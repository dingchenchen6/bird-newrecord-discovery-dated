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heme/theme1.xml" ContentType="application/vnd.openxmlformats-officedocument.theme+xml"/>
</Types>
</file>

<file path=_rels/.rels><?xml version='1.0' encoding='UTF-8' standalone='yes'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sldIdLst>
    <p:sldId id="256" r:id="rId3"/>
  </p:sldIdLst>
  <p:sldSz cx="6578600" cy="5397500"/>
  <p:notesSz cx="7559675" cy="10691813"/>
</p:presentation>
</file>

<file path=ppt/presProps.xml><?xml version="1.0" encoding="utf-8"?>
<p:presentationPr xmlns:a="http://schemas.openxmlformats.org/drawingml/2006/main" xmlns:p="http://schemas.openxmlformats.org/presentationml/2006/main" xmlns:r="http://schemas.openxmlformats.org/officeDocument/2006/relationships">
  <p:showPr showNarration="1"/>
</p:presentation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" Target="slides/slide1.xml"/><Relationship Id="rId4" Type="http://schemas.openxmlformats.org/officeDocument/2006/relationships/presProps" Target="presProps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master-page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328680" y="200880"/>
            <a:ext cx="5919840" cy="840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p>
            <a:pPr indent="0" algn="ctr">
              <a:buNone/>
            </a:pPr>
            <a:endParaRPr lang="en-US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subTitle"/>
          </p:nvPr>
        </p:nvSpPr>
        <p:spPr>
          <a:xfrm>
            <a:off x="328680" y="1178640"/>
            <a:ext cx="5919840" cy="29210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p>
            <a:pPr indent="0" algn="ctr">
              <a:buNone/>
            </a:pP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</p:sldLayoutIdLst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2.png"/><Relationship Id="rId3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"/>
          <p:cNvSpPr/>
          <p:nvPr/>
        </p:nvSpPr>
        <p:spPr>
          <a:xfrm>
            <a:off x="0" y="0"/>
            <a:ext cx="6578640" cy="5397840"/>
          </a:xfrm>
          <a:custGeom>
            <a:avLst/>
            <a:gdLst/>
            <a:ahLst/>
            <a:rect l="0" t="0" r="r" b="b"/>
            <a:pathLst>
              <a:path w="18274" h="14994">
                <a:moveTo>
                  <a:pt x="0" y="0"/>
                </a:moveTo>
                <a:lnTo>
                  <a:pt x="18274" y="0"/>
                </a:lnTo>
                <a:lnTo>
                  <a:pt x="18274" y="14994"/>
                </a:lnTo>
                <a:lnTo>
                  <a:pt x="0" y="14994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" name=""/>
          <p:cNvSpPr/>
          <p:nvPr/>
        </p:nvSpPr>
        <p:spPr>
          <a:xfrm>
            <a:off x="0" y="0"/>
            <a:ext cx="6578640" cy="5397840"/>
          </a:xfrm>
          <a:custGeom>
            <a:avLst/>
            <a:gdLst/>
            <a:ahLst/>
            <a:rect l="0" t="0" r="r" b="b"/>
            <a:pathLst>
              <a:path w="18274" h="14994">
                <a:moveTo>
                  <a:pt x="0" y="0"/>
                </a:moveTo>
                <a:lnTo>
                  <a:pt x="18274" y="0"/>
                </a:lnTo>
                <a:lnTo>
                  <a:pt x="18274" y="14994"/>
                </a:lnTo>
                <a:lnTo>
                  <a:pt x="0" y="14994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cap="rnd" w="8280">
            <a:solidFill>
              <a:srgbClr val="FFFFFF"/>
            </a:solidFill>
            <a:round/>
          </a:ln>
        </p:spPr>
        <p:txBody>
          <a:bodyPr lIns="3960" tIns="3960" rIns="3960" bIns="39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" name=""/>
          <p:cNvSpPr/>
          <p:nvPr/>
        </p:nvSpPr>
        <p:spPr>
          <a:xfrm>
            <a:off x="2754000" y="25200"/>
            <a:ext cx="3799440" cy="2196360"/>
          </a:xfrm>
          <a:custGeom>
            <a:avLst/>
            <a:gdLst/>
            <a:ahLst/>
            <a:rect l="0" t="0" r="r" b="b"/>
            <a:pathLst>
              <a:path w="10554" h="6101">
                <a:moveTo>
                  <a:pt x="0" y="0"/>
                </a:moveTo>
                <a:lnTo>
                  <a:pt x="10554" y="0"/>
                </a:lnTo>
                <a:lnTo>
                  <a:pt x="10554" y="6101"/>
                </a:lnTo>
                <a:lnTo>
                  <a:pt x="0" y="6101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cap="rnd" w="8280">
            <a:solidFill>
              <a:srgbClr val="FFFFFF"/>
            </a:solidFill>
            <a:round/>
          </a:ln>
        </p:spPr>
        <p:txBody>
          <a:bodyPr lIns="3960" tIns="3960" rIns="3960" bIns="39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" name=""/>
          <p:cNvSpPr/>
          <p:nvPr/>
        </p:nvSpPr>
        <p:spPr>
          <a:xfrm>
            <a:off x="25200" y="25200"/>
            <a:ext cx="2729160" cy="2196360"/>
          </a:xfrm>
          <a:custGeom>
            <a:avLst/>
            <a:gdLst/>
            <a:ahLst/>
            <a:rect l="0" t="0" r="r" b="b"/>
            <a:pathLst>
              <a:path w="7581" h="6101">
                <a:moveTo>
                  <a:pt x="0" y="0"/>
                </a:moveTo>
                <a:lnTo>
                  <a:pt x="7581" y="0"/>
                </a:lnTo>
                <a:lnTo>
                  <a:pt x="7581" y="6101"/>
                </a:lnTo>
                <a:lnTo>
                  <a:pt x="0" y="6101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cap="rnd" w="8280">
            <a:solidFill>
              <a:srgbClr val="FFFFFF"/>
            </a:solidFill>
            <a:round/>
          </a:ln>
        </p:spPr>
        <p:txBody>
          <a:bodyPr lIns="3960" tIns="3960" rIns="3960" bIns="39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" name=""/>
          <p:cNvSpPr/>
          <p:nvPr/>
        </p:nvSpPr>
        <p:spPr>
          <a:xfrm>
            <a:off x="398160" y="227880"/>
            <a:ext cx="2292840" cy="1811160"/>
          </a:xfrm>
          <a:custGeom>
            <a:avLst/>
            <a:gdLst/>
            <a:ahLst/>
            <a:rect l="0" t="0" r="r" b="b"/>
            <a:pathLst>
              <a:path w="6369" h="5031">
                <a:moveTo>
                  <a:pt x="0" y="0"/>
                </a:moveTo>
                <a:lnTo>
                  <a:pt x="6369" y="0"/>
                </a:lnTo>
                <a:lnTo>
                  <a:pt x="6369" y="5031"/>
                </a:lnTo>
                <a:lnTo>
                  <a:pt x="0" y="5031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" name=""/>
          <p:cNvSpPr/>
          <p:nvPr/>
        </p:nvSpPr>
        <p:spPr>
          <a:xfrm>
            <a:off x="398160" y="1572480"/>
            <a:ext cx="2292480" cy="0"/>
          </a:xfrm>
          <a:prstGeom prst="line">
            <a:avLst/>
          </a:prstGeom>
          <a:ln w="6480">
            <a:solidFill>
              <a:srgbClr val="9A9A9A"/>
            </a:solidFill>
            <a:custDash>
              <a:ds d="583333" sp="583333"/>
            </a:custDash>
            <a:round/>
          </a:ln>
        </p:spPr>
        <p:style>
          <a:lnRef idx="0"/>
          <a:fillRef idx="0"/>
          <a:effectRef idx="0"/>
          <a:fontRef idx="minor"/>
        </p:style>
        <p:txBody>
          <a:bodyPr lIns="3240" tIns="-3240" rIns="3240" bIns="-324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" name=""/>
          <p:cNvSpPr/>
          <p:nvPr/>
        </p:nvSpPr>
        <p:spPr>
          <a:xfrm>
            <a:off x="2194560" y="797040"/>
            <a:ext cx="208440" cy="1090800"/>
          </a:xfrm>
          <a:custGeom>
            <a:avLst/>
            <a:gdLst/>
            <a:ahLst/>
            <a:rect l="0" t="0" r="r" b="b"/>
            <a:pathLst>
              <a:path w="579" h="3030">
                <a:moveTo>
                  <a:pt x="28" y="3030"/>
                </a:moveTo>
                <a:lnTo>
                  <a:pt x="29" y="3024"/>
                </a:lnTo>
                <a:lnTo>
                  <a:pt x="30" y="3018"/>
                </a:lnTo>
                <a:lnTo>
                  <a:pt x="31" y="3012"/>
                </a:lnTo>
                <a:lnTo>
                  <a:pt x="31" y="3006"/>
                </a:lnTo>
                <a:lnTo>
                  <a:pt x="33" y="2994"/>
                </a:lnTo>
                <a:lnTo>
                  <a:pt x="34" y="2988"/>
                </a:lnTo>
                <a:lnTo>
                  <a:pt x="36" y="2970"/>
                </a:lnTo>
                <a:lnTo>
                  <a:pt x="36" y="2964"/>
                </a:lnTo>
                <a:lnTo>
                  <a:pt x="38" y="2951"/>
                </a:lnTo>
                <a:lnTo>
                  <a:pt x="39" y="2945"/>
                </a:lnTo>
                <a:lnTo>
                  <a:pt x="39" y="2939"/>
                </a:lnTo>
                <a:lnTo>
                  <a:pt x="40" y="2933"/>
                </a:lnTo>
                <a:lnTo>
                  <a:pt x="41" y="2927"/>
                </a:lnTo>
                <a:lnTo>
                  <a:pt x="42" y="2921"/>
                </a:lnTo>
                <a:lnTo>
                  <a:pt x="43" y="2915"/>
                </a:lnTo>
                <a:lnTo>
                  <a:pt x="44" y="2903"/>
                </a:lnTo>
                <a:lnTo>
                  <a:pt x="45" y="2897"/>
                </a:lnTo>
                <a:lnTo>
                  <a:pt x="46" y="2891"/>
                </a:lnTo>
                <a:lnTo>
                  <a:pt x="48" y="2879"/>
                </a:lnTo>
                <a:lnTo>
                  <a:pt x="49" y="2873"/>
                </a:lnTo>
                <a:lnTo>
                  <a:pt x="50" y="2867"/>
                </a:lnTo>
                <a:lnTo>
                  <a:pt x="51" y="2861"/>
                </a:lnTo>
                <a:lnTo>
                  <a:pt x="52" y="2855"/>
                </a:lnTo>
                <a:lnTo>
                  <a:pt x="55" y="2842"/>
                </a:lnTo>
                <a:lnTo>
                  <a:pt x="59" y="2824"/>
                </a:lnTo>
                <a:lnTo>
                  <a:pt x="60" y="2818"/>
                </a:lnTo>
                <a:lnTo>
                  <a:pt x="65" y="2800"/>
                </a:lnTo>
                <a:lnTo>
                  <a:pt x="67" y="2794"/>
                </a:lnTo>
                <a:lnTo>
                  <a:pt x="71" y="2782"/>
                </a:lnTo>
                <a:lnTo>
                  <a:pt x="75" y="2770"/>
                </a:lnTo>
                <a:lnTo>
                  <a:pt x="77" y="2764"/>
                </a:lnTo>
                <a:lnTo>
                  <a:pt x="80" y="2758"/>
                </a:lnTo>
                <a:lnTo>
                  <a:pt x="84" y="2745"/>
                </a:lnTo>
                <a:lnTo>
                  <a:pt x="87" y="2739"/>
                </a:lnTo>
                <a:lnTo>
                  <a:pt x="95" y="2721"/>
                </a:lnTo>
                <a:lnTo>
                  <a:pt x="100" y="2709"/>
                </a:lnTo>
                <a:lnTo>
                  <a:pt x="112" y="2685"/>
                </a:lnTo>
                <a:lnTo>
                  <a:pt x="130" y="2648"/>
                </a:lnTo>
                <a:lnTo>
                  <a:pt x="133" y="2642"/>
                </a:lnTo>
                <a:lnTo>
                  <a:pt x="136" y="2636"/>
                </a:lnTo>
                <a:lnTo>
                  <a:pt x="144" y="2618"/>
                </a:lnTo>
                <a:lnTo>
                  <a:pt x="147" y="2612"/>
                </a:lnTo>
                <a:lnTo>
                  <a:pt x="152" y="2600"/>
                </a:lnTo>
                <a:lnTo>
                  <a:pt x="157" y="2588"/>
                </a:lnTo>
                <a:lnTo>
                  <a:pt x="160" y="2582"/>
                </a:lnTo>
                <a:lnTo>
                  <a:pt x="162" y="2576"/>
                </a:lnTo>
                <a:lnTo>
                  <a:pt x="164" y="2570"/>
                </a:lnTo>
                <a:lnTo>
                  <a:pt x="166" y="2564"/>
                </a:lnTo>
                <a:lnTo>
                  <a:pt x="168" y="2558"/>
                </a:lnTo>
                <a:lnTo>
                  <a:pt x="169" y="2552"/>
                </a:lnTo>
                <a:lnTo>
                  <a:pt x="172" y="2539"/>
                </a:lnTo>
                <a:lnTo>
                  <a:pt x="173" y="2533"/>
                </a:lnTo>
                <a:lnTo>
                  <a:pt x="174" y="2527"/>
                </a:lnTo>
                <a:lnTo>
                  <a:pt x="175" y="2521"/>
                </a:lnTo>
                <a:lnTo>
                  <a:pt x="176" y="2515"/>
                </a:lnTo>
                <a:lnTo>
                  <a:pt x="176" y="2509"/>
                </a:lnTo>
                <a:lnTo>
                  <a:pt x="177" y="2503"/>
                </a:lnTo>
                <a:lnTo>
                  <a:pt x="177" y="2497"/>
                </a:lnTo>
                <a:lnTo>
                  <a:pt x="177" y="2485"/>
                </a:lnTo>
                <a:lnTo>
                  <a:pt x="176" y="2479"/>
                </a:lnTo>
                <a:lnTo>
                  <a:pt x="175" y="2467"/>
                </a:lnTo>
                <a:lnTo>
                  <a:pt x="174" y="2461"/>
                </a:lnTo>
                <a:lnTo>
                  <a:pt x="173" y="2455"/>
                </a:lnTo>
                <a:lnTo>
                  <a:pt x="172" y="2449"/>
                </a:lnTo>
                <a:lnTo>
                  <a:pt x="168" y="2437"/>
                </a:lnTo>
                <a:lnTo>
                  <a:pt x="167" y="2431"/>
                </a:lnTo>
                <a:lnTo>
                  <a:pt x="165" y="2424"/>
                </a:lnTo>
                <a:lnTo>
                  <a:pt x="163" y="2418"/>
                </a:lnTo>
                <a:lnTo>
                  <a:pt x="160" y="2412"/>
                </a:lnTo>
                <a:lnTo>
                  <a:pt x="156" y="2400"/>
                </a:lnTo>
                <a:lnTo>
                  <a:pt x="151" y="2388"/>
                </a:lnTo>
                <a:lnTo>
                  <a:pt x="148" y="2382"/>
                </a:lnTo>
                <a:lnTo>
                  <a:pt x="142" y="2370"/>
                </a:lnTo>
                <a:lnTo>
                  <a:pt x="139" y="2364"/>
                </a:lnTo>
                <a:lnTo>
                  <a:pt x="136" y="2358"/>
                </a:lnTo>
                <a:lnTo>
                  <a:pt x="133" y="2352"/>
                </a:lnTo>
                <a:lnTo>
                  <a:pt x="130" y="2346"/>
                </a:lnTo>
                <a:lnTo>
                  <a:pt x="126" y="2340"/>
                </a:lnTo>
                <a:lnTo>
                  <a:pt x="123" y="2333"/>
                </a:lnTo>
                <a:lnTo>
                  <a:pt x="113" y="2314"/>
                </a:lnTo>
                <a:lnTo>
                  <a:pt x="110" y="2308"/>
                </a:lnTo>
                <a:lnTo>
                  <a:pt x="107" y="2302"/>
                </a:lnTo>
                <a:lnTo>
                  <a:pt x="103" y="2296"/>
                </a:lnTo>
                <a:lnTo>
                  <a:pt x="91" y="2272"/>
                </a:lnTo>
                <a:lnTo>
                  <a:pt x="88" y="2266"/>
                </a:lnTo>
                <a:lnTo>
                  <a:pt x="82" y="2254"/>
                </a:lnTo>
                <a:lnTo>
                  <a:pt x="76" y="2242"/>
                </a:lnTo>
                <a:lnTo>
                  <a:pt x="74" y="2236"/>
                </a:lnTo>
                <a:lnTo>
                  <a:pt x="69" y="2223"/>
                </a:lnTo>
                <a:lnTo>
                  <a:pt x="66" y="2217"/>
                </a:lnTo>
                <a:lnTo>
                  <a:pt x="64" y="2211"/>
                </a:lnTo>
                <a:lnTo>
                  <a:pt x="62" y="2205"/>
                </a:lnTo>
                <a:lnTo>
                  <a:pt x="58" y="2193"/>
                </a:lnTo>
                <a:lnTo>
                  <a:pt x="55" y="2181"/>
                </a:lnTo>
                <a:lnTo>
                  <a:pt x="52" y="2169"/>
                </a:lnTo>
                <a:lnTo>
                  <a:pt x="51" y="2163"/>
                </a:lnTo>
                <a:lnTo>
                  <a:pt x="50" y="2157"/>
                </a:lnTo>
                <a:lnTo>
                  <a:pt x="49" y="2151"/>
                </a:lnTo>
                <a:lnTo>
                  <a:pt x="48" y="2145"/>
                </a:lnTo>
                <a:lnTo>
                  <a:pt x="48" y="2139"/>
                </a:lnTo>
                <a:lnTo>
                  <a:pt x="47" y="2127"/>
                </a:lnTo>
                <a:lnTo>
                  <a:pt x="46" y="2121"/>
                </a:lnTo>
                <a:lnTo>
                  <a:pt x="46" y="2108"/>
                </a:lnTo>
                <a:lnTo>
                  <a:pt x="46" y="2096"/>
                </a:lnTo>
                <a:lnTo>
                  <a:pt x="47" y="2090"/>
                </a:lnTo>
                <a:lnTo>
                  <a:pt x="47" y="2078"/>
                </a:lnTo>
                <a:lnTo>
                  <a:pt x="49" y="2066"/>
                </a:lnTo>
                <a:lnTo>
                  <a:pt x="50" y="2054"/>
                </a:lnTo>
                <a:lnTo>
                  <a:pt x="53" y="2042"/>
                </a:lnTo>
                <a:lnTo>
                  <a:pt x="55" y="2030"/>
                </a:lnTo>
                <a:lnTo>
                  <a:pt x="58" y="2017"/>
                </a:lnTo>
                <a:lnTo>
                  <a:pt x="60" y="2011"/>
                </a:lnTo>
                <a:lnTo>
                  <a:pt x="62" y="2005"/>
                </a:lnTo>
                <a:lnTo>
                  <a:pt x="63" y="1999"/>
                </a:lnTo>
                <a:lnTo>
                  <a:pt x="65" y="1993"/>
                </a:lnTo>
                <a:lnTo>
                  <a:pt x="68" y="1987"/>
                </a:lnTo>
                <a:lnTo>
                  <a:pt x="70" y="1981"/>
                </a:lnTo>
                <a:lnTo>
                  <a:pt x="72" y="1975"/>
                </a:lnTo>
                <a:lnTo>
                  <a:pt x="75" y="1969"/>
                </a:lnTo>
                <a:lnTo>
                  <a:pt x="78" y="1963"/>
                </a:lnTo>
                <a:lnTo>
                  <a:pt x="81" y="1957"/>
                </a:lnTo>
                <a:lnTo>
                  <a:pt x="84" y="1951"/>
                </a:lnTo>
                <a:lnTo>
                  <a:pt x="87" y="1945"/>
                </a:lnTo>
                <a:lnTo>
                  <a:pt x="91" y="1939"/>
                </a:lnTo>
                <a:lnTo>
                  <a:pt x="95" y="1933"/>
                </a:lnTo>
                <a:lnTo>
                  <a:pt x="99" y="1927"/>
                </a:lnTo>
                <a:lnTo>
                  <a:pt x="103" y="1921"/>
                </a:lnTo>
                <a:lnTo>
                  <a:pt x="108" y="1915"/>
                </a:lnTo>
                <a:lnTo>
                  <a:pt x="113" y="1908"/>
                </a:lnTo>
                <a:lnTo>
                  <a:pt x="118" y="1902"/>
                </a:lnTo>
                <a:lnTo>
                  <a:pt x="124" y="1896"/>
                </a:lnTo>
                <a:lnTo>
                  <a:pt x="130" y="1890"/>
                </a:lnTo>
                <a:lnTo>
                  <a:pt x="137" y="1884"/>
                </a:lnTo>
                <a:lnTo>
                  <a:pt x="143" y="1878"/>
                </a:lnTo>
                <a:lnTo>
                  <a:pt x="151" y="1872"/>
                </a:lnTo>
                <a:lnTo>
                  <a:pt x="158" y="1866"/>
                </a:lnTo>
                <a:lnTo>
                  <a:pt x="166" y="1860"/>
                </a:lnTo>
                <a:lnTo>
                  <a:pt x="174" y="1854"/>
                </a:lnTo>
                <a:lnTo>
                  <a:pt x="183" y="1848"/>
                </a:lnTo>
                <a:lnTo>
                  <a:pt x="192" y="1842"/>
                </a:lnTo>
                <a:lnTo>
                  <a:pt x="202" y="1836"/>
                </a:lnTo>
                <a:lnTo>
                  <a:pt x="212" y="1830"/>
                </a:lnTo>
                <a:lnTo>
                  <a:pt x="223" y="1824"/>
                </a:lnTo>
                <a:lnTo>
                  <a:pt x="234" y="1818"/>
                </a:lnTo>
                <a:lnTo>
                  <a:pt x="245" y="1812"/>
                </a:lnTo>
                <a:lnTo>
                  <a:pt x="257" y="1806"/>
                </a:lnTo>
                <a:lnTo>
                  <a:pt x="269" y="1799"/>
                </a:lnTo>
                <a:lnTo>
                  <a:pt x="281" y="1793"/>
                </a:lnTo>
                <a:lnTo>
                  <a:pt x="293" y="1787"/>
                </a:lnTo>
                <a:lnTo>
                  <a:pt x="306" y="1781"/>
                </a:lnTo>
                <a:lnTo>
                  <a:pt x="320" y="1775"/>
                </a:lnTo>
                <a:lnTo>
                  <a:pt x="333" y="1769"/>
                </a:lnTo>
                <a:lnTo>
                  <a:pt x="346" y="1763"/>
                </a:lnTo>
                <a:lnTo>
                  <a:pt x="387" y="1745"/>
                </a:lnTo>
                <a:lnTo>
                  <a:pt x="401" y="1739"/>
                </a:lnTo>
                <a:lnTo>
                  <a:pt x="415" y="1733"/>
                </a:lnTo>
                <a:lnTo>
                  <a:pt x="428" y="1727"/>
                </a:lnTo>
                <a:lnTo>
                  <a:pt x="441" y="1721"/>
                </a:lnTo>
                <a:lnTo>
                  <a:pt x="454" y="1715"/>
                </a:lnTo>
                <a:lnTo>
                  <a:pt x="467" y="1708"/>
                </a:lnTo>
                <a:lnTo>
                  <a:pt x="479" y="1702"/>
                </a:lnTo>
                <a:lnTo>
                  <a:pt x="491" y="1697"/>
                </a:lnTo>
                <a:lnTo>
                  <a:pt x="502" y="1690"/>
                </a:lnTo>
                <a:lnTo>
                  <a:pt x="513" y="1684"/>
                </a:lnTo>
                <a:lnTo>
                  <a:pt x="523" y="1678"/>
                </a:lnTo>
                <a:lnTo>
                  <a:pt x="532" y="1672"/>
                </a:lnTo>
                <a:lnTo>
                  <a:pt x="541" y="1666"/>
                </a:lnTo>
                <a:lnTo>
                  <a:pt x="548" y="1660"/>
                </a:lnTo>
                <a:lnTo>
                  <a:pt x="556" y="1654"/>
                </a:lnTo>
                <a:lnTo>
                  <a:pt x="563" y="1648"/>
                </a:lnTo>
                <a:lnTo>
                  <a:pt x="568" y="1642"/>
                </a:lnTo>
                <a:lnTo>
                  <a:pt x="572" y="1636"/>
                </a:lnTo>
                <a:lnTo>
                  <a:pt x="575" y="1630"/>
                </a:lnTo>
                <a:lnTo>
                  <a:pt x="578" y="1624"/>
                </a:lnTo>
                <a:lnTo>
                  <a:pt x="579" y="1618"/>
                </a:lnTo>
                <a:lnTo>
                  <a:pt x="579" y="1612"/>
                </a:lnTo>
                <a:lnTo>
                  <a:pt x="579" y="1606"/>
                </a:lnTo>
                <a:lnTo>
                  <a:pt x="577" y="1599"/>
                </a:lnTo>
                <a:lnTo>
                  <a:pt x="574" y="1593"/>
                </a:lnTo>
                <a:lnTo>
                  <a:pt x="571" y="1587"/>
                </a:lnTo>
                <a:lnTo>
                  <a:pt x="566" y="1581"/>
                </a:lnTo>
                <a:lnTo>
                  <a:pt x="560" y="1575"/>
                </a:lnTo>
                <a:lnTo>
                  <a:pt x="554" y="1569"/>
                </a:lnTo>
                <a:lnTo>
                  <a:pt x="545" y="1563"/>
                </a:lnTo>
                <a:lnTo>
                  <a:pt x="537" y="1557"/>
                </a:lnTo>
                <a:lnTo>
                  <a:pt x="528" y="1551"/>
                </a:lnTo>
                <a:lnTo>
                  <a:pt x="518" y="1545"/>
                </a:lnTo>
                <a:lnTo>
                  <a:pt x="507" y="1539"/>
                </a:lnTo>
                <a:lnTo>
                  <a:pt x="496" y="1533"/>
                </a:lnTo>
                <a:lnTo>
                  <a:pt x="484" y="1527"/>
                </a:lnTo>
                <a:lnTo>
                  <a:pt x="472" y="1521"/>
                </a:lnTo>
                <a:lnTo>
                  <a:pt x="459" y="1515"/>
                </a:lnTo>
                <a:lnTo>
                  <a:pt x="445" y="1509"/>
                </a:lnTo>
                <a:lnTo>
                  <a:pt x="432" y="1503"/>
                </a:lnTo>
                <a:lnTo>
                  <a:pt x="418" y="1497"/>
                </a:lnTo>
                <a:lnTo>
                  <a:pt x="404" y="1490"/>
                </a:lnTo>
                <a:lnTo>
                  <a:pt x="389" y="1484"/>
                </a:lnTo>
                <a:lnTo>
                  <a:pt x="360" y="1472"/>
                </a:lnTo>
                <a:lnTo>
                  <a:pt x="346" y="1466"/>
                </a:lnTo>
                <a:lnTo>
                  <a:pt x="317" y="1454"/>
                </a:lnTo>
                <a:lnTo>
                  <a:pt x="303" y="1448"/>
                </a:lnTo>
                <a:lnTo>
                  <a:pt x="289" y="1442"/>
                </a:lnTo>
                <a:lnTo>
                  <a:pt x="275" y="1436"/>
                </a:lnTo>
                <a:lnTo>
                  <a:pt x="262" y="1430"/>
                </a:lnTo>
                <a:lnTo>
                  <a:pt x="249" y="1424"/>
                </a:lnTo>
                <a:lnTo>
                  <a:pt x="237" y="1418"/>
                </a:lnTo>
                <a:lnTo>
                  <a:pt x="224" y="1412"/>
                </a:lnTo>
                <a:lnTo>
                  <a:pt x="213" y="1406"/>
                </a:lnTo>
                <a:lnTo>
                  <a:pt x="202" y="1400"/>
                </a:lnTo>
                <a:lnTo>
                  <a:pt x="191" y="1394"/>
                </a:lnTo>
                <a:lnTo>
                  <a:pt x="181" y="1388"/>
                </a:lnTo>
                <a:lnTo>
                  <a:pt x="171" y="1382"/>
                </a:lnTo>
                <a:lnTo>
                  <a:pt x="162" y="1375"/>
                </a:lnTo>
                <a:lnTo>
                  <a:pt x="153" y="1369"/>
                </a:lnTo>
                <a:lnTo>
                  <a:pt x="145" y="1363"/>
                </a:lnTo>
                <a:lnTo>
                  <a:pt x="137" y="1357"/>
                </a:lnTo>
                <a:lnTo>
                  <a:pt x="130" y="1351"/>
                </a:lnTo>
                <a:lnTo>
                  <a:pt x="124" y="1345"/>
                </a:lnTo>
                <a:lnTo>
                  <a:pt x="118" y="1339"/>
                </a:lnTo>
                <a:lnTo>
                  <a:pt x="113" y="1333"/>
                </a:lnTo>
                <a:lnTo>
                  <a:pt x="108" y="1327"/>
                </a:lnTo>
                <a:lnTo>
                  <a:pt x="103" y="1321"/>
                </a:lnTo>
                <a:lnTo>
                  <a:pt x="99" y="1315"/>
                </a:lnTo>
                <a:lnTo>
                  <a:pt x="96" y="1309"/>
                </a:lnTo>
                <a:lnTo>
                  <a:pt x="93" y="1303"/>
                </a:lnTo>
                <a:lnTo>
                  <a:pt x="90" y="1297"/>
                </a:lnTo>
                <a:lnTo>
                  <a:pt x="88" y="1291"/>
                </a:lnTo>
                <a:lnTo>
                  <a:pt x="86" y="1284"/>
                </a:lnTo>
                <a:lnTo>
                  <a:pt x="84" y="1278"/>
                </a:lnTo>
                <a:lnTo>
                  <a:pt x="83" y="1272"/>
                </a:lnTo>
                <a:lnTo>
                  <a:pt x="82" y="1266"/>
                </a:lnTo>
                <a:lnTo>
                  <a:pt x="81" y="1260"/>
                </a:lnTo>
                <a:lnTo>
                  <a:pt x="81" y="1254"/>
                </a:lnTo>
                <a:lnTo>
                  <a:pt x="81" y="1248"/>
                </a:lnTo>
                <a:lnTo>
                  <a:pt x="81" y="1242"/>
                </a:lnTo>
                <a:lnTo>
                  <a:pt x="81" y="1236"/>
                </a:lnTo>
                <a:lnTo>
                  <a:pt x="82" y="1230"/>
                </a:lnTo>
                <a:lnTo>
                  <a:pt x="83" y="1218"/>
                </a:lnTo>
                <a:lnTo>
                  <a:pt x="84" y="1206"/>
                </a:lnTo>
                <a:lnTo>
                  <a:pt x="85" y="1200"/>
                </a:lnTo>
                <a:lnTo>
                  <a:pt x="86" y="1194"/>
                </a:lnTo>
                <a:lnTo>
                  <a:pt x="89" y="1175"/>
                </a:lnTo>
                <a:lnTo>
                  <a:pt x="92" y="1157"/>
                </a:lnTo>
                <a:lnTo>
                  <a:pt x="92" y="1151"/>
                </a:lnTo>
                <a:lnTo>
                  <a:pt x="93" y="1139"/>
                </a:lnTo>
                <a:lnTo>
                  <a:pt x="94" y="1133"/>
                </a:lnTo>
                <a:lnTo>
                  <a:pt x="94" y="1121"/>
                </a:lnTo>
                <a:lnTo>
                  <a:pt x="94" y="1115"/>
                </a:lnTo>
                <a:lnTo>
                  <a:pt x="94" y="1103"/>
                </a:lnTo>
                <a:lnTo>
                  <a:pt x="94" y="1097"/>
                </a:lnTo>
                <a:lnTo>
                  <a:pt x="93" y="1091"/>
                </a:lnTo>
                <a:lnTo>
                  <a:pt x="93" y="1085"/>
                </a:lnTo>
                <a:lnTo>
                  <a:pt x="91" y="1073"/>
                </a:lnTo>
                <a:lnTo>
                  <a:pt x="90" y="1066"/>
                </a:lnTo>
                <a:lnTo>
                  <a:pt x="87" y="1054"/>
                </a:lnTo>
                <a:lnTo>
                  <a:pt x="86" y="1048"/>
                </a:lnTo>
                <a:lnTo>
                  <a:pt x="81" y="1030"/>
                </a:lnTo>
                <a:lnTo>
                  <a:pt x="75" y="1012"/>
                </a:lnTo>
                <a:lnTo>
                  <a:pt x="73" y="1006"/>
                </a:lnTo>
                <a:lnTo>
                  <a:pt x="64" y="982"/>
                </a:lnTo>
                <a:lnTo>
                  <a:pt x="62" y="976"/>
                </a:lnTo>
                <a:lnTo>
                  <a:pt x="60" y="969"/>
                </a:lnTo>
                <a:lnTo>
                  <a:pt x="55" y="957"/>
                </a:lnTo>
                <a:lnTo>
                  <a:pt x="48" y="939"/>
                </a:lnTo>
                <a:lnTo>
                  <a:pt x="46" y="933"/>
                </a:lnTo>
                <a:lnTo>
                  <a:pt x="44" y="927"/>
                </a:lnTo>
                <a:lnTo>
                  <a:pt x="42" y="921"/>
                </a:lnTo>
                <a:lnTo>
                  <a:pt x="36" y="903"/>
                </a:lnTo>
                <a:lnTo>
                  <a:pt x="34" y="897"/>
                </a:lnTo>
                <a:lnTo>
                  <a:pt x="29" y="879"/>
                </a:lnTo>
                <a:lnTo>
                  <a:pt x="27" y="867"/>
                </a:lnTo>
                <a:lnTo>
                  <a:pt x="24" y="854"/>
                </a:lnTo>
                <a:lnTo>
                  <a:pt x="21" y="836"/>
                </a:lnTo>
                <a:lnTo>
                  <a:pt x="20" y="824"/>
                </a:lnTo>
                <a:lnTo>
                  <a:pt x="19" y="812"/>
                </a:lnTo>
                <a:lnTo>
                  <a:pt x="18" y="806"/>
                </a:lnTo>
                <a:lnTo>
                  <a:pt x="18" y="800"/>
                </a:lnTo>
                <a:lnTo>
                  <a:pt x="18" y="788"/>
                </a:lnTo>
                <a:lnTo>
                  <a:pt x="18" y="776"/>
                </a:lnTo>
                <a:lnTo>
                  <a:pt x="18" y="770"/>
                </a:lnTo>
                <a:lnTo>
                  <a:pt x="19" y="751"/>
                </a:lnTo>
                <a:lnTo>
                  <a:pt x="20" y="739"/>
                </a:lnTo>
                <a:lnTo>
                  <a:pt x="21" y="727"/>
                </a:lnTo>
                <a:lnTo>
                  <a:pt x="24" y="697"/>
                </a:lnTo>
                <a:lnTo>
                  <a:pt x="30" y="654"/>
                </a:lnTo>
                <a:lnTo>
                  <a:pt x="31" y="648"/>
                </a:lnTo>
                <a:lnTo>
                  <a:pt x="32" y="636"/>
                </a:lnTo>
                <a:lnTo>
                  <a:pt x="33" y="630"/>
                </a:lnTo>
                <a:lnTo>
                  <a:pt x="35" y="612"/>
                </a:lnTo>
                <a:lnTo>
                  <a:pt x="36" y="606"/>
                </a:lnTo>
                <a:lnTo>
                  <a:pt x="36" y="600"/>
                </a:lnTo>
                <a:lnTo>
                  <a:pt x="37" y="594"/>
                </a:lnTo>
                <a:lnTo>
                  <a:pt x="37" y="588"/>
                </a:lnTo>
                <a:lnTo>
                  <a:pt x="38" y="582"/>
                </a:lnTo>
                <a:lnTo>
                  <a:pt x="38" y="576"/>
                </a:lnTo>
                <a:lnTo>
                  <a:pt x="38" y="570"/>
                </a:lnTo>
                <a:lnTo>
                  <a:pt x="39" y="564"/>
                </a:lnTo>
                <a:lnTo>
                  <a:pt x="39" y="558"/>
                </a:lnTo>
                <a:lnTo>
                  <a:pt x="39" y="551"/>
                </a:lnTo>
                <a:lnTo>
                  <a:pt x="39" y="533"/>
                </a:lnTo>
                <a:lnTo>
                  <a:pt x="39" y="521"/>
                </a:lnTo>
                <a:lnTo>
                  <a:pt x="38" y="509"/>
                </a:lnTo>
                <a:lnTo>
                  <a:pt x="37" y="491"/>
                </a:lnTo>
                <a:lnTo>
                  <a:pt x="36" y="485"/>
                </a:lnTo>
                <a:lnTo>
                  <a:pt x="36" y="479"/>
                </a:lnTo>
                <a:lnTo>
                  <a:pt x="35" y="473"/>
                </a:lnTo>
                <a:lnTo>
                  <a:pt x="33" y="455"/>
                </a:lnTo>
                <a:lnTo>
                  <a:pt x="27" y="412"/>
                </a:lnTo>
                <a:lnTo>
                  <a:pt x="26" y="406"/>
                </a:lnTo>
                <a:lnTo>
                  <a:pt x="25" y="394"/>
                </a:lnTo>
                <a:lnTo>
                  <a:pt x="24" y="388"/>
                </a:lnTo>
                <a:lnTo>
                  <a:pt x="20" y="364"/>
                </a:lnTo>
                <a:lnTo>
                  <a:pt x="20" y="358"/>
                </a:lnTo>
                <a:lnTo>
                  <a:pt x="19" y="352"/>
                </a:lnTo>
                <a:lnTo>
                  <a:pt x="18" y="339"/>
                </a:lnTo>
                <a:lnTo>
                  <a:pt x="17" y="333"/>
                </a:lnTo>
                <a:lnTo>
                  <a:pt x="16" y="327"/>
                </a:lnTo>
                <a:lnTo>
                  <a:pt x="15" y="315"/>
                </a:lnTo>
                <a:lnTo>
                  <a:pt x="14" y="297"/>
                </a:lnTo>
                <a:lnTo>
                  <a:pt x="13" y="279"/>
                </a:lnTo>
                <a:lnTo>
                  <a:pt x="13" y="261"/>
                </a:lnTo>
                <a:lnTo>
                  <a:pt x="13" y="249"/>
                </a:lnTo>
                <a:lnTo>
                  <a:pt x="13" y="230"/>
                </a:lnTo>
                <a:lnTo>
                  <a:pt x="14" y="206"/>
                </a:lnTo>
                <a:lnTo>
                  <a:pt x="15" y="194"/>
                </a:lnTo>
                <a:lnTo>
                  <a:pt x="16" y="188"/>
                </a:lnTo>
                <a:lnTo>
                  <a:pt x="16" y="182"/>
                </a:lnTo>
                <a:lnTo>
                  <a:pt x="17" y="176"/>
                </a:lnTo>
                <a:lnTo>
                  <a:pt x="19" y="146"/>
                </a:lnTo>
                <a:lnTo>
                  <a:pt x="20" y="140"/>
                </a:lnTo>
                <a:lnTo>
                  <a:pt x="21" y="127"/>
                </a:lnTo>
                <a:lnTo>
                  <a:pt x="22" y="121"/>
                </a:lnTo>
                <a:lnTo>
                  <a:pt x="24" y="97"/>
                </a:lnTo>
                <a:lnTo>
                  <a:pt x="24" y="91"/>
                </a:lnTo>
                <a:lnTo>
                  <a:pt x="25" y="85"/>
                </a:lnTo>
                <a:lnTo>
                  <a:pt x="26" y="67"/>
                </a:lnTo>
                <a:lnTo>
                  <a:pt x="27" y="43"/>
                </a:lnTo>
                <a:lnTo>
                  <a:pt x="28" y="30"/>
                </a:lnTo>
                <a:lnTo>
                  <a:pt x="28" y="12"/>
                </a:lnTo>
                <a:lnTo>
                  <a:pt x="27" y="0"/>
                </a:lnTo>
                <a:lnTo>
                  <a:pt x="0" y="0"/>
                </a:lnTo>
                <a:lnTo>
                  <a:pt x="0" y="3030"/>
                </a:lnTo>
                <a:lnTo>
                  <a:pt x="28" y="3030"/>
                </a:lnTo>
                <a:close/>
              </a:path>
            </a:pathLst>
          </a:custGeom>
          <a:solidFill>
            <a:srgbClr val="C3E4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" name=""/>
          <p:cNvSpPr/>
          <p:nvPr/>
        </p:nvSpPr>
        <p:spPr>
          <a:xfrm>
            <a:off x="2199240" y="797040"/>
            <a:ext cx="203760" cy="1090800"/>
          </a:xfrm>
          <a:custGeom>
            <a:avLst/>
            <a:gdLst/>
            <a:ahLst/>
            <a:rect l="0" t="0" r="r" b="b"/>
            <a:pathLst>
              <a:path fill="none" w="566" h="3030">
                <a:moveTo>
                  <a:pt x="15" y="3030"/>
                </a:moveTo>
                <a:lnTo>
                  <a:pt x="16" y="3024"/>
                </a:lnTo>
                <a:lnTo>
                  <a:pt x="17" y="3018"/>
                </a:lnTo>
                <a:lnTo>
                  <a:pt x="18" y="3012"/>
                </a:lnTo>
                <a:lnTo>
                  <a:pt x="18" y="3006"/>
                </a:lnTo>
                <a:lnTo>
                  <a:pt x="20" y="2994"/>
                </a:lnTo>
                <a:lnTo>
                  <a:pt x="21" y="2988"/>
                </a:lnTo>
                <a:lnTo>
                  <a:pt x="23" y="2970"/>
                </a:lnTo>
                <a:lnTo>
                  <a:pt x="23" y="2964"/>
                </a:lnTo>
                <a:lnTo>
                  <a:pt x="25" y="2951"/>
                </a:lnTo>
                <a:lnTo>
                  <a:pt x="26" y="2945"/>
                </a:lnTo>
                <a:lnTo>
                  <a:pt x="26" y="2939"/>
                </a:lnTo>
                <a:lnTo>
                  <a:pt x="27" y="2933"/>
                </a:lnTo>
                <a:lnTo>
                  <a:pt x="28" y="2927"/>
                </a:lnTo>
                <a:lnTo>
                  <a:pt x="29" y="2921"/>
                </a:lnTo>
                <a:lnTo>
                  <a:pt x="30" y="2915"/>
                </a:lnTo>
                <a:lnTo>
                  <a:pt x="31" y="2903"/>
                </a:lnTo>
                <a:lnTo>
                  <a:pt x="32" y="2897"/>
                </a:lnTo>
                <a:lnTo>
                  <a:pt x="33" y="2891"/>
                </a:lnTo>
                <a:lnTo>
                  <a:pt x="35" y="2879"/>
                </a:lnTo>
                <a:lnTo>
                  <a:pt x="36" y="2873"/>
                </a:lnTo>
                <a:lnTo>
                  <a:pt x="37" y="2867"/>
                </a:lnTo>
                <a:lnTo>
                  <a:pt x="38" y="2861"/>
                </a:lnTo>
                <a:lnTo>
                  <a:pt x="39" y="2855"/>
                </a:lnTo>
                <a:lnTo>
                  <a:pt x="42" y="2842"/>
                </a:lnTo>
                <a:lnTo>
                  <a:pt x="46" y="2824"/>
                </a:lnTo>
                <a:lnTo>
                  <a:pt x="47" y="2818"/>
                </a:lnTo>
                <a:lnTo>
                  <a:pt x="52" y="2800"/>
                </a:lnTo>
                <a:lnTo>
                  <a:pt x="54" y="2794"/>
                </a:lnTo>
                <a:lnTo>
                  <a:pt x="58" y="2782"/>
                </a:lnTo>
                <a:lnTo>
                  <a:pt x="62" y="2770"/>
                </a:lnTo>
                <a:lnTo>
                  <a:pt x="64" y="2764"/>
                </a:lnTo>
                <a:lnTo>
                  <a:pt x="67" y="2758"/>
                </a:lnTo>
                <a:lnTo>
                  <a:pt x="71" y="2745"/>
                </a:lnTo>
                <a:lnTo>
                  <a:pt x="74" y="2739"/>
                </a:lnTo>
                <a:lnTo>
                  <a:pt x="82" y="2721"/>
                </a:lnTo>
                <a:lnTo>
                  <a:pt x="87" y="2709"/>
                </a:lnTo>
                <a:lnTo>
                  <a:pt x="99" y="2685"/>
                </a:lnTo>
                <a:lnTo>
                  <a:pt x="117" y="2648"/>
                </a:lnTo>
                <a:lnTo>
                  <a:pt x="120" y="2642"/>
                </a:lnTo>
                <a:lnTo>
                  <a:pt x="123" y="2636"/>
                </a:lnTo>
                <a:lnTo>
                  <a:pt x="131" y="2618"/>
                </a:lnTo>
                <a:lnTo>
                  <a:pt x="134" y="2612"/>
                </a:lnTo>
                <a:lnTo>
                  <a:pt x="139" y="2600"/>
                </a:lnTo>
                <a:lnTo>
                  <a:pt x="144" y="2588"/>
                </a:lnTo>
                <a:lnTo>
                  <a:pt x="147" y="2582"/>
                </a:lnTo>
                <a:lnTo>
                  <a:pt x="149" y="2576"/>
                </a:lnTo>
                <a:lnTo>
                  <a:pt x="151" y="2570"/>
                </a:lnTo>
                <a:lnTo>
                  <a:pt x="153" y="2564"/>
                </a:lnTo>
                <a:lnTo>
                  <a:pt x="155" y="2558"/>
                </a:lnTo>
                <a:lnTo>
                  <a:pt x="156" y="2552"/>
                </a:lnTo>
                <a:lnTo>
                  <a:pt x="159" y="2539"/>
                </a:lnTo>
                <a:lnTo>
                  <a:pt x="160" y="2533"/>
                </a:lnTo>
                <a:lnTo>
                  <a:pt x="161" y="2527"/>
                </a:lnTo>
                <a:lnTo>
                  <a:pt x="162" y="2521"/>
                </a:lnTo>
                <a:lnTo>
                  <a:pt x="163" y="2515"/>
                </a:lnTo>
                <a:lnTo>
                  <a:pt x="163" y="2509"/>
                </a:lnTo>
                <a:lnTo>
                  <a:pt x="164" y="2503"/>
                </a:lnTo>
                <a:lnTo>
                  <a:pt x="164" y="2497"/>
                </a:lnTo>
                <a:lnTo>
                  <a:pt x="164" y="2485"/>
                </a:lnTo>
                <a:lnTo>
                  <a:pt x="163" y="2479"/>
                </a:lnTo>
                <a:lnTo>
                  <a:pt x="162" y="2467"/>
                </a:lnTo>
                <a:lnTo>
                  <a:pt x="161" y="2461"/>
                </a:lnTo>
                <a:lnTo>
                  <a:pt x="160" y="2455"/>
                </a:lnTo>
                <a:lnTo>
                  <a:pt x="159" y="2449"/>
                </a:lnTo>
                <a:lnTo>
                  <a:pt x="155" y="2437"/>
                </a:lnTo>
                <a:lnTo>
                  <a:pt x="154" y="2431"/>
                </a:lnTo>
                <a:lnTo>
                  <a:pt x="152" y="2424"/>
                </a:lnTo>
                <a:lnTo>
                  <a:pt x="150" y="2418"/>
                </a:lnTo>
                <a:lnTo>
                  <a:pt x="147" y="2412"/>
                </a:lnTo>
                <a:lnTo>
                  <a:pt x="143" y="2400"/>
                </a:lnTo>
                <a:lnTo>
                  <a:pt x="138" y="2388"/>
                </a:lnTo>
                <a:lnTo>
                  <a:pt x="135" y="2382"/>
                </a:lnTo>
                <a:lnTo>
                  <a:pt x="129" y="2370"/>
                </a:lnTo>
                <a:lnTo>
                  <a:pt x="126" y="2364"/>
                </a:lnTo>
                <a:lnTo>
                  <a:pt x="123" y="2358"/>
                </a:lnTo>
                <a:lnTo>
                  <a:pt x="120" y="2352"/>
                </a:lnTo>
                <a:lnTo>
                  <a:pt x="117" y="2346"/>
                </a:lnTo>
                <a:lnTo>
                  <a:pt x="113" y="2340"/>
                </a:lnTo>
                <a:lnTo>
                  <a:pt x="110" y="2333"/>
                </a:lnTo>
                <a:lnTo>
                  <a:pt x="100" y="2314"/>
                </a:lnTo>
                <a:lnTo>
                  <a:pt x="97" y="2308"/>
                </a:lnTo>
                <a:lnTo>
                  <a:pt x="94" y="2302"/>
                </a:lnTo>
                <a:lnTo>
                  <a:pt x="90" y="2296"/>
                </a:lnTo>
                <a:lnTo>
                  <a:pt x="78" y="2272"/>
                </a:lnTo>
                <a:lnTo>
                  <a:pt x="75" y="2266"/>
                </a:lnTo>
                <a:lnTo>
                  <a:pt x="69" y="2254"/>
                </a:lnTo>
                <a:lnTo>
                  <a:pt x="63" y="2242"/>
                </a:lnTo>
                <a:lnTo>
                  <a:pt x="61" y="2236"/>
                </a:lnTo>
                <a:lnTo>
                  <a:pt x="56" y="2223"/>
                </a:lnTo>
                <a:lnTo>
                  <a:pt x="53" y="2217"/>
                </a:lnTo>
                <a:lnTo>
                  <a:pt x="51" y="2211"/>
                </a:lnTo>
                <a:lnTo>
                  <a:pt x="49" y="2205"/>
                </a:lnTo>
                <a:lnTo>
                  <a:pt x="45" y="2193"/>
                </a:lnTo>
                <a:lnTo>
                  <a:pt x="42" y="2181"/>
                </a:lnTo>
                <a:lnTo>
                  <a:pt x="39" y="2169"/>
                </a:lnTo>
                <a:lnTo>
                  <a:pt x="38" y="2163"/>
                </a:lnTo>
                <a:lnTo>
                  <a:pt x="37" y="2157"/>
                </a:lnTo>
                <a:lnTo>
                  <a:pt x="36" y="2151"/>
                </a:lnTo>
                <a:lnTo>
                  <a:pt x="35" y="2145"/>
                </a:lnTo>
                <a:lnTo>
                  <a:pt x="35" y="2139"/>
                </a:lnTo>
                <a:lnTo>
                  <a:pt x="34" y="2127"/>
                </a:lnTo>
                <a:lnTo>
                  <a:pt x="33" y="2121"/>
                </a:lnTo>
                <a:lnTo>
                  <a:pt x="33" y="2108"/>
                </a:lnTo>
                <a:lnTo>
                  <a:pt x="33" y="2096"/>
                </a:lnTo>
                <a:lnTo>
                  <a:pt x="34" y="2090"/>
                </a:lnTo>
                <a:lnTo>
                  <a:pt x="34" y="2078"/>
                </a:lnTo>
                <a:lnTo>
                  <a:pt x="36" y="2066"/>
                </a:lnTo>
                <a:lnTo>
                  <a:pt x="37" y="2054"/>
                </a:lnTo>
                <a:lnTo>
                  <a:pt x="40" y="2042"/>
                </a:lnTo>
                <a:lnTo>
                  <a:pt x="42" y="2030"/>
                </a:lnTo>
                <a:lnTo>
                  <a:pt x="45" y="2017"/>
                </a:lnTo>
                <a:lnTo>
                  <a:pt x="47" y="2011"/>
                </a:lnTo>
                <a:lnTo>
                  <a:pt x="49" y="2005"/>
                </a:lnTo>
                <a:lnTo>
                  <a:pt x="50" y="1999"/>
                </a:lnTo>
                <a:lnTo>
                  <a:pt x="52" y="1993"/>
                </a:lnTo>
                <a:lnTo>
                  <a:pt x="55" y="1987"/>
                </a:lnTo>
                <a:lnTo>
                  <a:pt x="57" y="1981"/>
                </a:lnTo>
                <a:lnTo>
                  <a:pt x="59" y="1975"/>
                </a:lnTo>
                <a:lnTo>
                  <a:pt x="62" y="1969"/>
                </a:lnTo>
                <a:lnTo>
                  <a:pt x="65" y="1963"/>
                </a:lnTo>
                <a:lnTo>
                  <a:pt x="68" y="1957"/>
                </a:lnTo>
                <a:lnTo>
                  <a:pt x="71" y="1951"/>
                </a:lnTo>
                <a:lnTo>
                  <a:pt x="74" y="1945"/>
                </a:lnTo>
                <a:lnTo>
                  <a:pt x="78" y="1939"/>
                </a:lnTo>
                <a:lnTo>
                  <a:pt x="82" y="1933"/>
                </a:lnTo>
                <a:lnTo>
                  <a:pt x="86" y="1927"/>
                </a:lnTo>
                <a:lnTo>
                  <a:pt x="90" y="1921"/>
                </a:lnTo>
                <a:lnTo>
                  <a:pt x="95" y="1915"/>
                </a:lnTo>
                <a:lnTo>
                  <a:pt x="100" y="1908"/>
                </a:lnTo>
                <a:lnTo>
                  <a:pt x="105" y="1902"/>
                </a:lnTo>
                <a:lnTo>
                  <a:pt x="111" y="1896"/>
                </a:lnTo>
                <a:lnTo>
                  <a:pt x="117" y="1890"/>
                </a:lnTo>
                <a:lnTo>
                  <a:pt x="124" y="1884"/>
                </a:lnTo>
                <a:lnTo>
                  <a:pt x="130" y="1878"/>
                </a:lnTo>
                <a:lnTo>
                  <a:pt x="138" y="1872"/>
                </a:lnTo>
                <a:lnTo>
                  <a:pt x="145" y="1866"/>
                </a:lnTo>
                <a:lnTo>
                  <a:pt x="153" y="1860"/>
                </a:lnTo>
                <a:lnTo>
                  <a:pt x="161" y="1854"/>
                </a:lnTo>
                <a:lnTo>
                  <a:pt x="170" y="1848"/>
                </a:lnTo>
                <a:lnTo>
                  <a:pt x="179" y="1842"/>
                </a:lnTo>
                <a:lnTo>
                  <a:pt x="189" y="1836"/>
                </a:lnTo>
                <a:lnTo>
                  <a:pt x="199" y="1830"/>
                </a:lnTo>
                <a:lnTo>
                  <a:pt x="210" y="1824"/>
                </a:lnTo>
                <a:lnTo>
                  <a:pt x="221" y="1818"/>
                </a:lnTo>
                <a:lnTo>
                  <a:pt x="232" y="1812"/>
                </a:lnTo>
                <a:lnTo>
                  <a:pt x="244" y="1806"/>
                </a:lnTo>
                <a:lnTo>
                  <a:pt x="256" y="1799"/>
                </a:lnTo>
                <a:lnTo>
                  <a:pt x="268" y="1793"/>
                </a:lnTo>
                <a:lnTo>
                  <a:pt x="280" y="1787"/>
                </a:lnTo>
                <a:lnTo>
                  <a:pt x="293" y="1781"/>
                </a:lnTo>
                <a:lnTo>
                  <a:pt x="307" y="1775"/>
                </a:lnTo>
                <a:lnTo>
                  <a:pt x="320" y="1769"/>
                </a:lnTo>
                <a:lnTo>
                  <a:pt x="333" y="1763"/>
                </a:lnTo>
                <a:lnTo>
                  <a:pt x="374" y="1745"/>
                </a:lnTo>
                <a:lnTo>
                  <a:pt x="388" y="1739"/>
                </a:lnTo>
                <a:lnTo>
                  <a:pt x="403" y="1733"/>
                </a:lnTo>
                <a:lnTo>
                  <a:pt x="416" y="1727"/>
                </a:lnTo>
                <a:lnTo>
                  <a:pt x="429" y="1721"/>
                </a:lnTo>
                <a:lnTo>
                  <a:pt x="442" y="1715"/>
                </a:lnTo>
                <a:lnTo>
                  <a:pt x="455" y="1708"/>
                </a:lnTo>
                <a:lnTo>
                  <a:pt x="467" y="1702"/>
                </a:lnTo>
                <a:lnTo>
                  <a:pt x="479" y="1697"/>
                </a:lnTo>
                <a:lnTo>
                  <a:pt x="490" y="1690"/>
                </a:lnTo>
                <a:lnTo>
                  <a:pt x="501" y="1684"/>
                </a:lnTo>
                <a:lnTo>
                  <a:pt x="511" y="1678"/>
                </a:lnTo>
                <a:lnTo>
                  <a:pt x="520" y="1672"/>
                </a:lnTo>
                <a:lnTo>
                  <a:pt x="529" y="1666"/>
                </a:lnTo>
                <a:lnTo>
                  <a:pt x="536" y="1660"/>
                </a:lnTo>
                <a:lnTo>
                  <a:pt x="543" y="1654"/>
                </a:lnTo>
                <a:lnTo>
                  <a:pt x="550" y="1648"/>
                </a:lnTo>
                <a:lnTo>
                  <a:pt x="555" y="1642"/>
                </a:lnTo>
                <a:lnTo>
                  <a:pt x="559" y="1636"/>
                </a:lnTo>
                <a:lnTo>
                  <a:pt x="562" y="1630"/>
                </a:lnTo>
                <a:lnTo>
                  <a:pt x="565" y="1624"/>
                </a:lnTo>
                <a:lnTo>
                  <a:pt x="566" y="1618"/>
                </a:lnTo>
                <a:lnTo>
                  <a:pt x="566" y="1612"/>
                </a:lnTo>
                <a:lnTo>
                  <a:pt x="566" y="1606"/>
                </a:lnTo>
                <a:lnTo>
                  <a:pt x="564" y="1599"/>
                </a:lnTo>
                <a:lnTo>
                  <a:pt x="561" y="1593"/>
                </a:lnTo>
                <a:lnTo>
                  <a:pt x="558" y="1587"/>
                </a:lnTo>
                <a:lnTo>
                  <a:pt x="553" y="1581"/>
                </a:lnTo>
                <a:lnTo>
                  <a:pt x="547" y="1575"/>
                </a:lnTo>
                <a:lnTo>
                  <a:pt x="541" y="1569"/>
                </a:lnTo>
                <a:lnTo>
                  <a:pt x="533" y="1563"/>
                </a:lnTo>
                <a:lnTo>
                  <a:pt x="525" y="1557"/>
                </a:lnTo>
                <a:lnTo>
                  <a:pt x="516" y="1551"/>
                </a:lnTo>
                <a:lnTo>
                  <a:pt x="506" y="1545"/>
                </a:lnTo>
                <a:lnTo>
                  <a:pt x="495" y="1539"/>
                </a:lnTo>
                <a:lnTo>
                  <a:pt x="484" y="1533"/>
                </a:lnTo>
                <a:lnTo>
                  <a:pt x="472" y="1527"/>
                </a:lnTo>
                <a:lnTo>
                  <a:pt x="460" y="1521"/>
                </a:lnTo>
                <a:lnTo>
                  <a:pt x="447" y="1515"/>
                </a:lnTo>
                <a:lnTo>
                  <a:pt x="433" y="1509"/>
                </a:lnTo>
                <a:lnTo>
                  <a:pt x="420" y="1503"/>
                </a:lnTo>
                <a:lnTo>
                  <a:pt x="406" y="1497"/>
                </a:lnTo>
                <a:lnTo>
                  <a:pt x="392" y="1490"/>
                </a:lnTo>
                <a:lnTo>
                  <a:pt x="376" y="1484"/>
                </a:lnTo>
                <a:lnTo>
                  <a:pt x="347" y="1472"/>
                </a:lnTo>
                <a:lnTo>
                  <a:pt x="333" y="1466"/>
                </a:lnTo>
                <a:lnTo>
                  <a:pt x="304" y="1454"/>
                </a:lnTo>
                <a:lnTo>
                  <a:pt x="290" y="1448"/>
                </a:lnTo>
                <a:lnTo>
                  <a:pt x="276" y="1442"/>
                </a:lnTo>
                <a:lnTo>
                  <a:pt x="262" y="1436"/>
                </a:lnTo>
                <a:lnTo>
                  <a:pt x="249" y="1430"/>
                </a:lnTo>
                <a:lnTo>
                  <a:pt x="236" y="1424"/>
                </a:lnTo>
                <a:lnTo>
                  <a:pt x="224" y="1418"/>
                </a:lnTo>
                <a:lnTo>
                  <a:pt x="211" y="1412"/>
                </a:lnTo>
                <a:lnTo>
                  <a:pt x="200" y="1406"/>
                </a:lnTo>
                <a:lnTo>
                  <a:pt x="189" y="1400"/>
                </a:lnTo>
                <a:lnTo>
                  <a:pt x="178" y="1394"/>
                </a:lnTo>
                <a:lnTo>
                  <a:pt x="168" y="1388"/>
                </a:lnTo>
                <a:lnTo>
                  <a:pt x="158" y="1382"/>
                </a:lnTo>
                <a:lnTo>
                  <a:pt x="149" y="1375"/>
                </a:lnTo>
                <a:lnTo>
                  <a:pt x="140" y="1369"/>
                </a:lnTo>
                <a:lnTo>
                  <a:pt x="132" y="1363"/>
                </a:lnTo>
                <a:lnTo>
                  <a:pt x="124" y="1357"/>
                </a:lnTo>
                <a:lnTo>
                  <a:pt x="117" y="1351"/>
                </a:lnTo>
                <a:lnTo>
                  <a:pt x="111" y="1345"/>
                </a:lnTo>
                <a:lnTo>
                  <a:pt x="105" y="1339"/>
                </a:lnTo>
                <a:lnTo>
                  <a:pt x="100" y="1333"/>
                </a:lnTo>
                <a:lnTo>
                  <a:pt x="95" y="1327"/>
                </a:lnTo>
                <a:lnTo>
                  <a:pt x="90" y="1321"/>
                </a:lnTo>
                <a:lnTo>
                  <a:pt x="86" y="1315"/>
                </a:lnTo>
                <a:lnTo>
                  <a:pt x="83" y="1309"/>
                </a:lnTo>
                <a:lnTo>
                  <a:pt x="80" y="1303"/>
                </a:lnTo>
                <a:lnTo>
                  <a:pt x="77" y="1297"/>
                </a:lnTo>
                <a:lnTo>
                  <a:pt x="75" y="1291"/>
                </a:lnTo>
                <a:lnTo>
                  <a:pt x="73" y="1284"/>
                </a:lnTo>
                <a:lnTo>
                  <a:pt x="71" y="1278"/>
                </a:lnTo>
                <a:lnTo>
                  <a:pt x="70" y="1272"/>
                </a:lnTo>
                <a:lnTo>
                  <a:pt x="69" y="1266"/>
                </a:lnTo>
                <a:lnTo>
                  <a:pt x="68" y="1260"/>
                </a:lnTo>
                <a:lnTo>
                  <a:pt x="68" y="1254"/>
                </a:lnTo>
                <a:lnTo>
                  <a:pt x="68" y="1248"/>
                </a:lnTo>
                <a:lnTo>
                  <a:pt x="68" y="1242"/>
                </a:lnTo>
                <a:lnTo>
                  <a:pt x="68" y="1236"/>
                </a:lnTo>
                <a:lnTo>
                  <a:pt x="69" y="1230"/>
                </a:lnTo>
                <a:lnTo>
                  <a:pt x="70" y="1218"/>
                </a:lnTo>
                <a:lnTo>
                  <a:pt x="71" y="1206"/>
                </a:lnTo>
                <a:lnTo>
                  <a:pt x="72" y="1200"/>
                </a:lnTo>
                <a:lnTo>
                  <a:pt x="73" y="1194"/>
                </a:lnTo>
                <a:lnTo>
                  <a:pt x="76" y="1175"/>
                </a:lnTo>
                <a:lnTo>
                  <a:pt x="79" y="1157"/>
                </a:lnTo>
                <a:lnTo>
                  <a:pt x="79" y="1151"/>
                </a:lnTo>
                <a:lnTo>
                  <a:pt x="80" y="1139"/>
                </a:lnTo>
                <a:lnTo>
                  <a:pt x="81" y="1133"/>
                </a:lnTo>
                <a:lnTo>
                  <a:pt x="81" y="1121"/>
                </a:lnTo>
                <a:lnTo>
                  <a:pt x="81" y="1115"/>
                </a:lnTo>
                <a:lnTo>
                  <a:pt x="81" y="1103"/>
                </a:lnTo>
                <a:lnTo>
                  <a:pt x="81" y="1097"/>
                </a:lnTo>
                <a:lnTo>
                  <a:pt x="80" y="1091"/>
                </a:lnTo>
                <a:lnTo>
                  <a:pt x="80" y="1085"/>
                </a:lnTo>
                <a:lnTo>
                  <a:pt x="78" y="1073"/>
                </a:lnTo>
                <a:lnTo>
                  <a:pt x="77" y="1066"/>
                </a:lnTo>
                <a:lnTo>
                  <a:pt x="74" y="1054"/>
                </a:lnTo>
                <a:lnTo>
                  <a:pt x="73" y="1048"/>
                </a:lnTo>
                <a:lnTo>
                  <a:pt x="68" y="1030"/>
                </a:lnTo>
                <a:lnTo>
                  <a:pt x="62" y="1012"/>
                </a:lnTo>
                <a:lnTo>
                  <a:pt x="60" y="1006"/>
                </a:lnTo>
                <a:lnTo>
                  <a:pt x="51" y="982"/>
                </a:lnTo>
                <a:lnTo>
                  <a:pt x="49" y="976"/>
                </a:lnTo>
                <a:lnTo>
                  <a:pt x="47" y="969"/>
                </a:lnTo>
                <a:lnTo>
                  <a:pt x="42" y="957"/>
                </a:lnTo>
                <a:lnTo>
                  <a:pt x="35" y="939"/>
                </a:lnTo>
                <a:lnTo>
                  <a:pt x="33" y="933"/>
                </a:lnTo>
                <a:lnTo>
                  <a:pt x="31" y="927"/>
                </a:lnTo>
                <a:lnTo>
                  <a:pt x="29" y="921"/>
                </a:lnTo>
                <a:lnTo>
                  <a:pt x="23" y="903"/>
                </a:lnTo>
                <a:lnTo>
                  <a:pt x="21" y="897"/>
                </a:lnTo>
                <a:lnTo>
                  <a:pt x="16" y="879"/>
                </a:lnTo>
                <a:lnTo>
                  <a:pt x="14" y="867"/>
                </a:lnTo>
                <a:lnTo>
                  <a:pt x="11" y="854"/>
                </a:lnTo>
                <a:lnTo>
                  <a:pt x="8" y="836"/>
                </a:lnTo>
                <a:lnTo>
                  <a:pt x="7" y="824"/>
                </a:lnTo>
                <a:lnTo>
                  <a:pt x="6" y="812"/>
                </a:lnTo>
                <a:lnTo>
                  <a:pt x="5" y="806"/>
                </a:lnTo>
                <a:lnTo>
                  <a:pt x="5" y="800"/>
                </a:lnTo>
                <a:lnTo>
                  <a:pt x="5" y="788"/>
                </a:lnTo>
                <a:lnTo>
                  <a:pt x="5" y="776"/>
                </a:lnTo>
                <a:lnTo>
                  <a:pt x="5" y="770"/>
                </a:lnTo>
                <a:lnTo>
                  <a:pt x="6" y="751"/>
                </a:lnTo>
                <a:lnTo>
                  <a:pt x="7" y="739"/>
                </a:lnTo>
                <a:lnTo>
                  <a:pt x="8" y="727"/>
                </a:lnTo>
                <a:lnTo>
                  <a:pt x="11" y="697"/>
                </a:lnTo>
                <a:lnTo>
                  <a:pt x="17" y="654"/>
                </a:lnTo>
                <a:lnTo>
                  <a:pt x="18" y="648"/>
                </a:lnTo>
                <a:lnTo>
                  <a:pt x="19" y="636"/>
                </a:lnTo>
                <a:lnTo>
                  <a:pt x="20" y="630"/>
                </a:lnTo>
                <a:lnTo>
                  <a:pt x="22" y="612"/>
                </a:lnTo>
                <a:lnTo>
                  <a:pt x="23" y="606"/>
                </a:lnTo>
                <a:lnTo>
                  <a:pt x="23" y="600"/>
                </a:lnTo>
                <a:lnTo>
                  <a:pt x="24" y="594"/>
                </a:lnTo>
                <a:lnTo>
                  <a:pt x="24" y="588"/>
                </a:lnTo>
                <a:lnTo>
                  <a:pt x="25" y="582"/>
                </a:lnTo>
                <a:lnTo>
                  <a:pt x="25" y="576"/>
                </a:lnTo>
                <a:lnTo>
                  <a:pt x="25" y="570"/>
                </a:lnTo>
                <a:lnTo>
                  <a:pt x="26" y="564"/>
                </a:lnTo>
                <a:lnTo>
                  <a:pt x="26" y="558"/>
                </a:lnTo>
                <a:lnTo>
                  <a:pt x="26" y="551"/>
                </a:lnTo>
                <a:lnTo>
                  <a:pt x="26" y="533"/>
                </a:lnTo>
                <a:lnTo>
                  <a:pt x="26" y="521"/>
                </a:lnTo>
                <a:lnTo>
                  <a:pt x="25" y="509"/>
                </a:lnTo>
                <a:lnTo>
                  <a:pt x="24" y="491"/>
                </a:lnTo>
                <a:lnTo>
                  <a:pt x="23" y="485"/>
                </a:lnTo>
                <a:lnTo>
                  <a:pt x="23" y="479"/>
                </a:lnTo>
                <a:lnTo>
                  <a:pt x="22" y="473"/>
                </a:lnTo>
                <a:lnTo>
                  <a:pt x="20" y="455"/>
                </a:lnTo>
                <a:lnTo>
                  <a:pt x="14" y="412"/>
                </a:lnTo>
                <a:lnTo>
                  <a:pt x="13" y="406"/>
                </a:lnTo>
                <a:lnTo>
                  <a:pt x="12" y="394"/>
                </a:lnTo>
                <a:lnTo>
                  <a:pt x="11" y="388"/>
                </a:lnTo>
                <a:lnTo>
                  <a:pt x="7" y="364"/>
                </a:lnTo>
                <a:lnTo>
                  <a:pt x="7" y="358"/>
                </a:lnTo>
                <a:lnTo>
                  <a:pt x="6" y="352"/>
                </a:lnTo>
                <a:lnTo>
                  <a:pt x="5" y="339"/>
                </a:lnTo>
                <a:lnTo>
                  <a:pt x="4" y="333"/>
                </a:lnTo>
                <a:lnTo>
                  <a:pt x="3" y="327"/>
                </a:lnTo>
                <a:lnTo>
                  <a:pt x="2" y="315"/>
                </a:lnTo>
                <a:lnTo>
                  <a:pt x="1" y="297"/>
                </a:lnTo>
                <a:lnTo>
                  <a:pt x="0" y="279"/>
                </a:lnTo>
                <a:lnTo>
                  <a:pt x="0" y="261"/>
                </a:lnTo>
                <a:lnTo>
                  <a:pt x="0" y="249"/>
                </a:lnTo>
                <a:lnTo>
                  <a:pt x="0" y="230"/>
                </a:lnTo>
                <a:lnTo>
                  <a:pt x="1" y="206"/>
                </a:lnTo>
                <a:lnTo>
                  <a:pt x="2" y="194"/>
                </a:lnTo>
                <a:lnTo>
                  <a:pt x="3" y="188"/>
                </a:lnTo>
                <a:lnTo>
                  <a:pt x="3" y="182"/>
                </a:lnTo>
                <a:lnTo>
                  <a:pt x="4" y="176"/>
                </a:lnTo>
                <a:lnTo>
                  <a:pt x="6" y="146"/>
                </a:lnTo>
                <a:lnTo>
                  <a:pt x="7" y="140"/>
                </a:lnTo>
                <a:lnTo>
                  <a:pt x="8" y="127"/>
                </a:lnTo>
                <a:lnTo>
                  <a:pt x="9" y="121"/>
                </a:lnTo>
                <a:lnTo>
                  <a:pt x="11" y="97"/>
                </a:lnTo>
                <a:lnTo>
                  <a:pt x="11" y="91"/>
                </a:lnTo>
                <a:lnTo>
                  <a:pt x="12" y="85"/>
                </a:lnTo>
                <a:lnTo>
                  <a:pt x="13" y="67"/>
                </a:lnTo>
                <a:lnTo>
                  <a:pt x="14" y="43"/>
                </a:lnTo>
                <a:lnTo>
                  <a:pt x="15" y="30"/>
                </a:lnTo>
                <a:lnTo>
                  <a:pt x="15" y="12"/>
                </a:lnTo>
                <a:lnTo>
                  <a:pt x="14" y="0"/>
                </a:lnTo>
              </a:path>
            </a:pathLst>
          </a:custGeom>
          <a:ln w="6480">
            <a:solidFill>
              <a:srgbClr val="2A9D8F"/>
            </a:solidFill>
            <a:bevel/>
          </a:ln>
        </p:spPr>
        <p:txBody>
          <a:bodyPr lIns="3240" tIns="3240" rIns="3240" bIns="324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" name=""/>
          <p:cNvSpPr/>
          <p:nvPr/>
        </p:nvSpPr>
        <p:spPr>
          <a:xfrm>
            <a:off x="1698120" y="810360"/>
            <a:ext cx="208800" cy="1136520"/>
          </a:xfrm>
          <a:custGeom>
            <a:avLst/>
            <a:gdLst/>
            <a:ahLst/>
            <a:rect l="0" t="0" r="r" b="b"/>
            <a:pathLst>
              <a:path w="580" h="3157">
                <a:moveTo>
                  <a:pt x="60" y="3157"/>
                </a:moveTo>
                <a:lnTo>
                  <a:pt x="64" y="3145"/>
                </a:lnTo>
                <a:lnTo>
                  <a:pt x="68" y="3132"/>
                </a:lnTo>
                <a:lnTo>
                  <a:pt x="70" y="3126"/>
                </a:lnTo>
                <a:lnTo>
                  <a:pt x="77" y="3107"/>
                </a:lnTo>
                <a:lnTo>
                  <a:pt x="79" y="3100"/>
                </a:lnTo>
                <a:lnTo>
                  <a:pt x="82" y="3094"/>
                </a:lnTo>
                <a:lnTo>
                  <a:pt x="84" y="3088"/>
                </a:lnTo>
                <a:lnTo>
                  <a:pt x="86" y="3082"/>
                </a:lnTo>
                <a:lnTo>
                  <a:pt x="94" y="3063"/>
                </a:lnTo>
                <a:lnTo>
                  <a:pt x="97" y="3056"/>
                </a:lnTo>
                <a:lnTo>
                  <a:pt x="100" y="3050"/>
                </a:lnTo>
                <a:lnTo>
                  <a:pt x="106" y="3037"/>
                </a:lnTo>
                <a:lnTo>
                  <a:pt x="109" y="3031"/>
                </a:lnTo>
                <a:lnTo>
                  <a:pt x="113" y="3025"/>
                </a:lnTo>
                <a:lnTo>
                  <a:pt x="116" y="3018"/>
                </a:lnTo>
                <a:lnTo>
                  <a:pt x="120" y="3012"/>
                </a:lnTo>
                <a:lnTo>
                  <a:pt x="123" y="3006"/>
                </a:lnTo>
                <a:lnTo>
                  <a:pt x="127" y="2999"/>
                </a:lnTo>
                <a:lnTo>
                  <a:pt x="131" y="2993"/>
                </a:lnTo>
                <a:lnTo>
                  <a:pt x="139" y="2981"/>
                </a:lnTo>
                <a:lnTo>
                  <a:pt x="149" y="2968"/>
                </a:lnTo>
                <a:lnTo>
                  <a:pt x="153" y="2962"/>
                </a:lnTo>
                <a:lnTo>
                  <a:pt x="158" y="2955"/>
                </a:lnTo>
                <a:lnTo>
                  <a:pt x="163" y="2949"/>
                </a:lnTo>
                <a:lnTo>
                  <a:pt x="168" y="2943"/>
                </a:lnTo>
                <a:lnTo>
                  <a:pt x="174" y="2936"/>
                </a:lnTo>
                <a:lnTo>
                  <a:pt x="179" y="2930"/>
                </a:lnTo>
                <a:lnTo>
                  <a:pt x="185" y="2924"/>
                </a:lnTo>
                <a:lnTo>
                  <a:pt x="191" y="2917"/>
                </a:lnTo>
                <a:lnTo>
                  <a:pt x="198" y="2911"/>
                </a:lnTo>
                <a:lnTo>
                  <a:pt x="204" y="2905"/>
                </a:lnTo>
                <a:lnTo>
                  <a:pt x="211" y="2898"/>
                </a:lnTo>
                <a:lnTo>
                  <a:pt x="218" y="2892"/>
                </a:lnTo>
                <a:lnTo>
                  <a:pt x="224" y="2886"/>
                </a:lnTo>
                <a:lnTo>
                  <a:pt x="231" y="2880"/>
                </a:lnTo>
                <a:lnTo>
                  <a:pt x="238" y="2873"/>
                </a:lnTo>
                <a:lnTo>
                  <a:pt x="245" y="2867"/>
                </a:lnTo>
                <a:lnTo>
                  <a:pt x="253" y="2861"/>
                </a:lnTo>
                <a:lnTo>
                  <a:pt x="260" y="2854"/>
                </a:lnTo>
                <a:lnTo>
                  <a:pt x="275" y="2842"/>
                </a:lnTo>
                <a:lnTo>
                  <a:pt x="283" y="2835"/>
                </a:lnTo>
                <a:lnTo>
                  <a:pt x="291" y="2829"/>
                </a:lnTo>
                <a:lnTo>
                  <a:pt x="299" y="2823"/>
                </a:lnTo>
                <a:lnTo>
                  <a:pt x="315" y="2810"/>
                </a:lnTo>
                <a:lnTo>
                  <a:pt x="339" y="2791"/>
                </a:lnTo>
                <a:lnTo>
                  <a:pt x="347" y="2785"/>
                </a:lnTo>
                <a:lnTo>
                  <a:pt x="355" y="2779"/>
                </a:lnTo>
                <a:lnTo>
                  <a:pt x="364" y="2772"/>
                </a:lnTo>
                <a:lnTo>
                  <a:pt x="372" y="2766"/>
                </a:lnTo>
                <a:lnTo>
                  <a:pt x="380" y="2760"/>
                </a:lnTo>
                <a:lnTo>
                  <a:pt x="388" y="2753"/>
                </a:lnTo>
                <a:lnTo>
                  <a:pt x="396" y="2747"/>
                </a:lnTo>
                <a:lnTo>
                  <a:pt x="419" y="2728"/>
                </a:lnTo>
                <a:lnTo>
                  <a:pt x="427" y="2722"/>
                </a:lnTo>
                <a:lnTo>
                  <a:pt x="435" y="2715"/>
                </a:lnTo>
                <a:lnTo>
                  <a:pt x="442" y="2709"/>
                </a:lnTo>
                <a:lnTo>
                  <a:pt x="449" y="2703"/>
                </a:lnTo>
                <a:lnTo>
                  <a:pt x="464" y="2690"/>
                </a:lnTo>
                <a:lnTo>
                  <a:pt x="470" y="2684"/>
                </a:lnTo>
                <a:lnTo>
                  <a:pt x="477" y="2677"/>
                </a:lnTo>
                <a:lnTo>
                  <a:pt x="484" y="2671"/>
                </a:lnTo>
                <a:lnTo>
                  <a:pt x="490" y="2665"/>
                </a:lnTo>
                <a:lnTo>
                  <a:pt x="496" y="2658"/>
                </a:lnTo>
                <a:lnTo>
                  <a:pt x="502" y="2652"/>
                </a:lnTo>
                <a:lnTo>
                  <a:pt x="508" y="2646"/>
                </a:lnTo>
                <a:lnTo>
                  <a:pt x="514" y="2640"/>
                </a:lnTo>
                <a:lnTo>
                  <a:pt x="519" y="2633"/>
                </a:lnTo>
                <a:lnTo>
                  <a:pt x="524" y="2627"/>
                </a:lnTo>
                <a:lnTo>
                  <a:pt x="529" y="2621"/>
                </a:lnTo>
                <a:lnTo>
                  <a:pt x="534" y="2614"/>
                </a:lnTo>
                <a:lnTo>
                  <a:pt x="539" y="2608"/>
                </a:lnTo>
                <a:lnTo>
                  <a:pt x="543" y="2602"/>
                </a:lnTo>
                <a:lnTo>
                  <a:pt x="547" y="2595"/>
                </a:lnTo>
                <a:lnTo>
                  <a:pt x="551" y="2589"/>
                </a:lnTo>
                <a:lnTo>
                  <a:pt x="554" y="2583"/>
                </a:lnTo>
                <a:lnTo>
                  <a:pt x="558" y="2576"/>
                </a:lnTo>
                <a:lnTo>
                  <a:pt x="561" y="2570"/>
                </a:lnTo>
                <a:lnTo>
                  <a:pt x="564" y="2564"/>
                </a:lnTo>
                <a:lnTo>
                  <a:pt x="566" y="2557"/>
                </a:lnTo>
                <a:lnTo>
                  <a:pt x="569" y="2551"/>
                </a:lnTo>
                <a:lnTo>
                  <a:pt x="571" y="2545"/>
                </a:lnTo>
                <a:lnTo>
                  <a:pt x="573" y="2539"/>
                </a:lnTo>
                <a:lnTo>
                  <a:pt x="574" y="2532"/>
                </a:lnTo>
                <a:lnTo>
                  <a:pt x="576" y="2526"/>
                </a:lnTo>
                <a:lnTo>
                  <a:pt x="577" y="2520"/>
                </a:lnTo>
                <a:lnTo>
                  <a:pt x="578" y="2513"/>
                </a:lnTo>
                <a:lnTo>
                  <a:pt x="579" y="2507"/>
                </a:lnTo>
                <a:lnTo>
                  <a:pt x="580" y="2501"/>
                </a:lnTo>
                <a:lnTo>
                  <a:pt x="580" y="2494"/>
                </a:lnTo>
                <a:lnTo>
                  <a:pt x="580" y="2488"/>
                </a:lnTo>
                <a:lnTo>
                  <a:pt x="580" y="2481"/>
                </a:lnTo>
                <a:lnTo>
                  <a:pt x="580" y="2474"/>
                </a:lnTo>
                <a:lnTo>
                  <a:pt x="579" y="2468"/>
                </a:lnTo>
                <a:lnTo>
                  <a:pt x="577" y="2455"/>
                </a:lnTo>
                <a:lnTo>
                  <a:pt x="576" y="2449"/>
                </a:lnTo>
                <a:lnTo>
                  <a:pt x="575" y="2443"/>
                </a:lnTo>
                <a:lnTo>
                  <a:pt x="572" y="2430"/>
                </a:lnTo>
                <a:lnTo>
                  <a:pt x="570" y="2424"/>
                </a:lnTo>
                <a:lnTo>
                  <a:pt x="568" y="2418"/>
                </a:lnTo>
                <a:lnTo>
                  <a:pt x="566" y="2411"/>
                </a:lnTo>
                <a:lnTo>
                  <a:pt x="564" y="2405"/>
                </a:lnTo>
                <a:lnTo>
                  <a:pt x="562" y="2399"/>
                </a:lnTo>
                <a:lnTo>
                  <a:pt x="557" y="2386"/>
                </a:lnTo>
                <a:lnTo>
                  <a:pt x="554" y="2380"/>
                </a:lnTo>
                <a:lnTo>
                  <a:pt x="551" y="2373"/>
                </a:lnTo>
                <a:lnTo>
                  <a:pt x="546" y="2361"/>
                </a:lnTo>
                <a:lnTo>
                  <a:pt x="542" y="2354"/>
                </a:lnTo>
                <a:lnTo>
                  <a:pt x="539" y="2348"/>
                </a:lnTo>
                <a:lnTo>
                  <a:pt x="530" y="2329"/>
                </a:lnTo>
                <a:lnTo>
                  <a:pt x="527" y="2323"/>
                </a:lnTo>
                <a:lnTo>
                  <a:pt x="523" y="2317"/>
                </a:lnTo>
                <a:lnTo>
                  <a:pt x="520" y="2310"/>
                </a:lnTo>
                <a:lnTo>
                  <a:pt x="507" y="2285"/>
                </a:lnTo>
                <a:lnTo>
                  <a:pt x="504" y="2279"/>
                </a:lnTo>
                <a:lnTo>
                  <a:pt x="500" y="2272"/>
                </a:lnTo>
                <a:lnTo>
                  <a:pt x="497" y="2266"/>
                </a:lnTo>
                <a:lnTo>
                  <a:pt x="491" y="2253"/>
                </a:lnTo>
                <a:lnTo>
                  <a:pt x="488" y="2247"/>
                </a:lnTo>
                <a:lnTo>
                  <a:pt x="485" y="2241"/>
                </a:lnTo>
                <a:lnTo>
                  <a:pt x="476" y="2222"/>
                </a:lnTo>
                <a:lnTo>
                  <a:pt x="473" y="2216"/>
                </a:lnTo>
                <a:lnTo>
                  <a:pt x="467" y="2203"/>
                </a:lnTo>
                <a:lnTo>
                  <a:pt x="464" y="2197"/>
                </a:lnTo>
                <a:lnTo>
                  <a:pt x="461" y="2190"/>
                </a:lnTo>
                <a:lnTo>
                  <a:pt x="458" y="2184"/>
                </a:lnTo>
                <a:lnTo>
                  <a:pt x="456" y="2178"/>
                </a:lnTo>
                <a:lnTo>
                  <a:pt x="453" y="2171"/>
                </a:lnTo>
                <a:lnTo>
                  <a:pt x="450" y="2165"/>
                </a:lnTo>
                <a:lnTo>
                  <a:pt x="448" y="2159"/>
                </a:lnTo>
                <a:lnTo>
                  <a:pt x="445" y="2152"/>
                </a:lnTo>
                <a:lnTo>
                  <a:pt x="442" y="2146"/>
                </a:lnTo>
                <a:lnTo>
                  <a:pt x="440" y="2140"/>
                </a:lnTo>
                <a:lnTo>
                  <a:pt x="437" y="2134"/>
                </a:lnTo>
                <a:lnTo>
                  <a:pt x="434" y="2127"/>
                </a:lnTo>
                <a:lnTo>
                  <a:pt x="432" y="2121"/>
                </a:lnTo>
                <a:lnTo>
                  <a:pt x="429" y="2115"/>
                </a:lnTo>
                <a:lnTo>
                  <a:pt x="421" y="2096"/>
                </a:lnTo>
                <a:lnTo>
                  <a:pt x="415" y="2083"/>
                </a:lnTo>
                <a:lnTo>
                  <a:pt x="412" y="2077"/>
                </a:lnTo>
                <a:lnTo>
                  <a:pt x="403" y="2058"/>
                </a:lnTo>
                <a:lnTo>
                  <a:pt x="400" y="2051"/>
                </a:lnTo>
                <a:lnTo>
                  <a:pt x="396" y="2045"/>
                </a:lnTo>
                <a:lnTo>
                  <a:pt x="390" y="2033"/>
                </a:lnTo>
                <a:lnTo>
                  <a:pt x="383" y="2020"/>
                </a:lnTo>
                <a:lnTo>
                  <a:pt x="379" y="2014"/>
                </a:lnTo>
                <a:lnTo>
                  <a:pt x="376" y="2007"/>
                </a:lnTo>
                <a:lnTo>
                  <a:pt x="368" y="1995"/>
                </a:lnTo>
                <a:lnTo>
                  <a:pt x="361" y="1982"/>
                </a:lnTo>
                <a:lnTo>
                  <a:pt x="357" y="1976"/>
                </a:lnTo>
                <a:lnTo>
                  <a:pt x="349" y="1963"/>
                </a:lnTo>
                <a:lnTo>
                  <a:pt x="340" y="1950"/>
                </a:lnTo>
                <a:lnTo>
                  <a:pt x="336" y="1944"/>
                </a:lnTo>
                <a:lnTo>
                  <a:pt x="315" y="1913"/>
                </a:lnTo>
                <a:lnTo>
                  <a:pt x="311" y="1906"/>
                </a:lnTo>
                <a:lnTo>
                  <a:pt x="306" y="1900"/>
                </a:lnTo>
                <a:lnTo>
                  <a:pt x="302" y="1894"/>
                </a:lnTo>
                <a:lnTo>
                  <a:pt x="298" y="1887"/>
                </a:lnTo>
                <a:lnTo>
                  <a:pt x="293" y="1881"/>
                </a:lnTo>
                <a:lnTo>
                  <a:pt x="289" y="1875"/>
                </a:lnTo>
                <a:lnTo>
                  <a:pt x="276" y="1856"/>
                </a:lnTo>
                <a:lnTo>
                  <a:pt x="272" y="1849"/>
                </a:lnTo>
                <a:lnTo>
                  <a:pt x="268" y="1843"/>
                </a:lnTo>
                <a:lnTo>
                  <a:pt x="264" y="1837"/>
                </a:lnTo>
                <a:lnTo>
                  <a:pt x="260" y="1831"/>
                </a:lnTo>
                <a:lnTo>
                  <a:pt x="252" y="1818"/>
                </a:lnTo>
                <a:lnTo>
                  <a:pt x="248" y="1812"/>
                </a:lnTo>
                <a:lnTo>
                  <a:pt x="244" y="1805"/>
                </a:lnTo>
                <a:lnTo>
                  <a:pt x="240" y="1799"/>
                </a:lnTo>
                <a:lnTo>
                  <a:pt x="230" y="1780"/>
                </a:lnTo>
                <a:lnTo>
                  <a:pt x="226" y="1774"/>
                </a:lnTo>
                <a:lnTo>
                  <a:pt x="223" y="1767"/>
                </a:lnTo>
                <a:lnTo>
                  <a:pt x="216" y="1755"/>
                </a:lnTo>
                <a:lnTo>
                  <a:pt x="213" y="1748"/>
                </a:lnTo>
                <a:lnTo>
                  <a:pt x="210" y="1742"/>
                </a:lnTo>
                <a:lnTo>
                  <a:pt x="208" y="1736"/>
                </a:lnTo>
                <a:lnTo>
                  <a:pt x="202" y="1723"/>
                </a:lnTo>
                <a:lnTo>
                  <a:pt x="200" y="1717"/>
                </a:lnTo>
                <a:lnTo>
                  <a:pt x="197" y="1711"/>
                </a:lnTo>
                <a:lnTo>
                  <a:pt x="194" y="1704"/>
                </a:lnTo>
                <a:lnTo>
                  <a:pt x="191" y="1698"/>
                </a:lnTo>
                <a:lnTo>
                  <a:pt x="187" y="1685"/>
                </a:lnTo>
                <a:lnTo>
                  <a:pt x="185" y="1679"/>
                </a:lnTo>
                <a:lnTo>
                  <a:pt x="183" y="1673"/>
                </a:lnTo>
                <a:lnTo>
                  <a:pt x="181" y="1666"/>
                </a:lnTo>
                <a:lnTo>
                  <a:pt x="179" y="1660"/>
                </a:lnTo>
                <a:lnTo>
                  <a:pt x="177" y="1654"/>
                </a:lnTo>
                <a:lnTo>
                  <a:pt x="176" y="1647"/>
                </a:lnTo>
                <a:lnTo>
                  <a:pt x="174" y="1641"/>
                </a:lnTo>
                <a:lnTo>
                  <a:pt x="172" y="1635"/>
                </a:lnTo>
                <a:lnTo>
                  <a:pt x="171" y="1628"/>
                </a:lnTo>
                <a:lnTo>
                  <a:pt x="170" y="1622"/>
                </a:lnTo>
                <a:lnTo>
                  <a:pt x="167" y="1609"/>
                </a:lnTo>
                <a:lnTo>
                  <a:pt x="166" y="1603"/>
                </a:lnTo>
                <a:lnTo>
                  <a:pt x="164" y="1597"/>
                </a:lnTo>
                <a:lnTo>
                  <a:pt x="160" y="1578"/>
                </a:lnTo>
                <a:lnTo>
                  <a:pt x="159" y="1572"/>
                </a:lnTo>
                <a:lnTo>
                  <a:pt x="157" y="1559"/>
                </a:lnTo>
                <a:lnTo>
                  <a:pt x="156" y="1553"/>
                </a:lnTo>
                <a:lnTo>
                  <a:pt x="155" y="1546"/>
                </a:lnTo>
                <a:lnTo>
                  <a:pt x="153" y="1540"/>
                </a:lnTo>
                <a:lnTo>
                  <a:pt x="151" y="1527"/>
                </a:lnTo>
                <a:lnTo>
                  <a:pt x="150" y="1521"/>
                </a:lnTo>
                <a:lnTo>
                  <a:pt x="147" y="1508"/>
                </a:lnTo>
                <a:lnTo>
                  <a:pt x="146" y="1502"/>
                </a:lnTo>
                <a:lnTo>
                  <a:pt x="145" y="1496"/>
                </a:lnTo>
                <a:lnTo>
                  <a:pt x="144" y="1490"/>
                </a:lnTo>
                <a:lnTo>
                  <a:pt x="142" y="1483"/>
                </a:lnTo>
                <a:lnTo>
                  <a:pt x="141" y="1477"/>
                </a:lnTo>
                <a:lnTo>
                  <a:pt x="140" y="1471"/>
                </a:lnTo>
                <a:lnTo>
                  <a:pt x="138" y="1464"/>
                </a:lnTo>
                <a:lnTo>
                  <a:pt x="136" y="1452"/>
                </a:lnTo>
                <a:lnTo>
                  <a:pt x="134" y="1445"/>
                </a:lnTo>
                <a:lnTo>
                  <a:pt x="133" y="1439"/>
                </a:lnTo>
                <a:lnTo>
                  <a:pt x="131" y="1433"/>
                </a:lnTo>
                <a:lnTo>
                  <a:pt x="130" y="1426"/>
                </a:lnTo>
                <a:lnTo>
                  <a:pt x="128" y="1420"/>
                </a:lnTo>
                <a:lnTo>
                  <a:pt x="125" y="1407"/>
                </a:lnTo>
                <a:lnTo>
                  <a:pt x="124" y="1401"/>
                </a:lnTo>
                <a:lnTo>
                  <a:pt x="121" y="1389"/>
                </a:lnTo>
                <a:lnTo>
                  <a:pt x="120" y="1382"/>
                </a:lnTo>
                <a:lnTo>
                  <a:pt x="118" y="1376"/>
                </a:lnTo>
                <a:lnTo>
                  <a:pt x="117" y="1370"/>
                </a:lnTo>
                <a:lnTo>
                  <a:pt x="114" y="1357"/>
                </a:lnTo>
                <a:lnTo>
                  <a:pt x="112" y="1351"/>
                </a:lnTo>
                <a:lnTo>
                  <a:pt x="111" y="1344"/>
                </a:lnTo>
                <a:lnTo>
                  <a:pt x="109" y="1338"/>
                </a:lnTo>
                <a:lnTo>
                  <a:pt x="108" y="1332"/>
                </a:lnTo>
                <a:lnTo>
                  <a:pt x="105" y="1319"/>
                </a:lnTo>
                <a:lnTo>
                  <a:pt x="104" y="1313"/>
                </a:lnTo>
                <a:lnTo>
                  <a:pt x="102" y="1306"/>
                </a:lnTo>
                <a:lnTo>
                  <a:pt x="101" y="1300"/>
                </a:lnTo>
                <a:lnTo>
                  <a:pt x="98" y="1288"/>
                </a:lnTo>
                <a:lnTo>
                  <a:pt x="97" y="1281"/>
                </a:lnTo>
                <a:lnTo>
                  <a:pt x="95" y="1275"/>
                </a:lnTo>
                <a:lnTo>
                  <a:pt x="94" y="1269"/>
                </a:lnTo>
                <a:lnTo>
                  <a:pt x="91" y="1256"/>
                </a:lnTo>
                <a:lnTo>
                  <a:pt x="90" y="1250"/>
                </a:lnTo>
                <a:lnTo>
                  <a:pt x="88" y="1243"/>
                </a:lnTo>
                <a:lnTo>
                  <a:pt x="87" y="1237"/>
                </a:lnTo>
                <a:lnTo>
                  <a:pt x="85" y="1231"/>
                </a:lnTo>
                <a:lnTo>
                  <a:pt x="84" y="1224"/>
                </a:lnTo>
                <a:lnTo>
                  <a:pt x="82" y="1218"/>
                </a:lnTo>
                <a:lnTo>
                  <a:pt x="81" y="1212"/>
                </a:lnTo>
                <a:lnTo>
                  <a:pt x="79" y="1205"/>
                </a:lnTo>
                <a:lnTo>
                  <a:pt x="78" y="1199"/>
                </a:lnTo>
                <a:lnTo>
                  <a:pt x="77" y="1193"/>
                </a:lnTo>
                <a:lnTo>
                  <a:pt x="72" y="1174"/>
                </a:lnTo>
                <a:lnTo>
                  <a:pt x="71" y="1168"/>
                </a:lnTo>
                <a:lnTo>
                  <a:pt x="69" y="1161"/>
                </a:lnTo>
                <a:lnTo>
                  <a:pt x="64" y="1142"/>
                </a:lnTo>
                <a:lnTo>
                  <a:pt x="63" y="1136"/>
                </a:lnTo>
                <a:lnTo>
                  <a:pt x="58" y="1117"/>
                </a:lnTo>
                <a:lnTo>
                  <a:pt x="56" y="1111"/>
                </a:lnTo>
                <a:lnTo>
                  <a:pt x="55" y="1104"/>
                </a:lnTo>
                <a:lnTo>
                  <a:pt x="53" y="1098"/>
                </a:lnTo>
                <a:lnTo>
                  <a:pt x="50" y="1086"/>
                </a:lnTo>
                <a:lnTo>
                  <a:pt x="49" y="1079"/>
                </a:lnTo>
                <a:lnTo>
                  <a:pt x="47" y="1073"/>
                </a:lnTo>
                <a:lnTo>
                  <a:pt x="46" y="1067"/>
                </a:lnTo>
                <a:lnTo>
                  <a:pt x="42" y="1048"/>
                </a:lnTo>
                <a:lnTo>
                  <a:pt x="39" y="1035"/>
                </a:lnTo>
                <a:lnTo>
                  <a:pt x="38" y="1029"/>
                </a:lnTo>
                <a:lnTo>
                  <a:pt x="37" y="1022"/>
                </a:lnTo>
                <a:lnTo>
                  <a:pt x="35" y="1010"/>
                </a:lnTo>
                <a:lnTo>
                  <a:pt x="34" y="1003"/>
                </a:lnTo>
                <a:lnTo>
                  <a:pt x="33" y="997"/>
                </a:lnTo>
                <a:lnTo>
                  <a:pt x="31" y="985"/>
                </a:lnTo>
                <a:lnTo>
                  <a:pt x="29" y="972"/>
                </a:lnTo>
                <a:lnTo>
                  <a:pt x="28" y="966"/>
                </a:lnTo>
                <a:lnTo>
                  <a:pt x="26" y="940"/>
                </a:lnTo>
                <a:lnTo>
                  <a:pt x="25" y="934"/>
                </a:lnTo>
                <a:lnTo>
                  <a:pt x="24" y="928"/>
                </a:lnTo>
                <a:lnTo>
                  <a:pt x="24" y="921"/>
                </a:lnTo>
                <a:lnTo>
                  <a:pt x="23" y="909"/>
                </a:lnTo>
                <a:lnTo>
                  <a:pt x="23" y="902"/>
                </a:lnTo>
                <a:lnTo>
                  <a:pt x="22" y="896"/>
                </a:lnTo>
                <a:lnTo>
                  <a:pt x="22" y="890"/>
                </a:lnTo>
                <a:lnTo>
                  <a:pt x="21" y="884"/>
                </a:lnTo>
                <a:lnTo>
                  <a:pt x="21" y="877"/>
                </a:lnTo>
                <a:lnTo>
                  <a:pt x="21" y="871"/>
                </a:lnTo>
                <a:lnTo>
                  <a:pt x="20" y="865"/>
                </a:lnTo>
                <a:lnTo>
                  <a:pt x="19" y="833"/>
                </a:lnTo>
                <a:lnTo>
                  <a:pt x="19" y="827"/>
                </a:lnTo>
                <a:lnTo>
                  <a:pt x="19" y="820"/>
                </a:lnTo>
                <a:lnTo>
                  <a:pt x="18" y="814"/>
                </a:lnTo>
                <a:lnTo>
                  <a:pt x="18" y="801"/>
                </a:lnTo>
                <a:lnTo>
                  <a:pt x="18" y="795"/>
                </a:lnTo>
                <a:lnTo>
                  <a:pt x="17" y="789"/>
                </a:lnTo>
                <a:lnTo>
                  <a:pt x="17" y="783"/>
                </a:lnTo>
                <a:lnTo>
                  <a:pt x="16" y="770"/>
                </a:lnTo>
                <a:lnTo>
                  <a:pt x="16" y="764"/>
                </a:lnTo>
                <a:lnTo>
                  <a:pt x="16" y="757"/>
                </a:lnTo>
                <a:lnTo>
                  <a:pt x="15" y="751"/>
                </a:lnTo>
                <a:lnTo>
                  <a:pt x="15" y="745"/>
                </a:lnTo>
                <a:lnTo>
                  <a:pt x="15" y="738"/>
                </a:lnTo>
                <a:lnTo>
                  <a:pt x="14" y="732"/>
                </a:lnTo>
                <a:lnTo>
                  <a:pt x="14" y="726"/>
                </a:lnTo>
                <a:lnTo>
                  <a:pt x="12" y="700"/>
                </a:lnTo>
                <a:lnTo>
                  <a:pt x="12" y="694"/>
                </a:lnTo>
                <a:lnTo>
                  <a:pt x="12" y="688"/>
                </a:lnTo>
                <a:lnTo>
                  <a:pt x="10" y="669"/>
                </a:lnTo>
                <a:lnTo>
                  <a:pt x="10" y="663"/>
                </a:lnTo>
                <a:lnTo>
                  <a:pt x="8" y="631"/>
                </a:lnTo>
                <a:lnTo>
                  <a:pt x="8" y="625"/>
                </a:lnTo>
                <a:lnTo>
                  <a:pt x="7" y="612"/>
                </a:lnTo>
                <a:lnTo>
                  <a:pt x="7" y="606"/>
                </a:lnTo>
                <a:lnTo>
                  <a:pt x="6" y="599"/>
                </a:lnTo>
                <a:lnTo>
                  <a:pt x="6" y="593"/>
                </a:lnTo>
                <a:lnTo>
                  <a:pt x="5" y="587"/>
                </a:lnTo>
                <a:lnTo>
                  <a:pt x="5" y="568"/>
                </a:lnTo>
                <a:lnTo>
                  <a:pt x="4" y="562"/>
                </a:lnTo>
                <a:lnTo>
                  <a:pt x="3" y="536"/>
                </a:lnTo>
                <a:lnTo>
                  <a:pt x="3" y="530"/>
                </a:lnTo>
                <a:lnTo>
                  <a:pt x="3" y="524"/>
                </a:lnTo>
                <a:lnTo>
                  <a:pt x="3" y="517"/>
                </a:lnTo>
                <a:lnTo>
                  <a:pt x="2" y="511"/>
                </a:lnTo>
                <a:lnTo>
                  <a:pt x="2" y="498"/>
                </a:lnTo>
                <a:lnTo>
                  <a:pt x="2" y="492"/>
                </a:lnTo>
                <a:lnTo>
                  <a:pt x="1" y="467"/>
                </a:lnTo>
                <a:lnTo>
                  <a:pt x="1" y="461"/>
                </a:lnTo>
                <a:lnTo>
                  <a:pt x="1" y="454"/>
                </a:lnTo>
                <a:lnTo>
                  <a:pt x="1" y="448"/>
                </a:lnTo>
                <a:lnTo>
                  <a:pt x="1" y="442"/>
                </a:lnTo>
                <a:lnTo>
                  <a:pt x="1" y="435"/>
                </a:lnTo>
                <a:lnTo>
                  <a:pt x="1" y="429"/>
                </a:lnTo>
                <a:lnTo>
                  <a:pt x="1" y="378"/>
                </a:lnTo>
                <a:lnTo>
                  <a:pt x="1" y="372"/>
                </a:lnTo>
                <a:lnTo>
                  <a:pt x="1" y="366"/>
                </a:lnTo>
                <a:lnTo>
                  <a:pt x="1" y="360"/>
                </a:lnTo>
                <a:lnTo>
                  <a:pt x="1" y="353"/>
                </a:lnTo>
                <a:lnTo>
                  <a:pt x="1" y="347"/>
                </a:lnTo>
                <a:lnTo>
                  <a:pt x="1" y="341"/>
                </a:lnTo>
                <a:lnTo>
                  <a:pt x="2" y="328"/>
                </a:lnTo>
                <a:lnTo>
                  <a:pt x="2" y="322"/>
                </a:lnTo>
                <a:lnTo>
                  <a:pt x="2" y="303"/>
                </a:lnTo>
                <a:lnTo>
                  <a:pt x="3" y="296"/>
                </a:lnTo>
                <a:lnTo>
                  <a:pt x="3" y="290"/>
                </a:lnTo>
                <a:lnTo>
                  <a:pt x="3" y="284"/>
                </a:lnTo>
                <a:lnTo>
                  <a:pt x="3" y="277"/>
                </a:lnTo>
                <a:lnTo>
                  <a:pt x="3" y="271"/>
                </a:lnTo>
                <a:lnTo>
                  <a:pt x="4" y="265"/>
                </a:lnTo>
                <a:lnTo>
                  <a:pt x="4" y="259"/>
                </a:lnTo>
                <a:lnTo>
                  <a:pt x="5" y="227"/>
                </a:lnTo>
                <a:lnTo>
                  <a:pt x="5" y="221"/>
                </a:lnTo>
                <a:lnTo>
                  <a:pt x="6" y="214"/>
                </a:lnTo>
                <a:lnTo>
                  <a:pt x="6" y="208"/>
                </a:lnTo>
                <a:lnTo>
                  <a:pt x="7" y="202"/>
                </a:lnTo>
                <a:lnTo>
                  <a:pt x="7" y="195"/>
                </a:lnTo>
                <a:lnTo>
                  <a:pt x="7" y="189"/>
                </a:lnTo>
                <a:lnTo>
                  <a:pt x="8" y="183"/>
                </a:lnTo>
                <a:lnTo>
                  <a:pt x="8" y="170"/>
                </a:lnTo>
                <a:lnTo>
                  <a:pt x="9" y="164"/>
                </a:lnTo>
                <a:lnTo>
                  <a:pt x="9" y="158"/>
                </a:lnTo>
                <a:lnTo>
                  <a:pt x="10" y="145"/>
                </a:lnTo>
                <a:lnTo>
                  <a:pt x="10" y="139"/>
                </a:lnTo>
                <a:lnTo>
                  <a:pt x="11" y="126"/>
                </a:lnTo>
                <a:lnTo>
                  <a:pt x="11" y="120"/>
                </a:lnTo>
                <a:lnTo>
                  <a:pt x="12" y="107"/>
                </a:lnTo>
                <a:lnTo>
                  <a:pt x="13" y="94"/>
                </a:lnTo>
                <a:lnTo>
                  <a:pt x="13" y="88"/>
                </a:lnTo>
                <a:lnTo>
                  <a:pt x="14" y="63"/>
                </a:lnTo>
                <a:lnTo>
                  <a:pt x="14" y="56"/>
                </a:lnTo>
                <a:lnTo>
                  <a:pt x="15" y="50"/>
                </a:lnTo>
                <a:lnTo>
                  <a:pt x="15" y="25"/>
                </a:lnTo>
                <a:lnTo>
                  <a:pt x="15" y="19"/>
                </a:lnTo>
                <a:lnTo>
                  <a:pt x="15" y="0"/>
                </a:lnTo>
                <a:lnTo>
                  <a:pt x="0" y="0"/>
                </a:lnTo>
                <a:lnTo>
                  <a:pt x="0" y="3157"/>
                </a:lnTo>
                <a:lnTo>
                  <a:pt x="60" y="3157"/>
                </a:lnTo>
                <a:close/>
              </a:path>
            </a:pathLst>
          </a:custGeom>
          <a:solidFill>
            <a:srgbClr val="C3E4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" name=""/>
          <p:cNvSpPr/>
          <p:nvPr/>
        </p:nvSpPr>
        <p:spPr>
          <a:xfrm>
            <a:off x="1698480" y="810360"/>
            <a:ext cx="208440" cy="1136520"/>
          </a:xfrm>
          <a:custGeom>
            <a:avLst/>
            <a:gdLst/>
            <a:ahLst/>
            <a:rect l="0" t="0" r="r" b="b"/>
            <a:pathLst>
              <a:path fill="none" w="579" h="3157">
                <a:moveTo>
                  <a:pt x="59" y="3157"/>
                </a:moveTo>
                <a:lnTo>
                  <a:pt x="63" y="3145"/>
                </a:lnTo>
                <a:lnTo>
                  <a:pt x="67" y="3132"/>
                </a:lnTo>
                <a:lnTo>
                  <a:pt x="69" y="3126"/>
                </a:lnTo>
                <a:lnTo>
                  <a:pt x="76" y="3107"/>
                </a:lnTo>
                <a:lnTo>
                  <a:pt x="78" y="3100"/>
                </a:lnTo>
                <a:lnTo>
                  <a:pt x="81" y="3094"/>
                </a:lnTo>
                <a:lnTo>
                  <a:pt x="83" y="3088"/>
                </a:lnTo>
                <a:lnTo>
                  <a:pt x="85" y="3082"/>
                </a:lnTo>
                <a:lnTo>
                  <a:pt x="93" y="3063"/>
                </a:lnTo>
                <a:lnTo>
                  <a:pt x="96" y="3056"/>
                </a:lnTo>
                <a:lnTo>
                  <a:pt x="99" y="3050"/>
                </a:lnTo>
                <a:lnTo>
                  <a:pt x="105" y="3037"/>
                </a:lnTo>
                <a:lnTo>
                  <a:pt x="108" y="3031"/>
                </a:lnTo>
                <a:lnTo>
                  <a:pt x="112" y="3025"/>
                </a:lnTo>
                <a:lnTo>
                  <a:pt x="115" y="3018"/>
                </a:lnTo>
                <a:lnTo>
                  <a:pt x="119" y="3012"/>
                </a:lnTo>
                <a:lnTo>
                  <a:pt x="122" y="3006"/>
                </a:lnTo>
                <a:lnTo>
                  <a:pt x="126" y="2999"/>
                </a:lnTo>
                <a:lnTo>
                  <a:pt x="130" y="2993"/>
                </a:lnTo>
                <a:lnTo>
                  <a:pt x="138" y="2981"/>
                </a:lnTo>
                <a:lnTo>
                  <a:pt x="148" y="2968"/>
                </a:lnTo>
                <a:lnTo>
                  <a:pt x="152" y="2962"/>
                </a:lnTo>
                <a:lnTo>
                  <a:pt x="157" y="2955"/>
                </a:lnTo>
                <a:lnTo>
                  <a:pt x="162" y="2949"/>
                </a:lnTo>
                <a:lnTo>
                  <a:pt x="167" y="2943"/>
                </a:lnTo>
                <a:lnTo>
                  <a:pt x="173" y="2936"/>
                </a:lnTo>
                <a:lnTo>
                  <a:pt x="178" y="2930"/>
                </a:lnTo>
                <a:lnTo>
                  <a:pt x="184" y="2924"/>
                </a:lnTo>
                <a:lnTo>
                  <a:pt x="191" y="2917"/>
                </a:lnTo>
                <a:lnTo>
                  <a:pt x="197" y="2911"/>
                </a:lnTo>
                <a:lnTo>
                  <a:pt x="203" y="2905"/>
                </a:lnTo>
                <a:lnTo>
                  <a:pt x="210" y="2898"/>
                </a:lnTo>
                <a:lnTo>
                  <a:pt x="217" y="2892"/>
                </a:lnTo>
                <a:lnTo>
                  <a:pt x="223" y="2886"/>
                </a:lnTo>
                <a:lnTo>
                  <a:pt x="230" y="2880"/>
                </a:lnTo>
                <a:lnTo>
                  <a:pt x="237" y="2873"/>
                </a:lnTo>
                <a:lnTo>
                  <a:pt x="244" y="2867"/>
                </a:lnTo>
                <a:lnTo>
                  <a:pt x="252" y="2861"/>
                </a:lnTo>
                <a:lnTo>
                  <a:pt x="259" y="2854"/>
                </a:lnTo>
                <a:lnTo>
                  <a:pt x="274" y="2842"/>
                </a:lnTo>
                <a:lnTo>
                  <a:pt x="282" y="2835"/>
                </a:lnTo>
                <a:lnTo>
                  <a:pt x="290" y="2829"/>
                </a:lnTo>
                <a:lnTo>
                  <a:pt x="298" y="2823"/>
                </a:lnTo>
                <a:lnTo>
                  <a:pt x="314" y="2810"/>
                </a:lnTo>
                <a:lnTo>
                  <a:pt x="338" y="2791"/>
                </a:lnTo>
                <a:lnTo>
                  <a:pt x="346" y="2785"/>
                </a:lnTo>
                <a:lnTo>
                  <a:pt x="354" y="2779"/>
                </a:lnTo>
                <a:lnTo>
                  <a:pt x="363" y="2772"/>
                </a:lnTo>
                <a:lnTo>
                  <a:pt x="371" y="2766"/>
                </a:lnTo>
                <a:lnTo>
                  <a:pt x="379" y="2760"/>
                </a:lnTo>
                <a:lnTo>
                  <a:pt x="387" y="2753"/>
                </a:lnTo>
                <a:lnTo>
                  <a:pt x="395" y="2747"/>
                </a:lnTo>
                <a:lnTo>
                  <a:pt x="418" y="2728"/>
                </a:lnTo>
                <a:lnTo>
                  <a:pt x="426" y="2722"/>
                </a:lnTo>
                <a:lnTo>
                  <a:pt x="434" y="2715"/>
                </a:lnTo>
                <a:lnTo>
                  <a:pt x="441" y="2709"/>
                </a:lnTo>
                <a:lnTo>
                  <a:pt x="448" y="2703"/>
                </a:lnTo>
                <a:lnTo>
                  <a:pt x="463" y="2690"/>
                </a:lnTo>
                <a:lnTo>
                  <a:pt x="469" y="2684"/>
                </a:lnTo>
                <a:lnTo>
                  <a:pt x="476" y="2677"/>
                </a:lnTo>
                <a:lnTo>
                  <a:pt x="483" y="2671"/>
                </a:lnTo>
                <a:lnTo>
                  <a:pt x="489" y="2665"/>
                </a:lnTo>
                <a:lnTo>
                  <a:pt x="495" y="2658"/>
                </a:lnTo>
                <a:lnTo>
                  <a:pt x="501" y="2652"/>
                </a:lnTo>
                <a:lnTo>
                  <a:pt x="507" y="2646"/>
                </a:lnTo>
                <a:lnTo>
                  <a:pt x="513" y="2640"/>
                </a:lnTo>
                <a:lnTo>
                  <a:pt x="518" y="2633"/>
                </a:lnTo>
                <a:lnTo>
                  <a:pt x="523" y="2627"/>
                </a:lnTo>
                <a:lnTo>
                  <a:pt x="528" y="2621"/>
                </a:lnTo>
                <a:lnTo>
                  <a:pt x="533" y="2614"/>
                </a:lnTo>
                <a:lnTo>
                  <a:pt x="538" y="2608"/>
                </a:lnTo>
                <a:lnTo>
                  <a:pt x="542" y="2602"/>
                </a:lnTo>
                <a:lnTo>
                  <a:pt x="546" y="2595"/>
                </a:lnTo>
                <a:lnTo>
                  <a:pt x="550" y="2589"/>
                </a:lnTo>
                <a:lnTo>
                  <a:pt x="553" y="2583"/>
                </a:lnTo>
                <a:lnTo>
                  <a:pt x="557" y="2576"/>
                </a:lnTo>
                <a:lnTo>
                  <a:pt x="560" y="2570"/>
                </a:lnTo>
                <a:lnTo>
                  <a:pt x="563" y="2564"/>
                </a:lnTo>
                <a:lnTo>
                  <a:pt x="565" y="2557"/>
                </a:lnTo>
                <a:lnTo>
                  <a:pt x="568" y="2551"/>
                </a:lnTo>
                <a:lnTo>
                  <a:pt x="570" y="2545"/>
                </a:lnTo>
                <a:lnTo>
                  <a:pt x="572" y="2539"/>
                </a:lnTo>
                <a:lnTo>
                  <a:pt x="573" y="2532"/>
                </a:lnTo>
                <a:lnTo>
                  <a:pt x="575" y="2526"/>
                </a:lnTo>
                <a:lnTo>
                  <a:pt x="576" y="2520"/>
                </a:lnTo>
                <a:lnTo>
                  <a:pt x="577" y="2513"/>
                </a:lnTo>
                <a:lnTo>
                  <a:pt x="578" y="2507"/>
                </a:lnTo>
                <a:lnTo>
                  <a:pt x="579" y="2501"/>
                </a:lnTo>
                <a:lnTo>
                  <a:pt x="579" y="2494"/>
                </a:lnTo>
                <a:lnTo>
                  <a:pt x="579" y="2488"/>
                </a:lnTo>
                <a:lnTo>
                  <a:pt x="579" y="2481"/>
                </a:lnTo>
                <a:lnTo>
                  <a:pt x="579" y="2474"/>
                </a:lnTo>
                <a:lnTo>
                  <a:pt x="578" y="2468"/>
                </a:lnTo>
                <a:lnTo>
                  <a:pt x="576" y="2455"/>
                </a:lnTo>
                <a:lnTo>
                  <a:pt x="575" y="2449"/>
                </a:lnTo>
                <a:lnTo>
                  <a:pt x="574" y="2443"/>
                </a:lnTo>
                <a:lnTo>
                  <a:pt x="571" y="2430"/>
                </a:lnTo>
                <a:lnTo>
                  <a:pt x="569" y="2424"/>
                </a:lnTo>
                <a:lnTo>
                  <a:pt x="567" y="2418"/>
                </a:lnTo>
                <a:lnTo>
                  <a:pt x="565" y="2411"/>
                </a:lnTo>
                <a:lnTo>
                  <a:pt x="563" y="2405"/>
                </a:lnTo>
                <a:lnTo>
                  <a:pt x="561" y="2399"/>
                </a:lnTo>
                <a:lnTo>
                  <a:pt x="556" y="2386"/>
                </a:lnTo>
                <a:lnTo>
                  <a:pt x="553" y="2380"/>
                </a:lnTo>
                <a:lnTo>
                  <a:pt x="550" y="2373"/>
                </a:lnTo>
                <a:lnTo>
                  <a:pt x="545" y="2361"/>
                </a:lnTo>
                <a:lnTo>
                  <a:pt x="541" y="2354"/>
                </a:lnTo>
                <a:lnTo>
                  <a:pt x="538" y="2348"/>
                </a:lnTo>
                <a:lnTo>
                  <a:pt x="529" y="2329"/>
                </a:lnTo>
                <a:lnTo>
                  <a:pt x="526" y="2323"/>
                </a:lnTo>
                <a:lnTo>
                  <a:pt x="522" y="2317"/>
                </a:lnTo>
                <a:lnTo>
                  <a:pt x="519" y="2310"/>
                </a:lnTo>
                <a:lnTo>
                  <a:pt x="506" y="2285"/>
                </a:lnTo>
                <a:lnTo>
                  <a:pt x="503" y="2279"/>
                </a:lnTo>
                <a:lnTo>
                  <a:pt x="499" y="2272"/>
                </a:lnTo>
                <a:lnTo>
                  <a:pt x="496" y="2266"/>
                </a:lnTo>
                <a:lnTo>
                  <a:pt x="490" y="2253"/>
                </a:lnTo>
                <a:lnTo>
                  <a:pt x="487" y="2247"/>
                </a:lnTo>
                <a:lnTo>
                  <a:pt x="484" y="2241"/>
                </a:lnTo>
                <a:lnTo>
                  <a:pt x="475" y="2222"/>
                </a:lnTo>
                <a:lnTo>
                  <a:pt x="472" y="2216"/>
                </a:lnTo>
                <a:lnTo>
                  <a:pt x="466" y="2203"/>
                </a:lnTo>
                <a:lnTo>
                  <a:pt x="463" y="2197"/>
                </a:lnTo>
                <a:lnTo>
                  <a:pt x="460" y="2190"/>
                </a:lnTo>
                <a:lnTo>
                  <a:pt x="457" y="2184"/>
                </a:lnTo>
                <a:lnTo>
                  <a:pt x="455" y="2178"/>
                </a:lnTo>
                <a:lnTo>
                  <a:pt x="452" y="2171"/>
                </a:lnTo>
                <a:lnTo>
                  <a:pt x="449" y="2165"/>
                </a:lnTo>
                <a:lnTo>
                  <a:pt x="447" y="2159"/>
                </a:lnTo>
                <a:lnTo>
                  <a:pt x="444" y="2152"/>
                </a:lnTo>
                <a:lnTo>
                  <a:pt x="441" y="2146"/>
                </a:lnTo>
                <a:lnTo>
                  <a:pt x="439" y="2140"/>
                </a:lnTo>
                <a:lnTo>
                  <a:pt x="436" y="2134"/>
                </a:lnTo>
                <a:lnTo>
                  <a:pt x="433" y="2127"/>
                </a:lnTo>
                <a:lnTo>
                  <a:pt x="431" y="2121"/>
                </a:lnTo>
                <a:lnTo>
                  <a:pt x="428" y="2115"/>
                </a:lnTo>
                <a:lnTo>
                  <a:pt x="420" y="2096"/>
                </a:lnTo>
                <a:lnTo>
                  <a:pt x="414" y="2083"/>
                </a:lnTo>
                <a:lnTo>
                  <a:pt x="411" y="2077"/>
                </a:lnTo>
                <a:lnTo>
                  <a:pt x="402" y="2058"/>
                </a:lnTo>
                <a:lnTo>
                  <a:pt x="399" y="2051"/>
                </a:lnTo>
                <a:lnTo>
                  <a:pt x="395" y="2045"/>
                </a:lnTo>
                <a:lnTo>
                  <a:pt x="389" y="2033"/>
                </a:lnTo>
                <a:lnTo>
                  <a:pt x="382" y="2020"/>
                </a:lnTo>
                <a:lnTo>
                  <a:pt x="378" y="2014"/>
                </a:lnTo>
                <a:lnTo>
                  <a:pt x="375" y="2007"/>
                </a:lnTo>
                <a:lnTo>
                  <a:pt x="367" y="1995"/>
                </a:lnTo>
                <a:lnTo>
                  <a:pt x="360" y="1982"/>
                </a:lnTo>
                <a:lnTo>
                  <a:pt x="356" y="1976"/>
                </a:lnTo>
                <a:lnTo>
                  <a:pt x="348" y="1963"/>
                </a:lnTo>
                <a:lnTo>
                  <a:pt x="339" y="1950"/>
                </a:lnTo>
                <a:lnTo>
                  <a:pt x="335" y="1944"/>
                </a:lnTo>
                <a:lnTo>
                  <a:pt x="314" y="1913"/>
                </a:lnTo>
                <a:lnTo>
                  <a:pt x="310" y="1906"/>
                </a:lnTo>
                <a:lnTo>
                  <a:pt x="305" y="1900"/>
                </a:lnTo>
                <a:lnTo>
                  <a:pt x="301" y="1894"/>
                </a:lnTo>
                <a:lnTo>
                  <a:pt x="297" y="1887"/>
                </a:lnTo>
                <a:lnTo>
                  <a:pt x="292" y="1881"/>
                </a:lnTo>
                <a:lnTo>
                  <a:pt x="288" y="1875"/>
                </a:lnTo>
                <a:lnTo>
                  <a:pt x="275" y="1856"/>
                </a:lnTo>
                <a:lnTo>
                  <a:pt x="271" y="1849"/>
                </a:lnTo>
                <a:lnTo>
                  <a:pt x="267" y="1843"/>
                </a:lnTo>
                <a:lnTo>
                  <a:pt x="263" y="1837"/>
                </a:lnTo>
                <a:lnTo>
                  <a:pt x="259" y="1831"/>
                </a:lnTo>
                <a:lnTo>
                  <a:pt x="251" y="1818"/>
                </a:lnTo>
                <a:lnTo>
                  <a:pt x="247" y="1812"/>
                </a:lnTo>
                <a:lnTo>
                  <a:pt x="243" y="1805"/>
                </a:lnTo>
                <a:lnTo>
                  <a:pt x="239" y="1799"/>
                </a:lnTo>
                <a:lnTo>
                  <a:pt x="229" y="1780"/>
                </a:lnTo>
                <a:lnTo>
                  <a:pt x="225" y="1774"/>
                </a:lnTo>
                <a:lnTo>
                  <a:pt x="222" y="1767"/>
                </a:lnTo>
                <a:lnTo>
                  <a:pt x="215" y="1755"/>
                </a:lnTo>
                <a:lnTo>
                  <a:pt x="212" y="1748"/>
                </a:lnTo>
                <a:lnTo>
                  <a:pt x="209" y="1742"/>
                </a:lnTo>
                <a:lnTo>
                  <a:pt x="207" y="1736"/>
                </a:lnTo>
                <a:lnTo>
                  <a:pt x="201" y="1723"/>
                </a:lnTo>
                <a:lnTo>
                  <a:pt x="199" y="1717"/>
                </a:lnTo>
                <a:lnTo>
                  <a:pt x="196" y="1711"/>
                </a:lnTo>
                <a:lnTo>
                  <a:pt x="194" y="1704"/>
                </a:lnTo>
                <a:lnTo>
                  <a:pt x="191" y="1698"/>
                </a:lnTo>
                <a:lnTo>
                  <a:pt x="186" y="1685"/>
                </a:lnTo>
                <a:lnTo>
                  <a:pt x="184" y="1679"/>
                </a:lnTo>
                <a:lnTo>
                  <a:pt x="182" y="1673"/>
                </a:lnTo>
                <a:lnTo>
                  <a:pt x="180" y="1666"/>
                </a:lnTo>
                <a:lnTo>
                  <a:pt x="178" y="1660"/>
                </a:lnTo>
                <a:lnTo>
                  <a:pt x="176" y="1654"/>
                </a:lnTo>
                <a:lnTo>
                  <a:pt x="175" y="1647"/>
                </a:lnTo>
                <a:lnTo>
                  <a:pt x="173" y="1641"/>
                </a:lnTo>
                <a:lnTo>
                  <a:pt x="171" y="1635"/>
                </a:lnTo>
                <a:lnTo>
                  <a:pt x="170" y="1628"/>
                </a:lnTo>
                <a:lnTo>
                  <a:pt x="169" y="1622"/>
                </a:lnTo>
                <a:lnTo>
                  <a:pt x="166" y="1609"/>
                </a:lnTo>
                <a:lnTo>
                  <a:pt x="165" y="1603"/>
                </a:lnTo>
                <a:lnTo>
                  <a:pt x="163" y="1597"/>
                </a:lnTo>
                <a:lnTo>
                  <a:pt x="159" y="1578"/>
                </a:lnTo>
                <a:lnTo>
                  <a:pt x="158" y="1572"/>
                </a:lnTo>
                <a:lnTo>
                  <a:pt x="156" y="1559"/>
                </a:lnTo>
                <a:lnTo>
                  <a:pt x="155" y="1553"/>
                </a:lnTo>
                <a:lnTo>
                  <a:pt x="154" y="1546"/>
                </a:lnTo>
                <a:lnTo>
                  <a:pt x="152" y="1540"/>
                </a:lnTo>
                <a:lnTo>
                  <a:pt x="150" y="1527"/>
                </a:lnTo>
                <a:lnTo>
                  <a:pt x="149" y="1521"/>
                </a:lnTo>
                <a:lnTo>
                  <a:pt x="146" y="1508"/>
                </a:lnTo>
                <a:lnTo>
                  <a:pt x="145" y="1502"/>
                </a:lnTo>
                <a:lnTo>
                  <a:pt x="144" y="1496"/>
                </a:lnTo>
                <a:lnTo>
                  <a:pt x="143" y="1490"/>
                </a:lnTo>
                <a:lnTo>
                  <a:pt x="141" y="1483"/>
                </a:lnTo>
                <a:lnTo>
                  <a:pt x="140" y="1477"/>
                </a:lnTo>
                <a:lnTo>
                  <a:pt x="139" y="1471"/>
                </a:lnTo>
                <a:lnTo>
                  <a:pt x="137" y="1464"/>
                </a:lnTo>
                <a:lnTo>
                  <a:pt x="135" y="1452"/>
                </a:lnTo>
                <a:lnTo>
                  <a:pt x="133" y="1445"/>
                </a:lnTo>
                <a:lnTo>
                  <a:pt x="132" y="1439"/>
                </a:lnTo>
                <a:lnTo>
                  <a:pt x="130" y="1433"/>
                </a:lnTo>
                <a:lnTo>
                  <a:pt x="129" y="1426"/>
                </a:lnTo>
                <a:lnTo>
                  <a:pt x="127" y="1420"/>
                </a:lnTo>
                <a:lnTo>
                  <a:pt x="124" y="1407"/>
                </a:lnTo>
                <a:lnTo>
                  <a:pt x="123" y="1401"/>
                </a:lnTo>
                <a:lnTo>
                  <a:pt x="120" y="1389"/>
                </a:lnTo>
                <a:lnTo>
                  <a:pt x="119" y="1382"/>
                </a:lnTo>
                <a:lnTo>
                  <a:pt x="117" y="1376"/>
                </a:lnTo>
                <a:lnTo>
                  <a:pt x="116" y="1370"/>
                </a:lnTo>
                <a:lnTo>
                  <a:pt x="113" y="1357"/>
                </a:lnTo>
                <a:lnTo>
                  <a:pt x="111" y="1351"/>
                </a:lnTo>
                <a:lnTo>
                  <a:pt x="110" y="1344"/>
                </a:lnTo>
                <a:lnTo>
                  <a:pt x="108" y="1338"/>
                </a:lnTo>
                <a:lnTo>
                  <a:pt x="107" y="1332"/>
                </a:lnTo>
                <a:lnTo>
                  <a:pt x="104" y="1319"/>
                </a:lnTo>
                <a:lnTo>
                  <a:pt x="103" y="1313"/>
                </a:lnTo>
                <a:lnTo>
                  <a:pt x="101" y="1306"/>
                </a:lnTo>
                <a:lnTo>
                  <a:pt x="100" y="1300"/>
                </a:lnTo>
                <a:lnTo>
                  <a:pt x="97" y="1288"/>
                </a:lnTo>
                <a:lnTo>
                  <a:pt x="96" y="1281"/>
                </a:lnTo>
                <a:lnTo>
                  <a:pt x="94" y="1275"/>
                </a:lnTo>
                <a:lnTo>
                  <a:pt x="93" y="1269"/>
                </a:lnTo>
                <a:lnTo>
                  <a:pt x="90" y="1256"/>
                </a:lnTo>
                <a:lnTo>
                  <a:pt x="89" y="1250"/>
                </a:lnTo>
                <a:lnTo>
                  <a:pt x="87" y="1243"/>
                </a:lnTo>
                <a:lnTo>
                  <a:pt x="86" y="1237"/>
                </a:lnTo>
                <a:lnTo>
                  <a:pt x="84" y="1231"/>
                </a:lnTo>
                <a:lnTo>
                  <a:pt x="83" y="1224"/>
                </a:lnTo>
                <a:lnTo>
                  <a:pt x="81" y="1218"/>
                </a:lnTo>
                <a:lnTo>
                  <a:pt x="80" y="1212"/>
                </a:lnTo>
                <a:lnTo>
                  <a:pt x="78" y="1205"/>
                </a:lnTo>
                <a:lnTo>
                  <a:pt x="77" y="1199"/>
                </a:lnTo>
                <a:lnTo>
                  <a:pt x="76" y="1193"/>
                </a:lnTo>
                <a:lnTo>
                  <a:pt x="71" y="1174"/>
                </a:lnTo>
                <a:lnTo>
                  <a:pt x="70" y="1168"/>
                </a:lnTo>
                <a:lnTo>
                  <a:pt x="68" y="1161"/>
                </a:lnTo>
                <a:lnTo>
                  <a:pt x="63" y="1142"/>
                </a:lnTo>
                <a:lnTo>
                  <a:pt x="62" y="1136"/>
                </a:lnTo>
                <a:lnTo>
                  <a:pt x="57" y="1117"/>
                </a:lnTo>
                <a:lnTo>
                  <a:pt x="55" y="1111"/>
                </a:lnTo>
                <a:lnTo>
                  <a:pt x="54" y="1104"/>
                </a:lnTo>
                <a:lnTo>
                  <a:pt x="52" y="1098"/>
                </a:lnTo>
                <a:lnTo>
                  <a:pt x="49" y="1086"/>
                </a:lnTo>
                <a:lnTo>
                  <a:pt x="48" y="1079"/>
                </a:lnTo>
                <a:lnTo>
                  <a:pt x="46" y="1073"/>
                </a:lnTo>
                <a:lnTo>
                  <a:pt x="45" y="1067"/>
                </a:lnTo>
                <a:lnTo>
                  <a:pt x="41" y="1048"/>
                </a:lnTo>
                <a:lnTo>
                  <a:pt x="38" y="1035"/>
                </a:lnTo>
                <a:lnTo>
                  <a:pt x="37" y="1029"/>
                </a:lnTo>
                <a:lnTo>
                  <a:pt x="36" y="1022"/>
                </a:lnTo>
                <a:lnTo>
                  <a:pt x="34" y="1010"/>
                </a:lnTo>
                <a:lnTo>
                  <a:pt x="33" y="1003"/>
                </a:lnTo>
                <a:lnTo>
                  <a:pt x="32" y="997"/>
                </a:lnTo>
                <a:lnTo>
                  <a:pt x="30" y="985"/>
                </a:lnTo>
                <a:lnTo>
                  <a:pt x="28" y="972"/>
                </a:lnTo>
                <a:lnTo>
                  <a:pt x="27" y="966"/>
                </a:lnTo>
                <a:lnTo>
                  <a:pt x="25" y="940"/>
                </a:lnTo>
                <a:lnTo>
                  <a:pt x="24" y="934"/>
                </a:lnTo>
                <a:lnTo>
                  <a:pt x="23" y="928"/>
                </a:lnTo>
                <a:lnTo>
                  <a:pt x="23" y="921"/>
                </a:lnTo>
                <a:lnTo>
                  <a:pt x="22" y="909"/>
                </a:lnTo>
                <a:lnTo>
                  <a:pt x="22" y="902"/>
                </a:lnTo>
                <a:lnTo>
                  <a:pt x="21" y="896"/>
                </a:lnTo>
                <a:lnTo>
                  <a:pt x="21" y="890"/>
                </a:lnTo>
                <a:lnTo>
                  <a:pt x="20" y="884"/>
                </a:lnTo>
                <a:lnTo>
                  <a:pt x="20" y="877"/>
                </a:lnTo>
                <a:lnTo>
                  <a:pt x="20" y="871"/>
                </a:lnTo>
                <a:lnTo>
                  <a:pt x="19" y="865"/>
                </a:lnTo>
                <a:lnTo>
                  <a:pt x="18" y="833"/>
                </a:lnTo>
                <a:lnTo>
                  <a:pt x="18" y="827"/>
                </a:lnTo>
                <a:lnTo>
                  <a:pt x="18" y="820"/>
                </a:lnTo>
                <a:lnTo>
                  <a:pt x="17" y="814"/>
                </a:lnTo>
                <a:lnTo>
                  <a:pt x="17" y="801"/>
                </a:lnTo>
                <a:lnTo>
                  <a:pt x="17" y="795"/>
                </a:lnTo>
                <a:lnTo>
                  <a:pt x="16" y="789"/>
                </a:lnTo>
                <a:lnTo>
                  <a:pt x="16" y="783"/>
                </a:lnTo>
                <a:lnTo>
                  <a:pt x="15" y="770"/>
                </a:lnTo>
                <a:lnTo>
                  <a:pt x="15" y="764"/>
                </a:lnTo>
                <a:lnTo>
                  <a:pt x="15" y="757"/>
                </a:lnTo>
                <a:lnTo>
                  <a:pt x="14" y="751"/>
                </a:lnTo>
                <a:lnTo>
                  <a:pt x="14" y="745"/>
                </a:lnTo>
                <a:lnTo>
                  <a:pt x="14" y="738"/>
                </a:lnTo>
                <a:lnTo>
                  <a:pt x="13" y="732"/>
                </a:lnTo>
                <a:lnTo>
                  <a:pt x="13" y="726"/>
                </a:lnTo>
                <a:lnTo>
                  <a:pt x="11" y="700"/>
                </a:lnTo>
                <a:lnTo>
                  <a:pt x="11" y="694"/>
                </a:lnTo>
                <a:lnTo>
                  <a:pt x="11" y="688"/>
                </a:lnTo>
                <a:lnTo>
                  <a:pt x="9" y="669"/>
                </a:lnTo>
                <a:lnTo>
                  <a:pt x="9" y="663"/>
                </a:lnTo>
                <a:lnTo>
                  <a:pt x="7" y="631"/>
                </a:lnTo>
                <a:lnTo>
                  <a:pt x="7" y="625"/>
                </a:lnTo>
                <a:lnTo>
                  <a:pt x="6" y="612"/>
                </a:lnTo>
                <a:lnTo>
                  <a:pt x="6" y="606"/>
                </a:lnTo>
                <a:lnTo>
                  <a:pt x="5" y="599"/>
                </a:lnTo>
                <a:lnTo>
                  <a:pt x="5" y="593"/>
                </a:lnTo>
                <a:lnTo>
                  <a:pt x="4" y="587"/>
                </a:lnTo>
                <a:lnTo>
                  <a:pt x="4" y="568"/>
                </a:lnTo>
                <a:lnTo>
                  <a:pt x="3" y="562"/>
                </a:lnTo>
                <a:lnTo>
                  <a:pt x="2" y="536"/>
                </a:lnTo>
                <a:lnTo>
                  <a:pt x="2" y="530"/>
                </a:lnTo>
                <a:lnTo>
                  <a:pt x="2" y="524"/>
                </a:lnTo>
                <a:lnTo>
                  <a:pt x="2" y="517"/>
                </a:lnTo>
                <a:lnTo>
                  <a:pt x="1" y="511"/>
                </a:lnTo>
                <a:lnTo>
                  <a:pt x="1" y="498"/>
                </a:lnTo>
                <a:lnTo>
                  <a:pt x="1" y="492"/>
                </a:lnTo>
                <a:lnTo>
                  <a:pt x="0" y="467"/>
                </a:lnTo>
                <a:lnTo>
                  <a:pt x="0" y="461"/>
                </a:lnTo>
                <a:lnTo>
                  <a:pt x="0" y="454"/>
                </a:lnTo>
                <a:lnTo>
                  <a:pt x="0" y="448"/>
                </a:lnTo>
                <a:lnTo>
                  <a:pt x="0" y="442"/>
                </a:lnTo>
                <a:lnTo>
                  <a:pt x="0" y="435"/>
                </a:lnTo>
                <a:lnTo>
                  <a:pt x="0" y="429"/>
                </a:lnTo>
                <a:lnTo>
                  <a:pt x="0" y="378"/>
                </a:lnTo>
                <a:lnTo>
                  <a:pt x="0" y="372"/>
                </a:lnTo>
                <a:lnTo>
                  <a:pt x="0" y="366"/>
                </a:lnTo>
                <a:lnTo>
                  <a:pt x="0" y="360"/>
                </a:lnTo>
                <a:lnTo>
                  <a:pt x="0" y="353"/>
                </a:lnTo>
                <a:lnTo>
                  <a:pt x="0" y="347"/>
                </a:lnTo>
                <a:lnTo>
                  <a:pt x="0" y="341"/>
                </a:lnTo>
                <a:lnTo>
                  <a:pt x="1" y="328"/>
                </a:lnTo>
                <a:lnTo>
                  <a:pt x="1" y="322"/>
                </a:lnTo>
                <a:lnTo>
                  <a:pt x="1" y="303"/>
                </a:lnTo>
                <a:lnTo>
                  <a:pt x="2" y="296"/>
                </a:lnTo>
                <a:lnTo>
                  <a:pt x="2" y="290"/>
                </a:lnTo>
                <a:lnTo>
                  <a:pt x="2" y="284"/>
                </a:lnTo>
                <a:lnTo>
                  <a:pt x="2" y="277"/>
                </a:lnTo>
                <a:lnTo>
                  <a:pt x="2" y="271"/>
                </a:lnTo>
                <a:lnTo>
                  <a:pt x="3" y="265"/>
                </a:lnTo>
                <a:lnTo>
                  <a:pt x="3" y="259"/>
                </a:lnTo>
                <a:lnTo>
                  <a:pt x="4" y="227"/>
                </a:lnTo>
                <a:lnTo>
                  <a:pt x="4" y="221"/>
                </a:lnTo>
                <a:lnTo>
                  <a:pt x="5" y="214"/>
                </a:lnTo>
                <a:lnTo>
                  <a:pt x="5" y="208"/>
                </a:lnTo>
                <a:lnTo>
                  <a:pt x="6" y="202"/>
                </a:lnTo>
                <a:lnTo>
                  <a:pt x="6" y="195"/>
                </a:lnTo>
                <a:lnTo>
                  <a:pt x="6" y="189"/>
                </a:lnTo>
                <a:lnTo>
                  <a:pt x="7" y="183"/>
                </a:lnTo>
                <a:lnTo>
                  <a:pt x="7" y="170"/>
                </a:lnTo>
                <a:lnTo>
                  <a:pt x="8" y="164"/>
                </a:lnTo>
                <a:lnTo>
                  <a:pt x="8" y="158"/>
                </a:lnTo>
                <a:lnTo>
                  <a:pt x="9" y="145"/>
                </a:lnTo>
                <a:lnTo>
                  <a:pt x="9" y="139"/>
                </a:lnTo>
                <a:lnTo>
                  <a:pt x="10" y="126"/>
                </a:lnTo>
                <a:lnTo>
                  <a:pt x="10" y="120"/>
                </a:lnTo>
                <a:lnTo>
                  <a:pt x="11" y="107"/>
                </a:lnTo>
                <a:lnTo>
                  <a:pt x="12" y="94"/>
                </a:lnTo>
                <a:lnTo>
                  <a:pt x="12" y="88"/>
                </a:lnTo>
                <a:lnTo>
                  <a:pt x="13" y="63"/>
                </a:lnTo>
                <a:lnTo>
                  <a:pt x="13" y="56"/>
                </a:lnTo>
                <a:lnTo>
                  <a:pt x="14" y="50"/>
                </a:lnTo>
                <a:lnTo>
                  <a:pt x="14" y="25"/>
                </a:lnTo>
                <a:lnTo>
                  <a:pt x="14" y="19"/>
                </a:lnTo>
                <a:lnTo>
                  <a:pt x="14" y="0"/>
                </a:lnTo>
              </a:path>
            </a:pathLst>
          </a:custGeom>
          <a:ln w="6480">
            <a:solidFill>
              <a:srgbClr val="2A9D8F"/>
            </a:solidFill>
            <a:bevel/>
          </a:ln>
        </p:spPr>
        <p:txBody>
          <a:bodyPr lIns="3240" tIns="3240" rIns="3240" bIns="324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" name=""/>
          <p:cNvSpPr/>
          <p:nvPr/>
        </p:nvSpPr>
        <p:spPr>
          <a:xfrm>
            <a:off x="1202040" y="310320"/>
            <a:ext cx="208800" cy="1646640"/>
          </a:xfrm>
          <a:custGeom>
            <a:avLst/>
            <a:gdLst/>
            <a:ahLst/>
            <a:rect l="0" t="0" r="r" b="b"/>
            <a:pathLst>
              <a:path w="580" h="4574">
                <a:moveTo>
                  <a:pt x="79" y="4574"/>
                </a:moveTo>
                <a:lnTo>
                  <a:pt x="82" y="4565"/>
                </a:lnTo>
                <a:lnTo>
                  <a:pt x="85" y="4555"/>
                </a:lnTo>
                <a:lnTo>
                  <a:pt x="87" y="4546"/>
                </a:lnTo>
                <a:lnTo>
                  <a:pt x="90" y="4537"/>
                </a:lnTo>
                <a:lnTo>
                  <a:pt x="93" y="4528"/>
                </a:lnTo>
                <a:lnTo>
                  <a:pt x="97" y="4519"/>
                </a:lnTo>
                <a:lnTo>
                  <a:pt x="100" y="4510"/>
                </a:lnTo>
                <a:lnTo>
                  <a:pt x="103" y="4500"/>
                </a:lnTo>
                <a:lnTo>
                  <a:pt x="107" y="4491"/>
                </a:lnTo>
                <a:lnTo>
                  <a:pt x="111" y="4482"/>
                </a:lnTo>
                <a:lnTo>
                  <a:pt x="118" y="4464"/>
                </a:lnTo>
                <a:lnTo>
                  <a:pt x="122" y="4455"/>
                </a:lnTo>
                <a:lnTo>
                  <a:pt x="127" y="4446"/>
                </a:lnTo>
                <a:lnTo>
                  <a:pt x="131" y="4437"/>
                </a:lnTo>
                <a:lnTo>
                  <a:pt x="136" y="4427"/>
                </a:lnTo>
                <a:lnTo>
                  <a:pt x="140" y="4418"/>
                </a:lnTo>
                <a:lnTo>
                  <a:pt x="145" y="4409"/>
                </a:lnTo>
                <a:lnTo>
                  <a:pt x="150" y="4400"/>
                </a:lnTo>
                <a:lnTo>
                  <a:pt x="156" y="4391"/>
                </a:lnTo>
                <a:lnTo>
                  <a:pt x="161" y="4382"/>
                </a:lnTo>
                <a:lnTo>
                  <a:pt x="167" y="4372"/>
                </a:lnTo>
                <a:lnTo>
                  <a:pt x="172" y="4363"/>
                </a:lnTo>
                <a:lnTo>
                  <a:pt x="179" y="4354"/>
                </a:lnTo>
                <a:lnTo>
                  <a:pt x="185" y="4345"/>
                </a:lnTo>
                <a:lnTo>
                  <a:pt x="191" y="4336"/>
                </a:lnTo>
                <a:lnTo>
                  <a:pt x="198" y="4327"/>
                </a:lnTo>
                <a:lnTo>
                  <a:pt x="204" y="4318"/>
                </a:lnTo>
                <a:lnTo>
                  <a:pt x="211" y="4308"/>
                </a:lnTo>
                <a:lnTo>
                  <a:pt x="218" y="4299"/>
                </a:lnTo>
                <a:lnTo>
                  <a:pt x="226" y="4290"/>
                </a:lnTo>
                <a:lnTo>
                  <a:pt x="233" y="4281"/>
                </a:lnTo>
                <a:lnTo>
                  <a:pt x="241" y="4272"/>
                </a:lnTo>
                <a:lnTo>
                  <a:pt x="249" y="4263"/>
                </a:lnTo>
                <a:lnTo>
                  <a:pt x="257" y="4253"/>
                </a:lnTo>
                <a:lnTo>
                  <a:pt x="265" y="4244"/>
                </a:lnTo>
                <a:lnTo>
                  <a:pt x="273" y="4235"/>
                </a:lnTo>
                <a:lnTo>
                  <a:pt x="282" y="4226"/>
                </a:lnTo>
                <a:lnTo>
                  <a:pt x="290" y="4217"/>
                </a:lnTo>
                <a:lnTo>
                  <a:pt x="299" y="4208"/>
                </a:lnTo>
                <a:lnTo>
                  <a:pt x="316" y="4190"/>
                </a:lnTo>
                <a:lnTo>
                  <a:pt x="325" y="4180"/>
                </a:lnTo>
                <a:lnTo>
                  <a:pt x="334" y="4171"/>
                </a:lnTo>
                <a:lnTo>
                  <a:pt x="343" y="4162"/>
                </a:lnTo>
                <a:lnTo>
                  <a:pt x="351" y="4153"/>
                </a:lnTo>
                <a:lnTo>
                  <a:pt x="360" y="4144"/>
                </a:lnTo>
                <a:lnTo>
                  <a:pt x="369" y="4135"/>
                </a:lnTo>
                <a:lnTo>
                  <a:pt x="378" y="4125"/>
                </a:lnTo>
                <a:lnTo>
                  <a:pt x="387" y="4116"/>
                </a:lnTo>
                <a:lnTo>
                  <a:pt x="395" y="4107"/>
                </a:lnTo>
                <a:lnTo>
                  <a:pt x="412" y="4089"/>
                </a:lnTo>
                <a:lnTo>
                  <a:pt x="422" y="4080"/>
                </a:lnTo>
                <a:lnTo>
                  <a:pt x="438" y="4062"/>
                </a:lnTo>
                <a:lnTo>
                  <a:pt x="446" y="4052"/>
                </a:lnTo>
                <a:lnTo>
                  <a:pt x="454" y="4043"/>
                </a:lnTo>
                <a:lnTo>
                  <a:pt x="461" y="4034"/>
                </a:lnTo>
                <a:lnTo>
                  <a:pt x="469" y="4025"/>
                </a:lnTo>
                <a:lnTo>
                  <a:pt x="476" y="4016"/>
                </a:lnTo>
                <a:lnTo>
                  <a:pt x="483" y="4007"/>
                </a:lnTo>
                <a:lnTo>
                  <a:pt x="489" y="3997"/>
                </a:lnTo>
                <a:lnTo>
                  <a:pt x="496" y="3988"/>
                </a:lnTo>
                <a:lnTo>
                  <a:pt x="502" y="3979"/>
                </a:lnTo>
                <a:lnTo>
                  <a:pt x="508" y="3970"/>
                </a:lnTo>
                <a:lnTo>
                  <a:pt x="514" y="3961"/>
                </a:lnTo>
                <a:lnTo>
                  <a:pt x="519" y="3952"/>
                </a:lnTo>
                <a:lnTo>
                  <a:pt x="525" y="3943"/>
                </a:lnTo>
                <a:lnTo>
                  <a:pt x="529" y="3933"/>
                </a:lnTo>
                <a:lnTo>
                  <a:pt x="534" y="3924"/>
                </a:lnTo>
                <a:lnTo>
                  <a:pt x="538" y="3915"/>
                </a:lnTo>
                <a:lnTo>
                  <a:pt x="543" y="3906"/>
                </a:lnTo>
                <a:lnTo>
                  <a:pt x="546" y="3897"/>
                </a:lnTo>
                <a:lnTo>
                  <a:pt x="550" y="3888"/>
                </a:lnTo>
                <a:lnTo>
                  <a:pt x="554" y="3879"/>
                </a:lnTo>
                <a:lnTo>
                  <a:pt x="557" y="3869"/>
                </a:lnTo>
                <a:lnTo>
                  <a:pt x="560" y="3860"/>
                </a:lnTo>
                <a:lnTo>
                  <a:pt x="562" y="3851"/>
                </a:lnTo>
                <a:lnTo>
                  <a:pt x="565" y="3842"/>
                </a:lnTo>
                <a:lnTo>
                  <a:pt x="567" y="3833"/>
                </a:lnTo>
                <a:lnTo>
                  <a:pt x="569" y="3824"/>
                </a:lnTo>
                <a:lnTo>
                  <a:pt x="571" y="3815"/>
                </a:lnTo>
                <a:lnTo>
                  <a:pt x="572" y="3805"/>
                </a:lnTo>
                <a:lnTo>
                  <a:pt x="575" y="3787"/>
                </a:lnTo>
                <a:lnTo>
                  <a:pt x="576" y="3778"/>
                </a:lnTo>
                <a:lnTo>
                  <a:pt x="577" y="3769"/>
                </a:lnTo>
                <a:lnTo>
                  <a:pt x="578" y="3760"/>
                </a:lnTo>
                <a:lnTo>
                  <a:pt x="579" y="3741"/>
                </a:lnTo>
                <a:lnTo>
                  <a:pt x="579" y="3732"/>
                </a:lnTo>
                <a:lnTo>
                  <a:pt x="580" y="3723"/>
                </a:lnTo>
                <a:lnTo>
                  <a:pt x="580" y="3705"/>
                </a:lnTo>
                <a:lnTo>
                  <a:pt x="579" y="3687"/>
                </a:lnTo>
                <a:lnTo>
                  <a:pt x="579" y="3677"/>
                </a:lnTo>
                <a:lnTo>
                  <a:pt x="578" y="3668"/>
                </a:lnTo>
                <a:lnTo>
                  <a:pt x="578" y="3659"/>
                </a:lnTo>
                <a:lnTo>
                  <a:pt x="577" y="3650"/>
                </a:lnTo>
                <a:lnTo>
                  <a:pt x="577" y="3641"/>
                </a:lnTo>
                <a:lnTo>
                  <a:pt x="576" y="3632"/>
                </a:lnTo>
                <a:lnTo>
                  <a:pt x="574" y="3613"/>
                </a:lnTo>
                <a:lnTo>
                  <a:pt x="573" y="3604"/>
                </a:lnTo>
                <a:lnTo>
                  <a:pt x="572" y="3595"/>
                </a:lnTo>
                <a:lnTo>
                  <a:pt x="570" y="3586"/>
                </a:lnTo>
                <a:lnTo>
                  <a:pt x="569" y="3577"/>
                </a:lnTo>
                <a:lnTo>
                  <a:pt x="568" y="3568"/>
                </a:lnTo>
                <a:lnTo>
                  <a:pt x="566" y="3558"/>
                </a:lnTo>
                <a:lnTo>
                  <a:pt x="563" y="3540"/>
                </a:lnTo>
                <a:lnTo>
                  <a:pt x="561" y="3531"/>
                </a:lnTo>
                <a:lnTo>
                  <a:pt x="559" y="3522"/>
                </a:lnTo>
                <a:lnTo>
                  <a:pt x="557" y="3513"/>
                </a:lnTo>
                <a:lnTo>
                  <a:pt x="555" y="3504"/>
                </a:lnTo>
                <a:lnTo>
                  <a:pt x="553" y="3494"/>
                </a:lnTo>
                <a:lnTo>
                  <a:pt x="550" y="3485"/>
                </a:lnTo>
                <a:lnTo>
                  <a:pt x="548" y="3476"/>
                </a:lnTo>
                <a:lnTo>
                  <a:pt x="545" y="3467"/>
                </a:lnTo>
                <a:lnTo>
                  <a:pt x="543" y="3458"/>
                </a:lnTo>
                <a:lnTo>
                  <a:pt x="537" y="3440"/>
                </a:lnTo>
                <a:lnTo>
                  <a:pt x="534" y="3430"/>
                </a:lnTo>
                <a:lnTo>
                  <a:pt x="531" y="3421"/>
                </a:lnTo>
                <a:lnTo>
                  <a:pt x="527" y="3412"/>
                </a:lnTo>
                <a:lnTo>
                  <a:pt x="524" y="3403"/>
                </a:lnTo>
                <a:lnTo>
                  <a:pt x="520" y="3394"/>
                </a:lnTo>
                <a:lnTo>
                  <a:pt x="517" y="3385"/>
                </a:lnTo>
                <a:lnTo>
                  <a:pt x="513" y="3376"/>
                </a:lnTo>
                <a:lnTo>
                  <a:pt x="509" y="3366"/>
                </a:lnTo>
                <a:lnTo>
                  <a:pt x="505" y="3357"/>
                </a:lnTo>
                <a:lnTo>
                  <a:pt x="497" y="3339"/>
                </a:lnTo>
                <a:lnTo>
                  <a:pt x="493" y="3330"/>
                </a:lnTo>
                <a:lnTo>
                  <a:pt x="484" y="3312"/>
                </a:lnTo>
                <a:lnTo>
                  <a:pt x="479" y="3302"/>
                </a:lnTo>
                <a:lnTo>
                  <a:pt x="475" y="3293"/>
                </a:lnTo>
                <a:lnTo>
                  <a:pt x="470" y="3284"/>
                </a:lnTo>
                <a:lnTo>
                  <a:pt x="460" y="3266"/>
                </a:lnTo>
                <a:lnTo>
                  <a:pt x="455" y="3257"/>
                </a:lnTo>
                <a:lnTo>
                  <a:pt x="450" y="3248"/>
                </a:lnTo>
                <a:lnTo>
                  <a:pt x="445" y="3238"/>
                </a:lnTo>
                <a:lnTo>
                  <a:pt x="440" y="3229"/>
                </a:lnTo>
                <a:lnTo>
                  <a:pt x="435" y="3220"/>
                </a:lnTo>
                <a:lnTo>
                  <a:pt x="430" y="3211"/>
                </a:lnTo>
                <a:lnTo>
                  <a:pt x="425" y="3202"/>
                </a:lnTo>
                <a:lnTo>
                  <a:pt x="420" y="3193"/>
                </a:lnTo>
                <a:lnTo>
                  <a:pt x="413" y="3183"/>
                </a:lnTo>
                <a:lnTo>
                  <a:pt x="403" y="3165"/>
                </a:lnTo>
                <a:lnTo>
                  <a:pt x="398" y="3156"/>
                </a:lnTo>
                <a:lnTo>
                  <a:pt x="387" y="3138"/>
                </a:lnTo>
                <a:lnTo>
                  <a:pt x="382" y="3129"/>
                </a:lnTo>
                <a:lnTo>
                  <a:pt x="377" y="3120"/>
                </a:lnTo>
                <a:lnTo>
                  <a:pt x="372" y="3110"/>
                </a:lnTo>
                <a:lnTo>
                  <a:pt x="366" y="3101"/>
                </a:lnTo>
                <a:lnTo>
                  <a:pt x="361" y="3092"/>
                </a:lnTo>
                <a:lnTo>
                  <a:pt x="356" y="3083"/>
                </a:lnTo>
                <a:lnTo>
                  <a:pt x="351" y="3074"/>
                </a:lnTo>
                <a:lnTo>
                  <a:pt x="346" y="3065"/>
                </a:lnTo>
                <a:lnTo>
                  <a:pt x="341" y="3055"/>
                </a:lnTo>
                <a:lnTo>
                  <a:pt x="336" y="3046"/>
                </a:lnTo>
                <a:lnTo>
                  <a:pt x="331" y="3037"/>
                </a:lnTo>
                <a:lnTo>
                  <a:pt x="327" y="3028"/>
                </a:lnTo>
                <a:lnTo>
                  <a:pt x="322" y="3019"/>
                </a:lnTo>
                <a:lnTo>
                  <a:pt x="317" y="3010"/>
                </a:lnTo>
                <a:lnTo>
                  <a:pt x="308" y="2992"/>
                </a:lnTo>
                <a:lnTo>
                  <a:pt x="304" y="2982"/>
                </a:lnTo>
                <a:lnTo>
                  <a:pt x="299" y="2973"/>
                </a:lnTo>
                <a:lnTo>
                  <a:pt x="295" y="2964"/>
                </a:lnTo>
                <a:lnTo>
                  <a:pt x="291" y="2955"/>
                </a:lnTo>
                <a:lnTo>
                  <a:pt x="287" y="2946"/>
                </a:lnTo>
                <a:lnTo>
                  <a:pt x="283" y="2937"/>
                </a:lnTo>
                <a:lnTo>
                  <a:pt x="275" y="2918"/>
                </a:lnTo>
                <a:lnTo>
                  <a:pt x="272" y="2909"/>
                </a:lnTo>
                <a:lnTo>
                  <a:pt x="265" y="2891"/>
                </a:lnTo>
                <a:lnTo>
                  <a:pt x="261" y="2882"/>
                </a:lnTo>
                <a:lnTo>
                  <a:pt x="255" y="2863"/>
                </a:lnTo>
                <a:lnTo>
                  <a:pt x="252" y="2854"/>
                </a:lnTo>
                <a:lnTo>
                  <a:pt x="249" y="2845"/>
                </a:lnTo>
                <a:lnTo>
                  <a:pt x="246" y="2836"/>
                </a:lnTo>
                <a:lnTo>
                  <a:pt x="244" y="2827"/>
                </a:lnTo>
                <a:lnTo>
                  <a:pt x="241" y="2818"/>
                </a:lnTo>
                <a:lnTo>
                  <a:pt x="239" y="2808"/>
                </a:lnTo>
                <a:lnTo>
                  <a:pt x="236" y="2799"/>
                </a:lnTo>
                <a:lnTo>
                  <a:pt x="234" y="2790"/>
                </a:lnTo>
                <a:lnTo>
                  <a:pt x="232" y="2781"/>
                </a:lnTo>
                <a:lnTo>
                  <a:pt x="230" y="2772"/>
                </a:lnTo>
                <a:lnTo>
                  <a:pt x="228" y="2763"/>
                </a:lnTo>
                <a:lnTo>
                  <a:pt x="226" y="2754"/>
                </a:lnTo>
                <a:lnTo>
                  <a:pt x="225" y="2745"/>
                </a:lnTo>
                <a:lnTo>
                  <a:pt x="223" y="2735"/>
                </a:lnTo>
                <a:lnTo>
                  <a:pt x="222" y="2726"/>
                </a:lnTo>
                <a:lnTo>
                  <a:pt x="220" y="2717"/>
                </a:lnTo>
                <a:lnTo>
                  <a:pt x="219" y="2708"/>
                </a:lnTo>
                <a:lnTo>
                  <a:pt x="217" y="2690"/>
                </a:lnTo>
                <a:lnTo>
                  <a:pt x="216" y="2680"/>
                </a:lnTo>
                <a:lnTo>
                  <a:pt x="215" y="2671"/>
                </a:lnTo>
                <a:lnTo>
                  <a:pt x="214" y="2662"/>
                </a:lnTo>
                <a:lnTo>
                  <a:pt x="214" y="2653"/>
                </a:lnTo>
                <a:lnTo>
                  <a:pt x="213" y="2644"/>
                </a:lnTo>
                <a:lnTo>
                  <a:pt x="212" y="2635"/>
                </a:lnTo>
                <a:lnTo>
                  <a:pt x="211" y="2626"/>
                </a:lnTo>
                <a:lnTo>
                  <a:pt x="211" y="2617"/>
                </a:lnTo>
                <a:lnTo>
                  <a:pt x="210" y="2607"/>
                </a:lnTo>
                <a:lnTo>
                  <a:pt x="209" y="2589"/>
                </a:lnTo>
                <a:lnTo>
                  <a:pt x="209" y="2580"/>
                </a:lnTo>
                <a:lnTo>
                  <a:pt x="208" y="2571"/>
                </a:lnTo>
                <a:lnTo>
                  <a:pt x="207" y="2562"/>
                </a:lnTo>
                <a:lnTo>
                  <a:pt x="207" y="2552"/>
                </a:lnTo>
                <a:lnTo>
                  <a:pt x="206" y="2543"/>
                </a:lnTo>
                <a:lnTo>
                  <a:pt x="205" y="2534"/>
                </a:lnTo>
                <a:lnTo>
                  <a:pt x="205" y="2525"/>
                </a:lnTo>
                <a:lnTo>
                  <a:pt x="204" y="2516"/>
                </a:lnTo>
                <a:lnTo>
                  <a:pt x="203" y="2507"/>
                </a:lnTo>
                <a:lnTo>
                  <a:pt x="202" y="2498"/>
                </a:lnTo>
                <a:lnTo>
                  <a:pt x="201" y="2488"/>
                </a:lnTo>
                <a:lnTo>
                  <a:pt x="200" y="2479"/>
                </a:lnTo>
                <a:lnTo>
                  <a:pt x="199" y="2470"/>
                </a:lnTo>
                <a:lnTo>
                  <a:pt x="198" y="2461"/>
                </a:lnTo>
                <a:lnTo>
                  <a:pt x="197" y="2452"/>
                </a:lnTo>
                <a:lnTo>
                  <a:pt x="195" y="2443"/>
                </a:lnTo>
                <a:lnTo>
                  <a:pt x="194" y="2434"/>
                </a:lnTo>
                <a:lnTo>
                  <a:pt x="191" y="2415"/>
                </a:lnTo>
                <a:lnTo>
                  <a:pt x="189" y="2406"/>
                </a:lnTo>
                <a:lnTo>
                  <a:pt x="187" y="2397"/>
                </a:lnTo>
                <a:lnTo>
                  <a:pt x="185" y="2388"/>
                </a:lnTo>
                <a:lnTo>
                  <a:pt x="181" y="2370"/>
                </a:lnTo>
                <a:lnTo>
                  <a:pt x="179" y="2360"/>
                </a:lnTo>
                <a:lnTo>
                  <a:pt x="174" y="2342"/>
                </a:lnTo>
                <a:lnTo>
                  <a:pt x="172" y="2333"/>
                </a:lnTo>
                <a:lnTo>
                  <a:pt x="169" y="2324"/>
                </a:lnTo>
                <a:lnTo>
                  <a:pt x="166" y="2315"/>
                </a:lnTo>
                <a:lnTo>
                  <a:pt x="161" y="2296"/>
                </a:lnTo>
                <a:lnTo>
                  <a:pt x="158" y="2287"/>
                </a:lnTo>
                <a:lnTo>
                  <a:pt x="155" y="2278"/>
                </a:lnTo>
                <a:lnTo>
                  <a:pt x="152" y="2269"/>
                </a:lnTo>
                <a:lnTo>
                  <a:pt x="149" y="2260"/>
                </a:lnTo>
                <a:lnTo>
                  <a:pt x="143" y="2242"/>
                </a:lnTo>
                <a:lnTo>
                  <a:pt x="140" y="2232"/>
                </a:lnTo>
                <a:lnTo>
                  <a:pt x="137" y="2223"/>
                </a:lnTo>
                <a:lnTo>
                  <a:pt x="134" y="2214"/>
                </a:lnTo>
                <a:lnTo>
                  <a:pt x="131" y="2205"/>
                </a:lnTo>
                <a:lnTo>
                  <a:pt x="127" y="2196"/>
                </a:lnTo>
                <a:lnTo>
                  <a:pt x="124" y="2187"/>
                </a:lnTo>
                <a:lnTo>
                  <a:pt x="118" y="2168"/>
                </a:lnTo>
                <a:lnTo>
                  <a:pt x="115" y="2159"/>
                </a:lnTo>
                <a:lnTo>
                  <a:pt x="110" y="2141"/>
                </a:lnTo>
                <a:lnTo>
                  <a:pt x="107" y="2132"/>
                </a:lnTo>
                <a:lnTo>
                  <a:pt x="104" y="2123"/>
                </a:lnTo>
                <a:lnTo>
                  <a:pt x="101" y="2113"/>
                </a:lnTo>
                <a:lnTo>
                  <a:pt x="99" y="2104"/>
                </a:lnTo>
                <a:lnTo>
                  <a:pt x="96" y="2095"/>
                </a:lnTo>
                <a:lnTo>
                  <a:pt x="93" y="2086"/>
                </a:lnTo>
                <a:lnTo>
                  <a:pt x="89" y="2068"/>
                </a:lnTo>
                <a:lnTo>
                  <a:pt x="86" y="2059"/>
                </a:lnTo>
                <a:lnTo>
                  <a:pt x="84" y="2049"/>
                </a:lnTo>
                <a:lnTo>
                  <a:pt x="82" y="2040"/>
                </a:lnTo>
                <a:lnTo>
                  <a:pt x="80" y="2031"/>
                </a:lnTo>
                <a:lnTo>
                  <a:pt x="78" y="2022"/>
                </a:lnTo>
                <a:lnTo>
                  <a:pt x="76" y="2013"/>
                </a:lnTo>
                <a:lnTo>
                  <a:pt x="75" y="2004"/>
                </a:lnTo>
                <a:lnTo>
                  <a:pt x="73" y="1995"/>
                </a:lnTo>
                <a:lnTo>
                  <a:pt x="71" y="1985"/>
                </a:lnTo>
                <a:lnTo>
                  <a:pt x="70" y="1976"/>
                </a:lnTo>
                <a:lnTo>
                  <a:pt x="69" y="1967"/>
                </a:lnTo>
                <a:lnTo>
                  <a:pt x="67" y="1958"/>
                </a:lnTo>
                <a:lnTo>
                  <a:pt x="66" y="1949"/>
                </a:lnTo>
                <a:lnTo>
                  <a:pt x="65" y="1940"/>
                </a:lnTo>
                <a:lnTo>
                  <a:pt x="64" y="1931"/>
                </a:lnTo>
                <a:lnTo>
                  <a:pt x="63" y="1921"/>
                </a:lnTo>
                <a:lnTo>
                  <a:pt x="62" y="1912"/>
                </a:lnTo>
                <a:lnTo>
                  <a:pt x="61" y="1903"/>
                </a:lnTo>
                <a:lnTo>
                  <a:pt x="60" y="1894"/>
                </a:lnTo>
                <a:lnTo>
                  <a:pt x="59" y="1885"/>
                </a:lnTo>
                <a:lnTo>
                  <a:pt x="58" y="1876"/>
                </a:lnTo>
                <a:lnTo>
                  <a:pt x="58" y="1867"/>
                </a:lnTo>
                <a:lnTo>
                  <a:pt x="57" y="1857"/>
                </a:lnTo>
                <a:lnTo>
                  <a:pt x="57" y="1848"/>
                </a:lnTo>
                <a:lnTo>
                  <a:pt x="56" y="1839"/>
                </a:lnTo>
                <a:lnTo>
                  <a:pt x="56" y="1830"/>
                </a:lnTo>
                <a:lnTo>
                  <a:pt x="55" y="1821"/>
                </a:lnTo>
                <a:lnTo>
                  <a:pt x="55" y="1812"/>
                </a:lnTo>
                <a:lnTo>
                  <a:pt x="54" y="1793"/>
                </a:lnTo>
                <a:lnTo>
                  <a:pt x="54" y="1784"/>
                </a:lnTo>
                <a:lnTo>
                  <a:pt x="53" y="1775"/>
                </a:lnTo>
                <a:lnTo>
                  <a:pt x="53" y="1766"/>
                </a:lnTo>
                <a:lnTo>
                  <a:pt x="52" y="1748"/>
                </a:lnTo>
                <a:lnTo>
                  <a:pt x="52" y="1738"/>
                </a:lnTo>
                <a:lnTo>
                  <a:pt x="52" y="1720"/>
                </a:lnTo>
                <a:lnTo>
                  <a:pt x="51" y="1711"/>
                </a:lnTo>
                <a:lnTo>
                  <a:pt x="51" y="1693"/>
                </a:lnTo>
                <a:lnTo>
                  <a:pt x="50" y="1684"/>
                </a:lnTo>
                <a:lnTo>
                  <a:pt x="50" y="1675"/>
                </a:lnTo>
                <a:lnTo>
                  <a:pt x="50" y="1665"/>
                </a:lnTo>
                <a:lnTo>
                  <a:pt x="49" y="1656"/>
                </a:lnTo>
                <a:lnTo>
                  <a:pt x="49" y="1647"/>
                </a:lnTo>
                <a:lnTo>
                  <a:pt x="49" y="1638"/>
                </a:lnTo>
                <a:lnTo>
                  <a:pt x="48" y="1629"/>
                </a:lnTo>
                <a:lnTo>
                  <a:pt x="48" y="1620"/>
                </a:lnTo>
                <a:lnTo>
                  <a:pt x="47" y="1610"/>
                </a:lnTo>
                <a:lnTo>
                  <a:pt x="47" y="1601"/>
                </a:lnTo>
                <a:lnTo>
                  <a:pt x="47" y="1592"/>
                </a:lnTo>
                <a:lnTo>
                  <a:pt x="46" y="1574"/>
                </a:lnTo>
                <a:lnTo>
                  <a:pt x="45" y="1565"/>
                </a:lnTo>
                <a:lnTo>
                  <a:pt x="44" y="1546"/>
                </a:lnTo>
                <a:lnTo>
                  <a:pt x="43" y="1537"/>
                </a:lnTo>
                <a:lnTo>
                  <a:pt x="42" y="1519"/>
                </a:lnTo>
                <a:lnTo>
                  <a:pt x="41" y="1510"/>
                </a:lnTo>
                <a:lnTo>
                  <a:pt x="41" y="1501"/>
                </a:lnTo>
                <a:lnTo>
                  <a:pt x="40" y="1491"/>
                </a:lnTo>
                <a:lnTo>
                  <a:pt x="39" y="1482"/>
                </a:lnTo>
                <a:lnTo>
                  <a:pt x="38" y="1473"/>
                </a:lnTo>
                <a:lnTo>
                  <a:pt x="38" y="1464"/>
                </a:lnTo>
                <a:lnTo>
                  <a:pt x="36" y="1446"/>
                </a:lnTo>
                <a:lnTo>
                  <a:pt x="35" y="1437"/>
                </a:lnTo>
                <a:lnTo>
                  <a:pt x="33" y="1417"/>
                </a:lnTo>
                <a:lnTo>
                  <a:pt x="32" y="1408"/>
                </a:lnTo>
                <a:lnTo>
                  <a:pt x="32" y="1399"/>
                </a:lnTo>
                <a:lnTo>
                  <a:pt x="31" y="1390"/>
                </a:lnTo>
                <a:lnTo>
                  <a:pt x="30" y="1381"/>
                </a:lnTo>
                <a:lnTo>
                  <a:pt x="29" y="1372"/>
                </a:lnTo>
                <a:lnTo>
                  <a:pt x="28" y="1362"/>
                </a:lnTo>
                <a:lnTo>
                  <a:pt x="27" y="1353"/>
                </a:lnTo>
                <a:lnTo>
                  <a:pt x="26" y="1344"/>
                </a:lnTo>
                <a:lnTo>
                  <a:pt x="25" y="1335"/>
                </a:lnTo>
                <a:lnTo>
                  <a:pt x="24" y="1326"/>
                </a:lnTo>
                <a:lnTo>
                  <a:pt x="23" y="1317"/>
                </a:lnTo>
                <a:lnTo>
                  <a:pt x="22" y="1299"/>
                </a:lnTo>
                <a:lnTo>
                  <a:pt x="21" y="1289"/>
                </a:lnTo>
                <a:lnTo>
                  <a:pt x="19" y="1271"/>
                </a:lnTo>
                <a:lnTo>
                  <a:pt x="18" y="1262"/>
                </a:lnTo>
                <a:lnTo>
                  <a:pt x="17" y="1244"/>
                </a:lnTo>
                <a:lnTo>
                  <a:pt x="16" y="1234"/>
                </a:lnTo>
                <a:lnTo>
                  <a:pt x="15" y="1225"/>
                </a:lnTo>
                <a:lnTo>
                  <a:pt x="14" y="1216"/>
                </a:lnTo>
                <a:lnTo>
                  <a:pt x="13" y="1198"/>
                </a:lnTo>
                <a:lnTo>
                  <a:pt x="12" y="1189"/>
                </a:lnTo>
                <a:lnTo>
                  <a:pt x="11" y="1171"/>
                </a:lnTo>
                <a:lnTo>
                  <a:pt x="11" y="1161"/>
                </a:lnTo>
                <a:lnTo>
                  <a:pt x="10" y="1152"/>
                </a:lnTo>
                <a:lnTo>
                  <a:pt x="9" y="1143"/>
                </a:lnTo>
                <a:lnTo>
                  <a:pt x="9" y="1134"/>
                </a:lnTo>
                <a:lnTo>
                  <a:pt x="8" y="1125"/>
                </a:lnTo>
                <a:lnTo>
                  <a:pt x="8" y="1116"/>
                </a:lnTo>
                <a:lnTo>
                  <a:pt x="7" y="1106"/>
                </a:lnTo>
                <a:lnTo>
                  <a:pt x="7" y="1097"/>
                </a:lnTo>
                <a:lnTo>
                  <a:pt x="6" y="1088"/>
                </a:lnTo>
                <a:lnTo>
                  <a:pt x="5" y="1070"/>
                </a:lnTo>
                <a:lnTo>
                  <a:pt x="5" y="1061"/>
                </a:lnTo>
                <a:lnTo>
                  <a:pt x="5" y="1052"/>
                </a:lnTo>
                <a:lnTo>
                  <a:pt x="4" y="1042"/>
                </a:lnTo>
                <a:lnTo>
                  <a:pt x="4" y="1033"/>
                </a:lnTo>
                <a:lnTo>
                  <a:pt x="4" y="1024"/>
                </a:lnTo>
                <a:lnTo>
                  <a:pt x="3" y="1015"/>
                </a:lnTo>
                <a:lnTo>
                  <a:pt x="3" y="997"/>
                </a:lnTo>
                <a:lnTo>
                  <a:pt x="3" y="988"/>
                </a:lnTo>
                <a:lnTo>
                  <a:pt x="2" y="969"/>
                </a:lnTo>
                <a:lnTo>
                  <a:pt x="2" y="960"/>
                </a:lnTo>
                <a:lnTo>
                  <a:pt x="2" y="951"/>
                </a:lnTo>
                <a:lnTo>
                  <a:pt x="2" y="942"/>
                </a:lnTo>
                <a:lnTo>
                  <a:pt x="1" y="924"/>
                </a:lnTo>
                <a:lnTo>
                  <a:pt x="1" y="914"/>
                </a:lnTo>
                <a:lnTo>
                  <a:pt x="1" y="896"/>
                </a:lnTo>
                <a:lnTo>
                  <a:pt x="1" y="887"/>
                </a:lnTo>
                <a:lnTo>
                  <a:pt x="1" y="878"/>
                </a:lnTo>
                <a:lnTo>
                  <a:pt x="1" y="869"/>
                </a:lnTo>
                <a:lnTo>
                  <a:pt x="1" y="859"/>
                </a:lnTo>
                <a:lnTo>
                  <a:pt x="0" y="850"/>
                </a:lnTo>
                <a:lnTo>
                  <a:pt x="0" y="841"/>
                </a:lnTo>
                <a:lnTo>
                  <a:pt x="0" y="832"/>
                </a:lnTo>
                <a:lnTo>
                  <a:pt x="0" y="823"/>
                </a:lnTo>
                <a:lnTo>
                  <a:pt x="0" y="814"/>
                </a:lnTo>
                <a:lnTo>
                  <a:pt x="0" y="786"/>
                </a:lnTo>
                <a:lnTo>
                  <a:pt x="0" y="777"/>
                </a:lnTo>
                <a:lnTo>
                  <a:pt x="0" y="704"/>
                </a:lnTo>
                <a:lnTo>
                  <a:pt x="0" y="695"/>
                </a:lnTo>
                <a:lnTo>
                  <a:pt x="0" y="667"/>
                </a:lnTo>
                <a:lnTo>
                  <a:pt x="0" y="658"/>
                </a:lnTo>
                <a:lnTo>
                  <a:pt x="0" y="640"/>
                </a:lnTo>
                <a:lnTo>
                  <a:pt x="0" y="631"/>
                </a:lnTo>
                <a:lnTo>
                  <a:pt x="0" y="622"/>
                </a:lnTo>
                <a:lnTo>
                  <a:pt x="1" y="613"/>
                </a:lnTo>
                <a:lnTo>
                  <a:pt x="1" y="603"/>
                </a:lnTo>
                <a:lnTo>
                  <a:pt x="1" y="594"/>
                </a:lnTo>
                <a:lnTo>
                  <a:pt x="1" y="585"/>
                </a:lnTo>
                <a:lnTo>
                  <a:pt x="1" y="576"/>
                </a:lnTo>
                <a:lnTo>
                  <a:pt x="1" y="567"/>
                </a:lnTo>
                <a:lnTo>
                  <a:pt x="1" y="549"/>
                </a:lnTo>
                <a:lnTo>
                  <a:pt x="1" y="539"/>
                </a:lnTo>
                <a:lnTo>
                  <a:pt x="2" y="521"/>
                </a:lnTo>
                <a:lnTo>
                  <a:pt x="2" y="512"/>
                </a:lnTo>
                <a:lnTo>
                  <a:pt x="2" y="503"/>
                </a:lnTo>
                <a:lnTo>
                  <a:pt x="2" y="494"/>
                </a:lnTo>
                <a:lnTo>
                  <a:pt x="3" y="485"/>
                </a:lnTo>
                <a:lnTo>
                  <a:pt x="3" y="475"/>
                </a:lnTo>
                <a:lnTo>
                  <a:pt x="3" y="466"/>
                </a:lnTo>
                <a:lnTo>
                  <a:pt x="3" y="448"/>
                </a:lnTo>
                <a:lnTo>
                  <a:pt x="4" y="439"/>
                </a:lnTo>
                <a:lnTo>
                  <a:pt x="4" y="430"/>
                </a:lnTo>
                <a:lnTo>
                  <a:pt x="4" y="420"/>
                </a:lnTo>
                <a:lnTo>
                  <a:pt x="5" y="402"/>
                </a:lnTo>
                <a:lnTo>
                  <a:pt x="5" y="393"/>
                </a:lnTo>
                <a:lnTo>
                  <a:pt x="6" y="384"/>
                </a:lnTo>
                <a:lnTo>
                  <a:pt x="6" y="375"/>
                </a:lnTo>
                <a:lnTo>
                  <a:pt x="6" y="366"/>
                </a:lnTo>
                <a:lnTo>
                  <a:pt x="7" y="347"/>
                </a:lnTo>
                <a:lnTo>
                  <a:pt x="7" y="338"/>
                </a:lnTo>
                <a:lnTo>
                  <a:pt x="8" y="329"/>
                </a:lnTo>
                <a:lnTo>
                  <a:pt x="8" y="320"/>
                </a:lnTo>
                <a:lnTo>
                  <a:pt x="9" y="302"/>
                </a:lnTo>
                <a:lnTo>
                  <a:pt x="10" y="292"/>
                </a:lnTo>
                <a:lnTo>
                  <a:pt x="11" y="274"/>
                </a:lnTo>
                <a:lnTo>
                  <a:pt x="11" y="265"/>
                </a:lnTo>
                <a:lnTo>
                  <a:pt x="11" y="256"/>
                </a:lnTo>
                <a:lnTo>
                  <a:pt x="12" y="247"/>
                </a:lnTo>
                <a:lnTo>
                  <a:pt x="12" y="238"/>
                </a:lnTo>
                <a:lnTo>
                  <a:pt x="13" y="229"/>
                </a:lnTo>
                <a:lnTo>
                  <a:pt x="13" y="219"/>
                </a:lnTo>
                <a:lnTo>
                  <a:pt x="14" y="210"/>
                </a:lnTo>
                <a:lnTo>
                  <a:pt x="14" y="201"/>
                </a:lnTo>
                <a:lnTo>
                  <a:pt x="15" y="192"/>
                </a:lnTo>
                <a:lnTo>
                  <a:pt x="15" y="174"/>
                </a:lnTo>
                <a:lnTo>
                  <a:pt x="16" y="164"/>
                </a:lnTo>
                <a:lnTo>
                  <a:pt x="16" y="155"/>
                </a:lnTo>
                <a:lnTo>
                  <a:pt x="17" y="146"/>
                </a:lnTo>
                <a:lnTo>
                  <a:pt x="18" y="128"/>
                </a:lnTo>
                <a:lnTo>
                  <a:pt x="18" y="119"/>
                </a:lnTo>
                <a:lnTo>
                  <a:pt x="18" y="110"/>
                </a:lnTo>
                <a:lnTo>
                  <a:pt x="19" y="100"/>
                </a:lnTo>
                <a:lnTo>
                  <a:pt x="19" y="91"/>
                </a:lnTo>
                <a:lnTo>
                  <a:pt x="19" y="82"/>
                </a:lnTo>
                <a:lnTo>
                  <a:pt x="19" y="73"/>
                </a:lnTo>
                <a:lnTo>
                  <a:pt x="19" y="64"/>
                </a:lnTo>
                <a:lnTo>
                  <a:pt x="20" y="55"/>
                </a:lnTo>
                <a:lnTo>
                  <a:pt x="20" y="45"/>
                </a:lnTo>
                <a:lnTo>
                  <a:pt x="20" y="27"/>
                </a:lnTo>
                <a:lnTo>
                  <a:pt x="20" y="18"/>
                </a:lnTo>
                <a:lnTo>
                  <a:pt x="20" y="9"/>
                </a:lnTo>
                <a:lnTo>
                  <a:pt x="20" y="0"/>
                </a:lnTo>
                <a:lnTo>
                  <a:pt x="0" y="0"/>
                </a:lnTo>
                <a:lnTo>
                  <a:pt x="0" y="4574"/>
                </a:lnTo>
                <a:lnTo>
                  <a:pt x="79" y="4574"/>
                </a:lnTo>
                <a:close/>
              </a:path>
            </a:pathLst>
          </a:custGeom>
          <a:solidFill>
            <a:srgbClr val="C3E4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" name=""/>
          <p:cNvSpPr/>
          <p:nvPr/>
        </p:nvSpPr>
        <p:spPr>
          <a:xfrm>
            <a:off x="1202040" y="310320"/>
            <a:ext cx="208800" cy="1646640"/>
          </a:xfrm>
          <a:custGeom>
            <a:avLst/>
            <a:gdLst/>
            <a:ahLst/>
            <a:rect l="0" t="0" r="r" b="b"/>
            <a:pathLst>
              <a:path fill="none" w="580" h="4574">
                <a:moveTo>
                  <a:pt x="79" y="4574"/>
                </a:moveTo>
                <a:lnTo>
                  <a:pt x="82" y="4565"/>
                </a:lnTo>
                <a:lnTo>
                  <a:pt x="85" y="4555"/>
                </a:lnTo>
                <a:lnTo>
                  <a:pt x="87" y="4546"/>
                </a:lnTo>
                <a:lnTo>
                  <a:pt x="90" y="4537"/>
                </a:lnTo>
                <a:lnTo>
                  <a:pt x="93" y="4528"/>
                </a:lnTo>
                <a:lnTo>
                  <a:pt x="97" y="4519"/>
                </a:lnTo>
                <a:lnTo>
                  <a:pt x="100" y="4510"/>
                </a:lnTo>
                <a:lnTo>
                  <a:pt x="103" y="4500"/>
                </a:lnTo>
                <a:lnTo>
                  <a:pt x="107" y="4491"/>
                </a:lnTo>
                <a:lnTo>
                  <a:pt x="111" y="4482"/>
                </a:lnTo>
                <a:lnTo>
                  <a:pt x="118" y="4464"/>
                </a:lnTo>
                <a:lnTo>
                  <a:pt x="122" y="4455"/>
                </a:lnTo>
                <a:lnTo>
                  <a:pt x="127" y="4446"/>
                </a:lnTo>
                <a:lnTo>
                  <a:pt x="131" y="4437"/>
                </a:lnTo>
                <a:lnTo>
                  <a:pt x="136" y="4427"/>
                </a:lnTo>
                <a:lnTo>
                  <a:pt x="140" y="4418"/>
                </a:lnTo>
                <a:lnTo>
                  <a:pt x="145" y="4409"/>
                </a:lnTo>
                <a:lnTo>
                  <a:pt x="150" y="4400"/>
                </a:lnTo>
                <a:lnTo>
                  <a:pt x="156" y="4391"/>
                </a:lnTo>
                <a:lnTo>
                  <a:pt x="161" y="4382"/>
                </a:lnTo>
                <a:lnTo>
                  <a:pt x="167" y="4372"/>
                </a:lnTo>
                <a:lnTo>
                  <a:pt x="172" y="4363"/>
                </a:lnTo>
                <a:lnTo>
                  <a:pt x="179" y="4354"/>
                </a:lnTo>
                <a:lnTo>
                  <a:pt x="185" y="4345"/>
                </a:lnTo>
                <a:lnTo>
                  <a:pt x="191" y="4336"/>
                </a:lnTo>
                <a:lnTo>
                  <a:pt x="198" y="4327"/>
                </a:lnTo>
                <a:lnTo>
                  <a:pt x="204" y="4318"/>
                </a:lnTo>
                <a:lnTo>
                  <a:pt x="211" y="4308"/>
                </a:lnTo>
                <a:lnTo>
                  <a:pt x="218" y="4299"/>
                </a:lnTo>
                <a:lnTo>
                  <a:pt x="226" y="4290"/>
                </a:lnTo>
                <a:lnTo>
                  <a:pt x="233" y="4281"/>
                </a:lnTo>
                <a:lnTo>
                  <a:pt x="241" y="4272"/>
                </a:lnTo>
                <a:lnTo>
                  <a:pt x="249" y="4263"/>
                </a:lnTo>
                <a:lnTo>
                  <a:pt x="257" y="4253"/>
                </a:lnTo>
                <a:lnTo>
                  <a:pt x="265" y="4244"/>
                </a:lnTo>
                <a:lnTo>
                  <a:pt x="273" y="4235"/>
                </a:lnTo>
                <a:lnTo>
                  <a:pt x="282" y="4226"/>
                </a:lnTo>
                <a:lnTo>
                  <a:pt x="290" y="4217"/>
                </a:lnTo>
                <a:lnTo>
                  <a:pt x="299" y="4208"/>
                </a:lnTo>
                <a:lnTo>
                  <a:pt x="316" y="4190"/>
                </a:lnTo>
                <a:lnTo>
                  <a:pt x="325" y="4180"/>
                </a:lnTo>
                <a:lnTo>
                  <a:pt x="334" y="4171"/>
                </a:lnTo>
                <a:lnTo>
                  <a:pt x="343" y="4162"/>
                </a:lnTo>
                <a:lnTo>
                  <a:pt x="351" y="4153"/>
                </a:lnTo>
                <a:lnTo>
                  <a:pt x="360" y="4144"/>
                </a:lnTo>
                <a:lnTo>
                  <a:pt x="369" y="4135"/>
                </a:lnTo>
                <a:lnTo>
                  <a:pt x="378" y="4125"/>
                </a:lnTo>
                <a:lnTo>
                  <a:pt x="387" y="4116"/>
                </a:lnTo>
                <a:lnTo>
                  <a:pt x="395" y="4107"/>
                </a:lnTo>
                <a:lnTo>
                  <a:pt x="412" y="4089"/>
                </a:lnTo>
                <a:lnTo>
                  <a:pt x="422" y="4080"/>
                </a:lnTo>
                <a:lnTo>
                  <a:pt x="438" y="4062"/>
                </a:lnTo>
                <a:lnTo>
                  <a:pt x="446" y="4052"/>
                </a:lnTo>
                <a:lnTo>
                  <a:pt x="454" y="4043"/>
                </a:lnTo>
                <a:lnTo>
                  <a:pt x="461" y="4034"/>
                </a:lnTo>
                <a:lnTo>
                  <a:pt x="469" y="4025"/>
                </a:lnTo>
                <a:lnTo>
                  <a:pt x="476" y="4016"/>
                </a:lnTo>
                <a:lnTo>
                  <a:pt x="483" y="4007"/>
                </a:lnTo>
                <a:lnTo>
                  <a:pt x="489" y="3997"/>
                </a:lnTo>
                <a:lnTo>
                  <a:pt x="496" y="3988"/>
                </a:lnTo>
                <a:lnTo>
                  <a:pt x="502" y="3979"/>
                </a:lnTo>
                <a:lnTo>
                  <a:pt x="508" y="3970"/>
                </a:lnTo>
                <a:lnTo>
                  <a:pt x="514" y="3961"/>
                </a:lnTo>
                <a:lnTo>
                  <a:pt x="519" y="3952"/>
                </a:lnTo>
                <a:lnTo>
                  <a:pt x="525" y="3943"/>
                </a:lnTo>
                <a:lnTo>
                  <a:pt x="529" y="3933"/>
                </a:lnTo>
                <a:lnTo>
                  <a:pt x="534" y="3924"/>
                </a:lnTo>
                <a:lnTo>
                  <a:pt x="538" y="3915"/>
                </a:lnTo>
                <a:lnTo>
                  <a:pt x="543" y="3906"/>
                </a:lnTo>
                <a:lnTo>
                  <a:pt x="546" y="3897"/>
                </a:lnTo>
                <a:lnTo>
                  <a:pt x="550" y="3888"/>
                </a:lnTo>
                <a:lnTo>
                  <a:pt x="554" y="3879"/>
                </a:lnTo>
                <a:lnTo>
                  <a:pt x="557" y="3869"/>
                </a:lnTo>
                <a:lnTo>
                  <a:pt x="560" y="3860"/>
                </a:lnTo>
                <a:lnTo>
                  <a:pt x="562" y="3851"/>
                </a:lnTo>
                <a:lnTo>
                  <a:pt x="565" y="3842"/>
                </a:lnTo>
                <a:lnTo>
                  <a:pt x="567" y="3833"/>
                </a:lnTo>
                <a:lnTo>
                  <a:pt x="569" y="3824"/>
                </a:lnTo>
                <a:lnTo>
                  <a:pt x="571" y="3815"/>
                </a:lnTo>
                <a:lnTo>
                  <a:pt x="572" y="3805"/>
                </a:lnTo>
                <a:lnTo>
                  <a:pt x="575" y="3787"/>
                </a:lnTo>
                <a:lnTo>
                  <a:pt x="576" y="3778"/>
                </a:lnTo>
                <a:lnTo>
                  <a:pt x="577" y="3769"/>
                </a:lnTo>
                <a:lnTo>
                  <a:pt x="578" y="3760"/>
                </a:lnTo>
                <a:lnTo>
                  <a:pt x="579" y="3741"/>
                </a:lnTo>
                <a:lnTo>
                  <a:pt x="579" y="3732"/>
                </a:lnTo>
                <a:lnTo>
                  <a:pt x="580" y="3723"/>
                </a:lnTo>
                <a:lnTo>
                  <a:pt x="580" y="3705"/>
                </a:lnTo>
                <a:lnTo>
                  <a:pt x="579" y="3687"/>
                </a:lnTo>
                <a:lnTo>
                  <a:pt x="579" y="3677"/>
                </a:lnTo>
                <a:lnTo>
                  <a:pt x="578" y="3668"/>
                </a:lnTo>
                <a:lnTo>
                  <a:pt x="578" y="3659"/>
                </a:lnTo>
                <a:lnTo>
                  <a:pt x="577" y="3650"/>
                </a:lnTo>
                <a:lnTo>
                  <a:pt x="577" y="3641"/>
                </a:lnTo>
                <a:lnTo>
                  <a:pt x="576" y="3632"/>
                </a:lnTo>
                <a:lnTo>
                  <a:pt x="574" y="3613"/>
                </a:lnTo>
                <a:lnTo>
                  <a:pt x="573" y="3604"/>
                </a:lnTo>
                <a:lnTo>
                  <a:pt x="572" y="3595"/>
                </a:lnTo>
                <a:lnTo>
                  <a:pt x="570" y="3586"/>
                </a:lnTo>
                <a:lnTo>
                  <a:pt x="569" y="3577"/>
                </a:lnTo>
                <a:lnTo>
                  <a:pt x="568" y="3568"/>
                </a:lnTo>
                <a:lnTo>
                  <a:pt x="566" y="3558"/>
                </a:lnTo>
                <a:lnTo>
                  <a:pt x="563" y="3540"/>
                </a:lnTo>
                <a:lnTo>
                  <a:pt x="561" y="3531"/>
                </a:lnTo>
                <a:lnTo>
                  <a:pt x="559" y="3522"/>
                </a:lnTo>
                <a:lnTo>
                  <a:pt x="557" y="3513"/>
                </a:lnTo>
                <a:lnTo>
                  <a:pt x="555" y="3504"/>
                </a:lnTo>
                <a:lnTo>
                  <a:pt x="553" y="3494"/>
                </a:lnTo>
                <a:lnTo>
                  <a:pt x="550" y="3485"/>
                </a:lnTo>
                <a:lnTo>
                  <a:pt x="548" y="3476"/>
                </a:lnTo>
                <a:lnTo>
                  <a:pt x="545" y="3467"/>
                </a:lnTo>
                <a:lnTo>
                  <a:pt x="543" y="3458"/>
                </a:lnTo>
                <a:lnTo>
                  <a:pt x="537" y="3440"/>
                </a:lnTo>
                <a:lnTo>
                  <a:pt x="534" y="3430"/>
                </a:lnTo>
                <a:lnTo>
                  <a:pt x="531" y="3421"/>
                </a:lnTo>
                <a:lnTo>
                  <a:pt x="527" y="3412"/>
                </a:lnTo>
                <a:lnTo>
                  <a:pt x="524" y="3403"/>
                </a:lnTo>
                <a:lnTo>
                  <a:pt x="520" y="3394"/>
                </a:lnTo>
                <a:lnTo>
                  <a:pt x="517" y="3385"/>
                </a:lnTo>
                <a:lnTo>
                  <a:pt x="513" y="3376"/>
                </a:lnTo>
                <a:lnTo>
                  <a:pt x="509" y="3366"/>
                </a:lnTo>
                <a:lnTo>
                  <a:pt x="505" y="3357"/>
                </a:lnTo>
                <a:lnTo>
                  <a:pt x="497" y="3339"/>
                </a:lnTo>
                <a:lnTo>
                  <a:pt x="493" y="3330"/>
                </a:lnTo>
                <a:lnTo>
                  <a:pt x="484" y="3312"/>
                </a:lnTo>
                <a:lnTo>
                  <a:pt x="479" y="3302"/>
                </a:lnTo>
                <a:lnTo>
                  <a:pt x="475" y="3293"/>
                </a:lnTo>
                <a:lnTo>
                  <a:pt x="470" y="3284"/>
                </a:lnTo>
                <a:lnTo>
                  <a:pt x="460" y="3266"/>
                </a:lnTo>
                <a:lnTo>
                  <a:pt x="455" y="3257"/>
                </a:lnTo>
                <a:lnTo>
                  <a:pt x="450" y="3248"/>
                </a:lnTo>
                <a:lnTo>
                  <a:pt x="445" y="3238"/>
                </a:lnTo>
                <a:lnTo>
                  <a:pt x="440" y="3229"/>
                </a:lnTo>
                <a:lnTo>
                  <a:pt x="435" y="3220"/>
                </a:lnTo>
                <a:lnTo>
                  <a:pt x="430" y="3211"/>
                </a:lnTo>
                <a:lnTo>
                  <a:pt x="425" y="3202"/>
                </a:lnTo>
                <a:lnTo>
                  <a:pt x="420" y="3193"/>
                </a:lnTo>
                <a:lnTo>
                  <a:pt x="413" y="3183"/>
                </a:lnTo>
                <a:lnTo>
                  <a:pt x="403" y="3165"/>
                </a:lnTo>
                <a:lnTo>
                  <a:pt x="398" y="3156"/>
                </a:lnTo>
                <a:lnTo>
                  <a:pt x="387" y="3138"/>
                </a:lnTo>
                <a:lnTo>
                  <a:pt x="382" y="3129"/>
                </a:lnTo>
                <a:lnTo>
                  <a:pt x="377" y="3120"/>
                </a:lnTo>
                <a:lnTo>
                  <a:pt x="372" y="3110"/>
                </a:lnTo>
                <a:lnTo>
                  <a:pt x="366" y="3101"/>
                </a:lnTo>
                <a:lnTo>
                  <a:pt x="361" y="3092"/>
                </a:lnTo>
                <a:lnTo>
                  <a:pt x="356" y="3083"/>
                </a:lnTo>
                <a:lnTo>
                  <a:pt x="351" y="3074"/>
                </a:lnTo>
                <a:lnTo>
                  <a:pt x="346" y="3065"/>
                </a:lnTo>
                <a:lnTo>
                  <a:pt x="341" y="3055"/>
                </a:lnTo>
                <a:lnTo>
                  <a:pt x="336" y="3046"/>
                </a:lnTo>
                <a:lnTo>
                  <a:pt x="331" y="3037"/>
                </a:lnTo>
                <a:lnTo>
                  <a:pt x="327" y="3028"/>
                </a:lnTo>
                <a:lnTo>
                  <a:pt x="322" y="3019"/>
                </a:lnTo>
                <a:lnTo>
                  <a:pt x="317" y="3010"/>
                </a:lnTo>
                <a:lnTo>
                  <a:pt x="308" y="2992"/>
                </a:lnTo>
                <a:lnTo>
                  <a:pt x="304" y="2982"/>
                </a:lnTo>
                <a:lnTo>
                  <a:pt x="299" y="2973"/>
                </a:lnTo>
                <a:lnTo>
                  <a:pt x="295" y="2964"/>
                </a:lnTo>
                <a:lnTo>
                  <a:pt x="291" y="2955"/>
                </a:lnTo>
                <a:lnTo>
                  <a:pt x="287" y="2946"/>
                </a:lnTo>
                <a:lnTo>
                  <a:pt x="283" y="2937"/>
                </a:lnTo>
                <a:lnTo>
                  <a:pt x="275" y="2918"/>
                </a:lnTo>
                <a:lnTo>
                  <a:pt x="272" y="2909"/>
                </a:lnTo>
                <a:lnTo>
                  <a:pt x="265" y="2891"/>
                </a:lnTo>
                <a:lnTo>
                  <a:pt x="261" y="2882"/>
                </a:lnTo>
                <a:lnTo>
                  <a:pt x="255" y="2863"/>
                </a:lnTo>
                <a:lnTo>
                  <a:pt x="252" y="2854"/>
                </a:lnTo>
                <a:lnTo>
                  <a:pt x="249" y="2845"/>
                </a:lnTo>
                <a:lnTo>
                  <a:pt x="246" y="2836"/>
                </a:lnTo>
                <a:lnTo>
                  <a:pt x="244" y="2827"/>
                </a:lnTo>
                <a:lnTo>
                  <a:pt x="241" y="2818"/>
                </a:lnTo>
                <a:lnTo>
                  <a:pt x="239" y="2808"/>
                </a:lnTo>
                <a:lnTo>
                  <a:pt x="236" y="2799"/>
                </a:lnTo>
                <a:lnTo>
                  <a:pt x="234" y="2790"/>
                </a:lnTo>
                <a:lnTo>
                  <a:pt x="232" y="2781"/>
                </a:lnTo>
                <a:lnTo>
                  <a:pt x="230" y="2772"/>
                </a:lnTo>
                <a:lnTo>
                  <a:pt x="228" y="2763"/>
                </a:lnTo>
                <a:lnTo>
                  <a:pt x="226" y="2754"/>
                </a:lnTo>
                <a:lnTo>
                  <a:pt x="225" y="2745"/>
                </a:lnTo>
                <a:lnTo>
                  <a:pt x="223" y="2735"/>
                </a:lnTo>
                <a:lnTo>
                  <a:pt x="222" y="2726"/>
                </a:lnTo>
                <a:lnTo>
                  <a:pt x="220" y="2717"/>
                </a:lnTo>
                <a:lnTo>
                  <a:pt x="219" y="2708"/>
                </a:lnTo>
                <a:lnTo>
                  <a:pt x="217" y="2690"/>
                </a:lnTo>
                <a:lnTo>
                  <a:pt x="216" y="2680"/>
                </a:lnTo>
                <a:lnTo>
                  <a:pt x="215" y="2671"/>
                </a:lnTo>
                <a:lnTo>
                  <a:pt x="214" y="2662"/>
                </a:lnTo>
                <a:lnTo>
                  <a:pt x="214" y="2653"/>
                </a:lnTo>
                <a:lnTo>
                  <a:pt x="213" y="2644"/>
                </a:lnTo>
                <a:lnTo>
                  <a:pt x="212" y="2635"/>
                </a:lnTo>
                <a:lnTo>
                  <a:pt x="211" y="2626"/>
                </a:lnTo>
                <a:lnTo>
                  <a:pt x="211" y="2617"/>
                </a:lnTo>
                <a:lnTo>
                  <a:pt x="210" y="2607"/>
                </a:lnTo>
                <a:lnTo>
                  <a:pt x="209" y="2589"/>
                </a:lnTo>
                <a:lnTo>
                  <a:pt x="209" y="2580"/>
                </a:lnTo>
                <a:lnTo>
                  <a:pt x="208" y="2571"/>
                </a:lnTo>
                <a:lnTo>
                  <a:pt x="207" y="2562"/>
                </a:lnTo>
                <a:lnTo>
                  <a:pt x="207" y="2552"/>
                </a:lnTo>
                <a:lnTo>
                  <a:pt x="206" y="2543"/>
                </a:lnTo>
                <a:lnTo>
                  <a:pt x="205" y="2534"/>
                </a:lnTo>
                <a:lnTo>
                  <a:pt x="205" y="2525"/>
                </a:lnTo>
                <a:lnTo>
                  <a:pt x="204" y="2516"/>
                </a:lnTo>
                <a:lnTo>
                  <a:pt x="203" y="2507"/>
                </a:lnTo>
                <a:lnTo>
                  <a:pt x="202" y="2498"/>
                </a:lnTo>
                <a:lnTo>
                  <a:pt x="201" y="2488"/>
                </a:lnTo>
                <a:lnTo>
                  <a:pt x="200" y="2479"/>
                </a:lnTo>
                <a:lnTo>
                  <a:pt x="199" y="2470"/>
                </a:lnTo>
                <a:lnTo>
                  <a:pt x="198" y="2461"/>
                </a:lnTo>
                <a:lnTo>
                  <a:pt x="197" y="2452"/>
                </a:lnTo>
                <a:lnTo>
                  <a:pt x="195" y="2443"/>
                </a:lnTo>
                <a:lnTo>
                  <a:pt x="194" y="2434"/>
                </a:lnTo>
                <a:lnTo>
                  <a:pt x="191" y="2415"/>
                </a:lnTo>
                <a:lnTo>
                  <a:pt x="189" y="2406"/>
                </a:lnTo>
                <a:lnTo>
                  <a:pt x="187" y="2397"/>
                </a:lnTo>
                <a:lnTo>
                  <a:pt x="185" y="2388"/>
                </a:lnTo>
                <a:lnTo>
                  <a:pt x="181" y="2370"/>
                </a:lnTo>
                <a:lnTo>
                  <a:pt x="179" y="2360"/>
                </a:lnTo>
                <a:lnTo>
                  <a:pt x="174" y="2342"/>
                </a:lnTo>
                <a:lnTo>
                  <a:pt x="172" y="2333"/>
                </a:lnTo>
                <a:lnTo>
                  <a:pt x="169" y="2324"/>
                </a:lnTo>
                <a:lnTo>
                  <a:pt x="166" y="2315"/>
                </a:lnTo>
                <a:lnTo>
                  <a:pt x="161" y="2296"/>
                </a:lnTo>
                <a:lnTo>
                  <a:pt x="158" y="2287"/>
                </a:lnTo>
                <a:lnTo>
                  <a:pt x="155" y="2278"/>
                </a:lnTo>
                <a:lnTo>
                  <a:pt x="152" y="2269"/>
                </a:lnTo>
                <a:lnTo>
                  <a:pt x="149" y="2260"/>
                </a:lnTo>
                <a:lnTo>
                  <a:pt x="143" y="2242"/>
                </a:lnTo>
                <a:lnTo>
                  <a:pt x="140" y="2232"/>
                </a:lnTo>
                <a:lnTo>
                  <a:pt x="137" y="2223"/>
                </a:lnTo>
                <a:lnTo>
                  <a:pt x="134" y="2214"/>
                </a:lnTo>
                <a:lnTo>
                  <a:pt x="131" y="2205"/>
                </a:lnTo>
                <a:lnTo>
                  <a:pt x="127" y="2196"/>
                </a:lnTo>
                <a:lnTo>
                  <a:pt x="124" y="2187"/>
                </a:lnTo>
                <a:lnTo>
                  <a:pt x="118" y="2168"/>
                </a:lnTo>
                <a:lnTo>
                  <a:pt x="115" y="2159"/>
                </a:lnTo>
                <a:lnTo>
                  <a:pt x="110" y="2141"/>
                </a:lnTo>
                <a:lnTo>
                  <a:pt x="107" y="2132"/>
                </a:lnTo>
                <a:lnTo>
                  <a:pt x="104" y="2123"/>
                </a:lnTo>
                <a:lnTo>
                  <a:pt x="101" y="2113"/>
                </a:lnTo>
                <a:lnTo>
                  <a:pt x="99" y="2104"/>
                </a:lnTo>
                <a:lnTo>
                  <a:pt x="96" y="2095"/>
                </a:lnTo>
                <a:lnTo>
                  <a:pt x="93" y="2086"/>
                </a:lnTo>
                <a:lnTo>
                  <a:pt x="89" y="2068"/>
                </a:lnTo>
                <a:lnTo>
                  <a:pt x="86" y="2059"/>
                </a:lnTo>
                <a:lnTo>
                  <a:pt x="84" y="2049"/>
                </a:lnTo>
                <a:lnTo>
                  <a:pt x="82" y="2040"/>
                </a:lnTo>
                <a:lnTo>
                  <a:pt x="80" y="2031"/>
                </a:lnTo>
                <a:lnTo>
                  <a:pt x="78" y="2022"/>
                </a:lnTo>
                <a:lnTo>
                  <a:pt x="76" y="2013"/>
                </a:lnTo>
                <a:lnTo>
                  <a:pt x="75" y="2004"/>
                </a:lnTo>
                <a:lnTo>
                  <a:pt x="73" y="1995"/>
                </a:lnTo>
                <a:lnTo>
                  <a:pt x="71" y="1985"/>
                </a:lnTo>
                <a:lnTo>
                  <a:pt x="70" y="1976"/>
                </a:lnTo>
                <a:lnTo>
                  <a:pt x="69" y="1967"/>
                </a:lnTo>
                <a:lnTo>
                  <a:pt x="67" y="1958"/>
                </a:lnTo>
                <a:lnTo>
                  <a:pt x="66" y="1949"/>
                </a:lnTo>
                <a:lnTo>
                  <a:pt x="65" y="1940"/>
                </a:lnTo>
                <a:lnTo>
                  <a:pt x="64" y="1931"/>
                </a:lnTo>
                <a:lnTo>
                  <a:pt x="63" y="1921"/>
                </a:lnTo>
                <a:lnTo>
                  <a:pt x="62" y="1912"/>
                </a:lnTo>
                <a:lnTo>
                  <a:pt x="61" y="1903"/>
                </a:lnTo>
                <a:lnTo>
                  <a:pt x="60" y="1894"/>
                </a:lnTo>
                <a:lnTo>
                  <a:pt x="59" y="1885"/>
                </a:lnTo>
                <a:lnTo>
                  <a:pt x="58" y="1876"/>
                </a:lnTo>
                <a:lnTo>
                  <a:pt x="58" y="1867"/>
                </a:lnTo>
                <a:lnTo>
                  <a:pt x="57" y="1857"/>
                </a:lnTo>
                <a:lnTo>
                  <a:pt x="57" y="1848"/>
                </a:lnTo>
                <a:lnTo>
                  <a:pt x="56" y="1839"/>
                </a:lnTo>
                <a:lnTo>
                  <a:pt x="56" y="1830"/>
                </a:lnTo>
                <a:lnTo>
                  <a:pt x="55" y="1821"/>
                </a:lnTo>
                <a:lnTo>
                  <a:pt x="55" y="1812"/>
                </a:lnTo>
                <a:lnTo>
                  <a:pt x="54" y="1793"/>
                </a:lnTo>
                <a:lnTo>
                  <a:pt x="54" y="1784"/>
                </a:lnTo>
                <a:lnTo>
                  <a:pt x="53" y="1775"/>
                </a:lnTo>
                <a:lnTo>
                  <a:pt x="53" y="1766"/>
                </a:lnTo>
                <a:lnTo>
                  <a:pt x="52" y="1748"/>
                </a:lnTo>
                <a:lnTo>
                  <a:pt x="52" y="1738"/>
                </a:lnTo>
                <a:lnTo>
                  <a:pt x="52" y="1720"/>
                </a:lnTo>
                <a:lnTo>
                  <a:pt x="51" y="1711"/>
                </a:lnTo>
                <a:lnTo>
                  <a:pt x="51" y="1693"/>
                </a:lnTo>
                <a:lnTo>
                  <a:pt x="50" y="1684"/>
                </a:lnTo>
                <a:lnTo>
                  <a:pt x="50" y="1675"/>
                </a:lnTo>
                <a:lnTo>
                  <a:pt x="50" y="1665"/>
                </a:lnTo>
                <a:lnTo>
                  <a:pt x="49" y="1656"/>
                </a:lnTo>
                <a:lnTo>
                  <a:pt x="49" y="1647"/>
                </a:lnTo>
                <a:lnTo>
                  <a:pt x="49" y="1638"/>
                </a:lnTo>
                <a:lnTo>
                  <a:pt x="48" y="1629"/>
                </a:lnTo>
                <a:lnTo>
                  <a:pt x="48" y="1620"/>
                </a:lnTo>
                <a:lnTo>
                  <a:pt x="47" y="1610"/>
                </a:lnTo>
                <a:lnTo>
                  <a:pt x="47" y="1601"/>
                </a:lnTo>
                <a:lnTo>
                  <a:pt x="47" y="1592"/>
                </a:lnTo>
                <a:lnTo>
                  <a:pt x="46" y="1574"/>
                </a:lnTo>
                <a:lnTo>
                  <a:pt x="45" y="1565"/>
                </a:lnTo>
                <a:lnTo>
                  <a:pt x="44" y="1546"/>
                </a:lnTo>
                <a:lnTo>
                  <a:pt x="43" y="1537"/>
                </a:lnTo>
                <a:lnTo>
                  <a:pt x="42" y="1519"/>
                </a:lnTo>
                <a:lnTo>
                  <a:pt x="41" y="1510"/>
                </a:lnTo>
                <a:lnTo>
                  <a:pt x="41" y="1501"/>
                </a:lnTo>
                <a:lnTo>
                  <a:pt x="40" y="1491"/>
                </a:lnTo>
                <a:lnTo>
                  <a:pt x="39" y="1482"/>
                </a:lnTo>
                <a:lnTo>
                  <a:pt x="38" y="1473"/>
                </a:lnTo>
                <a:lnTo>
                  <a:pt x="38" y="1464"/>
                </a:lnTo>
                <a:lnTo>
                  <a:pt x="36" y="1446"/>
                </a:lnTo>
                <a:lnTo>
                  <a:pt x="35" y="1437"/>
                </a:lnTo>
                <a:lnTo>
                  <a:pt x="33" y="1417"/>
                </a:lnTo>
                <a:lnTo>
                  <a:pt x="32" y="1408"/>
                </a:lnTo>
                <a:lnTo>
                  <a:pt x="32" y="1399"/>
                </a:lnTo>
                <a:lnTo>
                  <a:pt x="31" y="1390"/>
                </a:lnTo>
                <a:lnTo>
                  <a:pt x="30" y="1381"/>
                </a:lnTo>
                <a:lnTo>
                  <a:pt x="29" y="1372"/>
                </a:lnTo>
                <a:lnTo>
                  <a:pt x="28" y="1362"/>
                </a:lnTo>
                <a:lnTo>
                  <a:pt x="27" y="1353"/>
                </a:lnTo>
                <a:lnTo>
                  <a:pt x="26" y="1344"/>
                </a:lnTo>
                <a:lnTo>
                  <a:pt x="25" y="1335"/>
                </a:lnTo>
                <a:lnTo>
                  <a:pt x="24" y="1326"/>
                </a:lnTo>
                <a:lnTo>
                  <a:pt x="23" y="1317"/>
                </a:lnTo>
                <a:lnTo>
                  <a:pt x="22" y="1299"/>
                </a:lnTo>
                <a:lnTo>
                  <a:pt x="21" y="1289"/>
                </a:lnTo>
                <a:lnTo>
                  <a:pt x="19" y="1271"/>
                </a:lnTo>
                <a:lnTo>
                  <a:pt x="18" y="1262"/>
                </a:lnTo>
                <a:lnTo>
                  <a:pt x="17" y="1244"/>
                </a:lnTo>
                <a:lnTo>
                  <a:pt x="16" y="1234"/>
                </a:lnTo>
                <a:lnTo>
                  <a:pt x="15" y="1225"/>
                </a:lnTo>
                <a:lnTo>
                  <a:pt x="14" y="1216"/>
                </a:lnTo>
                <a:lnTo>
                  <a:pt x="13" y="1198"/>
                </a:lnTo>
                <a:lnTo>
                  <a:pt x="12" y="1189"/>
                </a:lnTo>
                <a:lnTo>
                  <a:pt x="11" y="1171"/>
                </a:lnTo>
                <a:lnTo>
                  <a:pt x="11" y="1161"/>
                </a:lnTo>
                <a:lnTo>
                  <a:pt x="10" y="1152"/>
                </a:lnTo>
                <a:lnTo>
                  <a:pt x="9" y="1143"/>
                </a:lnTo>
                <a:lnTo>
                  <a:pt x="9" y="1134"/>
                </a:lnTo>
                <a:lnTo>
                  <a:pt x="8" y="1125"/>
                </a:lnTo>
                <a:lnTo>
                  <a:pt x="8" y="1116"/>
                </a:lnTo>
                <a:lnTo>
                  <a:pt x="7" y="1106"/>
                </a:lnTo>
                <a:lnTo>
                  <a:pt x="7" y="1097"/>
                </a:lnTo>
                <a:lnTo>
                  <a:pt x="6" y="1088"/>
                </a:lnTo>
                <a:lnTo>
                  <a:pt x="5" y="1070"/>
                </a:lnTo>
                <a:lnTo>
                  <a:pt x="5" y="1061"/>
                </a:lnTo>
                <a:lnTo>
                  <a:pt x="5" y="1052"/>
                </a:lnTo>
                <a:lnTo>
                  <a:pt x="4" y="1042"/>
                </a:lnTo>
                <a:lnTo>
                  <a:pt x="4" y="1033"/>
                </a:lnTo>
                <a:lnTo>
                  <a:pt x="4" y="1024"/>
                </a:lnTo>
                <a:lnTo>
                  <a:pt x="3" y="1015"/>
                </a:lnTo>
                <a:lnTo>
                  <a:pt x="3" y="997"/>
                </a:lnTo>
                <a:lnTo>
                  <a:pt x="3" y="988"/>
                </a:lnTo>
                <a:lnTo>
                  <a:pt x="2" y="969"/>
                </a:lnTo>
                <a:lnTo>
                  <a:pt x="2" y="960"/>
                </a:lnTo>
                <a:lnTo>
                  <a:pt x="2" y="951"/>
                </a:lnTo>
                <a:lnTo>
                  <a:pt x="2" y="942"/>
                </a:lnTo>
                <a:lnTo>
                  <a:pt x="1" y="924"/>
                </a:lnTo>
                <a:lnTo>
                  <a:pt x="1" y="914"/>
                </a:lnTo>
                <a:lnTo>
                  <a:pt x="1" y="896"/>
                </a:lnTo>
                <a:lnTo>
                  <a:pt x="1" y="887"/>
                </a:lnTo>
                <a:lnTo>
                  <a:pt x="1" y="878"/>
                </a:lnTo>
                <a:lnTo>
                  <a:pt x="1" y="869"/>
                </a:lnTo>
                <a:lnTo>
                  <a:pt x="1" y="859"/>
                </a:lnTo>
                <a:lnTo>
                  <a:pt x="0" y="850"/>
                </a:lnTo>
                <a:lnTo>
                  <a:pt x="0" y="841"/>
                </a:lnTo>
                <a:lnTo>
                  <a:pt x="0" y="832"/>
                </a:lnTo>
                <a:lnTo>
                  <a:pt x="0" y="823"/>
                </a:lnTo>
                <a:lnTo>
                  <a:pt x="0" y="814"/>
                </a:lnTo>
                <a:lnTo>
                  <a:pt x="0" y="786"/>
                </a:lnTo>
                <a:lnTo>
                  <a:pt x="0" y="777"/>
                </a:lnTo>
                <a:lnTo>
                  <a:pt x="0" y="704"/>
                </a:lnTo>
                <a:lnTo>
                  <a:pt x="0" y="695"/>
                </a:lnTo>
                <a:lnTo>
                  <a:pt x="0" y="667"/>
                </a:lnTo>
                <a:lnTo>
                  <a:pt x="0" y="658"/>
                </a:lnTo>
                <a:lnTo>
                  <a:pt x="0" y="640"/>
                </a:lnTo>
                <a:lnTo>
                  <a:pt x="0" y="631"/>
                </a:lnTo>
                <a:lnTo>
                  <a:pt x="0" y="622"/>
                </a:lnTo>
                <a:lnTo>
                  <a:pt x="1" y="613"/>
                </a:lnTo>
                <a:lnTo>
                  <a:pt x="1" y="603"/>
                </a:lnTo>
                <a:lnTo>
                  <a:pt x="1" y="594"/>
                </a:lnTo>
                <a:lnTo>
                  <a:pt x="1" y="585"/>
                </a:lnTo>
                <a:lnTo>
                  <a:pt x="1" y="576"/>
                </a:lnTo>
                <a:lnTo>
                  <a:pt x="1" y="567"/>
                </a:lnTo>
                <a:lnTo>
                  <a:pt x="1" y="549"/>
                </a:lnTo>
                <a:lnTo>
                  <a:pt x="1" y="539"/>
                </a:lnTo>
                <a:lnTo>
                  <a:pt x="2" y="521"/>
                </a:lnTo>
                <a:lnTo>
                  <a:pt x="2" y="512"/>
                </a:lnTo>
                <a:lnTo>
                  <a:pt x="2" y="503"/>
                </a:lnTo>
                <a:lnTo>
                  <a:pt x="2" y="494"/>
                </a:lnTo>
                <a:lnTo>
                  <a:pt x="3" y="485"/>
                </a:lnTo>
                <a:lnTo>
                  <a:pt x="3" y="475"/>
                </a:lnTo>
                <a:lnTo>
                  <a:pt x="3" y="466"/>
                </a:lnTo>
                <a:lnTo>
                  <a:pt x="3" y="448"/>
                </a:lnTo>
                <a:lnTo>
                  <a:pt x="4" y="439"/>
                </a:lnTo>
                <a:lnTo>
                  <a:pt x="4" y="430"/>
                </a:lnTo>
                <a:lnTo>
                  <a:pt x="4" y="420"/>
                </a:lnTo>
                <a:lnTo>
                  <a:pt x="5" y="402"/>
                </a:lnTo>
                <a:lnTo>
                  <a:pt x="5" y="393"/>
                </a:lnTo>
                <a:lnTo>
                  <a:pt x="6" y="384"/>
                </a:lnTo>
                <a:lnTo>
                  <a:pt x="6" y="375"/>
                </a:lnTo>
                <a:lnTo>
                  <a:pt x="6" y="366"/>
                </a:lnTo>
                <a:lnTo>
                  <a:pt x="7" y="347"/>
                </a:lnTo>
                <a:lnTo>
                  <a:pt x="7" y="338"/>
                </a:lnTo>
                <a:lnTo>
                  <a:pt x="8" y="329"/>
                </a:lnTo>
                <a:lnTo>
                  <a:pt x="8" y="320"/>
                </a:lnTo>
                <a:lnTo>
                  <a:pt x="9" y="302"/>
                </a:lnTo>
                <a:lnTo>
                  <a:pt x="10" y="292"/>
                </a:lnTo>
                <a:lnTo>
                  <a:pt x="11" y="274"/>
                </a:lnTo>
                <a:lnTo>
                  <a:pt x="11" y="265"/>
                </a:lnTo>
                <a:lnTo>
                  <a:pt x="11" y="256"/>
                </a:lnTo>
                <a:lnTo>
                  <a:pt x="12" y="247"/>
                </a:lnTo>
                <a:lnTo>
                  <a:pt x="12" y="238"/>
                </a:lnTo>
                <a:lnTo>
                  <a:pt x="13" y="229"/>
                </a:lnTo>
                <a:lnTo>
                  <a:pt x="13" y="219"/>
                </a:lnTo>
                <a:lnTo>
                  <a:pt x="14" y="210"/>
                </a:lnTo>
                <a:lnTo>
                  <a:pt x="14" y="201"/>
                </a:lnTo>
                <a:lnTo>
                  <a:pt x="15" y="192"/>
                </a:lnTo>
                <a:lnTo>
                  <a:pt x="15" y="174"/>
                </a:lnTo>
                <a:lnTo>
                  <a:pt x="16" y="164"/>
                </a:lnTo>
                <a:lnTo>
                  <a:pt x="16" y="155"/>
                </a:lnTo>
                <a:lnTo>
                  <a:pt x="17" y="146"/>
                </a:lnTo>
                <a:lnTo>
                  <a:pt x="18" y="128"/>
                </a:lnTo>
                <a:lnTo>
                  <a:pt x="18" y="119"/>
                </a:lnTo>
                <a:lnTo>
                  <a:pt x="18" y="110"/>
                </a:lnTo>
                <a:lnTo>
                  <a:pt x="19" y="100"/>
                </a:lnTo>
                <a:lnTo>
                  <a:pt x="19" y="91"/>
                </a:lnTo>
                <a:lnTo>
                  <a:pt x="19" y="82"/>
                </a:lnTo>
                <a:lnTo>
                  <a:pt x="19" y="73"/>
                </a:lnTo>
                <a:lnTo>
                  <a:pt x="19" y="64"/>
                </a:lnTo>
                <a:lnTo>
                  <a:pt x="20" y="55"/>
                </a:lnTo>
                <a:lnTo>
                  <a:pt x="20" y="45"/>
                </a:lnTo>
                <a:lnTo>
                  <a:pt x="20" y="27"/>
                </a:lnTo>
                <a:lnTo>
                  <a:pt x="20" y="18"/>
                </a:lnTo>
                <a:lnTo>
                  <a:pt x="20" y="9"/>
                </a:lnTo>
                <a:lnTo>
                  <a:pt x="20" y="0"/>
                </a:lnTo>
              </a:path>
            </a:pathLst>
          </a:custGeom>
          <a:ln w="6480">
            <a:solidFill>
              <a:srgbClr val="2A9D8F"/>
            </a:solidFill>
            <a:bevel/>
          </a:ln>
        </p:spPr>
        <p:txBody>
          <a:bodyPr lIns="3240" tIns="3240" rIns="3240" bIns="324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" name=""/>
          <p:cNvSpPr/>
          <p:nvPr/>
        </p:nvSpPr>
        <p:spPr>
          <a:xfrm>
            <a:off x="705600" y="925920"/>
            <a:ext cx="208800" cy="1023840"/>
          </a:xfrm>
          <a:custGeom>
            <a:avLst/>
            <a:gdLst/>
            <a:ahLst/>
            <a:rect l="0" t="0" r="r" b="b"/>
            <a:pathLst>
              <a:path w="580" h="2844">
                <a:moveTo>
                  <a:pt x="119" y="2844"/>
                </a:moveTo>
                <a:lnTo>
                  <a:pt x="123" y="2833"/>
                </a:lnTo>
                <a:lnTo>
                  <a:pt x="125" y="2827"/>
                </a:lnTo>
                <a:lnTo>
                  <a:pt x="127" y="2821"/>
                </a:lnTo>
                <a:lnTo>
                  <a:pt x="130" y="2816"/>
                </a:lnTo>
                <a:lnTo>
                  <a:pt x="132" y="2810"/>
                </a:lnTo>
                <a:lnTo>
                  <a:pt x="134" y="2804"/>
                </a:lnTo>
                <a:lnTo>
                  <a:pt x="140" y="2787"/>
                </a:lnTo>
                <a:lnTo>
                  <a:pt x="142" y="2781"/>
                </a:lnTo>
                <a:lnTo>
                  <a:pt x="144" y="2776"/>
                </a:lnTo>
                <a:lnTo>
                  <a:pt x="146" y="2770"/>
                </a:lnTo>
                <a:lnTo>
                  <a:pt x="148" y="2764"/>
                </a:lnTo>
                <a:lnTo>
                  <a:pt x="150" y="2759"/>
                </a:lnTo>
                <a:lnTo>
                  <a:pt x="152" y="2753"/>
                </a:lnTo>
                <a:lnTo>
                  <a:pt x="156" y="2742"/>
                </a:lnTo>
                <a:lnTo>
                  <a:pt x="158" y="2736"/>
                </a:lnTo>
                <a:lnTo>
                  <a:pt x="160" y="2730"/>
                </a:lnTo>
                <a:lnTo>
                  <a:pt x="162" y="2725"/>
                </a:lnTo>
                <a:lnTo>
                  <a:pt x="164" y="2719"/>
                </a:lnTo>
                <a:lnTo>
                  <a:pt x="166" y="2713"/>
                </a:lnTo>
                <a:lnTo>
                  <a:pt x="168" y="2708"/>
                </a:lnTo>
                <a:lnTo>
                  <a:pt x="170" y="2702"/>
                </a:lnTo>
                <a:lnTo>
                  <a:pt x="172" y="2696"/>
                </a:lnTo>
                <a:lnTo>
                  <a:pt x="177" y="2685"/>
                </a:lnTo>
                <a:lnTo>
                  <a:pt x="179" y="2679"/>
                </a:lnTo>
                <a:lnTo>
                  <a:pt x="181" y="2673"/>
                </a:lnTo>
                <a:lnTo>
                  <a:pt x="189" y="2656"/>
                </a:lnTo>
                <a:lnTo>
                  <a:pt x="191" y="2651"/>
                </a:lnTo>
                <a:lnTo>
                  <a:pt x="197" y="2639"/>
                </a:lnTo>
                <a:lnTo>
                  <a:pt x="200" y="2634"/>
                </a:lnTo>
                <a:lnTo>
                  <a:pt x="203" y="2628"/>
                </a:lnTo>
                <a:lnTo>
                  <a:pt x="206" y="2622"/>
                </a:lnTo>
                <a:lnTo>
                  <a:pt x="209" y="2617"/>
                </a:lnTo>
                <a:lnTo>
                  <a:pt x="212" y="2611"/>
                </a:lnTo>
                <a:lnTo>
                  <a:pt x="219" y="2599"/>
                </a:lnTo>
                <a:lnTo>
                  <a:pt x="223" y="2594"/>
                </a:lnTo>
                <a:lnTo>
                  <a:pt x="226" y="2588"/>
                </a:lnTo>
                <a:lnTo>
                  <a:pt x="234" y="2577"/>
                </a:lnTo>
                <a:lnTo>
                  <a:pt x="238" y="2571"/>
                </a:lnTo>
                <a:lnTo>
                  <a:pt x="242" y="2565"/>
                </a:lnTo>
                <a:lnTo>
                  <a:pt x="246" y="2560"/>
                </a:lnTo>
                <a:lnTo>
                  <a:pt x="251" y="2554"/>
                </a:lnTo>
                <a:lnTo>
                  <a:pt x="255" y="2548"/>
                </a:lnTo>
                <a:lnTo>
                  <a:pt x="260" y="2543"/>
                </a:lnTo>
                <a:lnTo>
                  <a:pt x="264" y="2537"/>
                </a:lnTo>
                <a:lnTo>
                  <a:pt x="274" y="2526"/>
                </a:lnTo>
                <a:lnTo>
                  <a:pt x="279" y="2520"/>
                </a:lnTo>
                <a:lnTo>
                  <a:pt x="294" y="2503"/>
                </a:lnTo>
                <a:lnTo>
                  <a:pt x="299" y="2497"/>
                </a:lnTo>
                <a:lnTo>
                  <a:pt x="310" y="2486"/>
                </a:lnTo>
                <a:lnTo>
                  <a:pt x="315" y="2480"/>
                </a:lnTo>
                <a:lnTo>
                  <a:pt x="321" y="2474"/>
                </a:lnTo>
                <a:lnTo>
                  <a:pt x="338" y="2457"/>
                </a:lnTo>
                <a:lnTo>
                  <a:pt x="350" y="2446"/>
                </a:lnTo>
                <a:lnTo>
                  <a:pt x="356" y="2440"/>
                </a:lnTo>
                <a:lnTo>
                  <a:pt x="362" y="2434"/>
                </a:lnTo>
                <a:lnTo>
                  <a:pt x="379" y="2418"/>
                </a:lnTo>
                <a:lnTo>
                  <a:pt x="385" y="2412"/>
                </a:lnTo>
                <a:lnTo>
                  <a:pt x="403" y="2395"/>
                </a:lnTo>
                <a:lnTo>
                  <a:pt x="409" y="2389"/>
                </a:lnTo>
                <a:lnTo>
                  <a:pt x="415" y="2383"/>
                </a:lnTo>
                <a:lnTo>
                  <a:pt x="421" y="2378"/>
                </a:lnTo>
                <a:lnTo>
                  <a:pt x="427" y="2372"/>
                </a:lnTo>
                <a:lnTo>
                  <a:pt x="444" y="2355"/>
                </a:lnTo>
                <a:lnTo>
                  <a:pt x="450" y="2349"/>
                </a:lnTo>
                <a:lnTo>
                  <a:pt x="456" y="2344"/>
                </a:lnTo>
                <a:lnTo>
                  <a:pt x="467" y="2332"/>
                </a:lnTo>
                <a:lnTo>
                  <a:pt x="472" y="2326"/>
                </a:lnTo>
                <a:lnTo>
                  <a:pt x="488" y="2309"/>
                </a:lnTo>
                <a:lnTo>
                  <a:pt x="493" y="2304"/>
                </a:lnTo>
                <a:lnTo>
                  <a:pt x="498" y="2298"/>
                </a:lnTo>
                <a:lnTo>
                  <a:pt x="502" y="2292"/>
                </a:lnTo>
                <a:lnTo>
                  <a:pt x="507" y="2287"/>
                </a:lnTo>
                <a:lnTo>
                  <a:pt x="512" y="2281"/>
                </a:lnTo>
                <a:lnTo>
                  <a:pt x="521" y="2270"/>
                </a:lnTo>
                <a:lnTo>
                  <a:pt x="525" y="2264"/>
                </a:lnTo>
                <a:lnTo>
                  <a:pt x="529" y="2258"/>
                </a:lnTo>
                <a:lnTo>
                  <a:pt x="537" y="2247"/>
                </a:lnTo>
                <a:lnTo>
                  <a:pt x="540" y="2241"/>
                </a:lnTo>
                <a:lnTo>
                  <a:pt x="544" y="2236"/>
                </a:lnTo>
                <a:lnTo>
                  <a:pt x="550" y="2224"/>
                </a:lnTo>
                <a:lnTo>
                  <a:pt x="553" y="2218"/>
                </a:lnTo>
                <a:lnTo>
                  <a:pt x="556" y="2213"/>
                </a:lnTo>
                <a:lnTo>
                  <a:pt x="559" y="2207"/>
                </a:lnTo>
                <a:lnTo>
                  <a:pt x="562" y="2201"/>
                </a:lnTo>
                <a:lnTo>
                  <a:pt x="564" y="2196"/>
                </a:lnTo>
                <a:lnTo>
                  <a:pt x="569" y="2184"/>
                </a:lnTo>
                <a:lnTo>
                  <a:pt x="570" y="2179"/>
                </a:lnTo>
                <a:lnTo>
                  <a:pt x="572" y="2173"/>
                </a:lnTo>
                <a:lnTo>
                  <a:pt x="574" y="2167"/>
                </a:lnTo>
                <a:lnTo>
                  <a:pt x="575" y="2162"/>
                </a:lnTo>
                <a:lnTo>
                  <a:pt x="576" y="2156"/>
                </a:lnTo>
                <a:lnTo>
                  <a:pt x="577" y="2150"/>
                </a:lnTo>
                <a:lnTo>
                  <a:pt x="578" y="2145"/>
                </a:lnTo>
                <a:lnTo>
                  <a:pt x="579" y="2139"/>
                </a:lnTo>
                <a:lnTo>
                  <a:pt x="580" y="2133"/>
                </a:lnTo>
                <a:lnTo>
                  <a:pt x="580" y="2122"/>
                </a:lnTo>
                <a:lnTo>
                  <a:pt x="580" y="2110"/>
                </a:lnTo>
                <a:lnTo>
                  <a:pt x="580" y="2105"/>
                </a:lnTo>
                <a:lnTo>
                  <a:pt x="579" y="2093"/>
                </a:lnTo>
                <a:lnTo>
                  <a:pt x="578" y="2088"/>
                </a:lnTo>
                <a:lnTo>
                  <a:pt x="577" y="2082"/>
                </a:lnTo>
                <a:lnTo>
                  <a:pt x="577" y="2076"/>
                </a:lnTo>
                <a:lnTo>
                  <a:pt x="575" y="2071"/>
                </a:lnTo>
                <a:lnTo>
                  <a:pt x="574" y="2065"/>
                </a:lnTo>
                <a:lnTo>
                  <a:pt x="573" y="2059"/>
                </a:lnTo>
                <a:lnTo>
                  <a:pt x="572" y="2054"/>
                </a:lnTo>
                <a:lnTo>
                  <a:pt x="570" y="2048"/>
                </a:lnTo>
                <a:lnTo>
                  <a:pt x="567" y="2037"/>
                </a:lnTo>
                <a:lnTo>
                  <a:pt x="565" y="2031"/>
                </a:lnTo>
                <a:lnTo>
                  <a:pt x="563" y="2025"/>
                </a:lnTo>
                <a:lnTo>
                  <a:pt x="561" y="2019"/>
                </a:lnTo>
                <a:lnTo>
                  <a:pt x="557" y="2008"/>
                </a:lnTo>
                <a:lnTo>
                  <a:pt x="555" y="2002"/>
                </a:lnTo>
                <a:lnTo>
                  <a:pt x="553" y="1997"/>
                </a:lnTo>
                <a:lnTo>
                  <a:pt x="549" y="1985"/>
                </a:lnTo>
                <a:lnTo>
                  <a:pt x="546" y="1980"/>
                </a:lnTo>
                <a:lnTo>
                  <a:pt x="540" y="1963"/>
                </a:lnTo>
                <a:lnTo>
                  <a:pt x="537" y="1957"/>
                </a:lnTo>
                <a:lnTo>
                  <a:pt x="533" y="1946"/>
                </a:lnTo>
                <a:lnTo>
                  <a:pt x="531" y="1940"/>
                </a:lnTo>
                <a:lnTo>
                  <a:pt x="529" y="1934"/>
                </a:lnTo>
                <a:lnTo>
                  <a:pt x="527" y="1928"/>
                </a:lnTo>
                <a:lnTo>
                  <a:pt x="525" y="1923"/>
                </a:lnTo>
                <a:lnTo>
                  <a:pt x="523" y="1917"/>
                </a:lnTo>
                <a:lnTo>
                  <a:pt x="521" y="1911"/>
                </a:lnTo>
                <a:lnTo>
                  <a:pt x="519" y="1906"/>
                </a:lnTo>
                <a:lnTo>
                  <a:pt x="517" y="1900"/>
                </a:lnTo>
                <a:lnTo>
                  <a:pt x="515" y="1894"/>
                </a:lnTo>
                <a:lnTo>
                  <a:pt x="513" y="1889"/>
                </a:lnTo>
                <a:lnTo>
                  <a:pt x="510" y="1877"/>
                </a:lnTo>
                <a:lnTo>
                  <a:pt x="508" y="1872"/>
                </a:lnTo>
                <a:lnTo>
                  <a:pt x="507" y="1866"/>
                </a:lnTo>
                <a:lnTo>
                  <a:pt x="504" y="1855"/>
                </a:lnTo>
                <a:lnTo>
                  <a:pt x="503" y="1849"/>
                </a:lnTo>
                <a:lnTo>
                  <a:pt x="502" y="1843"/>
                </a:lnTo>
                <a:lnTo>
                  <a:pt x="500" y="1838"/>
                </a:lnTo>
                <a:lnTo>
                  <a:pt x="499" y="1832"/>
                </a:lnTo>
                <a:lnTo>
                  <a:pt x="498" y="1826"/>
                </a:lnTo>
                <a:lnTo>
                  <a:pt x="496" y="1815"/>
                </a:lnTo>
                <a:lnTo>
                  <a:pt x="495" y="1809"/>
                </a:lnTo>
                <a:lnTo>
                  <a:pt x="494" y="1798"/>
                </a:lnTo>
                <a:lnTo>
                  <a:pt x="493" y="1792"/>
                </a:lnTo>
                <a:lnTo>
                  <a:pt x="492" y="1786"/>
                </a:lnTo>
                <a:lnTo>
                  <a:pt x="492" y="1781"/>
                </a:lnTo>
                <a:lnTo>
                  <a:pt x="491" y="1769"/>
                </a:lnTo>
                <a:lnTo>
                  <a:pt x="490" y="1764"/>
                </a:lnTo>
                <a:lnTo>
                  <a:pt x="488" y="1747"/>
                </a:lnTo>
                <a:lnTo>
                  <a:pt x="488" y="1741"/>
                </a:lnTo>
                <a:lnTo>
                  <a:pt x="487" y="1735"/>
                </a:lnTo>
                <a:lnTo>
                  <a:pt x="487" y="1729"/>
                </a:lnTo>
                <a:lnTo>
                  <a:pt x="486" y="1724"/>
                </a:lnTo>
                <a:lnTo>
                  <a:pt x="485" y="1707"/>
                </a:lnTo>
                <a:lnTo>
                  <a:pt x="484" y="1701"/>
                </a:lnTo>
                <a:lnTo>
                  <a:pt x="482" y="1683"/>
                </a:lnTo>
                <a:lnTo>
                  <a:pt x="481" y="1677"/>
                </a:lnTo>
                <a:lnTo>
                  <a:pt x="480" y="1666"/>
                </a:lnTo>
                <a:lnTo>
                  <a:pt x="479" y="1660"/>
                </a:lnTo>
                <a:lnTo>
                  <a:pt x="478" y="1654"/>
                </a:lnTo>
                <a:lnTo>
                  <a:pt x="477" y="1649"/>
                </a:lnTo>
                <a:lnTo>
                  <a:pt x="475" y="1638"/>
                </a:lnTo>
                <a:lnTo>
                  <a:pt x="473" y="1632"/>
                </a:lnTo>
                <a:lnTo>
                  <a:pt x="472" y="1626"/>
                </a:lnTo>
                <a:lnTo>
                  <a:pt x="471" y="1620"/>
                </a:lnTo>
                <a:lnTo>
                  <a:pt x="469" y="1615"/>
                </a:lnTo>
                <a:lnTo>
                  <a:pt x="468" y="1609"/>
                </a:lnTo>
                <a:lnTo>
                  <a:pt x="466" y="1603"/>
                </a:lnTo>
                <a:lnTo>
                  <a:pt x="465" y="1598"/>
                </a:lnTo>
                <a:lnTo>
                  <a:pt x="463" y="1592"/>
                </a:lnTo>
                <a:lnTo>
                  <a:pt x="461" y="1586"/>
                </a:lnTo>
                <a:lnTo>
                  <a:pt x="459" y="1581"/>
                </a:lnTo>
                <a:lnTo>
                  <a:pt x="457" y="1575"/>
                </a:lnTo>
                <a:lnTo>
                  <a:pt x="455" y="1569"/>
                </a:lnTo>
                <a:lnTo>
                  <a:pt x="451" y="1558"/>
                </a:lnTo>
                <a:lnTo>
                  <a:pt x="448" y="1552"/>
                </a:lnTo>
                <a:lnTo>
                  <a:pt x="446" y="1546"/>
                </a:lnTo>
                <a:lnTo>
                  <a:pt x="443" y="1541"/>
                </a:lnTo>
                <a:lnTo>
                  <a:pt x="441" y="1535"/>
                </a:lnTo>
                <a:lnTo>
                  <a:pt x="438" y="1529"/>
                </a:lnTo>
                <a:lnTo>
                  <a:pt x="435" y="1524"/>
                </a:lnTo>
                <a:lnTo>
                  <a:pt x="432" y="1518"/>
                </a:lnTo>
                <a:lnTo>
                  <a:pt x="429" y="1512"/>
                </a:lnTo>
                <a:lnTo>
                  <a:pt x="426" y="1507"/>
                </a:lnTo>
                <a:lnTo>
                  <a:pt x="423" y="1501"/>
                </a:lnTo>
                <a:lnTo>
                  <a:pt x="420" y="1495"/>
                </a:lnTo>
                <a:lnTo>
                  <a:pt x="417" y="1490"/>
                </a:lnTo>
                <a:lnTo>
                  <a:pt x="413" y="1484"/>
                </a:lnTo>
                <a:lnTo>
                  <a:pt x="410" y="1478"/>
                </a:lnTo>
                <a:lnTo>
                  <a:pt x="407" y="1473"/>
                </a:lnTo>
                <a:lnTo>
                  <a:pt x="403" y="1467"/>
                </a:lnTo>
                <a:lnTo>
                  <a:pt x="399" y="1461"/>
                </a:lnTo>
                <a:lnTo>
                  <a:pt x="396" y="1456"/>
                </a:lnTo>
                <a:lnTo>
                  <a:pt x="392" y="1450"/>
                </a:lnTo>
                <a:lnTo>
                  <a:pt x="388" y="1444"/>
                </a:lnTo>
                <a:lnTo>
                  <a:pt x="384" y="1438"/>
                </a:lnTo>
                <a:lnTo>
                  <a:pt x="372" y="1421"/>
                </a:lnTo>
                <a:lnTo>
                  <a:pt x="368" y="1416"/>
                </a:lnTo>
                <a:lnTo>
                  <a:pt x="364" y="1410"/>
                </a:lnTo>
                <a:lnTo>
                  <a:pt x="356" y="1399"/>
                </a:lnTo>
                <a:lnTo>
                  <a:pt x="351" y="1393"/>
                </a:lnTo>
                <a:lnTo>
                  <a:pt x="347" y="1387"/>
                </a:lnTo>
                <a:lnTo>
                  <a:pt x="343" y="1382"/>
                </a:lnTo>
                <a:lnTo>
                  <a:pt x="338" y="1376"/>
                </a:lnTo>
                <a:lnTo>
                  <a:pt x="334" y="1370"/>
                </a:lnTo>
                <a:lnTo>
                  <a:pt x="329" y="1365"/>
                </a:lnTo>
                <a:lnTo>
                  <a:pt x="325" y="1359"/>
                </a:lnTo>
                <a:lnTo>
                  <a:pt x="320" y="1353"/>
                </a:lnTo>
                <a:lnTo>
                  <a:pt x="311" y="1342"/>
                </a:lnTo>
                <a:lnTo>
                  <a:pt x="306" y="1336"/>
                </a:lnTo>
                <a:lnTo>
                  <a:pt x="302" y="1330"/>
                </a:lnTo>
                <a:lnTo>
                  <a:pt x="297" y="1325"/>
                </a:lnTo>
                <a:lnTo>
                  <a:pt x="293" y="1319"/>
                </a:lnTo>
                <a:lnTo>
                  <a:pt x="288" y="1313"/>
                </a:lnTo>
                <a:lnTo>
                  <a:pt x="283" y="1308"/>
                </a:lnTo>
                <a:lnTo>
                  <a:pt x="274" y="1296"/>
                </a:lnTo>
                <a:lnTo>
                  <a:pt x="269" y="1291"/>
                </a:lnTo>
                <a:lnTo>
                  <a:pt x="265" y="1285"/>
                </a:lnTo>
                <a:lnTo>
                  <a:pt x="260" y="1279"/>
                </a:lnTo>
                <a:lnTo>
                  <a:pt x="256" y="1274"/>
                </a:lnTo>
                <a:lnTo>
                  <a:pt x="251" y="1268"/>
                </a:lnTo>
                <a:lnTo>
                  <a:pt x="247" y="1262"/>
                </a:lnTo>
                <a:lnTo>
                  <a:pt x="242" y="1257"/>
                </a:lnTo>
                <a:lnTo>
                  <a:pt x="238" y="1251"/>
                </a:lnTo>
                <a:lnTo>
                  <a:pt x="233" y="1245"/>
                </a:lnTo>
                <a:lnTo>
                  <a:pt x="229" y="1239"/>
                </a:lnTo>
                <a:lnTo>
                  <a:pt x="225" y="1234"/>
                </a:lnTo>
                <a:lnTo>
                  <a:pt x="220" y="1228"/>
                </a:lnTo>
                <a:lnTo>
                  <a:pt x="216" y="1222"/>
                </a:lnTo>
                <a:lnTo>
                  <a:pt x="212" y="1217"/>
                </a:lnTo>
                <a:lnTo>
                  <a:pt x="207" y="1211"/>
                </a:lnTo>
                <a:lnTo>
                  <a:pt x="203" y="1205"/>
                </a:lnTo>
                <a:lnTo>
                  <a:pt x="199" y="1200"/>
                </a:lnTo>
                <a:lnTo>
                  <a:pt x="191" y="1188"/>
                </a:lnTo>
                <a:lnTo>
                  <a:pt x="187" y="1183"/>
                </a:lnTo>
                <a:lnTo>
                  <a:pt x="184" y="1177"/>
                </a:lnTo>
                <a:lnTo>
                  <a:pt x="180" y="1171"/>
                </a:lnTo>
                <a:lnTo>
                  <a:pt x="176" y="1166"/>
                </a:lnTo>
                <a:lnTo>
                  <a:pt x="172" y="1160"/>
                </a:lnTo>
                <a:lnTo>
                  <a:pt x="169" y="1154"/>
                </a:lnTo>
                <a:lnTo>
                  <a:pt x="162" y="1143"/>
                </a:lnTo>
                <a:lnTo>
                  <a:pt x="159" y="1137"/>
                </a:lnTo>
                <a:lnTo>
                  <a:pt x="155" y="1131"/>
                </a:lnTo>
                <a:lnTo>
                  <a:pt x="149" y="1120"/>
                </a:lnTo>
                <a:lnTo>
                  <a:pt x="146" y="1114"/>
                </a:lnTo>
                <a:lnTo>
                  <a:pt x="143" y="1109"/>
                </a:lnTo>
                <a:lnTo>
                  <a:pt x="137" y="1097"/>
                </a:lnTo>
                <a:lnTo>
                  <a:pt x="135" y="1092"/>
                </a:lnTo>
                <a:lnTo>
                  <a:pt x="132" y="1086"/>
                </a:lnTo>
                <a:lnTo>
                  <a:pt x="129" y="1080"/>
                </a:lnTo>
                <a:lnTo>
                  <a:pt x="127" y="1075"/>
                </a:lnTo>
                <a:lnTo>
                  <a:pt x="124" y="1069"/>
                </a:lnTo>
                <a:lnTo>
                  <a:pt x="122" y="1063"/>
                </a:lnTo>
                <a:lnTo>
                  <a:pt x="120" y="1058"/>
                </a:lnTo>
                <a:lnTo>
                  <a:pt x="117" y="1052"/>
                </a:lnTo>
                <a:lnTo>
                  <a:pt x="115" y="1046"/>
                </a:lnTo>
                <a:lnTo>
                  <a:pt x="113" y="1040"/>
                </a:lnTo>
                <a:lnTo>
                  <a:pt x="111" y="1035"/>
                </a:lnTo>
                <a:lnTo>
                  <a:pt x="109" y="1029"/>
                </a:lnTo>
                <a:lnTo>
                  <a:pt x="107" y="1023"/>
                </a:lnTo>
                <a:lnTo>
                  <a:pt x="106" y="1018"/>
                </a:lnTo>
                <a:lnTo>
                  <a:pt x="104" y="1012"/>
                </a:lnTo>
                <a:lnTo>
                  <a:pt x="102" y="1006"/>
                </a:lnTo>
                <a:lnTo>
                  <a:pt x="101" y="1001"/>
                </a:lnTo>
                <a:lnTo>
                  <a:pt x="99" y="995"/>
                </a:lnTo>
                <a:lnTo>
                  <a:pt x="98" y="989"/>
                </a:lnTo>
                <a:lnTo>
                  <a:pt x="96" y="984"/>
                </a:lnTo>
                <a:lnTo>
                  <a:pt x="95" y="978"/>
                </a:lnTo>
                <a:lnTo>
                  <a:pt x="93" y="967"/>
                </a:lnTo>
                <a:lnTo>
                  <a:pt x="91" y="961"/>
                </a:lnTo>
                <a:lnTo>
                  <a:pt x="89" y="949"/>
                </a:lnTo>
                <a:lnTo>
                  <a:pt x="88" y="944"/>
                </a:lnTo>
                <a:lnTo>
                  <a:pt x="87" y="938"/>
                </a:lnTo>
                <a:lnTo>
                  <a:pt x="86" y="932"/>
                </a:lnTo>
                <a:lnTo>
                  <a:pt x="85" y="927"/>
                </a:lnTo>
                <a:lnTo>
                  <a:pt x="85" y="921"/>
                </a:lnTo>
                <a:lnTo>
                  <a:pt x="84" y="915"/>
                </a:lnTo>
                <a:lnTo>
                  <a:pt x="83" y="910"/>
                </a:lnTo>
                <a:lnTo>
                  <a:pt x="82" y="904"/>
                </a:lnTo>
                <a:lnTo>
                  <a:pt x="81" y="898"/>
                </a:lnTo>
                <a:lnTo>
                  <a:pt x="80" y="887"/>
                </a:lnTo>
                <a:lnTo>
                  <a:pt x="80" y="881"/>
                </a:lnTo>
                <a:lnTo>
                  <a:pt x="79" y="875"/>
                </a:lnTo>
                <a:lnTo>
                  <a:pt x="77" y="859"/>
                </a:lnTo>
                <a:lnTo>
                  <a:pt x="77" y="853"/>
                </a:lnTo>
                <a:lnTo>
                  <a:pt x="76" y="841"/>
                </a:lnTo>
                <a:lnTo>
                  <a:pt x="75" y="836"/>
                </a:lnTo>
                <a:lnTo>
                  <a:pt x="74" y="824"/>
                </a:lnTo>
                <a:lnTo>
                  <a:pt x="74" y="819"/>
                </a:lnTo>
                <a:lnTo>
                  <a:pt x="73" y="813"/>
                </a:lnTo>
                <a:lnTo>
                  <a:pt x="73" y="807"/>
                </a:lnTo>
                <a:lnTo>
                  <a:pt x="72" y="802"/>
                </a:lnTo>
                <a:lnTo>
                  <a:pt x="72" y="796"/>
                </a:lnTo>
                <a:lnTo>
                  <a:pt x="71" y="790"/>
                </a:lnTo>
                <a:lnTo>
                  <a:pt x="71" y="785"/>
                </a:lnTo>
                <a:lnTo>
                  <a:pt x="70" y="773"/>
                </a:lnTo>
                <a:lnTo>
                  <a:pt x="69" y="767"/>
                </a:lnTo>
                <a:lnTo>
                  <a:pt x="67" y="750"/>
                </a:lnTo>
                <a:lnTo>
                  <a:pt x="67" y="745"/>
                </a:lnTo>
                <a:lnTo>
                  <a:pt x="66" y="739"/>
                </a:lnTo>
                <a:lnTo>
                  <a:pt x="66" y="733"/>
                </a:lnTo>
                <a:lnTo>
                  <a:pt x="65" y="728"/>
                </a:lnTo>
                <a:lnTo>
                  <a:pt x="63" y="722"/>
                </a:lnTo>
                <a:lnTo>
                  <a:pt x="63" y="716"/>
                </a:lnTo>
                <a:lnTo>
                  <a:pt x="62" y="711"/>
                </a:lnTo>
                <a:lnTo>
                  <a:pt x="61" y="705"/>
                </a:lnTo>
                <a:lnTo>
                  <a:pt x="59" y="688"/>
                </a:lnTo>
                <a:lnTo>
                  <a:pt x="59" y="682"/>
                </a:lnTo>
                <a:lnTo>
                  <a:pt x="58" y="677"/>
                </a:lnTo>
                <a:lnTo>
                  <a:pt x="57" y="671"/>
                </a:lnTo>
                <a:lnTo>
                  <a:pt x="56" y="665"/>
                </a:lnTo>
                <a:lnTo>
                  <a:pt x="56" y="659"/>
                </a:lnTo>
                <a:lnTo>
                  <a:pt x="54" y="648"/>
                </a:lnTo>
                <a:lnTo>
                  <a:pt x="53" y="642"/>
                </a:lnTo>
                <a:lnTo>
                  <a:pt x="53" y="637"/>
                </a:lnTo>
                <a:lnTo>
                  <a:pt x="50" y="620"/>
                </a:lnTo>
                <a:lnTo>
                  <a:pt x="49" y="614"/>
                </a:lnTo>
                <a:lnTo>
                  <a:pt x="48" y="603"/>
                </a:lnTo>
                <a:lnTo>
                  <a:pt x="47" y="597"/>
                </a:lnTo>
                <a:lnTo>
                  <a:pt x="44" y="580"/>
                </a:lnTo>
                <a:lnTo>
                  <a:pt x="43" y="574"/>
                </a:lnTo>
                <a:lnTo>
                  <a:pt x="43" y="568"/>
                </a:lnTo>
                <a:lnTo>
                  <a:pt x="41" y="557"/>
                </a:lnTo>
                <a:lnTo>
                  <a:pt x="40" y="551"/>
                </a:lnTo>
                <a:lnTo>
                  <a:pt x="39" y="546"/>
                </a:lnTo>
                <a:lnTo>
                  <a:pt x="39" y="540"/>
                </a:lnTo>
                <a:lnTo>
                  <a:pt x="38" y="534"/>
                </a:lnTo>
                <a:lnTo>
                  <a:pt x="37" y="529"/>
                </a:lnTo>
                <a:lnTo>
                  <a:pt x="37" y="523"/>
                </a:lnTo>
                <a:lnTo>
                  <a:pt x="36" y="517"/>
                </a:lnTo>
                <a:lnTo>
                  <a:pt x="35" y="512"/>
                </a:lnTo>
                <a:lnTo>
                  <a:pt x="34" y="506"/>
                </a:lnTo>
                <a:lnTo>
                  <a:pt x="34" y="500"/>
                </a:lnTo>
                <a:lnTo>
                  <a:pt x="33" y="495"/>
                </a:lnTo>
                <a:lnTo>
                  <a:pt x="32" y="489"/>
                </a:lnTo>
                <a:lnTo>
                  <a:pt x="32" y="483"/>
                </a:lnTo>
                <a:lnTo>
                  <a:pt x="31" y="478"/>
                </a:lnTo>
                <a:lnTo>
                  <a:pt x="31" y="472"/>
                </a:lnTo>
                <a:lnTo>
                  <a:pt x="30" y="466"/>
                </a:lnTo>
                <a:lnTo>
                  <a:pt x="30" y="460"/>
                </a:lnTo>
                <a:lnTo>
                  <a:pt x="29" y="455"/>
                </a:lnTo>
                <a:lnTo>
                  <a:pt x="29" y="449"/>
                </a:lnTo>
                <a:lnTo>
                  <a:pt x="28" y="443"/>
                </a:lnTo>
                <a:lnTo>
                  <a:pt x="27" y="426"/>
                </a:lnTo>
                <a:lnTo>
                  <a:pt x="27" y="421"/>
                </a:lnTo>
                <a:lnTo>
                  <a:pt x="26" y="404"/>
                </a:lnTo>
                <a:lnTo>
                  <a:pt x="26" y="398"/>
                </a:lnTo>
                <a:lnTo>
                  <a:pt x="25" y="387"/>
                </a:lnTo>
                <a:lnTo>
                  <a:pt x="25" y="381"/>
                </a:lnTo>
                <a:lnTo>
                  <a:pt x="25" y="375"/>
                </a:lnTo>
                <a:lnTo>
                  <a:pt x="25" y="369"/>
                </a:lnTo>
                <a:lnTo>
                  <a:pt x="25" y="364"/>
                </a:lnTo>
                <a:lnTo>
                  <a:pt x="25" y="347"/>
                </a:lnTo>
                <a:lnTo>
                  <a:pt x="25" y="341"/>
                </a:lnTo>
                <a:lnTo>
                  <a:pt x="25" y="335"/>
                </a:lnTo>
                <a:lnTo>
                  <a:pt x="26" y="318"/>
                </a:lnTo>
                <a:lnTo>
                  <a:pt x="26" y="313"/>
                </a:lnTo>
                <a:lnTo>
                  <a:pt x="26" y="307"/>
                </a:lnTo>
                <a:lnTo>
                  <a:pt x="26" y="301"/>
                </a:lnTo>
                <a:lnTo>
                  <a:pt x="26" y="296"/>
                </a:lnTo>
                <a:lnTo>
                  <a:pt x="26" y="290"/>
                </a:lnTo>
                <a:lnTo>
                  <a:pt x="27" y="279"/>
                </a:lnTo>
                <a:lnTo>
                  <a:pt x="27" y="273"/>
                </a:lnTo>
                <a:lnTo>
                  <a:pt x="27" y="267"/>
                </a:lnTo>
                <a:lnTo>
                  <a:pt x="28" y="261"/>
                </a:lnTo>
                <a:lnTo>
                  <a:pt x="28" y="256"/>
                </a:lnTo>
                <a:lnTo>
                  <a:pt x="28" y="250"/>
                </a:lnTo>
                <a:lnTo>
                  <a:pt x="29" y="233"/>
                </a:lnTo>
                <a:lnTo>
                  <a:pt x="30" y="227"/>
                </a:lnTo>
                <a:lnTo>
                  <a:pt x="30" y="222"/>
                </a:lnTo>
                <a:lnTo>
                  <a:pt x="31" y="210"/>
                </a:lnTo>
                <a:lnTo>
                  <a:pt x="31" y="205"/>
                </a:lnTo>
                <a:lnTo>
                  <a:pt x="32" y="188"/>
                </a:lnTo>
                <a:lnTo>
                  <a:pt x="32" y="182"/>
                </a:lnTo>
                <a:lnTo>
                  <a:pt x="32" y="176"/>
                </a:lnTo>
                <a:lnTo>
                  <a:pt x="32" y="170"/>
                </a:lnTo>
                <a:lnTo>
                  <a:pt x="33" y="165"/>
                </a:lnTo>
                <a:lnTo>
                  <a:pt x="33" y="153"/>
                </a:lnTo>
                <a:lnTo>
                  <a:pt x="33" y="148"/>
                </a:lnTo>
                <a:lnTo>
                  <a:pt x="33" y="142"/>
                </a:lnTo>
                <a:lnTo>
                  <a:pt x="33" y="136"/>
                </a:lnTo>
                <a:lnTo>
                  <a:pt x="33" y="131"/>
                </a:lnTo>
                <a:lnTo>
                  <a:pt x="34" y="125"/>
                </a:lnTo>
                <a:lnTo>
                  <a:pt x="34" y="119"/>
                </a:lnTo>
                <a:lnTo>
                  <a:pt x="34" y="114"/>
                </a:lnTo>
                <a:lnTo>
                  <a:pt x="34" y="96"/>
                </a:lnTo>
                <a:lnTo>
                  <a:pt x="34" y="91"/>
                </a:lnTo>
                <a:lnTo>
                  <a:pt x="34" y="85"/>
                </a:lnTo>
                <a:lnTo>
                  <a:pt x="33" y="80"/>
                </a:lnTo>
                <a:lnTo>
                  <a:pt x="33" y="74"/>
                </a:lnTo>
                <a:lnTo>
                  <a:pt x="33" y="62"/>
                </a:lnTo>
                <a:lnTo>
                  <a:pt x="33" y="57"/>
                </a:lnTo>
                <a:lnTo>
                  <a:pt x="32" y="40"/>
                </a:lnTo>
                <a:lnTo>
                  <a:pt x="32" y="34"/>
                </a:lnTo>
                <a:lnTo>
                  <a:pt x="31" y="23"/>
                </a:lnTo>
                <a:lnTo>
                  <a:pt x="31" y="17"/>
                </a:lnTo>
                <a:lnTo>
                  <a:pt x="30" y="11"/>
                </a:lnTo>
                <a:lnTo>
                  <a:pt x="30" y="6"/>
                </a:lnTo>
                <a:lnTo>
                  <a:pt x="30" y="0"/>
                </a:lnTo>
                <a:lnTo>
                  <a:pt x="0" y="0"/>
                </a:lnTo>
                <a:lnTo>
                  <a:pt x="0" y="2844"/>
                </a:lnTo>
                <a:lnTo>
                  <a:pt x="119" y="2844"/>
                </a:lnTo>
                <a:close/>
              </a:path>
            </a:pathLst>
          </a:custGeom>
          <a:solidFill>
            <a:srgbClr val="C3E4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7" name=""/>
          <p:cNvSpPr/>
          <p:nvPr/>
        </p:nvSpPr>
        <p:spPr>
          <a:xfrm>
            <a:off x="714600" y="925920"/>
            <a:ext cx="199800" cy="1023840"/>
          </a:xfrm>
          <a:custGeom>
            <a:avLst/>
            <a:gdLst/>
            <a:ahLst/>
            <a:rect l="0" t="0" r="r" b="b"/>
            <a:pathLst>
              <a:path fill="none" w="555" h="2844">
                <a:moveTo>
                  <a:pt x="93" y="2844"/>
                </a:moveTo>
                <a:lnTo>
                  <a:pt x="97" y="2833"/>
                </a:lnTo>
                <a:lnTo>
                  <a:pt x="99" y="2827"/>
                </a:lnTo>
                <a:lnTo>
                  <a:pt x="101" y="2821"/>
                </a:lnTo>
                <a:lnTo>
                  <a:pt x="104" y="2816"/>
                </a:lnTo>
                <a:lnTo>
                  <a:pt x="106" y="2810"/>
                </a:lnTo>
                <a:lnTo>
                  <a:pt x="108" y="2804"/>
                </a:lnTo>
                <a:lnTo>
                  <a:pt x="114" y="2787"/>
                </a:lnTo>
                <a:lnTo>
                  <a:pt x="116" y="2781"/>
                </a:lnTo>
                <a:lnTo>
                  <a:pt x="118" y="2776"/>
                </a:lnTo>
                <a:lnTo>
                  <a:pt x="120" y="2770"/>
                </a:lnTo>
                <a:lnTo>
                  <a:pt x="122" y="2764"/>
                </a:lnTo>
                <a:lnTo>
                  <a:pt x="124" y="2759"/>
                </a:lnTo>
                <a:lnTo>
                  <a:pt x="126" y="2753"/>
                </a:lnTo>
                <a:lnTo>
                  <a:pt x="130" y="2742"/>
                </a:lnTo>
                <a:lnTo>
                  <a:pt x="132" y="2736"/>
                </a:lnTo>
                <a:lnTo>
                  <a:pt x="134" y="2730"/>
                </a:lnTo>
                <a:lnTo>
                  <a:pt x="136" y="2725"/>
                </a:lnTo>
                <a:lnTo>
                  <a:pt x="138" y="2719"/>
                </a:lnTo>
                <a:lnTo>
                  <a:pt x="140" y="2713"/>
                </a:lnTo>
                <a:lnTo>
                  <a:pt x="142" y="2708"/>
                </a:lnTo>
                <a:lnTo>
                  <a:pt x="144" y="2702"/>
                </a:lnTo>
                <a:lnTo>
                  <a:pt x="146" y="2696"/>
                </a:lnTo>
                <a:lnTo>
                  <a:pt x="151" y="2685"/>
                </a:lnTo>
                <a:lnTo>
                  <a:pt x="153" y="2679"/>
                </a:lnTo>
                <a:lnTo>
                  <a:pt x="155" y="2673"/>
                </a:lnTo>
                <a:lnTo>
                  <a:pt x="163" y="2656"/>
                </a:lnTo>
                <a:lnTo>
                  <a:pt x="165" y="2651"/>
                </a:lnTo>
                <a:lnTo>
                  <a:pt x="171" y="2639"/>
                </a:lnTo>
                <a:lnTo>
                  <a:pt x="174" y="2634"/>
                </a:lnTo>
                <a:lnTo>
                  <a:pt x="177" y="2628"/>
                </a:lnTo>
                <a:lnTo>
                  <a:pt x="180" y="2622"/>
                </a:lnTo>
                <a:lnTo>
                  <a:pt x="183" y="2617"/>
                </a:lnTo>
                <a:lnTo>
                  <a:pt x="186" y="2611"/>
                </a:lnTo>
                <a:lnTo>
                  <a:pt x="193" y="2599"/>
                </a:lnTo>
                <a:lnTo>
                  <a:pt x="197" y="2594"/>
                </a:lnTo>
                <a:lnTo>
                  <a:pt x="200" y="2588"/>
                </a:lnTo>
                <a:lnTo>
                  <a:pt x="208" y="2577"/>
                </a:lnTo>
                <a:lnTo>
                  <a:pt x="212" y="2571"/>
                </a:lnTo>
                <a:lnTo>
                  <a:pt x="216" y="2565"/>
                </a:lnTo>
                <a:lnTo>
                  <a:pt x="220" y="2560"/>
                </a:lnTo>
                <a:lnTo>
                  <a:pt x="225" y="2554"/>
                </a:lnTo>
                <a:lnTo>
                  <a:pt x="229" y="2548"/>
                </a:lnTo>
                <a:lnTo>
                  <a:pt x="234" y="2543"/>
                </a:lnTo>
                <a:lnTo>
                  <a:pt x="238" y="2537"/>
                </a:lnTo>
                <a:lnTo>
                  <a:pt x="248" y="2526"/>
                </a:lnTo>
                <a:lnTo>
                  <a:pt x="253" y="2520"/>
                </a:lnTo>
                <a:lnTo>
                  <a:pt x="268" y="2503"/>
                </a:lnTo>
                <a:lnTo>
                  <a:pt x="273" y="2497"/>
                </a:lnTo>
                <a:lnTo>
                  <a:pt x="284" y="2486"/>
                </a:lnTo>
                <a:lnTo>
                  <a:pt x="289" y="2480"/>
                </a:lnTo>
                <a:lnTo>
                  <a:pt x="295" y="2474"/>
                </a:lnTo>
                <a:lnTo>
                  <a:pt x="312" y="2457"/>
                </a:lnTo>
                <a:lnTo>
                  <a:pt x="324" y="2446"/>
                </a:lnTo>
                <a:lnTo>
                  <a:pt x="330" y="2440"/>
                </a:lnTo>
                <a:lnTo>
                  <a:pt x="336" y="2434"/>
                </a:lnTo>
                <a:lnTo>
                  <a:pt x="353" y="2418"/>
                </a:lnTo>
                <a:lnTo>
                  <a:pt x="359" y="2412"/>
                </a:lnTo>
                <a:lnTo>
                  <a:pt x="377" y="2395"/>
                </a:lnTo>
                <a:lnTo>
                  <a:pt x="383" y="2389"/>
                </a:lnTo>
                <a:lnTo>
                  <a:pt x="389" y="2383"/>
                </a:lnTo>
                <a:lnTo>
                  <a:pt x="395" y="2378"/>
                </a:lnTo>
                <a:lnTo>
                  <a:pt x="401" y="2372"/>
                </a:lnTo>
                <a:lnTo>
                  <a:pt x="418" y="2355"/>
                </a:lnTo>
                <a:lnTo>
                  <a:pt x="424" y="2349"/>
                </a:lnTo>
                <a:lnTo>
                  <a:pt x="430" y="2344"/>
                </a:lnTo>
                <a:lnTo>
                  <a:pt x="441" y="2332"/>
                </a:lnTo>
                <a:lnTo>
                  <a:pt x="446" y="2326"/>
                </a:lnTo>
                <a:lnTo>
                  <a:pt x="462" y="2309"/>
                </a:lnTo>
                <a:lnTo>
                  <a:pt x="467" y="2304"/>
                </a:lnTo>
                <a:lnTo>
                  <a:pt x="472" y="2298"/>
                </a:lnTo>
                <a:lnTo>
                  <a:pt x="476" y="2292"/>
                </a:lnTo>
                <a:lnTo>
                  <a:pt x="481" y="2287"/>
                </a:lnTo>
                <a:lnTo>
                  <a:pt x="486" y="2281"/>
                </a:lnTo>
                <a:lnTo>
                  <a:pt x="495" y="2270"/>
                </a:lnTo>
                <a:lnTo>
                  <a:pt x="499" y="2264"/>
                </a:lnTo>
                <a:lnTo>
                  <a:pt x="503" y="2258"/>
                </a:lnTo>
                <a:lnTo>
                  <a:pt x="512" y="2247"/>
                </a:lnTo>
                <a:lnTo>
                  <a:pt x="515" y="2241"/>
                </a:lnTo>
                <a:lnTo>
                  <a:pt x="519" y="2236"/>
                </a:lnTo>
                <a:lnTo>
                  <a:pt x="525" y="2224"/>
                </a:lnTo>
                <a:lnTo>
                  <a:pt x="528" y="2218"/>
                </a:lnTo>
                <a:lnTo>
                  <a:pt x="531" y="2213"/>
                </a:lnTo>
                <a:lnTo>
                  <a:pt x="534" y="2207"/>
                </a:lnTo>
                <a:lnTo>
                  <a:pt x="537" y="2201"/>
                </a:lnTo>
                <a:lnTo>
                  <a:pt x="539" y="2196"/>
                </a:lnTo>
                <a:lnTo>
                  <a:pt x="544" y="2184"/>
                </a:lnTo>
                <a:lnTo>
                  <a:pt x="545" y="2179"/>
                </a:lnTo>
                <a:lnTo>
                  <a:pt x="547" y="2173"/>
                </a:lnTo>
                <a:lnTo>
                  <a:pt x="549" y="2167"/>
                </a:lnTo>
                <a:lnTo>
                  <a:pt x="550" y="2162"/>
                </a:lnTo>
                <a:lnTo>
                  <a:pt x="551" y="2156"/>
                </a:lnTo>
                <a:lnTo>
                  <a:pt x="552" y="2150"/>
                </a:lnTo>
                <a:lnTo>
                  <a:pt x="553" y="2145"/>
                </a:lnTo>
                <a:lnTo>
                  <a:pt x="554" y="2139"/>
                </a:lnTo>
                <a:lnTo>
                  <a:pt x="555" y="2133"/>
                </a:lnTo>
                <a:lnTo>
                  <a:pt x="555" y="2122"/>
                </a:lnTo>
                <a:lnTo>
                  <a:pt x="555" y="2110"/>
                </a:lnTo>
                <a:lnTo>
                  <a:pt x="555" y="2105"/>
                </a:lnTo>
                <a:lnTo>
                  <a:pt x="554" y="2093"/>
                </a:lnTo>
                <a:lnTo>
                  <a:pt x="553" y="2088"/>
                </a:lnTo>
                <a:lnTo>
                  <a:pt x="552" y="2082"/>
                </a:lnTo>
                <a:lnTo>
                  <a:pt x="552" y="2076"/>
                </a:lnTo>
                <a:lnTo>
                  <a:pt x="550" y="2071"/>
                </a:lnTo>
                <a:lnTo>
                  <a:pt x="549" y="2065"/>
                </a:lnTo>
                <a:lnTo>
                  <a:pt x="548" y="2059"/>
                </a:lnTo>
                <a:lnTo>
                  <a:pt x="547" y="2054"/>
                </a:lnTo>
                <a:lnTo>
                  <a:pt x="545" y="2048"/>
                </a:lnTo>
                <a:lnTo>
                  <a:pt x="542" y="2037"/>
                </a:lnTo>
                <a:lnTo>
                  <a:pt x="540" y="2031"/>
                </a:lnTo>
                <a:lnTo>
                  <a:pt x="538" y="2025"/>
                </a:lnTo>
                <a:lnTo>
                  <a:pt x="536" y="2019"/>
                </a:lnTo>
                <a:lnTo>
                  <a:pt x="532" y="2008"/>
                </a:lnTo>
                <a:lnTo>
                  <a:pt x="530" y="2002"/>
                </a:lnTo>
                <a:lnTo>
                  <a:pt x="528" y="1997"/>
                </a:lnTo>
                <a:lnTo>
                  <a:pt x="524" y="1985"/>
                </a:lnTo>
                <a:lnTo>
                  <a:pt x="521" y="1980"/>
                </a:lnTo>
                <a:lnTo>
                  <a:pt x="515" y="1963"/>
                </a:lnTo>
                <a:lnTo>
                  <a:pt x="512" y="1957"/>
                </a:lnTo>
                <a:lnTo>
                  <a:pt x="507" y="1946"/>
                </a:lnTo>
                <a:lnTo>
                  <a:pt x="505" y="1940"/>
                </a:lnTo>
                <a:lnTo>
                  <a:pt x="503" y="1934"/>
                </a:lnTo>
                <a:lnTo>
                  <a:pt x="501" y="1928"/>
                </a:lnTo>
                <a:lnTo>
                  <a:pt x="499" y="1923"/>
                </a:lnTo>
                <a:lnTo>
                  <a:pt x="497" y="1917"/>
                </a:lnTo>
                <a:lnTo>
                  <a:pt x="495" y="1911"/>
                </a:lnTo>
                <a:lnTo>
                  <a:pt x="493" y="1906"/>
                </a:lnTo>
                <a:lnTo>
                  <a:pt x="491" y="1900"/>
                </a:lnTo>
                <a:lnTo>
                  <a:pt x="489" y="1894"/>
                </a:lnTo>
                <a:lnTo>
                  <a:pt x="487" y="1889"/>
                </a:lnTo>
                <a:lnTo>
                  <a:pt x="484" y="1877"/>
                </a:lnTo>
                <a:lnTo>
                  <a:pt x="482" y="1872"/>
                </a:lnTo>
                <a:lnTo>
                  <a:pt x="481" y="1866"/>
                </a:lnTo>
                <a:lnTo>
                  <a:pt x="478" y="1855"/>
                </a:lnTo>
                <a:lnTo>
                  <a:pt x="477" y="1849"/>
                </a:lnTo>
                <a:lnTo>
                  <a:pt x="476" y="1843"/>
                </a:lnTo>
                <a:lnTo>
                  <a:pt x="474" y="1838"/>
                </a:lnTo>
                <a:lnTo>
                  <a:pt x="473" y="1832"/>
                </a:lnTo>
                <a:lnTo>
                  <a:pt x="472" y="1826"/>
                </a:lnTo>
                <a:lnTo>
                  <a:pt x="470" y="1815"/>
                </a:lnTo>
                <a:lnTo>
                  <a:pt x="469" y="1809"/>
                </a:lnTo>
                <a:lnTo>
                  <a:pt x="468" y="1798"/>
                </a:lnTo>
                <a:lnTo>
                  <a:pt x="467" y="1792"/>
                </a:lnTo>
                <a:lnTo>
                  <a:pt x="466" y="1786"/>
                </a:lnTo>
                <a:lnTo>
                  <a:pt x="466" y="1781"/>
                </a:lnTo>
                <a:lnTo>
                  <a:pt x="465" y="1769"/>
                </a:lnTo>
                <a:lnTo>
                  <a:pt x="464" y="1764"/>
                </a:lnTo>
                <a:lnTo>
                  <a:pt x="462" y="1747"/>
                </a:lnTo>
                <a:lnTo>
                  <a:pt x="462" y="1741"/>
                </a:lnTo>
                <a:lnTo>
                  <a:pt x="461" y="1735"/>
                </a:lnTo>
                <a:lnTo>
                  <a:pt x="461" y="1729"/>
                </a:lnTo>
                <a:lnTo>
                  <a:pt x="460" y="1724"/>
                </a:lnTo>
                <a:lnTo>
                  <a:pt x="459" y="1707"/>
                </a:lnTo>
                <a:lnTo>
                  <a:pt x="458" y="1701"/>
                </a:lnTo>
                <a:lnTo>
                  <a:pt x="456" y="1683"/>
                </a:lnTo>
                <a:lnTo>
                  <a:pt x="455" y="1677"/>
                </a:lnTo>
                <a:lnTo>
                  <a:pt x="454" y="1666"/>
                </a:lnTo>
                <a:lnTo>
                  <a:pt x="453" y="1660"/>
                </a:lnTo>
                <a:lnTo>
                  <a:pt x="452" y="1654"/>
                </a:lnTo>
                <a:lnTo>
                  <a:pt x="451" y="1649"/>
                </a:lnTo>
                <a:lnTo>
                  <a:pt x="449" y="1638"/>
                </a:lnTo>
                <a:lnTo>
                  <a:pt x="447" y="1632"/>
                </a:lnTo>
                <a:lnTo>
                  <a:pt x="446" y="1626"/>
                </a:lnTo>
                <a:lnTo>
                  <a:pt x="445" y="1620"/>
                </a:lnTo>
                <a:lnTo>
                  <a:pt x="443" y="1615"/>
                </a:lnTo>
                <a:lnTo>
                  <a:pt x="442" y="1609"/>
                </a:lnTo>
                <a:lnTo>
                  <a:pt x="440" y="1603"/>
                </a:lnTo>
                <a:lnTo>
                  <a:pt x="439" y="1598"/>
                </a:lnTo>
                <a:lnTo>
                  <a:pt x="437" y="1592"/>
                </a:lnTo>
                <a:lnTo>
                  <a:pt x="435" y="1586"/>
                </a:lnTo>
                <a:lnTo>
                  <a:pt x="433" y="1581"/>
                </a:lnTo>
                <a:lnTo>
                  <a:pt x="431" y="1575"/>
                </a:lnTo>
                <a:lnTo>
                  <a:pt x="429" y="1569"/>
                </a:lnTo>
                <a:lnTo>
                  <a:pt x="425" y="1558"/>
                </a:lnTo>
                <a:lnTo>
                  <a:pt x="422" y="1552"/>
                </a:lnTo>
                <a:lnTo>
                  <a:pt x="420" y="1546"/>
                </a:lnTo>
                <a:lnTo>
                  <a:pt x="417" y="1541"/>
                </a:lnTo>
                <a:lnTo>
                  <a:pt x="415" y="1535"/>
                </a:lnTo>
                <a:lnTo>
                  <a:pt x="412" y="1529"/>
                </a:lnTo>
                <a:lnTo>
                  <a:pt x="409" y="1524"/>
                </a:lnTo>
                <a:lnTo>
                  <a:pt x="406" y="1518"/>
                </a:lnTo>
                <a:lnTo>
                  <a:pt x="403" y="1512"/>
                </a:lnTo>
                <a:lnTo>
                  <a:pt x="400" y="1507"/>
                </a:lnTo>
                <a:lnTo>
                  <a:pt x="397" y="1501"/>
                </a:lnTo>
                <a:lnTo>
                  <a:pt x="394" y="1495"/>
                </a:lnTo>
                <a:lnTo>
                  <a:pt x="391" y="1490"/>
                </a:lnTo>
                <a:lnTo>
                  <a:pt x="387" y="1484"/>
                </a:lnTo>
                <a:lnTo>
                  <a:pt x="384" y="1478"/>
                </a:lnTo>
                <a:lnTo>
                  <a:pt x="381" y="1473"/>
                </a:lnTo>
                <a:lnTo>
                  <a:pt x="377" y="1467"/>
                </a:lnTo>
                <a:lnTo>
                  <a:pt x="373" y="1461"/>
                </a:lnTo>
                <a:lnTo>
                  <a:pt x="370" y="1456"/>
                </a:lnTo>
                <a:lnTo>
                  <a:pt x="366" y="1450"/>
                </a:lnTo>
                <a:lnTo>
                  <a:pt x="362" y="1444"/>
                </a:lnTo>
                <a:lnTo>
                  <a:pt x="358" y="1438"/>
                </a:lnTo>
                <a:lnTo>
                  <a:pt x="346" y="1421"/>
                </a:lnTo>
                <a:lnTo>
                  <a:pt x="342" y="1416"/>
                </a:lnTo>
                <a:lnTo>
                  <a:pt x="338" y="1410"/>
                </a:lnTo>
                <a:lnTo>
                  <a:pt x="330" y="1399"/>
                </a:lnTo>
                <a:lnTo>
                  <a:pt x="325" y="1393"/>
                </a:lnTo>
                <a:lnTo>
                  <a:pt x="321" y="1387"/>
                </a:lnTo>
                <a:lnTo>
                  <a:pt x="317" y="1382"/>
                </a:lnTo>
                <a:lnTo>
                  <a:pt x="312" y="1376"/>
                </a:lnTo>
                <a:lnTo>
                  <a:pt x="308" y="1370"/>
                </a:lnTo>
                <a:lnTo>
                  <a:pt x="303" y="1365"/>
                </a:lnTo>
                <a:lnTo>
                  <a:pt x="299" y="1359"/>
                </a:lnTo>
                <a:lnTo>
                  <a:pt x="294" y="1353"/>
                </a:lnTo>
                <a:lnTo>
                  <a:pt x="285" y="1342"/>
                </a:lnTo>
                <a:lnTo>
                  <a:pt x="280" y="1336"/>
                </a:lnTo>
                <a:lnTo>
                  <a:pt x="276" y="1330"/>
                </a:lnTo>
                <a:lnTo>
                  <a:pt x="271" y="1325"/>
                </a:lnTo>
                <a:lnTo>
                  <a:pt x="267" y="1319"/>
                </a:lnTo>
                <a:lnTo>
                  <a:pt x="262" y="1313"/>
                </a:lnTo>
                <a:lnTo>
                  <a:pt x="257" y="1308"/>
                </a:lnTo>
                <a:lnTo>
                  <a:pt x="248" y="1296"/>
                </a:lnTo>
                <a:lnTo>
                  <a:pt x="243" y="1291"/>
                </a:lnTo>
                <a:lnTo>
                  <a:pt x="239" y="1285"/>
                </a:lnTo>
                <a:lnTo>
                  <a:pt x="234" y="1279"/>
                </a:lnTo>
                <a:lnTo>
                  <a:pt x="230" y="1274"/>
                </a:lnTo>
                <a:lnTo>
                  <a:pt x="225" y="1268"/>
                </a:lnTo>
                <a:lnTo>
                  <a:pt x="221" y="1262"/>
                </a:lnTo>
                <a:lnTo>
                  <a:pt x="216" y="1257"/>
                </a:lnTo>
                <a:lnTo>
                  <a:pt x="212" y="1251"/>
                </a:lnTo>
                <a:lnTo>
                  <a:pt x="207" y="1245"/>
                </a:lnTo>
                <a:lnTo>
                  <a:pt x="203" y="1239"/>
                </a:lnTo>
                <a:lnTo>
                  <a:pt x="199" y="1234"/>
                </a:lnTo>
                <a:lnTo>
                  <a:pt x="194" y="1228"/>
                </a:lnTo>
                <a:lnTo>
                  <a:pt x="190" y="1222"/>
                </a:lnTo>
                <a:lnTo>
                  <a:pt x="186" y="1217"/>
                </a:lnTo>
                <a:lnTo>
                  <a:pt x="181" y="1211"/>
                </a:lnTo>
                <a:lnTo>
                  <a:pt x="177" y="1205"/>
                </a:lnTo>
                <a:lnTo>
                  <a:pt x="173" y="1200"/>
                </a:lnTo>
                <a:lnTo>
                  <a:pt x="165" y="1188"/>
                </a:lnTo>
                <a:lnTo>
                  <a:pt x="161" y="1183"/>
                </a:lnTo>
                <a:lnTo>
                  <a:pt x="158" y="1177"/>
                </a:lnTo>
                <a:lnTo>
                  <a:pt x="154" y="1171"/>
                </a:lnTo>
                <a:lnTo>
                  <a:pt x="150" y="1166"/>
                </a:lnTo>
                <a:lnTo>
                  <a:pt x="146" y="1160"/>
                </a:lnTo>
                <a:lnTo>
                  <a:pt x="143" y="1154"/>
                </a:lnTo>
                <a:lnTo>
                  <a:pt x="136" y="1143"/>
                </a:lnTo>
                <a:lnTo>
                  <a:pt x="133" y="1137"/>
                </a:lnTo>
                <a:lnTo>
                  <a:pt x="129" y="1131"/>
                </a:lnTo>
                <a:lnTo>
                  <a:pt x="123" y="1120"/>
                </a:lnTo>
                <a:lnTo>
                  <a:pt x="120" y="1114"/>
                </a:lnTo>
                <a:lnTo>
                  <a:pt x="117" y="1109"/>
                </a:lnTo>
                <a:lnTo>
                  <a:pt x="111" y="1097"/>
                </a:lnTo>
                <a:lnTo>
                  <a:pt x="109" y="1092"/>
                </a:lnTo>
                <a:lnTo>
                  <a:pt x="106" y="1086"/>
                </a:lnTo>
                <a:lnTo>
                  <a:pt x="103" y="1080"/>
                </a:lnTo>
                <a:lnTo>
                  <a:pt x="101" y="1075"/>
                </a:lnTo>
                <a:lnTo>
                  <a:pt x="98" y="1069"/>
                </a:lnTo>
                <a:lnTo>
                  <a:pt x="96" y="1063"/>
                </a:lnTo>
                <a:lnTo>
                  <a:pt x="94" y="1058"/>
                </a:lnTo>
                <a:lnTo>
                  <a:pt x="91" y="1052"/>
                </a:lnTo>
                <a:lnTo>
                  <a:pt x="89" y="1046"/>
                </a:lnTo>
                <a:lnTo>
                  <a:pt x="87" y="1040"/>
                </a:lnTo>
                <a:lnTo>
                  <a:pt x="85" y="1035"/>
                </a:lnTo>
                <a:lnTo>
                  <a:pt x="83" y="1029"/>
                </a:lnTo>
                <a:lnTo>
                  <a:pt x="81" y="1023"/>
                </a:lnTo>
                <a:lnTo>
                  <a:pt x="80" y="1018"/>
                </a:lnTo>
                <a:lnTo>
                  <a:pt x="78" y="1012"/>
                </a:lnTo>
                <a:lnTo>
                  <a:pt x="76" y="1006"/>
                </a:lnTo>
                <a:lnTo>
                  <a:pt x="75" y="1001"/>
                </a:lnTo>
                <a:lnTo>
                  <a:pt x="73" y="995"/>
                </a:lnTo>
                <a:lnTo>
                  <a:pt x="72" y="989"/>
                </a:lnTo>
                <a:lnTo>
                  <a:pt x="70" y="984"/>
                </a:lnTo>
                <a:lnTo>
                  <a:pt x="69" y="978"/>
                </a:lnTo>
                <a:lnTo>
                  <a:pt x="67" y="967"/>
                </a:lnTo>
                <a:lnTo>
                  <a:pt x="65" y="961"/>
                </a:lnTo>
                <a:lnTo>
                  <a:pt x="63" y="949"/>
                </a:lnTo>
                <a:lnTo>
                  <a:pt x="62" y="944"/>
                </a:lnTo>
                <a:lnTo>
                  <a:pt x="61" y="938"/>
                </a:lnTo>
                <a:lnTo>
                  <a:pt x="60" y="932"/>
                </a:lnTo>
                <a:lnTo>
                  <a:pt x="59" y="927"/>
                </a:lnTo>
                <a:lnTo>
                  <a:pt x="59" y="921"/>
                </a:lnTo>
                <a:lnTo>
                  <a:pt x="58" y="915"/>
                </a:lnTo>
                <a:lnTo>
                  <a:pt x="57" y="910"/>
                </a:lnTo>
                <a:lnTo>
                  <a:pt x="56" y="904"/>
                </a:lnTo>
                <a:lnTo>
                  <a:pt x="55" y="898"/>
                </a:lnTo>
                <a:lnTo>
                  <a:pt x="54" y="887"/>
                </a:lnTo>
                <a:lnTo>
                  <a:pt x="54" y="881"/>
                </a:lnTo>
                <a:lnTo>
                  <a:pt x="53" y="875"/>
                </a:lnTo>
                <a:lnTo>
                  <a:pt x="51" y="859"/>
                </a:lnTo>
                <a:lnTo>
                  <a:pt x="51" y="853"/>
                </a:lnTo>
                <a:lnTo>
                  <a:pt x="50" y="841"/>
                </a:lnTo>
                <a:lnTo>
                  <a:pt x="49" y="836"/>
                </a:lnTo>
                <a:lnTo>
                  <a:pt x="48" y="824"/>
                </a:lnTo>
                <a:lnTo>
                  <a:pt x="48" y="819"/>
                </a:lnTo>
                <a:lnTo>
                  <a:pt x="47" y="813"/>
                </a:lnTo>
                <a:lnTo>
                  <a:pt x="47" y="807"/>
                </a:lnTo>
                <a:lnTo>
                  <a:pt x="46" y="802"/>
                </a:lnTo>
                <a:lnTo>
                  <a:pt x="46" y="796"/>
                </a:lnTo>
                <a:lnTo>
                  <a:pt x="45" y="790"/>
                </a:lnTo>
                <a:lnTo>
                  <a:pt x="45" y="785"/>
                </a:lnTo>
                <a:lnTo>
                  <a:pt x="44" y="773"/>
                </a:lnTo>
                <a:lnTo>
                  <a:pt x="43" y="767"/>
                </a:lnTo>
                <a:lnTo>
                  <a:pt x="41" y="750"/>
                </a:lnTo>
                <a:lnTo>
                  <a:pt x="41" y="745"/>
                </a:lnTo>
                <a:lnTo>
                  <a:pt x="40" y="739"/>
                </a:lnTo>
                <a:lnTo>
                  <a:pt x="40" y="733"/>
                </a:lnTo>
                <a:lnTo>
                  <a:pt x="39" y="728"/>
                </a:lnTo>
                <a:lnTo>
                  <a:pt x="38" y="722"/>
                </a:lnTo>
                <a:lnTo>
                  <a:pt x="38" y="716"/>
                </a:lnTo>
                <a:lnTo>
                  <a:pt x="37" y="711"/>
                </a:lnTo>
                <a:lnTo>
                  <a:pt x="36" y="705"/>
                </a:lnTo>
                <a:lnTo>
                  <a:pt x="34" y="688"/>
                </a:lnTo>
                <a:lnTo>
                  <a:pt x="34" y="682"/>
                </a:lnTo>
                <a:lnTo>
                  <a:pt x="33" y="677"/>
                </a:lnTo>
                <a:lnTo>
                  <a:pt x="32" y="671"/>
                </a:lnTo>
                <a:lnTo>
                  <a:pt x="31" y="665"/>
                </a:lnTo>
                <a:lnTo>
                  <a:pt x="31" y="659"/>
                </a:lnTo>
                <a:lnTo>
                  <a:pt x="29" y="648"/>
                </a:lnTo>
                <a:lnTo>
                  <a:pt x="28" y="642"/>
                </a:lnTo>
                <a:lnTo>
                  <a:pt x="28" y="637"/>
                </a:lnTo>
                <a:lnTo>
                  <a:pt x="25" y="620"/>
                </a:lnTo>
                <a:lnTo>
                  <a:pt x="24" y="614"/>
                </a:lnTo>
                <a:lnTo>
                  <a:pt x="23" y="603"/>
                </a:lnTo>
                <a:lnTo>
                  <a:pt x="22" y="597"/>
                </a:lnTo>
                <a:lnTo>
                  <a:pt x="19" y="580"/>
                </a:lnTo>
                <a:lnTo>
                  <a:pt x="18" y="574"/>
                </a:lnTo>
                <a:lnTo>
                  <a:pt x="18" y="568"/>
                </a:lnTo>
                <a:lnTo>
                  <a:pt x="16" y="557"/>
                </a:lnTo>
                <a:lnTo>
                  <a:pt x="15" y="551"/>
                </a:lnTo>
                <a:lnTo>
                  <a:pt x="14" y="546"/>
                </a:lnTo>
                <a:lnTo>
                  <a:pt x="14" y="540"/>
                </a:lnTo>
                <a:lnTo>
                  <a:pt x="13" y="534"/>
                </a:lnTo>
                <a:lnTo>
                  <a:pt x="12" y="529"/>
                </a:lnTo>
                <a:lnTo>
                  <a:pt x="12" y="523"/>
                </a:lnTo>
                <a:lnTo>
                  <a:pt x="11" y="517"/>
                </a:lnTo>
                <a:lnTo>
                  <a:pt x="10" y="512"/>
                </a:lnTo>
                <a:lnTo>
                  <a:pt x="9" y="506"/>
                </a:lnTo>
                <a:lnTo>
                  <a:pt x="9" y="500"/>
                </a:lnTo>
                <a:lnTo>
                  <a:pt x="8" y="495"/>
                </a:lnTo>
                <a:lnTo>
                  <a:pt x="7" y="489"/>
                </a:lnTo>
                <a:lnTo>
                  <a:pt x="7" y="483"/>
                </a:lnTo>
                <a:lnTo>
                  <a:pt x="6" y="478"/>
                </a:lnTo>
                <a:lnTo>
                  <a:pt x="6" y="472"/>
                </a:lnTo>
                <a:lnTo>
                  <a:pt x="5" y="466"/>
                </a:lnTo>
                <a:lnTo>
                  <a:pt x="5" y="460"/>
                </a:lnTo>
                <a:lnTo>
                  <a:pt x="4" y="455"/>
                </a:lnTo>
                <a:lnTo>
                  <a:pt x="4" y="449"/>
                </a:lnTo>
                <a:lnTo>
                  <a:pt x="3" y="443"/>
                </a:lnTo>
                <a:lnTo>
                  <a:pt x="2" y="426"/>
                </a:lnTo>
                <a:lnTo>
                  <a:pt x="2" y="421"/>
                </a:lnTo>
                <a:lnTo>
                  <a:pt x="1" y="404"/>
                </a:lnTo>
                <a:lnTo>
                  <a:pt x="1" y="398"/>
                </a:lnTo>
                <a:lnTo>
                  <a:pt x="0" y="387"/>
                </a:lnTo>
                <a:lnTo>
                  <a:pt x="0" y="381"/>
                </a:lnTo>
                <a:lnTo>
                  <a:pt x="0" y="375"/>
                </a:lnTo>
                <a:lnTo>
                  <a:pt x="0" y="369"/>
                </a:lnTo>
                <a:lnTo>
                  <a:pt x="0" y="364"/>
                </a:lnTo>
                <a:lnTo>
                  <a:pt x="0" y="347"/>
                </a:lnTo>
                <a:lnTo>
                  <a:pt x="0" y="341"/>
                </a:lnTo>
                <a:lnTo>
                  <a:pt x="0" y="335"/>
                </a:lnTo>
                <a:lnTo>
                  <a:pt x="1" y="318"/>
                </a:lnTo>
                <a:lnTo>
                  <a:pt x="1" y="313"/>
                </a:lnTo>
                <a:lnTo>
                  <a:pt x="1" y="307"/>
                </a:lnTo>
                <a:lnTo>
                  <a:pt x="1" y="301"/>
                </a:lnTo>
                <a:lnTo>
                  <a:pt x="1" y="296"/>
                </a:lnTo>
                <a:lnTo>
                  <a:pt x="1" y="290"/>
                </a:lnTo>
                <a:lnTo>
                  <a:pt x="2" y="279"/>
                </a:lnTo>
                <a:lnTo>
                  <a:pt x="2" y="273"/>
                </a:lnTo>
                <a:lnTo>
                  <a:pt x="2" y="267"/>
                </a:lnTo>
                <a:lnTo>
                  <a:pt x="3" y="261"/>
                </a:lnTo>
                <a:lnTo>
                  <a:pt x="3" y="256"/>
                </a:lnTo>
                <a:lnTo>
                  <a:pt x="3" y="250"/>
                </a:lnTo>
                <a:lnTo>
                  <a:pt x="4" y="233"/>
                </a:lnTo>
                <a:lnTo>
                  <a:pt x="5" y="227"/>
                </a:lnTo>
                <a:lnTo>
                  <a:pt x="5" y="222"/>
                </a:lnTo>
                <a:lnTo>
                  <a:pt x="6" y="210"/>
                </a:lnTo>
                <a:lnTo>
                  <a:pt x="6" y="205"/>
                </a:lnTo>
                <a:lnTo>
                  <a:pt x="7" y="188"/>
                </a:lnTo>
                <a:lnTo>
                  <a:pt x="7" y="182"/>
                </a:lnTo>
                <a:lnTo>
                  <a:pt x="7" y="176"/>
                </a:lnTo>
                <a:lnTo>
                  <a:pt x="7" y="170"/>
                </a:lnTo>
                <a:lnTo>
                  <a:pt x="8" y="165"/>
                </a:lnTo>
                <a:lnTo>
                  <a:pt x="8" y="153"/>
                </a:lnTo>
                <a:lnTo>
                  <a:pt x="8" y="148"/>
                </a:lnTo>
                <a:lnTo>
                  <a:pt x="8" y="142"/>
                </a:lnTo>
                <a:lnTo>
                  <a:pt x="8" y="136"/>
                </a:lnTo>
                <a:lnTo>
                  <a:pt x="8" y="131"/>
                </a:lnTo>
                <a:lnTo>
                  <a:pt x="9" y="125"/>
                </a:lnTo>
                <a:lnTo>
                  <a:pt x="9" y="119"/>
                </a:lnTo>
                <a:lnTo>
                  <a:pt x="9" y="114"/>
                </a:lnTo>
                <a:lnTo>
                  <a:pt x="9" y="96"/>
                </a:lnTo>
                <a:lnTo>
                  <a:pt x="9" y="91"/>
                </a:lnTo>
                <a:lnTo>
                  <a:pt x="9" y="85"/>
                </a:lnTo>
                <a:lnTo>
                  <a:pt x="8" y="80"/>
                </a:lnTo>
                <a:lnTo>
                  <a:pt x="8" y="74"/>
                </a:lnTo>
                <a:lnTo>
                  <a:pt x="8" y="62"/>
                </a:lnTo>
                <a:lnTo>
                  <a:pt x="8" y="57"/>
                </a:lnTo>
                <a:lnTo>
                  <a:pt x="7" y="40"/>
                </a:lnTo>
                <a:lnTo>
                  <a:pt x="7" y="34"/>
                </a:lnTo>
                <a:lnTo>
                  <a:pt x="6" y="23"/>
                </a:lnTo>
                <a:lnTo>
                  <a:pt x="6" y="17"/>
                </a:lnTo>
                <a:lnTo>
                  <a:pt x="5" y="11"/>
                </a:lnTo>
                <a:lnTo>
                  <a:pt x="5" y="6"/>
                </a:lnTo>
                <a:lnTo>
                  <a:pt x="5" y="0"/>
                </a:lnTo>
              </a:path>
            </a:pathLst>
          </a:custGeom>
          <a:ln w="6480">
            <a:solidFill>
              <a:srgbClr val="2A9D8F"/>
            </a:solidFill>
            <a:bevel/>
          </a:ln>
        </p:spPr>
        <p:txBody>
          <a:bodyPr lIns="3240" tIns="3240" rIns="3240" bIns="324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8" name=""/>
          <p:cNvSpPr/>
          <p:nvPr/>
        </p:nvSpPr>
        <p:spPr>
          <a:xfrm>
            <a:off x="631080" y="1204200"/>
            <a:ext cx="15480" cy="15840"/>
          </a:xfrm>
          <a:custGeom>
            <a:avLst/>
            <a:gdLst/>
            <a:ahLst/>
            <a:rect l="0" t="0" r="r" b="b"/>
            <a:pathLst>
              <a:path w="43" h="44">
                <a:moveTo>
                  <a:pt x="0" y="22"/>
                </a:moveTo>
                <a:cubicBezTo>
                  <a:pt x="0" y="-7"/>
                  <a:pt x="43" y="-7"/>
                  <a:pt x="43" y="22"/>
                </a:cubicBezTo>
                <a:cubicBezTo>
                  <a:pt x="43" y="51"/>
                  <a:pt x="0" y="51"/>
                  <a:pt x="0" y="22"/>
                </a:cubicBezTo>
                <a:close/>
              </a:path>
            </a:pathLst>
          </a:custGeom>
          <a:solidFill>
            <a:srgbClr val="2A9D8F">
              <a:alpha val="50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9" name=""/>
          <p:cNvSpPr/>
          <p:nvPr/>
        </p:nvSpPr>
        <p:spPr>
          <a:xfrm>
            <a:off x="631080" y="1204200"/>
            <a:ext cx="15480" cy="15840"/>
          </a:xfrm>
          <a:custGeom>
            <a:avLst/>
            <a:gdLst/>
            <a:ahLst/>
            <a:rect l="0" t="0" r="r" b="b"/>
            <a:pathLst>
              <a:path fill="none" w="43" h="44">
                <a:moveTo>
                  <a:pt x="43" y="22"/>
                </a:moveTo>
                <a:cubicBezTo>
                  <a:pt x="43" y="51"/>
                  <a:pt x="0" y="51"/>
                  <a:pt x="0" y="22"/>
                </a:cubicBezTo>
                <a:cubicBezTo>
                  <a:pt x="0" y="-7"/>
                  <a:pt x="43" y="-7"/>
                  <a:pt x="43" y="22"/>
                </a:cubicBezTo>
              </a:path>
            </a:pathLst>
          </a:custGeom>
          <a:ln cap="rnd" w="0">
            <a:solidFill>
              <a:srgbClr val="2A9D8F">
                <a:alpha val="50000"/>
              </a:srgbClr>
            </a:solidFill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0" name=""/>
          <p:cNvSpPr/>
          <p:nvPr/>
        </p:nvSpPr>
        <p:spPr>
          <a:xfrm>
            <a:off x="1620000" y="1763640"/>
            <a:ext cx="15120" cy="15480"/>
          </a:xfrm>
          <a:custGeom>
            <a:avLst/>
            <a:gdLst/>
            <a:ahLst/>
            <a:rect l="0" t="0" r="r" b="b"/>
            <a:pathLst>
              <a:path w="42" h="43">
                <a:moveTo>
                  <a:pt x="0" y="22"/>
                </a:moveTo>
                <a:cubicBezTo>
                  <a:pt x="0" y="-7"/>
                  <a:pt x="42" y="-7"/>
                  <a:pt x="42" y="22"/>
                </a:cubicBezTo>
                <a:cubicBezTo>
                  <a:pt x="42" y="50"/>
                  <a:pt x="0" y="50"/>
                  <a:pt x="0" y="22"/>
                </a:cubicBezTo>
                <a:close/>
              </a:path>
            </a:pathLst>
          </a:custGeom>
          <a:solidFill>
            <a:srgbClr val="2A9D8F">
              <a:alpha val="50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1" name=""/>
          <p:cNvSpPr/>
          <p:nvPr/>
        </p:nvSpPr>
        <p:spPr>
          <a:xfrm>
            <a:off x="1620000" y="1763640"/>
            <a:ext cx="15120" cy="15480"/>
          </a:xfrm>
          <a:custGeom>
            <a:avLst/>
            <a:gdLst/>
            <a:ahLst/>
            <a:rect l="0" t="0" r="r" b="b"/>
            <a:pathLst>
              <a:path fill="none" w="42" h="43">
                <a:moveTo>
                  <a:pt x="42" y="22"/>
                </a:moveTo>
                <a:cubicBezTo>
                  <a:pt x="42" y="50"/>
                  <a:pt x="0" y="50"/>
                  <a:pt x="0" y="22"/>
                </a:cubicBezTo>
                <a:cubicBezTo>
                  <a:pt x="0" y="-7"/>
                  <a:pt x="42" y="-7"/>
                  <a:pt x="42" y="22"/>
                </a:cubicBezTo>
              </a:path>
            </a:pathLst>
          </a:custGeom>
          <a:ln cap="rnd" w="0">
            <a:solidFill>
              <a:srgbClr val="2A9D8F">
                <a:alpha val="50000"/>
              </a:srgbClr>
            </a:solidFill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2" name=""/>
          <p:cNvSpPr/>
          <p:nvPr/>
        </p:nvSpPr>
        <p:spPr>
          <a:xfrm>
            <a:off x="1532520" y="1503000"/>
            <a:ext cx="15120" cy="15120"/>
          </a:xfrm>
          <a:custGeom>
            <a:avLst/>
            <a:gdLst/>
            <a:ahLst/>
            <a:rect l="0" t="0" r="r" b="b"/>
            <a:pathLst>
              <a:path w="42" h="42">
                <a:moveTo>
                  <a:pt x="0" y="21"/>
                </a:moveTo>
                <a:cubicBezTo>
                  <a:pt x="0" y="-7"/>
                  <a:pt x="42" y="-7"/>
                  <a:pt x="42" y="21"/>
                </a:cubicBezTo>
                <a:cubicBezTo>
                  <a:pt x="42" y="49"/>
                  <a:pt x="0" y="49"/>
                  <a:pt x="0" y="21"/>
                </a:cubicBezTo>
                <a:close/>
              </a:path>
            </a:pathLst>
          </a:custGeom>
          <a:solidFill>
            <a:srgbClr val="2A9D8F">
              <a:alpha val="50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3" name=""/>
          <p:cNvSpPr/>
          <p:nvPr/>
        </p:nvSpPr>
        <p:spPr>
          <a:xfrm>
            <a:off x="1532520" y="1503000"/>
            <a:ext cx="15120" cy="15120"/>
          </a:xfrm>
          <a:custGeom>
            <a:avLst/>
            <a:gdLst/>
            <a:ahLst/>
            <a:rect l="0" t="0" r="r" b="b"/>
            <a:pathLst>
              <a:path fill="none" w="42" h="42">
                <a:moveTo>
                  <a:pt x="42" y="21"/>
                </a:moveTo>
                <a:cubicBezTo>
                  <a:pt x="42" y="49"/>
                  <a:pt x="0" y="49"/>
                  <a:pt x="0" y="21"/>
                </a:cubicBezTo>
                <a:cubicBezTo>
                  <a:pt x="0" y="-7"/>
                  <a:pt x="42" y="-7"/>
                  <a:pt x="42" y="21"/>
                </a:cubicBezTo>
              </a:path>
            </a:pathLst>
          </a:custGeom>
          <a:ln cap="rnd" w="0">
            <a:solidFill>
              <a:srgbClr val="2A9D8F">
                <a:alpha val="50000"/>
              </a:srgbClr>
            </a:solidFill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4" name=""/>
          <p:cNvSpPr/>
          <p:nvPr/>
        </p:nvSpPr>
        <p:spPr>
          <a:xfrm>
            <a:off x="613440" y="1001160"/>
            <a:ext cx="15480" cy="15120"/>
          </a:xfrm>
          <a:custGeom>
            <a:avLst/>
            <a:gdLst/>
            <a:ahLst/>
            <a:rect l="0" t="0" r="r" b="b"/>
            <a:pathLst>
              <a:path w="43" h="42">
                <a:moveTo>
                  <a:pt x="0" y="21"/>
                </a:moveTo>
                <a:cubicBezTo>
                  <a:pt x="0" y="-7"/>
                  <a:pt x="43" y="-7"/>
                  <a:pt x="43" y="21"/>
                </a:cubicBezTo>
                <a:cubicBezTo>
                  <a:pt x="43" y="49"/>
                  <a:pt x="0" y="49"/>
                  <a:pt x="0" y="21"/>
                </a:cubicBezTo>
                <a:close/>
              </a:path>
            </a:pathLst>
          </a:custGeom>
          <a:solidFill>
            <a:srgbClr val="2A9D8F">
              <a:alpha val="50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5" name=""/>
          <p:cNvSpPr/>
          <p:nvPr/>
        </p:nvSpPr>
        <p:spPr>
          <a:xfrm>
            <a:off x="613440" y="1001160"/>
            <a:ext cx="15480" cy="15120"/>
          </a:xfrm>
          <a:custGeom>
            <a:avLst/>
            <a:gdLst/>
            <a:ahLst/>
            <a:rect l="0" t="0" r="r" b="b"/>
            <a:pathLst>
              <a:path fill="none" w="43" h="42">
                <a:moveTo>
                  <a:pt x="43" y="21"/>
                </a:moveTo>
                <a:cubicBezTo>
                  <a:pt x="43" y="49"/>
                  <a:pt x="0" y="49"/>
                  <a:pt x="0" y="21"/>
                </a:cubicBezTo>
                <a:cubicBezTo>
                  <a:pt x="0" y="-7"/>
                  <a:pt x="43" y="-7"/>
                  <a:pt x="43" y="21"/>
                </a:cubicBezTo>
              </a:path>
            </a:pathLst>
          </a:custGeom>
          <a:ln cap="rnd" w="0">
            <a:solidFill>
              <a:srgbClr val="2A9D8F">
                <a:alpha val="50000"/>
              </a:srgbClr>
            </a:solidFill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6" name=""/>
          <p:cNvSpPr/>
          <p:nvPr/>
        </p:nvSpPr>
        <p:spPr>
          <a:xfrm>
            <a:off x="1076040" y="1722960"/>
            <a:ext cx="15120" cy="15120"/>
          </a:xfrm>
          <a:custGeom>
            <a:avLst/>
            <a:gdLst/>
            <a:ahLst/>
            <a:rect l="0" t="0" r="r" b="b"/>
            <a:pathLst>
              <a:path w="42" h="42">
                <a:moveTo>
                  <a:pt x="0" y="21"/>
                </a:moveTo>
                <a:cubicBezTo>
                  <a:pt x="0" y="-7"/>
                  <a:pt x="42" y="-7"/>
                  <a:pt x="42" y="21"/>
                </a:cubicBezTo>
                <a:cubicBezTo>
                  <a:pt x="42" y="49"/>
                  <a:pt x="0" y="49"/>
                  <a:pt x="0" y="21"/>
                </a:cubicBezTo>
                <a:close/>
              </a:path>
            </a:pathLst>
          </a:custGeom>
          <a:solidFill>
            <a:srgbClr val="2A9D8F">
              <a:alpha val="50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7" name=""/>
          <p:cNvSpPr/>
          <p:nvPr/>
        </p:nvSpPr>
        <p:spPr>
          <a:xfrm>
            <a:off x="1076040" y="1722960"/>
            <a:ext cx="15120" cy="15120"/>
          </a:xfrm>
          <a:custGeom>
            <a:avLst/>
            <a:gdLst/>
            <a:ahLst/>
            <a:rect l="0" t="0" r="r" b="b"/>
            <a:pathLst>
              <a:path fill="none" w="42" h="42">
                <a:moveTo>
                  <a:pt x="42" y="21"/>
                </a:moveTo>
                <a:cubicBezTo>
                  <a:pt x="42" y="49"/>
                  <a:pt x="0" y="49"/>
                  <a:pt x="0" y="21"/>
                </a:cubicBezTo>
                <a:cubicBezTo>
                  <a:pt x="0" y="-7"/>
                  <a:pt x="42" y="-7"/>
                  <a:pt x="42" y="21"/>
                </a:cubicBezTo>
              </a:path>
            </a:pathLst>
          </a:custGeom>
          <a:ln cap="rnd" w="0">
            <a:solidFill>
              <a:srgbClr val="2A9D8F">
                <a:alpha val="50000"/>
              </a:srgbClr>
            </a:solidFill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8" name=""/>
          <p:cNvSpPr/>
          <p:nvPr/>
        </p:nvSpPr>
        <p:spPr>
          <a:xfrm>
            <a:off x="2082240" y="1366560"/>
            <a:ext cx="15120" cy="15480"/>
          </a:xfrm>
          <a:custGeom>
            <a:avLst/>
            <a:gdLst/>
            <a:ahLst/>
            <a:rect l="0" t="0" r="r" b="b"/>
            <a:pathLst>
              <a:path w="42" h="43">
                <a:moveTo>
                  <a:pt x="0" y="21"/>
                </a:moveTo>
                <a:cubicBezTo>
                  <a:pt x="0" y="-7"/>
                  <a:pt x="42" y="-7"/>
                  <a:pt x="42" y="21"/>
                </a:cubicBezTo>
                <a:cubicBezTo>
                  <a:pt x="42" y="50"/>
                  <a:pt x="0" y="50"/>
                  <a:pt x="0" y="21"/>
                </a:cubicBezTo>
                <a:close/>
              </a:path>
            </a:pathLst>
          </a:custGeom>
          <a:solidFill>
            <a:srgbClr val="2A9D8F">
              <a:alpha val="50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9" name=""/>
          <p:cNvSpPr/>
          <p:nvPr/>
        </p:nvSpPr>
        <p:spPr>
          <a:xfrm>
            <a:off x="2082240" y="1366560"/>
            <a:ext cx="15120" cy="15480"/>
          </a:xfrm>
          <a:custGeom>
            <a:avLst/>
            <a:gdLst/>
            <a:ahLst/>
            <a:rect l="0" t="0" r="r" b="b"/>
            <a:pathLst>
              <a:path fill="none" w="42" h="43">
                <a:moveTo>
                  <a:pt x="42" y="21"/>
                </a:moveTo>
                <a:cubicBezTo>
                  <a:pt x="42" y="50"/>
                  <a:pt x="0" y="50"/>
                  <a:pt x="0" y="21"/>
                </a:cubicBezTo>
                <a:cubicBezTo>
                  <a:pt x="0" y="-7"/>
                  <a:pt x="42" y="-7"/>
                  <a:pt x="42" y="21"/>
                </a:cubicBezTo>
              </a:path>
            </a:pathLst>
          </a:custGeom>
          <a:ln cap="rnd" w="0">
            <a:solidFill>
              <a:srgbClr val="2A9D8F">
                <a:alpha val="50000"/>
              </a:srgbClr>
            </a:solidFill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0" name=""/>
          <p:cNvSpPr/>
          <p:nvPr/>
        </p:nvSpPr>
        <p:spPr>
          <a:xfrm>
            <a:off x="1125720" y="1228680"/>
            <a:ext cx="15480" cy="15120"/>
          </a:xfrm>
          <a:custGeom>
            <a:avLst/>
            <a:gdLst/>
            <a:ahLst/>
            <a:rect l="0" t="0" r="r" b="b"/>
            <a:pathLst>
              <a:path w="43" h="42">
                <a:moveTo>
                  <a:pt x="0" y="21"/>
                </a:moveTo>
                <a:cubicBezTo>
                  <a:pt x="0" y="-7"/>
                  <a:pt x="43" y="-7"/>
                  <a:pt x="43" y="21"/>
                </a:cubicBezTo>
                <a:cubicBezTo>
                  <a:pt x="43" y="49"/>
                  <a:pt x="0" y="49"/>
                  <a:pt x="0" y="21"/>
                </a:cubicBezTo>
                <a:close/>
              </a:path>
            </a:pathLst>
          </a:custGeom>
          <a:solidFill>
            <a:srgbClr val="2A9D8F">
              <a:alpha val="50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1" name=""/>
          <p:cNvSpPr/>
          <p:nvPr/>
        </p:nvSpPr>
        <p:spPr>
          <a:xfrm>
            <a:off x="1125720" y="1228680"/>
            <a:ext cx="15480" cy="15120"/>
          </a:xfrm>
          <a:custGeom>
            <a:avLst/>
            <a:gdLst/>
            <a:ahLst/>
            <a:rect l="0" t="0" r="r" b="b"/>
            <a:pathLst>
              <a:path fill="none" w="43" h="42">
                <a:moveTo>
                  <a:pt x="43" y="21"/>
                </a:moveTo>
                <a:cubicBezTo>
                  <a:pt x="43" y="49"/>
                  <a:pt x="0" y="49"/>
                  <a:pt x="0" y="21"/>
                </a:cubicBezTo>
                <a:cubicBezTo>
                  <a:pt x="0" y="-7"/>
                  <a:pt x="43" y="-7"/>
                  <a:pt x="43" y="21"/>
                </a:cubicBezTo>
              </a:path>
            </a:pathLst>
          </a:custGeom>
          <a:ln cap="rnd" w="0">
            <a:solidFill>
              <a:srgbClr val="2A9D8F">
                <a:alpha val="50000"/>
              </a:srgbClr>
            </a:solidFill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2" name=""/>
          <p:cNvSpPr/>
          <p:nvPr/>
        </p:nvSpPr>
        <p:spPr>
          <a:xfrm>
            <a:off x="1575720" y="1665720"/>
            <a:ext cx="15120" cy="15120"/>
          </a:xfrm>
          <a:custGeom>
            <a:avLst/>
            <a:gdLst/>
            <a:ahLst/>
            <a:rect l="0" t="0" r="r" b="b"/>
            <a:pathLst>
              <a:path w="42" h="42">
                <a:moveTo>
                  <a:pt x="0" y="20"/>
                </a:moveTo>
                <a:cubicBezTo>
                  <a:pt x="0" y="-7"/>
                  <a:pt x="42" y="-7"/>
                  <a:pt x="42" y="20"/>
                </a:cubicBezTo>
                <a:cubicBezTo>
                  <a:pt x="42" y="49"/>
                  <a:pt x="0" y="49"/>
                  <a:pt x="0" y="20"/>
                </a:cubicBezTo>
                <a:close/>
              </a:path>
            </a:pathLst>
          </a:custGeom>
          <a:solidFill>
            <a:srgbClr val="2A9D8F">
              <a:alpha val="50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3" name=""/>
          <p:cNvSpPr/>
          <p:nvPr/>
        </p:nvSpPr>
        <p:spPr>
          <a:xfrm>
            <a:off x="1575720" y="1665720"/>
            <a:ext cx="15120" cy="15120"/>
          </a:xfrm>
          <a:custGeom>
            <a:avLst/>
            <a:gdLst/>
            <a:ahLst/>
            <a:rect l="0" t="0" r="r" b="b"/>
            <a:pathLst>
              <a:path fill="none" w="42" h="42">
                <a:moveTo>
                  <a:pt x="42" y="20"/>
                </a:moveTo>
                <a:cubicBezTo>
                  <a:pt x="42" y="49"/>
                  <a:pt x="0" y="49"/>
                  <a:pt x="0" y="20"/>
                </a:cubicBezTo>
                <a:cubicBezTo>
                  <a:pt x="0" y="-7"/>
                  <a:pt x="42" y="-7"/>
                  <a:pt x="42" y="20"/>
                </a:cubicBezTo>
              </a:path>
            </a:pathLst>
          </a:custGeom>
          <a:ln cap="rnd" w="0">
            <a:solidFill>
              <a:srgbClr val="2A9D8F">
                <a:alpha val="50000"/>
              </a:srgbClr>
            </a:solidFill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4" name=""/>
          <p:cNvSpPr/>
          <p:nvPr/>
        </p:nvSpPr>
        <p:spPr>
          <a:xfrm>
            <a:off x="1531440" y="1554840"/>
            <a:ext cx="15480" cy="15480"/>
          </a:xfrm>
          <a:custGeom>
            <a:avLst/>
            <a:gdLst/>
            <a:ahLst/>
            <a:rect l="0" t="0" r="r" b="b"/>
            <a:pathLst>
              <a:path w="43" h="43">
                <a:moveTo>
                  <a:pt x="0" y="21"/>
                </a:moveTo>
                <a:cubicBezTo>
                  <a:pt x="0" y="-7"/>
                  <a:pt x="43" y="-7"/>
                  <a:pt x="43" y="21"/>
                </a:cubicBezTo>
                <a:cubicBezTo>
                  <a:pt x="43" y="50"/>
                  <a:pt x="0" y="50"/>
                  <a:pt x="0" y="21"/>
                </a:cubicBezTo>
                <a:close/>
              </a:path>
            </a:pathLst>
          </a:custGeom>
          <a:solidFill>
            <a:srgbClr val="2A9D8F">
              <a:alpha val="50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5" name=""/>
          <p:cNvSpPr/>
          <p:nvPr/>
        </p:nvSpPr>
        <p:spPr>
          <a:xfrm>
            <a:off x="1531440" y="1554840"/>
            <a:ext cx="15480" cy="15480"/>
          </a:xfrm>
          <a:custGeom>
            <a:avLst/>
            <a:gdLst/>
            <a:ahLst/>
            <a:rect l="0" t="0" r="r" b="b"/>
            <a:pathLst>
              <a:path fill="none" w="43" h="43">
                <a:moveTo>
                  <a:pt x="43" y="21"/>
                </a:moveTo>
                <a:cubicBezTo>
                  <a:pt x="43" y="50"/>
                  <a:pt x="0" y="50"/>
                  <a:pt x="0" y="21"/>
                </a:cubicBezTo>
                <a:cubicBezTo>
                  <a:pt x="0" y="-7"/>
                  <a:pt x="43" y="-7"/>
                  <a:pt x="43" y="21"/>
                </a:cubicBezTo>
              </a:path>
            </a:pathLst>
          </a:custGeom>
          <a:ln cap="rnd" w="0">
            <a:solidFill>
              <a:srgbClr val="2A9D8F">
                <a:alpha val="50000"/>
              </a:srgbClr>
            </a:solidFill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6" name=""/>
          <p:cNvSpPr/>
          <p:nvPr/>
        </p:nvSpPr>
        <p:spPr>
          <a:xfrm>
            <a:off x="2091960" y="1693440"/>
            <a:ext cx="15120" cy="15120"/>
          </a:xfrm>
          <a:custGeom>
            <a:avLst/>
            <a:gdLst/>
            <a:ahLst/>
            <a:rect l="0" t="0" r="r" b="b"/>
            <a:pathLst>
              <a:path w="42" h="42">
                <a:moveTo>
                  <a:pt x="0" y="21"/>
                </a:moveTo>
                <a:cubicBezTo>
                  <a:pt x="0" y="-7"/>
                  <a:pt x="42" y="-7"/>
                  <a:pt x="42" y="21"/>
                </a:cubicBezTo>
                <a:cubicBezTo>
                  <a:pt x="42" y="49"/>
                  <a:pt x="0" y="49"/>
                  <a:pt x="0" y="21"/>
                </a:cubicBezTo>
                <a:close/>
              </a:path>
            </a:pathLst>
          </a:custGeom>
          <a:solidFill>
            <a:srgbClr val="2A9D8F">
              <a:alpha val="50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7" name=""/>
          <p:cNvSpPr/>
          <p:nvPr/>
        </p:nvSpPr>
        <p:spPr>
          <a:xfrm>
            <a:off x="2091960" y="1693440"/>
            <a:ext cx="15120" cy="15120"/>
          </a:xfrm>
          <a:custGeom>
            <a:avLst/>
            <a:gdLst/>
            <a:ahLst/>
            <a:rect l="0" t="0" r="r" b="b"/>
            <a:pathLst>
              <a:path fill="none" w="42" h="42">
                <a:moveTo>
                  <a:pt x="42" y="21"/>
                </a:moveTo>
                <a:cubicBezTo>
                  <a:pt x="42" y="49"/>
                  <a:pt x="0" y="49"/>
                  <a:pt x="0" y="21"/>
                </a:cubicBezTo>
                <a:cubicBezTo>
                  <a:pt x="0" y="-7"/>
                  <a:pt x="42" y="-7"/>
                  <a:pt x="42" y="21"/>
                </a:cubicBezTo>
              </a:path>
            </a:pathLst>
          </a:custGeom>
          <a:ln cap="rnd" w="0">
            <a:solidFill>
              <a:srgbClr val="2A9D8F">
                <a:alpha val="50000"/>
              </a:srgbClr>
            </a:solidFill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8" name=""/>
          <p:cNvSpPr/>
          <p:nvPr/>
        </p:nvSpPr>
        <p:spPr>
          <a:xfrm>
            <a:off x="2039760" y="1764000"/>
            <a:ext cx="15480" cy="15480"/>
          </a:xfrm>
          <a:custGeom>
            <a:avLst/>
            <a:gdLst/>
            <a:ahLst/>
            <a:rect l="0" t="0" r="r" b="b"/>
            <a:pathLst>
              <a:path w="43" h="43">
                <a:moveTo>
                  <a:pt x="0" y="21"/>
                </a:moveTo>
                <a:cubicBezTo>
                  <a:pt x="0" y="-7"/>
                  <a:pt x="43" y="-7"/>
                  <a:pt x="43" y="21"/>
                </a:cubicBezTo>
                <a:cubicBezTo>
                  <a:pt x="43" y="50"/>
                  <a:pt x="0" y="50"/>
                  <a:pt x="0" y="21"/>
                </a:cubicBezTo>
                <a:close/>
              </a:path>
            </a:pathLst>
          </a:custGeom>
          <a:solidFill>
            <a:srgbClr val="2A9D8F">
              <a:alpha val="50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9" name=""/>
          <p:cNvSpPr/>
          <p:nvPr/>
        </p:nvSpPr>
        <p:spPr>
          <a:xfrm>
            <a:off x="2039760" y="1764000"/>
            <a:ext cx="15480" cy="15480"/>
          </a:xfrm>
          <a:custGeom>
            <a:avLst/>
            <a:gdLst/>
            <a:ahLst/>
            <a:rect l="0" t="0" r="r" b="b"/>
            <a:pathLst>
              <a:path fill="none" w="43" h="43">
                <a:moveTo>
                  <a:pt x="43" y="21"/>
                </a:moveTo>
                <a:cubicBezTo>
                  <a:pt x="43" y="50"/>
                  <a:pt x="0" y="50"/>
                  <a:pt x="0" y="21"/>
                </a:cubicBezTo>
                <a:cubicBezTo>
                  <a:pt x="0" y="-7"/>
                  <a:pt x="43" y="-7"/>
                  <a:pt x="43" y="21"/>
                </a:cubicBezTo>
              </a:path>
            </a:pathLst>
          </a:custGeom>
          <a:ln cap="rnd" w="0">
            <a:solidFill>
              <a:srgbClr val="2A9D8F">
                <a:alpha val="50000"/>
              </a:srgbClr>
            </a:solidFill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0" name=""/>
          <p:cNvSpPr/>
          <p:nvPr/>
        </p:nvSpPr>
        <p:spPr>
          <a:xfrm>
            <a:off x="1572120" y="1648080"/>
            <a:ext cx="15120" cy="15480"/>
          </a:xfrm>
          <a:custGeom>
            <a:avLst/>
            <a:gdLst/>
            <a:ahLst/>
            <a:rect l="0" t="0" r="r" b="b"/>
            <a:pathLst>
              <a:path w="42" h="43">
                <a:moveTo>
                  <a:pt x="0" y="22"/>
                </a:moveTo>
                <a:cubicBezTo>
                  <a:pt x="0" y="-7"/>
                  <a:pt x="42" y="-7"/>
                  <a:pt x="42" y="22"/>
                </a:cubicBezTo>
                <a:cubicBezTo>
                  <a:pt x="42" y="50"/>
                  <a:pt x="0" y="50"/>
                  <a:pt x="0" y="22"/>
                </a:cubicBezTo>
                <a:close/>
              </a:path>
            </a:pathLst>
          </a:custGeom>
          <a:solidFill>
            <a:srgbClr val="2A9D8F">
              <a:alpha val="50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41" name=""/>
          <p:cNvSpPr/>
          <p:nvPr/>
        </p:nvSpPr>
        <p:spPr>
          <a:xfrm>
            <a:off x="1572120" y="1648080"/>
            <a:ext cx="15120" cy="15480"/>
          </a:xfrm>
          <a:custGeom>
            <a:avLst/>
            <a:gdLst/>
            <a:ahLst/>
            <a:rect l="0" t="0" r="r" b="b"/>
            <a:pathLst>
              <a:path fill="none" w="42" h="43">
                <a:moveTo>
                  <a:pt x="42" y="22"/>
                </a:moveTo>
                <a:cubicBezTo>
                  <a:pt x="42" y="50"/>
                  <a:pt x="0" y="50"/>
                  <a:pt x="0" y="22"/>
                </a:cubicBezTo>
                <a:cubicBezTo>
                  <a:pt x="0" y="-7"/>
                  <a:pt x="42" y="-7"/>
                  <a:pt x="42" y="22"/>
                </a:cubicBezTo>
              </a:path>
            </a:pathLst>
          </a:custGeom>
          <a:ln cap="rnd" w="0">
            <a:solidFill>
              <a:srgbClr val="2A9D8F">
                <a:alpha val="50000"/>
              </a:srgbClr>
            </a:solidFill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2" name=""/>
          <p:cNvSpPr/>
          <p:nvPr/>
        </p:nvSpPr>
        <p:spPr>
          <a:xfrm>
            <a:off x="2034360" y="1362960"/>
            <a:ext cx="15120" cy="15480"/>
          </a:xfrm>
          <a:custGeom>
            <a:avLst/>
            <a:gdLst/>
            <a:ahLst/>
            <a:rect l="0" t="0" r="r" b="b"/>
            <a:pathLst>
              <a:path w="42" h="43">
                <a:moveTo>
                  <a:pt x="0" y="21"/>
                </a:moveTo>
                <a:cubicBezTo>
                  <a:pt x="0" y="-7"/>
                  <a:pt x="42" y="-7"/>
                  <a:pt x="42" y="21"/>
                </a:cubicBezTo>
                <a:cubicBezTo>
                  <a:pt x="42" y="50"/>
                  <a:pt x="0" y="50"/>
                  <a:pt x="0" y="21"/>
                </a:cubicBezTo>
                <a:close/>
              </a:path>
            </a:pathLst>
          </a:custGeom>
          <a:solidFill>
            <a:srgbClr val="2A9D8F">
              <a:alpha val="50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43" name=""/>
          <p:cNvSpPr/>
          <p:nvPr/>
        </p:nvSpPr>
        <p:spPr>
          <a:xfrm>
            <a:off x="2034360" y="1362960"/>
            <a:ext cx="15120" cy="15480"/>
          </a:xfrm>
          <a:custGeom>
            <a:avLst/>
            <a:gdLst/>
            <a:ahLst/>
            <a:rect l="0" t="0" r="r" b="b"/>
            <a:pathLst>
              <a:path fill="none" w="42" h="43">
                <a:moveTo>
                  <a:pt x="42" y="21"/>
                </a:moveTo>
                <a:cubicBezTo>
                  <a:pt x="42" y="50"/>
                  <a:pt x="0" y="50"/>
                  <a:pt x="0" y="21"/>
                </a:cubicBezTo>
                <a:cubicBezTo>
                  <a:pt x="0" y="-7"/>
                  <a:pt x="42" y="-7"/>
                  <a:pt x="42" y="21"/>
                </a:cubicBezTo>
              </a:path>
            </a:pathLst>
          </a:custGeom>
          <a:ln cap="rnd" w="0">
            <a:solidFill>
              <a:srgbClr val="2A9D8F">
                <a:alpha val="50000"/>
              </a:srgbClr>
            </a:solidFill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4" name=""/>
          <p:cNvSpPr/>
          <p:nvPr/>
        </p:nvSpPr>
        <p:spPr>
          <a:xfrm>
            <a:off x="547920" y="1544760"/>
            <a:ext cx="15120" cy="15480"/>
          </a:xfrm>
          <a:custGeom>
            <a:avLst/>
            <a:gdLst/>
            <a:ahLst/>
            <a:rect l="0" t="0" r="r" b="b"/>
            <a:pathLst>
              <a:path w="42" h="43">
                <a:moveTo>
                  <a:pt x="0" y="21"/>
                </a:moveTo>
                <a:cubicBezTo>
                  <a:pt x="0" y="-7"/>
                  <a:pt x="42" y="-7"/>
                  <a:pt x="42" y="21"/>
                </a:cubicBezTo>
                <a:cubicBezTo>
                  <a:pt x="42" y="50"/>
                  <a:pt x="0" y="50"/>
                  <a:pt x="0" y="21"/>
                </a:cubicBezTo>
                <a:close/>
              </a:path>
            </a:pathLst>
          </a:custGeom>
          <a:solidFill>
            <a:srgbClr val="2A9D8F">
              <a:alpha val="50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45" name=""/>
          <p:cNvSpPr/>
          <p:nvPr/>
        </p:nvSpPr>
        <p:spPr>
          <a:xfrm>
            <a:off x="547920" y="1544760"/>
            <a:ext cx="15120" cy="15480"/>
          </a:xfrm>
          <a:custGeom>
            <a:avLst/>
            <a:gdLst/>
            <a:ahLst/>
            <a:rect l="0" t="0" r="r" b="b"/>
            <a:pathLst>
              <a:path fill="none" w="42" h="43">
                <a:moveTo>
                  <a:pt x="42" y="21"/>
                </a:moveTo>
                <a:cubicBezTo>
                  <a:pt x="42" y="50"/>
                  <a:pt x="0" y="50"/>
                  <a:pt x="0" y="21"/>
                </a:cubicBezTo>
                <a:cubicBezTo>
                  <a:pt x="0" y="-7"/>
                  <a:pt x="42" y="-7"/>
                  <a:pt x="42" y="21"/>
                </a:cubicBezTo>
              </a:path>
            </a:pathLst>
          </a:custGeom>
          <a:ln cap="rnd" w="0">
            <a:solidFill>
              <a:srgbClr val="2A9D8F">
                <a:alpha val="50000"/>
              </a:srgbClr>
            </a:solidFill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6" name=""/>
          <p:cNvSpPr/>
          <p:nvPr/>
        </p:nvSpPr>
        <p:spPr>
          <a:xfrm>
            <a:off x="560520" y="1539360"/>
            <a:ext cx="15120" cy="15120"/>
          </a:xfrm>
          <a:custGeom>
            <a:avLst/>
            <a:gdLst/>
            <a:ahLst/>
            <a:rect l="0" t="0" r="r" b="b"/>
            <a:pathLst>
              <a:path w="42" h="42">
                <a:moveTo>
                  <a:pt x="0" y="22"/>
                </a:moveTo>
                <a:cubicBezTo>
                  <a:pt x="0" y="-7"/>
                  <a:pt x="42" y="-7"/>
                  <a:pt x="42" y="22"/>
                </a:cubicBezTo>
                <a:cubicBezTo>
                  <a:pt x="42" y="49"/>
                  <a:pt x="0" y="49"/>
                  <a:pt x="0" y="22"/>
                </a:cubicBezTo>
                <a:close/>
              </a:path>
            </a:pathLst>
          </a:custGeom>
          <a:solidFill>
            <a:srgbClr val="2A9D8F">
              <a:alpha val="50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47" name=""/>
          <p:cNvSpPr/>
          <p:nvPr/>
        </p:nvSpPr>
        <p:spPr>
          <a:xfrm>
            <a:off x="560520" y="1539360"/>
            <a:ext cx="15120" cy="15120"/>
          </a:xfrm>
          <a:custGeom>
            <a:avLst/>
            <a:gdLst/>
            <a:ahLst/>
            <a:rect l="0" t="0" r="r" b="b"/>
            <a:pathLst>
              <a:path fill="none" w="42" h="42">
                <a:moveTo>
                  <a:pt x="42" y="22"/>
                </a:moveTo>
                <a:cubicBezTo>
                  <a:pt x="42" y="49"/>
                  <a:pt x="0" y="49"/>
                  <a:pt x="0" y="22"/>
                </a:cubicBezTo>
                <a:cubicBezTo>
                  <a:pt x="0" y="-7"/>
                  <a:pt x="42" y="-7"/>
                  <a:pt x="42" y="22"/>
                </a:cubicBezTo>
              </a:path>
            </a:pathLst>
          </a:custGeom>
          <a:ln cap="rnd" w="0">
            <a:solidFill>
              <a:srgbClr val="2A9D8F">
                <a:alpha val="50000"/>
              </a:srgbClr>
            </a:solidFill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8" name=""/>
          <p:cNvSpPr/>
          <p:nvPr/>
        </p:nvSpPr>
        <p:spPr>
          <a:xfrm>
            <a:off x="559080" y="1462680"/>
            <a:ext cx="15120" cy="15120"/>
          </a:xfrm>
          <a:custGeom>
            <a:avLst/>
            <a:gdLst/>
            <a:ahLst/>
            <a:rect l="0" t="0" r="r" b="b"/>
            <a:pathLst>
              <a:path w="42" h="42">
                <a:moveTo>
                  <a:pt x="0" y="22"/>
                </a:moveTo>
                <a:cubicBezTo>
                  <a:pt x="0" y="-7"/>
                  <a:pt x="42" y="-7"/>
                  <a:pt x="42" y="22"/>
                </a:cubicBezTo>
                <a:cubicBezTo>
                  <a:pt x="42" y="49"/>
                  <a:pt x="0" y="49"/>
                  <a:pt x="0" y="22"/>
                </a:cubicBezTo>
                <a:close/>
              </a:path>
            </a:pathLst>
          </a:custGeom>
          <a:solidFill>
            <a:srgbClr val="2A9D8F">
              <a:alpha val="50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49" name=""/>
          <p:cNvSpPr/>
          <p:nvPr/>
        </p:nvSpPr>
        <p:spPr>
          <a:xfrm>
            <a:off x="559080" y="1462680"/>
            <a:ext cx="15120" cy="15120"/>
          </a:xfrm>
          <a:custGeom>
            <a:avLst/>
            <a:gdLst/>
            <a:ahLst/>
            <a:rect l="0" t="0" r="r" b="b"/>
            <a:pathLst>
              <a:path fill="none" w="42" h="42">
                <a:moveTo>
                  <a:pt x="42" y="22"/>
                </a:moveTo>
                <a:cubicBezTo>
                  <a:pt x="42" y="49"/>
                  <a:pt x="0" y="49"/>
                  <a:pt x="0" y="22"/>
                </a:cubicBezTo>
                <a:cubicBezTo>
                  <a:pt x="0" y="-7"/>
                  <a:pt x="42" y="-7"/>
                  <a:pt x="42" y="22"/>
                </a:cubicBezTo>
              </a:path>
            </a:pathLst>
          </a:custGeom>
          <a:ln cap="rnd" w="0">
            <a:solidFill>
              <a:srgbClr val="2A9D8F">
                <a:alpha val="50000"/>
              </a:srgbClr>
            </a:solidFill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0" name=""/>
          <p:cNvSpPr/>
          <p:nvPr/>
        </p:nvSpPr>
        <p:spPr>
          <a:xfrm>
            <a:off x="537120" y="1902600"/>
            <a:ext cx="15480" cy="15120"/>
          </a:xfrm>
          <a:custGeom>
            <a:avLst/>
            <a:gdLst/>
            <a:ahLst/>
            <a:rect l="0" t="0" r="r" b="b"/>
            <a:pathLst>
              <a:path w="43" h="42">
                <a:moveTo>
                  <a:pt x="0" y="21"/>
                </a:moveTo>
                <a:cubicBezTo>
                  <a:pt x="0" y="-7"/>
                  <a:pt x="43" y="-7"/>
                  <a:pt x="43" y="21"/>
                </a:cubicBezTo>
                <a:cubicBezTo>
                  <a:pt x="43" y="49"/>
                  <a:pt x="0" y="49"/>
                  <a:pt x="0" y="21"/>
                </a:cubicBezTo>
                <a:close/>
              </a:path>
            </a:pathLst>
          </a:custGeom>
          <a:solidFill>
            <a:srgbClr val="2A9D8F">
              <a:alpha val="50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51" name=""/>
          <p:cNvSpPr/>
          <p:nvPr/>
        </p:nvSpPr>
        <p:spPr>
          <a:xfrm>
            <a:off x="537120" y="1902600"/>
            <a:ext cx="15480" cy="15120"/>
          </a:xfrm>
          <a:custGeom>
            <a:avLst/>
            <a:gdLst/>
            <a:ahLst/>
            <a:rect l="0" t="0" r="r" b="b"/>
            <a:pathLst>
              <a:path fill="none" w="43" h="42">
                <a:moveTo>
                  <a:pt x="43" y="21"/>
                </a:moveTo>
                <a:cubicBezTo>
                  <a:pt x="43" y="49"/>
                  <a:pt x="0" y="49"/>
                  <a:pt x="0" y="21"/>
                </a:cubicBezTo>
                <a:cubicBezTo>
                  <a:pt x="0" y="-7"/>
                  <a:pt x="43" y="-7"/>
                  <a:pt x="43" y="21"/>
                </a:cubicBezTo>
              </a:path>
            </a:pathLst>
          </a:custGeom>
          <a:ln cap="rnd" w="0">
            <a:solidFill>
              <a:srgbClr val="2A9D8F">
                <a:alpha val="50000"/>
              </a:srgbClr>
            </a:solidFill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2" name=""/>
          <p:cNvSpPr/>
          <p:nvPr/>
        </p:nvSpPr>
        <p:spPr>
          <a:xfrm>
            <a:off x="559800" y="1510560"/>
            <a:ext cx="15120" cy="15480"/>
          </a:xfrm>
          <a:custGeom>
            <a:avLst/>
            <a:gdLst/>
            <a:ahLst/>
            <a:rect l="0" t="0" r="r" b="b"/>
            <a:pathLst>
              <a:path w="42" h="43">
                <a:moveTo>
                  <a:pt x="0" y="22"/>
                </a:moveTo>
                <a:cubicBezTo>
                  <a:pt x="0" y="-7"/>
                  <a:pt x="42" y="-7"/>
                  <a:pt x="42" y="22"/>
                </a:cubicBezTo>
                <a:cubicBezTo>
                  <a:pt x="42" y="50"/>
                  <a:pt x="0" y="50"/>
                  <a:pt x="0" y="22"/>
                </a:cubicBezTo>
                <a:close/>
              </a:path>
            </a:pathLst>
          </a:custGeom>
          <a:solidFill>
            <a:srgbClr val="2A9D8F">
              <a:alpha val="50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53" name=""/>
          <p:cNvSpPr/>
          <p:nvPr/>
        </p:nvSpPr>
        <p:spPr>
          <a:xfrm>
            <a:off x="559800" y="1510560"/>
            <a:ext cx="15120" cy="15480"/>
          </a:xfrm>
          <a:custGeom>
            <a:avLst/>
            <a:gdLst/>
            <a:ahLst/>
            <a:rect l="0" t="0" r="r" b="b"/>
            <a:pathLst>
              <a:path fill="none" w="42" h="43">
                <a:moveTo>
                  <a:pt x="42" y="22"/>
                </a:moveTo>
                <a:cubicBezTo>
                  <a:pt x="42" y="50"/>
                  <a:pt x="0" y="50"/>
                  <a:pt x="0" y="22"/>
                </a:cubicBezTo>
                <a:cubicBezTo>
                  <a:pt x="0" y="-7"/>
                  <a:pt x="42" y="-7"/>
                  <a:pt x="42" y="22"/>
                </a:cubicBezTo>
              </a:path>
            </a:pathLst>
          </a:custGeom>
          <a:ln cap="rnd" w="0">
            <a:solidFill>
              <a:srgbClr val="2A9D8F">
                <a:alpha val="50000"/>
              </a:srgbClr>
            </a:solidFill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4" name=""/>
          <p:cNvSpPr/>
          <p:nvPr/>
        </p:nvSpPr>
        <p:spPr>
          <a:xfrm>
            <a:off x="2052000" y="1710000"/>
            <a:ext cx="15120" cy="15120"/>
          </a:xfrm>
          <a:custGeom>
            <a:avLst/>
            <a:gdLst/>
            <a:ahLst/>
            <a:rect l="0" t="0" r="r" b="b"/>
            <a:pathLst>
              <a:path w="42" h="42">
                <a:moveTo>
                  <a:pt x="0" y="20"/>
                </a:moveTo>
                <a:cubicBezTo>
                  <a:pt x="0" y="-7"/>
                  <a:pt x="42" y="-7"/>
                  <a:pt x="42" y="20"/>
                </a:cubicBezTo>
                <a:cubicBezTo>
                  <a:pt x="42" y="49"/>
                  <a:pt x="0" y="49"/>
                  <a:pt x="0" y="20"/>
                </a:cubicBezTo>
                <a:close/>
              </a:path>
            </a:pathLst>
          </a:custGeom>
          <a:solidFill>
            <a:srgbClr val="2A9D8F">
              <a:alpha val="50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55" name=""/>
          <p:cNvSpPr/>
          <p:nvPr/>
        </p:nvSpPr>
        <p:spPr>
          <a:xfrm>
            <a:off x="2052000" y="1710000"/>
            <a:ext cx="15120" cy="15120"/>
          </a:xfrm>
          <a:custGeom>
            <a:avLst/>
            <a:gdLst/>
            <a:ahLst/>
            <a:rect l="0" t="0" r="r" b="b"/>
            <a:pathLst>
              <a:path fill="none" w="42" h="42">
                <a:moveTo>
                  <a:pt x="42" y="20"/>
                </a:moveTo>
                <a:cubicBezTo>
                  <a:pt x="42" y="49"/>
                  <a:pt x="0" y="49"/>
                  <a:pt x="0" y="20"/>
                </a:cubicBezTo>
                <a:cubicBezTo>
                  <a:pt x="0" y="-7"/>
                  <a:pt x="42" y="-7"/>
                  <a:pt x="42" y="20"/>
                </a:cubicBezTo>
              </a:path>
            </a:pathLst>
          </a:custGeom>
          <a:ln cap="rnd" w="0">
            <a:solidFill>
              <a:srgbClr val="2A9D8F">
                <a:alpha val="50000"/>
              </a:srgbClr>
            </a:solidFill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6" name=""/>
          <p:cNvSpPr/>
          <p:nvPr/>
        </p:nvSpPr>
        <p:spPr>
          <a:xfrm>
            <a:off x="2121480" y="1389600"/>
            <a:ext cx="15480" cy="15120"/>
          </a:xfrm>
          <a:custGeom>
            <a:avLst/>
            <a:gdLst/>
            <a:ahLst/>
            <a:rect l="0" t="0" r="r" b="b"/>
            <a:pathLst>
              <a:path w="43" h="42">
                <a:moveTo>
                  <a:pt x="0" y="21"/>
                </a:moveTo>
                <a:cubicBezTo>
                  <a:pt x="0" y="-7"/>
                  <a:pt x="43" y="-7"/>
                  <a:pt x="43" y="21"/>
                </a:cubicBezTo>
                <a:cubicBezTo>
                  <a:pt x="43" y="49"/>
                  <a:pt x="0" y="49"/>
                  <a:pt x="0" y="21"/>
                </a:cubicBezTo>
                <a:close/>
              </a:path>
            </a:pathLst>
          </a:custGeom>
          <a:solidFill>
            <a:srgbClr val="2A9D8F">
              <a:alpha val="50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57" name=""/>
          <p:cNvSpPr/>
          <p:nvPr/>
        </p:nvSpPr>
        <p:spPr>
          <a:xfrm>
            <a:off x="2121480" y="1389600"/>
            <a:ext cx="15480" cy="15120"/>
          </a:xfrm>
          <a:custGeom>
            <a:avLst/>
            <a:gdLst/>
            <a:ahLst/>
            <a:rect l="0" t="0" r="r" b="b"/>
            <a:pathLst>
              <a:path fill="none" w="43" h="42">
                <a:moveTo>
                  <a:pt x="43" y="21"/>
                </a:moveTo>
                <a:cubicBezTo>
                  <a:pt x="43" y="49"/>
                  <a:pt x="0" y="49"/>
                  <a:pt x="0" y="21"/>
                </a:cubicBezTo>
                <a:cubicBezTo>
                  <a:pt x="0" y="-7"/>
                  <a:pt x="43" y="-7"/>
                  <a:pt x="43" y="21"/>
                </a:cubicBezTo>
              </a:path>
            </a:pathLst>
          </a:custGeom>
          <a:ln cap="rnd" w="0">
            <a:solidFill>
              <a:srgbClr val="2A9D8F">
                <a:alpha val="50000"/>
              </a:srgbClr>
            </a:solidFill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8" name=""/>
          <p:cNvSpPr/>
          <p:nvPr/>
        </p:nvSpPr>
        <p:spPr>
          <a:xfrm>
            <a:off x="1563120" y="1648800"/>
            <a:ext cx="15480" cy="15120"/>
          </a:xfrm>
          <a:custGeom>
            <a:avLst/>
            <a:gdLst/>
            <a:ahLst/>
            <a:rect l="0" t="0" r="r" b="b"/>
            <a:pathLst>
              <a:path w="43" h="42">
                <a:moveTo>
                  <a:pt x="0" y="20"/>
                </a:moveTo>
                <a:cubicBezTo>
                  <a:pt x="0" y="-7"/>
                  <a:pt x="43" y="-7"/>
                  <a:pt x="43" y="20"/>
                </a:cubicBezTo>
                <a:cubicBezTo>
                  <a:pt x="43" y="49"/>
                  <a:pt x="0" y="49"/>
                  <a:pt x="0" y="20"/>
                </a:cubicBezTo>
                <a:close/>
              </a:path>
            </a:pathLst>
          </a:custGeom>
          <a:solidFill>
            <a:srgbClr val="2A9D8F">
              <a:alpha val="50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59" name=""/>
          <p:cNvSpPr/>
          <p:nvPr/>
        </p:nvSpPr>
        <p:spPr>
          <a:xfrm>
            <a:off x="1563120" y="1648800"/>
            <a:ext cx="15480" cy="15120"/>
          </a:xfrm>
          <a:custGeom>
            <a:avLst/>
            <a:gdLst/>
            <a:ahLst/>
            <a:rect l="0" t="0" r="r" b="b"/>
            <a:pathLst>
              <a:path fill="none" w="43" h="42">
                <a:moveTo>
                  <a:pt x="43" y="20"/>
                </a:moveTo>
                <a:cubicBezTo>
                  <a:pt x="43" y="49"/>
                  <a:pt x="0" y="49"/>
                  <a:pt x="0" y="20"/>
                </a:cubicBezTo>
                <a:cubicBezTo>
                  <a:pt x="0" y="-7"/>
                  <a:pt x="43" y="-7"/>
                  <a:pt x="43" y="20"/>
                </a:cubicBezTo>
              </a:path>
            </a:pathLst>
          </a:custGeom>
          <a:ln cap="rnd" w="0">
            <a:solidFill>
              <a:srgbClr val="2A9D8F">
                <a:alpha val="50000"/>
              </a:srgbClr>
            </a:solidFill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0" name=""/>
          <p:cNvSpPr/>
          <p:nvPr/>
        </p:nvSpPr>
        <p:spPr>
          <a:xfrm>
            <a:off x="1110600" y="1771200"/>
            <a:ext cx="15120" cy="15120"/>
          </a:xfrm>
          <a:custGeom>
            <a:avLst/>
            <a:gdLst/>
            <a:ahLst/>
            <a:rect l="0" t="0" r="r" b="b"/>
            <a:pathLst>
              <a:path w="42" h="42">
                <a:moveTo>
                  <a:pt x="0" y="22"/>
                </a:moveTo>
                <a:cubicBezTo>
                  <a:pt x="0" y="-7"/>
                  <a:pt x="42" y="-7"/>
                  <a:pt x="42" y="22"/>
                </a:cubicBezTo>
                <a:cubicBezTo>
                  <a:pt x="42" y="49"/>
                  <a:pt x="0" y="49"/>
                  <a:pt x="0" y="22"/>
                </a:cubicBezTo>
                <a:close/>
              </a:path>
            </a:pathLst>
          </a:custGeom>
          <a:solidFill>
            <a:srgbClr val="2A9D8F">
              <a:alpha val="50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61" name=""/>
          <p:cNvSpPr/>
          <p:nvPr/>
        </p:nvSpPr>
        <p:spPr>
          <a:xfrm>
            <a:off x="1110600" y="1771200"/>
            <a:ext cx="15120" cy="15120"/>
          </a:xfrm>
          <a:custGeom>
            <a:avLst/>
            <a:gdLst/>
            <a:ahLst/>
            <a:rect l="0" t="0" r="r" b="b"/>
            <a:pathLst>
              <a:path fill="none" w="42" h="42">
                <a:moveTo>
                  <a:pt x="42" y="22"/>
                </a:moveTo>
                <a:cubicBezTo>
                  <a:pt x="42" y="49"/>
                  <a:pt x="0" y="49"/>
                  <a:pt x="0" y="22"/>
                </a:cubicBezTo>
                <a:cubicBezTo>
                  <a:pt x="0" y="-7"/>
                  <a:pt x="42" y="-7"/>
                  <a:pt x="42" y="22"/>
                </a:cubicBezTo>
              </a:path>
            </a:pathLst>
          </a:custGeom>
          <a:ln cap="rnd" w="0">
            <a:solidFill>
              <a:srgbClr val="2A9D8F">
                <a:alpha val="50000"/>
              </a:srgbClr>
            </a:solidFill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2" name=""/>
          <p:cNvSpPr/>
          <p:nvPr/>
        </p:nvSpPr>
        <p:spPr>
          <a:xfrm>
            <a:off x="2087640" y="1361160"/>
            <a:ext cx="15480" cy="15120"/>
          </a:xfrm>
          <a:custGeom>
            <a:avLst/>
            <a:gdLst/>
            <a:ahLst/>
            <a:rect l="0" t="0" r="r" b="b"/>
            <a:pathLst>
              <a:path w="43" h="42">
                <a:moveTo>
                  <a:pt x="0" y="21"/>
                </a:moveTo>
                <a:cubicBezTo>
                  <a:pt x="0" y="-7"/>
                  <a:pt x="43" y="-7"/>
                  <a:pt x="43" y="21"/>
                </a:cubicBezTo>
                <a:cubicBezTo>
                  <a:pt x="43" y="49"/>
                  <a:pt x="0" y="49"/>
                  <a:pt x="0" y="21"/>
                </a:cubicBezTo>
                <a:close/>
              </a:path>
            </a:pathLst>
          </a:custGeom>
          <a:solidFill>
            <a:srgbClr val="2A9D8F">
              <a:alpha val="50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63" name=""/>
          <p:cNvSpPr/>
          <p:nvPr/>
        </p:nvSpPr>
        <p:spPr>
          <a:xfrm>
            <a:off x="2087640" y="1361160"/>
            <a:ext cx="15480" cy="15120"/>
          </a:xfrm>
          <a:custGeom>
            <a:avLst/>
            <a:gdLst/>
            <a:ahLst/>
            <a:rect l="0" t="0" r="r" b="b"/>
            <a:pathLst>
              <a:path fill="none" w="43" h="42">
                <a:moveTo>
                  <a:pt x="43" y="21"/>
                </a:moveTo>
                <a:cubicBezTo>
                  <a:pt x="43" y="49"/>
                  <a:pt x="0" y="49"/>
                  <a:pt x="0" y="21"/>
                </a:cubicBezTo>
                <a:cubicBezTo>
                  <a:pt x="0" y="-7"/>
                  <a:pt x="43" y="-7"/>
                  <a:pt x="43" y="21"/>
                </a:cubicBezTo>
              </a:path>
            </a:pathLst>
          </a:custGeom>
          <a:ln cap="rnd" w="0">
            <a:solidFill>
              <a:srgbClr val="2A9D8F">
                <a:alpha val="50000"/>
              </a:srgbClr>
            </a:solidFill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4" name=""/>
          <p:cNvSpPr/>
          <p:nvPr/>
        </p:nvSpPr>
        <p:spPr>
          <a:xfrm>
            <a:off x="559080" y="1748520"/>
            <a:ext cx="15120" cy="15480"/>
          </a:xfrm>
          <a:custGeom>
            <a:avLst/>
            <a:gdLst/>
            <a:ahLst/>
            <a:rect l="0" t="0" r="r" b="b"/>
            <a:pathLst>
              <a:path w="42" h="43">
                <a:moveTo>
                  <a:pt x="0" y="22"/>
                </a:moveTo>
                <a:cubicBezTo>
                  <a:pt x="0" y="-7"/>
                  <a:pt x="42" y="-7"/>
                  <a:pt x="42" y="22"/>
                </a:cubicBezTo>
                <a:cubicBezTo>
                  <a:pt x="42" y="50"/>
                  <a:pt x="0" y="50"/>
                  <a:pt x="0" y="22"/>
                </a:cubicBezTo>
                <a:close/>
              </a:path>
            </a:pathLst>
          </a:custGeom>
          <a:solidFill>
            <a:srgbClr val="2A9D8F">
              <a:alpha val="50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65" name=""/>
          <p:cNvSpPr/>
          <p:nvPr/>
        </p:nvSpPr>
        <p:spPr>
          <a:xfrm>
            <a:off x="559080" y="1748520"/>
            <a:ext cx="15120" cy="15480"/>
          </a:xfrm>
          <a:custGeom>
            <a:avLst/>
            <a:gdLst/>
            <a:ahLst/>
            <a:rect l="0" t="0" r="r" b="b"/>
            <a:pathLst>
              <a:path fill="none" w="42" h="43">
                <a:moveTo>
                  <a:pt x="42" y="22"/>
                </a:moveTo>
                <a:cubicBezTo>
                  <a:pt x="42" y="50"/>
                  <a:pt x="0" y="50"/>
                  <a:pt x="0" y="22"/>
                </a:cubicBezTo>
                <a:cubicBezTo>
                  <a:pt x="0" y="-7"/>
                  <a:pt x="42" y="-7"/>
                  <a:pt x="42" y="22"/>
                </a:cubicBezTo>
              </a:path>
            </a:pathLst>
          </a:custGeom>
          <a:ln cap="rnd" w="0">
            <a:solidFill>
              <a:srgbClr val="2A9D8F">
                <a:alpha val="50000"/>
              </a:srgbClr>
            </a:solidFill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6" name=""/>
          <p:cNvSpPr/>
          <p:nvPr/>
        </p:nvSpPr>
        <p:spPr>
          <a:xfrm>
            <a:off x="1127880" y="1708920"/>
            <a:ext cx="15120" cy="15120"/>
          </a:xfrm>
          <a:custGeom>
            <a:avLst/>
            <a:gdLst/>
            <a:ahLst/>
            <a:rect l="0" t="0" r="r" b="b"/>
            <a:pathLst>
              <a:path w="42" h="42">
                <a:moveTo>
                  <a:pt x="0" y="20"/>
                </a:moveTo>
                <a:cubicBezTo>
                  <a:pt x="0" y="-7"/>
                  <a:pt x="42" y="-7"/>
                  <a:pt x="42" y="20"/>
                </a:cubicBezTo>
                <a:cubicBezTo>
                  <a:pt x="42" y="49"/>
                  <a:pt x="0" y="49"/>
                  <a:pt x="0" y="20"/>
                </a:cubicBezTo>
                <a:close/>
              </a:path>
            </a:pathLst>
          </a:custGeom>
          <a:solidFill>
            <a:srgbClr val="2A9D8F">
              <a:alpha val="50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67" name=""/>
          <p:cNvSpPr/>
          <p:nvPr/>
        </p:nvSpPr>
        <p:spPr>
          <a:xfrm>
            <a:off x="1127880" y="1708920"/>
            <a:ext cx="15120" cy="15120"/>
          </a:xfrm>
          <a:custGeom>
            <a:avLst/>
            <a:gdLst/>
            <a:ahLst/>
            <a:rect l="0" t="0" r="r" b="b"/>
            <a:pathLst>
              <a:path fill="none" w="42" h="42">
                <a:moveTo>
                  <a:pt x="42" y="20"/>
                </a:moveTo>
                <a:cubicBezTo>
                  <a:pt x="42" y="49"/>
                  <a:pt x="0" y="49"/>
                  <a:pt x="0" y="20"/>
                </a:cubicBezTo>
                <a:cubicBezTo>
                  <a:pt x="0" y="-7"/>
                  <a:pt x="42" y="-7"/>
                  <a:pt x="42" y="20"/>
                </a:cubicBezTo>
              </a:path>
            </a:pathLst>
          </a:custGeom>
          <a:ln cap="rnd" w="0">
            <a:solidFill>
              <a:srgbClr val="2A9D8F">
                <a:alpha val="50000"/>
              </a:srgbClr>
            </a:solidFill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8" name=""/>
          <p:cNvSpPr/>
          <p:nvPr/>
        </p:nvSpPr>
        <p:spPr>
          <a:xfrm>
            <a:off x="2075040" y="986400"/>
            <a:ext cx="15480" cy="15120"/>
          </a:xfrm>
          <a:custGeom>
            <a:avLst/>
            <a:gdLst/>
            <a:ahLst/>
            <a:rect l="0" t="0" r="r" b="b"/>
            <a:pathLst>
              <a:path w="43" h="42">
                <a:moveTo>
                  <a:pt x="0" y="21"/>
                </a:moveTo>
                <a:cubicBezTo>
                  <a:pt x="0" y="-7"/>
                  <a:pt x="43" y="-7"/>
                  <a:pt x="43" y="21"/>
                </a:cubicBezTo>
                <a:cubicBezTo>
                  <a:pt x="43" y="49"/>
                  <a:pt x="0" y="49"/>
                  <a:pt x="0" y="21"/>
                </a:cubicBezTo>
                <a:close/>
              </a:path>
            </a:pathLst>
          </a:custGeom>
          <a:solidFill>
            <a:srgbClr val="2A9D8F">
              <a:alpha val="50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69" name=""/>
          <p:cNvSpPr/>
          <p:nvPr/>
        </p:nvSpPr>
        <p:spPr>
          <a:xfrm>
            <a:off x="2075040" y="986400"/>
            <a:ext cx="15480" cy="15120"/>
          </a:xfrm>
          <a:custGeom>
            <a:avLst/>
            <a:gdLst/>
            <a:ahLst/>
            <a:rect l="0" t="0" r="r" b="b"/>
            <a:pathLst>
              <a:path fill="none" w="43" h="42">
                <a:moveTo>
                  <a:pt x="43" y="21"/>
                </a:moveTo>
                <a:cubicBezTo>
                  <a:pt x="43" y="49"/>
                  <a:pt x="0" y="49"/>
                  <a:pt x="0" y="21"/>
                </a:cubicBezTo>
                <a:cubicBezTo>
                  <a:pt x="0" y="-7"/>
                  <a:pt x="43" y="-7"/>
                  <a:pt x="43" y="21"/>
                </a:cubicBezTo>
              </a:path>
            </a:pathLst>
          </a:custGeom>
          <a:ln cap="rnd" w="0">
            <a:solidFill>
              <a:srgbClr val="2A9D8F">
                <a:alpha val="50000"/>
              </a:srgbClr>
            </a:solidFill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0" name=""/>
          <p:cNvSpPr/>
          <p:nvPr/>
        </p:nvSpPr>
        <p:spPr>
          <a:xfrm>
            <a:off x="1082880" y="1170360"/>
            <a:ext cx="15480" cy="15480"/>
          </a:xfrm>
          <a:custGeom>
            <a:avLst/>
            <a:gdLst/>
            <a:ahLst/>
            <a:rect l="0" t="0" r="r" b="b"/>
            <a:pathLst>
              <a:path w="43" h="43">
                <a:moveTo>
                  <a:pt x="0" y="22"/>
                </a:moveTo>
                <a:cubicBezTo>
                  <a:pt x="0" y="-7"/>
                  <a:pt x="43" y="-7"/>
                  <a:pt x="43" y="22"/>
                </a:cubicBezTo>
                <a:cubicBezTo>
                  <a:pt x="43" y="50"/>
                  <a:pt x="0" y="50"/>
                  <a:pt x="0" y="22"/>
                </a:cubicBezTo>
                <a:close/>
              </a:path>
            </a:pathLst>
          </a:custGeom>
          <a:solidFill>
            <a:srgbClr val="2A9D8F">
              <a:alpha val="50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71" name=""/>
          <p:cNvSpPr/>
          <p:nvPr/>
        </p:nvSpPr>
        <p:spPr>
          <a:xfrm>
            <a:off x="1082880" y="1170360"/>
            <a:ext cx="15480" cy="15480"/>
          </a:xfrm>
          <a:custGeom>
            <a:avLst/>
            <a:gdLst/>
            <a:ahLst/>
            <a:rect l="0" t="0" r="r" b="b"/>
            <a:pathLst>
              <a:path fill="none" w="43" h="43">
                <a:moveTo>
                  <a:pt x="43" y="22"/>
                </a:moveTo>
                <a:cubicBezTo>
                  <a:pt x="43" y="50"/>
                  <a:pt x="0" y="50"/>
                  <a:pt x="0" y="22"/>
                </a:cubicBezTo>
                <a:cubicBezTo>
                  <a:pt x="0" y="-7"/>
                  <a:pt x="43" y="-7"/>
                  <a:pt x="43" y="22"/>
                </a:cubicBezTo>
              </a:path>
            </a:pathLst>
          </a:custGeom>
          <a:ln cap="rnd" w="0">
            <a:solidFill>
              <a:srgbClr val="2A9D8F">
                <a:alpha val="50000"/>
              </a:srgbClr>
            </a:solidFill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2" name=""/>
          <p:cNvSpPr/>
          <p:nvPr/>
        </p:nvSpPr>
        <p:spPr>
          <a:xfrm>
            <a:off x="1541160" y="1746720"/>
            <a:ext cx="15120" cy="15480"/>
          </a:xfrm>
          <a:custGeom>
            <a:avLst/>
            <a:gdLst/>
            <a:ahLst/>
            <a:rect l="0" t="0" r="r" b="b"/>
            <a:pathLst>
              <a:path w="42" h="43">
                <a:moveTo>
                  <a:pt x="0" y="22"/>
                </a:moveTo>
                <a:cubicBezTo>
                  <a:pt x="0" y="-7"/>
                  <a:pt x="42" y="-7"/>
                  <a:pt x="42" y="22"/>
                </a:cubicBezTo>
                <a:cubicBezTo>
                  <a:pt x="42" y="50"/>
                  <a:pt x="0" y="50"/>
                  <a:pt x="0" y="22"/>
                </a:cubicBezTo>
                <a:close/>
              </a:path>
            </a:pathLst>
          </a:custGeom>
          <a:solidFill>
            <a:srgbClr val="2A9D8F">
              <a:alpha val="50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73" name=""/>
          <p:cNvSpPr/>
          <p:nvPr/>
        </p:nvSpPr>
        <p:spPr>
          <a:xfrm>
            <a:off x="1541160" y="1746720"/>
            <a:ext cx="15120" cy="15480"/>
          </a:xfrm>
          <a:custGeom>
            <a:avLst/>
            <a:gdLst/>
            <a:ahLst/>
            <a:rect l="0" t="0" r="r" b="b"/>
            <a:pathLst>
              <a:path fill="none" w="42" h="43">
                <a:moveTo>
                  <a:pt x="42" y="22"/>
                </a:moveTo>
                <a:cubicBezTo>
                  <a:pt x="42" y="50"/>
                  <a:pt x="0" y="50"/>
                  <a:pt x="0" y="22"/>
                </a:cubicBezTo>
                <a:cubicBezTo>
                  <a:pt x="0" y="-7"/>
                  <a:pt x="42" y="-7"/>
                  <a:pt x="42" y="22"/>
                </a:cubicBezTo>
              </a:path>
            </a:pathLst>
          </a:custGeom>
          <a:ln cap="rnd" w="0">
            <a:solidFill>
              <a:srgbClr val="2A9D8F">
                <a:alpha val="50000"/>
              </a:srgbClr>
            </a:solidFill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4" name=""/>
          <p:cNvSpPr/>
          <p:nvPr/>
        </p:nvSpPr>
        <p:spPr>
          <a:xfrm>
            <a:off x="2116440" y="1378800"/>
            <a:ext cx="15120" cy="15480"/>
          </a:xfrm>
          <a:custGeom>
            <a:avLst/>
            <a:gdLst/>
            <a:ahLst/>
            <a:rect l="0" t="0" r="r" b="b"/>
            <a:pathLst>
              <a:path w="42" h="43">
                <a:moveTo>
                  <a:pt x="0" y="21"/>
                </a:moveTo>
                <a:cubicBezTo>
                  <a:pt x="0" y="-7"/>
                  <a:pt x="42" y="-7"/>
                  <a:pt x="42" y="21"/>
                </a:cubicBezTo>
                <a:cubicBezTo>
                  <a:pt x="42" y="50"/>
                  <a:pt x="0" y="50"/>
                  <a:pt x="0" y="21"/>
                </a:cubicBezTo>
                <a:close/>
              </a:path>
            </a:pathLst>
          </a:custGeom>
          <a:solidFill>
            <a:srgbClr val="2A9D8F">
              <a:alpha val="50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75" name=""/>
          <p:cNvSpPr/>
          <p:nvPr/>
        </p:nvSpPr>
        <p:spPr>
          <a:xfrm>
            <a:off x="2116440" y="1378800"/>
            <a:ext cx="15120" cy="15480"/>
          </a:xfrm>
          <a:custGeom>
            <a:avLst/>
            <a:gdLst/>
            <a:ahLst/>
            <a:rect l="0" t="0" r="r" b="b"/>
            <a:pathLst>
              <a:path fill="none" w="42" h="43">
                <a:moveTo>
                  <a:pt x="42" y="21"/>
                </a:moveTo>
                <a:cubicBezTo>
                  <a:pt x="42" y="50"/>
                  <a:pt x="0" y="50"/>
                  <a:pt x="0" y="21"/>
                </a:cubicBezTo>
                <a:cubicBezTo>
                  <a:pt x="0" y="-7"/>
                  <a:pt x="42" y="-7"/>
                  <a:pt x="42" y="21"/>
                </a:cubicBezTo>
              </a:path>
            </a:pathLst>
          </a:custGeom>
          <a:ln cap="rnd" w="0">
            <a:solidFill>
              <a:srgbClr val="2A9D8F">
                <a:alpha val="50000"/>
              </a:srgbClr>
            </a:solidFill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6" name=""/>
          <p:cNvSpPr/>
          <p:nvPr/>
        </p:nvSpPr>
        <p:spPr>
          <a:xfrm>
            <a:off x="1596240" y="1531800"/>
            <a:ext cx="15120" cy="15120"/>
          </a:xfrm>
          <a:custGeom>
            <a:avLst/>
            <a:gdLst/>
            <a:ahLst/>
            <a:rect l="0" t="0" r="r" b="b"/>
            <a:pathLst>
              <a:path w="42" h="42">
                <a:moveTo>
                  <a:pt x="0" y="20"/>
                </a:moveTo>
                <a:cubicBezTo>
                  <a:pt x="0" y="-7"/>
                  <a:pt x="42" y="-7"/>
                  <a:pt x="42" y="20"/>
                </a:cubicBezTo>
                <a:cubicBezTo>
                  <a:pt x="42" y="49"/>
                  <a:pt x="0" y="49"/>
                  <a:pt x="0" y="20"/>
                </a:cubicBezTo>
                <a:close/>
              </a:path>
            </a:pathLst>
          </a:custGeom>
          <a:solidFill>
            <a:srgbClr val="2A9D8F">
              <a:alpha val="50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77" name=""/>
          <p:cNvSpPr/>
          <p:nvPr/>
        </p:nvSpPr>
        <p:spPr>
          <a:xfrm>
            <a:off x="1596240" y="1531800"/>
            <a:ext cx="15120" cy="15120"/>
          </a:xfrm>
          <a:custGeom>
            <a:avLst/>
            <a:gdLst/>
            <a:ahLst/>
            <a:rect l="0" t="0" r="r" b="b"/>
            <a:pathLst>
              <a:path fill="none" w="42" h="42">
                <a:moveTo>
                  <a:pt x="42" y="20"/>
                </a:moveTo>
                <a:cubicBezTo>
                  <a:pt x="42" y="49"/>
                  <a:pt x="0" y="49"/>
                  <a:pt x="0" y="20"/>
                </a:cubicBezTo>
                <a:cubicBezTo>
                  <a:pt x="0" y="-7"/>
                  <a:pt x="42" y="-7"/>
                  <a:pt x="42" y="20"/>
                </a:cubicBezTo>
              </a:path>
            </a:pathLst>
          </a:custGeom>
          <a:ln cap="rnd" w="0">
            <a:solidFill>
              <a:srgbClr val="2A9D8F">
                <a:alpha val="50000"/>
              </a:srgbClr>
            </a:solidFill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8" name=""/>
          <p:cNvSpPr/>
          <p:nvPr/>
        </p:nvSpPr>
        <p:spPr>
          <a:xfrm>
            <a:off x="1624320" y="1700280"/>
            <a:ext cx="15120" cy="15480"/>
          </a:xfrm>
          <a:custGeom>
            <a:avLst/>
            <a:gdLst/>
            <a:ahLst/>
            <a:rect l="0" t="0" r="r" b="b"/>
            <a:pathLst>
              <a:path w="42" h="43">
                <a:moveTo>
                  <a:pt x="0" y="22"/>
                </a:moveTo>
                <a:cubicBezTo>
                  <a:pt x="0" y="-7"/>
                  <a:pt x="42" y="-7"/>
                  <a:pt x="42" y="22"/>
                </a:cubicBezTo>
                <a:cubicBezTo>
                  <a:pt x="42" y="50"/>
                  <a:pt x="0" y="50"/>
                  <a:pt x="0" y="22"/>
                </a:cubicBezTo>
                <a:close/>
              </a:path>
            </a:pathLst>
          </a:custGeom>
          <a:solidFill>
            <a:srgbClr val="2A9D8F">
              <a:alpha val="50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79" name=""/>
          <p:cNvSpPr/>
          <p:nvPr/>
        </p:nvSpPr>
        <p:spPr>
          <a:xfrm>
            <a:off x="1624320" y="1700280"/>
            <a:ext cx="15120" cy="15480"/>
          </a:xfrm>
          <a:custGeom>
            <a:avLst/>
            <a:gdLst/>
            <a:ahLst/>
            <a:rect l="0" t="0" r="r" b="b"/>
            <a:pathLst>
              <a:path fill="none" w="42" h="43">
                <a:moveTo>
                  <a:pt x="42" y="22"/>
                </a:moveTo>
                <a:cubicBezTo>
                  <a:pt x="42" y="50"/>
                  <a:pt x="0" y="50"/>
                  <a:pt x="0" y="22"/>
                </a:cubicBezTo>
                <a:cubicBezTo>
                  <a:pt x="0" y="-7"/>
                  <a:pt x="42" y="-7"/>
                  <a:pt x="42" y="22"/>
                </a:cubicBezTo>
              </a:path>
            </a:pathLst>
          </a:custGeom>
          <a:ln cap="rnd" w="0">
            <a:solidFill>
              <a:srgbClr val="2A9D8F">
                <a:alpha val="50000"/>
              </a:srgbClr>
            </a:solidFill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0" name=""/>
          <p:cNvSpPr/>
          <p:nvPr/>
        </p:nvSpPr>
        <p:spPr>
          <a:xfrm>
            <a:off x="1623600" y="1357560"/>
            <a:ext cx="15120" cy="15120"/>
          </a:xfrm>
          <a:custGeom>
            <a:avLst/>
            <a:gdLst/>
            <a:ahLst/>
            <a:rect l="0" t="0" r="r" b="b"/>
            <a:pathLst>
              <a:path w="42" h="42">
                <a:moveTo>
                  <a:pt x="0" y="20"/>
                </a:moveTo>
                <a:cubicBezTo>
                  <a:pt x="0" y="-7"/>
                  <a:pt x="42" y="-7"/>
                  <a:pt x="42" y="20"/>
                </a:cubicBezTo>
                <a:cubicBezTo>
                  <a:pt x="42" y="49"/>
                  <a:pt x="0" y="49"/>
                  <a:pt x="0" y="20"/>
                </a:cubicBezTo>
                <a:close/>
              </a:path>
            </a:pathLst>
          </a:custGeom>
          <a:solidFill>
            <a:srgbClr val="2A9D8F">
              <a:alpha val="50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81" name=""/>
          <p:cNvSpPr/>
          <p:nvPr/>
        </p:nvSpPr>
        <p:spPr>
          <a:xfrm>
            <a:off x="1623600" y="1357560"/>
            <a:ext cx="15120" cy="15120"/>
          </a:xfrm>
          <a:custGeom>
            <a:avLst/>
            <a:gdLst/>
            <a:ahLst/>
            <a:rect l="0" t="0" r="r" b="b"/>
            <a:pathLst>
              <a:path fill="none" w="42" h="42">
                <a:moveTo>
                  <a:pt x="42" y="20"/>
                </a:moveTo>
                <a:cubicBezTo>
                  <a:pt x="42" y="49"/>
                  <a:pt x="0" y="49"/>
                  <a:pt x="0" y="20"/>
                </a:cubicBezTo>
                <a:cubicBezTo>
                  <a:pt x="0" y="-7"/>
                  <a:pt x="42" y="-7"/>
                  <a:pt x="42" y="20"/>
                </a:cubicBezTo>
              </a:path>
            </a:pathLst>
          </a:custGeom>
          <a:ln cap="rnd" w="0">
            <a:solidFill>
              <a:srgbClr val="2A9D8F">
                <a:alpha val="50000"/>
              </a:srgbClr>
            </a:solidFill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2" name=""/>
          <p:cNvSpPr/>
          <p:nvPr/>
        </p:nvSpPr>
        <p:spPr>
          <a:xfrm>
            <a:off x="2061720" y="1373400"/>
            <a:ext cx="15120" cy="15120"/>
          </a:xfrm>
          <a:custGeom>
            <a:avLst/>
            <a:gdLst/>
            <a:ahLst/>
            <a:rect l="0" t="0" r="r" b="b"/>
            <a:pathLst>
              <a:path w="42" h="42">
                <a:moveTo>
                  <a:pt x="0" y="21"/>
                </a:moveTo>
                <a:cubicBezTo>
                  <a:pt x="0" y="-7"/>
                  <a:pt x="42" y="-7"/>
                  <a:pt x="42" y="21"/>
                </a:cubicBezTo>
                <a:cubicBezTo>
                  <a:pt x="42" y="49"/>
                  <a:pt x="0" y="49"/>
                  <a:pt x="0" y="21"/>
                </a:cubicBezTo>
                <a:close/>
              </a:path>
            </a:pathLst>
          </a:custGeom>
          <a:solidFill>
            <a:srgbClr val="2A9D8F">
              <a:alpha val="50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83" name=""/>
          <p:cNvSpPr/>
          <p:nvPr/>
        </p:nvSpPr>
        <p:spPr>
          <a:xfrm>
            <a:off x="2061720" y="1373400"/>
            <a:ext cx="15120" cy="15120"/>
          </a:xfrm>
          <a:custGeom>
            <a:avLst/>
            <a:gdLst/>
            <a:ahLst/>
            <a:rect l="0" t="0" r="r" b="b"/>
            <a:pathLst>
              <a:path fill="none" w="42" h="42">
                <a:moveTo>
                  <a:pt x="42" y="21"/>
                </a:moveTo>
                <a:cubicBezTo>
                  <a:pt x="42" y="49"/>
                  <a:pt x="0" y="49"/>
                  <a:pt x="0" y="21"/>
                </a:cubicBezTo>
                <a:cubicBezTo>
                  <a:pt x="0" y="-7"/>
                  <a:pt x="42" y="-7"/>
                  <a:pt x="42" y="21"/>
                </a:cubicBezTo>
              </a:path>
            </a:pathLst>
          </a:custGeom>
          <a:ln cap="rnd" w="0">
            <a:solidFill>
              <a:srgbClr val="2A9D8F">
                <a:alpha val="50000"/>
              </a:srgbClr>
            </a:solidFill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4" name=""/>
          <p:cNvSpPr/>
          <p:nvPr/>
        </p:nvSpPr>
        <p:spPr>
          <a:xfrm>
            <a:off x="548280" y="1726920"/>
            <a:ext cx="15120" cy="15480"/>
          </a:xfrm>
          <a:custGeom>
            <a:avLst/>
            <a:gdLst/>
            <a:ahLst/>
            <a:rect l="0" t="0" r="r" b="b"/>
            <a:pathLst>
              <a:path w="42" h="43">
                <a:moveTo>
                  <a:pt x="0" y="22"/>
                </a:moveTo>
                <a:cubicBezTo>
                  <a:pt x="0" y="-7"/>
                  <a:pt x="42" y="-7"/>
                  <a:pt x="42" y="22"/>
                </a:cubicBezTo>
                <a:cubicBezTo>
                  <a:pt x="42" y="50"/>
                  <a:pt x="0" y="50"/>
                  <a:pt x="0" y="22"/>
                </a:cubicBezTo>
                <a:close/>
              </a:path>
            </a:pathLst>
          </a:custGeom>
          <a:solidFill>
            <a:srgbClr val="2A9D8F">
              <a:alpha val="50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85" name=""/>
          <p:cNvSpPr/>
          <p:nvPr/>
        </p:nvSpPr>
        <p:spPr>
          <a:xfrm>
            <a:off x="548280" y="1726920"/>
            <a:ext cx="15120" cy="15480"/>
          </a:xfrm>
          <a:custGeom>
            <a:avLst/>
            <a:gdLst/>
            <a:ahLst/>
            <a:rect l="0" t="0" r="r" b="b"/>
            <a:pathLst>
              <a:path fill="none" w="42" h="43">
                <a:moveTo>
                  <a:pt x="42" y="22"/>
                </a:moveTo>
                <a:cubicBezTo>
                  <a:pt x="42" y="50"/>
                  <a:pt x="0" y="50"/>
                  <a:pt x="0" y="22"/>
                </a:cubicBezTo>
                <a:cubicBezTo>
                  <a:pt x="0" y="-7"/>
                  <a:pt x="42" y="-7"/>
                  <a:pt x="42" y="22"/>
                </a:cubicBezTo>
              </a:path>
            </a:pathLst>
          </a:custGeom>
          <a:ln cap="rnd" w="0">
            <a:solidFill>
              <a:srgbClr val="2A9D8F">
                <a:alpha val="50000"/>
              </a:srgbClr>
            </a:solidFill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6" name=""/>
          <p:cNvSpPr/>
          <p:nvPr/>
        </p:nvSpPr>
        <p:spPr>
          <a:xfrm>
            <a:off x="1632600" y="1674360"/>
            <a:ext cx="15120" cy="15480"/>
          </a:xfrm>
          <a:custGeom>
            <a:avLst/>
            <a:gdLst/>
            <a:ahLst/>
            <a:rect l="0" t="0" r="r" b="b"/>
            <a:pathLst>
              <a:path w="42" h="43">
                <a:moveTo>
                  <a:pt x="0" y="21"/>
                </a:moveTo>
                <a:cubicBezTo>
                  <a:pt x="0" y="-7"/>
                  <a:pt x="42" y="-7"/>
                  <a:pt x="42" y="21"/>
                </a:cubicBezTo>
                <a:cubicBezTo>
                  <a:pt x="42" y="50"/>
                  <a:pt x="0" y="50"/>
                  <a:pt x="0" y="21"/>
                </a:cubicBezTo>
                <a:close/>
              </a:path>
            </a:pathLst>
          </a:custGeom>
          <a:solidFill>
            <a:srgbClr val="2A9D8F">
              <a:alpha val="50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87" name=""/>
          <p:cNvSpPr/>
          <p:nvPr/>
        </p:nvSpPr>
        <p:spPr>
          <a:xfrm>
            <a:off x="1632600" y="1674360"/>
            <a:ext cx="15120" cy="15480"/>
          </a:xfrm>
          <a:custGeom>
            <a:avLst/>
            <a:gdLst/>
            <a:ahLst/>
            <a:rect l="0" t="0" r="r" b="b"/>
            <a:pathLst>
              <a:path fill="none" w="42" h="43">
                <a:moveTo>
                  <a:pt x="42" y="21"/>
                </a:moveTo>
                <a:cubicBezTo>
                  <a:pt x="42" y="50"/>
                  <a:pt x="0" y="50"/>
                  <a:pt x="0" y="21"/>
                </a:cubicBezTo>
                <a:cubicBezTo>
                  <a:pt x="0" y="-7"/>
                  <a:pt x="42" y="-7"/>
                  <a:pt x="42" y="21"/>
                </a:cubicBezTo>
              </a:path>
            </a:pathLst>
          </a:custGeom>
          <a:ln cap="rnd" w="0">
            <a:solidFill>
              <a:srgbClr val="2A9D8F">
                <a:alpha val="50000"/>
              </a:srgbClr>
            </a:solidFill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8" name=""/>
          <p:cNvSpPr/>
          <p:nvPr/>
        </p:nvSpPr>
        <p:spPr>
          <a:xfrm>
            <a:off x="2058120" y="1513440"/>
            <a:ext cx="15120" cy="15480"/>
          </a:xfrm>
          <a:custGeom>
            <a:avLst/>
            <a:gdLst/>
            <a:ahLst/>
            <a:rect l="0" t="0" r="r" b="b"/>
            <a:pathLst>
              <a:path w="42" h="43">
                <a:moveTo>
                  <a:pt x="0" y="22"/>
                </a:moveTo>
                <a:cubicBezTo>
                  <a:pt x="0" y="-7"/>
                  <a:pt x="42" y="-7"/>
                  <a:pt x="42" y="22"/>
                </a:cubicBezTo>
                <a:cubicBezTo>
                  <a:pt x="42" y="50"/>
                  <a:pt x="0" y="50"/>
                  <a:pt x="0" y="22"/>
                </a:cubicBezTo>
                <a:close/>
              </a:path>
            </a:pathLst>
          </a:custGeom>
          <a:solidFill>
            <a:srgbClr val="2A9D8F">
              <a:alpha val="50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89" name=""/>
          <p:cNvSpPr/>
          <p:nvPr/>
        </p:nvSpPr>
        <p:spPr>
          <a:xfrm>
            <a:off x="2058120" y="1513440"/>
            <a:ext cx="15120" cy="15480"/>
          </a:xfrm>
          <a:custGeom>
            <a:avLst/>
            <a:gdLst/>
            <a:ahLst/>
            <a:rect l="0" t="0" r="r" b="b"/>
            <a:pathLst>
              <a:path fill="none" w="42" h="43">
                <a:moveTo>
                  <a:pt x="42" y="22"/>
                </a:moveTo>
                <a:cubicBezTo>
                  <a:pt x="42" y="50"/>
                  <a:pt x="0" y="50"/>
                  <a:pt x="0" y="22"/>
                </a:cubicBezTo>
                <a:cubicBezTo>
                  <a:pt x="0" y="-7"/>
                  <a:pt x="42" y="-7"/>
                  <a:pt x="42" y="22"/>
                </a:cubicBezTo>
              </a:path>
            </a:pathLst>
          </a:custGeom>
          <a:ln cap="rnd" w="0">
            <a:solidFill>
              <a:srgbClr val="2A9D8F">
                <a:alpha val="50000"/>
              </a:srgbClr>
            </a:solidFill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0" name=""/>
          <p:cNvSpPr/>
          <p:nvPr/>
        </p:nvSpPr>
        <p:spPr>
          <a:xfrm>
            <a:off x="1629720" y="1538640"/>
            <a:ext cx="15120" cy="15120"/>
          </a:xfrm>
          <a:custGeom>
            <a:avLst/>
            <a:gdLst/>
            <a:ahLst/>
            <a:rect l="0" t="0" r="r" b="b"/>
            <a:pathLst>
              <a:path w="42" h="42">
                <a:moveTo>
                  <a:pt x="0" y="22"/>
                </a:moveTo>
                <a:cubicBezTo>
                  <a:pt x="0" y="-7"/>
                  <a:pt x="42" y="-7"/>
                  <a:pt x="42" y="22"/>
                </a:cubicBezTo>
                <a:cubicBezTo>
                  <a:pt x="42" y="49"/>
                  <a:pt x="0" y="49"/>
                  <a:pt x="0" y="22"/>
                </a:cubicBezTo>
                <a:close/>
              </a:path>
            </a:pathLst>
          </a:custGeom>
          <a:solidFill>
            <a:srgbClr val="2A9D8F">
              <a:alpha val="50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91" name=""/>
          <p:cNvSpPr/>
          <p:nvPr/>
        </p:nvSpPr>
        <p:spPr>
          <a:xfrm>
            <a:off x="1629720" y="1538640"/>
            <a:ext cx="15120" cy="15120"/>
          </a:xfrm>
          <a:custGeom>
            <a:avLst/>
            <a:gdLst/>
            <a:ahLst/>
            <a:rect l="0" t="0" r="r" b="b"/>
            <a:pathLst>
              <a:path fill="none" w="42" h="42">
                <a:moveTo>
                  <a:pt x="42" y="22"/>
                </a:moveTo>
                <a:cubicBezTo>
                  <a:pt x="42" y="49"/>
                  <a:pt x="0" y="49"/>
                  <a:pt x="0" y="22"/>
                </a:cubicBezTo>
                <a:cubicBezTo>
                  <a:pt x="0" y="-7"/>
                  <a:pt x="42" y="-7"/>
                  <a:pt x="42" y="22"/>
                </a:cubicBezTo>
              </a:path>
            </a:pathLst>
          </a:custGeom>
          <a:ln cap="rnd" w="0">
            <a:solidFill>
              <a:srgbClr val="2A9D8F">
                <a:alpha val="50000"/>
              </a:srgbClr>
            </a:solidFill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2" name=""/>
          <p:cNvSpPr/>
          <p:nvPr/>
        </p:nvSpPr>
        <p:spPr>
          <a:xfrm>
            <a:off x="1044720" y="1581840"/>
            <a:ext cx="15120" cy="15120"/>
          </a:xfrm>
          <a:custGeom>
            <a:avLst/>
            <a:gdLst/>
            <a:ahLst/>
            <a:rect l="0" t="0" r="r" b="b"/>
            <a:pathLst>
              <a:path w="42" h="42">
                <a:moveTo>
                  <a:pt x="0" y="21"/>
                </a:moveTo>
                <a:cubicBezTo>
                  <a:pt x="0" y="-7"/>
                  <a:pt x="42" y="-7"/>
                  <a:pt x="42" y="21"/>
                </a:cubicBezTo>
                <a:cubicBezTo>
                  <a:pt x="42" y="49"/>
                  <a:pt x="0" y="49"/>
                  <a:pt x="0" y="21"/>
                </a:cubicBezTo>
                <a:close/>
              </a:path>
            </a:pathLst>
          </a:custGeom>
          <a:solidFill>
            <a:srgbClr val="2A9D8F">
              <a:alpha val="50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93" name=""/>
          <p:cNvSpPr/>
          <p:nvPr/>
        </p:nvSpPr>
        <p:spPr>
          <a:xfrm>
            <a:off x="1044720" y="1581840"/>
            <a:ext cx="15120" cy="15120"/>
          </a:xfrm>
          <a:custGeom>
            <a:avLst/>
            <a:gdLst/>
            <a:ahLst/>
            <a:rect l="0" t="0" r="r" b="b"/>
            <a:pathLst>
              <a:path fill="none" w="42" h="42">
                <a:moveTo>
                  <a:pt x="42" y="21"/>
                </a:moveTo>
                <a:cubicBezTo>
                  <a:pt x="42" y="49"/>
                  <a:pt x="0" y="49"/>
                  <a:pt x="0" y="21"/>
                </a:cubicBezTo>
                <a:cubicBezTo>
                  <a:pt x="0" y="-7"/>
                  <a:pt x="42" y="-7"/>
                  <a:pt x="42" y="21"/>
                </a:cubicBezTo>
              </a:path>
            </a:pathLst>
          </a:custGeom>
          <a:ln cap="rnd" w="0">
            <a:solidFill>
              <a:srgbClr val="2A9D8F">
                <a:alpha val="50000"/>
              </a:srgbClr>
            </a:solidFill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4" name=""/>
          <p:cNvSpPr/>
          <p:nvPr/>
        </p:nvSpPr>
        <p:spPr>
          <a:xfrm>
            <a:off x="1580040" y="1904400"/>
            <a:ext cx="15120" cy="15480"/>
          </a:xfrm>
          <a:custGeom>
            <a:avLst/>
            <a:gdLst/>
            <a:ahLst/>
            <a:rect l="0" t="0" r="r" b="b"/>
            <a:pathLst>
              <a:path w="42" h="43">
                <a:moveTo>
                  <a:pt x="0" y="22"/>
                </a:moveTo>
                <a:cubicBezTo>
                  <a:pt x="0" y="-7"/>
                  <a:pt x="42" y="-7"/>
                  <a:pt x="42" y="22"/>
                </a:cubicBezTo>
                <a:cubicBezTo>
                  <a:pt x="42" y="50"/>
                  <a:pt x="0" y="50"/>
                  <a:pt x="0" y="22"/>
                </a:cubicBezTo>
                <a:close/>
              </a:path>
            </a:pathLst>
          </a:custGeom>
          <a:solidFill>
            <a:srgbClr val="2A9D8F">
              <a:alpha val="50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95" name=""/>
          <p:cNvSpPr/>
          <p:nvPr/>
        </p:nvSpPr>
        <p:spPr>
          <a:xfrm>
            <a:off x="1580040" y="1904400"/>
            <a:ext cx="15120" cy="15480"/>
          </a:xfrm>
          <a:custGeom>
            <a:avLst/>
            <a:gdLst/>
            <a:ahLst/>
            <a:rect l="0" t="0" r="r" b="b"/>
            <a:pathLst>
              <a:path fill="none" w="42" h="43">
                <a:moveTo>
                  <a:pt x="42" y="22"/>
                </a:moveTo>
                <a:cubicBezTo>
                  <a:pt x="42" y="50"/>
                  <a:pt x="0" y="50"/>
                  <a:pt x="0" y="22"/>
                </a:cubicBezTo>
                <a:cubicBezTo>
                  <a:pt x="0" y="-7"/>
                  <a:pt x="42" y="-7"/>
                  <a:pt x="42" y="22"/>
                </a:cubicBezTo>
              </a:path>
            </a:pathLst>
          </a:custGeom>
          <a:ln cap="rnd" w="0">
            <a:solidFill>
              <a:srgbClr val="2A9D8F">
                <a:alpha val="50000"/>
              </a:srgbClr>
            </a:solidFill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6" name=""/>
          <p:cNvSpPr/>
          <p:nvPr/>
        </p:nvSpPr>
        <p:spPr>
          <a:xfrm>
            <a:off x="1611360" y="1603440"/>
            <a:ext cx="15120" cy="15840"/>
          </a:xfrm>
          <a:custGeom>
            <a:avLst/>
            <a:gdLst/>
            <a:ahLst/>
            <a:rect l="0" t="0" r="r" b="b"/>
            <a:pathLst>
              <a:path w="42" h="44">
                <a:moveTo>
                  <a:pt x="0" y="22"/>
                </a:moveTo>
                <a:cubicBezTo>
                  <a:pt x="0" y="-7"/>
                  <a:pt x="42" y="-7"/>
                  <a:pt x="42" y="22"/>
                </a:cubicBezTo>
                <a:cubicBezTo>
                  <a:pt x="42" y="51"/>
                  <a:pt x="0" y="51"/>
                  <a:pt x="0" y="22"/>
                </a:cubicBezTo>
                <a:close/>
              </a:path>
            </a:pathLst>
          </a:custGeom>
          <a:solidFill>
            <a:srgbClr val="2A9D8F">
              <a:alpha val="50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97" name=""/>
          <p:cNvSpPr/>
          <p:nvPr/>
        </p:nvSpPr>
        <p:spPr>
          <a:xfrm>
            <a:off x="1611360" y="1603440"/>
            <a:ext cx="15120" cy="15840"/>
          </a:xfrm>
          <a:custGeom>
            <a:avLst/>
            <a:gdLst/>
            <a:ahLst/>
            <a:rect l="0" t="0" r="r" b="b"/>
            <a:pathLst>
              <a:path fill="none" w="42" h="44">
                <a:moveTo>
                  <a:pt x="42" y="22"/>
                </a:moveTo>
                <a:cubicBezTo>
                  <a:pt x="42" y="51"/>
                  <a:pt x="0" y="51"/>
                  <a:pt x="0" y="22"/>
                </a:cubicBezTo>
                <a:cubicBezTo>
                  <a:pt x="0" y="-7"/>
                  <a:pt x="42" y="-7"/>
                  <a:pt x="42" y="22"/>
                </a:cubicBezTo>
              </a:path>
            </a:pathLst>
          </a:custGeom>
          <a:ln cap="rnd" w="0">
            <a:solidFill>
              <a:srgbClr val="2A9D8F">
                <a:alpha val="50000"/>
              </a:srgbClr>
            </a:solidFill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8" name=""/>
          <p:cNvSpPr/>
          <p:nvPr/>
        </p:nvSpPr>
        <p:spPr>
          <a:xfrm>
            <a:off x="598680" y="1290600"/>
            <a:ext cx="15120" cy="15480"/>
          </a:xfrm>
          <a:custGeom>
            <a:avLst/>
            <a:gdLst/>
            <a:ahLst/>
            <a:rect l="0" t="0" r="r" b="b"/>
            <a:pathLst>
              <a:path w="42" h="43">
                <a:moveTo>
                  <a:pt x="0" y="21"/>
                </a:moveTo>
                <a:cubicBezTo>
                  <a:pt x="0" y="-7"/>
                  <a:pt x="42" y="-7"/>
                  <a:pt x="42" y="21"/>
                </a:cubicBezTo>
                <a:cubicBezTo>
                  <a:pt x="42" y="50"/>
                  <a:pt x="0" y="50"/>
                  <a:pt x="0" y="21"/>
                </a:cubicBezTo>
                <a:close/>
              </a:path>
            </a:pathLst>
          </a:custGeom>
          <a:solidFill>
            <a:srgbClr val="2A9D8F">
              <a:alpha val="50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99" name=""/>
          <p:cNvSpPr/>
          <p:nvPr/>
        </p:nvSpPr>
        <p:spPr>
          <a:xfrm>
            <a:off x="598680" y="1290600"/>
            <a:ext cx="15120" cy="15480"/>
          </a:xfrm>
          <a:custGeom>
            <a:avLst/>
            <a:gdLst/>
            <a:ahLst/>
            <a:rect l="0" t="0" r="r" b="b"/>
            <a:pathLst>
              <a:path fill="none" w="42" h="43">
                <a:moveTo>
                  <a:pt x="42" y="21"/>
                </a:moveTo>
                <a:cubicBezTo>
                  <a:pt x="42" y="50"/>
                  <a:pt x="0" y="50"/>
                  <a:pt x="0" y="21"/>
                </a:cubicBezTo>
                <a:cubicBezTo>
                  <a:pt x="0" y="-7"/>
                  <a:pt x="42" y="-7"/>
                  <a:pt x="42" y="21"/>
                </a:cubicBezTo>
              </a:path>
            </a:pathLst>
          </a:custGeom>
          <a:ln cap="rnd" w="0">
            <a:solidFill>
              <a:srgbClr val="2A9D8F">
                <a:alpha val="50000"/>
              </a:srgbClr>
            </a:solidFill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0" name=""/>
          <p:cNvSpPr/>
          <p:nvPr/>
        </p:nvSpPr>
        <p:spPr>
          <a:xfrm>
            <a:off x="1552680" y="1706760"/>
            <a:ext cx="15480" cy="15480"/>
          </a:xfrm>
          <a:custGeom>
            <a:avLst/>
            <a:gdLst/>
            <a:ahLst/>
            <a:rect l="0" t="0" r="r" b="b"/>
            <a:pathLst>
              <a:path w="43" h="43">
                <a:moveTo>
                  <a:pt x="0" y="21"/>
                </a:moveTo>
                <a:cubicBezTo>
                  <a:pt x="0" y="-7"/>
                  <a:pt x="43" y="-7"/>
                  <a:pt x="43" y="21"/>
                </a:cubicBezTo>
                <a:cubicBezTo>
                  <a:pt x="43" y="50"/>
                  <a:pt x="0" y="50"/>
                  <a:pt x="0" y="21"/>
                </a:cubicBezTo>
                <a:close/>
              </a:path>
            </a:pathLst>
          </a:custGeom>
          <a:solidFill>
            <a:srgbClr val="2A9D8F">
              <a:alpha val="50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01" name=""/>
          <p:cNvSpPr/>
          <p:nvPr/>
        </p:nvSpPr>
        <p:spPr>
          <a:xfrm>
            <a:off x="1552680" y="1706760"/>
            <a:ext cx="15480" cy="15480"/>
          </a:xfrm>
          <a:custGeom>
            <a:avLst/>
            <a:gdLst/>
            <a:ahLst/>
            <a:rect l="0" t="0" r="r" b="b"/>
            <a:pathLst>
              <a:path fill="none" w="43" h="43">
                <a:moveTo>
                  <a:pt x="43" y="21"/>
                </a:moveTo>
                <a:cubicBezTo>
                  <a:pt x="43" y="50"/>
                  <a:pt x="0" y="50"/>
                  <a:pt x="0" y="21"/>
                </a:cubicBezTo>
                <a:cubicBezTo>
                  <a:pt x="0" y="-7"/>
                  <a:pt x="43" y="-7"/>
                  <a:pt x="43" y="21"/>
                </a:cubicBezTo>
              </a:path>
            </a:pathLst>
          </a:custGeom>
          <a:ln cap="rnd" w="0">
            <a:solidFill>
              <a:srgbClr val="2A9D8F">
                <a:alpha val="50000"/>
              </a:srgbClr>
            </a:solidFill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2" name=""/>
          <p:cNvSpPr/>
          <p:nvPr/>
        </p:nvSpPr>
        <p:spPr>
          <a:xfrm>
            <a:off x="546120" y="1690200"/>
            <a:ext cx="15120" cy="15480"/>
          </a:xfrm>
          <a:custGeom>
            <a:avLst/>
            <a:gdLst/>
            <a:ahLst/>
            <a:rect l="0" t="0" r="r" b="b"/>
            <a:pathLst>
              <a:path w="42" h="43">
                <a:moveTo>
                  <a:pt x="0" y="22"/>
                </a:moveTo>
                <a:cubicBezTo>
                  <a:pt x="0" y="-7"/>
                  <a:pt x="42" y="-7"/>
                  <a:pt x="42" y="22"/>
                </a:cubicBezTo>
                <a:cubicBezTo>
                  <a:pt x="42" y="50"/>
                  <a:pt x="0" y="50"/>
                  <a:pt x="0" y="22"/>
                </a:cubicBezTo>
                <a:close/>
              </a:path>
            </a:pathLst>
          </a:custGeom>
          <a:solidFill>
            <a:srgbClr val="2A9D8F">
              <a:alpha val="50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03" name=""/>
          <p:cNvSpPr/>
          <p:nvPr/>
        </p:nvSpPr>
        <p:spPr>
          <a:xfrm>
            <a:off x="546120" y="1690200"/>
            <a:ext cx="15120" cy="15480"/>
          </a:xfrm>
          <a:custGeom>
            <a:avLst/>
            <a:gdLst/>
            <a:ahLst/>
            <a:rect l="0" t="0" r="r" b="b"/>
            <a:pathLst>
              <a:path fill="none" w="42" h="43">
                <a:moveTo>
                  <a:pt x="42" y="22"/>
                </a:moveTo>
                <a:cubicBezTo>
                  <a:pt x="42" y="50"/>
                  <a:pt x="0" y="50"/>
                  <a:pt x="0" y="22"/>
                </a:cubicBezTo>
                <a:cubicBezTo>
                  <a:pt x="0" y="-7"/>
                  <a:pt x="42" y="-7"/>
                  <a:pt x="42" y="22"/>
                </a:cubicBezTo>
              </a:path>
            </a:pathLst>
          </a:custGeom>
          <a:ln cap="rnd" w="0">
            <a:solidFill>
              <a:srgbClr val="2A9D8F">
                <a:alpha val="50000"/>
              </a:srgbClr>
            </a:solidFill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4" name=""/>
          <p:cNvSpPr/>
          <p:nvPr/>
        </p:nvSpPr>
        <p:spPr>
          <a:xfrm>
            <a:off x="545040" y="1482480"/>
            <a:ext cx="15120" cy="15480"/>
          </a:xfrm>
          <a:custGeom>
            <a:avLst/>
            <a:gdLst/>
            <a:ahLst/>
            <a:rect l="0" t="0" r="r" b="b"/>
            <a:pathLst>
              <a:path w="42" h="43">
                <a:moveTo>
                  <a:pt x="0" y="22"/>
                </a:moveTo>
                <a:cubicBezTo>
                  <a:pt x="0" y="-7"/>
                  <a:pt x="42" y="-7"/>
                  <a:pt x="42" y="22"/>
                </a:cubicBezTo>
                <a:cubicBezTo>
                  <a:pt x="42" y="50"/>
                  <a:pt x="0" y="50"/>
                  <a:pt x="0" y="22"/>
                </a:cubicBezTo>
                <a:close/>
              </a:path>
            </a:pathLst>
          </a:custGeom>
          <a:solidFill>
            <a:srgbClr val="2A9D8F">
              <a:alpha val="50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05" name=""/>
          <p:cNvSpPr/>
          <p:nvPr/>
        </p:nvSpPr>
        <p:spPr>
          <a:xfrm>
            <a:off x="545040" y="1482480"/>
            <a:ext cx="15120" cy="15480"/>
          </a:xfrm>
          <a:custGeom>
            <a:avLst/>
            <a:gdLst/>
            <a:ahLst/>
            <a:rect l="0" t="0" r="r" b="b"/>
            <a:pathLst>
              <a:path fill="none" w="42" h="43">
                <a:moveTo>
                  <a:pt x="42" y="22"/>
                </a:moveTo>
                <a:cubicBezTo>
                  <a:pt x="42" y="50"/>
                  <a:pt x="0" y="50"/>
                  <a:pt x="0" y="22"/>
                </a:cubicBezTo>
                <a:cubicBezTo>
                  <a:pt x="0" y="-7"/>
                  <a:pt x="42" y="-7"/>
                  <a:pt x="42" y="22"/>
                </a:cubicBezTo>
              </a:path>
            </a:pathLst>
          </a:custGeom>
          <a:ln cap="rnd" w="0">
            <a:solidFill>
              <a:srgbClr val="2A9D8F">
                <a:alpha val="50000"/>
              </a:srgbClr>
            </a:solidFill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6" name=""/>
          <p:cNvSpPr/>
          <p:nvPr/>
        </p:nvSpPr>
        <p:spPr>
          <a:xfrm>
            <a:off x="1622160" y="1246320"/>
            <a:ext cx="15120" cy="15840"/>
          </a:xfrm>
          <a:custGeom>
            <a:avLst/>
            <a:gdLst/>
            <a:ahLst/>
            <a:rect l="0" t="0" r="r" b="b"/>
            <a:pathLst>
              <a:path w="42" h="44">
                <a:moveTo>
                  <a:pt x="0" y="22"/>
                </a:moveTo>
                <a:cubicBezTo>
                  <a:pt x="0" y="-7"/>
                  <a:pt x="42" y="-7"/>
                  <a:pt x="42" y="22"/>
                </a:cubicBezTo>
                <a:cubicBezTo>
                  <a:pt x="42" y="51"/>
                  <a:pt x="0" y="51"/>
                  <a:pt x="0" y="22"/>
                </a:cubicBezTo>
                <a:close/>
              </a:path>
            </a:pathLst>
          </a:custGeom>
          <a:solidFill>
            <a:srgbClr val="2A9D8F">
              <a:alpha val="50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07" name=""/>
          <p:cNvSpPr/>
          <p:nvPr/>
        </p:nvSpPr>
        <p:spPr>
          <a:xfrm>
            <a:off x="1622160" y="1246320"/>
            <a:ext cx="15120" cy="15840"/>
          </a:xfrm>
          <a:custGeom>
            <a:avLst/>
            <a:gdLst/>
            <a:ahLst/>
            <a:rect l="0" t="0" r="r" b="b"/>
            <a:pathLst>
              <a:path fill="none" w="42" h="44">
                <a:moveTo>
                  <a:pt x="42" y="22"/>
                </a:moveTo>
                <a:cubicBezTo>
                  <a:pt x="42" y="51"/>
                  <a:pt x="0" y="51"/>
                  <a:pt x="0" y="22"/>
                </a:cubicBezTo>
                <a:cubicBezTo>
                  <a:pt x="0" y="-7"/>
                  <a:pt x="42" y="-7"/>
                  <a:pt x="42" y="22"/>
                </a:cubicBezTo>
              </a:path>
            </a:pathLst>
          </a:custGeom>
          <a:ln cap="rnd" w="0">
            <a:solidFill>
              <a:srgbClr val="2A9D8F">
                <a:alpha val="50000"/>
              </a:srgbClr>
            </a:solidFill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8" name=""/>
          <p:cNvSpPr/>
          <p:nvPr/>
        </p:nvSpPr>
        <p:spPr>
          <a:xfrm>
            <a:off x="1048320" y="1949040"/>
            <a:ext cx="15120" cy="15120"/>
          </a:xfrm>
          <a:custGeom>
            <a:avLst/>
            <a:gdLst/>
            <a:ahLst/>
            <a:rect l="0" t="0" r="r" b="b"/>
            <a:pathLst>
              <a:path w="42" h="42">
                <a:moveTo>
                  <a:pt x="0" y="22"/>
                </a:moveTo>
                <a:cubicBezTo>
                  <a:pt x="0" y="-7"/>
                  <a:pt x="42" y="-7"/>
                  <a:pt x="42" y="22"/>
                </a:cubicBezTo>
                <a:cubicBezTo>
                  <a:pt x="42" y="49"/>
                  <a:pt x="0" y="49"/>
                  <a:pt x="0" y="22"/>
                </a:cubicBezTo>
                <a:close/>
              </a:path>
            </a:pathLst>
          </a:custGeom>
          <a:solidFill>
            <a:srgbClr val="2A9D8F">
              <a:alpha val="50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09" name=""/>
          <p:cNvSpPr/>
          <p:nvPr/>
        </p:nvSpPr>
        <p:spPr>
          <a:xfrm>
            <a:off x="1048320" y="1949040"/>
            <a:ext cx="15120" cy="15120"/>
          </a:xfrm>
          <a:custGeom>
            <a:avLst/>
            <a:gdLst/>
            <a:ahLst/>
            <a:rect l="0" t="0" r="r" b="b"/>
            <a:pathLst>
              <a:path fill="none" w="42" h="42">
                <a:moveTo>
                  <a:pt x="42" y="22"/>
                </a:moveTo>
                <a:cubicBezTo>
                  <a:pt x="42" y="49"/>
                  <a:pt x="0" y="49"/>
                  <a:pt x="0" y="22"/>
                </a:cubicBezTo>
                <a:cubicBezTo>
                  <a:pt x="0" y="-7"/>
                  <a:pt x="42" y="-7"/>
                  <a:pt x="42" y="22"/>
                </a:cubicBezTo>
              </a:path>
            </a:pathLst>
          </a:custGeom>
          <a:ln cap="rnd" w="0">
            <a:solidFill>
              <a:srgbClr val="2A9D8F">
                <a:alpha val="50000"/>
              </a:srgbClr>
            </a:solidFill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0" name=""/>
          <p:cNvSpPr/>
          <p:nvPr/>
        </p:nvSpPr>
        <p:spPr>
          <a:xfrm>
            <a:off x="1532880" y="1524600"/>
            <a:ext cx="15480" cy="15120"/>
          </a:xfrm>
          <a:custGeom>
            <a:avLst/>
            <a:gdLst/>
            <a:ahLst/>
            <a:rect l="0" t="0" r="r" b="b"/>
            <a:pathLst>
              <a:path w="43" h="42">
                <a:moveTo>
                  <a:pt x="0" y="21"/>
                </a:moveTo>
                <a:cubicBezTo>
                  <a:pt x="0" y="-7"/>
                  <a:pt x="43" y="-7"/>
                  <a:pt x="43" y="21"/>
                </a:cubicBezTo>
                <a:cubicBezTo>
                  <a:pt x="43" y="49"/>
                  <a:pt x="0" y="49"/>
                  <a:pt x="0" y="21"/>
                </a:cubicBezTo>
                <a:close/>
              </a:path>
            </a:pathLst>
          </a:custGeom>
          <a:solidFill>
            <a:srgbClr val="2A9D8F">
              <a:alpha val="50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11" name=""/>
          <p:cNvSpPr/>
          <p:nvPr/>
        </p:nvSpPr>
        <p:spPr>
          <a:xfrm>
            <a:off x="1532880" y="1524600"/>
            <a:ext cx="15480" cy="15120"/>
          </a:xfrm>
          <a:custGeom>
            <a:avLst/>
            <a:gdLst/>
            <a:ahLst/>
            <a:rect l="0" t="0" r="r" b="b"/>
            <a:pathLst>
              <a:path fill="none" w="43" h="42">
                <a:moveTo>
                  <a:pt x="43" y="21"/>
                </a:moveTo>
                <a:cubicBezTo>
                  <a:pt x="43" y="49"/>
                  <a:pt x="0" y="49"/>
                  <a:pt x="0" y="21"/>
                </a:cubicBezTo>
                <a:cubicBezTo>
                  <a:pt x="0" y="-7"/>
                  <a:pt x="43" y="-7"/>
                  <a:pt x="43" y="21"/>
                </a:cubicBezTo>
              </a:path>
            </a:pathLst>
          </a:custGeom>
          <a:ln cap="rnd" w="0">
            <a:solidFill>
              <a:srgbClr val="2A9D8F">
                <a:alpha val="50000"/>
              </a:srgbClr>
            </a:solidFill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2" name=""/>
          <p:cNvSpPr/>
          <p:nvPr/>
        </p:nvSpPr>
        <p:spPr>
          <a:xfrm>
            <a:off x="1129320" y="1533240"/>
            <a:ext cx="15120" cy="15120"/>
          </a:xfrm>
          <a:custGeom>
            <a:avLst/>
            <a:gdLst/>
            <a:ahLst/>
            <a:rect l="0" t="0" r="r" b="b"/>
            <a:pathLst>
              <a:path w="42" h="42">
                <a:moveTo>
                  <a:pt x="0" y="20"/>
                </a:moveTo>
                <a:cubicBezTo>
                  <a:pt x="0" y="-7"/>
                  <a:pt x="42" y="-7"/>
                  <a:pt x="42" y="20"/>
                </a:cubicBezTo>
                <a:cubicBezTo>
                  <a:pt x="42" y="49"/>
                  <a:pt x="0" y="49"/>
                  <a:pt x="0" y="20"/>
                </a:cubicBezTo>
                <a:close/>
              </a:path>
            </a:pathLst>
          </a:custGeom>
          <a:solidFill>
            <a:srgbClr val="2A9D8F">
              <a:alpha val="50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13" name=""/>
          <p:cNvSpPr/>
          <p:nvPr/>
        </p:nvSpPr>
        <p:spPr>
          <a:xfrm>
            <a:off x="1129320" y="1533240"/>
            <a:ext cx="15120" cy="15120"/>
          </a:xfrm>
          <a:custGeom>
            <a:avLst/>
            <a:gdLst/>
            <a:ahLst/>
            <a:rect l="0" t="0" r="r" b="b"/>
            <a:pathLst>
              <a:path fill="none" w="42" h="42">
                <a:moveTo>
                  <a:pt x="42" y="20"/>
                </a:moveTo>
                <a:cubicBezTo>
                  <a:pt x="42" y="49"/>
                  <a:pt x="0" y="49"/>
                  <a:pt x="0" y="20"/>
                </a:cubicBezTo>
                <a:cubicBezTo>
                  <a:pt x="0" y="-7"/>
                  <a:pt x="42" y="-7"/>
                  <a:pt x="42" y="20"/>
                </a:cubicBezTo>
              </a:path>
            </a:pathLst>
          </a:custGeom>
          <a:ln cap="rnd" w="0">
            <a:solidFill>
              <a:srgbClr val="2A9D8F">
                <a:alpha val="50000"/>
              </a:srgbClr>
            </a:solidFill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4" name=""/>
          <p:cNvSpPr/>
          <p:nvPr/>
        </p:nvSpPr>
        <p:spPr>
          <a:xfrm>
            <a:off x="2055240" y="789840"/>
            <a:ext cx="15120" cy="15480"/>
          </a:xfrm>
          <a:custGeom>
            <a:avLst/>
            <a:gdLst/>
            <a:ahLst/>
            <a:rect l="0" t="0" r="r" b="b"/>
            <a:pathLst>
              <a:path w="42" h="43">
                <a:moveTo>
                  <a:pt x="0" y="21"/>
                </a:moveTo>
                <a:cubicBezTo>
                  <a:pt x="0" y="-7"/>
                  <a:pt x="42" y="-7"/>
                  <a:pt x="42" y="21"/>
                </a:cubicBezTo>
                <a:cubicBezTo>
                  <a:pt x="42" y="50"/>
                  <a:pt x="0" y="50"/>
                  <a:pt x="0" y="21"/>
                </a:cubicBezTo>
                <a:close/>
              </a:path>
            </a:pathLst>
          </a:custGeom>
          <a:solidFill>
            <a:srgbClr val="2A9D8F">
              <a:alpha val="50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15" name=""/>
          <p:cNvSpPr/>
          <p:nvPr/>
        </p:nvSpPr>
        <p:spPr>
          <a:xfrm>
            <a:off x="2055240" y="789840"/>
            <a:ext cx="15120" cy="15480"/>
          </a:xfrm>
          <a:custGeom>
            <a:avLst/>
            <a:gdLst/>
            <a:ahLst/>
            <a:rect l="0" t="0" r="r" b="b"/>
            <a:pathLst>
              <a:path fill="none" w="42" h="43">
                <a:moveTo>
                  <a:pt x="42" y="21"/>
                </a:moveTo>
                <a:cubicBezTo>
                  <a:pt x="42" y="50"/>
                  <a:pt x="0" y="50"/>
                  <a:pt x="0" y="21"/>
                </a:cubicBezTo>
                <a:cubicBezTo>
                  <a:pt x="0" y="-7"/>
                  <a:pt x="42" y="-7"/>
                  <a:pt x="42" y="21"/>
                </a:cubicBezTo>
              </a:path>
            </a:pathLst>
          </a:custGeom>
          <a:ln cap="rnd" w="0">
            <a:solidFill>
              <a:srgbClr val="2A9D8F">
                <a:alpha val="50000"/>
              </a:srgbClr>
            </a:solidFill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6" name=""/>
          <p:cNvSpPr/>
          <p:nvPr/>
        </p:nvSpPr>
        <p:spPr>
          <a:xfrm>
            <a:off x="542160" y="1600560"/>
            <a:ext cx="15120" cy="15480"/>
          </a:xfrm>
          <a:custGeom>
            <a:avLst/>
            <a:gdLst/>
            <a:ahLst/>
            <a:rect l="0" t="0" r="r" b="b"/>
            <a:pathLst>
              <a:path w="42" h="43">
                <a:moveTo>
                  <a:pt x="0" y="22"/>
                </a:moveTo>
                <a:cubicBezTo>
                  <a:pt x="0" y="-7"/>
                  <a:pt x="42" y="-7"/>
                  <a:pt x="42" y="22"/>
                </a:cubicBezTo>
                <a:cubicBezTo>
                  <a:pt x="42" y="50"/>
                  <a:pt x="0" y="50"/>
                  <a:pt x="0" y="22"/>
                </a:cubicBezTo>
                <a:close/>
              </a:path>
            </a:pathLst>
          </a:custGeom>
          <a:solidFill>
            <a:srgbClr val="2A9D8F">
              <a:alpha val="50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17" name=""/>
          <p:cNvSpPr/>
          <p:nvPr/>
        </p:nvSpPr>
        <p:spPr>
          <a:xfrm>
            <a:off x="542160" y="1600560"/>
            <a:ext cx="15120" cy="15480"/>
          </a:xfrm>
          <a:custGeom>
            <a:avLst/>
            <a:gdLst/>
            <a:ahLst/>
            <a:rect l="0" t="0" r="r" b="b"/>
            <a:pathLst>
              <a:path fill="none" w="42" h="43">
                <a:moveTo>
                  <a:pt x="42" y="22"/>
                </a:moveTo>
                <a:cubicBezTo>
                  <a:pt x="42" y="50"/>
                  <a:pt x="0" y="50"/>
                  <a:pt x="0" y="22"/>
                </a:cubicBezTo>
                <a:cubicBezTo>
                  <a:pt x="0" y="-7"/>
                  <a:pt x="42" y="-7"/>
                  <a:pt x="42" y="22"/>
                </a:cubicBezTo>
              </a:path>
            </a:pathLst>
          </a:custGeom>
          <a:ln cap="rnd" w="0">
            <a:solidFill>
              <a:srgbClr val="2A9D8F">
                <a:alpha val="50000"/>
              </a:srgbClr>
            </a:solidFill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8" name=""/>
          <p:cNvSpPr/>
          <p:nvPr/>
        </p:nvSpPr>
        <p:spPr>
          <a:xfrm>
            <a:off x="1075680" y="1168200"/>
            <a:ext cx="15120" cy="15120"/>
          </a:xfrm>
          <a:custGeom>
            <a:avLst/>
            <a:gdLst/>
            <a:ahLst/>
            <a:rect l="0" t="0" r="r" b="b"/>
            <a:pathLst>
              <a:path w="42" h="42">
                <a:moveTo>
                  <a:pt x="0" y="21"/>
                </a:moveTo>
                <a:cubicBezTo>
                  <a:pt x="0" y="-7"/>
                  <a:pt x="42" y="-7"/>
                  <a:pt x="42" y="21"/>
                </a:cubicBezTo>
                <a:cubicBezTo>
                  <a:pt x="42" y="49"/>
                  <a:pt x="0" y="49"/>
                  <a:pt x="0" y="21"/>
                </a:cubicBezTo>
                <a:close/>
              </a:path>
            </a:pathLst>
          </a:custGeom>
          <a:solidFill>
            <a:srgbClr val="2A9D8F">
              <a:alpha val="50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19" name=""/>
          <p:cNvSpPr/>
          <p:nvPr/>
        </p:nvSpPr>
        <p:spPr>
          <a:xfrm>
            <a:off x="1075680" y="1168200"/>
            <a:ext cx="15120" cy="15120"/>
          </a:xfrm>
          <a:custGeom>
            <a:avLst/>
            <a:gdLst/>
            <a:ahLst/>
            <a:rect l="0" t="0" r="r" b="b"/>
            <a:pathLst>
              <a:path fill="none" w="42" h="42">
                <a:moveTo>
                  <a:pt x="42" y="21"/>
                </a:moveTo>
                <a:cubicBezTo>
                  <a:pt x="42" y="49"/>
                  <a:pt x="0" y="49"/>
                  <a:pt x="0" y="21"/>
                </a:cubicBezTo>
                <a:cubicBezTo>
                  <a:pt x="0" y="-7"/>
                  <a:pt x="42" y="-7"/>
                  <a:pt x="42" y="21"/>
                </a:cubicBezTo>
              </a:path>
            </a:pathLst>
          </a:custGeom>
          <a:ln cap="rnd" w="0">
            <a:solidFill>
              <a:srgbClr val="2A9D8F">
                <a:alpha val="50000"/>
              </a:srgbClr>
            </a:solidFill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0" name=""/>
          <p:cNvSpPr/>
          <p:nvPr/>
        </p:nvSpPr>
        <p:spPr>
          <a:xfrm>
            <a:off x="1627920" y="1609920"/>
            <a:ext cx="15120" cy="15120"/>
          </a:xfrm>
          <a:custGeom>
            <a:avLst/>
            <a:gdLst/>
            <a:ahLst/>
            <a:rect l="0" t="0" r="r" b="b"/>
            <a:pathLst>
              <a:path w="42" h="42">
                <a:moveTo>
                  <a:pt x="0" y="22"/>
                </a:moveTo>
                <a:cubicBezTo>
                  <a:pt x="0" y="-7"/>
                  <a:pt x="42" y="-7"/>
                  <a:pt x="42" y="22"/>
                </a:cubicBezTo>
                <a:cubicBezTo>
                  <a:pt x="42" y="49"/>
                  <a:pt x="0" y="49"/>
                  <a:pt x="0" y="22"/>
                </a:cubicBezTo>
                <a:close/>
              </a:path>
            </a:pathLst>
          </a:custGeom>
          <a:solidFill>
            <a:srgbClr val="2A9D8F">
              <a:alpha val="50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21" name=""/>
          <p:cNvSpPr/>
          <p:nvPr/>
        </p:nvSpPr>
        <p:spPr>
          <a:xfrm>
            <a:off x="1627920" y="1609920"/>
            <a:ext cx="15120" cy="15120"/>
          </a:xfrm>
          <a:custGeom>
            <a:avLst/>
            <a:gdLst/>
            <a:ahLst/>
            <a:rect l="0" t="0" r="r" b="b"/>
            <a:pathLst>
              <a:path fill="none" w="42" h="42">
                <a:moveTo>
                  <a:pt x="42" y="22"/>
                </a:moveTo>
                <a:cubicBezTo>
                  <a:pt x="42" y="49"/>
                  <a:pt x="0" y="49"/>
                  <a:pt x="0" y="22"/>
                </a:cubicBezTo>
                <a:cubicBezTo>
                  <a:pt x="0" y="-7"/>
                  <a:pt x="42" y="-7"/>
                  <a:pt x="42" y="22"/>
                </a:cubicBezTo>
              </a:path>
            </a:pathLst>
          </a:custGeom>
          <a:ln cap="rnd" w="0">
            <a:solidFill>
              <a:srgbClr val="2A9D8F">
                <a:alpha val="50000"/>
              </a:srgbClr>
            </a:solidFill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2" name=""/>
          <p:cNvSpPr/>
          <p:nvPr/>
        </p:nvSpPr>
        <p:spPr>
          <a:xfrm>
            <a:off x="2069640" y="1378800"/>
            <a:ext cx="15480" cy="15480"/>
          </a:xfrm>
          <a:custGeom>
            <a:avLst/>
            <a:gdLst/>
            <a:ahLst/>
            <a:rect l="0" t="0" r="r" b="b"/>
            <a:pathLst>
              <a:path w="43" h="43">
                <a:moveTo>
                  <a:pt x="0" y="21"/>
                </a:moveTo>
                <a:cubicBezTo>
                  <a:pt x="0" y="-7"/>
                  <a:pt x="43" y="-7"/>
                  <a:pt x="43" y="21"/>
                </a:cubicBezTo>
                <a:cubicBezTo>
                  <a:pt x="43" y="50"/>
                  <a:pt x="0" y="50"/>
                  <a:pt x="0" y="21"/>
                </a:cubicBezTo>
                <a:close/>
              </a:path>
            </a:pathLst>
          </a:custGeom>
          <a:solidFill>
            <a:srgbClr val="2A9D8F">
              <a:alpha val="50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23" name=""/>
          <p:cNvSpPr/>
          <p:nvPr/>
        </p:nvSpPr>
        <p:spPr>
          <a:xfrm>
            <a:off x="2069640" y="1378800"/>
            <a:ext cx="15480" cy="15480"/>
          </a:xfrm>
          <a:custGeom>
            <a:avLst/>
            <a:gdLst/>
            <a:ahLst/>
            <a:rect l="0" t="0" r="r" b="b"/>
            <a:pathLst>
              <a:path fill="none" w="43" h="43">
                <a:moveTo>
                  <a:pt x="43" y="21"/>
                </a:moveTo>
                <a:cubicBezTo>
                  <a:pt x="43" y="50"/>
                  <a:pt x="0" y="50"/>
                  <a:pt x="0" y="21"/>
                </a:cubicBezTo>
                <a:cubicBezTo>
                  <a:pt x="0" y="-7"/>
                  <a:pt x="43" y="-7"/>
                  <a:pt x="43" y="21"/>
                </a:cubicBezTo>
              </a:path>
            </a:pathLst>
          </a:custGeom>
          <a:ln cap="rnd" w="0">
            <a:solidFill>
              <a:srgbClr val="2A9D8F">
                <a:alpha val="50000"/>
              </a:srgbClr>
            </a:solidFill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4" name=""/>
          <p:cNvSpPr/>
          <p:nvPr/>
        </p:nvSpPr>
        <p:spPr>
          <a:xfrm>
            <a:off x="2051280" y="1381680"/>
            <a:ext cx="15480" cy="15840"/>
          </a:xfrm>
          <a:custGeom>
            <a:avLst/>
            <a:gdLst/>
            <a:ahLst/>
            <a:rect l="0" t="0" r="r" b="b"/>
            <a:pathLst>
              <a:path w="43" h="44">
                <a:moveTo>
                  <a:pt x="0" y="22"/>
                </a:moveTo>
                <a:cubicBezTo>
                  <a:pt x="0" y="-7"/>
                  <a:pt x="43" y="-7"/>
                  <a:pt x="43" y="22"/>
                </a:cubicBezTo>
                <a:cubicBezTo>
                  <a:pt x="43" y="51"/>
                  <a:pt x="0" y="51"/>
                  <a:pt x="0" y="22"/>
                </a:cubicBezTo>
                <a:close/>
              </a:path>
            </a:pathLst>
          </a:custGeom>
          <a:solidFill>
            <a:srgbClr val="2A9D8F">
              <a:alpha val="50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25" name=""/>
          <p:cNvSpPr/>
          <p:nvPr/>
        </p:nvSpPr>
        <p:spPr>
          <a:xfrm>
            <a:off x="2051280" y="1381680"/>
            <a:ext cx="15480" cy="15840"/>
          </a:xfrm>
          <a:custGeom>
            <a:avLst/>
            <a:gdLst/>
            <a:ahLst/>
            <a:rect l="0" t="0" r="r" b="b"/>
            <a:pathLst>
              <a:path fill="none" w="43" h="44">
                <a:moveTo>
                  <a:pt x="43" y="22"/>
                </a:moveTo>
                <a:cubicBezTo>
                  <a:pt x="43" y="51"/>
                  <a:pt x="0" y="51"/>
                  <a:pt x="0" y="22"/>
                </a:cubicBezTo>
                <a:cubicBezTo>
                  <a:pt x="0" y="-7"/>
                  <a:pt x="43" y="-7"/>
                  <a:pt x="43" y="22"/>
                </a:cubicBezTo>
              </a:path>
            </a:pathLst>
          </a:custGeom>
          <a:ln cap="rnd" w="0">
            <a:solidFill>
              <a:srgbClr val="2A9D8F">
                <a:alpha val="50000"/>
              </a:srgbClr>
            </a:solidFill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6" name=""/>
          <p:cNvSpPr/>
          <p:nvPr/>
        </p:nvSpPr>
        <p:spPr>
          <a:xfrm>
            <a:off x="2037240" y="1626840"/>
            <a:ext cx="15120" cy="15120"/>
          </a:xfrm>
          <a:custGeom>
            <a:avLst/>
            <a:gdLst/>
            <a:ahLst/>
            <a:rect l="0" t="0" r="r" b="b"/>
            <a:pathLst>
              <a:path w="42" h="42">
                <a:moveTo>
                  <a:pt x="0" y="21"/>
                </a:moveTo>
                <a:cubicBezTo>
                  <a:pt x="0" y="-7"/>
                  <a:pt x="42" y="-7"/>
                  <a:pt x="42" y="21"/>
                </a:cubicBezTo>
                <a:cubicBezTo>
                  <a:pt x="42" y="49"/>
                  <a:pt x="0" y="49"/>
                  <a:pt x="0" y="21"/>
                </a:cubicBezTo>
                <a:close/>
              </a:path>
            </a:pathLst>
          </a:custGeom>
          <a:solidFill>
            <a:srgbClr val="2A9D8F">
              <a:alpha val="50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27" name=""/>
          <p:cNvSpPr/>
          <p:nvPr/>
        </p:nvSpPr>
        <p:spPr>
          <a:xfrm>
            <a:off x="2037240" y="1626840"/>
            <a:ext cx="15120" cy="15120"/>
          </a:xfrm>
          <a:custGeom>
            <a:avLst/>
            <a:gdLst/>
            <a:ahLst/>
            <a:rect l="0" t="0" r="r" b="b"/>
            <a:pathLst>
              <a:path fill="none" w="42" h="42">
                <a:moveTo>
                  <a:pt x="42" y="21"/>
                </a:moveTo>
                <a:cubicBezTo>
                  <a:pt x="42" y="49"/>
                  <a:pt x="0" y="49"/>
                  <a:pt x="0" y="21"/>
                </a:cubicBezTo>
                <a:cubicBezTo>
                  <a:pt x="0" y="-7"/>
                  <a:pt x="42" y="-7"/>
                  <a:pt x="42" y="21"/>
                </a:cubicBezTo>
              </a:path>
            </a:pathLst>
          </a:custGeom>
          <a:ln cap="rnd" w="0">
            <a:solidFill>
              <a:srgbClr val="2A9D8F">
                <a:alpha val="50000"/>
              </a:srgbClr>
            </a:solidFill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8" name=""/>
          <p:cNvSpPr/>
          <p:nvPr/>
        </p:nvSpPr>
        <p:spPr>
          <a:xfrm>
            <a:off x="2057400" y="1366200"/>
            <a:ext cx="15120" cy="15480"/>
          </a:xfrm>
          <a:custGeom>
            <a:avLst/>
            <a:gdLst/>
            <a:ahLst/>
            <a:rect l="0" t="0" r="r" b="b"/>
            <a:pathLst>
              <a:path w="42" h="43">
                <a:moveTo>
                  <a:pt x="0" y="21"/>
                </a:moveTo>
                <a:cubicBezTo>
                  <a:pt x="0" y="-7"/>
                  <a:pt x="42" y="-7"/>
                  <a:pt x="42" y="21"/>
                </a:cubicBezTo>
                <a:cubicBezTo>
                  <a:pt x="42" y="50"/>
                  <a:pt x="0" y="50"/>
                  <a:pt x="0" y="21"/>
                </a:cubicBezTo>
                <a:close/>
              </a:path>
            </a:pathLst>
          </a:custGeom>
          <a:solidFill>
            <a:srgbClr val="2A9D8F">
              <a:alpha val="50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29" name=""/>
          <p:cNvSpPr/>
          <p:nvPr/>
        </p:nvSpPr>
        <p:spPr>
          <a:xfrm>
            <a:off x="2057400" y="1366200"/>
            <a:ext cx="15120" cy="15480"/>
          </a:xfrm>
          <a:custGeom>
            <a:avLst/>
            <a:gdLst/>
            <a:ahLst/>
            <a:rect l="0" t="0" r="r" b="b"/>
            <a:pathLst>
              <a:path fill="none" w="42" h="43">
                <a:moveTo>
                  <a:pt x="42" y="21"/>
                </a:moveTo>
                <a:cubicBezTo>
                  <a:pt x="42" y="50"/>
                  <a:pt x="0" y="50"/>
                  <a:pt x="0" y="21"/>
                </a:cubicBezTo>
                <a:cubicBezTo>
                  <a:pt x="0" y="-7"/>
                  <a:pt x="42" y="-7"/>
                  <a:pt x="42" y="21"/>
                </a:cubicBezTo>
              </a:path>
            </a:pathLst>
          </a:custGeom>
          <a:ln cap="rnd" w="0">
            <a:solidFill>
              <a:srgbClr val="2A9D8F">
                <a:alpha val="50000"/>
              </a:srgbClr>
            </a:solidFill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0" name=""/>
          <p:cNvSpPr/>
          <p:nvPr/>
        </p:nvSpPr>
        <p:spPr>
          <a:xfrm>
            <a:off x="544680" y="1751760"/>
            <a:ext cx="15120" cy="15120"/>
          </a:xfrm>
          <a:custGeom>
            <a:avLst/>
            <a:gdLst/>
            <a:ahLst/>
            <a:rect l="0" t="0" r="r" b="b"/>
            <a:pathLst>
              <a:path w="42" h="42">
                <a:moveTo>
                  <a:pt x="0" y="21"/>
                </a:moveTo>
                <a:cubicBezTo>
                  <a:pt x="0" y="-7"/>
                  <a:pt x="42" y="-7"/>
                  <a:pt x="42" y="21"/>
                </a:cubicBezTo>
                <a:cubicBezTo>
                  <a:pt x="42" y="49"/>
                  <a:pt x="0" y="49"/>
                  <a:pt x="0" y="21"/>
                </a:cubicBezTo>
                <a:close/>
              </a:path>
            </a:pathLst>
          </a:custGeom>
          <a:solidFill>
            <a:srgbClr val="2A9D8F">
              <a:alpha val="50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31" name=""/>
          <p:cNvSpPr/>
          <p:nvPr/>
        </p:nvSpPr>
        <p:spPr>
          <a:xfrm>
            <a:off x="544680" y="1751760"/>
            <a:ext cx="15120" cy="15120"/>
          </a:xfrm>
          <a:custGeom>
            <a:avLst/>
            <a:gdLst/>
            <a:ahLst/>
            <a:rect l="0" t="0" r="r" b="b"/>
            <a:pathLst>
              <a:path fill="none" w="42" h="42">
                <a:moveTo>
                  <a:pt x="42" y="21"/>
                </a:moveTo>
                <a:cubicBezTo>
                  <a:pt x="42" y="49"/>
                  <a:pt x="0" y="49"/>
                  <a:pt x="0" y="21"/>
                </a:cubicBezTo>
                <a:cubicBezTo>
                  <a:pt x="0" y="-7"/>
                  <a:pt x="42" y="-7"/>
                  <a:pt x="42" y="21"/>
                </a:cubicBezTo>
              </a:path>
            </a:pathLst>
          </a:custGeom>
          <a:ln cap="rnd" w="0">
            <a:solidFill>
              <a:srgbClr val="2A9D8F">
                <a:alpha val="50000"/>
              </a:srgbClr>
            </a:solidFill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2" name=""/>
          <p:cNvSpPr/>
          <p:nvPr/>
        </p:nvSpPr>
        <p:spPr>
          <a:xfrm>
            <a:off x="600120" y="1683360"/>
            <a:ext cx="15480" cy="15120"/>
          </a:xfrm>
          <a:custGeom>
            <a:avLst/>
            <a:gdLst/>
            <a:ahLst/>
            <a:rect l="0" t="0" r="r" b="b"/>
            <a:pathLst>
              <a:path w="43" h="42">
                <a:moveTo>
                  <a:pt x="0" y="21"/>
                </a:moveTo>
                <a:cubicBezTo>
                  <a:pt x="0" y="-7"/>
                  <a:pt x="43" y="-7"/>
                  <a:pt x="43" y="21"/>
                </a:cubicBezTo>
                <a:cubicBezTo>
                  <a:pt x="43" y="49"/>
                  <a:pt x="0" y="49"/>
                  <a:pt x="0" y="21"/>
                </a:cubicBezTo>
                <a:close/>
              </a:path>
            </a:pathLst>
          </a:custGeom>
          <a:solidFill>
            <a:srgbClr val="2A9D8F">
              <a:alpha val="50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33" name=""/>
          <p:cNvSpPr/>
          <p:nvPr/>
        </p:nvSpPr>
        <p:spPr>
          <a:xfrm>
            <a:off x="600120" y="1683360"/>
            <a:ext cx="15480" cy="15120"/>
          </a:xfrm>
          <a:custGeom>
            <a:avLst/>
            <a:gdLst/>
            <a:ahLst/>
            <a:rect l="0" t="0" r="r" b="b"/>
            <a:pathLst>
              <a:path fill="none" w="43" h="42">
                <a:moveTo>
                  <a:pt x="43" y="21"/>
                </a:moveTo>
                <a:cubicBezTo>
                  <a:pt x="43" y="49"/>
                  <a:pt x="0" y="49"/>
                  <a:pt x="0" y="21"/>
                </a:cubicBezTo>
                <a:cubicBezTo>
                  <a:pt x="0" y="-7"/>
                  <a:pt x="43" y="-7"/>
                  <a:pt x="43" y="21"/>
                </a:cubicBezTo>
              </a:path>
            </a:pathLst>
          </a:custGeom>
          <a:ln cap="rnd" w="0">
            <a:solidFill>
              <a:srgbClr val="2A9D8F">
                <a:alpha val="50000"/>
              </a:srgbClr>
            </a:solidFill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4" name=""/>
          <p:cNvSpPr/>
          <p:nvPr/>
        </p:nvSpPr>
        <p:spPr>
          <a:xfrm>
            <a:off x="1558800" y="1601280"/>
            <a:ext cx="15480" cy="15480"/>
          </a:xfrm>
          <a:custGeom>
            <a:avLst/>
            <a:gdLst/>
            <a:ahLst/>
            <a:rect l="0" t="0" r="r" b="b"/>
            <a:pathLst>
              <a:path w="43" h="43">
                <a:moveTo>
                  <a:pt x="0" y="22"/>
                </a:moveTo>
                <a:cubicBezTo>
                  <a:pt x="0" y="-7"/>
                  <a:pt x="43" y="-7"/>
                  <a:pt x="43" y="22"/>
                </a:cubicBezTo>
                <a:cubicBezTo>
                  <a:pt x="43" y="50"/>
                  <a:pt x="0" y="50"/>
                  <a:pt x="0" y="22"/>
                </a:cubicBezTo>
                <a:close/>
              </a:path>
            </a:pathLst>
          </a:custGeom>
          <a:solidFill>
            <a:srgbClr val="2A9D8F">
              <a:alpha val="50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35" name=""/>
          <p:cNvSpPr/>
          <p:nvPr/>
        </p:nvSpPr>
        <p:spPr>
          <a:xfrm>
            <a:off x="1558800" y="1601280"/>
            <a:ext cx="15480" cy="15480"/>
          </a:xfrm>
          <a:custGeom>
            <a:avLst/>
            <a:gdLst/>
            <a:ahLst/>
            <a:rect l="0" t="0" r="r" b="b"/>
            <a:pathLst>
              <a:path fill="none" w="43" h="43">
                <a:moveTo>
                  <a:pt x="43" y="22"/>
                </a:moveTo>
                <a:cubicBezTo>
                  <a:pt x="43" y="50"/>
                  <a:pt x="0" y="50"/>
                  <a:pt x="0" y="22"/>
                </a:cubicBezTo>
                <a:cubicBezTo>
                  <a:pt x="0" y="-7"/>
                  <a:pt x="43" y="-7"/>
                  <a:pt x="43" y="22"/>
                </a:cubicBezTo>
              </a:path>
            </a:pathLst>
          </a:custGeom>
          <a:ln cap="rnd" w="0">
            <a:solidFill>
              <a:srgbClr val="2A9D8F">
                <a:alpha val="50000"/>
              </a:srgbClr>
            </a:solidFill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6" name=""/>
          <p:cNvSpPr/>
          <p:nvPr/>
        </p:nvSpPr>
        <p:spPr>
          <a:xfrm>
            <a:off x="540000" y="1406880"/>
            <a:ext cx="15480" cy="15120"/>
          </a:xfrm>
          <a:custGeom>
            <a:avLst/>
            <a:gdLst/>
            <a:ahLst/>
            <a:rect l="0" t="0" r="r" b="b"/>
            <a:pathLst>
              <a:path w="43" h="42">
                <a:moveTo>
                  <a:pt x="0" y="21"/>
                </a:moveTo>
                <a:cubicBezTo>
                  <a:pt x="0" y="-7"/>
                  <a:pt x="43" y="-7"/>
                  <a:pt x="43" y="21"/>
                </a:cubicBezTo>
                <a:cubicBezTo>
                  <a:pt x="43" y="49"/>
                  <a:pt x="0" y="49"/>
                  <a:pt x="0" y="21"/>
                </a:cubicBezTo>
                <a:close/>
              </a:path>
            </a:pathLst>
          </a:custGeom>
          <a:solidFill>
            <a:srgbClr val="2A9D8F">
              <a:alpha val="50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37" name=""/>
          <p:cNvSpPr/>
          <p:nvPr/>
        </p:nvSpPr>
        <p:spPr>
          <a:xfrm>
            <a:off x="540000" y="1406880"/>
            <a:ext cx="15480" cy="15120"/>
          </a:xfrm>
          <a:custGeom>
            <a:avLst/>
            <a:gdLst/>
            <a:ahLst/>
            <a:rect l="0" t="0" r="r" b="b"/>
            <a:pathLst>
              <a:path fill="none" w="43" h="42">
                <a:moveTo>
                  <a:pt x="43" y="21"/>
                </a:moveTo>
                <a:cubicBezTo>
                  <a:pt x="43" y="49"/>
                  <a:pt x="0" y="49"/>
                  <a:pt x="0" y="21"/>
                </a:cubicBezTo>
                <a:cubicBezTo>
                  <a:pt x="0" y="-7"/>
                  <a:pt x="43" y="-7"/>
                  <a:pt x="43" y="21"/>
                </a:cubicBezTo>
              </a:path>
            </a:pathLst>
          </a:custGeom>
          <a:ln cap="rnd" w="0">
            <a:solidFill>
              <a:srgbClr val="2A9D8F">
                <a:alpha val="50000"/>
              </a:srgbClr>
            </a:solidFill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8" name=""/>
          <p:cNvSpPr/>
          <p:nvPr/>
        </p:nvSpPr>
        <p:spPr>
          <a:xfrm>
            <a:off x="1099080" y="1599840"/>
            <a:ext cx="15480" cy="15480"/>
          </a:xfrm>
          <a:custGeom>
            <a:avLst/>
            <a:gdLst/>
            <a:ahLst/>
            <a:rect l="0" t="0" r="r" b="b"/>
            <a:pathLst>
              <a:path w="43" h="43">
                <a:moveTo>
                  <a:pt x="0" y="22"/>
                </a:moveTo>
                <a:cubicBezTo>
                  <a:pt x="0" y="-7"/>
                  <a:pt x="43" y="-7"/>
                  <a:pt x="43" y="22"/>
                </a:cubicBezTo>
                <a:cubicBezTo>
                  <a:pt x="43" y="50"/>
                  <a:pt x="0" y="50"/>
                  <a:pt x="0" y="22"/>
                </a:cubicBezTo>
                <a:close/>
              </a:path>
            </a:pathLst>
          </a:custGeom>
          <a:solidFill>
            <a:srgbClr val="2A9D8F">
              <a:alpha val="50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39" name=""/>
          <p:cNvSpPr/>
          <p:nvPr/>
        </p:nvSpPr>
        <p:spPr>
          <a:xfrm>
            <a:off x="1099080" y="1599840"/>
            <a:ext cx="15480" cy="15480"/>
          </a:xfrm>
          <a:custGeom>
            <a:avLst/>
            <a:gdLst/>
            <a:ahLst/>
            <a:rect l="0" t="0" r="r" b="b"/>
            <a:pathLst>
              <a:path fill="none" w="43" h="43">
                <a:moveTo>
                  <a:pt x="43" y="22"/>
                </a:moveTo>
                <a:cubicBezTo>
                  <a:pt x="43" y="50"/>
                  <a:pt x="0" y="50"/>
                  <a:pt x="0" y="22"/>
                </a:cubicBezTo>
                <a:cubicBezTo>
                  <a:pt x="0" y="-7"/>
                  <a:pt x="43" y="-7"/>
                  <a:pt x="43" y="22"/>
                </a:cubicBezTo>
              </a:path>
            </a:pathLst>
          </a:custGeom>
          <a:ln cap="rnd" w="0">
            <a:solidFill>
              <a:srgbClr val="2A9D8F">
                <a:alpha val="50000"/>
              </a:srgbClr>
            </a:solidFill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0" name=""/>
          <p:cNvSpPr/>
          <p:nvPr/>
        </p:nvSpPr>
        <p:spPr>
          <a:xfrm>
            <a:off x="640080" y="1675800"/>
            <a:ext cx="15480" cy="15480"/>
          </a:xfrm>
          <a:custGeom>
            <a:avLst/>
            <a:gdLst/>
            <a:ahLst/>
            <a:rect l="0" t="0" r="r" b="b"/>
            <a:pathLst>
              <a:path w="43" h="43">
                <a:moveTo>
                  <a:pt x="0" y="21"/>
                </a:moveTo>
                <a:cubicBezTo>
                  <a:pt x="0" y="-7"/>
                  <a:pt x="43" y="-7"/>
                  <a:pt x="43" y="21"/>
                </a:cubicBezTo>
                <a:cubicBezTo>
                  <a:pt x="43" y="50"/>
                  <a:pt x="0" y="50"/>
                  <a:pt x="0" y="21"/>
                </a:cubicBezTo>
                <a:close/>
              </a:path>
            </a:pathLst>
          </a:custGeom>
          <a:solidFill>
            <a:srgbClr val="2A9D8F">
              <a:alpha val="50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41" name=""/>
          <p:cNvSpPr/>
          <p:nvPr/>
        </p:nvSpPr>
        <p:spPr>
          <a:xfrm>
            <a:off x="640080" y="1675800"/>
            <a:ext cx="15480" cy="15480"/>
          </a:xfrm>
          <a:custGeom>
            <a:avLst/>
            <a:gdLst/>
            <a:ahLst/>
            <a:rect l="0" t="0" r="r" b="b"/>
            <a:pathLst>
              <a:path fill="none" w="43" h="43">
                <a:moveTo>
                  <a:pt x="43" y="21"/>
                </a:moveTo>
                <a:cubicBezTo>
                  <a:pt x="43" y="50"/>
                  <a:pt x="0" y="50"/>
                  <a:pt x="0" y="21"/>
                </a:cubicBezTo>
                <a:cubicBezTo>
                  <a:pt x="0" y="-7"/>
                  <a:pt x="43" y="-7"/>
                  <a:pt x="43" y="21"/>
                </a:cubicBezTo>
              </a:path>
            </a:pathLst>
          </a:custGeom>
          <a:ln cap="rnd" w="0">
            <a:solidFill>
              <a:srgbClr val="2A9D8F">
                <a:alpha val="50000"/>
              </a:srgbClr>
            </a:solidFill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2" name=""/>
          <p:cNvSpPr/>
          <p:nvPr/>
        </p:nvSpPr>
        <p:spPr>
          <a:xfrm>
            <a:off x="586440" y="1575000"/>
            <a:ext cx="15120" cy="15120"/>
          </a:xfrm>
          <a:custGeom>
            <a:avLst/>
            <a:gdLst/>
            <a:ahLst/>
            <a:rect l="0" t="0" r="r" b="b"/>
            <a:pathLst>
              <a:path w="42" h="42">
                <a:moveTo>
                  <a:pt x="0" y="20"/>
                </a:moveTo>
                <a:cubicBezTo>
                  <a:pt x="0" y="-7"/>
                  <a:pt x="42" y="-7"/>
                  <a:pt x="42" y="20"/>
                </a:cubicBezTo>
                <a:cubicBezTo>
                  <a:pt x="42" y="49"/>
                  <a:pt x="0" y="49"/>
                  <a:pt x="0" y="20"/>
                </a:cubicBezTo>
                <a:close/>
              </a:path>
            </a:pathLst>
          </a:custGeom>
          <a:solidFill>
            <a:srgbClr val="2A9D8F">
              <a:alpha val="50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43" name=""/>
          <p:cNvSpPr/>
          <p:nvPr/>
        </p:nvSpPr>
        <p:spPr>
          <a:xfrm>
            <a:off x="586440" y="1575000"/>
            <a:ext cx="15120" cy="15120"/>
          </a:xfrm>
          <a:custGeom>
            <a:avLst/>
            <a:gdLst/>
            <a:ahLst/>
            <a:rect l="0" t="0" r="r" b="b"/>
            <a:pathLst>
              <a:path fill="none" w="42" h="42">
                <a:moveTo>
                  <a:pt x="42" y="20"/>
                </a:moveTo>
                <a:cubicBezTo>
                  <a:pt x="42" y="49"/>
                  <a:pt x="0" y="49"/>
                  <a:pt x="0" y="20"/>
                </a:cubicBezTo>
                <a:cubicBezTo>
                  <a:pt x="0" y="-7"/>
                  <a:pt x="42" y="-7"/>
                  <a:pt x="42" y="20"/>
                </a:cubicBezTo>
              </a:path>
            </a:pathLst>
          </a:custGeom>
          <a:ln cap="rnd" w="0">
            <a:solidFill>
              <a:srgbClr val="2A9D8F">
                <a:alpha val="50000"/>
              </a:srgbClr>
            </a:solidFill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4" name=""/>
          <p:cNvSpPr/>
          <p:nvPr/>
        </p:nvSpPr>
        <p:spPr>
          <a:xfrm>
            <a:off x="573480" y="1722960"/>
            <a:ext cx="15120" cy="15480"/>
          </a:xfrm>
          <a:custGeom>
            <a:avLst/>
            <a:gdLst/>
            <a:ahLst/>
            <a:rect l="0" t="0" r="r" b="b"/>
            <a:pathLst>
              <a:path w="42" h="43">
                <a:moveTo>
                  <a:pt x="0" y="21"/>
                </a:moveTo>
                <a:cubicBezTo>
                  <a:pt x="0" y="-7"/>
                  <a:pt x="42" y="-7"/>
                  <a:pt x="42" y="21"/>
                </a:cubicBezTo>
                <a:cubicBezTo>
                  <a:pt x="42" y="50"/>
                  <a:pt x="0" y="50"/>
                  <a:pt x="0" y="21"/>
                </a:cubicBezTo>
                <a:close/>
              </a:path>
            </a:pathLst>
          </a:custGeom>
          <a:solidFill>
            <a:srgbClr val="2A9D8F">
              <a:alpha val="50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45" name=""/>
          <p:cNvSpPr/>
          <p:nvPr/>
        </p:nvSpPr>
        <p:spPr>
          <a:xfrm>
            <a:off x="573480" y="1722960"/>
            <a:ext cx="15120" cy="15480"/>
          </a:xfrm>
          <a:custGeom>
            <a:avLst/>
            <a:gdLst/>
            <a:ahLst/>
            <a:rect l="0" t="0" r="r" b="b"/>
            <a:pathLst>
              <a:path fill="none" w="42" h="43">
                <a:moveTo>
                  <a:pt x="42" y="21"/>
                </a:moveTo>
                <a:cubicBezTo>
                  <a:pt x="42" y="50"/>
                  <a:pt x="0" y="50"/>
                  <a:pt x="0" y="21"/>
                </a:cubicBezTo>
                <a:cubicBezTo>
                  <a:pt x="0" y="-7"/>
                  <a:pt x="42" y="-7"/>
                  <a:pt x="42" y="21"/>
                </a:cubicBezTo>
              </a:path>
            </a:pathLst>
          </a:custGeom>
          <a:ln cap="rnd" w="0">
            <a:solidFill>
              <a:srgbClr val="2A9D8F">
                <a:alpha val="50000"/>
              </a:srgbClr>
            </a:solidFill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6" name=""/>
          <p:cNvSpPr/>
          <p:nvPr/>
        </p:nvSpPr>
        <p:spPr>
          <a:xfrm>
            <a:off x="614880" y="1394640"/>
            <a:ext cx="15480" cy="15480"/>
          </a:xfrm>
          <a:custGeom>
            <a:avLst/>
            <a:gdLst/>
            <a:ahLst/>
            <a:rect l="0" t="0" r="r" b="b"/>
            <a:pathLst>
              <a:path w="43" h="43">
                <a:moveTo>
                  <a:pt x="0" y="22"/>
                </a:moveTo>
                <a:cubicBezTo>
                  <a:pt x="0" y="-7"/>
                  <a:pt x="43" y="-7"/>
                  <a:pt x="43" y="22"/>
                </a:cubicBezTo>
                <a:cubicBezTo>
                  <a:pt x="43" y="50"/>
                  <a:pt x="0" y="50"/>
                  <a:pt x="0" y="22"/>
                </a:cubicBezTo>
                <a:close/>
              </a:path>
            </a:pathLst>
          </a:custGeom>
          <a:solidFill>
            <a:srgbClr val="2A9D8F">
              <a:alpha val="50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47" name=""/>
          <p:cNvSpPr/>
          <p:nvPr/>
        </p:nvSpPr>
        <p:spPr>
          <a:xfrm>
            <a:off x="614880" y="1394640"/>
            <a:ext cx="15480" cy="15480"/>
          </a:xfrm>
          <a:custGeom>
            <a:avLst/>
            <a:gdLst/>
            <a:ahLst/>
            <a:rect l="0" t="0" r="r" b="b"/>
            <a:pathLst>
              <a:path fill="none" w="43" h="43">
                <a:moveTo>
                  <a:pt x="43" y="22"/>
                </a:moveTo>
                <a:cubicBezTo>
                  <a:pt x="43" y="50"/>
                  <a:pt x="0" y="50"/>
                  <a:pt x="0" y="22"/>
                </a:cubicBezTo>
                <a:cubicBezTo>
                  <a:pt x="0" y="-7"/>
                  <a:pt x="43" y="-7"/>
                  <a:pt x="43" y="22"/>
                </a:cubicBezTo>
              </a:path>
            </a:pathLst>
          </a:custGeom>
          <a:ln cap="rnd" w="0">
            <a:solidFill>
              <a:srgbClr val="2A9D8F">
                <a:alpha val="50000"/>
              </a:srgbClr>
            </a:solidFill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8" name=""/>
          <p:cNvSpPr/>
          <p:nvPr/>
        </p:nvSpPr>
        <p:spPr>
          <a:xfrm>
            <a:off x="1118520" y="1753200"/>
            <a:ext cx="15120" cy="15120"/>
          </a:xfrm>
          <a:custGeom>
            <a:avLst/>
            <a:gdLst/>
            <a:ahLst/>
            <a:rect l="0" t="0" r="r" b="b"/>
            <a:pathLst>
              <a:path w="42" h="42">
                <a:moveTo>
                  <a:pt x="0" y="21"/>
                </a:moveTo>
                <a:cubicBezTo>
                  <a:pt x="0" y="-7"/>
                  <a:pt x="42" y="-7"/>
                  <a:pt x="42" y="21"/>
                </a:cubicBezTo>
                <a:cubicBezTo>
                  <a:pt x="42" y="49"/>
                  <a:pt x="0" y="49"/>
                  <a:pt x="0" y="21"/>
                </a:cubicBezTo>
                <a:close/>
              </a:path>
            </a:pathLst>
          </a:custGeom>
          <a:solidFill>
            <a:srgbClr val="2A9D8F">
              <a:alpha val="50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49" name=""/>
          <p:cNvSpPr/>
          <p:nvPr/>
        </p:nvSpPr>
        <p:spPr>
          <a:xfrm>
            <a:off x="1118520" y="1753200"/>
            <a:ext cx="15120" cy="15120"/>
          </a:xfrm>
          <a:custGeom>
            <a:avLst/>
            <a:gdLst/>
            <a:ahLst/>
            <a:rect l="0" t="0" r="r" b="b"/>
            <a:pathLst>
              <a:path fill="none" w="42" h="42">
                <a:moveTo>
                  <a:pt x="42" y="21"/>
                </a:moveTo>
                <a:cubicBezTo>
                  <a:pt x="42" y="49"/>
                  <a:pt x="0" y="49"/>
                  <a:pt x="0" y="21"/>
                </a:cubicBezTo>
                <a:cubicBezTo>
                  <a:pt x="0" y="-7"/>
                  <a:pt x="42" y="-7"/>
                  <a:pt x="42" y="21"/>
                </a:cubicBezTo>
              </a:path>
            </a:pathLst>
          </a:custGeom>
          <a:ln cap="rnd" w="0">
            <a:solidFill>
              <a:srgbClr val="2A9D8F">
                <a:alpha val="50000"/>
              </a:srgbClr>
            </a:solidFill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0" name=""/>
          <p:cNvSpPr/>
          <p:nvPr/>
        </p:nvSpPr>
        <p:spPr>
          <a:xfrm>
            <a:off x="567720" y="1761840"/>
            <a:ext cx="15120" cy="15480"/>
          </a:xfrm>
          <a:custGeom>
            <a:avLst/>
            <a:gdLst/>
            <a:ahLst/>
            <a:rect l="0" t="0" r="r" b="b"/>
            <a:pathLst>
              <a:path w="42" h="43">
                <a:moveTo>
                  <a:pt x="0" y="22"/>
                </a:moveTo>
                <a:cubicBezTo>
                  <a:pt x="0" y="-7"/>
                  <a:pt x="42" y="-7"/>
                  <a:pt x="42" y="22"/>
                </a:cubicBezTo>
                <a:cubicBezTo>
                  <a:pt x="42" y="50"/>
                  <a:pt x="0" y="50"/>
                  <a:pt x="0" y="22"/>
                </a:cubicBezTo>
                <a:close/>
              </a:path>
            </a:pathLst>
          </a:custGeom>
          <a:solidFill>
            <a:srgbClr val="2A9D8F">
              <a:alpha val="50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51" name=""/>
          <p:cNvSpPr/>
          <p:nvPr/>
        </p:nvSpPr>
        <p:spPr>
          <a:xfrm>
            <a:off x="567720" y="1761840"/>
            <a:ext cx="15120" cy="15480"/>
          </a:xfrm>
          <a:custGeom>
            <a:avLst/>
            <a:gdLst/>
            <a:ahLst/>
            <a:rect l="0" t="0" r="r" b="b"/>
            <a:pathLst>
              <a:path fill="none" w="42" h="43">
                <a:moveTo>
                  <a:pt x="42" y="22"/>
                </a:moveTo>
                <a:cubicBezTo>
                  <a:pt x="42" y="50"/>
                  <a:pt x="0" y="50"/>
                  <a:pt x="0" y="22"/>
                </a:cubicBezTo>
                <a:cubicBezTo>
                  <a:pt x="0" y="-7"/>
                  <a:pt x="42" y="-7"/>
                  <a:pt x="42" y="22"/>
                </a:cubicBezTo>
              </a:path>
            </a:pathLst>
          </a:custGeom>
          <a:ln cap="rnd" w="0">
            <a:solidFill>
              <a:srgbClr val="2A9D8F">
                <a:alpha val="50000"/>
              </a:srgbClr>
            </a:solidFill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2" name=""/>
          <p:cNvSpPr/>
          <p:nvPr/>
        </p:nvSpPr>
        <p:spPr>
          <a:xfrm>
            <a:off x="2095560" y="959400"/>
            <a:ext cx="15120" cy="15120"/>
          </a:xfrm>
          <a:custGeom>
            <a:avLst/>
            <a:gdLst/>
            <a:ahLst/>
            <a:rect l="0" t="0" r="r" b="b"/>
            <a:pathLst>
              <a:path w="42" h="42">
                <a:moveTo>
                  <a:pt x="0" y="22"/>
                </a:moveTo>
                <a:cubicBezTo>
                  <a:pt x="0" y="-7"/>
                  <a:pt x="42" y="-7"/>
                  <a:pt x="42" y="22"/>
                </a:cubicBezTo>
                <a:cubicBezTo>
                  <a:pt x="42" y="49"/>
                  <a:pt x="0" y="49"/>
                  <a:pt x="0" y="22"/>
                </a:cubicBezTo>
                <a:close/>
              </a:path>
            </a:pathLst>
          </a:custGeom>
          <a:solidFill>
            <a:srgbClr val="2A9D8F">
              <a:alpha val="50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53" name=""/>
          <p:cNvSpPr/>
          <p:nvPr/>
        </p:nvSpPr>
        <p:spPr>
          <a:xfrm>
            <a:off x="2095560" y="959400"/>
            <a:ext cx="15120" cy="15120"/>
          </a:xfrm>
          <a:custGeom>
            <a:avLst/>
            <a:gdLst/>
            <a:ahLst/>
            <a:rect l="0" t="0" r="r" b="b"/>
            <a:pathLst>
              <a:path fill="none" w="42" h="42">
                <a:moveTo>
                  <a:pt x="42" y="22"/>
                </a:moveTo>
                <a:cubicBezTo>
                  <a:pt x="42" y="49"/>
                  <a:pt x="0" y="49"/>
                  <a:pt x="0" y="22"/>
                </a:cubicBezTo>
                <a:cubicBezTo>
                  <a:pt x="0" y="-7"/>
                  <a:pt x="42" y="-7"/>
                  <a:pt x="42" y="22"/>
                </a:cubicBezTo>
              </a:path>
            </a:pathLst>
          </a:custGeom>
          <a:ln cap="rnd" w="0">
            <a:solidFill>
              <a:srgbClr val="2A9D8F">
                <a:alpha val="50000"/>
              </a:srgbClr>
            </a:solidFill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4" name=""/>
          <p:cNvSpPr/>
          <p:nvPr/>
        </p:nvSpPr>
        <p:spPr>
          <a:xfrm>
            <a:off x="2114280" y="1491840"/>
            <a:ext cx="15120" cy="15120"/>
          </a:xfrm>
          <a:custGeom>
            <a:avLst/>
            <a:gdLst/>
            <a:ahLst/>
            <a:rect l="0" t="0" r="r" b="b"/>
            <a:pathLst>
              <a:path w="42" h="42">
                <a:moveTo>
                  <a:pt x="0" y="22"/>
                </a:moveTo>
                <a:cubicBezTo>
                  <a:pt x="0" y="-7"/>
                  <a:pt x="42" y="-7"/>
                  <a:pt x="42" y="22"/>
                </a:cubicBezTo>
                <a:cubicBezTo>
                  <a:pt x="42" y="49"/>
                  <a:pt x="0" y="49"/>
                  <a:pt x="0" y="22"/>
                </a:cubicBezTo>
                <a:close/>
              </a:path>
            </a:pathLst>
          </a:custGeom>
          <a:solidFill>
            <a:srgbClr val="2A9D8F">
              <a:alpha val="50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55" name=""/>
          <p:cNvSpPr/>
          <p:nvPr/>
        </p:nvSpPr>
        <p:spPr>
          <a:xfrm>
            <a:off x="2114280" y="1491840"/>
            <a:ext cx="15120" cy="15120"/>
          </a:xfrm>
          <a:custGeom>
            <a:avLst/>
            <a:gdLst/>
            <a:ahLst/>
            <a:rect l="0" t="0" r="r" b="b"/>
            <a:pathLst>
              <a:path fill="none" w="42" h="42">
                <a:moveTo>
                  <a:pt x="42" y="22"/>
                </a:moveTo>
                <a:cubicBezTo>
                  <a:pt x="42" y="49"/>
                  <a:pt x="0" y="49"/>
                  <a:pt x="0" y="22"/>
                </a:cubicBezTo>
                <a:cubicBezTo>
                  <a:pt x="0" y="-7"/>
                  <a:pt x="42" y="-7"/>
                  <a:pt x="42" y="22"/>
                </a:cubicBezTo>
              </a:path>
            </a:pathLst>
          </a:custGeom>
          <a:ln cap="rnd" w="0">
            <a:solidFill>
              <a:srgbClr val="2A9D8F">
                <a:alpha val="50000"/>
              </a:srgbClr>
            </a:solidFill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6" name=""/>
          <p:cNvSpPr/>
          <p:nvPr/>
        </p:nvSpPr>
        <p:spPr>
          <a:xfrm>
            <a:off x="2125080" y="1838880"/>
            <a:ext cx="15480" cy="15480"/>
          </a:xfrm>
          <a:custGeom>
            <a:avLst/>
            <a:gdLst/>
            <a:ahLst/>
            <a:rect l="0" t="0" r="r" b="b"/>
            <a:pathLst>
              <a:path w="43" h="43">
                <a:moveTo>
                  <a:pt x="0" y="22"/>
                </a:moveTo>
                <a:cubicBezTo>
                  <a:pt x="0" y="-7"/>
                  <a:pt x="43" y="-7"/>
                  <a:pt x="43" y="22"/>
                </a:cubicBezTo>
                <a:cubicBezTo>
                  <a:pt x="43" y="50"/>
                  <a:pt x="0" y="50"/>
                  <a:pt x="0" y="22"/>
                </a:cubicBezTo>
                <a:close/>
              </a:path>
            </a:pathLst>
          </a:custGeom>
          <a:solidFill>
            <a:srgbClr val="2A9D8F">
              <a:alpha val="50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57" name=""/>
          <p:cNvSpPr/>
          <p:nvPr/>
        </p:nvSpPr>
        <p:spPr>
          <a:xfrm>
            <a:off x="2125080" y="1838880"/>
            <a:ext cx="15480" cy="15480"/>
          </a:xfrm>
          <a:custGeom>
            <a:avLst/>
            <a:gdLst/>
            <a:ahLst/>
            <a:rect l="0" t="0" r="r" b="b"/>
            <a:pathLst>
              <a:path fill="none" w="43" h="43">
                <a:moveTo>
                  <a:pt x="43" y="22"/>
                </a:moveTo>
                <a:cubicBezTo>
                  <a:pt x="43" y="50"/>
                  <a:pt x="0" y="50"/>
                  <a:pt x="0" y="22"/>
                </a:cubicBezTo>
                <a:cubicBezTo>
                  <a:pt x="0" y="-7"/>
                  <a:pt x="43" y="-7"/>
                  <a:pt x="43" y="22"/>
                </a:cubicBezTo>
              </a:path>
            </a:pathLst>
          </a:custGeom>
          <a:ln cap="rnd" w="0">
            <a:solidFill>
              <a:srgbClr val="2A9D8F">
                <a:alpha val="50000"/>
              </a:srgbClr>
            </a:solidFill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8" name=""/>
          <p:cNvSpPr/>
          <p:nvPr/>
        </p:nvSpPr>
        <p:spPr>
          <a:xfrm>
            <a:off x="1561680" y="1728360"/>
            <a:ext cx="15120" cy="15120"/>
          </a:xfrm>
          <a:custGeom>
            <a:avLst/>
            <a:gdLst/>
            <a:ahLst/>
            <a:rect l="0" t="0" r="r" b="b"/>
            <a:pathLst>
              <a:path w="42" h="42">
                <a:moveTo>
                  <a:pt x="0" y="22"/>
                </a:moveTo>
                <a:cubicBezTo>
                  <a:pt x="0" y="-7"/>
                  <a:pt x="42" y="-7"/>
                  <a:pt x="42" y="22"/>
                </a:cubicBezTo>
                <a:cubicBezTo>
                  <a:pt x="42" y="49"/>
                  <a:pt x="0" y="49"/>
                  <a:pt x="0" y="22"/>
                </a:cubicBezTo>
                <a:close/>
              </a:path>
            </a:pathLst>
          </a:custGeom>
          <a:solidFill>
            <a:srgbClr val="2A9D8F">
              <a:alpha val="50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59" name=""/>
          <p:cNvSpPr/>
          <p:nvPr/>
        </p:nvSpPr>
        <p:spPr>
          <a:xfrm>
            <a:off x="1561680" y="1728360"/>
            <a:ext cx="15120" cy="15120"/>
          </a:xfrm>
          <a:custGeom>
            <a:avLst/>
            <a:gdLst/>
            <a:ahLst/>
            <a:rect l="0" t="0" r="r" b="b"/>
            <a:pathLst>
              <a:path fill="none" w="42" h="42">
                <a:moveTo>
                  <a:pt x="42" y="22"/>
                </a:moveTo>
                <a:cubicBezTo>
                  <a:pt x="42" y="49"/>
                  <a:pt x="0" y="49"/>
                  <a:pt x="0" y="22"/>
                </a:cubicBezTo>
                <a:cubicBezTo>
                  <a:pt x="0" y="-7"/>
                  <a:pt x="42" y="-7"/>
                  <a:pt x="42" y="22"/>
                </a:cubicBezTo>
              </a:path>
            </a:pathLst>
          </a:custGeom>
          <a:ln cap="rnd" w="0">
            <a:solidFill>
              <a:srgbClr val="2A9D8F">
                <a:alpha val="50000"/>
              </a:srgbClr>
            </a:solidFill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0" name=""/>
          <p:cNvSpPr/>
          <p:nvPr/>
        </p:nvSpPr>
        <p:spPr>
          <a:xfrm>
            <a:off x="1558800" y="1338480"/>
            <a:ext cx="15120" cy="15120"/>
          </a:xfrm>
          <a:custGeom>
            <a:avLst/>
            <a:gdLst/>
            <a:ahLst/>
            <a:rect l="0" t="0" r="r" b="b"/>
            <a:pathLst>
              <a:path w="42" h="42">
                <a:moveTo>
                  <a:pt x="0" y="20"/>
                </a:moveTo>
                <a:cubicBezTo>
                  <a:pt x="0" y="-7"/>
                  <a:pt x="42" y="-7"/>
                  <a:pt x="42" y="20"/>
                </a:cubicBezTo>
                <a:cubicBezTo>
                  <a:pt x="42" y="49"/>
                  <a:pt x="0" y="49"/>
                  <a:pt x="0" y="20"/>
                </a:cubicBezTo>
                <a:close/>
              </a:path>
            </a:pathLst>
          </a:custGeom>
          <a:solidFill>
            <a:srgbClr val="2A9D8F">
              <a:alpha val="50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61" name=""/>
          <p:cNvSpPr/>
          <p:nvPr/>
        </p:nvSpPr>
        <p:spPr>
          <a:xfrm>
            <a:off x="1558800" y="1338480"/>
            <a:ext cx="15120" cy="15120"/>
          </a:xfrm>
          <a:custGeom>
            <a:avLst/>
            <a:gdLst/>
            <a:ahLst/>
            <a:rect l="0" t="0" r="r" b="b"/>
            <a:pathLst>
              <a:path fill="none" w="42" h="42">
                <a:moveTo>
                  <a:pt x="42" y="20"/>
                </a:moveTo>
                <a:cubicBezTo>
                  <a:pt x="42" y="49"/>
                  <a:pt x="0" y="49"/>
                  <a:pt x="0" y="20"/>
                </a:cubicBezTo>
                <a:cubicBezTo>
                  <a:pt x="0" y="-7"/>
                  <a:pt x="42" y="-7"/>
                  <a:pt x="42" y="20"/>
                </a:cubicBezTo>
              </a:path>
            </a:pathLst>
          </a:custGeom>
          <a:ln cap="rnd" w="0">
            <a:solidFill>
              <a:srgbClr val="2A9D8F">
                <a:alpha val="50000"/>
              </a:srgbClr>
            </a:solidFill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2" name=""/>
          <p:cNvSpPr/>
          <p:nvPr/>
        </p:nvSpPr>
        <p:spPr>
          <a:xfrm>
            <a:off x="1635120" y="1753560"/>
            <a:ext cx="15120" cy="15120"/>
          </a:xfrm>
          <a:custGeom>
            <a:avLst/>
            <a:gdLst/>
            <a:ahLst/>
            <a:rect l="0" t="0" r="r" b="b"/>
            <a:pathLst>
              <a:path w="42" h="42">
                <a:moveTo>
                  <a:pt x="0" y="20"/>
                </a:moveTo>
                <a:cubicBezTo>
                  <a:pt x="0" y="-7"/>
                  <a:pt x="42" y="-7"/>
                  <a:pt x="42" y="20"/>
                </a:cubicBezTo>
                <a:cubicBezTo>
                  <a:pt x="42" y="49"/>
                  <a:pt x="0" y="49"/>
                  <a:pt x="0" y="20"/>
                </a:cubicBezTo>
                <a:close/>
              </a:path>
            </a:pathLst>
          </a:custGeom>
          <a:solidFill>
            <a:srgbClr val="2A9D8F">
              <a:alpha val="50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63" name=""/>
          <p:cNvSpPr/>
          <p:nvPr/>
        </p:nvSpPr>
        <p:spPr>
          <a:xfrm>
            <a:off x="1635120" y="1753560"/>
            <a:ext cx="15120" cy="15120"/>
          </a:xfrm>
          <a:custGeom>
            <a:avLst/>
            <a:gdLst/>
            <a:ahLst/>
            <a:rect l="0" t="0" r="r" b="b"/>
            <a:pathLst>
              <a:path fill="none" w="42" h="42">
                <a:moveTo>
                  <a:pt x="42" y="20"/>
                </a:moveTo>
                <a:cubicBezTo>
                  <a:pt x="42" y="49"/>
                  <a:pt x="0" y="49"/>
                  <a:pt x="0" y="20"/>
                </a:cubicBezTo>
                <a:cubicBezTo>
                  <a:pt x="0" y="-7"/>
                  <a:pt x="42" y="-7"/>
                  <a:pt x="42" y="20"/>
                </a:cubicBezTo>
              </a:path>
            </a:pathLst>
          </a:custGeom>
          <a:ln cap="rnd" w="0">
            <a:solidFill>
              <a:srgbClr val="2A9D8F">
                <a:alpha val="50000"/>
              </a:srgbClr>
            </a:solidFill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4" name=""/>
          <p:cNvSpPr/>
          <p:nvPr/>
        </p:nvSpPr>
        <p:spPr>
          <a:xfrm>
            <a:off x="1528200" y="1401120"/>
            <a:ext cx="15120" cy="15120"/>
          </a:xfrm>
          <a:custGeom>
            <a:avLst/>
            <a:gdLst/>
            <a:ahLst/>
            <a:rect l="0" t="0" r="r" b="b"/>
            <a:pathLst>
              <a:path w="42" h="42">
                <a:moveTo>
                  <a:pt x="0" y="21"/>
                </a:moveTo>
                <a:cubicBezTo>
                  <a:pt x="0" y="-7"/>
                  <a:pt x="42" y="-7"/>
                  <a:pt x="42" y="21"/>
                </a:cubicBezTo>
                <a:cubicBezTo>
                  <a:pt x="42" y="49"/>
                  <a:pt x="0" y="49"/>
                  <a:pt x="0" y="21"/>
                </a:cubicBezTo>
                <a:close/>
              </a:path>
            </a:pathLst>
          </a:custGeom>
          <a:solidFill>
            <a:srgbClr val="2A9D8F">
              <a:alpha val="50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65" name=""/>
          <p:cNvSpPr/>
          <p:nvPr/>
        </p:nvSpPr>
        <p:spPr>
          <a:xfrm>
            <a:off x="1528200" y="1401120"/>
            <a:ext cx="15120" cy="15120"/>
          </a:xfrm>
          <a:custGeom>
            <a:avLst/>
            <a:gdLst/>
            <a:ahLst/>
            <a:rect l="0" t="0" r="r" b="b"/>
            <a:pathLst>
              <a:path fill="none" w="42" h="42">
                <a:moveTo>
                  <a:pt x="42" y="21"/>
                </a:moveTo>
                <a:cubicBezTo>
                  <a:pt x="42" y="49"/>
                  <a:pt x="0" y="49"/>
                  <a:pt x="0" y="21"/>
                </a:cubicBezTo>
                <a:cubicBezTo>
                  <a:pt x="0" y="-7"/>
                  <a:pt x="42" y="-7"/>
                  <a:pt x="42" y="21"/>
                </a:cubicBezTo>
              </a:path>
            </a:pathLst>
          </a:custGeom>
          <a:ln cap="rnd" w="0">
            <a:solidFill>
              <a:srgbClr val="2A9D8F">
                <a:alpha val="50000"/>
              </a:srgbClr>
            </a:solidFill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6" name=""/>
          <p:cNvSpPr/>
          <p:nvPr/>
        </p:nvSpPr>
        <p:spPr>
          <a:xfrm>
            <a:off x="606960" y="1506600"/>
            <a:ext cx="15120" cy="15120"/>
          </a:xfrm>
          <a:custGeom>
            <a:avLst/>
            <a:gdLst/>
            <a:ahLst/>
            <a:rect l="0" t="0" r="r" b="b"/>
            <a:pathLst>
              <a:path w="42" h="42">
                <a:moveTo>
                  <a:pt x="0" y="22"/>
                </a:moveTo>
                <a:cubicBezTo>
                  <a:pt x="0" y="-7"/>
                  <a:pt x="42" y="-7"/>
                  <a:pt x="42" y="22"/>
                </a:cubicBezTo>
                <a:cubicBezTo>
                  <a:pt x="42" y="49"/>
                  <a:pt x="0" y="49"/>
                  <a:pt x="0" y="22"/>
                </a:cubicBezTo>
                <a:close/>
              </a:path>
            </a:pathLst>
          </a:custGeom>
          <a:solidFill>
            <a:srgbClr val="2A9D8F">
              <a:alpha val="50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67" name=""/>
          <p:cNvSpPr/>
          <p:nvPr/>
        </p:nvSpPr>
        <p:spPr>
          <a:xfrm>
            <a:off x="606960" y="1506600"/>
            <a:ext cx="15120" cy="15120"/>
          </a:xfrm>
          <a:custGeom>
            <a:avLst/>
            <a:gdLst/>
            <a:ahLst/>
            <a:rect l="0" t="0" r="r" b="b"/>
            <a:pathLst>
              <a:path fill="none" w="42" h="42">
                <a:moveTo>
                  <a:pt x="42" y="22"/>
                </a:moveTo>
                <a:cubicBezTo>
                  <a:pt x="42" y="49"/>
                  <a:pt x="0" y="49"/>
                  <a:pt x="0" y="22"/>
                </a:cubicBezTo>
                <a:cubicBezTo>
                  <a:pt x="0" y="-7"/>
                  <a:pt x="42" y="-7"/>
                  <a:pt x="42" y="22"/>
                </a:cubicBezTo>
              </a:path>
            </a:pathLst>
          </a:custGeom>
          <a:ln cap="rnd" w="0">
            <a:solidFill>
              <a:srgbClr val="2A9D8F">
                <a:alpha val="50000"/>
              </a:srgbClr>
            </a:solidFill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8" name=""/>
          <p:cNvSpPr/>
          <p:nvPr/>
        </p:nvSpPr>
        <p:spPr>
          <a:xfrm>
            <a:off x="549000" y="1932480"/>
            <a:ext cx="15480" cy="15120"/>
          </a:xfrm>
          <a:custGeom>
            <a:avLst/>
            <a:gdLst/>
            <a:ahLst/>
            <a:rect l="0" t="0" r="r" b="b"/>
            <a:pathLst>
              <a:path w="43" h="42">
                <a:moveTo>
                  <a:pt x="0" y="21"/>
                </a:moveTo>
                <a:cubicBezTo>
                  <a:pt x="0" y="-7"/>
                  <a:pt x="43" y="-7"/>
                  <a:pt x="43" y="21"/>
                </a:cubicBezTo>
                <a:cubicBezTo>
                  <a:pt x="43" y="49"/>
                  <a:pt x="0" y="49"/>
                  <a:pt x="0" y="21"/>
                </a:cubicBezTo>
                <a:close/>
              </a:path>
            </a:pathLst>
          </a:custGeom>
          <a:solidFill>
            <a:srgbClr val="2A9D8F">
              <a:alpha val="50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69" name=""/>
          <p:cNvSpPr/>
          <p:nvPr/>
        </p:nvSpPr>
        <p:spPr>
          <a:xfrm>
            <a:off x="549000" y="1932480"/>
            <a:ext cx="15480" cy="15120"/>
          </a:xfrm>
          <a:custGeom>
            <a:avLst/>
            <a:gdLst/>
            <a:ahLst/>
            <a:rect l="0" t="0" r="r" b="b"/>
            <a:pathLst>
              <a:path fill="none" w="43" h="42">
                <a:moveTo>
                  <a:pt x="43" y="21"/>
                </a:moveTo>
                <a:cubicBezTo>
                  <a:pt x="43" y="49"/>
                  <a:pt x="0" y="49"/>
                  <a:pt x="0" y="21"/>
                </a:cubicBezTo>
                <a:cubicBezTo>
                  <a:pt x="0" y="-7"/>
                  <a:pt x="43" y="-7"/>
                  <a:pt x="43" y="21"/>
                </a:cubicBezTo>
              </a:path>
            </a:pathLst>
          </a:custGeom>
          <a:ln cap="rnd" w="0">
            <a:solidFill>
              <a:srgbClr val="2A9D8F">
                <a:alpha val="50000"/>
              </a:srgbClr>
            </a:solidFill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70" name=""/>
          <p:cNvSpPr/>
          <p:nvPr/>
        </p:nvSpPr>
        <p:spPr>
          <a:xfrm>
            <a:off x="642600" y="1909800"/>
            <a:ext cx="15120" cy="15480"/>
          </a:xfrm>
          <a:custGeom>
            <a:avLst/>
            <a:gdLst/>
            <a:ahLst/>
            <a:rect l="0" t="0" r="r" b="b"/>
            <a:pathLst>
              <a:path w="42" h="43">
                <a:moveTo>
                  <a:pt x="0" y="21"/>
                </a:moveTo>
                <a:cubicBezTo>
                  <a:pt x="0" y="-7"/>
                  <a:pt x="42" y="-7"/>
                  <a:pt x="42" y="21"/>
                </a:cubicBezTo>
                <a:cubicBezTo>
                  <a:pt x="42" y="50"/>
                  <a:pt x="0" y="50"/>
                  <a:pt x="0" y="21"/>
                </a:cubicBezTo>
                <a:close/>
              </a:path>
            </a:pathLst>
          </a:custGeom>
          <a:solidFill>
            <a:srgbClr val="2A9D8F">
              <a:alpha val="50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71" name=""/>
          <p:cNvSpPr/>
          <p:nvPr/>
        </p:nvSpPr>
        <p:spPr>
          <a:xfrm>
            <a:off x="642600" y="1909800"/>
            <a:ext cx="15120" cy="15480"/>
          </a:xfrm>
          <a:custGeom>
            <a:avLst/>
            <a:gdLst/>
            <a:ahLst/>
            <a:rect l="0" t="0" r="r" b="b"/>
            <a:pathLst>
              <a:path fill="none" w="42" h="43">
                <a:moveTo>
                  <a:pt x="42" y="21"/>
                </a:moveTo>
                <a:cubicBezTo>
                  <a:pt x="42" y="50"/>
                  <a:pt x="0" y="50"/>
                  <a:pt x="0" y="21"/>
                </a:cubicBezTo>
                <a:cubicBezTo>
                  <a:pt x="0" y="-7"/>
                  <a:pt x="42" y="-7"/>
                  <a:pt x="42" y="21"/>
                </a:cubicBezTo>
              </a:path>
            </a:pathLst>
          </a:custGeom>
          <a:ln cap="rnd" w="0">
            <a:solidFill>
              <a:srgbClr val="2A9D8F">
                <a:alpha val="50000"/>
              </a:srgbClr>
            </a:solidFill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72" name=""/>
          <p:cNvSpPr/>
          <p:nvPr/>
        </p:nvSpPr>
        <p:spPr>
          <a:xfrm>
            <a:off x="2036160" y="1195200"/>
            <a:ext cx="15120" cy="15120"/>
          </a:xfrm>
          <a:custGeom>
            <a:avLst/>
            <a:gdLst/>
            <a:ahLst/>
            <a:rect l="0" t="0" r="r" b="b"/>
            <a:pathLst>
              <a:path w="42" h="42">
                <a:moveTo>
                  <a:pt x="0" y="20"/>
                </a:moveTo>
                <a:cubicBezTo>
                  <a:pt x="0" y="-7"/>
                  <a:pt x="42" y="-7"/>
                  <a:pt x="42" y="20"/>
                </a:cubicBezTo>
                <a:cubicBezTo>
                  <a:pt x="42" y="49"/>
                  <a:pt x="0" y="49"/>
                  <a:pt x="0" y="20"/>
                </a:cubicBezTo>
                <a:close/>
              </a:path>
            </a:pathLst>
          </a:custGeom>
          <a:solidFill>
            <a:srgbClr val="2A9D8F">
              <a:alpha val="50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73" name=""/>
          <p:cNvSpPr/>
          <p:nvPr/>
        </p:nvSpPr>
        <p:spPr>
          <a:xfrm>
            <a:off x="2036160" y="1195200"/>
            <a:ext cx="15120" cy="15120"/>
          </a:xfrm>
          <a:custGeom>
            <a:avLst/>
            <a:gdLst/>
            <a:ahLst/>
            <a:rect l="0" t="0" r="r" b="b"/>
            <a:pathLst>
              <a:path fill="none" w="42" h="42">
                <a:moveTo>
                  <a:pt x="42" y="20"/>
                </a:moveTo>
                <a:cubicBezTo>
                  <a:pt x="42" y="49"/>
                  <a:pt x="0" y="49"/>
                  <a:pt x="0" y="20"/>
                </a:cubicBezTo>
                <a:cubicBezTo>
                  <a:pt x="0" y="-7"/>
                  <a:pt x="42" y="-7"/>
                  <a:pt x="42" y="20"/>
                </a:cubicBezTo>
              </a:path>
            </a:pathLst>
          </a:custGeom>
          <a:ln cap="rnd" w="0">
            <a:solidFill>
              <a:srgbClr val="2A9D8F">
                <a:alpha val="50000"/>
              </a:srgbClr>
            </a:solidFill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74" name=""/>
          <p:cNvSpPr/>
          <p:nvPr/>
        </p:nvSpPr>
        <p:spPr>
          <a:xfrm>
            <a:off x="1590840" y="1730520"/>
            <a:ext cx="15480" cy="15120"/>
          </a:xfrm>
          <a:custGeom>
            <a:avLst/>
            <a:gdLst/>
            <a:ahLst/>
            <a:rect l="0" t="0" r="r" b="b"/>
            <a:pathLst>
              <a:path w="43" h="42">
                <a:moveTo>
                  <a:pt x="0" y="22"/>
                </a:moveTo>
                <a:cubicBezTo>
                  <a:pt x="0" y="-7"/>
                  <a:pt x="43" y="-7"/>
                  <a:pt x="43" y="22"/>
                </a:cubicBezTo>
                <a:cubicBezTo>
                  <a:pt x="43" y="49"/>
                  <a:pt x="0" y="49"/>
                  <a:pt x="0" y="22"/>
                </a:cubicBezTo>
                <a:close/>
              </a:path>
            </a:pathLst>
          </a:custGeom>
          <a:solidFill>
            <a:srgbClr val="2A9D8F">
              <a:alpha val="50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75" name=""/>
          <p:cNvSpPr/>
          <p:nvPr/>
        </p:nvSpPr>
        <p:spPr>
          <a:xfrm>
            <a:off x="1590840" y="1730520"/>
            <a:ext cx="15480" cy="15120"/>
          </a:xfrm>
          <a:custGeom>
            <a:avLst/>
            <a:gdLst/>
            <a:ahLst/>
            <a:rect l="0" t="0" r="r" b="b"/>
            <a:pathLst>
              <a:path fill="none" w="43" h="42">
                <a:moveTo>
                  <a:pt x="43" y="22"/>
                </a:moveTo>
                <a:cubicBezTo>
                  <a:pt x="43" y="49"/>
                  <a:pt x="0" y="49"/>
                  <a:pt x="0" y="22"/>
                </a:cubicBezTo>
                <a:cubicBezTo>
                  <a:pt x="0" y="-7"/>
                  <a:pt x="43" y="-7"/>
                  <a:pt x="43" y="22"/>
                </a:cubicBezTo>
              </a:path>
            </a:pathLst>
          </a:custGeom>
          <a:ln cap="rnd" w="0">
            <a:solidFill>
              <a:srgbClr val="2A9D8F">
                <a:alpha val="50000"/>
              </a:srgbClr>
            </a:solidFill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76" name=""/>
          <p:cNvSpPr/>
          <p:nvPr/>
        </p:nvSpPr>
        <p:spPr>
          <a:xfrm>
            <a:off x="2036160" y="1007280"/>
            <a:ext cx="15120" cy="15120"/>
          </a:xfrm>
          <a:custGeom>
            <a:avLst/>
            <a:gdLst/>
            <a:ahLst/>
            <a:rect l="0" t="0" r="r" b="b"/>
            <a:pathLst>
              <a:path w="42" h="42">
                <a:moveTo>
                  <a:pt x="0" y="22"/>
                </a:moveTo>
                <a:cubicBezTo>
                  <a:pt x="0" y="-7"/>
                  <a:pt x="42" y="-7"/>
                  <a:pt x="42" y="22"/>
                </a:cubicBezTo>
                <a:cubicBezTo>
                  <a:pt x="42" y="49"/>
                  <a:pt x="0" y="49"/>
                  <a:pt x="0" y="22"/>
                </a:cubicBezTo>
                <a:close/>
              </a:path>
            </a:pathLst>
          </a:custGeom>
          <a:solidFill>
            <a:srgbClr val="2A9D8F">
              <a:alpha val="50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77" name=""/>
          <p:cNvSpPr/>
          <p:nvPr/>
        </p:nvSpPr>
        <p:spPr>
          <a:xfrm>
            <a:off x="2036160" y="1007280"/>
            <a:ext cx="15120" cy="15120"/>
          </a:xfrm>
          <a:custGeom>
            <a:avLst/>
            <a:gdLst/>
            <a:ahLst/>
            <a:rect l="0" t="0" r="r" b="b"/>
            <a:pathLst>
              <a:path fill="none" w="42" h="42">
                <a:moveTo>
                  <a:pt x="42" y="22"/>
                </a:moveTo>
                <a:cubicBezTo>
                  <a:pt x="42" y="49"/>
                  <a:pt x="0" y="49"/>
                  <a:pt x="0" y="22"/>
                </a:cubicBezTo>
                <a:cubicBezTo>
                  <a:pt x="0" y="-7"/>
                  <a:pt x="42" y="-7"/>
                  <a:pt x="42" y="22"/>
                </a:cubicBezTo>
              </a:path>
            </a:pathLst>
          </a:custGeom>
          <a:ln cap="rnd" w="0">
            <a:solidFill>
              <a:srgbClr val="2A9D8F">
                <a:alpha val="50000"/>
              </a:srgbClr>
            </a:solidFill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78" name=""/>
          <p:cNvSpPr/>
          <p:nvPr/>
        </p:nvSpPr>
        <p:spPr>
          <a:xfrm>
            <a:off x="1632600" y="1459080"/>
            <a:ext cx="15120" cy="15480"/>
          </a:xfrm>
          <a:custGeom>
            <a:avLst/>
            <a:gdLst/>
            <a:ahLst/>
            <a:rect l="0" t="0" r="r" b="b"/>
            <a:pathLst>
              <a:path w="42" h="43">
                <a:moveTo>
                  <a:pt x="0" y="21"/>
                </a:moveTo>
                <a:cubicBezTo>
                  <a:pt x="0" y="-7"/>
                  <a:pt x="42" y="-7"/>
                  <a:pt x="42" y="21"/>
                </a:cubicBezTo>
                <a:cubicBezTo>
                  <a:pt x="42" y="50"/>
                  <a:pt x="0" y="50"/>
                  <a:pt x="0" y="21"/>
                </a:cubicBezTo>
                <a:close/>
              </a:path>
            </a:pathLst>
          </a:custGeom>
          <a:solidFill>
            <a:srgbClr val="2A9D8F">
              <a:alpha val="50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79" name=""/>
          <p:cNvSpPr/>
          <p:nvPr/>
        </p:nvSpPr>
        <p:spPr>
          <a:xfrm>
            <a:off x="1632600" y="1459080"/>
            <a:ext cx="15120" cy="15480"/>
          </a:xfrm>
          <a:custGeom>
            <a:avLst/>
            <a:gdLst/>
            <a:ahLst/>
            <a:rect l="0" t="0" r="r" b="b"/>
            <a:pathLst>
              <a:path fill="none" w="42" h="43">
                <a:moveTo>
                  <a:pt x="42" y="21"/>
                </a:moveTo>
                <a:cubicBezTo>
                  <a:pt x="42" y="50"/>
                  <a:pt x="0" y="50"/>
                  <a:pt x="0" y="21"/>
                </a:cubicBezTo>
                <a:cubicBezTo>
                  <a:pt x="0" y="-7"/>
                  <a:pt x="42" y="-7"/>
                  <a:pt x="42" y="21"/>
                </a:cubicBezTo>
              </a:path>
            </a:pathLst>
          </a:custGeom>
          <a:ln cap="rnd" w="0">
            <a:solidFill>
              <a:srgbClr val="2A9D8F">
                <a:alpha val="50000"/>
              </a:srgbClr>
            </a:solidFill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80" name=""/>
          <p:cNvSpPr/>
          <p:nvPr/>
        </p:nvSpPr>
        <p:spPr>
          <a:xfrm>
            <a:off x="1576440" y="1747800"/>
            <a:ext cx="15120" cy="15480"/>
          </a:xfrm>
          <a:custGeom>
            <a:avLst/>
            <a:gdLst/>
            <a:ahLst/>
            <a:rect l="0" t="0" r="r" b="b"/>
            <a:pathLst>
              <a:path w="42" h="43">
                <a:moveTo>
                  <a:pt x="0" y="22"/>
                </a:moveTo>
                <a:cubicBezTo>
                  <a:pt x="0" y="-7"/>
                  <a:pt x="42" y="-7"/>
                  <a:pt x="42" y="22"/>
                </a:cubicBezTo>
                <a:cubicBezTo>
                  <a:pt x="42" y="50"/>
                  <a:pt x="0" y="50"/>
                  <a:pt x="0" y="22"/>
                </a:cubicBezTo>
                <a:close/>
              </a:path>
            </a:pathLst>
          </a:custGeom>
          <a:solidFill>
            <a:srgbClr val="2A9D8F">
              <a:alpha val="50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81" name=""/>
          <p:cNvSpPr/>
          <p:nvPr/>
        </p:nvSpPr>
        <p:spPr>
          <a:xfrm>
            <a:off x="1576440" y="1747800"/>
            <a:ext cx="15120" cy="15480"/>
          </a:xfrm>
          <a:custGeom>
            <a:avLst/>
            <a:gdLst/>
            <a:ahLst/>
            <a:rect l="0" t="0" r="r" b="b"/>
            <a:pathLst>
              <a:path fill="none" w="42" h="43">
                <a:moveTo>
                  <a:pt x="42" y="22"/>
                </a:moveTo>
                <a:cubicBezTo>
                  <a:pt x="42" y="50"/>
                  <a:pt x="0" y="50"/>
                  <a:pt x="0" y="22"/>
                </a:cubicBezTo>
                <a:cubicBezTo>
                  <a:pt x="0" y="-7"/>
                  <a:pt x="42" y="-7"/>
                  <a:pt x="42" y="22"/>
                </a:cubicBezTo>
              </a:path>
            </a:pathLst>
          </a:custGeom>
          <a:ln cap="rnd" w="0">
            <a:solidFill>
              <a:srgbClr val="2A9D8F">
                <a:alpha val="50000"/>
              </a:srgbClr>
            </a:solidFill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82" name=""/>
          <p:cNvSpPr/>
          <p:nvPr/>
        </p:nvSpPr>
        <p:spPr>
          <a:xfrm>
            <a:off x="573480" y="1614960"/>
            <a:ext cx="15480" cy="15480"/>
          </a:xfrm>
          <a:custGeom>
            <a:avLst/>
            <a:gdLst/>
            <a:ahLst/>
            <a:rect l="0" t="0" r="r" b="b"/>
            <a:pathLst>
              <a:path w="43" h="43">
                <a:moveTo>
                  <a:pt x="0" y="21"/>
                </a:moveTo>
                <a:cubicBezTo>
                  <a:pt x="0" y="-7"/>
                  <a:pt x="43" y="-7"/>
                  <a:pt x="43" y="21"/>
                </a:cubicBezTo>
                <a:cubicBezTo>
                  <a:pt x="43" y="50"/>
                  <a:pt x="0" y="50"/>
                  <a:pt x="0" y="21"/>
                </a:cubicBezTo>
                <a:close/>
              </a:path>
            </a:pathLst>
          </a:custGeom>
          <a:solidFill>
            <a:srgbClr val="2A9D8F">
              <a:alpha val="50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83" name=""/>
          <p:cNvSpPr/>
          <p:nvPr/>
        </p:nvSpPr>
        <p:spPr>
          <a:xfrm>
            <a:off x="573480" y="1614960"/>
            <a:ext cx="15480" cy="15480"/>
          </a:xfrm>
          <a:custGeom>
            <a:avLst/>
            <a:gdLst/>
            <a:ahLst/>
            <a:rect l="0" t="0" r="r" b="b"/>
            <a:pathLst>
              <a:path fill="none" w="43" h="43">
                <a:moveTo>
                  <a:pt x="43" y="21"/>
                </a:moveTo>
                <a:cubicBezTo>
                  <a:pt x="43" y="50"/>
                  <a:pt x="0" y="50"/>
                  <a:pt x="0" y="21"/>
                </a:cubicBezTo>
                <a:cubicBezTo>
                  <a:pt x="0" y="-7"/>
                  <a:pt x="43" y="-7"/>
                  <a:pt x="43" y="21"/>
                </a:cubicBezTo>
              </a:path>
            </a:pathLst>
          </a:custGeom>
          <a:ln cap="rnd" w="0">
            <a:solidFill>
              <a:srgbClr val="2A9D8F">
                <a:alpha val="50000"/>
              </a:srgbClr>
            </a:solidFill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84" name=""/>
          <p:cNvSpPr/>
          <p:nvPr/>
        </p:nvSpPr>
        <p:spPr>
          <a:xfrm>
            <a:off x="1559520" y="1702800"/>
            <a:ext cx="15120" cy="15480"/>
          </a:xfrm>
          <a:custGeom>
            <a:avLst/>
            <a:gdLst/>
            <a:ahLst/>
            <a:rect l="0" t="0" r="r" b="b"/>
            <a:pathLst>
              <a:path w="42" h="43">
                <a:moveTo>
                  <a:pt x="0" y="21"/>
                </a:moveTo>
                <a:cubicBezTo>
                  <a:pt x="0" y="-7"/>
                  <a:pt x="42" y="-7"/>
                  <a:pt x="42" y="21"/>
                </a:cubicBezTo>
                <a:cubicBezTo>
                  <a:pt x="42" y="50"/>
                  <a:pt x="0" y="50"/>
                  <a:pt x="0" y="21"/>
                </a:cubicBezTo>
                <a:close/>
              </a:path>
            </a:pathLst>
          </a:custGeom>
          <a:solidFill>
            <a:srgbClr val="2A9D8F">
              <a:alpha val="50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85" name=""/>
          <p:cNvSpPr/>
          <p:nvPr/>
        </p:nvSpPr>
        <p:spPr>
          <a:xfrm>
            <a:off x="1559520" y="1702800"/>
            <a:ext cx="15120" cy="15480"/>
          </a:xfrm>
          <a:custGeom>
            <a:avLst/>
            <a:gdLst/>
            <a:ahLst/>
            <a:rect l="0" t="0" r="r" b="b"/>
            <a:pathLst>
              <a:path fill="none" w="42" h="43">
                <a:moveTo>
                  <a:pt x="42" y="21"/>
                </a:moveTo>
                <a:cubicBezTo>
                  <a:pt x="42" y="50"/>
                  <a:pt x="0" y="50"/>
                  <a:pt x="0" y="21"/>
                </a:cubicBezTo>
                <a:cubicBezTo>
                  <a:pt x="0" y="-7"/>
                  <a:pt x="42" y="-7"/>
                  <a:pt x="42" y="21"/>
                </a:cubicBezTo>
              </a:path>
            </a:pathLst>
          </a:custGeom>
          <a:ln cap="rnd" w="0">
            <a:solidFill>
              <a:srgbClr val="2A9D8F">
                <a:alpha val="50000"/>
              </a:srgbClr>
            </a:solidFill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86" name=""/>
          <p:cNvSpPr/>
          <p:nvPr/>
        </p:nvSpPr>
        <p:spPr>
          <a:xfrm>
            <a:off x="2097720" y="1173240"/>
            <a:ext cx="15480" cy="15480"/>
          </a:xfrm>
          <a:custGeom>
            <a:avLst/>
            <a:gdLst/>
            <a:ahLst/>
            <a:rect l="0" t="0" r="r" b="b"/>
            <a:pathLst>
              <a:path w="43" h="43">
                <a:moveTo>
                  <a:pt x="0" y="21"/>
                </a:moveTo>
                <a:cubicBezTo>
                  <a:pt x="0" y="-7"/>
                  <a:pt x="43" y="-7"/>
                  <a:pt x="43" y="21"/>
                </a:cubicBezTo>
                <a:cubicBezTo>
                  <a:pt x="43" y="50"/>
                  <a:pt x="0" y="50"/>
                  <a:pt x="0" y="21"/>
                </a:cubicBezTo>
                <a:close/>
              </a:path>
            </a:pathLst>
          </a:custGeom>
          <a:solidFill>
            <a:srgbClr val="2A9D8F">
              <a:alpha val="50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87" name=""/>
          <p:cNvSpPr/>
          <p:nvPr/>
        </p:nvSpPr>
        <p:spPr>
          <a:xfrm>
            <a:off x="2097720" y="1173240"/>
            <a:ext cx="15480" cy="15480"/>
          </a:xfrm>
          <a:custGeom>
            <a:avLst/>
            <a:gdLst/>
            <a:ahLst/>
            <a:rect l="0" t="0" r="r" b="b"/>
            <a:pathLst>
              <a:path fill="none" w="43" h="43">
                <a:moveTo>
                  <a:pt x="43" y="21"/>
                </a:moveTo>
                <a:cubicBezTo>
                  <a:pt x="43" y="50"/>
                  <a:pt x="0" y="50"/>
                  <a:pt x="0" y="21"/>
                </a:cubicBezTo>
                <a:cubicBezTo>
                  <a:pt x="0" y="-7"/>
                  <a:pt x="43" y="-7"/>
                  <a:pt x="43" y="21"/>
                </a:cubicBezTo>
              </a:path>
            </a:pathLst>
          </a:custGeom>
          <a:ln cap="rnd" w="0">
            <a:solidFill>
              <a:srgbClr val="2A9D8F">
                <a:alpha val="50000"/>
              </a:srgbClr>
            </a:solidFill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88" name=""/>
          <p:cNvSpPr/>
          <p:nvPr/>
        </p:nvSpPr>
        <p:spPr>
          <a:xfrm>
            <a:off x="1549800" y="1788480"/>
            <a:ext cx="15120" cy="15120"/>
          </a:xfrm>
          <a:custGeom>
            <a:avLst/>
            <a:gdLst/>
            <a:ahLst/>
            <a:rect l="0" t="0" r="r" b="b"/>
            <a:pathLst>
              <a:path w="42" h="42">
                <a:moveTo>
                  <a:pt x="0" y="21"/>
                </a:moveTo>
                <a:cubicBezTo>
                  <a:pt x="0" y="-7"/>
                  <a:pt x="42" y="-7"/>
                  <a:pt x="42" y="21"/>
                </a:cubicBezTo>
                <a:cubicBezTo>
                  <a:pt x="42" y="49"/>
                  <a:pt x="0" y="49"/>
                  <a:pt x="0" y="21"/>
                </a:cubicBezTo>
                <a:close/>
              </a:path>
            </a:pathLst>
          </a:custGeom>
          <a:solidFill>
            <a:srgbClr val="2A9D8F">
              <a:alpha val="50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89" name=""/>
          <p:cNvSpPr/>
          <p:nvPr/>
        </p:nvSpPr>
        <p:spPr>
          <a:xfrm>
            <a:off x="1549800" y="1788480"/>
            <a:ext cx="15120" cy="15120"/>
          </a:xfrm>
          <a:custGeom>
            <a:avLst/>
            <a:gdLst/>
            <a:ahLst/>
            <a:rect l="0" t="0" r="r" b="b"/>
            <a:pathLst>
              <a:path fill="none" w="42" h="42">
                <a:moveTo>
                  <a:pt x="42" y="21"/>
                </a:moveTo>
                <a:cubicBezTo>
                  <a:pt x="42" y="49"/>
                  <a:pt x="0" y="49"/>
                  <a:pt x="0" y="21"/>
                </a:cubicBezTo>
                <a:cubicBezTo>
                  <a:pt x="0" y="-7"/>
                  <a:pt x="42" y="-7"/>
                  <a:pt x="42" y="21"/>
                </a:cubicBezTo>
              </a:path>
            </a:pathLst>
          </a:custGeom>
          <a:ln cap="rnd" w="0">
            <a:solidFill>
              <a:srgbClr val="2A9D8F">
                <a:alpha val="50000"/>
              </a:srgbClr>
            </a:solidFill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90" name=""/>
          <p:cNvSpPr/>
          <p:nvPr/>
        </p:nvSpPr>
        <p:spPr>
          <a:xfrm>
            <a:off x="625680" y="1408320"/>
            <a:ext cx="15480" cy="15840"/>
          </a:xfrm>
          <a:custGeom>
            <a:avLst/>
            <a:gdLst/>
            <a:ahLst/>
            <a:rect l="0" t="0" r="r" b="b"/>
            <a:pathLst>
              <a:path w="43" h="44">
                <a:moveTo>
                  <a:pt x="0" y="22"/>
                </a:moveTo>
                <a:cubicBezTo>
                  <a:pt x="0" y="-7"/>
                  <a:pt x="43" y="-7"/>
                  <a:pt x="43" y="22"/>
                </a:cubicBezTo>
                <a:cubicBezTo>
                  <a:pt x="43" y="51"/>
                  <a:pt x="0" y="51"/>
                  <a:pt x="0" y="22"/>
                </a:cubicBezTo>
                <a:close/>
              </a:path>
            </a:pathLst>
          </a:custGeom>
          <a:solidFill>
            <a:srgbClr val="2A9D8F">
              <a:alpha val="50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91" name=""/>
          <p:cNvSpPr/>
          <p:nvPr/>
        </p:nvSpPr>
        <p:spPr>
          <a:xfrm>
            <a:off x="625680" y="1408320"/>
            <a:ext cx="15480" cy="15840"/>
          </a:xfrm>
          <a:custGeom>
            <a:avLst/>
            <a:gdLst/>
            <a:ahLst/>
            <a:rect l="0" t="0" r="r" b="b"/>
            <a:pathLst>
              <a:path fill="none" w="43" h="44">
                <a:moveTo>
                  <a:pt x="43" y="22"/>
                </a:moveTo>
                <a:cubicBezTo>
                  <a:pt x="43" y="51"/>
                  <a:pt x="0" y="51"/>
                  <a:pt x="0" y="22"/>
                </a:cubicBezTo>
                <a:cubicBezTo>
                  <a:pt x="0" y="-7"/>
                  <a:pt x="43" y="-7"/>
                  <a:pt x="43" y="22"/>
                </a:cubicBezTo>
              </a:path>
            </a:pathLst>
          </a:custGeom>
          <a:ln cap="rnd" w="0">
            <a:solidFill>
              <a:srgbClr val="2A9D8F">
                <a:alpha val="50000"/>
              </a:srgbClr>
            </a:solidFill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92" name=""/>
          <p:cNvSpPr/>
          <p:nvPr/>
        </p:nvSpPr>
        <p:spPr>
          <a:xfrm>
            <a:off x="619200" y="1648800"/>
            <a:ext cx="15120" cy="15120"/>
          </a:xfrm>
          <a:custGeom>
            <a:avLst/>
            <a:gdLst/>
            <a:ahLst/>
            <a:rect l="0" t="0" r="r" b="b"/>
            <a:pathLst>
              <a:path w="42" h="42">
                <a:moveTo>
                  <a:pt x="0" y="21"/>
                </a:moveTo>
                <a:cubicBezTo>
                  <a:pt x="0" y="-7"/>
                  <a:pt x="42" y="-7"/>
                  <a:pt x="42" y="21"/>
                </a:cubicBezTo>
                <a:cubicBezTo>
                  <a:pt x="42" y="49"/>
                  <a:pt x="0" y="49"/>
                  <a:pt x="0" y="21"/>
                </a:cubicBezTo>
                <a:close/>
              </a:path>
            </a:pathLst>
          </a:custGeom>
          <a:solidFill>
            <a:srgbClr val="2A9D8F">
              <a:alpha val="50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93" name=""/>
          <p:cNvSpPr/>
          <p:nvPr/>
        </p:nvSpPr>
        <p:spPr>
          <a:xfrm>
            <a:off x="619200" y="1648800"/>
            <a:ext cx="15120" cy="15120"/>
          </a:xfrm>
          <a:custGeom>
            <a:avLst/>
            <a:gdLst/>
            <a:ahLst/>
            <a:rect l="0" t="0" r="r" b="b"/>
            <a:pathLst>
              <a:path fill="none" w="42" h="42">
                <a:moveTo>
                  <a:pt x="42" y="21"/>
                </a:moveTo>
                <a:cubicBezTo>
                  <a:pt x="42" y="49"/>
                  <a:pt x="0" y="49"/>
                  <a:pt x="0" y="21"/>
                </a:cubicBezTo>
                <a:cubicBezTo>
                  <a:pt x="0" y="-7"/>
                  <a:pt x="42" y="-7"/>
                  <a:pt x="42" y="21"/>
                </a:cubicBezTo>
              </a:path>
            </a:pathLst>
          </a:custGeom>
          <a:ln cap="rnd" w="0">
            <a:solidFill>
              <a:srgbClr val="2A9D8F">
                <a:alpha val="50000"/>
              </a:srgbClr>
            </a:solidFill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94" name=""/>
          <p:cNvSpPr/>
          <p:nvPr/>
        </p:nvSpPr>
        <p:spPr>
          <a:xfrm>
            <a:off x="1617840" y="1653120"/>
            <a:ext cx="15480" cy="15120"/>
          </a:xfrm>
          <a:custGeom>
            <a:avLst/>
            <a:gdLst/>
            <a:ahLst/>
            <a:rect l="0" t="0" r="r" b="b"/>
            <a:pathLst>
              <a:path w="43" h="42">
                <a:moveTo>
                  <a:pt x="0" y="22"/>
                </a:moveTo>
                <a:cubicBezTo>
                  <a:pt x="0" y="-7"/>
                  <a:pt x="43" y="-7"/>
                  <a:pt x="43" y="22"/>
                </a:cubicBezTo>
                <a:cubicBezTo>
                  <a:pt x="43" y="49"/>
                  <a:pt x="0" y="49"/>
                  <a:pt x="0" y="22"/>
                </a:cubicBezTo>
                <a:close/>
              </a:path>
            </a:pathLst>
          </a:custGeom>
          <a:solidFill>
            <a:srgbClr val="2A9D8F">
              <a:alpha val="50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95" name=""/>
          <p:cNvSpPr/>
          <p:nvPr/>
        </p:nvSpPr>
        <p:spPr>
          <a:xfrm>
            <a:off x="1617840" y="1653120"/>
            <a:ext cx="15480" cy="15120"/>
          </a:xfrm>
          <a:custGeom>
            <a:avLst/>
            <a:gdLst/>
            <a:ahLst/>
            <a:rect l="0" t="0" r="r" b="b"/>
            <a:pathLst>
              <a:path fill="none" w="43" h="42">
                <a:moveTo>
                  <a:pt x="43" y="22"/>
                </a:moveTo>
                <a:cubicBezTo>
                  <a:pt x="43" y="49"/>
                  <a:pt x="0" y="49"/>
                  <a:pt x="0" y="22"/>
                </a:cubicBezTo>
                <a:cubicBezTo>
                  <a:pt x="0" y="-7"/>
                  <a:pt x="43" y="-7"/>
                  <a:pt x="43" y="22"/>
                </a:cubicBezTo>
              </a:path>
            </a:pathLst>
          </a:custGeom>
          <a:ln cap="rnd" w="0">
            <a:solidFill>
              <a:srgbClr val="2A9D8F">
                <a:alpha val="50000"/>
              </a:srgbClr>
            </a:solidFill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96" name=""/>
          <p:cNvSpPr/>
          <p:nvPr/>
        </p:nvSpPr>
        <p:spPr>
          <a:xfrm>
            <a:off x="558360" y="1808640"/>
            <a:ext cx="15120" cy="15480"/>
          </a:xfrm>
          <a:custGeom>
            <a:avLst/>
            <a:gdLst/>
            <a:ahLst/>
            <a:rect l="0" t="0" r="r" b="b"/>
            <a:pathLst>
              <a:path w="42" h="43">
                <a:moveTo>
                  <a:pt x="0" y="22"/>
                </a:moveTo>
                <a:cubicBezTo>
                  <a:pt x="0" y="-7"/>
                  <a:pt x="42" y="-7"/>
                  <a:pt x="42" y="22"/>
                </a:cubicBezTo>
                <a:cubicBezTo>
                  <a:pt x="42" y="50"/>
                  <a:pt x="0" y="50"/>
                  <a:pt x="0" y="22"/>
                </a:cubicBezTo>
                <a:close/>
              </a:path>
            </a:pathLst>
          </a:custGeom>
          <a:solidFill>
            <a:srgbClr val="2A9D8F">
              <a:alpha val="50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97" name=""/>
          <p:cNvSpPr/>
          <p:nvPr/>
        </p:nvSpPr>
        <p:spPr>
          <a:xfrm>
            <a:off x="558360" y="1808640"/>
            <a:ext cx="15120" cy="15480"/>
          </a:xfrm>
          <a:custGeom>
            <a:avLst/>
            <a:gdLst/>
            <a:ahLst/>
            <a:rect l="0" t="0" r="r" b="b"/>
            <a:pathLst>
              <a:path fill="none" w="42" h="43">
                <a:moveTo>
                  <a:pt x="42" y="22"/>
                </a:moveTo>
                <a:cubicBezTo>
                  <a:pt x="42" y="50"/>
                  <a:pt x="0" y="50"/>
                  <a:pt x="0" y="22"/>
                </a:cubicBezTo>
                <a:cubicBezTo>
                  <a:pt x="0" y="-7"/>
                  <a:pt x="42" y="-7"/>
                  <a:pt x="42" y="22"/>
                </a:cubicBezTo>
              </a:path>
            </a:pathLst>
          </a:custGeom>
          <a:ln cap="rnd" w="0">
            <a:solidFill>
              <a:srgbClr val="2A9D8F">
                <a:alpha val="50000"/>
              </a:srgbClr>
            </a:solidFill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98" name=""/>
          <p:cNvSpPr/>
          <p:nvPr/>
        </p:nvSpPr>
        <p:spPr>
          <a:xfrm>
            <a:off x="1623960" y="1632600"/>
            <a:ext cx="15480" cy="15840"/>
          </a:xfrm>
          <a:custGeom>
            <a:avLst/>
            <a:gdLst/>
            <a:ahLst/>
            <a:rect l="0" t="0" r="r" b="b"/>
            <a:pathLst>
              <a:path w="43" h="44">
                <a:moveTo>
                  <a:pt x="0" y="22"/>
                </a:moveTo>
                <a:cubicBezTo>
                  <a:pt x="0" y="-7"/>
                  <a:pt x="43" y="-7"/>
                  <a:pt x="43" y="22"/>
                </a:cubicBezTo>
                <a:cubicBezTo>
                  <a:pt x="43" y="51"/>
                  <a:pt x="0" y="51"/>
                  <a:pt x="0" y="22"/>
                </a:cubicBezTo>
                <a:close/>
              </a:path>
            </a:pathLst>
          </a:custGeom>
          <a:solidFill>
            <a:srgbClr val="2A9D8F">
              <a:alpha val="50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99" name=""/>
          <p:cNvSpPr/>
          <p:nvPr/>
        </p:nvSpPr>
        <p:spPr>
          <a:xfrm>
            <a:off x="1623960" y="1632600"/>
            <a:ext cx="15480" cy="15840"/>
          </a:xfrm>
          <a:custGeom>
            <a:avLst/>
            <a:gdLst/>
            <a:ahLst/>
            <a:rect l="0" t="0" r="r" b="b"/>
            <a:pathLst>
              <a:path fill="none" w="43" h="44">
                <a:moveTo>
                  <a:pt x="43" y="22"/>
                </a:moveTo>
                <a:cubicBezTo>
                  <a:pt x="43" y="51"/>
                  <a:pt x="0" y="51"/>
                  <a:pt x="0" y="22"/>
                </a:cubicBezTo>
                <a:cubicBezTo>
                  <a:pt x="0" y="-7"/>
                  <a:pt x="43" y="-7"/>
                  <a:pt x="43" y="22"/>
                </a:cubicBezTo>
              </a:path>
            </a:pathLst>
          </a:custGeom>
          <a:ln cap="rnd" w="0">
            <a:solidFill>
              <a:srgbClr val="2A9D8F">
                <a:alpha val="50000"/>
              </a:srgbClr>
            </a:solidFill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00" name=""/>
          <p:cNvSpPr/>
          <p:nvPr/>
        </p:nvSpPr>
        <p:spPr>
          <a:xfrm>
            <a:off x="603720" y="1622160"/>
            <a:ext cx="15120" cy="15120"/>
          </a:xfrm>
          <a:custGeom>
            <a:avLst/>
            <a:gdLst/>
            <a:ahLst/>
            <a:rect l="0" t="0" r="r" b="b"/>
            <a:pathLst>
              <a:path w="42" h="42">
                <a:moveTo>
                  <a:pt x="0" y="21"/>
                </a:moveTo>
                <a:cubicBezTo>
                  <a:pt x="0" y="-7"/>
                  <a:pt x="42" y="-7"/>
                  <a:pt x="42" y="21"/>
                </a:cubicBezTo>
                <a:cubicBezTo>
                  <a:pt x="42" y="49"/>
                  <a:pt x="0" y="49"/>
                  <a:pt x="0" y="21"/>
                </a:cubicBezTo>
                <a:close/>
              </a:path>
            </a:pathLst>
          </a:custGeom>
          <a:solidFill>
            <a:srgbClr val="2A9D8F">
              <a:alpha val="50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01" name=""/>
          <p:cNvSpPr/>
          <p:nvPr/>
        </p:nvSpPr>
        <p:spPr>
          <a:xfrm>
            <a:off x="603720" y="1622160"/>
            <a:ext cx="15120" cy="15120"/>
          </a:xfrm>
          <a:custGeom>
            <a:avLst/>
            <a:gdLst/>
            <a:ahLst/>
            <a:rect l="0" t="0" r="r" b="b"/>
            <a:pathLst>
              <a:path fill="none" w="42" h="42">
                <a:moveTo>
                  <a:pt x="42" y="21"/>
                </a:moveTo>
                <a:cubicBezTo>
                  <a:pt x="42" y="49"/>
                  <a:pt x="0" y="49"/>
                  <a:pt x="0" y="21"/>
                </a:cubicBezTo>
                <a:cubicBezTo>
                  <a:pt x="0" y="-7"/>
                  <a:pt x="42" y="-7"/>
                  <a:pt x="42" y="21"/>
                </a:cubicBezTo>
              </a:path>
            </a:pathLst>
          </a:custGeom>
          <a:ln cap="rnd" w="0">
            <a:solidFill>
              <a:srgbClr val="2A9D8F">
                <a:alpha val="50000"/>
              </a:srgbClr>
            </a:solidFill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02" name=""/>
          <p:cNvSpPr/>
          <p:nvPr/>
        </p:nvSpPr>
        <p:spPr>
          <a:xfrm>
            <a:off x="2065680" y="1171800"/>
            <a:ext cx="15480" cy="15480"/>
          </a:xfrm>
          <a:custGeom>
            <a:avLst/>
            <a:gdLst/>
            <a:ahLst/>
            <a:rect l="0" t="0" r="r" b="b"/>
            <a:pathLst>
              <a:path w="43" h="43">
                <a:moveTo>
                  <a:pt x="0" y="22"/>
                </a:moveTo>
                <a:cubicBezTo>
                  <a:pt x="0" y="-7"/>
                  <a:pt x="43" y="-7"/>
                  <a:pt x="43" y="22"/>
                </a:cubicBezTo>
                <a:cubicBezTo>
                  <a:pt x="43" y="50"/>
                  <a:pt x="0" y="50"/>
                  <a:pt x="0" y="22"/>
                </a:cubicBezTo>
                <a:close/>
              </a:path>
            </a:pathLst>
          </a:custGeom>
          <a:solidFill>
            <a:srgbClr val="2A9D8F">
              <a:alpha val="50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03" name=""/>
          <p:cNvSpPr/>
          <p:nvPr/>
        </p:nvSpPr>
        <p:spPr>
          <a:xfrm>
            <a:off x="2065680" y="1171800"/>
            <a:ext cx="15480" cy="15480"/>
          </a:xfrm>
          <a:custGeom>
            <a:avLst/>
            <a:gdLst/>
            <a:ahLst/>
            <a:rect l="0" t="0" r="r" b="b"/>
            <a:pathLst>
              <a:path fill="none" w="43" h="43">
                <a:moveTo>
                  <a:pt x="43" y="22"/>
                </a:moveTo>
                <a:cubicBezTo>
                  <a:pt x="43" y="50"/>
                  <a:pt x="0" y="50"/>
                  <a:pt x="0" y="22"/>
                </a:cubicBezTo>
                <a:cubicBezTo>
                  <a:pt x="0" y="-7"/>
                  <a:pt x="43" y="-7"/>
                  <a:pt x="43" y="22"/>
                </a:cubicBezTo>
              </a:path>
            </a:pathLst>
          </a:custGeom>
          <a:ln cap="rnd" w="0">
            <a:solidFill>
              <a:srgbClr val="2A9D8F">
                <a:alpha val="50000"/>
              </a:srgbClr>
            </a:solidFill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04" name=""/>
          <p:cNvSpPr/>
          <p:nvPr/>
        </p:nvSpPr>
        <p:spPr>
          <a:xfrm>
            <a:off x="1124280" y="1749240"/>
            <a:ext cx="15120" cy="15480"/>
          </a:xfrm>
          <a:custGeom>
            <a:avLst/>
            <a:gdLst/>
            <a:ahLst/>
            <a:rect l="0" t="0" r="r" b="b"/>
            <a:pathLst>
              <a:path w="42" h="43">
                <a:moveTo>
                  <a:pt x="0" y="21"/>
                </a:moveTo>
                <a:cubicBezTo>
                  <a:pt x="0" y="-7"/>
                  <a:pt x="42" y="-7"/>
                  <a:pt x="42" y="21"/>
                </a:cubicBezTo>
                <a:cubicBezTo>
                  <a:pt x="42" y="50"/>
                  <a:pt x="0" y="50"/>
                  <a:pt x="0" y="21"/>
                </a:cubicBezTo>
                <a:close/>
              </a:path>
            </a:pathLst>
          </a:custGeom>
          <a:solidFill>
            <a:srgbClr val="2A9D8F">
              <a:alpha val="50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05" name=""/>
          <p:cNvSpPr/>
          <p:nvPr/>
        </p:nvSpPr>
        <p:spPr>
          <a:xfrm>
            <a:off x="1124280" y="1749240"/>
            <a:ext cx="15120" cy="15480"/>
          </a:xfrm>
          <a:custGeom>
            <a:avLst/>
            <a:gdLst/>
            <a:ahLst/>
            <a:rect l="0" t="0" r="r" b="b"/>
            <a:pathLst>
              <a:path fill="none" w="42" h="43">
                <a:moveTo>
                  <a:pt x="42" y="21"/>
                </a:moveTo>
                <a:cubicBezTo>
                  <a:pt x="42" y="50"/>
                  <a:pt x="0" y="50"/>
                  <a:pt x="0" y="21"/>
                </a:cubicBezTo>
                <a:cubicBezTo>
                  <a:pt x="0" y="-7"/>
                  <a:pt x="42" y="-7"/>
                  <a:pt x="42" y="21"/>
                </a:cubicBezTo>
              </a:path>
            </a:pathLst>
          </a:custGeom>
          <a:ln cap="rnd" w="0">
            <a:solidFill>
              <a:srgbClr val="2A9D8F">
                <a:alpha val="50000"/>
              </a:srgbClr>
            </a:solidFill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06" name=""/>
          <p:cNvSpPr/>
          <p:nvPr/>
        </p:nvSpPr>
        <p:spPr>
          <a:xfrm>
            <a:off x="583560" y="1397160"/>
            <a:ext cx="15480" cy="15840"/>
          </a:xfrm>
          <a:custGeom>
            <a:avLst/>
            <a:gdLst/>
            <a:ahLst/>
            <a:rect l="0" t="0" r="r" b="b"/>
            <a:pathLst>
              <a:path w="43" h="44">
                <a:moveTo>
                  <a:pt x="0" y="22"/>
                </a:moveTo>
                <a:cubicBezTo>
                  <a:pt x="0" y="-7"/>
                  <a:pt x="43" y="-7"/>
                  <a:pt x="43" y="22"/>
                </a:cubicBezTo>
                <a:cubicBezTo>
                  <a:pt x="43" y="51"/>
                  <a:pt x="0" y="51"/>
                  <a:pt x="0" y="22"/>
                </a:cubicBezTo>
                <a:close/>
              </a:path>
            </a:pathLst>
          </a:custGeom>
          <a:solidFill>
            <a:srgbClr val="2A9D8F">
              <a:alpha val="50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07" name=""/>
          <p:cNvSpPr/>
          <p:nvPr/>
        </p:nvSpPr>
        <p:spPr>
          <a:xfrm>
            <a:off x="583560" y="1397160"/>
            <a:ext cx="15480" cy="15840"/>
          </a:xfrm>
          <a:custGeom>
            <a:avLst/>
            <a:gdLst/>
            <a:ahLst/>
            <a:rect l="0" t="0" r="r" b="b"/>
            <a:pathLst>
              <a:path fill="none" w="43" h="44">
                <a:moveTo>
                  <a:pt x="43" y="22"/>
                </a:moveTo>
                <a:cubicBezTo>
                  <a:pt x="43" y="51"/>
                  <a:pt x="0" y="51"/>
                  <a:pt x="0" y="22"/>
                </a:cubicBezTo>
                <a:cubicBezTo>
                  <a:pt x="0" y="-7"/>
                  <a:pt x="43" y="-7"/>
                  <a:pt x="43" y="22"/>
                </a:cubicBezTo>
              </a:path>
            </a:pathLst>
          </a:custGeom>
          <a:ln cap="rnd" w="0">
            <a:solidFill>
              <a:srgbClr val="2A9D8F">
                <a:alpha val="50000"/>
              </a:srgbClr>
            </a:solidFill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08" name=""/>
          <p:cNvSpPr/>
          <p:nvPr/>
        </p:nvSpPr>
        <p:spPr>
          <a:xfrm>
            <a:off x="2059200" y="1364760"/>
            <a:ext cx="15120" cy="15840"/>
          </a:xfrm>
          <a:custGeom>
            <a:avLst/>
            <a:gdLst/>
            <a:ahLst/>
            <a:rect l="0" t="0" r="r" b="b"/>
            <a:pathLst>
              <a:path w="42" h="44">
                <a:moveTo>
                  <a:pt x="0" y="22"/>
                </a:moveTo>
                <a:cubicBezTo>
                  <a:pt x="0" y="-7"/>
                  <a:pt x="42" y="-7"/>
                  <a:pt x="42" y="22"/>
                </a:cubicBezTo>
                <a:cubicBezTo>
                  <a:pt x="42" y="51"/>
                  <a:pt x="0" y="51"/>
                  <a:pt x="0" y="22"/>
                </a:cubicBezTo>
                <a:close/>
              </a:path>
            </a:pathLst>
          </a:custGeom>
          <a:solidFill>
            <a:srgbClr val="2A9D8F">
              <a:alpha val="50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09" name=""/>
          <p:cNvSpPr/>
          <p:nvPr/>
        </p:nvSpPr>
        <p:spPr>
          <a:xfrm>
            <a:off x="2059200" y="1364760"/>
            <a:ext cx="15120" cy="15840"/>
          </a:xfrm>
          <a:custGeom>
            <a:avLst/>
            <a:gdLst/>
            <a:ahLst/>
            <a:rect l="0" t="0" r="r" b="b"/>
            <a:pathLst>
              <a:path fill="none" w="42" h="44">
                <a:moveTo>
                  <a:pt x="42" y="22"/>
                </a:moveTo>
                <a:cubicBezTo>
                  <a:pt x="42" y="51"/>
                  <a:pt x="0" y="51"/>
                  <a:pt x="0" y="22"/>
                </a:cubicBezTo>
                <a:cubicBezTo>
                  <a:pt x="0" y="-7"/>
                  <a:pt x="42" y="-7"/>
                  <a:pt x="42" y="22"/>
                </a:cubicBezTo>
              </a:path>
            </a:pathLst>
          </a:custGeom>
          <a:ln cap="rnd" w="0">
            <a:solidFill>
              <a:srgbClr val="2A9D8F">
                <a:alpha val="50000"/>
              </a:srgbClr>
            </a:solidFill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10" name=""/>
          <p:cNvSpPr/>
          <p:nvPr/>
        </p:nvSpPr>
        <p:spPr>
          <a:xfrm>
            <a:off x="1581480" y="1540800"/>
            <a:ext cx="15120" cy="15840"/>
          </a:xfrm>
          <a:custGeom>
            <a:avLst/>
            <a:gdLst/>
            <a:ahLst/>
            <a:rect l="0" t="0" r="r" b="b"/>
            <a:pathLst>
              <a:path w="42" h="44">
                <a:moveTo>
                  <a:pt x="0" y="22"/>
                </a:moveTo>
                <a:cubicBezTo>
                  <a:pt x="0" y="-7"/>
                  <a:pt x="42" y="-7"/>
                  <a:pt x="42" y="22"/>
                </a:cubicBezTo>
                <a:cubicBezTo>
                  <a:pt x="42" y="51"/>
                  <a:pt x="0" y="51"/>
                  <a:pt x="0" y="22"/>
                </a:cubicBezTo>
                <a:close/>
              </a:path>
            </a:pathLst>
          </a:custGeom>
          <a:solidFill>
            <a:srgbClr val="2A9D8F">
              <a:alpha val="50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11" name=""/>
          <p:cNvSpPr/>
          <p:nvPr/>
        </p:nvSpPr>
        <p:spPr>
          <a:xfrm>
            <a:off x="1581480" y="1540800"/>
            <a:ext cx="15120" cy="15840"/>
          </a:xfrm>
          <a:custGeom>
            <a:avLst/>
            <a:gdLst/>
            <a:ahLst/>
            <a:rect l="0" t="0" r="r" b="b"/>
            <a:pathLst>
              <a:path fill="none" w="42" h="44">
                <a:moveTo>
                  <a:pt x="42" y="22"/>
                </a:moveTo>
                <a:cubicBezTo>
                  <a:pt x="42" y="51"/>
                  <a:pt x="0" y="51"/>
                  <a:pt x="0" y="22"/>
                </a:cubicBezTo>
                <a:cubicBezTo>
                  <a:pt x="0" y="-7"/>
                  <a:pt x="42" y="-7"/>
                  <a:pt x="42" y="22"/>
                </a:cubicBezTo>
              </a:path>
            </a:pathLst>
          </a:custGeom>
          <a:ln cap="rnd" w="0">
            <a:solidFill>
              <a:srgbClr val="2A9D8F">
                <a:alpha val="50000"/>
              </a:srgbClr>
            </a:solidFill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12" name=""/>
          <p:cNvSpPr/>
          <p:nvPr/>
        </p:nvSpPr>
        <p:spPr>
          <a:xfrm>
            <a:off x="593640" y="1437120"/>
            <a:ext cx="15120" cy="15480"/>
          </a:xfrm>
          <a:custGeom>
            <a:avLst/>
            <a:gdLst/>
            <a:ahLst/>
            <a:rect l="0" t="0" r="r" b="b"/>
            <a:pathLst>
              <a:path w="42" h="43">
                <a:moveTo>
                  <a:pt x="0" y="21"/>
                </a:moveTo>
                <a:cubicBezTo>
                  <a:pt x="0" y="-7"/>
                  <a:pt x="42" y="-7"/>
                  <a:pt x="42" y="21"/>
                </a:cubicBezTo>
                <a:cubicBezTo>
                  <a:pt x="42" y="50"/>
                  <a:pt x="0" y="50"/>
                  <a:pt x="0" y="21"/>
                </a:cubicBezTo>
                <a:close/>
              </a:path>
            </a:pathLst>
          </a:custGeom>
          <a:solidFill>
            <a:srgbClr val="2A9D8F">
              <a:alpha val="50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13" name=""/>
          <p:cNvSpPr/>
          <p:nvPr/>
        </p:nvSpPr>
        <p:spPr>
          <a:xfrm>
            <a:off x="593640" y="1437120"/>
            <a:ext cx="15120" cy="15480"/>
          </a:xfrm>
          <a:custGeom>
            <a:avLst/>
            <a:gdLst/>
            <a:ahLst/>
            <a:rect l="0" t="0" r="r" b="b"/>
            <a:pathLst>
              <a:path fill="none" w="42" h="43">
                <a:moveTo>
                  <a:pt x="42" y="21"/>
                </a:moveTo>
                <a:cubicBezTo>
                  <a:pt x="42" y="50"/>
                  <a:pt x="0" y="50"/>
                  <a:pt x="0" y="21"/>
                </a:cubicBezTo>
                <a:cubicBezTo>
                  <a:pt x="0" y="-7"/>
                  <a:pt x="42" y="-7"/>
                  <a:pt x="42" y="21"/>
                </a:cubicBezTo>
              </a:path>
            </a:pathLst>
          </a:custGeom>
          <a:ln cap="rnd" w="0">
            <a:solidFill>
              <a:srgbClr val="2A9D8F">
                <a:alpha val="50000"/>
              </a:srgbClr>
            </a:solidFill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14" name=""/>
          <p:cNvSpPr/>
          <p:nvPr/>
        </p:nvSpPr>
        <p:spPr>
          <a:xfrm>
            <a:off x="1133640" y="1473120"/>
            <a:ext cx="15120" cy="15120"/>
          </a:xfrm>
          <a:custGeom>
            <a:avLst/>
            <a:gdLst/>
            <a:ahLst/>
            <a:rect l="0" t="0" r="r" b="b"/>
            <a:pathLst>
              <a:path w="42" h="42">
                <a:moveTo>
                  <a:pt x="0" y="21"/>
                </a:moveTo>
                <a:cubicBezTo>
                  <a:pt x="0" y="-7"/>
                  <a:pt x="42" y="-7"/>
                  <a:pt x="42" y="21"/>
                </a:cubicBezTo>
                <a:cubicBezTo>
                  <a:pt x="42" y="49"/>
                  <a:pt x="0" y="49"/>
                  <a:pt x="0" y="21"/>
                </a:cubicBezTo>
                <a:close/>
              </a:path>
            </a:pathLst>
          </a:custGeom>
          <a:solidFill>
            <a:srgbClr val="2A9D8F">
              <a:alpha val="50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15" name=""/>
          <p:cNvSpPr/>
          <p:nvPr/>
        </p:nvSpPr>
        <p:spPr>
          <a:xfrm>
            <a:off x="1133640" y="1473120"/>
            <a:ext cx="15120" cy="15120"/>
          </a:xfrm>
          <a:custGeom>
            <a:avLst/>
            <a:gdLst/>
            <a:ahLst/>
            <a:rect l="0" t="0" r="r" b="b"/>
            <a:pathLst>
              <a:path fill="none" w="42" h="42">
                <a:moveTo>
                  <a:pt x="42" y="21"/>
                </a:moveTo>
                <a:cubicBezTo>
                  <a:pt x="42" y="49"/>
                  <a:pt x="0" y="49"/>
                  <a:pt x="0" y="21"/>
                </a:cubicBezTo>
                <a:cubicBezTo>
                  <a:pt x="0" y="-7"/>
                  <a:pt x="42" y="-7"/>
                  <a:pt x="42" y="21"/>
                </a:cubicBezTo>
              </a:path>
            </a:pathLst>
          </a:custGeom>
          <a:ln cap="rnd" w="0">
            <a:solidFill>
              <a:srgbClr val="2A9D8F">
                <a:alpha val="50000"/>
              </a:srgbClr>
            </a:solidFill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16" name=""/>
          <p:cNvSpPr/>
          <p:nvPr/>
        </p:nvSpPr>
        <p:spPr>
          <a:xfrm>
            <a:off x="606240" y="1763280"/>
            <a:ext cx="15480" cy="15840"/>
          </a:xfrm>
          <a:custGeom>
            <a:avLst/>
            <a:gdLst/>
            <a:ahLst/>
            <a:rect l="0" t="0" r="r" b="b"/>
            <a:pathLst>
              <a:path w="43" h="44">
                <a:moveTo>
                  <a:pt x="0" y="22"/>
                </a:moveTo>
                <a:cubicBezTo>
                  <a:pt x="0" y="-7"/>
                  <a:pt x="43" y="-7"/>
                  <a:pt x="43" y="22"/>
                </a:cubicBezTo>
                <a:cubicBezTo>
                  <a:pt x="43" y="51"/>
                  <a:pt x="0" y="51"/>
                  <a:pt x="0" y="22"/>
                </a:cubicBezTo>
                <a:close/>
              </a:path>
            </a:pathLst>
          </a:custGeom>
          <a:solidFill>
            <a:srgbClr val="2A9D8F">
              <a:alpha val="50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17" name=""/>
          <p:cNvSpPr/>
          <p:nvPr/>
        </p:nvSpPr>
        <p:spPr>
          <a:xfrm>
            <a:off x="606240" y="1763280"/>
            <a:ext cx="15480" cy="15840"/>
          </a:xfrm>
          <a:custGeom>
            <a:avLst/>
            <a:gdLst/>
            <a:ahLst/>
            <a:rect l="0" t="0" r="r" b="b"/>
            <a:pathLst>
              <a:path fill="none" w="43" h="44">
                <a:moveTo>
                  <a:pt x="43" y="22"/>
                </a:moveTo>
                <a:cubicBezTo>
                  <a:pt x="43" y="51"/>
                  <a:pt x="0" y="51"/>
                  <a:pt x="0" y="22"/>
                </a:cubicBezTo>
                <a:cubicBezTo>
                  <a:pt x="0" y="-7"/>
                  <a:pt x="43" y="-7"/>
                  <a:pt x="43" y="22"/>
                </a:cubicBezTo>
              </a:path>
            </a:pathLst>
          </a:custGeom>
          <a:ln cap="rnd" w="0">
            <a:solidFill>
              <a:srgbClr val="2A9D8F">
                <a:alpha val="50000"/>
              </a:srgbClr>
            </a:solidFill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18" name=""/>
          <p:cNvSpPr/>
          <p:nvPr/>
        </p:nvSpPr>
        <p:spPr>
          <a:xfrm>
            <a:off x="1572480" y="1728000"/>
            <a:ext cx="15120" cy="15120"/>
          </a:xfrm>
          <a:custGeom>
            <a:avLst/>
            <a:gdLst/>
            <a:ahLst/>
            <a:rect l="0" t="0" r="r" b="b"/>
            <a:pathLst>
              <a:path w="42" h="42">
                <a:moveTo>
                  <a:pt x="0" y="22"/>
                </a:moveTo>
                <a:cubicBezTo>
                  <a:pt x="0" y="-7"/>
                  <a:pt x="42" y="-7"/>
                  <a:pt x="42" y="22"/>
                </a:cubicBezTo>
                <a:cubicBezTo>
                  <a:pt x="42" y="49"/>
                  <a:pt x="0" y="49"/>
                  <a:pt x="0" y="22"/>
                </a:cubicBezTo>
                <a:close/>
              </a:path>
            </a:pathLst>
          </a:custGeom>
          <a:solidFill>
            <a:srgbClr val="2A9D8F">
              <a:alpha val="50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19" name=""/>
          <p:cNvSpPr/>
          <p:nvPr/>
        </p:nvSpPr>
        <p:spPr>
          <a:xfrm>
            <a:off x="1572480" y="1728000"/>
            <a:ext cx="15120" cy="15120"/>
          </a:xfrm>
          <a:custGeom>
            <a:avLst/>
            <a:gdLst/>
            <a:ahLst/>
            <a:rect l="0" t="0" r="r" b="b"/>
            <a:pathLst>
              <a:path fill="none" w="42" h="42">
                <a:moveTo>
                  <a:pt x="42" y="22"/>
                </a:moveTo>
                <a:cubicBezTo>
                  <a:pt x="42" y="49"/>
                  <a:pt x="0" y="49"/>
                  <a:pt x="0" y="22"/>
                </a:cubicBezTo>
                <a:cubicBezTo>
                  <a:pt x="0" y="-7"/>
                  <a:pt x="42" y="-7"/>
                  <a:pt x="42" y="22"/>
                </a:cubicBezTo>
              </a:path>
            </a:pathLst>
          </a:custGeom>
          <a:ln cap="rnd" w="0">
            <a:solidFill>
              <a:srgbClr val="2A9D8F">
                <a:alpha val="50000"/>
              </a:srgbClr>
            </a:solidFill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20" name=""/>
          <p:cNvSpPr/>
          <p:nvPr/>
        </p:nvSpPr>
        <p:spPr>
          <a:xfrm>
            <a:off x="575280" y="1668240"/>
            <a:ext cx="15120" cy="15480"/>
          </a:xfrm>
          <a:custGeom>
            <a:avLst/>
            <a:gdLst/>
            <a:ahLst/>
            <a:rect l="0" t="0" r="r" b="b"/>
            <a:pathLst>
              <a:path w="42" h="43">
                <a:moveTo>
                  <a:pt x="0" y="22"/>
                </a:moveTo>
                <a:cubicBezTo>
                  <a:pt x="0" y="-7"/>
                  <a:pt x="42" y="-7"/>
                  <a:pt x="42" y="22"/>
                </a:cubicBezTo>
                <a:cubicBezTo>
                  <a:pt x="42" y="50"/>
                  <a:pt x="0" y="50"/>
                  <a:pt x="0" y="22"/>
                </a:cubicBezTo>
                <a:close/>
              </a:path>
            </a:pathLst>
          </a:custGeom>
          <a:solidFill>
            <a:srgbClr val="2A9D8F">
              <a:alpha val="50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21" name=""/>
          <p:cNvSpPr/>
          <p:nvPr/>
        </p:nvSpPr>
        <p:spPr>
          <a:xfrm>
            <a:off x="575280" y="1668240"/>
            <a:ext cx="15120" cy="15480"/>
          </a:xfrm>
          <a:custGeom>
            <a:avLst/>
            <a:gdLst/>
            <a:ahLst/>
            <a:rect l="0" t="0" r="r" b="b"/>
            <a:pathLst>
              <a:path fill="none" w="42" h="43">
                <a:moveTo>
                  <a:pt x="42" y="22"/>
                </a:moveTo>
                <a:cubicBezTo>
                  <a:pt x="42" y="50"/>
                  <a:pt x="0" y="50"/>
                  <a:pt x="0" y="22"/>
                </a:cubicBezTo>
                <a:cubicBezTo>
                  <a:pt x="0" y="-7"/>
                  <a:pt x="42" y="-7"/>
                  <a:pt x="42" y="22"/>
                </a:cubicBezTo>
              </a:path>
            </a:pathLst>
          </a:custGeom>
          <a:ln cap="rnd" w="0">
            <a:solidFill>
              <a:srgbClr val="2A9D8F">
                <a:alpha val="50000"/>
              </a:srgbClr>
            </a:solidFill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22" name=""/>
          <p:cNvSpPr/>
          <p:nvPr/>
        </p:nvSpPr>
        <p:spPr>
          <a:xfrm>
            <a:off x="616680" y="1767600"/>
            <a:ext cx="15120" cy="15120"/>
          </a:xfrm>
          <a:custGeom>
            <a:avLst/>
            <a:gdLst/>
            <a:ahLst/>
            <a:rect l="0" t="0" r="r" b="b"/>
            <a:pathLst>
              <a:path w="42" h="42">
                <a:moveTo>
                  <a:pt x="0" y="21"/>
                </a:moveTo>
                <a:cubicBezTo>
                  <a:pt x="0" y="-7"/>
                  <a:pt x="42" y="-7"/>
                  <a:pt x="42" y="21"/>
                </a:cubicBezTo>
                <a:cubicBezTo>
                  <a:pt x="42" y="49"/>
                  <a:pt x="0" y="49"/>
                  <a:pt x="0" y="21"/>
                </a:cubicBezTo>
                <a:close/>
              </a:path>
            </a:pathLst>
          </a:custGeom>
          <a:solidFill>
            <a:srgbClr val="2A9D8F">
              <a:alpha val="50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23" name=""/>
          <p:cNvSpPr/>
          <p:nvPr/>
        </p:nvSpPr>
        <p:spPr>
          <a:xfrm>
            <a:off x="616680" y="1767600"/>
            <a:ext cx="15120" cy="15120"/>
          </a:xfrm>
          <a:custGeom>
            <a:avLst/>
            <a:gdLst/>
            <a:ahLst/>
            <a:rect l="0" t="0" r="r" b="b"/>
            <a:pathLst>
              <a:path fill="none" w="42" h="42">
                <a:moveTo>
                  <a:pt x="42" y="21"/>
                </a:moveTo>
                <a:cubicBezTo>
                  <a:pt x="42" y="49"/>
                  <a:pt x="0" y="49"/>
                  <a:pt x="0" y="21"/>
                </a:cubicBezTo>
                <a:cubicBezTo>
                  <a:pt x="0" y="-7"/>
                  <a:pt x="42" y="-7"/>
                  <a:pt x="42" y="21"/>
                </a:cubicBezTo>
              </a:path>
            </a:pathLst>
          </a:custGeom>
          <a:ln cap="rnd" w="0">
            <a:solidFill>
              <a:srgbClr val="2A9D8F">
                <a:alpha val="50000"/>
              </a:srgbClr>
            </a:solidFill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24" name=""/>
          <p:cNvSpPr/>
          <p:nvPr/>
        </p:nvSpPr>
        <p:spPr>
          <a:xfrm>
            <a:off x="2126880" y="1368360"/>
            <a:ext cx="15480" cy="15120"/>
          </a:xfrm>
          <a:custGeom>
            <a:avLst/>
            <a:gdLst/>
            <a:ahLst/>
            <a:rect l="0" t="0" r="r" b="b"/>
            <a:pathLst>
              <a:path w="43" h="42">
                <a:moveTo>
                  <a:pt x="0" y="20"/>
                </a:moveTo>
                <a:cubicBezTo>
                  <a:pt x="0" y="-7"/>
                  <a:pt x="43" y="-7"/>
                  <a:pt x="43" y="20"/>
                </a:cubicBezTo>
                <a:cubicBezTo>
                  <a:pt x="43" y="49"/>
                  <a:pt x="0" y="49"/>
                  <a:pt x="0" y="20"/>
                </a:cubicBezTo>
                <a:close/>
              </a:path>
            </a:pathLst>
          </a:custGeom>
          <a:solidFill>
            <a:srgbClr val="2A9D8F">
              <a:alpha val="50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25" name=""/>
          <p:cNvSpPr/>
          <p:nvPr/>
        </p:nvSpPr>
        <p:spPr>
          <a:xfrm>
            <a:off x="2126880" y="1368360"/>
            <a:ext cx="15480" cy="15120"/>
          </a:xfrm>
          <a:custGeom>
            <a:avLst/>
            <a:gdLst/>
            <a:ahLst/>
            <a:rect l="0" t="0" r="r" b="b"/>
            <a:pathLst>
              <a:path fill="none" w="43" h="42">
                <a:moveTo>
                  <a:pt x="43" y="20"/>
                </a:moveTo>
                <a:cubicBezTo>
                  <a:pt x="43" y="49"/>
                  <a:pt x="0" y="49"/>
                  <a:pt x="0" y="20"/>
                </a:cubicBezTo>
                <a:cubicBezTo>
                  <a:pt x="0" y="-7"/>
                  <a:pt x="43" y="-7"/>
                  <a:pt x="43" y="20"/>
                </a:cubicBezTo>
              </a:path>
            </a:pathLst>
          </a:custGeom>
          <a:ln cap="rnd" w="0">
            <a:solidFill>
              <a:srgbClr val="2A9D8F">
                <a:alpha val="50000"/>
              </a:srgbClr>
            </a:solidFill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26" name=""/>
          <p:cNvSpPr/>
          <p:nvPr/>
        </p:nvSpPr>
        <p:spPr>
          <a:xfrm>
            <a:off x="2072160" y="1362960"/>
            <a:ext cx="15120" cy="15480"/>
          </a:xfrm>
          <a:custGeom>
            <a:avLst/>
            <a:gdLst/>
            <a:ahLst/>
            <a:rect l="0" t="0" r="r" b="b"/>
            <a:pathLst>
              <a:path w="42" h="43">
                <a:moveTo>
                  <a:pt x="0" y="21"/>
                </a:moveTo>
                <a:cubicBezTo>
                  <a:pt x="0" y="-7"/>
                  <a:pt x="42" y="-7"/>
                  <a:pt x="42" y="21"/>
                </a:cubicBezTo>
                <a:cubicBezTo>
                  <a:pt x="42" y="50"/>
                  <a:pt x="0" y="50"/>
                  <a:pt x="0" y="21"/>
                </a:cubicBezTo>
                <a:close/>
              </a:path>
            </a:pathLst>
          </a:custGeom>
          <a:solidFill>
            <a:srgbClr val="2A9D8F">
              <a:alpha val="50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27" name=""/>
          <p:cNvSpPr/>
          <p:nvPr/>
        </p:nvSpPr>
        <p:spPr>
          <a:xfrm>
            <a:off x="2072160" y="1362960"/>
            <a:ext cx="15120" cy="15480"/>
          </a:xfrm>
          <a:custGeom>
            <a:avLst/>
            <a:gdLst/>
            <a:ahLst/>
            <a:rect l="0" t="0" r="r" b="b"/>
            <a:pathLst>
              <a:path fill="none" w="42" h="43">
                <a:moveTo>
                  <a:pt x="42" y="21"/>
                </a:moveTo>
                <a:cubicBezTo>
                  <a:pt x="42" y="50"/>
                  <a:pt x="0" y="50"/>
                  <a:pt x="0" y="21"/>
                </a:cubicBezTo>
                <a:cubicBezTo>
                  <a:pt x="0" y="-7"/>
                  <a:pt x="42" y="-7"/>
                  <a:pt x="42" y="21"/>
                </a:cubicBezTo>
              </a:path>
            </a:pathLst>
          </a:custGeom>
          <a:ln cap="rnd" w="0">
            <a:solidFill>
              <a:srgbClr val="2A9D8F">
                <a:alpha val="50000"/>
              </a:srgbClr>
            </a:solidFill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28" name=""/>
          <p:cNvSpPr/>
          <p:nvPr/>
        </p:nvSpPr>
        <p:spPr>
          <a:xfrm>
            <a:off x="2046240" y="1367280"/>
            <a:ext cx="15120" cy="15840"/>
          </a:xfrm>
          <a:custGeom>
            <a:avLst/>
            <a:gdLst/>
            <a:ahLst/>
            <a:rect l="0" t="0" r="r" b="b"/>
            <a:pathLst>
              <a:path w="42" h="44">
                <a:moveTo>
                  <a:pt x="0" y="22"/>
                </a:moveTo>
                <a:cubicBezTo>
                  <a:pt x="0" y="-7"/>
                  <a:pt x="42" y="-7"/>
                  <a:pt x="42" y="22"/>
                </a:cubicBezTo>
                <a:cubicBezTo>
                  <a:pt x="42" y="51"/>
                  <a:pt x="0" y="51"/>
                  <a:pt x="0" y="22"/>
                </a:cubicBezTo>
                <a:close/>
              </a:path>
            </a:pathLst>
          </a:custGeom>
          <a:solidFill>
            <a:srgbClr val="2A9D8F">
              <a:alpha val="50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29" name=""/>
          <p:cNvSpPr/>
          <p:nvPr/>
        </p:nvSpPr>
        <p:spPr>
          <a:xfrm>
            <a:off x="2046240" y="1367280"/>
            <a:ext cx="15120" cy="15840"/>
          </a:xfrm>
          <a:custGeom>
            <a:avLst/>
            <a:gdLst/>
            <a:ahLst/>
            <a:rect l="0" t="0" r="r" b="b"/>
            <a:pathLst>
              <a:path fill="none" w="42" h="44">
                <a:moveTo>
                  <a:pt x="42" y="22"/>
                </a:moveTo>
                <a:cubicBezTo>
                  <a:pt x="42" y="51"/>
                  <a:pt x="0" y="51"/>
                  <a:pt x="0" y="22"/>
                </a:cubicBezTo>
                <a:cubicBezTo>
                  <a:pt x="0" y="-7"/>
                  <a:pt x="42" y="-7"/>
                  <a:pt x="42" y="22"/>
                </a:cubicBezTo>
              </a:path>
            </a:pathLst>
          </a:custGeom>
          <a:ln cap="rnd" w="0">
            <a:solidFill>
              <a:srgbClr val="2A9D8F">
                <a:alpha val="50000"/>
              </a:srgbClr>
            </a:solidFill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30" name=""/>
          <p:cNvSpPr/>
          <p:nvPr/>
        </p:nvSpPr>
        <p:spPr>
          <a:xfrm>
            <a:off x="2110680" y="1358280"/>
            <a:ext cx="15120" cy="15120"/>
          </a:xfrm>
          <a:custGeom>
            <a:avLst/>
            <a:gdLst/>
            <a:ahLst/>
            <a:rect l="0" t="0" r="r" b="b"/>
            <a:pathLst>
              <a:path w="42" h="42">
                <a:moveTo>
                  <a:pt x="0" y="22"/>
                </a:moveTo>
                <a:cubicBezTo>
                  <a:pt x="0" y="-7"/>
                  <a:pt x="42" y="-7"/>
                  <a:pt x="42" y="22"/>
                </a:cubicBezTo>
                <a:cubicBezTo>
                  <a:pt x="42" y="49"/>
                  <a:pt x="0" y="49"/>
                  <a:pt x="0" y="22"/>
                </a:cubicBezTo>
                <a:close/>
              </a:path>
            </a:pathLst>
          </a:custGeom>
          <a:solidFill>
            <a:srgbClr val="2A9D8F">
              <a:alpha val="50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31" name=""/>
          <p:cNvSpPr/>
          <p:nvPr/>
        </p:nvSpPr>
        <p:spPr>
          <a:xfrm>
            <a:off x="2110680" y="1358280"/>
            <a:ext cx="15120" cy="15120"/>
          </a:xfrm>
          <a:custGeom>
            <a:avLst/>
            <a:gdLst/>
            <a:ahLst/>
            <a:rect l="0" t="0" r="r" b="b"/>
            <a:pathLst>
              <a:path fill="none" w="42" h="42">
                <a:moveTo>
                  <a:pt x="42" y="22"/>
                </a:moveTo>
                <a:cubicBezTo>
                  <a:pt x="42" y="49"/>
                  <a:pt x="0" y="49"/>
                  <a:pt x="0" y="22"/>
                </a:cubicBezTo>
                <a:cubicBezTo>
                  <a:pt x="0" y="-7"/>
                  <a:pt x="42" y="-7"/>
                  <a:pt x="42" y="22"/>
                </a:cubicBezTo>
              </a:path>
            </a:pathLst>
          </a:custGeom>
          <a:ln cap="rnd" w="0">
            <a:solidFill>
              <a:srgbClr val="2A9D8F">
                <a:alpha val="50000"/>
              </a:srgbClr>
            </a:solidFill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32" name=""/>
          <p:cNvSpPr/>
          <p:nvPr/>
        </p:nvSpPr>
        <p:spPr>
          <a:xfrm>
            <a:off x="1551600" y="1468440"/>
            <a:ext cx="15480" cy="15480"/>
          </a:xfrm>
          <a:custGeom>
            <a:avLst/>
            <a:gdLst/>
            <a:ahLst/>
            <a:rect l="0" t="0" r="r" b="b"/>
            <a:pathLst>
              <a:path w="43" h="43">
                <a:moveTo>
                  <a:pt x="0" y="21"/>
                </a:moveTo>
                <a:cubicBezTo>
                  <a:pt x="0" y="-7"/>
                  <a:pt x="43" y="-7"/>
                  <a:pt x="43" y="21"/>
                </a:cubicBezTo>
                <a:cubicBezTo>
                  <a:pt x="43" y="50"/>
                  <a:pt x="0" y="50"/>
                  <a:pt x="0" y="21"/>
                </a:cubicBezTo>
                <a:close/>
              </a:path>
            </a:pathLst>
          </a:custGeom>
          <a:solidFill>
            <a:srgbClr val="2A9D8F">
              <a:alpha val="50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33" name=""/>
          <p:cNvSpPr/>
          <p:nvPr/>
        </p:nvSpPr>
        <p:spPr>
          <a:xfrm>
            <a:off x="1551600" y="1468440"/>
            <a:ext cx="15480" cy="15480"/>
          </a:xfrm>
          <a:custGeom>
            <a:avLst/>
            <a:gdLst/>
            <a:ahLst/>
            <a:rect l="0" t="0" r="r" b="b"/>
            <a:pathLst>
              <a:path fill="none" w="43" h="43">
                <a:moveTo>
                  <a:pt x="43" y="21"/>
                </a:moveTo>
                <a:cubicBezTo>
                  <a:pt x="43" y="50"/>
                  <a:pt x="0" y="50"/>
                  <a:pt x="0" y="21"/>
                </a:cubicBezTo>
                <a:cubicBezTo>
                  <a:pt x="0" y="-7"/>
                  <a:pt x="43" y="-7"/>
                  <a:pt x="43" y="21"/>
                </a:cubicBezTo>
              </a:path>
            </a:pathLst>
          </a:custGeom>
          <a:ln cap="rnd" w="0">
            <a:solidFill>
              <a:srgbClr val="2A9D8F">
                <a:alpha val="50000"/>
              </a:srgbClr>
            </a:solidFill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34" name=""/>
          <p:cNvSpPr/>
          <p:nvPr/>
        </p:nvSpPr>
        <p:spPr>
          <a:xfrm>
            <a:off x="614520" y="1577520"/>
            <a:ext cx="15120" cy="15120"/>
          </a:xfrm>
          <a:custGeom>
            <a:avLst/>
            <a:gdLst/>
            <a:ahLst/>
            <a:rect l="0" t="0" r="r" b="b"/>
            <a:pathLst>
              <a:path w="42" h="42">
                <a:moveTo>
                  <a:pt x="0" y="20"/>
                </a:moveTo>
                <a:cubicBezTo>
                  <a:pt x="0" y="-7"/>
                  <a:pt x="42" y="-7"/>
                  <a:pt x="42" y="20"/>
                </a:cubicBezTo>
                <a:cubicBezTo>
                  <a:pt x="42" y="49"/>
                  <a:pt x="0" y="49"/>
                  <a:pt x="0" y="20"/>
                </a:cubicBezTo>
                <a:close/>
              </a:path>
            </a:pathLst>
          </a:custGeom>
          <a:solidFill>
            <a:srgbClr val="2A9D8F">
              <a:alpha val="50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35" name=""/>
          <p:cNvSpPr/>
          <p:nvPr/>
        </p:nvSpPr>
        <p:spPr>
          <a:xfrm>
            <a:off x="614520" y="1577520"/>
            <a:ext cx="15120" cy="15120"/>
          </a:xfrm>
          <a:custGeom>
            <a:avLst/>
            <a:gdLst/>
            <a:ahLst/>
            <a:rect l="0" t="0" r="r" b="b"/>
            <a:pathLst>
              <a:path fill="none" w="42" h="42">
                <a:moveTo>
                  <a:pt x="42" y="20"/>
                </a:moveTo>
                <a:cubicBezTo>
                  <a:pt x="42" y="49"/>
                  <a:pt x="0" y="49"/>
                  <a:pt x="0" y="20"/>
                </a:cubicBezTo>
                <a:cubicBezTo>
                  <a:pt x="0" y="-7"/>
                  <a:pt x="42" y="-7"/>
                  <a:pt x="42" y="20"/>
                </a:cubicBezTo>
              </a:path>
            </a:pathLst>
          </a:custGeom>
          <a:ln cap="rnd" w="0">
            <a:solidFill>
              <a:srgbClr val="2A9D8F">
                <a:alpha val="50000"/>
              </a:srgbClr>
            </a:solidFill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36" name=""/>
          <p:cNvSpPr/>
          <p:nvPr/>
        </p:nvSpPr>
        <p:spPr>
          <a:xfrm>
            <a:off x="541800" y="1473480"/>
            <a:ext cx="15120" cy="15120"/>
          </a:xfrm>
          <a:custGeom>
            <a:avLst/>
            <a:gdLst/>
            <a:ahLst/>
            <a:rect l="0" t="0" r="r" b="b"/>
            <a:pathLst>
              <a:path w="42" h="42">
                <a:moveTo>
                  <a:pt x="0" y="21"/>
                </a:moveTo>
                <a:cubicBezTo>
                  <a:pt x="0" y="-7"/>
                  <a:pt x="42" y="-7"/>
                  <a:pt x="42" y="21"/>
                </a:cubicBezTo>
                <a:cubicBezTo>
                  <a:pt x="42" y="49"/>
                  <a:pt x="0" y="49"/>
                  <a:pt x="0" y="21"/>
                </a:cubicBezTo>
                <a:close/>
              </a:path>
            </a:pathLst>
          </a:custGeom>
          <a:solidFill>
            <a:srgbClr val="2A9D8F">
              <a:alpha val="50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37" name=""/>
          <p:cNvSpPr/>
          <p:nvPr/>
        </p:nvSpPr>
        <p:spPr>
          <a:xfrm>
            <a:off x="541800" y="1473480"/>
            <a:ext cx="15120" cy="15120"/>
          </a:xfrm>
          <a:custGeom>
            <a:avLst/>
            <a:gdLst/>
            <a:ahLst/>
            <a:rect l="0" t="0" r="r" b="b"/>
            <a:pathLst>
              <a:path fill="none" w="42" h="42">
                <a:moveTo>
                  <a:pt x="42" y="21"/>
                </a:moveTo>
                <a:cubicBezTo>
                  <a:pt x="42" y="49"/>
                  <a:pt x="0" y="49"/>
                  <a:pt x="0" y="21"/>
                </a:cubicBezTo>
                <a:cubicBezTo>
                  <a:pt x="0" y="-7"/>
                  <a:pt x="42" y="-7"/>
                  <a:pt x="42" y="21"/>
                </a:cubicBezTo>
              </a:path>
            </a:pathLst>
          </a:custGeom>
          <a:ln cap="rnd" w="0">
            <a:solidFill>
              <a:srgbClr val="2A9D8F">
                <a:alpha val="50000"/>
              </a:srgbClr>
            </a:solidFill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38" name=""/>
          <p:cNvSpPr/>
          <p:nvPr/>
        </p:nvSpPr>
        <p:spPr>
          <a:xfrm>
            <a:off x="1598400" y="1819080"/>
            <a:ext cx="15120" cy="15480"/>
          </a:xfrm>
          <a:custGeom>
            <a:avLst/>
            <a:gdLst/>
            <a:ahLst/>
            <a:rect l="0" t="0" r="r" b="b"/>
            <a:pathLst>
              <a:path w="42" h="43">
                <a:moveTo>
                  <a:pt x="0" y="22"/>
                </a:moveTo>
                <a:cubicBezTo>
                  <a:pt x="0" y="-7"/>
                  <a:pt x="42" y="-7"/>
                  <a:pt x="42" y="22"/>
                </a:cubicBezTo>
                <a:cubicBezTo>
                  <a:pt x="42" y="50"/>
                  <a:pt x="0" y="50"/>
                  <a:pt x="0" y="22"/>
                </a:cubicBezTo>
                <a:close/>
              </a:path>
            </a:pathLst>
          </a:custGeom>
          <a:solidFill>
            <a:srgbClr val="2A9D8F">
              <a:alpha val="50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39" name=""/>
          <p:cNvSpPr/>
          <p:nvPr/>
        </p:nvSpPr>
        <p:spPr>
          <a:xfrm>
            <a:off x="1598400" y="1819080"/>
            <a:ext cx="15120" cy="15480"/>
          </a:xfrm>
          <a:custGeom>
            <a:avLst/>
            <a:gdLst/>
            <a:ahLst/>
            <a:rect l="0" t="0" r="r" b="b"/>
            <a:pathLst>
              <a:path fill="none" w="42" h="43">
                <a:moveTo>
                  <a:pt x="42" y="22"/>
                </a:moveTo>
                <a:cubicBezTo>
                  <a:pt x="42" y="50"/>
                  <a:pt x="0" y="50"/>
                  <a:pt x="0" y="22"/>
                </a:cubicBezTo>
                <a:cubicBezTo>
                  <a:pt x="0" y="-7"/>
                  <a:pt x="42" y="-7"/>
                  <a:pt x="42" y="22"/>
                </a:cubicBezTo>
              </a:path>
            </a:pathLst>
          </a:custGeom>
          <a:ln cap="rnd" w="0">
            <a:solidFill>
              <a:srgbClr val="2A9D8F">
                <a:alpha val="50000"/>
              </a:srgbClr>
            </a:solidFill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40" name=""/>
          <p:cNvSpPr/>
          <p:nvPr/>
        </p:nvSpPr>
        <p:spPr>
          <a:xfrm>
            <a:off x="2064960" y="1366560"/>
            <a:ext cx="15120" cy="15480"/>
          </a:xfrm>
          <a:custGeom>
            <a:avLst/>
            <a:gdLst/>
            <a:ahLst/>
            <a:rect l="0" t="0" r="r" b="b"/>
            <a:pathLst>
              <a:path w="42" h="43">
                <a:moveTo>
                  <a:pt x="0" y="22"/>
                </a:moveTo>
                <a:cubicBezTo>
                  <a:pt x="0" y="-7"/>
                  <a:pt x="42" y="-7"/>
                  <a:pt x="42" y="22"/>
                </a:cubicBezTo>
                <a:cubicBezTo>
                  <a:pt x="42" y="50"/>
                  <a:pt x="0" y="50"/>
                  <a:pt x="0" y="22"/>
                </a:cubicBezTo>
                <a:close/>
              </a:path>
            </a:pathLst>
          </a:custGeom>
          <a:solidFill>
            <a:srgbClr val="2A9D8F">
              <a:alpha val="50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41" name=""/>
          <p:cNvSpPr/>
          <p:nvPr/>
        </p:nvSpPr>
        <p:spPr>
          <a:xfrm>
            <a:off x="2064960" y="1366560"/>
            <a:ext cx="15120" cy="15480"/>
          </a:xfrm>
          <a:custGeom>
            <a:avLst/>
            <a:gdLst/>
            <a:ahLst/>
            <a:rect l="0" t="0" r="r" b="b"/>
            <a:pathLst>
              <a:path fill="none" w="42" h="43">
                <a:moveTo>
                  <a:pt x="42" y="22"/>
                </a:moveTo>
                <a:cubicBezTo>
                  <a:pt x="42" y="50"/>
                  <a:pt x="0" y="50"/>
                  <a:pt x="0" y="22"/>
                </a:cubicBezTo>
                <a:cubicBezTo>
                  <a:pt x="0" y="-7"/>
                  <a:pt x="42" y="-7"/>
                  <a:pt x="42" y="22"/>
                </a:cubicBezTo>
              </a:path>
            </a:pathLst>
          </a:custGeom>
          <a:ln cap="rnd" w="0">
            <a:solidFill>
              <a:srgbClr val="2A9D8F">
                <a:alpha val="50000"/>
              </a:srgbClr>
            </a:solidFill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42" name=""/>
          <p:cNvSpPr/>
          <p:nvPr/>
        </p:nvSpPr>
        <p:spPr>
          <a:xfrm>
            <a:off x="579600" y="1431720"/>
            <a:ext cx="15120" cy="15120"/>
          </a:xfrm>
          <a:custGeom>
            <a:avLst/>
            <a:gdLst/>
            <a:ahLst/>
            <a:rect l="0" t="0" r="r" b="b"/>
            <a:pathLst>
              <a:path w="42" h="42">
                <a:moveTo>
                  <a:pt x="0" y="22"/>
                </a:moveTo>
                <a:cubicBezTo>
                  <a:pt x="0" y="-7"/>
                  <a:pt x="42" y="-7"/>
                  <a:pt x="42" y="22"/>
                </a:cubicBezTo>
                <a:cubicBezTo>
                  <a:pt x="42" y="49"/>
                  <a:pt x="0" y="49"/>
                  <a:pt x="0" y="22"/>
                </a:cubicBezTo>
                <a:close/>
              </a:path>
            </a:pathLst>
          </a:custGeom>
          <a:solidFill>
            <a:srgbClr val="2A9D8F">
              <a:alpha val="50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43" name=""/>
          <p:cNvSpPr/>
          <p:nvPr/>
        </p:nvSpPr>
        <p:spPr>
          <a:xfrm>
            <a:off x="579600" y="1431720"/>
            <a:ext cx="15120" cy="15120"/>
          </a:xfrm>
          <a:custGeom>
            <a:avLst/>
            <a:gdLst/>
            <a:ahLst/>
            <a:rect l="0" t="0" r="r" b="b"/>
            <a:pathLst>
              <a:path fill="none" w="42" h="42">
                <a:moveTo>
                  <a:pt x="42" y="22"/>
                </a:moveTo>
                <a:cubicBezTo>
                  <a:pt x="42" y="49"/>
                  <a:pt x="0" y="49"/>
                  <a:pt x="0" y="22"/>
                </a:cubicBezTo>
                <a:cubicBezTo>
                  <a:pt x="0" y="-7"/>
                  <a:pt x="42" y="-7"/>
                  <a:pt x="42" y="22"/>
                </a:cubicBezTo>
              </a:path>
            </a:pathLst>
          </a:custGeom>
          <a:ln cap="rnd" w="0">
            <a:solidFill>
              <a:srgbClr val="2A9D8F">
                <a:alpha val="50000"/>
              </a:srgbClr>
            </a:solidFill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44" name=""/>
          <p:cNvSpPr/>
          <p:nvPr/>
        </p:nvSpPr>
        <p:spPr>
          <a:xfrm>
            <a:off x="1037880" y="907560"/>
            <a:ext cx="15480" cy="15480"/>
          </a:xfrm>
          <a:custGeom>
            <a:avLst/>
            <a:gdLst/>
            <a:ahLst/>
            <a:rect l="0" t="0" r="r" b="b"/>
            <a:pathLst>
              <a:path w="43" h="43">
                <a:moveTo>
                  <a:pt x="0" y="21"/>
                </a:moveTo>
                <a:cubicBezTo>
                  <a:pt x="0" y="-7"/>
                  <a:pt x="43" y="-7"/>
                  <a:pt x="43" y="21"/>
                </a:cubicBezTo>
                <a:cubicBezTo>
                  <a:pt x="43" y="50"/>
                  <a:pt x="0" y="50"/>
                  <a:pt x="0" y="21"/>
                </a:cubicBezTo>
                <a:close/>
              </a:path>
            </a:pathLst>
          </a:custGeom>
          <a:solidFill>
            <a:srgbClr val="2A9D8F">
              <a:alpha val="50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45" name=""/>
          <p:cNvSpPr/>
          <p:nvPr/>
        </p:nvSpPr>
        <p:spPr>
          <a:xfrm>
            <a:off x="1037880" y="907560"/>
            <a:ext cx="15480" cy="15480"/>
          </a:xfrm>
          <a:custGeom>
            <a:avLst/>
            <a:gdLst/>
            <a:ahLst/>
            <a:rect l="0" t="0" r="r" b="b"/>
            <a:pathLst>
              <a:path fill="none" w="43" h="43">
                <a:moveTo>
                  <a:pt x="43" y="21"/>
                </a:moveTo>
                <a:cubicBezTo>
                  <a:pt x="43" y="50"/>
                  <a:pt x="0" y="50"/>
                  <a:pt x="0" y="21"/>
                </a:cubicBezTo>
                <a:cubicBezTo>
                  <a:pt x="0" y="-7"/>
                  <a:pt x="43" y="-7"/>
                  <a:pt x="43" y="21"/>
                </a:cubicBezTo>
              </a:path>
            </a:pathLst>
          </a:custGeom>
          <a:ln cap="rnd" w="0">
            <a:solidFill>
              <a:srgbClr val="2A9D8F">
                <a:alpha val="50000"/>
              </a:srgbClr>
            </a:solidFill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46" name=""/>
          <p:cNvSpPr/>
          <p:nvPr/>
        </p:nvSpPr>
        <p:spPr>
          <a:xfrm>
            <a:off x="1533960" y="1683000"/>
            <a:ext cx="15480" cy="15120"/>
          </a:xfrm>
          <a:custGeom>
            <a:avLst/>
            <a:gdLst/>
            <a:ahLst/>
            <a:rect l="0" t="0" r="r" b="b"/>
            <a:pathLst>
              <a:path w="43" h="42">
                <a:moveTo>
                  <a:pt x="0" y="22"/>
                </a:moveTo>
                <a:cubicBezTo>
                  <a:pt x="0" y="-7"/>
                  <a:pt x="43" y="-7"/>
                  <a:pt x="43" y="22"/>
                </a:cubicBezTo>
                <a:cubicBezTo>
                  <a:pt x="43" y="49"/>
                  <a:pt x="0" y="49"/>
                  <a:pt x="0" y="22"/>
                </a:cubicBezTo>
                <a:close/>
              </a:path>
            </a:pathLst>
          </a:custGeom>
          <a:solidFill>
            <a:srgbClr val="2A9D8F">
              <a:alpha val="50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47" name=""/>
          <p:cNvSpPr/>
          <p:nvPr/>
        </p:nvSpPr>
        <p:spPr>
          <a:xfrm>
            <a:off x="1533960" y="1683000"/>
            <a:ext cx="15480" cy="15120"/>
          </a:xfrm>
          <a:custGeom>
            <a:avLst/>
            <a:gdLst/>
            <a:ahLst/>
            <a:rect l="0" t="0" r="r" b="b"/>
            <a:pathLst>
              <a:path fill="none" w="43" h="42">
                <a:moveTo>
                  <a:pt x="43" y="22"/>
                </a:moveTo>
                <a:cubicBezTo>
                  <a:pt x="43" y="49"/>
                  <a:pt x="0" y="49"/>
                  <a:pt x="0" y="22"/>
                </a:cubicBezTo>
                <a:cubicBezTo>
                  <a:pt x="0" y="-7"/>
                  <a:pt x="43" y="-7"/>
                  <a:pt x="43" y="22"/>
                </a:cubicBezTo>
              </a:path>
            </a:pathLst>
          </a:custGeom>
          <a:ln cap="rnd" w="0">
            <a:solidFill>
              <a:srgbClr val="2A9D8F">
                <a:alpha val="50000"/>
              </a:srgbClr>
            </a:solidFill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48" name=""/>
          <p:cNvSpPr/>
          <p:nvPr/>
        </p:nvSpPr>
        <p:spPr>
          <a:xfrm>
            <a:off x="1086480" y="1701720"/>
            <a:ext cx="15120" cy="15120"/>
          </a:xfrm>
          <a:custGeom>
            <a:avLst/>
            <a:gdLst/>
            <a:ahLst/>
            <a:rect l="0" t="0" r="r" b="b"/>
            <a:pathLst>
              <a:path w="42" h="42">
                <a:moveTo>
                  <a:pt x="0" y="21"/>
                </a:moveTo>
                <a:cubicBezTo>
                  <a:pt x="0" y="-7"/>
                  <a:pt x="42" y="-7"/>
                  <a:pt x="42" y="21"/>
                </a:cubicBezTo>
                <a:cubicBezTo>
                  <a:pt x="42" y="49"/>
                  <a:pt x="0" y="49"/>
                  <a:pt x="0" y="21"/>
                </a:cubicBezTo>
                <a:close/>
              </a:path>
            </a:pathLst>
          </a:custGeom>
          <a:solidFill>
            <a:srgbClr val="2A9D8F">
              <a:alpha val="50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49" name=""/>
          <p:cNvSpPr/>
          <p:nvPr/>
        </p:nvSpPr>
        <p:spPr>
          <a:xfrm>
            <a:off x="1086480" y="1701720"/>
            <a:ext cx="15120" cy="15120"/>
          </a:xfrm>
          <a:custGeom>
            <a:avLst/>
            <a:gdLst/>
            <a:ahLst/>
            <a:rect l="0" t="0" r="r" b="b"/>
            <a:pathLst>
              <a:path fill="none" w="42" h="42">
                <a:moveTo>
                  <a:pt x="42" y="21"/>
                </a:moveTo>
                <a:cubicBezTo>
                  <a:pt x="42" y="49"/>
                  <a:pt x="0" y="49"/>
                  <a:pt x="0" y="21"/>
                </a:cubicBezTo>
                <a:cubicBezTo>
                  <a:pt x="0" y="-7"/>
                  <a:pt x="42" y="-7"/>
                  <a:pt x="42" y="21"/>
                </a:cubicBezTo>
              </a:path>
            </a:pathLst>
          </a:custGeom>
          <a:ln cap="rnd" w="0">
            <a:solidFill>
              <a:srgbClr val="2A9D8F">
                <a:alpha val="50000"/>
              </a:srgbClr>
            </a:solidFill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50" name=""/>
          <p:cNvSpPr/>
          <p:nvPr/>
        </p:nvSpPr>
        <p:spPr>
          <a:xfrm>
            <a:off x="1051920" y="1497240"/>
            <a:ext cx="15480" cy="15480"/>
          </a:xfrm>
          <a:custGeom>
            <a:avLst/>
            <a:gdLst/>
            <a:ahLst/>
            <a:rect l="0" t="0" r="r" b="b"/>
            <a:pathLst>
              <a:path w="43" h="43">
                <a:moveTo>
                  <a:pt x="0" y="22"/>
                </a:moveTo>
                <a:cubicBezTo>
                  <a:pt x="0" y="-7"/>
                  <a:pt x="43" y="-7"/>
                  <a:pt x="43" y="22"/>
                </a:cubicBezTo>
                <a:cubicBezTo>
                  <a:pt x="43" y="50"/>
                  <a:pt x="0" y="50"/>
                  <a:pt x="0" y="22"/>
                </a:cubicBezTo>
                <a:close/>
              </a:path>
            </a:pathLst>
          </a:custGeom>
          <a:solidFill>
            <a:srgbClr val="2A9D8F">
              <a:alpha val="50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51" name=""/>
          <p:cNvSpPr/>
          <p:nvPr/>
        </p:nvSpPr>
        <p:spPr>
          <a:xfrm>
            <a:off x="1051920" y="1497240"/>
            <a:ext cx="15480" cy="15480"/>
          </a:xfrm>
          <a:custGeom>
            <a:avLst/>
            <a:gdLst/>
            <a:ahLst/>
            <a:rect l="0" t="0" r="r" b="b"/>
            <a:pathLst>
              <a:path fill="none" w="43" h="43">
                <a:moveTo>
                  <a:pt x="43" y="22"/>
                </a:moveTo>
                <a:cubicBezTo>
                  <a:pt x="43" y="50"/>
                  <a:pt x="0" y="50"/>
                  <a:pt x="0" y="22"/>
                </a:cubicBezTo>
                <a:cubicBezTo>
                  <a:pt x="0" y="-7"/>
                  <a:pt x="43" y="-7"/>
                  <a:pt x="43" y="22"/>
                </a:cubicBezTo>
              </a:path>
            </a:pathLst>
          </a:custGeom>
          <a:ln cap="rnd" w="0">
            <a:solidFill>
              <a:srgbClr val="2A9D8F">
                <a:alpha val="50000"/>
              </a:srgbClr>
            </a:solidFill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52" name=""/>
          <p:cNvSpPr/>
          <p:nvPr/>
        </p:nvSpPr>
        <p:spPr>
          <a:xfrm>
            <a:off x="1095480" y="1543320"/>
            <a:ext cx="15120" cy="15480"/>
          </a:xfrm>
          <a:custGeom>
            <a:avLst/>
            <a:gdLst/>
            <a:ahLst/>
            <a:rect l="0" t="0" r="r" b="b"/>
            <a:pathLst>
              <a:path w="42" h="43">
                <a:moveTo>
                  <a:pt x="0" y="22"/>
                </a:moveTo>
                <a:cubicBezTo>
                  <a:pt x="0" y="-7"/>
                  <a:pt x="42" y="-7"/>
                  <a:pt x="42" y="22"/>
                </a:cubicBezTo>
                <a:cubicBezTo>
                  <a:pt x="42" y="50"/>
                  <a:pt x="0" y="50"/>
                  <a:pt x="0" y="22"/>
                </a:cubicBezTo>
                <a:close/>
              </a:path>
            </a:pathLst>
          </a:custGeom>
          <a:solidFill>
            <a:srgbClr val="2A9D8F">
              <a:alpha val="50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53" name=""/>
          <p:cNvSpPr/>
          <p:nvPr/>
        </p:nvSpPr>
        <p:spPr>
          <a:xfrm>
            <a:off x="1095480" y="1543320"/>
            <a:ext cx="15120" cy="15480"/>
          </a:xfrm>
          <a:custGeom>
            <a:avLst/>
            <a:gdLst/>
            <a:ahLst/>
            <a:rect l="0" t="0" r="r" b="b"/>
            <a:pathLst>
              <a:path fill="none" w="42" h="43">
                <a:moveTo>
                  <a:pt x="42" y="22"/>
                </a:moveTo>
                <a:cubicBezTo>
                  <a:pt x="42" y="50"/>
                  <a:pt x="0" y="50"/>
                  <a:pt x="0" y="22"/>
                </a:cubicBezTo>
                <a:cubicBezTo>
                  <a:pt x="0" y="-7"/>
                  <a:pt x="42" y="-7"/>
                  <a:pt x="42" y="22"/>
                </a:cubicBezTo>
              </a:path>
            </a:pathLst>
          </a:custGeom>
          <a:ln cap="rnd" w="0">
            <a:solidFill>
              <a:srgbClr val="2A9D8F">
                <a:alpha val="50000"/>
              </a:srgbClr>
            </a:solidFill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54" name=""/>
          <p:cNvSpPr/>
          <p:nvPr/>
        </p:nvSpPr>
        <p:spPr>
          <a:xfrm>
            <a:off x="1546920" y="1662120"/>
            <a:ext cx="15480" cy="15840"/>
          </a:xfrm>
          <a:custGeom>
            <a:avLst/>
            <a:gdLst/>
            <a:ahLst/>
            <a:rect l="0" t="0" r="r" b="b"/>
            <a:pathLst>
              <a:path w="43" h="44">
                <a:moveTo>
                  <a:pt x="0" y="22"/>
                </a:moveTo>
                <a:cubicBezTo>
                  <a:pt x="0" y="-7"/>
                  <a:pt x="43" y="-7"/>
                  <a:pt x="43" y="22"/>
                </a:cubicBezTo>
                <a:cubicBezTo>
                  <a:pt x="43" y="51"/>
                  <a:pt x="0" y="51"/>
                  <a:pt x="0" y="22"/>
                </a:cubicBezTo>
                <a:close/>
              </a:path>
            </a:pathLst>
          </a:custGeom>
          <a:solidFill>
            <a:srgbClr val="2A9D8F">
              <a:alpha val="50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55" name=""/>
          <p:cNvSpPr/>
          <p:nvPr/>
        </p:nvSpPr>
        <p:spPr>
          <a:xfrm>
            <a:off x="1546920" y="1662120"/>
            <a:ext cx="15480" cy="15840"/>
          </a:xfrm>
          <a:custGeom>
            <a:avLst/>
            <a:gdLst/>
            <a:ahLst/>
            <a:rect l="0" t="0" r="r" b="b"/>
            <a:pathLst>
              <a:path fill="none" w="43" h="44">
                <a:moveTo>
                  <a:pt x="43" y="22"/>
                </a:moveTo>
                <a:cubicBezTo>
                  <a:pt x="43" y="51"/>
                  <a:pt x="0" y="51"/>
                  <a:pt x="0" y="22"/>
                </a:cubicBezTo>
                <a:cubicBezTo>
                  <a:pt x="0" y="-7"/>
                  <a:pt x="43" y="-7"/>
                  <a:pt x="43" y="22"/>
                </a:cubicBezTo>
              </a:path>
            </a:pathLst>
          </a:custGeom>
          <a:ln cap="rnd" w="0">
            <a:solidFill>
              <a:srgbClr val="2A9D8F">
                <a:alpha val="50000"/>
              </a:srgbClr>
            </a:solidFill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56" name=""/>
          <p:cNvSpPr/>
          <p:nvPr/>
        </p:nvSpPr>
        <p:spPr>
          <a:xfrm>
            <a:off x="2025720" y="1364040"/>
            <a:ext cx="15120" cy="15840"/>
          </a:xfrm>
          <a:custGeom>
            <a:avLst/>
            <a:gdLst/>
            <a:ahLst/>
            <a:rect l="0" t="0" r="r" b="b"/>
            <a:pathLst>
              <a:path w="42" h="44">
                <a:moveTo>
                  <a:pt x="0" y="22"/>
                </a:moveTo>
                <a:cubicBezTo>
                  <a:pt x="0" y="-7"/>
                  <a:pt x="42" y="-7"/>
                  <a:pt x="42" y="22"/>
                </a:cubicBezTo>
                <a:cubicBezTo>
                  <a:pt x="42" y="51"/>
                  <a:pt x="0" y="51"/>
                  <a:pt x="0" y="22"/>
                </a:cubicBezTo>
                <a:close/>
              </a:path>
            </a:pathLst>
          </a:custGeom>
          <a:solidFill>
            <a:srgbClr val="2A9D8F">
              <a:alpha val="50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57" name=""/>
          <p:cNvSpPr/>
          <p:nvPr/>
        </p:nvSpPr>
        <p:spPr>
          <a:xfrm>
            <a:off x="2025720" y="1364040"/>
            <a:ext cx="15120" cy="15840"/>
          </a:xfrm>
          <a:custGeom>
            <a:avLst/>
            <a:gdLst/>
            <a:ahLst/>
            <a:rect l="0" t="0" r="r" b="b"/>
            <a:pathLst>
              <a:path fill="none" w="42" h="44">
                <a:moveTo>
                  <a:pt x="42" y="22"/>
                </a:moveTo>
                <a:cubicBezTo>
                  <a:pt x="42" y="51"/>
                  <a:pt x="0" y="51"/>
                  <a:pt x="0" y="22"/>
                </a:cubicBezTo>
                <a:cubicBezTo>
                  <a:pt x="0" y="-7"/>
                  <a:pt x="42" y="-7"/>
                  <a:pt x="42" y="22"/>
                </a:cubicBezTo>
              </a:path>
            </a:pathLst>
          </a:custGeom>
          <a:ln cap="rnd" w="0">
            <a:solidFill>
              <a:srgbClr val="2A9D8F">
                <a:alpha val="50000"/>
              </a:srgbClr>
            </a:solidFill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58" name=""/>
          <p:cNvSpPr/>
          <p:nvPr/>
        </p:nvSpPr>
        <p:spPr>
          <a:xfrm>
            <a:off x="1626120" y="1809720"/>
            <a:ext cx="15480" cy="15480"/>
          </a:xfrm>
          <a:custGeom>
            <a:avLst/>
            <a:gdLst/>
            <a:ahLst/>
            <a:rect l="0" t="0" r="r" b="b"/>
            <a:pathLst>
              <a:path w="43" h="43">
                <a:moveTo>
                  <a:pt x="0" y="22"/>
                </a:moveTo>
                <a:cubicBezTo>
                  <a:pt x="0" y="-7"/>
                  <a:pt x="43" y="-7"/>
                  <a:pt x="43" y="22"/>
                </a:cubicBezTo>
                <a:cubicBezTo>
                  <a:pt x="43" y="50"/>
                  <a:pt x="0" y="50"/>
                  <a:pt x="0" y="22"/>
                </a:cubicBezTo>
                <a:close/>
              </a:path>
            </a:pathLst>
          </a:custGeom>
          <a:solidFill>
            <a:srgbClr val="2A9D8F">
              <a:alpha val="50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59" name=""/>
          <p:cNvSpPr/>
          <p:nvPr/>
        </p:nvSpPr>
        <p:spPr>
          <a:xfrm>
            <a:off x="1626120" y="1809720"/>
            <a:ext cx="15480" cy="15480"/>
          </a:xfrm>
          <a:custGeom>
            <a:avLst/>
            <a:gdLst/>
            <a:ahLst/>
            <a:rect l="0" t="0" r="r" b="b"/>
            <a:pathLst>
              <a:path fill="none" w="43" h="43">
                <a:moveTo>
                  <a:pt x="43" y="22"/>
                </a:moveTo>
                <a:cubicBezTo>
                  <a:pt x="43" y="50"/>
                  <a:pt x="0" y="50"/>
                  <a:pt x="0" y="22"/>
                </a:cubicBezTo>
                <a:cubicBezTo>
                  <a:pt x="0" y="-7"/>
                  <a:pt x="43" y="-7"/>
                  <a:pt x="43" y="22"/>
                </a:cubicBezTo>
              </a:path>
            </a:pathLst>
          </a:custGeom>
          <a:ln cap="rnd" w="0">
            <a:solidFill>
              <a:srgbClr val="2A9D8F">
                <a:alpha val="50000"/>
              </a:srgbClr>
            </a:solidFill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60" name=""/>
          <p:cNvSpPr/>
          <p:nvPr/>
        </p:nvSpPr>
        <p:spPr>
          <a:xfrm>
            <a:off x="1595160" y="1785600"/>
            <a:ext cx="15120" cy="15120"/>
          </a:xfrm>
          <a:custGeom>
            <a:avLst/>
            <a:gdLst/>
            <a:ahLst/>
            <a:rect l="0" t="0" r="r" b="b"/>
            <a:pathLst>
              <a:path w="42" h="42">
                <a:moveTo>
                  <a:pt x="0" y="20"/>
                </a:moveTo>
                <a:cubicBezTo>
                  <a:pt x="0" y="-7"/>
                  <a:pt x="42" y="-7"/>
                  <a:pt x="42" y="20"/>
                </a:cubicBezTo>
                <a:cubicBezTo>
                  <a:pt x="42" y="49"/>
                  <a:pt x="0" y="49"/>
                  <a:pt x="0" y="20"/>
                </a:cubicBezTo>
                <a:close/>
              </a:path>
            </a:pathLst>
          </a:custGeom>
          <a:solidFill>
            <a:srgbClr val="2A9D8F">
              <a:alpha val="50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61" name=""/>
          <p:cNvSpPr/>
          <p:nvPr/>
        </p:nvSpPr>
        <p:spPr>
          <a:xfrm>
            <a:off x="1595160" y="1785600"/>
            <a:ext cx="15120" cy="15120"/>
          </a:xfrm>
          <a:custGeom>
            <a:avLst/>
            <a:gdLst/>
            <a:ahLst/>
            <a:rect l="0" t="0" r="r" b="b"/>
            <a:pathLst>
              <a:path fill="none" w="42" h="42">
                <a:moveTo>
                  <a:pt x="42" y="20"/>
                </a:moveTo>
                <a:cubicBezTo>
                  <a:pt x="42" y="49"/>
                  <a:pt x="0" y="49"/>
                  <a:pt x="0" y="20"/>
                </a:cubicBezTo>
                <a:cubicBezTo>
                  <a:pt x="0" y="-7"/>
                  <a:pt x="42" y="-7"/>
                  <a:pt x="42" y="20"/>
                </a:cubicBezTo>
              </a:path>
            </a:pathLst>
          </a:custGeom>
          <a:ln cap="rnd" w="0">
            <a:solidFill>
              <a:srgbClr val="2A9D8F">
                <a:alpha val="50000"/>
              </a:srgbClr>
            </a:solidFill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62" name=""/>
          <p:cNvSpPr/>
          <p:nvPr/>
        </p:nvSpPr>
        <p:spPr>
          <a:xfrm>
            <a:off x="1618560" y="1669320"/>
            <a:ext cx="15480" cy="15120"/>
          </a:xfrm>
          <a:custGeom>
            <a:avLst/>
            <a:gdLst/>
            <a:ahLst/>
            <a:rect l="0" t="0" r="r" b="b"/>
            <a:pathLst>
              <a:path w="43" h="42">
                <a:moveTo>
                  <a:pt x="0" y="22"/>
                </a:moveTo>
                <a:cubicBezTo>
                  <a:pt x="0" y="-7"/>
                  <a:pt x="43" y="-7"/>
                  <a:pt x="43" y="22"/>
                </a:cubicBezTo>
                <a:cubicBezTo>
                  <a:pt x="43" y="49"/>
                  <a:pt x="0" y="49"/>
                  <a:pt x="0" y="22"/>
                </a:cubicBezTo>
                <a:close/>
              </a:path>
            </a:pathLst>
          </a:custGeom>
          <a:solidFill>
            <a:srgbClr val="2A9D8F">
              <a:alpha val="50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63" name=""/>
          <p:cNvSpPr/>
          <p:nvPr/>
        </p:nvSpPr>
        <p:spPr>
          <a:xfrm>
            <a:off x="1618560" y="1669320"/>
            <a:ext cx="15480" cy="15120"/>
          </a:xfrm>
          <a:custGeom>
            <a:avLst/>
            <a:gdLst/>
            <a:ahLst/>
            <a:rect l="0" t="0" r="r" b="b"/>
            <a:pathLst>
              <a:path fill="none" w="43" h="42">
                <a:moveTo>
                  <a:pt x="43" y="22"/>
                </a:moveTo>
                <a:cubicBezTo>
                  <a:pt x="43" y="49"/>
                  <a:pt x="0" y="49"/>
                  <a:pt x="0" y="22"/>
                </a:cubicBezTo>
                <a:cubicBezTo>
                  <a:pt x="0" y="-7"/>
                  <a:pt x="43" y="-7"/>
                  <a:pt x="43" y="22"/>
                </a:cubicBezTo>
              </a:path>
            </a:pathLst>
          </a:custGeom>
          <a:ln cap="rnd" w="0">
            <a:solidFill>
              <a:srgbClr val="2A9D8F">
                <a:alpha val="50000"/>
              </a:srgbClr>
            </a:solidFill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64" name=""/>
          <p:cNvSpPr/>
          <p:nvPr/>
        </p:nvSpPr>
        <p:spPr>
          <a:xfrm>
            <a:off x="1628280" y="1396080"/>
            <a:ext cx="15120" cy="15480"/>
          </a:xfrm>
          <a:custGeom>
            <a:avLst/>
            <a:gdLst/>
            <a:ahLst/>
            <a:rect l="0" t="0" r="r" b="b"/>
            <a:pathLst>
              <a:path w="42" h="43">
                <a:moveTo>
                  <a:pt x="0" y="21"/>
                </a:moveTo>
                <a:cubicBezTo>
                  <a:pt x="0" y="-7"/>
                  <a:pt x="42" y="-7"/>
                  <a:pt x="42" y="21"/>
                </a:cubicBezTo>
                <a:cubicBezTo>
                  <a:pt x="42" y="50"/>
                  <a:pt x="0" y="50"/>
                  <a:pt x="0" y="21"/>
                </a:cubicBezTo>
                <a:close/>
              </a:path>
            </a:pathLst>
          </a:custGeom>
          <a:solidFill>
            <a:srgbClr val="2A9D8F">
              <a:alpha val="50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65" name=""/>
          <p:cNvSpPr/>
          <p:nvPr/>
        </p:nvSpPr>
        <p:spPr>
          <a:xfrm>
            <a:off x="1628280" y="1396080"/>
            <a:ext cx="15120" cy="15480"/>
          </a:xfrm>
          <a:custGeom>
            <a:avLst/>
            <a:gdLst/>
            <a:ahLst/>
            <a:rect l="0" t="0" r="r" b="b"/>
            <a:pathLst>
              <a:path fill="none" w="42" h="43">
                <a:moveTo>
                  <a:pt x="42" y="21"/>
                </a:moveTo>
                <a:cubicBezTo>
                  <a:pt x="42" y="50"/>
                  <a:pt x="0" y="50"/>
                  <a:pt x="0" y="21"/>
                </a:cubicBezTo>
                <a:cubicBezTo>
                  <a:pt x="0" y="-7"/>
                  <a:pt x="42" y="-7"/>
                  <a:pt x="42" y="21"/>
                </a:cubicBezTo>
              </a:path>
            </a:pathLst>
          </a:custGeom>
          <a:ln cap="rnd" w="0">
            <a:solidFill>
              <a:srgbClr val="2A9D8F">
                <a:alpha val="50000"/>
              </a:srgbClr>
            </a:solidFill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66" name=""/>
          <p:cNvSpPr/>
          <p:nvPr/>
        </p:nvSpPr>
        <p:spPr>
          <a:xfrm>
            <a:off x="1539720" y="1433880"/>
            <a:ext cx="15480" cy="15120"/>
          </a:xfrm>
          <a:custGeom>
            <a:avLst/>
            <a:gdLst/>
            <a:ahLst/>
            <a:rect l="0" t="0" r="r" b="b"/>
            <a:pathLst>
              <a:path w="43" h="42">
                <a:moveTo>
                  <a:pt x="0" y="22"/>
                </a:moveTo>
                <a:cubicBezTo>
                  <a:pt x="0" y="-7"/>
                  <a:pt x="43" y="-7"/>
                  <a:pt x="43" y="22"/>
                </a:cubicBezTo>
                <a:cubicBezTo>
                  <a:pt x="43" y="49"/>
                  <a:pt x="0" y="49"/>
                  <a:pt x="0" y="22"/>
                </a:cubicBezTo>
                <a:close/>
              </a:path>
            </a:pathLst>
          </a:custGeom>
          <a:solidFill>
            <a:srgbClr val="2A9D8F">
              <a:alpha val="50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67" name=""/>
          <p:cNvSpPr/>
          <p:nvPr/>
        </p:nvSpPr>
        <p:spPr>
          <a:xfrm>
            <a:off x="1539720" y="1433880"/>
            <a:ext cx="15480" cy="15120"/>
          </a:xfrm>
          <a:custGeom>
            <a:avLst/>
            <a:gdLst/>
            <a:ahLst/>
            <a:rect l="0" t="0" r="r" b="b"/>
            <a:pathLst>
              <a:path fill="none" w="43" h="42">
                <a:moveTo>
                  <a:pt x="43" y="22"/>
                </a:moveTo>
                <a:cubicBezTo>
                  <a:pt x="43" y="49"/>
                  <a:pt x="0" y="49"/>
                  <a:pt x="0" y="22"/>
                </a:cubicBezTo>
                <a:cubicBezTo>
                  <a:pt x="0" y="-7"/>
                  <a:pt x="43" y="-7"/>
                  <a:pt x="43" y="22"/>
                </a:cubicBezTo>
              </a:path>
            </a:pathLst>
          </a:custGeom>
          <a:ln cap="rnd" w="0">
            <a:solidFill>
              <a:srgbClr val="2A9D8F">
                <a:alpha val="50000"/>
              </a:srgbClr>
            </a:solidFill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68" name=""/>
          <p:cNvSpPr/>
          <p:nvPr/>
        </p:nvSpPr>
        <p:spPr>
          <a:xfrm>
            <a:off x="2078640" y="1370160"/>
            <a:ext cx="15480" cy="15480"/>
          </a:xfrm>
          <a:custGeom>
            <a:avLst/>
            <a:gdLst/>
            <a:ahLst/>
            <a:rect l="0" t="0" r="r" b="b"/>
            <a:pathLst>
              <a:path w="43" h="43">
                <a:moveTo>
                  <a:pt x="0" y="21"/>
                </a:moveTo>
                <a:cubicBezTo>
                  <a:pt x="0" y="-7"/>
                  <a:pt x="43" y="-7"/>
                  <a:pt x="43" y="21"/>
                </a:cubicBezTo>
                <a:cubicBezTo>
                  <a:pt x="43" y="50"/>
                  <a:pt x="0" y="50"/>
                  <a:pt x="0" y="21"/>
                </a:cubicBezTo>
                <a:close/>
              </a:path>
            </a:pathLst>
          </a:custGeom>
          <a:solidFill>
            <a:srgbClr val="2A9D8F">
              <a:alpha val="50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69" name=""/>
          <p:cNvSpPr/>
          <p:nvPr/>
        </p:nvSpPr>
        <p:spPr>
          <a:xfrm>
            <a:off x="2078640" y="1370160"/>
            <a:ext cx="15480" cy="15480"/>
          </a:xfrm>
          <a:custGeom>
            <a:avLst/>
            <a:gdLst/>
            <a:ahLst/>
            <a:rect l="0" t="0" r="r" b="b"/>
            <a:pathLst>
              <a:path fill="none" w="43" h="43">
                <a:moveTo>
                  <a:pt x="43" y="21"/>
                </a:moveTo>
                <a:cubicBezTo>
                  <a:pt x="43" y="50"/>
                  <a:pt x="0" y="50"/>
                  <a:pt x="0" y="21"/>
                </a:cubicBezTo>
                <a:cubicBezTo>
                  <a:pt x="0" y="-7"/>
                  <a:pt x="43" y="-7"/>
                  <a:pt x="43" y="21"/>
                </a:cubicBezTo>
              </a:path>
            </a:pathLst>
          </a:custGeom>
          <a:ln cap="rnd" w="0">
            <a:solidFill>
              <a:srgbClr val="2A9D8F">
                <a:alpha val="50000"/>
              </a:srgbClr>
            </a:solidFill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70" name=""/>
          <p:cNvSpPr/>
          <p:nvPr/>
        </p:nvSpPr>
        <p:spPr>
          <a:xfrm>
            <a:off x="637560" y="1457280"/>
            <a:ext cx="15120" cy="15120"/>
          </a:xfrm>
          <a:custGeom>
            <a:avLst/>
            <a:gdLst/>
            <a:ahLst/>
            <a:rect l="0" t="0" r="r" b="b"/>
            <a:pathLst>
              <a:path w="42" h="42">
                <a:moveTo>
                  <a:pt x="0" y="21"/>
                </a:moveTo>
                <a:cubicBezTo>
                  <a:pt x="0" y="-7"/>
                  <a:pt x="42" y="-7"/>
                  <a:pt x="42" y="21"/>
                </a:cubicBezTo>
                <a:cubicBezTo>
                  <a:pt x="42" y="49"/>
                  <a:pt x="0" y="49"/>
                  <a:pt x="0" y="21"/>
                </a:cubicBezTo>
                <a:close/>
              </a:path>
            </a:pathLst>
          </a:custGeom>
          <a:solidFill>
            <a:srgbClr val="2A9D8F">
              <a:alpha val="50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71" name=""/>
          <p:cNvSpPr/>
          <p:nvPr/>
        </p:nvSpPr>
        <p:spPr>
          <a:xfrm>
            <a:off x="637560" y="1457280"/>
            <a:ext cx="15120" cy="15120"/>
          </a:xfrm>
          <a:custGeom>
            <a:avLst/>
            <a:gdLst/>
            <a:ahLst/>
            <a:rect l="0" t="0" r="r" b="b"/>
            <a:pathLst>
              <a:path fill="none" w="42" h="42">
                <a:moveTo>
                  <a:pt x="42" y="21"/>
                </a:moveTo>
                <a:cubicBezTo>
                  <a:pt x="42" y="49"/>
                  <a:pt x="0" y="49"/>
                  <a:pt x="0" y="21"/>
                </a:cubicBezTo>
                <a:cubicBezTo>
                  <a:pt x="0" y="-7"/>
                  <a:pt x="42" y="-7"/>
                  <a:pt x="42" y="21"/>
                </a:cubicBezTo>
              </a:path>
            </a:pathLst>
          </a:custGeom>
          <a:ln cap="rnd" w="0">
            <a:solidFill>
              <a:srgbClr val="2A9D8F">
                <a:alpha val="50000"/>
              </a:srgbClr>
            </a:solidFill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72" name=""/>
          <p:cNvSpPr/>
          <p:nvPr/>
        </p:nvSpPr>
        <p:spPr>
          <a:xfrm>
            <a:off x="636120" y="1668240"/>
            <a:ext cx="15120" cy="15120"/>
          </a:xfrm>
          <a:custGeom>
            <a:avLst/>
            <a:gdLst/>
            <a:ahLst/>
            <a:rect l="0" t="0" r="r" b="b"/>
            <a:pathLst>
              <a:path w="42" h="42">
                <a:moveTo>
                  <a:pt x="0" y="22"/>
                </a:moveTo>
                <a:cubicBezTo>
                  <a:pt x="0" y="-7"/>
                  <a:pt x="42" y="-7"/>
                  <a:pt x="42" y="22"/>
                </a:cubicBezTo>
                <a:cubicBezTo>
                  <a:pt x="42" y="49"/>
                  <a:pt x="0" y="49"/>
                  <a:pt x="0" y="22"/>
                </a:cubicBezTo>
                <a:close/>
              </a:path>
            </a:pathLst>
          </a:custGeom>
          <a:solidFill>
            <a:srgbClr val="2A9D8F">
              <a:alpha val="50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73" name=""/>
          <p:cNvSpPr/>
          <p:nvPr/>
        </p:nvSpPr>
        <p:spPr>
          <a:xfrm>
            <a:off x="636120" y="1668240"/>
            <a:ext cx="15120" cy="15120"/>
          </a:xfrm>
          <a:custGeom>
            <a:avLst/>
            <a:gdLst/>
            <a:ahLst/>
            <a:rect l="0" t="0" r="r" b="b"/>
            <a:pathLst>
              <a:path fill="none" w="42" h="42">
                <a:moveTo>
                  <a:pt x="42" y="22"/>
                </a:moveTo>
                <a:cubicBezTo>
                  <a:pt x="42" y="49"/>
                  <a:pt x="0" y="49"/>
                  <a:pt x="0" y="22"/>
                </a:cubicBezTo>
                <a:cubicBezTo>
                  <a:pt x="0" y="-7"/>
                  <a:pt x="42" y="-7"/>
                  <a:pt x="42" y="22"/>
                </a:cubicBezTo>
              </a:path>
            </a:pathLst>
          </a:custGeom>
          <a:ln cap="rnd" w="0">
            <a:solidFill>
              <a:srgbClr val="2A9D8F">
                <a:alpha val="50000"/>
              </a:srgbClr>
            </a:solidFill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74" name=""/>
          <p:cNvSpPr/>
          <p:nvPr/>
        </p:nvSpPr>
        <p:spPr>
          <a:xfrm>
            <a:off x="566640" y="1524240"/>
            <a:ext cx="15120" cy="15480"/>
          </a:xfrm>
          <a:custGeom>
            <a:avLst/>
            <a:gdLst/>
            <a:ahLst/>
            <a:rect l="0" t="0" r="r" b="b"/>
            <a:pathLst>
              <a:path w="42" h="43">
                <a:moveTo>
                  <a:pt x="0" y="22"/>
                </a:moveTo>
                <a:cubicBezTo>
                  <a:pt x="0" y="-7"/>
                  <a:pt x="42" y="-7"/>
                  <a:pt x="42" y="22"/>
                </a:cubicBezTo>
                <a:cubicBezTo>
                  <a:pt x="42" y="50"/>
                  <a:pt x="0" y="50"/>
                  <a:pt x="0" y="22"/>
                </a:cubicBezTo>
                <a:close/>
              </a:path>
            </a:pathLst>
          </a:custGeom>
          <a:solidFill>
            <a:srgbClr val="2A9D8F">
              <a:alpha val="50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75" name=""/>
          <p:cNvSpPr/>
          <p:nvPr/>
        </p:nvSpPr>
        <p:spPr>
          <a:xfrm>
            <a:off x="566640" y="1524240"/>
            <a:ext cx="15120" cy="15480"/>
          </a:xfrm>
          <a:custGeom>
            <a:avLst/>
            <a:gdLst/>
            <a:ahLst/>
            <a:rect l="0" t="0" r="r" b="b"/>
            <a:pathLst>
              <a:path fill="none" w="42" h="43">
                <a:moveTo>
                  <a:pt x="42" y="22"/>
                </a:moveTo>
                <a:cubicBezTo>
                  <a:pt x="42" y="50"/>
                  <a:pt x="0" y="50"/>
                  <a:pt x="0" y="22"/>
                </a:cubicBezTo>
                <a:cubicBezTo>
                  <a:pt x="0" y="-7"/>
                  <a:pt x="42" y="-7"/>
                  <a:pt x="42" y="22"/>
                </a:cubicBezTo>
              </a:path>
            </a:pathLst>
          </a:custGeom>
          <a:ln cap="rnd" w="0">
            <a:solidFill>
              <a:srgbClr val="2A9D8F">
                <a:alpha val="50000"/>
              </a:srgbClr>
            </a:solidFill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76" name=""/>
          <p:cNvSpPr/>
          <p:nvPr/>
        </p:nvSpPr>
        <p:spPr>
          <a:xfrm>
            <a:off x="595440" y="1623960"/>
            <a:ext cx="15120" cy="15120"/>
          </a:xfrm>
          <a:custGeom>
            <a:avLst/>
            <a:gdLst/>
            <a:ahLst/>
            <a:rect l="0" t="0" r="r" b="b"/>
            <a:pathLst>
              <a:path w="42" h="42">
                <a:moveTo>
                  <a:pt x="0" y="21"/>
                </a:moveTo>
                <a:cubicBezTo>
                  <a:pt x="0" y="-7"/>
                  <a:pt x="42" y="-7"/>
                  <a:pt x="42" y="21"/>
                </a:cubicBezTo>
                <a:cubicBezTo>
                  <a:pt x="42" y="49"/>
                  <a:pt x="0" y="49"/>
                  <a:pt x="0" y="21"/>
                </a:cubicBezTo>
                <a:close/>
              </a:path>
            </a:pathLst>
          </a:custGeom>
          <a:solidFill>
            <a:srgbClr val="2A9D8F">
              <a:alpha val="50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77" name=""/>
          <p:cNvSpPr/>
          <p:nvPr/>
        </p:nvSpPr>
        <p:spPr>
          <a:xfrm>
            <a:off x="595440" y="1623960"/>
            <a:ext cx="15120" cy="15120"/>
          </a:xfrm>
          <a:custGeom>
            <a:avLst/>
            <a:gdLst/>
            <a:ahLst/>
            <a:rect l="0" t="0" r="r" b="b"/>
            <a:pathLst>
              <a:path fill="none" w="42" h="42">
                <a:moveTo>
                  <a:pt x="42" y="21"/>
                </a:moveTo>
                <a:cubicBezTo>
                  <a:pt x="42" y="49"/>
                  <a:pt x="0" y="49"/>
                  <a:pt x="0" y="21"/>
                </a:cubicBezTo>
                <a:cubicBezTo>
                  <a:pt x="0" y="-7"/>
                  <a:pt x="42" y="-7"/>
                  <a:pt x="42" y="21"/>
                </a:cubicBezTo>
              </a:path>
            </a:pathLst>
          </a:custGeom>
          <a:ln cap="rnd" w="0">
            <a:solidFill>
              <a:srgbClr val="2A9D8F">
                <a:alpha val="50000"/>
              </a:srgbClr>
            </a:solidFill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78" name=""/>
          <p:cNvSpPr/>
          <p:nvPr/>
        </p:nvSpPr>
        <p:spPr>
          <a:xfrm>
            <a:off x="1126440" y="1307880"/>
            <a:ext cx="15480" cy="15480"/>
          </a:xfrm>
          <a:custGeom>
            <a:avLst/>
            <a:gdLst/>
            <a:ahLst/>
            <a:rect l="0" t="0" r="r" b="b"/>
            <a:pathLst>
              <a:path w="43" h="43">
                <a:moveTo>
                  <a:pt x="0" y="21"/>
                </a:moveTo>
                <a:cubicBezTo>
                  <a:pt x="0" y="-7"/>
                  <a:pt x="43" y="-7"/>
                  <a:pt x="43" y="21"/>
                </a:cubicBezTo>
                <a:cubicBezTo>
                  <a:pt x="43" y="50"/>
                  <a:pt x="0" y="50"/>
                  <a:pt x="0" y="21"/>
                </a:cubicBezTo>
                <a:close/>
              </a:path>
            </a:pathLst>
          </a:custGeom>
          <a:solidFill>
            <a:srgbClr val="2A9D8F">
              <a:alpha val="50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79" name=""/>
          <p:cNvSpPr/>
          <p:nvPr/>
        </p:nvSpPr>
        <p:spPr>
          <a:xfrm>
            <a:off x="1126440" y="1307880"/>
            <a:ext cx="15480" cy="15480"/>
          </a:xfrm>
          <a:custGeom>
            <a:avLst/>
            <a:gdLst/>
            <a:ahLst/>
            <a:rect l="0" t="0" r="r" b="b"/>
            <a:pathLst>
              <a:path fill="none" w="43" h="43">
                <a:moveTo>
                  <a:pt x="43" y="21"/>
                </a:moveTo>
                <a:cubicBezTo>
                  <a:pt x="43" y="50"/>
                  <a:pt x="0" y="50"/>
                  <a:pt x="0" y="21"/>
                </a:cubicBezTo>
                <a:cubicBezTo>
                  <a:pt x="0" y="-7"/>
                  <a:pt x="43" y="-7"/>
                  <a:pt x="43" y="21"/>
                </a:cubicBezTo>
              </a:path>
            </a:pathLst>
          </a:custGeom>
          <a:ln cap="rnd" w="0">
            <a:solidFill>
              <a:srgbClr val="2A9D8F">
                <a:alpha val="50000"/>
              </a:srgbClr>
            </a:solidFill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80" name=""/>
          <p:cNvSpPr/>
          <p:nvPr/>
        </p:nvSpPr>
        <p:spPr>
          <a:xfrm>
            <a:off x="549720" y="918360"/>
            <a:ext cx="15480" cy="15120"/>
          </a:xfrm>
          <a:custGeom>
            <a:avLst/>
            <a:gdLst/>
            <a:ahLst/>
            <a:rect l="0" t="0" r="r" b="b"/>
            <a:pathLst>
              <a:path w="43" h="42">
                <a:moveTo>
                  <a:pt x="0" y="22"/>
                </a:moveTo>
                <a:cubicBezTo>
                  <a:pt x="0" y="-7"/>
                  <a:pt x="43" y="-7"/>
                  <a:pt x="43" y="22"/>
                </a:cubicBezTo>
                <a:cubicBezTo>
                  <a:pt x="43" y="49"/>
                  <a:pt x="0" y="49"/>
                  <a:pt x="0" y="22"/>
                </a:cubicBezTo>
                <a:close/>
              </a:path>
            </a:pathLst>
          </a:custGeom>
          <a:solidFill>
            <a:srgbClr val="2A9D8F">
              <a:alpha val="50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81" name=""/>
          <p:cNvSpPr/>
          <p:nvPr/>
        </p:nvSpPr>
        <p:spPr>
          <a:xfrm>
            <a:off x="549720" y="918360"/>
            <a:ext cx="15480" cy="15120"/>
          </a:xfrm>
          <a:custGeom>
            <a:avLst/>
            <a:gdLst/>
            <a:ahLst/>
            <a:rect l="0" t="0" r="r" b="b"/>
            <a:pathLst>
              <a:path fill="none" w="43" h="42">
                <a:moveTo>
                  <a:pt x="43" y="22"/>
                </a:moveTo>
                <a:cubicBezTo>
                  <a:pt x="43" y="49"/>
                  <a:pt x="0" y="49"/>
                  <a:pt x="0" y="22"/>
                </a:cubicBezTo>
                <a:cubicBezTo>
                  <a:pt x="0" y="-7"/>
                  <a:pt x="43" y="-7"/>
                  <a:pt x="43" y="22"/>
                </a:cubicBezTo>
              </a:path>
            </a:pathLst>
          </a:custGeom>
          <a:ln cap="rnd" w="0">
            <a:solidFill>
              <a:srgbClr val="2A9D8F">
                <a:alpha val="50000"/>
              </a:srgbClr>
            </a:solidFill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82" name=""/>
          <p:cNvSpPr/>
          <p:nvPr/>
        </p:nvSpPr>
        <p:spPr>
          <a:xfrm>
            <a:off x="1609200" y="1641600"/>
            <a:ext cx="15120" cy="15120"/>
          </a:xfrm>
          <a:custGeom>
            <a:avLst/>
            <a:gdLst/>
            <a:ahLst/>
            <a:rect l="0" t="0" r="r" b="b"/>
            <a:pathLst>
              <a:path w="42" h="42">
                <a:moveTo>
                  <a:pt x="0" y="21"/>
                </a:moveTo>
                <a:cubicBezTo>
                  <a:pt x="0" y="-7"/>
                  <a:pt x="42" y="-7"/>
                  <a:pt x="42" y="21"/>
                </a:cubicBezTo>
                <a:cubicBezTo>
                  <a:pt x="42" y="49"/>
                  <a:pt x="0" y="49"/>
                  <a:pt x="0" y="21"/>
                </a:cubicBezTo>
                <a:close/>
              </a:path>
            </a:pathLst>
          </a:custGeom>
          <a:solidFill>
            <a:srgbClr val="2A9D8F">
              <a:alpha val="50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83" name=""/>
          <p:cNvSpPr/>
          <p:nvPr/>
        </p:nvSpPr>
        <p:spPr>
          <a:xfrm>
            <a:off x="1609200" y="1641600"/>
            <a:ext cx="15120" cy="15120"/>
          </a:xfrm>
          <a:custGeom>
            <a:avLst/>
            <a:gdLst/>
            <a:ahLst/>
            <a:rect l="0" t="0" r="r" b="b"/>
            <a:pathLst>
              <a:path fill="none" w="42" h="42">
                <a:moveTo>
                  <a:pt x="42" y="21"/>
                </a:moveTo>
                <a:cubicBezTo>
                  <a:pt x="42" y="49"/>
                  <a:pt x="0" y="49"/>
                  <a:pt x="0" y="21"/>
                </a:cubicBezTo>
                <a:cubicBezTo>
                  <a:pt x="0" y="-7"/>
                  <a:pt x="42" y="-7"/>
                  <a:pt x="42" y="21"/>
                </a:cubicBezTo>
              </a:path>
            </a:pathLst>
          </a:custGeom>
          <a:ln cap="rnd" w="0">
            <a:solidFill>
              <a:srgbClr val="2A9D8F">
                <a:alpha val="50000"/>
              </a:srgbClr>
            </a:solidFill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84" name=""/>
          <p:cNvSpPr/>
          <p:nvPr/>
        </p:nvSpPr>
        <p:spPr>
          <a:xfrm>
            <a:off x="1603440" y="1793160"/>
            <a:ext cx="15120" cy="15480"/>
          </a:xfrm>
          <a:custGeom>
            <a:avLst/>
            <a:gdLst/>
            <a:ahLst/>
            <a:rect l="0" t="0" r="r" b="b"/>
            <a:pathLst>
              <a:path w="42" h="43">
                <a:moveTo>
                  <a:pt x="0" y="22"/>
                </a:moveTo>
                <a:cubicBezTo>
                  <a:pt x="0" y="-7"/>
                  <a:pt x="42" y="-7"/>
                  <a:pt x="42" y="22"/>
                </a:cubicBezTo>
                <a:cubicBezTo>
                  <a:pt x="42" y="50"/>
                  <a:pt x="0" y="50"/>
                  <a:pt x="0" y="22"/>
                </a:cubicBezTo>
                <a:close/>
              </a:path>
            </a:pathLst>
          </a:custGeom>
          <a:solidFill>
            <a:srgbClr val="2A9D8F">
              <a:alpha val="50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85" name=""/>
          <p:cNvSpPr/>
          <p:nvPr/>
        </p:nvSpPr>
        <p:spPr>
          <a:xfrm>
            <a:off x="1603440" y="1793160"/>
            <a:ext cx="15120" cy="15480"/>
          </a:xfrm>
          <a:custGeom>
            <a:avLst/>
            <a:gdLst/>
            <a:ahLst/>
            <a:rect l="0" t="0" r="r" b="b"/>
            <a:pathLst>
              <a:path fill="none" w="42" h="43">
                <a:moveTo>
                  <a:pt x="42" y="22"/>
                </a:moveTo>
                <a:cubicBezTo>
                  <a:pt x="42" y="50"/>
                  <a:pt x="0" y="50"/>
                  <a:pt x="0" y="22"/>
                </a:cubicBezTo>
                <a:cubicBezTo>
                  <a:pt x="0" y="-7"/>
                  <a:pt x="42" y="-7"/>
                  <a:pt x="42" y="22"/>
                </a:cubicBezTo>
              </a:path>
            </a:pathLst>
          </a:custGeom>
          <a:ln cap="rnd" w="0">
            <a:solidFill>
              <a:srgbClr val="2A9D8F">
                <a:alpha val="50000"/>
              </a:srgbClr>
            </a:solidFill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86" name=""/>
          <p:cNvSpPr/>
          <p:nvPr/>
        </p:nvSpPr>
        <p:spPr>
          <a:xfrm>
            <a:off x="1560240" y="1833840"/>
            <a:ext cx="15120" cy="15120"/>
          </a:xfrm>
          <a:custGeom>
            <a:avLst/>
            <a:gdLst/>
            <a:ahLst/>
            <a:rect l="0" t="0" r="r" b="b"/>
            <a:pathLst>
              <a:path w="42" h="42">
                <a:moveTo>
                  <a:pt x="0" y="21"/>
                </a:moveTo>
                <a:cubicBezTo>
                  <a:pt x="0" y="-7"/>
                  <a:pt x="42" y="-7"/>
                  <a:pt x="42" y="21"/>
                </a:cubicBezTo>
                <a:cubicBezTo>
                  <a:pt x="42" y="49"/>
                  <a:pt x="0" y="49"/>
                  <a:pt x="0" y="21"/>
                </a:cubicBezTo>
                <a:close/>
              </a:path>
            </a:pathLst>
          </a:custGeom>
          <a:solidFill>
            <a:srgbClr val="2A9D8F">
              <a:alpha val="50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87" name=""/>
          <p:cNvSpPr/>
          <p:nvPr/>
        </p:nvSpPr>
        <p:spPr>
          <a:xfrm>
            <a:off x="1560240" y="1833840"/>
            <a:ext cx="15120" cy="15120"/>
          </a:xfrm>
          <a:custGeom>
            <a:avLst/>
            <a:gdLst/>
            <a:ahLst/>
            <a:rect l="0" t="0" r="r" b="b"/>
            <a:pathLst>
              <a:path fill="none" w="42" h="42">
                <a:moveTo>
                  <a:pt x="42" y="21"/>
                </a:moveTo>
                <a:cubicBezTo>
                  <a:pt x="42" y="49"/>
                  <a:pt x="0" y="49"/>
                  <a:pt x="0" y="21"/>
                </a:cubicBezTo>
                <a:cubicBezTo>
                  <a:pt x="0" y="-7"/>
                  <a:pt x="42" y="-7"/>
                  <a:pt x="42" y="21"/>
                </a:cubicBezTo>
              </a:path>
            </a:pathLst>
          </a:custGeom>
          <a:ln cap="rnd" w="0">
            <a:solidFill>
              <a:srgbClr val="2A9D8F">
                <a:alpha val="50000"/>
              </a:srgbClr>
            </a:solidFill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88" name=""/>
          <p:cNvSpPr/>
          <p:nvPr/>
        </p:nvSpPr>
        <p:spPr>
          <a:xfrm>
            <a:off x="1602000" y="1368360"/>
            <a:ext cx="15480" cy="15480"/>
          </a:xfrm>
          <a:custGeom>
            <a:avLst/>
            <a:gdLst/>
            <a:ahLst/>
            <a:rect l="0" t="0" r="r" b="b"/>
            <a:pathLst>
              <a:path w="43" h="43">
                <a:moveTo>
                  <a:pt x="0" y="21"/>
                </a:moveTo>
                <a:cubicBezTo>
                  <a:pt x="0" y="-7"/>
                  <a:pt x="43" y="-7"/>
                  <a:pt x="43" y="21"/>
                </a:cubicBezTo>
                <a:cubicBezTo>
                  <a:pt x="43" y="50"/>
                  <a:pt x="0" y="50"/>
                  <a:pt x="0" y="21"/>
                </a:cubicBezTo>
                <a:close/>
              </a:path>
            </a:pathLst>
          </a:custGeom>
          <a:solidFill>
            <a:srgbClr val="2A9D8F">
              <a:alpha val="50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89" name=""/>
          <p:cNvSpPr/>
          <p:nvPr/>
        </p:nvSpPr>
        <p:spPr>
          <a:xfrm>
            <a:off x="1602000" y="1368360"/>
            <a:ext cx="15480" cy="15480"/>
          </a:xfrm>
          <a:custGeom>
            <a:avLst/>
            <a:gdLst/>
            <a:ahLst/>
            <a:rect l="0" t="0" r="r" b="b"/>
            <a:pathLst>
              <a:path fill="none" w="43" h="43">
                <a:moveTo>
                  <a:pt x="43" y="21"/>
                </a:moveTo>
                <a:cubicBezTo>
                  <a:pt x="43" y="50"/>
                  <a:pt x="0" y="50"/>
                  <a:pt x="0" y="21"/>
                </a:cubicBezTo>
                <a:cubicBezTo>
                  <a:pt x="0" y="-7"/>
                  <a:pt x="43" y="-7"/>
                  <a:pt x="43" y="21"/>
                </a:cubicBezTo>
              </a:path>
            </a:pathLst>
          </a:custGeom>
          <a:ln cap="rnd" w="0">
            <a:solidFill>
              <a:srgbClr val="2A9D8F">
                <a:alpha val="50000"/>
              </a:srgbClr>
            </a:solidFill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90" name=""/>
          <p:cNvSpPr/>
          <p:nvPr/>
        </p:nvSpPr>
        <p:spPr>
          <a:xfrm>
            <a:off x="615240" y="1513800"/>
            <a:ext cx="15480" cy="15480"/>
          </a:xfrm>
          <a:custGeom>
            <a:avLst/>
            <a:gdLst/>
            <a:ahLst/>
            <a:rect l="0" t="0" r="r" b="b"/>
            <a:pathLst>
              <a:path w="43" h="43">
                <a:moveTo>
                  <a:pt x="0" y="22"/>
                </a:moveTo>
                <a:cubicBezTo>
                  <a:pt x="0" y="-7"/>
                  <a:pt x="43" y="-7"/>
                  <a:pt x="43" y="22"/>
                </a:cubicBezTo>
                <a:cubicBezTo>
                  <a:pt x="43" y="50"/>
                  <a:pt x="0" y="50"/>
                  <a:pt x="0" y="22"/>
                </a:cubicBezTo>
                <a:close/>
              </a:path>
            </a:pathLst>
          </a:custGeom>
          <a:solidFill>
            <a:srgbClr val="2A9D8F">
              <a:alpha val="50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91" name=""/>
          <p:cNvSpPr/>
          <p:nvPr/>
        </p:nvSpPr>
        <p:spPr>
          <a:xfrm>
            <a:off x="615240" y="1513800"/>
            <a:ext cx="15480" cy="15480"/>
          </a:xfrm>
          <a:custGeom>
            <a:avLst/>
            <a:gdLst/>
            <a:ahLst/>
            <a:rect l="0" t="0" r="r" b="b"/>
            <a:pathLst>
              <a:path fill="none" w="43" h="43">
                <a:moveTo>
                  <a:pt x="43" y="22"/>
                </a:moveTo>
                <a:cubicBezTo>
                  <a:pt x="43" y="50"/>
                  <a:pt x="0" y="50"/>
                  <a:pt x="0" y="22"/>
                </a:cubicBezTo>
                <a:cubicBezTo>
                  <a:pt x="0" y="-7"/>
                  <a:pt x="43" y="-7"/>
                  <a:pt x="43" y="22"/>
                </a:cubicBezTo>
              </a:path>
            </a:pathLst>
          </a:custGeom>
          <a:ln cap="rnd" w="0">
            <a:solidFill>
              <a:srgbClr val="2A9D8F">
                <a:alpha val="50000"/>
              </a:srgbClr>
            </a:solidFill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92" name=""/>
          <p:cNvSpPr/>
          <p:nvPr/>
        </p:nvSpPr>
        <p:spPr>
          <a:xfrm>
            <a:off x="540000" y="1498320"/>
            <a:ext cx="15120" cy="15480"/>
          </a:xfrm>
          <a:custGeom>
            <a:avLst/>
            <a:gdLst/>
            <a:ahLst/>
            <a:rect l="0" t="0" r="r" b="b"/>
            <a:pathLst>
              <a:path w="42" h="43">
                <a:moveTo>
                  <a:pt x="0" y="22"/>
                </a:moveTo>
                <a:cubicBezTo>
                  <a:pt x="0" y="-7"/>
                  <a:pt x="42" y="-7"/>
                  <a:pt x="42" y="22"/>
                </a:cubicBezTo>
                <a:cubicBezTo>
                  <a:pt x="42" y="50"/>
                  <a:pt x="0" y="50"/>
                  <a:pt x="0" y="22"/>
                </a:cubicBezTo>
                <a:close/>
              </a:path>
            </a:pathLst>
          </a:custGeom>
          <a:solidFill>
            <a:srgbClr val="2A9D8F">
              <a:alpha val="50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93" name=""/>
          <p:cNvSpPr/>
          <p:nvPr/>
        </p:nvSpPr>
        <p:spPr>
          <a:xfrm>
            <a:off x="540000" y="1498320"/>
            <a:ext cx="15120" cy="15480"/>
          </a:xfrm>
          <a:custGeom>
            <a:avLst/>
            <a:gdLst/>
            <a:ahLst/>
            <a:rect l="0" t="0" r="r" b="b"/>
            <a:pathLst>
              <a:path fill="none" w="42" h="43">
                <a:moveTo>
                  <a:pt x="42" y="22"/>
                </a:moveTo>
                <a:cubicBezTo>
                  <a:pt x="42" y="50"/>
                  <a:pt x="0" y="50"/>
                  <a:pt x="0" y="22"/>
                </a:cubicBezTo>
                <a:cubicBezTo>
                  <a:pt x="0" y="-7"/>
                  <a:pt x="42" y="-7"/>
                  <a:pt x="42" y="22"/>
                </a:cubicBezTo>
              </a:path>
            </a:pathLst>
          </a:custGeom>
          <a:ln cap="rnd" w="0">
            <a:solidFill>
              <a:srgbClr val="2A9D8F">
                <a:alpha val="50000"/>
              </a:srgbClr>
            </a:solidFill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94" name=""/>
          <p:cNvSpPr/>
          <p:nvPr/>
        </p:nvSpPr>
        <p:spPr>
          <a:xfrm>
            <a:off x="1577160" y="1753560"/>
            <a:ext cx="15120" cy="15480"/>
          </a:xfrm>
          <a:custGeom>
            <a:avLst/>
            <a:gdLst/>
            <a:ahLst/>
            <a:rect l="0" t="0" r="r" b="b"/>
            <a:pathLst>
              <a:path w="42" h="43">
                <a:moveTo>
                  <a:pt x="0" y="21"/>
                </a:moveTo>
                <a:cubicBezTo>
                  <a:pt x="0" y="-7"/>
                  <a:pt x="42" y="-7"/>
                  <a:pt x="42" y="21"/>
                </a:cubicBezTo>
                <a:cubicBezTo>
                  <a:pt x="42" y="50"/>
                  <a:pt x="0" y="50"/>
                  <a:pt x="0" y="21"/>
                </a:cubicBezTo>
                <a:close/>
              </a:path>
            </a:pathLst>
          </a:custGeom>
          <a:solidFill>
            <a:srgbClr val="2A9D8F">
              <a:alpha val="50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95" name=""/>
          <p:cNvSpPr/>
          <p:nvPr/>
        </p:nvSpPr>
        <p:spPr>
          <a:xfrm>
            <a:off x="1577160" y="1753560"/>
            <a:ext cx="15120" cy="15480"/>
          </a:xfrm>
          <a:custGeom>
            <a:avLst/>
            <a:gdLst/>
            <a:ahLst/>
            <a:rect l="0" t="0" r="r" b="b"/>
            <a:pathLst>
              <a:path fill="none" w="42" h="43">
                <a:moveTo>
                  <a:pt x="42" y="21"/>
                </a:moveTo>
                <a:cubicBezTo>
                  <a:pt x="42" y="50"/>
                  <a:pt x="0" y="50"/>
                  <a:pt x="0" y="21"/>
                </a:cubicBezTo>
                <a:cubicBezTo>
                  <a:pt x="0" y="-7"/>
                  <a:pt x="42" y="-7"/>
                  <a:pt x="42" y="21"/>
                </a:cubicBezTo>
              </a:path>
            </a:pathLst>
          </a:custGeom>
          <a:ln cap="rnd" w="0">
            <a:solidFill>
              <a:srgbClr val="2A9D8F">
                <a:alpha val="50000"/>
              </a:srgbClr>
            </a:solidFill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96" name=""/>
          <p:cNvSpPr/>
          <p:nvPr/>
        </p:nvSpPr>
        <p:spPr>
          <a:xfrm>
            <a:off x="2082600" y="1369800"/>
            <a:ext cx="15480" cy="15120"/>
          </a:xfrm>
          <a:custGeom>
            <a:avLst/>
            <a:gdLst/>
            <a:ahLst/>
            <a:rect l="0" t="0" r="r" b="b"/>
            <a:pathLst>
              <a:path w="43" h="42">
                <a:moveTo>
                  <a:pt x="0" y="20"/>
                </a:moveTo>
                <a:cubicBezTo>
                  <a:pt x="0" y="-7"/>
                  <a:pt x="43" y="-7"/>
                  <a:pt x="43" y="20"/>
                </a:cubicBezTo>
                <a:cubicBezTo>
                  <a:pt x="43" y="49"/>
                  <a:pt x="0" y="49"/>
                  <a:pt x="0" y="20"/>
                </a:cubicBezTo>
                <a:close/>
              </a:path>
            </a:pathLst>
          </a:custGeom>
          <a:solidFill>
            <a:srgbClr val="2A9D8F">
              <a:alpha val="50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97" name=""/>
          <p:cNvSpPr/>
          <p:nvPr/>
        </p:nvSpPr>
        <p:spPr>
          <a:xfrm>
            <a:off x="2082600" y="1369800"/>
            <a:ext cx="15480" cy="15120"/>
          </a:xfrm>
          <a:custGeom>
            <a:avLst/>
            <a:gdLst/>
            <a:ahLst/>
            <a:rect l="0" t="0" r="r" b="b"/>
            <a:pathLst>
              <a:path fill="none" w="43" h="42">
                <a:moveTo>
                  <a:pt x="43" y="20"/>
                </a:moveTo>
                <a:cubicBezTo>
                  <a:pt x="43" y="49"/>
                  <a:pt x="0" y="49"/>
                  <a:pt x="0" y="20"/>
                </a:cubicBezTo>
                <a:cubicBezTo>
                  <a:pt x="0" y="-7"/>
                  <a:pt x="43" y="-7"/>
                  <a:pt x="43" y="20"/>
                </a:cubicBezTo>
              </a:path>
            </a:pathLst>
          </a:custGeom>
          <a:ln cap="rnd" w="0">
            <a:solidFill>
              <a:srgbClr val="2A9D8F">
                <a:alpha val="50000"/>
              </a:srgbClr>
            </a:solidFill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98" name=""/>
          <p:cNvSpPr/>
          <p:nvPr/>
        </p:nvSpPr>
        <p:spPr>
          <a:xfrm>
            <a:off x="2113560" y="1369080"/>
            <a:ext cx="15480" cy="15120"/>
          </a:xfrm>
          <a:custGeom>
            <a:avLst/>
            <a:gdLst/>
            <a:ahLst/>
            <a:rect l="0" t="0" r="r" b="b"/>
            <a:pathLst>
              <a:path w="43" h="42">
                <a:moveTo>
                  <a:pt x="0" y="21"/>
                </a:moveTo>
                <a:cubicBezTo>
                  <a:pt x="0" y="-7"/>
                  <a:pt x="43" y="-7"/>
                  <a:pt x="43" y="21"/>
                </a:cubicBezTo>
                <a:cubicBezTo>
                  <a:pt x="43" y="49"/>
                  <a:pt x="0" y="49"/>
                  <a:pt x="0" y="21"/>
                </a:cubicBezTo>
                <a:close/>
              </a:path>
            </a:pathLst>
          </a:custGeom>
          <a:solidFill>
            <a:srgbClr val="2A9D8F">
              <a:alpha val="50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99" name=""/>
          <p:cNvSpPr/>
          <p:nvPr/>
        </p:nvSpPr>
        <p:spPr>
          <a:xfrm>
            <a:off x="2113560" y="1369080"/>
            <a:ext cx="15480" cy="15120"/>
          </a:xfrm>
          <a:custGeom>
            <a:avLst/>
            <a:gdLst/>
            <a:ahLst/>
            <a:rect l="0" t="0" r="r" b="b"/>
            <a:pathLst>
              <a:path fill="none" w="43" h="42">
                <a:moveTo>
                  <a:pt x="43" y="21"/>
                </a:moveTo>
                <a:cubicBezTo>
                  <a:pt x="43" y="49"/>
                  <a:pt x="0" y="49"/>
                  <a:pt x="0" y="21"/>
                </a:cubicBezTo>
                <a:cubicBezTo>
                  <a:pt x="0" y="-7"/>
                  <a:pt x="43" y="-7"/>
                  <a:pt x="43" y="21"/>
                </a:cubicBezTo>
              </a:path>
            </a:pathLst>
          </a:custGeom>
          <a:ln cap="rnd" w="0">
            <a:solidFill>
              <a:srgbClr val="2A9D8F">
                <a:alpha val="50000"/>
              </a:srgbClr>
            </a:solidFill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00" name=""/>
          <p:cNvSpPr/>
          <p:nvPr/>
        </p:nvSpPr>
        <p:spPr>
          <a:xfrm>
            <a:off x="570600" y="1414080"/>
            <a:ext cx="15120" cy="15120"/>
          </a:xfrm>
          <a:custGeom>
            <a:avLst/>
            <a:gdLst/>
            <a:ahLst/>
            <a:rect l="0" t="0" r="r" b="b"/>
            <a:pathLst>
              <a:path w="42" h="42">
                <a:moveTo>
                  <a:pt x="0" y="20"/>
                </a:moveTo>
                <a:cubicBezTo>
                  <a:pt x="0" y="-7"/>
                  <a:pt x="42" y="-7"/>
                  <a:pt x="42" y="20"/>
                </a:cubicBezTo>
                <a:cubicBezTo>
                  <a:pt x="42" y="49"/>
                  <a:pt x="0" y="49"/>
                  <a:pt x="0" y="20"/>
                </a:cubicBezTo>
                <a:close/>
              </a:path>
            </a:pathLst>
          </a:custGeom>
          <a:solidFill>
            <a:srgbClr val="2A9D8F">
              <a:alpha val="50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01" name=""/>
          <p:cNvSpPr/>
          <p:nvPr/>
        </p:nvSpPr>
        <p:spPr>
          <a:xfrm>
            <a:off x="570600" y="1414080"/>
            <a:ext cx="15120" cy="15120"/>
          </a:xfrm>
          <a:custGeom>
            <a:avLst/>
            <a:gdLst/>
            <a:ahLst/>
            <a:rect l="0" t="0" r="r" b="b"/>
            <a:pathLst>
              <a:path fill="none" w="42" h="42">
                <a:moveTo>
                  <a:pt x="42" y="20"/>
                </a:moveTo>
                <a:cubicBezTo>
                  <a:pt x="42" y="49"/>
                  <a:pt x="0" y="49"/>
                  <a:pt x="0" y="20"/>
                </a:cubicBezTo>
                <a:cubicBezTo>
                  <a:pt x="0" y="-7"/>
                  <a:pt x="42" y="-7"/>
                  <a:pt x="42" y="20"/>
                </a:cubicBezTo>
              </a:path>
            </a:pathLst>
          </a:custGeom>
          <a:ln cap="rnd" w="0">
            <a:solidFill>
              <a:srgbClr val="2A9D8F">
                <a:alpha val="50000"/>
              </a:srgbClr>
            </a:solidFill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02" name=""/>
          <p:cNvSpPr/>
          <p:nvPr/>
        </p:nvSpPr>
        <p:spPr>
          <a:xfrm>
            <a:off x="1118160" y="837720"/>
            <a:ext cx="15120" cy="15120"/>
          </a:xfrm>
          <a:custGeom>
            <a:avLst/>
            <a:gdLst/>
            <a:ahLst/>
            <a:rect l="0" t="0" r="r" b="b"/>
            <a:pathLst>
              <a:path w="42" h="42">
                <a:moveTo>
                  <a:pt x="0" y="20"/>
                </a:moveTo>
                <a:cubicBezTo>
                  <a:pt x="0" y="-7"/>
                  <a:pt x="42" y="-7"/>
                  <a:pt x="42" y="20"/>
                </a:cubicBezTo>
                <a:cubicBezTo>
                  <a:pt x="42" y="49"/>
                  <a:pt x="0" y="49"/>
                  <a:pt x="0" y="20"/>
                </a:cubicBezTo>
                <a:close/>
              </a:path>
            </a:pathLst>
          </a:custGeom>
          <a:solidFill>
            <a:srgbClr val="2A9D8F">
              <a:alpha val="50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03" name=""/>
          <p:cNvSpPr/>
          <p:nvPr/>
        </p:nvSpPr>
        <p:spPr>
          <a:xfrm>
            <a:off x="1118160" y="837720"/>
            <a:ext cx="15120" cy="15120"/>
          </a:xfrm>
          <a:custGeom>
            <a:avLst/>
            <a:gdLst/>
            <a:ahLst/>
            <a:rect l="0" t="0" r="r" b="b"/>
            <a:pathLst>
              <a:path fill="none" w="42" h="42">
                <a:moveTo>
                  <a:pt x="42" y="20"/>
                </a:moveTo>
                <a:cubicBezTo>
                  <a:pt x="42" y="49"/>
                  <a:pt x="0" y="49"/>
                  <a:pt x="0" y="20"/>
                </a:cubicBezTo>
                <a:cubicBezTo>
                  <a:pt x="0" y="-7"/>
                  <a:pt x="42" y="-7"/>
                  <a:pt x="42" y="20"/>
                </a:cubicBezTo>
              </a:path>
            </a:pathLst>
          </a:custGeom>
          <a:ln cap="rnd" w="0">
            <a:solidFill>
              <a:srgbClr val="2A9D8F">
                <a:alpha val="50000"/>
              </a:srgbClr>
            </a:solidFill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04" name=""/>
          <p:cNvSpPr/>
          <p:nvPr/>
        </p:nvSpPr>
        <p:spPr>
          <a:xfrm>
            <a:off x="1591560" y="1873800"/>
            <a:ext cx="15120" cy="15120"/>
          </a:xfrm>
          <a:custGeom>
            <a:avLst/>
            <a:gdLst/>
            <a:ahLst/>
            <a:rect l="0" t="0" r="r" b="b"/>
            <a:pathLst>
              <a:path w="42" h="42">
                <a:moveTo>
                  <a:pt x="0" y="21"/>
                </a:moveTo>
                <a:cubicBezTo>
                  <a:pt x="0" y="-7"/>
                  <a:pt x="42" y="-7"/>
                  <a:pt x="42" y="21"/>
                </a:cubicBezTo>
                <a:cubicBezTo>
                  <a:pt x="42" y="49"/>
                  <a:pt x="0" y="49"/>
                  <a:pt x="0" y="21"/>
                </a:cubicBezTo>
                <a:close/>
              </a:path>
            </a:pathLst>
          </a:custGeom>
          <a:solidFill>
            <a:srgbClr val="2A9D8F">
              <a:alpha val="50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05" name=""/>
          <p:cNvSpPr/>
          <p:nvPr/>
        </p:nvSpPr>
        <p:spPr>
          <a:xfrm>
            <a:off x="1591560" y="1873800"/>
            <a:ext cx="15120" cy="15120"/>
          </a:xfrm>
          <a:custGeom>
            <a:avLst/>
            <a:gdLst/>
            <a:ahLst/>
            <a:rect l="0" t="0" r="r" b="b"/>
            <a:pathLst>
              <a:path fill="none" w="42" h="42">
                <a:moveTo>
                  <a:pt x="42" y="21"/>
                </a:moveTo>
                <a:cubicBezTo>
                  <a:pt x="42" y="49"/>
                  <a:pt x="0" y="49"/>
                  <a:pt x="0" y="21"/>
                </a:cubicBezTo>
                <a:cubicBezTo>
                  <a:pt x="0" y="-7"/>
                  <a:pt x="42" y="-7"/>
                  <a:pt x="42" y="21"/>
                </a:cubicBezTo>
              </a:path>
            </a:pathLst>
          </a:custGeom>
          <a:ln cap="rnd" w="0">
            <a:solidFill>
              <a:srgbClr val="2A9D8F">
                <a:alpha val="50000"/>
              </a:srgbClr>
            </a:solidFill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06" name=""/>
          <p:cNvSpPr/>
          <p:nvPr/>
        </p:nvSpPr>
        <p:spPr>
          <a:xfrm>
            <a:off x="549720" y="1701360"/>
            <a:ext cx="15480" cy="15120"/>
          </a:xfrm>
          <a:custGeom>
            <a:avLst/>
            <a:gdLst/>
            <a:ahLst/>
            <a:rect l="0" t="0" r="r" b="b"/>
            <a:pathLst>
              <a:path w="43" h="42">
                <a:moveTo>
                  <a:pt x="0" y="22"/>
                </a:moveTo>
                <a:cubicBezTo>
                  <a:pt x="0" y="-7"/>
                  <a:pt x="43" y="-7"/>
                  <a:pt x="43" y="22"/>
                </a:cubicBezTo>
                <a:cubicBezTo>
                  <a:pt x="43" y="49"/>
                  <a:pt x="0" y="49"/>
                  <a:pt x="0" y="22"/>
                </a:cubicBezTo>
                <a:close/>
              </a:path>
            </a:pathLst>
          </a:custGeom>
          <a:solidFill>
            <a:srgbClr val="2A9D8F">
              <a:alpha val="50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07" name=""/>
          <p:cNvSpPr/>
          <p:nvPr/>
        </p:nvSpPr>
        <p:spPr>
          <a:xfrm>
            <a:off x="549720" y="1701360"/>
            <a:ext cx="15480" cy="15120"/>
          </a:xfrm>
          <a:custGeom>
            <a:avLst/>
            <a:gdLst/>
            <a:ahLst/>
            <a:rect l="0" t="0" r="r" b="b"/>
            <a:pathLst>
              <a:path fill="none" w="43" h="42">
                <a:moveTo>
                  <a:pt x="43" y="22"/>
                </a:moveTo>
                <a:cubicBezTo>
                  <a:pt x="43" y="49"/>
                  <a:pt x="0" y="49"/>
                  <a:pt x="0" y="22"/>
                </a:cubicBezTo>
                <a:cubicBezTo>
                  <a:pt x="0" y="-7"/>
                  <a:pt x="43" y="-7"/>
                  <a:pt x="43" y="22"/>
                </a:cubicBezTo>
              </a:path>
            </a:pathLst>
          </a:custGeom>
          <a:ln cap="rnd" w="0">
            <a:solidFill>
              <a:srgbClr val="2A9D8F">
                <a:alpha val="50000"/>
              </a:srgbClr>
            </a:solidFill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08" name=""/>
          <p:cNvSpPr/>
          <p:nvPr/>
        </p:nvSpPr>
        <p:spPr>
          <a:xfrm>
            <a:off x="1047240" y="1680840"/>
            <a:ext cx="15480" cy="15120"/>
          </a:xfrm>
          <a:custGeom>
            <a:avLst/>
            <a:gdLst/>
            <a:ahLst/>
            <a:rect l="0" t="0" r="r" b="b"/>
            <a:pathLst>
              <a:path w="43" h="42">
                <a:moveTo>
                  <a:pt x="0" y="20"/>
                </a:moveTo>
                <a:cubicBezTo>
                  <a:pt x="0" y="-7"/>
                  <a:pt x="43" y="-7"/>
                  <a:pt x="43" y="20"/>
                </a:cubicBezTo>
                <a:cubicBezTo>
                  <a:pt x="43" y="49"/>
                  <a:pt x="0" y="49"/>
                  <a:pt x="0" y="20"/>
                </a:cubicBezTo>
                <a:close/>
              </a:path>
            </a:pathLst>
          </a:custGeom>
          <a:solidFill>
            <a:srgbClr val="2A9D8F">
              <a:alpha val="50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09" name=""/>
          <p:cNvSpPr/>
          <p:nvPr/>
        </p:nvSpPr>
        <p:spPr>
          <a:xfrm>
            <a:off x="1047240" y="1680840"/>
            <a:ext cx="15480" cy="15120"/>
          </a:xfrm>
          <a:custGeom>
            <a:avLst/>
            <a:gdLst/>
            <a:ahLst/>
            <a:rect l="0" t="0" r="r" b="b"/>
            <a:pathLst>
              <a:path fill="none" w="43" h="42">
                <a:moveTo>
                  <a:pt x="43" y="20"/>
                </a:moveTo>
                <a:cubicBezTo>
                  <a:pt x="43" y="49"/>
                  <a:pt x="0" y="49"/>
                  <a:pt x="0" y="20"/>
                </a:cubicBezTo>
                <a:cubicBezTo>
                  <a:pt x="0" y="-7"/>
                  <a:pt x="43" y="-7"/>
                  <a:pt x="43" y="20"/>
                </a:cubicBezTo>
              </a:path>
            </a:pathLst>
          </a:custGeom>
          <a:ln cap="rnd" w="0">
            <a:solidFill>
              <a:srgbClr val="2A9D8F">
                <a:alpha val="50000"/>
              </a:srgbClr>
            </a:solidFill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10" name=""/>
          <p:cNvSpPr/>
          <p:nvPr/>
        </p:nvSpPr>
        <p:spPr>
          <a:xfrm>
            <a:off x="639360" y="1889280"/>
            <a:ext cx="15480" cy="15120"/>
          </a:xfrm>
          <a:custGeom>
            <a:avLst/>
            <a:gdLst/>
            <a:ahLst/>
            <a:rect l="0" t="0" r="r" b="b"/>
            <a:pathLst>
              <a:path w="43" h="42">
                <a:moveTo>
                  <a:pt x="0" y="20"/>
                </a:moveTo>
                <a:cubicBezTo>
                  <a:pt x="0" y="-7"/>
                  <a:pt x="43" y="-7"/>
                  <a:pt x="43" y="20"/>
                </a:cubicBezTo>
                <a:cubicBezTo>
                  <a:pt x="43" y="49"/>
                  <a:pt x="0" y="49"/>
                  <a:pt x="0" y="20"/>
                </a:cubicBezTo>
                <a:close/>
              </a:path>
            </a:pathLst>
          </a:custGeom>
          <a:solidFill>
            <a:srgbClr val="2A9D8F">
              <a:alpha val="50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11" name=""/>
          <p:cNvSpPr/>
          <p:nvPr/>
        </p:nvSpPr>
        <p:spPr>
          <a:xfrm>
            <a:off x="639360" y="1889280"/>
            <a:ext cx="15480" cy="15120"/>
          </a:xfrm>
          <a:custGeom>
            <a:avLst/>
            <a:gdLst/>
            <a:ahLst/>
            <a:rect l="0" t="0" r="r" b="b"/>
            <a:pathLst>
              <a:path fill="none" w="43" h="42">
                <a:moveTo>
                  <a:pt x="43" y="20"/>
                </a:moveTo>
                <a:cubicBezTo>
                  <a:pt x="43" y="49"/>
                  <a:pt x="0" y="49"/>
                  <a:pt x="0" y="20"/>
                </a:cubicBezTo>
                <a:cubicBezTo>
                  <a:pt x="0" y="-7"/>
                  <a:pt x="43" y="-7"/>
                  <a:pt x="43" y="20"/>
                </a:cubicBezTo>
              </a:path>
            </a:pathLst>
          </a:custGeom>
          <a:ln cap="rnd" w="0">
            <a:solidFill>
              <a:srgbClr val="2A9D8F">
                <a:alpha val="50000"/>
              </a:srgbClr>
            </a:solidFill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12" name=""/>
          <p:cNvSpPr/>
          <p:nvPr/>
        </p:nvSpPr>
        <p:spPr>
          <a:xfrm>
            <a:off x="641880" y="1388160"/>
            <a:ext cx="15840" cy="15480"/>
          </a:xfrm>
          <a:custGeom>
            <a:avLst/>
            <a:gdLst/>
            <a:ahLst/>
            <a:rect l="0" t="0" r="r" b="b"/>
            <a:pathLst>
              <a:path w="44" h="43">
                <a:moveTo>
                  <a:pt x="0" y="22"/>
                </a:moveTo>
                <a:cubicBezTo>
                  <a:pt x="0" y="-7"/>
                  <a:pt x="44" y="-7"/>
                  <a:pt x="44" y="22"/>
                </a:cubicBezTo>
                <a:cubicBezTo>
                  <a:pt x="44" y="50"/>
                  <a:pt x="0" y="50"/>
                  <a:pt x="0" y="22"/>
                </a:cubicBezTo>
                <a:close/>
              </a:path>
            </a:pathLst>
          </a:custGeom>
          <a:solidFill>
            <a:srgbClr val="2A9D8F">
              <a:alpha val="50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13" name=""/>
          <p:cNvSpPr/>
          <p:nvPr/>
        </p:nvSpPr>
        <p:spPr>
          <a:xfrm>
            <a:off x="641880" y="1388160"/>
            <a:ext cx="15840" cy="15480"/>
          </a:xfrm>
          <a:custGeom>
            <a:avLst/>
            <a:gdLst/>
            <a:ahLst/>
            <a:rect l="0" t="0" r="r" b="b"/>
            <a:pathLst>
              <a:path fill="none" w="44" h="43">
                <a:moveTo>
                  <a:pt x="44" y="22"/>
                </a:moveTo>
                <a:cubicBezTo>
                  <a:pt x="44" y="50"/>
                  <a:pt x="0" y="50"/>
                  <a:pt x="0" y="22"/>
                </a:cubicBezTo>
                <a:cubicBezTo>
                  <a:pt x="0" y="-7"/>
                  <a:pt x="44" y="-7"/>
                  <a:pt x="44" y="22"/>
                </a:cubicBezTo>
              </a:path>
            </a:pathLst>
          </a:custGeom>
          <a:ln cap="rnd" w="0">
            <a:solidFill>
              <a:srgbClr val="2A9D8F">
                <a:alpha val="50000"/>
              </a:srgbClr>
            </a:solidFill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14" name=""/>
          <p:cNvSpPr/>
          <p:nvPr/>
        </p:nvSpPr>
        <p:spPr>
          <a:xfrm>
            <a:off x="1584360" y="1344600"/>
            <a:ext cx="15120" cy="15120"/>
          </a:xfrm>
          <a:custGeom>
            <a:avLst/>
            <a:gdLst/>
            <a:ahLst/>
            <a:rect l="0" t="0" r="r" b="b"/>
            <a:pathLst>
              <a:path w="42" h="42">
                <a:moveTo>
                  <a:pt x="0" y="22"/>
                </a:moveTo>
                <a:cubicBezTo>
                  <a:pt x="0" y="-7"/>
                  <a:pt x="42" y="-7"/>
                  <a:pt x="42" y="22"/>
                </a:cubicBezTo>
                <a:cubicBezTo>
                  <a:pt x="42" y="49"/>
                  <a:pt x="0" y="49"/>
                  <a:pt x="0" y="22"/>
                </a:cubicBezTo>
                <a:close/>
              </a:path>
            </a:pathLst>
          </a:custGeom>
          <a:solidFill>
            <a:srgbClr val="2A9D8F">
              <a:alpha val="50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15" name=""/>
          <p:cNvSpPr/>
          <p:nvPr/>
        </p:nvSpPr>
        <p:spPr>
          <a:xfrm>
            <a:off x="1584360" y="1344600"/>
            <a:ext cx="15120" cy="15120"/>
          </a:xfrm>
          <a:custGeom>
            <a:avLst/>
            <a:gdLst/>
            <a:ahLst/>
            <a:rect l="0" t="0" r="r" b="b"/>
            <a:pathLst>
              <a:path fill="none" w="42" h="42">
                <a:moveTo>
                  <a:pt x="42" y="22"/>
                </a:moveTo>
                <a:cubicBezTo>
                  <a:pt x="42" y="49"/>
                  <a:pt x="0" y="49"/>
                  <a:pt x="0" y="22"/>
                </a:cubicBezTo>
                <a:cubicBezTo>
                  <a:pt x="0" y="-7"/>
                  <a:pt x="42" y="-7"/>
                  <a:pt x="42" y="22"/>
                </a:cubicBezTo>
              </a:path>
            </a:pathLst>
          </a:custGeom>
          <a:ln cap="rnd" w="0">
            <a:solidFill>
              <a:srgbClr val="2A9D8F">
                <a:alpha val="50000"/>
              </a:srgbClr>
            </a:solidFill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16" name=""/>
          <p:cNvSpPr/>
          <p:nvPr/>
        </p:nvSpPr>
        <p:spPr>
          <a:xfrm>
            <a:off x="1620000" y="1504080"/>
            <a:ext cx="15480" cy="15120"/>
          </a:xfrm>
          <a:custGeom>
            <a:avLst/>
            <a:gdLst/>
            <a:ahLst/>
            <a:rect l="0" t="0" r="r" b="b"/>
            <a:pathLst>
              <a:path w="43" h="42">
                <a:moveTo>
                  <a:pt x="0" y="21"/>
                </a:moveTo>
                <a:cubicBezTo>
                  <a:pt x="0" y="-7"/>
                  <a:pt x="43" y="-7"/>
                  <a:pt x="43" y="21"/>
                </a:cubicBezTo>
                <a:cubicBezTo>
                  <a:pt x="43" y="49"/>
                  <a:pt x="0" y="49"/>
                  <a:pt x="0" y="21"/>
                </a:cubicBezTo>
                <a:close/>
              </a:path>
            </a:pathLst>
          </a:custGeom>
          <a:solidFill>
            <a:srgbClr val="2A9D8F">
              <a:alpha val="50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17" name=""/>
          <p:cNvSpPr/>
          <p:nvPr/>
        </p:nvSpPr>
        <p:spPr>
          <a:xfrm>
            <a:off x="1620000" y="1504080"/>
            <a:ext cx="15480" cy="15120"/>
          </a:xfrm>
          <a:custGeom>
            <a:avLst/>
            <a:gdLst/>
            <a:ahLst/>
            <a:rect l="0" t="0" r="r" b="b"/>
            <a:pathLst>
              <a:path fill="none" w="43" h="42">
                <a:moveTo>
                  <a:pt x="43" y="21"/>
                </a:moveTo>
                <a:cubicBezTo>
                  <a:pt x="43" y="49"/>
                  <a:pt x="0" y="49"/>
                  <a:pt x="0" y="21"/>
                </a:cubicBezTo>
                <a:cubicBezTo>
                  <a:pt x="0" y="-7"/>
                  <a:pt x="43" y="-7"/>
                  <a:pt x="43" y="21"/>
                </a:cubicBezTo>
              </a:path>
            </a:pathLst>
          </a:custGeom>
          <a:ln cap="rnd" w="0">
            <a:solidFill>
              <a:srgbClr val="2A9D8F">
                <a:alpha val="50000"/>
              </a:srgbClr>
            </a:solidFill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18" name=""/>
          <p:cNvSpPr/>
          <p:nvPr/>
        </p:nvSpPr>
        <p:spPr>
          <a:xfrm>
            <a:off x="1568160" y="1447560"/>
            <a:ext cx="15120" cy="15120"/>
          </a:xfrm>
          <a:custGeom>
            <a:avLst/>
            <a:gdLst/>
            <a:ahLst/>
            <a:rect l="0" t="0" r="r" b="b"/>
            <a:pathLst>
              <a:path w="42" h="42">
                <a:moveTo>
                  <a:pt x="0" y="22"/>
                </a:moveTo>
                <a:cubicBezTo>
                  <a:pt x="0" y="-7"/>
                  <a:pt x="42" y="-7"/>
                  <a:pt x="42" y="22"/>
                </a:cubicBezTo>
                <a:cubicBezTo>
                  <a:pt x="42" y="49"/>
                  <a:pt x="0" y="49"/>
                  <a:pt x="0" y="22"/>
                </a:cubicBezTo>
                <a:close/>
              </a:path>
            </a:pathLst>
          </a:custGeom>
          <a:solidFill>
            <a:srgbClr val="2A9D8F">
              <a:alpha val="50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19" name=""/>
          <p:cNvSpPr/>
          <p:nvPr/>
        </p:nvSpPr>
        <p:spPr>
          <a:xfrm>
            <a:off x="1568160" y="1447560"/>
            <a:ext cx="15120" cy="15120"/>
          </a:xfrm>
          <a:custGeom>
            <a:avLst/>
            <a:gdLst/>
            <a:ahLst/>
            <a:rect l="0" t="0" r="r" b="b"/>
            <a:pathLst>
              <a:path fill="none" w="42" h="42">
                <a:moveTo>
                  <a:pt x="42" y="22"/>
                </a:moveTo>
                <a:cubicBezTo>
                  <a:pt x="42" y="49"/>
                  <a:pt x="0" y="49"/>
                  <a:pt x="0" y="22"/>
                </a:cubicBezTo>
                <a:cubicBezTo>
                  <a:pt x="0" y="-7"/>
                  <a:pt x="42" y="-7"/>
                  <a:pt x="42" y="22"/>
                </a:cubicBezTo>
              </a:path>
            </a:pathLst>
          </a:custGeom>
          <a:ln cap="rnd" w="0">
            <a:solidFill>
              <a:srgbClr val="2A9D8F">
                <a:alpha val="50000"/>
              </a:srgbClr>
            </a:solidFill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20" name=""/>
          <p:cNvSpPr/>
          <p:nvPr/>
        </p:nvSpPr>
        <p:spPr>
          <a:xfrm>
            <a:off x="2083680" y="1361160"/>
            <a:ext cx="15120" cy="15120"/>
          </a:xfrm>
          <a:custGeom>
            <a:avLst/>
            <a:gdLst/>
            <a:ahLst/>
            <a:rect l="0" t="0" r="r" b="b"/>
            <a:pathLst>
              <a:path w="42" h="42">
                <a:moveTo>
                  <a:pt x="0" y="22"/>
                </a:moveTo>
                <a:cubicBezTo>
                  <a:pt x="0" y="-7"/>
                  <a:pt x="42" y="-7"/>
                  <a:pt x="42" y="22"/>
                </a:cubicBezTo>
                <a:cubicBezTo>
                  <a:pt x="42" y="49"/>
                  <a:pt x="0" y="49"/>
                  <a:pt x="0" y="22"/>
                </a:cubicBezTo>
                <a:close/>
              </a:path>
            </a:pathLst>
          </a:custGeom>
          <a:solidFill>
            <a:srgbClr val="2A9D8F">
              <a:alpha val="50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21" name=""/>
          <p:cNvSpPr/>
          <p:nvPr/>
        </p:nvSpPr>
        <p:spPr>
          <a:xfrm>
            <a:off x="2083680" y="1361160"/>
            <a:ext cx="15120" cy="15120"/>
          </a:xfrm>
          <a:custGeom>
            <a:avLst/>
            <a:gdLst/>
            <a:ahLst/>
            <a:rect l="0" t="0" r="r" b="b"/>
            <a:pathLst>
              <a:path fill="none" w="42" h="42">
                <a:moveTo>
                  <a:pt x="42" y="22"/>
                </a:moveTo>
                <a:cubicBezTo>
                  <a:pt x="42" y="49"/>
                  <a:pt x="0" y="49"/>
                  <a:pt x="0" y="22"/>
                </a:cubicBezTo>
                <a:cubicBezTo>
                  <a:pt x="0" y="-7"/>
                  <a:pt x="42" y="-7"/>
                  <a:pt x="42" y="22"/>
                </a:cubicBezTo>
              </a:path>
            </a:pathLst>
          </a:custGeom>
          <a:ln cap="rnd" w="0">
            <a:solidFill>
              <a:srgbClr val="2A9D8F">
                <a:alpha val="50000"/>
              </a:srgbClr>
            </a:solidFill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22" name=""/>
          <p:cNvSpPr/>
          <p:nvPr/>
        </p:nvSpPr>
        <p:spPr>
          <a:xfrm>
            <a:off x="2077200" y="1182960"/>
            <a:ext cx="15480" cy="15120"/>
          </a:xfrm>
          <a:custGeom>
            <a:avLst/>
            <a:gdLst/>
            <a:ahLst/>
            <a:rect l="0" t="0" r="r" b="b"/>
            <a:pathLst>
              <a:path w="43" h="42">
                <a:moveTo>
                  <a:pt x="0" y="22"/>
                </a:moveTo>
                <a:cubicBezTo>
                  <a:pt x="0" y="-7"/>
                  <a:pt x="43" y="-7"/>
                  <a:pt x="43" y="22"/>
                </a:cubicBezTo>
                <a:cubicBezTo>
                  <a:pt x="43" y="49"/>
                  <a:pt x="0" y="49"/>
                  <a:pt x="0" y="22"/>
                </a:cubicBezTo>
                <a:close/>
              </a:path>
            </a:pathLst>
          </a:custGeom>
          <a:solidFill>
            <a:srgbClr val="2A9D8F">
              <a:alpha val="50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23" name=""/>
          <p:cNvSpPr/>
          <p:nvPr/>
        </p:nvSpPr>
        <p:spPr>
          <a:xfrm>
            <a:off x="2077200" y="1182960"/>
            <a:ext cx="15480" cy="15120"/>
          </a:xfrm>
          <a:custGeom>
            <a:avLst/>
            <a:gdLst/>
            <a:ahLst/>
            <a:rect l="0" t="0" r="r" b="b"/>
            <a:pathLst>
              <a:path fill="none" w="43" h="42">
                <a:moveTo>
                  <a:pt x="43" y="22"/>
                </a:moveTo>
                <a:cubicBezTo>
                  <a:pt x="43" y="49"/>
                  <a:pt x="0" y="49"/>
                  <a:pt x="0" y="22"/>
                </a:cubicBezTo>
                <a:cubicBezTo>
                  <a:pt x="0" y="-7"/>
                  <a:pt x="43" y="-7"/>
                  <a:pt x="43" y="22"/>
                </a:cubicBezTo>
              </a:path>
            </a:pathLst>
          </a:custGeom>
          <a:ln cap="rnd" w="0">
            <a:solidFill>
              <a:srgbClr val="2A9D8F">
                <a:alpha val="50000"/>
              </a:srgbClr>
            </a:solidFill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24" name=""/>
          <p:cNvSpPr/>
          <p:nvPr/>
        </p:nvSpPr>
        <p:spPr>
          <a:xfrm>
            <a:off x="549360" y="1125360"/>
            <a:ext cx="15120" cy="15480"/>
          </a:xfrm>
          <a:custGeom>
            <a:avLst/>
            <a:gdLst/>
            <a:ahLst/>
            <a:rect l="0" t="0" r="r" b="b"/>
            <a:pathLst>
              <a:path w="42" h="43">
                <a:moveTo>
                  <a:pt x="0" y="22"/>
                </a:moveTo>
                <a:cubicBezTo>
                  <a:pt x="0" y="-7"/>
                  <a:pt x="42" y="-7"/>
                  <a:pt x="42" y="22"/>
                </a:cubicBezTo>
                <a:cubicBezTo>
                  <a:pt x="42" y="50"/>
                  <a:pt x="0" y="50"/>
                  <a:pt x="0" y="22"/>
                </a:cubicBezTo>
                <a:close/>
              </a:path>
            </a:pathLst>
          </a:custGeom>
          <a:solidFill>
            <a:srgbClr val="2A9D8F">
              <a:alpha val="50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25" name=""/>
          <p:cNvSpPr/>
          <p:nvPr/>
        </p:nvSpPr>
        <p:spPr>
          <a:xfrm>
            <a:off x="549360" y="1125360"/>
            <a:ext cx="15120" cy="15480"/>
          </a:xfrm>
          <a:custGeom>
            <a:avLst/>
            <a:gdLst/>
            <a:ahLst/>
            <a:rect l="0" t="0" r="r" b="b"/>
            <a:pathLst>
              <a:path fill="none" w="42" h="43">
                <a:moveTo>
                  <a:pt x="42" y="22"/>
                </a:moveTo>
                <a:cubicBezTo>
                  <a:pt x="42" y="50"/>
                  <a:pt x="0" y="50"/>
                  <a:pt x="0" y="22"/>
                </a:cubicBezTo>
                <a:cubicBezTo>
                  <a:pt x="0" y="-7"/>
                  <a:pt x="42" y="-7"/>
                  <a:pt x="42" y="22"/>
                </a:cubicBezTo>
              </a:path>
            </a:pathLst>
          </a:custGeom>
          <a:ln cap="rnd" w="0">
            <a:solidFill>
              <a:srgbClr val="2A9D8F">
                <a:alpha val="50000"/>
              </a:srgbClr>
            </a:solidFill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26" name=""/>
          <p:cNvSpPr/>
          <p:nvPr/>
        </p:nvSpPr>
        <p:spPr>
          <a:xfrm>
            <a:off x="1116360" y="1607760"/>
            <a:ext cx="15120" cy="15120"/>
          </a:xfrm>
          <a:custGeom>
            <a:avLst/>
            <a:gdLst/>
            <a:ahLst/>
            <a:rect l="0" t="0" r="r" b="b"/>
            <a:pathLst>
              <a:path w="42" h="42">
                <a:moveTo>
                  <a:pt x="0" y="21"/>
                </a:moveTo>
                <a:cubicBezTo>
                  <a:pt x="0" y="-7"/>
                  <a:pt x="42" y="-7"/>
                  <a:pt x="42" y="21"/>
                </a:cubicBezTo>
                <a:cubicBezTo>
                  <a:pt x="42" y="49"/>
                  <a:pt x="0" y="49"/>
                  <a:pt x="0" y="21"/>
                </a:cubicBezTo>
                <a:close/>
              </a:path>
            </a:pathLst>
          </a:custGeom>
          <a:solidFill>
            <a:srgbClr val="2A9D8F">
              <a:alpha val="50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27" name=""/>
          <p:cNvSpPr/>
          <p:nvPr/>
        </p:nvSpPr>
        <p:spPr>
          <a:xfrm>
            <a:off x="1116360" y="1607760"/>
            <a:ext cx="15120" cy="15120"/>
          </a:xfrm>
          <a:custGeom>
            <a:avLst/>
            <a:gdLst/>
            <a:ahLst/>
            <a:rect l="0" t="0" r="r" b="b"/>
            <a:pathLst>
              <a:path fill="none" w="42" h="42">
                <a:moveTo>
                  <a:pt x="42" y="21"/>
                </a:moveTo>
                <a:cubicBezTo>
                  <a:pt x="42" y="49"/>
                  <a:pt x="0" y="49"/>
                  <a:pt x="0" y="21"/>
                </a:cubicBezTo>
                <a:cubicBezTo>
                  <a:pt x="0" y="-7"/>
                  <a:pt x="42" y="-7"/>
                  <a:pt x="42" y="21"/>
                </a:cubicBezTo>
              </a:path>
            </a:pathLst>
          </a:custGeom>
          <a:ln cap="rnd" w="0">
            <a:solidFill>
              <a:srgbClr val="2A9D8F">
                <a:alpha val="50000"/>
              </a:srgbClr>
            </a:solidFill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28" name=""/>
          <p:cNvSpPr/>
          <p:nvPr/>
        </p:nvSpPr>
        <p:spPr>
          <a:xfrm>
            <a:off x="1626840" y="1632600"/>
            <a:ext cx="15120" cy="15480"/>
          </a:xfrm>
          <a:custGeom>
            <a:avLst/>
            <a:gdLst/>
            <a:ahLst/>
            <a:rect l="0" t="0" r="r" b="b"/>
            <a:pathLst>
              <a:path w="42" h="43">
                <a:moveTo>
                  <a:pt x="0" y="21"/>
                </a:moveTo>
                <a:cubicBezTo>
                  <a:pt x="0" y="-7"/>
                  <a:pt x="42" y="-7"/>
                  <a:pt x="42" y="21"/>
                </a:cubicBezTo>
                <a:cubicBezTo>
                  <a:pt x="42" y="50"/>
                  <a:pt x="0" y="50"/>
                  <a:pt x="0" y="21"/>
                </a:cubicBezTo>
                <a:close/>
              </a:path>
            </a:pathLst>
          </a:custGeom>
          <a:solidFill>
            <a:srgbClr val="2A9D8F">
              <a:alpha val="50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29" name=""/>
          <p:cNvSpPr/>
          <p:nvPr/>
        </p:nvSpPr>
        <p:spPr>
          <a:xfrm>
            <a:off x="1626840" y="1632600"/>
            <a:ext cx="15120" cy="15480"/>
          </a:xfrm>
          <a:custGeom>
            <a:avLst/>
            <a:gdLst/>
            <a:ahLst/>
            <a:rect l="0" t="0" r="r" b="b"/>
            <a:pathLst>
              <a:path fill="none" w="42" h="43">
                <a:moveTo>
                  <a:pt x="42" y="21"/>
                </a:moveTo>
                <a:cubicBezTo>
                  <a:pt x="42" y="50"/>
                  <a:pt x="0" y="50"/>
                  <a:pt x="0" y="21"/>
                </a:cubicBezTo>
                <a:cubicBezTo>
                  <a:pt x="0" y="-7"/>
                  <a:pt x="42" y="-7"/>
                  <a:pt x="42" y="21"/>
                </a:cubicBezTo>
              </a:path>
            </a:pathLst>
          </a:custGeom>
          <a:ln cap="rnd" w="0">
            <a:solidFill>
              <a:srgbClr val="2A9D8F">
                <a:alpha val="50000"/>
              </a:srgbClr>
            </a:solidFill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30" name=""/>
          <p:cNvSpPr/>
          <p:nvPr/>
        </p:nvSpPr>
        <p:spPr>
          <a:xfrm>
            <a:off x="2027520" y="1377360"/>
            <a:ext cx="15120" cy="15120"/>
          </a:xfrm>
          <a:custGeom>
            <a:avLst/>
            <a:gdLst/>
            <a:ahLst/>
            <a:rect l="0" t="0" r="r" b="b"/>
            <a:pathLst>
              <a:path w="42" h="42">
                <a:moveTo>
                  <a:pt x="0" y="21"/>
                </a:moveTo>
                <a:cubicBezTo>
                  <a:pt x="0" y="-7"/>
                  <a:pt x="42" y="-7"/>
                  <a:pt x="42" y="21"/>
                </a:cubicBezTo>
                <a:cubicBezTo>
                  <a:pt x="42" y="49"/>
                  <a:pt x="0" y="49"/>
                  <a:pt x="0" y="21"/>
                </a:cubicBezTo>
                <a:close/>
              </a:path>
            </a:pathLst>
          </a:custGeom>
          <a:solidFill>
            <a:srgbClr val="2A9D8F">
              <a:alpha val="50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31" name=""/>
          <p:cNvSpPr/>
          <p:nvPr/>
        </p:nvSpPr>
        <p:spPr>
          <a:xfrm>
            <a:off x="2027520" y="1377360"/>
            <a:ext cx="15120" cy="15120"/>
          </a:xfrm>
          <a:custGeom>
            <a:avLst/>
            <a:gdLst/>
            <a:ahLst/>
            <a:rect l="0" t="0" r="r" b="b"/>
            <a:pathLst>
              <a:path fill="none" w="42" h="42">
                <a:moveTo>
                  <a:pt x="42" y="21"/>
                </a:moveTo>
                <a:cubicBezTo>
                  <a:pt x="42" y="49"/>
                  <a:pt x="0" y="49"/>
                  <a:pt x="0" y="21"/>
                </a:cubicBezTo>
                <a:cubicBezTo>
                  <a:pt x="0" y="-7"/>
                  <a:pt x="42" y="-7"/>
                  <a:pt x="42" y="21"/>
                </a:cubicBezTo>
              </a:path>
            </a:pathLst>
          </a:custGeom>
          <a:ln cap="rnd" w="0">
            <a:solidFill>
              <a:srgbClr val="2A9D8F">
                <a:alpha val="50000"/>
              </a:srgbClr>
            </a:solidFill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32" name=""/>
          <p:cNvSpPr/>
          <p:nvPr/>
        </p:nvSpPr>
        <p:spPr>
          <a:xfrm>
            <a:off x="1547280" y="1537920"/>
            <a:ext cx="15120" cy="15120"/>
          </a:xfrm>
          <a:custGeom>
            <a:avLst/>
            <a:gdLst/>
            <a:ahLst/>
            <a:rect l="0" t="0" r="r" b="b"/>
            <a:pathLst>
              <a:path w="42" h="42">
                <a:moveTo>
                  <a:pt x="0" y="21"/>
                </a:moveTo>
                <a:cubicBezTo>
                  <a:pt x="0" y="-7"/>
                  <a:pt x="42" y="-7"/>
                  <a:pt x="42" y="21"/>
                </a:cubicBezTo>
                <a:cubicBezTo>
                  <a:pt x="42" y="49"/>
                  <a:pt x="0" y="49"/>
                  <a:pt x="0" y="21"/>
                </a:cubicBezTo>
                <a:close/>
              </a:path>
            </a:pathLst>
          </a:custGeom>
          <a:solidFill>
            <a:srgbClr val="2A9D8F">
              <a:alpha val="50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33" name=""/>
          <p:cNvSpPr/>
          <p:nvPr/>
        </p:nvSpPr>
        <p:spPr>
          <a:xfrm>
            <a:off x="1547280" y="1537920"/>
            <a:ext cx="15120" cy="15120"/>
          </a:xfrm>
          <a:custGeom>
            <a:avLst/>
            <a:gdLst/>
            <a:ahLst/>
            <a:rect l="0" t="0" r="r" b="b"/>
            <a:pathLst>
              <a:path fill="none" w="42" h="42">
                <a:moveTo>
                  <a:pt x="42" y="21"/>
                </a:moveTo>
                <a:cubicBezTo>
                  <a:pt x="42" y="49"/>
                  <a:pt x="0" y="49"/>
                  <a:pt x="0" y="21"/>
                </a:cubicBezTo>
                <a:cubicBezTo>
                  <a:pt x="0" y="-7"/>
                  <a:pt x="42" y="-7"/>
                  <a:pt x="42" y="21"/>
                </a:cubicBezTo>
              </a:path>
            </a:pathLst>
          </a:custGeom>
          <a:ln cap="rnd" w="0">
            <a:solidFill>
              <a:srgbClr val="2A9D8F">
                <a:alpha val="50000"/>
              </a:srgbClr>
            </a:solidFill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34" name=""/>
          <p:cNvSpPr/>
          <p:nvPr/>
        </p:nvSpPr>
        <p:spPr>
          <a:xfrm>
            <a:off x="1129680" y="1420560"/>
            <a:ext cx="15480" cy="15480"/>
          </a:xfrm>
          <a:custGeom>
            <a:avLst/>
            <a:gdLst/>
            <a:ahLst/>
            <a:rect l="0" t="0" r="r" b="b"/>
            <a:pathLst>
              <a:path w="43" h="43">
                <a:moveTo>
                  <a:pt x="0" y="22"/>
                </a:moveTo>
                <a:cubicBezTo>
                  <a:pt x="0" y="-7"/>
                  <a:pt x="43" y="-7"/>
                  <a:pt x="43" y="22"/>
                </a:cubicBezTo>
                <a:cubicBezTo>
                  <a:pt x="43" y="50"/>
                  <a:pt x="0" y="50"/>
                  <a:pt x="0" y="22"/>
                </a:cubicBezTo>
                <a:close/>
              </a:path>
            </a:pathLst>
          </a:custGeom>
          <a:solidFill>
            <a:srgbClr val="2A9D8F">
              <a:alpha val="50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35" name=""/>
          <p:cNvSpPr/>
          <p:nvPr/>
        </p:nvSpPr>
        <p:spPr>
          <a:xfrm>
            <a:off x="1129680" y="1420560"/>
            <a:ext cx="15480" cy="15480"/>
          </a:xfrm>
          <a:custGeom>
            <a:avLst/>
            <a:gdLst/>
            <a:ahLst/>
            <a:rect l="0" t="0" r="r" b="b"/>
            <a:pathLst>
              <a:path fill="none" w="43" h="43">
                <a:moveTo>
                  <a:pt x="43" y="22"/>
                </a:moveTo>
                <a:cubicBezTo>
                  <a:pt x="43" y="50"/>
                  <a:pt x="0" y="50"/>
                  <a:pt x="0" y="22"/>
                </a:cubicBezTo>
                <a:cubicBezTo>
                  <a:pt x="0" y="-7"/>
                  <a:pt x="43" y="-7"/>
                  <a:pt x="43" y="22"/>
                </a:cubicBezTo>
              </a:path>
            </a:pathLst>
          </a:custGeom>
          <a:ln cap="rnd" w="0">
            <a:solidFill>
              <a:srgbClr val="2A9D8F">
                <a:alpha val="50000"/>
              </a:srgbClr>
            </a:solidFill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36" name=""/>
          <p:cNvSpPr/>
          <p:nvPr/>
        </p:nvSpPr>
        <p:spPr>
          <a:xfrm>
            <a:off x="612720" y="1524960"/>
            <a:ext cx="15120" cy="15840"/>
          </a:xfrm>
          <a:custGeom>
            <a:avLst/>
            <a:gdLst/>
            <a:ahLst/>
            <a:rect l="0" t="0" r="r" b="b"/>
            <a:pathLst>
              <a:path w="42" h="44">
                <a:moveTo>
                  <a:pt x="0" y="22"/>
                </a:moveTo>
                <a:cubicBezTo>
                  <a:pt x="0" y="-7"/>
                  <a:pt x="42" y="-7"/>
                  <a:pt x="42" y="22"/>
                </a:cubicBezTo>
                <a:cubicBezTo>
                  <a:pt x="42" y="51"/>
                  <a:pt x="0" y="51"/>
                  <a:pt x="0" y="22"/>
                </a:cubicBezTo>
                <a:close/>
              </a:path>
            </a:pathLst>
          </a:custGeom>
          <a:solidFill>
            <a:srgbClr val="2A9D8F">
              <a:alpha val="50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37" name=""/>
          <p:cNvSpPr/>
          <p:nvPr/>
        </p:nvSpPr>
        <p:spPr>
          <a:xfrm>
            <a:off x="612720" y="1524960"/>
            <a:ext cx="15120" cy="15840"/>
          </a:xfrm>
          <a:custGeom>
            <a:avLst/>
            <a:gdLst/>
            <a:ahLst/>
            <a:rect l="0" t="0" r="r" b="b"/>
            <a:pathLst>
              <a:path fill="none" w="42" h="44">
                <a:moveTo>
                  <a:pt x="42" y="22"/>
                </a:moveTo>
                <a:cubicBezTo>
                  <a:pt x="42" y="51"/>
                  <a:pt x="0" y="51"/>
                  <a:pt x="0" y="22"/>
                </a:cubicBezTo>
                <a:cubicBezTo>
                  <a:pt x="0" y="-7"/>
                  <a:pt x="42" y="-7"/>
                  <a:pt x="42" y="22"/>
                </a:cubicBezTo>
              </a:path>
            </a:pathLst>
          </a:custGeom>
          <a:ln cap="rnd" w="0">
            <a:solidFill>
              <a:srgbClr val="2A9D8F">
                <a:alpha val="50000"/>
              </a:srgbClr>
            </a:solidFill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38" name=""/>
          <p:cNvSpPr/>
          <p:nvPr/>
        </p:nvSpPr>
        <p:spPr>
          <a:xfrm>
            <a:off x="1616040" y="1714320"/>
            <a:ext cx="15120" cy="15120"/>
          </a:xfrm>
          <a:custGeom>
            <a:avLst/>
            <a:gdLst/>
            <a:ahLst/>
            <a:rect l="0" t="0" r="r" b="b"/>
            <a:pathLst>
              <a:path w="42" h="42">
                <a:moveTo>
                  <a:pt x="0" y="22"/>
                </a:moveTo>
                <a:cubicBezTo>
                  <a:pt x="0" y="-7"/>
                  <a:pt x="42" y="-7"/>
                  <a:pt x="42" y="22"/>
                </a:cubicBezTo>
                <a:cubicBezTo>
                  <a:pt x="42" y="49"/>
                  <a:pt x="0" y="49"/>
                  <a:pt x="0" y="22"/>
                </a:cubicBezTo>
                <a:close/>
              </a:path>
            </a:pathLst>
          </a:custGeom>
          <a:solidFill>
            <a:srgbClr val="2A9D8F">
              <a:alpha val="50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39" name=""/>
          <p:cNvSpPr/>
          <p:nvPr/>
        </p:nvSpPr>
        <p:spPr>
          <a:xfrm>
            <a:off x="1616040" y="1714320"/>
            <a:ext cx="15120" cy="15120"/>
          </a:xfrm>
          <a:custGeom>
            <a:avLst/>
            <a:gdLst/>
            <a:ahLst/>
            <a:rect l="0" t="0" r="r" b="b"/>
            <a:pathLst>
              <a:path fill="none" w="42" h="42">
                <a:moveTo>
                  <a:pt x="42" y="22"/>
                </a:moveTo>
                <a:cubicBezTo>
                  <a:pt x="42" y="49"/>
                  <a:pt x="0" y="49"/>
                  <a:pt x="0" y="22"/>
                </a:cubicBezTo>
                <a:cubicBezTo>
                  <a:pt x="0" y="-7"/>
                  <a:pt x="42" y="-7"/>
                  <a:pt x="42" y="22"/>
                </a:cubicBezTo>
              </a:path>
            </a:pathLst>
          </a:custGeom>
          <a:ln cap="rnd" w="0">
            <a:solidFill>
              <a:srgbClr val="2A9D8F">
                <a:alpha val="50000"/>
              </a:srgbClr>
            </a:solidFill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40" name=""/>
          <p:cNvSpPr/>
          <p:nvPr/>
        </p:nvSpPr>
        <p:spPr>
          <a:xfrm>
            <a:off x="1076040" y="1747800"/>
            <a:ext cx="15120" cy="15840"/>
          </a:xfrm>
          <a:custGeom>
            <a:avLst/>
            <a:gdLst/>
            <a:ahLst/>
            <a:rect l="0" t="0" r="r" b="b"/>
            <a:pathLst>
              <a:path w="42" h="44">
                <a:moveTo>
                  <a:pt x="0" y="22"/>
                </a:moveTo>
                <a:cubicBezTo>
                  <a:pt x="0" y="-7"/>
                  <a:pt x="42" y="-7"/>
                  <a:pt x="42" y="22"/>
                </a:cubicBezTo>
                <a:cubicBezTo>
                  <a:pt x="42" y="51"/>
                  <a:pt x="0" y="51"/>
                  <a:pt x="0" y="22"/>
                </a:cubicBezTo>
                <a:close/>
              </a:path>
            </a:pathLst>
          </a:custGeom>
          <a:solidFill>
            <a:srgbClr val="2A9D8F">
              <a:alpha val="50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41" name=""/>
          <p:cNvSpPr/>
          <p:nvPr/>
        </p:nvSpPr>
        <p:spPr>
          <a:xfrm>
            <a:off x="1076040" y="1747800"/>
            <a:ext cx="15120" cy="15840"/>
          </a:xfrm>
          <a:custGeom>
            <a:avLst/>
            <a:gdLst/>
            <a:ahLst/>
            <a:rect l="0" t="0" r="r" b="b"/>
            <a:pathLst>
              <a:path fill="none" w="42" h="44">
                <a:moveTo>
                  <a:pt x="42" y="22"/>
                </a:moveTo>
                <a:cubicBezTo>
                  <a:pt x="42" y="51"/>
                  <a:pt x="0" y="51"/>
                  <a:pt x="0" y="22"/>
                </a:cubicBezTo>
                <a:cubicBezTo>
                  <a:pt x="0" y="-7"/>
                  <a:pt x="42" y="-7"/>
                  <a:pt x="42" y="22"/>
                </a:cubicBezTo>
              </a:path>
            </a:pathLst>
          </a:custGeom>
          <a:ln cap="rnd" w="0">
            <a:solidFill>
              <a:srgbClr val="2A9D8F">
                <a:alpha val="50000"/>
              </a:srgbClr>
            </a:solidFill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42" name=""/>
          <p:cNvSpPr/>
          <p:nvPr/>
        </p:nvSpPr>
        <p:spPr>
          <a:xfrm>
            <a:off x="1041840" y="1184760"/>
            <a:ext cx="15120" cy="15480"/>
          </a:xfrm>
          <a:custGeom>
            <a:avLst/>
            <a:gdLst/>
            <a:ahLst/>
            <a:rect l="0" t="0" r="r" b="b"/>
            <a:pathLst>
              <a:path w="42" h="43">
                <a:moveTo>
                  <a:pt x="0" y="22"/>
                </a:moveTo>
                <a:cubicBezTo>
                  <a:pt x="0" y="-7"/>
                  <a:pt x="42" y="-7"/>
                  <a:pt x="42" y="22"/>
                </a:cubicBezTo>
                <a:cubicBezTo>
                  <a:pt x="42" y="50"/>
                  <a:pt x="0" y="50"/>
                  <a:pt x="0" y="22"/>
                </a:cubicBezTo>
                <a:close/>
              </a:path>
            </a:pathLst>
          </a:custGeom>
          <a:solidFill>
            <a:srgbClr val="2A9D8F">
              <a:alpha val="50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43" name=""/>
          <p:cNvSpPr/>
          <p:nvPr/>
        </p:nvSpPr>
        <p:spPr>
          <a:xfrm>
            <a:off x="1041840" y="1184760"/>
            <a:ext cx="15120" cy="15480"/>
          </a:xfrm>
          <a:custGeom>
            <a:avLst/>
            <a:gdLst/>
            <a:ahLst/>
            <a:rect l="0" t="0" r="r" b="b"/>
            <a:pathLst>
              <a:path fill="none" w="42" h="43">
                <a:moveTo>
                  <a:pt x="42" y="22"/>
                </a:moveTo>
                <a:cubicBezTo>
                  <a:pt x="42" y="50"/>
                  <a:pt x="0" y="50"/>
                  <a:pt x="0" y="22"/>
                </a:cubicBezTo>
                <a:cubicBezTo>
                  <a:pt x="0" y="-7"/>
                  <a:pt x="42" y="-7"/>
                  <a:pt x="42" y="22"/>
                </a:cubicBezTo>
              </a:path>
            </a:pathLst>
          </a:custGeom>
          <a:ln cap="rnd" w="0">
            <a:solidFill>
              <a:srgbClr val="2A9D8F">
                <a:alpha val="50000"/>
              </a:srgbClr>
            </a:solidFill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44" name=""/>
          <p:cNvSpPr/>
          <p:nvPr/>
        </p:nvSpPr>
        <p:spPr>
          <a:xfrm>
            <a:off x="2053080" y="1678320"/>
            <a:ext cx="15480" cy="15120"/>
          </a:xfrm>
          <a:custGeom>
            <a:avLst/>
            <a:gdLst/>
            <a:ahLst/>
            <a:rect l="0" t="0" r="r" b="b"/>
            <a:pathLst>
              <a:path w="43" h="42">
                <a:moveTo>
                  <a:pt x="0" y="21"/>
                </a:moveTo>
                <a:cubicBezTo>
                  <a:pt x="0" y="-7"/>
                  <a:pt x="43" y="-7"/>
                  <a:pt x="43" y="21"/>
                </a:cubicBezTo>
                <a:cubicBezTo>
                  <a:pt x="43" y="49"/>
                  <a:pt x="0" y="49"/>
                  <a:pt x="0" y="21"/>
                </a:cubicBezTo>
                <a:close/>
              </a:path>
            </a:pathLst>
          </a:custGeom>
          <a:solidFill>
            <a:srgbClr val="2A9D8F">
              <a:alpha val="50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45" name=""/>
          <p:cNvSpPr/>
          <p:nvPr/>
        </p:nvSpPr>
        <p:spPr>
          <a:xfrm>
            <a:off x="2053080" y="1678320"/>
            <a:ext cx="15480" cy="15120"/>
          </a:xfrm>
          <a:custGeom>
            <a:avLst/>
            <a:gdLst/>
            <a:ahLst/>
            <a:rect l="0" t="0" r="r" b="b"/>
            <a:pathLst>
              <a:path fill="none" w="43" h="42">
                <a:moveTo>
                  <a:pt x="43" y="21"/>
                </a:moveTo>
                <a:cubicBezTo>
                  <a:pt x="43" y="49"/>
                  <a:pt x="0" y="49"/>
                  <a:pt x="0" y="21"/>
                </a:cubicBezTo>
                <a:cubicBezTo>
                  <a:pt x="0" y="-7"/>
                  <a:pt x="43" y="-7"/>
                  <a:pt x="43" y="21"/>
                </a:cubicBezTo>
              </a:path>
            </a:pathLst>
          </a:custGeom>
          <a:ln cap="rnd" w="0">
            <a:solidFill>
              <a:srgbClr val="2A9D8F">
                <a:alpha val="50000"/>
              </a:srgbClr>
            </a:solidFill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46" name=""/>
          <p:cNvSpPr/>
          <p:nvPr/>
        </p:nvSpPr>
        <p:spPr>
          <a:xfrm>
            <a:off x="564840" y="1756800"/>
            <a:ext cx="15480" cy="15120"/>
          </a:xfrm>
          <a:custGeom>
            <a:avLst/>
            <a:gdLst/>
            <a:ahLst/>
            <a:rect l="0" t="0" r="r" b="b"/>
            <a:pathLst>
              <a:path w="43" h="42">
                <a:moveTo>
                  <a:pt x="0" y="21"/>
                </a:moveTo>
                <a:cubicBezTo>
                  <a:pt x="0" y="-7"/>
                  <a:pt x="43" y="-7"/>
                  <a:pt x="43" y="21"/>
                </a:cubicBezTo>
                <a:cubicBezTo>
                  <a:pt x="43" y="49"/>
                  <a:pt x="0" y="49"/>
                  <a:pt x="0" y="21"/>
                </a:cubicBezTo>
                <a:close/>
              </a:path>
            </a:pathLst>
          </a:custGeom>
          <a:solidFill>
            <a:srgbClr val="2A9D8F">
              <a:alpha val="50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47" name=""/>
          <p:cNvSpPr/>
          <p:nvPr/>
        </p:nvSpPr>
        <p:spPr>
          <a:xfrm>
            <a:off x="564840" y="1756800"/>
            <a:ext cx="15480" cy="15120"/>
          </a:xfrm>
          <a:custGeom>
            <a:avLst/>
            <a:gdLst/>
            <a:ahLst/>
            <a:rect l="0" t="0" r="r" b="b"/>
            <a:pathLst>
              <a:path fill="none" w="43" h="42">
                <a:moveTo>
                  <a:pt x="43" y="21"/>
                </a:moveTo>
                <a:cubicBezTo>
                  <a:pt x="43" y="49"/>
                  <a:pt x="0" y="49"/>
                  <a:pt x="0" y="21"/>
                </a:cubicBezTo>
                <a:cubicBezTo>
                  <a:pt x="0" y="-7"/>
                  <a:pt x="43" y="-7"/>
                  <a:pt x="43" y="21"/>
                </a:cubicBezTo>
              </a:path>
            </a:pathLst>
          </a:custGeom>
          <a:ln cap="rnd" w="0">
            <a:solidFill>
              <a:srgbClr val="2A9D8F">
                <a:alpha val="50000"/>
              </a:srgbClr>
            </a:solidFill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48" name=""/>
          <p:cNvSpPr/>
          <p:nvPr/>
        </p:nvSpPr>
        <p:spPr>
          <a:xfrm>
            <a:off x="2052360" y="1727640"/>
            <a:ext cx="15480" cy="15120"/>
          </a:xfrm>
          <a:custGeom>
            <a:avLst/>
            <a:gdLst/>
            <a:ahLst/>
            <a:rect l="0" t="0" r="r" b="b"/>
            <a:pathLst>
              <a:path w="43" h="42">
                <a:moveTo>
                  <a:pt x="0" y="22"/>
                </a:moveTo>
                <a:cubicBezTo>
                  <a:pt x="0" y="-7"/>
                  <a:pt x="43" y="-7"/>
                  <a:pt x="43" y="22"/>
                </a:cubicBezTo>
                <a:cubicBezTo>
                  <a:pt x="43" y="49"/>
                  <a:pt x="0" y="49"/>
                  <a:pt x="0" y="22"/>
                </a:cubicBezTo>
                <a:close/>
              </a:path>
            </a:pathLst>
          </a:custGeom>
          <a:solidFill>
            <a:srgbClr val="2A9D8F">
              <a:alpha val="50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49" name=""/>
          <p:cNvSpPr/>
          <p:nvPr/>
        </p:nvSpPr>
        <p:spPr>
          <a:xfrm>
            <a:off x="2052360" y="1727640"/>
            <a:ext cx="15480" cy="15120"/>
          </a:xfrm>
          <a:custGeom>
            <a:avLst/>
            <a:gdLst/>
            <a:ahLst/>
            <a:rect l="0" t="0" r="r" b="b"/>
            <a:pathLst>
              <a:path fill="none" w="43" h="42">
                <a:moveTo>
                  <a:pt x="43" y="22"/>
                </a:moveTo>
                <a:cubicBezTo>
                  <a:pt x="43" y="49"/>
                  <a:pt x="0" y="49"/>
                  <a:pt x="0" y="22"/>
                </a:cubicBezTo>
                <a:cubicBezTo>
                  <a:pt x="0" y="-7"/>
                  <a:pt x="43" y="-7"/>
                  <a:pt x="43" y="22"/>
                </a:cubicBezTo>
              </a:path>
            </a:pathLst>
          </a:custGeom>
          <a:ln cap="rnd" w="0">
            <a:solidFill>
              <a:srgbClr val="2A9D8F">
                <a:alpha val="50000"/>
              </a:srgbClr>
            </a:solidFill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50" name=""/>
          <p:cNvSpPr/>
          <p:nvPr/>
        </p:nvSpPr>
        <p:spPr>
          <a:xfrm>
            <a:off x="2047680" y="1653480"/>
            <a:ext cx="15480" cy="15120"/>
          </a:xfrm>
          <a:custGeom>
            <a:avLst/>
            <a:gdLst/>
            <a:ahLst/>
            <a:rect l="0" t="0" r="r" b="b"/>
            <a:pathLst>
              <a:path w="43" h="42">
                <a:moveTo>
                  <a:pt x="0" y="21"/>
                </a:moveTo>
                <a:cubicBezTo>
                  <a:pt x="0" y="-7"/>
                  <a:pt x="43" y="-7"/>
                  <a:pt x="43" y="21"/>
                </a:cubicBezTo>
                <a:cubicBezTo>
                  <a:pt x="43" y="49"/>
                  <a:pt x="0" y="49"/>
                  <a:pt x="0" y="21"/>
                </a:cubicBezTo>
                <a:close/>
              </a:path>
            </a:pathLst>
          </a:custGeom>
          <a:solidFill>
            <a:srgbClr val="2A9D8F">
              <a:alpha val="50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51" name=""/>
          <p:cNvSpPr/>
          <p:nvPr/>
        </p:nvSpPr>
        <p:spPr>
          <a:xfrm>
            <a:off x="2047680" y="1653480"/>
            <a:ext cx="15480" cy="15120"/>
          </a:xfrm>
          <a:custGeom>
            <a:avLst/>
            <a:gdLst/>
            <a:ahLst/>
            <a:rect l="0" t="0" r="r" b="b"/>
            <a:pathLst>
              <a:path fill="none" w="43" h="42">
                <a:moveTo>
                  <a:pt x="43" y="21"/>
                </a:moveTo>
                <a:cubicBezTo>
                  <a:pt x="43" y="49"/>
                  <a:pt x="0" y="49"/>
                  <a:pt x="0" y="21"/>
                </a:cubicBezTo>
                <a:cubicBezTo>
                  <a:pt x="0" y="-7"/>
                  <a:pt x="43" y="-7"/>
                  <a:pt x="43" y="21"/>
                </a:cubicBezTo>
              </a:path>
            </a:pathLst>
          </a:custGeom>
          <a:ln cap="rnd" w="0">
            <a:solidFill>
              <a:srgbClr val="2A9D8F">
                <a:alpha val="50000"/>
              </a:srgbClr>
            </a:solidFill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52" name=""/>
          <p:cNvSpPr/>
          <p:nvPr/>
        </p:nvSpPr>
        <p:spPr>
          <a:xfrm>
            <a:off x="2058120" y="1365120"/>
            <a:ext cx="15480" cy="15840"/>
          </a:xfrm>
          <a:custGeom>
            <a:avLst/>
            <a:gdLst/>
            <a:ahLst/>
            <a:rect l="0" t="0" r="r" b="b"/>
            <a:pathLst>
              <a:path w="43" h="44">
                <a:moveTo>
                  <a:pt x="0" y="22"/>
                </a:moveTo>
                <a:cubicBezTo>
                  <a:pt x="0" y="-7"/>
                  <a:pt x="43" y="-7"/>
                  <a:pt x="43" y="22"/>
                </a:cubicBezTo>
                <a:cubicBezTo>
                  <a:pt x="43" y="51"/>
                  <a:pt x="0" y="51"/>
                  <a:pt x="0" y="22"/>
                </a:cubicBezTo>
                <a:close/>
              </a:path>
            </a:pathLst>
          </a:custGeom>
          <a:solidFill>
            <a:srgbClr val="2A9D8F">
              <a:alpha val="50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53" name=""/>
          <p:cNvSpPr/>
          <p:nvPr/>
        </p:nvSpPr>
        <p:spPr>
          <a:xfrm>
            <a:off x="2058120" y="1365120"/>
            <a:ext cx="15480" cy="15840"/>
          </a:xfrm>
          <a:custGeom>
            <a:avLst/>
            <a:gdLst/>
            <a:ahLst/>
            <a:rect l="0" t="0" r="r" b="b"/>
            <a:pathLst>
              <a:path fill="none" w="43" h="44">
                <a:moveTo>
                  <a:pt x="43" y="22"/>
                </a:moveTo>
                <a:cubicBezTo>
                  <a:pt x="43" y="51"/>
                  <a:pt x="0" y="51"/>
                  <a:pt x="0" y="22"/>
                </a:cubicBezTo>
                <a:cubicBezTo>
                  <a:pt x="0" y="-7"/>
                  <a:pt x="43" y="-7"/>
                  <a:pt x="43" y="22"/>
                </a:cubicBezTo>
              </a:path>
            </a:pathLst>
          </a:custGeom>
          <a:ln cap="rnd" w="0">
            <a:solidFill>
              <a:srgbClr val="2A9D8F">
                <a:alpha val="50000"/>
              </a:srgbClr>
            </a:solidFill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54" name=""/>
          <p:cNvSpPr/>
          <p:nvPr/>
        </p:nvSpPr>
        <p:spPr>
          <a:xfrm>
            <a:off x="2082960" y="1390320"/>
            <a:ext cx="15120" cy="15120"/>
          </a:xfrm>
          <a:custGeom>
            <a:avLst/>
            <a:gdLst/>
            <a:ahLst/>
            <a:rect l="0" t="0" r="r" b="b"/>
            <a:pathLst>
              <a:path w="42" h="42">
                <a:moveTo>
                  <a:pt x="0" y="22"/>
                </a:moveTo>
                <a:cubicBezTo>
                  <a:pt x="0" y="-7"/>
                  <a:pt x="42" y="-7"/>
                  <a:pt x="42" y="22"/>
                </a:cubicBezTo>
                <a:cubicBezTo>
                  <a:pt x="42" y="49"/>
                  <a:pt x="0" y="49"/>
                  <a:pt x="0" y="22"/>
                </a:cubicBezTo>
                <a:close/>
              </a:path>
            </a:pathLst>
          </a:custGeom>
          <a:solidFill>
            <a:srgbClr val="2A9D8F">
              <a:alpha val="50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55" name=""/>
          <p:cNvSpPr/>
          <p:nvPr/>
        </p:nvSpPr>
        <p:spPr>
          <a:xfrm>
            <a:off x="2082960" y="1390320"/>
            <a:ext cx="15120" cy="15120"/>
          </a:xfrm>
          <a:custGeom>
            <a:avLst/>
            <a:gdLst/>
            <a:ahLst/>
            <a:rect l="0" t="0" r="r" b="b"/>
            <a:pathLst>
              <a:path fill="none" w="42" h="42">
                <a:moveTo>
                  <a:pt x="42" y="22"/>
                </a:moveTo>
                <a:cubicBezTo>
                  <a:pt x="42" y="49"/>
                  <a:pt x="0" y="49"/>
                  <a:pt x="0" y="22"/>
                </a:cubicBezTo>
                <a:cubicBezTo>
                  <a:pt x="0" y="-7"/>
                  <a:pt x="42" y="-7"/>
                  <a:pt x="42" y="22"/>
                </a:cubicBezTo>
              </a:path>
            </a:pathLst>
          </a:custGeom>
          <a:ln cap="rnd" w="0">
            <a:solidFill>
              <a:srgbClr val="2A9D8F">
                <a:alpha val="50000"/>
              </a:srgbClr>
            </a:solidFill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56" name=""/>
          <p:cNvSpPr/>
          <p:nvPr/>
        </p:nvSpPr>
        <p:spPr>
          <a:xfrm>
            <a:off x="1123920" y="1531440"/>
            <a:ext cx="15120" cy="15120"/>
          </a:xfrm>
          <a:custGeom>
            <a:avLst/>
            <a:gdLst/>
            <a:ahLst/>
            <a:rect l="0" t="0" r="r" b="b"/>
            <a:pathLst>
              <a:path w="42" h="42">
                <a:moveTo>
                  <a:pt x="0" y="21"/>
                </a:moveTo>
                <a:cubicBezTo>
                  <a:pt x="0" y="-7"/>
                  <a:pt x="42" y="-7"/>
                  <a:pt x="42" y="21"/>
                </a:cubicBezTo>
                <a:cubicBezTo>
                  <a:pt x="42" y="49"/>
                  <a:pt x="0" y="49"/>
                  <a:pt x="0" y="21"/>
                </a:cubicBezTo>
                <a:close/>
              </a:path>
            </a:pathLst>
          </a:custGeom>
          <a:solidFill>
            <a:srgbClr val="2A9D8F">
              <a:alpha val="50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57" name=""/>
          <p:cNvSpPr/>
          <p:nvPr/>
        </p:nvSpPr>
        <p:spPr>
          <a:xfrm>
            <a:off x="1123920" y="1531440"/>
            <a:ext cx="15120" cy="15120"/>
          </a:xfrm>
          <a:custGeom>
            <a:avLst/>
            <a:gdLst/>
            <a:ahLst/>
            <a:rect l="0" t="0" r="r" b="b"/>
            <a:pathLst>
              <a:path fill="none" w="42" h="42">
                <a:moveTo>
                  <a:pt x="42" y="21"/>
                </a:moveTo>
                <a:cubicBezTo>
                  <a:pt x="42" y="49"/>
                  <a:pt x="0" y="49"/>
                  <a:pt x="0" y="21"/>
                </a:cubicBezTo>
                <a:cubicBezTo>
                  <a:pt x="0" y="-7"/>
                  <a:pt x="42" y="-7"/>
                  <a:pt x="42" y="21"/>
                </a:cubicBezTo>
              </a:path>
            </a:pathLst>
          </a:custGeom>
          <a:ln cap="rnd" w="0">
            <a:solidFill>
              <a:srgbClr val="2A9D8F">
                <a:alpha val="50000"/>
              </a:srgbClr>
            </a:solidFill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58" name=""/>
          <p:cNvSpPr/>
          <p:nvPr/>
        </p:nvSpPr>
        <p:spPr>
          <a:xfrm>
            <a:off x="642600" y="1633680"/>
            <a:ext cx="15120" cy="15120"/>
          </a:xfrm>
          <a:custGeom>
            <a:avLst/>
            <a:gdLst/>
            <a:ahLst/>
            <a:rect l="0" t="0" r="r" b="b"/>
            <a:pathLst>
              <a:path w="42" h="42">
                <a:moveTo>
                  <a:pt x="0" y="20"/>
                </a:moveTo>
                <a:cubicBezTo>
                  <a:pt x="0" y="-7"/>
                  <a:pt x="42" y="-7"/>
                  <a:pt x="42" y="20"/>
                </a:cubicBezTo>
                <a:cubicBezTo>
                  <a:pt x="42" y="49"/>
                  <a:pt x="0" y="49"/>
                  <a:pt x="0" y="20"/>
                </a:cubicBezTo>
                <a:close/>
              </a:path>
            </a:pathLst>
          </a:custGeom>
          <a:solidFill>
            <a:srgbClr val="2A9D8F">
              <a:alpha val="50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59" name=""/>
          <p:cNvSpPr/>
          <p:nvPr/>
        </p:nvSpPr>
        <p:spPr>
          <a:xfrm>
            <a:off x="642600" y="1633680"/>
            <a:ext cx="15120" cy="15120"/>
          </a:xfrm>
          <a:custGeom>
            <a:avLst/>
            <a:gdLst/>
            <a:ahLst/>
            <a:rect l="0" t="0" r="r" b="b"/>
            <a:pathLst>
              <a:path fill="none" w="42" h="42">
                <a:moveTo>
                  <a:pt x="42" y="20"/>
                </a:moveTo>
                <a:cubicBezTo>
                  <a:pt x="42" y="49"/>
                  <a:pt x="0" y="49"/>
                  <a:pt x="0" y="20"/>
                </a:cubicBezTo>
                <a:cubicBezTo>
                  <a:pt x="0" y="-7"/>
                  <a:pt x="42" y="-7"/>
                  <a:pt x="42" y="20"/>
                </a:cubicBezTo>
              </a:path>
            </a:pathLst>
          </a:custGeom>
          <a:ln cap="rnd" w="0">
            <a:solidFill>
              <a:srgbClr val="2A9D8F">
                <a:alpha val="50000"/>
              </a:srgbClr>
            </a:solidFill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60" name=""/>
          <p:cNvSpPr/>
          <p:nvPr/>
        </p:nvSpPr>
        <p:spPr>
          <a:xfrm>
            <a:off x="1043280" y="1621080"/>
            <a:ext cx="15480" cy="15480"/>
          </a:xfrm>
          <a:custGeom>
            <a:avLst/>
            <a:gdLst/>
            <a:ahLst/>
            <a:rect l="0" t="0" r="r" b="b"/>
            <a:pathLst>
              <a:path w="43" h="43">
                <a:moveTo>
                  <a:pt x="0" y="21"/>
                </a:moveTo>
                <a:cubicBezTo>
                  <a:pt x="0" y="-7"/>
                  <a:pt x="43" y="-7"/>
                  <a:pt x="43" y="21"/>
                </a:cubicBezTo>
                <a:cubicBezTo>
                  <a:pt x="43" y="50"/>
                  <a:pt x="0" y="50"/>
                  <a:pt x="0" y="21"/>
                </a:cubicBezTo>
                <a:close/>
              </a:path>
            </a:pathLst>
          </a:custGeom>
          <a:solidFill>
            <a:srgbClr val="2A9D8F">
              <a:alpha val="50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61" name=""/>
          <p:cNvSpPr/>
          <p:nvPr/>
        </p:nvSpPr>
        <p:spPr>
          <a:xfrm>
            <a:off x="1043280" y="1621080"/>
            <a:ext cx="15480" cy="15480"/>
          </a:xfrm>
          <a:custGeom>
            <a:avLst/>
            <a:gdLst/>
            <a:ahLst/>
            <a:rect l="0" t="0" r="r" b="b"/>
            <a:pathLst>
              <a:path fill="none" w="43" h="43">
                <a:moveTo>
                  <a:pt x="43" y="21"/>
                </a:moveTo>
                <a:cubicBezTo>
                  <a:pt x="43" y="50"/>
                  <a:pt x="0" y="50"/>
                  <a:pt x="0" y="21"/>
                </a:cubicBezTo>
                <a:cubicBezTo>
                  <a:pt x="0" y="-7"/>
                  <a:pt x="43" y="-7"/>
                  <a:pt x="43" y="21"/>
                </a:cubicBezTo>
              </a:path>
            </a:pathLst>
          </a:custGeom>
          <a:ln cap="rnd" w="0">
            <a:solidFill>
              <a:srgbClr val="2A9D8F">
                <a:alpha val="50000"/>
              </a:srgbClr>
            </a:solidFill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62" name=""/>
          <p:cNvSpPr/>
          <p:nvPr/>
        </p:nvSpPr>
        <p:spPr>
          <a:xfrm>
            <a:off x="1579320" y="802800"/>
            <a:ext cx="15120" cy="15480"/>
          </a:xfrm>
          <a:custGeom>
            <a:avLst/>
            <a:gdLst/>
            <a:ahLst/>
            <a:rect l="0" t="0" r="r" b="b"/>
            <a:pathLst>
              <a:path w="42" h="43">
                <a:moveTo>
                  <a:pt x="0" y="22"/>
                </a:moveTo>
                <a:cubicBezTo>
                  <a:pt x="0" y="-7"/>
                  <a:pt x="42" y="-7"/>
                  <a:pt x="42" y="22"/>
                </a:cubicBezTo>
                <a:cubicBezTo>
                  <a:pt x="42" y="50"/>
                  <a:pt x="0" y="50"/>
                  <a:pt x="0" y="22"/>
                </a:cubicBezTo>
                <a:close/>
              </a:path>
            </a:pathLst>
          </a:custGeom>
          <a:solidFill>
            <a:srgbClr val="2A9D8F">
              <a:alpha val="50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63" name=""/>
          <p:cNvSpPr/>
          <p:nvPr/>
        </p:nvSpPr>
        <p:spPr>
          <a:xfrm>
            <a:off x="1579320" y="802800"/>
            <a:ext cx="15120" cy="15480"/>
          </a:xfrm>
          <a:custGeom>
            <a:avLst/>
            <a:gdLst/>
            <a:ahLst/>
            <a:rect l="0" t="0" r="r" b="b"/>
            <a:pathLst>
              <a:path fill="none" w="42" h="43">
                <a:moveTo>
                  <a:pt x="42" y="22"/>
                </a:moveTo>
                <a:cubicBezTo>
                  <a:pt x="42" y="50"/>
                  <a:pt x="0" y="50"/>
                  <a:pt x="0" y="22"/>
                </a:cubicBezTo>
                <a:cubicBezTo>
                  <a:pt x="0" y="-7"/>
                  <a:pt x="42" y="-7"/>
                  <a:pt x="42" y="22"/>
                </a:cubicBezTo>
              </a:path>
            </a:pathLst>
          </a:custGeom>
          <a:ln cap="rnd" w="0">
            <a:solidFill>
              <a:srgbClr val="2A9D8F">
                <a:alpha val="50000"/>
              </a:srgbClr>
            </a:solidFill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64" name=""/>
          <p:cNvSpPr/>
          <p:nvPr/>
        </p:nvSpPr>
        <p:spPr>
          <a:xfrm>
            <a:off x="2085840" y="1375560"/>
            <a:ext cx="15120" cy="15120"/>
          </a:xfrm>
          <a:custGeom>
            <a:avLst/>
            <a:gdLst/>
            <a:ahLst/>
            <a:rect l="0" t="0" r="r" b="b"/>
            <a:pathLst>
              <a:path w="42" h="42">
                <a:moveTo>
                  <a:pt x="0" y="22"/>
                </a:moveTo>
                <a:cubicBezTo>
                  <a:pt x="0" y="-7"/>
                  <a:pt x="42" y="-7"/>
                  <a:pt x="42" y="22"/>
                </a:cubicBezTo>
                <a:cubicBezTo>
                  <a:pt x="42" y="49"/>
                  <a:pt x="0" y="49"/>
                  <a:pt x="0" y="22"/>
                </a:cubicBezTo>
                <a:close/>
              </a:path>
            </a:pathLst>
          </a:custGeom>
          <a:solidFill>
            <a:srgbClr val="2A9D8F">
              <a:alpha val="50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65" name=""/>
          <p:cNvSpPr/>
          <p:nvPr/>
        </p:nvSpPr>
        <p:spPr>
          <a:xfrm>
            <a:off x="2085840" y="1375560"/>
            <a:ext cx="15120" cy="15120"/>
          </a:xfrm>
          <a:custGeom>
            <a:avLst/>
            <a:gdLst/>
            <a:ahLst/>
            <a:rect l="0" t="0" r="r" b="b"/>
            <a:pathLst>
              <a:path fill="none" w="42" h="42">
                <a:moveTo>
                  <a:pt x="42" y="22"/>
                </a:moveTo>
                <a:cubicBezTo>
                  <a:pt x="42" y="49"/>
                  <a:pt x="0" y="49"/>
                  <a:pt x="0" y="22"/>
                </a:cubicBezTo>
                <a:cubicBezTo>
                  <a:pt x="0" y="-7"/>
                  <a:pt x="42" y="-7"/>
                  <a:pt x="42" y="22"/>
                </a:cubicBezTo>
              </a:path>
            </a:pathLst>
          </a:custGeom>
          <a:ln cap="rnd" w="0">
            <a:solidFill>
              <a:srgbClr val="2A9D8F">
                <a:alpha val="50000"/>
              </a:srgbClr>
            </a:solidFill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66" name=""/>
          <p:cNvSpPr/>
          <p:nvPr/>
        </p:nvSpPr>
        <p:spPr>
          <a:xfrm>
            <a:off x="1635840" y="1698120"/>
            <a:ext cx="15480" cy="15480"/>
          </a:xfrm>
          <a:custGeom>
            <a:avLst/>
            <a:gdLst/>
            <a:ahLst/>
            <a:rect l="0" t="0" r="r" b="b"/>
            <a:pathLst>
              <a:path w="43" h="43">
                <a:moveTo>
                  <a:pt x="0" y="22"/>
                </a:moveTo>
                <a:cubicBezTo>
                  <a:pt x="0" y="-7"/>
                  <a:pt x="43" y="-7"/>
                  <a:pt x="43" y="22"/>
                </a:cubicBezTo>
                <a:cubicBezTo>
                  <a:pt x="43" y="50"/>
                  <a:pt x="0" y="50"/>
                  <a:pt x="0" y="22"/>
                </a:cubicBezTo>
                <a:close/>
              </a:path>
            </a:pathLst>
          </a:custGeom>
          <a:solidFill>
            <a:srgbClr val="2A9D8F">
              <a:alpha val="50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67" name=""/>
          <p:cNvSpPr/>
          <p:nvPr/>
        </p:nvSpPr>
        <p:spPr>
          <a:xfrm>
            <a:off x="1635840" y="1698120"/>
            <a:ext cx="15480" cy="15480"/>
          </a:xfrm>
          <a:custGeom>
            <a:avLst/>
            <a:gdLst/>
            <a:ahLst/>
            <a:rect l="0" t="0" r="r" b="b"/>
            <a:pathLst>
              <a:path fill="none" w="43" h="43">
                <a:moveTo>
                  <a:pt x="43" y="22"/>
                </a:moveTo>
                <a:cubicBezTo>
                  <a:pt x="43" y="50"/>
                  <a:pt x="0" y="50"/>
                  <a:pt x="0" y="22"/>
                </a:cubicBezTo>
                <a:cubicBezTo>
                  <a:pt x="0" y="-7"/>
                  <a:pt x="43" y="-7"/>
                  <a:pt x="43" y="22"/>
                </a:cubicBezTo>
              </a:path>
            </a:pathLst>
          </a:custGeom>
          <a:ln cap="rnd" w="0">
            <a:solidFill>
              <a:srgbClr val="2A9D8F">
                <a:alpha val="50000"/>
              </a:srgbClr>
            </a:solidFill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68" name=""/>
          <p:cNvSpPr/>
          <p:nvPr/>
        </p:nvSpPr>
        <p:spPr>
          <a:xfrm>
            <a:off x="1570680" y="1744200"/>
            <a:ext cx="15120" cy="15120"/>
          </a:xfrm>
          <a:custGeom>
            <a:avLst/>
            <a:gdLst/>
            <a:ahLst/>
            <a:rect l="0" t="0" r="r" b="b"/>
            <a:pathLst>
              <a:path w="42" h="42">
                <a:moveTo>
                  <a:pt x="0" y="22"/>
                </a:moveTo>
                <a:cubicBezTo>
                  <a:pt x="0" y="-7"/>
                  <a:pt x="42" y="-7"/>
                  <a:pt x="42" y="22"/>
                </a:cubicBezTo>
                <a:cubicBezTo>
                  <a:pt x="42" y="49"/>
                  <a:pt x="0" y="49"/>
                  <a:pt x="0" y="22"/>
                </a:cubicBezTo>
                <a:close/>
              </a:path>
            </a:pathLst>
          </a:custGeom>
          <a:solidFill>
            <a:srgbClr val="2A9D8F">
              <a:alpha val="50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69" name=""/>
          <p:cNvSpPr/>
          <p:nvPr/>
        </p:nvSpPr>
        <p:spPr>
          <a:xfrm>
            <a:off x="1570680" y="1744200"/>
            <a:ext cx="15120" cy="15120"/>
          </a:xfrm>
          <a:custGeom>
            <a:avLst/>
            <a:gdLst/>
            <a:ahLst/>
            <a:rect l="0" t="0" r="r" b="b"/>
            <a:pathLst>
              <a:path fill="none" w="42" h="42">
                <a:moveTo>
                  <a:pt x="42" y="22"/>
                </a:moveTo>
                <a:cubicBezTo>
                  <a:pt x="42" y="49"/>
                  <a:pt x="0" y="49"/>
                  <a:pt x="0" y="22"/>
                </a:cubicBezTo>
                <a:cubicBezTo>
                  <a:pt x="0" y="-7"/>
                  <a:pt x="42" y="-7"/>
                  <a:pt x="42" y="22"/>
                </a:cubicBezTo>
              </a:path>
            </a:pathLst>
          </a:custGeom>
          <a:ln cap="rnd" w="0">
            <a:solidFill>
              <a:srgbClr val="2A9D8F">
                <a:alpha val="50000"/>
              </a:srgbClr>
            </a:solidFill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70" name=""/>
          <p:cNvSpPr/>
          <p:nvPr/>
        </p:nvSpPr>
        <p:spPr>
          <a:xfrm>
            <a:off x="1098720" y="1486080"/>
            <a:ext cx="15120" cy="15120"/>
          </a:xfrm>
          <a:custGeom>
            <a:avLst/>
            <a:gdLst/>
            <a:ahLst/>
            <a:rect l="0" t="0" r="r" b="b"/>
            <a:pathLst>
              <a:path w="42" h="42">
                <a:moveTo>
                  <a:pt x="0" y="21"/>
                </a:moveTo>
                <a:cubicBezTo>
                  <a:pt x="0" y="-7"/>
                  <a:pt x="42" y="-7"/>
                  <a:pt x="42" y="21"/>
                </a:cubicBezTo>
                <a:cubicBezTo>
                  <a:pt x="42" y="49"/>
                  <a:pt x="0" y="49"/>
                  <a:pt x="0" y="21"/>
                </a:cubicBezTo>
                <a:close/>
              </a:path>
            </a:pathLst>
          </a:custGeom>
          <a:solidFill>
            <a:srgbClr val="2A9D8F">
              <a:alpha val="50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71" name=""/>
          <p:cNvSpPr/>
          <p:nvPr/>
        </p:nvSpPr>
        <p:spPr>
          <a:xfrm>
            <a:off x="1098720" y="1486080"/>
            <a:ext cx="15120" cy="15120"/>
          </a:xfrm>
          <a:custGeom>
            <a:avLst/>
            <a:gdLst/>
            <a:ahLst/>
            <a:rect l="0" t="0" r="r" b="b"/>
            <a:pathLst>
              <a:path fill="none" w="42" h="42">
                <a:moveTo>
                  <a:pt x="42" y="21"/>
                </a:moveTo>
                <a:cubicBezTo>
                  <a:pt x="42" y="49"/>
                  <a:pt x="0" y="49"/>
                  <a:pt x="0" y="21"/>
                </a:cubicBezTo>
                <a:cubicBezTo>
                  <a:pt x="0" y="-7"/>
                  <a:pt x="42" y="-7"/>
                  <a:pt x="42" y="21"/>
                </a:cubicBezTo>
              </a:path>
            </a:pathLst>
          </a:custGeom>
          <a:ln cap="rnd" w="0">
            <a:solidFill>
              <a:srgbClr val="2A9D8F">
                <a:alpha val="50000"/>
              </a:srgbClr>
            </a:solidFill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72" name=""/>
          <p:cNvSpPr/>
          <p:nvPr/>
        </p:nvSpPr>
        <p:spPr>
          <a:xfrm>
            <a:off x="1032120" y="1700280"/>
            <a:ext cx="15120" cy="15120"/>
          </a:xfrm>
          <a:custGeom>
            <a:avLst/>
            <a:gdLst/>
            <a:ahLst/>
            <a:rect l="0" t="0" r="r" b="b"/>
            <a:pathLst>
              <a:path w="42" h="42">
                <a:moveTo>
                  <a:pt x="0" y="21"/>
                </a:moveTo>
                <a:cubicBezTo>
                  <a:pt x="0" y="-7"/>
                  <a:pt x="42" y="-7"/>
                  <a:pt x="42" y="21"/>
                </a:cubicBezTo>
                <a:cubicBezTo>
                  <a:pt x="42" y="49"/>
                  <a:pt x="0" y="49"/>
                  <a:pt x="0" y="21"/>
                </a:cubicBezTo>
                <a:close/>
              </a:path>
            </a:pathLst>
          </a:custGeom>
          <a:solidFill>
            <a:srgbClr val="2A9D8F">
              <a:alpha val="50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73" name=""/>
          <p:cNvSpPr/>
          <p:nvPr/>
        </p:nvSpPr>
        <p:spPr>
          <a:xfrm>
            <a:off x="1032120" y="1700280"/>
            <a:ext cx="15120" cy="15120"/>
          </a:xfrm>
          <a:custGeom>
            <a:avLst/>
            <a:gdLst/>
            <a:ahLst/>
            <a:rect l="0" t="0" r="r" b="b"/>
            <a:pathLst>
              <a:path fill="none" w="42" h="42">
                <a:moveTo>
                  <a:pt x="42" y="21"/>
                </a:moveTo>
                <a:cubicBezTo>
                  <a:pt x="42" y="49"/>
                  <a:pt x="0" y="49"/>
                  <a:pt x="0" y="21"/>
                </a:cubicBezTo>
                <a:cubicBezTo>
                  <a:pt x="0" y="-7"/>
                  <a:pt x="42" y="-7"/>
                  <a:pt x="42" y="21"/>
                </a:cubicBezTo>
              </a:path>
            </a:pathLst>
          </a:custGeom>
          <a:ln cap="rnd" w="0">
            <a:solidFill>
              <a:srgbClr val="2A9D8F">
                <a:alpha val="50000"/>
              </a:srgbClr>
            </a:solidFill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74" name=""/>
          <p:cNvSpPr/>
          <p:nvPr/>
        </p:nvSpPr>
        <p:spPr>
          <a:xfrm>
            <a:off x="1093680" y="1177200"/>
            <a:ext cx="15120" cy="15120"/>
          </a:xfrm>
          <a:custGeom>
            <a:avLst/>
            <a:gdLst/>
            <a:ahLst/>
            <a:rect l="0" t="0" r="r" b="b"/>
            <a:pathLst>
              <a:path w="42" h="42">
                <a:moveTo>
                  <a:pt x="0" y="20"/>
                </a:moveTo>
                <a:cubicBezTo>
                  <a:pt x="0" y="-7"/>
                  <a:pt x="42" y="-7"/>
                  <a:pt x="42" y="20"/>
                </a:cubicBezTo>
                <a:cubicBezTo>
                  <a:pt x="42" y="49"/>
                  <a:pt x="0" y="49"/>
                  <a:pt x="0" y="20"/>
                </a:cubicBezTo>
                <a:close/>
              </a:path>
            </a:pathLst>
          </a:custGeom>
          <a:solidFill>
            <a:srgbClr val="2A9D8F">
              <a:alpha val="50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75" name=""/>
          <p:cNvSpPr/>
          <p:nvPr/>
        </p:nvSpPr>
        <p:spPr>
          <a:xfrm>
            <a:off x="1093680" y="1177200"/>
            <a:ext cx="15120" cy="15120"/>
          </a:xfrm>
          <a:custGeom>
            <a:avLst/>
            <a:gdLst/>
            <a:ahLst/>
            <a:rect l="0" t="0" r="r" b="b"/>
            <a:pathLst>
              <a:path fill="none" w="42" h="42">
                <a:moveTo>
                  <a:pt x="42" y="20"/>
                </a:moveTo>
                <a:cubicBezTo>
                  <a:pt x="42" y="49"/>
                  <a:pt x="0" y="49"/>
                  <a:pt x="0" y="20"/>
                </a:cubicBezTo>
                <a:cubicBezTo>
                  <a:pt x="0" y="-7"/>
                  <a:pt x="42" y="-7"/>
                  <a:pt x="42" y="20"/>
                </a:cubicBezTo>
              </a:path>
            </a:pathLst>
          </a:custGeom>
          <a:ln cap="rnd" w="0">
            <a:solidFill>
              <a:srgbClr val="2A9D8F">
                <a:alpha val="50000"/>
              </a:srgbClr>
            </a:solidFill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76" name=""/>
          <p:cNvSpPr/>
          <p:nvPr/>
        </p:nvSpPr>
        <p:spPr>
          <a:xfrm>
            <a:off x="1584360" y="1560600"/>
            <a:ext cx="15120" cy="15120"/>
          </a:xfrm>
          <a:custGeom>
            <a:avLst/>
            <a:gdLst/>
            <a:ahLst/>
            <a:rect l="0" t="0" r="r" b="b"/>
            <a:pathLst>
              <a:path w="42" h="42">
                <a:moveTo>
                  <a:pt x="0" y="20"/>
                </a:moveTo>
                <a:cubicBezTo>
                  <a:pt x="0" y="-7"/>
                  <a:pt x="42" y="-7"/>
                  <a:pt x="42" y="20"/>
                </a:cubicBezTo>
                <a:cubicBezTo>
                  <a:pt x="42" y="49"/>
                  <a:pt x="0" y="49"/>
                  <a:pt x="0" y="20"/>
                </a:cubicBezTo>
                <a:close/>
              </a:path>
            </a:pathLst>
          </a:custGeom>
          <a:solidFill>
            <a:srgbClr val="2A9D8F">
              <a:alpha val="50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77" name=""/>
          <p:cNvSpPr/>
          <p:nvPr/>
        </p:nvSpPr>
        <p:spPr>
          <a:xfrm>
            <a:off x="1584360" y="1560600"/>
            <a:ext cx="15120" cy="15120"/>
          </a:xfrm>
          <a:custGeom>
            <a:avLst/>
            <a:gdLst/>
            <a:ahLst/>
            <a:rect l="0" t="0" r="r" b="b"/>
            <a:pathLst>
              <a:path fill="none" w="42" h="42">
                <a:moveTo>
                  <a:pt x="42" y="20"/>
                </a:moveTo>
                <a:cubicBezTo>
                  <a:pt x="42" y="49"/>
                  <a:pt x="0" y="49"/>
                  <a:pt x="0" y="20"/>
                </a:cubicBezTo>
                <a:cubicBezTo>
                  <a:pt x="0" y="-7"/>
                  <a:pt x="42" y="-7"/>
                  <a:pt x="42" y="20"/>
                </a:cubicBezTo>
              </a:path>
            </a:pathLst>
          </a:custGeom>
          <a:ln cap="rnd" w="0">
            <a:solidFill>
              <a:srgbClr val="2A9D8F">
                <a:alpha val="50000"/>
              </a:srgbClr>
            </a:solidFill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78" name=""/>
          <p:cNvSpPr/>
          <p:nvPr/>
        </p:nvSpPr>
        <p:spPr>
          <a:xfrm>
            <a:off x="2061720" y="1373400"/>
            <a:ext cx="15480" cy="15120"/>
          </a:xfrm>
          <a:custGeom>
            <a:avLst/>
            <a:gdLst/>
            <a:ahLst/>
            <a:rect l="0" t="0" r="r" b="b"/>
            <a:pathLst>
              <a:path w="43" h="42">
                <a:moveTo>
                  <a:pt x="0" y="22"/>
                </a:moveTo>
                <a:cubicBezTo>
                  <a:pt x="0" y="-7"/>
                  <a:pt x="43" y="-7"/>
                  <a:pt x="43" y="22"/>
                </a:cubicBezTo>
                <a:cubicBezTo>
                  <a:pt x="43" y="49"/>
                  <a:pt x="0" y="49"/>
                  <a:pt x="0" y="22"/>
                </a:cubicBezTo>
                <a:close/>
              </a:path>
            </a:pathLst>
          </a:custGeom>
          <a:solidFill>
            <a:srgbClr val="2A9D8F">
              <a:alpha val="50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79" name=""/>
          <p:cNvSpPr/>
          <p:nvPr/>
        </p:nvSpPr>
        <p:spPr>
          <a:xfrm>
            <a:off x="2061720" y="1373400"/>
            <a:ext cx="15480" cy="15120"/>
          </a:xfrm>
          <a:custGeom>
            <a:avLst/>
            <a:gdLst/>
            <a:ahLst/>
            <a:rect l="0" t="0" r="r" b="b"/>
            <a:pathLst>
              <a:path fill="none" w="43" h="42">
                <a:moveTo>
                  <a:pt x="43" y="22"/>
                </a:moveTo>
                <a:cubicBezTo>
                  <a:pt x="43" y="49"/>
                  <a:pt x="0" y="49"/>
                  <a:pt x="0" y="22"/>
                </a:cubicBezTo>
                <a:cubicBezTo>
                  <a:pt x="0" y="-7"/>
                  <a:pt x="43" y="-7"/>
                  <a:pt x="43" y="22"/>
                </a:cubicBezTo>
              </a:path>
            </a:pathLst>
          </a:custGeom>
          <a:ln cap="rnd" w="0">
            <a:solidFill>
              <a:srgbClr val="2A9D8F">
                <a:alpha val="50000"/>
              </a:srgbClr>
            </a:solidFill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80" name=""/>
          <p:cNvSpPr/>
          <p:nvPr/>
        </p:nvSpPr>
        <p:spPr>
          <a:xfrm>
            <a:off x="1548000" y="1694160"/>
            <a:ext cx="15120" cy="15480"/>
          </a:xfrm>
          <a:custGeom>
            <a:avLst/>
            <a:gdLst/>
            <a:ahLst/>
            <a:rect l="0" t="0" r="r" b="b"/>
            <a:pathLst>
              <a:path w="42" h="43">
                <a:moveTo>
                  <a:pt x="0" y="21"/>
                </a:moveTo>
                <a:cubicBezTo>
                  <a:pt x="0" y="-7"/>
                  <a:pt x="42" y="-7"/>
                  <a:pt x="42" y="21"/>
                </a:cubicBezTo>
                <a:cubicBezTo>
                  <a:pt x="42" y="50"/>
                  <a:pt x="0" y="50"/>
                  <a:pt x="0" y="21"/>
                </a:cubicBezTo>
                <a:close/>
              </a:path>
            </a:pathLst>
          </a:custGeom>
          <a:solidFill>
            <a:srgbClr val="2A9D8F">
              <a:alpha val="50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81" name=""/>
          <p:cNvSpPr/>
          <p:nvPr/>
        </p:nvSpPr>
        <p:spPr>
          <a:xfrm>
            <a:off x="1548000" y="1694160"/>
            <a:ext cx="15120" cy="15480"/>
          </a:xfrm>
          <a:custGeom>
            <a:avLst/>
            <a:gdLst/>
            <a:ahLst/>
            <a:rect l="0" t="0" r="r" b="b"/>
            <a:pathLst>
              <a:path fill="none" w="42" h="43">
                <a:moveTo>
                  <a:pt x="42" y="21"/>
                </a:moveTo>
                <a:cubicBezTo>
                  <a:pt x="42" y="50"/>
                  <a:pt x="0" y="50"/>
                  <a:pt x="0" y="21"/>
                </a:cubicBezTo>
                <a:cubicBezTo>
                  <a:pt x="0" y="-7"/>
                  <a:pt x="42" y="-7"/>
                  <a:pt x="42" y="21"/>
                </a:cubicBezTo>
              </a:path>
            </a:pathLst>
          </a:custGeom>
          <a:ln cap="rnd" w="0">
            <a:solidFill>
              <a:srgbClr val="2A9D8F">
                <a:alpha val="50000"/>
              </a:srgbClr>
            </a:solidFill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82" name=""/>
          <p:cNvSpPr/>
          <p:nvPr/>
        </p:nvSpPr>
        <p:spPr>
          <a:xfrm>
            <a:off x="2088000" y="1614960"/>
            <a:ext cx="15480" cy="15480"/>
          </a:xfrm>
          <a:custGeom>
            <a:avLst/>
            <a:gdLst/>
            <a:ahLst/>
            <a:rect l="0" t="0" r="r" b="b"/>
            <a:pathLst>
              <a:path w="43" h="43">
                <a:moveTo>
                  <a:pt x="0" y="22"/>
                </a:moveTo>
                <a:cubicBezTo>
                  <a:pt x="0" y="-7"/>
                  <a:pt x="43" y="-7"/>
                  <a:pt x="43" y="22"/>
                </a:cubicBezTo>
                <a:cubicBezTo>
                  <a:pt x="43" y="50"/>
                  <a:pt x="0" y="50"/>
                  <a:pt x="0" y="22"/>
                </a:cubicBezTo>
                <a:close/>
              </a:path>
            </a:pathLst>
          </a:custGeom>
          <a:solidFill>
            <a:srgbClr val="2A9D8F">
              <a:alpha val="50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83" name=""/>
          <p:cNvSpPr/>
          <p:nvPr/>
        </p:nvSpPr>
        <p:spPr>
          <a:xfrm>
            <a:off x="2088000" y="1614960"/>
            <a:ext cx="15480" cy="15480"/>
          </a:xfrm>
          <a:custGeom>
            <a:avLst/>
            <a:gdLst/>
            <a:ahLst/>
            <a:rect l="0" t="0" r="r" b="b"/>
            <a:pathLst>
              <a:path fill="none" w="43" h="43">
                <a:moveTo>
                  <a:pt x="43" y="22"/>
                </a:moveTo>
                <a:cubicBezTo>
                  <a:pt x="43" y="50"/>
                  <a:pt x="0" y="50"/>
                  <a:pt x="0" y="22"/>
                </a:cubicBezTo>
                <a:cubicBezTo>
                  <a:pt x="0" y="-7"/>
                  <a:pt x="43" y="-7"/>
                  <a:pt x="43" y="22"/>
                </a:cubicBezTo>
              </a:path>
            </a:pathLst>
          </a:custGeom>
          <a:ln cap="rnd" w="0">
            <a:solidFill>
              <a:srgbClr val="2A9D8F">
                <a:alpha val="50000"/>
              </a:srgbClr>
            </a:solidFill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84" name=""/>
          <p:cNvSpPr/>
          <p:nvPr/>
        </p:nvSpPr>
        <p:spPr>
          <a:xfrm>
            <a:off x="1043280" y="1596240"/>
            <a:ext cx="15480" cy="15120"/>
          </a:xfrm>
          <a:custGeom>
            <a:avLst/>
            <a:gdLst/>
            <a:ahLst/>
            <a:rect l="0" t="0" r="r" b="b"/>
            <a:pathLst>
              <a:path w="43" h="42">
                <a:moveTo>
                  <a:pt x="0" y="22"/>
                </a:moveTo>
                <a:cubicBezTo>
                  <a:pt x="0" y="-7"/>
                  <a:pt x="43" y="-7"/>
                  <a:pt x="43" y="22"/>
                </a:cubicBezTo>
                <a:cubicBezTo>
                  <a:pt x="43" y="49"/>
                  <a:pt x="0" y="49"/>
                  <a:pt x="0" y="22"/>
                </a:cubicBezTo>
                <a:close/>
              </a:path>
            </a:pathLst>
          </a:custGeom>
          <a:solidFill>
            <a:srgbClr val="2A9D8F">
              <a:alpha val="50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85" name=""/>
          <p:cNvSpPr/>
          <p:nvPr/>
        </p:nvSpPr>
        <p:spPr>
          <a:xfrm>
            <a:off x="1043280" y="1596240"/>
            <a:ext cx="15480" cy="15120"/>
          </a:xfrm>
          <a:custGeom>
            <a:avLst/>
            <a:gdLst/>
            <a:ahLst/>
            <a:rect l="0" t="0" r="r" b="b"/>
            <a:pathLst>
              <a:path fill="none" w="43" h="42">
                <a:moveTo>
                  <a:pt x="43" y="22"/>
                </a:moveTo>
                <a:cubicBezTo>
                  <a:pt x="43" y="49"/>
                  <a:pt x="0" y="49"/>
                  <a:pt x="0" y="22"/>
                </a:cubicBezTo>
                <a:cubicBezTo>
                  <a:pt x="0" y="-7"/>
                  <a:pt x="43" y="-7"/>
                  <a:pt x="43" y="22"/>
                </a:cubicBezTo>
              </a:path>
            </a:pathLst>
          </a:custGeom>
          <a:ln cap="rnd" w="0">
            <a:solidFill>
              <a:srgbClr val="2A9D8F">
                <a:alpha val="50000"/>
              </a:srgbClr>
            </a:solidFill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86" name=""/>
          <p:cNvSpPr/>
          <p:nvPr/>
        </p:nvSpPr>
        <p:spPr>
          <a:xfrm>
            <a:off x="607320" y="1533240"/>
            <a:ext cx="15120" cy="15120"/>
          </a:xfrm>
          <a:custGeom>
            <a:avLst/>
            <a:gdLst/>
            <a:ahLst/>
            <a:rect l="0" t="0" r="r" b="b"/>
            <a:pathLst>
              <a:path w="42" h="42">
                <a:moveTo>
                  <a:pt x="0" y="21"/>
                </a:moveTo>
                <a:cubicBezTo>
                  <a:pt x="0" y="-7"/>
                  <a:pt x="42" y="-7"/>
                  <a:pt x="42" y="21"/>
                </a:cubicBezTo>
                <a:cubicBezTo>
                  <a:pt x="42" y="49"/>
                  <a:pt x="0" y="49"/>
                  <a:pt x="0" y="21"/>
                </a:cubicBezTo>
                <a:close/>
              </a:path>
            </a:pathLst>
          </a:custGeom>
          <a:solidFill>
            <a:srgbClr val="2A9D8F">
              <a:alpha val="50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87" name=""/>
          <p:cNvSpPr/>
          <p:nvPr/>
        </p:nvSpPr>
        <p:spPr>
          <a:xfrm>
            <a:off x="607320" y="1533240"/>
            <a:ext cx="15120" cy="15120"/>
          </a:xfrm>
          <a:custGeom>
            <a:avLst/>
            <a:gdLst/>
            <a:ahLst/>
            <a:rect l="0" t="0" r="r" b="b"/>
            <a:pathLst>
              <a:path fill="none" w="42" h="42">
                <a:moveTo>
                  <a:pt x="42" y="21"/>
                </a:moveTo>
                <a:cubicBezTo>
                  <a:pt x="42" y="49"/>
                  <a:pt x="0" y="49"/>
                  <a:pt x="0" y="21"/>
                </a:cubicBezTo>
                <a:cubicBezTo>
                  <a:pt x="0" y="-7"/>
                  <a:pt x="42" y="-7"/>
                  <a:pt x="42" y="21"/>
                </a:cubicBezTo>
              </a:path>
            </a:pathLst>
          </a:custGeom>
          <a:ln cap="rnd" w="0">
            <a:solidFill>
              <a:srgbClr val="2A9D8F">
                <a:alpha val="50000"/>
              </a:srgbClr>
            </a:solidFill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88" name=""/>
          <p:cNvSpPr/>
          <p:nvPr/>
        </p:nvSpPr>
        <p:spPr>
          <a:xfrm>
            <a:off x="2040480" y="1371240"/>
            <a:ext cx="15120" cy="15120"/>
          </a:xfrm>
          <a:custGeom>
            <a:avLst/>
            <a:gdLst/>
            <a:ahLst/>
            <a:rect l="0" t="0" r="r" b="b"/>
            <a:pathLst>
              <a:path w="42" h="42">
                <a:moveTo>
                  <a:pt x="0" y="21"/>
                </a:moveTo>
                <a:cubicBezTo>
                  <a:pt x="0" y="-7"/>
                  <a:pt x="42" y="-7"/>
                  <a:pt x="42" y="21"/>
                </a:cubicBezTo>
                <a:cubicBezTo>
                  <a:pt x="42" y="49"/>
                  <a:pt x="0" y="49"/>
                  <a:pt x="0" y="21"/>
                </a:cubicBezTo>
                <a:close/>
              </a:path>
            </a:pathLst>
          </a:custGeom>
          <a:solidFill>
            <a:srgbClr val="2A9D8F">
              <a:alpha val="50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89" name=""/>
          <p:cNvSpPr/>
          <p:nvPr/>
        </p:nvSpPr>
        <p:spPr>
          <a:xfrm>
            <a:off x="2040480" y="1371240"/>
            <a:ext cx="15120" cy="15120"/>
          </a:xfrm>
          <a:custGeom>
            <a:avLst/>
            <a:gdLst/>
            <a:ahLst/>
            <a:rect l="0" t="0" r="r" b="b"/>
            <a:pathLst>
              <a:path fill="none" w="42" h="42">
                <a:moveTo>
                  <a:pt x="42" y="21"/>
                </a:moveTo>
                <a:cubicBezTo>
                  <a:pt x="42" y="49"/>
                  <a:pt x="0" y="49"/>
                  <a:pt x="0" y="21"/>
                </a:cubicBezTo>
                <a:cubicBezTo>
                  <a:pt x="0" y="-7"/>
                  <a:pt x="42" y="-7"/>
                  <a:pt x="42" y="21"/>
                </a:cubicBezTo>
              </a:path>
            </a:pathLst>
          </a:custGeom>
          <a:ln cap="rnd" w="0">
            <a:solidFill>
              <a:srgbClr val="2A9D8F">
                <a:alpha val="50000"/>
              </a:srgbClr>
            </a:solidFill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90" name=""/>
          <p:cNvSpPr/>
          <p:nvPr/>
        </p:nvSpPr>
        <p:spPr>
          <a:xfrm>
            <a:off x="630000" y="1769040"/>
            <a:ext cx="15120" cy="15120"/>
          </a:xfrm>
          <a:custGeom>
            <a:avLst/>
            <a:gdLst/>
            <a:ahLst/>
            <a:rect l="0" t="0" r="r" b="b"/>
            <a:pathLst>
              <a:path w="42" h="42">
                <a:moveTo>
                  <a:pt x="0" y="20"/>
                </a:moveTo>
                <a:cubicBezTo>
                  <a:pt x="0" y="-7"/>
                  <a:pt x="42" y="-7"/>
                  <a:pt x="42" y="20"/>
                </a:cubicBezTo>
                <a:cubicBezTo>
                  <a:pt x="42" y="49"/>
                  <a:pt x="0" y="49"/>
                  <a:pt x="0" y="20"/>
                </a:cubicBezTo>
                <a:close/>
              </a:path>
            </a:pathLst>
          </a:custGeom>
          <a:solidFill>
            <a:srgbClr val="2A9D8F">
              <a:alpha val="50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91" name=""/>
          <p:cNvSpPr/>
          <p:nvPr/>
        </p:nvSpPr>
        <p:spPr>
          <a:xfrm>
            <a:off x="630000" y="1769040"/>
            <a:ext cx="15120" cy="15120"/>
          </a:xfrm>
          <a:custGeom>
            <a:avLst/>
            <a:gdLst/>
            <a:ahLst/>
            <a:rect l="0" t="0" r="r" b="b"/>
            <a:pathLst>
              <a:path fill="none" w="42" h="42">
                <a:moveTo>
                  <a:pt x="42" y="20"/>
                </a:moveTo>
                <a:cubicBezTo>
                  <a:pt x="42" y="49"/>
                  <a:pt x="0" y="49"/>
                  <a:pt x="0" y="20"/>
                </a:cubicBezTo>
                <a:cubicBezTo>
                  <a:pt x="0" y="-7"/>
                  <a:pt x="42" y="-7"/>
                  <a:pt x="42" y="20"/>
                </a:cubicBezTo>
              </a:path>
            </a:pathLst>
          </a:custGeom>
          <a:ln cap="rnd" w="0">
            <a:solidFill>
              <a:srgbClr val="2A9D8F">
                <a:alpha val="50000"/>
              </a:srgbClr>
            </a:solidFill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92" name=""/>
          <p:cNvSpPr/>
          <p:nvPr/>
        </p:nvSpPr>
        <p:spPr>
          <a:xfrm>
            <a:off x="2122920" y="1376640"/>
            <a:ext cx="15480" cy="15120"/>
          </a:xfrm>
          <a:custGeom>
            <a:avLst/>
            <a:gdLst/>
            <a:ahLst/>
            <a:rect l="0" t="0" r="r" b="b"/>
            <a:pathLst>
              <a:path w="43" h="42">
                <a:moveTo>
                  <a:pt x="0" y="21"/>
                </a:moveTo>
                <a:cubicBezTo>
                  <a:pt x="0" y="-7"/>
                  <a:pt x="43" y="-7"/>
                  <a:pt x="43" y="21"/>
                </a:cubicBezTo>
                <a:cubicBezTo>
                  <a:pt x="43" y="49"/>
                  <a:pt x="0" y="49"/>
                  <a:pt x="0" y="21"/>
                </a:cubicBezTo>
                <a:close/>
              </a:path>
            </a:pathLst>
          </a:custGeom>
          <a:solidFill>
            <a:srgbClr val="2A9D8F">
              <a:alpha val="50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93" name=""/>
          <p:cNvSpPr/>
          <p:nvPr/>
        </p:nvSpPr>
        <p:spPr>
          <a:xfrm>
            <a:off x="2122920" y="1376640"/>
            <a:ext cx="15480" cy="15120"/>
          </a:xfrm>
          <a:custGeom>
            <a:avLst/>
            <a:gdLst/>
            <a:ahLst/>
            <a:rect l="0" t="0" r="r" b="b"/>
            <a:pathLst>
              <a:path fill="none" w="43" h="42">
                <a:moveTo>
                  <a:pt x="43" y="21"/>
                </a:moveTo>
                <a:cubicBezTo>
                  <a:pt x="43" y="49"/>
                  <a:pt x="0" y="49"/>
                  <a:pt x="0" y="21"/>
                </a:cubicBezTo>
                <a:cubicBezTo>
                  <a:pt x="0" y="-7"/>
                  <a:pt x="43" y="-7"/>
                  <a:pt x="43" y="21"/>
                </a:cubicBezTo>
              </a:path>
            </a:pathLst>
          </a:custGeom>
          <a:ln cap="rnd" w="0">
            <a:solidFill>
              <a:srgbClr val="2A9D8F">
                <a:alpha val="50000"/>
              </a:srgbClr>
            </a:solidFill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94" name=""/>
          <p:cNvSpPr/>
          <p:nvPr/>
        </p:nvSpPr>
        <p:spPr>
          <a:xfrm>
            <a:off x="1606320" y="1726560"/>
            <a:ext cx="15120" cy="15120"/>
          </a:xfrm>
          <a:custGeom>
            <a:avLst/>
            <a:gdLst/>
            <a:ahLst/>
            <a:rect l="0" t="0" r="r" b="b"/>
            <a:pathLst>
              <a:path w="42" h="42">
                <a:moveTo>
                  <a:pt x="0" y="21"/>
                </a:moveTo>
                <a:cubicBezTo>
                  <a:pt x="0" y="-7"/>
                  <a:pt x="42" y="-7"/>
                  <a:pt x="42" y="21"/>
                </a:cubicBezTo>
                <a:cubicBezTo>
                  <a:pt x="42" y="49"/>
                  <a:pt x="0" y="49"/>
                  <a:pt x="0" y="21"/>
                </a:cubicBezTo>
                <a:close/>
              </a:path>
            </a:pathLst>
          </a:custGeom>
          <a:solidFill>
            <a:srgbClr val="2A9D8F">
              <a:alpha val="50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95" name=""/>
          <p:cNvSpPr/>
          <p:nvPr/>
        </p:nvSpPr>
        <p:spPr>
          <a:xfrm>
            <a:off x="1606320" y="1726560"/>
            <a:ext cx="15120" cy="15120"/>
          </a:xfrm>
          <a:custGeom>
            <a:avLst/>
            <a:gdLst/>
            <a:ahLst/>
            <a:rect l="0" t="0" r="r" b="b"/>
            <a:pathLst>
              <a:path fill="none" w="42" h="42">
                <a:moveTo>
                  <a:pt x="42" y="21"/>
                </a:moveTo>
                <a:cubicBezTo>
                  <a:pt x="42" y="49"/>
                  <a:pt x="0" y="49"/>
                  <a:pt x="0" y="21"/>
                </a:cubicBezTo>
                <a:cubicBezTo>
                  <a:pt x="0" y="-7"/>
                  <a:pt x="42" y="-7"/>
                  <a:pt x="42" y="21"/>
                </a:cubicBezTo>
              </a:path>
            </a:pathLst>
          </a:custGeom>
          <a:ln cap="rnd" w="0">
            <a:solidFill>
              <a:srgbClr val="2A9D8F">
                <a:alpha val="50000"/>
              </a:srgbClr>
            </a:solidFill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96" name=""/>
          <p:cNvSpPr/>
          <p:nvPr/>
        </p:nvSpPr>
        <p:spPr>
          <a:xfrm>
            <a:off x="1571400" y="1615320"/>
            <a:ext cx="15120" cy="15480"/>
          </a:xfrm>
          <a:custGeom>
            <a:avLst/>
            <a:gdLst/>
            <a:ahLst/>
            <a:rect l="0" t="0" r="r" b="b"/>
            <a:pathLst>
              <a:path w="42" h="43">
                <a:moveTo>
                  <a:pt x="0" y="21"/>
                </a:moveTo>
                <a:cubicBezTo>
                  <a:pt x="0" y="-7"/>
                  <a:pt x="42" y="-7"/>
                  <a:pt x="42" y="21"/>
                </a:cubicBezTo>
                <a:cubicBezTo>
                  <a:pt x="42" y="50"/>
                  <a:pt x="0" y="50"/>
                  <a:pt x="0" y="21"/>
                </a:cubicBezTo>
                <a:close/>
              </a:path>
            </a:pathLst>
          </a:custGeom>
          <a:solidFill>
            <a:srgbClr val="2A9D8F">
              <a:alpha val="50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97" name=""/>
          <p:cNvSpPr/>
          <p:nvPr/>
        </p:nvSpPr>
        <p:spPr>
          <a:xfrm>
            <a:off x="1571400" y="1615320"/>
            <a:ext cx="15120" cy="15480"/>
          </a:xfrm>
          <a:custGeom>
            <a:avLst/>
            <a:gdLst/>
            <a:ahLst/>
            <a:rect l="0" t="0" r="r" b="b"/>
            <a:pathLst>
              <a:path fill="none" w="42" h="43">
                <a:moveTo>
                  <a:pt x="42" y="21"/>
                </a:moveTo>
                <a:cubicBezTo>
                  <a:pt x="42" y="50"/>
                  <a:pt x="0" y="50"/>
                  <a:pt x="0" y="21"/>
                </a:cubicBezTo>
                <a:cubicBezTo>
                  <a:pt x="0" y="-7"/>
                  <a:pt x="42" y="-7"/>
                  <a:pt x="42" y="21"/>
                </a:cubicBezTo>
              </a:path>
            </a:pathLst>
          </a:custGeom>
          <a:ln cap="rnd" w="0">
            <a:solidFill>
              <a:srgbClr val="2A9D8F">
                <a:alpha val="50000"/>
              </a:srgbClr>
            </a:solidFill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98" name=""/>
          <p:cNvSpPr/>
          <p:nvPr/>
        </p:nvSpPr>
        <p:spPr>
          <a:xfrm>
            <a:off x="581760" y="1593720"/>
            <a:ext cx="15120" cy="15120"/>
          </a:xfrm>
          <a:custGeom>
            <a:avLst/>
            <a:gdLst/>
            <a:ahLst/>
            <a:rect l="0" t="0" r="r" b="b"/>
            <a:pathLst>
              <a:path w="42" h="42">
                <a:moveTo>
                  <a:pt x="0" y="20"/>
                </a:moveTo>
                <a:cubicBezTo>
                  <a:pt x="0" y="-7"/>
                  <a:pt x="42" y="-7"/>
                  <a:pt x="42" y="20"/>
                </a:cubicBezTo>
                <a:cubicBezTo>
                  <a:pt x="42" y="49"/>
                  <a:pt x="0" y="49"/>
                  <a:pt x="0" y="20"/>
                </a:cubicBezTo>
                <a:close/>
              </a:path>
            </a:pathLst>
          </a:custGeom>
          <a:solidFill>
            <a:srgbClr val="2A9D8F">
              <a:alpha val="50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99" name=""/>
          <p:cNvSpPr/>
          <p:nvPr/>
        </p:nvSpPr>
        <p:spPr>
          <a:xfrm>
            <a:off x="581760" y="1593720"/>
            <a:ext cx="15120" cy="15120"/>
          </a:xfrm>
          <a:custGeom>
            <a:avLst/>
            <a:gdLst/>
            <a:ahLst/>
            <a:rect l="0" t="0" r="r" b="b"/>
            <a:pathLst>
              <a:path fill="none" w="42" h="42">
                <a:moveTo>
                  <a:pt x="42" y="20"/>
                </a:moveTo>
                <a:cubicBezTo>
                  <a:pt x="42" y="49"/>
                  <a:pt x="0" y="49"/>
                  <a:pt x="0" y="20"/>
                </a:cubicBezTo>
                <a:cubicBezTo>
                  <a:pt x="0" y="-7"/>
                  <a:pt x="42" y="-7"/>
                  <a:pt x="42" y="20"/>
                </a:cubicBezTo>
              </a:path>
            </a:pathLst>
          </a:custGeom>
          <a:ln cap="rnd" w="0">
            <a:solidFill>
              <a:srgbClr val="2A9D8F">
                <a:alpha val="50000"/>
              </a:srgbClr>
            </a:solidFill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00" name=""/>
          <p:cNvSpPr/>
          <p:nvPr/>
        </p:nvSpPr>
        <p:spPr>
          <a:xfrm>
            <a:off x="643320" y="1696680"/>
            <a:ext cx="15120" cy="15120"/>
          </a:xfrm>
          <a:custGeom>
            <a:avLst/>
            <a:gdLst/>
            <a:ahLst/>
            <a:rect l="0" t="0" r="r" b="b"/>
            <a:pathLst>
              <a:path w="42" h="42">
                <a:moveTo>
                  <a:pt x="0" y="21"/>
                </a:moveTo>
                <a:cubicBezTo>
                  <a:pt x="0" y="-7"/>
                  <a:pt x="42" y="-7"/>
                  <a:pt x="42" y="21"/>
                </a:cubicBezTo>
                <a:cubicBezTo>
                  <a:pt x="42" y="49"/>
                  <a:pt x="0" y="49"/>
                  <a:pt x="0" y="21"/>
                </a:cubicBezTo>
                <a:close/>
              </a:path>
            </a:pathLst>
          </a:custGeom>
          <a:solidFill>
            <a:srgbClr val="2A9D8F">
              <a:alpha val="50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401" name=""/>
          <p:cNvSpPr/>
          <p:nvPr/>
        </p:nvSpPr>
        <p:spPr>
          <a:xfrm>
            <a:off x="643320" y="1696680"/>
            <a:ext cx="15120" cy="15120"/>
          </a:xfrm>
          <a:custGeom>
            <a:avLst/>
            <a:gdLst/>
            <a:ahLst/>
            <a:rect l="0" t="0" r="r" b="b"/>
            <a:pathLst>
              <a:path fill="none" w="42" h="42">
                <a:moveTo>
                  <a:pt x="42" y="21"/>
                </a:moveTo>
                <a:cubicBezTo>
                  <a:pt x="42" y="49"/>
                  <a:pt x="0" y="49"/>
                  <a:pt x="0" y="21"/>
                </a:cubicBezTo>
                <a:cubicBezTo>
                  <a:pt x="0" y="-7"/>
                  <a:pt x="42" y="-7"/>
                  <a:pt x="42" y="21"/>
                </a:cubicBezTo>
              </a:path>
            </a:pathLst>
          </a:custGeom>
          <a:ln cap="rnd" w="0">
            <a:solidFill>
              <a:srgbClr val="2A9D8F">
                <a:alpha val="50000"/>
              </a:srgbClr>
            </a:solidFill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02" name=""/>
          <p:cNvSpPr/>
          <p:nvPr/>
        </p:nvSpPr>
        <p:spPr>
          <a:xfrm>
            <a:off x="615240" y="1681560"/>
            <a:ext cx="15120" cy="15120"/>
          </a:xfrm>
          <a:custGeom>
            <a:avLst/>
            <a:gdLst/>
            <a:ahLst/>
            <a:rect l="0" t="0" r="r" b="b"/>
            <a:pathLst>
              <a:path w="42" h="42">
                <a:moveTo>
                  <a:pt x="0" y="20"/>
                </a:moveTo>
                <a:cubicBezTo>
                  <a:pt x="0" y="-7"/>
                  <a:pt x="42" y="-7"/>
                  <a:pt x="42" y="20"/>
                </a:cubicBezTo>
                <a:cubicBezTo>
                  <a:pt x="42" y="49"/>
                  <a:pt x="0" y="49"/>
                  <a:pt x="0" y="20"/>
                </a:cubicBezTo>
                <a:close/>
              </a:path>
            </a:pathLst>
          </a:custGeom>
          <a:solidFill>
            <a:srgbClr val="2A9D8F">
              <a:alpha val="50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403" name=""/>
          <p:cNvSpPr/>
          <p:nvPr/>
        </p:nvSpPr>
        <p:spPr>
          <a:xfrm>
            <a:off x="615240" y="1681560"/>
            <a:ext cx="15120" cy="15120"/>
          </a:xfrm>
          <a:custGeom>
            <a:avLst/>
            <a:gdLst/>
            <a:ahLst/>
            <a:rect l="0" t="0" r="r" b="b"/>
            <a:pathLst>
              <a:path fill="none" w="42" h="42">
                <a:moveTo>
                  <a:pt x="42" y="20"/>
                </a:moveTo>
                <a:cubicBezTo>
                  <a:pt x="42" y="49"/>
                  <a:pt x="0" y="49"/>
                  <a:pt x="0" y="20"/>
                </a:cubicBezTo>
                <a:cubicBezTo>
                  <a:pt x="0" y="-7"/>
                  <a:pt x="42" y="-7"/>
                  <a:pt x="42" y="20"/>
                </a:cubicBezTo>
              </a:path>
            </a:pathLst>
          </a:custGeom>
          <a:ln cap="rnd" w="0">
            <a:solidFill>
              <a:srgbClr val="2A9D8F">
                <a:alpha val="50000"/>
              </a:srgbClr>
            </a:solidFill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04" name=""/>
          <p:cNvSpPr/>
          <p:nvPr/>
        </p:nvSpPr>
        <p:spPr>
          <a:xfrm>
            <a:off x="1618200" y="1567800"/>
            <a:ext cx="15480" cy="15120"/>
          </a:xfrm>
          <a:custGeom>
            <a:avLst/>
            <a:gdLst/>
            <a:ahLst/>
            <a:rect l="0" t="0" r="r" b="b"/>
            <a:pathLst>
              <a:path w="43" h="42">
                <a:moveTo>
                  <a:pt x="0" y="21"/>
                </a:moveTo>
                <a:cubicBezTo>
                  <a:pt x="0" y="-7"/>
                  <a:pt x="43" y="-7"/>
                  <a:pt x="43" y="21"/>
                </a:cubicBezTo>
                <a:cubicBezTo>
                  <a:pt x="43" y="49"/>
                  <a:pt x="0" y="49"/>
                  <a:pt x="0" y="21"/>
                </a:cubicBezTo>
                <a:close/>
              </a:path>
            </a:pathLst>
          </a:custGeom>
          <a:solidFill>
            <a:srgbClr val="2A9D8F">
              <a:alpha val="50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405" name=""/>
          <p:cNvSpPr/>
          <p:nvPr/>
        </p:nvSpPr>
        <p:spPr>
          <a:xfrm>
            <a:off x="1618200" y="1567800"/>
            <a:ext cx="15480" cy="15120"/>
          </a:xfrm>
          <a:custGeom>
            <a:avLst/>
            <a:gdLst/>
            <a:ahLst/>
            <a:rect l="0" t="0" r="r" b="b"/>
            <a:pathLst>
              <a:path fill="none" w="43" h="42">
                <a:moveTo>
                  <a:pt x="43" y="21"/>
                </a:moveTo>
                <a:cubicBezTo>
                  <a:pt x="43" y="49"/>
                  <a:pt x="0" y="49"/>
                  <a:pt x="0" y="21"/>
                </a:cubicBezTo>
                <a:cubicBezTo>
                  <a:pt x="0" y="-7"/>
                  <a:pt x="43" y="-7"/>
                  <a:pt x="43" y="21"/>
                </a:cubicBezTo>
              </a:path>
            </a:pathLst>
          </a:custGeom>
          <a:ln cap="rnd" w="0">
            <a:solidFill>
              <a:srgbClr val="2A9D8F">
                <a:alpha val="50000"/>
              </a:srgbClr>
            </a:solidFill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06" name=""/>
          <p:cNvSpPr/>
          <p:nvPr/>
        </p:nvSpPr>
        <p:spPr>
          <a:xfrm>
            <a:off x="1062720" y="1550880"/>
            <a:ext cx="15480" cy="15120"/>
          </a:xfrm>
          <a:custGeom>
            <a:avLst/>
            <a:gdLst/>
            <a:ahLst/>
            <a:rect l="0" t="0" r="r" b="b"/>
            <a:pathLst>
              <a:path w="43" h="42">
                <a:moveTo>
                  <a:pt x="0" y="21"/>
                </a:moveTo>
                <a:cubicBezTo>
                  <a:pt x="0" y="-7"/>
                  <a:pt x="43" y="-7"/>
                  <a:pt x="43" y="21"/>
                </a:cubicBezTo>
                <a:cubicBezTo>
                  <a:pt x="43" y="49"/>
                  <a:pt x="0" y="49"/>
                  <a:pt x="0" y="21"/>
                </a:cubicBezTo>
                <a:close/>
              </a:path>
            </a:pathLst>
          </a:custGeom>
          <a:solidFill>
            <a:srgbClr val="2A9D8F">
              <a:alpha val="50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407" name=""/>
          <p:cNvSpPr/>
          <p:nvPr/>
        </p:nvSpPr>
        <p:spPr>
          <a:xfrm>
            <a:off x="1062720" y="1550880"/>
            <a:ext cx="15480" cy="15120"/>
          </a:xfrm>
          <a:custGeom>
            <a:avLst/>
            <a:gdLst/>
            <a:ahLst/>
            <a:rect l="0" t="0" r="r" b="b"/>
            <a:pathLst>
              <a:path fill="none" w="43" h="42">
                <a:moveTo>
                  <a:pt x="43" y="21"/>
                </a:moveTo>
                <a:cubicBezTo>
                  <a:pt x="43" y="49"/>
                  <a:pt x="0" y="49"/>
                  <a:pt x="0" y="21"/>
                </a:cubicBezTo>
                <a:cubicBezTo>
                  <a:pt x="0" y="-7"/>
                  <a:pt x="43" y="-7"/>
                  <a:pt x="43" y="21"/>
                </a:cubicBezTo>
              </a:path>
            </a:pathLst>
          </a:custGeom>
          <a:ln cap="rnd" w="0">
            <a:solidFill>
              <a:srgbClr val="2A9D8F">
                <a:alpha val="50000"/>
              </a:srgbClr>
            </a:solidFill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08" name=""/>
          <p:cNvSpPr/>
          <p:nvPr/>
        </p:nvSpPr>
        <p:spPr>
          <a:xfrm>
            <a:off x="1594080" y="1587240"/>
            <a:ext cx="15120" cy="15480"/>
          </a:xfrm>
          <a:custGeom>
            <a:avLst/>
            <a:gdLst/>
            <a:ahLst/>
            <a:rect l="0" t="0" r="r" b="b"/>
            <a:pathLst>
              <a:path w="42" h="43">
                <a:moveTo>
                  <a:pt x="0" y="21"/>
                </a:moveTo>
                <a:cubicBezTo>
                  <a:pt x="0" y="-7"/>
                  <a:pt x="42" y="-7"/>
                  <a:pt x="42" y="21"/>
                </a:cubicBezTo>
                <a:cubicBezTo>
                  <a:pt x="42" y="50"/>
                  <a:pt x="0" y="50"/>
                  <a:pt x="0" y="21"/>
                </a:cubicBezTo>
                <a:close/>
              </a:path>
            </a:pathLst>
          </a:custGeom>
          <a:solidFill>
            <a:srgbClr val="2A9D8F">
              <a:alpha val="50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409" name=""/>
          <p:cNvSpPr/>
          <p:nvPr/>
        </p:nvSpPr>
        <p:spPr>
          <a:xfrm>
            <a:off x="1594080" y="1587240"/>
            <a:ext cx="15120" cy="15480"/>
          </a:xfrm>
          <a:custGeom>
            <a:avLst/>
            <a:gdLst/>
            <a:ahLst/>
            <a:rect l="0" t="0" r="r" b="b"/>
            <a:pathLst>
              <a:path fill="none" w="42" h="43">
                <a:moveTo>
                  <a:pt x="42" y="21"/>
                </a:moveTo>
                <a:cubicBezTo>
                  <a:pt x="42" y="50"/>
                  <a:pt x="0" y="50"/>
                  <a:pt x="0" y="21"/>
                </a:cubicBezTo>
                <a:cubicBezTo>
                  <a:pt x="0" y="-7"/>
                  <a:pt x="42" y="-7"/>
                  <a:pt x="42" y="21"/>
                </a:cubicBezTo>
              </a:path>
            </a:pathLst>
          </a:custGeom>
          <a:ln cap="rnd" w="0">
            <a:solidFill>
              <a:srgbClr val="2A9D8F">
                <a:alpha val="50000"/>
              </a:srgbClr>
            </a:solidFill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10" name=""/>
          <p:cNvSpPr/>
          <p:nvPr/>
        </p:nvSpPr>
        <p:spPr>
          <a:xfrm>
            <a:off x="1120680" y="1528920"/>
            <a:ext cx="15120" cy="15480"/>
          </a:xfrm>
          <a:custGeom>
            <a:avLst/>
            <a:gdLst/>
            <a:ahLst/>
            <a:rect l="0" t="0" r="r" b="b"/>
            <a:pathLst>
              <a:path w="42" h="43">
                <a:moveTo>
                  <a:pt x="0" y="21"/>
                </a:moveTo>
                <a:cubicBezTo>
                  <a:pt x="0" y="-7"/>
                  <a:pt x="42" y="-7"/>
                  <a:pt x="42" y="21"/>
                </a:cubicBezTo>
                <a:cubicBezTo>
                  <a:pt x="42" y="50"/>
                  <a:pt x="0" y="50"/>
                  <a:pt x="0" y="21"/>
                </a:cubicBezTo>
                <a:close/>
              </a:path>
            </a:pathLst>
          </a:custGeom>
          <a:solidFill>
            <a:srgbClr val="2A9D8F">
              <a:alpha val="50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411" name=""/>
          <p:cNvSpPr/>
          <p:nvPr/>
        </p:nvSpPr>
        <p:spPr>
          <a:xfrm>
            <a:off x="1120680" y="1528920"/>
            <a:ext cx="15120" cy="15480"/>
          </a:xfrm>
          <a:custGeom>
            <a:avLst/>
            <a:gdLst/>
            <a:ahLst/>
            <a:rect l="0" t="0" r="r" b="b"/>
            <a:pathLst>
              <a:path fill="none" w="42" h="43">
                <a:moveTo>
                  <a:pt x="42" y="21"/>
                </a:moveTo>
                <a:cubicBezTo>
                  <a:pt x="42" y="50"/>
                  <a:pt x="0" y="50"/>
                  <a:pt x="0" y="21"/>
                </a:cubicBezTo>
                <a:cubicBezTo>
                  <a:pt x="0" y="-7"/>
                  <a:pt x="42" y="-7"/>
                  <a:pt x="42" y="21"/>
                </a:cubicBezTo>
              </a:path>
            </a:pathLst>
          </a:custGeom>
          <a:ln cap="rnd" w="0">
            <a:solidFill>
              <a:srgbClr val="2A9D8F">
                <a:alpha val="50000"/>
              </a:srgbClr>
            </a:solidFill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12" name=""/>
          <p:cNvSpPr/>
          <p:nvPr/>
        </p:nvSpPr>
        <p:spPr>
          <a:xfrm>
            <a:off x="1125720" y="1762200"/>
            <a:ext cx="15120" cy="15480"/>
          </a:xfrm>
          <a:custGeom>
            <a:avLst/>
            <a:gdLst/>
            <a:ahLst/>
            <a:rect l="0" t="0" r="r" b="b"/>
            <a:pathLst>
              <a:path w="42" h="43">
                <a:moveTo>
                  <a:pt x="0" y="22"/>
                </a:moveTo>
                <a:cubicBezTo>
                  <a:pt x="0" y="-7"/>
                  <a:pt x="42" y="-7"/>
                  <a:pt x="42" y="22"/>
                </a:cubicBezTo>
                <a:cubicBezTo>
                  <a:pt x="42" y="50"/>
                  <a:pt x="0" y="50"/>
                  <a:pt x="0" y="22"/>
                </a:cubicBezTo>
                <a:close/>
              </a:path>
            </a:pathLst>
          </a:custGeom>
          <a:solidFill>
            <a:srgbClr val="2A9D8F">
              <a:alpha val="50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413" name=""/>
          <p:cNvSpPr/>
          <p:nvPr/>
        </p:nvSpPr>
        <p:spPr>
          <a:xfrm>
            <a:off x="1125720" y="1762200"/>
            <a:ext cx="15120" cy="15480"/>
          </a:xfrm>
          <a:custGeom>
            <a:avLst/>
            <a:gdLst/>
            <a:ahLst/>
            <a:rect l="0" t="0" r="r" b="b"/>
            <a:pathLst>
              <a:path fill="none" w="42" h="43">
                <a:moveTo>
                  <a:pt x="42" y="22"/>
                </a:moveTo>
                <a:cubicBezTo>
                  <a:pt x="42" y="50"/>
                  <a:pt x="0" y="50"/>
                  <a:pt x="0" y="22"/>
                </a:cubicBezTo>
                <a:cubicBezTo>
                  <a:pt x="0" y="-7"/>
                  <a:pt x="42" y="-7"/>
                  <a:pt x="42" y="22"/>
                </a:cubicBezTo>
              </a:path>
            </a:pathLst>
          </a:custGeom>
          <a:ln cap="rnd" w="0">
            <a:solidFill>
              <a:srgbClr val="2A9D8F">
                <a:alpha val="50000"/>
              </a:srgbClr>
            </a:solidFill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14" name=""/>
          <p:cNvSpPr/>
          <p:nvPr/>
        </p:nvSpPr>
        <p:spPr>
          <a:xfrm>
            <a:off x="1615680" y="1459080"/>
            <a:ext cx="15120" cy="15120"/>
          </a:xfrm>
          <a:custGeom>
            <a:avLst/>
            <a:gdLst/>
            <a:ahLst/>
            <a:rect l="0" t="0" r="r" b="b"/>
            <a:pathLst>
              <a:path w="42" h="42">
                <a:moveTo>
                  <a:pt x="0" y="20"/>
                </a:moveTo>
                <a:cubicBezTo>
                  <a:pt x="0" y="-7"/>
                  <a:pt x="42" y="-7"/>
                  <a:pt x="42" y="20"/>
                </a:cubicBezTo>
                <a:cubicBezTo>
                  <a:pt x="42" y="49"/>
                  <a:pt x="0" y="49"/>
                  <a:pt x="0" y="20"/>
                </a:cubicBezTo>
                <a:close/>
              </a:path>
            </a:pathLst>
          </a:custGeom>
          <a:solidFill>
            <a:srgbClr val="2A9D8F">
              <a:alpha val="50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415" name=""/>
          <p:cNvSpPr/>
          <p:nvPr/>
        </p:nvSpPr>
        <p:spPr>
          <a:xfrm>
            <a:off x="1615680" y="1459080"/>
            <a:ext cx="15120" cy="15120"/>
          </a:xfrm>
          <a:custGeom>
            <a:avLst/>
            <a:gdLst/>
            <a:ahLst/>
            <a:rect l="0" t="0" r="r" b="b"/>
            <a:pathLst>
              <a:path fill="none" w="42" h="42">
                <a:moveTo>
                  <a:pt x="42" y="20"/>
                </a:moveTo>
                <a:cubicBezTo>
                  <a:pt x="42" y="49"/>
                  <a:pt x="0" y="49"/>
                  <a:pt x="0" y="20"/>
                </a:cubicBezTo>
                <a:cubicBezTo>
                  <a:pt x="0" y="-7"/>
                  <a:pt x="42" y="-7"/>
                  <a:pt x="42" y="20"/>
                </a:cubicBezTo>
              </a:path>
            </a:pathLst>
          </a:custGeom>
          <a:ln cap="rnd" w="0">
            <a:solidFill>
              <a:srgbClr val="2A9D8F">
                <a:alpha val="50000"/>
              </a:srgbClr>
            </a:solidFill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16" name=""/>
          <p:cNvSpPr/>
          <p:nvPr/>
        </p:nvSpPr>
        <p:spPr>
          <a:xfrm>
            <a:off x="2080440" y="1360080"/>
            <a:ext cx="15120" cy="15120"/>
          </a:xfrm>
          <a:custGeom>
            <a:avLst/>
            <a:gdLst/>
            <a:ahLst/>
            <a:rect l="0" t="0" r="r" b="b"/>
            <a:pathLst>
              <a:path w="42" h="42">
                <a:moveTo>
                  <a:pt x="0" y="21"/>
                </a:moveTo>
                <a:cubicBezTo>
                  <a:pt x="0" y="-7"/>
                  <a:pt x="42" y="-7"/>
                  <a:pt x="42" y="21"/>
                </a:cubicBezTo>
                <a:cubicBezTo>
                  <a:pt x="42" y="49"/>
                  <a:pt x="0" y="49"/>
                  <a:pt x="0" y="21"/>
                </a:cubicBezTo>
                <a:close/>
              </a:path>
            </a:pathLst>
          </a:custGeom>
          <a:solidFill>
            <a:srgbClr val="2A9D8F">
              <a:alpha val="50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417" name=""/>
          <p:cNvSpPr/>
          <p:nvPr/>
        </p:nvSpPr>
        <p:spPr>
          <a:xfrm>
            <a:off x="2080440" y="1360080"/>
            <a:ext cx="15120" cy="15120"/>
          </a:xfrm>
          <a:custGeom>
            <a:avLst/>
            <a:gdLst/>
            <a:ahLst/>
            <a:rect l="0" t="0" r="r" b="b"/>
            <a:pathLst>
              <a:path fill="none" w="42" h="42">
                <a:moveTo>
                  <a:pt x="42" y="21"/>
                </a:moveTo>
                <a:cubicBezTo>
                  <a:pt x="42" y="49"/>
                  <a:pt x="0" y="49"/>
                  <a:pt x="0" y="21"/>
                </a:cubicBezTo>
                <a:cubicBezTo>
                  <a:pt x="0" y="-7"/>
                  <a:pt x="42" y="-7"/>
                  <a:pt x="42" y="21"/>
                </a:cubicBezTo>
              </a:path>
            </a:pathLst>
          </a:custGeom>
          <a:ln cap="rnd" w="0">
            <a:solidFill>
              <a:srgbClr val="2A9D8F">
                <a:alpha val="50000"/>
              </a:srgbClr>
            </a:solidFill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18" name=""/>
          <p:cNvSpPr/>
          <p:nvPr/>
        </p:nvSpPr>
        <p:spPr>
          <a:xfrm>
            <a:off x="1634760" y="1754280"/>
            <a:ext cx="15480" cy="15120"/>
          </a:xfrm>
          <a:custGeom>
            <a:avLst/>
            <a:gdLst/>
            <a:ahLst/>
            <a:rect l="0" t="0" r="r" b="b"/>
            <a:pathLst>
              <a:path w="43" h="42">
                <a:moveTo>
                  <a:pt x="0" y="20"/>
                </a:moveTo>
                <a:cubicBezTo>
                  <a:pt x="0" y="-7"/>
                  <a:pt x="43" y="-7"/>
                  <a:pt x="43" y="20"/>
                </a:cubicBezTo>
                <a:cubicBezTo>
                  <a:pt x="43" y="49"/>
                  <a:pt x="0" y="49"/>
                  <a:pt x="0" y="20"/>
                </a:cubicBezTo>
                <a:close/>
              </a:path>
            </a:pathLst>
          </a:custGeom>
          <a:solidFill>
            <a:srgbClr val="2A9D8F">
              <a:alpha val="50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419" name=""/>
          <p:cNvSpPr/>
          <p:nvPr/>
        </p:nvSpPr>
        <p:spPr>
          <a:xfrm>
            <a:off x="1634760" y="1754280"/>
            <a:ext cx="15480" cy="15120"/>
          </a:xfrm>
          <a:custGeom>
            <a:avLst/>
            <a:gdLst/>
            <a:ahLst/>
            <a:rect l="0" t="0" r="r" b="b"/>
            <a:pathLst>
              <a:path fill="none" w="43" h="42">
                <a:moveTo>
                  <a:pt x="43" y="20"/>
                </a:moveTo>
                <a:cubicBezTo>
                  <a:pt x="43" y="49"/>
                  <a:pt x="0" y="49"/>
                  <a:pt x="0" y="20"/>
                </a:cubicBezTo>
                <a:cubicBezTo>
                  <a:pt x="0" y="-7"/>
                  <a:pt x="43" y="-7"/>
                  <a:pt x="43" y="20"/>
                </a:cubicBezTo>
              </a:path>
            </a:pathLst>
          </a:custGeom>
          <a:ln cap="rnd" w="0">
            <a:solidFill>
              <a:srgbClr val="2A9D8F">
                <a:alpha val="50000"/>
              </a:srgbClr>
            </a:solidFill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20" name=""/>
          <p:cNvSpPr/>
          <p:nvPr/>
        </p:nvSpPr>
        <p:spPr>
          <a:xfrm>
            <a:off x="1618200" y="1643760"/>
            <a:ext cx="15120" cy="15480"/>
          </a:xfrm>
          <a:custGeom>
            <a:avLst/>
            <a:gdLst/>
            <a:ahLst/>
            <a:rect l="0" t="0" r="r" b="b"/>
            <a:pathLst>
              <a:path w="42" h="43">
                <a:moveTo>
                  <a:pt x="0" y="21"/>
                </a:moveTo>
                <a:cubicBezTo>
                  <a:pt x="0" y="-7"/>
                  <a:pt x="42" y="-7"/>
                  <a:pt x="42" y="21"/>
                </a:cubicBezTo>
                <a:cubicBezTo>
                  <a:pt x="42" y="50"/>
                  <a:pt x="0" y="50"/>
                  <a:pt x="0" y="21"/>
                </a:cubicBezTo>
                <a:close/>
              </a:path>
            </a:pathLst>
          </a:custGeom>
          <a:solidFill>
            <a:srgbClr val="2A9D8F">
              <a:alpha val="50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421" name=""/>
          <p:cNvSpPr/>
          <p:nvPr/>
        </p:nvSpPr>
        <p:spPr>
          <a:xfrm>
            <a:off x="1618200" y="1643760"/>
            <a:ext cx="15120" cy="15480"/>
          </a:xfrm>
          <a:custGeom>
            <a:avLst/>
            <a:gdLst/>
            <a:ahLst/>
            <a:rect l="0" t="0" r="r" b="b"/>
            <a:pathLst>
              <a:path fill="none" w="42" h="43">
                <a:moveTo>
                  <a:pt x="42" y="21"/>
                </a:moveTo>
                <a:cubicBezTo>
                  <a:pt x="42" y="50"/>
                  <a:pt x="0" y="50"/>
                  <a:pt x="0" y="21"/>
                </a:cubicBezTo>
                <a:cubicBezTo>
                  <a:pt x="0" y="-7"/>
                  <a:pt x="42" y="-7"/>
                  <a:pt x="42" y="21"/>
                </a:cubicBezTo>
              </a:path>
            </a:pathLst>
          </a:custGeom>
          <a:ln cap="rnd" w="0">
            <a:solidFill>
              <a:srgbClr val="2A9D8F">
                <a:alpha val="50000"/>
              </a:srgbClr>
            </a:solidFill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22" name=""/>
          <p:cNvSpPr/>
          <p:nvPr/>
        </p:nvSpPr>
        <p:spPr>
          <a:xfrm>
            <a:off x="583560" y="1601280"/>
            <a:ext cx="15480" cy="15480"/>
          </a:xfrm>
          <a:custGeom>
            <a:avLst/>
            <a:gdLst/>
            <a:ahLst/>
            <a:rect l="0" t="0" r="r" b="b"/>
            <a:pathLst>
              <a:path w="43" h="43">
                <a:moveTo>
                  <a:pt x="0" y="22"/>
                </a:moveTo>
                <a:cubicBezTo>
                  <a:pt x="0" y="-7"/>
                  <a:pt x="43" y="-7"/>
                  <a:pt x="43" y="22"/>
                </a:cubicBezTo>
                <a:cubicBezTo>
                  <a:pt x="43" y="50"/>
                  <a:pt x="0" y="50"/>
                  <a:pt x="0" y="22"/>
                </a:cubicBezTo>
                <a:close/>
              </a:path>
            </a:pathLst>
          </a:custGeom>
          <a:solidFill>
            <a:srgbClr val="2A9D8F">
              <a:alpha val="50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423" name=""/>
          <p:cNvSpPr/>
          <p:nvPr/>
        </p:nvSpPr>
        <p:spPr>
          <a:xfrm>
            <a:off x="583560" y="1601280"/>
            <a:ext cx="15480" cy="15480"/>
          </a:xfrm>
          <a:custGeom>
            <a:avLst/>
            <a:gdLst/>
            <a:ahLst/>
            <a:rect l="0" t="0" r="r" b="b"/>
            <a:pathLst>
              <a:path fill="none" w="43" h="43">
                <a:moveTo>
                  <a:pt x="43" y="22"/>
                </a:moveTo>
                <a:cubicBezTo>
                  <a:pt x="43" y="50"/>
                  <a:pt x="0" y="50"/>
                  <a:pt x="0" y="22"/>
                </a:cubicBezTo>
                <a:cubicBezTo>
                  <a:pt x="0" y="-7"/>
                  <a:pt x="43" y="-7"/>
                  <a:pt x="43" y="22"/>
                </a:cubicBezTo>
              </a:path>
            </a:pathLst>
          </a:custGeom>
          <a:ln cap="rnd" w="0">
            <a:solidFill>
              <a:srgbClr val="2A9D8F">
                <a:alpha val="50000"/>
              </a:srgbClr>
            </a:solidFill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24" name=""/>
          <p:cNvSpPr/>
          <p:nvPr/>
        </p:nvSpPr>
        <p:spPr>
          <a:xfrm>
            <a:off x="1077840" y="1541160"/>
            <a:ext cx="15120" cy="15840"/>
          </a:xfrm>
          <a:custGeom>
            <a:avLst/>
            <a:gdLst/>
            <a:ahLst/>
            <a:rect l="0" t="0" r="r" b="b"/>
            <a:pathLst>
              <a:path w="42" h="44">
                <a:moveTo>
                  <a:pt x="0" y="22"/>
                </a:moveTo>
                <a:cubicBezTo>
                  <a:pt x="0" y="-7"/>
                  <a:pt x="42" y="-7"/>
                  <a:pt x="42" y="22"/>
                </a:cubicBezTo>
                <a:cubicBezTo>
                  <a:pt x="42" y="51"/>
                  <a:pt x="0" y="51"/>
                  <a:pt x="0" y="22"/>
                </a:cubicBezTo>
                <a:close/>
              </a:path>
            </a:pathLst>
          </a:custGeom>
          <a:solidFill>
            <a:srgbClr val="2A9D8F">
              <a:alpha val="50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425" name=""/>
          <p:cNvSpPr/>
          <p:nvPr/>
        </p:nvSpPr>
        <p:spPr>
          <a:xfrm>
            <a:off x="1077840" y="1541160"/>
            <a:ext cx="15120" cy="15840"/>
          </a:xfrm>
          <a:custGeom>
            <a:avLst/>
            <a:gdLst/>
            <a:ahLst/>
            <a:rect l="0" t="0" r="r" b="b"/>
            <a:pathLst>
              <a:path fill="none" w="42" h="44">
                <a:moveTo>
                  <a:pt x="42" y="22"/>
                </a:moveTo>
                <a:cubicBezTo>
                  <a:pt x="42" y="51"/>
                  <a:pt x="0" y="51"/>
                  <a:pt x="0" y="22"/>
                </a:cubicBezTo>
                <a:cubicBezTo>
                  <a:pt x="0" y="-7"/>
                  <a:pt x="42" y="-7"/>
                  <a:pt x="42" y="22"/>
                </a:cubicBezTo>
              </a:path>
            </a:pathLst>
          </a:custGeom>
          <a:ln cap="rnd" w="0">
            <a:solidFill>
              <a:srgbClr val="2A9D8F">
                <a:alpha val="50000"/>
              </a:srgbClr>
            </a:solidFill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26" name=""/>
          <p:cNvSpPr/>
          <p:nvPr/>
        </p:nvSpPr>
        <p:spPr>
          <a:xfrm>
            <a:off x="1631520" y="1633680"/>
            <a:ext cx="15120" cy="15480"/>
          </a:xfrm>
          <a:custGeom>
            <a:avLst/>
            <a:gdLst/>
            <a:ahLst/>
            <a:rect l="0" t="0" r="r" b="b"/>
            <a:pathLst>
              <a:path w="42" h="43">
                <a:moveTo>
                  <a:pt x="0" y="21"/>
                </a:moveTo>
                <a:cubicBezTo>
                  <a:pt x="0" y="-7"/>
                  <a:pt x="42" y="-7"/>
                  <a:pt x="42" y="21"/>
                </a:cubicBezTo>
                <a:cubicBezTo>
                  <a:pt x="42" y="50"/>
                  <a:pt x="0" y="50"/>
                  <a:pt x="0" y="21"/>
                </a:cubicBezTo>
                <a:close/>
              </a:path>
            </a:pathLst>
          </a:custGeom>
          <a:solidFill>
            <a:srgbClr val="2A9D8F">
              <a:alpha val="50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427" name=""/>
          <p:cNvSpPr/>
          <p:nvPr/>
        </p:nvSpPr>
        <p:spPr>
          <a:xfrm>
            <a:off x="1631520" y="1633680"/>
            <a:ext cx="15120" cy="15480"/>
          </a:xfrm>
          <a:custGeom>
            <a:avLst/>
            <a:gdLst/>
            <a:ahLst/>
            <a:rect l="0" t="0" r="r" b="b"/>
            <a:pathLst>
              <a:path fill="none" w="42" h="43">
                <a:moveTo>
                  <a:pt x="42" y="21"/>
                </a:moveTo>
                <a:cubicBezTo>
                  <a:pt x="42" y="50"/>
                  <a:pt x="0" y="50"/>
                  <a:pt x="0" y="21"/>
                </a:cubicBezTo>
                <a:cubicBezTo>
                  <a:pt x="0" y="-7"/>
                  <a:pt x="42" y="-7"/>
                  <a:pt x="42" y="21"/>
                </a:cubicBezTo>
              </a:path>
            </a:pathLst>
          </a:custGeom>
          <a:ln cap="rnd" w="0">
            <a:solidFill>
              <a:srgbClr val="2A9D8F">
                <a:alpha val="50000"/>
              </a:srgbClr>
            </a:solidFill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28" name=""/>
          <p:cNvSpPr/>
          <p:nvPr/>
        </p:nvSpPr>
        <p:spPr>
          <a:xfrm>
            <a:off x="1527120" y="1762920"/>
            <a:ext cx="15120" cy="15480"/>
          </a:xfrm>
          <a:custGeom>
            <a:avLst/>
            <a:gdLst/>
            <a:ahLst/>
            <a:rect l="0" t="0" r="r" b="b"/>
            <a:pathLst>
              <a:path w="42" h="43">
                <a:moveTo>
                  <a:pt x="0" y="22"/>
                </a:moveTo>
                <a:cubicBezTo>
                  <a:pt x="0" y="-7"/>
                  <a:pt x="42" y="-7"/>
                  <a:pt x="42" y="22"/>
                </a:cubicBezTo>
                <a:cubicBezTo>
                  <a:pt x="42" y="50"/>
                  <a:pt x="0" y="50"/>
                  <a:pt x="0" y="22"/>
                </a:cubicBezTo>
                <a:close/>
              </a:path>
            </a:pathLst>
          </a:custGeom>
          <a:solidFill>
            <a:srgbClr val="2A9D8F">
              <a:alpha val="50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429" name=""/>
          <p:cNvSpPr/>
          <p:nvPr/>
        </p:nvSpPr>
        <p:spPr>
          <a:xfrm>
            <a:off x="1527120" y="1762920"/>
            <a:ext cx="15120" cy="15480"/>
          </a:xfrm>
          <a:custGeom>
            <a:avLst/>
            <a:gdLst/>
            <a:ahLst/>
            <a:rect l="0" t="0" r="r" b="b"/>
            <a:pathLst>
              <a:path fill="none" w="42" h="43">
                <a:moveTo>
                  <a:pt x="42" y="22"/>
                </a:moveTo>
                <a:cubicBezTo>
                  <a:pt x="42" y="50"/>
                  <a:pt x="0" y="50"/>
                  <a:pt x="0" y="22"/>
                </a:cubicBezTo>
                <a:cubicBezTo>
                  <a:pt x="0" y="-7"/>
                  <a:pt x="42" y="-7"/>
                  <a:pt x="42" y="22"/>
                </a:cubicBezTo>
              </a:path>
            </a:pathLst>
          </a:custGeom>
          <a:ln cap="rnd" w="0">
            <a:solidFill>
              <a:srgbClr val="2A9D8F">
                <a:alpha val="50000"/>
              </a:srgbClr>
            </a:solidFill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30" name=""/>
          <p:cNvSpPr/>
          <p:nvPr/>
        </p:nvSpPr>
        <p:spPr>
          <a:xfrm>
            <a:off x="563400" y="1678680"/>
            <a:ext cx="15120" cy="15120"/>
          </a:xfrm>
          <a:custGeom>
            <a:avLst/>
            <a:gdLst/>
            <a:ahLst/>
            <a:rect l="0" t="0" r="r" b="b"/>
            <a:pathLst>
              <a:path w="42" h="42">
                <a:moveTo>
                  <a:pt x="0" y="20"/>
                </a:moveTo>
                <a:cubicBezTo>
                  <a:pt x="0" y="-7"/>
                  <a:pt x="42" y="-7"/>
                  <a:pt x="42" y="20"/>
                </a:cubicBezTo>
                <a:cubicBezTo>
                  <a:pt x="42" y="49"/>
                  <a:pt x="0" y="49"/>
                  <a:pt x="0" y="20"/>
                </a:cubicBezTo>
                <a:close/>
              </a:path>
            </a:pathLst>
          </a:custGeom>
          <a:solidFill>
            <a:srgbClr val="2A9D8F">
              <a:alpha val="50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431" name=""/>
          <p:cNvSpPr/>
          <p:nvPr/>
        </p:nvSpPr>
        <p:spPr>
          <a:xfrm>
            <a:off x="563400" y="1678680"/>
            <a:ext cx="15120" cy="15120"/>
          </a:xfrm>
          <a:custGeom>
            <a:avLst/>
            <a:gdLst/>
            <a:ahLst/>
            <a:rect l="0" t="0" r="r" b="b"/>
            <a:pathLst>
              <a:path fill="none" w="42" h="42">
                <a:moveTo>
                  <a:pt x="42" y="20"/>
                </a:moveTo>
                <a:cubicBezTo>
                  <a:pt x="42" y="49"/>
                  <a:pt x="0" y="49"/>
                  <a:pt x="0" y="20"/>
                </a:cubicBezTo>
                <a:cubicBezTo>
                  <a:pt x="0" y="-7"/>
                  <a:pt x="42" y="-7"/>
                  <a:pt x="42" y="20"/>
                </a:cubicBezTo>
              </a:path>
            </a:pathLst>
          </a:custGeom>
          <a:ln cap="rnd" w="0">
            <a:solidFill>
              <a:srgbClr val="2A9D8F">
                <a:alpha val="50000"/>
              </a:srgbClr>
            </a:solidFill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32" name=""/>
          <p:cNvSpPr/>
          <p:nvPr/>
        </p:nvSpPr>
        <p:spPr>
          <a:xfrm>
            <a:off x="1615680" y="1790640"/>
            <a:ext cx="15120" cy="15120"/>
          </a:xfrm>
          <a:custGeom>
            <a:avLst/>
            <a:gdLst/>
            <a:ahLst/>
            <a:rect l="0" t="0" r="r" b="b"/>
            <a:pathLst>
              <a:path w="42" h="42">
                <a:moveTo>
                  <a:pt x="0" y="21"/>
                </a:moveTo>
                <a:cubicBezTo>
                  <a:pt x="0" y="-7"/>
                  <a:pt x="42" y="-7"/>
                  <a:pt x="42" y="21"/>
                </a:cubicBezTo>
                <a:cubicBezTo>
                  <a:pt x="42" y="49"/>
                  <a:pt x="0" y="49"/>
                  <a:pt x="0" y="21"/>
                </a:cubicBezTo>
                <a:close/>
              </a:path>
            </a:pathLst>
          </a:custGeom>
          <a:solidFill>
            <a:srgbClr val="2A9D8F">
              <a:alpha val="50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433" name=""/>
          <p:cNvSpPr/>
          <p:nvPr/>
        </p:nvSpPr>
        <p:spPr>
          <a:xfrm>
            <a:off x="1615680" y="1790640"/>
            <a:ext cx="15120" cy="15120"/>
          </a:xfrm>
          <a:custGeom>
            <a:avLst/>
            <a:gdLst/>
            <a:ahLst/>
            <a:rect l="0" t="0" r="r" b="b"/>
            <a:pathLst>
              <a:path fill="none" w="42" h="42">
                <a:moveTo>
                  <a:pt x="42" y="21"/>
                </a:moveTo>
                <a:cubicBezTo>
                  <a:pt x="42" y="49"/>
                  <a:pt x="0" y="49"/>
                  <a:pt x="0" y="21"/>
                </a:cubicBezTo>
                <a:cubicBezTo>
                  <a:pt x="0" y="-7"/>
                  <a:pt x="42" y="-7"/>
                  <a:pt x="42" y="21"/>
                </a:cubicBezTo>
              </a:path>
            </a:pathLst>
          </a:custGeom>
          <a:ln cap="rnd" w="0">
            <a:solidFill>
              <a:srgbClr val="2A9D8F">
                <a:alpha val="50000"/>
              </a:srgbClr>
            </a:solidFill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34" name=""/>
          <p:cNvSpPr/>
          <p:nvPr/>
        </p:nvSpPr>
        <p:spPr>
          <a:xfrm>
            <a:off x="1079640" y="1420200"/>
            <a:ext cx="15120" cy="15120"/>
          </a:xfrm>
          <a:custGeom>
            <a:avLst/>
            <a:gdLst/>
            <a:ahLst/>
            <a:rect l="0" t="0" r="r" b="b"/>
            <a:pathLst>
              <a:path w="42" h="42">
                <a:moveTo>
                  <a:pt x="0" y="22"/>
                </a:moveTo>
                <a:cubicBezTo>
                  <a:pt x="0" y="-7"/>
                  <a:pt x="42" y="-7"/>
                  <a:pt x="42" y="22"/>
                </a:cubicBezTo>
                <a:cubicBezTo>
                  <a:pt x="42" y="49"/>
                  <a:pt x="0" y="49"/>
                  <a:pt x="0" y="22"/>
                </a:cubicBezTo>
                <a:close/>
              </a:path>
            </a:pathLst>
          </a:custGeom>
          <a:solidFill>
            <a:srgbClr val="2A9D8F">
              <a:alpha val="50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435" name=""/>
          <p:cNvSpPr/>
          <p:nvPr/>
        </p:nvSpPr>
        <p:spPr>
          <a:xfrm>
            <a:off x="1079640" y="1420200"/>
            <a:ext cx="15120" cy="15120"/>
          </a:xfrm>
          <a:custGeom>
            <a:avLst/>
            <a:gdLst/>
            <a:ahLst/>
            <a:rect l="0" t="0" r="r" b="b"/>
            <a:pathLst>
              <a:path fill="none" w="42" h="42">
                <a:moveTo>
                  <a:pt x="42" y="22"/>
                </a:moveTo>
                <a:cubicBezTo>
                  <a:pt x="42" y="49"/>
                  <a:pt x="0" y="49"/>
                  <a:pt x="0" y="22"/>
                </a:cubicBezTo>
                <a:cubicBezTo>
                  <a:pt x="0" y="-7"/>
                  <a:pt x="42" y="-7"/>
                  <a:pt x="42" y="22"/>
                </a:cubicBezTo>
              </a:path>
            </a:pathLst>
          </a:custGeom>
          <a:ln cap="rnd" w="0">
            <a:solidFill>
              <a:srgbClr val="2A9D8F">
                <a:alpha val="50000"/>
              </a:srgbClr>
            </a:solidFill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36" name=""/>
          <p:cNvSpPr/>
          <p:nvPr/>
        </p:nvSpPr>
        <p:spPr>
          <a:xfrm>
            <a:off x="597600" y="1512360"/>
            <a:ext cx="15120" cy="15480"/>
          </a:xfrm>
          <a:custGeom>
            <a:avLst/>
            <a:gdLst/>
            <a:ahLst/>
            <a:rect l="0" t="0" r="r" b="b"/>
            <a:pathLst>
              <a:path w="42" h="43">
                <a:moveTo>
                  <a:pt x="0" y="22"/>
                </a:moveTo>
                <a:cubicBezTo>
                  <a:pt x="0" y="-7"/>
                  <a:pt x="42" y="-7"/>
                  <a:pt x="42" y="22"/>
                </a:cubicBezTo>
                <a:cubicBezTo>
                  <a:pt x="42" y="50"/>
                  <a:pt x="0" y="50"/>
                  <a:pt x="0" y="22"/>
                </a:cubicBezTo>
                <a:close/>
              </a:path>
            </a:pathLst>
          </a:custGeom>
          <a:solidFill>
            <a:srgbClr val="2A9D8F">
              <a:alpha val="50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437" name=""/>
          <p:cNvSpPr/>
          <p:nvPr/>
        </p:nvSpPr>
        <p:spPr>
          <a:xfrm>
            <a:off x="597600" y="1512360"/>
            <a:ext cx="15120" cy="15480"/>
          </a:xfrm>
          <a:custGeom>
            <a:avLst/>
            <a:gdLst/>
            <a:ahLst/>
            <a:rect l="0" t="0" r="r" b="b"/>
            <a:pathLst>
              <a:path fill="none" w="42" h="43">
                <a:moveTo>
                  <a:pt x="42" y="22"/>
                </a:moveTo>
                <a:cubicBezTo>
                  <a:pt x="42" y="50"/>
                  <a:pt x="0" y="50"/>
                  <a:pt x="0" y="22"/>
                </a:cubicBezTo>
                <a:cubicBezTo>
                  <a:pt x="0" y="-7"/>
                  <a:pt x="42" y="-7"/>
                  <a:pt x="42" y="22"/>
                </a:cubicBezTo>
              </a:path>
            </a:pathLst>
          </a:custGeom>
          <a:ln cap="rnd" w="0">
            <a:solidFill>
              <a:srgbClr val="2A9D8F">
                <a:alpha val="50000"/>
              </a:srgbClr>
            </a:solidFill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38" name=""/>
          <p:cNvSpPr/>
          <p:nvPr/>
        </p:nvSpPr>
        <p:spPr>
          <a:xfrm>
            <a:off x="572040" y="1821960"/>
            <a:ext cx="15480" cy="15840"/>
          </a:xfrm>
          <a:custGeom>
            <a:avLst/>
            <a:gdLst/>
            <a:ahLst/>
            <a:rect l="0" t="0" r="r" b="b"/>
            <a:pathLst>
              <a:path w="43" h="44">
                <a:moveTo>
                  <a:pt x="0" y="22"/>
                </a:moveTo>
                <a:cubicBezTo>
                  <a:pt x="0" y="-7"/>
                  <a:pt x="43" y="-7"/>
                  <a:pt x="43" y="22"/>
                </a:cubicBezTo>
                <a:cubicBezTo>
                  <a:pt x="43" y="51"/>
                  <a:pt x="0" y="51"/>
                  <a:pt x="0" y="22"/>
                </a:cubicBezTo>
                <a:close/>
              </a:path>
            </a:pathLst>
          </a:custGeom>
          <a:solidFill>
            <a:srgbClr val="2A9D8F">
              <a:alpha val="50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439" name=""/>
          <p:cNvSpPr/>
          <p:nvPr/>
        </p:nvSpPr>
        <p:spPr>
          <a:xfrm>
            <a:off x="572040" y="1821960"/>
            <a:ext cx="15480" cy="15840"/>
          </a:xfrm>
          <a:custGeom>
            <a:avLst/>
            <a:gdLst/>
            <a:ahLst/>
            <a:rect l="0" t="0" r="r" b="b"/>
            <a:pathLst>
              <a:path fill="none" w="43" h="44">
                <a:moveTo>
                  <a:pt x="43" y="22"/>
                </a:moveTo>
                <a:cubicBezTo>
                  <a:pt x="43" y="51"/>
                  <a:pt x="0" y="51"/>
                  <a:pt x="0" y="22"/>
                </a:cubicBezTo>
                <a:cubicBezTo>
                  <a:pt x="0" y="-7"/>
                  <a:pt x="43" y="-7"/>
                  <a:pt x="43" y="22"/>
                </a:cubicBezTo>
              </a:path>
            </a:pathLst>
          </a:custGeom>
          <a:ln cap="rnd" w="0">
            <a:solidFill>
              <a:srgbClr val="2A9D8F">
                <a:alpha val="50000"/>
              </a:srgbClr>
            </a:solidFill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40" name=""/>
          <p:cNvSpPr/>
          <p:nvPr/>
        </p:nvSpPr>
        <p:spPr>
          <a:xfrm>
            <a:off x="581040" y="1923480"/>
            <a:ext cx="15120" cy="15120"/>
          </a:xfrm>
          <a:custGeom>
            <a:avLst/>
            <a:gdLst/>
            <a:ahLst/>
            <a:rect l="0" t="0" r="r" b="b"/>
            <a:pathLst>
              <a:path w="42" h="42">
                <a:moveTo>
                  <a:pt x="0" y="22"/>
                </a:moveTo>
                <a:cubicBezTo>
                  <a:pt x="0" y="-7"/>
                  <a:pt x="42" y="-7"/>
                  <a:pt x="42" y="22"/>
                </a:cubicBezTo>
                <a:cubicBezTo>
                  <a:pt x="42" y="49"/>
                  <a:pt x="0" y="49"/>
                  <a:pt x="0" y="22"/>
                </a:cubicBezTo>
                <a:close/>
              </a:path>
            </a:pathLst>
          </a:custGeom>
          <a:solidFill>
            <a:srgbClr val="2A9D8F">
              <a:alpha val="50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441" name=""/>
          <p:cNvSpPr/>
          <p:nvPr/>
        </p:nvSpPr>
        <p:spPr>
          <a:xfrm>
            <a:off x="581040" y="1923480"/>
            <a:ext cx="15120" cy="15120"/>
          </a:xfrm>
          <a:custGeom>
            <a:avLst/>
            <a:gdLst/>
            <a:ahLst/>
            <a:rect l="0" t="0" r="r" b="b"/>
            <a:pathLst>
              <a:path fill="none" w="42" h="42">
                <a:moveTo>
                  <a:pt x="42" y="22"/>
                </a:moveTo>
                <a:cubicBezTo>
                  <a:pt x="42" y="49"/>
                  <a:pt x="0" y="49"/>
                  <a:pt x="0" y="22"/>
                </a:cubicBezTo>
                <a:cubicBezTo>
                  <a:pt x="0" y="-7"/>
                  <a:pt x="42" y="-7"/>
                  <a:pt x="42" y="22"/>
                </a:cubicBezTo>
              </a:path>
            </a:pathLst>
          </a:custGeom>
          <a:ln cap="rnd" w="0">
            <a:solidFill>
              <a:srgbClr val="2A9D8F">
                <a:alpha val="50000"/>
              </a:srgbClr>
            </a:solidFill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42" name=""/>
          <p:cNvSpPr/>
          <p:nvPr/>
        </p:nvSpPr>
        <p:spPr>
          <a:xfrm>
            <a:off x="614520" y="1448640"/>
            <a:ext cx="15120" cy="15480"/>
          </a:xfrm>
          <a:custGeom>
            <a:avLst/>
            <a:gdLst/>
            <a:ahLst/>
            <a:rect l="0" t="0" r="r" b="b"/>
            <a:pathLst>
              <a:path w="42" h="43">
                <a:moveTo>
                  <a:pt x="0" y="22"/>
                </a:moveTo>
                <a:cubicBezTo>
                  <a:pt x="0" y="-7"/>
                  <a:pt x="42" y="-7"/>
                  <a:pt x="42" y="22"/>
                </a:cubicBezTo>
                <a:cubicBezTo>
                  <a:pt x="42" y="50"/>
                  <a:pt x="0" y="50"/>
                  <a:pt x="0" y="22"/>
                </a:cubicBezTo>
                <a:close/>
              </a:path>
            </a:pathLst>
          </a:custGeom>
          <a:solidFill>
            <a:srgbClr val="2A9D8F">
              <a:alpha val="50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443" name=""/>
          <p:cNvSpPr/>
          <p:nvPr/>
        </p:nvSpPr>
        <p:spPr>
          <a:xfrm>
            <a:off x="614520" y="1448640"/>
            <a:ext cx="15120" cy="15480"/>
          </a:xfrm>
          <a:custGeom>
            <a:avLst/>
            <a:gdLst/>
            <a:ahLst/>
            <a:rect l="0" t="0" r="r" b="b"/>
            <a:pathLst>
              <a:path fill="none" w="42" h="43">
                <a:moveTo>
                  <a:pt x="42" y="22"/>
                </a:moveTo>
                <a:cubicBezTo>
                  <a:pt x="42" y="50"/>
                  <a:pt x="0" y="50"/>
                  <a:pt x="0" y="22"/>
                </a:cubicBezTo>
                <a:cubicBezTo>
                  <a:pt x="0" y="-7"/>
                  <a:pt x="42" y="-7"/>
                  <a:pt x="42" y="22"/>
                </a:cubicBezTo>
              </a:path>
            </a:pathLst>
          </a:custGeom>
          <a:ln cap="rnd" w="0">
            <a:solidFill>
              <a:srgbClr val="2A9D8F">
                <a:alpha val="50000"/>
              </a:srgbClr>
            </a:solidFill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44" name=""/>
          <p:cNvSpPr/>
          <p:nvPr/>
        </p:nvSpPr>
        <p:spPr>
          <a:xfrm>
            <a:off x="1065600" y="1764000"/>
            <a:ext cx="15120" cy="15480"/>
          </a:xfrm>
          <a:custGeom>
            <a:avLst/>
            <a:gdLst/>
            <a:ahLst/>
            <a:rect l="0" t="0" r="r" b="b"/>
            <a:pathLst>
              <a:path w="42" h="43">
                <a:moveTo>
                  <a:pt x="0" y="21"/>
                </a:moveTo>
                <a:cubicBezTo>
                  <a:pt x="0" y="-7"/>
                  <a:pt x="42" y="-7"/>
                  <a:pt x="42" y="21"/>
                </a:cubicBezTo>
                <a:cubicBezTo>
                  <a:pt x="42" y="50"/>
                  <a:pt x="0" y="50"/>
                  <a:pt x="0" y="21"/>
                </a:cubicBezTo>
                <a:close/>
              </a:path>
            </a:pathLst>
          </a:custGeom>
          <a:solidFill>
            <a:srgbClr val="2A9D8F">
              <a:alpha val="50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445" name=""/>
          <p:cNvSpPr/>
          <p:nvPr/>
        </p:nvSpPr>
        <p:spPr>
          <a:xfrm>
            <a:off x="1065600" y="1764000"/>
            <a:ext cx="15120" cy="15480"/>
          </a:xfrm>
          <a:custGeom>
            <a:avLst/>
            <a:gdLst/>
            <a:ahLst/>
            <a:rect l="0" t="0" r="r" b="b"/>
            <a:pathLst>
              <a:path fill="none" w="42" h="43">
                <a:moveTo>
                  <a:pt x="42" y="21"/>
                </a:moveTo>
                <a:cubicBezTo>
                  <a:pt x="42" y="50"/>
                  <a:pt x="0" y="50"/>
                  <a:pt x="0" y="21"/>
                </a:cubicBezTo>
                <a:cubicBezTo>
                  <a:pt x="0" y="-7"/>
                  <a:pt x="42" y="-7"/>
                  <a:pt x="42" y="21"/>
                </a:cubicBezTo>
              </a:path>
            </a:pathLst>
          </a:custGeom>
          <a:ln cap="rnd" w="0">
            <a:solidFill>
              <a:srgbClr val="2A9D8F">
                <a:alpha val="50000"/>
              </a:srgbClr>
            </a:solidFill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46" name=""/>
          <p:cNvSpPr/>
          <p:nvPr/>
        </p:nvSpPr>
        <p:spPr>
          <a:xfrm>
            <a:off x="556200" y="1323000"/>
            <a:ext cx="15480" cy="15480"/>
          </a:xfrm>
          <a:custGeom>
            <a:avLst/>
            <a:gdLst/>
            <a:ahLst/>
            <a:rect l="0" t="0" r="r" b="b"/>
            <a:pathLst>
              <a:path w="43" h="43">
                <a:moveTo>
                  <a:pt x="0" y="22"/>
                </a:moveTo>
                <a:cubicBezTo>
                  <a:pt x="0" y="-7"/>
                  <a:pt x="43" y="-7"/>
                  <a:pt x="43" y="22"/>
                </a:cubicBezTo>
                <a:cubicBezTo>
                  <a:pt x="43" y="50"/>
                  <a:pt x="0" y="50"/>
                  <a:pt x="0" y="22"/>
                </a:cubicBezTo>
                <a:close/>
              </a:path>
            </a:pathLst>
          </a:custGeom>
          <a:solidFill>
            <a:srgbClr val="2A9D8F">
              <a:alpha val="50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447" name=""/>
          <p:cNvSpPr/>
          <p:nvPr/>
        </p:nvSpPr>
        <p:spPr>
          <a:xfrm>
            <a:off x="556200" y="1323000"/>
            <a:ext cx="15480" cy="15480"/>
          </a:xfrm>
          <a:custGeom>
            <a:avLst/>
            <a:gdLst/>
            <a:ahLst/>
            <a:rect l="0" t="0" r="r" b="b"/>
            <a:pathLst>
              <a:path fill="none" w="43" h="43">
                <a:moveTo>
                  <a:pt x="43" y="22"/>
                </a:moveTo>
                <a:cubicBezTo>
                  <a:pt x="43" y="50"/>
                  <a:pt x="0" y="50"/>
                  <a:pt x="0" y="22"/>
                </a:cubicBezTo>
                <a:cubicBezTo>
                  <a:pt x="0" y="-7"/>
                  <a:pt x="43" y="-7"/>
                  <a:pt x="43" y="22"/>
                </a:cubicBezTo>
              </a:path>
            </a:pathLst>
          </a:custGeom>
          <a:ln cap="rnd" w="0">
            <a:solidFill>
              <a:srgbClr val="2A9D8F">
                <a:alpha val="50000"/>
              </a:srgbClr>
            </a:solidFill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48" name=""/>
          <p:cNvSpPr/>
          <p:nvPr/>
        </p:nvSpPr>
        <p:spPr>
          <a:xfrm>
            <a:off x="1578240" y="1624680"/>
            <a:ext cx="15120" cy="15120"/>
          </a:xfrm>
          <a:custGeom>
            <a:avLst/>
            <a:gdLst/>
            <a:ahLst/>
            <a:rect l="0" t="0" r="r" b="b"/>
            <a:pathLst>
              <a:path w="42" h="42">
                <a:moveTo>
                  <a:pt x="0" y="22"/>
                </a:moveTo>
                <a:cubicBezTo>
                  <a:pt x="0" y="-7"/>
                  <a:pt x="42" y="-7"/>
                  <a:pt x="42" y="22"/>
                </a:cubicBezTo>
                <a:cubicBezTo>
                  <a:pt x="42" y="49"/>
                  <a:pt x="0" y="49"/>
                  <a:pt x="0" y="22"/>
                </a:cubicBezTo>
                <a:close/>
              </a:path>
            </a:pathLst>
          </a:custGeom>
          <a:solidFill>
            <a:srgbClr val="2A9D8F">
              <a:alpha val="50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449" name=""/>
          <p:cNvSpPr/>
          <p:nvPr/>
        </p:nvSpPr>
        <p:spPr>
          <a:xfrm>
            <a:off x="1578240" y="1624680"/>
            <a:ext cx="15120" cy="15120"/>
          </a:xfrm>
          <a:custGeom>
            <a:avLst/>
            <a:gdLst/>
            <a:ahLst/>
            <a:rect l="0" t="0" r="r" b="b"/>
            <a:pathLst>
              <a:path fill="none" w="42" h="42">
                <a:moveTo>
                  <a:pt x="42" y="22"/>
                </a:moveTo>
                <a:cubicBezTo>
                  <a:pt x="42" y="49"/>
                  <a:pt x="0" y="49"/>
                  <a:pt x="0" y="22"/>
                </a:cubicBezTo>
                <a:cubicBezTo>
                  <a:pt x="0" y="-7"/>
                  <a:pt x="42" y="-7"/>
                  <a:pt x="42" y="22"/>
                </a:cubicBezTo>
              </a:path>
            </a:pathLst>
          </a:custGeom>
          <a:ln cap="rnd" w="0">
            <a:solidFill>
              <a:srgbClr val="2A9D8F">
                <a:alpha val="50000"/>
              </a:srgbClr>
            </a:solidFill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50" name=""/>
          <p:cNvSpPr/>
          <p:nvPr/>
        </p:nvSpPr>
        <p:spPr>
          <a:xfrm>
            <a:off x="572040" y="1451520"/>
            <a:ext cx="15120" cy="15480"/>
          </a:xfrm>
          <a:custGeom>
            <a:avLst/>
            <a:gdLst/>
            <a:ahLst/>
            <a:rect l="0" t="0" r="r" b="b"/>
            <a:pathLst>
              <a:path w="42" h="43">
                <a:moveTo>
                  <a:pt x="0" y="21"/>
                </a:moveTo>
                <a:cubicBezTo>
                  <a:pt x="0" y="-7"/>
                  <a:pt x="42" y="-7"/>
                  <a:pt x="42" y="21"/>
                </a:cubicBezTo>
                <a:cubicBezTo>
                  <a:pt x="42" y="50"/>
                  <a:pt x="0" y="50"/>
                  <a:pt x="0" y="21"/>
                </a:cubicBezTo>
                <a:close/>
              </a:path>
            </a:pathLst>
          </a:custGeom>
          <a:solidFill>
            <a:srgbClr val="2A9D8F">
              <a:alpha val="50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451" name=""/>
          <p:cNvSpPr/>
          <p:nvPr/>
        </p:nvSpPr>
        <p:spPr>
          <a:xfrm>
            <a:off x="572040" y="1451520"/>
            <a:ext cx="15120" cy="15480"/>
          </a:xfrm>
          <a:custGeom>
            <a:avLst/>
            <a:gdLst/>
            <a:ahLst/>
            <a:rect l="0" t="0" r="r" b="b"/>
            <a:pathLst>
              <a:path fill="none" w="42" h="43">
                <a:moveTo>
                  <a:pt x="42" y="21"/>
                </a:moveTo>
                <a:cubicBezTo>
                  <a:pt x="42" y="50"/>
                  <a:pt x="0" y="50"/>
                  <a:pt x="0" y="21"/>
                </a:cubicBezTo>
                <a:cubicBezTo>
                  <a:pt x="0" y="-7"/>
                  <a:pt x="42" y="-7"/>
                  <a:pt x="42" y="21"/>
                </a:cubicBezTo>
              </a:path>
            </a:pathLst>
          </a:custGeom>
          <a:ln cap="rnd" w="0">
            <a:solidFill>
              <a:srgbClr val="2A9D8F">
                <a:alpha val="50000"/>
              </a:srgbClr>
            </a:solidFill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52" name=""/>
          <p:cNvSpPr/>
          <p:nvPr/>
        </p:nvSpPr>
        <p:spPr>
          <a:xfrm>
            <a:off x="1597320" y="1503360"/>
            <a:ext cx="15120" cy="15120"/>
          </a:xfrm>
          <a:custGeom>
            <a:avLst/>
            <a:gdLst/>
            <a:ahLst/>
            <a:rect l="0" t="0" r="r" b="b"/>
            <a:pathLst>
              <a:path w="42" h="42">
                <a:moveTo>
                  <a:pt x="0" y="20"/>
                </a:moveTo>
                <a:cubicBezTo>
                  <a:pt x="0" y="-7"/>
                  <a:pt x="42" y="-7"/>
                  <a:pt x="42" y="20"/>
                </a:cubicBezTo>
                <a:cubicBezTo>
                  <a:pt x="42" y="49"/>
                  <a:pt x="0" y="49"/>
                  <a:pt x="0" y="20"/>
                </a:cubicBezTo>
                <a:close/>
              </a:path>
            </a:pathLst>
          </a:custGeom>
          <a:solidFill>
            <a:srgbClr val="2A9D8F">
              <a:alpha val="50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453" name=""/>
          <p:cNvSpPr/>
          <p:nvPr/>
        </p:nvSpPr>
        <p:spPr>
          <a:xfrm>
            <a:off x="1597320" y="1503360"/>
            <a:ext cx="15120" cy="15120"/>
          </a:xfrm>
          <a:custGeom>
            <a:avLst/>
            <a:gdLst/>
            <a:ahLst/>
            <a:rect l="0" t="0" r="r" b="b"/>
            <a:pathLst>
              <a:path fill="none" w="42" h="42">
                <a:moveTo>
                  <a:pt x="42" y="20"/>
                </a:moveTo>
                <a:cubicBezTo>
                  <a:pt x="42" y="49"/>
                  <a:pt x="0" y="49"/>
                  <a:pt x="0" y="20"/>
                </a:cubicBezTo>
                <a:cubicBezTo>
                  <a:pt x="0" y="-7"/>
                  <a:pt x="42" y="-7"/>
                  <a:pt x="42" y="20"/>
                </a:cubicBezTo>
              </a:path>
            </a:pathLst>
          </a:custGeom>
          <a:ln cap="rnd" w="0">
            <a:solidFill>
              <a:srgbClr val="2A9D8F">
                <a:alpha val="50000"/>
              </a:srgbClr>
            </a:solidFill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54" name=""/>
          <p:cNvSpPr/>
          <p:nvPr/>
        </p:nvSpPr>
        <p:spPr>
          <a:xfrm>
            <a:off x="1554480" y="1674720"/>
            <a:ext cx="15480" cy="15840"/>
          </a:xfrm>
          <a:custGeom>
            <a:avLst/>
            <a:gdLst/>
            <a:ahLst/>
            <a:rect l="0" t="0" r="r" b="b"/>
            <a:pathLst>
              <a:path w="43" h="44">
                <a:moveTo>
                  <a:pt x="0" y="22"/>
                </a:moveTo>
                <a:cubicBezTo>
                  <a:pt x="0" y="-7"/>
                  <a:pt x="43" y="-7"/>
                  <a:pt x="43" y="22"/>
                </a:cubicBezTo>
                <a:cubicBezTo>
                  <a:pt x="43" y="51"/>
                  <a:pt x="0" y="51"/>
                  <a:pt x="0" y="22"/>
                </a:cubicBezTo>
                <a:close/>
              </a:path>
            </a:pathLst>
          </a:custGeom>
          <a:solidFill>
            <a:srgbClr val="2A9D8F">
              <a:alpha val="50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455" name=""/>
          <p:cNvSpPr/>
          <p:nvPr/>
        </p:nvSpPr>
        <p:spPr>
          <a:xfrm>
            <a:off x="1554480" y="1674720"/>
            <a:ext cx="15480" cy="15840"/>
          </a:xfrm>
          <a:custGeom>
            <a:avLst/>
            <a:gdLst/>
            <a:ahLst/>
            <a:rect l="0" t="0" r="r" b="b"/>
            <a:pathLst>
              <a:path fill="none" w="43" h="44">
                <a:moveTo>
                  <a:pt x="43" y="22"/>
                </a:moveTo>
                <a:cubicBezTo>
                  <a:pt x="43" y="51"/>
                  <a:pt x="0" y="51"/>
                  <a:pt x="0" y="22"/>
                </a:cubicBezTo>
                <a:cubicBezTo>
                  <a:pt x="0" y="-7"/>
                  <a:pt x="43" y="-7"/>
                  <a:pt x="43" y="22"/>
                </a:cubicBezTo>
              </a:path>
            </a:pathLst>
          </a:custGeom>
          <a:ln cap="rnd" w="0">
            <a:solidFill>
              <a:srgbClr val="2A9D8F">
                <a:alpha val="50000"/>
              </a:srgbClr>
            </a:solidFill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56" name=""/>
          <p:cNvSpPr/>
          <p:nvPr/>
        </p:nvSpPr>
        <p:spPr>
          <a:xfrm>
            <a:off x="550800" y="1608480"/>
            <a:ext cx="15120" cy="15120"/>
          </a:xfrm>
          <a:custGeom>
            <a:avLst/>
            <a:gdLst/>
            <a:ahLst/>
            <a:rect l="0" t="0" r="r" b="b"/>
            <a:pathLst>
              <a:path w="42" h="42">
                <a:moveTo>
                  <a:pt x="0" y="21"/>
                </a:moveTo>
                <a:cubicBezTo>
                  <a:pt x="0" y="-7"/>
                  <a:pt x="42" y="-7"/>
                  <a:pt x="42" y="21"/>
                </a:cubicBezTo>
                <a:cubicBezTo>
                  <a:pt x="42" y="49"/>
                  <a:pt x="0" y="49"/>
                  <a:pt x="0" y="21"/>
                </a:cubicBezTo>
                <a:close/>
              </a:path>
            </a:pathLst>
          </a:custGeom>
          <a:solidFill>
            <a:srgbClr val="2A9D8F">
              <a:alpha val="50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457" name=""/>
          <p:cNvSpPr/>
          <p:nvPr/>
        </p:nvSpPr>
        <p:spPr>
          <a:xfrm>
            <a:off x="550800" y="1608480"/>
            <a:ext cx="15120" cy="15120"/>
          </a:xfrm>
          <a:custGeom>
            <a:avLst/>
            <a:gdLst/>
            <a:ahLst/>
            <a:rect l="0" t="0" r="r" b="b"/>
            <a:pathLst>
              <a:path fill="none" w="42" h="42">
                <a:moveTo>
                  <a:pt x="42" y="21"/>
                </a:moveTo>
                <a:cubicBezTo>
                  <a:pt x="42" y="49"/>
                  <a:pt x="0" y="49"/>
                  <a:pt x="0" y="21"/>
                </a:cubicBezTo>
                <a:cubicBezTo>
                  <a:pt x="0" y="-7"/>
                  <a:pt x="42" y="-7"/>
                  <a:pt x="42" y="21"/>
                </a:cubicBezTo>
              </a:path>
            </a:pathLst>
          </a:custGeom>
          <a:ln cap="rnd" w="0">
            <a:solidFill>
              <a:srgbClr val="2A9D8F">
                <a:alpha val="50000"/>
              </a:srgbClr>
            </a:solidFill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58" name=""/>
          <p:cNvSpPr/>
          <p:nvPr/>
        </p:nvSpPr>
        <p:spPr>
          <a:xfrm>
            <a:off x="1559160" y="1321920"/>
            <a:ext cx="15480" cy="15480"/>
          </a:xfrm>
          <a:custGeom>
            <a:avLst/>
            <a:gdLst/>
            <a:ahLst/>
            <a:rect l="0" t="0" r="r" b="b"/>
            <a:pathLst>
              <a:path w="43" h="43">
                <a:moveTo>
                  <a:pt x="0" y="21"/>
                </a:moveTo>
                <a:cubicBezTo>
                  <a:pt x="0" y="-7"/>
                  <a:pt x="43" y="-7"/>
                  <a:pt x="43" y="21"/>
                </a:cubicBezTo>
                <a:cubicBezTo>
                  <a:pt x="43" y="50"/>
                  <a:pt x="0" y="50"/>
                  <a:pt x="0" y="21"/>
                </a:cubicBezTo>
                <a:close/>
              </a:path>
            </a:pathLst>
          </a:custGeom>
          <a:solidFill>
            <a:srgbClr val="2A9D8F">
              <a:alpha val="50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459" name=""/>
          <p:cNvSpPr/>
          <p:nvPr/>
        </p:nvSpPr>
        <p:spPr>
          <a:xfrm>
            <a:off x="1559160" y="1321920"/>
            <a:ext cx="15480" cy="15480"/>
          </a:xfrm>
          <a:custGeom>
            <a:avLst/>
            <a:gdLst/>
            <a:ahLst/>
            <a:rect l="0" t="0" r="r" b="b"/>
            <a:pathLst>
              <a:path fill="none" w="43" h="43">
                <a:moveTo>
                  <a:pt x="43" y="21"/>
                </a:moveTo>
                <a:cubicBezTo>
                  <a:pt x="43" y="50"/>
                  <a:pt x="0" y="50"/>
                  <a:pt x="0" y="21"/>
                </a:cubicBezTo>
                <a:cubicBezTo>
                  <a:pt x="0" y="-7"/>
                  <a:pt x="43" y="-7"/>
                  <a:pt x="43" y="21"/>
                </a:cubicBezTo>
              </a:path>
            </a:pathLst>
          </a:custGeom>
          <a:ln cap="rnd" w="0">
            <a:solidFill>
              <a:srgbClr val="2A9D8F">
                <a:alpha val="50000"/>
              </a:srgbClr>
            </a:solidFill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60" name=""/>
          <p:cNvSpPr/>
          <p:nvPr/>
        </p:nvSpPr>
        <p:spPr>
          <a:xfrm>
            <a:off x="2023920" y="1382040"/>
            <a:ext cx="15120" cy="15480"/>
          </a:xfrm>
          <a:custGeom>
            <a:avLst/>
            <a:gdLst/>
            <a:ahLst/>
            <a:rect l="0" t="0" r="r" b="b"/>
            <a:pathLst>
              <a:path w="42" h="43">
                <a:moveTo>
                  <a:pt x="0" y="22"/>
                </a:moveTo>
                <a:cubicBezTo>
                  <a:pt x="0" y="-7"/>
                  <a:pt x="42" y="-7"/>
                  <a:pt x="42" y="22"/>
                </a:cubicBezTo>
                <a:cubicBezTo>
                  <a:pt x="42" y="50"/>
                  <a:pt x="0" y="50"/>
                  <a:pt x="0" y="22"/>
                </a:cubicBezTo>
                <a:close/>
              </a:path>
            </a:pathLst>
          </a:custGeom>
          <a:solidFill>
            <a:srgbClr val="2A9D8F">
              <a:alpha val="50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461" name=""/>
          <p:cNvSpPr/>
          <p:nvPr/>
        </p:nvSpPr>
        <p:spPr>
          <a:xfrm>
            <a:off x="2023920" y="1382040"/>
            <a:ext cx="15120" cy="15480"/>
          </a:xfrm>
          <a:custGeom>
            <a:avLst/>
            <a:gdLst/>
            <a:ahLst/>
            <a:rect l="0" t="0" r="r" b="b"/>
            <a:pathLst>
              <a:path fill="none" w="42" h="43">
                <a:moveTo>
                  <a:pt x="42" y="22"/>
                </a:moveTo>
                <a:cubicBezTo>
                  <a:pt x="42" y="50"/>
                  <a:pt x="0" y="50"/>
                  <a:pt x="0" y="22"/>
                </a:cubicBezTo>
                <a:cubicBezTo>
                  <a:pt x="0" y="-7"/>
                  <a:pt x="42" y="-7"/>
                  <a:pt x="42" y="22"/>
                </a:cubicBezTo>
              </a:path>
            </a:pathLst>
          </a:custGeom>
          <a:ln cap="rnd" w="0">
            <a:solidFill>
              <a:srgbClr val="2A9D8F">
                <a:alpha val="50000"/>
              </a:srgbClr>
            </a:solidFill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62" name=""/>
          <p:cNvSpPr/>
          <p:nvPr/>
        </p:nvSpPr>
        <p:spPr>
          <a:xfrm>
            <a:off x="534600" y="1659600"/>
            <a:ext cx="15480" cy="15480"/>
          </a:xfrm>
          <a:custGeom>
            <a:avLst/>
            <a:gdLst/>
            <a:ahLst/>
            <a:rect l="0" t="0" r="r" b="b"/>
            <a:pathLst>
              <a:path w="43" h="43">
                <a:moveTo>
                  <a:pt x="0" y="22"/>
                </a:moveTo>
                <a:cubicBezTo>
                  <a:pt x="0" y="-7"/>
                  <a:pt x="43" y="-7"/>
                  <a:pt x="43" y="22"/>
                </a:cubicBezTo>
                <a:cubicBezTo>
                  <a:pt x="43" y="50"/>
                  <a:pt x="0" y="50"/>
                  <a:pt x="0" y="22"/>
                </a:cubicBezTo>
                <a:close/>
              </a:path>
            </a:pathLst>
          </a:custGeom>
          <a:solidFill>
            <a:srgbClr val="2A9D8F">
              <a:alpha val="50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463" name=""/>
          <p:cNvSpPr/>
          <p:nvPr/>
        </p:nvSpPr>
        <p:spPr>
          <a:xfrm>
            <a:off x="534600" y="1659600"/>
            <a:ext cx="15480" cy="15480"/>
          </a:xfrm>
          <a:custGeom>
            <a:avLst/>
            <a:gdLst/>
            <a:ahLst/>
            <a:rect l="0" t="0" r="r" b="b"/>
            <a:pathLst>
              <a:path fill="none" w="43" h="43">
                <a:moveTo>
                  <a:pt x="43" y="22"/>
                </a:moveTo>
                <a:cubicBezTo>
                  <a:pt x="43" y="50"/>
                  <a:pt x="0" y="50"/>
                  <a:pt x="0" y="22"/>
                </a:cubicBezTo>
                <a:cubicBezTo>
                  <a:pt x="0" y="-7"/>
                  <a:pt x="43" y="-7"/>
                  <a:pt x="43" y="22"/>
                </a:cubicBezTo>
              </a:path>
            </a:pathLst>
          </a:custGeom>
          <a:ln cap="rnd" w="0">
            <a:solidFill>
              <a:srgbClr val="2A9D8F">
                <a:alpha val="50000"/>
              </a:srgbClr>
            </a:solidFill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64" name=""/>
          <p:cNvSpPr/>
          <p:nvPr/>
        </p:nvSpPr>
        <p:spPr>
          <a:xfrm>
            <a:off x="1616040" y="1761480"/>
            <a:ext cx="15120" cy="15480"/>
          </a:xfrm>
          <a:custGeom>
            <a:avLst/>
            <a:gdLst/>
            <a:ahLst/>
            <a:rect l="0" t="0" r="r" b="b"/>
            <a:pathLst>
              <a:path w="42" h="43">
                <a:moveTo>
                  <a:pt x="0" y="22"/>
                </a:moveTo>
                <a:cubicBezTo>
                  <a:pt x="0" y="-7"/>
                  <a:pt x="42" y="-7"/>
                  <a:pt x="42" y="22"/>
                </a:cubicBezTo>
                <a:cubicBezTo>
                  <a:pt x="42" y="50"/>
                  <a:pt x="0" y="50"/>
                  <a:pt x="0" y="22"/>
                </a:cubicBezTo>
                <a:close/>
              </a:path>
            </a:pathLst>
          </a:custGeom>
          <a:solidFill>
            <a:srgbClr val="2A9D8F">
              <a:alpha val="50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465" name=""/>
          <p:cNvSpPr/>
          <p:nvPr/>
        </p:nvSpPr>
        <p:spPr>
          <a:xfrm>
            <a:off x="1616040" y="1761480"/>
            <a:ext cx="15120" cy="15480"/>
          </a:xfrm>
          <a:custGeom>
            <a:avLst/>
            <a:gdLst/>
            <a:ahLst/>
            <a:rect l="0" t="0" r="r" b="b"/>
            <a:pathLst>
              <a:path fill="none" w="42" h="43">
                <a:moveTo>
                  <a:pt x="42" y="22"/>
                </a:moveTo>
                <a:cubicBezTo>
                  <a:pt x="42" y="50"/>
                  <a:pt x="0" y="50"/>
                  <a:pt x="0" y="22"/>
                </a:cubicBezTo>
                <a:cubicBezTo>
                  <a:pt x="0" y="-7"/>
                  <a:pt x="42" y="-7"/>
                  <a:pt x="42" y="22"/>
                </a:cubicBezTo>
              </a:path>
            </a:pathLst>
          </a:custGeom>
          <a:ln cap="rnd" w="0">
            <a:solidFill>
              <a:srgbClr val="2A9D8F">
                <a:alpha val="50000"/>
              </a:srgbClr>
            </a:solidFill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66" name=""/>
          <p:cNvSpPr/>
          <p:nvPr/>
        </p:nvSpPr>
        <p:spPr>
          <a:xfrm>
            <a:off x="573480" y="1740240"/>
            <a:ext cx="15480" cy="15120"/>
          </a:xfrm>
          <a:custGeom>
            <a:avLst/>
            <a:gdLst/>
            <a:ahLst/>
            <a:rect l="0" t="0" r="r" b="b"/>
            <a:pathLst>
              <a:path w="43" h="42">
                <a:moveTo>
                  <a:pt x="0" y="21"/>
                </a:moveTo>
                <a:cubicBezTo>
                  <a:pt x="0" y="-7"/>
                  <a:pt x="43" y="-7"/>
                  <a:pt x="43" y="21"/>
                </a:cubicBezTo>
                <a:cubicBezTo>
                  <a:pt x="43" y="49"/>
                  <a:pt x="0" y="49"/>
                  <a:pt x="0" y="21"/>
                </a:cubicBezTo>
                <a:close/>
              </a:path>
            </a:pathLst>
          </a:custGeom>
          <a:solidFill>
            <a:srgbClr val="2A9D8F">
              <a:alpha val="50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467" name=""/>
          <p:cNvSpPr/>
          <p:nvPr/>
        </p:nvSpPr>
        <p:spPr>
          <a:xfrm>
            <a:off x="573480" y="1740240"/>
            <a:ext cx="15480" cy="15120"/>
          </a:xfrm>
          <a:custGeom>
            <a:avLst/>
            <a:gdLst/>
            <a:ahLst/>
            <a:rect l="0" t="0" r="r" b="b"/>
            <a:pathLst>
              <a:path fill="none" w="43" h="42">
                <a:moveTo>
                  <a:pt x="43" y="21"/>
                </a:moveTo>
                <a:cubicBezTo>
                  <a:pt x="43" y="49"/>
                  <a:pt x="0" y="49"/>
                  <a:pt x="0" y="21"/>
                </a:cubicBezTo>
                <a:cubicBezTo>
                  <a:pt x="0" y="-7"/>
                  <a:pt x="43" y="-7"/>
                  <a:pt x="43" y="21"/>
                </a:cubicBezTo>
              </a:path>
            </a:pathLst>
          </a:custGeom>
          <a:ln cap="rnd" w="0">
            <a:solidFill>
              <a:srgbClr val="2A9D8F">
                <a:alpha val="50000"/>
              </a:srgbClr>
            </a:solidFill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68" name=""/>
          <p:cNvSpPr/>
          <p:nvPr/>
        </p:nvSpPr>
        <p:spPr>
          <a:xfrm>
            <a:off x="1050120" y="1762200"/>
            <a:ext cx="15120" cy="15480"/>
          </a:xfrm>
          <a:custGeom>
            <a:avLst/>
            <a:gdLst/>
            <a:ahLst/>
            <a:rect l="0" t="0" r="r" b="b"/>
            <a:pathLst>
              <a:path w="42" h="43">
                <a:moveTo>
                  <a:pt x="0" y="21"/>
                </a:moveTo>
                <a:cubicBezTo>
                  <a:pt x="0" y="-7"/>
                  <a:pt x="42" y="-7"/>
                  <a:pt x="42" y="21"/>
                </a:cubicBezTo>
                <a:cubicBezTo>
                  <a:pt x="42" y="50"/>
                  <a:pt x="0" y="50"/>
                  <a:pt x="0" y="21"/>
                </a:cubicBezTo>
                <a:close/>
              </a:path>
            </a:pathLst>
          </a:custGeom>
          <a:solidFill>
            <a:srgbClr val="2A9D8F">
              <a:alpha val="50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469" name=""/>
          <p:cNvSpPr/>
          <p:nvPr/>
        </p:nvSpPr>
        <p:spPr>
          <a:xfrm>
            <a:off x="1050120" y="1762200"/>
            <a:ext cx="15120" cy="15480"/>
          </a:xfrm>
          <a:custGeom>
            <a:avLst/>
            <a:gdLst/>
            <a:ahLst/>
            <a:rect l="0" t="0" r="r" b="b"/>
            <a:pathLst>
              <a:path fill="none" w="42" h="43">
                <a:moveTo>
                  <a:pt x="42" y="21"/>
                </a:moveTo>
                <a:cubicBezTo>
                  <a:pt x="42" y="50"/>
                  <a:pt x="0" y="50"/>
                  <a:pt x="0" y="21"/>
                </a:cubicBezTo>
                <a:cubicBezTo>
                  <a:pt x="0" y="-7"/>
                  <a:pt x="42" y="-7"/>
                  <a:pt x="42" y="21"/>
                </a:cubicBezTo>
              </a:path>
            </a:pathLst>
          </a:custGeom>
          <a:ln cap="rnd" w="0">
            <a:solidFill>
              <a:srgbClr val="2A9D8F">
                <a:alpha val="50000"/>
              </a:srgbClr>
            </a:solidFill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70" name=""/>
          <p:cNvSpPr/>
          <p:nvPr/>
        </p:nvSpPr>
        <p:spPr>
          <a:xfrm>
            <a:off x="1542240" y="1706760"/>
            <a:ext cx="15120" cy="15480"/>
          </a:xfrm>
          <a:custGeom>
            <a:avLst/>
            <a:gdLst/>
            <a:ahLst/>
            <a:rect l="0" t="0" r="r" b="b"/>
            <a:pathLst>
              <a:path w="42" h="43">
                <a:moveTo>
                  <a:pt x="0" y="22"/>
                </a:moveTo>
                <a:cubicBezTo>
                  <a:pt x="0" y="-7"/>
                  <a:pt x="42" y="-7"/>
                  <a:pt x="42" y="22"/>
                </a:cubicBezTo>
                <a:cubicBezTo>
                  <a:pt x="42" y="50"/>
                  <a:pt x="0" y="50"/>
                  <a:pt x="0" y="22"/>
                </a:cubicBezTo>
                <a:close/>
              </a:path>
            </a:pathLst>
          </a:custGeom>
          <a:solidFill>
            <a:srgbClr val="2A9D8F">
              <a:alpha val="50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471" name=""/>
          <p:cNvSpPr/>
          <p:nvPr/>
        </p:nvSpPr>
        <p:spPr>
          <a:xfrm>
            <a:off x="1542240" y="1706760"/>
            <a:ext cx="15120" cy="15480"/>
          </a:xfrm>
          <a:custGeom>
            <a:avLst/>
            <a:gdLst/>
            <a:ahLst/>
            <a:rect l="0" t="0" r="r" b="b"/>
            <a:pathLst>
              <a:path fill="none" w="42" h="43">
                <a:moveTo>
                  <a:pt x="42" y="22"/>
                </a:moveTo>
                <a:cubicBezTo>
                  <a:pt x="42" y="50"/>
                  <a:pt x="0" y="50"/>
                  <a:pt x="0" y="22"/>
                </a:cubicBezTo>
                <a:cubicBezTo>
                  <a:pt x="0" y="-7"/>
                  <a:pt x="42" y="-7"/>
                  <a:pt x="42" y="22"/>
                </a:cubicBezTo>
              </a:path>
            </a:pathLst>
          </a:custGeom>
          <a:ln cap="rnd" w="0">
            <a:solidFill>
              <a:srgbClr val="2A9D8F">
                <a:alpha val="50000"/>
              </a:srgbClr>
            </a:solidFill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72" name=""/>
          <p:cNvSpPr/>
          <p:nvPr/>
        </p:nvSpPr>
        <p:spPr>
          <a:xfrm>
            <a:off x="611280" y="1656000"/>
            <a:ext cx="15480" cy="15120"/>
          </a:xfrm>
          <a:custGeom>
            <a:avLst/>
            <a:gdLst/>
            <a:ahLst/>
            <a:rect l="0" t="0" r="r" b="b"/>
            <a:pathLst>
              <a:path w="43" h="42">
                <a:moveTo>
                  <a:pt x="0" y="21"/>
                </a:moveTo>
                <a:cubicBezTo>
                  <a:pt x="0" y="-7"/>
                  <a:pt x="43" y="-7"/>
                  <a:pt x="43" y="21"/>
                </a:cubicBezTo>
                <a:cubicBezTo>
                  <a:pt x="43" y="49"/>
                  <a:pt x="0" y="49"/>
                  <a:pt x="0" y="21"/>
                </a:cubicBezTo>
                <a:close/>
              </a:path>
            </a:pathLst>
          </a:custGeom>
          <a:solidFill>
            <a:srgbClr val="2A9D8F">
              <a:alpha val="50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473" name=""/>
          <p:cNvSpPr/>
          <p:nvPr/>
        </p:nvSpPr>
        <p:spPr>
          <a:xfrm>
            <a:off x="611280" y="1656000"/>
            <a:ext cx="15480" cy="15120"/>
          </a:xfrm>
          <a:custGeom>
            <a:avLst/>
            <a:gdLst/>
            <a:ahLst/>
            <a:rect l="0" t="0" r="r" b="b"/>
            <a:pathLst>
              <a:path fill="none" w="43" h="42">
                <a:moveTo>
                  <a:pt x="43" y="21"/>
                </a:moveTo>
                <a:cubicBezTo>
                  <a:pt x="43" y="49"/>
                  <a:pt x="0" y="49"/>
                  <a:pt x="0" y="21"/>
                </a:cubicBezTo>
                <a:cubicBezTo>
                  <a:pt x="0" y="-7"/>
                  <a:pt x="43" y="-7"/>
                  <a:pt x="43" y="21"/>
                </a:cubicBezTo>
              </a:path>
            </a:pathLst>
          </a:custGeom>
          <a:ln cap="rnd" w="0">
            <a:solidFill>
              <a:srgbClr val="2A9D8F">
                <a:alpha val="50000"/>
              </a:srgbClr>
            </a:solidFill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74" name=""/>
          <p:cNvSpPr/>
          <p:nvPr/>
        </p:nvSpPr>
        <p:spPr>
          <a:xfrm>
            <a:off x="1627200" y="1731600"/>
            <a:ext cx="15480" cy="15120"/>
          </a:xfrm>
          <a:custGeom>
            <a:avLst/>
            <a:gdLst/>
            <a:ahLst/>
            <a:rect l="0" t="0" r="r" b="b"/>
            <a:pathLst>
              <a:path w="43" h="42">
                <a:moveTo>
                  <a:pt x="0" y="22"/>
                </a:moveTo>
                <a:cubicBezTo>
                  <a:pt x="0" y="-7"/>
                  <a:pt x="43" y="-7"/>
                  <a:pt x="43" y="22"/>
                </a:cubicBezTo>
                <a:cubicBezTo>
                  <a:pt x="43" y="49"/>
                  <a:pt x="0" y="49"/>
                  <a:pt x="0" y="22"/>
                </a:cubicBezTo>
                <a:close/>
              </a:path>
            </a:pathLst>
          </a:custGeom>
          <a:solidFill>
            <a:srgbClr val="2A9D8F">
              <a:alpha val="50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475" name=""/>
          <p:cNvSpPr/>
          <p:nvPr/>
        </p:nvSpPr>
        <p:spPr>
          <a:xfrm>
            <a:off x="1627200" y="1731600"/>
            <a:ext cx="15480" cy="15120"/>
          </a:xfrm>
          <a:custGeom>
            <a:avLst/>
            <a:gdLst/>
            <a:ahLst/>
            <a:rect l="0" t="0" r="r" b="b"/>
            <a:pathLst>
              <a:path fill="none" w="43" h="42">
                <a:moveTo>
                  <a:pt x="43" y="22"/>
                </a:moveTo>
                <a:cubicBezTo>
                  <a:pt x="43" y="49"/>
                  <a:pt x="0" y="49"/>
                  <a:pt x="0" y="22"/>
                </a:cubicBezTo>
                <a:cubicBezTo>
                  <a:pt x="0" y="-7"/>
                  <a:pt x="43" y="-7"/>
                  <a:pt x="43" y="22"/>
                </a:cubicBezTo>
              </a:path>
            </a:pathLst>
          </a:custGeom>
          <a:ln cap="rnd" w="0">
            <a:solidFill>
              <a:srgbClr val="2A9D8F">
                <a:alpha val="50000"/>
              </a:srgbClr>
            </a:solidFill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76" name=""/>
          <p:cNvSpPr/>
          <p:nvPr/>
        </p:nvSpPr>
        <p:spPr>
          <a:xfrm>
            <a:off x="589680" y="1510200"/>
            <a:ext cx="15120" cy="15120"/>
          </a:xfrm>
          <a:custGeom>
            <a:avLst/>
            <a:gdLst/>
            <a:ahLst/>
            <a:rect l="0" t="0" r="r" b="b"/>
            <a:pathLst>
              <a:path w="42" h="42">
                <a:moveTo>
                  <a:pt x="0" y="22"/>
                </a:moveTo>
                <a:cubicBezTo>
                  <a:pt x="0" y="-7"/>
                  <a:pt x="42" y="-7"/>
                  <a:pt x="42" y="22"/>
                </a:cubicBezTo>
                <a:cubicBezTo>
                  <a:pt x="42" y="49"/>
                  <a:pt x="0" y="49"/>
                  <a:pt x="0" y="22"/>
                </a:cubicBezTo>
                <a:close/>
              </a:path>
            </a:pathLst>
          </a:custGeom>
          <a:solidFill>
            <a:srgbClr val="2A9D8F">
              <a:alpha val="50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477" name=""/>
          <p:cNvSpPr/>
          <p:nvPr/>
        </p:nvSpPr>
        <p:spPr>
          <a:xfrm>
            <a:off x="589680" y="1510200"/>
            <a:ext cx="15120" cy="15120"/>
          </a:xfrm>
          <a:custGeom>
            <a:avLst/>
            <a:gdLst/>
            <a:ahLst/>
            <a:rect l="0" t="0" r="r" b="b"/>
            <a:pathLst>
              <a:path fill="none" w="42" h="42">
                <a:moveTo>
                  <a:pt x="42" y="22"/>
                </a:moveTo>
                <a:cubicBezTo>
                  <a:pt x="42" y="49"/>
                  <a:pt x="0" y="49"/>
                  <a:pt x="0" y="22"/>
                </a:cubicBezTo>
                <a:cubicBezTo>
                  <a:pt x="0" y="-7"/>
                  <a:pt x="42" y="-7"/>
                  <a:pt x="42" y="22"/>
                </a:cubicBezTo>
              </a:path>
            </a:pathLst>
          </a:custGeom>
          <a:ln cap="rnd" w="0">
            <a:solidFill>
              <a:srgbClr val="2A9D8F">
                <a:alpha val="50000"/>
              </a:srgbClr>
            </a:solidFill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78" name=""/>
          <p:cNvSpPr/>
          <p:nvPr/>
        </p:nvSpPr>
        <p:spPr>
          <a:xfrm>
            <a:off x="1577520" y="1262160"/>
            <a:ext cx="15120" cy="15480"/>
          </a:xfrm>
          <a:custGeom>
            <a:avLst/>
            <a:gdLst/>
            <a:ahLst/>
            <a:rect l="0" t="0" r="r" b="b"/>
            <a:pathLst>
              <a:path w="42" h="43">
                <a:moveTo>
                  <a:pt x="0" y="22"/>
                </a:moveTo>
                <a:cubicBezTo>
                  <a:pt x="0" y="-7"/>
                  <a:pt x="42" y="-7"/>
                  <a:pt x="42" y="22"/>
                </a:cubicBezTo>
                <a:cubicBezTo>
                  <a:pt x="42" y="50"/>
                  <a:pt x="0" y="50"/>
                  <a:pt x="0" y="22"/>
                </a:cubicBezTo>
                <a:close/>
              </a:path>
            </a:pathLst>
          </a:custGeom>
          <a:solidFill>
            <a:srgbClr val="2A9D8F">
              <a:alpha val="50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479" name=""/>
          <p:cNvSpPr/>
          <p:nvPr/>
        </p:nvSpPr>
        <p:spPr>
          <a:xfrm>
            <a:off x="1577520" y="1262160"/>
            <a:ext cx="15120" cy="15480"/>
          </a:xfrm>
          <a:custGeom>
            <a:avLst/>
            <a:gdLst/>
            <a:ahLst/>
            <a:rect l="0" t="0" r="r" b="b"/>
            <a:pathLst>
              <a:path fill="none" w="42" h="43">
                <a:moveTo>
                  <a:pt x="42" y="22"/>
                </a:moveTo>
                <a:cubicBezTo>
                  <a:pt x="42" y="50"/>
                  <a:pt x="0" y="50"/>
                  <a:pt x="0" y="22"/>
                </a:cubicBezTo>
                <a:cubicBezTo>
                  <a:pt x="0" y="-7"/>
                  <a:pt x="42" y="-7"/>
                  <a:pt x="42" y="22"/>
                </a:cubicBezTo>
              </a:path>
            </a:pathLst>
          </a:custGeom>
          <a:ln cap="rnd" w="0">
            <a:solidFill>
              <a:srgbClr val="2A9D8F">
                <a:alpha val="50000"/>
              </a:srgbClr>
            </a:solidFill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80" name=""/>
          <p:cNvSpPr/>
          <p:nvPr/>
        </p:nvSpPr>
        <p:spPr>
          <a:xfrm>
            <a:off x="1116720" y="1594440"/>
            <a:ext cx="15480" cy="15120"/>
          </a:xfrm>
          <a:custGeom>
            <a:avLst/>
            <a:gdLst/>
            <a:ahLst/>
            <a:rect l="0" t="0" r="r" b="b"/>
            <a:pathLst>
              <a:path w="43" h="42">
                <a:moveTo>
                  <a:pt x="0" y="21"/>
                </a:moveTo>
                <a:cubicBezTo>
                  <a:pt x="0" y="-7"/>
                  <a:pt x="43" y="-7"/>
                  <a:pt x="43" y="21"/>
                </a:cubicBezTo>
                <a:cubicBezTo>
                  <a:pt x="43" y="49"/>
                  <a:pt x="0" y="49"/>
                  <a:pt x="0" y="21"/>
                </a:cubicBezTo>
                <a:close/>
              </a:path>
            </a:pathLst>
          </a:custGeom>
          <a:solidFill>
            <a:srgbClr val="2A9D8F">
              <a:alpha val="50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481" name=""/>
          <p:cNvSpPr/>
          <p:nvPr/>
        </p:nvSpPr>
        <p:spPr>
          <a:xfrm>
            <a:off x="1116720" y="1594440"/>
            <a:ext cx="15480" cy="15120"/>
          </a:xfrm>
          <a:custGeom>
            <a:avLst/>
            <a:gdLst/>
            <a:ahLst/>
            <a:rect l="0" t="0" r="r" b="b"/>
            <a:pathLst>
              <a:path fill="none" w="43" h="42">
                <a:moveTo>
                  <a:pt x="43" y="21"/>
                </a:moveTo>
                <a:cubicBezTo>
                  <a:pt x="43" y="49"/>
                  <a:pt x="0" y="49"/>
                  <a:pt x="0" y="21"/>
                </a:cubicBezTo>
                <a:cubicBezTo>
                  <a:pt x="0" y="-7"/>
                  <a:pt x="43" y="-7"/>
                  <a:pt x="43" y="21"/>
                </a:cubicBezTo>
              </a:path>
            </a:pathLst>
          </a:custGeom>
          <a:ln cap="rnd" w="0">
            <a:solidFill>
              <a:srgbClr val="2A9D8F">
                <a:alpha val="50000"/>
              </a:srgbClr>
            </a:solidFill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82" name=""/>
          <p:cNvSpPr/>
          <p:nvPr/>
        </p:nvSpPr>
        <p:spPr>
          <a:xfrm>
            <a:off x="547560" y="1694520"/>
            <a:ext cx="15480" cy="15120"/>
          </a:xfrm>
          <a:custGeom>
            <a:avLst/>
            <a:gdLst/>
            <a:ahLst/>
            <a:rect l="0" t="0" r="r" b="b"/>
            <a:pathLst>
              <a:path w="43" h="42">
                <a:moveTo>
                  <a:pt x="0" y="21"/>
                </a:moveTo>
                <a:cubicBezTo>
                  <a:pt x="0" y="-7"/>
                  <a:pt x="43" y="-7"/>
                  <a:pt x="43" y="21"/>
                </a:cubicBezTo>
                <a:cubicBezTo>
                  <a:pt x="43" y="49"/>
                  <a:pt x="0" y="49"/>
                  <a:pt x="0" y="21"/>
                </a:cubicBezTo>
                <a:close/>
              </a:path>
            </a:pathLst>
          </a:custGeom>
          <a:solidFill>
            <a:srgbClr val="2A9D8F">
              <a:alpha val="50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483" name=""/>
          <p:cNvSpPr/>
          <p:nvPr/>
        </p:nvSpPr>
        <p:spPr>
          <a:xfrm>
            <a:off x="547560" y="1694520"/>
            <a:ext cx="15480" cy="15120"/>
          </a:xfrm>
          <a:custGeom>
            <a:avLst/>
            <a:gdLst/>
            <a:ahLst/>
            <a:rect l="0" t="0" r="r" b="b"/>
            <a:pathLst>
              <a:path fill="none" w="43" h="42">
                <a:moveTo>
                  <a:pt x="43" y="21"/>
                </a:moveTo>
                <a:cubicBezTo>
                  <a:pt x="43" y="49"/>
                  <a:pt x="0" y="49"/>
                  <a:pt x="0" y="21"/>
                </a:cubicBezTo>
                <a:cubicBezTo>
                  <a:pt x="0" y="-7"/>
                  <a:pt x="43" y="-7"/>
                  <a:pt x="43" y="21"/>
                </a:cubicBezTo>
              </a:path>
            </a:pathLst>
          </a:custGeom>
          <a:ln cap="rnd" w="0">
            <a:solidFill>
              <a:srgbClr val="2A9D8F">
                <a:alpha val="50000"/>
              </a:srgbClr>
            </a:solidFill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84" name=""/>
          <p:cNvSpPr/>
          <p:nvPr/>
        </p:nvSpPr>
        <p:spPr>
          <a:xfrm>
            <a:off x="554760" y="1657440"/>
            <a:ext cx="15120" cy="15120"/>
          </a:xfrm>
          <a:custGeom>
            <a:avLst/>
            <a:gdLst/>
            <a:ahLst/>
            <a:rect l="0" t="0" r="r" b="b"/>
            <a:pathLst>
              <a:path w="42" h="42">
                <a:moveTo>
                  <a:pt x="0" y="21"/>
                </a:moveTo>
                <a:cubicBezTo>
                  <a:pt x="0" y="-7"/>
                  <a:pt x="42" y="-7"/>
                  <a:pt x="42" y="21"/>
                </a:cubicBezTo>
                <a:cubicBezTo>
                  <a:pt x="42" y="49"/>
                  <a:pt x="0" y="49"/>
                  <a:pt x="0" y="21"/>
                </a:cubicBezTo>
                <a:close/>
              </a:path>
            </a:pathLst>
          </a:custGeom>
          <a:solidFill>
            <a:srgbClr val="2A9D8F">
              <a:alpha val="50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485" name=""/>
          <p:cNvSpPr/>
          <p:nvPr/>
        </p:nvSpPr>
        <p:spPr>
          <a:xfrm>
            <a:off x="554760" y="1657440"/>
            <a:ext cx="15120" cy="15120"/>
          </a:xfrm>
          <a:custGeom>
            <a:avLst/>
            <a:gdLst/>
            <a:ahLst/>
            <a:rect l="0" t="0" r="r" b="b"/>
            <a:pathLst>
              <a:path fill="none" w="42" h="42">
                <a:moveTo>
                  <a:pt x="42" y="21"/>
                </a:moveTo>
                <a:cubicBezTo>
                  <a:pt x="42" y="49"/>
                  <a:pt x="0" y="49"/>
                  <a:pt x="0" y="21"/>
                </a:cubicBezTo>
                <a:cubicBezTo>
                  <a:pt x="0" y="-7"/>
                  <a:pt x="42" y="-7"/>
                  <a:pt x="42" y="21"/>
                </a:cubicBezTo>
              </a:path>
            </a:pathLst>
          </a:custGeom>
          <a:ln cap="rnd" w="0">
            <a:solidFill>
              <a:srgbClr val="2A9D8F">
                <a:alpha val="50000"/>
              </a:srgbClr>
            </a:solidFill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86" name=""/>
          <p:cNvSpPr/>
          <p:nvPr/>
        </p:nvSpPr>
        <p:spPr>
          <a:xfrm>
            <a:off x="600120" y="1878840"/>
            <a:ext cx="15120" cy="15120"/>
          </a:xfrm>
          <a:custGeom>
            <a:avLst/>
            <a:gdLst/>
            <a:ahLst/>
            <a:rect l="0" t="0" r="r" b="b"/>
            <a:pathLst>
              <a:path w="42" h="42">
                <a:moveTo>
                  <a:pt x="0" y="22"/>
                </a:moveTo>
                <a:cubicBezTo>
                  <a:pt x="0" y="-7"/>
                  <a:pt x="42" y="-7"/>
                  <a:pt x="42" y="22"/>
                </a:cubicBezTo>
                <a:cubicBezTo>
                  <a:pt x="42" y="49"/>
                  <a:pt x="0" y="49"/>
                  <a:pt x="0" y="22"/>
                </a:cubicBezTo>
                <a:close/>
              </a:path>
            </a:pathLst>
          </a:custGeom>
          <a:solidFill>
            <a:srgbClr val="2A9D8F">
              <a:alpha val="50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487" name=""/>
          <p:cNvSpPr/>
          <p:nvPr/>
        </p:nvSpPr>
        <p:spPr>
          <a:xfrm>
            <a:off x="600120" y="1878840"/>
            <a:ext cx="15120" cy="15120"/>
          </a:xfrm>
          <a:custGeom>
            <a:avLst/>
            <a:gdLst/>
            <a:ahLst/>
            <a:rect l="0" t="0" r="r" b="b"/>
            <a:pathLst>
              <a:path fill="none" w="42" h="42">
                <a:moveTo>
                  <a:pt x="42" y="22"/>
                </a:moveTo>
                <a:cubicBezTo>
                  <a:pt x="42" y="49"/>
                  <a:pt x="0" y="49"/>
                  <a:pt x="0" y="22"/>
                </a:cubicBezTo>
                <a:cubicBezTo>
                  <a:pt x="0" y="-7"/>
                  <a:pt x="42" y="-7"/>
                  <a:pt x="42" y="22"/>
                </a:cubicBezTo>
              </a:path>
            </a:pathLst>
          </a:custGeom>
          <a:ln cap="rnd" w="0">
            <a:solidFill>
              <a:srgbClr val="2A9D8F">
                <a:alpha val="50000"/>
              </a:srgbClr>
            </a:solidFill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88" name=""/>
          <p:cNvSpPr/>
          <p:nvPr/>
        </p:nvSpPr>
        <p:spPr>
          <a:xfrm>
            <a:off x="1115640" y="1184040"/>
            <a:ext cx="15480" cy="15120"/>
          </a:xfrm>
          <a:custGeom>
            <a:avLst/>
            <a:gdLst/>
            <a:ahLst/>
            <a:rect l="0" t="0" r="r" b="b"/>
            <a:pathLst>
              <a:path w="43" h="42">
                <a:moveTo>
                  <a:pt x="0" y="21"/>
                </a:moveTo>
                <a:cubicBezTo>
                  <a:pt x="0" y="-7"/>
                  <a:pt x="43" y="-7"/>
                  <a:pt x="43" y="21"/>
                </a:cubicBezTo>
                <a:cubicBezTo>
                  <a:pt x="43" y="49"/>
                  <a:pt x="0" y="49"/>
                  <a:pt x="0" y="21"/>
                </a:cubicBezTo>
                <a:close/>
              </a:path>
            </a:pathLst>
          </a:custGeom>
          <a:solidFill>
            <a:srgbClr val="2A9D8F">
              <a:alpha val="50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489" name=""/>
          <p:cNvSpPr/>
          <p:nvPr/>
        </p:nvSpPr>
        <p:spPr>
          <a:xfrm>
            <a:off x="1115640" y="1184040"/>
            <a:ext cx="15480" cy="15120"/>
          </a:xfrm>
          <a:custGeom>
            <a:avLst/>
            <a:gdLst/>
            <a:ahLst/>
            <a:rect l="0" t="0" r="r" b="b"/>
            <a:pathLst>
              <a:path fill="none" w="43" h="42">
                <a:moveTo>
                  <a:pt x="43" y="21"/>
                </a:moveTo>
                <a:cubicBezTo>
                  <a:pt x="43" y="49"/>
                  <a:pt x="0" y="49"/>
                  <a:pt x="0" y="21"/>
                </a:cubicBezTo>
                <a:cubicBezTo>
                  <a:pt x="0" y="-7"/>
                  <a:pt x="43" y="-7"/>
                  <a:pt x="43" y="21"/>
                </a:cubicBezTo>
              </a:path>
            </a:pathLst>
          </a:custGeom>
          <a:ln cap="rnd" w="0">
            <a:solidFill>
              <a:srgbClr val="2A9D8F">
                <a:alpha val="50000"/>
              </a:srgbClr>
            </a:solidFill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90" name=""/>
          <p:cNvSpPr/>
          <p:nvPr/>
        </p:nvSpPr>
        <p:spPr>
          <a:xfrm>
            <a:off x="1592640" y="1708560"/>
            <a:ext cx="15480" cy="15120"/>
          </a:xfrm>
          <a:custGeom>
            <a:avLst/>
            <a:gdLst/>
            <a:ahLst/>
            <a:rect l="0" t="0" r="r" b="b"/>
            <a:pathLst>
              <a:path w="43" h="42">
                <a:moveTo>
                  <a:pt x="0" y="20"/>
                </a:moveTo>
                <a:cubicBezTo>
                  <a:pt x="0" y="-7"/>
                  <a:pt x="43" y="-7"/>
                  <a:pt x="43" y="20"/>
                </a:cubicBezTo>
                <a:cubicBezTo>
                  <a:pt x="43" y="49"/>
                  <a:pt x="0" y="49"/>
                  <a:pt x="0" y="20"/>
                </a:cubicBezTo>
                <a:close/>
              </a:path>
            </a:pathLst>
          </a:custGeom>
          <a:solidFill>
            <a:srgbClr val="2A9D8F">
              <a:alpha val="50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491" name=""/>
          <p:cNvSpPr/>
          <p:nvPr/>
        </p:nvSpPr>
        <p:spPr>
          <a:xfrm>
            <a:off x="1592640" y="1708560"/>
            <a:ext cx="15480" cy="15120"/>
          </a:xfrm>
          <a:custGeom>
            <a:avLst/>
            <a:gdLst/>
            <a:ahLst/>
            <a:rect l="0" t="0" r="r" b="b"/>
            <a:pathLst>
              <a:path fill="none" w="43" h="42">
                <a:moveTo>
                  <a:pt x="43" y="20"/>
                </a:moveTo>
                <a:cubicBezTo>
                  <a:pt x="43" y="49"/>
                  <a:pt x="0" y="49"/>
                  <a:pt x="0" y="20"/>
                </a:cubicBezTo>
                <a:cubicBezTo>
                  <a:pt x="0" y="-7"/>
                  <a:pt x="43" y="-7"/>
                  <a:pt x="43" y="20"/>
                </a:cubicBezTo>
              </a:path>
            </a:pathLst>
          </a:custGeom>
          <a:ln cap="rnd" w="0">
            <a:solidFill>
              <a:srgbClr val="2A9D8F">
                <a:alpha val="50000"/>
              </a:srgbClr>
            </a:solidFill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92" name=""/>
          <p:cNvSpPr/>
          <p:nvPr/>
        </p:nvSpPr>
        <p:spPr>
          <a:xfrm>
            <a:off x="585000" y="1704240"/>
            <a:ext cx="15480" cy="15480"/>
          </a:xfrm>
          <a:custGeom>
            <a:avLst/>
            <a:gdLst/>
            <a:ahLst/>
            <a:rect l="0" t="0" r="r" b="b"/>
            <a:pathLst>
              <a:path w="43" h="43">
                <a:moveTo>
                  <a:pt x="0" y="22"/>
                </a:moveTo>
                <a:cubicBezTo>
                  <a:pt x="0" y="-7"/>
                  <a:pt x="43" y="-7"/>
                  <a:pt x="43" y="22"/>
                </a:cubicBezTo>
                <a:cubicBezTo>
                  <a:pt x="43" y="50"/>
                  <a:pt x="0" y="50"/>
                  <a:pt x="0" y="22"/>
                </a:cubicBezTo>
                <a:close/>
              </a:path>
            </a:pathLst>
          </a:custGeom>
          <a:solidFill>
            <a:srgbClr val="2A9D8F">
              <a:alpha val="50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493" name=""/>
          <p:cNvSpPr/>
          <p:nvPr/>
        </p:nvSpPr>
        <p:spPr>
          <a:xfrm>
            <a:off x="585000" y="1704240"/>
            <a:ext cx="15480" cy="15480"/>
          </a:xfrm>
          <a:custGeom>
            <a:avLst/>
            <a:gdLst/>
            <a:ahLst/>
            <a:rect l="0" t="0" r="r" b="b"/>
            <a:pathLst>
              <a:path fill="none" w="43" h="43">
                <a:moveTo>
                  <a:pt x="43" y="22"/>
                </a:moveTo>
                <a:cubicBezTo>
                  <a:pt x="43" y="50"/>
                  <a:pt x="0" y="50"/>
                  <a:pt x="0" y="22"/>
                </a:cubicBezTo>
                <a:cubicBezTo>
                  <a:pt x="0" y="-7"/>
                  <a:pt x="43" y="-7"/>
                  <a:pt x="43" y="22"/>
                </a:cubicBezTo>
              </a:path>
            </a:pathLst>
          </a:custGeom>
          <a:ln cap="rnd" w="0">
            <a:solidFill>
              <a:srgbClr val="2A9D8F">
                <a:alpha val="50000"/>
              </a:srgbClr>
            </a:solidFill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94" name=""/>
          <p:cNvSpPr/>
          <p:nvPr/>
        </p:nvSpPr>
        <p:spPr>
          <a:xfrm>
            <a:off x="2067120" y="1373040"/>
            <a:ext cx="15120" cy="15120"/>
          </a:xfrm>
          <a:custGeom>
            <a:avLst/>
            <a:gdLst/>
            <a:ahLst/>
            <a:rect l="0" t="0" r="r" b="b"/>
            <a:pathLst>
              <a:path w="42" h="42">
                <a:moveTo>
                  <a:pt x="0" y="22"/>
                </a:moveTo>
                <a:cubicBezTo>
                  <a:pt x="0" y="-7"/>
                  <a:pt x="42" y="-7"/>
                  <a:pt x="42" y="22"/>
                </a:cubicBezTo>
                <a:cubicBezTo>
                  <a:pt x="42" y="49"/>
                  <a:pt x="0" y="49"/>
                  <a:pt x="0" y="22"/>
                </a:cubicBezTo>
                <a:close/>
              </a:path>
            </a:pathLst>
          </a:custGeom>
          <a:solidFill>
            <a:srgbClr val="2A9D8F">
              <a:alpha val="50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495" name=""/>
          <p:cNvSpPr/>
          <p:nvPr/>
        </p:nvSpPr>
        <p:spPr>
          <a:xfrm>
            <a:off x="2067120" y="1373040"/>
            <a:ext cx="15120" cy="15120"/>
          </a:xfrm>
          <a:custGeom>
            <a:avLst/>
            <a:gdLst/>
            <a:ahLst/>
            <a:rect l="0" t="0" r="r" b="b"/>
            <a:pathLst>
              <a:path fill="none" w="42" h="42">
                <a:moveTo>
                  <a:pt x="42" y="22"/>
                </a:moveTo>
                <a:cubicBezTo>
                  <a:pt x="42" y="49"/>
                  <a:pt x="0" y="49"/>
                  <a:pt x="0" y="22"/>
                </a:cubicBezTo>
                <a:cubicBezTo>
                  <a:pt x="0" y="-7"/>
                  <a:pt x="42" y="-7"/>
                  <a:pt x="42" y="22"/>
                </a:cubicBezTo>
              </a:path>
            </a:pathLst>
          </a:custGeom>
          <a:ln cap="rnd" w="0">
            <a:solidFill>
              <a:srgbClr val="2A9D8F">
                <a:alpha val="50000"/>
              </a:srgbClr>
            </a:solidFill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96" name=""/>
          <p:cNvSpPr/>
          <p:nvPr/>
        </p:nvSpPr>
        <p:spPr>
          <a:xfrm>
            <a:off x="1564920" y="1774440"/>
            <a:ext cx="15120" cy="15120"/>
          </a:xfrm>
          <a:custGeom>
            <a:avLst/>
            <a:gdLst/>
            <a:ahLst/>
            <a:rect l="0" t="0" r="r" b="b"/>
            <a:pathLst>
              <a:path w="42" h="42">
                <a:moveTo>
                  <a:pt x="0" y="22"/>
                </a:moveTo>
                <a:cubicBezTo>
                  <a:pt x="0" y="-7"/>
                  <a:pt x="42" y="-7"/>
                  <a:pt x="42" y="22"/>
                </a:cubicBezTo>
                <a:cubicBezTo>
                  <a:pt x="42" y="49"/>
                  <a:pt x="0" y="49"/>
                  <a:pt x="0" y="22"/>
                </a:cubicBezTo>
                <a:close/>
              </a:path>
            </a:pathLst>
          </a:custGeom>
          <a:solidFill>
            <a:srgbClr val="2A9D8F">
              <a:alpha val="50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497" name=""/>
          <p:cNvSpPr/>
          <p:nvPr/>
        </p:nvSpPr>
        <p:spPr>
          <a:xfrm>
            <a:off x="1564920" y="1774440"/>
            <a:ext cx="15120" cy="15120"/>
          </a:xfrm>
          <a:custGeom>
            <a:avLst/>
            <a:gdLst/>
            <a:ahLst/>
            <a:rect l="0" t="0" r="r" b="b"/>
            <a:pathLst>
              <a:path fill="none" w="42" h="42">
                <a:moveTo>
                  <a:pt x="42" y="22"/>
                </a:moveTo>
                <a:cubicBezTo>
                  <a:pt x="42" y="49"/>
                  <a:pt x="0" y="49"/>
                  <a:pt x="0" y="22"/>
                </a:cubicBezTo>
                <a:cubicBezTo>
                  <a:pt x="0" y="-7"/>
                  <a:pt x="42" y="-7"/>
                  <a:pt x="42" y="22"/>
                </a:cubicBezTo>
              </a:path>
            </a:pathLst>
          </a:custGeom>
          <a:ln cap="rnd" w="0">
            <a:solidFill>
              <a:srgbClr val="2A9D8F">
                <a:alpha val="50000"/>
              </a:srgbClr>
            </a:solidFill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98" name=""/>
          <p:cNvSpPr/>
          <p:nvPr/>
        </p:nvSpPr>
        <p:spPr>
          <a:xfrm>
            <a:off x="1613520" y="1718640"/>
            <a:ext cx="15120" cy="15840"/>
          </a:xfrm>
          <a:custGeom>
            <a:avLst/>
            <a:gdLst/>
            <a:ahLst/>
            <a:rect l="0" t="0" r="r" b="b"/>
            <a:pathLst>
              <a:path w="42" h="44">
                <a:moveTo>
                  <a:pt x="0" y="22"/>
                </a:moveTo>
                <a:cubicBezTo>
                  <a:pt x="0" y="-7"/>
                  <a:pt x="42" y="-7"/>
                  <a:pt x="42" y="22"/>
                </a:cubicBezTo>
                <a:cubicBezTo>
                  <a:pt x="42" y="51"/>
                  <a:pt x="0" y="51"/>
                  <a:pt x="0" y="22"/>
                </a:cubicBezTo>
                <a:close/>
              </a:path>
            </a:pathLst>
          </a:custGeom>
          <a:solidFill>
            <a:srgbClr val="2A9D8F">
              <a:alpha val="50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499" name=""/>
          <p:cNvSpPr/>
          <p:nvPr/>
        </p:nvSpPr>
        <p:spPr>
          <a:xfrm>
            <a:off x="1613520" y="1718640"/>
            <a:ext cx="15120" cy="15840"/>
          </a:xfrm>
          <a:custGeom>
            <a:avLst/>
            <a:gdLst/>
            <a:ahLst/>
            <a:rect l="0" t="0" r="r" b="b"/>
            <a:pathLst>
              <a:path fill="none" w="42" h="44">
                <a:moveTo>
                  <a:pt x="42" y="22"/>
                </a:moveTo>
                <a:cubicBezTo>
                  <a:pt x="42" y="51"/>
                  <a:pt x="0" y="51"/>
                  <a:pt x="0" y="22"/>
                </a:cubicBezTo>
                <a:cubicBezTo>
                  <a:pt x="0" y="-7"/>
                  <a:pt x="42" y="-7"/>
                  <a:pt x="42" y="22"/>
                </a:cubicBezTo>
              </a:path>
            </a:pathLst>
          </a:custGeom>
          <a:ln cap="rnd" w="0">
            <a:solidFill>
              <a:srgbClr val="2A9D8F">
                <a:alpha val="50000"/>
              </a:srgbClr>
            </a:solidFill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00" name=""/>
          <p:cNvSpPr/>
          <p:nvPr/>
        </p:nvSpPr>
        <p:spPr>
          <a:xfrm>
            <a:off x="553320" y="1674360"/>
            <a:ext cx="15120" cy="15840"/>
          </a:xfrm>
          <a:custGeom>
            <a:avLst/>
            <a:gdLst/>
            <a:ahLst/>
            <a:rect l="0" t="0" r="r" b="b"/>
            <a:pathLst>
              <a:path w="42" h="44">
                <a:moveTo>
                  <a:pt x="0" y="22"/>
                </a:moveTo>
                <a:cubicBezTo>
                  <a:pt x="0" y="-7"/>
                  <a:pt x="42" y="-7"/>
                  <a:pt x="42" y="22"/>
                </a:cubicBezTo>
                <a:cubicBezTo>
                  <a:pt x="42" y="51"/>
                  <a:pt x="0" y="51"/>
                  <a:pt x="0" y="22"/>
                </a:cubicBezTo>
                <a:close/>
              </a:path>
            </a:pathLst>
          </a:custGeom>
          <a:solidFill>
            <a:srgbClr val="2A9D8F">
              <a:alpha val="50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501" name=""/>
          <p:cNvSpPr/>
          <p:nvPr/>
        </p:nvSpPr>
        <p:spPr>
          <a:xfrm>
            <a:off x="553320" y="1674360"/>
            <a:ext cx="15120" cy="15840"/>
          </a:xfrm>
          <a:custGeom>
            <a:avLst/>
            <a:gdLst/>
            <a:ahLst/>
            <a:rect l="0" t="0" r="r" b="b"/>
            <a:pathLst>
              <a:path fill="none" w="42" h="44">
                <a:moveTo>
                  <a:pt x="42" y="22"/>
                </a:moveTo>
                <a:cubicBezTo>
                  <a:pt x="42" y="51"/>
                  <a:pt x="0" y="51"/>
                  <a:pt x="0" y="22"/>
                </a:cubicBezTo>
                <a:cubicBezTo>
                  <a:pt x="0" y="-7"/>
                  <a:pt x="42" y="-7"/>
                  <a:pt x="42" y="22"/>
                </a:cubicBezTo>
              </a:path>
            </a:pathLst>
          </a:custGeom>
          <a:ln cap="rnd" w="0">
            <a:solidFill>
              <a:srgbClr val="2A9D8F">
                <a:alpha val="50000"/>
              </a:srgbClr>
            </a:solidFill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02" name=""/>
          <p:cNvSpPr/>
          <p:nvPr/>
        </p:nvSpPr>
        <p:spPr>
          <a:xfrm>
            <a:off x="586080" y="1535040"/>
            <a:ext cx="15480" cy="15120"/>
          </a:xfrm>
          <a:custGeom>
            <a:avLst/>
            <a:gdLst/>
            <a:ahLst/>
            <a:rect l="0" t="0" r="r" b="b"/>
            <a:pathLst>
              <a:path w="43" h="42">
                <a:moveTo>
                  <a:pt x="0" y="20"/>
                </a:moveTo>
                <a:cubicBezTo>
                  <a:pt x="0" y="-7"/>
                  <a:pt x="43" y="-7"/>
                  <a:pt x="43" y="20"/>
                </a:cubicBezTo>
                <a:cubicBezTo>
                  <a:pt x="43" y="49"/>
                  <a:pt x="0" y="49"/>
                  <a:pt x="0" y="20"/>
                </a:cubicBezTo>
                <a:close/>
              </a:path>
            </a:pathLst>
          </a:custGeom>
          <a:solidFill>
            <a:srgbClr val="2A9D8F">
              <a:alpha val="50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503" name=""/>
          <p:cNvSpPr/>
          <p:nvPr/>
        </p:nvSpPr>
        <p:spPr>
          <a:xfrm>
            <a:off x="586080" y="1535040"/>
            <a:ext cx="15480" cy="15120"/>
          </a:xfrm>
          <a:custGeom>
            <a:avLst/>
            <a:gdLst/>
            <a:ahLst/>
            <a:rect l="0" t="0" r="r" b="b"/>
            <a:pathLst>
              <a:path fill="none" w="43" h="42">
                <a:moveTo>
                  <a:pt x="43" y="20"/>
                </a:moveTo>
                <a:cubicBezTo>
                  <a:pt x="43" y="49"/>
                  <a:pt x="0" y="49"/>
                  <a:pt x="0" y="20"/>
                </a:cubicBezTo>
                <a:cubicBezTo>
                  <a:pt x="0" y="-7"/>
                  <a:pt x="43" y="-7"/>
                  <a:pt x="43" y="20"/>
                </a:cubicBezTo>
              </a:path>
            </a:pathLst>
          </a:custGeom>
          <a:ln cap="rnd" w="0">
            <a:solidFill>
              <a:srgbClr val="2A9D8F">
                <a:alpha val="50000"/>
              </a:srgbClr>
            </a:solidFill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04" name=""/>
          <p:cNvSpPr/>
          <p:nvPr/>
        </p:nvSpPr>
        <p:spPr>
          <a:xfrm>
            <a:off x="1549440" y="1939320"/>
            <a:ext cx="15480" cy="15480"/>
          </a:xfrm>
          <a:custGeom>
            <a:avLst/>
            <a:gdLst/>
            <a:ahLst/>
            <a:rect l="0" t="0" r="r" b="b"/>
            <a:pathLst>
              <a:path w="43" h="43">
                <a:moveTo>
                  <a:pt x="0" y="21"/>
                </a:moveTo>
                <a:cubicBezTo>
                  <a:pt x="0" y="-7"/>
                  <a:pt x="43" y="-7"/>
                  <a:pt x="43" y="21"/>
                </a:cubicBezTo>
                <a:cubicBezTo>
                  <a:pt x="43" y="50"/>
                  <a:pt x="0" y="50"/>
                  <a:pt x="0" y="21"/>
                </a:cubicBezTo>
                <a:close/>
              </a:path>
            </a:pathLst>
          </a:custGeom>
          <a:solidFill>
            <a:srgbClr val="2A9D8F">
              <a:alpha val="50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505" name=""/>
          <p:cNvSpPr/>
          <p:nvPr/>
        </p:nvSpPr>
        <p:spPr>
          <a:xfrm>
            <a:off x="1549440" y="1939320"/>
            <a:ext cx="15480" cy="15480"/>
          </a:xfrm>
          <a:custGeom>
            <a:avLst/>
            <a:gdLst/>
            <a:ahLst/>
            <a:rect l="0" t="0" r="r" b="b"/>
            <a:pathLst>
              <a:path fill="none" w="43" h="43">
                <a:moveTo>
                  <a:pt x="43" y="21"/>
                </a:moveTo>
                <a:cubicBezTo>
                  <a:pt x="43" y="50"/>
                  <a:pt x="0" y="50"/>
                  <a:pt x="0" y="21"/>
                </a:cubicBezTo>
                <a:cubicBezTo>
                  <a:pt x="0" y="-7"/>
                  <a:pt x="43" y="-7"/>
                  <a:pt x="43" y="21"/>
                </a:cubicBezTo>
              </a:path>
            </a:pathLst>
          </a:custGeom>
          <a:ln cap="rnd" w="0">
            <a:solidFill>
              <a:srgbClr val="2A9D8F">
                <a:alpha val="50000"/>
              </a:srgbClr>
            </a:solidFill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06" name=""/>
          <p:cNvSpPr/>
          <p:nvPr/>
        </p:nvSpPr>
        <p:spPr>
          <a:xfrm>
            <a:off x="2094120" y="1369440"/>
            <a:ext cx="15480" cy="15120"/>
          </a:xfrm>
          <a:custGeom>
            <a:avLst/>
            <a:gdLst/>
            <a:ahLst/>
            <a:rect l="0" t="0" r="r" b="b"/>
            <a:pathLst>
              <a:path w="43" h="42">
                <a:moveTo>
                  <a:pt x="0" y="20"/>
                </a:moveTo>
                <a:cubicBezTo>
                  <a:pt x="0" y="-7"/>
                  <a:pt x="43" y="-7"/>
                  <a:pt x="43" y="20"/>
                </a:cubicBezTo>
                <a:cubicBezTo>
                  <a:pt x="43" y="49"/>
                  <a:pt x="0" y="49"/>
                  <a:pt x="0" y="20"/>
                </a:cubicBezTo>
                <a:close/>
              </a:path>
            </a:pathLst>
          </a:custGeom>
          <a:solidFill>
            <a:srgbClr val="2A9D8F">
              <a:alpha val="50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507" name=""/>
          <p:cNvSpPr/>
          <p:nvPr/>
        </p:nvSpPr>
        <p:spPr>
          <a:xfrm>
            <a:off x="2094120" y="1369440"/>
            <a:ext cx="15480" cy="15120"/>
          </a:xfrm>
          <a:custGeom>
            <a:avLst/>
            <a:gdLst/>
            <a:ahLst/>
            <a:rect l="0" t="0" r="r" b="b"/>
            <a:pathLst>
              <a:path fill="none" w="43" h="42">
                <a:moveTo>
                  <a:pt x="43" y="20"/>
                </a:moveTo>
                <a:cubicBezTo>
                  <a:pt x="43" y="49"/>
                  <a:pt x="0" y="49"/>
                  <a:pt x="0" y="20"/>
                </a:cubicBezTo>
                <a:cubicBezTo>
                  <a:pt x="0" y="-7"/>
                  <a:pt x="43" y="-7"/>
                  <a:pt x="43" y="20"/>
                </a:cubicBezTo>
              </a:path>
            </a:pathLst>
          </a:custGeom>
          <a:ln cap="rnd" w="0">
            <a:solidFill>
              <a:srgbClr val="2A9D8F">
                <a:alpha val="50000"/>
              </a:srgbClr>
            </a:solidFill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08" name=""/>
          <p:cNvSpPr/>
          <p:nvPr/>
        </p:nvSpPr>
        <p:spPr>
          <a:xfrm>
            <a:off x="2089440" y="1226160"/>
            <a:ext cx="15480" cy="15120"/>
          </a:xfrm>
          <a:custGeom>
            <a:avLst/>
            <a:gdLst/>
            <a:ahLst/>
            <a:rect l="0" t="0" r="r" b="b"/>
            <a:pathLst>
              <a:path w="43" h="42">
                <a:moveTo>
                  <a:pt x="0" y="21"/>
                </a:moveTo>
                <a:cubicBezTo>
                  <a:pt x="0" y="-7"/>
                  <a:pt x="43" y="-7"/>
                  <a:pt x="43" y="21"/>
                </a:cubicBezTo>
                <a:cubicBezTo>
                  <a:pt x="43" y="49"/>
                  <a:pt x="0" y="49"/>
                  <a:pt x="0" y="21"/>
                </a:cubicBezTo>
                <a:close/>
              </a:path>
            </a:pathLst>
          </a:custGeom>
          <a:solidFill>
            <a:srgbClr val="2A9D8F">
              <a:alpha val="50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509" name=""/>
          <p:cNvSpPr/>
          <p:nvPr/>
        </p:nvSpPr>
        <p:spPr>
          <a:xfrm>
            <a:off x="2089440" y="1226160"/>
            <a:ext cx="15480" cy="15120"/>
          </a:xfrm>
          <a:custGeom>
            <a:avLst/>
            <a:gdLst/>
            <a:ahLst/>
            <a:rect l="0" t="0" r="r" b="b"/>
            <a:pathLst>
              <a:path fill="none" w="43" h="42">
                <a:moveTo>
                  <a:pt x="43" y="21"/>
                </a:moveTo>
                <a:cubicBezTo>
                  <a:pt x="43" y="49"/>
                  <a:pt x="0" y="49"/>
                  <a:pt x="0" y="21"/>
                </a:cubicBezTo>
                <a:cubicBezTo>
                  <a:pt x="0" y="-7"/>
                  <a:pt x="43" y="-7"/>
                  <a:pt x="43" y="21"/>
                </a:cubicBezTo>
              </a:path>
            </a:pathLst>
          </a:custGeom>
          <a:ln cap="rnd" w="0">
            <a:solidFill>
              <a:srgbClr val="2A9D8F">
                <a:alpha val="50000"/>
              </a:srgbClr>
            </a:solidFill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10" name=""/>
          <p:cNvSpPr/>
          <p:nvPr/>
        </p:nvSpPr>
        <p:spPr>
          <a:xfrm>
            <a:off x="1609560" y="1586520"/>
            <a:ext cx="15120" cy="15480"/>
          </a:xfrm>
          <a:custGeom>
            <a:avLst/>
            <a:gdLst/>
            <a:ahLst/>
            <a:rect l="0" t="0" r="r" b="b"/>
            <a:pathLst>
              <a:path w="42" h="43">
                <a:moveTo>
                  <a:pt x="0" y="22"/>
                </a:moveTo>
                <a:cubicBezTo>
                  <a:pt x="0" y="-7"/>
                  <a:pt x="42" y="-7"/>
                  <a:pt x="42" y="22"/>
                </a:cubicBezTo>
                <a:cubicBezTo>
                  <a:pt x="42" y="50"/>
                  <a:pt x="0" y="50"/>
                  <a:pt x="0" y="22"/>
                </a:cubicBezTo>
                <a:close/>
              </a:path>
            </a:pathLst>
          </a:custGeom>
          <a:solidFill>
            <a:srgbClr val="2A9D8F">
              <a:alpha val="50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511" name=""/>
          <p:cNvSpPr/>
          <p:nvPr/>
        </p:nvSpPr>
        <p:spPr>
          <a:xfrm>
            <a:off x="1609560" y="1586520"/>
            <a:ext cx="15120" cy="15480"/>
          </a:xfrm>
          <a:custGeom>
            <a:avLst/>
            <a:gdLst/>
            <a:ahLst/>
            <a:rect l="0" t="0" r="r" b="b"/>
            <a:pathLst>
              <a:path fill="none" w="42" h="43">
                <a:moveTo>
                  <a:pt x="42" y="22"/>
                </a:moveTo>
                <a:cubicBezTo>
                  <a:pt x="42" y="50"/>
                  <a:pt x="0" y="50"/>
                  <a:pt x="0" y="22"/>
                </a:cubicBezTo>
                <a:cubicBezTo>
                  <a:pt x="0" y="-7"/>
                  <a:pt x="42" y="-7"/>
                  <a:pt x="42" y="22"/>
                </a:cubicBezTo>
              </a:path>
            </a:pathLst>
          </a:custGeom>
          <a:ln cap="rnd" w="0">
            <a:solidFill>
              <a:srgbClr val="2A9D8F">
                <a:alpha val="50000"/>
              </a:srgbClr>
            </a:solidFill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12" name=""/>
          <p:cNvSpPr/>
          <p:nvPr/>
        </p:nvSpPr>
        <p:spPr>
          <a:xfrm>
            <a:off x="1095120" y="1110600"/>
            <a:ext cx="15120" cy="15120"/>
          </a:xfrm>
          <a:custGeom>
            <a:avLst/>
            <a:gdLst/>
            <a:ahLst/>
            <a:rect l="0" t="0" r="r" b="b"/>
            <a:pathLst>
              <a:path w="42" h="42">
                <a:moveTo>
                  <a:pt x="0" y="22"/>
                </a:moveTo>
                <a:cubicBezTo>
                  <a:pt x="0" y="-7"/>
                  <a:pt x="42" y="-7"/>
                  <a:pt x="42" y="22"/>
                </a:cubicBezTo>
                <a:cubicBezTo>
                  <a:pt x="42" y="49"/>
                  <a:pt x="0" y="49"/>
                  <a:pt x="0" y="22"/>
                </a:cubicBezTo>
                <a:close/>
              </a:path>
            </a:pathLst>
          </a:custGeom>
          <a:solidFill>
            <a:srgbClr val="2A9D8F">
              <a:alpha val="50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513" name=""/>
          <p:cNvSpPr/>
          <p:nvPr/>
        </p:nvSpPr>
        <p:spPr>
          <a:xfrm>
            <a:off x="1095120" y="1110600"/>
            <a:ext cx="15120" cy="15120"/>
          </a:xfrm>
          <a:custGeom>
            <a:avLst/>
            <a:gdLst/>
            <a:ahLst/>
            <a:rect l="0" t="0" r="r" b="b"/>
            <a:pathLst>
              <a:path fill="none" w="42" h="42">
                <a:moveTo>
                  <a:pt x="42" y="22"/>
                </a:moveTo>
                <a:cubicBezTo>
                  <a:pt x="42" y="49"/>
                  <a:pt x="0" y="49"/>
                  <a:pt x="0" y="22"/>
                </a:cubicBezTo>
                <a:cubicBezTo>
                  <a:pt x="0" y="-7"/>
                  <a:pt x="42" y="-7"/>
                  <a:pt x="42" y="22"/>
                </a:cubicBezTo>
              </a:path>
            </a:pathLst>
          </a:custGeom>
          <a:ln cap="rnd" w="0">
            <a:solidFill>
              <a:srgbClr val="2A9D8F">
                <a:alpha val="50000"/>
              </a:srgbClr>
            </a:solidFill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14" name=""/>
          <p:cNvSpPr/>
          <p:nvPr/>
        </p:nvSpPr>
        <p:spPr>
          <a:xfrm>
            <a:off x="2079720" y="1454760"/>
            <a:ext cx="15120" cy="15840"/>
          </a:xfrm>
          <a:custGeom>
            <a:avLst/>
            <a:gdLst/>
            <a:ahLst/>
            <a:rect l="0" t="0" r="r" b="b"/>
            <a:pathLst>
              <a:path w="42" h="44">
                <a:moveTo>
                  <a:pt x="0" y="22"/>
                </a:moveTo>
                <a:cubicBezTo>
                  <a:pt x="0" y="-7"/>
                  <a:pt x="42" y="-7"/>
                  <a:pt x="42" y="22"/>
                </a:cubicBezTo>
                <a:cubicBezTo>
                  <a:pt x="42" y="51"/>
                  <a:pt x="0" y="51"/>
                  <a:pt x="0" y="22"/>
                </a:cubicBezTo>
                <a:close/>
              </a:path>
            </a:pathLst>
          </a:custGeom>
          <a:solidFill>
            <a:srgbClr val="2A9D8F">
              <a:alpha val="50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515" name=""/>
          <p:cNvSpPr/>
          <p:nvPr/>
        </p:nvSpPr>
        <p:spPr>
          <a:xfrm>
            <a:off x="2079720" y="1454760"/>
            <a:ext cx="15120" cy="15840"/>
          </a:xfrm>
          <a:custGeom>
            <a:avLst/>
            <a:gdLst/>
            <a:ahLst/>
            <a:rect l="0" t="0" r="r" b="b"/>
            <a:pathLst>
              <a:path fill="none" w="42" h="44">
                <a:moveTo>
                  <a:pt x="42" y="22"/>
                </a:moveTo>
                <a:cubicBezTo>
                  <a:pt x="42" y="51"/>
                  <a:pt x="0" y="51"/>
                  <a:pt x="0" y="22"/>
                </a:cubicBezTo>
                <a:cubicBezTo>
                  <a:pt x="0" y="-7"/>
                  <a:pt x="42" y="-7"/>
                  <a:pt x="42" y="22"/>
                </a:cubicBezTo>
              </a:path>
            </a:pathLst>
          </a:custGeom>
          <a:ln cap="rnd" w="0">
            <a:solidFill>
              <a:srgbClr val="2A9D8F">
                <a:alpha val="50000"/>
              </a:srgbClr>
            </a:solidFill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16" name=""/>
          <p:cNvSpPr/>
          <p:nvPr/>
        </p:nvSpPr>
        <p:spPr>
          <a:xfrm>
            <a:off x="2046960" y="1688040"/>
            <a:ext cx="15480" cy="15480"/>
          </a:xfrm>
          <a:custGeom>
            <a:avLst/>
            <a:gdLst/>
            <a:ahLst/>
            <a:rect l="0" t="0" r="r" b="b"/>
            <a:pathLst>
              <a:path w="43" h="43">
                <a:moveTo>
                  <a:pt x="0" y="22"/>
                </a:moveTo>
                <a:cubicBezTo>
                  <a:pt x="0" y="-7"/>
                  <a:pt x="43" y="-7"/>
                  <a:pt x="43" y="22"/>
                </a:cubicBezTo>
                <a:cubicBezTo>
                  <a:pt x="43" y="50"/>
                  <a:pt x="0" y="50"/>
                  <a:pt x="0" y="22"/>
                </a:cubicBezTo>
                <a:close/>
              </a:path>
            </a:pathLst>
          </a:custGeom>
          <a:solidFill>
            <a:srgbClr val="2A9D8F">
              <a:alpha val="50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517" name=""/>
          <p:cNvSpPr/>
          <p:nvPr/>
        </p:nvSpPr>
        <p:spPr>
          <a:xfrm>
            <a:off x="2046960" y="1688040"/>
            <a:ext cx="15480" cy="15480"/>
          </a:xfrm>
          <a:custGeom>
            <a:avLst/>
            <a:gdLst/>
            <a:ahLst/>
            <a:rect l="0" t="0" r="r" b="b"/>
            <a:pathLst>
              <a:path fill="none" w="43" h="43">
                <a:moveTo>
                  <a:pt x="43" y="22"/>
                </a:moveTo>
                <a:cubicBezTo>
                  <a:pt x="43" y="50"/>
                  <a:pt x="0" y="50"/>
                  <a:pt x="0" y="22"/>
                </a:cubicBezTo>
                <a:cubicBezTo>
                  <a:pt x="0" y="-7"/>
                  <a:pt x="43" y="-7"/>
                  <a:pt x="43" y="22"/>
                </a:cubicBezTo>
              </a:path>
            </a:pathLst>
          </a:custGeom>
          <a:ln cap="rnd" w="0">
            <a:solidFill>
              <a:srgbClr val="2A9D8F">
                <a:alpha val="50000"/>
              </a:srgbClr>
            </a:solidFill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18" name=""/>
          <p:cNvSpPr/>
          <p:nvPr/>
        </p:nvSpPr>
        <p:spPr>
          <a:xfrm>
            <a:off x="1044000" y="1380240"/>
            <a:ext cx="15120" cy="15480"/>
          </a:xfrm>
          <a:custGeom>
            <a:avLst/>
            <a:gdLst/>
            <a:ahLst/>
            <a:rect l="0" t="0" r="r" b="b"/>
            <a:pathLst>
              <a:path w="42" h="43">
                <a:moveTo>
                  <a:pt x="0" y="22"/>
                </a:moveTo>
                <a:cubicBezTo>
                  <a:pt x="0" y="-7"/>
                  <a:pt x="42" y="-7"/>
                  <a:pt x="42" y="22"/>
                </a:cubicBezTo>
                <a:cubicBezTo>
                  <a:pt x="42" y="50"/>
                  <a:pt x="0" y="50"/>
                  <a:pt x="0" y="22"/>
                </a:cubicBezTo>
                <a:close/>
              </a:path>
            </a:pathLst>
          </a:custGeom>
          <a:solidFill>
            <a:srgbClr val="2A9D8F">
              <a:alpha val="50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519" name=""/>
          <p:cNvSpPr/>
          <p:nvPr/>
        </p:nvSpPr>
        <p:spPr>
          <a:xfrm>
            <a:off x="1044000" y="1380240"/>
            <a:ext cx="15120" cy="15480"/>
          </a:xfrm>
          <a:custGeom>
            <a:avLst/>
            <a:gdLst/>
            <a:ahLst/>
            <a:rect l="0" t="0" r="r" b="b"/>
            <a:pathLst>
              <a:path fill="none" w="42" h="43">
                <a:moveTo>
                  <a:pt x="42" y="22"/>
                </a:moveTo>
                <a:cubicBezTo>
                  <a:pt x="42" y="50"/>
                  <a:pt x="0" y="50"/>
                  <a:pt x="0" y="22"/>
                </a:cubicBezTo>
                <a:cubicBezTo>
                  <a:pt x="0" y="-7"/>
                  <a:pt x="42" y="-7"/>
                  <a:pt x="42" y="22"/>
                </a:cubicBezTo>
              </a:path>
            </a:pathLst>
          </a:custGeom>
          <a:ln cap="rnd" w="0">
            <a:solidFill>
              <a:srgbClr val="2A9D8F">
                <a:alpha val="50000"/>
              </a:srgbClr>
            </a:solidFill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20" name=""/>
          <p:cNvSpPr/>
          <p:nvPr/>
        </p:nvSpPr>
        <p:spPr>
          <a:xfrm>
            <a:off x="605160" y="1406520"/>
            <a:ext cx="15120" cy="15480"/>
          </a:xfrm>
          <a:custGeom>
            <a:avLst/>
            <a:gdLst/>
            <a:ahLst/>
            <a:rect l="0" t="0" r="r" b="b"/>
            <a:pathLst>
              <a:path w="42" h="43">
                <a:moveTo>
                  <a:pt x="0" y="22"/>
                </a:moveTo>
                <a:cubicBezTo>
                  <a:pt x="0" y="-7"/>
                  <a:pt x="42" y="-7"/>
                  <a:pt x="42" y="22"/>
                </a:cubicBezTo>
                <a:cubicBezTo>
                  <a:pt x="42" y="50"/>
                  <a:pt x="0" y="50"/>
                  <a:pt x="0" y="22"/>
                </a:cubicBezTo>
                <a:close/>
              </a:path>
            </a:pathLst>
          </a:custGeom>
          <a:solidFill>
            <a:srgbClr val="2A9D8F">
              <a:alpha val="50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521" name=""/>
          <p:cNvSpPr/>
          <p:nvPr/>
        </p:nvSpPr>
        <p:spPr>
          <a:xfrm>
            <a:off x="605160" y="1406520"/>
            <a:ext cx="15120" cy="15480"/>
          </a:xfrm>
          <a:custGeom>
            <a:avLst/>
            <a:gdLst/>
            <a:ahLst/>
            <a:rect l="0" t="0" r="r" b="b"/>
            <a:pathLst>
              <a:path fill="none" w="42" h="43">
                <a:moveTo>
                  <a:pt x="42" y="22"/>
                </a:moveTo>
                <a:cubicBezTo>
                  <a:pt x="42" y="50"/>
                  <a:pt x="0" y="50"/>
                  <a:pt x="0" y="22"/>
                </a:cubicBezTo>
                <a:cubicBezTo>
                  <a:pt x="0" y="-7"/>
                  <a:pt x="42" y="-7"/>
                  <a:pt x="42" y="22"/>
                </a:cubicBezTo>
              </a:path>
            </a:pathLst>
          </a:custGeom>
          <a:ln cap="rnd" w="0">
            <a:solidFill>
              <a:srgbClr val="2A9D8F">
                <a:alpha val="50000"/>
              </a:srgbClr>
            </a:solidFill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22" name=""/>
          <p:cNvSpPr/>
          <p:nvPr/>
        </p:nvSpPr>
        <p:spPr>
          <a:xfrm>
            <a:off x="582840" y="1508040"/>
            <a:ext cx="15840" cy="15120"/>
          </a:xfrm>
          <a:custGeom>
            <a:avLst/>
            <a:gdLst/>
            <a:ahLst/>
            <a:rect l="0" t="0" r="r" b="b"/>
            <a:pathLst>
              <a:path w="44" h="42">
                <a:moveTo>
                  <a:pt x="0" y="22"/>
                </a:moveTo>
                <a:cubicBezTo>
                  <a:pt x="0" y="-7"/>
                  <a:pt x="44" y="-7"/>
                  <a:pt x="44" y="22"/>
                </a:cubicBezTo>
                <a:cubicBezTo>
                  <a:pt x="44" y="49"/>
                  <a:pt x="0" y="49"/>
                  <a:pt x="0" y="22"/>
                </a:cubicBezTo>
                <a:close/>
              </a:path>
            </a:pathLst>
          </a:custGeom>
          <a:solidFill>
            <a:srgbClr val="2A9D8F">
              <a:alpha val="50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523" name=""/>
          <p:cNvSpPr/>
          <p:nvPr/>
        </p:nvSpPr>
        <p:spPr>
          <a:xfrm>
            <a:off x="582840" y="1508040"/>
            <a:ext cx="15840" cy="15120"/>
          </a:xfrm>
          <a:custGeom>
            <a:avLst/>
            <a:gdLst/>
            <a:ahLst/>
            <a:rect l="0" t="0" r="r" b="b"/>
            <a:pathLst>
              <a:path fill="none" w="44" h="42">
                <a:moveTo>
                  <a:pt x="44" y="22"/>
                </a:moveTo>
                <a:cubicBezTo>
                  <a:pt x="44" y="49"/>
                  <a:pt x="0" y="49"/>
                  <a:pt x="0" y="22"/>
                </a:cubicBezTo>
                <a:cubicBezTo>
                  <a:pt x="0" y="-7"/>
                  <a:pt x="44" y="-7"/>
                  <a:pt x="44" y="22"/>
                </a:cubicBezTo>
              </a:path>
            </a:pathLst>
          </a:custGeom>
          <a:ln cap="rnd" w="0">
            <a:solidFill>
              <a:srgbClr val="2A9D8F">
                <a:alpha val="50000"/>
              </a:srgbClr>
            </a:solidFill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24" name=""/>
          <p:cNvSpPr/>
          <p:nvPr/>
        </p:nvSpPr>
        <p:spPr>
          <a:xfrm>
            <a:off x="1088640" y="1523160"/>
            <a:ext cx="15120" cy="15120"/>
          </a:xfrm>
          <a:custGeom>
            <a:avLst/>
            <a:gdLst/>
            <a:ahLst/>
            <a:rect l="0" t="0" r="r" b="b"/>
            <a:pathLst>
              <a:path w="42" h="42">
                <a:moveTo>
                  <a:pt x="0" y="21"/>
                </a:moveTo>
                <a:cubicBezTo>
                  <a:pt x="0" y="-7"/>
                  <a:pt x="42" y="-7"/>
                  <a:pt x="42" y="21"/>
                </a:cubicBezTo>
                <a:cubicBezTo>
                  <a:pt x="42" y="49"/>
                  <a:pt x="0" y="49"/>
                  <a:pt x="0" y="21"/>
                </a:cubicBezTo>
                <a:close/>
              </a:path>
            </a:pathLst>
          </a:custGeom>
          <a:solidFill>
            <a:srgbClr val="2A9D8F">
              <a:alpha val="50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525" name=""/>
          <p:cNvSpPr/>
          <p:nvPr/>
        </p:nvSpPr>
        <p:spPr>
          <a:xfrm>
            <a:off x="1088640" y="1523160"/>
            <a:ext cx="15120" cy="15120"/>
          </a:xfrm>
          <a:custGeom>
            <a:avLst/>
            <a:gdLst/>
            <a:ahLst/>
            <a:rect l="0" t="0" r="r" b="b"/>
            <a:pathLst>
              <a:path fill="none" w="42" h="42">
                <a:moveTo>
                  <a:pt x="42" y="21"/>
                </a:moveTo>
                <a:cubicBezTo>
                  <a:pt x="42" y="49"/>
                  <a:pt x="0" y="49"/>
                  <a:pt x="0" y="21"/>
                </a:cubicBezTo>
                <a:cubicBezTo>
                  <a:pt x="0" y="-7"/>
                  <a:pt x="42" y="-7"/>
                  <a:pt x="42" y="21"/>
                </a:cubicBezTo>
              </a:path>
            </a:pathLst>
          </a:custGeom>
          <a:ln cap="rnd" w="0">
            <a:solidFill>
              <a:srgbClr val="2A9D8F">
                <a:alpha val="50000"/>
              </a:srgbClr>
            </a:solidFill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26" name=""/>
          <p:cNvSpPr/>
          <p:nvPr/>
        </p:nvSpPr>
        <p:spPr>
          <a:xfrm>
            <a:off x="1083240" y="1648440"/>
            <a:ext cx="15480" cy="15480"/>
          </a:xfrm>
          <a:custGeom>
            <a:avLst/>
            <a:gdLst/>
            <a:ahLst/>
            <a:rect l="0" t="0" r="r" b="b"/>
            <a:pathLst>
              <a:path w="43" h="43">
                <a:moveTo>
                  <a:pt x="0" y="21"/>
                </a:moveTo>
                <a:cubicBezTo>
                  <a:pt x="0" y="-7"/>
                  <a:pt x="43" y="-7"/>
                  <a:pt x="43" y="21"/>
                </a:cubicBezTo>
                <a:cubicBezTo>
                  <a:pt x="43" y="50"/>
                  <a:pt x="0" y="50"/>
                  <a:pt x="0" y="21"/>
                </a:cubicBezTo>
                <a:close/>
              </a:path>
            </a:pathLst>
          </a:custGeom>
          <a:solidFill>
            <a:srgbClr val="2A9D8F">
              <a:alpha val="50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527" name=""/>
          <p:cNvSpPr/>
          <p:nvPr/>
        </p:nvSpPr>
        <p:spPr>
          <a:xfrm>
            <a:off x="1083240" y="1648440"/>
            <a:ext cx="15480" cy="15480"/>
          </a:xfrm>
          <a:custGeom>
            <a:avLst/>
            <a:gdLst/>
            <a:ahLst/>
            <a:rect l="0" t="0" r="r" b="b"/>
            <a:pathLst>
              <a:path fill="none" w="43" h="43">
                <a:moveTo>
                  <a:pt x="43" y="21"/>
                </a:moveTo>
                <a:cubicBezTo>
                  <a:pt x="43" y="50"/>
                  <a:pt x="0" y="50"/>
                  <a:pt x="0" y="21"/>
                </a:cubicBezTo>
                <a:cubicBezTo>
                  <a:pt x="0" y="-7"/>
                  <a:pt x="43" y="-7"/>
                  <a:pt x="43" y="21"/>
                </a:cubicBezTo>
              </a:path>
            </a:pathLst>
          </a:custGeom>
          <a:ln cap="rnd" w="0">
            <a:solidFill>
              <a:srgbClr val="2A9D8F">
                <a:alpha val="50000"/>
              </a:srgbClr>
            </a:solidFill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28" name=""/>
          <p:cNvSpPr/>
          <p:nvPr/>
        </p:nvSpPr>
        <p:spPr>
          <a:xfrm>
            <a:off x="1096560" y="1344240"/>
            <a:ext cx="15120" cy="15120"/>
          </a:xfrm>
          <a:custGeom>
            <a:avLst/>
            <a:gdLst/>
            <a:ahLst/>
            <a:rect l="0" t="0" r="r" b="b"/>
            <a:pathLst>
              <a:path w="42" h="42">
                <a:moveTo>
                  <a:pt x="0" y="21"/>
                </a:moveTo>
                <a:cubicBezTo>
                  <a:pt x="0" y="-7"/>
                  <a:pt x="42" y="-7"/>
                  <a:pt x="42" y="21"/>
                </a:cubicBezTo>
                <a:cubicBezTo>
                  <a:pt x="42" y="49"/>
                  <a:pt x="0" y="49"/>
                  <a:pt x="0" y="21"/>
                </a:cubicBezTo>
                <a:close/>
              </a:path>
            </a:pathLst>
          </a:custGeom>
          <a:solidFill>
            <a:srgbClr val="2A9D8F">
              <a:alpha val="50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529" name=""/>
          <p:cNvSpPr/>
          <p:nvPr/>
        </p:nvSpPr>
        <p:spPr>
          <a:xfrm>
            <a:off x="1096560" y="1344240"/>
            <a:ext cx="15120" cy="15120"/>
          </a:xfrm>
          <a:custGeom>
            <a:avLst/>
            <a:gdLst/>
            <a:ahLst/>
            <a:rect l="0" t="0" r="r" b="b"/>
            <a:pathLst>
              <a:path fill="none" w="42" h="42">
                <a:moveTo>
                  <a:pt x="42" y="21"/>
                </a:moveTo>
                <a:cubicBezTo>
                  <a:pt x="42" y="49"/>
                  <a:pt x="0" y="49"/>
                  <a:pt x="0" y="21"/>
                </a:cubicBezTo>
                <a:cubicBezTo>
                  <a:pt x="0" y="-7"/>
                  <a:pt x="42" y="-7"/>
                  <a:pt x="42" y="21"/>
                </a:cubicBezTo>
              </a:path>
            </a:pathLst>
          </a:custGeom>
          <a:ln cap="rnd" w="0">
            <a:solidFill>
              <a:srgbClr val="2A9D8F">
                <a:alpha val="50000"/>
              </a:srgbClr>
            </a:solidFill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30" name=""/>
          <p:cNvSpPr/>
          <p:nvPr/>
        </p:nvSpPr>
        <p:spPr>
          <a:xfrm>
            <a:off x="2044800" y="1650960"/>
            <a:ext cx="15120" cy="15480"/>
          </a:xfrm>
          <a:custGeom>
            <a:avLst/>
            <a:gdLst/>
            <a:ahLst/>
            <a:rect l="0" t="0" r="r" b="b"/>
            <a:pathLst>
              <a:path w="42" h="43">
                <a:moveTo>
                  <a:pt x="0" y="21"/>
                </a:moveTo>
                <a:cubicBezTo>
                  <a:pt x="0" y="-7"/>
                  <a:pt x="42" y="-7"/>
                  <a:pt x="42" y="21"/>
                </a:cubicBezTo>
                <a:cubicBezTo>
                  <a:pt x="42" y="50"/>
                  <a:pt x="0" y="50"/>
                  <a:pt x="0" y="21"/>
                </a:cubicBezTo>
                <a:close/>
              </a:path>
            </a:pathLst>
          </a:custGeom>
          <a:solidFill>
            <a:srgbClr val="2A9D8F">
              <a:alpha val="50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531" name=""/>
          <p:cNvSpPr/>
          <p:nvPr/>
        </p:nvSpPr>
        <p:spPr>
          <a:xfrm>
            <a:off x="2044800" y="1650960"/>
            <a:ext cx="15120" cy="15480"/>
          </a:xfrm>
          <a:custGeom>
            <a:avLst/>
            <a:gdLst/>
            <a:ahLst/>
            <a:rect l="0" t="0" r="r" b="b"/>
            <a:pathLst>
              <a:path fill="none" w="42" h="43">
                <a:moveTo>
                  <a:pt x="42" y="21"/>
                </a:moveTo>
                <a:cubicBezTo>
                  <a:pt x="42" y="50"/>
                  <a:pt x="0" y="50"/>
                  <a:pt x="0" y="21"/>
                </a:cubicBezTo>
                <a:cubicBezTo>
                  <a:pt x="0" y="-7"/>
                  <a:pt x="42" y="-7"/>
                  <a:pt x="42" y="21"/>
                </a:cubicBezTo>
              </a:path>
            </a:pathLst>
          </a:custGeom>
          <a:ln cap="rnd" w="0">
            <a:solidFill>
              <a:srgbClr val="2A9D8F">
                <a:alpha val="50000"/>
              </a:srgbClr>
            </a:solidFill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32" name=""/>
          <p:cNvSpPr/>
          <p:nvPr/>
        </p:nvSpPr>
        <p:spPr>
          <a:xfrm>
            <a:off x="571320" y="1581840"/>
            <a:ext cx="15480" cy="15120"/>
          </a:xfrm>
          <a:custGeom>
            <a:avLst/>
            <a:gdLst/>
            <a:ahLst/>
            <a:rect l="0" t="0" r="r" b="b"/>
            <a:pathLst>
              <a:path w="43" h="42">
                <a:moveTo>
                  <a:pt x="0" y="22"/>
                </a:moveTo>
                <a:cubicBezTo>
                  <a:pt x="0" y="-7"/>
                  <a:pt x="43" y="-7"/>
                  <a:pt x="43" y="22"/>
                </a:cubicBezTo>
                <a:cubicBezTo>
                  <a:pt x="43" y="49"/>
                  <a:pt x="0" y="49"/>
                  <a:pt x="0" y="22"/>
                </a:cubicBezTo>
                <a:close/>
              </a:path>
            </a:pathLst>
          </a:custGeom>
          <a:solidFill>
            <a:srgbClr val="2A9D8F">
              <a:alpha val="50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533" name=""/>
          <p:cNvSpPr/>
          <p:nvPr/>
        </p:nvSpPr>
        <p:spPr>
          <a:xfrm>
            <a:off x="571320" y="1581840"/>
            <a:ext cx="15480" cy="15120"/>
          </a:xfrm>
          <a:custGeom>
            <a:avLst/>
            <a:gdLst/>
            <a:ahLst/>
            <a:rect l="0" t="0" r="r" b="b"/>
            <a:pathLst>
              <a:path fill="none" w="43" h="42">
                <a:moveTo>
                  <a:pt x="43" y="22"/>
                </a:moveTo>
                <a:cubicBezTo>
                  <a:pt x="43" y="49"/>
                  <a:pt x="0" y="49"/>
                  <a:pt x="0" y="22"/>
                </a:cubicBezTo>
                <a:cubicBezTo>
                  <a:pt x="0" y="-7"/>
                  <a:pt x="43" y="-7"/>
                  <a:pt x="43" y="22"/>
                </a:cubicBezTo>
              </a:path>
            </a:pathLst>
          </a:custGeom>
          <a:ln cap="rnd" w="0">
            <a:solidFill>
              <a:srgbClr val="2A9D8F">
                <a:alpha val="50000"/>
              </a:srgbClr>
            </a:solidFill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34" name=""/>
          <p:cNvSpPr/>
          <p:nvPr/>
        </p:nvSpPr>
        <p:spPr>
          <a:xfrm>
            <a:off x="563400" y="1779840"/>
            <a:ext cx="15120" cy="15840"/>
          </a:xfrm>
          <a:custGeom>
            <a:avLst/>
            <a:gdLst/>
            <a:ahLst/>
            <a:rect l="0" t="0" r="r" b="b"/>
            <a:pathLst>
              <a:path w="42" h="44">
                <a:moveTo>
                  <a:pt x="0" y="22"/>
                </a:moveTo>
                <a:cubicBezTo>
                  <a:pt x="0" y="-7"/>
                  <a:pt x="42" y="-7"/>
                  <a:pt x="42" y="22"/>
                </a:cubicBezTo>
                <a:cubicBezTo>
                  <a:pt x="42" y="51"/>
                  <a:pt x="0" y="51"/>
                  <a:pt x="0" y="22"/>
                </a:cubicBezTo>
                <a:close/>
              </a:path>
            </a:pathLst>
          </a:custGeom>
          <a:solidFill>
            <a:srgbClr val="2A9D8F">
              <a:alpha val="50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535" name=""/>
          <p:cNvSpPr/>
          <p:nvPr/>
        </p:nvSpPr>
        <p:spPr>
          <a:xfrm>
            <a:off x="563400" y="1779840"/>
            <a:ext cx="15120" cy="15840"/>
          </a:xfrm>
          <a:custGeom>
            <a:avLst/>
            <a:gdLst/>
            <a:ahLst/>
            <a:rect l="0" t="0" r="r" b="b"/>
            <a:pathLst>
              <a:path fill="none" w="42" h="44">
                <a:moveTo>
                  <a:pt x="42" y="22"/>
                </a:moveTo>
                <a:cubicBezTo>
                  <a:pt x="42" y="51"/>
                  <a:pt x="0" y="51"/>
                  <a:pt x="0" y="22"/>
                </a:cubicBezTo>
                <a:cubicBezTo>
                  <a:pt x="0" y="-7"/>
                  <a:pt x="42" y="-7"/>
                  <a:pt x="42" y="22"/>
                </a:cubicBezTo>
              </a:path>
            </a:pathLst>
          </a:custGeom>
          <a:ln cap="rnd" w="0">
            <a:solidFill>
              <a:srgbClr val="2A9D8F">
                <a:alpha val="50000"/>
              </a:srgbClr>
            </a:solidFill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36" name=""/>
          <p:cNvSpPr/>
          <p:nvPr/>
        </p:nvSpPr>
        <p:spPr>
          <a:xfrm>
            <a:off x="536040" y="1577880"/>
            <a:ext cx="15120" cy="15120"/>
          </a:xfrm>
          <a:custGeom>
            <a:avLst/>
            <a:gdLst/>
            <a:ahLst/>
            <a:rect l="0" t="0" r="r" b="b"/>
            <a:pathLst>
              <a:path w="42" h="42">
                <a:moveTo>
                  <a:pt x="0" y="21"/>
                </a:moveTo>
                <a:cubicBezTo>
                  <a:pt x="0" y="-7"/>
                  <a:pt x="42" y="-7"/>
                  <a:pt x="42" y="21"/>
                </a:cubicBezTo>
                <a:cubicBezTo>
                  <a:pt x="42" y="49"/>
                  <a:pt x="0" y="49"/>
                  <a:pt x="0" y="21"/>
                </a:cubicBezTo>
                <a:close/>
              </a:path>
            </a:pathLst>
          </a:custGeom>
          <a:solidFill>
            <a:srgbClr val="2A9D8F">
              <a:alpha val="50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537" name=""/>
          <p:cNvSpPr/>
          <p:nvPr/>
        </p:nvSpPr>
        <p:spPr>
          <a:xfrm>
            <a:off x="536040" y="1577880"/>
            <a:ext cx="15120" cy="15120"/>
          </a:xfrm>
          <a:custGeom>
            <a:avLst/>
            <a:gdLst/>
            <a:ahLst/>
            <a:rect l="0" t="0" r="r" b="b"/>
            <a:pathLst>
              <a:path fill="none" w="42" h="42">
                <a:moveTo>
                  <a:pt x="42" y="21"/>
                </a:moveTo>
                <a:cubicBezTo>
                  <a:pt x="42" y="49"/>
                  <a:pt x="0" y="49"/>
                  <a:pt x="0" y="21"/>
                </a:cubicBezTo>
                <a:cubicBezTo>
                  <a:pt x="0" y="-7"/>
                  <a:pt x="42" y="-7"/>
                  <a:pt x="42" y="21"/>
                </a:cubicBezTo>
              </a:path>
            </a:pathLst>
          </a:custGeom>
          <a:ln cap="rnd" w="0">
            <a:solidFill>
              <a:srgbClr val="2A9D8F">
                <a:alpha val="50000"/>
              </a:srgbClr>
            </a:solidFill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38" name=""/>
          <p:cNvSpPr/>
          <p:nvPr/>
        </p:nvSpPr>
        <p:spPr>
          <a:xfrm>
            <a:off x="627480" y="947880"/>
            <a:ext cx="15120" cy="15480"/>
          </a:xfrm>
          <a:custGeom>
            <a:avLst/>
            <a:gdLst/>
            <a:ahLst/>
            <a:rect l="0" t="0" r="r" b="b"/>
            <a:pathLst>
              <a:path w="42" h="43">
                <a:moveTo>
                  <a:pt x="0" y="22"/>
                </a:moveTo>
                <a:cubicBezTo>
                  <a:pt x="0" y="-7"/>
                  <a:pt x="42" y="-7"/>
                  <a:pt x="42" y="22"/>
                </a:cubicBezTo>
                <a:cubicBezTo>
                  <a:pt x="42" y="50"/>
                  <a:pt x="0" y="50"/>
                  <a:pt x="0" y="22"/>
                </a:cubicBezTo>
                <a:close/>
              </a:path>
            </a:pathLst>
          </a:custGeom>
          <a:solidFill>
            <a:srgbClr val="2A9D8F">
              <a:alpha val="50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539" name=""/>
          <p:cNvSpPr/>
          <p:nvPr/>
        </p:nvSpPr>
        <p:spPr>
          <a:xfrm>
            <a:off x="627480" y="947880"/>
            <a:ext cx="15120" cy="15480"/>
          </a:xfrm>
          <a:custGeom>
            <a:avLst/>
            <a:gdLst/>
            <a:ahLst/>
            <a:rect l="0" t="0" r="r" b="b"/>
            <a:pathLst>
              <a:path fill="none" w="42" h="43">
                <a:moveTo>
                  <a:pt x="42" y="22"/>
                </a:moveTo>
                <a:cubicBezTo>
                  <a:pt x="42" y="50"/>
                  <a:pt x="0" y="50"/>
                  <a:pt x="0" y="22"/>
                </a:cubicBezTo>
                <a:cubicBezTo>
                  <a:pt x="0" y="-7"/>
                  <a:pt x="42" y="-7"/>
                  <a:pt x="42" y="22"/>
                </a:cubicBezTo>
              </a:path>
            </a:pathLst>
          </a:custGeom>
          <a:ln cap="rnd" w="0">
            <a:solidFill>
              <a:srgbClr val="2A9D8F">
                <a:alpha val="50000"/>
              </a:srgbClr>
            </a:solidFill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40" name=""/>
          <p:cNvSpPr/>
          <p:nvPr/>
        </p:nvSpPr>
        <p:spPr>
          <a:xfrm>
            <a:off x="617400" y="1346400"/>
            <a:ext cx="15120" cy="15480"/>
          </a:xfrm>
          <a:custGeom>
            <a:avLst/>
            <a:gdLst/>
            <a:ahLst/>
            <a:rect l="0" t="0" r="r" b="b"/>
            <a:pathLst>
              <a:path w="42" h="43">
                <a:moveTo>
                  <a:pt x="0" y="22"/>
                </a:moveTo>
                <a:cubicBezTo>
                  <a:pt x="0" y="-7"/>
                  <a:pt x="42" y="-7"/>
                  <a:pt x="42" y="22"/>
                </a:cubicBezTo>
                <a:cubicBezTo>
                  <a:pt x="42" y="50"/>
                  <a:pt x="0" y="50"/>
                  <a:pt x="0" y="22"/>
                </a:cubicBezTo>
                <a:close/>
              </a:path>
            </a:pathLst>
          </a:custGeom>
          <a:solidFill>
            <a:srgbClr val="2A9D8F">
              <a:alpha val="50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541" name=""/>
          <p:cNvSpPr/>
          <p:nvPr/>
        </p:nvSpPr>
        <p:spPr>
          <a:xfrm>
            <a:off x="617400" y="1346400"/>
            <a:ext cx="15120" cy="15480"/>
          </a:xfrm>
          <a:custGeom>
            <a:avLst/>
            <a:gdLst/>
            <a:ahLst/>
            <a:rect l="0" t="0" r="r" b="b"/>
            <a:pathLst>
              <a:path fill="none" w="42" h="43">
                <a:moveTo>
                  <a:pt x="42" y="22"/>
                </a:moveTo>
                <a:cubicBezTo>
                  <a:pt x="42" y="50"/>
                  <a:pt x="0" y="50"/>
                  <a:pt x="0" y="22"/>
                </a:cubicBezTo>
                <a:cubicBezTo>
                  <a:pt x="0" y="-7"/>
                  <a:pt x="42" y="-7"/>
                  <a:pt x="42" y="22"/>
                </a:cubicBezTo>
              </a:path>
            </a:pathLst>
          </a:custGeom>
          <a:ln cap="rnd" w="0">
            <a:solidFill>
              <a:srgbClr val="2A9D8F">
                <a:alpha val="50000"/>
              </a:srgbClr>
            </a:solidFill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42" name=""/>
          <p:cNvSpPr/>
          <p:nvPr/>
        </p:nvSpPr>
        <p:spPr>
          <a:xfrm>
            <a:off x="1041120" y="1698840"/>
            <a:ext cx="15480" cy="15120"/>
          </a:xfrm>
          <a:custGeom>
            <a:avLst/>
            <a:gdLst/>
            <a:ahLst/>
            <a:rect l="0" t="0" r="r" b="b"/>
            <a:pathLst>
              <a:path w="43" h="42">
                <a:moveTo>
                  <a:pt x="0" y="22"/>
                </a:moveTo>
                <a:cubicBezTo>
                  <a:pt x="0" y="-7"/>
                  <a:pt x="43" y="-7"/>
                  <a:pt x="43" y="22"/>
                </a:cubicBezTo>
                <a:cubicBezTo>
                  <a:pt x="43" y="49"/>
                  <a:pt x="0" y="49"/>
                  <a:pt x="0" y="22"/>
                </a:cubicBezTo>
                <a:close/>
              </a:path>
            </a:pathLst>
          </a:custGeom>
          <a:solidFill>
            <a:srgbClr val="2A9D8F">
              <a:alpha val="50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543" name=""/>
          <p:cNvSpPr/>
          <p:nvPr/>
        </p:nvSpPr>
        <p:spPr>
          <a:xfrm>
            <a:off x="1041120" y="1698840"/>
            <a:ext cx="15480" cy="15120"/>
          </a:xfrm>
          <a:custGeom>
            <a:avLst/>
            <a:gdLst/>
            <a:ahLst/>
            <a:rect l="0" t="0" r="r" b="b"/>
            <a:pathLst>
              <a:path fill="none" w="43" h="42">
                <a:moveTo>
                  <a:pt x="43" y="22"/>
                </a:moveTo>
                <a:cubicBezTo>
                  <a:pt x="43" y="49"/>
                  <a:pt x="0" y="49"/>
                  <a:pt x="0" y="22"/>
                </a:cubicBezTo>
                <a:cubicBezTo>
                  <a:pt x="0" y="-7"/>
                  <a:pt x="43" y="-7"/>
                  <a:pt x="43" y="22"/>
                </a:cubicBezTo>
              </a:path>
            </a:pathLst>
          </a:custGeom>
          <a:ln cap="rnd" w="0">
            <a:solidFill>
              <a:srgbClr val="2A9D8F">
                <a:alpha val="50000"/>
              </a:srgbClr>
            </a:solidFill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44" name=""/>
          <p:cNvSpPr/>
          <p:nvPr/>
        </p:nvSpPr>
        <p:spPr>
          <a:xfrm>
            <a:off x="2118240" y="1699920"/>
            <a:ext cx="15120" cy="15120"/>
          </a:xfrm>
          <a:custGeom>
            <a:avLst/>
            <a:gdLst/>
            <a:ahLst/>
            <a:rect l="0" t="0" r="r" b="b"/>
            <a:pathLst>
              <a:path w="42" h="42">
                <a:moveTo>
                  <a:pt x="0" y="22"/>
                </a:moveTo>
                <a:cubicBezTo>
                  <a:pt x="0" y="-7"/>
                  <a:pt x="42" y="-7"/>
                  <a:pt x="42" y="22"/>
                </a:cubicBezTo>
                <a:cubicBezTo>
                  <a:pt x="42" y="49"/>
                  <a:pt x="0" y="49"/>
                  <a:pt x="0" y="22"/>
                </a:cubicBezTo>
                <a:close/>
              </a:path>
            </a:pathLst>
          </a:custGeom>
          <a:solidFill>
            <a:srgbClr val="2A9D8F">
              <a:alpha val="50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545" name=""/>
          <p:cNvSpPr/>
          <p:nvPr/>
        </p:nvSpPr>
        <p:spPr>
          <a:xfrm>
            <a:off x="2118240" y="1699920"/>
            <a:ext cx="15120" cy="15120"/>
          </a:xfrm>
          <a:custGeom>
            <a:avLst/>
            <a:gdLst/>
            <a:ahLst/>
            <a:rect l="0" t="0" r="r" b="b"/>
            <a:pathLst>
              <a:path fill="none" w="42" h="42">
                <a:moveTo>
                  <a:pt x="42" y="22"/>
                </a:moveTo>
                <a:cubicBezTo>
                  <a:pt x="42" y="49"/>
                  <a:pt x="0" y="49"/>
                  <a:pt x="0" y="22"/>
                </a:cubicBezTo>
                <a:cubicBezTo>
                  <a:pt x="0" y="-7"/>
                  <a:pt x="42" y="-7"/>
                  <a:pt x="42" y="22"/>
                </a:cubicBezTo>
              </a:path>
            </a:pathLst>
          </a:custGeom>
          <a:ln cap="rnd" w="0">
            <a:solidFill>
              <a:srgbClr val="2A9D8F">
                <a:alpha val="50000"/>
              </a:srgbClr>
            </a:solidFill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46" name=""/>
          <p:cNvSpPr/>
          <p:nvPr/>
        </p:nvSpPr>
        <p:spPr>
          <a:xfrm>
            <a:off x="1036440" y="1523160"/>
            <a:ext cx="15480" cy="15120"/>
          </a:xfrm>
          <a:custGeom>
            <a:avLst/>
            <a:gdLst/>
            <a:ahLst/>
            <a:rect l="0" t="0" r="r" b="b"/>
            <a:pathLst>
              <a:path w="43" h="42">
                <a:moveTo>
                  <a:pt x="0" y="22"/>
                </a:moveTo>
                <a:cubicBezTo>
                  <a:pt x="0" y="-7"/>
                  <a:pt x="43" y="-7"/>
                  <a:pt x="43" y="22"/>
                </a:cubicBezTo>
                <a:cubicBezTo>
                  <a:pt x="43" y="49"/>
                  <a:pt x="0" y="49"/>
                  <a:pt x="0" y="22"/>
                </a:cubicBezTo>
                <a:close/>
              </a:path>
            </a:pathLst>
          </a:custGeom>
          <a:solidFill>
            <a:srgbClr val="2A9D8F">
              <a:alpha val="50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547" name=""/>
          <p:cNvSpPr/>
          <p:nvPr/>
        </p:nvSpPr>
        <p:spPr>
          <a:xfrm>
            <a:off x="1036440" y="1523160"/>
            <a:ext cx="15480" cy="15120"/>
          </a:xfrm>
          <a:custGeom>
            <a:avLst/>
            <a:gdLst/>
            <a:ahLst/>
            <a:rect l="0" t="0" r="r" b="b"/>
            <a:pathLst>
              <a:path fill="none" w="43" h="42">
                <a:moveTo>
                  <a:pt x="43" y="22"/>
                </a:moveTo>
                <a:cubicBezTo>
                  <a:pt x="43" y="49"/>
                  <a:pt x="0" y="49"/>
                  <a:pt x="0" y="22"/>
                </a:cubicBezTo>
                <a:cubicBezTo>
                  <a:pt x="0" y="-7"/>
                  <a:pt x="43" y="-7"/>
                  <a:pt x="43" y="22"/>
                </a:cubicBezTo>
              </a:path>
            </a:pathLst>
          </a:custGeom>
          <a:ln cap="rnd" w="0">
            <a:solidFill>
              <a:srgbClr val="2A9D8F">
                <a:alpha val="50000"/>
              </a:srgbClr>
            </a:solidFill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48" name=""/>
          <p:cNvSpPr/>
          <p:nvPr/>
        </p:nvSpPr>
        <p:spPr>
          <a:xfrm>
            <a:off x="2129400" y="1368000"/>
            <a:ext cx="15120" cy="15120"/>
          </a:xfrm>
          <a:custGeom>
            <a:avLst/>
            <a:gdLst/>
            <a:ahLst/>
            <a:rect l="0" t="0" r="r" b="b"/>
            <a:pathLst>
              <a:path w="42" h="42">
                <a:moveTo>
                  <a:pt x="0" y="20"/>
                </a:moveTo>
                <a:cubicBezTo>
                  <a:pt x="0" y="-7"/>
                  <a:pt x="42" y="-7"/>
                  <a:pt x="42" y="20"/>
                </a:cubicBezTo>
                <a:cubicBezTo>
                  <a:pt x="42" y="49"/>
                  <a:pt x="0" y="49"/>
                  <a:pt x="0" y="20"/>
                </a:cubicBezTo>
                <a:close/>
              </a:path>
            </a:pathLst>
          </a:custGeom>
          <a:solidFill>
            <a:srgbClr val="2A9D8F">
              <a:alpha val="50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549" name=""/>
          <p:cNvSpPr/>
          <p:nvPr/>
        </p:nvSpPr>
        <p:spPr>
          <a:xfrm>
            <a:off x="2129400" y="1368000"/>
            <a:ext cx="15120" cy="15120"/>
          </a:xfrm>
          <a:custGeom>
            <a:avLst/>
            <a:gdLst/>
            <a:ahLst/>
            <a:rect l="0" t="0" r="r" b="b"/>
            <a:pathLst>
              <a:path fill="none" w="42" h="42">
                <a:moveTo>
                  <a:pt x="42" y="20"/>
                </a:moveTo>
                <a:cubicBezTo>
                  <a:pt x="42" y="49"/>
                  <a:pt x="0" y="49"/>
                  <a:pt x="0" y="20"/>
                </a:cubicBezTo>
                <a:cubicBezTo>
                  <a:pt x="0" y="-7"/>
                  <a:pt x="42" y="-7"/>
                  <a:pt x="42" y="20"/>
                </a:cubicBezTo>
              </a:path>
            </a:pathLst>
          </a:custGeom>
          <a:ln cap="rnd" w="0">
            <a:solidFill>
              <a:srgbClr val="2A9D8F">
                <a:alpha val="50000"/>
              </a:srgbClr>
            </a:solidFill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50" name=""/>
          <p:cNvSpPr/>
          <p:nvPr/>
        </p:nvSpPr>
        <p:spPr>
          <a:xfrm>
            <a:off x="1591200" y="1774800"/>
            <a:ext cx="15120" cy="15120"/>
          </a:xfrm>
          <a:custGeom>
            <a:avLst/>
            <a:gdLst/>
            <a:ahLst/>
            <a:rect l="0" t="0" r="r" b="b"/>
            <a:pathLst>
              <a:path w="42" h="42">
                <a:moveTo>
                  <a:pt x="0" y="22"/>
                </a:moveTo>
                <a:cubicBezTo>
                  <a:pt x="0" y="-7"/>
                  <a:pt x="42" y="-7"/>
                  <a:pt x="42" y="22"/>
                </a:cubicBezTo>
                <a:cubicBezTo>
                  <a:pt x="42" y="49"/>
                  <a:pt x="0" y="49"/>
                  <a:pt x="0" y="22"/>
                </a:cubicBezTo>
                <a:close/>
              </a:path>
            </a:pathLst>
          </a:custGeom>
          <a:solidFill>
            <a:srgbClr val="2A9D8F">
              <a:alpha val="50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551" name=""/>
          <p:cNvSpPr/>
          <p:nvPr/>
        </p:nvSpPr>
        <p:spPr>
          <a:xfrm>
            <a:off x="1591200" y="1774800"/>
            <a:ext cx="15120" cy="15120"/>
          </a:xfrm>
          <a:custGeom>
            <a:avLst/>
            <a:gdLst/>
            <a:ahLst/>
            <a:rect l="0" t="0" r="r" b="b"/>
            <a:pathLst>
              <a:path fill="none" w="42" h="42">
                <a:moveTo>
                  <a:pt x="42" y="22"/>
                </a:moveTo>
                <a:cubicBezTo>
                  <a:pt x="42" y="49"/>
                  <a:pt x="0" y="49"/>
                  <a:pt x="0" y="22"/>
                </a:cubicBezTo>
                <a:cubicBezTo>
                  <a:pt x="0" y="-7"/>
                  <a:pt x="42" y="-7"/>
                  <a:pt x="42" y="22"/>
                </a:cubicBezTo>
              </a:path>
            </a:pathLst>
          </a:custGeom>
          <a:ln cap="rnd" w="0">
            <a:solidFill>
              <a:srgbClr val="2A9D8F">
                <a:alpha val="50000"/>
              </a:srgbClr>
            </a:solidFill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52" name=""/>
          <p:cNvSpPr/>
          <p:nvPr/>
        </p:nvSpPr>
        <p:spPr>
          <a:xfrm>
            <a:off x="1538640" y="1359000"/>
            <a:ext cx="15120" cy="15120"/>
          </a:xfrm>
          <a:custGeom>
            <a:avLst/>
            <a:gdLst/>
            <a:ahLst/>
            <a:rect l="0" t="0" r="r" b="b"/>
            <a:pathLst>
              <a:path w="42" h="42">
                <a:moveTo>
                  <a:pt x="0" y="22"/>
                </a:moveTo>
                <a:cubicBezTo>
                  <a:pt x="0" y="-7"/>
                  <a:pt x="42" y="-7"/>
                  <a:pt x="42" y="22"/>
                </a:cubicBezTo>
                <a:cubicBezTo>
                  <a:pt x="42" y="49"/>
                  <a:pt x="0" y="49"/>
                  <a:pt x="0" y="22"/>
                </a:cubicBezTo>
                <a:close/>
              </a:path>
            </a:pathLst>
          </a:custGeom>
          <a:solidFill>
            <a:srgbClr val="2A9D8F">
              <a:alpha val="50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553" name=""/>
          <p:cNvSpPr/>
          <p:nvPr/>
        </p:nvSpPr>
        <p:spPr>
          <a:xfrm>
            <a:off x="1538640" y="1359000"/>
            <a:ext cx="15120" cy="15120"/>
          </a:xfrm>
          <a:custGeom>
            <a:avLst/>
            <a:gdLst/>
            <a:ahLst/>
            <a:rect l="0" t="0" r="r" b="b"/>
            <a:pathLst>
              <a:path fill="none" w="42" h="42">
                <a:moveTo>
                  <a:pt x="42" y="22"/>
                </a:moveTo>
                <a:cubicBezTo>
                  <a:pt x="42" y="49"/>
                  <a:pt x="0" y="49"/>
                  <a:pt x="0" y="22"/>
                </a:cubicBezTo>
                <a:cubicBezTo>
                  <a:pt x="0" y="-7"/>
                  <a:pt x="42" y="-7"/>
                  <a:pt x="42" y="22"/>
                </a:cubicBezTo>
              </a:path>
            </a:pathLst>
          </a:custGeom>
          <a:ln cap="rnd" w="0">
            <a:solidFill>
              <a:srgbClr val="2A9D8F">
                <a:alpha val="50000"/>
              </a:srgbClr>
            </a:solidFill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54" name=""/>
          <p:cNvSpPr/>
          <p:nvPr/>
        </p:nvSpPr>
        <p:spPr>
          <a:xfrm>
            <a:off x="556200" y="1512000"/>
            <a:ext cx="15480" cy="15480"/>
          </a:xfrm>
          <a:custGeom>
            <a:avLst/>
            <a:gdLst/>
            <a:ahLst/>
            <a:rect l="0" t="0" r="r" b="b"/>
            <a:pathLst>
              <a:path w="43" h="43">
                <a:moveTo>
                  <a:pt x="0" y="21"/>
                </a:moveTo>
                <a:cubicBezTo>
                  <a:pt x="0" y="-7"/>
                  <a:pt x="43" y="-7"/>
                  <a:pt x="43" y="21"/>
                </a:cubicBezTo>
                <a:cubicBezTo>
                  <a:pt x="43" y="50"/>
                  <a:pt x="0" y="50"/>
                  <a:pt x="0" y="21"/>
                </a:cubicBezTo>
                <a:close/>
              </a:path>
            </a:pathLst>
          </a:custGeom>
          <a:solidFill>
            <a:srgbClr val="2A9D8F">
              <a:alpha val="50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555" name=""/>
          <p:cNvSpPr/>
          <p:nvPr/>
        </p:nvSpPr>
        <p:spPr>
          <a:xfrm>
            <a:off x="556200" y="1512000"/>
            <a:ext cx="15480" cy="15480"/>
          </a:xfrm>
          <a:custGeom>
            <a:avLst/>
            <a:gdLst/>
            <a:ahLst/>
            <a:rect l="0" t="0" r="r" b="b"/>
            <a:pathLst>
              <a:path fill="none" w="43" h="43">
                <a:moveTo>
                  <a:pt x="43" y="21"/>
                </a:moveTo>
                <a:cubicBezTo>
                  <a:pt x="43" y="50"/>
                  <a:pt x="0" y="50"/>
                  <a:pt x="0" y="21"/>
                </a:cubicBezTo>
                <a:cubicBezTo>
                  <a:pt x="0" y="-7"/>
                  <a:pt x="43" y="-7"/>
                  <a:pt x="43" y="21"/>
                </a:cubicBezTo>
              </a:path>
            </a:pathLst>
          </a:custGeom>
          <a:ln cap="rnd" w="0">
            <a:solidFill>
              <a:srgbClr val="2A9D8F">
                <a:alpha val="50000"/>
              </a:srgbClr>
            </a:solidFill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56" name=""/>
          <p:cNvSpPr/>
          <p:nvPr/>
        </p:nvSpPr>
        <p:spPr>
          <a:xfrm>
            <a:off x="548280" y="1826640"/>
            <a:ext cx="15120" cy="15120"/>
          </a:xfrm>
          <a:custGeom>
            <a:avLst/>
            <a:gdLst/>
            <a:ahLst/>
            <a:rect l="0" t="0" r="r" b="b"/>
            <a:pathLst>
              <a:path w="42" h="42">
                <a:moveTo>
                  <a:pt x="0" y="21"/>
                </a:moveTo>
                <a:cubicBezTo>
                  <a:pt x="0" y="-7"/>
                  <a:pt x="42" y="-7"/>
                  <a:pt x="42" y="21"/>
                </a:cubicBezTo>
                <a:cubicBezTo>
                  <a:pt x="42" y="49"/>
                  <a:pt x="0" y="49"/>
                  <a:pt x="0" y="21"/>
                </a:cubicBezTo>
                <a:close/>
              </a:path>
            </a:pathLst>
          </a:custGeom>
          <a:solidFill>
            <a:srgbClr val="2A9D8F">
              <a:alpha val="50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557" name=""/>
          <p:cNvSpPr/>
          <p:nvPr/>
        </p:nvSpPr>
        <p:spPr>
          <a:xfrm>
            <a:off x="548280" y="1826640"/>
            <a:ext cx="15120" cy="15120"/>
          </a:xfrm>
          <a:custGeom>
            <a:avLst/>
            <a:gdLst/>
            <a:ahLst/>
            <a:rect l="0" t="0" r="r" b="b"/>
            <a:pathLst>
              <a:path fill="none" w="42" h="42">
                <a:moveTo>
                  <a:pt x="42" y="21"/>
                </a:moveTo>
                <a:cubicBezTo>
                  <a:pt x="42" y="49"/>
                  <a:pt x="0" y="49"/>
                  <a:pt x="0" y="21"/>
                </a:cubicBezTo>
                <a:cubicBezTo>
                  <a:pt x="0" y="-7"/>
                  <a:pt x="42" y="-7"/>
                  <a:pt x="42" y="21"/>
                </a:cubicBezTo>
              </a:path>
            </a:pathLst>
          </a:custGeom>
          <a:ln cap="rnd" w="0">
            <a:solidFill>
              <a:srgbClr val="2A9D8F">
                <a:alpha val="50000"/>
              </a:srgbClr>
            </a:solidFill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58" name=""/>
          <p:cNvSpPr/>
          <p:nvPr/>
        </p:nvSpPr>
        <p:spPr>
          <a:xfrm>
            <a:off x="636120" y="1941840"/>
            <a:ext cx="15120" cy="15840"/>
          </a:xfrm>
          <a:custGeom>
            <a:avLst/>
            <a:gdLst/>
            <a:ahLst/>
            <a:rect l="0" t="0" r="r" b="b"/>
            <a:pathLst>
              <a:path w="42" h="44">
                <a:moveTo>
                  <a:pt x="0" y="22"/>
                </a:moveTo>
                <a:cubicBezTo>
                  <a:pt x="0" y="-7"/>
                  <a:pt x="42" y="-7"/>
                  <a:pt x="42" y="22"/>
                </a:cubicBezTo>
                <a:cubicBezTo>
                  <a:pt x="42" y="51"/>
                  <a:pt x="0" y="51"/>
                  <a:pt x="0" y="22"/>
                </a:cubicBezTo>
                <a:close/>
              </a:path>
            </a:pathLst>
          </a:custGeom>
          <a:solidFill>
            <a:srgbClr val="2A9D8F">
              <a:alpha val="50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559" name=""/>
          <p:cNvSpPr/>
          <p:nvPr/>
        </p:nvSpPr>
        <p:spPr>
          <a:xfrm>
            <a:off x="636120" y="1941840"/>
            <a:ext cx="15120" cy="15840"/>
          </a:xfrm>
          <a:custGeom>
            <a:avLst/>
            <a:gdLst/>
            <a:ahLst/>
            <a:rect l="0" t="0" r="r" b="b"/>
            <a:pathLst>
              <a:path fill="none" w="42" h="44">
                <a:moveTo>
                  <a:pt x="42" y="22"/>
                </a:moveTo>
                <a:cubicBezTo>
                  <a:pt x="42" y="51"/>
                  <a:pt x="0" y="51"/>
                  <a:pt x="0" y="22"/>
                </a:cubicBezTo>
                <a:cubicBezTo>
                  <a:pt x="0" y="-7"/>
                  <a:pt x="42" y="-7"/>
                  <a:pt x="42" y="22"/>
                </a:cubicBezTo>
              </a:path>
            </a:pathLst>
          </a:custGeom>
          <a:ln cap="rnd" w="0">
            <a:solidFill>
              <a:srgbClr val="2A9D8F">
                <a:alpha val="50000"/>
              </a:srgbClr>
            </a:solidFill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60" name=""/>
          <p:cNvSpPr/>
          <p:nvPr/>
        </p:nvSpPr>
        <p:spPr>
          <a:xfrm>
            <a:off x="631800" y="1941840"/>
            <a:ext cx="15120" cy="15480"/>
          </a:xfrm>
          <a:custGeom>
            <a:avLst/>
            <a:gdLst/>
            <a:ahLst/>
            <a:rect l="0" t="0" r="r" b="b"/>
            <a:pathLst>
              <a:path w="42" h="43">
                <a:moveTo>
                  <a:pt x="0" y="22"/>
                </a:moveTo>
                <a:cubicBezTo>
                  <a:pt x="0" y="-7"/>
                  <a:pt x="42" y="-7"/>
                  <a:pt x="42" y="22"/>
                </a:cubicBezTo>
                <a:cubicBezTo>
                  <a:pt x="42" y="50"/>
                  <a:pt x="0" y="50"/>
                  <a:pt x="0" y="22"/>
                </a:cubicBezTo>
                <a:close/>
              </a:path>
            </a:pathLst>
          </a:custGeom>
          <a:solidFill>
            <a:srgbClr val="2A9D8F">
              <a:alpha val="50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561" name=""/>
          <p:cNvSpPr/>
          <p:nvPr/>
        </p:nvSpPr>
        <p:spPr>
          <a:xfrm>
            <a:off x="631800" y="1941840"/>
            <a:ext cx="15120" cy="15480"/>
          </a:xfrm>
          <a:custGeom>
            <a:avLst/>
            <a:gdLst/>
            <a:ahLst/>
            <a:rect l="0" t="0" r="r" b="b"/>
            <a:pathLst>
              <a:path fill="none" w="42" h="43">
                <a:moveTo>
                  <a:pt x="42" y="22"/>
                </a:moveTo>
                <a:cubicBezTo>
                  <a:pt x="42" y="50"/>
                  <a:pt x="0" y="50"/>
                  <a:pt x="0" y="22"/>
                </a:cubicBezTo>
                <a:cubicBezTo>
                  <a:pt x="0" y="-7"/>
                  <a:pt x="42" y="-7"/>
                  <a:pt x="42" y="22"/>
                </a:cubicBezTo>
              </a:path>
            </a:pathLst>
          </a:custGeom>
          <a:ln cap="rnd" w="0">
            <a:solidFill>
              <a:srgbClr val="2A9D8F">
                <a:alpha val="50000"/>
              </a:srgbClr>
            </a:solidFill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62" name=""/>
          <p:cNvSpPr/>
          <p:nvPr/>
        </p:nvSpPr>
        <p:spPr>
          <a:xfrm>
            <a:off x="1622880" y="1589400"/>
            <a:ext cx="15480" cy="15120"/>
          </a:xfrm>
          <a:custGeom>
            <a:avLst/>
            <a:gdLst/>
            <a:ahLst/>
            <a:rect l="0" t="0" r="r" b="b"/>
            <a:pathLst>
              <a:path w="43" h="42">
                <a:moveTo>
                  <a:pt x="0" y="20"/>
                </a:moveTo>
                <a:cubicBezTo>
                  <a:pt x="0" y="-7"/>
                  <a:pt x="43" y="-7"/>
                  <a:pt x="43" y="20"/>
                </a:cubicBezTo>
                <a:cubicBezTo>
                  <a:pt x="43" y="49"/>
                  <a:pt x="0" y="49"/>
                  <a:pt x="0" y="20"/>
                </a:cubicBezTo>
                <a:close/>
              </a:path>
            </a:pathLst>
          </a:custGeom>
          <a:solidFill>
            <a:srgbClr val="2A9D8F">
              <a:alpha val="50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563" name=""/>
          <p:cNvSpPr/>
          <p:nvPr/>
        </p:nvSpPr>
        <p:spPr>
          <a:xfrm>
            <a:off x="1622880" y="1589400"/>
            <a:ext cx="15480" cy="15120"/>
          </a:xfrm>
          <a:custGeom>
            <a:avLst/>
            <a:gdLst/>
            <a:ahLst/>
            <a:rect l="0" t="0" r="r" b="b"/>
            <a:pathLst>
              <a:path fill="none" w="43" h="42">
                <a:moveTo>
                  <a:pt x="43" y="20"/>
                </a:moveTo>
                <a:cubicBezTo>
                  <a:pt x="43" y="49"/>
                  <a:pt x="0" y="49"/>
                  <a:pt x="0" y="20"/>
                </a:cubicBezTo>
                <a:cubicBezTo>
                  <a:pt x="0" y="-7"/>
                  <a:pt x="43" y="-7"/>
                  <a:pt x="43" y="20"/>
                </a:cubicBezTo>
              </a:path>
            </a:pathLst>
          </a:custGeom>
          <a:ln cap="rnd" w="0">
            <a:solidFill>
              <a:srgbClr val="2A9D8F">
                <a:alpha val="50000"/>
              </a:srgbClr>
            </a:solidFill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64" name=""/>
          <p:cNvSpPr/>
          <p:nvPr/>
        </p:nvSpPr>
        <p:spPr>
          <a:xfrm>
            <a:off x="1043280" y="1542960"/>
            <a:ext cx="15480" cy="15480"/>
          </a:xfrm>
          <a:custGeom>
            <a:avLst/>
            <a:gdLst/>
            <a:ahLst/>
            <a:rect l="0" t="0" r="r" b="b"/>
            <a:pathLst>
              <a:path w="43" h="43">
                <a:moveTo>
                  <a:pt x="0" y="21"/>
                </a:moveTo>
                <a:cubicBezTo>
                  <a:pt x="0" y="-7"/>
                  <a:pt x="43" y="-7"/>
                  <a:pt x="43" y="21"/>
                </a:cubicBezTo>
                <a:cubicBezTo>
                  <a:pt x="43" y="50"/>
                  <a:pt x="0" y="50"/>
                  <a:pt x="0" y="21"/>
                </a:cubicBezTo>
                <a:close/>
              </a:path>
            </a:pathLst>
          </a:custGeom>
          <a:solidFill>
            <a:srgbClr val="2A9D8F">
              <a:alpha val="50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565" name=""/>
          <p:cNvSpPr/>
          <p:nvPr/>
        </p:nvSpPr>
        <p:spPr>
          <a:xfrm>
            <a:off x="1043280" y="1542960"/>
            <a:ext cx="15480" cy="15480"/>
          </a:xfrm>
          <a:custGeom>
            <a:avLst/>
            <a:gdLst/>
            <a:ahLst/>
            <a:rect l="0" t="0" r="r" b="b"/>
            <a:pathLst>
              <a:path fill="none" w="43" h="43">
                <a:moveTo>
                  <a:pt x="43" y="21"/>
                </a:moveTo>
                <a:cubicBezTo>
                  <a:pt x="43" y="50"/>
                  <a:pt x="0" y="50"/>
                  <a:pt x="0" y="21"/>
                </a:cubicBezTo>
                <a:cubicBezTo>
                  <a:pt x="0" y="-7"/>
                  <a:pt x="43" y="-7"/>
                  <a:pt x="43" y="21"/>
                </a:cubicBezTo>
              </a:path>
            </a:pathLst>
          </a:custGeom>
          <a:ln cap="rnd" w="0">
            <a:solidFill>
              <a:srgbClr val="2A9D8F">
                <a:alpha val="50000"/>
              </a:srgbClr>
            </a:solidFill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66" name=""/>
          <p:cNvSpPr/>
          <p:nvPr/>
        </p:nvSpPr>
        <p:spPr>
          <a:xfrm>
            <a:off x="565920" y="1850040"/>
            <a:ext cx="15120" cy="15480"/>
          </a:xfrm>
          <a:custGeom>
            <a:avLst/>
            <a:gdLst/>
            <a:ahLst/>
            <a:rect l="0" t="0" r="r" b="b"/>
            <a:pathLst>
              <a:path w="42" h="43">
                <a:moveTo>
                  <a:pt x="0" y="21"/>
                </a:moveTo>
                <a:cubicBezTo>
                  <a:pt x="0" y="-7"/>
                  <a:pt x="42" y="-7"/>
                  <a:pt x="42" y="21"/>
                </a:cubicBezTo>
                <a:cubicBezTo>
                  <a:pt x="42" y="50"/>
                  <a:pt x="0" y="50"/>
                  <a:pt x="0" y="21"/>
                </a:cubicBezTo>
                <a:close/>
              </a:path>
            </a:pathLst>
          </a:custGeom>
          <a:solidFill>
            <a:srgbClr val="2A9D8F">
              <a:alpha val="50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567" name=""/>
          <p:cNvSpPr/>
          <p:nvPr/>
        </p:nvSpPr>
        <p:spPr>
          <a:xfrm>
            <a:off x="565920" y="1850040"/>
            <a:ext cx="15120" cy="15480"/>
          </a:xfrm>
          <a:custGeom>
            <a:avLst/>
            <a:gdLst/>
            <a:ahLst/>
            <a:rect l="0" t="0" r="r" b="b"/>
            <a:pathLst>
              <a:path fill="none" w="42" h="43">
                <a:moveTo>
                  <a:pt x="42" y="21"/>
                </a:moveTo>
                <a:cubicBezTo>
                  <a:pt x="42" y="50"/>
                  <a:pt x="0" y="50"/>
                  <a:pt x="0" y="21"/>
                </a:cubicBezTo>
                <a:cubicBezTo>
                  <a:pt x="0" y="-7"/>
                  <a:pt x="42" y="-7"/>
                  <a:pt x="42" y="21"/>
                </a:cubicBezTo>
              </a:path>
            </a:pathLst>
          </a:custGeom>
          <a:ln cap="rnd" w="0">
            <a:solidFill>
              <a:srgbClr val="2A9D8F">
                <a:alpha val="50000"/>
              </a:srgbClr>
            </a:solidFill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68" name=""/>
          <p:cNvSpPr/>
          <p:nvPr/>
        </p:nvSpPr>
        <p:spPr>
          <a:xfrm>
            <a:off x="2027520" y="803160"/>
            <a:ext cx="15480" cy="15840"/>
          </a:xfrm>
          <a:custGeom>
            <a:avLst/>
            <a:gdLst/>
            <a:ahLst/>
            <a:rect l="0" t="0" r="r" b="b"/>
            <a:pathLst>
              <a:path w="43" h="44">
                <a:moveTo>
                  <a:pt x="0" y="22"/>
                </a:moveTo>
                <a:cubicBezTo>
                  <a:pt x="0" y="-7"/>
                  <a:pt x="43" y="-7"/>
                  <a:pt x="43" y="22"/>
                </a:cubicBezTo>
                <a:cubicBezTo>
                  <a:pt x="43" y="51"/>
                  <a:pt x="0" y="51"/>
                  <a:pt x="0" y="22"/>
                </a:cubicBezTo>
                <a:close/>
              </a:path>
            </a:pathLst>
          </a:custGeom>
          <a:solidFill>
            <a:srgbClr val="2A9D8F">
              <a:alpha val="50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569" name=""/>
          <p:cNvSpPr/>
          <p:nvPr/>
        </p:nvSpPr>
        <p:spPr>
          <a:xfrm>
            <a:off x="2027520" y="803160"/>
            <a:ext cx="15480" cy="15840"/>
          </a:xfrm>
          <a:custGeom>
            <a:avLst/>
            <a:gdLst/>
            <a:ahLst/>
            <a:rect l="0" t="0" r="r" b="b"/>
            <a:pathLst>
              <a:path fill="none" w="43" h="44">
                <a:moveTo>
                  <a:pt x="43" y="22"/>
                </a:moveTo>
                <a:cubicBezTo>
                  <a:pt x="43" y="51"/>
                  <a:pt x="0" y="51"/>
                  <a:pt x="0" y="22"/>
                </a:cubicBezTo>
                <a:cubicBezTo>
                  <a:pt x="0" y="-7"/>
                  <a:pt x="43" y="-7"/>
                  <a:pt x="43" y="22"/>
                </a:cubicBezTo>
              </a:path>
            </a:pathLst>
          </a:custGeom>
          <a:ln cap="rnd" w="0">
            <a:solidFill>
              <a:srgbClr val="2A9D8F">
                <a:alpha val="50000"/>
              </a:srgbClr>
            </a:solidFill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70" name=""/>
          <p:cNvSpPr/>
          <p:nvPr/>
        </p:nvSpPr>
        <p:spPr>
          <a:xfrm>
            <a:off x="2130120" y="1361160"/>
            <a:ext cx="15120" cy="15120"/>
          </a:xfrm>
          <a:custGeom>
            <a:avLst/>
            <a:gdLst/>
            <a:ahLst/>
            <a:rect l="0" t="0" r="r" b="b"/>
            <a:pathLst>
              <a:path w="42" h="42">
                <a:moveTo>
                  <a:pt x="0" y="21"/>
                </a:moveTo>
                <a:cubicBezTo>
                  <a:pt x="0" y="-7"/>
                  <a:pt x="42" y="-7"/>
                  <a:pt x="42" y="21"/>
                </a:cubicBezTo>
                <a:cubicBezTo>
                  <a:pt x="42" y="49"/>
                  <a:pt x="0" y="49"/>
                  <a:pt x="0" y="21"/>
                </a:cubicBezTo>
                <a:close/>
              </a:path>
            </a:pathLst>
          </a:custGeom>
          <a:solidFill>
            <a:srgbClr val="2A9D8F">
              <a:alpha val="50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571" name=""/>
          <p:cNvSpPr/>
          <p:nvPr/>
        </p:nvSpPr>
        <p:spPr>
          <a:xfrm>
            <a:off x="2130120" y="1361160"/>
            <a:ext cx="15120" cy="15120"/>
          </a:xfrm>
          <a:custGeom>
            <a:avLst/>
            <a:gdLst/>
            <a:ahLst/>
            <a:rect l="0" t="0" r="r" b="b"/>
            <a:pathLst>
              <a:path fill="none" w="42" h="42">
                <a:moveTo>
                  <a:pt x="42" y="21"/>
                </a:moveTo>
                <a:cubicBezTo>
                  <a:pt x="42" y="49"/>
                  <a:pt x="0" y="49"/>
                  <a:pt x="0" y="21"/>
                </a:cubicBezTo>
                <a:cubicBezTo>
                  <a:pt x="0" y="-7"/>
                  <a:pt x="42" y="-7"/>
                  <a:pt x="42" y="21"/>
                </a:cubicBezTo>
              </a:path>
            </a:pathLst>
          </a:custGeom>
          <a:ln cap="rnd" w="0">
            <a:solidFill>
              <a:srgbClr val="2A9D8F">
                <a:alpha val="50000"/>
              </a:srgbClr>
            </a:solidFill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72" name=""/>
          <p:cNvSpPr/>
          <p:nvPr/>
        </p:nvSpPr>
        <p:spPr>
          <a:xfrm>
            <a:off x="1566360" y="1547640"/>
            <a:ext cx="15480" cy="15120"/>
          </a:xfrm>
          <a:custGeom>
            <a:avLst/>
            <a:gdLst/>
            <a:ahLst/>
            <a:rect l="0" t="0" r="r" b="b"/>
            <a:pathLst>
              <a:path w="43" h="42">
                <a:moveTo>
                  <a:pt x="0" y="21"/>
                </a:moveTo>
                <a:cubicBezTo>
                  <a:pt x="0" y="-7"/>
                  <a:pt x="43" y="-7"/>
                  <a:pt x="43" y="21"/>
                </a:cubicBezTo>
                <a:cubicBezTo>
                  <a:pt x="43" y="49"/>
                  <a:pt x="0" y="49"/>
                  <a:pt x="0" y="21"/>
                </a:cubicBezTo>
                <a:close/>
              </a:path>
            </a:pathLst>
          </a:custGeom>
          <a:solidFill>
            <a:srgbClr val="2A9D8F">
              <a:alpha val="50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573" name=""/>
          <p:cNvSpPr/>
          <p:nvPr/>
        </p:nvSpPr>
        <p:spPr>
          <a:xfrm>
            <a:off x="1566360" y="1547640"/>
            <a:ext cx="15480" cy="15120"/>
          </a:xfrm>
          <a:custGeom>
            <a:avLst/>
            <a:gdLst/>
            <a:ahLst/>
            <a:rect l="0" t="0" r="r" b="b"/>
            <a:pathLst>
              <a:path fill="none" w="43" h="42">
                <a:moveTo>
                  <a:pt x="43" y="21"/>
                </a:moveTo>
                <a:cubicBezTo>
                  <a:pt x="43" y="49"/>
                  <a:pt x="0" y="49"/>
                  <a:pt x="0" y="21"/>
                </a:cubicBezTo>
                <a:cubicBezTo>
                  <a:pt x="0" y="-7"/>
                  <a:pt x="43" y="-7"/>
                  <a:pt x="43" y="21"/>
                </a:cubicBezTo>
              </a:path>
            </a:pathLst>
          </a:custGeom>
          <a:ln cap="rnd" w="0">
            <a:solidFill>
              <a:srgbClr val="2A9D8F">
                <a:alpha val="50000"/>
              </a:srgbClr>
            </a:solidFill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74" name=""/>
          <p:cNvSpPr/>
          <p:nvPr/>
        </p:nvSpPr>
        <p:spPr>
          <a:xfrm>
            <a:off x="2066760" y="1357920"/>
            <a:ext cx="15480" cy="15120"/>
          </a:xfrm>
          <a:custGeom>
            <a:avLst/>
            <a:gdLst/>
            <a:ahLst/>
            <a:rect l="0" t="0" r="r" b="b"/>
            <a:pathLst>
              <a:path w="43" h="42">
                <a:moveTo>
                  <a:pt x="0" y="22"/>
                </a:moveTo>
                <a:cubicBezTo>
                  <a:pt x="0" y="-7"/>
                  <a:pt x="43" y="-7"/>
                  <a:pt x="43" y="22"/>
                </a:cubicBezTo>
                <a:cubicBezTo>
                  <a:pt x="43" y="49"/>
                  <a:pt x="0" y="49"/>
                  <a:pt x="0" y="22"/>
                </a:cubicBezTo>
                <a:close/>
              </a:path>
            </a:pathLst>
          </a:custGeom>
          <a:solidFill>
            <a:srgbClr val="2A9D8F">
              <a:alpha val="50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575" name=""/>
          <p:cNvSpPr/>
          <p:nvPr/>
        </p:nvSpPr>
        <p:spPr>
          <a:xfrm>
            <a:off x="2066760" y="1357920"/>
            <a:ext cx="15480" cy="15120"/>
          </a:xfrm>
          <a:custGeom>
            <a:avLst/>
            <a:gdLst/>
            <a:ahLst/>
            <a:rect l="0" t="0" r="r" b="b"/>
            <a:pathLst>
              <a:path fill="none" w="43" h="42">
                <a:moveTo>
                  <a:pt x="43" y="22"/>
                </a:moveTo>
                <a:cubicBezTo>
                  <a:pt x="43" y="49"/>
                  <a:pt x="0" y="49"/>
                  <a:pt x="0" y="22"/>
                </a:cubicBezTo>
                <a:cubicBezTo>
                  <a:pt x="0" y="-7"/>
                  <a:pt x="43" y="-7"/>
                  <a:pt x="43" y="22"/>
                </a:cubicBezTo>
              </a:path>
            </a:pathLst>
          </a:custGeom>
          <a:ln cap="rnd" w="0">
            <a:solidFill>
              <a:srgbClr val="2A9D8F">
                <a:alpha val="50000"/>
              </a:srgbClr>
            </a:solidFill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76" name=""/>
          <p:cNvSpPr/>
          <p:nvPr/>
        </p:nvSpPr>
        <p:spPr>
          <a:xfrm>
            <a:off x="559440" y="1360800"/>
            <a:ext cx="15120" cy="15120"/>
          </a:xfrm>
          <a:custGeom>
            <a:avLst/>
            <a:gdLst/>
            <a:ahLst/>
            <a:rect l="0" t="0" r="r" b="b"/>
            <a:pathLst>
              <a:path w="42" h="42">
                <a:moveTo>
                  <a:pt x="0" y="21"/>
                </a:moveTo>
                <a:cubicBezTo>
                  <a:pt x="0" y="-7"/>
                  <a:pt x="42" y="-7"/>
                  <a:pt x="42" y="21"/>
                </a:cubicBezTo>
                <a:cubicBezTo>
                  <a:pt x="42" y="49"/>
                  <a:pt x="0" y="49"/>
                  <a:pt x="0" y="21"/>
                </a:cubicBezTo>
                <a:close/>
              </a:path>
            </a:pathLst>
          </a:custGeom>
          <a:solidFill>
            <a:srgbClr val="2A9D8F">
              <a:alpha val="50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577" name=""/>
          <p:cNvSpPr/>
          <p:nvPr/>
        </p:nvSpPr>
        <p:spPr>
          <a:xfrm>
            <a:off x="559440" y="1360800"/>
            <a:ext cx="15120" cy="15120"/>
          </a:xfrm>
          <a:custGeom>
            <a:avLst/>
            <a:gdLst/>
            <a:ahLst/>
            <a:rect l="0" t="0" r="r" b="b"/>
            <a:pathLst>
              <a:path fill="none" w="42" h="42">
                <a:moveTo>
                  <a:pt x="42" y="21"/>
                </a:moveTo>
                <a:cubicBezTo>
                  <a:pt x="42" y="49"/>
                  <a:pt x="0" y="49"/>
                  <a:pt x="0" y="21"/>
                </a:cubicBezTo>
                <a:cubicBezTo>
                  <a:pt x="0" y="-7"/>
                  <a:pt x="42" y="-7"/>
                  <a:pt x="42" y="21"/>
                </a:cubicBezTo>
              </a:path>
            </a:pathLst>
          </a:custGeom>
          <a:ln cap="rnd" w="0">
            <a:solidFill>
              <a:srgbClr val="2A9D8F">
                <a:alpha val="50000"/>
              </a:srgbClr>
            </a:solidFill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78" name=""/>
          <p:cNvSpPr/>
          <p:nvPr/>
        </p:nvSpPr>
        <p:spPr>
          <a:xfrm>
            <a:off x="1047600" y="1415520"/>
            <a:ext cx="15480" cy="15120"/>
          </a:xfrm>
          <a:custGeom>
            <a:avLst/>
            <a:gdLst/>
            <a:ahLst/>
            <a:rect l="0" t="0" r="r" b="b"/>
            <a:pathLst>
              <a:path w="43" h="42">
                <a:moveTo>
                  <a:pt x="0" y="20"/>
                </a:moveTo>
                <a:cubicBezTo>
                  <a:pt x="0" y="-7"/>
                  <a:pt x="43" y="-7"/>
                  <a:pt x="43" y="20"/>
                </a:cubicBezTo>
                <a:cubicBezTo>
                  <a:pt x="43" y="49"/>
                  <a:pt x="0" y="49"/>
                  <a:pt x="0" y="20"/>
                </a:cubicBezTo>
                <a:close/>
              </a:path>
            </a:pathLst>
          </a:custGeom>
          <a:solidFill>
            <a:srgbClr val="2A9D8F">
              <a:alpha val="50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579" name=""/>
          <p:cNvSpPr/>
          <p:nvPr/>
        </p:nvSpPr>
        <p:spPr>
          <a:xfrm>
            <a:off x="1047600" y="1415520"/>
            <a:ext cx="15480" cy="15120"/>
          </a:xfrm>
          <a:custGeom>
            <a:avLst/>
            <a:gdLst/>
            <a:ahLst/>
            <a:rect l="0" t="0" r="r" b="b"/>
            <a:pathLst>
              <a:path fill="none" w="43" h="42">
                <a:moveTo>
                  <a:pt x="43" y="20"/>
                </a:moveTo>
                <a:cubicBezTo>
                  <a:pt x="43" y="49"/>
                  <a:pt x="0" y="49"/>
                  <a:pt x="0" y="20"/>
                </a:cubicBezTo>
                <a:cubicBezTo>
                  <a:pt x="0" y="-7"/>
                  <a:pt x="43" y="-7"/>
                  <a:pt x="43" y="20"/>
                </a:cubicBezTo>
              </a:path>
            </a:pathLst>
          </a:custGeom>
          <a:ln cap="rnd" w="0">
            <a:solidFill>
              <a:srgbClr val="2A9D8F">
                <a:alpha val="50000"/>
              </a:srgbClr>
            </a:solidFill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80" name=""/>
          <p:cNvSpPr/>
          <p:nvPr/>
        </p:nvSpPr>
        <p:spPr>
          <a:xfrm>
            <a:off x="1071000" y="1732680"/>
            <a:ext cx="15120" cy="15480"/>
          </a:xfrm>
          <a:custGeom>
            <a:avLst/>
            <a:gdLst/>
            <a:ahLst/>
            <a:rect l="0" t="0" r="r" b="b"/>
            <a:pathLst>
              <a:path w="42" h="43">
                <a:moveTo>
                  <a:pt x="0" y="22"/>
                </a:moveTo>
                <a:cubicBezTo>
                  <a:pt x="0" y="-7"/>
                  <a:pt x="42" y="-7"/>
                  <a:pt x="42" y="22"/>
                </a:cubicBezTo>
                <a:cubicBezTo>
                  <a:pt x="42" y="50"/>
                  <a:pt x="0" y="50"/>
                  <a:pt x="0" y="22"/>
                </a:cubicBezTo>
                <a:close/>
              </a:path>
            </a:pathLst>
          </a:custGeom>
          <a:solidFill>
            <a:srgbClr val="2A9D8F">
              <a:alpha val="50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581" name=""/>
          <p:cNvSpPr/>
          <p:nvPr/>
        </p:nvSpPr>
        <p:spPr>
          <a:xfrm>
            <a:off x="1071000" y="1732680"/>
            <a:ext cx="15120" cy="15480"/>
          </a:xfrm>
          <a:custGeom>
            <a:avLst/>
            <a:gdLst/>
            <a:ahLst/>
            <a:rect l="0" t="0" r="r" b="b"/>
            <a:pathLst>
              <a:path fill="none" w="42" h="43">
                <a:moveTo>
                  <a:pt x="42" y="22"/>
                </a:moveTo>
                <a:cubicBezTo>
                  <a:pt x="42" y="50"/>
                  <a:pt x="0" y="50"/>
                  <a:pt x="0" y="22"/>
                </a:cubicBezTo>
                <a:cubicBezTo>
                  <a:pt x="0" y="-7"/>
                  <a:pt x="42" y="-7"/>
                  <a:pt x="42" y="22"/>
                </a:cubicBezTo>
              </a:path>
            </a:pathLst>
          </a:custGeom>
          <a:ln cap="rnd" w="0">
            <a:solidFill>
              <a:srgbClr val="2A9D8F">
                <a:alpha val="50000"/>
              </a:srgbClr>
            </a:solidFill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82" name=""/>
          <p:cNvSpPr/>
          <p:nvPr/>
        </p:nvSpPr>
        <p:spPr>
          <a:xfrm>
            <a:off x="1621440" y="1828080"/>
            <a:ext cx="15480" cy="15480"/>
          </a:xfrm>
          <a:custGeom>
            <a:avLst/>
            <a:gdLst/>
            <a:ahLst/>
            <a:rect l="0" t="0" r="r" b="b"/>
            <a:pathLst>
              <a:path w="43" h="43">
                <a:moveTo>
                  <a:pt x="0" y="21"/>
                </a:moveTo>
                <a:cubicBezTo>
                  <a:pt x="0" y="-7"/>
                  <a:pt x="43" y="-7"/>
                  <a:pt x="43" y="21"/>
                </a:cubicBezTo>
                <a:cubicBezTo>
                  <a:pt x="43" y="50"/>
                  <a:pt x="0" y="50"/>
                  <a:pt x="0" y="21"/>
                </a:cubicBezTo>
                <a:close/>
              </a:path>
            </a:pathLst>
          </a:custGeom>
          <a:solidFill>
            <a:srgbClr val="2A9D8F">
              <a:alpha val="50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583" name=""/>
          <p:cNvSpPr/>
          <p:nvPr/>
        </p:nvSpPr>
        <p:spPr>
          <a:xfrm>
            <a:off x="1621440" y="1828080"/>
            <a:ext cx="15480" cy="15480"/>
          </a:xfrm>
          <a:custGeom>
            <a:avLst/>
            <a:gdLst/>
            <a:ahLst/>
            <a:rect l="0" t="0" r="r" b="b"/>
            <a:pathLst>
              <a:path fill="none" w="43" h="43">
                <a:moveTo>
                  <a:pt x="43" y="21"/>
                </a:moveTo>
                <a:cubicBezTo>
                  <a:pt x="43" y="50"/>
                  <a:pt x="0" y="50"/>
                  <a:pt x="0" y="21"/>
                </a:cubicBezTo>
                <a:cubicBezTo>
                  <a:pt x="0" y="-7"/>
                  <a:pt x="43" y="-7"/>
                  <a:pt x="43" y="21"/>
                </a:cubicBezTo>
              </a:path>
            </a:pathLst>
          </a:custGeom>
          <a:ln cap="rnd" w="0">
            <a:solidFill>
              <a:srgbClr val="2A9D8F">
                <a:alpha val="50000"/>
              </a:srgbClr>
            </a:solidFill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84" name=""/>
          <p:cNvSpPr/>
          <p:nvPr/>
        </p:nvSpPr>
        <p:spPr>
          <a:xfrm>
            <a:off x="1038960" y="1765080"/>
            <a:ext cx="15480" cy="15840"/>
          </a:xfrm>
          <a:custGeom>
            <a:avLst/>
            <a:gdLst/>
            <a:ahLst/>
            <a:rect l="0" t="0" r="r" b="b"/>
            <a:pathLst>
              <a:path w="43" h="44">
                <a:moveTo>
                  <a:pt x="0" y="22"/>
                </a:moveTo>
                <a:cubicBezTo>
                  <a:pt x="0" y="-7"/>
                  <a:pt x="43" y="-7"/>
                  <a:pt x="43" y="22"/>
                </a:cubicBezTo>
                <a:cubicBezTo>
                  <a:pt x="43" y="51"/>
                  <a:pt x="0" y="51"/>
                  <a:pt x="0" y="22"/>
                </a:cubicBezTo>
                <a:close/>
              </a:path>
            </a:pathLst>
          </a:custGeom>
          <a:solidFill>
            <a:srgbClr val="2A9D8F">
              <a:alpha val="50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585" name=""/>
          <p:cNvSpPr/>
          <p:nvPr/>
        </p:nvSpPr>
        <p:spPr>
          <a:xfrm>
            <a:off x="1038960" y="1765080"/>
            <a:ext cx="15480" cy="15840"/>
          </a:xfrm>
          <a:custGeom>
            <a:avLst/>
            <a:gdLst/>
            <a:ahLst/>
            <a:rect l="0" t="0" r="r" b="b"/>
            <a:pathLst>
              <a:path fill="none" w="43" h="44">
                <a:moveTo>
                  <a:pt x="43" y="22"/>
                </a:moveTo>
                <a:cubicBezTo>
                  <a:pt x="43" y="51"/>
                  <a:pt x="0" y="51"/>
                  <a:pt x="0" y="22"/>
                </a:cubicBezTo>
                <a:cubicBezTo>
                  <a:pt x="0" y="-7"/>
                  <a:pt x="43" y="-7"/>
                  <a:pt x="43" y="22"/>
                </a:cubicBezTo>
              </a:path>
            </a:pathLst>
          </a:custGeom>
          <a:ln cap="rnd" w="0">
            <a:solidFill>
              <a:srgbClr val="2A9D8F">
                <a:alpha val="50000"/>
              </a:srgbClr>
            </a:solidFill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86" name=""/>
          <p:cNvSpPr/>
          <p:nvPr/>
        </p:nvSpPr>
        <p:spPr>
          <a:xfrm>
            <a:off x="1069560" y="1149120"/>
            <a:ext cx="15120" cy="15120"/>
          </a:xfrm>
          <a:custGeom>
            <a:avLst/>
            <a:gdLst/>
            <a:ahLst/>
            <a:rect l="0" t="0" r="r" b="b"/>
            <a:pathLst>
              <a:path w="42" h="42">
                <a:moveTo>
                  <a:pt x="0" y="20"/>
                </a:moveTo>
                <a:cubicBezTo>
                  <a:pt x="0" y="-7"/>
                  <a:pt x="42" y="-7"/>
                  <a:pt x="42" y="20"/>
                </a:cubicBezTo>
                <a:cubicBezTo>
                  <a:pt x="42" y="49"/>
                  <a:pt x="0" y="49"/>
                  <a:pt x="0" y="20"/>
                </a:cubicBezTo>
                <a:close/>
              </a:path>
            </a:pathLst>
          </a:custGeom>
          <a:solidFill>
            <a:srgbClr val="2A9D8F">
              <a:alpha val="50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587" name=""/>
          <p:cNvSpPr/>
          <p:nvPr/>
        </p:nvSpPr>
        <p:spPr>
          <a:xfrm>
            <a:off x="1069560" y="1149120"/>
            <a:ext cx="15120" cy="15120"/>
          </a:xfrm>
          <a:custGeom>
            <a:avLst/>
            <a:gdLst/>
            <a:ahLst/>
            <a:rect l="0" t="0" r="r" b="b"/>
            <a:pathLst>
              <a:path fill="none" w="42" h="42">
                <a:moveTo>
                  <a:pt x="42" y="20"/>
                </a:moveTo>
                <a:cubicBezTo>
                  <a:pt x="42" y="49"/>
                  <a:pt x="0" y="49"/>
                  <a:pt x="0" y="20"/>
                </a:cubicBezTo>
                <a:cubicBezTo>
                  <a:pt x="0" y="-7"/>
                  <a:pt x="42" y="-7"/>
                  <a:pt x="42" y="20"/>
                </a:cubicBezTo>
              </a:path>
            </a:pathLst>
          </a:custGeom>
          <a:ln cap="rnd" w="0">
            <a:solidFill>
              <a:srgbClr val="2A9D8F">
                <a:alpha val="50000"/>
              </a:srgbClr>
            </a:solidFill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88" name=""/>
          <p:cNvSpPr/>
          <p:nvPr/>
        </p:nvSpPr>
        <p:spPr>
          <a:xfrm>
            <a:off x="1588320" y="1679400"/>
            <a:ext cx="15480" cy="15120"/>
          </a:xfrm>
          <a:custGeom>
            <a:avLst/>
            <a:gdLst/>
            <a:ahLst/>
            <a:rect l="0" t="0" r="r" b="b"/>
            <a:pathLst>
              <a:path w="43" h="42">
                <a:moveTo>
                  <a:pt x="0" y="21"/>
                </a:moveTo>
                <a:cubicBezTo>
                  <a:pt x="0" y="-7"/>
                  <a:pt x="43" y="-7"/>
                  <a:pt x="43" y="21"/>
                </a:cubicBezTo>
                <a:cubicBezTo>
                  <a:pt x="43" y="49"/>
                  <a:pt x="0" y="49"/>
                  <a:pt x="0" y="21"/>
                </a:cubicBezTo>
                <a:close/>
              </a:path>
            </a:pathLst>
          </a:custGeom>
          <a:solidFill>
            <a:srgbClr val="2A9D8F">
              <a:alpha val="50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589" name=""/>
          <p:cNvSpPr/>
          <p:nvPr/>
        </p:nvSpPr>
        <p:spPr>
          <a:xfrm>
            <a:off x="1588320" y="1679400"/>
            <a:ext cx="15480" cy="15120"/>
          </a:xfrm>
          <a:custGeom>
            <a:avLst/>
            <a:gdLst/>
            <a:ahLst/>
            <a:rect l="0" t="0" r="r" b="b"/>
            <a:pathLst>
              <a:path fill="none" w="43" h="42">
                <a:moveTo>
                  <a:pt x="43" y="21"/>
                </a:moveTo>
                <a:cubicBezTo>
                  <a:pt x="43" y="49"/>
                  <a:pt x="0" y="49"/>
                  <a:pt x="0" y="21"/>
                </a:cubicBezTo>
                <a:cubicBezTo>
                  <a:pt x="0" y="-7"/>
                  <a:pt x="43" y="-7"/>
                  <a:pt x="43" y="21"/>
                </a:cubicBezTo>
              </a:path>
            </a:pathLst>
          </a:custGeom>
          <a:ln cap="rnd" w="0">
            <a:solidFill>
              <a:srgbClr val="2A9D8F">
                <a:alpha val="50000"/>
              </a:srgbClr>
            </a:solidFill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90" name=""/>
          <p:cNvSpPr/>
          <p:nvPr/>
        </p:nvSpPr>
        <p:spPr>
          <a:xfrm>
            <a:off x="1061640" y="1637640"/>
            <a:ext cx="15120" cy="15120"/>
          </a:xfrm>
          <a:custGeom>
            <a:avLst/>
            <a:gdLst/>
            <a:ahLst/>
            <a:rect l="0" t="0" r="r" b="b"/>
            <a:pathLst>
              <a:path w="42" h="42">
                <a:moveTo>
                  <a:pt x="0" y="20"/>
                </a:moveTo>
                <a:cubicBezTo>
                  <a:pt x="0" y="-7"/>
                  <a:pt x="42" y="-7"/>
                  <a:pt x="42" y="20"/>
                </a:cubicBezTo>
                <a:cubicBezTo>
                  <a:pt x="42" y="49"/>
                  <a:pt x="0" y="49"/>
                  <a:pt x="0" y="20"/>
                </a:cubicBezTo>
                <a:close/>
              </a:path>
            </a:pathLst>
          </a:custGeom>
          <a:solidFill>
            <a:srgbClr val="2A9D8F">
              <a:alpha val="50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591" name=""/>
          <p:cNvSpPr/>
          <p:nvPr/>
        </p:nvSpPr>
        <p:spPr>
          <a:xfrm>
            <a:off x="1061640" y="1637640"/>
            <a:ext cx="15120" cy="15120"/>
          </a:xfrm>
          <a:custGeom>
            <a:avLst/>
            <a:gdLst/>
            <a:ahLst/>
            <a:rect l="0" t="0" r="r" b="b"/>
            <a:pathLst>
              <a:path fill="none" w="42" h="42">
                <a:moveTo>
                  <a:pt x="42" y="20"/>
                </a:moveTo>
                <a:cubicBezTo>
                  <a:pt x="42" y="49"/>
                  <a:pt x="0" y="49"/>
                  <a:pt x="0" y="20"/>
                </a:cubicBezTo>
                <a:cubicBezTo>
                  <a:pt x="0" y="-7"/>
                  <a:pt x="42" y="-7"/>
                  <a:pt x="42" y="20"/>
                </a:cubicBezTo>
              </a:path>
            </a:pathLst>
          </a:custGeom>
          <a:ln cap="rnd" w="0">
            <a:solidFill>
              <a:srgbClr val="2A9D8F">
                <a:alpha val="50000"/>
              </a:srgbClr>
            </a:solidFill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92" name=""/>
          <p:cNvSpPr/>
          <p:nvPr/>
        </p:nvSpPr>
        <p:spPr>
          <a:xfrm>
            <a:off x="1527120" y="1706760"/>
            <a:ext cx="15120" cy="15840"/>
          </a:xfrm>
          <a:custGeom>
            <a:avLst/>
            <a:gdLst/>
            <a:ahLst/>
            <a:rect l="0" t="0" r="r" b="b"/>
            <a:pathLst>
              <a:path w="42" h="44">
                <a:moveTo>
                  <a:pt x="0" y="22"/>
                </a:moveTo>
                <a:cubicBezTo>
                  <a:pt x="0" y="-7"/>
                  <a:pt x="42" y="-7"/>
                  <a:pt x="42" y="22"/>
                </a:cubicBezTo>
                <a:cubicBezTo>
                  <a:pt x="42" y="51"/>
                  <a:pt x="0" y="51"/>
                  <a:pt x="0" y="22"/>
                </a:cubicBezTo>
                <a:close/>
              </a:path>
            </a:pathLst>
          </a:custGeom>
          <a:solidFill>
            <a:srgbClr val="2A9D8F">
              <a:alpha val="50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593" name=""/>
          <p:cNvSpPr/>
          <p:nvPr/>
        </p:nvSpPr>
        <p:spPr>
          <a:xfrm>
            <a:off x="1527120" y="1706760"/>
            <a:ext cx="15120" cy="15840"/>
          </a:xfrm>
          <a:custGeom>
            <a:avLst/>
            <a:gdLst/>
            <a:ahLst/>
            <a:rect l="0" t="0" r="r" b="b"/>
            <a:pathLst>
              <a:path fill="none" w="42" h="44">
                <a:moveTo>
                  <a:pt x="42" y="22"/>
                </a:moveTo>
                <a:cubicBezTo>
                  <a:pt x="42" y="51"/>
                  <a:pt x="0" y="51"/>
                  <a:pt x="0" y="22"/>
                </a:cubicBezTo>
                <a:cubicBezTo>
                  <a:pt x="0" y="-7"/>
                  <a:pt x="42" y="-7"/>
                  <a:pt x="42" y="22"/>
                </a:cubicBezTo>
              </a:path>
            </a:pathLst>
          </a:custGeom>
          <a:ln cap="rnd" w="0">
            <a:solidFill>
              <a:srgbClr val="2A9D8F">
                <a:alpha val="50000"/>
              </a:srgbClr>
            </a:solidFill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94" name=""/>
          <p:cNvSpPr/>
          <p:nvPr/>
        </p:nvSpPr>
        <p:spPr>
          <a:xfrm>
            <a:off x="560520" y="1701720"/>
            <a:ext cx="15480" cy="15120"/>
          </a:xfrm>
          <a:custGeom>
            <a:avLst/>
            <a:gdLst/>
            <a:ahLst/>
            <a:rect l="0" t="0" r="r" b="b"/>
            <a:pathLst>
              <a:path w="43" h="42">
                <a:moveTo>
                  <a:pt x="0" y="21"/>
                </a:moveTo>
                <a:cubicBezTo>
                  <a:pt x="0" y="-7"/>
                  <a:pt x="43" y="-7"/>
                  <a:pt x="43" y="21"/>
                </a:cubicBezTo>
                <a:cubicBezTo>
                  <a:pt x="43" y="49"/>
                  <a:pt x="0" y="49"/>
                  <a:pt x="0" y="21"/>
                </a:cubicBezTo>
                <a:close/>
              </a:path>
            </a:pathLst>
          </a:custGeom>
          <a:solidFill>
            <a:srgbClr val="2A9D8F">
              <a:alpha val="50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595" name=""/>
          <p:cNvSpPr/>
          <p:nvPr/>
        </p:nvSpPr>
        <p:spPr>
          <a:xfrm>
            <a:off x="560520" y="1701720"/>
            <a:ext cx="15480" cy="15120"/>
          </a:xfrm>
          <a:custGeom>
            <a:avLst/>
            <a:gdLst/>
            <a:ahLst/>
            <a:rect l="0" t="0" r="r" b="b"/>
            <a:pathLst>
              <a:path fill="none" w="43" h="42">
                <a:moveTo>
                  <a:pt x="43" y="21"/>
                </a:moveTo>
                <a:cubicBezTo>
                  <a:pt x="43" y="49"/>
                  <a:pt x="0" y="49"/>
                  <a:pt x="0" y="21"/>
                </a:cubicBezTo>
                <a:cubicBezTo>
                  <a:pt x="0" y="-7"/>
                  <a:pt x="43" y="-7"/>
                  <a:pt x="43" y="21"/>
                </a:cubicBezTo>
              </a:path>
            </a:pathLst>
          </a:custGeom>
          <a:ln cap="rnd" w="0">
            <a:solidFill>
              <a:srgbClr val="2A9D8F">
                <a:alpha val="50000"/>
              </a:srgbClr>
            </a:solidFill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96" name=""/>
          <p:cNvSpPr/>
          <p:nvPr/>
        </p:nvSpPr>
        <p:spPr>
          <a:xfrm>
            <a:off x="591120" y="1417680"/>
            <a:ext cx="15120" cy="15120"/>
          </a:xfrm>
          <a:custGeom>
            <a:avLst/>
            <a:gdLst/>
            <a:ahLst/>
            <a:rect l="0" t="0" r="r" b="b"/>
            <a:pathLst>
              <a:path w="42" h="42">
                <a:moveTo>
                  <a:pt x="0" y="21"/>
                </a:moveTo>
                <a:cubicBezTo>
                  <a:pt x="0" y="-7"/>
                  <a:pt x="42" y="-7"/>
                  <a:pt x="42" y="21"/>
                </a:cubicBezTo>
                <a:cubicBezTo>
                  <a:pt x="42" y="49"/>
                  <a:pt x="0" y="49"/>
                  <a:pt x="0" y="21"/>
                </a:cubicBezTo>
                <a:close/>
              </a:path>
            </a:pathLst>
          </a:custGeom>
          <a:solidFill>
            <a:srgbClr val="2A9D8F">
              <a:alpha val="50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597" name=""/>
          <p:cNvSpPr/>
          <p:nvPr/>
        </p:nvSpPr>
        <p:spPr>
          <a:xfrm>
            <a:off x="591120" y="1417680"/>
            <a:ext cx="15120" cy="15120"/>
          </a:xfrm>
          <a:custGeom>
            <a:avLst/>
            <a:gdLst/>
            <a:ahLst/>
            <a:rect l="0" t="0" r="r" b="b"/>
            <a:pathLst>
              <a:path fill="none" w="42" h="42">
                <a:moveTo>
                  <a:pt x="42" y="21"/>
                </a:moveTo>
                <a:cubicBezTo>
                  <a:pt x="42" y="49"/>
                  <a:pt x="0" y="49"/>
                  <a:pt x="0" y="21"/>
                </a:cubicBezTo>
                <a:cubicBezTo>
                  <a:pt x="0" y="-7"/>
                  <a:pt x="42" y="-7"/>
                  <a:pt x="42" y="21"/>
                </a:cubicBezTo>
              </a:path>
            </a:pathLst>
          </a:custGeom>
          <a:ln cap="rnd" w="0">
            <a:solidFill>
              <a:srgbClr val="2A9D8F">
                <a:alpha val="50000"/>
              </a:srgbClr>
            </a:solidFill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98" name=""/>
          <p:cNvSpPr/>
          <p:nvPr/>
        </p:nvSpPr>
        <p:spPr>
          <a:xfrm>
            <a:off x="1530360" y="1302840"/>
            <a:ext cx="15120" cy="15120"/>
          </a:xfrm>
          <a:custGeom>
            <a:avLst/>
            <a:gdLst/>
            <a:ahLst/>
            <a:rect l="0" t="0" r="r" b="b"/>
            <a:pathLst>
              <a:path w="42" h="42">
                <a:moveTo>
                  <a:pt x="0" y="22"/>
                </a:moveTo>
                <a:cubicBezTo>
                  <a:pt x="0" y="-7"/>
                  <a:pt x="42" y="-7"/>
                  <a:pt x="42" y="22"/>
                </a:cubicBezTo>
                <a:cubicBezTo>
                  <a:pt x="42" y="49"/>
                  <a:pt x="0" y="49"/>
                  <a:pt x="0" y="22"/>
                </a:cubicBezTo>
                <a:close/>
              </a:path>
            </a:pathLst>
          </a:custGeom>
          <a:solidFill>
            <a:srgbClr val="2A9D8F">
              <a:alpha val="50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599" name=""/>
          <p:cNvSpPr/>
          <p:nvPr/>
        </p:nvSpPr>
        <p:spPr>
          <a:xfrm>
            <a:off x="1530360" y="1302840"/>
            <a:ext cx="15120" cy="15120"/>
          </a:xfrm>
          <a:custGeom>
            <a:avLst/>
            <a:gdLst/>
            <a:ahLst/>
            <a:rect l="0" t="0" r="r" b="b"/>
            <a:pathLst>
              <a:path fill="none" w="42" h="42">
                <a:moveTo>
                  <a:pt x="42" y="22"/>
                </a:moveTo>
                <a:cubicBezTo>
                  <a:pt x="42" y="49"/>
                  <a:pt x="0" y="49"/>
                  <a:pt x="0" y="22"/>
                </a:cubicBezTo>
                <a:cubicBezTo>
                  <a:pt x="0" y="-7"/>
                  <a:pt x="42" y="-7"/>
                  <a:pt x="42" y="22"/>
                </a:cubicBezTo>
              </a:path>
            </a:pathLst>
          </a:custGeom>
          <a:ln cap="rnd" w="0">
            <a:solidFill>
              <a:srgbClr val="2A9D8F">
                <a:alpha val="50000"/>
              </a:srgbClr>
            </a:solidFill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00" name=""/>
          <p:cNvSpPr/>
          <p:nvPr/>
        </p:nvSpPr>
        <p:spPr>
          <a:xfrm>
            <a:off x="2071440" y="1376640"/>
            <a:ext cx="15120" cy="15120"/>
          </a:xfrm>
          <a:custGeom>
            <a:avLst/>
            <a:gdLst/>
            <a:ahLst/>
            <a:rect l="0" t="0" r="r" b="b"/>
            <a:pathLst>
              <a:path w="42" h="42">
                <a:moveTo>
                  <a:pt x="0" y="21"/>
                </a:moveTo>
                <a:cubicBezTo>
                  <a:pt x="0" y="-7"/>
                  <a:pt x="42" y="-7"/>
                  <a:pt x="42" y="21"/>
                </a:cubicBezTo>
                <a:cubicBezTo>
                  <a:pt x="42" y="49"/>
                  <a:pt x="0" y="49"/>
                  <a:pt x="0" y="21"/>
                </a:cubicBezTo>
                <a:close/>
              </a:path>
            </a:pathLst>
          </a:custGeom>
          <a:solidFill>
            <a:srgbClr val="2A9D8F">
              <a:alpha val="50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601" name=""/>
          <p:cNvSpPr/>
          <p:nvPr/>
        </p:nvSpPr>
        <p:spPr>
          <a:xfrm>
            <a:off x="2071440" y="1376640"/>
            <a:ext cx="15120" cy="15120"/>
          </a:xfrm>
          <a:custGeom>
            <a:avLst/>
            <a:gdLst/>
            <a:ahLst/>
            <a:rect l="0" t="0" r="r" b="b"/>
            <a:pathLst>
              <a:path fill="none" w="42" h="42">
                <a:moveTo>
                  <a:pt x="42" y="21"/>
                </a:moveTo>
                <a:cubicBezTo>
                  <a:pt x="42" y="49"/>
                  <a:pt x="0" y="49"/>
                  <a:pt x="0" y="21"/>
                </a:cubicBezTo>
                <a:cubicBezTo>
                  <a:pt x="0" y="-7"/>
                  <a:pt x="42" y="-7"/>
                  <a:pt x="42" y="21"/>
                </a:cubicBezTo>
              </a:path>
            </a:pathLst>
          </a:custGeom>
          <a:ln cap="rnd" w="0">
            <a:solidFill>
              <a:srgbClr val="2A9D8F">
                <a:alpha val="50000"/>
              </a:srgbClr>
            </a:solidFill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02" name=""/>
          <p:cNvSpPr/>
          <p:nvPr/>
        </p:nvSpPr>
        <p:spPr>
          <a:xfrm>
            <a:off x="1573920" y="1666440"/>
            <a:ext cx="15480" cy="15120"/>
          </a:xfrm>
          <a:custGeom>
            <a:avLst/>
            <a:gdLst/>
            <a:ahLst/>
            <a:rect l="0" t="0" r="r" b="b"/>
            <a:pathLst>
              <a:path w="43" h="42">
                <a:moveTo>
                  <a:pt x="0" y="21"/>
                </a:moveTo>
                <a:cubicBezTo>
                  <a:pt x="0" y="-7"/>
                  <a:pt x="43" y="-7"/>
                  <a:pt x="43" y="21"/>
                </a:cubicBezTo>
                <a:cubicBezTo>
                  <a:pt x="43" y="49"/>
                  <a:pt x="0" y="49"/>
                  <a:pt x="0" y="21"/>
                </a:cubicBezTo>
                <a:close/>
              </a:path>
            </a:pathLst>
          </a:custGeom>
          <a:solidFill>
            <a:srgbClr val="2A9D8F">
              <a:alpha val="50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603" name=""/>
          <p:cNvSpPr/>
          <p:nvPr/>
        </p:nvSpPr>
        <p:spPr>
          <a:xfrm>
            <a:off x="1573920" y="1666440"/>
            <a:ext cx="15480" cy="15120"/>
          </a:xfrm>
          <a:custGeom>
            <a:avLst/>
            <a:gdLst/>
            <a:ahLst/>
            <a:rect l="0" t="0" r="r" b="b"/>
            <a:pathLst>
              <a:path fill="none" w="43" h="42">
                <a:moveTo>
                  <a:pt x="43" y="21"/>
                </a:moveTo>
                <a:cubicBezTo>
                  <a:pt x="43" y="49"/>
                  <a:pt x="0" y="49"/>
                  <a:pt x="0" y="21"/>
                </a:cubicBezTo>
                <a:cubicBezTo>
                  <a:pt x="0" y="-7"/>
                  <a:pt x="43" y="-7"/>
                  <a:pt x="43" y="21"/>
                </a:cubicBezTo>
              </a:path>
            </a:pathLst>
          </a:custGeom>
          <a:ln cap="rnd" w="0">
            <a:solidFill>
              <a:srgbClr val="2A9D8F">
                <a:alpha val="50000"/>
              </a:srgbClr>
            </a:solidFill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04" name=""/>
          <p:cNvSpPr/>
          <p:nvPr/>
        </p:nvSpPr>
        <p:spPr>
          <a:xfrm>
            <a:off x="1051920" y="995400"/>
            <a:ext cx="15120" cy="15480"/>
          </a:xfrm>
          <a:custGeom>
            <a:avLst/>
            <a:gdLst/>
            <a:ahLst/>
            <a:rect l="0" t="0" r="r" b="b"/>
            <a:pathLst>
              <a:path w="42" h="43">
                <a:moveTo>
                  <a:pt x="0" y="22"/>
                </a:moveTo>
                <a:cubicBezTo>
                  <a:pt x="0" y="-7"/>
                  <a:pt x="42" y="-7"/>
                  <a:pt x="42" y="22"/>
                </a:cubicBezTo>
                <a:cubicBezTo>
                  <a:pt x="42" y="50"/>
                  <a:pt x="0" y="50"/>
                  <a:pt x="0" y="22"/>
                </a:cubicBezTo>
                <a:close/>
              </a:path>
            </a:pathLst>
          </a:custGeom>
          <a:solidFill>
            <a:srgbClr val="2A9D8F">
              <a:alpha val="50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605" name=""/>
          <p:cNvSpPr/>
          <p:nvPr/>
        </p:nvSpPr>
        <p:spPr>
          <a:xfrm>
            <a:off x="1051920" y="995400"/>
            <a:ext cx="15120" cy="15480"/>
          </a:xfrm>
          <a:custGeom>
            <a:avLst/>
            <a:gdLst/>
            <a:ahLst/>
            <a:rect l="0" t="0" r="r" b="b"/>
            <a:pathLst>
              <a:path fill="none" w="42" h="43">
                <a:moveTo>
                  <a:pt x="42" y="22"/>
                </a:moveTo>
                <a:cubicBezTo>
                  <a:pt x="42" y="50"/>
                  <a:pt x="0" y="50"/>
                  <a:pt x="0" y="22"/>
                </a:cubicBezTo>
                <a:cubicBezTo>
                  <a:pt x="0" y="-7"/>
                  <a:pt x="42" y="-7"/>
                  <a:pt x="42" y="22"/>
                </a:cubicBezTo>
              </a:path>
            </a:pathLst>
          </a:custGeom>
          <a:ln cap="rnd" w="0">
            <a:solidFill>
              <a:srgbClr val="2A9D8F">
                <a:alpha val="50000"/>
              </a:srgbClr>
            </a:solidFill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06" name=""/>
          <p:cNvSpPr/>
          <p:nvPr/>
        </p:nvSpPr>
        <p:spPr>
          <a:xfrm>
            <a:off x="2050920" y="1362960"/>
            <a:ext cx="15480" cy="15480"/>
          </a:xfrm>
          <a:custGeom>
            <a:avLst/>
            <a:gdLst/>
            <a:ahLst/>
            <a:rect l="0" t="0" r="r" b="b"/>
            <a:pathLst>
              <a:path w="43" h="43">
                <a:moveTo>
                  <a:pt x="0" y="21"/>
                </a:moveTo>
                <a:cubicBezTo>
                  <a:pt x="0" y="-7"/>
                  <a:pt x="43" y="-7"/>
                  <a:pt x="43" y="21"/>
                </a:cubicBezTo>
                <a:cubicBezTo>
                  <a:pt x="43" y="50"/>
                  <a:pt x="0" y="50"/>
                  <a:pt x="0" y="21"/>
                </a:cubicBezTo>
                <a:close/>
              </a:path>
            </a:pathLst>
          </a:custGeom>
          <a:solidFill>
            <a:srgbClr val="2A9D8F">
              <a:alpha val="50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607" name=""/>
          <p:cNvSpPr/>
          <p:nvPr/>
        </p:nvSpPr>
        <p:spPr>
          <a:xfrm>
            <a:off x="2050920" y="1362960"/>
            <a:ext cx="15480" cy="15480"/>
          </a:xfrm>
          <a:custGeom>
            <a:avLst/>
            <a:gdLst/>
            <a:ahLst/>
            <a:rect l="0" t="0" r="r" b="b"/>
            <a:pathLst>
              <a:path fill="none" w="43" h="43">
                <a:moveTo>
                  <a:pt x="43" y="21"/>
                </a:moveTo>
                <a:cubicBezTo>
                  <a:pt x="43" y="50"/>
                  <a:pt x="0" y="50"/>
                  <a:pt x="0" y="21"/>
                </a:cubicBezTo>
                <a:cubicBezTo>
                  <a:pt x="0" y="-7"/>
                  <a:pt x="43" y="-7"/>
                  <a:pt x="43" y="21"/>
                </a:cubicBezTo>
              </a:path>
            </a:pathLst>
          </a:custGeom>
          <a:ln cap="rnd" w="0">
            <a:solidFill>
              <a:srgbClr val="2A9D8F">
                <a:alpha val="50000"/>
              </a:srgbClr>
            </a:solidFill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08" name=""/>
          <p:cNvSpPr/>
          <p:nvPr/>
        </p:nvSpPr>
        <p:spPr>
          <a:xfrm>
            <a:off x="564840" y="1534320"/>
            <a:ext cx="15120" cy="15120"/>
          </a:xfrm>
          <a:custGeom>
            <a:avLst/>
            <a:gdLst/>
            <a:ahLst/>
            <a:rect l="0" t="0" r="r" b="b"/>
            <a:pathLst>
              <a:path w="42" h="42">
                <a:moveTo>
                  <a:pt x="0" y="21"/>
                </a:moveTo>
                <a:cubicBezTo>
                  <a:pt x="0" y="-7"/>
                  <a:pt x="42" y="-7"/>
                  <a:pt x="42" y="21"/>
                </a:cubicBezTo>
                <a:cubicBezTo>
                  <a:pt x="42" y="49"/>
                  <a:pt x="0" y="49"/>
                  <a:pt x="0" y="21"/>
                </a:cubicBezTo>
                <a:close/>
              </a:path>
            </a:pathLst>
          </a:custGeom>
          <a:solidFill>
            <a:srgbClr val="2A9D8F">
              <a:alpha val="50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609" name=""/>
          <p:cNvSpPr/>
          <p:nvPr/>
        </p:nvSpPr>
        <p:spPr>
          <a:xfrm>
            <a:off x="564840" y="1534320"/>
            <a:ext cx="15120" cy="15120"/>
          </a:xfrm>
          <a:custGeom>
            <a:avLst/>
            <a:gdLst/>
            <a:ahLst/>
            <a:rect l="0" t="0" r="r" b="b"/>
            <a:pathLst>
              <a:path fill="none" w="42" h="42">
                <a:moveTo>
                  <a:pt x="42" y="21"/>
                </a:moveTo>
                <a:cubicBezTo>
                  <a:pt x="42" y="49"/>
                  <a:pt x="0" y="49"/>
                  <a:pt x="0" y="21"/>
                </a:cubicBezTo>
                <a:cubicBezTo>
                  <a:pt x="0" y="-7"/>
                  <a:pt x="42" y="-7"/>
                  <a:pt x="42" y="21"/>
                </a:cubicBezTo>
              </a:path>
            </a:pathLst>
          </a:custGeom>
          <a:ln cap="rnd" w="0">
            <a:solidFill>
              <a:srgbClr val="2A9D8F">
                <a:alpha val="50000"/>
              </a:srgbClr>
            </a:solidFill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10" name=""/>
          <p:cNvSpPr/>
          <p:nvPr/>
        </p:nvSpPr>
        <p:spPr>
          <a:xfrm>
            <a:off x="600120" y="1603440"/>
            <a:ext cx="15120" cy="15840"/>
          </a:xfrm>
          <a:custGeom>
            <a:avLst/>
            <a:gdLst/>
            <a:ahLst/>
            <a:rect l="0" t="0" r="r" b="b"/>
            <a:pathLst>
              <a:path w="42" h="44">
                <a:moveTo>
                  <a:pt x="0" y="22"/>
                </a:moveTo>
                <a:cubicBezTo>
                  <a:pt x="0" y="-7"/>
                  <a:pt x="42" y="-7"/>
                  <a:pt x="42" y="22"/>
                </a:cubicBezTo>
                <a:cubicBezTo>
                  <a:pt x="42" y="51"/>
                  <a:pt x="0" y="51"/>
                  <a:pt x="0" y="22"/>
                </a:cubicBezTo>
                <a:close/>
              </a:path>
            </a:pathLst>
          </a:custGeom>
          <a:solidFill>
            <a:srgbClr val="2A9D8F">
              <a:alpha val="50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611" name=""/>
          <p:cNvSpPr/>
          <p:nvPr/>
        </p:nvSpPr>
        <p:spPr>
          <a:xfrm>
            <a:off x="600120" y="1603440"/>
            <a:ext cx="15120" cy="15840"/>
          </a:xfrm>
          <a:custGeom>
            <a:avLst/>
            <a:gdLst/>
            <a:ahLst/>
            <a:rect l="0" t="0" r="r" b="b"/>
            <a:pathLst>
              <a:path fill="none" w="42" h="44">
                <a:moveTo>
                  <a:pt x="42" y="22"/>
                </a:moveTo>
                <a:cubicBezTo>
                  <a:pt x="42" y="51"/>
                  <a:pt x="0" y="51"/>
                  <a:pt x="0" y="22"/>
                </a:cubicBezTo>
                <a:cubicBezTo>
                  <a:pt x="0" y="-7"/>
                  <a:pt x="42" y="-7"/>
                  <a:pt x="42" y="22"/>
                </a:cubicBezTo>
              </a:path>
            </a:pathLst>
          </a:custGeom>
          <a:ln cap="rnd" w="0">
            <a:solidFill>
              <a:srgbClr val="2A9D8F">
                <a:alpha val="50000"/>
              </a:srgbClr>
            </a:solidFill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12" name=""/>
          <p:cNvSpPr/>
          <p:nvPr/>
        </p:nvSpPr>
        <p:spPr>
          <a:xfrm>
            <a:off x="1581120" y="1491120"/>
            <a:ext cx="15480" cy="15120"/>
          </a:xfrm>
          <a:custGeom>
            <a:avLst/>
            <a:gdLst/>
            <a:ahLst/>
            <a:rect l="0" t="0" r="r" b="b"/>
            <a:pathLst>
              <a:path w="43" h="42">
                <a:moveTo>
                  <a:pt x="0" y="22"/>
                </a:moveTo>
                <a:cubicBezTo>
                  <a:pt x="0" y="-7"/>
                  <a:pt x="43" y="-7"/>
                  <a:pt x="43" y="22"/>
                </a:cubicBezTo>
                <a:cubicBezTo>
                  <a:pt x="43" y="49"/>
                  <a:pt x="0" y="49"/>
                  <a:pt x="0" y="22"/>
                </a:cubicBezTo>
                <a:close/>
              </a:path>
            </a:pathLst>
          </a:custGeom>
          <a:solidFill>
            <a:srgbClr val="2A9D8F">
              <a:alpha val="50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613" name=""/>
          <p:cNvSpPr/>
          <p:nvPr/>
        </p:nvSpPr>
        <p:spPr>
          <a:xfrm>
            <a:off x="1581120" y="1491120"/>
            <a:ext cx="15480" cy="15120"/>
          </a:xfrm>
          <a:custGeom>
            <a:avLst/>
            <a:gdLst/>
            <a:ahLst/>
            <a:rect l="0" t="0" r="r" b="b"/>
            <a:pathLst>
              <a:path fill="none" w="43" h="42">
                <a:moveTo>
                  <a:pt x="43" y="22"/>
                </a:moveTo>
                <a:cubicBezTo>
                  <a:pt x="43" y="49"/>
                  <a:pt x="0" y="49"/>
                  <a:pt x="0" y="22"/>
                </a:cubicBezTo>
                <a:cubicBezTo>
                  <a:pt x="0" y="-7"/>
                  <a:pt x="43" y="-7"/>
                  <a:pt x="43" y="22"/>
                </a:cubicBezTo>
              </a:path>
            </a:pathLst>
          </a:custGeom>
          <a:ln cap="rnd" w="0">
            <a:solidFill>
              <a:srgbClr val="2A9D8F">
                <a:alpha val="50000"/>
              </a:srgbClr>
            </a:solidFill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14" name=""/>
          <p:cNvSpPr/>
          <p:nvPr/>
        </p:nvSpPr>
        <p:spPr>
          <a:xfrm>
            <a:off x="1085400" y="1618200"/>
            <a:ext cx="15480" cy="15480"/>
          </a:xfrm>
          <a:custGeom>
            <a:avLst/>
            <a:gdLst/>
            <a:ahLst/>
            <a:rect l="0" t="0" r="r" b="b"/>
            <a:pathLst>
              <a:path w="43" h="43">
                <a:moveTo>
                  <a:pt x="0" y="21"/>
                </a:moveTo>
                <a:cubicBezTo>
                  <a:pt x="0" y="-7"/>
                  <a:pt x="43" y="-7"/>
                  <a:pt x="43" y="21"/>
                </a:cubicBezTo>
                <a:cubicBezTo>
                  <a:pt x="43" y="50"/>
                  <a:pt x="0" y="50"/>
                  <a:pt x="0" y="21"/>
                </a:cubicBezTo>
                <a:close/>
              </a:path>
            </a:pathLst>
          </a:custGeom>
          <a:solidFill>
            <a:srgbClr val="2A9D8F">
              <a:alpha val="50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615" name=""/>
          <p:cNvSpPr/>
          <p:nvPr/>
        </p:nvSpPr>
        <p:spPr>
          <a:xfrm>
            <a:off x="1085400" y="1618200"/>
            <a:ext cx="15480" cy="15480"/>
          </a:xfrm>
          <a:custGeom>
            <a:avLst/>
            <a:gdLst/>
            <a:ahLst/>
            <a:rect l="0" t="0" r="r" b="b"/>
            <a:pathLst>
              <a:path fill="none" w="43" h="43">
                <a:moveTo>
                  <a:pt x="43" y="21"/>
                </a:moveTo>
                <a:cubicBezTo>
                  <a:pt x="43" y="50"/>
                  <a:pt x="0" y="50"/>
                  <a:pt x="0" y="21"/>
                </a:cubicBezTo>
                <a:cubicBezTo>
                  <a:pt x="0" y="-7"/>
                  <a:pt x="43" y="-7"/>
                  <a:pt x="43" y="21"/>
                </a:cubicBezTo>
              </a:path>
            </a:pathLst>
          </a:custGeom>
          <a:ln cap="rnd" w="0">
            <a:solidFill>
              <a:srgbClr val="2A9D8F">
                <a:alpha val="50000"/>
              </a:srgbClr>
            </a:solidFill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16" name=""/>
          <p:cNvSpPr/>
          <p:nvPr/>
        </p:nvSpPr>
        <p:spPr>
          <a:xfrm>
            <a:off x="640800" y="1715040"/>
            <a:ext cx="15480" cy="15480"/>
          </a:xfrm>
          <a:custGeom>
            <a:avLst/>
            <a:gdLst/>
            <a:ahLst/>
            <a:rect l="0" t="0" r="r" b="b"/>
            <a:pathLst>
              <a:path w="43" h="43">
                <a:moveTo>
                  <a:pt x="0" y="22"/>
                </a:moveTo>
                <a:cubicBezTo>
                  <a:pt x="0" y="-7"/>
                  <a:pt x="43" y="-7"/>
                  <a:pt x="43" y="22"/>
                </a:cubicBezTo>
                <a:cubicBezTo>
                  <a:pt x="43" y="50"/>
                  <a:pt x="0" y="50"/>
                  <a:pt x="0" y="22"/>
                </a:cubicBezTo>
                <a:close/>
              </a:path>
            </a:pathLst>
          </a:custGeom>
          <a:solidFill>
            <a:srgbClr val="2A9D8F">
              <a:alpha val="50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617" name=""/>
          <p:cNvSpPr/>
          <p:nvPr/>
        </p:nvSpPr>
        <p:spPr>
          <a:xfrm>
            <a:off x="640800" y="1715040"/>
            <a:ext cx="15480" cy="15480"/>
          </a:xfrm>
          <a:custGeom>
            <a:avLst/>
            <a:gdLst/>
            <a:ahLst/>
            <a:rect l="0" t="0" r="r" b="b"/>
            <a:pathLst>
              <a:path fill="none" w="43" h="43">
                <a:moveTo>
                  <a:pt x="43" y="22"/>
                </a:moveTo>
                <a:cubicBezTo>
                  <a:pt x="43" y="50"/>
                  <a:pt x="0" y="50"/>
                  <a:pt x="0" y="22"/>
                </a:cubicBezTo>
                <a:cubicBezTo>
                  <a:pt x="0" y="-7"/>
                  <a:pt x="43" y="-7"/>
                  <a:pt x="43" y="22"/>
                </a:cubicBezTo>
              </a:path>
            </a:pathLst>
          </a:custGeom>
          <a:ln cap="rnd" w="0">
            <a:solidFill>
              <a:srgbClr val="2A9D8F">
                <a:alpha val="50000"/>
              </a:srgbClr>
            </a:solidFill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18" name=""/>
          <p:cNvSpPr/>
          <p:nvPr/>
        </p:nvSpPr>
        <p:spPr>
          <a:xfrm>
            <a:off x="2029320" y="1480680"/>
            <a:ext cx="15840" cy="15120"/>
          </a:xfrm>
          <a:custGeom>
            <a:avLst/>
            <a:gdLst/>
            <a:ahLst/>
            <a:rect l="0" t="0" r="r" b="b"/>
            <a:pathLst>
              <a:path w="44" h="42">
                <a:moveTo>
                  <a:pt x="0" y="21"/>
                </a:moveTo>
                <a:cubicBezTo>
                  <a:pt x="0" y="-7"/>
                  <a:pt x="44" y="-7"/>
                  <a:pt x="44" y="21"/>
                </a:cubicBezTo>
                <a:cubicBezTo>
                  <a:pt x="44" y="49"/>
                  <a:pt x="0" y="49"/>
                  <a:pt x="0" y="21"/>
                </a:cubicBezTo>
                <a:close/>
              </a:path>
            </a:pathLst>
          </a:custGeom>
          <a:solidFill>
            <a:srgbClr val="2A9D8F">
              <a:alpha val="50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619" name=""/>
          <p:cNvSpPr/>
          <p:nvPr/>
        </p:nvSpPr>
        <p:spPr>
          <a:xfrm>
            <a:off x="2029320" y="1480680"/>
            <a:ext cx="15840" cy="15120"/>
          </a:xfrm>
          <a:custGeom>
            <a:avLst/>
            <a:gdLst/>
            <a:ahLst/>
            <a:rect l="0" t="0" r="r" b="b"/>
            <a:pathLst>
              <a:path fill="none" w="44" h="42">
                <a:moveTo>
                  <a:pt x="44" y="21"/>
                </a:moveTo>
                <a:cubicBezTo>
                  <a:pt x="44" y="49"/>
                  <a:pt x="0" y="49"/>
                  <a:pt x="0" y="21"/>
                </a:cubicBezTo>
                <a:cubicBezTo>
                  <a:pt x="0" y="-7"/>
                  <a:pt x="44" y="-7"/>
                  <a:pt x="44" y="21"/>
                </a:cubicBezTo>
              </a:path>
            </a:pathLst>
          </a:custGeom>
          <a:ln cap="rnd" w="0">
            <a:solidFill>
              <a:srgbClr val="2A9D8F">
                <a:alpha val="50000"/>
              </a:srgbClr>
            </a:solidFill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20" name=""/>
          <p:cNvSpPr/>
          <p:nvPr/>
        </p:nvSpPr>
        <p:spPr>
          <a:xfrm>
            <a:off x="1554480" y="1687680"/>
            <a:ext cx="15480" cy="15480"/>
          </a:xfrm>
          <a:custGeom>
            <a:avLst/>
            <a:gdLst/>
            <a:ahLst/>
            <a:rect l="0" t="0" r="r" b="b"/>
            <a:pathLst>
              <a:path w="43" h="43">
                <a:moveTo>
                  <a:pt x="0" y="22"/>
                </a:moveTo>
                <a:cubicBezTo>
                  <a:pt x="0" y="-7"/>
                  <a:pt x="43" y="-7"/>
                  <a:pt x="43" y="22"/>
                </a:cubicBezTo>
                <a:cubicBezTo>
                  <a:pt x="43" y="50"/>
                  <a:pt x="0" y="50"/>
                  <a:pt x="0" y="22"/>
                </a:cubicBezTo>
                <a:close/>
              </a:path>
            </a:pathLst>
          </a:custGeom>
          <a:solidFill>
            <a:srgbClr val="2A9D8F">
              <a:alpha val="50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621" name=""/>
          <p:cNvSpPr/>
          <p:nvPr/>
        </p:nvSpPr>
        <p:spPr>
          <a:xfrm>
            <a:off x="1554480" y="1687680"/>
            <a:ext cx="15480" cy="15480"/>
          </a:xfrm>
          <a:custGeom>
            <a:avLst/>
            <a:gdLst/>
            <a:ahLst/>
            <a:rect l="0" t="0" r="r" b="b"/>
            <a:pathLst>
              <a:path fill="none" w="43" h="43">
                <a:moveTo>
                  <a:pt x="43" y="22"/>
                </a:moveTo>
                <a:cubicBezTo>
                  <a:pt x="43" y="50"/>
                  <a:pt x="0" y="50"/>
                  <a:pt x="0" y="22"/>
                </a:cubicBezTo>
                <a:cubicBezTo>
                  <a:pt x="0" y="-7"/>
                  <a:pt x="43" y="-7"/>
                  <a:pt x="43" y="22"/>
                </a:cubicBezTo>
              </a:path>
            </a:pathLst>
          </a:custGeom>
          <a:ln cap="rnd" w="0">
            <a:solidFill>
              <a:srgbClr val="2A9D8F">
                <a:alpha val="50000"/>
              </a:srgbClr>
            </a:solidFill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22" name=""/>
          <p:cNvSpPr/>
          <p:nvPr/>
        </p:nvSpPr>
        <p:spPr>
          <a:xfrm>
            <a:off x="1549080" y="1563120"/>
            <a:ext cx="15120" cy="15120"/>
          </a:xfrm>
          <a:custGeom>
            <a:avLst/>
            <a:gdLst/>
            <a:ahLst/>
            <a:rect l="0" t="0" r="r" b="b"/>
            <a:pathLst>
              <a:path w="42" h="42">
                <a:moveTo>
                  <a:pt x="0" y="21"/>
                </a:moveTo>
                <a:cubicBezTo>
                  <a:pt x="0" y="-7"/>
                  <a:pt x="42" y="-7"/>
                  <a:pt x="42" y="21"/>
                </a:cubicBezTo>
                <a:cubicBezTo>
                  <a:pt x="42" y="49"/>
                  <a:pt x="0" y="49"/>
                  <a:pt x="0" y="21"/>
                </a:cubicBezTo>
                <a:close/>
              </a:path>
            </a:pathLst>
          </a:custGeom>
          <a:solidFill>
            <a:srgbClr val="2A9D8F">
              <a:alpha val="50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623" name=""/>
          <p:cNvSpPr/>
          <p:nvPr/>
        </p:nvSpPr>
        <p:spPr>
          <a:xfrm>
            <a:off x="1549080" y="1563120"/>
            <a:ext cx="15120" cy="15120"/>
          </a:xfrm>
          <a:custGeom>
            <a:avLst/>
            <a:gdLst/>
            <a:ahLst/>
            <a:rect l="0" t="0" r="r" b="b"/>
            <a:pathLst>
              <a:path fill="none" w="42" h="42">
                <a:moveTo>
                  <a:pt x="42" y="21"/>
                </a:moveTo>
                <a:cubicBezTo>
                  <a:pt x="42" y="49"/>
                  <a:pt x="0" y="49"/>
                  <a:pt x="0" y="21"/>
                </a:cubicBezTo>
                <a:cubicBezTo>
                  <a:pt x="0" y="-7"/>
                  <a:pt x="42" y="-7"/>
                  <a:pt x="42" y="21"/>
                </a:cubicBezTo>
              </a:path>
            </a:pathLst>
          </a:custGeom>
          <a:ln cap="rnd" w="0">
            <a:solidFill>
              <a:srgbClr val="2A9D8F">
                <a:alpha val="50000"/>
              </a:srgbClr>
            </a:solidFill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24" name=""/>
          <p:cNvSpPr/>
          <p:nvPr/>
        </p:nvSpPr>
        <p:spPr>
          <a:xfrm>
            <a:off x="1083960" y="1674720"/>
            <a:ext cx="15120" cy="15840"/>
          </a:xfrm>
          <a:custGeom>
            <a:avLst/>
            <a:gdLst/>
            <a:ahLst/>
            <a:rect l="0" t="0" r="r" b="b"/>
            <a:pathLst>
              <a:path w="42" h="44">
                <a:moveTo>
                  <a:pt x="0" y="22"/>
                </a:moveTo>
                <a:cubicBezTo>
                  <a:pt x="0" y="-7"/>
                  <a:pt x="42" y="-7"/>
                  <a:pt x="42" y="22"/>
                </a:cubicBezTo>
                <a:cubicBezTo>
                  <a:pt x="42" y="51"/>
                  <a:pt x="0" y="51"/>
                  <a:pt x="0" y="22"/>
                </a:cubicBezTo>
                <a:close/>
              </a:path>
            </a:pathLst>
          </a:custGeom>
          <a:solidFill>
            <a:srgbClr val="2A9D8F">
              <a:alpha val="50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625" name=""/>
          <p:cNvSpPr/>
          <p:nvPr/>
        </p:nvSpPr>
        <p:spPr>
          <a:xfrm>
            <a:off x="1083960" y="1674720"/>
            <a:ext cx="15120" cy="15840"/>
          </a:xfrm>
          <a:custGeom>
            <a:avLst/>
            <a:gdLst/>
            <a:ahLst/>
            <a:rect l="0" t="0" r="r" b="b"/>
            <a:pathLst>
              <a:path fill="none" w="42" h="44">
                <a:moveTo>
                  <a:pt x="42" y="22"/>
                </a:moveTo>
                <a:cubicBezTo>
                  <a:pt x="42" y="51"/>
                  <a:pt x="0" y="51"/>
                  <a:pt x="0" y="22"/>
                </a:cubicBezTo>
                <a:cubicBezTo>
                  <a:pt x="0" y="-7"/>
                  <a:pt x="42" y="-7"/>
                  <a:pt x="42" y="22"/>
                </a:cubicBezTo>
              </a:path>
            </a:pathLst>
          </a:custGeom>
          <a:ln cap="rnd" w="0">
            <a:solidFill>
              <a:srgbClr val="2A9D8F">
                <a:alpha val="50000"/>
              </a:srgbClr>
            </a:solidFill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26" name=""/>
          <p:cNvSpPr/>
          <p:nvPr/>
        </p:nvSpPr>
        <p:spPr>
          <a:xfrm>
            <a:off x="593280" y="1601280"/>
            <a:ext cx="15480" cy="15480"/>
          </a:xfrm>
          <a:custGeom>
            <a:avLst/>
            <a:gdLst/>
            <a:ahLst/>
            <a:rect l="0" t="0" r="r" b="b"/>
            <a:pathLst>
              <a:path w="43" h="43">
                <a:moveTo>
                  <a:pt x="0" y="21"/>
                </a:moveTo>
                <a:cubicBezTo>
                  <a:pt x="0" y="-7"/>
                  <a:pt x="43" y="-7"/>
                  <a:pt x="43" y="21"/>
                </a:cubicBezTo>
                <a:cubicBezTo>
                  <a:pt x="43" y="50"/>
                  <a:pt x="0" y="50"/>
                  <a:pt x="0" y="21"/>
                </a:cubicBezTo>
                <a:close/>
              </a:path>
            </a:pathLst>
          </a:custGeom>
          <a:solidFill>
            <a:srgbClr val="2A9D8F">
              <a:alpha val="50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627" name=""/>
          <p:cNvSpPr/>
          <p:nvPr/>
        </p:nvSpPr>
        <p:spPr>
          <a:xfrm>
            <a:off x="593280" y="1601280"/>
            <a:ext cx="15480" cy="15480"/>
          </a:xfrm>
          <a:custGeom>
            <a:avLst/>
            <a:gdLst/>
            <a:ahLst/>
            <a:rect l="0" t="0" r="r" b="b"/>
            <a:pathLst>
              <a:path fill="none" w="43" h="43">
                <a:moveTo>
                  <a:pt x="43" y="21"/>
                </a:moveTo>
                <a:cubicBezTo>
                  <a:pt x="43" y="50"/>
                  <a:pt x="0" y="50"/>
                  <a:pt x="0" y="21"/>
                </a:cubicBezTo>
                <a:cubicBezTo>
                  <a:pt x="0" y="-7"/>
                  <a:pt x="43" y="-7"/>
                  <a:pt x="43" y="21"/>
                </a:cubicBezTo>
              </a:path>
            </a:pathLst>
          </a:custGeom>
          <a:ln cap="rnd" w="0">
            <a:solidFill>
              <a:srgbClr val="2A9D8F">
                <a:alpha val="50000"/>
              </a:srgbClr>
            </a:solidFill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28" name=""/>
          <p:cNvSpPr/>
          <p:nvPr/>
        </p:nvSpPr>
        <p:spPr>
          <a:xfrm>
            <a:off x="625680" y="1940400"/>
            <a:ext cx="15480" cy="15480"/>
          </a:xfrm>
          <a:custGeom>
            <a:avLst/>
            <a:gdLst/>
            <a:ahLst/>
            <a:rect l="0" t="0" r="r" b="b"/>
            <a:pathLst>
              <a:path w="43" h="43">
                <a:moveTo>
                  <a:pt x="0" y="22"/>
                </a:moveTo>
                <a:cubicBezTo>
                  <a:pt x="0" y="-7"/>
                  <a:pt x="43" y="-7"/>
                  <a:pt x="43" y="22"/>
                </a:cubicBezTo>
                <a:cubicBezTo>
                  <a:pt x="43" y="50"/>
                  <a:pt x="0" y="50"/>
                  <a:pt x="0" y="22"/>
                </a:cubicBezTo>
                <a:close/>
              </a:path>
            </a:pathLst>
          </a:custGeom>
          <a:solidFill>
            <a:srgbClr val="2A9D8F">
              <a:alpha val="50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629" name=""/>
          <p:cNvSpPr/>
          <p:nvPr/>
        </p:nvSpPr>
        <p:spPr>
          <a:xfrm>
            <a:off x="625680" y="1940400"/>
            <a:ext cx="15480" cy="15480"/>
          </a:xfrm>
          <a:custGeom>
            <a:avLst/>
            <a:gdLst/>
            <a:ahLst/>
            <a:rect l="0" t="0" r="r" b="b"/>
            <a:pathLst>
              <a:path fill="none" w="43" h="43">
                <a:moveTo>
                  <a:pt x="43" y="22"/>
                </a:moveTo>
                <a:cubicBezTo>
                  <a:pt x="43" y="50"/>
                  <a:pt x="0" y="50"/>
                  <a:pt x="0" y="22"/>
                </a:cubicBezTo>
                <a:cubicBezTo>
                  <a:pt x="0" y="-7"/>
                  <a:pt x="43" y="-7"/>
                  <a:pt x="43" y="22"/>
                </a:cubicBezTo>
              </a:path>
            </a:pathLst>
          </a:custGeom>
          <a:ln cap="rnd" w="0">
            <a:solidFill>
              <a:srgbClr val="2A9D8F">
                <a:alpha val="50000"/>
              </a:srgbClr>
            </a:solidFill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30" name=""/>
          <p:cNvSpPr/>
          <p:nvPr/>
        </p:nvSpPr>
        <p:spPr>
          <a:xfrm>
            <a:off x="554760" y="1360080"/>
            <a:ext cx="15480" cy="15120"/>
          </a:xfrm>
          <a:custGeom>
            <a:avLst/>
            <a:gdLst/>
            <a:ahLst/>
            <a:rect l="0" t="0" r="r" b="b"/>
            <a:pathLst>
              <a:path w="43" h="42">
                <a:moveTo>
                  <a:pt x="0" y="21"/>
                </a:moveTo>
                <a:cubicBezTo>
                  <a:pt x="0" y="-7"/>
                  <a:pt x="43" y="-7"/>
                  <a:pt x="43" y="21"/>
                </a:cubicBezTo>
                <a:cubicBezTo>
                  <a:pt x="43" y="49"/>
                  <a:pt x="0" y="49"/>
                  <a:pt x="0" y="21"/>
                </a:cubicBezTo>
                <a:close/>
              </a:path>
            </a:pathLst>
          </a:custGeom>
          <a:solidFill>
            <a:srgbClr val="2A9D8F">
              <a:alpha val="50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631" name=""/>
          <p:cNvSpPr/>
          <p:nvPr/>
        </p:nvSpPr>
        <p:spPr>
          <a:xfrm>
            <a:off x="554760" y="1360080"/>
            <a:ext cx="15480" cy="15120"/>
          </a:xfrm>
          <a:custGeom>
            <a:avLst/>
            <a:gdLst/>
            <a:ahLst/>
            <a:rect l="0" t="0" r="r" b="b"/>
            <a:pathLst>
              <a:path fill="none" w="43" h="42">
                <a:moveTo>
                  <a:pt x="43" y="21"/>
                </a:moveTo>
                <a:cubicBezTo>
                  <a:pt x="43" y="49"/>
                  <a:pt x="0" y="49"/>
                  <a:pt x="0" y="21"/>
                </a:cubicBezTo>
                <a:cubicBezTo>
                  <a:pt x="0" y="-7"/>
                  <a:pt x="43" y="-7"/>
                  <a:pt x="43" y="21"/>
                </a:cubicBezTo>
              </a:path>
            </a:pathLst>
          </a:custGeom>
          <a:ln cap="rnd" w="0">
            <a:solidFill>
              <a:srgbClr val="2A9D8F">
                <a:alpha val="50000"/>
              </a:srgbClr>
            </a:solidFill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32" name=""/>
          <p:cNvSpPr/>
          <p:nvPr/>
        </p:nvSpPr>
        <p:spPr>
          <a:xfrm>
            <a:off x="585360" y="1463400"/>
            <a:ext cx="15480" cy="15120"/>
          </a:xfrm>
          <a:custGeom>
            <a:avLst/>
            <a:gdLst/>
            <a:ahLst/>
            <a:rect l="0" t="0" r="r" b="b"/>
            <a:pathLst>
              <a:path w="43" h="42">
                <a:moveTo>
                  <a:pt x="0" y="22"/>
                </a:moveTo>
                <a:cubicBezTo>
                  <a:pt x="0" y="-7"/>
                  <a:pt x="43" y="-7"/>
                  <a:pt x="43" y="22"/>
                </a:cubicBezTo>
                <a:cubicBezTo>
                  <a:pt x="43" y="49"/>
                  <a:pt x="0" y="49"/>
                  <a:pt x="0" y="22"/>
                </a:cubicBezTo>
                <a:close/>
              </a:path>
            </a:pathLst>
          </a:custGeom>
          <a:solidFill>
            <a:srgbClr val="2A9D8F">
              <a:alpha val="50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633" name=""/>
          <p:cNvSpPr/>
          <p:nvPr/>
        </p:nvSpPr>
        <p:spPr>
          <a:xfrm>
            <a:off x="585360" y="1463400"/>
            <a:ext cx="15480" cy="15120"/>
          </a:xfrm>
          <a:custGeom>
            <a:avLst/>
            <a:gdLst/>
            <a:ahLst/>
            <a:rect l="0" t="0" r="r" b="b"/>
            <a:pathLst>
              <a:path fill="none" w="43" h="42">
                <a:moveTo>
                  <a:pt x="43" y="22"/>
                </a:moveTo>
                <a:cubicBezTo>
                  <a:pt x="43" y="49"/>
                  <a:pt x="0" y="49"/>
                  <a:pt x="0" y="22"/>
                </a:cubicBezTo>
                <a:cubicBezTo>
                  <a:pt x="0" y="-7"/>
                  <a:pt x="43" y="-7"/>
                  <a:pt x="43" y="22"/>
                </a:cubicBezTo>
              </a:path>
            </a:pathLst>
          </a:custGeom>
          <a:ln cap="rnd" w="0">
            <a:solidFill>
              <a:srgbClr val="2A9D8F">
                <a:alpha val="50000"/>
              </a:srgbClr>
            </a:solidFill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34" name=""/>
          <p:cNvSpPr/>
          <p:nvPr/>
        </p:nvSpPr>
        <p:spPr>
          <a:xfrm>
            <a:off x="577800" y="1676520"/>
            <a:ext cx="15480" cy="15480"/>
          </a:xfrm>
          <a:custGeom>
            <a:avLst/>
            <a:gdLst/>
            <a:ahLst/>
            <a:rect l="0" t="0" r="r" b="b"/>
            <a:pathLst>
              <a:path w="43" h="43">
                <a:moveTo>
                  <a:pt x="0" y="22"/>
                </a:moveTo>
                <a:cubicBezTo>
                  <a:pt x="0" y="-7"/>
                  <a:pt x="43" y="-7"/>
                  <a:pt x="43" y="22"/>
                </a:cubicBezTo>
                <a:cubicBezTo>
                  <a:pt x="43" y="50"/>
                  <a:pt x="0" y="50"/>
                  <a:pt x="0" y="22"/>
                </a:cubicBezTo>
                <a:close/>
              </a:path>
            </a:pathLst>
          </a:custGeom>
          <a:solidFill>
            <a:srgbClr val="2A9D8F">
              <a:alpha val="50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635" name=""/>
          <p:cNvSpPr/>
          <p:nvPr/>
        </p:nvSpPr>
        <p:spPr>
          <a:xfrm>
            <a:off x="577800" y="1676520"/>
            <a:ext cx="15480" cy="15480"/>
          </a:xfrm>
          <a:custGeom>
            <a:avLst/>
            <a:gdLst/>
            <a:ahLst/>
            <a:rect l="0" t="0" r="r" b="b"/>
            <a:pathLst>
              <a:path fill="none" w="43" h="43">
                <a:moveTo>
                  <a:pt x="43" y="22"/>
                </a:moveTo>
                <a:cubicBezTo>
                  <a:pt x="43" y="50"/>
                  <a:pt x="0" y="50"/>
                  <a:pt x="0" y="22"/>
                </a:cubicBezTo>
                <a:cubicBezTo>
                  <a:pt x="0" y="-7"/>
                  <a:pt x="43" y="-7"/>
                  <a:pt x="43" y="22"/>
                </a:cubicBezTo>
              </a:path>
            </a:pathLst>
          </a:custGeom>
          <a:ln cap="rnd" w="0">
            <a:solidFill>
              <a:srgbClr val="2A9D8F">
                <a:alpha val="50000"/>
              </a:srgbClr>
            </a:solidFill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36" name=""/>
          <p:cNvSpPr/>
          <p:nvPr/>
        </p:nvSpPr>
        <p:spPr>
          <a:xfrm>
            <a:off x="1037160" y="1725480"/>
            <a:ext cx="15480" cy="15120"/>
          </a:xfrm>
          <a:custGeom>
            <a:avLst/>
            <a:gdLst/>
            <a:ahLst/>
            <a:rect l="0" t="0" r="r" b="b"/>
            <a:pathLst>
              <a:path w="43" h="42">
                <a:moveTo>
                  <a:pt x="0" y="20"/>
                </a:moveTo>
                <a:cubicBezTo>
                  <a:pt x="0" y="-7"/>
                  <a:pt x="43" y="-7"/>
                  <a:pt x="43" y="20"/>
                </a:cubicBezTo>
                <a:cubicBezTo>
                  <a:pt x="43" y="49"/>
                  <a:pt x="0" y="49"/>
                  <a:pt x="0" y="20"/>
                </a:cubicBezTo>
                <a:close/>
              </a:path>
            </a:pathLst>
          </a:custGeom>
          <a:solidFill>
            <a:srgbClr val="2A9D8F">
              <a:alpha val="50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637" name=""/>
          <p:cNvSpPr/>
          <p:nvPr/>
        </p:nvSpPr>
        <p:spPr>
          <a:xfrm>
            <a:off x="1037160" y="1725480"/>
            <a:ext cx="15480" cy="15120"/>
          </a:xfrm>
          <a:custGeom>
            <a:avLst/>
            <a:gdLst/>
            <a:ahLst/>
            <a:rect l="0" t="0" r="r" b="b"/>
            <a:pathLst>
              <a:path fill="none" w="43" h="42">
                <a:moveTo>
                  <a:pt x="43" y="20"/>
                </a:moveTo>
                <a:cubicBezTo>
                  <a:pt x="43" y="49"/>
                  <a:pt x="0" y="49"/>
                  <a:pt x="0" y="20"/>
                </a:cubicBezTo>
                <a:cubicBezTo>
                  <a:pt x="0" y="-7"/>
                  <a:pt x="43" y="-7"/>
                  <a:pt x="43" y="20"/>
                </a:cubicBezTo>
              </a:path>
            </a:pathLst>
          </a:custGeom>
          <a:ln cap="rnd" w="0">
            <a:solidFill>
              <a:srgbClr val="2A9D8F">
                <a:alpha val="50000"/>
              </a:srgbClr>
            </a:solidFill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38" name=""/>
          <p:cNvSpPr/>
          <p:nvPr/>
        </p:nvSpPr>
        <p:spPr>
          <a:xfrm>
            <a:off x="1084680" y="1574640"/>
            <a:ext cx="15120" cy="15480"/>
          </a:xfrm>
          <a:custGeom>
            <a:avLst/>
            <a:gdLst/>
            <a:ahLst/>
            <a:rect l="0" t="0" r="r" b="b"/>
            <a:pathLst>
              <a:path w="42" h="43">
                <a:moveTo>
                  <a:pt x="0" y="21"/>
                </a:moveTo>
                <a:cubicBezTo>
                  <a:pt x="0" y="-7"/>
                  <a:pt x="42" y="-7"/>
                  <a:pt x="42" y="21"/>
                </a:cubicBezTo>
                <a:cubicBezTo>
                  <a:pt x="42" y="50"/>
                  <a:pt x="0" y="50"/>
                  <a:pt x="0" y="21"/>
                </a:cubicBezTo>
                <a:close/>
              </a:path>
            </a:pathLst>
          </a:custGeom>
          <a:solidFill>
            <a:srgbClr val="2A9D8F">
              <a:alpha val="50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639" name=""/>
          <p:cNvSpPr/>
          <p:nvPr/>
        </p:nvSpPr>
        <p:spPr>
          <a:xfrm>
            <a:off x="1084680" y="1574640"/>
            <a:ext cx="15120" cy="15480"/>
          </a:xfrm>
          <a:custGeom>
            <a:avLst/>
            <a:gdLst/>
            <a:ahLst/>
            <a:rect l="0" t="0" r="r" b="b"/>
            <a:pathLst>
              <a:path fill="none" w="42" h="43">
                <a:moveTo>
                  <a:pt x="42" y="21"/>
                </a:moveTo>
                <a:cubicBezTo>
                  <a:pt x="42" y="50"/>
                  <a:pt x="0" y="50"/>
                  <a:pt x="0" y="21"/>
                </a:cubicBezTo>
                <a:cubicBezTo>
                  <a:pt x="0" y="-7"/>
                  <a:pt x="42" y="-7"/>
                  <a:pt x="42" y="21"/>
                </a:cubicBezTo>
              </a:path>
            </a:pathLst>
          </a:custGeom>
          <a:ln cap="rnd" w="0">
            <a:solidFill>
              <a:srgbClr val="2A9D8F">
                <a:alpha val="50000"/>
              </a:srgbClr>
            </a:solidFill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40" name=""/>
          <p:cNvSpPr/>
          <p:nvPr/>
        </p:nvSpPr>
        <p:spPr>
          <a:xfrm>
            <a:off x="1055160" y="1705320"/>
            <a:ext cx="15120" cy="15840"/>
          </a:xfrm>
          <a:custGeom>
            <a:avLst/>
            <a:gdLst/>
            <a:ahLst/>
            <a:rect l="0" t="0" r="r" b="b"/>
            <a:pathLst>
              <a:path w="42" h="44">
                <a:moveTo>
                  <a:pt x="0" y="22"/>
                </a:moveTo>
                <a:cubicBezTo>
                  <a:pt x="0" y="-7"/>
                  <a:pt x="42" y="-7"/>
                  <a:pt x="42" y="22"/>
                </a:cubicBezTo>
                <a:cubicBezTo>
                  <a:pt x="42" y="51"/>
                  <a:pt x="0" y="51"/>
                  <a:pt x="0" y="22"/>
                </a:cubicBezTo>
                <a:close/>
              </a:path>
            </a:pathLst>
          </a:custGeom>
          <a:solidFill>
            <a:srgbClr val="2A9D8F">
              <a:alpha val="50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641" name=""/>
          <p:cNvSpPr/>
          <p:nvPr/>
        </p:nvSpPr>
        <p:spPr>
          <a:xfrm>
            <a:off x="1055160" y="1705320"/>
            <a:ext cx="15120" cy="15840"/>
          </a:xfrm>
          <a:custGeom>
            <a:avLst/>
            <a:gdLst/>
            <a:ahLst/>
            <a:rect l="0" t="0" r="r" b="b"/>
            <a:pathLst>
              <a:path fill="none" w="42" h="44">
                <a:moveTo>
                  <a:pt x="42" y="22"/>
                </a:moveTo>
                <a:cubicBezTo>
                  <a:pt x="42" y="51"/>
                  <a:pt x="0" y="51"/>
                  <a:pt x="0" y="22"/>
                </a:cubicBezTo>
                <a:cubicBezTo>
                  <a:pt x="0" y="-7"/>
                  <a:pt x="42" y="-7"/>
                  <a:pt x="42" y="22"/>
                </a:cubicBezTo>
              </a:path>
            </a:pathLst>
          </a:custGeom>
          <a:ln cap="rnd" w="0">
            <a:solidFill>
              <a:srgbClr val="2A9D8F">
                <a:alpha val="50000"/>
              </a:srgbClr>
            </a:solidFill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42" name=""/>
          <p:cNvSpPr/>
          <p:nvPr/>
        </p:nvSpPr>
        <p:spPr>
          <a:xfrm>
            <a:off x="1531800" y="1521720"/>
            <a:ext cx="15480" cy="15120"/>
          </a:xfrm>
          <a:custGeom>
            <a:avLst/>
            <a:gdLst/>
            <a:ahLst/>
            <a:rect l="0" t="0" r="r" b="b"/>
            <a:pathLst>
              <a:path w="43" h="42">
                <a:moveTo>
                  <a:pt x="0" y="21"/>
                </a:moveTo>
                <a:cubicBezTo>
                  <a:pt x="0" y="-7"/>
                  <a:pt x="43" y="-7"/>
                  <a:pt x="43" y="21"/>
                </a:cubicBezTo>
                <a:cubicBezTo>
                  <a:pt x="43" y="49"/>
                  <a:pt x="0" y="49"/>
                  <a:pt x="0" y="21"/>
                </a:cubicBezTo>
                <a:close/>
              </a:path>
            </a:pathLst>
          </a:custGeom>
          <a:solidFill>
            <a:srgbClr val="2A9D8F">
              <a:alpha val="50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643" name=""/>
          <p:cNvSpPr/>
          <p:nvPr/>
        </p:nvSpPr>
        <p:spPr>
          <a:xfrm>
            <a:off x="1531800" y="1521720"/>
            <a:ext cx="15480" cy="15120"/>
          </a:xfrm>
          <a:custGeom>
            <a:avLst/>
            <a:gdLst/>
            <a:ahLst/>
            <a:rect l="0" t="0" r="r" b="b"/>
            <a:pathLst>
              <a:path fill="none" w="43" h="42">
                <a:moveTo>
                  <a:pt x="43" y="21"/>
                </a:moveTo>
                <a:cubicBezTo>
                  <a:pt x="43" y="49"/>
                  <a:pt x="0" y="49"/>
                  <a:pt x="0" y="21"/>
                </a:cubicBezTo>
                <a:cubicBezTo>
                  <a:pt x="0" y="-7"/>
                  <a:pt x="43" y="-7"/>
                  <a:pt x="43" y="21"/>
                </a:cubicBezTo>
              </a:path>
            </a:pathLst>
          </a:custGeom>
          <a:ln cap="rnd" w="0">
            <a:solidFill>
              <a:srgbClr val="2A9D8F">
                <a:alpha val="50000"/>
              </a:srgbClr>
            </a:solidFill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44" name=""/>
          <p:cNvSpPr/>
          <p:nvPr/>
        </p:nvSpPr>
        <p:spPr>
          <a:xfrm>
            <a:off x="1054440" y="1445400"/>
            <a:ext cx="15480" cy="15120"/>
          </a:xfrm>
          <a:custGeom>
            <a:avLst/>
            <a:gdLst/>
            <a:ahLst/>
            <a:rect l="0" t="0" r="r" b="b"/>
            <a:pathLst>
              <a:path w="43" h="42">
                <a:moveTo>
                  <a:pt x="0" y="20"/>
                </a:moveTo>
                <a:cubicBezTo>
                  <a:pt x="0" y="-7"/>
                  <a:pt x="43" y="-7"/>
                  <a:pt x="43" y="20"/>
                </a:cubicBezTo>
                <a:cubicBezTo>
                  <a:pt x="43" y="49"/>
                  <a:pt x="0" y="49"/>
                  <a:pt x="0" y="20"/>
                </a:cubicBezTo>
                <a:close/>
              </a:path>
            </a:pathLst>
          </a:custGeom>
          <a:solidFill>
            <a:srgbClr val="2A9D8F">
              <a:alpha val="50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645" name=""/>
          <p:cNvSpPr/>
          <p:nvPr/>
        </p:nvSpPr>
        <p:spPr>
          <a:xfrm>
            <a:off x="1054440" y="1445400"/>
            <a:ext cx="15480" cy="15120"/>
          </a:xfrm>
          <a:custGeom>
            <a:avLst/>
            <a:gdLst/>
            <a:ahLst/>
            <a:rect l="0" t="0" r="r" b="b"/>
            <a:pathLst>
              <a:path fill="none" w="43" h="42">
                <a:moveTo>
                  <a:pt x="43" y="20"/>
                </a:moveTo>
                <a:cubicBezTo>
                  <a:pt x="43" y="49"/>
                  <a:pt x="0" y="49"/>
                  <a:pt x="0" y="20"/>
                </a:cubicBezTo>
                <a:cubicBezTo>
                  <a:pt x="0" y="-7"/>
                  <a:pt x="43" y="-7"/>
                  <a:pt x="43" y="20"/>
                </a:cubicBezTo>
              </a:path>
            </a:pathLst>
          </a:custGeom>
          <a:ln cap="rnd" w="0">
            <a:solidFill>
              <a:srgbClr val="2A9D8F">
                <a:alpha val="50000"/>
              </a:srgbClr>
            </a:solidFill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46" name=""/>
          <p:cNvSpPr/>
          <p:nvPr/>
        </p:nvSpPr>
        <p:spPr>
          <a:xfrm>
            <a:off x="546480" y="1741680"/>
            <a:ext cx="15120" cy="15480"/>
          </a:xfrm>
          <a:custGeom>
            <a:avLst/>
            <a:gdLst/>
            <a:ahLst/>
            <a:rect l="0" t="0" r="r" b="b"/>
            <a:pathLst>
              <a:path w="42" h="43">
                <a:moveTo>
                  <a:pt x="0" y="22"/>
                </a:moveTo>
                <a:cubicBezTo>
                  <a:pt x="0" y="-7"/>
                  <a:pt x="42" y="-7"/>
                  <a:pt x="42" y="22"/>
                </a:cubicBezTo>
                <a:cubicBezTo>
                  <a:pt x="42" y="50"/>
                  <a:pt x="0" y="50"/>
                  <a:pt x="0" y="22"/>
                </a:cubicBezTo>
                <a:close/>
              </a:path>
            </a:pathLst>
          </a:custGeom>
          <a:solidFill>
            <a:srgbClr val="2A9D8F">
              <a:alpha val="50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647" name=""/>
          <p:cNvSpPr/>
          <p:nvPr/>
        </p:nvSpPr>
        <p:spPr>
          <a:xfrm>
            <a:off x="546480" y="1741680"/>
            <a:ext cx="15120" cy="15480"/>
          </a:xfrm>
          <a:custGeom>
            <a:avLst/>
            <a:gdLst/>
            <a:ahLst/>
            <a:rect l="0" t="0" r="r" b="b"/>
            <a:pathLst>
              <a:path fill="none" w="42" h="43">
                <a:moveTo>
                  <a:pt x="42" y="22"/>
                </a:moveTo>
                <a:cubicBezTo>
                  <a:pt x="42" y="50"/>
                  <a:pt x="0" y="50"/>
                  <a:pt x="0" y="22"/>
                </a:cubicBezTo>
                <a:cubicBezTo>
                  <a:pt x="0" y="-7"/>
                  <a:pt x="42" y="-7"/>
                  <a:pt x="42" y="22"/>
                </a:cubicBezTo>
              </a:path>
            </a:pathLst>
          </a:custGeom>
          <a:ln cap="rnd" w="0">
            <a:solidFill>
              <a:srgbClr val="2A9D8F">
                <a:alpha val="50000"/>
              </a:srgbClr>
            </a:solidFill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48" name=""/>
          <p:cNvSpPr/>
          <p:nvPr/>
        </p:nvSpPr>
        <p:spPr>
          <a:xfrm>
            <a:off x="1040760" y="1560240"/>
            <a:ext cx="15120" cy="15120"/>
          </a:xfrm>
          <a:custGeom>
            <a:avLst/>
            <a:gdLst/>
            <a:ahLst/>
            <a:rect l="0" t="0" r="r" b="b"/>
            <a:pathLst>
              <a:path w="42" h="42">
                <a:moveTo>
                  <a:pt x="0" y="21"/>
                </a:moveTo>
                <a:cubicBezTo>
                  <a:pt x="0" y="-7"/>
                  <a:pt x="42" y="-7"/>
                  <a:pt x="42" y="21"/>
                </a:cubicBezTo>
                <a:cubicBezTo>
                  <a:pt x="42" y="49"/>
                  <a:pt x="0" y="49"/>
                  <a:pt x="0" y="21"/>
                </a:cubicBezTo>
                <a:close/>
              </a:path>
            </a:pathLst>
          </a:custGeom>
          <a:solidFill>
            <a:srgbClr val="2A9D8F">
              <a:alpha val="50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649" name=""/>
          <p:cNvSpPr/>
          <p:nvPr/>
        </p:nvSpPr>
        <p:spPr>
          <a:xfrm>
            <a:off x="1040760" y="1560240"/>
            <a:ext cx="15120" cy="15120"/>
          </a:xfrm>
          <a:custGeom>
            <a:avLst/>
            <a:gdLst/>
            <a:ahLst/>
            <a:rect l="0" t="0" r="r" b="b"/>
            <a:pathLst>
              <a:path fill="none" w="42" h="42">
                <a:moveTo>
                  <a:pt x="42" y="21"/>
                </a:moveTo>
                <a:cubicBezTo>
                  <a:pt x="42" y="49"/>
                  <a:pt x="0" y="49"/>
                  <a:pt x="0" y="21"/>
                </a:cubicBezTo>
                <a:cubicBezTo>
                  <a:pt x="0" y="-7"/>
                  <a:pt x="42" y="-7"/>
                  <a:pt x="42" y="21"/>
                </a:cubicBezTo>
              </a:path>
            </a:pathLst>
          </a:custGeom>
          <a:ln cap="rnd" w="0">
            <a:solidFill>
              <a:srgbClr val="2A9D8F">
                <a:alpha val="50000"/>
              </a:srgbClr>
            </a:solidFill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50" name=""/>
          <p:cNvSpPr/>
          <p:nvPr/>
        </p:nvSpPr>
        <p:spPr>
          <a:xfrm>
            <a:off x="612720" y="1496160"/>
            <a:ext cx="15120" cy="15480"/>
          </a:xfrm>
          <a:custGeom>
            <a:avLst/>
            <a:gdLst/>
            <a:ahLst/>
            <a:rect l="0" t="0" r="r" b="b"/>
            <a:pathLst>
              <a:path w="42" h="43">
                <a:moveTo>
                  <a:pt x="0" y="22"/>
                </a:moveTo>
                <a:cubicBezTo>
                  <a:pt x="0" y="-7"/>
                  <a:pt x="42" y="-7"/>
                  <a:pt x="42" y="22"/>
                </a:cubicBezTo>
                <a:cubicBezTo>
                  <a:pt x="42" y="50"/>
                  <a:pt x="0" y="50"/>
                  <a:pt x="0" y="22"/>
                </a:cubicBezTo>
                <a:close/>
              </a:path>
            </a:pathLst>
          </a:custGeom>
          <a:solidFill>
            <a:srgbClr val="2A9D8F">
              <a:alpha val="50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651" name=""/>
          <p:cNvSpPr/>
          <p:nvPr/>
        </p:nvSpPr>
        <p:spPr>
          <a:xfrm>
            <a:off x="612720" y="1496160"/>
            <a:ext cx="15120" cy="15480"/>
          </a:xfrm>
          <a:custGeom>
            <a:avLst/>
            <a:gdLst/>
            <a:ahLst/>
            <a:rect l="0" t="0" r="r" b="b"/>
            <a:pathLst>
              <a:path fill="none" w="42" h="43">
                <a:moveTo>
                  <a:pt x="42" y="22"/>
                </a:moveTo>
                <a:cubicBezTo>
                  <a:pt x="42" y="50"/>
                  <a:pt x="0" y="50"/>
                  <a:pt x="0" y="22"/>
                </a:cubicBezTo>
                <a:cubicBezTo>
                  <a:pt x="0" y="-7"/>
                  <a:pt x="42" y="-7"/>
                  <a:pt x="42" y="22"/>
                </a:cubicBezTo>
              </a:path>
            </a:pathLst>
          </a:custGeom>
          <a:ln cap="rnd" w="0">
            <a:solidFill>
              <a:srgbClr val="2A9D8F">
                <a:alpha val="50000"/>
              </a:srgbClr>
            </a:solidFill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52" name=""/>
          <p:cNvSpPr/>
          <p:nvPr/>
        </p:nvSpPr>
        <p:spPr>
          <a:xfrm>
            <a:off x="568080" y="1708200"/>
            <a:ext cx="15840" cy="15120"/>
          </a:xfrm>
          <a:custGeom>
            <a:avLst/>
            <a:gdLst/>
            <a:ahLst/>
            <a:rect l="0" t="0" r="r" b="b"/>
            <a:pathLst>
              <a:path w="44" h="42">
                <a:moveTo>
                  <a:pt x="0" y="20"/>
                </a:moveTo>
                <a:cubicBezTo>
                  <a:pt x="0" y="-7"/>
                  <a:pt x="44" y="-7"/>
                  <a:pt x="44" y="20"/>
                </a:cubicBezTo>
                <a:cubicBezTo>
                  <a:pt x="44" y="49"/>
                  <a:pt x="0" y="49"/>
                  <a:pt x="0" y="20"/>
                </a:cubicBezTo>
                <a:close/>
              </a:path>
            </a:pathLst>
          </a:custGeom>
          <a:solidFill>
            <a:srgbClr val="2A9D8F">
              <a:alpha val="50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653" name=""/>
          <p:cNvSpPr/>
          <p:nvPr/>
        </p:nvSpPr>
        <p:spPr>
          <a:xfrm>
            <a:off x="568080" y="1708200"/>
            <a:ext cx="15840" cy="15120"/>
          </a:xfrm>
          <a:custGeom>
            <a:avLst/>
            <a:gdLst/>
            <a:ahLst/>
            <a:rect l="0" t="0" r="r" b="b"/>
            <a:pathLst>
              <a:path fill="none" w="44" h="42">
                <a:moveTo>
                  <a:pt x="44" y="20"/>
                </a:moveTo>
                <a:cubicBezTo>
                  <a:pt x="44" y="49"/>
                  <a:pt x="0" y="49"/>
                  <a:pt x="0" y="20"/>
                </a:cubicBezTo>
                <a:cubicBezTo>
                  <a:pt x="0" y="-7"/>
                  <a:pt x="44" y="-7"/>
                  <a:pt x="44" y="20"/>
                </a:cubicBezTo>
              </a:path>
            </a:pathLst>
          </a:custGeom>
          <a:ln cap="rnd" w="0">
            <a:solidFill>
              <a:srgbClr val="2A9D8F">
                <a:alpha val="50000"/>
              </a:srgbClr>
            </a:solidFill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54" name=""/>
          <p:cNvSpPr/>
          <p:nvPr/>
        </p:nvSpPr>
        <p:spPr>
          <a:xfrm>
            <a:off x="2052720" y="1792800"/>
            <a:ext cx="15120" cy="15480"/>
          </a:xfrm>
          <a:custGeom>
            <a:avLst/>
            <a:gdLst/>
            <a:ahLst/>
            <a:rect l="0" t="0" r="r" b="b"/>
            <a:pathLst>
              <a:path w="42" h="43">
                <a:moveTo>
                  <a:pt x="0" y="21"/>
                </a:moveTo>
                <a:cubicBezTo>
                  <a:pt x="0" y="-7"/>
                  <a:pt x="42" y="-7"/>
                  <a:pt x="42" y="21"/>
                </a:cubicBezTo>
                <a:cubicBezTo>
                  <a:pt x="42" y="50"/>
                  <a:pt x="0" y="50"/>
                  <a:pt x="0" y="21"/>
                </a:cubicBezTo>
                <a:close/>
              </a:path>
            </a:pathLst>
          </a:custGeom>
          <a:solidFill>
            <a:srgbClr val="2A9D8F">
              <a:alpha val="50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655" name=""/>
          <p:cNvSpPr/>
          <p:nvPr/>
        </p:nvSpPr>
        <p:spPr>
          <a:xfrm>
            <a:off x="2052720" y="1792800"/>
            <a:ext cx="15120" cy="15480"/>
          </a:xfrm>
          <a:custGeom>
            <a:avLst/>
            <a:gdLst/>
            <a:ahLst/>
            <a:rect l="0" t="0" r="r" b="b"/>
            <a:pathLst>
              <a:path fill="none" w="42" h="43">
                <a:moveTo>
                  <a:pt x="42" y="21"/>
                </a:moveTo>
                <a:cubicBezTo>
                  <a:pt x="42" y="50"/>
                  <a:pt x="0" y="50"/>
                  <a:pt x="0" y="21"/>
                </a:cubicBezTo>
                <a:cubicBezTo>
                  <a:pt x="0" y="-7"/>
                  <a:pt x="42" y="-7"/>
                  <a:pt x="42" y="21"/>
                </a:cubicBezTo>
              </a:path>
            </a:pathLst>
          </a:custGeom>
          <a:ln cap="rnd" w="0">
            <a:solidFill>
              <a:srgbClr val="2A9D8F">
                <a:alpha val="50000"/>
              </a:srgbClr>
            </a:solidFill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56" name=""/>
          <p:cNvSpPr/>
          <p:nvPr/>
        </p:nvSpPr>
        <p:spPr>
          <a:xfrm>
            <a:off x="2122920" y="1635840"/>
            <a:ext cx="15120" cy="15480"/>
          </a:xfrm>
          <a:custGeom>
            <a:avLst/>
            <a:gdLst/>
            <a:ahLst/>
            <a:rect l="0" t="0" r="r" b="b"/>
            <a:pathLst>
              <a:path w="42" h="43">
                <a:moveTo>
                  <a:pt x="0" y="21"/>
                </a:moveTo>
                <a:cubicBezTo>
                  <a:pt x="0" y="-7"/>
                  <a:pt x="42" y="-7"/>
                  <a:pt x="42" y="21"/>
                </a:cubicBezTo>
                <a:cubicBezTo>
                  <a:pt x="42" y="50"/>
                  <a:pt x="0" y="50"/>
                  <a:pt x="0" y="21"/>
                </a:cubicBezTo>
                <a:close/>
              </a:path>
            </a:pathLst>
          </a:custGeom>
          <a:solidFill>
            <a:srgbClr val="2A9D8F">
              <a:alpha val="50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657" name=""/>
          <p:cNvSpPr/>
          <p:nvPr/>
        </p:nvSpPr>
        <p:spPr>
          <a:xfrm>
            <a:off x="2122920" y="1635840"/>
            <a:ext cx="15120" cy="15480"/>
          </a:xfrm>
          <a:custGeom>
            <a:avLst/>
            <a:gdLst/>
            <a:ahLst/>
            <a:rect l="0" t="0" r="r" b="b"/>
            <a:pathLst>
              <a:path fill="none" w="42" h="43">
                <a:moveTo>
                  <a:pt x="42" y="21"/>
                </a:moveTo>
                <a:cubicBezTo>
                  <a:pt x="42" y="50"/>
                  <a:pt x="0" y="50"/>
                  <a:pt x="0" y="21"/>
                </a:cubicBezTo>
                <a:cubicBezTo>
                  <a:pt x="0" y="-7"/>
                  <a:pt x="42" y="-7"/>
                  <a:pt x="42" y="21"/>
                </a:cubicBezTo>
              </a:path>
            </a:pathLst>
          </a:custGeom>
          <a:ln cap="rnd" w="0">
            <a:solidFill>
              <a:srgbClr val="2A9D8F">
                <a:alpha val="50000"/>
              </a:srgbClr>
            </a:solidFill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58" name=""/>
          <p:cNvSpPr/>
          <p:nvPr/>
        </p:nvSpPr>
        <p:spPr>
          <a:xfrm>
            <a:off x="2094840" y="1675080"/>
            <a:ext cx="15480" cy="15480"/>
          </a:xfrm>
          <a:custGeom>
            <a:avLst/>
            <a:gdLst/>
            <a:ahLst/>
            <a:rect l="0" t="0" r="r" b="b"/>
            <a:pathLst>
              <a:path w="43" h="43">
                <a:moveTo>
                  <a:pt x="0" y="21"/>
                </a:moveTo>
                <a:cubicBezTo>
                  <a:pt x="0" y="-7"/>
                  <a:pt x="43" y="-7"/>
                  <a:pt x="43" y="21"/>
                </a:cubicBezTo>
                <a:cubicBezTo>
                  <a:pt x="43" y="50"/>
                  <a:pt x="0" y="50"/>
                  <a:pt x="0" y="21"/>
                </a:cubicBezTo>
                <a:close/>
              </a:path>
            </a:pathLst>
          </a:custGeom>
          <a:solidFill>
            <a:srgbClr val="2A9D8F">
              <a:alpha val="50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659" name=""/>
          <p:cNvSpPr/>
          <p:nvPr/>
        </p:nvSpPr>
        <p:spPr>
          <a:xfrm>
            <a:off x="2094840" y="1675080"/>
            <a:ext cx="15480" cy="15480"/>
          </a:xfrm>
          <a:custGeom>
            <a:avLst/>
            <a:gdLst/>
            <a:ahLst/>
            <a:rect l="0" t="0" r="r" b="b"/>
            <a:pathLst>
              <a:path fill="none" w="43" h="43">
                <a:moveTo>
                  <a:pt x="43" y="21"/>
                </a:moveTo>
                <a:cubicBezTo>
                  <a:pt x="43" y="50"/>
                  <a:pt x="0" y="50"/>
                  <a:pt x="0" y="21"/>
                </a:cubicBezTo>
                <a:cubicBezTo>
                  <a:pt x="0" y="-7"/>
                  <a:pt x="43" y="-7"/>
                  <a:pt x="43" y="21"/>
                </a:cubicBezTo>
              </a:path>
            </a:pathLst>
          </a:custGeom>
          <a:ln cap="rnd" w="0">
            <a:solidFill>
              <a:srgbClr val="2A9D8F">
                <a:alpha val="50000"/>
              </a:srgbClr>
            </a:solidFill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60" name=""/>
          <p:cNvSpPr/>
          <p:nvPr/>
        </p:nvSpPr>
        <p:spPr>
          <a:xfrm>
            <a:off x="2120040" y="1730160"/>
            <a:ext cx="15120" cy="15120"/>
          </a:xfrm>
          <a:custGeom>
            <a:avLst/>
            <a:gdLst/>
            <a:ahLst/>
            <a:rect l="0" t="0" r="r" b="b"/>
            <a:pathLst>
              <a:path w="42" h="42">
                <a:moveTo>
                  <a:pt x="0" y="22"/>
                </a:moveTo>
                <a:cubicBezTo>
                  <a:pt x="0" y="-7"/>
                  <a:pt x="42" y="-7"/>
                  <a:pt x="42" y="22"/>
                </a:cubicBezTo>
                <a:cubicBezTo>
                  <a:pt x="42" y="49"/>
                  <a:pt x="0" y="49"/>
                  <a:pt x="0" y="22"/>
                </a:cubicBezTo>
                <a:close/>
              </a:path>
            </a:pathLst>
          </a:custGeom>
          <a:solidFill>
            <a:srgbClr val="2A9D8F">
              <a:alpha val="50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661" name=""/>
          <p:cNvSpPr/>
          <p:nvPr/>
        </p:nvSpPr>
        <p:spPr>
          <a:xfrm>
            <a:off x="2120040" y="1730160"/>
            <a:ext cx="15120" cy="15120"/>
          </a:xfrm>
          <a:custGeom>
            <a:avLst/>
            <a:gdLst/>
            <a:ahLst/>
            <a:rect l="0" t="0" r="r" b="b"/>
            <a:pathLst>
              <a:path fill="none" w="42" h="42">
                <a:moveTo>
                  <a:pt x="42" y="22"/>
                </a:moveTo>
                <a:cubicBezTo>
                  <a:pt x="42" y="49"/>
                  <a:pt x="0" y="49"/>
                  <a:pt x="0" y="22"/>
                </a:cubicBezTo>
                <a:cubicBezTo>
                  <a:pt x="0" y="-7"/>
                  <a:pt x="42" y="-7"/>
                  <a:pt x="42" y="22"/>
                </a:cubicBezTo>
              </a:path>
            </a:pathLst>
          </a:custGeom>
          <a:ln cap="rnd" w="0">
            <a:solidFill>
              <a:srgbClr val="2A9D8F">
                <a:alpha val="50000"/>
              </a:srgbClr>
            </a:solidFill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62" name=""/>
          <p:cNvSpPr/>
          <p:nvPr/>
        </p:nvSpPr>
        <p:spPr>
          <a:xfrm>
            <a:off x="577440" y="1765440"/>
            <a:ext cx="15480" cy="15480"/>
          </a:xfrm>
          <a:custGeom>
            <a:avLst/>
            <a:gdLst/>
            <a:ahLst/>
            <a:rect l="0" t="0" r="r" b="b"/>
            <a:pathLst>
              <a:path w="43" h="43">
                <a:moveTo>
                  <a:pt x="0" y="22"/>
                </a:moveTo>
                <a:cubicBezTo>
                  <a:pt x="0" y="-7"/>
                  <a:pt x="43" y="-7"/>
                  <a:pt x="43" y="22"/>
                </a:cubicBezTo>
                <a:cubicBezTo>
                  <a:pt x="43" y="50"/>
                  <a:pt x="0" y="50"/>
                  <a:pt x="0" y="22"/>
                </a:cubicBezTo>
                <a:close/>
              </a:path>
            </a:pathLst>
          </a:custGeom>
          <a:solidFill>
            <a:srgbClr val="2A9D8F">
              <a:alpha val="50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663" name=""/>
          <p:cNvSpPr/>
          <p:nvPr/>
        </p:nvSpPr>
        <p:spPr>
          <a:xfrm>
            <a:off x="577440" y="1765440"/>
            <a:ext cx="15480" cy="15480"/>
          </a:xfrm>
          <a:custGeom>
            <a:avLst/>
            <a:gdLst/>
            <a:ahLst/>
            <a:rect l="0" t="0" r="r" b="b"/>
            <a:pathLst>
              <a:path fill="none" w="43" h="43">
                <a:moveTo>
                  <a:pt x="43" y="22"/>
                </a:moveTo>
                <a:cubicBezTo>
                  <a:pt x="43" y="50"/>
                  <a:pt x="0" y="50"/>
                  <a:pt x="0" y="22"/>
                </a:cubicBezTo>
                <a:cubicBezTo>
                  <a:pt x="0" y="-7"/>
                  <a:pt x="43" y="-7"/>
                  <a:pt x="43" y="22"/>
                </a:cubicBezTo>
              </a:path>
            </a:pathLst>
          </a:custGeom>
          <a:ln cap="rnd" w="0">
            <a:solidFill>
              <a:srgbClr val="2A9D8F">
                <a:alpha val="50000"/>
              </a:srgbClr>
            </a:solidFill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64" name=""/>
          <p:cNvSpPr/>
          <p:nvPr/>
        </p:nvSpPr>
        <p:spPr>
          <a:xfrm>
            <a:off x="620280" y="1267200"/>
            <a:ext cx="15120" cy="15120"/>
          </a:xfrm>
          <a:custGeom>
            <a:avLst/>
            <a:gdLst/>
            <a:ahLst/>
            <a:rect l="0" t="0" r="r" b="b"/>
            <a:pathLst>
              <a:path w="42" h="42">
                <a:moveTo>
                  <a:pt x="0" y="21"/>
                </a:moveTo>
                <a:cubicBezTo>
                  <a:pt x="0" y="-7"/>
                  <a:pt x="42" y="-7"/>
                  <a:pt x="42" y="21"/>
                </a:cubicBezTo>
                <a:cubicBezTo>
                  <a:pt x="42" y="49"/>
                  <a:pt x="0" y="49"/>
                  <a:pt x="0" y="21"/>
                </a:cubicBezTo>
                <a:close/>
              </a:path>
            </a:pathLst>
          </a:custGeom>
          <a:solidFill>
            <a:srgbClr val="2A9D8F">
              <a:alpha val="50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665" name=""/>
          <p:cNvSpPr/>
          <p:nvPr/>
        </p:nvSpPr>
        <p:spPr>
          <a:xfrm>
            <a:off x="620280" y="1267200"/>
            <a:ext cx="15120" cy="15120"/>
          </a:xfrm>
          <a:custGeom>
            <a:avLst/>
            <a:gdLst/>
            <a:ahLst/>
            <a:rect l="0" t="0" r="r" b="b"/>
            <a:pathLst>
              <a:path fill="none" w="42" h="42">
                <a:moveTo>
                  <a:pt x="42" y="21"/>
                </a:moveTo>
                <a:cubicBezTo>
                  <a:pt x="42" y="49"/>
                  <a:pt x="0" y="49"/>
                  <a:pt x="0" y="21"/>
                </a:cubicBezTo>
                <a:cubicBezTo>
                  <a:pt x="0" y="-7"/>
                  <a:pt x="42" y="-7"/>
                  <a:pt x="42" y="21"/>
                </a:cubicBezTo>
              </a:path>
            </a:pathLst>
          </a:custGeom>
          <a:ln cap="rnd" w="0">
            <a:solidFill>
              <a:srgbClr val="2A9D8F">
                <a:alpha val="50000"/>
              </a:srgbClr>
            </a:solidFill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66" name=""/>
          <p:cNvSpPr/>
          <p:nvPr/>
        </p:nvSpPr>
        <p:spPr>
          <a:xfrm>
            <a:off x="1072080" y="1469880"/>
            <a:ext cx="15480" cy="15480"/>
          </a:xfrm>
          <a:custGeom>
            <a:avLst/>
            <a:gdLst/>
            <a:ahLst/>
            <a:rect l="0" t="0" r="r" b="b"/>
            <a:pathLst>
              <a:path w="43" h="43">
                <a:moveTo>
                  <a:pt x="0" y="21"/>
                </a:moveTo>
                <a:cubicBezTo>
                  <a:pt x="0" y="-7"/>
                  <a:pt x="43" y="-7"/>
                  <a:pt x="43" y="21"/>
                </a:cubicBezTo>
                <a:cubicBezTo>
                  <a:pt x="43" y="50"/>
                  <a:pt x="0" y="50"/>
                  <a:pt x="0" y="21"/>
                </a:cubicBezTo>
                <a:close/>
              </a:path>
            </a:pathLst>
          </a:custGeom>
          <a:solidFill>
            <a:srgbClr val="2A9D8F">
              <a:alpha val="50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667" name=""/>
          <p:cNvSpPr/>
          <p:nvPr/>
        </p:nvSpPr>
        <p:spPr>
          <a:xfrm>
            <a:off x="1072080" y="1469880"/>
            <a:ext cx="15480" cy="15480"/>
          </a:xfrm>
          <a:custGeom>
            <a:avLst/>
            <a:gdLst/>
            <a:ahLst/>
            <a:rect l="0" t="0" r="r" b="b"/>
            <a:pathLst>
              <a:path fill="none" w="43" h="43">
                <a:moveTo>
                  <a:pt x="43" y="21"/>
                </a:moveTo>
                <a:cubicBezTo>
                  <a:pt x="43" y="50"/>
                  <a:pt x="0" y="50"/>
                  <a:pt x="0" y="21"/>
                </a:cubicBezTo>
                <a:cubicBezTo>
                  <a:pt x="0" y="-7"/>
                  <a:pt x="43" y="-7"/>
                  <a:pt x="43" y="21"/>
                </a:cubicBezTo>
              </a:path>
            </a:pathLst>
          </a:custGeom>
          <a:ln cap="rnd" w="0">
            <a:solidFill>
              <a:srgbClr val="2A9D8F">
                <a:alpha val="50000"/>
              </a:srgbClr>
            </a:solidFill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68" name=""/>
          <p:cNvSpPr/>
          <p:nvPr/>
        </p:nvSpPr>
        <p:spPr>
          <a:xfrm>
            <a:off x="610200" y="1748160"/>
            <a:ext cx="15480" cy="15480"/>
          </a:xfrm>
          <a:custGeom>
            <a:avLst/>
            <a:gdLst/>
            <a:ahLst/>
            <a:rect l="0" t="0" r="r" b="b"/>
            <a:pathLst>
              <a:path w="43" h="43">
                <a:moveTo>
                  <a:pt x="0" y="22"/>
                </a:moveTo>
                <a:cubicBezTo>
                  <a:pt x="0" y="-7"/>
                  <a:pt x="43" y="-7"/>
                  <a:pt x="43" y="22"/>
                </a:cubicBezTo>
                <a:cubicBezTo>
                  <a:pt x="43" y="50"/>
                  <a:pt x="0" y="50"/>
                  <a:pt x="0" y="22"/>
                </a:cubicBezTo>
                <a:close/>
              </a:path>
            </a:pathLst>
          </a:custGeom>
          <a:solidFill>
            <a:srgbClr val="2A9D8F">
              <a:alpha val="50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669" name=""/>
          <p:cNvSpPr/>
          <p:nvPr/>
        </p:nvSpPr>
        <p:spPr>
          <a:xfrm>
            <a:off x="610200" y="1748160"/>
            <a:ext cx="15480" cy="15480"/>
          </a:xfrm>
          <a:custGeom>
            <a:avLst/>
            <a:gdLst/>
            <a:ahLst/>
            <a:rect l="0" t="0" r="r" b="b"/>
            <a:pathLst>
              <a:path fill="none" w="43" h="43">
                <a:moveTo>
                  <a:pt x="43" y="22"/>
                </a:moveTo>
                <a:cubicBezTo>
                  <a:pt x="43" y="50"/>
                  <a:pt x="0" y="50"/>
                  <a:pt x="0" y="22"/>
                </a:cubicBezTo>
                <a:cubicBezTo>
                  <a:pt x="0" y="-7"/>
                  <a:pt x="43" y="-7"/>
                  <a:pt x="43" y="22"/>
                </a:cubicBezTo>
              </a:path>
            </a:pathLst>
          </a:custGeom>
          <a:ln cap="rnd" w="0">
            <a:solidFill>
              <a:srgbClr val="2A9D8F">
                <a:alpha val="50000"/>
              </a:srgbClr>
            </a:solidFill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70" name=""/>
          <p:cNvSpPr/>
          <p:nvPr/>
        </p:nvSpPr>
        <p:spPr>
          <a:xfrm>
            <a:off x="558000" y="1218600"/>
            <a:ext cx="15120" cy="15840"/>
          </a:xfrm>
          <a:custGeom>
            <a:avLst/>
            <a:gdLst/>
            <a:ahLst/>
            <a:rect l="0" t="0" r="r" b="b"/>
            <a:pathLst>
              <a:path w="42" h="44">
                <a:moveTo>
                  <a:pt x="0" y="22"/>
                </a:moveTo>
                <a:cubicBezTo>
                  <a:pt x="0" y="-7"/>
                  <a:pt x="42" y="-7"/>
                  <a:pt x="42" y="22"/>
                </a:cubicBezTo>
                <a:cubicBezTo>
                  <a:pt x="42" y="51"/>
                  <a:pt x="0" y="51"/>
                  <a:pt x="0" y="22"/>
                </a:cubicBezTo>
                <a:close/>
              </a:path>
            </a:pathLst>
          </a:custGeom>
          <a:solidFill>
            <a:srgbClr val="2A9D8F">
              <a:alpha val="50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671" name=""/>
          <p:cNvSpPr/>
          <p:nvPr/>
        </p:nvSpPr>
        <p:spPr>
          <a:xfrm>
            <a:off x="558000" y="1218600"/>
            <a:ext cx="15120" cy="15840"/>
          </a:xfrm>
          <a:custGeom>
            <a:avLst/>
            <a:gdLst/>
            <a:ahLst/>
            <a:rect l="0" t="0" r="r" b="b"/>
            <a:pathLst>
              <a:path fill="none" w="42" h="44">
                <a:moveTo>
                  <a:pt x="42" y="22"/>
                </a:moveTo>
                <a:cubicBezTo>
                  <a:pt x="42" y="51"/>
                  <a:pt x="0" y="51"/>
                  <a:pt x="0" y="22"/>
                </a:cubicBezTo>
                <a:cubicBezTo>
                  <a:pt x="0" y="-7"/>
                  <a:pt x="42" y="-7"/>
                  <a:pt x="42" y="22"/>
                </a:cubicBezTo>
              </a:path>
            </a:pathLst>
          </a:custGeom>
          <a:ln cap="rnd" w="0">
            <a:solidFill>
              <a:srgbClr val="2A9D8F">
                <a:alpha val="50000"/>
              </a:srgbClr>
            </a:solidFill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72" name=""/>
          <p:cNvSpPr/>
          <p:nvPr/>
        </p:nvSpPr>
        <p:spPr>
          <a:xfrm>
            <a:off x="1586520" y="1094040"/>
            <a:ext cx="15840" cy="15120"/>
          </a:xfrm>
          <a:custGeom>
            <a:avLst/>
            <a:gdLst/>
            <a:ahLst/>
            <a:rect l="0" t="0" r="r" b="b"/>
            <a:pathLst>
              <a:path w="44" h="42">
                <a:moveTo>
                  <a:pt x="0" y="22"/>
                </a:moveTo>
                <a:cubicBezTo>
                  <a:pt x="0" y="-7"/>
                  <a:pt x="44" y="-7"/>
                  <a:pt x="44" y="22"/>
                </a:cubicBezTo>
                <a:cubicBezTo>
                  <a:pt x="44" y="49"/>
                  <a:pt x="0" y="49"/>
                  <a:pt x="0" y="22"/>
                </a:cubicBezTo>
                <a:close/>
              </a:path>
            </a:pathLst>
          </a:custGeom>
          <a:solidFill>
            <a:srgbClr val="2A9D8F">
              <a:alpha val="50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673" name=""/>
          <p:cNvSpPr/>
          <p:nvPr/>
        </p:nvSpPr>
        <p:spPr>
          <a:xfrm>
            <a:off x="1586520" y="1094040"/>
            <a:ext cx="15840" cy="15120"/>
          </a:xfrm>
          <a:custGeom>
            <a:avLst/>
            <a:gdLst/>
            <a:ahLst/>
            <a:rect l="0" t="0" r="r" b="b"/>
            <a:pathLst>
              <a:path fill="none" w="44" h="42">
                <a:moveTo>
                  <a:pt x="44" y="22"/>
                </a:moveTo>
                <a:cubicBezTo>
                  <a:pt x="44" y="49"/>
                  <a:pt x="0" y="49"/>
                  <a:pt x="0" y="22"/>
                </a:cubicBezTo>
                <a:cubicBezTo>
                  <a:pt x="0" y="-7"/>
                  <a:pt x="44" y="-7"/>
                  <a:pt x="44" y="22"/>
                </a:cubicBezTo>
              </a:path>
            </a:pathLst>
          </a:custGeom>
          <a:ln cap="rnd" w="0">
            <a:solidFill>
              <a:srgbClr val="2A9D8F">
                <a:alpha val="50000"/>
              </a:srgbClr>
            </a:solidFill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74" name=""/>
          <p:cNvSpPr/>
          <p:nvPr/>
        </p:nvSpPr>
        <p:spPr>
          <a:xfrm>
            <a:off x="638280" y="1567440"/>
            <a:ext cx="15120" cy="15120"/>
          </a:xfrm>
          <a:custGeom>
            <a:avLst/>
            <a:gdLst/>
            <a:ahLst/>
            <a:rect l="0" t="0" r="r" b="b"/>
            <a:pathLst>
              <a:path w="42" h="42">
                <a:moveTo>
                  <a:pt x="0" y="22"/>
                </a:moveTo>
                <a:cubicBezTo>
                  <a:pt x="0" y="-7"/>
                  <a:pt x="42" y="-7"/>
                  <a:pt x="42" y="22"/>
                </a:cubicBezTo>
                <a:cubicBezTo>
                  <a:pt x="42" y="49"/>
                  <a:pt x="0" y="49"/>
                  <a:pt x="0" y="22"/>
                </a:cubicBezTo>
                <a:close/>
              </a:path>
            </a:pathLst>
          </a:custGeom>
          <a:solidFill>
            <a:srgbClr val="2A9D8F">
              <a:alpha val="50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675" name=""/>
          <p:cNvSpPr/>
          <p:nvPr/>
        </p:nvSpPr>
        <p:spPr>
          <a:xfrm>
            <a:off x="638280" y="1567440"/>
            <a:ext cx="15120" cy="15120"/>
          </a:xfrm>
          <a:custGeom>
            <a:avLst/>
            <a:gdLst/>
            <a:ahLst/>
            <a:rect l="0" t="0" r="r" b="b"/>
            <a:pathLst>
              <a:path fill="none" w="42" h="42">
                <a:moveTo>
                  <a:pt x="42" y="22"/>
                </a:moveTo>
                <a:cubicBezTo>
                  <a:pt x="42" y="49"/>
                  <a:pt x="0" y="49"/>
                  <a:pt x="0" y="22"/>
                </a:cubicBezTo>
                <a:cubicBezTo>
                  <a:pt x="0" y="-7"/>
                  <a:pt x="42" y="-7"/>
                  <a:pt x="42" y="22"/>
                </a:cubicBezTo>
              </a:path>
            </a:pathLst>
          </a:custGeom>
          <a:ln cap="rnd" w="0">
            <a:solidFill>
              <a:srgbClr val="2A9D8F">
                <a:alpha val="50000"/>
              </a:srgbClr>
            </a:solidFill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76" name=""/>
          <p:cNvSpPr/>
          <p:nvPr/>
        </p:nvSpPr>
        <p:spPr>
          <a:xfrm>
            <a:off x="619560" y="1675080"/>
            <a:ext cx="15120" cy="15480"/>
          </a:xfrm>
          <a:custGeom>
            <a:avLst/>
            <a:gdLst/>
            <a:ahLst/>
            <a:rect l="0" t="0" r="r" b="b"/>
            <a:pathLst>
              <a:path w="42" h="43">
                <a:moveTo>
                  <a:pt x="0" y="21"/>
                </a:moveTo>
                <a:cubicBezTo>
                  <a:pt x="0" y="-7"/>
                  <a:pt x="42" y="-7"/>
                  <a:pt x="42" y="21"/>
                </a:cubicBezTo>
                <a:cubicBezTo>
                  <a:pt x="42" y="50"/>
                  <a:pt x="0" y="50"/>
                  <a:pt x="0" y="21"/>
                </a:cubicBezTo>
                <a:close/>
              </a:path>
            </a:pathLst>
          </a:custGeom>
          <a:solidFill>
            <a:srgbClr val="2A9D8F">
              <a:alpha val="50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677" name=""/>
          <p:cNvSpPr/>
          <p:nvPr/>
        </p:nvSpPr>
        <p:spPr>
          <a:xfrm>
            <a:off x="619560" y="1675080"/>
            <a:ext cx="15120" cy="15480"/>
          </a:xfrm>
          <a:custGeom>
            <a:avLst/>
            <a:gdLst/>
            <a:ahLst/>
            <a:rect l="0" t="0" r="r" b="b"/>
            <a:pathLst>
              <a:path fill="none" w="42" h="43">
                <a:moveTo>
                  <a:pt x="42" y="21"/>
                </a:moveTo>
                <a:cubicBezTo>
                  <a:pt x="42" y="50"/>
                  <a:pt x="0" y="50"/>
                  <a:pt x="0" y="21"/>
                </a:cubicBezTo>
                <a:cubicBezTo>
                  <a:pt x="0" y="-7"/>
                  <a:pt x="42" y="-7"/>
                  <a:pt x="42" y="21"/>
                </a:cubicBezTo>
              </a:path>
            </a:pathLst>
          </a:custGeom>
          <a:ln cap="rnd" w="0">
            <a:solidFill>
              <a:srgbClr val="2A9D8F">
                <a:alpha val="50000"/>
              </a:srgbClr>
            </a:solidFill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78" name=""/>
          <p:cNvSpPr/>
          <p:nvPr/>
        </p:nvSpPr>
        <p:spPr>
          <a:xfrm>
            <a:off x="540360" y="1336680"/>
            <a:ext cx="15120" cy="15480"/>
          </a:xfrm>
          <a:custGeom>
            <a:avLst/>
            <a:gdLst/>
            <a:ahLst/>
            <a:rect l="0" t="0" r="r" b="b"/>
            <a:pathLst>
              <a:path w="42" h="43">
                <a:moveTo>
                  <a:pt x="0" y="22"/>
                </a:moveTo>
                <a:cubicBezTo>
                  <a:pt x="0" y="-7"/>
                  <a:pt x="42" y="-7"/>
                  <a:pt x="42" y="22"/>
                </a:cubicBezTo>
                <a:cubicBezTo>
                  <a:pt x="42" y="50"/>
                  <a:pt x="0" y="50"/>
                  <a:pt x="0" y="22"/>
                </a:cubicBezTo>
                <a:close/>
              </a:path>
            </a:pathLst>
          </a:custGeom>
          <a:solidFill>
            <a:srgbClr val="2A9D8F">
              <a:alpha val="50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679" name=""/>
          <p:cNvSpPr/>
          <p:nvPr/>
        </p:nvSpPr>
        <p:spPr>
          <a:xfrm>
            <a:off x="540360" y="1336680"/>
            <a:ext cx="15120" cy="15480"/>
          </a:xfrm>
          <a:custGeom>
            <a:avLst/>
            <a:gdLst/>
            <a:ahLst/>
            <a:rect l="0" t="0" r="r" b="b"/>
            <a:pathLst>
              <a:path fill="none" w="42" h="43">
                <a:moveTo>
                  <a:pt x="42" y="22"/>
                </a:moveTo>
                <a:cubicBezTo>
                  <a:pt x="42" y="50"/>
                  <a:pt x="0" y="50"/>
                  <a:pt x="0" y="22"/>
                </a:cubicBezTo>
                <a:cubicBezTo>
                  <a:pt x="0" y="-7"/>
                  <a:pt x="42" y="-7"/>
                  <a:pt x="42" y="22"/>
                </a:cubicBezTo>
              </a:path>
            </a:pathLst>
          </a:custGeom>
          <a:ln cap="rnd" w="0">
            <a:solidFill>
              <a:srgbClr val="2A9D8F">
                <a:alpha val="50000"/>
              </a:srgbClr>
            </a:solidFill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80" name=""/>
          <p:cNvSpPr/>
          <p:nvPr/>
        </p:nvSpPr>
        <p:spPr>
          <a:xfrm>
            <a:off x="606600" y="1447920"/>
            <a:ext cx="15120" cy="15120"/>
          </a:xfrm>
          <a:custGeom>
            <a:avLst/>
            <a:gdLst/>
            <a:ahLst/>
            <a:rect l="0" t="0" r="r" b="b"/>
            <a:pathLst>
              <a:path w="42" h="42">
                <a:moveTo>
                  <a:pt x="0" y="21"/>
                </a:moveTo>
                <a:cubicBezTo>
                  <a:pt x="0" y="-7"/>
                  <a:pt x="42" y="-7"/>
                  <a:pt x="42" y="21"/>
                </a:cubicBezTo>
                <a:cubicBezTo>
                  <a:pt x="42" y="49"/>
                  <a:pt x="0" y="49"/>
                  <a:pt x="0" y="21"/>
                </a:cubicBezTo>
                <a:close/>
              </a:path>
            </a:pathLst>
          </a:custGeom>
          <a:solidFill>
            <a:srgbClr val="2A9D8F">
              <a:alpha val="50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681" name=""/>
          <p:cNvSpPr/>
          <p:nvPr/>
        </p:nvSpPr>
        <p:spPr>
          <a:xfrm>
            <a:off x="606600" y="1447920"/>
            <a:ext cx="15120" cy="15120"/>
          </a:xfrm>
          <a:custGeom>
            <a:avLst/>
            <a:gdLst/>
            <a:ahLst/>
            <a:rect l="0" t="0" r="r" b="b"/>
            <a:pathLst>
              <a:path fill="none" w="42" h="42">
                <a:moveTo>
                  <a:pt x="42" y="21"/>
                </a:moveTo>
                <a:cubicBezTo>
                  <a:pt x="42" y="49"/>
                  <a:pt x="0" y="49"/>
                  <a:pt x="0" y="21"/>
                </a:cubicBezTo>
                <a:cubicBezTo>
                  <a:pt x="0" y="-7"/>
                  <a:pt x="42" y="-7"/>
                  <a:pt x="42" y="21"/>
                </a:cubicBezTo>
              </a:path>
            </a:pathLst>
          </a:custGeom>
          <a:ln cap="rnd" w="0">
            <a:solidFill>
              <a:srgbClr val="2A9D8F">
                <a:alpha val="50000"/>
              </a:srgbClr>
            </a:solidFill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82" name=""/>
          <p:cNvSpPr/>
          <p:nvPr/>
        </p:nvSpPr>
        <p:spPr>
          <a:xfrm>
            <a:off x="1070280" y="1337760"/>
            <a:ext cx="15120" cy="15480"/>
          </a:xfrm>
          <a:custGeom>
            <a:avLst/>
            <a:gdLst/>
            <a:ahLst/>
            <a:rect l="0" t="0" r="r" b="b"/>
            <a:pathLst>
              <a:path w="42" h="43">
                <a:moveTo>
                  <a:pt x="0" y="21"/>
                </a:moveTo>
                <a:cubicBezTo>
                  <a:pt x="0" y="-7"/>
                  <a:pt x="42" y="-7"/>
                  <a:pt x="42" y="21"/>
                </a:cubicBezTo>
                <a:cubicBezTo>
                  <a:pt x="42" y="50"/>
                  <a:pt x="0" y="50"/>
                  <a:pt x="0" y="21"/>
                </a:cubicBezTo>
                <a:close/>
              </a:path>
            </a:pathLst>
          </a:custGeom>
          <a:solidFill>
            <a:srgbClr val="2A9D8F">
              <a:alpha val="50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683" name=""/>
          <p:cNvSpPr/>
          <p:nvPr/>
        </p:nvSpPr>
        <p:spPr>
          <a:xfrm>
            <a:off x="1070280" y="1337760"/>
            <a:ext cx="15120" cy="15480"/>
          </a:xfrm>
          <a:custGeom>
            <a:avLst/>
            <a:gdLst/>
            <a:ahLst/>
            <a:rect l="0" t="0" r="r" b="b"/>
            <a:pathLst>
              <a:path fill="none" w="42" h="43">
                <a:moveTo>
                  <a:pt x="42" y="21"/>
                </a:moveTo>
                <a:cubicBezTo>
                  <a:pt x="42" y="50"/>
                  <a:pt x="0" y="50"/>
                  <a:pt x="0" y="21"/>
                </a:cubicBezTo>
                <a:cubicBezTo>
                  <a:pt x="0" y="-7"/>
                  <a:pt x="42" y="-7"/>
                  <a:pt x="42" y="21"/>
                </a:cubicBezTo>
              </a:path>
            </a:pathLst>
          </a:custGeom>
          <a:ln cap="rnd" w="0">
            <a:solidFill>
              <a:srgbClr val="2A9D8F">
                <a:alpha val="50000"/>
              </a:srgbClr>
            </a:solidFill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84" name=""/>
          <p:cNvSpPr/>
          <p:nvPr/>
        </p:nvSpPr>
        <p:spPr>
          <a:xfrm>
            <a:off x="1105560" y="1753920"/>
            <a:ext cx="15480" cy="15120"/>
          </a:xfrm>
          <a:custGeom>
            <a:avLst/>
            <a:gdLst/>
            <a:ahLst/>
            <a:rect l="0" t="0" r="r" b="b"/>
            <a:pathLst>
              <a:path w="43" h="42">
                <a:moveTo>
                  <a:pt x="0" y="21"/>
                </a:moveTo>
                <a:cubicBezTo>
                  <a:pt x="0" y="-7"/>
                  <a:pt x="43" y="-7"/>
                  <a:pt x="43" y="21"/>
                </a:cubicBezTo>
                <a:cubicBezTo>
                  <a:pt x="43" y="49"/>
                  <a:pt x="0" y="49"/>
                  <a:pt x="0" y="21"/>
                </a:cubicBezTo>
                <a:close/>
              </a:path>
            </a:pathLst>
          </a:custGeom>
          <a:solidFill>
            <a:srgbClr val="2A9D8F">
              <a:alpha val="50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685" name=""/>
          <p:cNvSpPr/>
          <p:nvPr/>
        </p:nvSpPr>
        <p:spPr>
          <a:xfrm>
            <a:off x="1105560" y="1753920"/>
            <a:ext cx="15480" cy="15120"/>
          </a:xfrm>
          <a:custGeom>
            <a:avLst/>
            <a:gdLst/>
            <a:ahLst/>
            <a:rect l="0" t="0" r="r" b="b"/>
            <a:pathLst>
              <a:path fill="none" w="43" h="42">
                <a:moveTo>
                  <a:pt x="43" y="21"/>
                </a:moveTo>
                <a:cubicBezTo>
                  <a:pt x="43" y="49"/>
                  <a:pt x="0" y="49"/>
                  <a:pt x="0" y="21"/>
                </a:cubicBezTo>
                <a:cubicBezTo>
                  <a:pt x="0" y="-7"/>
                  <a:pt x="43" y="-7"/>
                  <a:pt x="43" y="21"/>
                </a:cubicBezTo>
              </a:path>
            </a:pathLst>
          </a:custGeom>
          <a:ln cap="rnd" w="0">
            <a:solidFill>
              <a:srgbClr val="2A9D8F">
                <a:alpha val="50000"/>
              </a:srgbClr>
            </a:solidFill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86" name=""/>
          <p:cNvSpPr/>
          <p:nvPr/>
        </p:nvSpPr>
        <p:spPr>
          <a:xfrm>
            <a:off x="1623600" y="1593720"/>
            <a:ext cx="15120" cy="15120"/>
          </a:xfrm>
          <a:custGeom>
            <a:avLst/>
            <a:gdLst/>
            <a:ahLst/>
            <a:rect l="0" t="0" r="r" b="b"/>
            <a:pathLst>
              <a:path w="42" h="42">
                <a:moveTo>
                  <a:pt x="0" y="21"/>
                </a:moveTo>
                <a:cubicBezTo>
                  <a:pt x="0" y="-7"/>
                  <a:pt x="42" y="-7"/>
                  <a:pt x="42" y="21"/>
                </a:cubicBezTo>
                <a:cubicBezTo>
                  <a:pt x="42" y="49"/>
                  <a:pt x="0" y="49"/>
                  <a:pt x="0" y="21"/>
                </a:cubicBezTo>
                <a:close/>
              </a:path>
            </a:pathLst>
          </a:custGeom>
          <a:solidFill>
            <a:srgbClr val="2A9D8F">
              <a:alpha val="50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687" name=""/>
          <p:cNvSpPr/>
          <p:nvPr/>
        </p:nvSpPr>
        <p:spPr>
          <a:xfrm>
            <a:off x="1623600" y="1593720"/>
            <a:ext cx="15120" cy="15120"/>
          </a:xfrm>
          <a:custGeom>
            <a:avLst/>
            <a:gdLst/>
            <a:ahLst/>
            <a:rect l="0" t="0" r="r" b="b"/>
            <a:pathLst>
              <a:path fill="none" w="42" h="42">
                <a:moveTo>
                  <a:pt x="42" y="21"/>
                </a:moveTo>
                <a:cubicBezTo>
                  <a:pt x="42" y="49"/>
                  <a:pt x="0" y="49"/>
                  <a:pt x="0" y="21"/>
                </a:cubicBezTo>
                <a:cubicBezTo>
                  <a:pt x="0" y="-7"/>
                  <a:pt x="42" y="-7"/>
                  <a:pt x="42" y="21"/>
                </a:cubicBezTo>
              </a:path>
            </a:pathLst>
          </a:custGeom>
          <a:ln cap="rnd" w="0">
            <a:solidFill>
              <a:srgbClr val="2A9D8F">
                <a:alpha val="50000"/>
              </a:srgbClr>
            </a:solidFill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88" name=""/>
          <p:cNvSpPr/>
          <p:nvPr/>
        </p:nvSpPr>
        <p:spPr>
          <a:xfrm>
            <a:off x="1568520" y="1209240"/>
            <a:ext cx="15120" cy="15480"/>
          </a:xfrm>
          <a:custGeom>
            <a:avLst/>
            <a:gdLst/>
            <a:ahLst/>
            <a:rect l="0" t="0" r="r" b="b"/>
            <a:pathLst>
              <a:path w="42" h="43">
                <a:moveTo>
                  <a:pt x="0" y="21"/>
                </a:moveTo>
                <a:cubicBezTo>
                  <a:pt x="0" y="-7"/>
                  <a:pt x="42" y="-7"/>
                  <a:pt x="42" y="21"/>
                </a:cubicBezTo>
                <a:cubicBezTo>
                  <a:pt x="42" y="50"/>
                  <a:pt x="0" y="50"/>
                  <a:pt x="0" y="21"/>
                </a:cubicBezTo>
                <a:close/>
              </a:path>
            </a:pathLst>
          </a:custGeom>
          <a:solidFill>
            <a:srgbClr val="2A9D8F">
              <a:alpha val="50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689" name=""/>
          <p:cNvSpPr/>
          <p:nvPr/>
        </p:nvSpPr>
        <p:spPr>
          <a:xfrm>
            <a:off x="1568520" y="1209240"/>
            <a:ext cx="15120" cy="15480"/>
          </a:xfrm>
          <a:custGeom>
            <a:avLst/>
            <a:gdLst/>
            <a:ahLst/>
            <a:rect l="0" t="0" r="r" b="b"/>
            <a:pathLst>
              <a:path fill="none" w="42" h="43">
                <a:moveTo>
                  <a:pt x="42" y="21"/>
                </a:moveTo>
                <a:cubicBezTo>
                  <a:pt x="42" y="50"/>
                  <a:pt x="0" y="50"/>
                  <a:pt x="0" y="21"/>
                </a:cubicBezTo>
                <a:cubicBezTo>
                  <a:pt x="0" y="-7"/>
                  <a:pt x="42" y="-7"/>
                  <a:pt x="42" y="21"/>
                </a:cubicBezTo>
              </a:path>
            </a:pathLst>
          </a:custGeom>
          <a:ln cap="rnd" w="0">
            <a:solidFill>
              <a:srgbClr val="2A9D8F">
                <a:alpha val="50000"/>
              </a:srgbClr>
            </a:solidFill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90" name=""/>
          <p:cNvSpPr/>
          <p:nvPr/>
        </p:nvSpPr>
        <p:spPr>
          <a:xfrm>
            <a:off x="1619640" y="1443240"/>
            <a:ext cx="15480" cy="15120"/>
          </a:xfrm>
          <a:custGeom>
            <a:avLst/>
            <a:gdLst/>
            <a:ahLst/>
            <a:rect l="0" t="0" r="r" b="b"/>
            <a:pathLst>
              <a:path w="43" h="42">
                <a:moveTo>
                  <a:pt x="0" y="21"/>
                </a:moveTo>
                <a:cubicBezTo>
                  <a:pt x="0" y="-7"/>
                  <a:pt x="43" y="-7"/>
                  <a:pt x="43" y="21"/>
                </a:cubicBezTo>
                <a:cubicBezTo>
                  <a:pt x="43" y="49"/>
                  <a:pt x="0" y="49"/>
                  <a:pt x="0" y="21"/>
                </a:cubicBezTo>
                <a:close/>
              </a:path>
            </a:pathLst>
          </a:custGeom>
          <a:solidFill>
            <a:srgbClr val="2A9D8F">
              <a:alpha val="50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691" name=""/>
          <p:cNvSpPr/>
          <p:nvPr/>
        </p:nvSpPr>
        <p:spPr>
          <a:xfrm>
            <a:off x="1619640" y="1443240"/>
            <a:ext cx="15480" cy="15120"/>
          </a:xfrm>
          <a:custGeom>
            <a:avLst/>
            <a:gdLst/>
            <a:ahLst/>
            <a:rect l="0" t="0" r="r" b="b"/>
            <a:pathLst>
              <a:path fill="none" w="43" h="42">
                <a:moveTo>
                  <a:pt x="43" y="21"/>
                </a:moveTo>
                <a:cubicBezTo>
                  <a:pt x="43" y="49"/>
                  <a:pt x="0" y="49"/>
                  <a:pt x="0" y="21"/>
                </a:cubicBezTo>
                <a:cubicBezTo>
                  <a:pt x="0" y="-7"/>
                  <a:pt x="43" y="-7"/>
                  <a:pt x="43" y="21"/>
                </a:cubicBezTo>
              </a:path>
            </a:pathLst>
          </a:custGeom>
          <a:ln cap="rnd" w="0">
            <a:solidFill>
              <a:srgbClr val="2A9D8F">
                <a:alpha val="50000"/>
              </a:srgbClr>
            </a:solidFill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92" name=""/>
          <p:cNvSpPr/>
          <p:nvPr/>
        </p:nvSpPr>
        <p:spPr>
          <a:xfrm>
            <a:off x="1067400" y="1669680"/>
            <a:ext cx="15480" cy="15120"/>
          </a:xfrm>
          <a:custGeom>
            <a:avLst/>
            <a:gdLst/>
            <a:ahLst/>
            <a:rect l="0" t="0" r="r" b="b"/>
            <a:pathLst>
              <a:path w="43" h="42">
                <a:moveTo>
                  <a:pt x="0" y="21"/>
                </a:moveTo>
                <a:cubicBezTo>
                  <a:pt x="0" y="-7"/>
                  <a:pt x="43" y="-7"/>
                  <a:pt x="43" y="21"/>
                </a:cubicBezTo>
                <a:cubicBezTo>
                  <a:pt x="43" y="49"/>
                  <a:pt x="0" y="49"/>
                  <a:pt x="0" y="21"/>
                </a:cubicBezTo>
                <a:close/>
              </a:path>
            </a:pathLst>
          </a:custGeom>
          <a:solidFill>
            <a:srgbClr val="2A9D8F">
              <a:alpha val="50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693" name=""/>
          <p:cNvSpPr/>
          <p:nvPr/>
        </p:nvSpPr>
        <p:spPr>
          <a:xfrm>
            <a:off x="1067400" y="1669680"/>
            <a:ext cx="15480" cy="15120"/>
          </a:xfrm>
          <a:custGeom>
            <a:avLst/>
            <a:gdLst/>
            <a:ahLst/>
            <a:rect l="0" t="0" r="r" b="b"/>
            <a:pathLst>
              <a:path fill="none" w="43" h="42">
                <a:moveTo>
                  <a:pt x="43" y="21"/>
                </a:moveTo>
                <a:cubicBezTo>
                  <a:pt x="43" y="49"/>
                  <a:pt x="0" y="49"/>
                  <a:pt x="0" y="21"/>
                </a:cubicBezTo>
                <a:cubicBezTo>
                  <a:pt x="0" y="-7"/>
                  <a:pt x="43" y="-7"/>
                  <a:pt x="43" y="21"/>
                </a:cubicBezTo>
              </a:path>
            </a:pathLst>
          </a:custGeom>
          <a:ln cap="rnd" w="0">
            <a:solidFill>
              <a:srgbClr val="2A9D8F">
                <a:alpha val="50000"/>
              </a:srgbClr>
            </a:solidFill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94" name=""/>
          <p:cNvSpPr/>
          <p:nvPr/>
        </p:nvSpPr>
        <p:spPr>
          <a:xfrm>
            <a:off x="547560" y="1779840"/>
            <a:ext cx="15120" cy="15480"/>
          </a:xfrm>
          <a:custGeom>
            <a:avLst/>
            <a:gdLst/>
            <a:ahLst/>
            <a:rect l="0" t="0" r="r" b="b"/>
            <a:pathLst>
              <a:path w="42" h="43">
                <a:moveTo>
                  <a:pt x="0" y="21"/>
                </a:moveTo>
                <a:cubicBezTo>
                  <a:pt x="0" y="-7"/>
                  <a:pt x="42" y="-7"/>
                  <a:pt x="42" y="21"/>
                </a:cubicBezTo>
                <a:cubicBezTo>
                  <a:pt x="42" y="50"/>
                  <a:pt x="0" y="50"/>
                  <a:pt x="0" y="21"/>
                </a:cubicBezTo>
                <a:close/>
              </a:path>
            </a:pathLst>
          </a:custGeom>
          <a:solidFill>
            <a:srgbClr val="2A9D8F">
              <a:alpha val="50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695" name=""/>
          <p:cNvSpPr/>
          <p:nvPr/>
        </p:nvSpPr>
        <p:spPr>
          <a:xfrm>
            <a:off x="547560" y="1779840"/>
            <a:ext cx="15120" cy="15480"/>
          </a:xfrm>
          <a:custGeom>
            <a:avLst/>
            <a:gdLst/>
            <a:ahLst/>
            <a:rect l="0" t="0" r="r" b="b"/>
            <a:pathLst>
              <a:path fill="none" w="42" h="43">
                <a:moveTo>
                  <a:pt x="42" y="21"/>
                </a:moveTo>
                <a:cubicBezTo>
                  <a:pt x="42" y="50"/>
                  <a:pt x="0" y="50"/>
                  <a:pt x="0" y="21"/>
                </a:cubicBezTo>
                <a:cubicBezTo>
                  <a:pt x="0" y="-7"/>
                  <a:pt x="42" y="-7"/>
                  <a:pt x="42" y="21"/>
                </a:cubicBezTo>
              </a:path>
            </a:pathLst>
          </a:custGeom>
          <a:ln cap="rnd" w="0">
            <a:solidFill>
              <a:srgbClr val="2A9D8F">
                <a:alpha val="50000"/>
              </a:srgbClr>
            </a:solidFill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96" name=""/>
          <p:cNvSpPr/>
          <p:nvPr/>
        </p:nvSpPr>
        <p:spPr>
          <a:xfrm>
            <a:off x="545040" y="1436040"/>
            <a:ext cx="15480" cy="15120"/>
          </a:xfrm>
          <a:custGeom>
            <a:avLst/>
            <a:gdLst/>
            <a:ahLst/>
            <a:rect l="0" t="0" r="r" b="b"/>
            <a:pathLst>
              <a:path w="43" h="42">
                <a:moveTo>
                  <a:pt x="0" y="21"/>
                </a:moveTo>
                <a:cubicBezTo>
                  <a:pt x="0" y="-7"/>
                  <a:pt x="43" y="-7"/>
                  <a:pt x="43" y="21"/>
                </a:cubicBezTo>
                <a:cubicBezTo>
                  <a:pt x="43" y="49"/>
                  <a:pt x="0" y="49"/>
                  <a:pt x="0" y="21"/>
                </a:cubicBezTo>
                <a:close/>
              </a:path>
            </a:pathLst>
          </a:custGeom>
          <a:solidFill>
            <a:srgbClr val="2A9D8F">
              <a:alpha val="50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697" name=""/>
          <p:cNvSpPr/>
          <p:nvPr/>
        </p:nvSpPr>
        <p:spPr>
          <a:xfrm>
            <a:off x="545040" y="1436040"/>
            <a:ext cx="15480" cy="15120"/>
          </a:xfrm>
          <a:custGeom>
            <a:avLst/>
            <a:gdLst/>
            <a:ahLst/>
            <a:rect l="0" t="0" r="r" b="b"/>
            <a:pathLst>
              <a:path fill="none" w="43" h="42">
                <a:moveTo>
                  <a:pt x="43" y="21"/>
                </a:moveTo>
                <a:cubicBezTo>
                  <a:pt x="43" y="49"/>
                  <a:pt x="0" y="49"/>
                  <a:pt x="0" y="21"/>
                </a:cubicBezTo>
                <a:cubicBezTo>
                  <a:pt x="0" y="-7"/>
                  <a:pt x="43" y="-7"/>
                  <a:pt x="43" y="21"/>
                </a:cubicBezTo>
              </a:path>
            </a:pathLst>
          </a:custGeom>
          <a:ln cap="rnd" w="0">
            <a:solidFill>
              <a:srgbClr val="2A9D8F">
                <a:alpha val="50000"/>
              </a:srgbClr>
            </a:solidFill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98" name=""/>
          <p:cNvSpPr/>
          <p:nvPr/>
        </p:nvSpPr>
        <p:spPr>
          <a:xfrm>
            <a:off x="2099520" y="1366200"/>
            <a:ext cx="15480" cy="15480"/>
          </a:xfrm>
          <a:custGeom>
            <a:avLst/>
            <a:gdLst/>
            <a:ahLst/>
            <a:rect l="0" t="0" r="r" b="b"/>
            <a:pathLst>
              <a:path w="43" h="43">
                <a:moveTo>
                  <a:pt x="0" y="22"/>
                </a:moveTo>
                <a:cubicBezTo>
                  <a:pt x="0" y="-7"/>
                  <a:pt x="43" y="-7"/>
                  <a:pt x="43" y="22"/>
                </a:cubicBezTo>
                <a:cubicBezTo>
                  <a:pt x="43" y="50"/>
                  <a:pt x="0" y="50"/>
                  <a:pt x="0" y="22"/>
                </a:cubicBezTo>
                <a:close/>
              </a:path>
            </a:pathLst>
          </a:custGeom>
          <a:solidFill>
            <a:srgbClr val="2A9D8F">
              <a:alpha val="50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699" name=""/>
          <p:cNvSpPr/>
          <p:nvPr/>
        </p:nvSpPr>
        <p:spPr>
          <a:xfrm>
            <a:off x="2099520" y="1366200"/>
            <a:ext cx="15480" cy="15480"/>
          </a:xfrm>
          <a:custGeom>
            <a:avLst/>
            <a:gdLst/>
            <a:ahLst/>
            <a:rect l="0" t="0" r="r" b="b"/>
            <a:pathLst>
              <a:path fill="none" w="43" h="43">
                <a:moveTo>
                  <a:pt x="43" y="22"/>
                </a:moveTo>
                <a:cubicBezTo>
                  <a:pt x="43" y="50"/>
                  <a:pt x="0" y="50"/>
                  <a:pt x="0" y="22"/>
                </a:cubicBezTo>
                <a:cubicBezTo>
                  <a:pt x="0" y="-7"/>
                  <a:pt x="43" y="-7"/>
                  <a:pt x="43" y="22"/>
                </a:cubicBezTo>
              </a:path>
            </a:pathLst>
          </a:custGeom>
          <a:ln cap="rnd" w="0">
            <a:solidFill>
              <a:srgbClr val="2A9D8F">
                <a:alpha val="50000"/>
              </a:srgbClr>
            </a:solidFill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00" name=""/>
          <p:cNvSpPr/>
          <p:nvPr/>
        </p:nvSpPr>
        <p:spPr>
          <a:xfrm>
            <a:off x="576360" y="1666080"/>
            <a:ext cx="15120" cy="15480"/>
          </a:xfrm>
          <a:custGeom>
            <a:avLst/>
            <a:gdLst/>
            <a:ahLst/>
            <a:rect l="0" t="0" r="r" b="b"/>
            <a:pathLst>
              <a:path w="42" h="43">
                <a:moveTo>
                  <a:pt x="0" y="21"/>
                </a:moveTo>
                <a:cubicBezTo>
                  <a:pt x="0" y="-7"/>
                  <a:pt x="42" y="-7"/>
                  <a:pt x="42" y="21"/>
                </a:cubicBezTo>
                <a:cubicBezTo>
                  <a:pt x="42" y="50"/>
                  <a:pt x="0" y="50"/>
                  <a:pt x="0" y="21"/>
                </a:cubicBezTo>
                <a:close/>
              </a:path>
            </a:pathLst>
          </a:custGeom>
          <a:solidFill>
            <a:srgbClr val="2A9D8F">
              <a:alpha val="50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701" name=""/>
          <p:cNvSpPr/>
          <p:nvPr/>
        </p:nvSpPr>
        <p:spPr>
          <a:xfrm>
            <a:off x="576360" y="1666080"/>
            <a:ext cx="15120" cy="15480"/>
          </a:xfrm>
          <a:custGeom>
            <a:avLst/>
            <a:gdLst/>
            <a:ahLst/>
            <a:rect l="0" t="0" r="r" b="b"/>
            <a:pathLst>
              <a:path fill="none" w="42" h="43">
                <a:moveTo>
                  <a:pt x="42" y="21"/>
                </a:moveTo>
                <a:cubicBezTo>
                  <a:pt x="42" y="50"/>
                  <a:pt x="0" y="50"/>
                  <a:pt x="0" y="21"/>
                </a:cubicBezTo>
                <a:cubicBezTo>
                  <a:pt x="0" y="-7"/>
                  <a:pt x="42" y="-7"/>
                  <a:pt x="42" y="21"/>
                </a:cubicBezTo>
              </a:path>
            </a:pathLst>
          </a:custGeom>
          <a:ln cap="rnd" w="0">
            <a:solidFill>
              <a:srgbClr val="2A9D8F">
                <a:alpha val="50000"/>
              </a:srgbClr>
            </a:solidFill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02" name=""/>
          <p:cNvSpPr/>
          <p:nvPr/>
        </p:nvSpPr>
        <p:spPr>
          <a:xfrm>
            <a:off x="541440" y="1753200"/>
            <a:ext cx="15480" cy="15480"/>
          </a:xfrm>
          <a:custGeom>
            <a:avLst/>
            <a:gdLst/>
            <a:ahLst/>
            <a:rect l="0" t="0" r="r" b="b"/>
            <a:pathLst>
              <a:path w="43" h="43">
                <a:moveTo>
                  <a:pt x="0" y="21"/>
                </a:moveTo>
                <a:cubicBezTo>
                  <a:pt x="0" y="-7"/>
                  <a:pt x="43" y="-7"/>
                  <a:pt x="43" y="21"/>
                </a:cubicBezTo>
                <a:cubicBezTo>
                  <a:pt x="43" y="50"/>
                  <a:pt x="0" y="50"/>
                  <a:pt x="0" y="21"/>
                </a:cubicBezTo>
                <a:close/>
              </a:path>
            </a:pathLst>
          </a:custGeom>
          <a:solidFill>
            <a:srgbClr val="2A9D8F">
              <a:alpha val="50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703" name=""/>
          <p:cNvSpPr/>
          <p:nvPr/>
        </p:nvSpPr>
        <p:spPr>
          <a:xfrm>
            <a:off x="541440" y="1753200"/>
            <a:ext cx="15480" cy="15480"/>
          </a:xfrm>
          <a:custGeom>
            <a:avLst/>
            <a:gdLst/>
            <a:ahLst/>
            <a:rect l="0" t="0" r="r" b="b"/>
            <a:pathLst>
              <a:path fill="none" w="43" h="43">
                <a:moveTo>
                  <a:pt x="43" y="21"/>
                </a:moveTo>
                <a:cubicBezTo>
                  <a:pt x="43" y="50"/>
                  <a:pt x="0" y="50"/>
                  <a:pt x="0" y="21"/>
                </a:cubicBezTo>
                <a:cubicBezTo>
                  <a:pt x="0" y="-7"/>
                  <a:pt x="43" y="-7"/>
                  <a:pt x="43" y="21"/>
                </a:cubicBezTo>
              </a:path>
            </a:pathLst>
          </a:custGeom>
          <a:ln cap="rnd" w="0">
            <a:solidFill>
              <a:srgbClr val="2A9D8F">
                <a:alpha val="50000"/>
              </a:srgbClr>
            </a:solidFill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04" name=""/>
          <p:cNvSpPr/>
          <p:nvPr/>
        </p:nvSpPr>
        <p:spPr>
          <a:xfrm>
            <a:off x="620640" y="1521000"/>
            <a:ext cx="15120" cy="15120"/>
          </a:xfrm>
          <a:custGeom>
            <a:avLst/>
            <a:gdLst/>
            <a:ahLst/>
            <a:rect l="0" t="0" r="r" b="b"/>
            <a:pathLst>
              <a:path w="42" h="42">
                <a:moveTo>
                  <a:pt x="0" y="21"/>
                </a:moveTo>
                <a:cubicBezTo>
                  <a:pt x="0" y="-7"/>
                  <a:pt x="42" y="-7"/>
                  <a:pt x="42" y="21"/>
                </a:cubicBezTo>
                <a:cubicBezTo>
                  <a:pt x="42" y="49"/>
                  <a:pt x="0" y="49"/>
                  <a:pt x="0" y="21"/>
                </a:cubicBezTo>
                <a:close/>
              </a:path>
            </a:pathLst>
          </a:custGeom>
          <a:solidFill>
            <a:srgbClr val="2A9D8F">
              <a:alpha val="50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705" name=""/>
          <p:cNvSpPr/>
          <p:nvPr/>
        </p:nvSpPr>
        <p:spPr>
          <a:xfrm>
            <a:off x="620640" y="1521000"/>
            <a:ext cx="15120" cy="15120"/>
          </a:xfrm>
          <a:custGeom>
            <a:avLst/>
            <a:gdLst/>
            <a:ahLst/>
            <a:rect l="0" t="0" r="r" b="b"/>
            <a:pathLst>
              <a:path fill="none" w="42" h="42">
                <a:moveTo>
                  <a:pt x="42" y="21"/>
                </a:moveTo>
                <a:cubicBezTo>
                  <a:pt x="42" y="49"/>
                  <a:pt x="0" y="49"/>
                  <a:pt x="0" y="21"/>
                </a:cubicBezTo>
                <a:cubicBezTo>
                  <a:pt x="0" y="-7"/>
                  <a:pt x="42" y="-7"/>
                  <a:pt x="42" y="21"/>
                </a:cubicBezTo>
              </a:path>
            </a:pathLst>
          </a:custGeom>
          <a:ln cap="rnd" w="0">
            <a:solidFill>
              <a:srgbClr val="2A9D8F">
                <a:alpha val="50000"/>
              </a:srgbClr>
            </a:solidFill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06" name=""/>
          <p:cNvSpPr/>
          <p:nvPr/>
        </p:nvSpPr>
        <p:spPr>
          <a:xfrm>
            <a:off x="587520" y="1793520"/>
            <a:ext cx="15120" cy="15480"/>
          </a:xfrm>
          <a:custGeom>
            <a:avLst/>
            <a:gdLst/>
            <a:ahLst/>
            <a:rect l="0" t="0" r="r" b="b"/>
            <a:pathLst>
              <a:path w="42" h="43">
                <a:moveTo>
                  <a:pt x="0" y="21"/>
                </a:moveTo>
                <a:cubicBezTo>
                  <a:pt x="0" y="-7"/>
                  <a:pt x="42" y="-7"/>
                  <a:pt x="42" y="21"/>
                </a:cubicBezTo>
                <a:cubicBezTo>
                  <a:pt x="42" y="50"/>
                  <a:pt x="0" y="50"/>
                  <a:pt x="0" y="21"/>
                </a:cubicBezTo>
                <a:close/>
              </a:path>
            </a:pathLst>
          </a:custGeom>
          <a:solidFill>
            <a:srgbClr val="2A9D8F">
              <a:alpha val="50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707" name=""/>
          <p:cNvSpPr/>
          <p:nvPr/>
        </p:nvSpPr>
        <p:spPr>
          <a:xfrm>
            <a:off x="587520" y="1793520"/>
            <a:ext cx="15120" cy="15480"/>
          </a:xfrm>
          <a:custGeom>
            <a:avLst/>
            <a:gdLst/>
            <a:ahLst/>
            <a:rect l="0" t="0" r="r" b="b"/>
            <a:pathLst>
              <a:path fill="none" w="42" h="43">
                <a:moveTo>
                  <a:pt x="42" y="21"/>
                </a:moveTo>
                <a:cubicBezTo>
                  <a:pt x="42" y="50"/>
                  <a:pt x="0" y="50"/>
                  <a:pt x="0" y="21"/>
                </a:cubicBezTo>
                <a:cubicBezTo>
                  <a:pt x="0" y="-7"/>
                  <a:pt x="42" y="-7"/>
                  <a:pt x="42" y="21"/>
                </a:cubicBezTo>
              </a:path>
            </a:pathLst>
          </a:custGeom>
          <a:ln cap="rnd" w="0">
            <a:solidFill>
              <a:srgbClr val="2A9D8F">
                <a:alpha val="50000"/>
              </a:srgbClr>
            </a:solidFill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08" name=""/>
          <p:cNvSpPr/>
          <p:nvPr/>
        </p:nvSpPr>
        <p:spPr>
          <a:xfrm>
            <a:off x="579240" y="1559880"/>
            <a:ext cx="15120" cy="15120"/>
          </a:xfrm>
          <a:custGeom>
            <a:avLst/>
            <a:gdLst/>
            <a:ahLst/>
            <a:rect l="0" t="0" r="r" b="b"/>
            <a:pathLst>
              <a:path w="42" h="42">
                <a:moveTo>
                  <a:pt x="0" y="20"/>
                </a:moveTo>
                <a:cubicBezTo>
                  <a:pt x="0" y="-7"/>
                  <a:pt x="42" y="-7"/>
                  <a:pt x="42" y="20"/>
                </a:cubicBezTo>
                <a:cubicBezTo>
                  <a:pt x="42" y="49"/>
                  <a:pt x="0" y="49"/>
                  <a:pt x="0" y="20"/>
                </a:cubicBezTo>
                <a:close/>
              </a:path>
            </a:pathLst>
          </a:custGeom>
          <a:solidFill>
            <a:srgbClr val="2A9D8F">
              <a:alpha val="50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709" name=""/>
          <p:cNvSpPr/>
          <p:nvPr/>
        </p:nvSpPr>
        <p:spPr>
          <a:xfrm>
            <a:off x="579240" y="1559880"/>
            <a:ext cx="15120" cy="15120"/>
          </a:xfrm>
          <a:custGeom>
            <a:avLst/>
            <a:gdLst/>
            <a:ahLst/>
            <a:rect l="0" t="0" r="r" b="b"/>
            <a:pathLst>
              <a:path fill="none" w="42" h="42">
                <a:moveTo>
                  <a:pt x="42" y="20"/>
                </a:moveTo>
                <a:cubicBezTo>
                  <a:pt x="42" y="49"/>
                  <a:pt x="0" y="49"/>
                  <a:pt x="0" y="20"/>
                </a:cubicBezTo>
                <a:cubicBezTo>
                  <a:pt x="0" y="-7"/>
                  <a:pt x="42" y="-7"/>
                  <a:pt x="42" y="20"/>
                </a:cubicBezTo>
              </a:path>
            </a:pathLst>
          </a:custGeom>
          <a:ln cap="rnd" w="0">
            <a:solidFill>
              <a:srgbClr val="2A9D8F">
                <a:alpha val="50000"/>
              </a:srgbClr>
            </a:solidFill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10" name=""/>
          <p:cNvSpPr/>
          <p:nvPr/>
        </p:nvSpPr>
        <p:spPr>
          <a:xfrm>
            <a:off x="548640" y="1614960"/>
            <a:ext cx="15480" cy="15480"/>
          </a:xfrm>
          <a:custGeom>
            <a:avLst/>
            <a:gdLst/>
            <a:ahLst/>
            <a:rect l="0" t="0" r="r" b="b"/>
            <a:pathLst>
              <a:path w="43" h="43">
                <a:moveTo>
                  <a:pt x="0" y="21"/>
                </a:moveTo>
                <a:cubicBezTo>
                  <a:pt x="0" y="-7"/>
                  <a:pt x="43" y="-7"/>
                  <a:pt x="43" y="21"/>
                </a:cubicBezTo>
                <a:cubicBezTo>
                  <a:pt x="43" y="50"/>
                  <a:pt x="0" y="50"/>
                  <a:pt x="0" y="21"/>
                </a:cubicBezTo>
                <a:close/>
              </a:path>
            </a:pathLst>
          </a:custGeom>
          <a:solidFill>
            <a:srgbClr val="2A9D8F">
              <a:alpha val="50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711" name=""/>
          <p:cNvSpPr/>
          <p:nvPr/>
        </p:nvSpPr>
        <p:spPr>
          <a:xfrm>
            <a:off x="548640" y="1614960"/>
            <a:ext cx="15480" cy="15480"/>
          </a:xfrm>
          <a:custGeom>
            <a:avLst/>
            <a:gdLst/>
            <a:ahLst/>
            <a:rect l="0" t="0" r="r" b="b"/>
            <a:pathLst>
              <a:path fill="none" w="43" h="43">
                <a:moveTo>
                  <a:pt x="43" y="21"/>
                </a:moveTo>
                <a:cubicBezTo>
                  <a:pt x="43" y="50"/>
                  <a:pt x="0" y="50"/>
                  <a:pt x="0" y="21"/>
                </a:cubicBezTo>
                <a:cubicBezTo>
                  <a:pt x="0" y="-7"/>
                  <a:pt x="43" y="-7"/>
                  <a:pt x="43" y="21"/>
                </a:cubicBezTo>
              </a:path>
            </a:pathLst>
          </a:custGeom>
          <a:ln cap="rnd" w="0">
            <a:solidFill>
              <a:srgbClr val="2A9D8F">
                <a:alpha val="50000"/>
              </a:srgbClr>
            </a:solidFill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12" name=""/>
          <p:cNvSpPr/>
          <p:nvPr/>
        </p:nvSpPr>
        <p:spPr>
          <a:xfrm>
            <a:off x="536760" y="1484280"/>
            <a:ext cx="15480" cy="15480"/>
          </a:xfrm>
          <a:custGeom>
            <a:avLst/>
            <a:gdLst/>
            <a:ahLst/>
            <a:rect l="0" t="0" r="r" b="b"/>
            <a:pathLst>
              <a:path w="43" h="43">
                <a:moveTo>
                  <a:pt x="0" y="21"/>
                </a:moveTo>
                <a:cubicBezTo>
                  <a:pt x="0" y="-7"/>
                  <a:pt x="43" y="-7"/>
                  <a:pt x="43" y="21"/>
                </a:cubicBezTo>
                <a:cubicBezTo>
                  <a:pt x="43" y="50"/>
                  <a:pt x="0" y="50"/>
                  <a:pt x="0" y="21"/>
                </a:cubicBezTo>
                <a:close/>
              </a:path>
            </a:pathLst>
          </a:custGeom>
          <a:solidFill>
            <a:srgbClr val="2A9D8F">
              <a:alpha val="50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713" name=""/>
          <p:cNvSpPr/>
          <p:nvPr/>
        </p:nvSpPr>
        <p:spPr>
          <a:xfrm>
            <a:off x="536760" y="1484280"/>
            <a:ext cx="15480" cy="15480"/>
          </a:xfrm>
          <a:custGeom>
            <a:avLst/>
            <a:gdLst/>
            <a:ahLst/>
            <a:rect l="0" t="0" r="r" b="b"/>
            <a:pathLst>
              <a:path fill="none" w="43" h="43">
                <a:moveTo>
                  <a:pt x="43" y="21"/>
                </a:moveTo>
                <a:cubicBezTo>
                  <a:pt x="43" y="50"/>
                  <a:pt x="0" y="50"/>
                  <a:pt x="0" y="21"/>
                </a:cubicBezTo>
                <a:cubicBezTo>
                  <a:pt x="0" y="-7"/>
                  <a:pt x="43" y="-7"/>
                  <a:pt x="43" y="21"/>
                </a:cubicBezTo>
              </a:path>
            </a:pathLst>
          </a:custGeom>
          <a:ln cap="rnd" w="0">
            <a:solidFill>
              <a:srgbClr val="2A9D8F">
                <a:alpha val="50000"/>
              </a:srgbClr>
            </a:solidFill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14" name=""/>
          <p:cNvSpPr/>
          <p:nvPr/>
        </p:nvSpPr>
        <p:spPr>
          <a:xfrm>
            <a:off x="580320" y="1824840"/>
            <a:ext cx="15120" cy="15840"/>
          </a:xfrm>
          <a:custGeom>
            <a:avLst/>
            <a:gdLst/>
            <a:ahLst/>
            <a:rect l="0" t="0" r="r" b="b"/>
            <a:pathLst>
              <a:path w="42" h="44">
                <a:moveTo>
                  <a:pt x="0" y="22"/>
                </a:moveTo>
                <a:cubicBezTo>
                  <a:pt x="0" y="-7"/>
                  <a:pt x="42" y="-7"/>
                  <a:pt x="42" y="22"/>
                </a:cubicBezTo>
                <a:cubicBezTo>
                  <a:pt x="42" y="51"/>
                  <a:pt x="0" y="51"/>
                  <a:pt x="0" y="22"/>
                </a:cubicBezTo>
                <a:close/>
              </a:path>
            </a:pathLst>
          </a:custGeom>
          <a:solidFill>
            <a:srgbClr val="2A9D8F">
              <a:alpha val="50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715" name=""/>
          <p:cNvSpPr/>
          <p:nvPr/>
        </p:nvSpPr>
        <p:spPr>
          <a:xfrm>
            <a:off x="580320" y="1824840"/>
            <a:ext cx="15120" cy="15840"/>
          </a:xfrm>
          <a:custGeom>
            <a:avLst/>
            <a:gdLst/>
            <a:ahLst/>
            <a:rect l="0" t="0" r="r" b="b"/>
            <a:pathLst>
              <a:path fill="none" w="42" h="44">
                <a:moveTo>
                  <a:pt x="42" y="22"/>
                </a:moveTo>
                <a:cubicBezTo>
                  <a:pt x="42" y="51"/>
                  <a:pt x="0" y="51"/>
                  <a:pt x="0" y="22"/>
                </a:cubicBezTo>
                <a:cubicBezTo>
                  <a:pt x="0" y="-7"/>
                  <a:pt x="42" y="-7"/>
                  <a:pt x="42" y="22"/>
                </a:cubicBezTo>
              </a:path>
            </a:pathLst>
          </a:custGeom>
          <a:ln cap="rnd" w="0">
            <a:solidFill>
              <a:srgbClr val="2A9D8F">
                <a:alpha val="50000"/>
              </a:srgbClr>
            </a:solidFill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16" name=""/>
          <p:cNvSpPr/>
          <p:nvPr/>
        </p:nvSpPr>
        <p:spPr>
          <a:xfrm>
            <a:off x="552960" y="1433880"/>
            <a:ext cx="15120" cy="15120"/>
          </a:xfrm>
          <a:custGeom>
            <a:avLst/>
            <a:gdLst/>
            <a:ahLst/>
            <a:rect l="0" t="0" r="r" b="b"/>
            <a:pathLst>
              <a:path w="42" h="42">
                <a:moveTo>
                  <a:pt x="0" y="21"/>
                </a:moveTo>
                <a:cubicBezTo>
                  <a:pt x="0" y="-7"/>
                  <a:pt x="42" y="-7"/>
                  <a:pt x="42" y="21"/>
                </a:cubicBezTo>
                <a:cubicBezTo>
                  <a:pt x="42" y="49"/>
                  <a:pt x="0" y="49"/>
                  <a:pt x="0" y="21"/>
                </a:cubicBezTo>
                <a:close/>
              </a:path>
            </a:pathLst>
          </a:custGeom>
          <a:solidFill>
            <a:srgbClr val="2A9D8F">
              <a:alpha val="50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717" name=""/>
          <p:cNvSpPr/>
          <p:nvPr/>
        </p:nvSpPr>
        <p:spPr>
          <a:xfrm>
            <a:off x="552960" y="1433880"/>
            <a:ext cx="15120" cy="15120"/>
          </a:xfrm>
          <a:custGeom>
            <a:avLst/>
            <a:gdLst/>
            <a:ahLst/>
            <a:rect l="0" t="0" r="r" b="b"/>
            <a:pathLst>
              <a:path fill="none" w="42" h="42">
                <a:moveTo>
                  <a:pt x="42" y="21"/>
                </a:moveTo>
                <a:cubicBezTo>
                  <a:pt x="42" y="49"/>
                  <a:pt x="0" y="49"/>
                  <a:pt x="0" y="21"/>
                </a:cubicBezTo>
                <a:cubicBezTo>
                  <a:pt x="0" y="-7"/>
                  <a:pt x="42" y="-7"/>
                  <a:pt x="42" y="21"/>
                </a:cubicBezTo>
              </a:path>
            </a:pathLst>
          </a:custGeom>
          <a:ln cap="rnd" w="0">
            <a:solidFill>
              <a:srgbClr val="2A9D8F">
                <a:alpha val="50000"/>
              </a:srgbClr>
            </a:solidFill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18" name=""/>
          <p:cNvSpPr/>
          <p:nvPr/>
        </p:nvSpPr>
        <p:spPr>
          <a:xfrm>
            <a:off x="2062800" y="1373760"/>
            <a:ext cx="15120" cy="15120"/>
          </a:xfrm>
          <a:custGeom>
            <a:avLst/>
            <a:gdLst/>
            <a:ahLst/>
            <a:rect l="0" t="0" r="r" b="b"/>
            <a:pathLst>
              <a:path w="42" h="42">
                <a:moveTo>
                  <a:pt x="0" y="22"/>
                </a:moveTo>
                <a:cubicBezTo>
                  <a:pt x="0" y="-7"/>
                  <a:pt x="42" y="-7"/>
                  <a:pt x="42" y="22"/>
                </a:cubicBezTo>
                <a:cubicBezTo>
                  <a:pt x="42" y="49"/>
                  <a:pt x="0" y="49"/>
                  <a:pt x="0" y="22"/>
                </a:cubicBezTo>
                <a:close/>
              </a:path>
            </a:pathLst>
          </a:custGeom>
          <a:solidFill>
            <a:srgbClr val="2A9D8F">
              <a:alpha val="50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719" name=""/>
          <p:cNvSpPr/>
          <p:nvPr/>
        </p:nvSpPr>
        <p:spPr>
          <a:xfrm>
            <a:off x="2062800" y="1373760"/>
            <a:ext cx="15120" cy="15120"/>
          </a:xfrm>
          <a:custGeom>
            <a:avLst/>
            <a:gdLst/>
            <a:ahLst/>
            <a:rect l="0" t="0" r="r" b="b"/>
            <a:pathLst>
              <a:path fill="none" w="42" h="42">
                <a:moveTo>
                  <a:pt x="42" y="22"/>
                </a:moveTo>
                <a:cubicBezTo>
                  <a:pt x="42" y="49"/>
                  <a:pt x="0" y="49"/>
                  <a:pt x="0" y="22"/>
                </a:cubicBezTo>
                <a:cubicBezTo>
                  <a:pt x="0" y="-7"/>
                  <a:pt x="42" y="-7"/>
                  <a:pt x="42" y="22"/>
                </a:cubicBezTo>
              </a:path>
            </a:pathLst>
          </a:custGeom>
          <a:ln cap="rnd" w="0">
            <a:solidFill>
              <a:srgbClr val="2A9D8F">
                <a:alpha val="50000"/>
              </a:srgbClr>
            </a:solidFill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20" name=""/>
          <p:cNvSpPr/>
          <p:nvPr/>
        </p:nvSpPr>
        <p:spPr>
          <a:xfrm>
            <a:off x="1099800" y="1252080"/>
            <a:ext cx="15480" cy="15120"/>
          </a:xfrm>
          <a:custGeom>
            <a:avLst/>
            <a:gdLst/>
            <a:ahLst/>
            <a:rect l="0" t="0" r="r" b="b"/>
            <a:pathLst>
              <a:path w="43" h="42">
                <a:moveTo>
                  <a:pt x="0" y="21"/>
                </a:moveTo>
                <a:cubicBezTo>
                  <a:pt x="0" y="-7"/>
                  <a:pt x="43" y="-7"/>
                  <a:pt x="43" y="21"/>
                </a:cubicBezTo>
                <a:cubicBezTo>
                  <a:pt x="43" y="49"/>
                  <a:pt x="0" y="49"/>
                  <a:pt x="0" y="21"/>
                </a:cubicBezTo>
                <a:close/>
              </a:path>
            </a:pathLst>
          </a:custGeom>
          <a:solidFill>
            <a:srgbClr val="2A9D8F">
              <a:alpha val="50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721" name=""/>
          <p:cNvSpPr/>
          <p:nvPr/>
        </p:nvSpPr>
        <p:spPr>
          <a:xfrm>
            <a:off x="1099800" y="1252080"/>
            <a:ext cx="15480" cy="15120"/>
          </a:xfrm>
          <a:custGeom>
            <a:avLst/>
            <a:gdLst/>
            <a:ahLst/>
            <a:rect l="0" t="0" r="r" b="b"/>
            <a:pathLst>
              <a:path fill="none" w="43" h="42">
                <a:moveTo>
                  <a:pt x="43" y="21"/>
                </a:moveTo>
                <a:cubicBezTo>
                  <a:pt x="43" y="49"/>
                  <a:pt x="0" y="49"/>
                  <a:pt x="0" y="21"/>
                </a:cubicBezTo>
                <a:cubicBezTo>
                  <a:pt x="0" y="-7"/>
                  <a:pt x="43" y="-7"/>
                  <a:pt x="43" y="21"/>
                </a:cubicBezTo>
              </a:path>
            </a:pathLst>
          </a:custGeom>
          <a:ln cap="rnd" w="0">
            <a:solidFill>
              <a:srgbClr val="2A9D8F">
                <a:alpha val="50000"/>
              </a:srgbClr>
            </a:solidFill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22" name=""/>
          <p:cNvSpPr/>
          <p:nvPr/>
        </p:nvSpPr>
        <p:spPr>
          <a:xfrm>
            <a:off x="642600" y="1781640"/>
            <a:ext cx="15480" cy="15120"/>
          </a:xfrm>
          <a:custGeom>
            <a:avLst/>
            <a:gdLst/>
            <a:ahLst/>
            <a:rect l="0" t="0" r="r" b="b"/>
            <a:pathLst>
              <a:path w="43" h="42">
                <a:moveTo>
                  <a:pt x="0" y="21"/>
                </a:moveTo>
                <a:cubicBezTo>
                  <a:pt x="0" y="-7"/>
                  <a:pt x="43" y="-7"/>
                  <a:pt x="43" y="21"/>
                </a:cubicBezTo>
                <a:cubicBezTo>
                  <a:pt x="43" y="49"/>
                  <a:pt x="0" y="49"/>
                  <a:pt x="0" y="21"/>
                </a:cubicBezTo>
                <a:close/>
              </a:path>
            </a:pathLst>
          </a:custGeom>
          <a:solidFill>
            <a:srgbClr val="2A9D8F">
              <a:alpha val="50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723" name=""/>
          <p:cNvSpPr/>
          <p:nvPr/>
        </p:nvSpPr>
        <p:spPr>
          <a:xfrm>
            <a:off x="642600" y="1781640"/>
            <a:ext cx="15480" cy="15120"/>
          </a:xfrm>
          <a:custGeom>
            <a:avLst/>
            <a:gdLst/>
            <a:ahLst/>
            <a:rect l="0" t="0" r="r" b="b"/>
            <a:pathLst>
              <a:path fill="none" w="43" h="42">
                <a:moveTo>
                  <a:pt x="43" y="21"/>
                </a:moveTo>
                <a:cubicBezTo>
                  <a:pt x="43" y="49"/>
                  <a:pt x="0" y="49"/>
                  <a:pt x="0" y="21"/>
                </a:cubicBezTo>
                <a:cubicBezTo>
                  <a:pt x="0" y="-7"/>
                  <a:pt x="43" y="-7"/>
                  <a:pt x="43" y="21"/>
                </a:cubicBezTo>
              </a:path>
            </a:pathLst>
          </a:custGeom>
          <a:ln cap="rnd" w="0">
            <a:solidFill>
              <a:srgbClr val="2A9D8F">
                <a:alpha val="50000"/>
              </a:srgbClr>
            </a:solidFill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24" name=""/>
          <p:cNvSpPr/>
          <p:nvPr/>
        </p:nvSpPr>
        <p:spPr>
          <a:xfrm>
            <a:off x="2032560" y="1714320"/>
            <a:ext cx="15480" cy="15120"/>
          </a:xfrm>
          <a:custGeom>
            <a:avLst/>
            <a:gdLst/>
            <a:ahLst/>
            <a:rect l="0" t="0" r="r" b="b"/>
            <a:pathLst>
              <a:path w="43" h="42">
                <a:moveTo>
                  <a:pt x="0" y="21"/>
                </a:moveTo>
                <a:cubicBezTo>
                  <a:pt x="0" y="-7"/>
                  <a:pt x="43" y="-7"/>
                  <a:pt x="43" y="21"/>
                </a:cubicBezTo>
                <a:cubicBezTo>
                  <a:pt x="43" y="49"/>
                  <a:pt x="0" y="49"/>
                  <a:pt x="0" y="21"/>
                </a:cubicBezTo>
                <a:close/>
              </a:path>
            </a:pathLst>
          </a:custGeom>
          <a:solidFill>
            <a:srgbClr val="2A9D8F">
              <a:alpha val="50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725" name=""/>
          <p:cNvSpPr/>
          <p:nvPr/>
        </p:nvSpPr>
        <p:spPr>
          <a:xfrm>
            <a:off x="2032560" y="1714320"/>
            <a:ext cx="15480" cy="15120"/>
          </a:xfrm>
          <a:custGeom>
            <a:avLst/>
            <a:gdLst/>
            <a:ahLst/>
            <a:rect l="0" t="0" r="r" b="b"/>
            <a:pathLst>
              <a:path fill="none" w="43" h="42">
                <a:moveTo>
                  <a:pt x="43" y="21"/>
                </a:moveTo>
                <a:cubicBezTo>
                  <a:pt x="43" y="49"/>
                  <a:pt x="0" y="49"/>
                  <a:pt x="0" y="21"/>
                </a:cubicBezTo>
                <a:cubicBezTo>
                  <a:pt x="0" y="-7"/>
                  <a:pt x="43" y="-7"/>
                  <a:pt x="43" y="21"/>
                </a:cubicBezTo>
              </a:path>
            </a:pathLst>
          </a:custGeom>
          <a:ln cap="rnd" w="0">
            <a:solidFill>
              <a:srgbClr val="2A9D8F">
                <a:alpha val="50000"/>
              </a:srgbClr>
            </a:solidFill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26" name=""/>
          <p:cNvSpPr/>
          <p:nvPr/>
        </p:nvSpPr>
        <p:spPr>
          <a:xfrm>
            <a:off x="635400" y="1686600"/>
            <a:ext cx="15480" cy="15120"/>
          </a:xfrm>
          <a:custGeom>
            <a:avLst/>
            <a:gdLst/>
            <a:ahLst/>
            <a:rect l="0" t="0" r="r" b="b"/>
            <a:pathLst>
              <a:path w="43" h="42">
                <a:moveTo>
                  <a:pt x="0" y="21"/>
                </a:moveTo>
                <a:cubicBezTo>
                  <a:pt x="0" y="-7"/>
                  <a:pt x="43" y="-7"/>
                  <a:pt x="43" y="21"/>
                </a:cubicBezTo>
                <a:cubicBezTo>
                  <a:pt x="43" y="49"/>
                  <a:pt x="0" y="49"/>
                  <a:pt x="0" y="21"/>
                </a:cubicBezTo>
                <a:close/>
              </a:path>
            </a:pathLst>
          </a:custGeom>
          <a:solidFill>
            <a:srgbClr val="2A9D8F">
              <a:alpha val="50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727" name=""/>
          <p:cNvSpPr/>
          <p:nvPr/>
        </p:nvSpPr>
        <p:spPr>
          <a:xfrm>
            <a:off x="635400" y="1686600"/>
            <a:ext cx="15480" cy="15120"/>
          </a:xfrm>
          <a:custGeom>
            <a:avLst/>
            <a:gdLst/>
            <a:ahLst/>
            <a:rect l="0" t="0" r="r" b="b"/>
            <a:pathLst>
              <a:path fill="none" w="43" h="42">
                <a:moveTo>
                  <a:pt x="43" y="21"/>
                </a:moveTo>
                <a:cubicBezTo>
                  <a:pt x="43" y="49"/>
                  <a:pt x="0" y="49"/>
                  <a:pt x="0" y="21"/>
                </a:cubicBezTo>
                <a:cubicBezTo>
                  <a:pt x="0" y="-7"/>
                  <a:pt x="43" y="-7"/>
                  <a:pt x="43" y="21"/>
                </a:cubicBezTo>
              </a:path>
            </a:pathLst>
          </a:custGeom>
          <a:ln cap="rnd" w="0">
            <a:solidFill>
              <a:srgbClr val="2A9D8F">
                <a:alpha val="50000"/>
              </a:srgbClr>
            </a:solidFill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28" name=""/>
          <p:cNvSpPr/>
          <p:nvPr/>
        </p:nvSpPr>
        <p:spPr>
          <a:xfrm>
            <a:off x="1577160" y="1564920"/>
            <a:ext cx="15480" cy="15120"/>
          </a:xfrm>
          <a:custGeom>
            <a:avLst/>
            <a:gdLst/>
            <a:ahLst/>
            <a:rect l="0" t="0" r="r" b="b"/>
            <a:pathLst>
              <a:path w="43" h="42">
                <a:moveTo>
                  <a:pt x="0" y="22"/>
                </a:moveTo>
                <a:cubicBezTo>
                  <a:pt x="0" y="-7"/>
                  <a:pt x="43" y="-7"/>
                  <a:pt x="43" y="22"/>
                </a:cubicBezTo>
                <a:cubicBezTo>
                  <a:pt x="43" y="49"/>
                  <a:pt x="0" y="49"/>
                  <a:pt x="0" y="22"/>
                </a:cubicBezTo>
                <a:close/>
              </a:path>
            </a:pathLst>
          </a:custGeom>
          <a:solidFill>
            <a:srgbClr val="2A9D8F">
              <a:alpha val="50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729" name=""/>
          <p:cNvSpPr/>
          <p:nvPr/>
        </p:nvSpPr>
        <p:spPr>
          <a:xfrm>
            <a:off x="1577160" y="1564920"/>
            <a:ext cx="15480" cy="15120"/>
          </a:xfrm>
          <a:custGeom>
            <a:avLst/>
            <a:gdLst/>
            <a:ahLst/>
            <a:rect l="0" t="0" r="r" b="b"/>
            <a:pathLst>
              <a:path fill="none" w="43" h="42">
                <a:moveTo>
                  <a:pt x="43" y="22"/>
                </a:moveTo>
                <a:cubicBezTo>
                  <a:pt x="43" y="49"/>
                  <a:pt x="0" y="49"/>
                  <a:pt x="0" y="22"/>
                </a:cubicBezTo>
                <a:cubicBezTo>
                  <a:pt x="0" y="-7"/>
                  <a:pt x="43" y="-7"/>
                  <a:pt x="43" y="22"/>
                </a:cubicBezTo>
              </a:path>
            </a:pathLst>
          </a:custGeom>
          <a:ln cap="rnd" w="0">
            <a:solidFill>
              <a:srgbClr val="2A9D8F">
                <a:alpha val="50000"/>
              </a:srgbClr>
            </a:solidFill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30" name=""/>
          <p:cNvSpPr/>
          <p:nvPr/>
        </p:nvSpPr>
        <p:spPr>
          <a:xfrm>
            <a:off x="1088640" y="1331640"/>
            <a:ext cx="15120" cy="15480"/>
          </a:xfrm>
          <a:custGeom>
            <a:avLst/>
            <a:gdLst/>
            <a:ahLst/>
            <a:rect l="0" t="0" r="r" b="b"/>
            <a:pathLst>
              <a:path w="42" h="43">
                <a:moveTo>
                  <a:pt x="0" y="22"/>
                </a:moveTo>
                <a:cubicBezTo>
                  <a:pt x="0" y="-7"/>
                  <a:pt x="42" y="-7"/>
                  <a:pt x="42" y="22"/>
                </a:cubicBezTo>
                <a:cubicBezTo>
                  <a:pt x="42" y="50"/>
                  <a:pt x="0" y="50"/>
                  <a:pt x="0" y="22"/>
                </a:cubicBezTo>
                <a:close/>
              </a:path>
            </a:pathLst>
          </a:custGeom>
          <a:solidFill>
            <a:srgbClr val="2A9D8F">
              <a:alpha val="50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731" name=""/>
          <p:cNvSpPr/>
          <p:nvPr/>
        </p:nvSpPr>
        <p:spPr>
          <a:xfrm>
            <a:off x="1088640" y="1331640"/>
            <a:ext cx="15120" cy="15480"/>
          </a:xfrm>
          <a:custGeom>
            <a:avLst/>
            <a:gdLst/>
            <a:ahLst/>
            <a:rect l="0" t="0" r="r" b="b"/>
            <a:pathLst>
              <a:path fill="none" w="42" h="43">
                <a:moveTo>
                  <a:pt x="42" y="22"/>
                </a:moveTo>
                <a:cubicBezTo>
                  <a:pt x="42" y="50"/>
                  <a:pt x="0" y="50"/>
                  <a:pt x="0" y="22"/>
                </a:cubicBezTo>
                <a:cubicBezTo>
                  <a:pt x="0" y="-7"/>
                  <a:pt x="42" y="-7"/>
                  <a:pt x="42" y="22"/>
                </a:cubicBezTo>
              </a:path>
            </a:pathLst>
          </a:custGeom>
          <a:ln cap="rnd" w="0">
            <a:solidFill>
              <a:srgbClr val="2A9D8F">
                <a:alpha val="50000"/>
              </a:srgbClr>
            </a:solidFill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32" name=""/>
          <p:cNvSpPr/>
          <p:nvPr/>
        </p:nvSpPr>
        <p:spPr>
          <a:xfrm>
            <a:off x="569160" y="1717920"/>
            <a:ext cx="15120" cy="15480"/>
          </a:xfrm>
          <a:custGeom>
            <a:avLst/>
            <a:gdLst/>
            <a:ahLst/>
            <a:rect l="0" t="0" r="r" b="b"/>
            <a:pathLst>
              <a:path w="42" h="43">
                <a:moveTo>
                  <a:pt x="0" y="21"/>
                </a:moveTo>
                <a:cubicBezTo>
                  <a:pt x="0" y="-7"/>
                  <a:pt x="42" y="-7"/>
                  <a:pt x="42" y="21"/>
                </a:cubicBezTo>
                <a:cubicBezTo>
                  <a:pt x="42" y="50"/>
                  <a:pt x="0" y="50"/>
                  <a:pt x="0" y="21"/>
                </a:cubicBezTo>
                <a:close/>
              </a:path>
            </a:pathLst>
          </a:custGeom>
          <a:solidFill>
            <a:srgbClr val="2A9D8F">
              <a:alpha val="50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733" name=""/>
          <p:cNvSpPr/>
          <p:nvPr/>
        </p:nvSpPr>
        <p:spPr>
          <a:xfrm>
            <a:off x="569160" y="1717920"/>
            <a:ext cx="15120" cy="15480"/>
          </a:xfrm>
          <a:custGeom>
            <a:avLst/>
            <a:gdLst/>
            <a:ahLst/>
            <a:rect l="0" t="0" r="r" b="b"/>
            <a:pathLst>
              <a:path fill="none" w="42" h="43">
                <a:moveTo>
                  <a:pt x="42" y="21"/>
                </a:moveTo>
                <a:cubicBezTo>
                  <a:pt x="42" y="50"/>
                  <a:pt x="0" y="50"/>
                  <a:pt x="0" y="21"/>
                </a:cubicBezTo>
                <a:cubicBezTo>
                  <a:pt x="0" y="-7"/>
                  <a:pt x="42" y="-7"/>
                  <a:pt x="42" y="21"/>
                </a:cubicBezTo>
              </a:path>
            </a:pathLst>
          </a:custGeom>
          <a:ln cap="rnd" w="0">
            <a:solidFill>
              <a:srgbClr val="2A9D8F">
                <a:alpha val="50000"/>
              </a:srgbClr>
            </a:solidFill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34" name=""/>
          <p:cNvSpPr/>
          <p:nvPr/>
        </p:nvSpPr>
        <p:spPr>
          <a:xfrm>
            <a:off x="574920" y="1609200"/>
            <a:ext cx="15120" cy="15480"/>
          </a:xfrm>
          <a:custGeom>
            <a:avLst/>
            <a:gdLst/>
            <a:ahLst/>
            <a:rect l="0" t="0" r="r" b="b"/>
            <a:pathLst>
              <a:path w="42" h="43">
                <a:moveTo>
                  <a:pt x="0" y="22"/>
                </a:moveTo>
                <a:cubicBezTo>
                  <a:pt x="0" y="-7"/>
                  <a:pt x="42" y="-7"/>
                  <a:pt x="42" y="22"/>
                </a:cubicBezTo>
                <a:cubicBezTo>
                  <a:pt x="42" y="50"/>
                  <a:pt x="0" y="50"/>
                  <a:pt x="0" y="22"/>
                </a:cubicBezTo>
                <a:close/>
              </a:path>
            </a:pathLst>
          </a:custGeom>
          <a:solidFill>
            <a:srgbClr val="2A9D8F">
              <a:alpha val="50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735" name=""/>
          <p:cNvSpPr/>
          <p:nvPr/>
        </p:nvSpPr>
        <p:spPr>
          <a:xfrm>
            <a:off x="574920" y="1609200"/>
            <a:ext cx="15120" cy="15480"/>
          </a:xfrm>
          <a:custGeom>
            <a:avLst/>
            <a:gdLst/>
            <a:ahLst/>
            <a:rect l="0" t="0" r="r" b="b"/>
            <a:pathLst>
              <a:path fill="none" w="42" h="43">
                <a:moveTo>
                  <a:pt x="42" y="22"/>
                </a:moveTo>
                <a:cubicBezTo>
                  <a:pt x="42" y="50"/>
                  <a:pt x="0" y="50"/>
                  <a:pt x="0" y="22"/>
                </a:cubicBezTo>
                <a:cubicBezTo>
                  <a:pt x="0" y="-7"/>
                  <a:pt x="42" y="-7"/>
                  <a:pt x="42" y="22"/>
                </a:cubicBezTo>
              </a:path>
            </a:pathLst>
          </a:custGeom>
          <a:ln cap="rnd" w="0">
            <a:solidFill>
              <a:srgbClr val="2A9D8F">
                <a:alpha val="50000"/>
              </a:srgbClr>
            </a:solidFill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36" name=""/>
          <p:cNvSpPr/>
          <p:nvPr/>
        </p:nvSpPr>
        <p:spPr>
          <a:xfrm>
            <a:off x="587160" y="1800720"/>
            <a:ext cx="15480" cy="15120"/>
          </a:xfrm>
          <a:custGeom>
            <a:avLst/>
            <a:gdLst/>
            <a:ahLst/>
            <a:rect l="0" t="0" r="r" b="b"/>
            <a:pathLst>
              <a:path w="43" h="42">
                <a:moveTo>
                  <a:pt x="0" y="20"/>
                </a:moveTo>
                <a:cubicBezTo>
                  <a:pt x="0" y="-7"/>
                  <a:pt x="43" y="-7"/>
                  <a:pt x="43" y="20"/>
                </a:cubicBezTo>
                <a:cubicBezTo>
                  <a:pt x="43" y="49"/>
                  <a:pt x="0" y="49"/>
                  <a:pt x="0" y="20"/>
                </a:cubicBezTo>
                <a:close/>
              </a:path>
            </a:pathLst>
          </a:custGeom>
          <a:solidFill>
            <a:srgbClr val="2A9D8F">
              <a:alpha val="50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737" name=""/>
          <p:cNvSpPr/>
          <p:nvPr/>
        </p:nvSpPr>
        <p:spPr>
          <a:xfrm>
            <a:off x="587160" y="1800720"/>
            <a:ext cx="15480" cy="15120"/>
          </a:xfrm>
          <a:custGeom>
            <a:avLst/>
            <a:gdLst/>
            <a:ahLst/>
            <a:rect l="0" t="0" r="r" b="b"/>
            <a:pathLst>
              <a:path fill="none" w="43" h="42">
                <a:moveTo>
                  <a:pt x="43" y="20"/>
                </a:moveTo>
                <a:cubicBezTo>
                  <a:pt x="43" y="49"/>
                  <a:pt x="0" y="49"/>
                  <a:pt x="0" y="20"/>
                </a:cubicBezTo>
                <a:cubicBezTo>
                  <a:pt x="0" y="-7"/>
                  <a:pt x="43" y="-7"/>
                  <a:pt x="43" y="20"/>
                </a:cubicBezTo>
              </a:path>
            </a:pathLst>
          </a:custGeom>
          <a:ln cap="rnd" w="0">
            <a:solidFill>
              <a:srgbClr val="2A9D8F">
                <a:alpha val="50000"/>
              </a:srgbClr>
            </a:solidFill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38" name=""/>
          <p:cNvSpPr/>
          <p:nvPr/>
        </p:nvSpPr>
        <p:spPr>
          <a:xfrm>
            <a:off x="1048680" y="1889280"/>
            <a:ext cx="15480" cy="15120"/>
          </a:xfrm>
          <a:custGeom>
            <a:avLst/>
            <a:gdLst/>
            <a:ahLst/>
            <a:rect l="0" t="0" r="r" b="b"/>
            <a:pathLst>
              <a:path w="43" h="42">
                <a:moveTo>
                  <a:pt x="0" y="22"/>
                </a:moveTo>
                <a:cubicBezTo>
                  <a:pt x="0" y="-7"/>
                  <a:pt x="43" y="-7"/>
                  <a:pt x="43" y="22"/>
                </a:cubicBezTo>
                <a:cubicBezTo>
                  <a:pt x="43" y="49"/>
                  <a:pt x="0" y="49"/>
                  <a:pt x="0" y="22"/>
                </a:cubicBezTo>
                <a:close/>
              </a:path>
            </a:pathLst>
          </a:custGeom>
          <a:solidFill>
            <a:srgbClr val="2A9D8F">
              <a:alpha val="50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739" name=""/>
          <p:cNvSpPr/>
          <p:nvPr/>
        </p:nvSpPr>
        <p:spPr>
          <a:xfrm>
            <a:off x="1048680" y="1889280"/>
            <a:ext cx="15480" cy="15120"/>
          </a:xfrm>
          <a:custGeom>
            <a:avLst/>
            <a:gdLst/>
            <a:ahLst/>
            <a:rect l="0" t="0" r="r" b="b"/>
            <a:pathLst>
              <a:path fill="none" w="43" h="42">
                <a:moveTo>
                  <a:pt x="43" y="22"/>
                </a:moveTo>
                <a:cubicBezTo>
                  <a:pt x="43" y="49"/>
                  <a:pt x="0" y="49"/>
                  <a:pt x="0" y="22"/>
                </a:cubicBezTo>
                <a:cubicBezTo>
                  <a:pt x="0" y="-7"/>
                  <a:pt x="43" y="-7"/>
                  <a:pt x="43" y="22"/>
                </a:cubicBezTo>
              </a:path>
            </a:pathLst>
          </a:custGeom>
          <a:ln cap="rnd" w="0">
            <a:solidFill>
              <a:srgbClr val="2A9D8F">
                <a:alpha val="50000"/>
              </a:srgbClr>
            </a:solidFill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40" name=""/>
          <p:cNvSpPr/>
          <p:nvPr/>
        </p:nvSpPr>
        <p:spPr>
          <a:xfrm>
            <a:off x="1100520" y="1440720"/>
            <a:ext cx="15120" cy="15480"/>
          </a:xfrm>
          <a:custGeom>
            <a:avLst/>
            <a:gdLst/>
            <a:ahLst/>
            <a:rect l="0" t="0" r="r" b="b"/>
            <a:pathLst>
              <a:path w="42" h="43">
                <a:moveTo>
                  <a:pt x="0" y="22"/>
                </a:moveTo>
                <a:cubicBezTo>
                  <a:pt x="0" y="-7"/>
                  <a:pt x="42" y="-7"/>
                  <a:pt x="42" y="22"/>
                </a:cubicBezTo>
                <a:cubicBezTo>
                  <a:pt x="42" y="50"/>
                  <a:pt x="0" y="50"/>
                  <a:pt x="0" y="22"/>
                </a:cubicBezTo>
                <a:close/>
              </a:path>
            </a:pathLst>
          </a:custGeom>
          <a:solidFill>
            <a:srgbClr val="2A9D8F">
              <a:alpha val="50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741" name=""/>
          <p:cNvSpPr/>
          <p:nvPr/>
        </p:nvSpPr>
        <p:spPr>
          <a:xfrm>
            <a:off x="1100520" y="1440720"/>
            <a:ext cx="15120" cy="15480"/>
          </a:xfrm>
          <a:custGeom>
            <a:avLst/>
            <a:gdLst/>
            <a:ahLst/>
            <a:rect l="0" t="0" r="r" b="b"/>
            <a:pathLst>
              <a:path fill="none" w="42" h="43">
                <a:moveTo>
                  <a:pt x="42" y="22"/>
                </a:moveTo>
                <a:cubicBezTo>
                  <a:pt x="42" y="50"/>
                  <a:pt x="0" y="50"/>
                  <a:pt x="0" y="22"/>
                </a:cubicBezTo>
                <a:cubicBezTo>
                  <a:pt x="0" y="-7"/>
                  <a:pt x="42" y="-7"/>
                  <a:pt x="42" y="22"/>
                </a:cubicBezTo>
              </a:path>
            </a:pathLst>
          </a:custGeom>
          <a:ln cap="rnd" w="0">
            <a:solidFill>
              <a:srgbClr val="2A9D8F">
                <a:alpha val="50000"/>
              </a:srgbClr>
            </a:solidFill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42" name=""/>
          <p:cNvSpPr/>
          <p:nvPr/>
        </p:nvSpPr>
        <p:spPr>
          <a:xfrm>
            <a:off x="568080" y="1683000"/>
            <a:ext cx="15120" cy="15480"/>
          </a:xfrm>
          <a:custGeom>
            <a:avLst/>
            <a:gdLst/>
            <a:ahLst/>
            <a:rect l="0" t="0" r="r" b="b"/>
            <a:pathLst>
              <a:path w="42" h="43">
                <a:moveTo>
                  <a:pt x="0" y="22"/>
                </a:moveTo>
                <a:cubicBezTo>
                  <a:pt x="0" y="-7"/>
                  <a:pt x="42" y="-7"/>
                  <a:pt x="42" y="22"/>
                </a:cubicBezTo>
                <a:cubicBezTo>
                  <a:pt x="42" y="50"/>
                  <a:pt x="0" y="50"/>
                  <a:pt x="0" y="22"/>
                </a:cubicBezTo>
                <a:close/>
              </a:path>
            </a:pathLst>
          </a:custGeom>
          <a:solidFill>
            <a:srgbClr val="2A9D8F">
              <a:alpha val="50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743" name=""/>
          <p:cNvSpPr/>
          <p:nvPr/>
        </p:nvSpPr>
        <p:spPr>
          <a:xfrm>
            <a:off x="568080" y="1683000"/>
            <a:ext cx="15120" cy="15480"/>
          </a:xfrm>
          <a:custGeom>
            <a:avLst/>
            <a:gdLst/>
            <a:ahLst/>
            <a:rect l="0" t="0" r="r" b="b"/>
            <a:pathLst>
              <a:path fill="none" w="42" h="43">
                <a:moveTo>
                  <a:pt x="42" y="22"/>
                </a:moveTo>
                <a:cubicBezTo>
                  <a:pt x="42" y="50"/>
                  <a:pt x="0" y="50"/>
                  <a:pt x="0" y="22"/>
                </a:cubicBezTo>
                <a:cubicBezTo>
                  <a:pt x="0" y="-7"/>
                  <a:pt x="42" y="-7"/>
                  <a:pt x="42" y="22"/>
                </a:cubicBezTo>
              </a:path>
            </a:pathLst>
          </a:custGeom>
          <a:ln cap="rnd" w="0">
            <a:solidFill>
              <a:srgbClr val="2A9D8F">
                <a:alpha val="50000"/>
              </a:srgbClr>
            </a:solidFill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44" name=""/>
          <p:cNvSpPr/>
          <p:nvPr/>
        </p:nvSpPr>
        <p:spPr>
          <a:xfrm>
            <a:off x="2127960" y="1879920"/>
            <a:ext cx="15480" cy="15840"/>
          </a:xfrm>
          <a:custGeom>
            <a:avLst/>
            <a:gdLst/>
            <a:ahLst/>
            <a:rect l="0" t="0" r="r" b="b"/>
            <a:pathLst>
              <a:path w="43" h="44">
                <a:moveTo>
                  <a:pt x="0" y="22"/>
                </a:moveTo>
                <a:cubicBezTo>
                  <a:pt x="0" y="-7"/>
                  <a:pt x="43" y="-7"/>
                  <a:pt x="43" y="22"/>
                </a:cubicBezTo>
                <a:cubicBezTo>
                  <a:pt x="43" y="51"/>
                  <a:pt x="0" y="51"/>
                  <a:pt x="0" y="22"/>
                </a:cubicBezTo>
                <a:close/>
              </a:path>
            </a:pathLst>
          </a:custGeom>
          <a:solidFill>
            <a:srgbClr val="2A9D8F">
              <a:alpha val="50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745" name=""/>
          <p:cNvSpPr/>
          <p:nvPr/>
        </p:nvSpPr>
        <p:spPr>
          <a:xfrm>
            <a:off x="2127960" y="1879920"/>
            <a:ext cx="15480" cy="15840"/>
          </a:xfrm>
          <a:custGeom>
            <a:avLst/>
            <a:gdLst/>
            <a:ahLst/>
            <a:rect l="0" t="0" r="r" b="b"/>
            <a:pathLst>
              <a:path fill="none" w="43" h="44">
                <a:moveTo>
                  <a:pt x="43" y="22"/>
                </a:moveTo>
                <a:cubicBezTo>
                  <a:pt x="43" y="51"/>
                  <a:pt x="0" y="51"/>
                  <a:pt x="0" y="22"/>
                </a:cubicBezTo>
                <a:cubicBezTo>
                  <a:pt x="0" y="-7"/>
                  <a:pt x="43" y="-7"/>
                  <a:pt x="43" y="22"/>
                </a:cubicBezTo>
              </a:path>
            </a:pathLst>
          </a:custGeom>
          <a:ln cap="rnd" w="0">
            <a:solidFill>
              <a:srgbClr val="2A9D8F">
                <a:alpha val="50000"/>
              </a:srgbClr>
            </a:solidFill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46" name=""/>
          <p:cNvSpPr/>
          <p:nvPr/>
        </p:nvSpPr>
        <p:spPr>
          <a:xfrm>
            <a:off x="629280" y="1755360"/>
            <a:ext cx="15480" cy="15120"/>
          </a:xfrm>
          <a:custGeom>
            <a:avLst/>
            <a:gdLst/>
            <a:ahLst/>
            <a:rect l="0" t="0" r="r" b="b"/>
            <a:pathLst>
              <a:path w="43" h="42">
                <a:moveTo>
                  <a:pt x="0" y="21"/>
                </a:moveTo>
                <a:cubicBezTo>
                  <a:pt x="0" y="-7"/>
                  <a:pt x="43" y="-7"/>
                  <a:pt x="43" y="21"/>
                </a:cubicBezTo>
                <a:cubicBezTo>
                  <a:pt x="43" y="49"/>
                  <a:pt x="0" y="49"/>
                  <a:pt x="0" y="21"/>
                </a:cubicBezTo>
                <a:close/>
              </a:path>
            </a:pathLst>
          </a:custGeom>
          <a:solidFill>
            <a:srgbClr val="2A9D8F">
              <a:alpha val="50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747" name=""/>
          <p:cNvSpPr/>
          <p:nvPr/>
        </p:nvSpPr>
        <p:spPr>
          <a:xfrm>
            <a:off x="629280" y="1755360"/>
            <a:ext cx="15480" cy="15120"/>
          </a:xfrm>
          <a:custGeom>
            <a:avLst/>
            <a:gdLst/>
            <a:ahLst/>
            <a:rect l="0" t="0" r="r" b="b"/>
            <a:pathLst>
              <a:path fill="none" w="43" h="42">
                <a:moveTo>
                  <a:pt x="43" y="21"/>
                </a:moveTo>
                <a:cubicBezTo>
                  <a:pt x="43" y="49"/>
                  <a:pt x="0" y="49"/>
                  <a:pt x="0" y="21"/>
                </a:cubicBezTo>
                <a:cubicBezTo>
                  <a:pt x="0" y="-7"/>
                  <a:pt x="43" y="-7"/>
                  <a:pt x="43" y="21"/>
                </a:cubicBezTo>
              </a:path>
            </a:pathLst>
          </a:custGeom>
          <a:ln cap="rnd" w="0">
            <a:solidFill>
              <a:srgbClr val="2A9D8F">
                <a:alpha val="50000"/>
              </a:srgbClr>
            </a:solidFill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48" name=""/>
          <p:cNvSpPr/>
          <p:nvPr/>
        </p:nvSpPr>
        <p:spPr>
          <a:xfrm>
            <a:off x="1564560" y="1556640"/>
            <a:ext cx="15480" cy="15480"/>
          </a:xfrm>
          <a:custGeom>
            <a:avLst/>
            <a:gdLst/>
            <a:ahLst/>
            <a:rect l="0" t="0" r="r" b="b"/>
            <a:pathLst>
              <a:path w="43" h="43">
                <a:moveTo>
                  <a:pt x="0" y="21"/>
                </a:moveTo>
                <a:cubicBezTo>
                  <a:pt x="0" y="-7"/>
                  <a:pt x="43" y="-7"/>
                  <a:pt x="43" y="21"/>
                </a:cubicBezTo>
                <a:cubicBezTo>
                  <a:pt x="43" y="50"/>
                  <a:pt x="0" y="50"/>
                  <a:pt x="0" y="21"/>
                </a:cubicBezTo>
                <a:close/>
              </a:path>
            </a:pathLst>
          </a:custGeom>
          <a:solidFill>
            <a:srgbClr val="2A9D8F">
              <a:alpha val="50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749" name=""/>
          <p:cNvSpPr/>
          <p:nvPr/>
        </p:nvSpPr>
        <p:spPr>
          <a:xfrm>
            <a:off x="1564560" y="1556640"/>
            <a:ext cx="15480" cy="15480"/>
          </a:xfrm>
          <a:custGeom>
            <a:avLst/>
            <a:gdLst/>
            <a:ahLst/>
            <a:rect l="0" t="0" r="r" b="b"/>
            <a:pathLst>
              <a:path fill="none" w="43" h="43">
                <a:moveTo>
                  <a:pt x="43" y="21"/>
                </a:moveTo>
                <a:cubicBezTo>
                  <a:pt x="43" y="50"/>
                  <a:pt x="0" y="50"/>
                  <a:pt x="0" y="21"/>
                </a:cubicBezTo>
                <a:cubicBezTo>
                  <a:pt x="0" y="-7"/>
                  <a:pt x="43" y="-7"/>
                  <a:pt x="43" y="21"/>
                </a:cubicBezTo>
              </a:path>
            </a:pathLst>
          </a:custGeom>
          <a:ln cap="rnd" w="0">
            <a:solidFill>
              <a:srgbClr val="2A9D8F">
                <a:alpha val="50000"/>
              </a:srgbClr>
            </a:solidFill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50" name=""/>
          <p:cNvSpPr/>
          <p:nvPr/>
        </p:nvSpPr>
        <p:spPr>
          <a:xfrm>
            <a:off x="2041920" y="1358280"/>
            <a:ext cx="15120" cy="15120"/>
          </a:xfrm>
          <a:custGeom>
            <a:avLst/>
            <a:gdLst/>
            <a:ahLst/>
            <a:rect l="0" t="0" r="r" b="b"/>
            <a:pathLst>
              <a:path w="42" h="42">
                <a:moveTo>
                  <a:pt x="0" y="22"/>
                </a:moveTo>
                <a:cubicBezTo>
                  <a:pt x="0" y="-7"/>
                  <a:pt x="42" y="-7"/>
                  <a:pt x="42" y="22"/>
                </a:cubicBezTo>
                <a:cubicBezTo>
                  <a:pt x="42" y="49"/>
                  <a:pt x="0" y="49"/>
                  <a:pt x="0" y="22"/>
                </a:cubicBezTo>
                <a:close/>
              </a:path>
            </a:pathLst>
          </a:custGeom>
          <a:solidFill>
            <a:srgbClr val="2A9D8F">
              <a:alpha val="50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751" name=""/>
          <p:cNvSpPr/>
          <p:nvPr/>
        </p:nvSpPr>
        <p:spPr>
          <a:xfrm>
            <a:off x="2041920" y="1358280"/>
            <a:ext cx="15120" cy="15120"/>
          </a:xfrm>
          <a:custGeom>
            <a:avLst/>
            <a:gdLst/>
            <a:ahLst/>
            <a:rect l="0" t="0" r="r" b="b"/>
            <a:pathLst>
              <a:path fill="none" w="42" h="42">
                <a:moveTo>
                  <a:pt x="42" y="22"/>
                </a:moveTo>
                <a:cubicBezTo>
                  <a:pt x="42" y="49"/>
                  <a:pt x="0" y="49"/>
                  <a:pt x="0" y="22"/>
                </a:cubicBezTo>
                <a:cubicBezTo>
                  <a:pt x="0" y="-7"/>
                  <a:pt x="42" y="-7"/>
                  <a:pt x="42" y="22"/>
                </a:cubicBezTo>
              </a:path>
            </a:pathLst>
          </a:custGeom>
          <a:ln cap="rnd" w="0">
            <a:solidFill>
              <a:srgbClr val="2A9D8F">
                <a:alpha val="50000"/>
              </a:srgbClr>
            </a:solidFill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52" name=""/>
          <p:cNvSpPr/>
          <p:nvPr/>
        </p:nvSpPr>
        <p:spPr>
          <a:xfrm>
            <a:off x="540720" y="1646640"/>
            <a:ext cx="15480" cy="15480"/>
          </a:xfrm>
          <a:custGeom>
            <a:avLst/>
            <a:gdLst/>
            <a:ahLst/>
            <a:rect l="0" t="0" r="r" b="b"/>
            <a:pathLst>
              <a:path w="43" h="43">
                <a:moveTo>
                  <a:pt x="0" y="21"/>
                </a:moveTo>
                <a:cubicBezTo>
                  <a:pt x="0" y="-7"/>
                  <a:pt x="43" y="-7"/>
                  <a:pt x="43" y="21"/>
                </a:cubicBezTo>
                <a:cubicBezTo>
                  <a:pt x="43" y="50"/>
                  <a:pt x="0" y="50"/>
                  <a:pt x="0" y="21"/>
                </a:cubicBezTo>
                <a:close/>
              </a:path>
            </a:pathLst>
          </a:custGeom>
          <a:solidFill>
            <a:srgbClr val="2A9D8F">
              <a:alpha val="50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753" name=""/>
          <p:cNvSpPr/>
          <p:nvPr/>
        </p:nvSpPr>
        <p:spPr>
          <a:xfrm>
            <a:off x="540720" y="1646640"/>
            <a:ext cx="15480" cy="15480"/>
          </a:xfrm>
          <a:custGeom>
            <a:avLst/>
            <a:gdLst/>
            <a:ahLst/>
            <a:rect l="0" t="0" r="r" b="b"/>
            <a:pathLst>
              <a:path fill="none" w="43" h="43">
                <a:moveTo>
                  <a:pt x="43" y="21"/>
                </a:moveTo>
                <a:cubicBezTo>
                  <a:pt x="43" y="50"/>
                  <a:pt x="0" y="50"/>
                  <a:pt x="0" y="21"/>
                </a:cubicBezTo>
                <a:cubicBezTo>
                  <a:pt x="0" y="-7"/>
                  <a:pt x="43" y="-7"/>
                  <a:pt x="43" y="21"/>
                </a:cubicBezTo>
              </a:path>
            </a:pathLst>
          </a:custGeom>
          <a:ln cap="rnd" w="0">
            <a:solidFill>
              <a:srgbClr val="2A9D8F">
                <a:alpha val="50000"/>
              </a:srgbClr>
            </a:solidFill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54" name=""/>
          <p:cNvSpPr/>
          <p:nvPr/>
        </p:nvSpPr>
        <p:spPr>
          <a:xfrm>
            <a:off x="639000" y="1686960"/>
            <a:ext cx="15480" cy="15120"/>
          </a:xfrm>
          <a:custGeom>
            <a:avLst/>
            <a:gdLst/>
            <a:ahLst/>
            <a:rect l="0" t="0" r="r" b="b"/>
            <a:pathLst>
              <a:path w="43" h="42">
                <a:moveTo>
                  <a:pt x="0" y="21"/>
                </a:moveTo>
                <a:cubicBezTo>
                  <a:pt x="0" y="-7"/>
                  <a:pt x="43" y="-7"/>
                  <a:pt x="43" y="21"/>
                </a:cubicBezTo>
                <a:cubicBezTo>
                  <a:pt x="43" y="49"/>
                  <a:pt x="0" y="49"/>
                  <a:pt x="0" y="21"/>
                </a:cubicBezTo>
                <a:close/>
              </a:path>
            </a:pathLst>
          </a:custGeom>
          <a:solidFill>
            <a:srgbClr val="2A9D8F">
              <a:alpha val="50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755" name=""/>
          <p:cNvSpPr/>
          <p:nvPr/>
        </p:nvSpPr>
        <p:spPr>
          <a:xfrm>
            <a:off x="639000" y="1686960"/>
            <a:ext cx="15480" cy="15120"/>
          </a:xfrm>
          <a:custGeom>
            <a:avLst/>
            <a:gdLst/>
            <a:ahLst/>
            <a:rect l="0" t="0" r="r" b="b"/>
            <a:pathLst>
              <a:path fill="none" w="43" h="42">
                <a:moveTo>
                  <a:pt x="43" y="21"/>
                </a:moveTo>
                <a:cubicBezTo>
                  <a:pt x="43" y="49"/>
                  <a:pt x="0" y="49"/>
                  <a:pt x="0" y="21"/>
                </a:cubicBezTo>
                <a:cubicBezTo>
                  <a:pt x="0" y="-7"/>
                  <a:pt x="43" y="-7"/>
                  <a:pt x="43" y="21"/>
                </a:cubicBezTo>
              </a:path>
            </a:pathLst>
          </a:custGeom>
          <a:ln cap="rnd" w="0">
            <a:solidFill>
              <a:srgbClr val="2A9D8F">
                <a:alpha val="50000"/>
              </a:srgbClr>
            </a:solidFill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56" name=""/>
          <p:cNvSpPr/>
          <p:nvPr/>
        </p:nvSpPr>
        <p:spPr>
          <a:xfrm>
            <a:off x="587520" y="1673280"/>
            <a:ext cx="15120" cy="15480"/>
          </a:xfrm>
          <a:custGeom>
            <a:avLst/>
            <a:gdLst/>
            <a:ahLst/>
            <a:rect l="0" t="0" r="r" b="b"/>
            <a:pathLst>
              <a:path w="42" h="43">
                <a:moveTo>
                  <a:pt x="0" y="22"/>
                </a:moveTo>
                <a:cubicBezTo>
                  <a:pt x="0" y="-7"/>
                  <a:pt x="42" y="-7"/>
                  <a:pt x="42" y="22"/>
                </a:cubicBezTo>
                <a:cubicBezTo>
                  <a:pt x="42" y="50"/>
                  <a:pt x="0" y="50"/>
                  <a:pt x="0" y="22"/>
                </a:cubicBezTo>
                <a:close/>
              </a:path>
            </a:pathLst>
          </a:custGeom>
          <a:solidFill>
            <a:srgbClr val="2A9D8F">
              <a:alpha val="50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757" name=""/>
          <p:cNvSpPr/>
          <p:nvPr/>
        </p:nvSpPr>
        <p:spPr>
          <a:xfrm>
            <a:off x="587520" y="1673280"/>
            <a:ext cx="15120" cy="15480"/>
          </a:xfrm>
          <a:custGeom>
            <a:avLst/>
            <a:gdLst/>
            <a:ahLst/>
            <a:rect l="0" t="0" r="r" b="b"/>
            <a:pathLst>
              <a:path fill="none" w="42" h="43">
                <a:moveTo>
                  <a:pt x="42" y="22"/>
                </a:moveTo>
                <a:cubicBezTo>
                  <a:pt x="42" y="50"/>
                  <a:pt x="0" y="50"/>
                  <a:pt x="0" y="22"/>
                </a:cubicBezTo>
                <a:cubicBezTo>
                  <a:pt x="0" y="-7"/>
                  <a:pt x="42" y="-7"/>
                  <a:pt x="42" y="22"/>
                </a:cubicBezTo>
              </a:path>
            </a:pathLst>
          </a:custGeom>
          <a:ln cap="rnd" w="0">
            <a:solidFill>
              <a:srgbClr val="2A9D8F">
                <a:alpha val="50000"/>
              </a:srgbClr>
            </a:solidFill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58" name=""/>
          <p:cNvSpPr/>
          <p:nvPr/>
        </p:nvSpPr>
        <p:spPr>
          <a:xfrm>
            <a:off x="1075680" y="1397160"/>
            <a:ext cx="15480" cy="15480"/>
          </a:xfrm>
          <a:custGeom>
            <a:avLst/>
            <a:gdLst/>
            <a:ahLst/>
            <a:rect l="0" t="0" r="r" b="b"/>
            <a:pathLst>
              <a:path w="43" h="43">
                <a:moveTo>
                  <a:pt x="0" y="21"/>
                </a:moveTo>
                <a:cubicBezTo>
                  <a:pt x="0" y="-7"/>
                  <a:pt x="43" y="-7"/>
                  <a:pt x="43" y="21"/>
                </a:cubicBezTo>
                <a:cubicBezTo>
                  <a:pt x="43" y="50"/>
                  <a:pt x="0" y="50"/>
                  <a:pt x="0" y="21"/>
                </a:cubicBezTo>
                <a:close/>
              </a:path>
            </a:pathLst>
          </a:custGeom>
          <a:solidFill>
            <a:srgbClr val="2A9D8F">
              <a:alpha val="50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759" name=""/>
          <p:cNvSpPr/>
          <p:nvPr/>
        </p:nvSpPr>
        <p:spPr>
          <a:xfrm>
            <a:off x="1075680" y="1397160"/>
            <a:ext cx="15480" cy="15480"/>
          </a:xfrm>
          <a:custGeom>
            <a:avLst/>
            <a:gdLst/>
            <a:ahLst/>
            <a:rect l="0" t="0" r="r" b="b"/>
            <a:pathLst>
              <a:path fill="none" w="43" h="43">
                <a:moveTo>
                  <a:pt x="43" y="21"/>
                </a:moveTo>
                <a:cubicBezTo>
                  <a:pt x="43" y="50"/>
                  <a:pt x="0" y="50"/>
                  <a:pt x="0" y="21"/>
                </a:cubicBezTo>
                <a:cubicBezTo>
                  <a:pt x="0" y="-7"/>
                  <a:pt x="43" y="-7"/>
                  <a:pt x="43" y="21"/>
                </a:cubicBezTo>
              </a:path>
            </a:pathLst>
          </a:custGeom>
          <a:ln cap="rnd" w="0">
            <a:solidFill>
              <a:srgbClr val="2A9D8F">
                <a:alpha val="50000"/>
              </a:srgbClr>
            </a:solidFill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60" name=""/>
          <p:cNvSpPr/>
          <p:nvPr/>
        </p:nvSpPr>
        <p:spPr>
          <a:xfrm>
            <a:off x="1054440" y="1692360"/>
            <a:ext cx="15480" cy="15480"/>
          </a:xfrm>
          <a:custGeom>
            <a:avLst/>
            <a:gdLst/>
            <a:ahLst/>
            <a:rect l="0" t="0" r="r" b="b"/>
            <a:pathLst>
              <a:path w="43" h="43">
                <a:moveTo>
                  <a:pt x="0" y="21"/>
                </a:moveTo>
                <a:cubicBezTo>
                  <a:pt x="0" y="-7"/>
                  <a:pt x="43" y="-7"/>
                  <a:pt x="43" y="21"/>
                </a:cubicBezTo>
                <a:cubicBezTo>
                  <a:pt x="43" y="50"/>
                  <a:pt x="0" y="50"/>
                  <a:pt x="0" y="21"/>
                </a:cubicBezTo>
                <a:close/>
              </a:path>
            </a:pathLst>
          </a:custGeom>
          <a:solidFill>
            <a:srgbClr val="2A9D8F">
              <a:alpha val="50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761" name=""/>
          <p:cNvSpPr/>
          <p:nvPr/>
        </p:nvSpPr>
        <p:spPr>
          <a:xfrm>
            <a:off x="1054440" y="1692360"/>
            <a:ext cx="15480" cy="15480"/>
          </a:xfrm>
          <a:custGeom>
            <a:avLst/>
            <a:gdLst/>
            <a:ahLst/>
            <a:rect l="0" t="0" r="r" b="b"/>
            <a:pathLst>
              <a:path fill="none" w="43" h="43">
                <a:moveTo>
                  <a:pt x="43" y="21"/>
                </a:moveTo>
                <a:cubicBezTo>
                  <a:pt x="43" y="50"/>
                  <a:pt x="0" y="50"/>
                  <a:pt x="0" y="21"/>
                </a:cubicBezTo>
                <a:cubicBezTo>
                  <a:pt x="0" y="-7"/>
                  <a:pt x="43" y="-7"/>
                  <a:pt x="43" y="21"/>
                </a:cubicBezTo>
              </a:path>
            </a:pathLst>
          </a:custGeom>
          <a:ln cap="rnd" w="0">
            <a:solidFill>
              <a:srgbClr val="2A9D8F">
                <a:alpha val="50000"/>
              </a:srgbClr>
            </a:solidFill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62" name=""/>
          <p:cNvSpPr/>
          <p:nvPr/>
        </p:nvSpPr>
        <p:spPr>
          <a:xfrm>
            <a:off x="1090800" y="302760"/>
            <a:ext cx="15120" cy="15480"/>
          </a:xfrm>
          <a:custGeom>
            <a:avLst/>
            <a:gdLst/>
            <a:ahLst/>
            <a:rect l="0" t="0" r="r" b="b"/>
            <a:pathLst>
              <a:path w="42" h="43">
                <a:moveTo>
                  <a:pt x="0" y="22"/>
                </a:moveTo>
                <a:cubicBezTo>
                  <a:pt x="0" y="-7"/>
                  <a:pt x="42" y="-7"/>
                  <a:pt x="42" y="22"/>
                </a:cubicBezTo>
                <a:cubicBezTo>
                  <a:pt x="42" y="50"/>
                  <a:pt x="0" y="50"/>
                  <a:pt x="0" y="22"/>
                </a:cubicBezTo>
                <a:close/>
              </a:path>
            </a:pathLst>
          </a:custGeom>
          <a:solidFill>
            <a:srgbClr val="2A9D8F">
              <a:alpha val="50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763" name=""/>
          <p:cNvSpPr/>
          <p:nvPr/>
        </p:nvSpPr>
        <p:spPr>
          <a:xfrm>
            <a:off x="1090800" y="302760"/>
            <a:ext cx="15120" cy="15480"/>
          </a:xfrm>
          <a:custGeom>
            <a:avLst/>
            <a:gdLst/>
            <a:ahLst/>
            <a:rect l="0" t="0" r="r" b="b"/>
            <a:pathLst>
              <a:path fill="none" w="42" h="43">
                <a:moveTo>
                  <a:pt x="42" y="22"/>
                </a:moveTo>
                <a:cubicBezTo>
                  <a:pt x="42" y="50"/>
                  <a:pt x="0" y="50"/>
                  <a:pt x="0" y="22"/>
                </a:cubicBezTo>
                <a:cubicBezTo>
                  <a:pt x="0" y="-7"/>
                  <a:pt x="42" y="-7"/>
                  <a:pt x="42" y="22"/>
                </a:cubicBezTo>
              </a:path>
            </a:pathLst>
          </a:custGeom>
          <a:ln cap="rnd" w="0">
            <a:solidFill>
              <a:srgbClr val="2A9D8F">
                <a:alpha val="50000"/>
              </a:srgbClr>
            </a:solidFill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64" name=""/>
          <p:cNvSpPr/>
          <p:nvPr/>
        </p:nvSpPr>
        <p:spPr>
          <a:xfrm>
            <a:off x="1549440" y="1518120"/>
            <a:ext cx="15480" cy="15480"/>
          </a:xfrm>
          <a:custGeom>
            <a:avLst/>
            <a:gdLst/>
            <a:ahLst/>
            <a:rect l="0" t="0" r="r" b="b"/>
            <a:pathLst>
              <a:path w="43" h="43">
                <a:moveTo>
                  <a:pt x="0" y="21"/>
                </a:moveTo>
                <a:cubicBezTo>
                  <a:pt x="0" y="-7"/>
                  <a:pt x="43" y="-7"/>
                  <a:pt x="43" y="21"/>
                </a:cubicBezTo>
                <a:cubicBezTo>
                  <a:pt x="43" y="50"/>
                  <a:pt x="0" y="50"/>
                  <a:pt x="0" y="21"/>
                </a:cubicBezTo>
                <a:close/>
              </a:path>
            </a:pathLst>
          </a:custGeom>
          <a:solidFill>
            <a:srgbClr val="2A9D8F">
              <a:alpha val="50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765" name=""/>
          <p:cNvSpPr/>
          <p:nvPr/>
        </p:nvSpPr>
        <p:spPr>
          <a:xfrm>
            <a:off x="1549440" y="1518120"/>
            <a:ext cx="15480" cy="15480"/>
          </a:xfrm>
          <a:custGeom>
            <a:avLst/>
            <a:gdLst/>
            <a:ahLst/>
            <a:rect l="0" t="0" r="r" b="b"/>
            <a:pathLst>
              <a:path fill="none" w="43" h="43">
                <a:moveTo>
                  <a:pt x="43" y="21"/>
                </a:moveTo>
                <a:cubicBezTo>
                  <a:pt x="43" y="50"/>
                  <a:pt x="0" y="50"/>
                  <a:pt x="0" y="21"/>
                </a:cubicBezTo>
                <a:cubicBezTo>
                  <a:pt x="0" y="-7"/>
                  <a:pt x="43" y="-7"/>
                  <a:pt x="43" y="21"/>
                </a:cubicBezTo>
              </a:path>
            </a:pathLst>
          </a:custGeom>
          <a:ln cap="rnd" w="0">
            <a:solidFill>
              <a:srgbClr val="2A9D8F">
                <a:alpha val="50000"/>
              </a:srgbClr>
            </a:solidFill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66" name=""/>
          <p:cNvSpPr/>
          <p:nvPr/>
        </p:nvSpPr>
        <p:spPr>
          <a:xfrm>
            <a:off x="1635480" y="1235880"/>
            <a:ext cx="15120" cy="15120"/>
          </a:xfrm>
          <a:custGeom>
            <a:avLst/>
            <a:gdLst/>
            <a:ahLst/>
            <a:rect l="0" t="0" r="r" b="b"/>
            <a:pathLst>
              <a:path w="42" h="42">
                <a:moveTo>
                  <a:pt x="0" y="21"/>
                </a:moveTo>
                <a:cubicBezTo>
                  <a:pt x="0" y="-7"/>
                  <a:pt x="42" y="-7"/>
                  <a:pt x="42" y="21"/>
                </a:cubicBezTo>
                <a:cubicBezTo>
                  <a:pt x="42" y="49"/>
                  <a:pt x="0" y="49"/>
                  <a:pt x="0" y="21"/>
                </a:cubicBezTo>
                <a:close/>
              </a:path>
            </a:pathLst>
          </a:custGeom>
          <a:solidFill>
            <a:srgbClr val="2A9D8F">
              <a:alpha val="50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767" name=""/>
          <p:cNvSpPr/>
          <p:nvPr/>
        </p:nvSpPr>
        <p:spPr>
          <a:xfrm>
            <a:off x="1635480" y="1235880"/>
            <a:ext cx="15120" cy="15120"/>
          </a:xfrm>
          <a:custGeom>
            <a:avLst/>
            <a:gdLst/>
            <a:ahLst/>
            <a:rect l="0" t="0" r="r" b="b"/>
            <a:pathLst>
              <a:path fill="none" w="42" h="42">
                <a:moveTo>
                  <a:pt x="42" y="21"/>
                </a:moveTo>
                <a:cubicBezTo>
                  <a:pt x="42" y="49"/>
                  <a:pt x="0" y="49"/>
                  <a:pt x="0" y="21"/>
                </a:cubicBezTo>
                <a:cubicBezTo>
                  <a:pt x="0" y="-7"/>
                  <a:pt x="42" y="-7"/>
                  <a:pt x="42" y="21"/>
                </a:cubicBezTo>
              </a:path>
            </a:pathLst>
          </a:custGeom>
          <a:ln cap="rnd" w="0">
            <a:solidFill>
              <a:srgbClr val="2A9D8F">
                <a:alpha val="50000"/>
              </a:srgbClr>
            </a:solidFill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68" name=""/>
          <p:cNvSpPr/>
          <p:nvPr/>
        </p:nvSpPr>
        <p:spPr>
          <a:xfrm>
            <a:off x="583920" y="1548360"/>
            <a:ext cx="15120" cy="15480"/>
          </a:xfrm>
          <a:custGeom>
            <a:avLst/>
            <a:gdLst/>
            <a:ahLst/>
            <a:rect l="0" t="0" r="r" b="b"/>
            <a:pathLst>
              <a:path w="42" h="43">
                <a:moveTo>
                  <a:pt x="0" y="21"/>
                </a:moveTo>
                <a:cubicBezTo>
                  <a:pt x="0" y="-7"/>
                  <a:pt x="42" y="-7"/>
                  <a:pt x="42" y="21"/>
                </a:cubicBezTo>
                <a:cubicBezTo>
                  <a:pt x="42" y="50"/>
                  <a:pt x="0" y="50"/>
                  <a:pt x="0" y="21"/>
                </a:cubicBezTo>
                <a:close/>
              </a:path>
            </a:pathLst>
          </a:custGeom>
          <a:solidFill>
            <a:srgbClr val="2A9D8F">
              <a:alpha val="50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769" name=""/>
          <p:cNvSpPr/>
          <p:nvPr/>
        </p:nvSpPr>
        <p:spPr>
          <a:xfrm>
            <a:off x="583920" y="1548360"/>
            <a:ext cx="15120" cy="15480"/>
          </a:xfrm>
          <a:custGeom>
            <a:avLst/>
            <a:gdLst/>
            <a:ahLst/>
            <a:rect l="0" t="0" r="r" b="b"/>
            <a:pathLst>
              <a:path fill="none" w="42" h="43">
                <a:moveTo>
                  <a:pt x="42" y="21"/>
                </a:moveTo>
                <a:cubicBezTo>
                  <a:pt x="42" y="50"/>
                  <a:pt x="0" y="50"/>
                  <a:pt x="0" y="21"/>
                </a:cubicBezTo>
                <a:cubicBezTo>
                  <a:pt x="0" y="-7"/>
                  <a:pt x="42" y="-7"/>
                  <a:pt x="42" y="21"/>
                </a:cubicBezTo>
              </a:path>
            </a:pathLst>
          </a:custGeom>
          <a:ln cap="rnd" w="0">
            <a:solidFill>
              <a:srgbClr val="2A9D8F">
                <a:alpha val="50000"/>
              </a:srgbClr>
            </a:solidFill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70" name=""/>
          <p:cNvSpPr/>
          <p:nvPr/>
        </p:nvSpPr>
        <p:spPr>
          <a:xfrm>
            <a:off x="1609560" y="1654560"/>
            <a:ext cx="15120" cy="15480"/>
          </a:xfrm>
          <a:custGeom>
            <a:avLst/>
            <a:gdLst/>
            <a:ahLst/>
            <a:rect l="0" t="0" r="r" b="b"/>
            <a:pathLst>
              <a:path w="42" h="43">
                <a:moveTo>
                  <a:pt x="0" y="22"/>
                </a:moveTo>
                <a:cubicBezTo>
                  <a:pt x="0" y="-7"/>
                  <a:pt x="42" y="-7"/>
                  <a:pt x="42" y="22"/>
                </a:cubicBezTo>
                <a:cubicBezTo>
                  <a:pt x="42" y="50"/>
                  <a:pt x="0" y="50"/>
                  <a:pt x="0" y="22"/>
                </a:cubicBezTo>
                <a:close/>
              </a:path>
            </a:pathLst>
          </a:custGeom>
          <a:solidFill>
            <a:srgbClr val="2A9D8F">
              <a:alpha val="50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771" name=""/>
          <p:cNvSpPr/>
          <p:nvPr/>
        </p:nvSpPr>
        <p:spPr>
          <a:xfrm>
            <a:off x="1609560" y="1654560"/>
            <a:ext cx="15120" cy="15480"/>
          </a:xfrm>
          <a:custGeom>
            <a:avLst/>
            <a:gdLst/>
            <a:ahLst/>
            <a:rect l="0" t="0" r="r" b="b"/>
            <a:pathLst>
              <a:path fill="none" w="42" h="43">
                <a:moveTo>
                  <a:pt x="42" y="22"/>
                </a:moveTo>
                <a:cubicBezTo>
                  <a:pt x="42" y="50"/>
                  <a:pt x="0" y="50"/>
                  <a:pt x="0" y="22"/>
                </a:cubicBezTo>
                <a:cubicBezTo>
                  <a:pt x="0" y="-7"/>
                  <a:pt x="42" y="-7"/>
                  <a:pt x="42" y="22"/>
                </a:cubicBezTo>
              </a:path>
            </a:pathLst>
          </a:custGeom>
          <a:ln cap="rnd" w="0">
            <a:solidFill>
              <a:srgbClr val="2A9D8F">
                <a:alpha val="50000"/>
              </a:srgbClr>
            </a:solidFill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72" name=""/>
          <p:cNvSpPr/>
          <p:nvPr/>
        </p:nvSpPr>
        <p:spPr>
          <a:xfrm>
            <a:off x="538920" y="1202760"/>
            <a:ext cx="15120" cy="15480"/>
          </a:xfrm>
          <a:custGeom>
            <a:avLst/>
            <a:gdLst/>
            <a:ahLst/>
            <a:rect l="0" t="0" r="r" b="b"/>
            <a:pathLst>
              <a:path w="42" h="43">
                <a:moveTo>
                  <a:pt x="0" y="22"/>
                </a:moveTo>
                <a:cubicBezTo>
                  <a:pt x="0" y="-7"/>
                  <a:pt x="42" y="-7"/>
                  <a:pt x="42" y="22"/>
                </a:cubicBezTo>
                <a:cubicBezTo>
                  <a:pt x="42" y="50"/>
                  <a:pt x="0" y="50"/>
                  <a:pt x="0" y="22"/>
                </a:cubicBezTo>
                <a:close/>
              </a:path>
            </a:pathLst>
          </a:custGeom>
          <a:solidFill>
            <a:srgbClr val="2A9D8F">
              <a:alpha val="50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773" name=""/>
          <p:cNvSpPr/>
          <p:nvPr/>
        </p:nvSpPr>
        <p:spPr>
          <a:xfrm>
            <a:off x="538920" y="1202760"/>
            <a:ext cx="15120" cy="15480"/>
          </a:xfrm>
          <a:custGeom>
            <a:avLst/>
            <a:gdLst/>
            <a:ahLst/>
            <a:rect l="0" t="0" r="r" b="b"/>
            <a:pathLst>
              <a:path fill="none" w="42" h="43">
                <a:moveTo>
                  <a:pt x="42" y="22"/>
                </a:moveTo>
                <a:cubicBezTo>
                  <a:pt x="42" y="50"/>
                  <a:pt x="0" y="50"/>
                  <a:pt x="0" y="22"/>
                </a:cubicBezTo>
                <a:cubicBezTo>
                  <a:pt x="0" y="-7"/>
                  <a:pt x="42" y="-7"/>
                  <a:pt x="42" y="22"/>
                </a:cubicBezTo>
              </a:path>
            </a:pathLst>
          </a:custGeom>
          <a:ln cap="rnd" w="0">
            <a:solidFill>
              <a:srgbClr val="2A9D8F">
                <a:alpha val="50000"/>
              </a:srgbClr>
            </a:solidFill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74" name=""/>
          <p:cNvSpPr/>
          <p:nvPr/>
        </p:nvSpPr>
        <p:spPr>
          <a:xfrm>
            <a:off x="1598040" y="1480320"/>
            <a:ext cx="15120" cy="15120"/>
          </a:xfrm>
          <a:custGeom>
            <a:avLst/>
            <a:gdLst/>
            <a:ahLst/>
            <a:rect l="0" t="0" r="r" b="b"/>
            <a:pathLst>
              <a:path w="42" h="42">
                <a:moveTo>
                  <a:pt x="0" y="21"/>
                </a:moveTo>
                <a:cubicBezTo>
                  <a:pt x="0" y="-7"/>
                  <a:pt x="42" y="-7"/>
                  <a:pt x="42" y="21"/>
                </a:cubicBezTo>
                <a:cubicBezTo>
                  <a:pt x="42" y="49"/>
                  <a:pt x="0" y="49"/>
                  <a:pt x="0" y="21"/>
                </a:cubicBezTo>
                <a:close/>
              </a:path>
            </a:pathLst>
          </a:custGeom>
          <a:solidFill>
            <a:srgbClr val="2A9D8F">
              <a:alpha val="50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775" name=""/>
          <p:cNvSpPr/>
          <p:nvPr/>
        </p:nvSpPr>
        <p:spPr>
          <a:xfrm>
            <a:off x="1598040" y="1480320"/>
            <a:ext cx="15120" cy="15120"/>
          </a:xfrm>
          <a:custGeom>
            <a:avLst/>
            <a:gdLst/>
            <a:ahLst/>
            <a:rect l="0" t="0" r="r" b="b"/>
            <a:pathLst>
              <a:path fill="none" w="42" h="42">
                <a:moveTo>
                  <a:pt x="42" y="21"/>
                </a:moveTo>
                <a:cubicBezTo>
                  <a:pt x="42" y="49"/>
                  <a:pt x="0" y="49"/>
                  <a:pt x="0" y="21"/>
                </a:cubicBezTo>
                <a:cubicBezTo>
                  <a:pt x="0" y="-7"/>
                  <a:pt x="42" y="-7"/>
                  <a:pt x="42" y="21"/>
                </a:cubicBezTo>
              </a:path>
            </a:pathLst>
          </a:custGeom>
          <a:ln cap="rnd" w="0">
            <a:solidFill>
              <a:srgbClr val="2A9D8F">
                <a:alpha val="50000"/>
              </a:srgbClr>
            </a:solidFill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76" name=""/>
          <p:cNvSpPr/>
          <p:nvPr/>
        </p:nvSpPr>
        <p:spPr>
          <a:xfrm>
            <a:off x="612000" y="1148400"/>
            <a:ext cx="15120" cy="15120"/>
          </a:xfrm>
          <a:custGeom>
            <a:avLst/>
            <a:gdLst/>
            <a:ahLst/>
            <a:rect l="0" t="0" r="r" b="b"/>
            <a:pathLst>
              <a:path w="42" h="42">
                <a:moveTo>
                  <a:pt x="0" y="21"/>
                </a:moveTo>
                <a:cubicBezTo>
                  <a:pt x="0" y="-7"/>
                  <a:pt x="42" y="-7"/>
                  <a:pt x="42" y="21"/>
                </a:cubicBezTo>
                <a:cubicBezTo>
                  <a:pt x="42" y="49"/>
                  <a:pt x="0" y="49"/>
                  <a:pt x="0" y="21"/>
                </a:cubicBezTo>
                <a:close/>
              </a:path>
            </a:pathLst>
          </a:custGeom>
          <a:solidFill>
            <a:srgbClr val="2A9D8F">
              <a:alpha val="50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777" name=""/>
          <p:cNvSpPr/>
          <p:nvPr/>
        </p:nvSpPr>
        <p:spPr>
          <a:xfrm>
            <a:off x="612000" y="1148400"/>
            <a:ext cx="15120" cy="15120"/>
          </a:xfrm>
          <a:custGeom>
            <a:avLst/>
            <a:gdLst/>
            <a:ahLst/>
            <a:rect l="0" t="0" r="r" b="b"/>
            <a:pathLst>
              <a:path fill="none" w="42" h="42">
                <a:moveTo>
                  <a:pt x="42" y="21"/>
                </a:moveTo>
                <a:cubicBezTo>
                  <a:pt x="42" y="49"/>
                  <a:pt x="0" y="49"/>
                  <a:pt x="0" y="21"/>
                </a:cubicBezTo>
                <a:cubicBezTo>
                  <a:pt x="0" y="-7"/>
                  <a:pt x="42" y="-7"/>
                  <a:pt x="42" y="21"/>
                </a:cubicBezTo>
              </a:path>
            </a:pathLst>
          </a:custGeom>
          <a:ln cap="rnd" w="0">
            <a:solidFill>
              <a:srgbClr val="2A9D8F">
                <a:alpha val="50000"/>
              </a:srgbClr>
            </a:solidFill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78" name=""/>
          <p:cNvSpPr/>
          <p:nvPr/>
        </p:nvSpPr>
        <p:spPr>
          <a:xfrm>
            <a:off x="2121480" y="1197000"/>
            <a:ext cx="15480" cy="15120"/>
          </a:xfrm>
          <a:custGeom>
            <a:avLst/>
            <a:gdLst/>
            <a:ahLst/>
            <a:rect l="0" t="0" r="r" b="b"/>
            <a:pathLst>
              <a:path w="43" h="42">
                <a:moveTo>
                  <a:pt x="0" y="21"/>
                </a:moveTo>
                <a:cubicBezTo>
                  <a:pt x="0" y="-7"/>
                  <a:pt x="43" y="-7"/>
                  <a:pt x="43" y="21"/>
                </a:cubicBezTo>
                <a:cubicBezTo>
                  <a:pt x="43" y="49"/>
                  <a:pt x="0" y="49"/>
                  <a:pt x="0" y="21"/>
                </a:cubicBezTo>
                <a:close/>
              </a:path>
            </a:pathLst>
          </a:custGeom>
          <a:solidFill>
            <a:srgbClr val="2A9D8F">
              <a:alpha val="50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779" name=""/>
          <p:cNvSpPr/>
          <p:nvPr/>
        </p:nvSpPr>
        <p:spPr>
          <a:xfrm>
            <a:off x="2121480" y="1197000"/>
            <a:ext cx="15480" cy="15120"/>
          </a:xfrm>
          <a:custGeom>
            <a:avLst/>
            <a:gdLst/>
            <a:ahLst/>
            <a:rect l="0" t="0" r="r" b="b"/>
            <a:pathLst>
              <a:path fill="none" w="43" h="42">
                <a:moveTo>
                  <a:pt x="43" y="21"/>
                </a:moveTo>
                <a:cubicBezTo>
                  <a:pt x="43" y="49"/>
                  <a:pt x="0" y="49"/>
                  <a:pt x="0" y="21"/>
                </a:cubicBezTo>
                <a:cubicBezTo>
                  <a:pt x="0" y="-7"/>
                  <a:pt x="43" y="-7"/>
                  <a:pt x="43" y="21"/>
                </a:cubicBezTo>
              </a:path>
            </a:pathLst>
          </a:custGeom>
          <a:ln cap="rnd" w="0">
            <a:solidFill>
              <a:srgbClr val="2A9D8F">
                <a:alpha val="50000"/>
              </a:srgbClr>
            </a:solidFill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80" name=""/>
          <p:cNvSpPr/>
          <p:nvPr/>
        </p:nvSpPr>
        <p:spPr>
          <a:xfrm>
            <a:off x="2078640" y="1358640"/>
            <a:ext cx="15480" cy="15120"/>
          </a:xfrm>
          <a:custGeom>
            <a:avLst/>
            <a:gdLst/>
            <a:ahLst/>
            <a:rect l="0" t="0" r="r" b="b"/>
            <a:pathLst>
              <a:path w="43" h="42">
                <a:moveTo>
                  <a:pt x="0" y="21"/>
                </a:moveTo>
                <a:cubicBezTo>
                  <a:pt x="0" y="-7"/>
                  <a:pt x="43" y="-7"/>
                  <a:pt x="43" y="21"/>
                </a:cubicBezTo>
                <a:cubicBezTo>
                  <a:pt x="43" y="49"/>
                  <a:pt x="0" y="49"/>
                  <a:pt x="0" y="21"/>
                </a:cubicBezTo>
                <a:close/>
              </a:path>
            </a:pathLst>
          </a:custGeom>
          <a:solidFill>
            <a:srgbClr val="2A9D8F">
              <a:alpha val="50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781" name=""/>
          <p:cNvSpPr/>
          <p:nvPr/>
        </p:nvSpPr>
        <p:spPr>
          <a:xfrm>
            <a:off x="2078640" y="1358640"/>
            <a:ext cx="15480" cy="15120"/>
          </a:xfrm>
          <a:custGeom>
            <a:avLst/>
            <a:gdLst/>
            <a:ahLst/>
            <a:rect l="0" t="0" r="r" b="b"/>
            <a:pathLst>
              <a:path fill="none" w="43" h="42">
                <a:moveTo>
                  <a:pt x="43" y="21"/>
                </a:moveTo>
                <a:cubicBezTo>
                  <a:pt x="43" y="49"/>
                  <a:pt x="0" y="49"/>
                  <a:pt x="0" y="21"/>
                </a:cubicBezTo>
                <a:cubicBezTo>
                  <a:pt x="0" y="-7"/>
                  <a:pt x="43" y="-7"/>
                  <a:pt x="43" y="21"/>
                </a:cubicBezTo>
              </a:path>
            </a:pathLst>
          </a:custGeom>
          <a:ln cap="rnd" w="0">
            <a:solidFill>
              <a:srgbClr val="2A9D8F">
                <a:alpha val="50000"/>
              </a:srgbClr>
            </a:solidFill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82" name=""/>
          <p:cNvSpPr/>
          <p:nvPr/>
        </p:nvSpPr>
        <p:spPr>
          <a:xfrm>
            <a:off x="2128680" y="1692720"/>
            <a:ext cx="15120" cy="15120"/>
          </a:xfrm>
          <a:custGeom>
            <a:avLst/>
            <a:gdLst/>
            <a:ahLst/>
            <a:rect l="0" t="0" r="r" b="b"/>
            <a:pathLst>
              <a:path w="42" h="42">
                <a:moveTo>
                  <a:pt x="0" y="21"/>
                </a:moveTo>
                <a:cubicBezTo>
                  <a:pt x="0" y="-7"/>
                  <a:pt x="42" y="-7"/>
                  <a:pt x="42" y="21"/>
                </a:cubicBezTo>
                <a:cubicBezTo>
                  <a:pt x="42" y="49"/>
                  <a:pt x="0" y="49"/>
                  <a:pt x="0" y="21"/>
                </a:cubicBezTo>
                <a:close/>
              </a:path>
            </a:pathLst>
          </a:custGeom>
          <a:solidFill>
            <a:srgbClr val="2A9D8F">
              <a:alpha val="50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783" name=""/>
          <p:cNvSpPr/>
          <p:nvPr/>
        </p:nvSpPr>
        <p:spPr>
          <a:xfrm>
            <a:off x="2128680" y="1692720"/>
            <a:ext cx="15120" cy="15120"/>
          </a:xfrm>
          <a:custGeom>
            <a:avLst/>
            <a:gdLst/>
            <a:ahLst/>
            <a:rect l="0" t="0" r="r" b="b"/>
            <a:pathLst>
              <a:path fill="none" w="42" h="42">
                <a:moveTo>
                  <a:pt x="42" y="21"/>
                </a:moveTo>
                <a:cubicBezTo>
                  <a:pt x="42" y="49"/>
                  <a:pt x="0" y="49"/>
                  <a:pt x="0" y="21"/>
                </a:cubicBezTo>
                <a:cubicBezTo>
                  <a:pt x="0" y="-7"/>
                  <a:pt x="42" y="-7"/>
                  <a:pt x="42" y="21"/>
                </a:cubicBezTo>
              </a:path>
            </a:pathLst>
          </a:custGeom>
          <a:ln cap="rnd" w="0">
            <a:solidFill>
              <a:srgbClr val="2A9D8F">
                <a:alpha val="50000"/>
              </a:srgbClr>
            </a:solidFill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84" name=""/>
          <p:cNvSpPr/>
          <p:nvPr/>
        </p:nvSpPr>
        <p:spPr>
          <a:xfrm>
            <a:off x="1551960" y="1800360"/>
            <a:ext cx="15480" cy="15120"/>
          </a:xfrm>
          <a:custGeom>
            <a:avLst/>
            <a:gdLst/>
            <a:ahLst/>
            <a:rect l="0" t="0" r="r" b="b"/>
            <a:pathLst>
              <a:path w="43" h="42">
                <a:moveTo>
                  <a:pt x="0" y="20"/>
                </a:moveTo>
                <a:cubicBezTo>
                  <a:pt x="0" y="-7"/>
                  <a:pt x="43" y="-7"/>
                  <a:pt x="43" y="20"/>
                </a:cubicBezTo>
                <a:cubicBezTo>
                  <a:pt x="43" y="49"/>
                  <a:pt x="0" y="49"/>
                  <a:pt x="0" y="20"/>
                </a:cubicBezTo>
                <a:close/>
              </a:path>
            </a:pathLst>
          </a:custGeom>
          <a:solidFill>
            <a:srgbClr val="2A9D8F">
              <a:alpha val="50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785" name=""/>
          <p:cNvSpPr/>
          <p:nvPr/>
        </p:nvSpPr>
        <p:spPr>
          <a:xfrm>
            <a:off x="1551960" y="1800360"/>
            <a:ext cx="15480" cy="15120"/>
          </a:xfrm>
          <a:custGeom>
            <a:avLst/>
            <a:gdLst/>
            <a:ahLst/>
            <a:rect l="0" t="0" r="r" b="b"/>
            <a:pathLst>
              <a:path fill="none" w="43" h="42">
                <a:moveTo>
                  <a:pt x="43" y="20"/>
                </a:moveTo>
                <a:cubicBezTo>
                  <a:pt x="43" y="49"/>
                  <a:pt x="0" y="49"/>
                  <a:pt x="0" y="20"/>
                </a:cubicBezTo>
                <a:cubicBezTo>
                  <a:pt x="0" y="-7"/>
                  <a:pt x="43" y="-7"/>
                  <a:pt x="43" y="20"/>
                </a:cubicBezTo>
              </a:path>
            </a:pathLst>
          </a:custGeom>
          <a:ln cap="rnd" w="0">
            <a:solidFill>
              <a:srgbClr val="2A9D8F">
                <a:alpha val="50000"/>
              </a:srgbClr>
            </a:solidFill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86" name=""/>
          <p:cNvSpPr/>
          <p:nvPr/>
        </p:nvSpPr>
        <p:spPr>
          <a:xfrm>
            <a:off x="1530360" y="1916280"/>
            <a:ext cx="15120" cy="15120"/>
          </a:xfrm>
          <a:custGeom>
            <a:avLst/>
            <a:gdLst/>
            <a:ahLst/>
            <a:rect l="0" t="0" r="r" b="b"/>
            <a:pathLst>
              <a:path w="42" h="42">
                <a:moveTo>
                  <a:pt x="0" y="21"/>
                </a:moveTo>
                <a:cubicBezTo>
                  <a:pt x="0" y="-7"/>
                  <a:pt x="42" y="-7"/>
                  <a:pt x="42" y="21"/>
                </a:cubicBezTo>
                <a:cubicBezTo>
                  <a:pt x="42" y="49"/>
                  <a:pt x="0" y="49"/>
                  <a:pt x="0" y="21"/>
                </a:cubicBezTo>
                <a:close/>
              </a:path>
            </a:pathLst>
          </a:custGeom>
          <a:solidFill>
            <a:srgbClr val="2A9D8F">
              <a:alpha val="50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787" name=""/>
          <p:cNvSpPr/>
          <p:nvPr/>
        </p:nvSpPr>
        <p:spPr>
          <a:xfrm>
            <a:off x="1530360" y="1916280"/>
            <a:ext cx="15120" cy="15120"/>
          </a:xfrm>
          <a:custGeom>
            <a:avLst/>
            <a:gdLst/>
            <a:ahLst/>
            <a:rect l="0" t="0" r="r" b="b"/>
            <a:pathLst>
              <a:path fill="none" w="42" h="42">
                <a:moveTo>
                  <a:pt x="42" y="21"/>
                </a:moveTo>
                <a:cubicBezTo>
                  <a:pt x="42" y="49"/>
                  <a:pt x="0" y="49"/>
                  <a:pt x="0" y="21"/>
                </a:cubicBezTo>
                <a:cubicBezTo>
                  <a:pt x="0" y="-7"/>
                  <a:pt x="42" y="-7"/>
                  <a:pt x="42" y="21"/>
                </a:cubicBezTo>
              </a:path>
            </a:pathLst>
          </a:custGeom>
          <a:ln cap="rnd" w="0">
            <a:solidFill>
              <a:srgbClr val="2A9D8F">
                <a:alpha val="50000"/>
              </a:srgbClr>
            </a:solidFill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88" name=""/>
          <p:cNvSpPr/>
          <p:nvPr/>
        </p:nvSpPr>
        <p:spPr>
          <a:xfrm>
            <a:off x="2123640" y="1362960"/>
            <a:ext cx="15120" cy="15480"/>
          </a:xfrm>
          <a:custGeom>
            <a:avLst/>
            <a:gdLst/>
            <a:ahLst/>
            <a:rect l="0" t="0" r="r" b="b"/>
            <a:pathLst>
              <a:path w="42" h="43">
                <a:moveTo>
                  <a:pt x="0" y="21"/>
                </a:moveTo>
                <a:cubicBezTo>
                  <a:pt x="0" y="-7"/>
                  <a:pt x="42" y="-7"/>
                  <a:pt x="42" y="21"/>
                </a:cubicBezTo>
                <a:cubicBezTo>
                  <a:pt x="42" y="50"/>
                  <a:pt x="0" y="50"/>
                  <a:pt x="0" y="21"/>
                </a:cubicBezTo>
                <a:close/>
              </a:path>
            </a:pathLst>
          </a:custGeom>
          <a:solidFill>
            <a:srgbClr val="2A9D8F">
              <a:alpha val="50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789" name=""/>
          <p:cNvSpPr/>
          <p:nvPr/>
        </p:nvSpPr>
        <p:spPr>
          <a:xfrm>
            <a:off x="2123640" y="1362960"/>
            <a:ext cx="15120" cy="15480"/>
          </a:xfrm>
          <a:custGeom>
            <a:avLst/>
            <a:gdLst/>
            <a:ahLst/>
            <a:rect l="0" t="0" r="r" b="b"/>
            <a:pathLst>
              <a:path fill="none" w="42" h="43">
                <a:moveTo>
                  <a:pt x="42" y="21"/>
                </a:moveTo>
                <a:cubicBezTo>
                  <a:pt x="42" y="50"/>
                  <a:pt x="0" y="50"/>
                  <a:pt x="0" y="21"/>
                </a:cubicBezTo>
                <a:cubicBezTo>
                  <a:pt x="0" y="-7"/>
                  <a:pt x="42" y="-7"/>
                  <a:pt x="42" y="21"/>
                </a:cubicBezTo>
              </a:path>
            </a:pathLst>
          </a:custGeom>
          <a:ln cap="rnd" w="0">
            <a:solidFill>
              <a:srgbClr val="2A9D8F">
                <a:alpha val="50000"/>
              </a:srgbClr>
            </a:solidFill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90" name=""/>
          <p:cNvSpPr/>
          <p:nvPr/>
        </p:nvSpPr>
        <p:spPr>
          <a:xfrm>
            <a:off x="1073160" y="1916640"/>
            <a:ext cx="15120" cy="15120"/>
          </a:xfrm>
          <a:custGeom>
            <a:avLst/>
            <a:gdLst/>
            <a:ahLst/>
            <a:rect l="0" t="0" r="r" b="b"/>
            <a:pathLst>
              <a:path w="42" h="42">
                <a:moveTo>
                  <a:pt x="0" y="21"/>
                </a:moveTo>
                <a:cubicBezTo>
                  <a:pt x="0" y="-7"/>
                  <a:pt x="42" y="-7"/>
                  <a:pt x="42" y="21"/>
                </a:cubicBezTo>
                <a:cubicBezTo>
                  <a:pt x="42" y="49"/>
                  <a:pt x="0" y="49"/>
                  <a:pt x="0" y="21"/>
                </a:cubicBezTo>
                <a:close/>
              </a:path>
            </a:pathLst>
          </a:custGeom>
          <a:solidFill>
            <a:srgbClr val="2A9D8F">
              <a:alpha val="50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791" name=""/>
          <p:cNvSpPr/>
          <p:nvPr/>
        </p:nvSpPr>
        <p:spPr>
          <a:xfrm>
            <a:off x="1073160" y="1916640"/>
            <a:ext cx="15120" cy="15120"/>
          </a:xfrm>
          <a:custGeom>
            <a:avLst/>
            <a:gdLst/>
            <a:ahLst/>
            <a:rect l="0" t="0" r="r" b="b"/>
            <a:pathLst>
              <a:path fill="none" w="42" h="42">
                <a:moveTo>
                  <a:pt x="42" y="21"/>
                </a:moveTo>
                <a:cubicBezTo>
                  <a:pt x="42" y="49"/>
                  <a:pt x="0" y="49"/>
                  <a:pt x="0" y="21"/>
                </a:cubicBezTo>
                <a:cubicBezTo>
                  <a:pt x="0" y="-7"/>
                  <a:pt x="42" y="-7"/>
                  <a:pt x="42" y="21"/>
                </a:cubicBezTo>
              </a:path>
            </a:pathLst>
          </a:custGeom>
          <a:ln cap="rnd" w="0">
            <a:solidFill>
              <a:srgbClr val="2A9D8F">
                <a:alpha val="50000"/>
              </a:srgbClr>
            </a:solidFill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92" name=""/>
          <p:cNvSpPr/>
          <p:nvPr/>
        </p:nvSpPr>
        <p:spPr>
          <a:xfrm>
            <a:off x="613800" y="1463400"/>
            <a:ext cx="15480" cy="15120"/>
          </a:xfrm>
          <a:custGeom>
            <a:avLst/>
            <a:gdLst/>
            <a:ahLst/>
            <a:rect l="0" t="0" r="r" b="b"/>
            <a:pathLst>
              <a:path w="43" h="42">
                <a:moveTo>
                  <a:pt x="0" y="21"/>
                </a:moveTo>
                <a:cubicBezTo>
                  <a:pt x="0" y="-7"/>
                  <a:pt x="43" y="-7"/>
                  <a:pt x="43" y="21"/>
                </a:cubicBezTo>
                <a:cubicBezTo>
                  <a:pt x="43" y="49"/>
                  <a:pt x="0" y="49"/>
                  <a:pt x="0" y="21"/>
                </a:cubicBezTo>
                <a:close/>
              </a:path>
            </a:pathLst>
          </a:custGeom>
          <a:solidFill>
            <a:srgbClr val="2A9D8F">
              <a:alpha val="50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793" name=""/>
          <p:cNvSpPr/>
          <p:nvPr/>
        </p:nvSpPr>
        <p:spPr>
          <a:xfrm>
            <a:off x="613800" y="1463400"/>
            <a:ext cx="15480" cy="15120"/>
          </a:xfrm>
          <a:custGeom>
            <a:avLst/>
            <a:gdLst/>
            <a:ahLst/>
            <a:rect l="0" t="0" r="r" b="b"/>
            <a:pathLst>
              <a:path fill="none" w="43" h="42">
                <a:moveTo>
                  <a:pt x="43" y="21"/>
                </a:moveTo>
                <a:cubicBezTo>
                  <a:pt x="43" y="49"/>
                  <a:pt x="0" y="49"/>
                  <a:pt x="0" y="21"/>
                </a:cubicBezTo>
                <a:cubicBezTo>
                  <a:pt x="0" y="-7"/>
                  <a:pt x="43" y="-7"/>
                  <a:pt x="43" y="21"/>
                </a:cubicBezTo>
              </a:path>
            </a:pathLst>
          </a:custGeom>
          <a:ln cap="rnd" w="0">
            <a:solidFill>
              <a:srgbClr val="2A9D8F">
                <a:alpha val="50000"/>
              </a:srgbClr>
            </a:solidFill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94" name=""/>
          <p:cNvSpPr/>
          <p:nvPr/>
        </p:nvSpPr>
        <p:spPr>
          <a:xfrm>
            <a:off x="2055240" y="1182240"/>
            <a:ext cx="15480" cy="15120"/>
          </a:xfrm>
          <a:custGeom>
            <a:avLst/>
            <a:gdLst/>
            <a:ahLst/>
            <a:rect l="0" t="0" r="r" b="b"/>
            <a:pathLst>
              <a:path w="43" h="42">
                <a:moveTo>
                  <a:pt x="0" y="22"/>
                </a:moveTo>
                <a:cubicBezTo>
                  <a:pt x="0" y="-7"/>
                  <a:pt x="43" y="-7"/>
                  <a:pt x="43" y="22"/>
                </a:cubicBezTo>
                <a:cubicBezTo>
                  <a:pt x="43" y="49"/>
                  <a:pt x="0" y="49"/>
                  <a:pt x="0" y="22"/>
                </a:cubicBezTo>
                <a:close/>
              </a:path>
            </a:pathLst>
          </a:custGeom>
          <a:solidFill>
            <a:srgbClr val="2A9D8F">
              <a:alpha val="50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795" name=""/>
          <p:cNvSpPr/>
          <p:nvPr/>
        </p:nvSpPr>
        <p:spPr>
          <a:xfrm>
            <a:off x="2055240" y="1182240"/>
            <a:ext cx="15480" cy="15120"/>
          </a:xfrm>
          <a:custGeom>
            <a:avLst/>
            <a:gdLst/>
            <a:ahLst/>
            <a:rect l="0" t="0" r="r" b="b"/>
            <a:pathLst>
              <a:path fill="none" w="43" h="42">
                <a:moveTo>
                  <a:pt x="43" y="22"/>
                </a:moveTo>
                <a:cubicBezTo>
                  <a:pt x="43" y="49"/>
                  <a:pt x="0" y="49"/>
                  <a:pt x="0" y="22"/>
                </a:cubicBezTo>
                <a:cubicBezTo>
                  <a:pt x="0" y="-7"/>
                  <a:pt x="43" y="-7"/>
                  <a:pt x="43" y="22"/>
                </a:cubicBezTo>
              </a:path>
            </a:pathLst>
          </a:custGeom>
          <a:ln cap="rnd" w="0">
            <a:solidFill>
              <a:srgbClr val="2A9D8F">
                <a:alpha val="50000"/>
              </a:srgbClr>
            </a:solidFill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96" name=""/>
          <p:cNvSpPr/>
          <p:nvPr/>
        </p:nvSpPr>
        <p:spPr>
          <a:xfrm>
            <a:off x="555120" y="1524960"/>
            <a:ext cx="15120" cy="15120"/>
          </a:xfrm>
          <a:custGeom>
            <a:avLst/>
            <a:gdLst/>
            <a:ahLst/>
            <a:rect l="0" t="0" r="r" b="b"/>
            <a:pathLst>
              <a:path w="42" h="42">
                <a:moveTo>
                  <a:pt x="0" y="21"/>
                </a:moveTo>
                <a:cubicBezTo>
                  <a:pt x="0" y="-7"/>
                  <a:pt x="42" y="-7"/>
                  <a:pt x="42" y="21"/>
                </a:cubicBezTo>
                <a:cubicBezTo>
                  <a:pt x="42" y="49"/>
                  <a:pt x="0" y="49"/>
                  <a:pt x="0" y="21"/>
                </a:cubicBezTo>
                <a:close/>
              </a:path>
            </a:pathLst>
          </a:custGeom>
          <a:solidFill>
            <a:srgbClr val="2A9D8F">
              <a:alpha val="50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797" name=""/>
          <p:cNvSpPr/>
          <p:nvPr/>
        </p:nvSpPr>
        <p:spPr>
          <a:xfrm>
            <a:off x="555120" y="1524960"/>
            <a:ext cx="15120" cy="15120"/>
          </a:xfrm>
          <a:custGeom>
            <a:avLst/>
            <a:gdLst/>
            <a:ahLst/>
            <a:rect l="0" t="0" r="r" b="b"/>
            <a:pathLst>
              <a:path fill="none" w="42" h="42">
                <a:moveTo>
                  <a:pt x="42" y="21"/>
                </a:moveTo>
                <a:cubicBezTo>
                  <a:pt x="42" y="49"/>
                  <a:pt x="0" y="49"/>
                  <a:pt x="0" y="21"/>
                </a:cubicBezTo>
                <a:cubicBezTo>
                  <a:pt x="0" y="-7"/>
                  <a:pt x="42" y="-7"/>
                  <a:pt x="42" y="21"/>
                </a:cubicBezTo>
              </a:path>
            </a:pathLst>
          </a:custGeom>
          <a:ln cap="rnd" w="0">
            <a:solidFill>
              <a:srgbClr val="2A9D8F">
                <a:alpha val="50000"/>
              </a:srgbClr>
            </a:solidFill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98" name=""/>
          <p:cNvSpPr/>
          <p:nvPr/>
        </p:nvSpPr>
        <p:spPr>
          <a:xfrm>
            <a:off x="592920" y="1653120"/>
            <a:ext cx="15120" cy="15120"/>
          </a:xfrm>
          <a:custGeom>
            <a:avLst/>
            <a:gdLst/>
            <a:ahLst/>
            <a:rect l="0" t="0" r="r" b="b"/>
            <a:pathLst>
              <a:path w="42" h="42">
                <a:moveTo>
                  <a:pt x="0" y="22"/>
                </a:moveTo>
                <a:cubicBezTo>
                  <a:pt x="0" y="-7"/>
                  <a:pt x="42" y="-7"/>
                  <a:pt x="42" y="22"/>
                </a:cubicBezTo>
                <a:cubicBezTo>
                  <a:pt x="42" y="49"/>
                  <a:pt x="0" y="49"/>
                  <a:pt x="0" y="22"/>
                </a:cubicBezTo>
                <a:close/>
              </a:path>
            </a:pathLst>
          </a:custGeom>
          <a:solidFill>
            <a:srgbClr val="2A9D8F">
              <a:alpha val="50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799" name=""/>
          <p:cNvSpPr/>
          <p:nvPr/>
        </p:nvSpPr>
        <p:spPr>
          <a:xfrm>
            <a:off x="592920" y="1653120"/>
            <a:ext cx="15120" cy="15120"/>
          </a:xfrm>
          <a:custGeom>
            <a:avLst/>
            <a:gdLst/>
            <a:ahLst/>
            <a:rect l="0" t="0" r="r" b="b"/>
            <a:pathLst>
              <a:path fill="none" w="42" h="42">
                <a:moveTo>
                  <a:pt x="42" y="22"/>
                </a:moveTo>
                <a:cubicBezTo>
                  <a:pt x="42" y="49"/>
                  <a:pt x="0" y="49"/>
                  <a:pt x="0" y="22"/>
                </a:cubicBezTo>
                <a:cubicBezTo>
                  <a:pt x="0" y="-7"/>
                  <a:pt x="42" y="-7"/>
                  <a:pt x="42" y="22"/>
                </a:cubicBezTo>
              </a:path>
            </a:pathLst>
          </a:custGeom>
          <a:ln cap="rnd" w="0">
            <a:solidFill>
              <a:srgbClr val="2A9D8F">
                <a:alpha val="50000"/>
              </a:srgbClr>
            </a:solidFill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00" name=""/>
          <p:cNvSpPr/>
          <p:nvPr/>
        </p:nvSpPr>
        <p:spPr>
          <a:xfrm>
            <a:off x="1555200" y="1801080"/>
            <a:ext cx="15480" cy="15480"/>
          </a:xfrm>
          <a:custGeom>
            <a:avLst/>
            <a:gdLst/>
            <a:ahLst/>
            <a:rect l="0" t="0" r="r" b="b"/>
            <a:pathLst>
              <a:path w="43" h="43">
                <a:moveTo>
                  <a:pt x="0" y="22"/>
                </a:moveTo>
                <a:cubicBezTo>
                  <a:pt x="0" y="-7"/>
                  <a:pt x="43" y="-7"/>
                  <a:pt x="43" y="22"/>
                </a:cubicBezTo>
                <a:cubicBezTo>
                  <a:pt x="43" y="50"/>
                  <a:pt x="0" y="50"/>
                  <a:pt x="0" y="22"/>
                </a:cubicBezTo>
                <a:close/>
              </a:path>
            </a:pathLst>
          </a:custGeom>
          <a:solidFill>
            <a:srgbClr val="2A9D8F">
              <a:alpha val="50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801" name=""/>
          <p:cNvSpPr/>
          <p:nvPr/>
        </p:nvSpPr>
        <p:spPr>
          <a:xfrm>
            <a:off x="1555200" y="1801080"/>
            <a:ext cx="15480" cy="15480"/>
          </a:xfrm>
          <a:custGeom>
            <a:avLst/>
            <a:gdLst/>
            <a:ahLst/>
            <a:rect l="0" t="0" r="r" b="b"/>
            <a:pathLst>
              <a:path fill="none" w="43" h="43">
                <a:moveTo>
                  <a:pt x="43" y="22"/>
                </a:moveTo>
                <a:cubicBezTo>
                  <a:pt x="43" y="50"/>
                  <a:pt x="0" y="50"/>
                  <a:pt x="0" y="22"/>
                </a:cubicBezTo>
                <a:cubicBezTo>
                  <a:pt x="0" y="-7"/>
                  <a:pt x="43" y="-7"/>
                  <a:pt x="43" y="22"/>
                </a:cubicBezTo>
              </a:path>
            </a:pathLst>
          </a:custGeom>
          <a:ln cap="rnd" w="0">
            <a:solidFill>
              <a:srgbClr val="2A9D8F">
                <a:alpha val="50000"/>
              </a:srgbClr>
            </a:solidFill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02" name=""/>
          <p:cNvSpPr/>
          <p:nvPr/>
        </p:nvSpPr>
        <p:spPr>
          <a:xfrm>
            <a:off x="673200" y="1584000"/>
            <a:ext cx="65520" cy="65880"/>
          </a:xfrm>
          <a:custGeom>
            <a:avLst/>
            <a:gdLst/>
            <a:ahLst/>
            <a:rect l="0" t="0" r="r" b="b"/>
            <a:pathLst>
              <a:path w="182" h="183">
                <a:moveTo>
                  <a:pt x="0" y="92"/>
                </a:moveTo>
                <a:lnTo>
                  <a:pt x="91" y="0"/>
                </a:lnTo>
                <a:lnTo>
                  <a:pt x="182" y="92"/>
                </a:lnTo>
                <a:lnTo>
                  <a:pt x="91" y="183"/>
                </a:lnTo>
                <a:lnTo>
                  <a:pt x="0" y="92"/>
                </a:lnTo>
                <a:close/>
              </a:path>
            </a:pathLst>
          </a:custGeom>
          <a:solidFill>
            <a:srgbClr val="1A1A1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803" name=""/>
          <p:cNvSpPr/>
          <p:nvPr/>
        </p:nvSpPr>
        <p:spPr>
          <a:xfrm>
            <a:off x="1665360" y="1618200"/>
            <a:ext cx="65880" cy="65880"/>
          </a:xfrm>
          <a:custGeom>
            <a:avLst/>
            <a:gdLst/>
            <a:ahLst/>
            <a:rect l="0" t="0" r="r" b="b"/>
            <a:pathLst>
              <a:path w="183" h="183">
                <a:moveTo>
                  <a:pt x="0" y="91"/>
                </a:moveTo>
                <a:lnTo>
                  <a:pt x="91" y="0"/>
                </a:lnTo>
                <a:lnTo>
                  <a:pt x="183" y="91"/>
                </a:lnTo>
                <a:lnTo>
                  <a:pt x="91" y="183"/>
                </a:lnTo>
                <a:lnTo>
                  <a:pt x="0" y="91"/>
                </a:lnTo>
                <a:close/>
              </a:path>
            </a:pathLst>
          </a:custGeom>
          <a:solidFill>
            <a:srgbClr val="1A1A1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804" name=""/>
          <p:cNvSpPr/>
          <p:nvPr/>
        </p:nvSpPr>
        <p:spPr>
          <a:xfrm>
            <a:off x="1169280" y="1521720"/>
            <a:ext cx="65520" cy="65880"/>
          </a:xfrm>
          <a:custGeom>
            <a:avLst/>
            <a:gdLst/>
            <a:ahLst/>
            <a:rect l="0" t="0" r="r" b="b"/>
            <a:pathLst>
              <a:path w="182" h="183">
                <a:moveTo>
                  <a:pt x="0" y="92"/>
                </a:moveTo>
                <a:lnTo>
                  <a:pt x="91" y="0"/>
                </a:lnTo>
                <a:lnTo>
                  <a:pt x="182" y="92"/>
                </a:lnTo>
                <a:lnTo>
                  <a:pt x="91" y="183"/>
                </a:lnTo>
                <a:lnTo>
                  <a:pt x="0" y="92"/>
                </a:lnTo>
                <a:close/>
              </a:path>
            </a:pathLst>
          </a:custGeom>
          <a:solidFill>
            <a:srgbClr val="1A1A1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805" name=""/>
          <p:cNvSpPr/>
          <p:nvPr/>
        </p:nvSpPr>
        <p:spPr>
          <a:xfrm>
            <a:off x="2161800" y="1345680"/>
            <a:ext cx="65520" cy="65520"/>
          </a:xfrm>
          <a:custGeom>
            <a:avLst/>
            <a:gdLst/>
            <a:ahLst/>
            <a:rect l="0" t="0" r="r" b="b"/>
            <a:pathLst>
              <a:path w="182" h="182">
                <a:moveTo>
                  <a:pt x="0" y="90"/>
                </a:moveTo>
                <a:lnTo>
                  <a:pt x="92" y="0"/>
                </a:lnTo>
                <a:lnTo>
                  <a:pt x="182" y="90"/>
                </a:lnTo>
                <a:lnTo>
                  <a:pt x="92" y="182"/>
                </a:lnTo>
                <a:lnTo>
                  <a:pt x="0" y="90"/>
                </a:lnTo>
                <a:close/>
              </a:path>
            </a:pathLst>
          </a:custGeom>
          <a:solidFill>
            <a:srgbClr val="1A1A1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806" name=""/>
          <p:cNvSpPr/>
          <p:nvPr/>
        </p:nvSpPr>
        <p:spPr>
          <a:xfrm flipV="1">
            <a:off x="398160" y="227880"/>
            <a:ext cx="0" cy="1810800"/>
          </a:xfrm>
          <a:prstGeom prst="line">
            <a:avLst/>
          </a:prstGeom>
          <a:ln cap="sq" w="6480">
            <a:solidFill>
              <a:srgbClr val="4A4A4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3240" tIns="3240" rIns="3240" bIns="324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07" name=""/>
          <p:cNvSpPr txBox="1"/>
          <p:nvPr/>
        </p:nvSpPr>
        <p:spPr>
          <a:xfrm>
            <a:off x="215280" y="1891800"/>
            <a:ext cx="149040" cy="86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600" b="0" u="none" strike="noStrike">
                <a:solidFill>
                  <a:srgbClr val="5A5A5A"/>
                </a:solidFill>
                <a:effectLst/>
                <a:uFillTx/>
                <a:latin typeface="Arial"/>
                <a:ea typeface="Arial"/>
              </a:rPr>
              <a:t>0.75</a:t>
            </a:r>
            <a:endParaRPr lang="en-US" sz="6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08" name=""/>
          <p:cNvSpPr txBox="1"/>
          <p:nvPr/>
        </p:nvSpPr>
        <p:spPr>
          <a:xfrm>
            <a:off x="317160" y="1528200"/>
            <a:ext cx="75960" cy="86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600" b="0" u="none" strike="noStrike">
                <a:solidFill>
                  <a:srgbClr val="5A5A5A"/>
                </a:solidFill>
                <a:effectLst/>
                <a:uFillTx/>
                <a:latin typeface="Arial"/>
                <a:ea typeface="Arial"/>
              </a:rPr>
              <a:t>1</a:t>
            </a:r>
            <a:endParaRPr lang="en-US" sz="6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09" name=""/>
          <p:cNvSpPr txBox="1"/>
          <p:nvPr/>
        </p:nvSpPr>
        <p:spPr>
          <a:xfrm>
            <a:off x="253440" y="1015560"/>
            <a:ext cx="106560" cy="86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600" b="0" u="none" strike="noStrike">
                <a:solidFill>
                  <a:srgbClr val="5A5A5A"/>
                </a:solidFill>
                <a:effectLst/>
                <a:uFillTx/>
                <a:latin typeface="Arial"/>
                <a:ea typeface="Arial"/>
              </a:rPr>
              <a:t>1.5</a:t>
            </a:r>
            <a:endParaRPr lang="en-US" sz="6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10" name=""/>
          <p:cNvSpPr txBox="1"/>
          <p:nvPr/>
        </p:nvSpPr>
        <p:spPr>
          <a:xfrm>
            <a:off x="317160" y="651960"/>
            <a:ext cx="75960" cy="86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600" b="0" u="none" strike="noStrike">
                <a:solidFill>
                  <a:srgbClr val="5A5A5A"/>
                </a:solidFill>
                <a:effectLst/>
                <a:uFillTx/>
                <a:latin typeface="Arial"/>
                <a:ea typeface="Arial"/>
              </a:rPr>
              <a:t>2</a:t>
            </a:r>
            <a:endParaRPr lang="en-US" sz="6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11" name=""/>
          <p:cNvSpPr/>
          <p:nvPr/>
        </p:nvSpPr>
        <p:spPr>
          <a:xfrm>
            <a:off x="372600" y="1936080"/>
            <a:ext cx="25560" cy="0"/>
          </a:xfrm>
          <a:prstGeom prst="line">
            <a:avLst/>
          </a:prstGeom>
          <a:ln w="6480">
            <a:solidFill>
              <a:srgbClr val="4A4A4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3240" tIns="-3240" rIns="3240" bIns="-324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12" name=""/>
          <p:cNvSpPr/>
          <p:nvPr/>
        </p:nvSpPr>
        <p:spPr>
          <a:xfrm>
            <a:off x="372600" y="1572480"/>
            <a:ext cx="25560" cy="0"/>
          </a:xfrm>
          <a:prstGeom prst="line">
            <a:avLst/>
          </a:prstGeom>
          <a:ln w="6480">
            <a:solidFill>
              <a:srgbClr val="4A4A4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3240" tIns="-3240" rIns="3240" bIns="-324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13" name=""/>
          <p:cNvSpPr/>
          <p:nvPr/>
        </p:nvSpPr>
        <p:spPr>
          <a:xfrm>
            <a:off x="372600" y="1059840"/>
            <a:ext cx="25560" cy="0"/>
          </a:xfrm>
          <a:prstGeom prst="line">
            <a:avLst/>
          </a:prstGeom>
          <a:ln w="6480">
            <a:solidFill>
              <a:srgbClr val="4A4A4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3240" tIns="-3240" rIns="3240" bIns="-324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14" name=""/>
          <p:cNvSpPr/>
          <p:nvPr/>
        </p:nvSpPr>
        <p:spPr>
          <a:xfrm>
            <a:off x="372600" y="696240"/>
            <a:ext cx="25560" cy="0"/>
          </a:xfrm>
          <a:prstGeom prst="line">
            <a:avLst/>
          </a:prstGeom>
          <a:ln w="6480">
            <a:solidFill>
              <a:srgbClr val="4A4A4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3240" tIns="-3240" rIns="3240" bIns="-324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15" name=""/>
          <p:cNvSpPr/>
          <p:nvPr/>
        </p:nvSpPr>
        <p:spPr>
          <a:xfrm>
            <a:off x="372600" y="317160"/>
            <a:ext cx="25560" cy="0"/>
          </a:xfrm>
          <a:prstGeom prst="line">
            <a:avLst/>
          </a:prstGeom>
          <a:ln w="6480">
            <a:solidFill>
              <a:srgbClr val="4A4A4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3240" tIns="-3240" rIns="3240" bIns="-324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16" name=""/>
          <p:cNvSpPr/>
          <p:nvPr/>
        </p:nvSpPr>
        <p:spPr>
          <a:xfrm>
            <a:off x="398160" y="2038680"/>
            <a:ext cx="2292480" cy="0"/>
          </a:xfrm>
          <a:prstGeom prst="line">
            <a:avLst/>
          </a:prstGeom>
          <a:ln cap="sq" w="6480">
            <a:solidFill>
              <a:srgbClr val="4A4A4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3240" tIns="-3240" rIns="3240" bIns="-324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17" name=""/>
          <p:cNvSpPr/>
          <p:nvPr/>
        </p:nvSpPr>
        <p:spPr>
          <a:xfrm flipV="1">
            <a:off x="695880" y="2038680"/>
            <a:ext cx="0" cy="25560"/>
          </a:xfrm>
          <a:prstGeom prst="line">
            <a:avLst/>
          </a:prstGeom>
          <a:ln w="6480">
            <a:solidFill>
              <a:srgbClr val="4A4A4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3240" tIns="3240" rIns="3240" bIns="324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18" name=""/>
          <p:cNvSpPr/>
          <p:nvPr/>
        </p:nvSpPr>
        <p:spPr>
          <a:xfrm flipV="1">
            <a:off x="1191960" y="2038680"/>
            <a:ext cx="0" cy="25560"/>
          </a:xfrm>
          <a:prstGeom prst="line">
            <a:avLst/>
          </a:prstGeom>
          <a:ln w="6480">
            <a:solidFill>
              <a:srgbClr val="4A4A4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3240" tIns="3240" rIns="3240" bIns="324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19" name=""/>
          <p:cNvSpPr/>
          <p:nvPr/>
        </p:nvSpPr>
        <p:spPr>
          <a:xfrm flipV="1">
            <a:off x="1688400" y="2038680"/>
            <a:ext cx="0" cy="25560"/>
          </a:xfrm>
          <a:prstGeom prst="line">
            <a:avLst/>
          </a:prstGeom>
          <a:ln w="6480">
            <a:solidFill>
              <a:srgbClr val="4A4A4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3240" tIns="3240" rIns="3240" bIns="324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20" name=""/>
          <p:cNvSpPr/>
          <p:nvPr/>
        </p:nvSpPr>
        <p:spPr>
          <a:xfrm flipV="1">
            <a:off x="2184480" y="2038680"/>
            <a:ext cx="0" cy="25560"/>
          </a:xfrm>
          <a:prstGeom prst="line">
            <a:avLst/>
          </a:prstGeom>
          <a:ln w="6480">
            <a:solidFill>
              <a:srgbClr val="4A4A4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3240" tIns="3240" rIns="3240" bIns="324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21" name=""/>
          <p:cNvSpPr txBox="1"/>
          <p:nvPr/>
        </p:nvSpPr>
        <p:spPr>
          <a:xfrm>
            <a:off x="253440" y="272880"/>
            <a:ext cx="106560" cy="86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600" b="0" u="none" strike="noStrike">
                <a:solidFill>
                  <a:srgbClr val="5A5A5A"/>
                </a:solidFill>
                <a:effectLst/>
                <a:uFillTx/>
                <a:latin typeface="Arial"/>
                <a:ea typeface="Arial"/>
              </a:rPr>
              <a:t>2.7</a:t>
            </a:r>
            <a:endParaRPr lang="en-US" sz="6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22" name=""/>
          <p:cNvSpPr txBox="1"/>
          <p:nvPr/>
        </p:nvSpPr>
        <p:spPr>
          <a:xfrm>
            <a:off x="556200" y="2069280"/>
            <a:ext cx="301320" cy="86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600" b="0" u="none" strike="noStrike">
                <a:solidFill>
                  <a:srgbClr val="5A5A5A"/>
                </a:solidFill>
                <a:effectLst/>
                <a:uFillTx/>
                <a:latin typeface="Arial"/>
                <a:ea typeface="Arial"/>
              </a:rPr>
              <a:t>Resident</a:t>
            </a:r>
            <a:endParaRPr lang="en-US" sz="6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23" name=""/>
          <p:cNvSpPr txBox="1"/>
          <p:nvPr/>
        </p:nvSpPr>
        <p:spPr>
          <a:xfrm>
            <a:off x="1090440" y="2069280"/>
            <a:ext cx="216720" cy="86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600" b="0" u="none" strike="noStrike">
                <a:solidFill>
                  <a:srgbClr val="5A5A5A"/>
                </a:solidFill>
                <a:effectLst/>
                <a:uFillTx/>
                <a:latin typeface="Arial"/>
                <a:ea typeface="Arial"/>
              </a:rPr>
              <a:t>Partial</a:t>
            </a:r>
            <a:endParaRPr lang="en-US" sz="6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24" name=""/>
          <p:cNvSpPr txBox="1"/>
          <p:nvPr/>
        </p:nvSpPr>
        <p:spPr>
          <a:xfrm>
            <a:off x="1466280" y="2069280"/>
            <a:ext cx="479520" cy="86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600" b="0" u="none" strike="noStrike">
                <a:solidFill>
                  <a:srgbClr val="5A5A5A"/>
                </a:solidFill>
                <a:effectLst/>
                <a:uFillTx/>
                <a:latin typeface="Arial"/>
                <a:ea typeface="Arial"/>
              </a:rPr>
              <a:t>Long-distance</a:t>
            </a:r>
            <a:endParaRPr lang="en-US" sz="6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25" name=""/>
          <p:cNvSpPr txBox="1"/>
          <p:nvPr/>
        </p:nvSpPr>
        <p:spPr>
          <a:xfrm>
            <a:off x="2038680" y="2069280"/>
            <a:ext cx="318240" cy="86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600" b="0" u="none" strike="noStrike">
                <a:solidFill>
                  <a:srgbClr val="5A5A5A"/>
                </a:solidFill>
                <a:effectLst/>
                <a:uFillTx/>
                <a:latin typeface="Arial"/>
                <a:ea typeface="Arial"/>
              </a:rPr>
              <a:t>Unknown</a:t>
            </a:r>
            <a:endParaRPr lang="en-US" sz="6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26" name=""/>
          <p:cNvSpPr txBox="1"/>
          <p:nvPr/>
        </p:nvSpPr>
        <p:spPr>
          <a:xfrm rot="16200000">
            <a:off x="-380880" y="1116720"/>
            <a:ext cx="988200" cy="993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700" b="0" u="none" strike="noStrike">
                <a:solidFill>
                  <a:srgbClr val="1A1A1A"/>
                </a:solidFill>
                <a:effectLst/>
                <a:uFillTx/>
                <a:latin typeface="Arial"/>
                <a:ea typeface="Arial"/>
              </a:rPr>
              <a:t>Species hazard multiplier</a:t>
            </a:r>
            <a:endParaRPr lang="en-US" sz="7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27" name=""/>
          <p:cNvSpPr txBox="1"/>
          <p:nvPr/>
        </p:nvSpPr>
        <p:spPr>
          <a:xfrm>
            <a:off x="189720" y="63360"/>
            <a:ext cx="1842840" cy="993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700" b="1" u="none" strike="noStrike">
                <a:solidFill>
                  <a:srgbClr val="1A1A1A"/>
                </a:solidFill>
                <a:effectLst/>
                <a:uFillTx/>
                <a:latin typeface="Arial"/>
                <a:ea typeface="Arial"/>
              </a:rPr>
              <a:t>Intrinsic detectability differs among species</a:t>
            </a:r>
            <a:endParaRPr lang="en-US" sz="7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28" name=""/>
          <p:cNvSpPr/>
          <p:nvPr/>
        </p:nvSpPr>
        <p:spPr>
          <a:xfrm>
            <a:off x="3015720" y="25200"/>
            <a:ext cx="3276000" cy="2196360"/>
          </a:xfrm>
          <a:custGeom>
            <a:avLst/>
            <a:gdLst/>
            <a:ahLst/>
            <a:rect l="0" t="0" r="r" b="b"/>
            <a:pathLst>
              <a:path w="9100" h="6101">
                <a:moveTo>
                  <a:pt x="0" y="0"/>
                </a:moveTo>
                <a:lnTo>
                  <a:pt x="9100" y="0"/>
                </a:lnTo>
                <a:lnTo>
                  <a:pt x="9100" y="6101"/>
                </a:lnTo>
                <a:lnTo>
                  <a:pt x="0" y="6101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cap="rnd" w="8280">
            <a:solidFill>
              <a:srgbClr val="FFFFFF"/>
            </a:solidFill>
            <a:round/>
          </a:ln>
        </p:spPr>
        <p:txBody>
          <a:bodyPr lIns="3960" tIns="3960" rIns="3960" bIns="39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29" name=""/>
          <p:cNvSpPr/>
          <p:nvPr/>
        </p:nvSpPr>
        <p:spPr>
          <a:xfrm>
            <a:off x="3015720" y="25200"/>
            <a:ext cx="3276000" cy="2196360"/>
          </a:xfrm>
          <a:custGeom>
            <a:avLst/>
            <a:gdLst/>
            <a:ahLst/>
            <a:rect l="0" t="0" r="r" b="b"/>
            <a:pathLst>
              <a:path w="9100" h="6101">
                <a:moveTo>
                  <a:pt x="0" y="0"/>
                </a:moveTo>
                <a:lnTo>
                  <a:pt x="9100" y="0"/>
                </a:lnTo>
                <a:lnTo>
                  <a:pt x="9100" y="6101"/>
                </a:lnTo>
                <a:lnTo>
                  <a:pt x="0" y="6101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cap="rnd" w="8280">
            <a:solidFill>
              <a:srgbClr val="FFFFFF"/>
            </a:solidFill>
            <a:round/>
          </a:ln>
        </p:spPr>
        <p:txBody>
          <a:bodyPr lIns="3960" tIns="3960" rIns="3960" bIns="39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30" name=""/>
          <p:cNvSpPr/>
          <p:nvPr/>
        </p:nvSpPr>
        <p:spPr>
          <a:xfrm>
            <a:off x="3066120" y="227880"/>
            <a:ext cx="2794320" cy="1822680"/>
          </a:xfrm>
          <a:custGeom>
            <a:avLst/>
            <a:gdLst/>
            <a:ahLst/>
            <a:rect l="0" t="0" r="r" b="b"/>
            <a:pathLst>
              <a:path w="7762" h="5063">
                <a:moveTo>
                  <a:pt x="0" y="0"/>
                </a:moveTo>
                <a:lnTo>
                  <a:pt x="7762" y="0"/>
                </a:lnTo>
                <a:lnTo>
                  <a:pt x="7762" y="5063"/>
                </a:lnTo>
                <a:lnTo>
                  <a:pt x="0" y="5063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31" name=""/>
          <p:cNvSpPr/>
          <p:nvPr/>
        </p:nvSpPr>
        <p:spPr>
          <a:xfrm>
            <a:off x="4873320" y="1238040"/>
            <a:ext cx="194760" cy="236520"/>
          </a:xfrm>
          <a:custGeom>
            <a:avLst/>
            <a:gdLst/>
            <a:ahLst/>
            <a:rect l="0" t="0" r="r" b="b"/>
            <a:pathLst>
              <a:path w="541" h="657">
                <a:moveTo>
                  <a:pt x="452" y="249"/>
                </a:moveTo>
                <a:lnTo>
                  <a:pt x="452" y="248"/>
                </a:lnTo>
                <a:lnTo>
                  <a:pt x="452" y="247"/>
                </a:lnTo>
                <a:lnTo>
                  <a:pt x="452" y="246"/>
                </a:lnTo>
                <a:lnTo>
                  <a:pt x="451" y="245"/>
                </a:lnTo>
                <a:lnTo>
                  <a:pt x="450" y="245"/>
                </a:lnTo>
                <a:lnTo>
                  <a:pt x="449" y="244"/>
                </a:lnTo>
                <a:lnTo>
                  <a:pt x="449" y="243"/>
                </a:lnTo>
                <a:lnTo>
                  <a:pt x="449" y="242"/>
                </a:lnTo>
                <a:lnTo>
                  <a:pt x="448" y="242"/>
                </a:lnTo>
                <a:lnTo>
                  <a:pt x="446" y="242"/>
                </a:lnTo>
                <a:lnTo>
                  <a:pt x="446" y="243"/>
                </a:lnTo>
                <a:lnTo>
                  <a:pt x="445" y="244"/>
                </a:lnTo>
                <a:lnTo>
                  <a:pt x="443" y="244"/>
                </a:lnTo>
                <a:lnTo>
                  <a:pt x="442" y="244"/>
                </a:lnTo>
                <a:lnTo>
                  <a:pt x="441" y="243"/>
                </a:lnTo>
                <a:lnTo>
                  <a:pt x="441" y="242"/>
                </a:lnTo>
                <a:lnTo>
                  <a:pt x="439" y="240"/>
                </a:lnTo>
                <a:lnTo>
                  <a:pt x="438" y="239"/>
                </a:lnTo>
                <a:lnTo>
                  <a:pt x="437" y="239"/>
                </a:lnTo>
                <a:lnTo>
                  <a:pt x="437" y="238"/>
                </a:lnTo>
                <a:lnTo>
                  <a:pt x="435" y="238"/>
                </a:lnTo>
                <a:lnTo>
                  <a:pt x="435" y="239"/>
                </a:lnTo>
                <a:lnTo>
                  <a:pt x="434" y="239"/>
                </a:lnTo>
                <a:lnTo>
                  <a:pt x="433" y="239"/>
                </a:lnTo>
                <a:lnTo>
                  <a:pt x="433" y="240"/>
                </a:lnTo>
                <a:lnTo>
                  <a:pt x="432" y="239"/>
                </a:lnTo>
                <a:lnTo>
                  <a:pt x="432" y="238"/>
                </a:lnTo>
                <a:lnTo>
                  <a:pt x="433" y="238"/>
                </a:lnTo>
                <a:lnTo>
                  <a:pt x="433" y="237"/>
                </a:lnTo>
                <a:lnTo>
                  <a:pt x="432" y="236"/>
                </a:lnTo>
                <a:lnTo>
                  <a:pt x="433" y="236"/>
                </a:lnTo>
                <a:lnTo>
                  <a:pt x="433" y="235"/>
                </a:lnTo>
                <a:lnTo>
                  <a:pt x="432" y="235"/>
                </a:lnTo>
                <a:lnTo>
                  <a:pt x="431" y="235"/>
                </a:lnTo>
                <a:lnTo>
                  <a:pt x="430" y="236"/>
                </a:lnTo>
                <a:lnTo>
                  <a:pt x="429" y="237"/>
                </a:lnTo>
                <a:lnTo>
                  <a:pt x="427" y="238"/>
                </a:lnTo>
                <a:lnTo>
                  <a:pt x="425" y="238"/>
                </a:lnTo>
                <a:lnTo>
                  <a:pt x="424" y="237"/>
                </a:lnTo>
                <a:lnTo>
                  <a:pt x="424" y="236"/>
                </a:lnTo>
                <a:lnTo>
                  <a:pt x="425" y="236"/>
                </a:lnTo>
                <a:lnTo>
                  <a:pt x="425" y="234"/>
                </a:lnTo>
                <a:lnTo>
                  <a:pt x="424" y="234"/>
                </a:lnTo>
                <a:lnTo>
                  <a:pt x="423" y="235"/>
                </a:lnTo>
                <a:lnTo>
                  <a:pt x="422" y="236"/>
                </a:lnTo>
                <a:lnTo>
                  <a:pt x="422" y="237"/>
                </a:lnTo>
                <a:lnTo>
                  <a:pt x="423" y="237"/>
                </a:lnTo>
                <a:lnTo>
                  <a:pt x="422" y="237"/>
                </a:lnTo>
                <a:lnTo>
                  <a:pt x="421" y="237"/>
                </a:lnTo>
                <a:lnTo>
                  <a:pt x="420" y="237"/>
                </a:lnTo>
                <a:lnTo>
                  <a:pt x="419" y="236"/>
                </a:lnTo>
                <a:lnTo>
                  <a:pt x="419" y="235"/>
                </a:lnTo>
                <a:lnTo>
                  <a:pt x="418" y="235"/>
                </a:lnTo>
                <a:lnTo>
                  <a:pt x="417" y="235"/>
                </a:lnTo>
                <a:lnTo>
                  <a:pt x="417" y="236"/>
                </a:lnTo>
                <a:lnTo>
                  <a:pt x="416" y="236"/>
                </a:lnTo>
                <a:lnTo>
                  <a:pt x="416" y="237"/>
                </a:lnTo>
                <a:lnTo>
                  <a:pt x="415" y="237"/>
                </a:lnTo>
                <a:lnTo>
                  <a:pt x="414" y="237"/>
                </a:lnTo>
                <a:lnTo>
                  <a:pt x="414" y="236"/>
                </a:lnTo>
                <a:lnTo>
                  <a:pt x="414" y="235"/>
                </a:lnTo>
                <a:lnTo>
                  <a:pt x="413" y="235"/>
                </a:lnTo>
                <a:lnTo>
                  <a:pt x="411" y="235"/>
                </a:lnTo>
                <a:lnTo>
                  <a:pt x="411" y="236"/>
                </a:lnTo>
                <a:lnTo>
                  <a:pt x="412" y="238"/>
                </a:lnTo>
                <a:lnTo>
                  <a:pt x="411" y="238"/>
                </a:lnTo>
                <a:lnTo>
                  <a:pt x="410" y="238"/>
                </a:lnTo>
                <a:lnTo>
                  <a:pt x="408" y="237"/>
                </a:lnTo>
                <a:lnTo>
                  <a:pt x="407" y="237"/>
                </a:lnTo>
                <a:lnTo>
                  <a:pt x="406" y="237"/>
                </a:lnTo>
                <a:lnTo>
                  <a:pt x="406" y="238"/>
                </a:lnTo>
                <a:lnTo>
                  <a:pt x="405" y="239"/>
                </a:lnTo>
                <a:lnTo>
                  <a:pt x="405" y="240"/>
                </a:lnTo>
                <a:lnTo>
                  <a:pt x="404" y="239"/>
                </a:lnTo>
                <a:lnTo>
                  <a:pt x="402" y="238"/>
                </a:lnTo>
                <a:lnTo>
                  <a:pt x="401" y="238"/>
                </a:lnTo>
                <a:lnTo>
                  <a:pt x="400" y="238"/>
                </a:lnTo>
                <a:lnTo>
                  <a:pt x="399" y="239"/>
                </a:lnTo>
                <a:lnTo>
                  <a:pt x="398" y="240"/>
                </a:lnTo>
                <a:lnTo>
                  <a:pt x="397" y="243"/>
                </a:lnTo>
                <a:lnTo>
                  <a:pt x="398" y="243"/>
                </a:lnTo>
                <a:lnTo>
                  <a:pt x="398" y="244"/>
                </a:lnTo>
                <a:lnTo>
                  <a:pt x="399" y="244"/>
                </a:lnTo>
                <a:lnTo>
                  <a:pt x="400" y="244"/>
                </a:lnTo>
                <a:lnTo>
                  <a:pt x="401" y="245"/>
                </a:lnTo>
                <a:lnTo>
                  <a:pt x="402" y="245"/>
                </a:lnTo>
                <a:lnTo>
                  <a:pt x="403" y="246"/>
                </a:lnTo>
                <a:lnTo>
                  <a:pt x="402" y="246"/>
                </a:lnTo>
                <a:lnTo>
                  <a:pt x="402" y="247"/>
                </a:lnTo>
                <a:lnTo>
                  <a:pt x="403" y="247"/>
                </a:lnTo>
                <a:lnTo>
                  <a:pt x="403" y="248"/>
                </a:lnTo>
                <a:lnTo>
                  <a:pt x="403" y="247"/>
                </a:lnTo>
                <a:lnTo>
                  <a:pt x="404" y="248"/>
                </a:lnTo>
                <a:lnTo>
                  <a:pt x="404" y="249"/>
                </a:lnTo>
                <a:lnTo>
                  <a:pt x="403" y="250"/>
                </a:lnTo>
                <a:lnTo>
                  <a:pt x="402" y="250"/>
                </a:lnTo>
                <a:lnTo>
                  <a:pt x="402" y="253"/>
                </a:lnTo>
                <a:lnTo>
                  <a:pt x="403" y="254"/>
                </a:lnTo>
                <a:lnTo>
                  <a:pt x="404" y="254"/>
                </a:lnTo>
                <a:lnTo>
                  <a:pt x="406" y="254"/>
                </a:lnTo>
                <a:lnTo>
                  <a:pt x="407" y="254"/>
                </a:lnTo>
                <a:lnTo>
                  <a:pt x="408" y="254"/>
                </a:lnTo>
                <a:lnTo>
                  <a:pt x="408" y="253"/>
                </a:lnTo>
                <a:lnTo>
                  <a:pt x="409" y="253"/>
                </a:lnTo>
                <a:lnTo>
                  <a:pt x="410" y="253"/>
                </a:lnTo>
                <a:lnTo>
                  <a:pt x="411" y="253"/>
                </a:lnTo>
                <a:lnTo>
                  <a:pt x="412" y="253"/>
                </a:lnTo>
                <a:lnTo>
                  <a:pt x="413" y="253"/>
                </a:lnTo>
                <a:lnTo>
                  <a:pt x="413" y="254"/>
                </a:lnTo>
                <a:lnTo>
                  <a:pt x="413" y="259"/>
                </a:lnTo>
                <a:lnTo>
                  <a:pt x="413" y="262"/>
                </a:lnTo>
                <a:lnTo>
                  <a:pt x="413" y="263"/>
                </a:lnTo>
                <a:lnTo>
                  <a:pt x="413" y="264"/>
                </a:lnTo>
                <a:lnTo>
                  <a:pt x="414" y="264"/>
                </a:lnTo>
                <a:lnTo>
                  <a:pt x="415" y="264"/>
                </a:lnTo>
                <a:lnTo>
                  <a:pt x="415" y="265"/>
                </a:lnTo>
                <a:lnTo>
                  <a:pt x="416" y="266"/>
                </a:lnTo>
                <a:lnTo>
                  <a:pt x="415" y="266"/>
                </a:lnTo>
                <a:lnTo>
                  <a:pt x="415" y="268"/>
                </a:lnTo>
                <a:lnTo>
                  <a:pt x="415" y="269"/>
                </a:lnTo>
                <a:lnTo>
                  <a:pt x="416" y="269"/>
                </a:lnTo>
                <a:lnTo>
                  <a:pt x="416" y="270"/>
                </a:lnTo>
                <a:lnTo>
                  <a:pt x="417" y="270"/>
                </a:lnTo>
                <a:lnTo>
                  <a:pt x="417" y="271"/>
                </a:lnTo>
                <a:lnTo>
                  <a:pt x="416" y="271"/>
                </a:lnTo>
                <a:lnTo>
                  <a:pt x="414" y="272"/>
                </a:lnTo>
                <a:lnTo>
                  <a:pt x="414" y="273"/>
                </a:lnTo>
                <a:lnTo>
                  <a:pt x="414" y="274"/>
                </a:lnTo>
                <a:lnTo>
                  <a:pt x="413" y="274"/>
                </a:lnTo>
                <a:lnTo>
                  <a:pt x="412" y="275"/>
                </a:lnTo>
                <a:lnTo>
                  <a:pt x="412" y="276"/>
                </a:lnTo>
                <a:lnTo>
                  <a:pt x="413" y="276"/>
                </a:lnTo>
                <a:lnTo>
                  <a:pt x="414" y="276"/>
                </a:lnTo>
                <a:lnTo>
                  <a:pt x="414" y="277"/>
                </a:lnTo>
                <a:lnTo>
                  <a:pt x="414" y="278"/>
                </a:lnTo>
                <a:lnTo>
                  <a:pt x="413" y="279"/>
                </a:lnTo>
                <a:lnTo>
                  <a:pt x="413" y="280"/>
                </a:lnTo>
                <a:lnTo>
                  <a:pt x="413" y="281"/>
                </a:lnTo>
                <a:lnTo>
                  <a:pt x="414" y="281"/>
                </a:lnTo>
                <a:lnTo>
                  <a:pt x="415" y="281"/>
                </a:lnTo>
                <a:lnTo>
                  <a:pt x="415" y="282"/>
                </a:lnTo>
                <a:lnTo>
                  <a:pt x="414" y="283"/>
                </a:lnTo>
                <a:lnTo>
                  <a:pt x="414" y="284"/>
                </a:lnTo>
                <a:lnTo>
                  <a:pt x="414" y="285"/>
                </a:lnTo>
                <a:lnTo>
                  <a:pt x="413" y="285"/>
                </a:lnTo>
                <a:lnTo>
                  <a:pt x="413" y="286"/>
                </a:lnTo>
                <a:lnTo>
                  <a:pt x="413" y="287"/>
                </a:lnTo>
                <a:lnTo>
                  <a:pt x="412" y="287"/>
                </a:lnTo>
                <a:lnTo>
                  <a:pt x="412" y="288"/>
                </a:lnTo>
                <a:lnTo>
                  <a:pt x="411" y="288"/>
                </a:lnTo>
                <a:lnTo>
                  <a:pt x="411" y="289"/>
                </a:lnTo>
                <a:lnTo>
                  <a:pt x="410" y="289"/>
                </a:lnTo>
                <a:lnTo>
                  <a:pt x="410" y="288"/>
                </a:lnTo>
                <a:lnTo>
                  <a:pt x="409" y="288"/>
                </a:lnTo>
                <a:lnTo>
                  <a:pt x="409" y="289"/>
                </a:lnTo>
                <a:lnTo>
                  <a:pt x="408" y="289"/>
                </a:lnTo>
                <a:lnTo>
                  <a:pt x="407" y="290"/>
                </a:lnTo>
                <a:lnTo>
                  <a:pt x="407" y="289"/>
                </a:lnTo>
                <a:lnTo>
                  <a:pt x="407" y="290"/>
                </a:lnTo>
                <a:lnTo>
                  <a:pt x="406" y="290"/>
                </a:lnTo>
                <a:lnTo>
                  <a:pt x="405" y="290"/>
                </a:lnTo>
                <a:lnTo>
                  <a:pt x="405" y="289"/>
                </a:lnTo>
                <a:lnTo>
                  <a:pt x="404" y="290"/>
                </a:lnTo>
                <a:lnTo>
                  <a:pt x="403" y="290"/>
                </a:lnTo>
                <a:lnTo>
                  <a:pt x="402" y="290"/>
                </a:lnTo>
                <a:lnTo>
                  <a:pt x="402" y="291"/>
                </a:lnTo>
                <a:lnTo>
                  <a:pt x="401" y="291"/>
                </a:lnTo>
                <a:lnTo>
                  <a:pt x="400" y="291"/>
                </a:lnTo>
                <a:lnTo>
                  <a:pt x="400" y="292"/>
                </a:lnTo>
                <a:lnTo>
                  <a:pt x="399" y="292"/>
                </a:lnTo>
                <a:lnTo>
                  <a:pt x="399" y="291"/>
                </a:lnTo>
                <a:lnTo>
                  <a:pt x="398" y="291"/>
                </a:lnTo>
                <a:lnTo>
                  <a:pt x="398" y="292"/>
                </a:lnTo>
                <a:lnTo>
                  <a:pt x="398" y="293"/>
                </a:lnTo>
                <a:lnTo>
                  <a:pt x="397" y="293"/>
                </a:lnTo>
                <a:lnTo>
                  <a:pt x="397" y="294"/>
                </a:lnTo>
                <a:lnTo>
                  <a:pt x="397" y="296"/>
                </a:lnTo>
                <a:lnTo>
                  <a:pt x="398" y="296"/>
                </a:lnTo>
                <a:lnTo>
                  <a:pt x="398" y="297"/>
                </a:lnTo>
                <a:lnTo>
                  <a:pt x="399" y="298"/>
                </a:lnTo>
                <a:lnTo>
                  <a:pt x="399" y="299"/>
                </a:lnTo>
                <a:lnTo>
                  <a:pt x="398" y="298"/>
                </a:lnTo>
                <a:lnTo>
                  <a:pt x="398" y="299"/>
                </a:lnTo>
                <a:lnTo>
                  <a:pt x="398" y="300"/>
                </a:lnTo>
                <a:lnTo>
                  <a:pt x="398" y="301"/>
                </a:lnTo>
                <a:lnTo>
                  <a:pt x="399" y="301"/>
                </a:lnTo>
                <a:lnTo>
                  <a:pt x="398" y="301"/>
                </a:lnTo>
                <a:lnTo>
                  <a:pt x="397" y="301"/>
                </a:lnTo>
                <a:lnTo>
                  <a:pt x="397" y="302"/>
                </a:lnTo>
                <a:lnTo>
                  <a:pt x="396" y="302"/>
                </a:lnTo>
                <a:lnTo>
                  <a:pt x="396" y="303"/>
                </a:lnTo>
                <a:lnTo>
                  <a:pt x="395" y="304"/>
                </a:lnTo>
                <a:lnTo>
                  <a:pt x="394" y="305"/>
                </a:lnTo>
                <a:lnTo>
                  <a:pt x="393" y="305"/>
                </a:lnTo>
                <a:lnTo>
                  <a:pt x="392" y="306"/>
                </a:lnTo>
                <a:lnTo>
                  <a:pt x="392" y="307"/>
                </a:lnTo>
                <a:lnTo>
                  <a:pt x="391" y="307"/>
                </a:lnTo>
                <a:lnTo>
                  <a:pt x="390" y="307"/>
                </a:lnTo>
                <a:lnTo>
                  <a:pt x="390" y="308"/>
                </a:lnTo>
                <a:lnTo>
                  <a:pt x="389" y="308"/>
                </a:lnTo>
                <a:lnTo>
                  <a:pt x="388" y="308"/>
                </a:lnTo>
                <a:lnTo>
                  <a:pt x="388" y="309"/>
                </a:lnTo>
                <a:lnTo>
                  <a:pt x="388" y="310"/>
                </a:lnTo>
                <a:lnTo>
                  <a:pt x="387" y="311"/>
                </a:lnTo>
                <a:lnTo>
                  <a:pt x="388" y="311"/>
                </a:lnTo>
                <a:lnTo>
                  <a:pt x="388" y="313"/>
                </a:lnTo>
                <a:lnTo>
                  <a:pt x="388" y="314"/>
                </a:lnTo>
                <a:lnTo>
                  <a:pt x="387" y="314"/>
                </a:lnTo>
                <a:lnTo>
                  <a:pt x="388" y="315"/>
                </a:lnTo>
                <a:lnTo>
                  <a:pt x="389" y="315"/>
                </a:lnTo>
                <a:lnTo>
                  <a:pt x="390" y="315"/>
                </a:lnTo>
                <a:lnTo>
                  <a:pt x="390" y="316"/>
                </a:lnTo>
                <a:lnTo>
                  <a:pt x="389" y="316"/>
                </a:lnTo>
                <a:lnTo>
                  <a:pt x="389" y="317"/>
                </a:lnTo>
                <a:lnTo>
                  <a:pt x="389" y="318"/>
                </a:lnTo>
                <a:lnTo>
                  <a:pt x="389" y="319"/>
                </a:lnTo>
                <a:lnTo>
                  <a:pt x="390" y="319"/>
                </a:lnTo>
                <a:lnTo>
                  <a:pt x="389" y="320"/>
                </a:lnTo>
                <a:lnTo>
                  <a:pt x="388" y="321"/>
                </a:lnTo>
                <a:lnTo>
                  <a:pt x="387" y="321"/>
                </a:lnTo>
                <a:lnTo>
                  <a:pt x="388" y="321"/>
                </a:lnTo>
                <a:lnTo>
                  <a:pt x="388" y="322"/>
                </a:lnTo>
                <a:lnTo>
                  <a:pt x="389" y="322"/>
                </a:lnTo>
                <a:lnTo>
                  <a:pt x="389" y="323"/>
                </a:lnTo>
                <a:lnTo>
                  <a:pt x="388" y="323"/>
                </a:lnTo>
                <a:lnTo>
                  <a:pt x="387" y="323"/>
                </a:lnTo>
                <a:lnTo>
                  <a:pt x="388" y="324"/>
                </a:lnTo>
                <a:lnTo>
                  <a:pt x="387" y="324"/>
                </a:lnTo>
                <a:lnTo>
                  <a:pt x="387" y="325"/>
                </a:lnTo>
                <a:lnTo>
                  <a:pt x="388" y="326"/>
                </a:lnTo>
                <a:lnTo>
                  <a:pt x="388" y="327"/>
                </a:lnTo>
                <a:lnTo>
                  <a:pt x="387" y="327"/>
                </a:lnTo>
                <a:lnTo>
                  <a:pt x="387" y="328"/>
                </a:lnTo>
                <a:lnTo>
                  <a:pt x="388" y="328"/>
                </a:lnTo>
                <a:lnTo>
                  <a:pt x="389" y="328"/>
                </a:lnTo>
                <a:lnTo>
                  <a:pt x="389" y="329"/>
                </a:lnTo>
                <a:lnTo>
                  <a:pt x="389" y="330"/>
                </a:lnTo>
                <a:lnTo>
                  <a:pt x="390" y="330"/>
                </a:lnTo>
                <a:lnTo>
                  <a:pt x="391" y="329"/>
                </a:lnTo>
                <a:lnTo>
                  <a:pt x="392" y="329"/>
                </a:lnTo>
                <a:lnTo>
                  <a:pt x="393" y="330"/>
                </a:lnTo>
                <a:lnTo>
                  <a:pt x="393" y="331"/>
                </a:lnTo>
                <a:lnTo>
                  <a:pt x="393" y="332"/>
                </a:lnTo>
                <a:lnTo>
                  <a:pt x="394" y="333"/>
                </a:lnTo>
                <a:lnTo>
                  <a:pt x="395" y="332"/>
                </a:lnTo>
                <a:lnTo>
                  <a:pt x="395" y="331"/>
                </a:lnTo>
                <a:lnTo>
                  <a:pt x="396" y="331"/>
                </a:lnTo>
                <a:lnTo>
                  <a:pt x="396" y="332"/>
                </a:lnTo>
                <a:lnTo>
                  <a:pt x="397" y="332"/>
                </a:lnTo>
                <a:lnTo>
                  <a:pt x="398" y="332"/>
                </a:lnTo>
                <a:lnTo>
                  <a:pt x="399" y="332"/>
                </a:lnTo>
                <a:lnTo>
                  <a:pt x="400" y="332"/>
                </a:lnTo>
                <a:lnTo>
                  <a:pt x="401" y="333"/>
                </a:lnTo>
                <a:lnTo>
                  <a:pt x="400" y="334"/>
                </a:lnTo>
                <a:lnTo>
                  <a:pt x="399" y="334"/>
                </a:lnTo>
                <a:lnTo>
                  <a:pt x="399" y="335"/>
                </a:lnTo>
                <a:lnTo>
                  <a:pt x="400" y="335"/>
                </a:lnTo>
                <a:lnTo>
                  <a:pt x="400" y="336"/>
                </a:lnTo>
                <a:lnTo>
                  <a:pt x="401" y="336"/>
                </a:lnTo>
                <a:lnTo>
                  <a:pt x="402" y="337"/>
                </a:lnTo>
                <a:lnTo>
                  <a:pt x="404" y="337"/>
                </a:lnTo>
                <a:lnTo>
                  <a:pt x="404" y="338"/>
                </a:lnTo>
                <a:lnTo>
                  <a:pt x="403" y="341"/>
                </a:lnTo>
                <a:lnTo>
                  <a:pt x="403" y="342"/>
                </a:lnTo>
                <a:lnTo>
                  <a:pt x="402" y="344"/>
                </a:lnTo>
                <a:lnTo>
                  <a:pt x="402" y="345"/>
                </a:lnTo>
                <a:lnTo>
                  <a:pt x="403" y="345"/>
                </a:lnTo>
                <a:lnTo>
                  <a:pt x="403" y="346"/>
                </a:lnTo>
                <a:lnTo>
                  <a:pt x="405" y="346"/>
                </a:lnTo>
                <a:lnTo>
                  <a:pt x="406" y="347"/>
                </a:lnTo>
                <a:lnTo>
                  <a:pt x="407" y="347"/>
                </a:lnTo>
                <a:lnTo>
                  <a:pt x="408" y="347"/>
                </a:lnTo>
                <a:lnTo>
                  <a:pt x="408" y="346"/>
                </a:lnTo>
                <a:lnTo>
                  <a:pt x="409" y="346"/>
                </a:lnTo>
                <a:lnTo>
                  <a:pt x="410" y="347"/>
                </a:lnTo>
                <a:lnTo>
                  <a:pt x="409" y="347"/>
                </a:lnTo>
                <a:lnTo>
                  <a:pt x="409" y="348"/>
                </a:lnTo>
                <a:lnTo>
                  <a:pt x="408" y="348"/>
                </a:lnTo>
                <a:lnTo>
                  <a:pt x="407" y="349"/>
                </a:lnTo>
                <a:lnTo>
                  <a:pt x="408" y="350"/>
                </a:lnTo>
                <a:lnTo>
                  <a:pt x="408" y="349"/>
                </a:lnTo>
                <a:lnTo>
                  <a:pt x="408" y="350"/>
                </a:lnTo>
                <a:lnTo>
                  <a:pt x="409" y="350"/>
                </a:lnTo>
                <a:lnTo>
                  <a:pt x="410" y="350"/>
                </a:lnTo>
                <a:lnTo>
                  <a:pt x="410" y="351"/>
                </a:lnTo>
                <a:lnTo>
                  <a:pt x="410" y="350"/>
                </a:lnTo>
                <a:lnTo>
                  <a:pt x="411" y="350"/>
                </a:lnTo>
                <a:lnTo>
                  <a:pt x="411" y="351"/>
                </a:lnTo>
                <a:lnTo>
                  <a:pt x="412" y="350"/>
                </a:lnTo>
                <a:lnTo>
                  <a:pt x="412" y="349"/>
                </a:lnTo>
                <a:lnTo>
                  <a:pt x="413" y="348"/>
                </a:lnTo>
                <a:lnTo>
                  <a:pt x="413" y="349"/>
                </a:lnTo>
                <a:lnTo>
                  <a:pt x="414" y="349"/>
                </a:lnTo>
                <a:lnTo>
                  <a:pt x="414" y="348"/>
                </a:lnTo>
                <a:lnTo>
                  <a:pt x="415" y="348"/>
                </a:lnTo>
                <a:lnTo>
                  <a:pt x="416" y="347"/>
                </a:lnTo>
                <a:lnTo>
                  <a:pt x="416" y="346"/>
                </a:lnTo>
                <a:lnTo>
                  <a:pt x="417" y="346"/>
                </a:lnTo>
                <a:lnTo>
                  <a:pt x="417" y="347"/>
                </a:lnTo>
                <a:lnTo>
                  <a:pt x="418" y="347"/>
                </a:lnTo>
                <a:lnTo>
                  <a:pt x="418" y="346"/>
                </a:lnTo>
                <a:lnTo>
                  <a:pt x="419" y="346"/>
                </a:lnTo>
                <a:lnTo>
                  <a:pt x="420" y="346"/>
                </a:lnTo>
                <a:lnTo>
                  <a:pt x="421" y="346"/>
                </a:lnTo>
                <a:lnTo>
                  <a:pt x="421" y="347"/>
                </a:lnTo>
                <a:lnTo>
                  <a:pt x="420" y="347"/>
                </a:lnTo>
                <a:lnTo>
                  <a:pt x="421" y="348"/>
                </a:lnTo>
                <a:lnTo>
                  <a:pt x="422" y="348"/>
                </a:lnTo>
                <a:lnTo>
                  <a:pt x="422" y="349"/>
                </a:lnTo>
                <a:lnTo>
                  <a:pt x="423" y="349"/>
                </a:lnTo>
                <a:lnTo>
                  <a:pt x="425" y="349"/>
                </a:lnTo>
                <a:lnTo>
                  <a:pt x="426" y="350"/>
                </a:lnTo>
                <a:lnTo>
                  <a:pt x="425" y="351"/>
                </a:lnTo>
                <a:lnTo>
                  <a:pt x="426" y="351"/>
                </a:lnTo>
                <a:lnTo>
                  <a:pt x="426" y="350"/>
                </a:lnTo>
                <a:lnTo>
                  <a:pt x="426" y="351"/>
                </a:lnTo>
                <a:lnTo>
                  <a:pt x="426" y="352"/>
                </a:lnTo>
                <a:lnTo>
                  <a:pt x="426" y="353"/>
                </a:lnTo>
                <a:lnTo>
                  <a:pt x="425" y="353"/>
                </a:lnTo>
                <a:lnTo>
                  <a:pt x="424" y="353"/>
                </a:lnTo>
                <a:lnTo>
                  <a:pt x="424" y="354"/>
                </a:lnTo>
                <a:lnTo>
                  <a:pt x="424" y="355"/>
                </a:lnTo>
                <a:lnTo>
                  <a:pt x="424" y="356"/>
                </a:lnTo>
                <a:lnTo>
                  <a:pt x="423" y="356"/>
                </a:lnTo>
                <a:lnTo>
                  <a:pt x="422" y="356"/>
                </a:lnTo>
                <a:lnTo>
                  <a:pt x="422" y="357"/>
                </a:lnTo>
                <a:lnTo>
                  <a:pt x="422" y="358"/>
                </a:lnTo>
                <a:lnTo>
                  <a:pt x="422" y="359"/>
                </a:lnTo>
                <a:lnTo>
                  <a:pt x="422" y="360"/>
                </a:lnTo>
                <a:lnTo>
                  <a:pt x="423" y="360"/>
                </a:lnTo>
                <a:lnTo>
                  <a:pt x="424" y="360"/>
                </a:lnTo>
                <a:lnTo>
                  <a:pt x="424" y="361"/>
                </a:lnTo>
                <a:lnTo>
                  <a:pt x="425" y="361"/>
                </a:lnTo>
                <a:lnTo>
                  <a:pt x="425" y="360"/>
                </a:lnTo>
                <a:lnTo>
                  <a:pt x="426" y="360"/>
                </a:lnTo>
                <a:lnTo>
                  <a:pt x="426" y="361"/>
                </a:lnTo>
                <a:lnTo>
                  <a:pt x="427" y="361"/>
                </a:lnTo>
                <a:lnTo>
                  <a:pt x="427" y="360"/>
                </a:lnTo>
                <a:lnTo>
                  <a:pt x="428" y="360"/>
                </a:lnTo>
                <a:lnTo>
                  <a:pt x="429" y="360"/>
                </a:lnTo>
                <a:lnTo>
                  <a:pt x="430" y="360"/>
                </a:lnTo>
                <a:lnTo>
                  <a:pt x="430" y="361"/>
                </a:lnTo>
                <a:lnTo>
                  <a:pt x="431" y="361"/>
                </a:lnTo>
                <a:lnTo>
                  <a:pt x="432" y="361"/>
                </a:lnTo>
                <a:lnTo>
                  <a:pt x="431" y="361"/>
                </a:lnTo>
                <a:lnTo>
                  <a:pt x="432" y="360"/>
                </a:lnTo>
                <a:lnTo>
                  <a:pt x="432" y="361"/>
                </a:lnTo>
                <a:lnTo>
                  <a:pt x="432" y="360"/>
                </a:lnTo>
                <a:lnTo>
                  <a:pt x="432" y="359"/>
                </a:lnTo>
                <a:lnTo>
                  <a:pt x="433" y="358"/>
                </a:lnTo>
                <a:lnTo>
                  <a:pt x="433" y="357"/>
                </a:lnTo>
                <a:lnTo>
                  <a:pt x="433" y="356"/>
                </a:lnTo>
                <a:lnTo>
                  <a:pt x="433" y="355"/>
                </a:lnTo>
                <a:lnTo>
                  <a:pt x="433" y="354"/>
                </a:lnTo>
                <a:lnTo>
                  <a:pt x="434" y="354"/>
                </a:lnTo>
                <a:lnTo>
                  <a:pt x="435" y="354"/>
                </a:lnTo>
                <a:lnTo>
                  <a:pt x="436" y="354"/>
                </a:lnTo>
                <a:lnTo>
                  <a:pt x="437" y="355"/>
                </a:lnTo>
                <a:lnTo>
                  <a:pt x="437" y="354"/>
                </a:lnTo>
                <a:lnTo>
                  <a:pt x="438" y="355"/>
                </a:lnTo>
                <a:lnTo>
                  <a:pt x="438" y="356"/>
                </a:lnTo>
                <a:lnTo>
                  <a:pt x="437" y="357"/>
                </a:lnTo>
                <a:lnTo>
                  <a:pt x="438" y="358"/>
                </a:lnTo>
                <a:lnTo>
                  <a:pt x="438" y="359"/>
                </a:lnTo>
                <a:lnTo>
                  <a:pt x="438" y="360"/>
                </a:lnTo>
                <a:lnTo>
                  <a:pt x="439" y="360"/>
                </a:lnTo>
                <a:lnTo>
                  <a:pt x="439" y="361"/>
                </a:lnTo>
                <a:lnTo>
                  <a:pt x="440" y="361"/>
                </a:lnTo>
                <a:lnTo>
                  <a:pt x="441" y="361"/>
                </a:lnTo>
                <a:lnTo>
                  <a:pt x="442" y="361"/>
                </a:lnTo>
                <a:lnTo>
                  <a:pt x="442" y="360"/>
                </a:lnTo>
                <a:lnTo>
                  <a:pt x="441" y="360"/>
                </a:lnTo>
                <a:lnTo>
                  <a:pt x="442" y="360"/>
                </a:lnTo>
                <a:lnTo>
                  <a:pt x="443" y="359"/>
                </a:lnTo>
                <a:lnTo>
                  <a:pt x="444" y="359"/>
                </a:lnTo>
                <a:lnTo>
                  <a:pt x="444" y="360"/>
                </a:lnTo>
                <a:lnTo>
                  <a:pt x="445" y="360"/>
                </a:lnTo>
                <a:lnTo>
                  <a:pt x="446" y="360"/>
                </a:lnTo>
                <a:lnTo>
                  <a:pt x="446" y="361"/>
                </a:lnTo>
                <a:lnTo>
                  <a:pt x="447" y="361"/>
                </a:lnTo>
                <a:lnTo>
                  <a:pt x="447" y="362"/>
                </a:lnTo>
                <a:lnTo>
                  <a:pt x="447" y="361"/>
                </a:lnTo>
                <a:lnTo>
                  <a:pt x="448" y="362"/>
                </a:lnTo>
                <a:lnTo>
                  <a:pt x="448" y="363"/>
                </a:lnTo>
                <a:lnTo>
                  <a:pt x="447" y="363"/>
                </a:lnTo>
                <a:lnTo>
                  <a:pt x="446" y="363"/>
                </a:lnTo>
                <a:lnTo>
                  <a:pt x="447" y="364"/>
                </a:lnTo>
                <a:lnTo>
                  <a:pt x="448" y="364"/>
                </a:lnTo>
                <a:lnTo>
                  <a:pt x="448" y="365"/>
                </a:lnTo>
                <a:lnTo>
                  <a:pt x="448" y="366"/>
                </a:lnTo>
                <a:lnTo>
                  <a:pt x="448" y="367"/>
                </a:lnTo>
                <a:lnTo>
                  <a:pt x="449" y="367"/>
                </a:lnTo>
                <a:lnTo>
                  <a:pt x="449" y="368"/>
                </a:lnTo>
                <a:lnTo>
                  <a:pt x="448" y="368"/>
                </a:lnTo>
                <a:lnTo>
                  <a:pt x="448" y="369"/>
                </a:lnTo>
                <a:lnTo>
                  <a:pt x="449" y="369"/>
                </a:lnTo>
                <a:lnTo>
                  <a:pt x="449" y="370"/>
                </a:lnTo>
                <a:lnTo>
                  <a:pt x="449" y="371"/>
                </a:lnTo>
                <a:lnTo>
                  <a:pt x="450" y="371"/>
                </a:lnTo>
                <a:lnTo>
                  <a:pt x="451" y="372"/>
                </a:lnTo>
                <a:lnTo>
                  <a:pt x="451" y="376"/>
                </a:lnTo>
                <a:lnTo>
                  <a:pt x="450" y="378"/>
                </a:lnTo>
                <a:lnTo>
                  <a:pt x="451" y="379"/>
                </a:lnTo>
                <a:lnTo>
                  <a:pt x="451" y="382"/>
                </a:lnTo>
                <a:lnTo>
                  <a:pt x="451" y="384"/>
                </a:lnTo>
                <a:lnTo>
                  <a:pt x="451" y="385"/>
                </a:lnTo>
                <a:lnTo>
                  <a:pt x="450" y="386"/>
                </a:lnTo>
                <a:lnTo>
                  <a:pt x="449" y="388"/>
                </a:lnTo>
                <a:lnTo>
                  <a:pt x="449" y="389"/>
                </a:lnTo>
                <a:lnTo>
                  <a:pt x="449" y="390"/>
                </a:lnTo>
                <a:lnTo>
                  <a:pt x="448" y="390"/>
                </a:lnTo>
                <a:lnTo>
                  <a:pt x="448" y="391"/>
                </a:lnTo>
                <a:lnTo>
                  <a:pt x="447" y="392"/>
                </a:lnTo>
                <a:lnTo>
                  <a:pt x="446" y="392"/>
                </a:lnTo>
                <a:lnTo>
                  <a:pt x="445" y="393"/>
                </a:lnTo>
                <a:lnTo>
                  <a:pt x="444" y="394"/>
                </a:lnTo>
                <a:lnTo>
                  <a:pt x="443" y="394"/>
                </a:lnTo>
                <a:lnTo>
                  <a:pt x="442" y="394"/>
                </a:lnTo>
                <a:lnTo>
                  <a:pt x="441" y="394"/>
                </a:lnTo>
                <a:lnTo>
                  <a:pt x="441" y="395"/>
                </a:lnTo>
                <a:lnTo>
                  <a:pt x="441" y="394"/>
                </a:lnTo>
                <a:lnTo>
                  <a:pt x="441" y="393"/>
                </a:lnTo>
                <a:lnTo>
                  <a:pt x="441" y="392"/>
                </a:lnTo>
                <a:lnTo>
                  <a:pt x="440" y="392"/>
                </a:lnTo>
                <a:lnTo>
                  <a:pt x="440" y="391"/>
                </a:lnTo>
                <a:lnTo>
                  <a:pt x="439" y="392"/>
                </a:lnTo>
                <a:lnTo>
                  <a:pt x="438" y="394"/>
                </a:lnTo>
                <a:lnTo>
                  <a:pt x="437" y="398"/>
                </a:lnTo>
                <a:lnTo>
                  <a:pt x="437" y="400"/>
                </a:lnTo>
                <a:lnTo>
                  <a:pt x="436" y="401"/>
                </a:lnTo>
                <a:lnTo>
                  <a:pt x="437" y="404"/>
                </a:lnTo>
                <a:lnTo>
                  <a:pt x="436" y="404"/>
                </a:lnTo>
                <a:lnTo>
                  <a:pt x="435" y="404"/>
                </a:lnTo>
                <a:lnTo>
                  <a:pt x="436" y="404"/>
                </a:lnTo>
                <a:lnTo>
                  <a:pt x="436" y="405"/>
                </a:lnTo>
                <a:lnTo>
                  <a:pt x="437" y="405"/>
                </a:lnTo>
                <a:lnTo>
                  <a:pt x="437" y="404"/>
                </a:lnTo>
                <a:lnTo>
                  <a:pt x="438" y="404"/>
                </a:lnTo>
                <a:lnTo>
                  <a:pt x="437" y="406"/>
                </a:lnTo>
                <a:lnTo>
                  <a:pt x="438" y="406"/>
                </a:lnTo>
                <a:lnTo>
                  <a:pt x="439" y="406"/>
                </a:lnTo>
                <a:lnTo>
                  <a:pt x="441" y="406"/>
                </a:lnTo>
                <a:lnTo>
                  <a:pt x="442" y="406"/>
                </a:lnTo>
                <a:lnTo>
                  <a:pt x="443" y="407"/>
                </a:lnTo>
                <a:lnTo>
                  <a:pt x="444" y="408"/>
                </a:lnTo>
                <a:lnTo>
                  <a:pt x="444" y="410"/>
                </a:lnTo>
                <a:lnTo>
                  <a:pt x="445" y="411"/>
                </a:lnTo>
                <a:lnTo>
                  <a:pt x="446" y="411"/>
                </a:lnTo>
                <a:lnTo>
                  <a:pt x="446" y="412"/>
                </a:lnTo>
                <a:lnTo>
                  <a:pt x="447" y="412"/>
                </a:lnTo>
                <a:lnTo>
                  <a:pt x="448" y="411"/>
                </a:lnTo>
                <a:lnTo>
                  <a:pt x="448" y="410"/>
                </a:lnTo>
                <a:lnTo>
                  <a:pt x="449" y="411"/>
                </a:lnTo>
                <a:lnTo>
                  <a:pt x="450" y="411"/>
                </a:lnTo>
                <a:lnTo>
                  <a:pt x="450" y="410"/>
                </a:lnTo>
                <a:lnTo>
                  <a:pt x="451" y="410"/>
                </a:lnTo>
                <a:lnTo>
                  <a:pt x="452" y="410"/>
                </a:lnTo>
                <a:lnTo>
                  <a:pt x="452" y="409"/>
                </a:lnTo>
                <a:lnTo>
                  <a:pt x="453" y="409"/>
                </a:lnTo>
                <a:lnTo>
                  <a:pt x="454" y="409"/>
                </a:lnTo>
                <a:lnTo>
                  <a:pt x="455" y="409"/>
                </a:lnTo>
                <a:lnTo>
                  <a:pt x="456" y="410"/>
                </a:lnTo>
                <a:lnTo>
                  <a:pt x="458" y="410"/>
                </a:lnTo>
                <a:lnTo>
                  <a:pt x="459" y="408"/>
                </a:lnTo>
                <a:lnTo>
                  <a:pt x="460" y="408"/>
                </a:lnTo>
                <a:lnTo>
                  <a:pt x="461" y="408"/>
                </a:lnTo>
                <a:lnTo>
                  <a:pt x="462" y="408"/>
                </a:lnTo>
                <a:lnTo>
                  <a:pt x="463" y="408"/>
                </a:lnTo>
                <a:lnTo>
                  <a:pt x="464" y="408"/>
                </a:lnTo>
                <a:lnTo>
                  <a:pt x="465" y="408"/>
                </a:lnTo>
                <a:lnTo>
                  <a:pt x="466" y="408"/>
                </a:lnTo>
                <a:lnTo>
                  <a:pt x="467" y="409"/>
                </a:lnTo>
                <a:lnTo>
                  <a:pt x="468" y="408"/>
                </a:lnTo>
                <a:lnTo>
                  <a:pt x="469" y="407"/>
                </a:lnTo>
                <a:lnTo>
                  <a:pt x="470" y="406"/>
                </a:lnTo>
                <a:lnTo>
                  <a:pt x="470" y="407"/>
                </a:lnTo>
                <a:lnTo>
                  <a:pt x="471" y="407"/>
                </a:lnTo>
                <a:lnTo>
                  <a:pt x="472" y="407"/>
                </a:lnTo>
                <a:lnTo>
                  <a:pt x="472" y="406"/>
                </a:lnTo>
                <a:lnTo>
                  <a:pt x="472" y="407"/>
                </a:lnTo>
                <a:lnTo>
                  <a:pt x="473" y="407"/>
                </a:lnTo>
                <a:lnTo>
                  <a:pt x="473" y="408"/>
                </a:lnTo>
                <a:lnTo>
                  <a:pt x="474" y="408"/>
                </a:lnTo>
                <a:lnTo>
                  <a:pt x="474" y="407"/>
                </a:lnTo>
                <a:lnTo>
                  <a:pt x="474" y="406"/>
                </a:lnTo>
                <a:lnTo>
                  <a:pt x="475" y="406"/>
                </a:lnTo>
                <a:lnTo>
                  <a:pt x="476" y="406"/>
                </a:lnTo>
                <a:lnTo>
                  <a:pt x="477" y="407"/>
                </a:lnTo>
                <a:lnTo>
                  <a:pt x="477" y="406"/>
                </a:lnTo>
                <a:lnTo>
                  <a:pt x="478" y="406"/>
                </a:lnTo>
                <a:lnTo>
                  <a:pt x="479" y="406"/>
                </a:lnTo>
                <a:lnTo>
                  <a:pt x="479" y="405"/>
                </a:lnTo>
                <a:lnTo>
                  <a:pt x="479" y="404"/>
                </a:lnTo>
                <a:lnTo>
                  <a:pt x="480" y="403"/>
                </a:lnTo>
                <a:lnTo>
                  <a:pt x="481" y="403"/>
                </a:lnTo>
                <a:lnTo>
                  <a:pt x="482" y="402"/>
                </a:lnTo>
                <a:lnTo>
                  <a:pt x="482" y="401"/>
                </a:lnTo>
                <a:lnTo>
                  <a:pt x="483" y="401"/>
                </a:lnTo>
                <a:lnTo>
                  <a:pt x="483" y="400"/>
                </a:lnTo>
                <a:lnTo>
                  <a:pt x="484" y="399"/>
                </a:lnTo>
                <a:lnTo>
                  <a:pt x="483" y="399"/>
                </a:lnTo>
                <a:lnTo>
                  <a:pt x="483" y="398"/>
                </a:lnTo>
                <a:lnTo>
                  <a:pt x="484" y="398"/>
                </a:lnTo>
                <a:lnTo>
                  <a:pt x="485" y="398"/>
                </a:lnTo>
                <a:lnTo>
                  <a:pt x="486" y="398"/>
                </a:lnTo>
                <a:lnTo>
                  <a:pt x="486" y="397"/>
                </a:lnTo>
                <a:lnTo>
                  <a:pt x="486" y="396"/>
                </a:lnTo>
                <a:lnTo>
                  <a:pt x="487" y="396"/>
                </a:lnTo>
                <a:lnTo>
                  <a:pt x="487" y="397"/>
                </a:lnTo>
                <a:lnTo>
                  <a:pt x="488" y="397"/>
                </a:lnTo>
                <a:lnTo>
                  <a:pt x="488" y="398"/>
                </a:lnTo>
                <a:lnTo>
                  <a:pt x="488" y="399"/>
                </a:lnTo>
                <a:lnTo>
                  <a:pt x="488" y="400"/>
                </a:lnTo>
                <a:lnTo>
                  <a:pt x="489" y="400"/>
                </a:lnTo>
                <a:lnTo>
                  <a:pt x="489" y="401"/>
                </a:lnTo>
                <a:lnTo>
                  <a:pt x="490" y="400"/>
                </a:lnTo>
                <a:lnTo>
                  <a:pt x="489" y="400"/>
                </a:lnTo>
                <a:lnTo>
                  <a:pt x="490" y="400"/>
                </a:lnTo>
                <a:lnTo>
                  <a:pt x="490" y="399"/>
                </a:lnTo>
                <a:lnTo>
                  <a:pt x="490" y="400"/>
                </a:lnTo>
                <a:lnTo>
                  <a:pt x="491" y="400"/>
                </a:lnTo>
                <a:lnTo>
                  <a:pt x="492" y="400"/>
                </a:lnTo>
                <a:lnTo>
                  <a:pt x="492" y="401"/>
                </a:lnTo>
                <a:lnTo>
                  <a:pt x="493" y="401"/>
                </a:lnTo>
                <a:lnTo>
                  <a:pt x="493" y="402"/>
                </a:lnTo>
                <a:lnTo>
                  <a:pt x="494" y="402"/>
                </a:lnTo>
                <a:lnTo>
                  <a:pt x="494" y="401"/>
                </a:lnTo>
                <a:lnTo>
                  <a:pt x="495" y="401"/>
                </a:lnTo>
                <a:lnTo>
                  <a:pt x="494" y="401"/>
                </a:lnTo>
                <a:lnTo>
                  <a:pt x="494" y="400"/>
                </a:lnTo>
                <a:lnTo>
                  <a:pt x="495" y="400"/>
                </a:lnTo>
                <a:lnTo>
                  <a:pt x="496" y="401"/>
                </a:lnTo>
                <a:lnTo>
                  <a:pt x="497" y="401"/>
                </a:lnTo>
                <a:lnTo>
                  <a:pt x="498" y="400"/>
                </a:lnTo>
                <a:lnTo>
                  <a:pt x="499" y="400"/>
                </a:lnTo>
                <a:lnTo>
                  <a:pt x="499" y="399"/>
                </a:lnTo>
                <a:lnTo>
                  <a:pt x="500" y="399"/>
                </a:lnTo>
                <a:lnTo>
                  <a:pt x="501" y="399"/>
                </a:lnTo>
                <a:lnTo>
                  <a:pt x="502" y="399"/>
                </a:lnTo>
                <a:lnTo>
                  <a:pt x="503" y="399"/>
                </a:lnTo>
                <a:lnTo>
                  <a:pt x="504" y="399"/>
                </a:lnTo>
                <a:lnTo>
                  <a:pt x="505" y="399"/>
                </a:lnTo>
                <a:lnTo>
                  <a:pt x="504" y="397"/>
                </a:lnTo>
                <a:lnTo>
                  <a:pt x="505" y="397"/>
                </a:lnTo>
                <a:lnTo>
                  <a:pt x="504" y="397"/>
                </a:lnTo>
                <a:lnTo>
                  <a:pt x="505" y="396"/>
                </a:lnTo>
                <a:lnTo>
                  <a:pt x="504" y="395"/>
                </a:lnTo>
                <a:lnTo>
                  <a:pt x="505" y="395"/>
                </a:lnTo>
                <a:lnTo>
                  <a:pt x="504" y="394"/>
                </a:lnTo>
                <a:lnTo>
                  <a:pt x="505" y="394"/>
                </a:lnTo>
                <a:lnTo>
                  <a:pt x="506" y="394"/>
                </a:lnTo>
                <a:lnTo>
                  <a:pt x="506" y="395"/>
                </a:lnTo>
                <a:lnTo>
                  <a:pt x="507" y="395"/>
                </a:lnTo>
                <a:lnTo>
                  <a:pt x="506" y="395"/>
                </a:lnTo>
                <a:lnTo>
                  <a:pt x="506" y="396"/>
                </a:lnTo>
                <a:lnTo>
                  <a:pt x="507" y="396"/>
                </a:lnTo>
                <a:lnTo>
                  <a:pt x="507" y="397"/>
                </a:lnTo>
                <a:lnTo>
                  <a:pt x="507" y="398"/>
                </a:lnTo>
                <a:lnTo>
                  <a:pt x="508" y="398"/>
                </a:lnTo>
                <a:lnTo>
                  <a:pt x="508" y="397"/>
                </a:lnTo>
                <a:lnTo>
                  <a:pt x="508" y="398"/>
                </a:lnTo>
                <a:lnTo>
                  <a:pt x="508" y="399"/>
                </a:lnTo>
                <a:lnTo>
                  <a:pt x="508" y="400"/>
                </a:lnTo>
                <a:lnTo>
                  <a:pt x="508" y="401"/>
                </a:lnTo>
                <a:lnTo>
                  <a:pt x="507" y="402"/>
                </a:lnTo>
                <a:lnTo>
                  <a:pt x="507" y="403"/>
                </a:lnTo>
                <a:lnTo>
                  <a:pt x="508" y="404"/>
                </a:lnTo>
                <a:lnTo>
                  <a:pt x="508" y="405"/>
                </a:lnTo>
                <a:lnTo>
                  <a:pt x="507" y="405"/>
                </a:lnTo>
                <a:lnTo>
                  <a:pt x="508" y="406"/>
                </a:lnTo>
                <a:lnTo>
                  <a:pt x="508" y="407"/>
                </a:lnTo>
                <a:lnTo>
                  <a:pt x="509" y="408"/>
                </a:lnTo>
                <a:lnTo>
                  <a:pt x="510" y="408"/>
                </a:lnTo>
                <a:lnTo>
                  <a:pt x="511" y="407"/>
                </a:lnTo>
                <a:lnTo>
                  <a:pt x="511" y="406"/>
                </a:lnTo>
                <a:lnTo>
                  <a:pt x="513" y="406"/>
                </a:lnTo>
                <a:lnTo>
                  <a:pt x="513" y="407"/>
                </a:lnTo>
                <a:lnTo>
                  <a:pt x="512" y="407"/>
                </a:lnTo>
                <a:lnTo>
                  <a:pt x="511" y="407"/>
                </a:lnTo>
                <a:lnTo>
                  <a:pt x="511" y="408"/>
                </a:lnTo>
                <a:lnTo>
                  <a:pt x="511" y="409"/>
                </a:lnTo>
                <a:lnTo>
                  <a:pt x="511" y="410"/>
                </a:lnTo>
                <a:lnTo>
                  <a:pt x="512" y="410"/>
                </a:lnTo>
                <a:lnTo>
                  <a:pt x="512" y="409"/>
                </a:lnTo>
                <a:lnTo>
                  <a:pt x="512" y="408"/>
                </a:lnTo>
                <a:lnTo>
                  <a:pt x="513" y="408"/>
                </a:lnTo>
                <a:lnTo>
                  <a:pt x="513" y="409"/>
                </a:lnTo>
                <a:lnTo>
                  <a:pt x="514" y="409"/>
                </a:lnTo>
                <a:lnTo>
                  <a:pt x="515" y="408"/>
                </a:lnTo>
                <a:lnTo>
                  <a:pt x="516" y="408"/>
                </a:lnTo>
                <a:lnTo>
                  <a:pt x="515" y="408"/>
                </a:lnTo>
                <a:lnTo>
                  <a:pt x="515" y="409"/>
                </a:lnTo>
                <a:lnTo>
                  <a:pt x="516" y="409"/>
                </a:lnTo>
                <a:lnTo>
                  <a:pt x="517" y="409"/>
                </a:lnTo>
                <a:lnTo>
                  <a:pt x="518" y="409"/>
                </a:lnTo>
                <a:lnTo>
                  <a:pt x="518" y="410"/>
                </a:lnTo>
                <a:lnTo>
                  <a:pt x="519" y="411"/>
                </a:lnTo>
                <a:lnTo>
                  <a:pt x="520" y="411"/>
                </a:lnTo>
                <a:lnTo>
                  <a:pt x="520" y="410"/>
                </a:lnTo>
                <a:lnTo>
                  <a:pt x="521" y="410"/>
                </a:lnTo>
                <a:lnTo>
                  <a:pt x="521" y="411"/>
                </a:lnTo>
                <a:lnTo>
                  <a:pt x="522" y="411"/>
                </a:lnTo>
                <a:lnTo>
                  <a:pt x="522" y="410"/>
                </a:lnTo>
                <a:lnTo>
                  <a:pt x="522" y="409"/>
                </a:lnTo>
                <a:lnTo>
                  <a:pt x="523" y="409"/>
                </a:lnTo>
                <a:lnTo>
                  <a:pt x="523" y="410"/>
                </a:lnTo>
                <a:lnTo>
                  <a:pt x="524" y="410"/>
                </a:lnTo>
                <a:lnTo>
                  <a:pt x="525" y="410"/>
                </a:lnTo>
                <a:lnTo>
                  <a:pt x="526" y="409"/>
                </a:lnTo>
                <a:lnTo>
                  <a:pt x="527" y="409"/>
                </a:lnTo>
                <a:lnTo>
                  <a:pt x="527" y="410"/>
                </a:lnTo>
                <a:lnTo>
                  <a:pt x="528" y="410"/>
                </a:lnTo>
                <a:lnTo>
                  <a:pt x="528" y="411"/>
                </a:lnTo>
                <a:lnTo>
                  <a:pt x="529" y="411"/>
                </a:lnTo>
                <a:lnTo>
                  <a:pt x="529" y="410"/>
                </a:lnTo>
                <a:lnTo>
                  <a:pt x="529" y="411"/>
                </a:lnTo>
                <a:lnTo>
                  <a:pt x="530" y="411"/>
                </a:lnTo>
                <a:lnTo>
                  <a:pt x="530" y="412"/>
                </a:lnTo>
                <a:lnTo>
                  <a:pt x="531" y="412"/>
                </a:lnTo>
                <a:lnTo>
                  <a:pt x="532" y="412"/>
                </a:lnTo>
                <a:lnTo>
                  <a:pt x="532" y="413"/>
                </a:lnTo>
                <a:lnTo>
                  <a:pt x="531" y="413"/>
                </a:lnTo>
                <a:lnTo>
                  <a:pt x="532" y="414"/>
                </a:lnTo>
                <a:lnTo>
                  <a:pt x="532" y="415"/>
                </a:lnTo>
                <a:lnTo>
                  <a:pt x="533" y="415"/>
                </a:lnTo>
                <a:lnTo>
                  <a:pt x="533" y="414"/>
                </a:lnTo>
                <a:lnTo>
                  <a:pt x="534" y="415"/>
                </a:lnTo>
                <a:lnTo>
                  <a:pt x="534" y="416"/>
                </a:lnTo>
                <a:lnTo>
                  <a:pt x="534" y="415"/>
                </a:lnTo>
                <a:lnTo>
                  <a:pt x="534" y="414"/>
                </a:lnTo>
                <a:lnTo>
                  <a:pt x="535" y="414"/>
                </a:lnTo>
                <a:lnTo>
                  <a:pt x="536" y="415"/>
                </a:lnTo>
                <a:lnTo>
                  <a:pt x="536" y="414"/>
                </a:lnTo>
                <a:lnTo>
                  <a:pt x="535" y="414"/>
                </a:lnTo>
                <a:lnTo>
                  <a:pt x="535" y="413"/>
                </a:lnTo>
                <a:lnTo>
                  <a:pt x="536" y="413"/>
                </a:lnTo>
                <a:lnTo>
                  <a:pt x="536" y="412"/>
                </a:lnTo>
                <a:lnTo>
                  <a:pt x="537" y="411"/>
                </a:lnTo>
                <a:lnTo>
                  <a:pt x="537" y="412"/>
                </a:lnTo>
                <a:lnTo>
                  <a:pt x="537" y="413"/>
                </a:lnTo>
                <a:lnTo>
                  <a:pt x="537" y="414"/>
                </a:lnTo>
                <a:lnTo>
                  <a:pt x="538" y="414"/>
                </a:lnTo>
                <a:lnTo>
                  <a:pt x="539" y="413"/>
                </a:lnTo>
                <a:lnTo>
                  <a:pt x="539" y="414"/>
                </a:lnTo>
                <a:lnTo>
                  <a:pt x="540" y="414"/>
                </a:lnTo>
                <a:lnTo>
                  <a:pt x="540" y="415"/>
                </a:lnTo>
                <a:lnTo>
                  <a:pt x="539" y="415"/>
                </a:lnTo>
                <a:lnTo>
                  <a:pt x="539" y="416"/>
                </a:lnTo>
                <a:lnTo>
                  <a:pt x="539" y="417"/>
                </a:lnTo>
                <a:lnTo>
                  <a:pt x="538" y="418"/>
                </a:lnTo>
                <a:lnTo>
                  <a:pt x="539" y="418"/>
                </a:lnTo>
                <a:lnTo>
                  <a:pt x="539" y="419"/>
                </a:lnTo>
                <a:lnTo>
                  <a:pt x="539" y="420"/>
                </a:lnTo>
                <a:lnTo>
                  <a:pt x="539" y="421"/>
                </a:lnTo>
                <a:lnTo>
                  <a:pt x="540" y="422"/>
                </a:lnTo>
                <a:lnTo>
                  <a:pt x="540" y="423"/>
                </a:lnTo>
                <a:lnTo>
                  <a:pt x="539" y="423"/>
                </a:lnTo>
                <a:lnTo>
                  <a:pt x="539" y="424"/>
                </a:lnTo>
                <a:lnTo>
                  <a:pt x="540" y="424"/>
                </a:lnTo>
                <a:lnTo>
                  <a:pt x="540" y="425"/>
                </a:lnTo>
                <a:lnTo>
                  <a:pt x="540" y="424"/>
                </a:lnTo>
                <a:lnTo>
                  <a:pt x="541" y="424"/>
                </a:lnTo>
                <a:lnTo>
                  <a:pt x="541" y="425"/>
                </a:lnTo>
                <a:lnTo>
                  <a:pt x="540" y="425"/>
                </a:lnTo>
                <a:lnTo>
                  <a:pt x="540" y="426"/>
                </a:lnTo>
                <a:lnTo>
                  <a:pt x="540" y="427"/>
                </a:lnTo>
                <a:lnTo>
                  <a:pt x="539" y="428"/>
                </a:lnTo>
                <a:lnTo>
                  <a:pt x="539" y="429"/>
                </a:lnTo>
                <a:lnTo>
                  <a:pt x="538" y="430"/>
                </a:lnTo>
                <a:lnTo>
                  <a:pt x="537" y="431"/>
                </a:lnTo>
                <a:lnTo>
                  <a:pt x="537" y="432"/>
                </a:lnTo>
                <a:lnTo>
                  <a:pt x="537" y="433"/>
                </a:lnTo>
                <a:lnTo>
                  <a:pt x="536" y="434"/>
                </a:lnTo>
                <a:lnTo>
                  <a:pt x="535" y="434"/>
                </a:lnTo>
                <a:lnTo>
                  <a:pt x="536" y="434"/>
                </a:lnTo>
                <a:lnTo>
                  <a:pt x="536" y="435"/>
                </a:lnTo>
                <a:lnTo>
                  <a:pt x="537" y="435"/>
                </a:lnTo>
                <a:lnTo>
                  <a:pt x="537" y="436"/>
                </a:lnTo>
                <a:lnTo>
                  <a:pt x="536" y="436"/>
                </a:lnTo>
                <a:lnTo>
                  <a:pt x="536" y="437"/>
                </a:lnTo>
                <a:lnTo>
                  <a:pt x="536" y="438"/>
                </a:lnTo>
                <a:lnTo>
                  <a:pt x="537" y="438"/>
                </a:lnTo>
                <a:lnTo>
                  <a:pt x="536" y="438"/>
                </a:lnTo>
                <a:lnTo>
                  <a:pt x="536" y="439"/>
                </a:lnTo>
                <a:lnTo>
                  <a:pt x="536" y="440"/>
                </a:lnTo>
                <a:lnTo>
                  <a:pt x="535" y="440"/>
                </a:lnTo>
                <a:lnTo>
                  <a:pt x="535" y="441"/>
                </a:lnTo>
                <a:lnTo>
                  <a:pt x="534" y="441"/>
                </a:lnTo>
                <a:lnTo>
                  <a:pt x="534" y="442"/>
                </a:lnTo>
                <a:lnTo>
                  <a:pt x="535" y="443"/>
                </a:lnTo>
                <a:lnTo>
                  <a:pt x="535" y="444"/>
                </a:lnTo>
                <a:lnTo>
                  <a:pt x="535" y="445"/>
                </a:lnTo>
                <a:lnTo>
                  <a:pt x="535" y="446"/>
                </a:lnTo>
                <a:lnTo>
                  <a:pt x="535" y="447"/>
                </a:lnTo>
                <a:lnTo>
                  <a:pt x="536" y="447"/>
                </a:lnTo>
                <a:lnTo>
                  <a:pt x="537" y="447"/>
                </a:lnTo>
                <a:lnTo>
                  <a:pt x="537" y="448"/>
                </a:lnTo>
                <a:lnTo>
                  <a:pt x="537" y="449"/>
                </a:lnTo>
                <a:lnTo>
                  <a:pt x="538" y="450"/>
                </a:lnTo>
                <a:lnTo>
                  <a:pt x="538" y="451"/>
                </a:lnTo>
                <a:lnTo>
                  <a:pt x="537" y="451"/>
                </a:lnTo>
                <a:lnTo>
                  <a:pt x="536" y="451"/>
                </a:lnTo>
                <a:lnTo>
                  <a:pt x="536" y="452"/>
                </a:lnTo>
                <a:lnTo>
                  <a:pt x="535" y="452"/>
                </a:lnTo>
                <a:lnTo>
                  <a:pt x="535" y="453"/>
                </a:lnTo>
                <a:lnTo>
                  <a:pt x="535" y="454"/>
                </a:lnTo>
                <a:lnTo>
                  <a:pt x="535" y="455"/>
                </a:lnTo>
                <a:lnTo>
                  <a:pt x="534" y="455"/>
                </a:lnTo>
                <a:lnTo>
                  <a:pt x="534" y="456"/>
                </a:lnTo>
                <a:lnTo>
                  <a:pt x="534" y="457"/>
                </a:lnTo>
                <a:lnTo>
                  <a:pt x="533" y="457"/>
                </a:lnTo>
                <a:lnTo>
                  <a:pt x="533" y="458"/>
                </a:lnTo>
                <a:lnTo>
                  <a:pt x="534" y="458"/>
                </a:lnTo>
                <a:lnTo>
                  <a:pt x="533" y="459"/>
                </a:lnTo>
                <a:lnTo>
                  <a:pt x="532" y="459"/>
                </a:lnTo>
                <a:lnTo>
                  <a:pt x="532" y="460"/>
                </a:lnTo>
                <a:lnTo>
                  <a:pt x="531" y="460"/>
                </a:lnTo>
                <a:lnTo>
                  <a:pt x="530" y="459"/>
                </a:lnTo>
                <a:lnTo>
                  <a:pt x="529" y="460"/>
                </a:lnTo>
                <a:lnTo>
                  <a:pt x="528" y="460"/>
                </a:lnTo>
                <a:lnTo>
                  <a:pt x="529" y="461"/>
                </a:lnTo>
                <a:lnTo>
                  <a:pt x="529" y="462"/>
                </a:lnTo>
                <a:lnTo>
                  <a:pt x="529" y="463"/>
                </a:lnTo>
                <a:lnTo>
                  <a:pt x="530" y="463"/>
                </a:lnTo>
                <a:lnTo>
                  <a:pt x="529" y="464"/>
                </a:lnTo>
                <a:lnTo>
                  <a:pt x="529" y="465"/>
                </a:lnTo>
                <a:lnTo>
                  <a:pt x="530" y="466"/>
                </a:lnTo>
                <a:lnTo>
                  <a:pt x="530" y="467"/>
                </a:lnTo>
                <a:lnTo>
                  <a:pt x="530" y="468"/>
                </a:lnTo>
                <a:lnTo>
                  <a:pt x="530" y="469"/>
                </a:lnTo>
                <a:lnTo>
                  <a:pt x="529" y="469"/>
                </a:lnTo>
                <a:lnTo>
                  <a:pt x="529" y="470"/>
                </a:lnTo>
                <a:lnTo>
                  <a:pt x="529" y="471"/>
                </a:lnTo>
                <a:lnTo>
                  <a:pt x="528" y="471"/>
                </a:lnTo>
                <a:lnTo>
                  <a:pt x="528" y="472"/>
                </a:lnTo>
                <a:lnTo>
                  <a:pt x="528" y="473"/>
                </a:lnTo>
                <a:lnTo>
                  <a:pt x="527" y="473"/>
                </a:lnTo>
                <a:lnTo>
                  <a:pt x="527" y="474"/>
                </a:lnTo>
                <a:lnTo>
                  <a:pt x="527" y="475"/>
                </a:lnTo>
                <a:lnTo>
                  <a:pt x="527" y="476"/>
                </a:lnTo>
                <a:lnTo>
                  <a:pt x="526" y="476"/>
                </a:lnTo>
                <a:lnTo>
                  <a:pt x="526" y="477"/>
                </a:lnTo>
                <a:lnTo>
                  <a:pt x="525" y="477"/>
                </a:lnTo>
                <a:lnTo>
                  <a:pt x="524" y="478"/>
                </a:lnTo>
                <a:lnTo>
                  <a:pt x="523" y="477"/>
                </a:lnTo>
                <a:lnTo>
                  <a:pt x="522" y="477"/>
                </a:lnTo>
                <a:lnTo>
                  <a:pt x="522" y="476"/>
                </a:lnTo>
                <a:lnTo>
                  <a:pt x="521" y="474"/>
                </a:lnTo>
                <a:lnTo>
                  <a:pt x="521" y="473"/>
                </a:lnTo>
                <a:lnTo>
                  <a:pt x="521" y="472"/>
                </a:lnTo>
                <a:lnTo>
                  <a:pt x="520" y="472"/>
                </a:lnTo>
                <a:lnTo>
                  <a:pt x="520" y="473"/>
                </a:lnTo>
                <a:lnTo>
                  <a:pt x="519" y="473"/>
                </a:lnTo>
                <a:lnTo>
                  <a:pt x="518" y="473"/>
                </a:lnTo>
                <a:lnTo>
                  <a:pt x="518" y="474"/>
                </a:lnTo>
                <a:lnTo>
                  <a:pt x="517" y="474"/>
                </a:lnTo>
                <a:lnTo>
                  <a:pt x="517" y="475"/>
                </a:lnTo>
                <a:lnTo>
                  <a:pt x="516" y="475"/>
                </a:lnTo>
                <a:lnTo>
                  <a:pt x="516" y="476"/>
                </a:lnTo>
                <a:lnTo>
                  <a:pt x="515" y="476"/>
                </a:lnTo>
                <a:lnTo>
                  <a:pt x="515" y="477"/>
                </a:lnTo>
                <a:lnTo>
                  <a:pt x="515" y="478"/>
                </a:lnTo>
                <a:lnTo>
                  <a:pt x="515" y="479"/>
                </a:lnTo>
                <a:lnTo>
                  <a:pt x="514" y="479"/>
                </a:lnTo>
                <a:lnTo>
                  <a:pt x="514" y="480"/>
                </a:lnTo>
                <a:lnTo>
                  <a:pt x="514" y="481"/>
                </a:lnTo>
                <a:lnTo>
                  <a:pt x="513" y="481"/>
                </a:lnTo>
                <a:lnTo>
                  <a:pt x="513" y="482"/>
                </a:lnTo>
                <a:lnTo>
                  <a:pt x="512" y="482"/>
                </a:lnTo>
                <a:lnTo>
                  <a:pt x="511" y="482"/>
                </a:lnTo>
                <a:lnTo>
                  <a:pt x="511" y="483"/>
                </a:lnTo>
                <a:lnTo>
                  <a:pt x="510" y="483"/>
                </a:lnTo>
                <a:lnTo>
                  <a:pt x="509" y="483"/>
                </a:lnTo>
                <a:lnTo>
                  <a:pt x="508" y="483"/>
                </a:lnTo>
                <a:lnTo>
                  <a:pt x="507" y="484"/>
                </a:lnTo>
                <a:lnTo>
                  <a:pt x="507" y="483"/>
                </a:lnTo>
                <a:lnTo>
                  <a:pt x="506" y="483"/>
                </a:lnTo>
                <a:lnTo>
                  <a:pt x="506" y="484"/>
                </a:lnTo>
                <a:lnTo>
                  <a:pt x="505" y="485"/>
                </a:lnTo>
                <a:lnTo>
                  <a:pt x="506" y="486"/>
                </a:lnTo>
                <a:lnTo>
                  <a:pt x="507" y="486"/>
                </a:lnTo>
                <a:lnTo>
                  <a:pt x="508" y="486"/>
                </a:lnTo>
                <a:lnTo>
                  <a:pt x="508" y="487"/>
                </a:lnTo>
                <a:lnTo>
                  <a:pt x="507" y="487"/>
                </a:lnTo>
                <a:lnTo>
                  <a:pt x="508" y="487"/>
                </a:lnTo>
                <a:lnTo>
                  <a:pt x="509" y="488"/>
                </a:lnTo>
                <a:lnTo>
                  <a:pt x="509" y="489"/>
                </a:lnTo>
                <a:lnTo>
                  <a:pt x="508" y="489"/>
                </a:lnTo>
                <a:lnTo>
                  <a:pt x="508" y="490"/>
                </a:lnTo>
                <a:lnTo>
                  <a:pt x="507" y="490"/>
                </a:lnTo>
                <a:lnTo>
                  <a:pt x="507" y="491"/>
                </a:lnTo>
                <a:lnTo>
                  <a:pt x="507" y="492"/>
                </a:lnTo>
                <a:lnTo>
                  <a:pt x="506" y="493"/>
                </a:lnTo>
                <a:lnTo>
                  <a:pt x="507" y="493"/>
                </a:lnTo>
                <a:lnTo>
                  <a:pt x="507" y="494"/>
                </a:lnTo>
                <a:lnTo>
                  <a:pt x="508" y="495"/>
                </a:lnTo>
                <a:lnTo>
                  <a:pt x="509" y="495"/>
                </a:lnTo>
                <a:lnTo>
                  <a:pt x="509" y="496"/>
                </a:lnTo>
                <a:lnTo>
                  <a:pt x="511" y="497"/>
                </a:lnTo>
                <a:lnTo>
                  <a:pt x="512" y="497"/>
                </a:lnTo>
                <a:lnTo>
                  <a:pt x="512" y="496"/>
                </a:lnTo>
                <a:lnTo>
                  <a:pt x="513" y="496"/>
                </a:lnTo>
                <a:lnTo>
                  <a:pt x="514" y="495"/>
                </a:lnTo>
                <a:lnTo>
                  <a:pt x="515" y="494"/>
                </a:lnTo>
                <a:lnTo>
                  <a:pt x="515" y="493"/>
                </a:lnTo>
                <a:lnTo>
                  <a:pt x="517" y="493"/>
                </a:lnTo>
                <a:lnTo>
                  <a:pt x="517" y="494"/>
                </a:lnTo>
                <a:lnTo>
                  <a:pt x="516" y="494"/>
                </a:lnTo>
                <a:lnTo>
                  <a:pt x="517" y="494"/>
                </a:lnTo>
                <a:lnTo>
                  <a:pt x="517" y="495"/>
                </a:lnTo>
                <a:lnTo>
                  <a:pt x="518" y="496"/>
                </a:lnTo>
                <a:lnTo>
                  <a:pt x="518" y="497"/>
                </a:lnTo>
                <a:lnTo>
                  <a:pt x="518" y="498"/>
                </a:lnTo>
                <a:lnTo>
                  <a:pt x="517" y="499"/>
                </a:lnTo>
                <a:lnTo>
                  <a:pt x="518" y="500"/>
                </a:lnTo>
                <a:lnTo>
                  <a:pt x="519" y="501"/>
                </a:lnTo>
                <a:lnTo>
                  <a:pt x="518" y="501"/>
                </a:lnTo>
                <a:lnTo>
                  <a:pt x="518" y="502"/>
                </a:lnTo>
                <a:lnTo>
                  <a:pt x="519" y="502"/>
                </a:lnTo>
                <a:lnTo>
                  <a:pt x="519" y="503"/>
                </a:lnTo>
                <a:lnTo>
                  <a:pt x="519" y="504"/>
                </a:lnTo>
                <a:lnTo>
                  <a:pt x="520" y="504"/>
                </a:lnTo>
                <a:lnTo>
                  <a:pt x="520" y="505"/>
                </a:lnTo>
                <a:lnTo>
                  <a:pt x="521" y="506"/>
                </a:lnTo>
                <a:lnTo>
                  <a:pt x="521" y="507"/>
                </a:lnTo>
                <a:lnTo>
                  <a:pt x="522" y="507"/>
                </a:lnTo>
                <a:lnTo>
                  <a:pt x="522" y="508"/>
                </a:lnTo>
                <a:lnTo>
                  <a:pt x="522" y="509"/>
                </a:lnTo>
                <a:lnTo>
                  <a:pt x="523" y="510"/>
                </a:lnTo>
                <a:lnTo>
                  <a:pt x="523" y="511"/>
                </a:lnTo>
                <a:lnTo>
                  <a:pt x="524" y="512"/>
                </a:lnTo>
                <a:lnTo>
                  <a:pt x="526" y="511"/>
                </a:lnTo>
                <a:lnTo>
                  <a:pt x="527" y="512"/>
                </a:lnTo>
                <a:lnTo>
                  <a:pt x="528" y="512"/>
                </a:lnTo>
                <a:lnTo>
                  <a:pt x="528" y="513"/>
                </a:lnTo>
                <a:lnTo>
                  <a:pt x="527" y="513"/>
                </a:lnTo>
                <a:lnTo>
                  <a:pt x="526" y="514"/>
                </a:lnTo>
                <a:lnTo>
                  <a:pt x="526" y="515"/>
                </a:lnTo>
                <a:lnTo>
                  <a:pt x="525" y="515"/>
                </a:lnTo>
                <a:lnTo>
                  <a:pt x="524" y="516"/>
                </a:lnTo>
                <a:lnTo>
                  <a:pt x="523" y="516"/>
                </a:lnTo>
                <a:lnTo>
                  <a:pt x="522" y="516"/>
                </a:lnTo>
                <a:lnTo>
                  <a:pt x="521" y="515"/>
                </a:lnTo>
                <a:lnTo>
                  <a:pt x="521" y="514"/>
                </a:lnTo>
                <a:lnTo>
                  <a:pt x="520" y="514"/>
                </a:lnTo>
                <a:lnTo>
                  <a:pt x="519" y="514"/>
                </a:lnTo>
                <a:lnTo>
                  <a:pt x="518" y="514"/>
                </a:lnTo>
                <a:lnTo>
                  <a:pt x="518" y="515"/>
                </a:lnTo>
                <a:lnTo>
                  <a:pt x="517" y="515"/>
                </a:lnTo>
                <a:lnTo>
                  <a:pt x="516" y="516"/>
                </a:lnTo>
                <a:lnTo>
                  <a:pt x="516" y="517"/>
                </a:lnTo>
                <a:lnTo>
                  <a:pt x="515" y="518"/>
                </a:lnTo>
                <a:lnTo>
                  <a:pt x="515" y="519"/>
                </a:lnTo>
                <a:lnTo>
                  <a:pt x="514" y="519"/>
                </a:lnTo>
                <a:lnTo>
                  <a:pt x="514" y="518"/>
                </a:lnTo>
                <a:lnTo>
                  <a:pt x="514" y="519"/>
                </a:lnTo>
                <a:lnTo>
                  <a:pt x="513" y="519"/>
                </a:lnTo>
                <a:lnTo>
                  <a:pt x="512" y="519"/>
                </a:lnTo>
                <a:lnTo>
                  <a:pt x="511" y="519"/>
                </a:lnTo>
                <a:lnTo>
                  <a:pt x="511" y="520"/>
                </a:lnTo>
                <a:lnTo>
                  <a:pt x="511" y="521"/>
                </a:lnTo>
                <a:lnTo>
                  <a:pt x="511" y="522"/>
                </a:lnTo>
                <a:lnTo>
                  <a:pt x="511" y="524"/>
                </a:lnTo>
                <a:lnTo>
                  <a:pt x="511" y="525"/>
                </a:lnTo>
                <a:lnTo>
                  <a:pt x="510" y="526"/>
                </a:lnTo>
                <a:lnTo>
                  <a:pt x="510" y="525"/>
                </a:lnTo>
                <a:lnTo>
                  <a:pt x="509" y="525"/>
                </a:lnTo>
                <a:lnTo>
                  <a:pt x="509" y="526"/>
                </a:lnTo>
                <a:lnTo>
                  <a:pt x="508" y="526"/>
                </a:lnTo>
                <a:lnTo>
                  <a:pt x="508" y="525"/>
                </a:lnTo>
                <a:lnTo>
                  <a:pt x="508" y="526"/>
                </a:lnTo>
                <a:lnTo>
                  <a:pt x="507" y="526"/>
                </a:lnTo>
                <a:lnTo>
                  <a:pt x="505" y="526"/>
                </a:lnTo>
                <a:lnTo>
                  <a:pt x="504" y="526"/>
                </a:lnTo>
                <a:lnTo>
                  <a:pt x="503" y="526"/>
                </a:lnTo>
                <a:lnTo>
                  <a:pt x="502" y="526"/>
                </a:lnTo>
                <a:lnTo>
                  <a:pt x="502" y="525"/>
                </a:lnTo>
                <a:lnTo>
                  <a:pt x="501" y="525"/>
                </a:lnTo>
                <a:lnTo>
                  <a:pt x="500" y="525"/>
                </a:lnTo>
                <a:lnTo>
                  <a:pt x="500" y="526"/>
                </a:lnTo>
                <a:lnTo>
                  <a:pt x="499" y="526"/>
                </a:lnTo>
                <a:lnTo>
                  <a:pt x="499" y="525"/>
                </a:lnTo>
                <a:lnTo>
                  <a:pt x="498" y="525"/>
                </a:lnTo>
                <a:lnTo>
                  <a:pt x="497" y="525"/>
                </a:lnTo>
                <a:lnTo>
                  <a:pt x="496" y="525"/>
                </a:lnTo>
                <a:lnTo>
                  <a:pt x="496" y="524"/>
                </a:lnTo>
                <a:lnTo>
                  <a:pt x="495" y="524"/>
                </a:lnTo>
                <a:lnTo>
                  <a:pt x="494" y="524"/>
                </a:lnTo>
                <a:lnTo>
                  <a:pt x="493" y="524"/>
                </a:lnTo>
                <a:lnTo>
                  <a:pt x="493" y="525"/>
                </a:lnTo>
                <a:lnTo>
                  <a:pt x="492" y="526"/>
                </a:lnTo>
                <a:lnTo>
                  <a:pt x="492" y="527"/>
                </a:lnTo>
                <a:lnTo>
                  <a:pt x="491" y="527"/>
                </a:lnTo>
                <a:lnTo>
                  <a:pt x="490" y="526"/>
                </a:lnTo>
                <a:lnTo>
                  <a:pt x="489" y="526"/>
                </a:lnTo>
                <a:lnTo>
                  <a:pt x="488" y="525"/>
                </a:lnTo>
                <a:lnTo>
                  <a:pt x="488" y="524"/>
                </a:lnTo>
                <a:lnTo>
                  <a:pt x="486" y="524"/>
                </a:lnTo>
                <a:lnTo>
                  <a:pt x="486" y="525"/>
                </a:lnTo>
                <a:lnTo>
                  <a:pt x="484" y="525"/>
                </a:lnTo>
                <a:lnTo>
                  <a:pt x="483" y="524"/>
                </a:lnTo>
                <a:lnTo>
                  <a:pt x="483" y="522"/>
                </a:lnTo>
                <a:lnTo>
                  <a:pt x="482" y="522"/>
                </a:lnTo>
                <a:lnTo>
                  <a:pt x="482" y="523"/>
                </a:lnTo>
                <a:lnTo>
                  <a:pt x="481" y="523"/>
                </a:lnTo>
                <a:lnTo>
                  <a:pt x="481" y="522"/>
                </a:lnTo>
                <a:lnTo>
                  <a:pt x="480" y="522"/>
                </a:lnTo>
                <a:lnTo>
                  <a:pt x="480" y="523"/>
                </a:lnTo>
                <a:lnTo>
                  <a:pt x="480" y="522"/>
                </a:lnTo>
                <a:lnTo>
                  <a:pt x="479" y="521"/>
                </a:lnTo>
                <a:lnTo>
                  <a:pt x="479" y="522"/>
                </a:lnTo>
                <a:lnTo>
                  <a:pt x="478" y="522"/>
                </a:lnTo>
                <a:lnTo>
                  <a:pt x="477" y="523"/>
                </a:lnTo>
                <a:lnTo>
                  <a:pt x="478" y="523"/>
                </a:lnTo>
                <a:lnTo>
                  <a:pt x="477" y="524"/>
                </a:lnTo>
                <a:lnTo>
                  <a:pt x="476" y="524"/>
                </a:lnTo>
                <a:lnTo>
                  <a:pt x="476" y="525"/>
                </a:lnTo>
                <a:lnTo>
                  <a:pt x="475" y="525"/>
                </a:lnTo>
                <a:lnTo>
                  <a:pt x="474" y="526"/>
                </a:lnTo>
                <a:lnTo>
                  <a:pt x="474" y="527"/>
                </a:lnTo>
                <a:lnTo>
                  <a:pt x="473" y="528"/>
                </a:lnTo>
                <a:lnTo>
                  <a:pt x="472" y="528"/>
                </a:lnTo>
                <a:lnTo>
                  <a:pt x="472" y="529"/>
                </a:lnTo>
                <a:lnTo>
                  <a:pt x="472" y="530"/>
                </a:lnTo>
                <a:lnTo>
                  <a:pt x="472" y="531"/>
                </a:lnTo>
                <a:lnTo>
                  <a:pt x="472" y="532"/>
                </a:lnTo>
                <a:lnTo>
                  <a:pt x="473" y="533"/>
                </a:lnTo>
                <a:lnTo>
                  <a:pt x="473" y="534"/>
                </a:lnTo>
                <a:lnTo>
                  <a:pt x="474" y="534"/>
                </a:lnTo>
                <a:lnTo>
                  <a:pt x="474" y="535"/>
                </a:lnTo>
                <a:lnTo>
                  <a:pt x="474" y="536"/>
                </a:lnTo>
                <a:lnTo>
                  <a:pt x="473" y="536"/>
                </a:lnTo>
                <a:lnTo>
                  <a:pt x="473" y="537"/>
                </a:lnTo>
                <a:lnTo>
                  <a:pt x="474" y="538"/>
                </a:lnTo>
                <a:lnTo>
                  <a:pt x="475" y="539"/>
                </a:lnTo>
                <a:lnTo>
                  <a:pt x="476" y="539"/>
                </a:lnTo>
                <a:lnTo>
                  <a:pt x="477" y="540"/>
                </a:lnTo>
                <a:lnTo>
                  <a:pt x="476" y="540"/>
                </a:lnTo>
                <a:lnTo>
                  <a:pt x="477" y="541"/>
                </a:lnTo>
                <a:lnTo>
                  <a:pt x="478" y="541"/>
                </a:lnTo>
                <a:lnTo>
                  <a:pt x="478" y="540"/>
                </a:lnTo>
                <a:lnTo>
                  <a:pt x="478" y="541"/>
                </a:lnTo>
                <a:lnTo>
                  <a:pt x="479" y="541"/>
                </a:lnTo>
                <a:lnTo>
                  <a:pt x="479" y="542"/>
                </a:lnTo>
                <a:lnTo>
                  <a:pt x="478" y="542"/>
                </a:lnTo>
                <a:lnTo>
                  <a:pt x="478" y="543"/>
                </a:lnTo>
                <a:lnTo>
                  <a:pt x="477" y="544"/>
                </a:lnTo>
                <a:lnTo>
                  <a:pt x="477" y="545"/>
                </a:lnTo>
                <a:lnTo>
                  <a:pt x="476" y="545"/>
                </a:lnTo>
                <a:lnTo>
                  <a:pt x="475" y="546"/>
                </a:lnTo>
                <a:lnTo>
                  <a:pt x="473" y="547"/>
                </a:lnTo>
                <a:lnTo>
                  <a:pt x="471" y="548"/>
                </a:lnTo>
                <a:lnTo>
                  <a:pt x="471" y="549"/>
                </a:lnTo>
                <a:lnTo>
                  <a:pt x="472" y="549"/>
                </a:lnTo>
                <a:lnTo>
                  <a:pt x="472" y="550"/>
                </a:lnTo>
                <a:lnTo>
                  <a:pt x="472" y="551"/>
                </a:lnTo>
                <a:lnTo>
                  <a:pt x="473" y="551"/>
                </a:lnTo>
                <a:lnTo>
                  <a:pt x="474" y="551"/>
                </a:lnTo>
                <a:lnTo>
                  <a:pt x="475" y="551"/>
                </a:lnTo>
                <a:lnTo>
                  <a:pt x="475" y="550"/>
                </a:lnTo>
                <a:lnTo>
                  <a:pt x="476" y="550"/>
                </a:lnTo>
                <a:lnTo>
                  <a:pt x="476" y="549"/>
                </a:lnTo>
                <a:lnTo>
                  <a:pt x="477" y="550"/>
                </a:lnTo>
                <a:lnTo>
                  <a:pt x="477" y="551"/>
                </a:lnTo>
                <a:lnTo>
                  <a:pt x="477" y="552"/>
                </a:lnTo>
                <a:lnTo>
                  <a:pt x="475" y="552"/>
                </a:lnTo>
                <a:lnTo>
                  <a:pt x="474" y="552"/>
                </a:lnTo>
                <a:lnTo>
                  <a:pt x="473" y="551"/>
                </a:lnTo>
                <a:lnTo>
                  <a:pt x="473" y="552"/>
                </a:lnTo>
                <a:lnTo>
                  <a:pt x="473" y="553"/>
                </a:lnTo>
                <a:lnTo>
                  <a:pt x="473" y="554"/>
                </a:lnTo>
                <a:lnTo>
                  <a:pt x="474" y="553"/>
                </a:lnTo>
                <a:lnTo>
                  <a:pt x="474" y="554"/>
                </a:lnTo>
                <a:lnTo>
                  <a:pt x="474" y="555"/>
                </a:lnTo>
                <a:lnTo>
                  <a:pt x="474" y="556"/>
                </a:lnTo>
                <a:lnTo>
                  <a:pt x="475" y="556"/>
                </a:lnTo>
                <a:lnTo>
                  <a:pt x="475" y="555"/>
                </a:lnTo>
                <a:lnTo>
                  <a:pt x="476" y="555"/>
                </a:lnTo>
                <a:lnTo>
                  <a:pt x="476" y="556"/>
                </a:lnTo>
                <a:lnTo>
                  <a:pt x="476" y="557"/>
                </a:lnTo>
                <a:lnTo>
                  <a:pt x="477" y="558"/>
                </a:lnTo>
                <a:lnTo>
                  <a:pt x="477" y="559"/>
                </a:lnTo>
                <a:lnTo>
                  <a:pt x="477" y="560"/>
                </a:lnTo>
                <a:lnTo>
                  <a:pt x="478" y="560"/>
                </a:lnTo>
                <a:lnTo>
                  <a:pt x="478" y="561"/>
                </a:lnTo>
                <a:lnTo>
                  <a:pt x="478" y="562"/>
                </a:lnTo>
                <a:lnTo>
                  <a:pt x="478" y="563"/>
                </a:lnTo>
                <a:lnTo>
                  <a:pt x="478" y="564"/>
                </a:lnTo>
                <a:lnTo>
                  <a:pt x="479" y="564"/>
                </a:lnTo>
                <a:lnTo>
                  <a:pt x="479" y="565"/>
                </a:lnTo>
                <a:lnTo>
                  <a:pt x="479" y="566"/>
                </a:lnTo>
                <a:lnTo>
                  <a:pt x="479" y="567"/>
                </a:lnTo>
                <a:lnTo>
                  <a:pt x="479" y="568"/>
                </a:lnTo>
                <a:lnTo>
                  <a:pt x="479" y="569"/>
                </a:lnTo>
                <a:lnTo>
                  <a:pt x="479" y="570"/>
                </a:lnTo>
                <a:lnTo>
                  <a:pt x="480" y="570"/>
                </a:lnTo>
                <a:lnTo>
                  <a:pt x="480" y="571"/>
                </a:lnTo>
                <a:lnTo>
                  <a:pt x="479" y="572"/>
                </a:lnTo>
                <a:lnTo>
                  <a:pt x="479" y="574"/>
                </a:lnTo>
                <a:lnTo>
                  <a:pt x="480" y="574"/>
                </a:lnTo>
                <a:lnTo>
                  <a:pt x="479" y="574"/>
                </a:lnTo>
                <a:lnTo>
                  <a:pt x="480" y="575"/>
                </a:lnTo>
                <a:lnTo>
                  <a:pt x="480" y="577"/>
                </a:lnTo>
                <a:lnTo>
                  <a:pt x="479" y="576"/>
                </a:lnTo>
                <a:lnTo>
                  <a:pt x="478" y="575"/>
                </a:lnTo>
                <a:lnTo>
                  <a:pt x="477" y="575"/>
                </a:lnTo>
                <a:lnTo>
                  <a:pt x="477" y="576"/>
                </a:lnTo>
                <a:lnTo>
                  <a:pt x="477" y="577"/>
                </a:lnTo>
                <a:lnTo>
                  <a:pt x="476" y="577"/>
                </a:lnTo>
                <a:lnTo>
                  <a:pt x="476" y="576"/>
                </a:lnTo>
                <a:lnTo>
                  <a:pt x="475" y="577"/>
                </a:lnTo>
                <a:lnTo>
                  <a:pt x="475" y="578"/>
                </a:lnTo>
                <a:lnTo>
                  <a:pt x="474" y="578"/>
                </a:lnTo>
                <a:lnTo>
                  <a:pt x="475" y="578"/>
                </a:lnTo>
                <a:lnTo>
                  <a:pt x="475" y="579"/>
                </a:lnTo>
                <a:lnTo>
                  <a:pt x="475" y="580"/>
                </a:lnTo>
                <a:lnTo>
                  <a:pt x="475" y="582"/>
                </a:lnTo>
                <a:lnTo>
                  <a:pt x="476" y="582"/>
                </a:lnTo>
                <a:lnTo>
                  <a:pt x="475" y="583"/>
                </a:lnTo>
                <a:lnTo>
                  <a:pt x="475" y="584"/>
                </a:lnTo>
                <a:lnTo>
                  <a:pt x="474" y="584"/>
                </a:lnTo>
                <a:lnTo>
                  <a:pt x="474" y="585"/>
                </a:lnTo>
                <a:lnTo>
                  <a:pt x="473" y="586"/>
                </a:lnTo>
                <a:lnTo>
                  <a:pt x="472" y="586"/>
                </a:lnTo>
                <a:lnTo>
                  <a:pt x="472" y="587"/>
                </a:lnTo>
                <a:lnTo>
                  <a:pt x="470" y="589"/>
                </a:lnTo>
                <a:lnTo>
                  <a:pt x="470" y="590"/>
                </a:lnTo>
                <a:lnTo>
                  <a:pt x="469" y="590"/>
                </a:lnTo>
                <a:lnTo>
                  <a:pt x="468" y="590"/>
                </a:lnTo>
                <a:lnTo>
                  <a:pt x="467" y="590"/>
                </a:lnTo>
                <a:lnTo>
                  <a:pt x="466" y="591"/>
                </a:lnTo>
                <a:lnTo>
                  <a:pt x="467" y="591"/>
                </a:lnTo>
                <a:lnTo>
                  <a:pt x="467" y="592"/>
                </a:lnTo>
                <a:lnTo>
                  <a:pt x="468" y="593"/>
                </a:lnTo>
                <a:lnTo>
                  <a:pt x="468" y="594"/>
                </a:lnTo>
                <a:lnTo>
                  <a:pt x="467" y="594"/>
                </a:lnTo>
                <a:lnTo>
                  <a:pt x="466" y="594"/>
                </a:lnTo>
                <a:lnTo>
                  <a:pt x="465" y="594"/>
                </a:lnTo>
                <a:lnTo>
                  <a:pt x="465" y="595"/>
                </a:lnTo>
                <a:lnTo>
                  <a:pt x="465" y="598"/>
                </a:lnTo>
                <a:lnTo>
                  <a:pt x="466" y="598"/>
                </a:lnTo>
                <a:lnTo>
                  <a:pt x="466" y="599"/>
                </a:lnTo>
                <a:lnTo>
                  <a:pt x="467" y="600"/>
                </a:lnTo>
                <a:lnTo>
                  <a:pt x="467" y="601"/>
                </a:lnTo>
                <a:lnTo>
                  <a:pt x="468" y="602"/>
                </a:lnTo>
                <a:lnTo>
                  <a:pt x="468" y="603"/>
                </a:lnTo>
                <a:lnTo>
                  <a:pt x="467" y="603"/>
                </a:lnTo>
                <a:lnTo>
                  <a:pt x="467" y="604"/>
                </a:lnTo>
                <a:lnTo>
                  <a:pt x="467" y="605"/>
                </a:lnTo>
                <a:lnTo>
                  <a:pt x="466" y="605"/>
                </a:lnTo>
                <a:lnTo>
                  <a:pt x="466" y="606"/>
                </a:lnTo>
                <a:lnTo>
                  <a:pt x="465" y="606"/>
                </a:lnTo>
                <a:lnTo>
                  <a:pt x="465" y="607"/>
                </a:lnTo>
                <a:lnTo>
                  <a:pt x="465" y="608"/>
                </a:lnTo>
                <a:lnTo>
                  <a:pt x="465" y="609"/>
                </a:lnTo>
                <a:lnTo>
                  <a:pt x="464" y="609"/>
                </a:lnTo>
                <a:lnTo>
                  <a:pt x="463" y="609"/>
                </a:lnTo>
                <a:lnTo>
                  <a:pt x="462" y="610"/>
                </a:lnTo>
                <a:lnTo>
                  <a:pt x="462" y="611"/>
                </a:lnTo>
                <a:lnTo>
                  <a:pt x="461" y="611"/>
                </a:lnTo>
                <a:lnTo>
                  <a:pt x="461" y="612"/>
                </a:lnTo>
                <a:lnTo>
                  <a:pt x="461" y="613"/>
                </a:lnTo>
                <a:lnTo>
                  <a:pt x="461" y="614"/>
                </a:lnTo>
                <a:lnTo>
                  <a:pt x="460" y="615"/>
                </a:lnTo>
                <a:lnTo>
                  <a:pt x="459" y="616"/>
                </a:lnTo>
                <a:lnTo>
                  <a:pt x="459" y="617"/>
                </a:lnTo>
                <a:lnTo>
                  <a:pt x="458" y="618"/>
                </a:lnTo>
                <a:lnTo>
                  <a:pt x="457" y="618"/>
                </a:lnTo>
                <a:lnTo>
                  <a:pt x="456" y="617"/>
                </a:lnTo>
                <a:lnTo>
                  <a:pt x="455" y="617"/>
                </a:lnTo>
                <a:lnTo>
                  <a:pt x="454" y="618"/>
                </a:lnTo>
                <a:lnTo>
                  <a:pt x="453" y="619"/>
                </a:lnTo>
                <a:lnTo>
                  <a:pt x="453" y="618"/>
                </a:lnTo>
                <a:lnTo>
                  <a:pt x="452" y="619"/>
                </a:lnTo>
                <a:lnTo>
                  <a:pt x="451" y="619"/>
                </a:lnTo>
                <a:lnTo>
                  <a:pt x="450" y="620"/>
                </a:lnTo>
                <a:lnTo>
                  <a:pt x="450" y="621"/>
                </a:lnTo>
                <a:lnTo>
                  <a:pt x="449" y="622"/>
                </a:lnTo>
                <a:lnTo>
                  <a:pt x="449" y="623"/>
                </a:lnTo>
                <a:lnTo>
                  <a:pt x="448" y="623"/>
                </a:lnTo>
                <a:lnTo>
                  <a:pt x="447" y="625"/>
                </a:lnTo>
                <a:lnTo>
                  <a:pt x="447" y="626"/>
                </a:lnTo>
                <a:lnTo>
                  <a:pt x="446" y="627"/>
                </a:lnTo>
                <a:lnTo>
                  <a:pt x="445" y="627"/>
                </a:lnTo>
                <a:lnTo>
                  <a:pt x="444" y="628"/>
                </a:lnTo>
                <a:lnTo>
                  <a:pt x="444" y="629"/>
                </a:lnTo>
                <a:lnTo>
                  <a:pt x="443" y="629"/>
                </a:lnTo>
                <a:lnTo>
                  <a:pt x="443" y="630"/>
                </a:lnTo>
                <a:lnTo>
                  <a:pt x="443" y="631"/>
                </a:lnTo>
                <a:lnTo>
                  <a:pt x="443" y="632"/>
                </a:lnTo>
                <a:lnTo>
                  <a:pt x="444" y="633"/>
                </a:lnTo>
                <a:lnTo>
                  <a:pt x="444" y="634"/>
                </a:lnTo>
                <a:lnTo>
                  <a:pt x="444" y="635"/>
                </a:lnTo>
                <a:lnTo>
                  <a:pt x="444" y="636"/>
                </a:lnTo>
                <a:lnTo>
                  <a:pt x="443" y="637"/>
                </a:lnTo>
                <a:lnTo>
                  <a:pt x="442" y="638"/>
                </a:lnTo>
                <a:lnTo>
                  <a:pt x="441" y="637"/>
                </a:lnTo>
                <a:lnTo>
                  <a:pt x="440" y="637"/>
                </a:lnTo>
                <a:lnTo>
                  <a:pt x="440" y="638"/>
                </a:lnTo>
                <a:lnTo>
                  <a:pt x="439" y="638"/>
                </a:lnTo>
                <a:lnTo>
                  <a:pt x="438" y="638"/>
                </a:lnTo>
                <a:lnTo>
                  <a:pt x="438" y="637"/>
                </a:lnTo>
                <a:lnTo>
                  <a:pt x="438" y="638"/>
                </a:lnTo>
                <a:lnTo>
                  <a:pt x="437" y="638"/>
                </a:lnTo>
                <a:lnTo>
                  <a:pt x="437" y="639"/>
                </a:lnTo>
                <a:lnTo>
                  <a:pt x="436" y="639"/>
                </a:lnTo>
                <a:lnTo>
                  <a:pt x="435" y="639"/>
                </a:lnTo>
                <a:lnTo>
                  <a:pt x="434" y="639"/>
                </a:lnTo>
                <a:lnTo>
                  <a:pt x="433" y="639"/>
                </a:lnTo>
                <a:lnTo>
                  <a:pt x="432" y="639"/>
                </a:lnTo>
                <a:lnTo>
                  <a:pt x="432" y="640"/>
                </a:lnTo>
                <a:lnTo>
                  <a:pt x="431" y="640"/>
                </a:lnTo>
                <a:lnTo>
                  <a:pt x="431" y="641"/>
                </a:lnTo>
                <a:lnTo>
                  <a:pt x="430" y="642"/>
                </a:lnTo>
                <a:lnTo>
                  <a:pt x="430" y="643"/>
                </a:lnTo>
                <a:lnTo>
                  <a:pt x="429" y="643"/>
                </a:lnTo>
                <a:lnTo>
                  <a:pt x="429" y="644"/>
                </a:lnTo>
                <a:lnTo>
                  <a:pt x="428" y="644"/>
                </a:lnTo>
                <a:lnTo>
                  <a:pt x="427" y="644"/>
                </a:lnTo>
                <a:lnTo>
                  <a:pt x="427" y="643"/>
                </a:lnTo>
                <a:lnTo>
                  <a:pt x="426" y="642"/>
                </a:lnTo>
                <a:lnTo>
                  <a:pt x="425" y="642"/>
                </a:lnTo>
                <a:lnTo>
                  <a:pt x="424" y="642"/>
                </a:lnTo>
                <a:lnTo>
                  <a:pt x="423" y="643"/>
                </a:lnTo>
                <a:lnTo>
                  <a:pt x="424" y="644"/>
                </a:lnTo>
                <a:lnTo>
                  <a:pt x="424" y="645"/>
                </a:lnTo>
                <a:lnTo>
                  <a:pt x="425" y="646"/>
                </a:lnTo>
                <a:lnTo>
                  <a:pt x="425" y="648"/>
                </a:lnTo>
                <a:lnTo>
                  <a:pt x="425" y="649"/>
                </a:lnTo>
                <a:lnTo>
                  <a:pt x="425" y="650"/>
                </a:lnTo>
                <a:lnTo>
                  <a:pt x="426" y="651"/>
                </a:lnTo>
                <a:lnTo>
                  <a:pt x="425" y="652"/>
                </a:lnTo>
                <a:lnTo>
                  <a:pt x="424" y="652"/>
                </a:lnTo>
                <a:lnTo>
                  <a:pt x="423" y="652"/>
                </a:lnTo>
                <a:lnTo>
                  <a:pt x="423" y="651"/>
                </a:lnTo>
                <a:lnTo>
                  <a:pt x="422" y="651"/>
                </a:lnTo>
                <a:lnTo>
                  <a:pt x="422" y="652"/>
                </a:lnTo>
                <a:lnTo>
                  <a:pt x="421" y="652"/>
                </a:lnTo>
                <a:lnTo>
                  <a:pt x="421" y="651"/>
                </a:lnTo>
                <a:lnTo>
                  <a:pt x="420" y="652"/>
                </a:lnTo>
                <a:lnTo>
                  <a:pt x="418" y="651"/>
                </a:lnTo>
                <a:lnTo>
                  <a:pt x="418" y="652"/>
                </a:lnTo>
                <a:lnTo>
                  <a:pt x="417" y="652"/>
                </a:lnTo>
                <a:lnTo>
                  <a:pt x="416" y="652"/>
                </a:lnTo>
                <a:lnTo>
                  <a:pt x="415" y="653"/>
                </a:lnTo>
                <a:lnTo>
                  <a:pt x="415" y="654"/>
                </a:lnTo>
                <a:lnTo>
                  <a:pt x="414" y="655"/>
                </a:lnTo>
                <a:lnTo>
                  <a:pt x="414" y="656"/>
                </a:lnTo>
                <a:lnTo>
                  <a:pt x="414" y="657"/>
                </a:lnTo>
                <a:lnTo>
                  <a:pt x="413" y="657"/>
                </a:lnTo>
                <a:lnTo>
                  <a:pt x="413" y="656"/>
                </a:lnTo>
                <a:lnTo>
                  <a:pt x="412" y="655"/>
                </a:lnTo>
                <a:lnTo>
                  <a:pt x="412" y="656"/>
                </a:lnTo>
                <a:lnTo>
                  <a:pt x="411" y="656"/>
                </a:lnTo>
                <a:lnTo>
                  <a:pt x="410" y="656"/>
                </a:lnTo>
                <a:lnTo>
                  <a:pt x="410" y="655"/>
                </a:lnTo>
                <a:lnTo>
                  <a:pt x="409" y="655"/>
                </a:lnTo>
                <a:lnTo>
                  <a:pt x="408" y="655"/>
                </a:lnTo>
                <a:lnTo>
                  <a:pt x="407" y="655"/>
                </a:lnTo>
                <a:lnTo>
                  <a:pt x="406" y="654"/>
                </a:lnTo>
                <a:lnTo>
                  <a:pt x="405" y="653"/>
                </a:lnTo>
                <a:lnTo>
                  <a:pt x="405" y="652"/>
                </a:lnTo>
                <a:lnTo>
                  <a:pt x="406" y="652"/>
                </a:lnTo>
                <a:lnTo>
                  <a:pt x="406" y="651"/>
                </a:lnTo>
                <a:lnTo>
                  <a:pt x="405" y="650"/>
                </a:lnTo>
                <a:lnTo>
                  <a:pt x="406" y="650"/>
                </a:lnTo>
                <a:lnTo>
                  <a:pt x="406" y="649"/>
                </a:lnTo>
                <a:lnTo>
                  <a:pt x="405" y="649"/>
                </a:lnTo>
                <a:lnTo>
                  <a:pt x="404" y="648"/>
                </a:lnTo>
                <a:lnTo>
                  <a:pt x="404" y="647"/>
                </a:lnTo>
                <a:lnTo>
                  <a:pt x="404" y="646"/>
                </a:lnTo>
                <a:lnTo>
                  <a:pt x="405" y="646"/>
                </a:lnTo>
                <a:lnTo>
                  <a:pt x="406" y="645"/>
                </a:lnTo>
                <a:lnTo>
                  <a:pt x="405" y="644"/>
                </a:lnTo>
                <a:lnTo>
                  <a:pt x="405" y="643"/>
                </a:lnTo>
                <a:lnTo>
                  <a:pt x="404" y="642"/>
                </a:lnTo>
                <a:lnTo>
                  <a:pt x="403" y="642"/>
                </a:lnTo>
                <a:lnTo>
                  <a:pt x="403" y="643"/>
                </a:lnTo>
                <a:lnTo>
                  <a:pt x="402" y="642"/>
                </a:lnTo>
                <a:lnTo>
                  <a:pt x="402" y="641"/>
                </a:lnTo>
                <a:lnTo>
                  <a:pt x="401" y="641"/>
                </a:lnTo>
                <a:lnTo>
                  <a:pt x="401" y="640"/>
                </a:lnTo>
                <a:lnTo>
                  <a:pt x="400" y="640"/>
                </a:lnTo>
                <a:lnTo>
                  <a:pt x="399" y="640"/>
                </a:lnTo>
                <a:lnTo>
                  <a:pt x="398" y="640"/>
                </a:lnTo>
                <a:lnTo>
                  <a:pt x="397" y="640"/>
                </a:lnTo>
                <a:lnTo>
                  <a:pt x="396" y="640"/>
                </a:lnTo>
                <a:lnTo>
                  <a:pt x="395" y="640"/>
                </a:lnTo>
                <a:lnTo>
                  <a:pt x="394" y="639"/>
                </a:lnTo>
                <a:lnTo>
                  <a:pt x="394" y="638"/>
                </a:lnTo>
                <a:lnTo>
                  <a:pt x="393" y="637"/>
                </a:lnTo>
                <a:lnTo>
                  <a:pt x="392" y="637"/>
                </a:lnTo>
                <a:lnTo>
                  <a:pt x="391" y="636"/>
                </a:lnTo>
                <a:lnTo>
                  <a:pt x="390" y="636"/>
                </a:lnTo>
                <a:lnTo>
                  <a:pt x="389" y="636"/>
                </a:lnTo>
                <a:lnTo>
                  <a:pt x="388" y="637"/>
                </a:lnTo>
                <a:lnTo>
                  <a:pt x="388" y="638"/>
                </a:lnTo>
                <a:lnTo>
                  <a:pt x="387" y="638"/>
                </a:lnTo>
                <a:lnTo>
                  <a:pt x="387" y="639"/>
                </a:lnTo>
                <a:lnTo>
                  <a:pt x="386" y="638"/>
                </a:lnTo>
                <a:lnTo>
                  <a:pt x="384" y="638"/>
                </a:lnTo>
                <a:lnTo>
                  <a:pt x="383" y="639"/>
                </a:lnTo>
                <a:lnTo>
                  <a:pt x="383" y="640"/>
                </a:lnTo>
                <a:lnTo>
                  <a:pt x="382" y="640"/>
                </a:lnTo>
                <a:lnTo>
                  <a:pt x="381" y="639"/>
                </a:lnTo>
                <a:lnTo>
                  <a:pt x="380" y="640"/>
                </a:lnTo>
                <a:lnTo>
                  <a:pt x="379" y="640"/>
                </a:lnTo>
                <a:lnTo>
                  <a:pt x="379" y="641"/>
                </a:lnTo>
                <a:lnTo>
                  <a:pt x="378" y="641"/>
                </a:lnTo>
                <a:lnTo>
                  <a:pt x="378" y="642"/>
                </a:lnTo>
                <a:lnTo>
                  <a:pt x="377" y="642"/>
                </a:lnTo>
                <a:lnTo>
                  <a:pt x="376" y="642"/>
                </a:lnTo>
                <a:lnTo>
                  <a:pt x="375" y="642"/>
                </a:lnTo>
                <a:lnTo>
                  <a:pt x="375" y="641"/>
                </a:lnTo>
                <a:lnTo>
                  <a:pt x="374" y="641"/>
                </a:lnTo>
                <a:lnTo>
                  <a:pt x="374" y="640"/>
                </a:lnTo>
                <a:lnTo>
                  <a:pt x="374" y="639"/>
                </a:lnTo>
                <a:lnTo>
                  <a:pt x="374" y="640"/>
                </a:lnTo>
                <a:lnTo>
                  <a:pt x="373" y="640"/>
                </a:lnTo>
                <a:lnTo>
                  <a:pt x="372" y="640"/>
                </a:lnTo>
                <a:lnTo>
                  <a:pt x="371" y="640"/>
                </a:lnTo>
                <a:lnTo>
                  <a:pt x="370" y="640"/>
                </a:lnTo>
                <a:lnTo>
                  <a:pt x="369" y="640"/>
                </a:lnTo>
                <a:lnTo>
                  <a:pt x="369" y="639"/>
                </a:lnTo>
                <a:lnTo>
                  <a:pt x="368" y="639"/>
                </a:lnTo>
                <a:lnTo>
                  <a:pt x="367" y="640"/>
                </a:lnTo>
                <a:lnTo>
                  <a:pt x="366" y="640"/>
                </a:lnTo>
                <a:lnTo>
                  <a:pt x="365" y="641"/>
                </a:lnTo>
                <a:lnTo>
                  <a:pt x="364" y="641"/>
                </a:lnTo>
                <a:lnTo>
                  <a:pt x="365" y="640"/>
                </a:lnTo>
                <a:lnTo>
                  <a:pt x="364" y="640"/>
                </a:lnTo>
                <a:lnTo>
                  <a:pt x="363" y="641"/>
                </a:lnTo>
                <a:lnTo>
                  <a:pt x="363" y="642"/>
                </a:lnTo>
                <a:lnTo>
                  <a:pt x="362" y="642"/>
                </a:lnTo>
                <a:lnTo>
                  <a:pt x="362" y="641"/>
                </a:lnTo>
                <a:lnTo>
                  <a:pt x="361" y="642"/>
                </a:lnTo>
                <a:lnTo>
                  <a:pt x="361" y="643"/>
                </a:lnTo>
                <a:lnTo>
                  <a:pt x="360" y="643"/>
                </a:lnTo>
                <a:lnTo>
                  <a:pt x="359" y="644"/>
                </a:lnTo>
                <a:lnTo>
                  <a:pt x="359" y="643"/>
                </a:lnTo>
                <a:lnTo>
                  <a:pt x="358" y="642"/>
                </a:lnTo>
                <a:lnTo>
                  <a:pt x="357" y="642"/>
                </a:lnTo>
                <a:lnTo>
                  <a:pt x="357" y="643"/>
                </a:lnTo>
                <a:lnTo>
                  <a:pt x="357" y="644"/>
                </a:lnTo>
                <a:lnTo>
                  <a:pt x="356" y="643"/>
                </a:lnTo>
                <a:lnTo>
                  <a:pt x="355" y="643"/>
                </a:lnTo>
                <a:lnTo>
                  <a:pt x="354" y="643"/>
                </a:lnTo>
                <a:lnTo>
                  <a:pt x="354" y="642"/>
                </a:lnTo>
                <a:lnTo>
                  <a:pt x="353" y="642"/>
                </a:lnTo>
                <a:lnTo>
                  <a:pt x="354" y="641"/>
                </a:lnTo>
                <a:lnTo>
                  <a:pt x="354" y="640"/>
                </a:lnTo>
                <a:lnTo>
                  <a:pt x="353" y="639"/>
                </a:lnTo>
                <a:lnTo>
                  <a:pt x="353" y="638"/>
                </a:lnTo>
                <a:lnTo>
                  <a:pt x="352" y="639"/>
                </a:lnTo>
                <a:lnTo>
                  <a:pt x="351" y="638"/>
                </a:lnTo>
                <a:lnTo>
                  <a:pt x="351" y="637"/>
                </a:lnTo>
                <a:lnTo>
                  <a:pt x="350" y="637"/>
                </a:lnTo>
                <a:lnTo>
                  <a:pt x="349" y="636"/>
                </a:lnTo>
                <a:lnTo>
                  <a:pt x="348" y="637"/>
                </a:lnTo>
                <a:lnTo>
                  <a:pt x="347" y="637"/>
                </a:lnTo>
                <a:lnTo>
                  <a:pt x="347" y="638"/>
                </a:lnTo>
                <a:lnTo>
                  <a:pt x="346" y="640"/>
                </a:lnTo>
                <a:lnTo>
                  <a:pt x="345" y="640"/>
                </a:lnTo>
                <a:lnTo>
                  <a:pt x="344" y="640"/>
                </a:lnTo>
                <a:lnTo>
                  <a:pt x="344" y="641"/>
                </a:lnTo>
                <a:lnTo>
                  <a:pt x="343" y="641"/>
                </a:lnTo>
                <a:lnTo>
                  <a:pt x="342" y="640"/>
                </a:lnTo>
                <a:lnTo>
                  <a:pt x="341" y="640"/>
                </a:lnTo>
                <a:lnTo>
                  <a:pt x="340" y="640"/>
                </a:lnTo>
                <a:lnTo>
                  <a:pt x="340" y="641"/>
                </a:lnTo>
                <a:lnTo>
                  <a:pt x="339" y="640"/>
                </a:lnTo>
                <a:lnTo>
                  <a:pt x="338" y="640"/>
                </a:lnTo>
                <a:lnTo>
                  <a:pt x="338" y="641"/>
                </a:lnTo>
                <a:lnTo>
                  <a:pt x="337" y="640"/>
                </a:lnTo>
                <a:lnTo>
                  <a:pt x="336" y="639"/>
                </a:lnTo>
                <a:lnTo>
                  <a:pt x="336" y="638"/>
                </a:lnTo>
                <a:lnTo>
                  <a:pt x="336" y="637"/>
                </a:lnTo>
                <a:lnTo>
                  <a:pt x="335" y="637"/>
                </a:lnTo>
                <a:lnTo>
                  <a:pt x="335" y="636"/>
                </a:lnTo>
                <a:lnTo>
                  <a:pt x="335" y="634"/>
                </a:lnTo>
                <a:lnTo>
                  <a:pt x="336" y="633"/>
                </a:lnTo>
                <a:lnTo>
                  <a:pt x="335" y="632"/>
                </a:lnTo>
                <a:lnTo>
                  <a:pt x="334" y="632"/>
                </a:lnTo>
                <a:lnTo>
                  <a:pt x="333" y="631"/>
                </a:lnTo>
                <a:lnTo>
                  <a:pt x="332" y="631"/>
                </a:lnTo>
                <a:lnTo>
                  <a:pt x="332" y="632"/>
                </a:lnTo>
                <a:lnTo>
                  <a:pt x="331" y="632"/>
                </a:lnTo>
                <a:lnTo>
                  <a:pt x="330" y="632"/>
                </a:lnTo>
                <a:lnTo>
                  <a:pt x="329" y="632"/>
                </a:lnTo>
                <a:lnTo>
                  <a:pt x="329" y="631"/>
                </a:lnTo>
                <a:lnTo>
                  <a:pt x="329" y="630"/>
                </a:lnTo>
                <a:lnTo>
                  <a:pt x="328" y="630"/>
                </a:lnTo>
                <a:lnTo>
                  <a:pt x="327" y="631"/>
                </a:lnTo>
                <a:lnTo>
                  <a:pt x="327" y="630"/>
                </a:lnTo>
                <a:lnTo>
                  <a:pt x="327" y="629"/>
                </a:lnTo>
                <a:lnTo>
                  <a:pt x="326" y="629"/>
                </a:lnTo>
                <a:lnTo>
                  <a:pt x="326" y="628"/>
                </a:lnTo>
                <a:lnTo>
                  <a:pt x="326" y="627"/>
                </a:lnTo>
                <a:lnTo>
                  <a:pt x="327" y="626"/>
                </a:lnTo>
                <a:lnTo>
                  <a:pt x="326" y="625"/>
                </a:lnTo>
                <a:lnTo>
                  <a:pt x="326" y="624"/>
                </a:lnTo>
                <a:lnTo>
                  <a:pt x="326" y="623"/>
                </a:lnTo>
                <a:lnTo>
                  <a:pt x="325" y="622"/>
                </a:lnTo>
                <a:lnTo>
                  <a:pt x="324" y="622"/>
                </a:lnTo>
                <a:lnTo>
                  <a:pt x="325" y="621"/>
                </a:lnTo>
                <a:lnTo>
                  <a:pt x="325" y="620"/>
                </a:lnTo>
                <a:lnTo>
                  <a:pt x="324" y="620"/>
                </a:lnTo>
                <a:lnTo>
                  <a:pt x="323" y="621"/>
                </a:lnTo>
                <a:lnTo>
                  <a:pt x="323" y="620"/>
                </a:lnTo>
                <a:lnTo>
                  <a:pt x="322" y="620"/>
                </a:lnTo>
                <a:lnTo>
                  <a:pt x="322" y="619"/>
                </a:lnTo>
                <a:lnTo>
                  <a:pt x="321" y="619"/>
                </a:lnTo>
                <a:lnTo>
                  <a:pt x="322" y="618"/>
                </a:lnTo>
                <a:lnTo>
                  <a:pt x="321" y="618"/>
                </a:lnTo>
                <a:lnTo>
                  <a:pt x="321" y="617"/>
                </a:lnTo>
                <a:lnTo>
                  <a:pt x="320" y="617"/>
                </a:lnTo>
                <a:lnTo>
                  <a:pt x="320" y="616"/>
                </a:lnTo>
                <a:lnTo>
                  <a:pt x="320" y="615"/>
                </a:lnTo>
                <a:lnTo>
                  <a:pt x="321" y="615"/>
                </a:lnTo>
                <a:lnTo>
                  <a:pt x="321" y="614"/>
                </a:lnTo>
                <a:lnTo>
                  <a:pt x="320" y="613"/>
                </a:lnTo>
                <a:lnTo>
                  <a:pt x="321" y="612"/>
                </a:lnTo>
                <a:lnTo>
                  <a:pt x="321" y="611"/>
                </a:lnTo>
                <a:lnTo>
                  <a:pt x="321" y="610"/>
                </a:lnTo>
                <a:lnTo>
                  <a:pt x="321" y="609"/>
                </a:lnTo>
                <a:lnTo>
                  <a:pt x="320" y="609"/>
                </a:lnTo>
                <a:lnTo>
                  <a:pt x="319" y="609"/>
                </a:lnTo>
                <a:lnTo>
                  <a:pt x="317" y="610"/>
                </a:lnTo>
                <a:lnTo>
                  <a:pt x="317" y="612"/>
                </a:lnTo>
                <a:lnTo>
                  <a:pt x="317" y="613"/>
                </a:lnTo>
                <a:lnTo>
                  <a:pt x="316" y="613"/>
                </a:lnTo>
                <a:lnTo>
                  <a:pt x="316" y="614"/>
                </a:lnTo>
                <a:lnTo>
                  <a:pt x="315" y="615"/>
                </a:lnTo>
                <a:lnTo>
                  <a:pt x="314" y="615"/>
                </a:lnTo>
                <a:lnTo>
                  <a:pt x="314" y="614"/>
                </a:lnTo>
                <a:lnTo>
                  <a:pt x="313" y="613"/>
                </a:lnTo>
                <a:lnTo>
                  <a:pt x="313" y="612"/>
                </a:lnTo>
                <a:lnTo>
                  <a:pt x="312" y="612"/>
                </a:lnTo>
                <a:lnTo>
                  <a:pt x="312" y="611"/>
                </a:lnTo>
                <a:lnTo>
                  <a:pt x="312" y="610"/>
                </a:lnTo>
                <a:lnTo>
                  <a:pt x="311" y="610"/>
                </a:lnTo>
                <a:lnTo>
                  <a:pt x="311" y="609"/>
                </a:lnTo>
                <a:lnTo>
                  <a:pt x="310" y="611"/>
                </a:lnTo>
                <a:lnTo>
                  <a:pt x="309" y="612"/>
                </a:lnTo>
                <a:lnTo>
                  <a:pt x="308" y="612"/>
                </a:lnTo>
                <a:lnTo>
                  <a:pt x="307" y="613"/>
                </a:lnTo>
                <a:lnTo>
                  <a:pt x="306" y="613"/>
                </a:lnTo>
                <a:lnTo>
                  <a:pt x="307" y="614"/>
                </a:lnTo>
                <a:lnTo>
                  <a:pt x="306" y="615"/>
                </a:lnTo>
                <a:lnTo>
                  <a:pt x="306" y="614"/>
                </a:lnTo>
                <a:lnTo>
                  <a:pt x="305" y="614"/>
                </a:lnTo>
                <a:lnTo>
                  <a:pt x="304" y="614"/>
                </a:lnTo>
                <a:lnTo>
                  <a:pt x="304" y="613"/>
                </a:lnTo>
                <a:lnTo>
                  <a:pt x="303" y="613"/>
                </a:lnTo>
                <a:lnTo>
                  <a:pt x="303" y="614"/>
                </a:lnTo>
                <a:lnTo>
                  <a:pt x="302" y="613"/>
                </a:lnTo>
                <a:lnTo>
                  <a:pt x="301" y="613"/>
                </a:lnTo>
                <a:lnTo>
                  <a:pt x="301" y="612"/>
                </a:lnTo>
                <a:lnTo>
                  <a:pt x="301" y="611"/>
                </a:lnTo>
                <a:lnTo>
                  <a:pt x="302" y="610"/>
                </a:lnTo>
                <a:lnTo>
                  <a:pt x="302" y="609"/>
                </a:lnTo>
                <a:lnTo>
                  <a:pt x="303" y="608"/>
                </a:lnTo>
                <a:lnTo>
                  <a:pt x="303" y="607"/>
                </a:lnTo>
                <a:lnTo>
                  <a:pt x="302" y="606"/>
                </a:lnTo>
                <a:lnTo>
                  <a:pt x="302" y="605"/>
                </a:lnTo>
                <a:lnTo>
                  <a:pt x="301" y="605"/>
                </a:lnTo>
                <a:lnTo>
                  <a:pt x="301" y="604"/>
                </a:lnTo>
                <a:lnTo>
                  <a:pt x="301" y="603"/>
                </a:lnTo>
                <a:lnTo>
                  <a:pt x="300" y="603"/>
                </a:lnTo>
                <a:lnTo>
                  <a:pt x="299" y="603"/>
                </a:lnTo>
                <a:lnTo>
                  <a:pt x="298" y="603"/>
                </a:lnTo>
                <a:lnTo>
                  <a:pt x="297" y="602"/>
                </a:lnTo>
                <a:lnTo>
                  <a:pt x="296" y="602"/>
                </a:lnTo>
                <a:lnTo>
                  <a:pt x="295" y="602"/>
                </a:lnTo>
                <a:lnTo>
                  <a:pt x="295" y="603"/>
                </a:lnTo>
                <a:lnTo>
                  <a:pt x="294" y="602"/>
                </a:lnTo>
                <a:lnTo>
                  <a:pt x="294" y="603"/>
                </a:lnTo>
                <a:lnTo>
                  <a:pt x="293" y="603"/>
                </a:lnTo>
                <a:lnTo>
                  <a:pt x="292" y="603"/>
                </a:lnTo>
                <a:lnTo>
                  <a:pt x="292" y="604"/>
                </a:lnTo>
                <a:lnTo>
                  <a:pt x="291" y="604"/>
                </a:lnTo>
                <a:lnTo>
                  <a:pt x="291" y="603"/>
                </a:lnTo>
                <a:lnTo>
                  <a:pt x="290" y="604"/>
                </a:lnTo>
                <a:lnTo>
                  <a:pt x="289" y="605"/>
                </a:lnTo>
                <a:lnTo>
                  <a:pt x="288" y="606"/>
                </a:lnTo>
                <a:lnTo>
                  <a:pt x="287" y="607"/>
                </a:lnTo>
                <a:lnTo>
                  <a:pt x="287" y="608"/>
                </a:lnTo>
                <a:lnTo>
                  <a:pt x="288" y="609"/>
                </a:lnTo>
                <a:lnTo>
                  <a:pt x="288" y="610"/>
                </a:lnTo>
                <a:lnTo>
                  <a:pt x="288" y="611"/>
                </a:lnTo>
                <a:lnTo>
                  <a:pt x="288" y="612"/>
                </a:lnTo>
                <a:lnTo>
                  <a:pt x="287" y="612"/>
                </a:lnTo>
                <a:lnTo>
                  <a:pt x="286" y="613"/>
                </a:lnTo>
                <a:lnTo>
                  <a:pt x="285" y="613"/>
                </a:lnTo>
                <a:lnTo>
                  <a:pt x="285" y="614"/>
                </a:lnTo>
                <a:lnTo>
                  <a:pt x="285" y="615"/>
                </a:lnTo>
                <a:lnTo>
                  <a:pt x="284" y="615"/>
                </a:lnTo>
                <a:lnTo>
                  <a:pt x="283" y="615"/>
                </a:lnTo>
                <a:lnTo>
                  <a:pt x="283" y="616"/>
                </a:lnTo>
                <a:lnTo>
                  <a:pt x="282" y="617"/>
                </a:lnTo>
                <a:lnTo>
                  <a:pt x="283" y="617"/>
                </a:lnTo>
                <a:lnTo>
                  <a:pt x="284" y="618"/>
                </a:lnTo>
                <a:lnTo>
                  <a:pt x="285" y="618"/>
                </a:lnTo>
                <a:lnTo>
                  <a:pt x="286" y="619"/>
                </a:lnTo>
                <a:lnTo>
                  <a:pt x="287" y="619"/>
                </a:lnTo>
                <a:lnTo>
                  <a:pt x="287" y="620"/>
                </a:lnTo>
                <a:lnTo>
                  <a:pt x="288" y="620"/>
                </a:lnTo>
                <a:lnTo>
                  <a:pt x="289" y="620"/>
                </a:lnTo>
                <a:lnTo>
                  <a:pt x="289" y="621"/>
                </a:lnTo>
                <a:lnTo>
                  <a:pt x="290" y="621"/>
                </a:lnTo>
                <a:lnTo>
                  <a:pt x="290" y="622"/>
                </a:lnTo>
                <a:lnTo>
                  <a:pt x="290" y="623"/>
                </a:lnTo>
                <a:lnTo>
                  <a:pt x="289" y="624"/>
                </a:lnTo>
                <a:lnTo>
                  <a:pt x="288" y="624"/>
                </a:lnTo>
                <a:lnTo>
                  <a:pt x="288" y="625"/>
                </a:lnTo>
                <a:lnTo>
                  <a:pt x="288" y="626"/>
                </a:lnTo>
                <a:lnTo>
                  <a:pt x="287" y="626"/>
                </a:lnTo>
                <a:lnTo>
                  <a:pt x="288" y="627"/>
                </a:lnTo>
                <a:lnTo>
                  <a:pt x="288" y="628"/>
                </a:lnTo>
                <a:lnTo>
                  <a:pt x="289" y="628"/>
                </a:lnTo>
                <a:lnTo>
                  <a:pt x="289" y="629"/>
                </a:lnTo>
                <a:lnTo>
                  <a:pt x="289" y="630"/>
                </a:lnTo>
                <a:lnTo>
                  <a:pt x="289" y="631"/>
                </a:lnTo>
                <a:lnTo>
                  <a:pt x="289" y="632"/>
                </a:lnTo>
                <a:lnTo>
                  <a:pt x="287" y="632"/>
                </a:lnTo>
                <a:lnTo>
                  <a:pt x="286" y="633"/>
                </a:lnTo>
                <a:lnTo>
                  <a:pt x="285" y="633"/>
                </a:lnTo>
                <a:lnTo>
                  <a:pt x="284" y="633"/>
                </a:lnTo>
                <a:lnTo>
                  <a:pt x="284" y="634"/>
                </a:lnTo>
                <a:lnTo>
                  <a:pt x="284" y="635"/>
                </a:lnTo>
                <a:lnTo>
                  <a:pt x="284" y="634"/>
                </a:lnTo>
                <a:lnTo>
                  <a:pt x="283" y="635"/>
                </a:lnTo>
                <a:lnTo>
                  <a:pt x="282" y="635"/>
                </a:lnTo>
                <a:lnTo>
                  <a:pt x="282" y="636"/>
                </a:lnTo>
                <a:lnTo>
                  <a:pt x="281" y="636"/>
                </a:lnTo>
                <a:lnTo>
                  <a:pt x="280" y="636"/>
                </a:lnTo>
                <a:lnTo>
                  <a:pt x="279" y="636"/>
                </a:lnTo>
                <a:lnTo>
                  <a:pt x="278" y="636"/>
                </a:lnTo>
                <a:lnTo>
                  <a:pt x="277" y="636"/>
                </a:lnTo>
                <a:lnTo>
                  <a:pt x="276" y="637"/>
                </a:lnTo>
                <a:lnTo>
                  <a:pt x="275" y="638"/>
                </a:lnTo>
                <a:lnTo>
                  <a:pt x="275" y="639"/>
                </a:lnTo>
                <a:lnTo>
                  <a:pt x="274" y="639"/>
                </a:lnTo>
                <a:lnTo>
                  <a:pt x="274" y="640"/>
                </a:lnTo>
                <a:lnTo>
                  <a:pt x="275" y="640"/>
                </a:lnTo>
                <a:lnTo>
                  <a:pt x="275" y="641"/>
                </a:lnTo>
                <a:lnTo>
                  <a:pt x="274" y="641"/>
                </a:lnTo>
                <a:lnTo>
                  <a:pt x="272" y="641"/>
                </a:lnTo>
                <a:lnTo>
                  <a:pt x="271" y="641"/>
                </a:lnTo>
                <a:lnTo>
                  <a:pt x="271" y="642"/>
                </a:lnTo>
                <a:lnTo>
                  <a:pt x="270" y="642"/>
                </a:lnTo>
                <a:lnTo>
                  <a:pt x="269" y="643"/>
                </a:lnTo>
                <a:lnTo>
                  <a:pt x="268" y="643"/>
                </a:lnTo>
                <a:lnTo>
                  <a:pt x="268" y="644"/>
                </a:lnTo>
                <a:lnTo>
                  <a:pt x="268" y="645"/>
                </a:lnTo>
                <a:lnTo>
                  <a:pt x="267" y="645"/>
                </a:lnTo>
                <a:lnTo>
                  <a:pt x="266" y="645"/>
                </a:lnTo>
                <a:lnTo>
                  <a:pt x="266" y="646"/>
                </a:lnTo>
                <a:lnTo>
                  <a:pt x="265" y="646"/>
                </a:lnTo>
                <a:lnTo>
                  <a:pt x="265" y="647"/>
                </a:lnTo>
                <a:lnTo>
                  <a:pt x="264" y="647"/>
                </a:lnTo>
                <a:lnTo>
                  <a:pt x="264" y="648"/>
                </a:lnTo>
                <a:lnTo>
                  <a:pt x="264" y="649"/>
                </a:lnTo>
                <a:lnTo>
                  <a:pt x="263" y="649"/>
                </a:lnTo>
                <a:lnTo>
                  <a:pt x="262" y="649"/>
                </a:lnTo>
                <a:lnTo>
                  <a:pt x="262" y="650"/>
                </a:lnTo>
                <a:lnTo>
                  <a:pt x="262" y="651"/>
                </a:lnTo>
                <a:lnTo>
                  <a:pt x="262" y="652"/>
                </a:lnTo>
                <a:lnTo>
                  <a:pt x="261" y="653"/>
                </a:lnTo>
                <a:lnTo>
                  <a:pt x="260" y="653"/>
                </a:lnTo>
                <a:lnTo>
                  <a:pt x="259" y="654"/>
                </a:lnTo>
                <a:lnTo>
                  <a:pt x="258" y="654"/>
                </a:lnTo>
                <a:lnTo>
                  <a:pt x="257" y="654"/>
                </a:lnTo>
                <a:lnTo>
                  <a:pt x="257" y="655"/>
                </a:lnTo>
                <a:lnTo>
                  <a:pt x="256" y="655"/>
                </a:lnTo>
                <a:lnTo>
                  <a:pt x="256" y="654"/>
                </a:lnTo>
                <a:lnTo>
                  <a:pt x="255" y="654"/>
                </a:lnTo>
                <a:lnTo>
                  <a:pt x="254" y="654"/>
                </a:lnTo>
                <a:lnTo>
                  <a:pt x="254" y="653"/>
                </a:lnTo>
                <a:lnTo>
                  <a:pt x="254" y="652"/>
                </a:lnTo>
                <a:lnTo>
                  <a:pt x="255" y="651"/>
                </a:lnTo>
                <a:lnTo>
                  <a:pt x="254" y="651"/>
                </a:lnTo>
                <a:lnTo>
                  <a:pt x="253" y="651"/>
                </a:lnTo>
                <a:lnTo>
                  <a:pt x="253" y="650"/>
                </a:lnTo>
                <a:lnTo>
                  <a:pt x="252" y="650"/>
                </a:lnTo>
                <a:lnTo>
                  <a:pt x="252" y="651"/>
                </a:lnTo>
                <a:lnTo>
                  <a:pt x="251" y="651"/>
                </a:lnTo>
                <a:lnTo>
                  <a:pt x="250" y="651"/>
                </a:lnTo>
                <a:lnTo>
                  <a:pt x="249" y="652"/>
                </a:lnTo>
                <a:lnTo>
                  <a:pt x="250" y="652"/>
                </a:lnTo>
                <a:lnTo>
                  <a:pt x="249" y="654"/>
                </a:lnTo>
                <a:lnTo>
                  <a:pt x="249" y="655"/>
                </a:lnTo>
                <a:lnTo>
                  <a:pt x="248" y="655"/>
                </a:lnTo>
                <a:lnTo>
                  <a:pt x="248" y="654"/>
                </a:lnTo>
                <a:lnTo>
                  <a:pt x="247" y="653"/>
                </a:lnTo>
                <a:lnTo>
                  <a:pt x="247" y="652"/>
                </a:lnTo>
                <a:lnTo>
                  <a:pt x="245" y="651"/>
                </a:lnTo>
                <a:lnTo>
                  <a:pt x="244" y="651"/>
                </a:lnTo>
                <a:lnTo>
                  <a:pt x="243" y="651"/>
                </a:lnTo>
                <a:lnTo>
                  <a:pt x="243" y="650"/>
                </a:lnTo>
                <a:lnTo>
                  <a:pt x="243" y="649"/>
                </a:lnTo>
                <a:lnTo>
                  <a:pt x="242" y="649"/>
                </a:lnTo>
                <a:lnTo>
                  <a:pt x="241" y="648"/>
                </a:lnTo>
                <a:lnTo>
                  <a:pt x="241" y="647"/>
                </a:lnTo>
                <a:lnTo>
                  <a:pt x="240" y="647"/>
                </a:lnTo>
                <a:lnTo>
                  <a:pt x="239" y="646"/>
                </a:lnTo>
                <a:lnTo>
                  <a:pt x="240" y="644"/>
                </a:lnTo>
                <a:lnTo>
                  <a:pt x="240" y="643"/>
                </a:lnTo>
                <a:lnTo>
                  <a:pt x="241" y="643"/>
                </a:lnTo>
                <a:lnTo>
                  <a:pt x="241" y="642"/>
                </a:lnTo>
                <a:lnTo>
                  <a:pt x="242" y="642"/>
                </a:lnTo>
                <a:lnTo>
                  <a:pt x="243" y="642"/>
                </a:lnTo>
                <a:lnTo>
                  <a:pt x="243" y="641"/>
                </a:lnTo>
                <a:lnTo>
                  <a:pt x="242" y="641"/>
                </a:lnTo>
                <a:lnTo>
                  <a:pt x="242" y="640"/>
                </a:lnTo>
                <a:lnTo>
                  <a:pt x="241" y="640"/>
                </a:lnTo>
                <a:lnTo>
                  <a:pt x="240" y="640"/>
                </a:lnTo>
                <a:lnTo>
                  <a:pt x="239" y="640"/>
                </a:lnTo>
                <a:lnTo>
                  <a:pt x="238" y="640"/>
                </a:lnTo>
                <a:lnTo>
                  <a:pt x="238" y="639"/>
                </a:lnTo>
                <a:lnTo>
                  <a:pt x="239" y="639"/>
                </a:lnTo>
                <a:lnTo>
                  <a:pt x="239" y="638"/>
                </a:lnTo>
                <a:lnTo>
                  <a:pt x="240" y="639"/>
                </a:lnTo>
                <a:lnTo>
                  <a:pt x="240" y="638"/>
                </a:lnTo>
                <a:lnTo>
                  <a:pt x="240" y="637"/>
                </a:lnTo>
                <a:lnTo>
                  <a:pt x="241" y="637"/>
                </a:lnTo>
                <a:lnTo>
                  <a:pt x="241" y="636"/>
                </a:lnTo>
                <a:lnTo>
                  <a:pt x="240" y="635"/>
                </a:lnTo>
                <a:lnTo>
                  <a:pt x="241" y="635"/>
                </a:lnTo>
                <a:lnTo>
                  <a:pt x="241" y="634"/>
                </a:lnTo>
                <a:lnTo>
                  <a:pt x="242" y="633"/>
                </a:lnTo>
                <a:lnTo>
                  <a:pt x="243" y="633"/>
                </a:lnTo>
                <a:lnTo>
                  <a:pt x="243" y="632"/>
                </a:lnTo>
                <a:lnTo>
                  <a:pt x="244" y="632"/>
                </a:lnTo>
                <a:lnTo>
                  <a:pt x="244" y="631"/>
                </a:lnTo>
                <a:lnTo>
                  <a:pt x="244" y="630"/>
                </a:lnTo>
                <a:lnTo>
                  <a:pt x="245" y="629"/>
                </a:lnTo>
                <a:lnTo>
                  <a:pt x="245" y="628"/>
                </a:lnTo>
                <a:lnTo>
                  <a:pt x="246" y="628"/>
                </a:lnTo>
                <a:lnTo>
                  <a:pt x="246" y="627"/>
                </a:lnTo>
                <a:lnTo>
                  <a:pt x="247" y="627"/>
                </a:lnTo>
                <a:lnTo>
                  <a:pt x="247" y="626"/>
                </a:lnTo>
                <a:lnTo>
                  <a:pt x="247" y="625"/>
                </a:lnTo>
                <a:lnTo>
                  <a:pt x="248" y="625"/>
                </a:lnTo>
                <a:lnTo>
                  <a:pt x="249" y="624"/>
                </a:lnTo>
                <a:lnTo>
                  <a:pt x="250" y="624"/>
                </a:lnTo>
                <a:lnTo>
                  <a:pt x="250" y="625"/>
                </a:lnTo>
                <a:lnTo>
                  <a:pt x="251" y="625"/>
                </a:lnTo>
                <a:lnTo>
                  <a:pt x="252" y="625"/>
                </a:lnTo>
                <a:lnTo>
                  <a:pt x="252" y="624"/>
                </a:lnTo>
                <a:lnTo>
                  <a:pt x="253" y="624"/>
                </a:lnTo>
                <a:lnTo>
                  <a:pt x="253" y="623"/>
                </a:lnTo>
                <a:lnTo>
                  <a:pt x="254" y="622"/>
                </a:lnTo>
                <a:lnTo>
                  <a:pt x="254" y="621"/>
                </a:lnTo>
                <a:lnTo>
                  <a:pt x="255" y="622"/>
                </a:lnTo>
                <a:lnTo>
                  <a:pt x="256" y="621"/>
                </a:lnTo>
                <a:lnTo>
                  <a:pt x="256" y="620"/>
                </a:lnTo>
                <a:lnTo>
                  <a:pt x="255" y="620"/>
                </a:lnTo>
                <a:lnTo>
                  <a:pt x="255" y="619"/>
                </a:lnTo>
                <a:lnTo>
                  <a:pt x="256" y="619"/>
                </a:lnTo>
                <a:lnTo>
                  <a:pt x="257" y="617"/>
                </a:lnTo>
                <a:lnTo>
                  <a:pt x="258" y="616"/>
                </a:lnTo>
                <a:lnTo>
                  <a:pt x="258" y="615"/>
                </a:lnTo>
                <a:lnTo>
                  <a:pt x="259" y="614"/>
                </a:lnTo>
                <a:lnTo>
                  <a:pt x="259" y="613"/>
                </a:lnTo>
                <a:lnTo>
                  <a:pt x="260" y="612"/>
                </a:lnTo>
                <a:lnTo>
                  <a:pt x="261" y="611"/>
                </a:lnTo>
                <a:lnTo>
                  <a:pt x="261" y="610"/>
                </a:lnTo>
                <a:lnTo>
                  <a:pt x="261" y="609"/>
                </a:lnTo>
                <a:lnTo>
                  <a:pt x="261" y="608"/>
                </a:lnTo>
                <a:lnTo>
                  <a:pt x="262" y="608"/>
                </a:lnTo>
                <a:lnTo>
                  <a:pt x="262" y="607"/>
                </a:lnTo>
                <a:lnTo>
                  <a:pt x="261" y="607"/>
                </a:lnTo>
                <a:lnTo>
                  <a:pt x="261" y="605"/>
                </a:lnTo>
                <a:lnTo>
                  <a:pt x="261" y="604"/>
                </a:lnTo>
                <a:lnTo>
                  <a:pt x="262" y="604"/>
                </a:lnTo>
                <a:lnTo>
                  <a:pt x="262" y="603"/>
                </a:lnTo>
                <a:lnTo>
                  <a:pt x="261" y="602"/>
                </a:lnTo>
                <a:lnTo>
                  <a:pt x="261" y="601"/>
                </a:lnTo>
                <a:lnTo>
                  <a:pt x="260" y="601"/>
                </a:lnTo>
                <a:lnTo>
                  <a:pt x="260" y="600"/>
                </a:lnTo>
                <a:lnTo>
                  <a:pt x="259" y="600"/>
                </a:lnTo>
                <a:lnTo>
                  <a:pt x="259" y="601"/>
                </a:lnTo>
                <a:lnTo>
                  <a:pt x="259" y="600"/>
                </a:lnTo>
                <a:lnTo>
                  <a:pt x="258" y="600"/>
                </a:lnTo>
                <a:lnTo>
                  <a:pt x="256" y="601"/>
                </a:lnTo>
                <a:lnTo>
                  <a:pt x="255" y="602"/>
                </a:lnTo>
                <a:lnTo>
                  <a:pt x="255" y="601"/>
                </a:lnTo>
                <a:lnTo>
                  <a:pt x="254" y="601"/>
                </a:lnTo>
                <a:lnTo>
                  <a:pt x="254" y="602"/>
                </a:lnTo>
                <a:lnTo>
                  <a:pt x="254" y="603"/>
                </a:lnTo>
                <a:lnTo>
                  <a:pt x="255" y="603"/>
                </a:lnTo>
                <a:lnTo>
                  <a:pt x="254" y="603"/>
                </a:lnTo>
                <a:lnTo>
                  <a:pt x="254" y="602"/>
                </a:lnTo>
                <a:lnTo>
                  <a:pt x="253" y="602"/>
                </a:lnTo>
                <a:lnTo>
                  <a:pt x="253" y="601"/>
                </a:lnTo>
                <a:lnTo>
                  <a:pt x="253" y="600"/>
                </a:lnTo>
                <a:lnTo>
                  <a:pt x="253" y="599"/>
                </a:lnTo>
                <a:lnTo>
                  <a:pt x="253" y="598"/>
                </a:lnTo>
                <a:lnTo>
                  <a:pt x="253" y="597"/>
                </a:lnTo>
                <a:lnTo>
                  <a:pt x="253" y="596"/>
                </a:lnTo>
                <a:lnTo>
                  <a:pt x="252" y="596"/>
                </a:lnTo>
                <a:lnTo>
                  <a:pt x="252" y="597"/>
                </a:lnTo>
                <a:lnTo>
                  <a:pt x="251" y="598"/>
                </a:lnTo>
                <a:lnTo>
                  <a:pt x="250" y="598"/>
                </a:lnTo>
                <a:lnTo>
                  <a:pt x="250" y="599"/>
                </a:lnTo>
                <a:lnTo>
                  <a:pt x="250" y="598"/>
                </a:lnTo>
                <a:lnTo>
                  <a:pt x="249" y="598"/>
                </a:lnTo>
                <a:lnTo>
                  <a:pt x="249" y="597"/>
                </a:lnTo>
                <a:lnTo>
                  <a:pt x="248" y="596"/>
                </a:lnTo>
                <a:lnTo>
                  <a:pt x="249" y="596"/>
                </a:lnTo>
                <a:lnTo>
                  <a:pt x="248" y="596"/>
                </a:lnTo>
                <a:lnTo>
                  <a:pt x="248" y="595"/>
                </a:lnTo>
                <a:lnTo>
                  <a:pt x="247" y="594"/>
                </a:lnTo>
                <a:lnTo>
                  <a:pt x="246" y="593"/>
                </a:lnTo>
                <a:lnTo>
                  <a:pt x="245" y="592"/>
                </a:lnTo>
                <a:lnTo>
                  <a:pt x="244" y="592"/>
                </a:lnTo>
                <a:lnTo>
                  <a:pt x="243" y="592"/>
                </a:lnTo>
                <a:lnTo>
                  <a:pt x="243" y="591"/>
                </a:lnTo>
                <a:lnTo>
                  <a:pt x="243" y="592"/>
                </a:lnTo>
                <a:lnTo>
                  <a:pt x="242" y="592"/>
                </a:lnTo>
                <a:lnTo>
                  <a:pt x="241" y="592"/>
                </a:lnTo>
                <a:lnTo>
                  <a:pt x="239" y="592"/>
                </a:lnTo>
                <a:lnTo>
                  <a:pt x="238" y="591"/>
                </a:lnTo>
                <a:lnTo>
                  <a:pt x="237" y="591"/>
                </a:lnTo>
                <a:lnTo>
                  <a:pt x="236" y="591"/>
                </a:lnTo>
                <a:lnTo>
                  <a:pt x="236" y="590"/>
                </a:lnTo>
                <a:lnTo>
                  <a:pt x="235" y="590"/>
                </a:lnTo>
                <a:lnTo>
                  <a:pt x="234" y="590"/>
                </a:lnTo>
                <a:lnTo>
                  <a:pt x="233" y="590"/>
                </a:lnTo>
                <a:lnTo>
                  <a:pt x="232" y="590"/>
                </a:lnTo>
                <a:lnTo>
                  <a:pt x="231" y="590"/>
                </a:lnTo>
                <a:lnTo>
                  <a:pt x="230" y="591"/>
                </a:lnTo>
                <a:lnTo>
                  <a:pt x="229" y="591"/>
                </a:lnTo>
                <a:lnTo>
                  <a:pt x="228" y="592"/>
                </a:lnTo>
                <a:lnTo>
                  <a:pt x="227" y="592"/>
                </a:lnTo>
                <a:lnTo>
                  <a:pt x="227" y="593"/>
                </a:lnTo>
                <a:lnTo>
                  <a:pt x="226" y="593"/>
                </a:lnTo>
                <a:lnTo>
                  <a:pt x="226" y="595"/>
                </a:lnTo>
                <a:lnTo>
                  <a:pt x="225" y="597"/>
                </a:lnTo>
                <a:lnTo>
                  <a:pt x="224" y="600"/>
                </a:lnTo>
                <a:lnTo>
                  <a:pt x="224" y="603"/>
                </a:lnTo>
                <a:lnTo>
                  <a:pt x="225" y="607"/>
                </a:lnTo>
                <a:lnTo>
                  <a:pt x="225" y="609"/>
                </a:lnTo>
                <a:lnTo>
                  <a:pt x="224" y="610"/>
                </a:lnTo>
                <a:lnTo>
                  <a:pt x="225" y="611"/>
                </a:lnTo>
                <a:lnTo>
                  <a:pt x="224" y="613"/>
                </a:lnTo>
                <a:lnTo>
                  <a:pt x="223" y="614"/>
                </a:lnTo>
                <a:lnTo>
                  <a:pt x="222" y="614"/>
                </a:lnTo>
                <a:lnTo>
                  <a:pt x="222" y="615"/>
                </a:lnTo>
                <a:lnTo>
                  <a:pt x="221" y="615"/>
                </a:lnTo>
                <a:lnTo>
                  <a:pt x="219" y="615"/>
                </a:lnTo>
                <a:lnTo>
                  <a:pt x="218" y="615"/>
                </a:lnTo>
                <a:lnTo>
                  <a:pt x="217" y="615"/>
                </a:lnTo>
                <a:lnTo>
                  <a:pt x="216" y="615"/>
                </a:lnTo>
                <a:lnTo>
                  <a:pt x="215" y="615"/>
                </a:lnTo>
                <a:lnTo>
                  <a:pt x="215" y="616"/>
                </a:lnTo>
                <a:lnTo>
                  <a:pt x="214" y="616"/>
                </a:lnTo>
                <a:lnTo>
                  <a:pt x="214" y="617"/>
                </a:lnTo>
                <a:lnTo>
                  <a:pt x="212" y="619"/>
                </a:lnTo>
                <a:lnTo>
                  <a:pt x="211" y="619"/>
                </a:lnTo>
                <a:lnTo>
                  <a:pt x="210" y="620"/>
                </a:lnTo>
                <a:lnTo>
                  <a:pt x="209" y="621"/>
                </a:lnTo>
                <a:lnTo>
                  <a:pt x="207" y="621"/>
                </a:lnTo>
                <a:lnTo>
                  <a:pt x="207" y="622"/>
                </a:lnTo>
                <a:lnTo>
                  <a:pt x="206" y="622"/>
                </a:lnTo>
                <a:lnTo>
                  <a:pt x="205" y="623"/>
                </a:lnTo>
                <a:lnTo>
                  <a:pt x="204" y="623"/>
                </a:lnTo>
                <a:lnTo>
                  <a:pt x="203" y="624"/>
                </a:lnTo>
                <a:lnTo>
                  <a:pt x="202" y="624"/>
                </a:lnTo>
                <a:lnTo>
                  <a:pt x="202" y="625"/>
                </a:lnTo>
                <a:lnTo>
                  <a:pt x="201" y="625"/>
                </a:lnTo>
                <a:lnTo>
                  <a:pt x="201" y="626"/>
                </a:lnTo>
                <a:lnTo>
                  <a:pt x="200" y="626"/>
                </a:lnTo>
                <a:lnTo>
                  <a:pt x="200" y="627"/>
                </a:lnTo>
                <a:lnTo>
                  <a:pt x="199" y="627"/>
                </a:lnTo>
                <a:lnTo>
                  <a:pt x="199" y="628"/>
                </a:lnTo>
                <a:lnTo>
                  <a:pt x="198" y="629"/>
                </a:lnTo>
                <a:lnTo>
                  <a:pt x="197" y="629"/>
                </a:lnTo>
                <a:lnTo>
                  <a:pt x="197" y="630"/>
                </a:lnTo>
                <a:lnTo>
                  <a:pt x="196" y="631"/>
                </a:lnTo>
                <a:lnTo>
                  <a:pt x="195" y="632"/>
                </a:lnTo>
                <a:lnTo>
                  <a:pt x="194" y="633"/>
                </a:lnTo>
                <a:lnTo>
                  <a:pt x="193" y="633"/>
                </a:lnTo>
                <a:lnTo>
                  <a:pt x="192" y="633"/>
                </a:lnTo>
                <a:lnTo>
                  <a:pt x="192" y="632"/>
                </a:lnTo>
                <a:lnTo>
                  <a:pt x="191" y="632"/>
                </a:lnTo>
                <a:lnTo>
                  <a:pt x="191" y="631"/>
                </a:lnTo>
                <a:lnTo>
                  <a:pt x="190" y="631"/>
                </a:lnTo>
                <a:lnTo>
                  <a:pt x="190" y="630"/>
                </a:lnTo>
                <a:lnTo>
                  <a:pt x="189" y="629"/>
                </a:lnTo>
                <a:lnTo>
                  <a:pt x="189" y="628"/>
                </a:lnTo>
                <a:lnTo>
                  <a:pt x="188" y="628"/>
                </a:lnTo>
                <a:lnTo>
                  <a:pt x="187" y="628"/>
                </a:lnTo>
                <a:lnTo>
                  <a:pt x="186" y="628"/>
                </a:lnTo>
                <a:lnTo>
                  <a:pt x="185" y="628"/>
                </a:lnTo>
                <a:lnTo>
                  <a:pt x="183" y="628"/>
                </a:lnTo>
                <a:lnTo>
                  <a:pt x="182" y="628"/>
                </a:lnTo>
                <a:lnTo>
                  <a:pt x="181" y="628"/>
                </a:lnTo>
                <a:lnTo>
                  <a:pt x="180" y="629"/>
                </a:lnTo>
                <a:lnTo>
                  <a:pt x="179" y="629"/>
                </a:lnTo>
                <a:lnTo>
                  <a:pt x="179" y="628"/>
                </a:lnTo>
                <a:lnTo>
                  <a:pt x="178" y="626"/>
                </a:lnTo>
                <a:lnTo>
                  <a:pt x="178" y="625"/>
                </a:lnTo>
                <a:lnTo>
                  <a:pt x="177" y="625"/>
                </a:lnTo>
                <a:lnTo>
                  <a:pt x="178" y="624"/>
                </a:lnTo>
                <a:lnTo>
                  <a:pt x="178" y="623"/>
                </a:lnTo>
                <a:lnTo>
                  <a:pt x="178" y="622"/>
                </a:lnTo>
                <a:lnTo>
                  <a:pt x="177" y="622"/>
                </a:lnTo>
                <a:lnTo>
                  <a:pt x="177" y="621"/>
                </a:lnTo>
                <a:lnTo>
                  <a:pt x="177" y="620"/>
                </a:lnTo>
                <a:lnTo>
                  <a:pt x="171" y="613"/>
                </a:lnTo>
                <a:lnTo>
                  <a:pt x="170" y="612"/>
                </a:lnTo>
                <a:lnTo>
                  <a:pt x="170" y="611"/>
                </a:lnTo>
                <a:lnTo>
                  <a:pt x="170" y="610"/>
                </a:lnTo>
                <a:lnTo>
                  <a:pt x="170" y="609"/>
                </a:lnTo>
                <a:lnTo>
                  <a:pt x="170" y="608"/>
                </a:lnTo>
                <a:lnTo>
                  <a:pt x="170" y="607"/>
                </a:lnTo>
                <a:lnTo>
                  <a:pt x="170" y="606"/>
                </a:lnTo>
                <a:lnTo>
                  <a:pt x="170" y="605"/>
                </a:lnTo>
                <a:lnTo>
                  <a:pt x="170" y="604"/>
                </a:lnTo>
                <a:lnTo>
                  <a:pt x="171" y="604"/>
                </a:lnTo>
                <a:lnTo>
                  <a:pt x="171" y="603"/>
                </a:lnTo>
                <a:lnTo>
                  <a:pt x="171" y="602"/>
                </a:lnTo>
                <a:lnTo>
                  <a:pt x="170" y="602"/>
                </a:lnTo>
                <a:lnTo>
                  <a:pt x="170" y="601"/>
                </a:lnTo>
                <a:lnTo>
                  <a:pt x="170" y="600"/>
                </a:lnTo>
                <a:lnTo>
                  <a:pt x="169" y="600"/>
                </a:lnTo>
                <a:lnTo>
                  <a:pt x="169" y="599"/>
                </a:lnTo>
                <a:lnTo>
                  <a:pt x="169" y="598"/>
                </a:lnTo>
                <a:lnTo>
                  <a:pt x="170" y="597"/>
                </a:lnTo>
                <a:lnTo>
                  <a:pt x="169" y="597"/>
                </a:lnTo>
                <a:lnTo>
                  <a:pt x="169" y="596"/>
                </a:lnTo>
                <a:lnTo>
                  <a:pt x="169" y="595"/>
                </a:lnTo>
                <a:lnTo>
                  <a:pt x="169" y="594"/>
                </a:lnTo>
                <a:lnTo>
                  <a:pt x="170" y="594"/>
                </a:lnTo>
                <a:lnTo>
                  <a:pt x="170" y="593"/>
                </a:lnTo>
                <a:lnTo>
                  <a:pt x="169" y="593"/>
                </a:lnTo>
                <a:lnTo>
                  <a:pt x="169" y="592"/>
                </a:lnTo>
                <a:lnTo>
                  <a:pt x="169" y="591"/>
                </a:lnTo>
                <a:lnTo>
                  <a:pt x="168" y="590"/>
                </a:lnTo>
                <a:lnTo>
                  <a:pt x="167" y="590"/>
                </a:lnTo>
                <a:lnTo>
                  <a:pt x="167" y="589"/>
                </a:lnTo>
                <a:lnTo>
                  <a:pt x="166" y="589"/>
                </a:lnTo>
                <a:lnTo>
                  <a:pt x="166" y="588"/>
                </a:lnTo>
                <a:lnTo>
                  <a:pt x="166" y="587"/>
                </a:lnTo>
                <a:lnTo>
                  <a:pt x="166" y="586"/>
                </a:lnTo>
                <a:lnTo>
                  <a:pt x="165" y="586"/>
                </a:lnTo>
                <a:lnTo>
                  <a:pt x="165" y="585"/>
                </a:lnTo>
                <a:lnTo>
                  <a:pt x="165" y="584"/>
                </a:lnTo>
                <a:lnTo>
                  <a:pt x="165" y="583"/>
                </a:lnTo>
                <a:lnTo>
                  <a:pt x="166" y="582"/>
                </a:lnTo>
                <a:lnTo>
                  <a:pt x="165" y="582"/>
                </a:lnTo>
                <a:lnTo>
                  <a:pt x="165" y="581"/>
                </a:lnTo>
                <a:lnTo>
                  <a:pt x="166" y="581"/>
                </a:lnTo>
                <a:lnTo>
                  <a:pt x="165" y="580"/>
                </a:lnTo>
                <a:lnTo>
                  <a:pt x="164" y="580"/>
                </a:lnTo>
                <a:lnTo>
                  <a:pt x="164" y="579"/>
                </a:lnTo>
                <a:lnTo>
                  <a:pt x="163" y="579"/>
                </a:lnTo>
                <a:lnTo>
                  <a:pt x="163" y="578"/>
                </a:lnTo>
                <a:lnTo>
                  <a:pt x="162" y="579"/>
                </a:lnTo>
                <a:lnTo>
                  <a:pt x="162" y="578"/>
                </a:lnTo>
                <a:lnTo>
                  <a:pt x="161" y="578"/>
                </a:lnTo>
                <a:lnTo>
                  <a:pt x="161" y="577"/>
                </a:lnTo>
                <a:lnTo>
                  <a:pt x="160" y="577"/>
                </a:lnTo>
                <a:lnTo>
                  <a:pt x="159" y="577"/>
                </a:lnTo>
                <a:lnTo>
                  <a:pt x="160" y="577"/>
                </a:lnTo>
                <a:lnTo>
                  <a:pt x="160" y="576"/>
                </a:lnTo>
                <a:lnTo>
                  <a:pt x="159" y="576"/>
                </a:lnTo>
                <a:lnTo>
                  <a:pt x="159" y="575"/>
                </a:lnTo>
                <a:lnTo>
                  <a:pt x="158" y="575"/>
                </a:lnTo>
                <a:lnTo>
                  <a:pt x="157" y="575"/>
                </a:lnTo>
                <a:lnTo>
                  <a:pt x="156" y="575"/>
                </a:lnTo>
                <a:lnTo>
                  <a:pt x="156" y="574"/>
                </a:lnTo>
                <a:lnTo>
                  <a:pt x="156" y="573"/>
                </a:lnTo>
                <a:lnTo>
                  <a:pt x="155" y="573"/>
                </a:lnTo>
                <a:lnTo>
                  <a:pt x="156" y="572"/>
                </a:lnTo>
                <a:lnTo>
                  <a:pt x="156" y="571"/>
                </a:lnTo>
                <a:lnTo>
                  <a:pt x="155" y="571"/>
                </a:lnTo>
                <a:lnTo>
                  <a:pt x="154" y="570"/>
                </a:lnTo>
                <a:lnTo>
                  <a:pt x="153" y="570"/>
                </a:lnTo>
                <a:lnTo>
                  <a:pt x="152" y="570"/>
                </a:lnTo>
                <a:lnTo>
                  <a:pt x="152" y="569"/>
                </a:lnTo>
                <a:lnTo>
                  <a:pt x="151" y="569"/>
                </a:lnTo>
                <a:lnTo>
                  <a:pt x="150" y="570"/>
                </a:lnTo>
                <a:lnTo>
                  <a:pt x="150" y="569"/>
                </a:lnTo>
                <a:lnTo>
                  <a:pt x="150" y="570"/>
                </a:lnTo>
                <a:lnTo>
                  <a:pt x="149" y="570"/>
                </a:lnTo>
                <a:lnTo>
                  <a:pt x="148" y="570"/>
                </a:lnTo>
                <a:lnTo>
                  <a:pt x="147" y="570"/>
                </a:lnTo>
                <a:lnTo>
                  <a:pt x="146" y="570"/>
                </a:lnTo>
                <a:lnTo>
                  <a:pt x="146" y="569"/>
                </a:lnTo>
                <a:lnTo>
                  <a:pt x="147" y="569"/>
                </a:lnTo>
                <a:lnTo>
                  <a:pt x="147" y="568"/>
                </a:lnTo>
                <a:lnTo>
                  <a:pt x="147" y="567"/>
                </a:lnTo>
                <a:lnTo>
                  <a:pt x="148" y="567"/>
                </a:lnTo>
                <a:lnTo>
                  <a:pt x="147" y="566"/>
                </a:lnTo>
                <a:lnTo>
                  <a:pt x="147" y="565"/>
                </a:lnTo>
                <a:lnTo>
                  <a:pt x="146" y="565"/>
                </a:lnTo>
                <a:lnTo>
                  <a:pt x="146" y="564"/>
                </a:lnTo>
                <a:lnTo>
                  <a:pt x="145" y="564"/>
                </a:lnTo>
                <a:lnTo>
                  <a:pt x="144" y="564"/>
                </a:lnTo>
                <a:lnTo>
                  <a:pt x="144" y="562"/>
                </a:lnTo>
                <a:lnTo>
                  <a:pt x="144" y="561"/>
                </a:lnTo>
                <a:lnTo>
                  <a:pt x="143" y="561"/>
                </a:lnTo>
                <a:lnTo>
                  <a:pt x="143" y="560"/>
                </a:lnTo>
                <a:lnTo>
                  <a:pt x="144" y="559"/>
                </a:lnTo>
                <a:lnTo>
                  <a:pt x="145" y="559"/>
                </a:lnTo>
                <a:lnTo>
                  <a:pt x="144" y="558"/>
                </a:lnTo>
                <a:lnTo>
                  <a:pt x="145" y="558"/>
                </a:lnTo>
                <a:lnTo>
                  <a:pt x="146" y="558"/>
                </a:lnTo>
                <a:lnTo>
                  <a:pt x="146" y="556"/>
                </a:lnTo>
                <a:lnTo>
                  <a:pt x="147" y="556"/>
                </a:lnTo>
                <a:lnTo>
                  <a:pt x="147" y="555"/>
                </a:lnTo>
                <a:lnTo>
                  <a:pt x="148" y="555"/>
                </a:lnTo>
                <a:lnTo>
                  <a:pt x="149" y="555"/>
                </a:lnTo>
                <a:lnTo>
                  <a:pt x="149" y="554"/>
                </a:lnTo>
                <a:lnTo>
                  <a:pt x="148" y="554"/>
                </a:lnTo>
                <a:lnTo>
                  <a:pt x="147" y="554"/>
                </a:lnTo>
                <a:lnTo>
                  <a:pt x="146" y="554"/>
                </a:lnTo>
                <a:lnTo>
                  <a:pt x="146" y="553"/>
                </a:lnTo>
                <a:lnTo>
                  <a:pt x="146" y="552"/>
                </a:lnTo>
                <a:lnTo>
                  <a:pt x="145" y="552"/>
                </a:lnTo>
                <a:lnTo>
                  <a:pt x="144" y="551"/>
                </a:lnTo>
                <a:lnTo>
                  <a:pt x="143" y="551"/>
                </a:lnTo>
                <a:lnTo>
                  <a:pt x="143" y="550"/>
                </a:lnTo>
                <a:lnTo>
                  <a:pt x="144" y="550"/>
                </a:lnTo>
                <a:lnTo>
                  <a:pt x="144" y="549"/>
                </a:lnTo>
                <a:lnTo>
                  <a:pt x="144" y="548"/>
                </a:lnTo>
                <a:lnTo>
                  <a:pt x="143" y="548"/>
                </a:lnTo>
                <a:lnTo>
                  <a:pt x="143" y="547"/>
                </a:lnTo>
                <a:lnTo>
                  <a:pt x="144" y="546"/>
                </a:lnTo>
                <a:lnTo>
                  <a:pt x="144" y="545"/>
                </a:lnTo>
                <a:lnTo>
                  <a:pt x="144" y="544"/>
                </a:lnTo>
                <a:lnTo>
                  <a:pt x="145" y="543"/>
                </a:lnTo>
                <a:lnTo>
                  <a:pt x="145" y="542"/>
                </a:lnTo>
                <a:lnTo>
                  <a:pt x="144" y="542"/>
                </a:lnTo>
                <a:lnTo>
                  <a:pt x="144" y="543"/>
                </a:lnTo>
                <a:lnTo>
                  <a:pt x="144" y="542"/>
                </a:lnTo>
                <a:lnTo>
                  <a:pt x="143" y="542"/>
                </a:lnTo>
                <a:lnTo>
                  <a:pt x="143" y="541"/>
                </a:lnTo>
                <a:lnTo>
                  <a:pt x="143" y="540"/>
                </a:lnTo>
                <a:lnTo>
                  <a:pt x="142" y="540"/>
                </a:lnTo>
                <a:lnTo>
                  <a:pt x="141" y="539"/>
                </a:lnTo>
                <a:lnTo>
                  <a:pt x="141" y="538"/>
                </a:lnTo>
                <a:lnTo>
                  <a:pt x="141" y="537"/>
                </a:lnTo>
                <a:lnTo>
                  <a:pt x="140" y="537"/>
                </a:lnTo>
                <a:lnTo>
                  <a:pt x="139" y="536"/>
                </a:lnTo>
                <a:lnTo>
                  <a:pt x="140" y="536"/>
                </a:lnTo>
                <a:lnTo>
                  <a:pt x="140" y="535"/>
                </a:lnTo>
                <a:lnTo>
                  <a:pt x="138" y="534"/>
                </a:lnTo>
                <a:lnTo>
                  <a:pt x="137" y="534"/>
                </a:lnTo>
                <a:lnTo>
                  <a:pt x="137" y="533"/>
                </a:lnTo>
                <a:lnTo>
                  <a:pt x="136" y="532"/>
                </a:lnTo>
                <a:lnTo>
                  <a:pt x="136" y="533"/>
                </a:lnTo>
                <a:lnTo>
                  <a:pt x="135" y="533"/>
                </a:lnTo>
                <a:lnTo>
                  <a:pt x="135" y="532"/>
                </a:lnTo>
                <a:lnTo>
                  <a:pt x="134" y="532"/>
                </a:lnTo>
                <a:lnTo>
                  <a:pt x="133" y="532"/>
                </a:lnTo>
                <a:lnTo>
                  <a:pt x="133" y="533"/>
                </a:lnTo>
                <a:lnTo>
                  <a:pt x="134" y="533"/>
                </a:lnTo>
                <a:lnTo>
                  <a:pt x="133" y="533"/>
                </a:lnTo>
                <a:lnTo>
                  <a:pt x="133" y="534"/>
                </a:lnTo>
                <a:lnTo>
                  <a:pt x="133" y="533"/>
                </a:lnTo>
                <a:lnTo>
                  <a:pt x="132" y="532"/>
                </a:lnTo>
                <a:lnTo>
                  <a:pt x="131" y="531"/>
                </a:lnTo>
                <a:lnTo>
                  <a:pt x="132" y="530"/>
                </a:lnTo>
                <a:lnTo>
                  <a:pt x="132" y="529"/>
                </a:lnTo>
                <a:lnTo>
                  <a:pt x="132" y="528"/>
                </a:lnTo>
                <a:lnTo>
                  <a:pt x="131" y="528"/>
                </a:lnTo>
                <a:lnTo>
                  <a:pt x="130" y="527"/>
                </a:lnTo>
                <a:lnTo>
                  <a:pt x="130" y="526"/>
                </a:lnTo>
                <a:lnTo>
                  <a:pt x="130" y="525"/>
                </a:lnTo>
                <a:lnTo>
                  <a:pt x="128" y="525"/>
                </a:lnTo>
                <a:lnTo>
                  <a:pt x="127" y="525"/>
                </a:lnTo>
                <a:lnTo>
                  <a:pt x="127" y="524"/>
                </a:lnTo>
                <a:lnTo>
                  <a:pt x="126" y="523"/>
                </a:lnTo>
                <a:lnTo>
                  <a:pt x="125" y="522"/>
                </a:lnTo>
                <a:lnTo>
                  <a:pt x="126" y="522"/>
                </a:lnTo>
                <a:lnTo>
                  <a:pt x="126" y="521"/>
                </a:lnTo>
                <a:lnTo>
                  <a:pt x="126" y="519"/>
                </a:lnTo>
                <a:lnTo>
                  <a:pt x="126" y="518"/>
                </a:lnTo>
                <a:lnTo>
                  <a:pt x="126" y="517"/>
                </a:lnTo>
                <a:lnTo>
                  <a:pt x="127" y="517"/>
                </a:lnTo>
                <a:lnTo>
                  <a:pt x="126" y="517"/>
                </a:lnTo>
                <a:lnTo>
                  <a:pt x="126" y="515"/>
                </a:lnTo>
                <a:lnTo>
                  <a:pt x="127" y="515"/>
                </a:lnTo>
                <a:lnTo>
                  <a:pt x="126" y="515"/>
                </a:lnTo>
                <a:lnTo>
                  <a:pt x="127" y="513"/>
                </a:lnTo>
                <a:lnTo>
                  <a:pt x="128" y="513"/>
                </a:lnTo>
                <a:lnTo>
                  <a:pt x="129" y="512"/>
                </a:lnTo>
                <a:lnTo>
                  <a:pt x="129" y="513"/>
                </a:lnTo>
                <a:lnTo>
                  <a:pt x="130" y="513"/>
                </a:lnTo>
                <a:lnTo>
                  <a:pt x="131" y="513"/>
                </a:lnTo>
                <a:lnTo>
                  <a:pt x="132" y="513"/>
                </a:lnTo>
                <a:lnTo>
                  <a:pt x="132" y="512"/>
                </a:lnTo>
                <a:lnTo>
                  <a:pt x="133" y="512"/>
                </a:lnTo>
                <a:lnTo>
                  <a:pt x="133" y="513"/>
                </a:lnTo>
                <a:lnTo>
                  <a:pt x="134" y="513"/>
                </a:lnTo>
                <a:lnTo>
                  <a:pt x="134" y="512"/>
                </a:lnTo>
                <a:lnTo>
                  <a:pt x="134" y="511"/>
                </a:lnTo>
                <a:lnTo>
                  <a:pt x="135" y="511"/>
                </a:lnTo>
                <a:lnTo>
                  <a:pt x="136" y="510"/>
                </a:lnTo>
                <a:lnTo>
                  <a:pt x="136" y="509"/>
                </a:lnTo>
                <a:lnTo>
                  <a:pt x="135" y="509"/>
                </a:lnTo>
                <a:lnTo>
                  <a:pt x="134" y="508"/>
                </a:lnTo>
                <a:lnTo>
                  <a:pt x="134" y="507"/>
                </a:lnTo>
                <a:lnTo>
                  <a:pt x="135" y="507"/>
                </a:lnTo>
                <a:lnTo>
                  <a:pt x="135" y="506"/>
                </a:lnTo>
                <a:lnTo>
                  <a:pt x="135" y="505"/>
                </a:lnTo>
                <a:lnTo>
                  <a:pt x="135" y="504"/>
                </a:lnTo>
                <a:lnTo>
                  <a:pt x="134" y="504"/>
                </a:lnTo>
                <a:lnTo>
                  <a:pt x="133" y="504"/>
                </a:lnTo>
                <a:lnTo>
                  <a:pt x="133" y="503"/>
                </a:lnTo>
                <a:lnTo>
                  <a:pt x="133" y="501"/>
                </a:lnTo>
                <a:lnTo>
                  <a:pt x="134" y="500"/>
                </a:lnTo>
                <a:lnTo>
                  <a:pt x="134" y="499"/>
                </a:lnTo>
                <a:lnTo>
                  <a:pt x="134" y="498"/>
                </a:lnTo>
                <a:lnTo>
                  <a:pt x="135" y="498"/>
                </a:lnTo>
                <a:lnTo>
                  <a:pt x="135" y="497"/>
                </a:lnTo>
                <a:lnTo>
                  <a:pt x="136" y="497"/>
                </a:lnTo>
                <a:lnTo>
                  <a:pt x="136" y="496"/>
                </a:lnTo>
                <a:lnTo>
                  <a:pt x="137" y="496"/>
                </a:lnTo>
                <a:lnTo>
                  <a:pt x="138" y="495"/>
                </a:lnTo>
                <a:lnTo>
                  <a:pt x="139" y="495"/>
                </a:lnTo>
                <a:lnTo>
                  <a:pt x="138" y="495"/>
                </a:lnTo>
                <a:lnTo>
                  <a:pt x="139" y="495"/>
                </a:lnTo>
                <a:lnTo>
                  <a:pt x="140" y="495"/>
                </a:lnTo>
                <a:lnTo>
                  <a:pt x="141" y="495"/>
                </a:lnTo>
                <a:lnTo>
                  <a:pt x="141" y="494"/>
                </a:lnTo>
                <a:lnTo>
                  <a:pt x="141" y="493"/>
                </a:lnTo>
                <a:lnTo>
                  <a:pt x="141" y="492"/>
                </a:lnTo>
                <a:lnTo>
                  <a:pt x="142" y="493"/>
                </a:lnTo>
                <a:lnTo>
                  <a:pt x="143" y="492"/>
                </a:lnTo>
                <a:lnTo>
                  <a:pt x="143" y="491"/>
                </a:lnTo>
                <a:lnTo>
                  <a:pt x="144" y="490"/>
                </a:lnTo>
                <a:lnTo>
                  <a:pt x="145" y="490"/>
                </a:lnTo>
                <a:lnTo>
                  <a:pt x="145" y="489"/>
                </a:lnTo>
                <a:lnTo>
                  <a:pt x="145" y="488"/>
                </a:lnTo>
                <a:lnTo>
                  <a:pt x="146" y="488"/>
                </a:lnTo>
                <a:lnTo>
                  <a:pt x="147" y="488"/>
                </a:lnTo>
                <a:lnTo>
                  <a:pt x="147" y="487"/>
                </a:lnTo>
                <a:lnTo>
                  <a:pt x="148" y="486"/>
                </a:lnTo>
                <a:lnTo>
                  <a:pt x="149" y="485"/>
                </a:lnTo>
                <a:lnTo>
                  <a:pt x="150" y="485"/>
                </a:lnTo>
                <a:lnTo>
                  <a:pt x="151" y="485"/>
                </a:lnTo>
                <a:lnTo>
                  <a:pt x="152" y="484"/>
                </a:lnTo>
                <a:lnTo>
                  <a:pt x="153" y="484"/>
                </a:lnTo>
                <a:lnTo>
                  <a:pt x="154" y="484"/>
                </a:lnTo>
                <a:lnTo>
                  <a:pt x="155" y="484"/>
                </a:lnTo>
                <a:lnTo>
                  <a:pt x="155" y="483"/>
                </a:lnTo>
                <a:lnTo>
                  <a:pt x="155" y="482"/>
                </a:lnTo>
                <a:lnTo>
                  <a:pt x="154" y="481"/>
                </a:lnTo>
                <a:lnTo>
                  <a:pt x="155" y="481"/>
                </a:lnTo>
                <a:lnTo>
                  <a:pt x="154" y="481"/>
                </a:lnTo>
                <a:lnTo>
                  <a:pt x="153" y="479"/>
                </a:lnTo>
                <a:lnTo>
                  <a:pt x="153" y="477"/>
                </a:lnTo>
                <a:lnTo>
                  <a:pt x="152" y="477"/>
                </a:lnTo>
                <a:lnTo>
                  <a:pt x="151" y="477"/>
                </a:lnTo>
                <a:lnTo>
                  <a:pt x="150" y="477"/>
                </a:lnTo>
                <a:lnTo>
                  <a:pt x="150" y="478"/>
                </a:lnTo>
                <a:lnTo>
                  <a:pt x="150" y="477"/>
                </a:lnTo>
                <a:lnTo>
                  <a:pt x="149" y="477"/>
                </a:lnTo>
                <a:lnTo>
                  <a:pt x="148" y="477"/>
                </a:lnTo>
                <a:lnTo>
                  <a:pt x="147" y="476"/>
                </a:lnTo>
                <a:lnTo>
                  <a:pt x="148" y="476"/>
                </a:lnTo>
                <a:lnTo>
                  <a:pt x="147" y="475"/>
                </a:lnTo>
                <a:lnTo>
                  <a:pt x="146" y="475"/>
                </a:lnTo>
                <a:lnTo>
                  <a:pt x="146" y="474"/>
                </a:lnTo>
                <a:lnTo>
                  <a:pt x="145" y="474"/>
                </a:lnTo>
                <a:lnTo>
                  <a:pt x="145" y="475"/>
                </a:lnTo>
                <a:lnTo>
                  <a:pt x="144" y="474"/>
                </a:lnTo>
                <a:lnTo>
                  <a:pt x="143" y="474"/>
                </a:lnTo>
                <a:lnTo>
                  <a:pt x="143" y="475"/>
                </a:lnTo>
                <a:lnTo>
                  <a:pt x="142" y="475"/>
                </a:lnTo>
                <a:lnTo>
                  <a:pt x="142" y="474"/>
                </a:lnTo>
                <a:lnTo>
                  <a:pt x="141" y="474"/>
                </a:lnTo>
                <a:lnTo>
                  <a:pt x="141" y="475"/>
                </a:lnTo>
                <a:lnTo>
                  <a:pt x="140" y="475"/>
                </a:lnTo>
                <a:lnTo>
                  <a:pt x="140" y="474"/>
                </a:lnTo>
                <a:lnTo>
                  <a:pt x="140" y="473"/>
                </a:lnTo>
                <a:lnTo>
                  <a:pt x="140" y="472"/>
                </a:lnTo>
                <a:lnTo>
                  <a:pt x="140" y="471"/>
                </a:lnTo>
                <a:lnTo>
                  <a:pt x="139" y="471"/>
                </a:lnTo>
                <a:lnTo>
                  <a:pt x="138" y="471"/>
                </a:lnTo>
                <a:lnTo>
                  <a:pt x="137" y="470"/>
                </a:lnTo>
                <a:lnTo>
                  <a:pt x="137" y="469"/>
                </a:lnTo>
                <a:lnTo>
                  <a:pt x="136" y="468"/>
                </a:lnTo>
                <a:lnTo>
                  <a:pt x="136" y="469"/>
                </a:lnTo>
                <a:lnTo>
                  <a:pt x="135" y="469"/>
                </a:lnTo>
                <a:lnTo>
                  <a:pt x="134" y="468"/>
                </a:lnTo>
                <a:lnTo>
                  <a:pt x="134" y="467"/>
                </a:lnTo>
                <a:lnTo>
                  <a:pt x="134" y="466"/>
                </a:lnTo>
                <a:lnTo>
                  <a:pt x="134" y="465"/>
                </a:lnTo>
                <a:lnTo>
                  <a:pt x="133" y="465"/>
                </a:lnTo>
                <a:lnTo>
                  <a:pt x="134" y="464"/>
                </a:lnTo>
                <a:lnTo>
                  <a:pt x="133" y="464"/>
                </a:lnTo>
                <a:lnTo>
                  <a:pt x="133" y="463"/>
                </a:lnTo>
                <a:lnTo>
                  <a:pt x="132" y="462"/>
                </a:lnTo>
                <a:lnTo>
                  <a:pt x="132" y="461"/>
                </a:lnTo>
                <a:lnTo>
                  <a:pt x="131" y="461"/>
                </a:lnTo>
                <a:lnTo>
                  <a:pt x="130" y="462"/>
                </a:lnTo>
                <a:lnTo>
                  <a:pt x="129" y="462"/>
                </a:lnTo>
                <a:lnTo>
                  <a:pt x="129" y="463"/>
                </a:lnTo>
                <a:lnTo>
                  <a:pt x="128" y="464"/>
                </a:lnTo>
                <a:lnTo>
                  <a:pt x="128" y="465"/>
                </a:lnTo>
                <a:lnTo>
                  <a:pt x="126" y="465"/>
                </a:lnTo>
                <a:lnTo>
                  <a:pt x="125" y="465"/>
                </a:lnTo>
                <a:lnTo>
                  <a:pt x="124" y="465"/>
                </a:lnTo>
                <a:lnTo>
                  <a:pt x="123" y="465"/>
                </a:lnTo>
                <a:lnTo>
                  <a:pt x="122" y="466"/>
                </a:lnTo>
                <a:lnTo>
                  <a:pt x="122" y="467"/>
                </a:lnTo>
                <a:lnTo>
                  <a:pt x="122" y="468"/>
                </a:lnTo>
                <a:lnTo>
                  <a:pt x="121" y="468"/>
                </a:lnTo>
                <a:lnTo>
                  <a:pt x="120" y="468"/>
                </a:lnTo>
                <a:lnTo>
                  <a:pt x="120" y="467"/>
                </a:lnTo>
                <a:lnTo>
                  <a:pt x="120" y="466"/>
                </a:lnTo>
                <a:lnTo>
                  <a:pt x="120" y="465"/>
                </a:lnTo>
                <a:lnTo>
                  <a:pt x="119" y="465"/>
                </a:lnTo>
                <a:lnTo>
                  <a:pt x="119" y="464"/>
                </a:lnTo>
                <a:lnTo>
                  <a:pt x="118" y="464"/>
                </a:lnTo>
                <a:lnTo>
                  <a:pt x="118" y="463"/>
                </a:lnTo>
                <a:lnTo>
                  <a:pt x="117" y="462"/>
                </a:lnTo>
                <a:lnTo>
                  <a:pt x="116" y="462"/>
                </a:lnTo>
                <a:lnTo>
                  <a:pt x="116" y="461"/>
                </a:lnTo>
                <a:lnTo>
                  <a:pt x="116" y="460"/>
                </a:lnTo>
                <a:lnTo>
                  <a:pt x="115" y="460"/>
                </a:lnTo>
                <a:lnTo>
                  <a:pt x="115" y="459"/>
                </a:lnTo>
                <a:lnTo>
                  <a:pt x="114" y="459"/>
                </a:lnTo>
                <a:lnTo>
                  <a:pt x="113" y="459"/>
                </a:lnTo>
                <a:lnTo>
                  <a:pt x="113" y="458"/>
                </a:lnTo>
                <a:lnTo>
                  <a:pt x="113" y="457"/>
                </a:lnTo>
                <a:lnTo>
                  <a:pt x="112" y="457"/>
                </a:lnTo>
                <a:lnTo>
                  <a:pt x="112" y="456"/>
                </a:lnTo>
                <a:lnTo>
                  <a:pt x="111" y="456"/>
                </a:lnTo>
                <a:lnTo>
                  <a:pt x="111" y="457"/>
                </a:lnTo>
                <a:lnTo>
                  <a:pt x="110" y="457"/>
                </a:lnTo>
                <a:lnTo>
                  <a:pt x="110" y="456"/>
                </a:lnTo>
                <a:lnTo>
                  <a:pt x="109" y="456"/>
                </a:lnTo>
                <a:lnTo>
                  <a:pt x="108" y="456"/>
                </a:lnTo>
                <a:lnTo>
                  <a:pt x="107" y="456"/>
                </a:lnTo>
                <a:lnTo>
                  <a:pt x="107" y="455"/>
                </a:lnTo>
                <a:lnTo>
                  <a:pt x="106" y="455"/>
                </a:lnTo>
                <a:lnTo>
                  <a:pt x="105" y="455"/>
                </a:lnTo>
                <a:lnTo>
                  <a:pt x="105" y="456"/>
                </a:lnTo>
                <a:lnTo>
                  <a:pt x="105" y="457"/>
                </a:lnTo>
                <a:lnTo>
                  <a:pt x="105" y="458"/>
                </a:lnTo>
                <a:lnTo>
                  <a:pt x="105" y="459"/>
                </a:lnTo>
                <a:lnTo>
                  <a:pt x="104" y="460"/>
                </a:lnTo>
                <a:lnTo>
                  <a:pt x="103" y="460"/>
                </a:lnTo>
                <a:lnTo>
                  <a:pt x="103" y="461"/>
                </a:lnTo>
                <a:lnTo>
                  <a:pt x="102" y="461"/>
                </a:lnTo>
                <a:lnTo>
                  <a:pt x="102" y="462"/>
                </a:lnTo>
                <a:lnTo>
                  <a:pt x="102" y="463"/>
                </a:lnTo>
                <a:lnTo>
                  <a:pt x="101" y="463"/>
                </a:lnTo>
                <a:lnTo>
                  <a:pt x="101" y="464"/>
                </a:lnTo>
                <a:lnTo>
                  <a:pt x="101" y="465"/>
                </a:lnTo>
                <a:lnTo>
                  <a:pt x="100" y="466"/>
                </a:lnTo>
                <a:lnTo>
                  <a:pt x="100" y="465"/>
                </a:lnTo>
                <a:lnTo>
                  <a:pt x="99" y="465"/>
                </a:lnTo>
                <a:lnTo>
                  <a:pt x="98" y="464"/>
                </a:lnTo>
                <a:lnTo>
                  <a:pt x="97" y="463"/>
                </a:lnTo>
                <a:lnTo>
                  <a:pt x="96" y="463"/>
                </a:lnTo>
                <a:lnTo>
                  <a:pt x="97" y="463"/>
                </a:lnTo>
                <a:lnTo>
                  <a:pt x="97" y="462"/>
                </a:lnTo>
                <a:lnTo>
                  <a:pt x="96" y="462"/>
                </a:lnTo>
                <a:lnTo>
                  <a:pt x="95" y="461"/>
                </a:lnTo>
                <a:lnTo>
                  <a:pt x="95" y="460"/>
                </a:lnTo>
                <a:lnTo>
                  <a:pt x="94" y="460"/>
                </a:lnTo>
                <a:lnTo>
                  <a:pt x="94" y="459"/>
                </a:lnTo>
                <a:lnTo>
                  <a:pt x="94" y="458"/>
                </a:lnTo>
                <a:lnTo>
                  <a:pt x="94" y="456"/>
                </a:lnTo>
                <a:lnTo>
                  <a:pt x="94" y="455"/>
                </a:lnTo>
                <a:lnTo>
                  <a:pt x="94" y="454"/>
                </a:lnTo>
                <a:lnTo>
                  <a:pt x="93" y="454"/>
                </a:lnTo>
                <a:lnTo>
                  <a:pt x="93" y="453"/>
                </a:lnTo>
                <a:lnTo>
                  <a:pt x="92" y="452"/>
                </a:lnTo>
                <a:lnTo>
                  <a:pt x="92" y="451"/>
                </a:lnTo>
                <a:lnTo>
                  <a:pt x="91" y="451"/>
                </a:lnTo>
                <a:lnTo>
                  <a:pt x="91" y="450"/>
                </a:lnTo>
                <a:lnTo>
                  <a:pt x="90" y="450"/>
                </a:lnTo>
                <a:lnTo>
                  <a:pt x="90" y="451"/>
                </a:lnTo>
                <a:lnTo>
                  <a:pt x="89" y="451"/>
                </a:lnTo>
                <a:lnTo>
                  <a:pt x="88" y="451"/>
                </a:lnTo>
                <a:lnTo>
                  <a:pt x="87" y="450"/>
                </a:lnTo>
                <a:lnTo>
                  <a:pt x="87" y="451"/>
                </a:lnTo>
                <a:lnTo>
                  <a:pt x="86" y="451"/>
                </a:lnTo>
                <a:lnTo>
                  <a:pt x="86" y="450"/>
                </a:lnTo>
                <a:lnTo>
                  <a:pt x="85" y="450"/>
                </a:lnTo>
                <a:lnTo>
                  <a:pt x="85" y="449"/>
                </a:lnTo>
                <a:lnTo>
                  <a:pt x="84" y="449"/>
                </a:lnTo>
                <a:lnTo>
                  <a:pt x="84" y="448"/>
                </a:lnTo>
                <a:lnTo>
                  <a:pt x="84" y="447"/>
                </a:lnTo>
                <a:lnTo>
                  <a:pt x="84" y="446"/>
                </a:lnTo>
                <a:lnTo>
                  <a:pt x="85" y="446"/>
                </a:lnTo>
                <a:lnTo>
                  <a:pt x="85" y="445"/>
                </a:lnTo>
                <a:lnTo>
                  <a:pt x="84" y="444"/>
                </a:lnTo>
                <a:lnTo>
                  <a:pt x="84" y="445"/>
                </a:lnTo>
                <a:lnTo>
                  <a:pt x="83" y="445"/>
                </a:lnTo>
                <a:lnTo>
                  <a:pt x="83" y="444"/>
                </a:lnTo>
                <a:lnTo>
                  <a:pt x="82" y="443"/>
                </a:lnTo>
                <a:lnTo>
                  <a:pt x="82" y="442"/>
                </a:lnTo>
                <a:lnTo>
                  <a:pt x="82" y="441"/>
                </a:lnTo>
                <a:lnTo>
                  <a:pt x="81" y="441"/>
                </a:lnTo>
                <a:lnTo>
                  <a:pt x="81" y="440"/>
                </a:lnTo>
                <a:lnTo>
                  <a:pt x="80" y="441"/>
                </a:lnTo>
                <a:lnTo>
                  <a:pt x="79" y="441"/>
                </a:lnTo>
                <a:lnTo>
                  <a:pt x="79" y="442"/>
                </a:lnTo>
                <a:lnTo>
                  <a:pt x="78" y="442"/>
                </a:lnTo>
                <a:lnTo>
                  <a:pt x="77" y="442"/>
                </a:lnTo>
                <a:lnTo>
                  <a:pt x="76" y="442"/>
                </a:lnTo>
                <a:lnTo>
                  <a:pt x="75" y="441"/>
                </a:lnTo>
                <a:lnTo>
                  <a:pt x="74" y="441"/>
                </a:lnTo>
                <a:lnTo>
                  <a:pt x="75" y="441"/>
                </a:lnTo>
                <a:lnTo>
                  <a:pt x="75" y="439"/>
                </a:lnTo>
                <a:lnTo>
                  <a:pt x="74" y="438"/>
                </a:lnTo>
                <a:lnTo>
                  <a:pt x="75" y="438"/>
                </a:lnTo>
                <a:lnTo>
                  <a:pt x="75" y="437"/>
                </a:lnTo>
                <a:lnTo>
                  <a:pt x="76" y="436"/>
                </a:lnTo>
                <a:lnTo>
                  <a:pt x="75" y="435"/>
                </a:lnTo>
                <a:lnTo>
                  <a:pt x="74" y="435"/>
                </a:lnTo>
                <a:lnTo>
                  <a:pt x="74" y="434"/>
                </a:lnTo>
                <a:lnTo>
                  <a:pt x="74" y="433"/>
                </a:lnTo>
                <a:lnTo>
                  <a:pt x="75" y="433"/>
                </a:lnTo>
                <a:lnTo>
                  <a:pt x="75" y="432"/>
                </a:lnTo>
                <a:lnTo>
                  <a:pt x="74" y="431"/>
                </a:lnTo>
                <a:lnTo>
                  <a:pt x="74" y="430"/>
                </a:lnTo>
                <a:lnTo>
                  <a:pt x="75" y="430"/>
                </a:lnTo>
                <a:lnTo>
                  <a:pt x="74" y="430"/>
                </a:lnTo>
                <a:lnTo>
                  <a:pt x="75" y="429"/>
                </a:lnTo>
                <a:lnTo>
                  <a:pt x="74" y="429"/>
                </a:lnTo>
                <a:lnTo>
                  <a:pt x="74" y="428"/>
                </a:lnTo>
                <a:lnTo>
                  <a:pt x="75" y="428"/>
                </a:lnTo>
                <a:lnTo>
                  <a:pt x="74" y="428"/>
                </a:lnTo>
                <a:lnTo>
                  <a:pt x="74" y="427"/>
                </a:lnTo>
                <a:lnTo>
                  <a:pt x="74" y="426"/>
                </a:lnTo>
                <a:lnTo>
                  <a:pt x="73" y="426"/>
                </a:lnTo>
                <a:lnTo>
                  <a:pt x="73" y="425"/>
                </a:lnTo>
                <a:lnTo>
                  <a:pt x="73" y="423"/>
                </a:lnTo>
                <a:lnTo>
                  <a:pt x="72" y="423"/>
                </a:lnTo>
                <a:lnTo>
                  <a:pt x="72" y="422"/>
                </a:lnTo>
                <a:lnTo>
                  <a:pt x="73" y="422"/>
                </a:lnTo>
                <a:lnTo>
                  <a:pt x="73" y="421"/>
                </a:lnTo>
                <a:lnTo>
                  <a:pt x="74" y="421"/>
                </a:lnTo>
                <a:lnTo>
                  <a:pt x="74" y="420"/>
                </a:lnTo>
                <a:lnTo>
                  <a:pt x="75" y="420"/>
                </a:lnTo>
                <a:lnTo>
                  <a:pt x="75" y="419"/>
                </a:lnTo>
                <a:lnTo>
                  <a:pt x="76" y="419"/>
                </a:lnTo>
                <a:lnTo>
                  <a:pt x="76" y="418"/>
                </a:lnTo>
                <a:lnTo>
                  <a:pt x="77" y="418"/>
                </a:lnTo>
                <a:lnTo>
                  <a:pt x="77" y="417"/>
                </a:lnTo>
                <a:lnTo>
                  <a:pt x="77" y="416"/>
                </a:lnTo>
                <a:lnTo>
                  <a:pt x="77" y="415"/>
                </a:lnTo>
                <a:lnTo>
                  <a:pt x="78" y="415"/>
                </a:lnTo>
                <a:lnTo>
                  <a:pt x="77" y="415"/>
                </a:lnTo>
                <a:lnTo>
                  <a:pt x="78" y="414"/>
                </a:lnTo>
                <a:lnTo>
                  <a:pt x="78" y="413"/>
                </a:lnTo>
                <a:lnTo>
                  <a:pt x="77" y="413"/>
                </a:lnTo>
                <a:lnTo>
                  <a:pt x="77" y="412"/>
                </a:lnTo>
                <a:lnTo>
                  <a:pt x="78" y="412"/>
                </a:lnTo>
                <a:lnTo>
                  <a:pt x="78" y="411"/>
                </a:lnTo>
                <a:lnTo>
                  <a:pt x="78" y="410"/>
                </a:lnTo>
                <a:lnTo>
                  <a:pt x="78" y="409"/>
                </a:lnTo>
                <a:lnTo>
                  <a:pt x="79" y="409"/>
                </a:lnTo>
                <a:lnTo>
                  <a:pt x="80" y="409"/>
                </a:lnTo>
                <a:lnTo>
                  <a:pt x="80" y="408"/>
                </a:lnTo>
                <a:lnTo>
                  <a:pt x="81" y="408"/>
                </a:lnTo>
                <a:lnTo>
                  <a:pt x="81" y="407"/>
                </a:lnTo>
                <a:lnTo>
                  <a:pt x="82" y="407"/>
                </a:lnTo>
                <a:lnTo>
                  <a:pt x="83" y="406"/>
                </a:lnTo>
                <a:lnTo>
                  <a:pt x="83" y="404"/>
                </a:lnTo>
                <a:lnTo>
                  <a:pt x="82" y="403"/>
                </a:lnTo>
                <a:lnTo>
                  <a:pt x="82" y="402"/>
                </a:lnTo>
                <a:lnTo>
                  <a:pt x="81" y="402"/>
                </a:lnTo>
                <a:lnTo>
                  <a:pt x="82" y="402"/>
                </a:lnTo>
                <a:lnTo>
                  <a:pt x="82" y="401"/>
                </a:lnTo>
                <a:lnTo>
                  <a:pt x="82" y="400"/>
                </a:lnTo>
                <a:lnTo>
                  <a:pt x="82" y="399"/>
                </a:lnTo>
                <a:lnTo>
                  <a:pt x="83" y="399"/>
                </a:lnTo>
                <a:lnTo>
                  <a:pt x="83" y="398"/>
                </a:lnTo>
                <a:lnTo>
                  <a:pt x="84" y="397"/>
                </a:lnTo>
                <a:lnTo>
                  <a:pt x="85" y="397"/>
                </a:lnTo>
                <a:lnTo>
                  <a:pt x="85" y="396"/>
                </a:lnTo>
                <a:lnTo>
                  <a:pt x="85" y="395"/>
                </a:lnTo>
                <a:lnTo>
                  <a:pt x="86" y="395"/>
                </a:lnTo>
                <a:lnTo>
                  <a:pt x="86" y="394"/>
                </a:lnTo>
                <a:lnTo>
                  <a:pt x="87" y="394"/>
                </a:lnTo>
                <a:lnTo>
                  <a:pt x="88" y="394"/>
                </a:lnTo>
                <a:lnTo>
                  <a:pt x="88" y="395"/>
                </a:lnTo>
                <a:lnTo>
                  <a:pt x="89" y="395"/>
                </a:lnTo>
                <a:lnTo>
                  <a:pt x="89" y="394"/>
                </a:lnTo>
                <a:lnTo>
                  <a:pt x="90" y="393"/>
                </a:lnTo>
                <a:lnTo>
                  <a:pt x="90" y="392"/>
                </a:lnTo>
                <a:lnTo>
                  <a:pt x="91" y="392"/>
                </a:lnTo>
                <a:lnTo>
                  <a:pt x="92" y="392"/>
                </a:lnTo>
                <a:lnTo>
                  <a:pt x="92" y="391"/>
                </a:lnTo>
                <a:lnTo>
                  <a:pt x="93" y="390"/>
                </a:lnTo>
                <a:lnTo>
                  <a:pt x="93" y="389"/>
                </a:lnTo>
                <a:lnTo>
                  <a:pt x="94" y="389"/>
                </a:lnTo>
                <a:lnTo>
                  <a:pt x="95" y="389"/>
                </a:lnTo>
                <a:lnTo>
                  <a:pt x="95" y="388"/>
                </a:lnTo>
                <a:lnTo>
                  <a:pt x="96" y="388"/>
                </a:lnTo>
                <a:lnTo>
                  <a:pt x="96" y="387"/>
                </a:lnTo>
                <a:lnTo>
                  <a:pt x="97" y="387"/>
                </a:lnTo>
                <a:lnTo>
                  <a:pt x="97" y="386"/>
                </a:lnTo>
                <a:lnTo>
                  <a:pt x="97" y="385"/>
                </a:lnTo>
                <a:lnTo>
                  <a:pt x="98" y="385"/>
                </a:lnTo>
                <a:lnTo>
                  <a:pt x="99" y="385"/>
                </a:lnTo>
                <a:lnTo>
                  <a:pt x="100" y="385"/>
                </a:lnTo>
                <a:lnTo>
                  <a:pt x="100" y="384"/>
                </a:lnTo>
                <a:lnTo>
                  <a:pt x="100" y="383"/>
                </a:lnTo>
                <a:lnTo>
                  <a:pt x="101" y="383"/>
                </a:lnTo>
                <a:lnTo>
                  <a:pt x="101" y="382"/>
                </a:lnTo>
                <a:lnTo>
                  <a:pt x="102" y="382"/>
                </a:lnTo>
                <a:lnTo>
                  <a:pt x="103" y="382"/>
                </a:lnTo>
                <a:lnTo>
                  <a:pt x="103" y="383"/>
                </a:lnTo>
                <a:lnTo>
                  <a:pt x="104" y="383"/>
                </a:lnTo>
                <a:lnTo>
                  <a:pt x="105" y="383"/>
                </a:lnTo>
                <a:lnTo>
                  <a:pt x="106" y="383"/>
                </a:lnTo>
                <a:lnTo>
                  <a:pt x="106" y="384"/>
                </a:lnTo>
                <a:lnTo>
                  <a:pt x="106" y="383"/>
                </a:lnTo>
                <a:lnTo>
                  <a:pt x="107" y="384"/>
                </a:lnTo>
                <a:lnTo>
                  <a:pt x="108" y="384"/>
                </a:lnTo>
                <a:lnTo>
                  <a:pt x="108" y="383"/>
                </a:lnTo>
                <a:lnTo>
                  <a:pt x="107" y="383"/>
                </a:lnTo>
                <a:lnTo>
                  <a:pt x="108" y="382"/>
                </a:lnTo>
                <a:lnTo>
                  <a:pt x="108" y="381"/>
                </a:lnTo>
                <a:lnTo>
                  <a:pt x="110" y="381"/>
                </a:lnTo>
                <a:lnTo>
                  <a:pt x="110" y="380"/>
                </a:lnTo>
                <a:lnTo>
                  <a:pt x="111" y="380"/>
                </a:lnTo>
                <a:lnTo>
                  <a:pt x="112" y="380"/>
                </a:lnTo>
                <a:lnTo>
                  <a:pt x="113" y="381"/>
                </a:lnTo>
                <a:lnTo>
                  <a:pt x="114" y="381"/>
                </a:lnTo>
                <a:lnTo>
                  <a:pt x="114" y="382"/>
                </a:lnTo>
                <a:lnTo>
                  <a:pt x="115" y="382"/>
                </a:lnTo>
                <a:lnTo>
                  <a:pt x="115" y="381"/>
                </a:lnTo>
                <a:lnTo>
                  <a:pt x="115" y="382"/>
                </a:lnTo>
                <a:lnTo>
                  <a:pt x="116" y="382"/>
                </a:lnTo>
                <a:lnTo>
                  <a:pt x="116" y="383"/>
                </a:lnTo>
                <a:lnTo>
                  <a:pt x="117" y="382"/>
                </a:lnTo>
                <a:lnTo>
                  <a:pt x="117" y="381"/>
                </a:lnTo>
                <a:lnTo>
                  <a:pt x="118" y="381"/>
                </a:lnTo>
                <a:lnTo>
                  <a:pt x="118" y="380"/>
                </a:lnTo>
                <a:lnTo>
                  <a:pt x="118" y="381"/>
                </a:lnTo>
                <a:lnTo>
                  <a:pt x="119" y="381"/>
                </a:lnTo>
                <a:lnTo>
                  <a:pt x="119" y="380"/>
                </a:lnTo>
                <a:lnTo>
                  <a:pt x="119" y="379"/>
                </a:lnTo>
                <a:lnTo>
                  <a:pt x="120" y="379"/>
                </a:lnTo>
                <a:lnTo>
                  <a:pt x="120" y="380"/>
                </a:lnTo>
                <a:lnTo>
                  <a:pt x="120" y="381"/>
                </a:lnTo>
                <a:lnTo>
                  <a:pt x="121" y="381"/>
                </a:lnTo>
                <a:lnTo>
                  <a:pt x="121" y="380"/>
                </a:lnTo>
                <a:lnTo>
                  <a:pt x="123" y="380"/>
                </a:lnTo>
                <a:lnTo>
                  <a:pt x="124" y="380"/>
                </a:lnTo>
                <a:lnTo>
                  <a:pt x="124" y="379"/>
                </a:lnTo>
                <a:lnTo>
                  <a:pt x="125" y="378"/>
                </a:lnTo>
                <a:lnTo>
                  <a:pt x="126" y="378"/>
                </a:lnTo>
                <a:lnTo>
                  <a:pt x="126" y="377"/>
                </a:lnTo>
                <a:lnTo>
                  <a:pt x="126" y="376"/>
                </a:lnTo>
                <a:lnTo>
                  <a:pt x="126" y="375"/>
                </a:lnTo>
                <a:lnTo>
                  <a:pt x="126" y="374"/>
                </a:lnTo>
                <a:lnTo>
                  <a:pt x="125" y="373"/>
                </a:lnTo>
                <a:lnTo>
                  <a:pt x="124" y="373"/>
                </a:lnTo>
                <a:lnTo>
                  <a:pt x="123" y="372"/>
                </a:lnTo>
                <a:lnTo>
                  <a:pt x="123" y="371"/>
                </a:lnTo>
                <a:lnTo>
                  <a:pt x="123" y="369"/>
                </a:lnTo>
                <a:lnTo>
                  <a:pt x="123" y="368"/>
                </a:lnTo>
                <a:lnTo>
                  <a:pt x="123" y="367"/>
                </a:lnTo>
                <a:lnTo>
                  <a:pt x="123" y="366"/>
                </a:lnTo>
                <a:lnTo>
                  <a:pt x="124" y="366"/>
                </a:lnTo>
                <a:lnTo>
                  <a:pt x="124" y="365"/>
                </a:lnTo>
                <a:lnTo>
                  <a:pt x="124" y="364"/>
                </a:lnTo>
                <a:lnTo>
                  <a:pt x="125" y="364"/>
                </a:lnTo>
                <a:lnTo>
                  <a:pt x="124" y="364"/>
                </a:lnTo>
                <a:lnTo>
                  <a:pt x="125" y="364"/>
                </a:lnTo>
                <a:lnTo>
                  <a:pt x="125" y="363"/>
                </a:lnTo>
                <a:lnTo>
                  <a:pt x="125" y="362"/>
                </a:lnTo>
                <a:lnTo>
                  <a:pt x="125" y="361"/>
                </a:lnTo>
                <a:lnTo>
                  <a:pt x="125" y="360"/>
                </a:lnTo>
                <a:lnTo>
                  <a:pt x="124" y="360"/>
                </a:lnTo>
                <a:lnTo>
                  <a:pt x="125" y="360"/>
                </a:lnTo>
                <a:lnTo>
                  <a:pt x="125" y="359"/>
                </a:lnTo>
                <a:lnTo>
                  <a:pt x="124" y="359"/>
                </a:lnTo>
                <a:lnTo>
                  <a:pt x="124" y="358"/>
                </a:lnTo>
                <a:lnTo>
                  <a:pt x="123" y="357"/>
                </a:lnTo>
                <a:lnTo>
                  <a:pt x="124" y="357"/>
                </a:lnTo>
                <a:lnTo>
                  <a:pt x="124" y="356"/>
                </a:lnTo>
                <a:lnTo>
                  <a:pt x="124" y="355"/>
                </a:lnTo>
                <a:lnTo>
                  <a:pt x="124" y="354"/>
                </a:lnTo>
                <a:lnTo>
                  <a:pt x="125" y="353"/>
                </a:lnTo>
                <a:lnTo>
                  <a:pt x="125" y="352"/>
                </a:lnTo>
                <a:lnTo>
                  <a:pt x="124" y="352"/>
                </a:lnTo>
                <a:lnTo>
                  <a:pt x="125" y="352"/>
                </a:lnTo>
                <a:lnTo>
                  <a:pt x="124" y="352"/>
                </a:lnTo>
                <a:lnTo>
                  <a:pt x="125" y="351"/>
                </a:lnTo>
                <a:lnTo>
                  <a:pt x="124" y="351"/>
                </a:lnTo>
                <a:lnTo>
                  <a:pt x="125" y="351"/>
                </a:lnTo>
                <a:lnTo>
                  <a:pt x="125" y="350"/>
                </a:lnTo>
                <a:lnTo>
                  <a:pt x="125" y="348"/>
                </a:lnTo>
                <a:lnTo>
                  <a:pt x="124" y="348"/>
                </a:lnTo>
                <a:lnTo>
                  <a:pt x="125" y="348"/>
                </a:lnTo>
                <a:lnTo>
                  <a:pt x="124" y="348"/>
                </a:lnTo>
                <a:lnTo>
                  <a:pt x="123" y="347"/>
                </a:lnTo>
                <a:lnTo>
                  <a:pt x="124" y="346"/>
                </a:lnTo>
                <a:lnTo>
                  <a:pt x="124" y="345"/>
                </a:lnTo>
                <a:lnTo>
                  <a:pt x="123" y="344"/>
                </a:lnTo>
                <a:lnTo>
                  <a:pt x="124" y="344"/>
                </a:lnTo>
                <a:lnTo>
                  <a:pt x="124" y="343"/>
                </a:lnTo>
                <a:lnTo>
                  <a:pt x="125" y="343"/>
                </a:lnTo>
                <a:lnTo>
                  <a:pt x="125" y="341"/>
                </a:lnTo>
                <a:lnTo>
                  <a:pt x="125" y="340"/>
                </a:lnTo>
                <a:lnTo>
                  <a:pt x="124" y="340"/>
                </a:lnTo>
                <a:lnTo>
                  <a:pt x="124" y="339"/>
                </a:lnTo>
                <a:lnTo>
                  <a:pt x="123" y="337"/>
                </a:lnTo>
                <a:lnTo>
                  <a:pt x="123" y="336"/>
                </a:lnTo>
                <a:lnTo>
                  <a:pt x="124" y="336"/>
                </a:lnTo>
                <a:lnTo>
                  <a:pt x="124" y="335"/>
                </a:lnTo>
                <a:lnTo>
                  <a:pt x="123" y="335"/>
                </a:lnTo>
                <a:lnTo>
                  <a:pt x="124" y="335"/>
                </a:lnTo>
                <a:lnTo>
                  <a:pt x="124" y="334"/>
                </a:lnTo>
                <a:lnTo>
                  <a:pt x="124" y="333"/>
                </a:lnTo>
                <a:lnTo>
                  <a:pt x="124" y="332"/>
                </a:lnTo>
                <a:lnTo>
                  <a:pt x="124" y="331"/>
                </a:lnTo>
                <a:lnTo>
                  <a:pt x="124" y="329"/>
                </a:lnTo>
                <a:lnTo>
                  <a:pt x="123" y="329"/>
                </a:lnTo>
                <a:lnTo>
                  <a:pt x="123" y="328"/>
                </a:lnTo>
                <a:lnTo>
                  <a:pt x="123" y="327"/>
                </a:lnTo>
                <a:lnTo>
                  <a:pt x="122" y="326"/>
                </a:lnTo>
                <a:lnTo>
                  <a:pt x="121" y="324"/>
                </a:lnTo>
                <a:lnTo>
                  <a:pt x="120" y="322"/>
                </a:lnTo>
                <a:lnTo>
                  <a:pt x="120" y="321"/>
                </a:lnTo>
                <a:lnTo>
                  <a:pt x="120" y="319"/>
                </a:lnTo>
                <a:lnTo>
                  <a:pt x="120" y="317"/>
                </a:lnTo>
                <a:lnTo>
                  <a:pt x="120" y="316"/>
                </a:lnTo>
                <a:lnTo>
                  <a:pt x="120" y="315"/>
                </a:lnTo>
                <a:lnTo>
                  <a:pt x="119" y="314"/>
                </a:lnTo>
                <a:lnTo>
                  <a:pt x="119" y="312"/>
                </a:lnTo>
                <a:lnTo>
                  <a:pt x="118" y="312"/>
                </a:lnTo>
                <a:lnTo>
                  <a:pt x="118" y="309"/>
                </a:lnTo>
                <a:lnTo>
                  <a:pt x="117" y="307"/>
                </a:lnTo>
                <a:lnTo>
                  <a:pt x="117" y="306"/>
                </a:lnTo>
                <a:lnTo>
                  <a:pt x="117" y="305"/>
                </a:lnTo>
                <a:lnTo>
                  <a:pt x="116" y="304"/>
                </a:lnTo>
                <a:lnTo>
                  <a:pt x="116" y="302"/>
                </a:lnTo>
                <a:lnTo>
                  <a:pt x="116" y="301"/>
                </a:lnTo>
                <a:lnTo>
                  <a:pt x="116" y="300"/>
                </a:lnTo>
                <a:lnTo>
                  <a:pt x="115" y="298"/>
                </a:lnTo>
                <a:lnTo>
                  <a:pt x="113" y="295"/>
                </a:lnTo>
                <a:lnTo>
                  <a:pt x="114" y="294"/>
                </a:lnTo>
                <a:lnTo>
                  <a:pt x="114" y="293"/>
                </a:lnTo>
                <a:lnTo>
                  <a:pt x="113" y="292"/>
                </a:lnTo>
                <a:lnTo>
                  <a:pt x="112" y="292"/>
                </a:lnTo>
                <a:lnTo>
                  <a:pt x="111" y="292"/>
                </a:lnTo>
                <a:lnTo>
                  <a:pt x="111" y="291"/>
                </a:lnTo>
                <a:lnTo>
                  <a:pt x="112" y="291"/>
                </a:lnTo>
                <a:lnTo>
                  <a:pt x="112" y="290"/>
                </a:lnTo>
                <a:lnTo>
                  <a:pt x="113" y="290"/>
                </a:lnTo>
                <a:lnTo>
                  <a:pt x="113" y="287"/>
                </a:lnTo>
                <a:lnTo>
                  <a:pt x="112" y="287"/>
                </a:lnTo>
                <a:lnTo>
                  <a:pt x="112" y="286"/>
                </a:lnTo>
                <a:lnTo>
                  <a:pt x="111" y="286"/>
                </a:lnTo>
                <a:lnTo>
                  <a:pt x="110" y="286"/>
                </a:lnTo>
                <a:lnTo>
                  <a:pt x="109" y="286"/>
                </a:lnTo>
                <a:lnTo>
                  <a:pt x="109" y="285"/>
                </a:lnTo>
                <a:lnTo>
                  <a:pt x="110" y="285"/>
                </a:lnTo>
                <a:lnTo>
                  <a:pt x="110" y="284"/>
                </a:lnTo>
                <a:lnTo>
                  <a:pt x="111" y="284"/>
                </a:lnTo>
                <a:lnTo>
                  <a:pt x="111" y="283"/>
                </a:lnTo>
                <a:lnTo>
                  <a:pt x="112" y="283"/>
                </a:lnTo>
                <a:lnTo>
                  <a:pt x="112" y="282"/>
                </a:lnTo>
                <a:lnTo>
                  <a:pt x="111" y="282"/>
                </a:lnTo>
                <a:lnTo>
                  <a:pt x="111" y="281"/>
                </a:lnTo>
                <a:lnTo>
                  <a:pt x="112" y="280"/>
                </a:lnTo>
                <a:lnTo>
                  <a:pt x="113" y="280"/>
                </a:lnTo>
                <a:lnTo>
                  <a:pt x="113" y="279"/>
                </a:lnTo>
                <a:lnTo>
                  <a:pt x="114" y="279"/>
                </a:lnTo>
                <a:lnTo>
                  <a:pt x="114" y="278"/>
                </a:lnTo>
                <a:lnTo>
                  <a:pt x="115" y="278"/>
                </a:lnTo>
                <a:lnTo>
                  <a:pt x="115" y="277"/>
                </a:lnTo>
                <a:lnTo>
                  <a:pt x="116" y="277"/>
                </a:lnTo>
                <a:lnTo>
                  <a:pt x="117" y="277"/>
                </a:lnTo>
                <a:lnTo>
                  <a:pt x="116" y="277"/>
                </a:lnTo>
                <a:lnTo>
                  <a:pt x="116" y="276"/>
                </a:lnTo>
                <a:lnTo>
                  <a:pt x="115" y="276"/>
                </a:lnTo>
                <a:lnTo>
                  <a:pt x="113" y="276"/>
                </a:lnTo>
                <a:lnTo>
                  <a:pt x="113" y="277"/>
                </a:lnTo>
                <a:lnTo>
                  <a:pt x="112" y="277"/>
                </a:lnTo>
                <a:lnTo>
                  <a:pt x="112" y="278"/>
                </a:lnTo>
                <a:lnTo>
                  <a:pt x="112" y="279"/>
                </a:lnTo>
                <a:lnTo>
                  <a:pt x="110" y="281"/>
                </a:lnTo>
                <a:lnTo>
                  <a:pt x="110" y="282"/>
                </a:lnTo>
                <a:lnTo>
                  <a:pt x="109" y="282"/>
                </a:lnTo>
                <a:lnTo>
                  <a:pt x="109" y="283"/>
                </a:lnTo>
                <a:lnTo>
                  <a:pt x="108" y="283"/>
                </a:lnTo>
                <a:lnTo>
                  <a:pt x="108" y="284"/>
                </a:lnTo>
                <a:lnTo>
                  <a:pt x="108" y="285"/>
                </a:lnTo>
                <a:lnTo>
                  <a:pt x="108" y="287"/>
                </a:lnTo>
                <a:lnTo>
                  <a:pt x="107" y="287"/>
                </a:lnTo>
                <a:lnTo>
                  <a:pt x="106" y="287"/>
                </a:lnTo>
                <a:lnTo>
                  <a:pt x="106" y="288"/>
                </a:lnTo>
                <a:lnTo>
                  <a:pt x="105" y="289"/>
                </a:lnTo>
                <a:lnTo>
                  <a:pt x="104" y="290"/>
                </a:lnTo>
                <a:lnTo>
                  <a:pt x="103" y="292"/>
                </a:lnTo>
                <a:lnTo>
                  <a:pt x="102" y="292"/>
                </a:lnTo>
                <a:lnTo>
                  <a:pt x="103" y="291"/>
                </a:lnTo>
                <a:lnTo>
                  <a:pt x="103" y="290"/>
                </a:lnTo>
                <a:lnTo>
                  <a:pt x="103" y="289"/>
                </a:lnTo>
                <a:lnTo>
                  <a:pt x="102" y="289"/>
                </a:lnTo>
                <a:lnTo>
                  <a:pt x="102" y="288"/>
                </a:lnTo>
                <a:lnTo>
                  <a:pt x="101" y="287"/>
                </a:lnTo>
                <a:lnTo>
                  <a:pt x="100" y="287"/>
                </a:lnTo>
                <a:lnTo>
                  <a:pt x="100" y="288"/>
                </a:lnTo>
                <a:lnTo>
                  <a:pt x="101" y="288"/>
                </a:lnTo>
                <a:lnTo>
                  <a:pt x="101" y="289"/>
                </a:lnTo>
                <a:lnTo>
                  <a:pt x="100" y="289"/>
                </a:lnTo>
                <a:lnTo>
                  <a:pt x="100" y="290"/>
                </a:lnTo>
                <a:lnTo>
                  <a:pt x="99" y="290"/>
                </a:lnTo>
                <a:lnTo>
                  <a:pt x="99" y="291"/>
                </a:lnTo>
                <a:lnTo>
                  <a:pt x="98" y="291"/>
                </a:lnTo>
                <a:lnTo>
                  <a:pt x="97" y="291"/>
                </a:lnTo>
                <a:lnTo>
                  <a:pt x="97" y="290"/>
                </a:lnTo>
                <a:lnTo>
                  <a:pt x="96" y="290"/>
                </a:lnTo>
                <a:lnTo>
                  <a:pt x="95" y="290"/>
                </a:lnTo>
                <a:lnTo>
                  <a:pt x="94" y="289"/>
                </a:lnTo>
                <a:lnTo>
                  <a:pt x="93" y="289"/>
                </a:lnTo>
                <a:lnTo>
                  <a:pt x="93" y="290"/>
                </a:lnTo>
                <a:lnTo>
                  <a:pt x="93" y="291"/>
                </a:lnTo>
                <a:lnTo>
                  <a:pt x="93" y="292"/>
                </a:lnTo>
                <a:lnTo>
                  <a:pt x="94" y="292"/>
                </a:lnTo>
                <a:lnTo>
                  <a:pt x="94" y="293"/>
                </a:lnTo>
                <a:lnTo>
                  <a:pt x="92" y="293"/>
                </a:lnTo>
                <a:lnTo>
                  <a:pt x="91" y="293"/>
                </a:lnTo>
                <a:lnTo>
                  <a:pt x="91" y="294"/>
                </a:lnTo>
                <a:lnTo>
                  <a:pt x="92" y="294"/>
                </a:lnTo>
                <a:lnTo>
                  <a:pt x="92" y="295"/>
                </a:lnTo>
                <a:lnTo>
                  <a:pt x="92" y="296"/>
                </a:lnTo>
                <a:lnTo>
                  <a:pt x="91" y="300"/>
                </a:lnTo>
                <a:lnTo>
                  <a:pt x="91" y="301"/>
                </a:lnTo>
                <a:lnTo>
                  <a:pt x="90" y="301"/>
                </a:lnTo>
                <a:lnTo>
                  <a:pt x="90" y="299"/>
                </a:lnTo>
                <a:lnTo>
                  <a:pt x="89" y="299"/>
                </a:lnTo>
                <a:lnTo>
                  <a:pt x="89" y="300"/>
                </a:lnTo>
                <a:lnTo>
                  <a:pt x="88" y="300"/>
                </a:lnTo>
                <a:lnTo>
                  <a:pt x="87" y="301"/>
                </a:lnTo>
                <a:lnTo>
                  <a:pt x="87" y="302"/>
                </a:lnTo>
                <a:lnTo>
                  <a:pt x="86" y="302"/>
                </a:lnTo>
                <a:lnTo>
                  <a:pt x="86" y="301"/>
                </a:lnTo>
                <a:lnTo>
                  <a:pt x="86" y="300"/>
                </a:lnTo>
                <a:lnTo>
                  <a:pt x="85" y="300"/>
                </a:lnTo>
                <a:lnTo>
                  <a:pt x="85" y="299"/>
                </a:lnTo>
                <a:lnTo>
                  <a:pt x="84" y="299"/>
                </a:lnTo>
                <a:lnTo>
                  <a:pt x="83" y="299"/>
                </a:lnTo>
                <a:lnTo>
                  <a:pt x="83" y="300"/>
                </a:lnTo>
                <a:lnTo>
                  <a:pt x="82" y="300"/>
                </a:lnTo>
                <a:lnTo>
                  <a:pt x="82" y="301"/>
                </a:lnTo>
                <a:lnTo>
                  <a:pt x="81" y="301"/>
                </a:lnTo>
                <a:lnTo>
                  <a:pt x="81" y="302"/>
                </a:lnTo>
                <a:lnTo>
                  <a:pt x="80" y="302"/>
                </a:lnTo>
                <a:lnTo>
                  <a:pt x="80" y="303"/>
                </a:lnTo>
                <a:lnTo>
                  <a:pt x="80" y="302"/>
                </a:lnTo>
                <a:lnTo>
                  <a:pt x="79" y="302"/>
                </a:lnTo>
                <a:lnTo>
                  <a:pt x="79" y="301"/>
                </a:lnTo>
                <a:lnTo>
                  <a:pt x="79" y="302"/>
                </a:lnTo>
                <a:lnTo>
                  <a:pt x="80" y="302"/>
                </a:lnTo>
                <a:lnTo>
                  <a:pt x="80" y="301"/>
                </a:lnTo>
                <a:lnTo>
                  <a:pt x="81" y="301"/>
                </a:lnTo>
                <a:lnTo>
                  <a:pt x="81" y="300"/>
                </a:lnTo>
                <a:lnTo>
                  <a:pt x="80" y="300"/>
                </a:lnTo>
                <a:lnTo>
                  <a:pt x="79" y="300"/>
                </a:lnTo>
                <a:lnTo>
                  <a:pt x="78" y="300"/>
                </a:lnTo>
                <a:lnTo>
                  <a:pt x="78" y="299"/>
                </a:lnTo>
                <a:lnTo>
                  <a:pt x="77" y="299"/>
                </a:lnTo>
                <a:lnTo>
                  <a:pt x="77" y="298"/>
                </a:lnTo>
                <a:lnTo>
                  <a:pt x="76" y="298"/>
                </a:lnTo>
                <a:lnTo>
                  <a:pt x="75" y="298"/>
                </a:lnTo>
                <a:lnTo>
                  <a:pt x="75" y="297"/>
                </a:lnTo>
                <a:lnTo>
                  <a:pt x="74" y="297"/>
                </a:lnTo>
                <a:lnTo>
                  <a:pt x="74" y="296"/>
                </a:lnTo>
                <a:lnTo>
                  <a:pt x="74" y="295"/>
                </a:lnTo>
                <a:lnTo>
                  <a:pt x="73" y="294"/>
                </a:lnTo>
                <a:lnTo>
                  <a:pt x="73" y="293"/>
                </a:lnTo>
                <a:lnTo>
                  <a:pt x="72" y="293"/>
                </a:lnTo>
                <a:lnTo>
                  <a:pt x="72" y="292"/>
                </a:lnTo>
                <a:lnTo>
                  <a:pt x="71" y="292"/>
                </a:lnTo>
                <a:lnTo>
                  <a:pt x="71" y="291"/>
                </a:lnTo>
                <a:lnTo>
                  <a:pt x="70" y="290"/>
                </a:lnTo>
                <a:lnTo>
                  <a:pt x="70" y="289"/>
                </a:lnTo>
                <a:lnTo>
                  <a:pt x="70" y="290"/>
                </a:lnTo>
                <a:lnTo>
                  <a:pt x="69" y="290"/>
                </a:lnTo>
                <a:lnTo>
                  <a:pt x="69" y="288"/>
                </a:lnTo>
                <a:lnTo>
                  <a:pt x="69" y="289"/>
                </a:lnTo>
                <a:lnTo>
                  <a:pt x="68" y="289"/>
                </a:lnTo>
                <a:lnTo>
                  <a:pt x="67" y="288"/>
                </a:lnTo>
                <a:lnTo>
                  <a:pt x="66" y="288"/>
                </a:lnTo>
                <a:lnTo>
                  <a:pt x="65" y="287"/>
                </a:lnTo>
                <a:lnTo>
                  <a:pt x="65" y="286"/>
                </a:lnTo>
                <a:lnTo>
                  <a:pt x="65" y="285"/>
                </a:lnTo>
                <a:lnTo>
                  <a:pt x="64" y="285"/>
                </a:lnTo>
                <a:lnTo>
                  <a:pt x="63" y="285"/>
                </a:lnTo>
                <a:lnTo>
                  <a:pt x="62" y="284"/>
                </a:lnTo>
                <a:lnTo>
                  <a:pt x="62" y="283"/>
                </a:lnTo>
                <a:lnTo>
                  <a:pt x="62" y="282"/>
                </a:lnTo>
                <a:lnTo>
                  <a:pt x="61" y="282"/>
                </a:lnTo>
                <a:lnTo>
                  <a:pt x="60" y="282"/>
                </a:lnTo>
                <a:lnTo>
                  <a:pt x="60" y="283"/>
                </a:lnTo>
                <a:lnTo>
                  <a:pt x="59" y="283"/>
                </a:lnTo>
                <a:lnTo>
                  <a:pt x="58" y="283"/>
                </a:lnTo>
                <a:lnTo>
                  <a:pt x="54" y="284"/>
                </a:lnTo>
                <a:lnTo>
                  <a:pt x="54" y="285"/>
                </a:lnTo>
                <a:lnTo>
                  <a:pt x="53" y="285"/>
                </a:lnTo>
                <a:lnTo>
                  <a:pt x="53" y="286"/>
                </a:lnTo>
                <a:lnTo>
                  <a:pt x="52" y="286"/>
                </a:lnTo>
                <a:lnTo>
                  <a:pt x="51" y="286"/>
                </a:lnTo>
                <a:lnTo>
                  <a:pt x="50" y="286"/>
                </a:lnTo>
                <a:lnTo>
                  <a:pt x="50" y="285"/>
                </a:lnTo>
                <a:lnTo>
                  <a:pt x="50" y="284"/>
                </a:lnTo>
                <a:lnTo>
                  <a:pt x="50" y="282"/>
                </a:lnTo>
                <a:lnTo>
                  <a:pt x="48" y="281"/>
                </a:lnTo>
                <a:lnTo>
                  <a:pt x="47" y="281"/>
                </a:lnTo>
                <a:lnTo>
                  <a:pt x="48" y="282"/>
                </a:lnTo>
                <a:lnTo>
                  <a:pt x="47" y="282"/>
                </a:lnTo>
                <a:lnTo>
                  <a:pt x="46" y="283"/>
                </a:lnTo>
                <a:lnTo>
                  <a:pt x="45" y="282"/>
                </a:lnTo>
                <a:lnTo>
                  <a:pt x="45" y="281"/>
                </a:lnTo>
                <a:lnTo>
                  <a:pt x="44" y="282"/>
                </a:lnTo>
                <a:lnTo>
                  <a:pt x="44" y="281"/>
                </a:lnTo>
                <a:lnTo>
                  <a:pt x="43" y="282"/>
                </a:lnTo>
                <a:lnTo>
                  <a:pt x="42" y="282"/>
                </a:lnTo>
                <a:lnTo>
                  <a:pt x="41" y="282"/>
                </a:lnTo>
                <a:lnTo>
                  <a:pt x="41" y="283"/>
                </a:lnTo>
                <a:lnTo>
                  <a:pt x="40" y="283"/>
                </a:lnTo>
                <a:lnTo>
                  <a:pt x="40" y="282"/>
                </a:lnTo>
                <a:lnTo>
                  <a:pt x="39" y="282"/>
                </a:lnTo>
                <a:lnTo>
                  <a:pt x="39" y="281"/>
                </a:lnTo>
                <a:lnTo>
                  <a:pt x="38" y="281"/>
                </a:lnTo>
                <a:lnTo>
                  <a:pt x="38" y="280"/>
                </a:lnTo>
                <a:lnTo>
                  <a:pt x="39" y="280"/>
                </a:lnTo>
                <a:lnTo>
                  <a:pt x="39" y="279"/>
                </a:lnTo>
                <a:lnTo>
                  <a:pt x="38" y="279"/>
                </a:lnTo>
                <a:lnTo>
                  <a:pt x="38" y="278"/>
                </a:lnTo>
                <a:lnTo>
                  <a:pt x="39" y="278"/>
                </a:lnTo>
                <a:lnTo>
                  <a:pt x="38" y="277"/>
                </a:lnTo>
                <a:lnTo>
                  <a:pt x="38" y="276"/>
                </a:lnTo>
                <a:lnTo>
                  <a:pt x="38" y="275"/>
                </a:lnTo>
                <a:lnTo>
                  <a:pt x="38" y="274"/>
                </a:lnTo>
                <a:lnTo>
                  <a:pt x="39" y="273"/>
                </a:lnTo>
                <a:lnTo>
                  <a:pt x="39" y="272"/>
                </a:lnTo>
                <a:lnTo>
                  <a:pt x="38" y="272"/>
                </a:lnTo>
                <a:lnTo>
                  <a:pt x="36" y="273"/>
                </a:lnTo>
                <a:lnTo>
                  <a:pt x="35" y="273"/>
                </a:lnTo>
                <a:lnTo>
                  <a:pt x="36" y="273"/>
                </a:lnTo>
                <a:lnTo>
                  <a:pt x="36" y="272"/>
                </a:lnTo>
                <a:lnTo>
                  <a:pt x="36" y="271"/>
                </a:lnTo>
                <a:lnTo>
                  <a:pt x="35" y="271"/>
                </a:lnTo>
                <a:lnTo>
                  <a:pt x="35" y="270"/>
                </a:lnTo>
                <a:lnTo>
                  <a:pt x="35" y="269"/>
                </a:lnTo>
                <a:lnTo>
                  <a:pt x="35" y="265"/>
                </a:lnTo>
                <a:lnTo>
                  <a:pt x="35" y="264"/>
                </a:lnTo>
                <a:lnTo>
                  <a:pt x="35" y="263"/>
                </a:lnTo>
                <a:lnTo>
                  <a:pt x="35" y="261"/>
                </a:lnTo>
                <a:lnTo>
                  <a:pt x="35" y="259"/>
                </a:lnTo>
                <a:lnTo>
                  <a:pt x="35" y="258"/>
                </a:lnTo>
                <a:lnTo>
                  <a:pt x="34" y="258"/>
                </a:lnTo>
                <a:lnTo>
                  <a:pt x="34" y="257"/>
                </a:lnTo>
                <a:lnTo>
                  <a:pt x="35" y="257"/>
                </a:lnTo>
                <a:lnTo>
                  <a:pt x="35" y="256"/>
                </a:lnTo>
                <a:lnTo>
                  <a:pt x="35" y="257"/>
                </a:lnTo>
                <a:lnTo>
                  <a:pt x="36" y="257"/>
                </a:lnTo>
                <a:lnTo>
                  <a:pt x="37" y="257"/>
                </a:lnTo>
                <a:lnTo>
                  <a:pt x="38" y="257"/>
                </a:lnTo>
                <a:lnTo>
                  <a:pt x="38" y="256"/>
                </a:lnTo>
                <a:lnTo>
                  <a:pt x="37" y="256"/>
                </a:lnTo>
                <a:lnTo>
                  <a:pt x="37" y="255"/>
                </a:lnTo>
                <a:lnTo>
                  <a:pt x="36" y="255"/>
                </a:lnTo>
                <a:lnTo>
                  <a:pt x="35" y="255"/>
                </a:lnTo>
                <a:lnTo>
                  <a:pt x="35" y="254"/>
                </a:lnTo>
                <a:lnTo>
                  <a:pt x="35" y="253"/>
                </a:lnTo>
                <a:lnTo>
                  <a:pt x="35" y="252"/>
                </a:lnTo>
                <a:lnTo>
                  <a:pt x="35" y="251"/>
                </a:lnTo>
                <a:lnTo>
                  <a:pt x="34" y="251"/>
                </a:lnTo>
                <a:lnTo>
                  <a:pt x="34" y="250"/>
                </a:lnTo>
                <a:lnTo>
                  <a:pt x="35" y="250"/>
                </a:lnTo>
                <a:lnTo>
                  <a:pt x="36" y="250"/>
                </a:lnTo>
                <a:lnTo>
                  <a:pt x="36" y="249"/>
                </a:lnTo>
                <a:lnTo>
                  <a:pt x="35" y="248"/>
                </a:lnTo>
                <a:lnTo>
                  <a:pt x="34" y="248"/>
                </a:lnTo>
                <a:lnTo>
                  <a:pt x="33" y="248"/>
                </a:lnTo>
                <a:lnTo>
                  <a:pt x="32" y="248"/>
                </a:lnTo>
                <a:lnTo>
                  <a:pt x="31" y="248"/>
                </a:lnTo>
                <a:lnTo>
                  <a:pt x="31" y="247"/>
                </a:lnTo>
                <a:lnTo>
                  <a:pt x="30" y="247"/>
                </a:lnTo>
                <a:lnTo>
                  <a:pt x="31" y="246"/>
                </a:lnTo>
                <a:lnTo>
                  <a:pt x="30" y="246"/>
                </a:lnTo>
                <a:lnTo>
                  <a:pt x="30" y="245"/>
                </a:lnTo>
                <a:lnTo>
                  <a:pt x="29" y="245"/>
                </a:lnTo>
                <a:lnTo>
                  <a:pt x="29" y="244"/>
                </a:lnTo>
                <a:lnTo>
                  <a:pt x="28" y="243"/>
                </a:lnTo>
                <a:lnTo>
                  <a:pt x="26" y="243"/>
                </a:lnTo>
                <a:lnTo>
                  <a:pt x="25" y="244"/>
                </a:lnTo>
                <a:lnTo>
                  <a:pt x="24" y="244"/>
                </a:lnTo>
                <a:lnTo>
                  <a:pt x="23" y="243"/>
                </a:lnTo>
                <a:lnTo>
                  <a:pt x="22" y="243"/>
                </a:lnTo>
                <a:lnTo>
                  <a:pt x="21" y="243"/>
                </a:lnTo>
                <a:lnTo>
                  <a:pt x="20" y="243"/>
                </a:lnTo>
                <a:lnTo>
                  <a:pt x="18" y="243"/>
                </a:lnTo>
                <a:lnTo>
                  <a:pt x="17" y="244"/>
                </a:lnTo>
                <a:lnTo>
                  <a:pt x="16" y="243"/>
                </a:lnTo>
                <a:lnTo>
                  <a:pt x="16" y="242"/>
                </a:lnTo>
                <a:lnTo>
                  <a:pt x="17" y="242"/>
                </a:lnTo>
                <a:lnTo>
                  <a:pt x="17" y="241"/>
                </a:lnTo>
                <a:lnTo>
                  <a:pt x="18" y="240"/>
                </a:lnTo>
                <a:lnTo>
                  <a:pt x="18" y="239"/>
                </a:lnTo>
                <a:lnTo>
                  <a:pt x="17" y="239"/>
                </a:lnTo>
                <a:lnTo>
                  <a:pt x="16" y="240"/>
                </a:lnTo>
                <a:lnTo>
                  <a:pt x="15" y="240"/>
                </a:lnTo>
                <a:lnTo>
                  <a:pt x="15" y="239"/>
                </a:lnTo>
                <a:lnTo>
                  <a:pt x="14" y="239"/>
                </a:lnTo>
                <a:lnTo>
                  <a:pt x="11" y="239"/>
                </a:lnTo>
                <a:lnTo>
                  <a:pt x="9" y="240"/>
                </a:lnTo>
                <a:lnTo>
                  <a:pt x="8" y="240"/>
                </a:lnTo>
                <a:lnTo>
                  <a:pt x="8" y="241"/>
                </a:lnTo>
                <a:lnTo>
                  <a:pt x="7" y="241"/>
                </a:lnTo>
                <a:lnTo>
                  <a:pt x="7" y="240"/>
                </a:lnTo>
                <a:lnTo>
                  <a:pt x="6" y="239"/>
                </a:lnTo>
                <a:lnTo>
                  <a:pt x="6" y="238"/>
                </a:lnTo>
                <a:lnTo>
                  <a:pt x="4" y="236"/>
                </a:lnTo>
                <a:lnTo>
                  <a:pt x="3" y="236"/>
                </a:lnTo>
                <a:lnTo>
                  <a:pt x="2" y="236"/>
                </a:lnTo>
                <a:lnTo>
                  <a:pt x="1" y="236"/>
                </a:lnTo>
                <a:lnTo>
                  <a:pt x="0" y="236"/>
                </a:lnTo>
                <a:lnTo>
                  <a:pt x="0" y="235"/>
                </a:lnTo>
                <a:lnTo>
                  <a:pt x="0" y="234"/>
                </a:lnTo>
                <a:lnTo>
                  <a:pt x="1" y="233"/>
                </a:lnTo>
                <a:lnTo>
                  <a:pt x="2" y="233"/>
                </a:lnTo>
                <a:lnTo>
                  <a:pt x="2" y="232"/>
                </a:lnTo>
                <a:lnTo>
                  <a:pt x="2" y="231"/>
                </a:lnTo>
                <a:lnTo>
                  <a:pt x="1" y="231"/>
                </a:lnTo>
                <a:lnTo>
                  <a:pt x="1" y="230"/>
                </a:lnTo>
                <a:lnTo>
                  <a:pt x="2" y="230"/>
                </a:lnTo>
                <a:lnTo>
                  <a:pt x="3" y="230"/>
                </a:lnTo>
                <a:lnTo>
                  <a:pt x="4" y="230"/>
                </a:lnTo>
                <a:lnTo>
                  <a:pt x="5" y="229"/>
                </a:lnTo>
                <a:lnTo>
                  <a:pt x="4" y="228"/>
                </a:lnTo>
                <a:lnTo>
                  <a:pt x="4" y="227"/>
                </a:lnTo>
                <a:lnTo>
                  <a:pt x="4" y="226"/>
                </a:lnTo>
                <a:lnTo>
                  <a:pt x="3" y="226"/>
                </a:lnTo>
                <a:lnTo>
                  <a:pt x="3" y="224"/>
                </a:lnTo>
                <a:lnTo>
                  <a:pt x="3" y="223"/>
                </a:lnTo>
                <a:lnTo>
                  <a:pt x="3" y="222"/>
                </a:lnTo>
                <a:lnTo>
                  <a:pt x="2" y="222"/>
                </a:lnTo>
                <a:lnTo>
                  <a:pt x="2" y="221"/>
                </a:lnTo>
                <a:lnTo>
                  <a:pt x="0" y="222"/>
                </a:lnTo>
                <a:lnTo>
                  <a:pt x="0" y="220"/>
                </a:lnTo>
                <a:lnTo>
                  <a:pt x="0" y="219"/>
                </a:lnTo>
                <a:lnTo>
                  <a:pt x="1" y="219"/>
                </a:lnTo>
                <a:lnTo>
                  <a:pt x="1" y="218"/>
                </a:lnTo>
                <a:lnTo>
                  <a:pt x="1" y="217"/>
                </a:lnTo>
                <a:lnTo>
                  <a:pt x="0" y="216"/>
                </a:lnTo>
                <a:lnTo>
                  <a:pt x="1" y="215"/>
                </a:lnTo>
                <a:lnTo>
                  <a:pt x="2" y="214"/>
                </a:lnTo>
                <a:lnTo>
                  <a:pt x="3" y="214"/>
                </a:lnTo>
                <a:lnTo>
                  <a:pt x="3" y="213"/>
                </a:lnTo>
                <a:lnTo>
                  <a:pt x="3" y="212"/>
                </a:lnTo>
                <a:lnTo>
                  <a:pt x="6" y="212"/>
                </a:lnTo>
                <a:lnTo>
                  <a:pt x="7" y="212"/>
                </a:lnTo>
                <a:lnTo>
                  <a:pt x="8" y="213"/>
                </a:lnTo>
                <a:lnTo>
                  <a:pt x="8" y="212"/>
                </a:lnTo>
                <a:lnTo>
                  <a:pt x="8" y="213"/>
                </a:lnTo>
                <a:lnTo>
                  <a:pt x="7" y="214"/>
                </a:lnTo>
                <a:lnTo>
                  <a:pt x="7" y="215"/>
                </a:lnTo>
                <a:lnTo>
                  <a:pt x="8" y="215"/>
                </a:lnTo>
                <a:lnTo>
                  <a:pt x="9" y="216"/>
                </a:lnTo>
                <a:lnTo>
                  <a:pt x="10" y="216"/>
                </a:lnTo>
                <a:lnTo>
                  <a:pt x="10" y="217"/>
                </a:lnTo>
                <a:lnTo>
                  <a:pt x="10" y="218"/>
                </a:lnTo>
                <a:lnTo>
                  <a:pt x="10" y="219"/>
                </a:lnTo>
                <a:lnTo>
                  <a:pt x="11" y="219"/>
                </a:lnTo>
                <a:lnTo>
                  <a:pt x="12" y="219"/>
                </a:lnTo>
                <a:lnTo>
                  <a:pt x="13" y="219"/>
                </a:lnTo>
                <a:lnTo>
                  <a:pt x="13" y="220"/>
                </a:lnTo>
                <a:lnTo>
                  <a:pt x="15" y="220"/>
                </a:lnTo>
                <a:lnTo>
                  <a:pt x="16" y="219"/>
                </a:lnTo>
                <a:lnTo>
                  <a:pt x="17" y="219"/>
                </a:lnTo>
                <a:lnTo>
                  <a:pt x="17" y="220"/>
                </a:lnTo>
                <a:lnTo>
                  <a:pt x="18" y="221"/>
                </a:lnTo>
                <a:lnTo>
                  <a:pt x="18" y="220"/>
                </a:lnTo>
                <a:lnTo>
                  <a:pt x="19" y="219"/>
                </a:lnTo>
                <a:lnTo>
                  <a:pt x="20" y="219"/>
                </a:lnTo>
                <a:lnTo>
                  <a:pt x="21" y="219"/>
                </a:lnTo>
                <a:lnTo>
                  <a:pt x="21" y="220"/>
                </a:lnTo>
                <a:lnTo>
                  <a:pt x="24" y="220"/>
                </a:lnTo>
                <a:lnTo>
                  <a:pt x="26" y="219"/>
                </a:lnTo>
                <a:lnTo>
                  <a:pt x="27" y="219"/>
                </a:lnTo>
                <a:lnTo>
                  <a:pt x="28" y="219"/>
                </a:lnTo>
                <a:lnTo>
                  <a:pt x="29" y="218"/>
                </a:lnTo>
                <a:lnTo>
                  <a:pt x="29" y="217"/>
                </a:lnTo>
                <a:lnTo>
                  <a:pt x="29" y="216"/>
                </a:lnTo>
                <a:lnTo>
                  <a:pt x="29" y="215"/>
                </a:lnTo>
                <a:lnTo>
                  <a:pt x="30" y="214"/>
                </a:lnTo>
                <a:lnTo>
                  <a:pt x="31" y="214"/>
                </a:lnTo>
                <a:lnTo>
                  <a:pt x="32" y="214"/>
                </a:lnTo>
                <a:lnTo>
                  <a:pt x="33" y="214"/>
                </a:lnTo>
                <a:lnTo>
                  <a:pt x="36" y="212"/>
                </a:lnTo>
                <a:lnTo>
                  <a:pt x="36" y="211"/>
                </a:lnTo>
                <a:lnTo>
                  <a:pt x="37" y="211"/>
                </a:lnTo>
                <a:lnTo>
                  <a:pt x="38" y="211"/>
                </a:lnTo>
                <a:lnTo>
                  <a:pt x="39" y="211"/>
                </a:lnTo>
                <a:lnTo>
                  <a:pt x="40" y="210"/>
                </a:lnTo>
                <a:lnTo>
                  <a:pt x="41" y="211"/>
                </a:lnTo>
                <a:lnTo>
                  <a:pt x="41" y="210"/>
                </a:lnTo>
                <a:lnTo>
                  <a:pt x="42" y="210"/>
                </a:lnTo>
                <a:lnTo>
                  <a:pt x="42" y="209"/>
                </a:lnTo>
                <a:lnTo>
                  <a:pt x="42" y="207"/>
                </a:lnTo>
                <a:lnTo>
                  <a:pt x="42" y="206"/>
                </a:lnTo>
                <a:lnTo>
                  <a:pt x="41" y="204"/>
                </a:lnTo>
                <a:lnTo>
                  <a:pt x="40" y="204"/>
                </a:lnTo>
                <a:lnTo>
                  <a:pt x="40" y="203"/>
                </a:lnTo>
                <a:lnTo>
                  <a:pt x="41" y="203"/>
                </a:lnTo>
                <a:lnTo>
                  <a:pt x="41" y="202"/>
                </a:lnTo>
                <a:lnTo>
                  <a:pt x="42" y="201"/>
                </a:lnTo>
                <a:lnTo>
                  <a:pt x="43" y="201"/>
                </a:lnTo>
                <a:lnTo>
                  <a:pt x="44" y="201"/>
                </a:lnTo>
                <a:lnTo>
                  <a:pt x="44" y="200"/>
                </a:lnTo>
                <a:lnTo>
                  <a:pt x="43" y="200"/>
                </a:lnTo>
                <a:lnTo>
                  <a:pt x="43" y="199"/>
                </a:lnTo>
                <a:lnTo>
                  <a:pt x="43" y="198"/>
                </a:lnTo>
                <a:lnTo>
                  <a:pt x="44" y="198"/>
                </a:lnTo>
                <a:lnTo>
                  <a:pt x="44" y="197"/>
                </a:lnTo>
                <a:lnTo>
                  <a:pt x="44" y="196"/>
                </a:lnTo>
                <a:lnTo>
                  <a:pt x="44" y="195"/>
                </a:lnTo>
                <a:lnTo>
                  <a:pt x="45" y="194"/>
                </a:lnTo>
                <a:lnTo>
                  <a:pt x="45" y="193"/>
                </a:lnTo>
                <a:lnTo>
                  <a:pt x="44" y="192"/>
                </a:lnTo>
                <a:lnTo>
                  <a:pt x="44" y="191"/>
                </a:lnTo>
                <a:lnTo>
                  <a:pt x="44" y="189"/>
                </a:lnTo>
                <a:lnTo>
                  <a:pt x="45" y="189"/>
                </a:lnTo>
                <a:lnTo>
                  <a:pt x="45" y="188"/>
                </a:lnTo>
                <a:lnTo>
                  <a:pt x="45" y="189"/>
                </a:lnTo>
                <a:lnTo>
                  <a:pt x="46" y="189"/>
                </a:lnTo>
                <a:lnTo>
                  <a:pt x="46" y="188"/>
                </a:lnTo>
                <a:lnTo>
                  <a:pt x="46" y="187"/>
                </a:lnTo>
                <a:lnTo>
                  <a:pt x="46" y="185"/>
                </a:lnTo>
                <a:lnTo>
                  <a:pt x="47" y="184"/>
                </a:lnTo>
                <a:lnTo>
                  <a:pt x="46" y="183"/>
                </a:lnTo>
                <a:lnTo>
                  <a:pt x="45" y="183"/>
                </a:lnTo>
                <a:lnTo>
                  <a:pt x="44" y="182"/>
                </a:lnTo>
                <a:lnTo>
                  <a:pt x="44" y="181"/>
                </a:lnTo>
                <a:lnTo>
                  <a:pt x="43" y="181"/>
                </a:lnTo>
                <a:lnTo>
                  <a:pt x="43" y="180"/>
                </a:lnTo>
                <a:lnTo>
                  <a:pt x="44" y="180"/>
                </a:lnTo>
                <a:lnTo>
                  <a:pt x="43" y="180"/>
                </a:lnTo>
                <a:lnTo>
                  <a:pt x="43" y="179"/>
                </a:lnTo>
                <a:lnTo>
                  <a:pt x="43" y="180"/>
                </a:lnTo>
                <a:lnTo>
                  <a:pt x="42" y="180"/>
                </a:lnTo>
                <a:lnTo>
                  <a:pt x="42" y="181"/>
                </a:lnTo>
                <a:lnTo>
                  <a:pt x="41" y="181"/>
                </a:lnTo>
                <a:lnTo>
                  <a:pt x="41" y="180"/>
                </a:lnTo>
                <a:lnTo>
                  <a:pt x="40" y="180"/>
                </a:lnTo>
                <a:lnTo>
                  <a:pt x="40" y="178"/>
                </a:lnTo>
                <a:lnTo>
                  <a:pt x="41" y="177"/>
                </a:lnTo>
                <a:lnTo>
                  <a:pt x="42" y="176"/>
                </a:lnTo>
                <a:lnTo>
                  <a:pt x="42" y="175"/>
                </a:lnTo>
                <a:lnTo>
                  <a:pt x="41" y="175"/>
                </a:lnTo>
                <a:lnTo>
                  <a:pt x="40" y="173"/>
                </a:lnTo>
                <a:lnTo>
                  <a:pt x="40" y="172"/>
                </a:lnTo>
                <a:lnTo>
                  <a:pt x="40" y="170"/>
                </a:lnTo>
                <a:lnTo>
                  <a:pt x="40" y="169"/>
                </a:lnTo>
                <a:lnTo>
                  <a:pt x="41" y="169"/>
                </a:lnTo>
                <a:lnTo>
                  <a:pt x="41" y="170"/>
                </a:lnTo>
                <a:lnTo>
                  <a:pt x="42" y="170"/>
                </a:lnTo>
                <a:lnTo>
                  <a:pt x="43" y="170"/>
                </a:lnTo>
                <a:lnTo>
                  <a:pt x="43" y="169"/>
                </a:lnTo>
                <a:lnTo>
                  <a:pt x="43" y="168"/>
                </a:lnTo>
                <a:lnTo>
                  <a:pt x="42" y="168"/>
                </a:lnTo>
                <a:lnTo>
                  <a:pt x="42" y="167"/>
                </a:lnTo>
                <a:lnTo>
                  <a:pt x="43" y="167"/>
                </a:lnTo>
                <a:lnTo>
                  <a:pt x="43" y="166"/>
                </a:lnTo>
                <a:lnTo>
                  <a:pt x="43" y="163"/>
                </a:lnTo>
                <a:lnTo>
                  <a:pt x="42" y="162"/>
                </a:lnTo>
                <a:lnTo>
                  <a:pt x="42" y="161"/>
                </a:lnTo>
                <a:lnTo>
                  <a:pt x="43" y="160"/>
                </a:lnTo>
                <a:lnTo>
                  <a:pt x="44" y="159"/>
                </a:lnTo>
                <a:lnTo>
                  <a:pt x="45" y="159"/>
                </a:lnTo>
                <a:lnTo>
                  <a:pt x="46" y="160"/>
                </a:lnTo>
                <a:lnTo>
                  <a:pt x="47" y="160"/>
                </a:lnTo>
                <a:lnTo>
                  <a:pt x="48" y="161"/>
                </a:lnTo>
                <a:lnTo>
                  <a:pt x="48" y="160"/>
                </a:lnTo>
                <a:lnTo>
                  <a:pt x="48" y="159"/>
                </a:lnTo>
                <a:lnTo>
                  <a:pt x="48" y="158"/>
                </a:lnTo>
                <a:lnTo>
                  <a:pt x="48" y="157"/>
                </a:lnTo>
                <a:lnTo>
                  <a:pt x="48" y="155"/>
                </a:lnTo>
                <a:lnTo>
                  <a:pt x="49" y="154"/>
                </a:lnTo>
                <a:lnTo>
                  <a:pt x="51" y="153"/>
                </a:lnTo>
                <a:lnTo>
                  <a:pt x="52" y="152"/>
                </a:lnTo>
                <a:lnTo>
                  <a:pt x="53" y="152"/>
                </a:lnTo>
                <a:lnTo>
                  <a:pt x="53" y="151"/>
                </a:lnTo>
                <a:lnTo>
                  <a:pt x="53" y="152"/>
                </a:lnTo>
                <a:lnTo>
                  <a:pt x="54" y="152"/>
                </a:lnTo>
                <a:lnTo>
                  <a:pt x="54" y="153"/>
                </a:lnTo>
                <a:lnTo>
                  <a:pt x="55" y="153"/>
                </a:lnTo>
                <a:lnTo>
                  <a:pt x="56" y="152"/>
                </a:lnTo>
                <a:lnTo>
                  <a:pt x="57" y="151"/>
                </a:lnTo>
                <a:lnTo>
                  <a:pt x="58" y="152"/>
                </a:lnTo>
                <a:lnTo>
                  <a:pt x="57" y="152"/>
                </a:lnTo>
                <a:lnTo>
                  <a:pt x="58" y="152"/>
                </a:lnTo>
                <a:lnTo>
                  <a:pt x="58" y="153"/>
                </a:lnTo>
                <a:lnTo>
                  <a:pt x="59" y="152"/>
                </a:lnTo>
                <a:lnTo>
                  <a:pt x="60" y="151"/>
                </a:lnTo>
                <a:lnTo>
                  <a:pt x="61" y="151"/>
                </a:lnTo>
                <a:lnTo>
                  <a:pt x="62" y="151"/>
                </a:lnTo>
                <a:lnTo>
                  <a:pt x="63" y="151"/>
                </a:lnTo>
                <a:lnTo>
                  <a:pt x="64" y="151"/>
                </a:lnTo>
                <a:lnTo>
                  <a:pt x="64" y="150"/>
                </a:lnTo>
                <a:lnTo>
                  <a:pt x="64" y="149"/>
                </a:lnTo>
                <a:lnTo>
                  <a:pt x="67" y="149"/>
                </a:lnTo>
                <a:lnTo>
                  <a:pt x="68" y="149"/>
                </a:lnTo>
                <a:lnTo>
                  <a:pt x="69" y="149"/>
                </a:lnTo>
                <a:lnTo>
                  <a:pt x="70" y="149"/>
                </a:lnTo>
                <a:lnTo>
                  <a:pt x="70" y="148"/>
                </a:lnTo>
                <a:lnTo>
                  <a:pt x="71" y="148"/>
                </a:lnTo>
                <a:lnTo>
                  <a:pt x="72" y="148"/>
                </a:lnTo>
                <a:lnTo>
                  <a:pt x="71" y="147"/>
                </a:lnTo>
                <a:lnTo>
                  <a:pt x="71" y="145"/>
                </a:lnTo>
                <a:lnTo>
                  <a:pt x="70" y="142"/>
                </a:lnTo>
                <a:lnTo>
                  <a:pt x="69" y="141"/>
                </a:lnTo>
                <a:lnTo>
                  <a:pt x="68" y="141"/>
                </a:lnTo>
                <a:lnTo>
                  <a:pt x="68" y="140"/>
                </a:lnTo>
                <a:lnTo>
                  <a:pt x="67" y="140"/>
                </a:lnTo>
                <a:lnTo>
                  <a:pt x="67" y="139"/>
                </a:lnTo>
                <a:lnTo>
                  <a:pt x="67" y="138"/>
                </a:lnTo>
                <a:lnTo>
                  <a:pt x="66" y="137"/>
                </a:lnTo>
                <a:lnTo>
                  <a:pt x="67" y="136"/>
                </a:lnTo>
                <a:lnTo>
                  <a:pt x="66" y="136"/>
                </a:lnTo>
                <a:lnTo>
                  <a:pt x="66" y="135"/>
                </a:lnTo>
                <a:lnTo>
                  <a:pt x="67" y="134"/>
                </a:lnTo>
                <a:lnTo>
                  <a:pt x="66" y="133"/>
                </a:lnTo>
                <a:lnTo>
                  <a:pt x="66" y="132"/>
                </a:lnTo>
                <a:lnTo>
                  <a:pt x="66" y="131"/>
                </a:lnTo>
                <a:lnTo>
                  <a:pt x="66" y="130"/>
                </a:lnTo>
                <a:lnTo>
                  <a:pt x="65" y="130"/>
                </a:lnTo>
                <a:lnTo>
                  <a:pt x="65" y="129"/>
                </a:lnTo>
                <a:lnTo>
                  <a:pt x="64" y="128"/>
                </a:lnTo>
                <a:lnTo>
                  <a:pt x="63" y="127"/>
                </a:lnTo>
                <a:lnTo>
                  <a:pt x="63" y="126"/>
                </a:lnTo>
                <a:lnTo>
                  <a:pt x="62" y="125"/>
                </a:lnTo>
                <a:lnTo>
                  <a:pt x="62" y="124"/>
                </a:lnTo>
                <a:lnTo>
                  <a:pt x="62" y="125"/>
                </a:lnTo>
                <a:lnTo>
                  <a:pt x="61" y="125"/>
                </a:lnTo>
                <a:lnTo>
                  <a:pt x="61" y="124"/>
                </a:lnTo>
                <a:lnTo>
                  <a:pt x="62" y="123"/>
                </a:lnTo>
                <a:lnTo>
                  <a:pt x="62" y="122"/>
                </a:lnTo>
                <a:lnTo>
                  <a:pt x="63" y="122"/>
                </a:lnTo>
                <a:lnTo>
                  <a:pt x="64" y="122"/>
                </a:lnTo>
                <a:lnTo>
                  <a:pt x="65" y="123"/>
                </a:lnTo>
                <a:lnTo>
                  <a:pt x="66" y="123"/>
                </a:lnTo>
                <a:lnTo>
                  <a:pt x="66" y="122"/>
                </a:lnTo>
                <a:lnTo>
                  <a:pt x="67" y="118"/>
                </a:lnTo>
                <a:lnTo>
                  <a:pt x="66" y="118"/>
                </a:lnTo>
                <a:lnTo>
                  <a:pt x="66" y="117"/>
                </a:lnTo>
                <a:lnTo>
                  <a:pt x="67" y="115"/>
                </a:lnTo>
                <a:lnTo>
                  <a:pt x="68" y="114"/>
                </a:lnTo>
                <a:lnTo>
                  <a:pt x="68" y="113"/>
                </a:lnTo>
                <a:lnTo>
                  <a:pt x="67" y="111"/>
                </a:lnTo>
                <a:lnTo>
                  <a:pt x="67" y="110"/>
                </a:lnTo>
                <a:lnTo>
                  <a:pt x="66" y="110"/>
                </a:lnTo>
                <a:lnTo>
                  <a:pt x="65" y="110"/>
                </a:lnTo>
                <a:lnTo>
                  <a:pt x="64" y="111"/>
                </a:lnTo>
                <a:lnTo>
                  <a:pt x="63" y="111"/>
                </a:lnTo>
                <a:lnTo>
                  <a:pt x="62" y="111"/>
                </a:lnTo>
                <a:lnTo>
                  <a:pt x="62" y="110"/>
                </a:lnTo>
                <a:lnTo>
                  <a:pt x="61" y="110"/>
                </a:lnTo>
                <a:lnTo>
                  <a:pt x="60" y="110"/>
                </a:lnTo>
                <a:lnTo>
                  <a:pt x="60" y="111"/>
                </a:lnTo>
                <a:lnTo>
                  <a:pt x="59" y="111"/>
                </a:lnTo>
                <a:lnTo>
                  <a:pt x="59" y="110"/>
                </a:lnTo>
                <a:lnTo>
                  <a:pt x="59" y="111"/>
                </a:lnTo>
                <a:lnTo>
                  <a:pt x="58" y="111"/>
                </a:lnTo>
                <a:lnTo>
                  <a:pt x="58" y="110"/>
                </a:lnTo>
                <a:lnTo>
                  <a:pt x="58" y="109"/>
                </a:lnTo>
                <a:lnTo>
                  <a:pt x="58" y="108"/>
                </a:lnTo>
                <a:lnTo>
                  <a:pt x="58" y="107"/>
                </a:lnTo>
                <a:lnTo>
                  <a:pt x="59" y="106"/>
                </a:lnTo>
                <a:lnTo>
                  <a:pt x="59" y="105"/>
                </a:lnTo>
                <a:lnTo>
                  <a:pt x="59" y="104"/>
                </a:lnTo>
                <a:lnTo>
                  <a:pt x="59" y="103"/>
                </a:lnTo>
                <a:lnTo>
                  <a:pt x="59" y="101"/>
                </a:lnTo>
                <a:lnTo>
                  <a:pt x="60" y="101"/>
                </a:lnTo>
                <a:lnTo>
                  <a:pt x="60" y="99"/>
                </a:lnTo>
                <a:lnTo>
                  <a:pt x="60" y="98"/>
                </a:lnTo>
                <a:lnTo>
                  <a:pt x="60" y="97"/>
                </a:lnTo>
                <a:lnTo>
                  <a:pt x="61" y="97"/>
                </a:lnTo>
                <a:lnTo>
                  <a:pt x="61" y="96"/>
                </a:lnTo>
                <a:lnTo>
                  <a:pt x="60" y="96"/>
                </a:lnTo>
                <a:lnTo>
                  <a:pt x="60" y="95"/>
                </a:lnTo>
                <a:lnTo>
                  <a:pt x="61" y="93"/>
                </a:lnTo>
                <a:lnTo>
                  <a:pt x="62" y="93"/>
                </a:lnTo>
                <a:lnTo>
                  <a:pt x="62" y="92"/>
                </a:lnTo>
                <a:lnTo>
                  <a:pt x="62" y="91"/>
                </a:lnTo>
                <a:lnTo>
                  <a:pt x="62" y="90"/>
                </a:lnTo>
                <a:lnTo>
                  <a:pt x="63" y="89"/>
                </a:lnTo>
                <a:lnTo>
                  <a:pt x="65" y="89"/>
                </a:lnTo>
                <a:lnTo>
                  <a:pt x="65" y="90"/>
                </a:lnTo>
                <a:lnTo>
                  <a:pt x="66" y="89"/>
                </a:lnTo>
                <a:lnTo>
                  <a:pt x="67" y="89"/>
                </a:lnTo>
                <a:lnTo>
                  <a:pt x="67" y="86"/>
                </a:lnTo>
                <a:lnTo>
                  <a:pt x="66" y="85"/>
                </a:lnTo>
                <a:lnTo>
                  <a:pt x="67" y="85"/>
                </a:lnTo>
                <a:lnTo>
                  <a:pt x="68" y="86"/>
                </a:lnTo>
                <a:lnTo>
                  <a:pt x="69" y="86"/>
                </a:lnTo>
                <a:lnTo>
                  <a:pt x="69" y="85"/>
                </a:lnTo>
                <a:lnTo>
                  <a:pt x="70" y="84"/>
                </a:lnTo>
                <a:lnTo>
                  <a:pt x="72" y="84"/>
                </a:lnTo>
                <a:lnTo>
                  <a:pt x="72" y="85"/>
                </a:lnTo>
                <a:lnTo>
                  <a:pt x="73" y="85"/>
                </a:lnTo>
                <a:lnTo>
                  <a:pt x="73" y="84"/>
                </a:lnTo>
                <a:lnTo>
                  <a:pt x="74" y="83"/>
                </a:lnTo>
                <a:lnTo>
                  <a:pt x="75" y="82"/>
                </a:lnTo>
                <a:lnTo>
                  <a:pt x="76" y="83"/>
                </a:lnTo>
                <a:lnTo>
                  <a:pt x="77" y="83"/>
                </a:lnTo>
                <a:lnTo>
                  <a:pt x="78" y="84"/>
                </a:lnTo>
                <a:lnTo>
                  <a:pt x="79" y="84"/>
                </a:lnTo>
                <a:lnTo>
                  <a:pt x="80" y="83"/>
                </a:lnTo>
                <a:lnTo>
                  <a:pt x="81" y="83"/>
                </a:lnTo>
                <a:lnTo>
                  <a:pt x="83" y="83"/>
                </a:lnTo>
                <a:lnTo>
                  <a:pt x="84" y="84"/>
                </a:lnTo>
                <a:lnTo>
                  <a:pt x="84" y="85"/>
                </a:lnTo>
                <a:lnTo>
                  <a:pt x="85" y="86"/>
                </a:lnTo>
                <a:lnTo>
                  <a:pt x="86" y="87"/>
                </a:lnTo>
                <a:lnTo>
                  <a:pt x="87" y="87"/>
                </a:lnTo>
                <a:lnTo>
                  <a:pt x="88" y="87"/>
                </a:lnTo>
                <a:lnTo>
                  <a:pt x="88" y="88"/>
                </a:lnTo>
                <a:lnTo>
                  <a:pt x="88" y="91"/>
                </a:lnTo>
                <a:lnTo>
                  <a:pt x="89" y="91"/>
                </a:lnTo>
                <a:lnTo>
                  <a:pt x="91" y="90"/>
                </a:lnTo>
                <a:lnTo>
                  <a:pt x="90" y="89"/>
                </a:lnTo>
                <a:lnTo>
                  <a:pt x="90" y="88"/>
                </a:lnTo>
                <a:lnTo>
                  <a:pt x="90" y="87"/>
                </a:lnTo>
                <a:lnTo>
                  <a:pt x="91" y="87"/>
                </a:lnTo>
                <a:lnTo>
                  <a:pt x="92" y="87"/>
                </a:lnTo>
                <a:lnTo>
                  <a:pt x="93" y="87"/>
                </a:lnTo>
                <a:lnTo>
                  <a:pt x="93" y="88"/>
                </a:lnTo>
                <a:lnTo>
                  <a:pt x="92" y="88"/>
                </a:lnTo>
                <a:lnTo>
                  <a:pt x="92" y="89"/>
                </a:lnTo>
                <a:lnTo>
                  <a:pt x="94" y="90"/>
                </a:lnTo>
                <a:lnTo>
                  <a:pt x="96" y="89"/>
                </a:lnTo>
                <a:lnTo>
                  <a:pt x="97" y="90"/>
                </a:lnTo>
                <a:lnTo>
                  <a:pt x="98" y="90"/>
                </a:lnTo>
                <a:lnTo>
                  <a:pt x="99" y="90"/>
                </a:lnTo>
                <a:lnTo>
                  <a:pt x="100" y="90"/>
                </a:lnTo>
                <a:lnTo>
                  <a:pt x="101" y="90"/>
                </a:lnTo>
                <a:lnTo>
                  <a:pt x="102" y="91"/>
                </a:lnTo>
                <a:lnTo>
                  <a:pt x="103" y="92"/>
                </a:lnTo>
                <a:lnTo>
                  <a:pt x="104" y="94"/>
                </a:lnTo>
                <a:lnTo>
                  <a:pt x="105" y="95"/>
                </a:lnTo>
                <a:lnTo>
                  <a:pt x="104" y="97"/>
                </a:lnTo>
                <a:lnTo>
                  <a:pt x="104" y="98"/>
                </a:lnTo>
                <a:lnTo>
                  <a:pt x="103" y="99"/>
                </a:lnTo>
                <a:lnTo>
                  <a:pt x="103" y="101"/>
                </a:lnTo>
                <a:lnTo>
                  <a:pt x="104" y="102"/>
                </a:lnTo>
                <a:lnTo>
                  <a:pt x="105" y="103"/>
                </a:lnTo>
                <a:lnTo>
                  <a:pt x="105" y="102"/>
                </a:lnTo>
                <a:lnTo>
                  <a:pt x="106" y="102"/>
                </a:lnTo>
                <a:lnTo>
                  <a:pt x="106" y="103"/>
                </a:lnTo>
                <a:lnTo>
                  <a:pt x="107" y="104"/>
                </a:lnTo>
                <a:lnTo>
                  <a:pt x="108" y="104"/>
                </a:lnTo>
                <a:lnTo>
                  <a:pt x="109" y="105"/>
                </a:lnTo>
                <a:lnTo>
                  <a:pt x="110" y="105"/>
                </a:lnTo>
                <a:lnTo>
                  <a:pt x="111" y="106"/>
                </a:lnTo>
                <a:lnTo>
                  <a:pt x="112" y="108"/>
                </a:lnTo>
                <a:lnTo>
                  <a:pt x="113" y="109"/>
                </a:lnTo>
                <a:lnTo>
                  <a:pt x="113" y="112"/>
                </a:lnTo>
                <a:lnTo>
                  <a:pt x="112" y="111"/>
                </a:lnTo>
                <a:lnTo>
                  <a:pt x="111" y="111"/>
                </a:lnTo>
                <a:lnTo>
                  <a:pt x="111" y="112"/>
                </a:lnTo>
                <a:lnTo>
                  <a:pt x="112" y="112"/>
                </a:lnTo>
                <a:lnTo>
                  <a:pt x="113" y="113"/>
                </a:lnTo>
                <a:lnTo>
                  <a:pt x="113" y="114"/>
                </a:lnTo>
                <a:lnTo>
                  <a:pt x="114" y="115"/>
                </a:lnTo>
                <a:lnTo>
                  <a:pt x="114" y="116"/>
                </a:lnTo>
                <a:lnTo>
                  <a:pt x="114" y="117"/>
                </a:lnTo>
                <a:lnTo>
                  <a:pt x="115" y="117"/>
                </a:lnTo>
                <a:lnTo>
                  <a:pt x="117" y="117"/>
                </a:lnTo>
                <a:lnTo>
                  <a:pt x="117" y="118"/>
                </a:lnTo>
                <a:lnTo>
                  <a:pt x="118" y="118"/>
                </a:lnTo>
                <a:lnTo>
                  <a:pt x="118" y="119"/>
                </a:lnTo>
                <a:lnTo>
                  <a:pt x="118" y="120"/>
                </a:lnTo>
                <a:lnTo>
                  <a:pt x="119" y="120"/>
                </a:lnTo>
                <a:lnTo>
                  <a:pt x="120" y="120"/>
                </a:lnTo>
                <a:lnTo>
                  <a:pt x="121" y="121"/>
                </a:lnTo>
                <a:lnTo>
                  <a:pt x="122" y="122"/>
                </a:lnTo>
                <a:lnTo>
                  <a:pt x="123" y="123"/>
                </a:lnTo>
                <a:lnTo>
                  <a:pt x="124" y="125"/>
                </a:lnTo>
                <a:lnTo>
                  <a:pt x="124" y="126"/>
                </a:lnTo>
                <a:lnTo>
                  <a:pt x="125" y="126"/>
                </a:lnTo>
                <a:lnTo>
                  <a:pt x="127" y="125"/>
                </a:lnTo>
                <a:lnTo>
                  <a:pt x="128" y="125"/>
                </a:lnTo>
                <a:lnTo>
                  <a:pt x="128" y="124"/>
                </a:lnTo>
                <a:lnTo>
                  <a:pt x="128" y="123"/>
                </a:lnTo>
                <a:lnTo>
                  <a:pt x="129" y="122"/>
                </a:lnTo>
                <a:lnTo>
                  <a:pt x="129" y="123"/>
                </a:lnTo>
                <a:lnTo>
                  <a:pt x="129" y="124"/>
                </a:lnTo>
                <a:lnTo>
                  <a:pt x="131" y="123"/>
                </a:lnTo>
                <a:lnTo>
                  <a:pt x="131" y="122"/>
                </a:lnTo>
                <a:lnTo>
                  <a:pt x="131" y="121"/>
                </a:lnTo>
                <a:lnTo>
                  <a:pt x="132" y="120"/>
                </a:lnTo>
                <a:lnTo>
                  <a:pt x="133" y="121"/>
                </a:lnTo>
                <a:lnTo>
                  <a:pt x="133" y="122"/>
                </a:lnTo>
                <a:lnTo>
                  <a:pt x="134" y="122"/>
                </a:lnTo>
                <a:lnTo>
                  <a:pt x="135" y="122"/>
                </a:lnTo>
                <a:lnTo>
                  <a:pt x="135" y="120"/>
                </a:lnTo>
                <a:lnTo>
                  <a:pt x="136" y="119"/>
                </a:lnTo>
                <a:lnTo>
                  <a:pt x="136" y="118"/>
                </a:lnTo>
                <a:lnTo>
                  <a:pt x="137" y="118"/>
                </a:lnTo>
                <a:lnTo>
                  <a:pt x="138" y="118"/>
                </a:lnTo>
                <a:lnTo>
                  <a:pt x="139" y="118"/>
                </a:lnTo>
                <a:lnTo>
                  <a:pt x="140" y="116"/>
                </a:lnTo>
                <a:lnTo>
                  <a:pt x="141" y="116"/>
                </a:lnTo>
                <a:lnTo>
                  <a:pt x="142" y="115"/>
                </a:lnTo>
                <a:lnTo>
                  <a:pt x="142" y="114"/>
                </a:lnTo>
                <a:lnTo>
                  <a:pt x="143" y="114"/>
                </a:lnTo>
                <a:lnTo>
                  <a:pt x="144" y="114"/>
                </a:lnTo>
                <a:lnTo>
                  <a:pt x="145" y="114"/>
                </a:lnTo>
                <a:lnTo>
                  <a:pt x="147" y="114"/>
                </a:lnTo>
                <a:lnTo>
                  <a:pt x="147" y="113"/>
                </a:lnTo>
                <a:lnTo>
                  <a:pt x="148" y="113"/>
                </a:lnTo>
                <a:lnTo>
                  <a:pt x="148" y="112"/>
                </a:lnTo>
                <a:lnTo>
                  <a:pt x="148" y="111"/>
                </a:lnTo>
                <a:lnTo>
                  <a:pt x="149" y="110"/>
                </a:lnTo>
                <a:lnTo>
                  <a:pt x="150" y="110"/>
                </a:lnTo>
                <a:lnTo>
                  <a:pt x="151" y="111"/>
                </a:lnTo>
                <a:lnTo>
                  <a:pt x="152" y="111"/>
                </a:lnTo>
                <a:lnTo>
                  <a:pt x="152" y="110"/>
                </a:lnTo>
                <a:lnTo>
                  <a:pt x="152" y="109"/>
                </a:lnTo>
                <a:lnTo>
                  <a:pt x="152" y="108"/>
                </a:lnTo>
                <a:lnTo>
                  <a:pt x="152" y="105"/>
                </a:lnTo>
                <a:lnTo>
                  <a:pt x="152" y="104"/>
                </a:lnTo>
                <a:lnTo>
                  <a:pt x="153" y="104"/>
                </a:lnTo>
                <a:lnTo>
                  <a:pt x="154" y="104"/>
                </a:lnTo>
                <a:lnTo>
                  <a:pt x="154" y="103"/>
                </a:lnTo>
                <a:lnTo>
                  <a:pt x="154" y="102"/>
                </a:lnTo>
                <a:lnTo>
                  <a:pt x="155" y="102"/>
                </a:lnTo>
                <a:lnTo>
                  <a:pt x="156" y="101"/>
                </a:lnTo>
                <a:lnTo>
                  <a:pt x="157" y="101"/>
                </a:lnTo>
                <a:lnTo>
                  <a:pt x="158" y="101"/>
                </a:lnTo>
                <a:lnTo>
                  <a:pt x="160" y="101"/>
                </a:lnTo>
                <a:lnTo>
                  <a:pt x="160" y="100"/>
                </a:lnTo>
                <a:lnTo>
                  <a:pt x="160" y="99"/>
                </a:lnTo>
                <a:lnTo>
                  <a:pt x="161" y="98"/>
                </a:lnTo>
                <a:lnTo>
                  <a:pt x="161" y="99"/>
                </a:lnTo>
                <a:lnTo>
                  <a:pt x="162" y="99"/>
                </a:lnTo>
                <a:lnTo>
                  <a:pt x="164" y="98"/>
                </a:lnTo>
                <a:lnTo>
                  <a:pt x="163" y="97"/>
                </a:lnTo>
                <a:lnTo>
                  <a:pt x="163" y="96"/>
                </a:lnTo>
                <a:lnTo>
                  <a:pt x="164" y="95"/>
                </a:lnTo>
                <a:lnTo>
                  <a:pt x="165" y="94"/>
                </a:lnTo>
                <a:lnTo>
                  <a:pt x="166" y="95"/>
                </a:lnTo>
                <a:lnTo>
                  <a:pt x="166" y="96"/>
                </a:lnTo>
                <a:lnTo>
                  <a:pt x="167" y="96"/>
                </a:lnTo>
                <a:lnTo>
                  <a:pt x="168" y="95"/>
                </a:lnTo>
                <a:lnTo>
                  <a:pt x="168" y="96"/>
                </a:lnTo>
                <a:lnTo>
                  <a:pt x="169" y="96"/>
                </a:lnTo>
                <a:lnTo>
                  <a:pt x="169" y="97"/>
                </a:lnTo>
                <a:lnTo>
                  <a:pt x="170" y="97"/>
                </a:lnTo>
                <a:lnTo>
                  <a:pt x="172" y="97"/>
                </a:lnTo>
                <a:lnTo>
                  <a:pt x="173" y="95"/>
                </a:lnTo>
                <a:lnTo>
                  <a:pt x="173" y="94"/>
                </a:lnTo>
                <a:lnTo>
                  <a:pt x="172" y="94"/>
                </a:lnTo>
                <a:lnTo>
                  <a:pt x="172" y="93"/>
                </a:lnTo>
                <a:lnTo>
                  <a:pt x="172" y="91"/>
                </a:lnTo>
                <a:lnTo>
                  <a:pt x="172" y="90"/>
                </a:lnTo>
                <a:lnTo>
                  <a:pt x="172" y="89"/>
                </a:lnTo>
                <a:lnTo>
                  <a:pt x="172" y="88"/>
                </a:lnTo>
                <a:lnTo>
                  <a:pt x="172" y="87"/>
                </a:lnTo>
                <a:lnTo>
                  <a:pt x="172" y="86"/>
                </a:lnTo>
                <a:lnTo>
                  <a:pt x="172" y="85"/>
                </a:lnTo>
                <a:lnTo>
                  <a:pt x="171" y="85"/>
                </a:lnTo>
                <a:lnTo>
                  <a:pt x="170" y="85"/>
                </a:lnTo>
                <a:lnTo>
                  <a:pt x="169" y="84"/>
                </a:lnTo>
                <a:lnTo>
                  <a:pt x="168" y="83"/>
                </a:lnTo>
                <a:lnTo>
                  <a:pt x="167" y="83"/>
                </a:lnTo>
                <a:lnTo>
                  <a:pt x="167" y="82"/>
                </a:lnTo>
                <a:lnTo>
                  <a:pt x="167" y="81"/>
                </a:lnTo>
                <a:lnTo>
                  <a:pt x="166" y="80"/>
                </a:lnTo>
                <a:lnTo>
                  <a:pt x="166" y="79"/>
                </a:lnTo>
                <a:lnTo>
                  <a:pt x="166" y="78"/>
                </a:lnTo>
                <a:lnTo>
                  <a:pt x="165" y="77"/>
                </a:lnTo>
                <a:lnTo>
                  <a:pt x="164" y="77"/>
                </a:lnTo>
                <a:lnTo>
                  <a:pt x="164" y="76"/>
                </a:lnTo>
                <a:lnTo>
                  <a:pt x="164" y="75"/>
                </a:lnTo>
                <a:lnTo>
                  <a:pt x="163" y="75"/>
                </a:lnTo>
                <a:lnTo>
                  <a:pt x="163" y="74"/>
                </a:lnTo>
                <a:lnTo>
                  <a:pt x="162" y="73"/>
                </a:lnTo>
                <a:lnTo>
                  <a:pt x="162" y="72"/>
                </a:lnTo>
                <a:lnTo>
                  <a:pt x="161" y="72"/>
                </a:lnTo>
                <a:lnTo>
                  <a:pt x="160" y="70"/>
                </a:lnTo>
                <a:lnTo>
                  <a:pt x="159" y="70"/>
                </a:lnTo>
                <a:lnTo>
                  <a:pt x="158" y="70"/>
                </a:lnTo>
                <a:lnTo>
                  <a:pt x="158" y="69"/>
                </a:lnTo>
                <a:lnTo>
                  <a:pt x="159" y="69"/>
                </a:lnTo>
                <a:lnTo>
                  <a:pt x="158" y="68"/>
                </a:lnTo>
                <a:lnTo>
                  <a:pt x="157" y="67"/>
                </a:lnTo>
                <a:lnTo>
                  <a:pt x="157" y="65"/>
                </a:lnTo>
                <a:lnTo>
                  <a:pt x="158" y="62"/>
                </a:lnTo>
                <a:lnTo>
                  <a:pt x="159" y="61"/>
                </a:lnTo>
                <a:lnTo>
                  <a:pt x="160" y="61"/>
                </a:lnTo>
                <a:lnTo>
                  <a:pt x="160" y="60"/>
                </a:lnTo>
                <a:lnTo>
                  <a:pt x="160" y="59"/>
                </a:lnTo>
                <a:lnTo>
                  <a:pt x="159" y="59"/>
                </a:lnTo>
                <a:lnTo>
                  <a:pt x="158" y="58"/>
                </a:lnTo>
                <a:lnTo>
                  <a:pt x="157" y="56"/>
                </a:lnTo>
                <a:lnTo>
                  <a:pt x="157" y="55"/>
                </a:lnTo>
                <a:lnTo>
                  <a:pt x="157" y="54"/>
                </a:lnTo>
                <a:lnTo>
                  <a:pt x="157" y="53"/>
                </a:lnTo>
                <a:lnTo>
                  <a:pt x="157" y="52"/>
                </a:lnTo>
                <a:lnTo>
                  <a:pt x="158" y="52"/>
                </a:lnTo>
                <a:lnTo>
                  <a:pt x="158" y="51"/>
                </a:lnTo>
                <a:lnTo>
                  <a:pt x="159" y="51"/>
                </a:lnTo>
                <a:lnTo>
                  <a:pt x="159" y="50"/>
                </a:lnTo>
                <a:lnTo>
                  <a:pt x="160" y="50"/>
                </a:lnTo>
                <a:lnTo>
                  <a:pt x="160" y="49"/>
                </a:lnTo>
                <a:lnTo>
                  <a:pt x="160" y="48"/>
                </a:lnTo>
                <a:lnTo>
                  <a:pt x="160" y="47"/>
                </a:lnTo>
                <a:lnTo>
                  <a:pt x="159" y="47"/>
                </a:lnTo>
                <a:lnTo>
                  <a:pt x="159" y="46"/>
                </a:lnTo>
                <a:lnTo>
                  <a:pt x="158" y="46"/>
                </a:lnTo>
                <a:lnTo>
                  <a:pt x="158" y="45"/>
                </a:lnTo>
                <a:lnTo>
                  <a:pt x="157" y="45"/>
                </a:lnTo>
                <a:lnTo>
                  <a:pt x="155" y="46"/>
                </a:lnTo>
                <a:lnTo>
                  <a:pt x="154" y="46"/>
                </a:lnTo>
                <a:lnTo>
                  <a:pt x="153" y="45"/>
                </a:lnTo>
                <a:lnTo>
                  <a:pt x="152" y="45"/>
                </a:lnTo>
                <a:lnTo>
                  <a:pt x="151" y="46"/>
                </a:lnTo>
                <a:lnTo>
                  <a:pt x="150" y="49"/>
                </a:lnTo>
                <a:lnTo>
                  <a:pt x="149" y="49"/>
                </a:lnTo>
                <a:lnTo>
                  <a:pt x="148" y="49"/>
                </a:lnTo>
                <a:lnTo>
                  <a:pt x="147" y="49"/>
                </a:lnTo>
                <a:lnTo>
                  <a:pt x="146" y="48"/>
                </a:lnTo>
                <a:lnTo>
                  <a:pt x="146" y="47"/>
                </a:lnTo>
                <a:lnTo>
                  <a:pt x="147" y="47"/>
                </a:lnTo>
                <a:lnTo>
                  <a:pt x="146" y="47"/>
                </a:lnTo>
                <a:lnTo>
                  <a:pt x="145" y="47"/>
                </a:lnTo>
                <a:lnTo>
                  <a:pt x="145" y="48"/>
                </a:lnTo>
                <a:lnTo>
                  <a:pt x="144" y="49"/>
                </a:lnTo>
                <a:lnTo>
                  <a:pt x="145" y="49"/>
                </a:lnTo>
                <a:lnTo>
                  <a:pt x="143" y="50"/>
                </a:lnTo>
                <a:lnTo>
                  <a:pt x="142" y="49"/>
                </a:lnTo>
                <a:lnTo>
                  <a:pt x="140" y="49"/>
                </a:lnTo>
                <a:lnTo>
                  <a:pt x="140" y="50"/>
                </a:lnTo>
                <a:lnTo>
                  <a:pt x="139" y="50"/>
                </a:lnTo>
                <a:lnTo>
                  <a:pt x="138" y="50"/>
                </a:lnTo>
                <a:lnTo>
                  <a:pt x="137" y="50"/>
                </a:lnTo>
                <a:lnTo>
                  <a:pt x="137" y="49"/>
                </a:lnTo>
                <a:lnTo>
                  <a:pt x="138" y="48"/>
                </a:lnTo>
                <a:lnTo>
                  <a:pt x="138" y="47"/>
                </a:lnTo>
                <a:lnTo>
                  <a:pt x="137" y="45"/>
                </a:lnTo>
                <a:lnTo>
                  <a:pt x="135" y="43"/>
                </a:lnTo>
                <a:lnTo>
                  <a:pt x="133" y="43"/>
                </a:lnTo>
                <a:lnTo>
                  <a:pt x="133" y="42"/>
                </a:lnTo>
                <a:lnTo>
                  <a:pt x="132" y="42"/>
                </a:lnTo>
                <a:lnTo>
                  <a:pt x="131" y="42"/>
                </a:lnTo>
                <a:lnTo>
                  <a:pt x="131" y="43"/>
                </a:lnTo>
                <a:lnTo>
                  <a:pt x="130" y="42"/>
                </a:lnTo>
                <a:lnTo>
                  <a:pt x="129" y="41"/>
                </a:lnTo>
                <a:lnTo>
                  <a:pt x="129" y="40"/>
                </a:lnTo>
                <a:lnTo>
                  <a:pt x="130" y="40"/>
                </a:lnTo>
                <a:lnTo>
                  <a:pt x="129" y="40"/>
                </a:lnTo>
                <a:lnTo>
                  <a:pt x="129" y="39"/>
                </a:lnTo>
                <a:lnTo>
                  <a:pt x="128" y="40"/>
                </a:lnTo>
                <a:lnTo>
                  <a:pt x="127" y="39"/>
                </a:lnTo>
                <a:lnTo>
                  <a:pt x="126" y="38"/>
                </a:lnTo>
                <a:lnTo>
                  <a:pt x="125" y="37"/>
                </a:lnTo>
                <a:lnTo>
                  <a:pt x="124" y="37"/>
                </a:lnTo>
                <a:lnTo>
                  <a:pt x="124" y="38"/>
                </a:lnTo>
                <a:lnTo>
                  <a:pt x="123" y="38"/>
                </a:lnTo>
                <a:lnTo>
                  <a:pt x="121" y="38"/>
                </a:lnTo>
                <a:lnTo>
                  <a:pt x="120" y="38"/>
                </a:lnTo>
                <a:lnTo>
                  <a:pt x="120" y="37"/>
                </a:lnTo>
                <a:lnTo>
                  <a:pt x="119" y="37"/>
                </a:lnTo>
                <a:lnTo>
                  <a:pt x="119" y="36"/>
                </a:lnTo>
                <a:lnTo>
                  <a:pt x="120" y="35"/>
                </a:lnTo>
                <a:lnTo>
                  <a:pt x="121" y="35"/>
                </a:lnTo>
                <a:lnTo>
                  <a:pt x="121" y="34"/>
                </a:lnTo>
                <a:lnTo>
                  <a:pt x="119" y="33"/>
                </a:lnTo>
                <a:lnTo>
                  <a:pt x="119" y="34"/>
                </a:lnTo>
                <a:lnTo>
                  <a:pt x="118" y="33"/>
                </a:lnTo>
                <a:lnTo>
                  <a:pt x="118" y="32"/>
                </a:lnTo>
                <a:lnTo>
                  <a:pt x="117" y="32"/>
                </a:lnTo>
                <a:lnTo>
                  <a:pt x="116" y="32"/>
                </a:lnTo>
                <a:lnTo>
                  <a:pt x="117" y="32"/>
                </a:lnTo>
                <a:lnTo>
                  <a:pt x="117" y="31"/>
                </a:lnTo>
                <a:lnTo>
                  <a:pt x="116" y="30"/>
                </a:lnTo>
                <a:lnTo>
                  <a:pt x="115" y="30"/>
                </a:lnTo>
                <a:lnTo>
                  <a:pt x="114" y="30"/>
                </a:lnTo>
                <a:lnTo>
                  <a:pt x="114" y="29"/>
                </a:lnTo>
                <a:lnTo>
                  <a:pt x="113" y="28"/>
                </a:lnTo>
                <a:lnTo>
                  <a:pt x="114" y="28"/>
                </a:lnTo>
                <a:lnTo>
                  <a:pt x="114" y="27"/>
                </a:lnTo>
                <a:lnTo>
                  <a:pt x="114" y="26"/>
                </a:lnTo>
                <a:lnTo>
                  <a:pt x="115" y="26"/>
                </a:lnTo>
                <a:lnTo>
                  <a:pt x="115" y="24"/>
                </a:lnTo>
                <a:lnTo>
                  <a:pt x="116" y="22"/>
                </a:lnTo>
                <a:lnTo>
                  <a:pt x="117" y="22"/>
                </a:lnTo>
                <a:lnTo>
                  <a:pt x="118" y="21"/>
                </a:lnTo>
                <a:lnTo>
                  <a:pt x="118" y="20"/>
                </a:lnTo>
                <a:lnTo>
                  <a:pt x="117" y="19"/>
                </a:lnTo>
                <a:lnTo>
                  <a:pt x="116" y="19"/>
                </a:lnTo>
                <a:lnTo>
                  <a:pt x="116" y="18"/>
                </a:lnTo>
                <a:lnTo>
                  <a:pt x="116" y="16"/>
                </a:lnTo>
                <a:lnTo>
                  <a:pt x="116" y="15"/>
                </a:lnTo>
                <a:lnTo>
                  <a:pt x="116" y="14"/>
                </a:lnTo>
                <a:lnTo>
                  <a:pt x="116" y="13"/>
                </a:lnTo>
                <a:lnTo>
                  <a:pt x="116" y="12"/>
                </a:lnTo>
                <a:lnTo>
                  <a:pt x="117" y="12"/>
                </a:lnTo>
                <a:lnTo>
                  <a:pt x="118" y="12"/>
                </a:lnTo>
                <a:lnTo>
                  <a:pt x="118" y="13"/>
                </a:lnTo>
                <a:lnTo>
                  <a:pt x="119" y="13"/>
                </a:lnTo>
                <a:lnTo>
                  <a:pt x="119" y="14"/>
                </a:lnTo>
                <a:lnTo>
                  <a:pt x="119" y="15"/>
                </a:lnTo>
                <a:lnTo>
                  <a:pt x="120" y="15"/>
                </a:lnTo>
                <a:lnTo>
                  <a:pt x="121" y="15"/>
                </a:lnTo>
                <a:lnTo>
                  <a:pt x="121" y="14"/>
                </a:lnTo>
                <a:lnTo>
                  <a:pt x="122" y="14"/>
                </a:lnTo>
                <a:lnTo>
                  <a:pt x="122" y="12"/>
                </a:lnTo>
                <a:lnTo>
                  <a:pt x="123" y="11"/>
                </a:lnTo>
                <a:lnTo>
                  <a:pt x="124" y="11"/>
                </a:lnTo>
                <a:lnTo>
                  <a:pt x="125" y="11"/>
                </a:lnTo>
                <a:lnTo>
                  <a:pt x="125" y="9"/>
                </a:lnTo>
                <a:lnTo>
                  <a:pt x="124" y="9"/>
                </a:lnTo>
                <a:lnTo>
                  <a:pt x="124" y="8"/>
                </a:lnTo>
                <a:lnTo>
                  <a:pt x="125" y="7"/>
                </a:lnTo>
                <a:lnTo>
                  <a:pt x="126" y="8"/>
                </a:lnTo>
                <a:lnTo>
                  <a:pt x="127" y="8"/>
                </a:lnTo>
                <a:lnTo>
                  <a:pt x="128" y="8"/>
                </a:lnTo>
                <a:lnTo>
                  <a:pt x="129" y="8"/>
                </a:lnTo>
                <a:lnTo>
                  <a:pt x="129" y="7"/>
                </a:lnTo>
                <a:lnTo>
                  <a:pt x="129" y="5"/>
                </a:lnTo>
                <a:lnTo>
                  <a:pt x="130" y="5"/>
                </a:lnTo>
                <a:lnTo>
                  <a:pt x="131" y="5"/>
                </a:lnTo>
                <a:lnTo>
                  <a:pt x="133" y="4"/>
                </a:lnTo>
                <a:lnTo>
                  <a:pt x="133" y="3"/>
                </a:lnTo>
                <a:lnTo>
                  <a:pt x="134" y="2"/>
                </a:lnTo>
                <a:lnTo>
                  <a:pt x="135" y="3"/>
                </a:lnTo>
                <a:lnTo>
                  <a:pt x="135" y="2"/>
                </a:lnTo>
                <a:lnTo>
                  <a:pt x="135" y="1"/>
                </a:lnTo>
                <a:lnTo>
                  <a:pt x="136" y="1"/>
                </a:lnTo>
                <a:lnTo>
                  <a:pt x="137" y="1"/>
                </a:lnTo>
                <a:lnTo>
                  <a:pt x="137" y="0"/>
                </a:lnTo>
                <a:lnTo>
                  <a:pt x="138" y="0"/>
                </a:lnTo>
                <a:lnTo>
                  <a:pt x="139" y="0"/>
                </a:lnTo>
                <a:lnTo>
                  <a:pt x="140" y="1"/>
                </a:lnTo>
                <a:lnTo>
                  <a:pt x="140" y="3"/>
                </a:lnTo>
                <a:lnTo>
                  <a:pt x="141" y="4"/>
                </a:lnTo>
                <a:lnTo>
                  <a:pt x="141" y="3"/>
                </a:lnTo>
                <a:lnTo>
                  <a:pt x="142" y="3"/>
                </a:lnTo>
                <a:lnTo>
                  <a:pt x="142" y="4"/>
                </a:lnTo>
                <a:lnTo>
                  <a:pt x="143" y="5"/>
                </a:lnTo>
                <a:lnTo>
                  <a:pt x="144" y="5"/>
                </a:lnTo>
                <a:lnTo>
                  <a:pt x="145" y="5"/>
                </a:lnTo>
                <a:lnTo>
                  <a:pt x="145" y="6"/>
                </a:lnTo>
                <a:lnTo>
                  <a:pt x="145" y="7"/>
                </a:lnTo>
                <a:lnTo>
                  <a:pt x="146" y="7"/>
                </a:lnTo>
                <a:lnTo>
                  <a:pt x="147" y="7"/>
                </a:lnTo>
                <a:lnTo>
                  <a:pt x="147" y="8"/>
                </a:lnTo>
                <a:lnTo>
                  <a:pt x="146" y="8"/>
                </a:lnTo>
                <a:lnTo>
                  <a:pt x="146" y="9"/>
                </a:lnTo>
                <a:lnTo>
                  <a:pt x="146" y="10"/>
                </a:lnTo>
                <a:lnTo>
                  <a:pt x="147" y="10"/>
                </a:lnTo>
                <a:lnTo>
                  <a:pt x="148" y="11"/>
                </a:lnTo>
                <a:lnTo>
                  <a:pt x="149" y="11"/>
                </a:lnTo>
                <a:lnTo>
                  <a:pt x="150" y="12"/>
                </a:lnTo>
                <a:lnTo>
                  <a:pt x="150" y="13"/>
                </a:lnTo>
                <a:lnTo>
                  <a:pt x="151" y="13"/>
                </a:lnTo>
                <a:lnTo>
                  <a:pt x="152" y="13"/>
                </a:lnTo>
                <a:lnTo>
                  <a:pt x="153" y="13"/>
                </a:lnTo>
                <a:lnTo>
                  <a:pt x="154" y="14"/>
                </a:lnTo>
                <a:lnTo>
                  <a:pt x="155" y="15"/>
                </a:lnTo>
                <a:lnTo>
                  <a:pt x="156" y="15"/>
                </a:lnTo>
                <a:lnTo>
                  <a:pt x="156" y="16"/>
                </a:lnTo>
                <a:lnTo>
                  <a:pt x="157" y="16"/>
                </a:lnTo>
                <a:lnTo>
                  <a:pt x="158" y="16"/>
                </a:lnTo>
                <a:lnTo>
                  <a:pt x="159" y="17"/>
                </a:lnTo>
                <a:lnTo>
                  <a:pt x="158" y="18"/>
                </a:lnTo>
                <a:lnTo>
                  <a:pt x="157" y="18"/>
                </a:lnTo>
                <a:lnTo>
                  <a:pt x="156" y="18"/>
                </a:lnTo>
                <a:lnTo>
                  <a:pt x="155" y="18"/>
                </a:lnTo>
                <a:lnTo>
                  <a:pt x="155" y="19"/>
                </a:lnTo>
                <a:lnTo>
                  <a:pt x="156" y="19"/>
                </a:lnTo>
                <a:lnTo>
                  <a:pt x="156" y="20"/>
                </a:lnTo>
                <a:lnTo>
                  <a:pt x="157" y="20"/>
                </a:lnTo>
                <a:lnTo>
                  <a:pt x="160" y="19"/>
                </a:lnTo>
                <a:lnTo>
                  <a:pt x="161" y="19"/>
                </a:lnTo>
                <a:lnTo>
                  <a:pt x="162" y="19"/>
                </a:lnTo>
                <a:lnTo>
                  <a:pt x="162" y="20"/>
                </a:lnTo>
                <a:lnTo>
                  <a:pt x="163" y="20"/>
                </a:lnTo>
                <a:lnTo>
                  <a:pt x="164" y="20"/>
                </a:lnTo>
                <a:lnTo>
                  <a:pt x="165" y="20"/>
                </a:lnTo>
                <a:lnTo>
                  <a:pt x="166" y="20"/>
                </a:lnTo>
                <a:lnTo>
                  <a:pt x="167" y="20"/>
                </a:lnTo>
                <a:lnTo>
                  <a:pt x="168" y="20"/>
                </a:lnTo>
                <a:lnTo>
                  <a:pt x="170" y="20"/>
                </a:lnTo>
                <a:lnTo>
                  <a:pt x="171" y="20"/>
                </a:lnTo>
                <a:lnTo>
                  <a:pt x="172" y="20"/>
                </a:lnTo>
                <a:lnTo>
                  <a:pt x="173" y="20"/>
                </a:lnTo>
                <a:lnTo>
                  <a:pt x="174" y="20"/>
                </a:lnTo>
                <a:lnTo>
                  <a:pt x="176" y="20"/>
                </a:lnTo>
                <a:lnTo>
                  <a:pt x="177" y="21"/>
                </a:lnTo>
                <a:lnTo>
                  <a:pt x="178" y="22"/>
                </a:lnTo>
                <a:lnTo>
                  <a:pt x="179" y="23"/>
                </a:lnTo>
                <a:lnTo>
                  <a:pt x="179" y="24"/>
                </a:lnTo>
                <a:lnTo>
                  <a:pt x="179" y="25"/>
                </a:lnTo>
                <a:lnTo>
                  <a:pt x="180" y="25"/>
                </a:lnTo>
                <a:lnTo>
                  <a:pt x="180" y="26"/>
                </a:lnTo>
                <a:lnTo>
                  <a:pt x="181" y="26"/>
                </a:lnTo>
                <a:lnTo>
                  <a:pt x="182" y="27"/>
                </a:lnTo>
                <a:lnTo>
                  <a:pt x="183" y="27"/>
                </a:lnTo>
                <a:lnTo>
                  <a:pt x="183" y="28"/>
                </a:lnTo>
                <a:lnTo>
                  <a:pt x="184" y="29"/>
                </a:lnTo>
                <a:lnTo>
                  <a:pt x="185" y="30"/>
                </a:lnTo>
                <a:lnTo>
                  <a:pt x="185" y="29"/>
                </a:lnTo>
                <a:lnTo>
                  <a:pt x="186" y="28"/>
                </a:lnTo>
                <a:lnTo>
                  <a:pt x="187" y="28"/>
                </a:lnTo>
                <a:lnTo>
                  <a:pt x="188" y="28"/>
                </a:lnTo>
                <a:lnTo>
                  <a:pt x="188" y="27"/>
                </a:lnTo>
                <a:lnTo>
                  <a:pt x="188" y="26"/>
                </a:lnTo>
                <a:lnTo>
                  <a:pt x="189" y="26"/>
                </a:lnTo>
                <a:lnTo>
                  <a:pt x="190" y="26"/>
                </a:lnTo>
                <a:lnTo>
                  <a:pt x="191" y="26"/>
                </a:lnTo>
                <a:lnTo>
                  <a:pt x="193" y="26"/>
                </a:lnTo>
                <a:lnTo>
                  <a:pt x="195" y="26"/>
                </a:lnTo>
                <a:lnTo>
                  <a:pt x="197" y="27"/>
                </a:lnTo>
                <a:lnTo>
                  <a:pt x="198" y="27"/>
                </a:lnTo>
                <a:lnTo>
                  <a:pt x="199" y="27"/>
                </a:lnTo>
                <a:lnTo>
                  <a:pt x="199" y="28"/>
                </a:lnTo>
                <a:lnTo>
                  <a:pt x="198" y="29"/>
                </a:lnTo>
                <a:lnTo>
                  <a:pt x="198" y="30"/>
                </a:lnTo>
                <a:lnTo>
                  <a:pt x="198" y="31"/>
                </a:lnTo>
                <a:lnTo>
                  <a:pt x="199" y="31"/>
                </a:lnTo>
                <a:lnTo>
                  <a:pt x="200" y="31"/>
                </a:lnTo>
                <a:lnTo>
                  <a:pt x="201" y="32"/>
                </a:lnTo>
                <a:lnTo>
                  <a:pt x="201" y="33"/>
                </a:lnTo>
                <a:lnTo>
                  <a:pt x="200" y="34"/>
                </a:lnTo>
                <a:lnTo>
                  <a:pt x="200" y="35"/>
                </a:lnTo>
                <a:lnTo>
                  <a:pt x="200" y="36"/>
                </a:lnTo>
                <a:lnTo>
                  <a:pt x="201" y="36"/>
                </a:lnTo>
                <a:lnTo>
                  <a:pt x="201" y="37"/>
                </a:lnTo>
                <a:lnTo>
                  <a:pt x="201" y="38"/>
                </a:lnTo>
                <a:lnTo>
                  <a:pt x="200" y="39"/>
                </a:lnTo>
                <a:lnTo>
                  <a:pt x="201" y="40"/>
                </a:lnTo>
                <a:lnTo>
                  <a:pt x="202" y="42"/>
                </a:lnTo>
                <a:lnTo>
                  <a:pt x="203" y="42"/>
                </a:lnTo>
                <a:lnTo>
                  <a:pt x="204" y="43"/>
                </a:lnTo>
                <a:lnTo>
                  <a:pt x="204" y="44"/>
                </a:lnTo>
                <a:lnTo>
                  <a:pt x="205" y="44"/>
                </a:lnTo>
                <a:lnTo>
                  <a:pt x="206" y="43"/>
                </a:lnTo>
                <a:lnTo>
                  <a:pt x="206" y="44"/>
                </a:lnTo>
                <a:lnTo>
                  <a:pt x="206" y="45"/>
                </a:lnTo>
                <a:lnTo>
                  <a:pt x="206" y="46"/>
                </a:lnTo>
                <a:lnTo>
                  <a:pt x="207" y="46"/>
                </a:lnTo>
                <a:lnTo>
                  <a:pt x="207" y="45"/>
                </a:lnTo>
                <a:lnTo>
                  <a:pt x="209" y="45"/>
                </a:lnTo>
                <a:lnTo>
                  <a:pt x="210" y="45"/>
                </a:lnTo>
                <a:lnTo>
                  <a:pt x="210" y="46"/>
                </a:lnTo>
                <a:lnTo>
                  <a:pt x="210" y="47"/>
                </a:lnTo>
                <a:lnTo>
                  <a:pt x="210" y="48"/>
                </a:lnTo>
                <a:lnTo>
                  <a:pt x="211" y="50"/>
                </a:lnTo>
                <a:lnTo>
                  <a:pt x="210" y="52"/>
                </a:lnTo>
                <a:lnTo>
                  <a:pt x="209" y="53"/>
                </a:lnTo>
                <a:lnTo>
                  <a:pt x="209" y="54"/>
                </a:lnTo>
                <a:lnTo>
                  <a:pt x="209" y="55"/>
                </a:lnTo>
                <a:lnTo>
                  <a:pt x="210" y="55"/>
                </a:lnTo>
                <a:lnTo>
                  <a:pt x="211" y="56"/>
                </a:lnTo>
                <a:lnTo>
                  <a:pt x="212" y="57"/>
                </a:lnTo>
                <a:lnTo>
                  <a:pt x="213" y="57"/>
                </a:lnTo>
                <a:lnTo>
                  <a:pt x="214" y="57"/>
                </a:lnTo>
                <a:lnTo>
                  <a:pt x="214" y="58"/>
                </a:lnTo>
                <a:lnTo>
                  <a:pt x="215" y="58"/>
                </a:lnTo>
                <a:lnTo>
                  <a:pt x="217" y="58"/>
                </a:lnTo>
                <a:lnTo>
                  <a:pt x="217" y="59"/>
                </a:lnTo>
                <a:lnTo>
                  <a:pt x="218" y="59"/>
                </a:lnTo>
                <a:lnTo>
                  <a:pt x="219" y="59"/>
                </a:lnTo>
                <a:lnTo>
                  <a:pt x="220" y="59"/>
                </a:lnTo>
                <a:lnTo>
                  <a:pt x="221" y="60"/>
                </a:lnTo>
                <a:lnTo>
                  <a:pt x="221" y="61"/>
                </a:lnTo>
                <a:lnTo>
                  <a:pt x="220" y="61"/>
                </a:lnTo>
                <a:lnTo>
                  <a:pt x="220" y="62"/>
                </a:lnTo>
                <a:lnTo>
                  <a:pt x="220" y="63"/>
                </a:lnTo>
                <a:lnTo>
                  <a:pt x="222" y="63"/>
                </a:lnTo>
                <a:lnTo>
                  <a:pt x="223" y="63"/>
                </a:lnTo>
                <a:lnTo>
                  <a:pt x="223" y="62"/>
                </a:lnTo>
                <a:lnTo>
                  <a:pt x="224" y="63"/>
                </a:lnTo>
                <a:lnTo>
                  <a:pt x="224" y="64"/>
                </a:lnTo>
                <a:lnTo>
                  <a:pt x="223" y="65"/>
                </a:lnTo>
                <a:lnTo>
                  <a:pt x="225" y="65"/>
                </a:lnTo>
                <a:lnTo>
                  <a:pt x="227" y="66"/>
                </a:lnTo>
                <a:lnTo>
                  <a:pt x="229" y="66"/>
                </a:lnTo>
                <a:lnTo>
                  <a:pt x="230" y="66"/>
                </a:lnTo>
                <a:lnTo>
                  <a:pt x="230" y="65"/>
                </a:lnTo>
                <a:lnTo>
                  <a:pt x="230" y="66"/>
                </a:lnTo>
                <a:lnTo>
                  <a:pt x="231" y="66"/>
                </a:lnTo>
                <a:lnTo>
                  <a:pt x="232" y="66"/>
                </a:lnTo>
                <a:lnTo>
                  <a:pt x="234" y="66"/>
                </a:lnTo>
                <a:lnTo>
                  <a:pt x="235" y="65"/>
                </a:lnTo>
                <a:lnTo>
                  <a:pt x="236" y="64"/>
                </a:lnTo>
                <a:lnTo>
                  <a:pt x="237" y="64"/>
                </a:lnTo>
                <a:lnTo>
                  <a:pt x="238" y="64"/>
                </a:lnTo>
                <a:lnTo>
                  <a:pt x="238" y="65"/>
                </a:lnTo>
                <a:lnTo>
                  <a:pt x="239" y="65"/>
                </a:lnTo>
                <a:lnTo>
                  <a:pt x="240" y="65"/>
                </a:lnTo>
                <a:lnTo>
                  <a:pt x="241" y="65"/>
                </a:lnTo>
                <a:lnTo>
                  <a:pt x="241" y="64"/>
                </a:lnTo>
                <a:lnTo>
                  <a:pt x="241" y="63"/>
                </a:lnTo>
                <a:lnTo>
                  <a:pt x="241" y="62"/>
                </a:lnTo>
                <a:lnTo>
                  <a:pt x="242" y="62"/>
                </a:lnTo>
                <a:lnTo>
                  <a:pt x="245" y="61"/>
                </a:lnTo>
                <a:lnTo>
                  <a:pt x="245" y="62"/>
                </a:lnTo>
                <a:lnTo>
                  <a:pt x="246" y="62"/>
                </a:lnTo>
                <a:lnTo>
                  <a:pt x="247" y="62"/>
                </a:lnTo>
                <a:lnTo>
                  <a:pt x="247" y="63"/>
                </a:lnTo>
                <a:lnTo>
                  <a:pt x="247" y="64"/>
                </a:lnTo>
                <a:lnTo>
                  <a:pt x="247" y="65"/>
                </a:lnTo>
                <a:lnTo>
                  <a:pt x="248" y="65"/>
                </a:lnTo>
                <a:lnTo>
                  <a:pt x="249" y="65"/>
                </a:lnTo>
                <a:lnTo>
                  <a:pt x="249" y="66"/>
                </a:lnTo>
                <a:lnTo>
                  <a:pt x="250" y="66"/>
                </a:lnTo>
                <a:lnTo>
                  <a:pt x="250" y="67"/>
                </a:lnTo>
                <a:lnTo>
                  <a:pt x="250" y="69"/>
                </a:lnTo>
                <a:lnTo>
                  <a:pt x="252" y="69"/>
                </a:lnTo>
                <a:lnTo>
                  <a:pt x="253" y="69"/>
                </a:lnTo>
                <a:lnTo>
                  <a:pt x="254" y="69"/>
                </a:lnTo>
                <a:lnTo>
                  <a:pt x="254" y="68"/>
                </a:lnTo>
                <a:lnTo>
                  <a:pt x="255" y="68"/>
                </a:lnTo>
                <a:lnTo>
                  <a:pt x="256" y="68"/>
                </a:lnTo>
                <a:lnTo>
                  <a:pt x="256" y="67"/>
                </a:lnTo>
                <a:lnTo>
                  <a:pt x="258" y="66"/>
                </a:lnTo>
                <a:lnTo>
                  <a:pt x="258" y="65"/>
                </a:lnTo>
                <a:lnTo>
                  <a:pt x="260" y="65"/>
                </a:lnTo>
                <a:lnTo>
                  <a:pt x="261" y="64"/>
                </a:lnTo>
                <a:lnTo>
                  <a:pt x="261" y="63"/>
                </a:lnTo>
                <a:lnTo>
                  <a:pt x="262" y="63"/>
                </a:lnTo>
                <a:lnTo>
                  <a:pt x="263" y="63"/>
                </a:lnTo>
                <a:lnTo>
                  <a:pt x="264" y="64"/>
                </a:lnTo>
                <a:lnTo>
                  <a:pt x="265" y="65"/>
                </a:lnTo>
                <a:lnTo>
                  <a:pt x="265" y="67"/>
                </a:lnTo>
                <a:lnTo>
                  <a:pt x="265" y="68"/>
                </a:lnTo>
                <a:lnTo>
                  <a:pt x="266" y="69"/>
                </a:lnTo>
                <a:lnTo>
                  <a:pt x="266" y="70"/>
                </a:lnTo>
                <a:lnTo>
                  <a:pt x="267" y="70"/>
                </a:lnTo>
                <a:lnTo>
                  <a:pt x="268" y="71"/>
                </a:lnTo>
                <a:lnTo>
                  <a:pt x="268" y="72"/>
                </a:lnTo>
                <a:lnTo>
                  <a:pt x="268" y="73"/>
                </a:lnTo>
                <a:lnTo>
                  <a:pt x="269" y="73"/>
                </a:lnTo>
                <a:lnTo>
                  <a:pt x="270" y="73"/>
                </a:lnTo>
                <a:lnTo>
                  <a:pt x="271" y="72"/>
                </a:lnTo>
                <a:lnTo>
                  <a:pt x="271" y="71"/>
                </a:lnTo>
                <a:lnTo>
                  <a:pt x="270" y="71"/>
                </a:lnTo>
                <a:lnTo>
                  <a:pt x="270" y="70"/>
                </a:lnTo>
                <a:lnTo>
                  <a:pt x="271" y="70"/>
                </a:lnTo>
                <a:lnTo>
                  <a:pt x="273" y="70"/>
                </a:lnTo>
                <a:lnTo>
                  <a:pt x="273" y="69"/>
                </a:lnTo>
                <a:lnTo>
                  <a:pt x="273" y="68"/>
                </a:lnTo>
                <a:lnTo>
                  <a:pt x="273" y="67"/>
                </a:lnTo>
                <a:lnTo>
                  <a:pt x="272" y="66"/>
                </a:lnTo>
                <a:lnTo>
                  <a:pt x="272" y="65"/>
                </a:lnTo>
                <a:lnTo>
                  <a:pt x="273" y="65"/>
                </a:lnTo>
                <a:lnTo>
                  <a:pt x="274" y="66"/>
                </a:lnTo>
                <a:lnTo>
                  <a:pt x="276" y="68"/>
                </a:lnTo>
                <a:lnTo>
                  <a:pt x="277" y="68"/>
                </a:lnTo>
                <a:lnTo>
                  <a:pt x="278" y="68"/>
                </a:lnTo>
                <a:lnTo>
                  <a:pt x="278" y="69"/>
                </a:lnTo>
                <a:lnTo>
                  <a:pt x="279" y="69"/>
                </a:lnTo>
                <a:lnTo>
                  <a:pt x="279" y="70"/>
                </a:lnTo>
                <a:lnTo>
                  <a:pt x="279" y="71"/>
                </a:lnTo>
                <a:lnTo>
                  <a:pt x="278" y="72"/>
                </a:lnTo>
                <a:lnTo>
                  <a:pt x="278" y="73"/>
                </a:lnTo>
                <a:lnTo>
                  <a:pt x="279" y="74"/>
                </a:lnTo>
                <a:lnTo>
                  <a:pt x="280" y="75"/>
                </a:lnTo>
                <a:lnTo>
                  <a:pt x="280" y="76"/>
                </a:lnTo>
                <a:lnTo>
                  <a:pt x="280" y="77"/>
                </a:lnTo>
                <a:lnTo>
                  <a:pt x="280" y="78"/>
                </a:lnTo>
                <a:lnTo>
                  <a:pt x="281" y="78"/>
                </a:lnTo>
                <a:lnTo>
                  <a:pt x="282" y="78"/>
                </a:lnTo>
                <a:lnTo>
                  <a:pt x="282" y="79"/>
                </a:lnTo>
                <a:lnTo>
                  <a:pt x="283" y="80"/>
                </a:lnTo>
                <a:lnTo>
                  <a:pt x="284" y="81"/>
                </a:lnTo>
                <a:lnTo>
                  <a:pt x="284" y="82"/>
                </a:lnTo>
                <a:lnTo>
                  <a:pt x="284" y="83"/>
                </a:lnTo>
                <a:lnTo>
                  <a:pt x="285" y="83"/>
                </a:lnTo>
                <a:lnTo>
                  <a:pt x="285" y="84"/>
                </a:lnTo>
                <a:lnTo>
                  <a:pt x="286" y="84"/>
                </a:lnTo>
                <a:lnTo>
                  <a:pt x="286" y="83"/>
                </a:lnTo>
                <a:lnTo>
                  <a:pt x="286" y="82"/>
                </a:lnTo>
                <a:lnTo>
                  <a:pt x="287" y="82"/>
                </a:lnTo>
                <a:lnTo>
                  <a:pt x="288" y="82"/>
                </a:lnTo>
                <a:lnTo>
                  <a:pt x="289" y="82"/>
                </a:lnTo>
                <a:lnTo>
                  <a:pt x="290" y="82"/>
                </a:lnTo>
                <a:lnTo>
                  <a:pt x="290" y="84"/>
                </a:lnTo>
                <a:lnTo>
                  <a:pt x="290" y="85"/>
                </a:lnTo>
                <a:lnTo>
                  <a:pt x="290" y="87"/>
                </a:lnTo>
                <a:lnTo>
                  <a:pt x="290" y="88"/>
                </a:lnTo>
                <a:lnTo>
                  <a:pt x="290" y="90"/>
                </a:lnTo>
                <a:lnTo>
                  <a:pt x="290" y="91"/>
                </a:lnTo>
                <a:lnTo>
                  <a:pt x="290" y="92"/>
                </a:lnTo>
                <a:lnTo>
                  <a:pt x="291" y="93"/>
                </a:lnTo>
                <a:lnTo>
                  <a:pt x="291" y="94"/>
                </a:lnTo>
                <a:lnTo>
                  <a:pt x="291" y="95"/>
                </a:lnTo>
                <a:lnTo>
                  <a:pt x="290" y="96"/>
                </a:lnTo>
                <a:lnTo>
                  <a:pt x="290" y="97"/>
                </a:lnTo>
                <a:lnTo>
                  <a:pt x="290" y="98"/>
                </a:lnTo>
                <a:lnTo>
                  <a:pt x="290" y="99"/>
                </a:lnTo>
                <a:lnTo>
                  <a:pt x="290" y="101"/>
                </a:lnTo>
                <a:lnTo>
                  <a:pt x="289" y="101"/>
                </a:lnTo>
                <a:lnTo>
                  <a:pt x="289" y="102"/>
                </a:lnTo>
                <a:lnTo>
                  <a:pt x="290" y="102"/>
                </a:lnTo>
                <a:lnTo>
                  <a:pt x="290" y="103"/>
                </a:lnTo>
                <a:lnTo>
                  <a:pt x="291" y="103"/>
                </a:lnTo>
                <a:lnTo>
                  <a:pt x="292" y="104"/>
                </a:lnTo>
                <a:lnTo>
                  <a:pt x="293" y="104"/>
                </a:lnTo>
                <a:lnTo>
                  <a:pt x="294" y="103"/>
                </a:lnTo>
                <a:lnTo>
                  <a:pt x="295" y="103"/>
                </a:lnTo>
                <a:lnTo>
                  <a:pt x="296" y="102"/>
                </a:lnTo>
                <a:lnTo>
                  <a:pt x="296" y="101"/>
                </a:lnTo>
                <a:lnTo>
                  <a:pt x="297" y="101"/>
                </a:lnTo>
                <a:lnTo>
                  <a:pt x="298" y="101"/>
                </a:lnTo>
                <a:lnTo>
                  <a:pt x="299" y="101"/>
                </a:lnTo>
                <a:lnTo>
                  <a:pt x="300" y="101"/>
                </a:lnTo>
                <a:lnTo>
                  <a:pt x="301" y="101"/>
                </a:lnTo>
                <a:lnTo>
                  <a:pt x="301" y="100"/>
                </a:lnTo>
                <a:lnTo>
                  <a:pt x="302" y="100"/>
                </a:lnTo>
                <a:lnTo>
                  <a:pt x="303" y="101"/>
                </a:lnTo>
                <a:lnTo>
                  <a:pt x="305" y="101"/>
                </a:lnTo>
                <a:lnTo>
                  <a:pt x="306" y="101"/>
                </a:lnTo>
                <a:lnTo>
                  <a:pt x="307" y="101"/>
                </a:lnTo>
                <a:lnTo>
                  <a:pt x="308" y="101"/>
                </a:lnTo>
                <a:lnTo>
                  <a:pt x="307" y="101"/>
                </a:lnTo>
                <a:lnTo>
                  <a:pt x="307" y="100"/>
                </a:lnTo>
                <a:lnTo>
                  <a:pt x="308" y="99"/>
                </a:lnTo>
                <a:lnTo>
                  <a:pt x="309" y="99"/>
                </a:lnTo>
                <a:lnTo>
                  <a:pt x="309" y="100"/>
                </a:lnTo>
                <a:lnTo>
                  <a:pt x="310" y="100"/>
                </a:lnTo>
                <a:lnTo>
                  <a:pt x="311" y="101"/>
                </a:lnTo>
                <a:lnTo>
                  <a:pt x="313" y="100"/>
                </a:lnTo>
                <a:lnTo>
                  <a:pt x="313" y="99"/>
                </a:lnTo>
                <a:lnTo>
                  <a:pt x="313" y="98"/>
                </a:lnTo>
                <a:lnTo>
                  <a:pt x="313" y="96"/>
                </a:lnTo>
                <a:lnTo>
                  <a:pt x="314" y="96"/>
                </a:lnTo>
                <a:lnTo>
                  <a:pt x="315" y="97"/>
                </a:lnTo>
                <a:lnTo>
                  <a:pt x="318" y="97"/>
                </a:lnTo>
                <a:lnTo>
                  <a:pt x="319" y="97"/>
                </a:lnTo>
                <a:lnTo>
                  <a:pt x="320" y="97"/>
                </a:lnTo>
                <a:lnTo>
                  <a:pt x="320" y="98"/>
                </a:lnTo>
                <a:lnTo>
                  <a:pt x="321" y="97"/>
                </a:lnTo>
                <a:lnTo>
                  <a:pt x="321" y="96"/>
                </a:lnTo>
                <a:lnTo>
                  <a:pt x="322" y="96"/>
                </a:lnTo>
                <a:lnTo>
                  <a:pt x="323" y="95"/>
                </a:lnTo>
                <a:lnTo>
                  <a:pt x="324" y="95"/>
                </a:lnTo>
                <a:lnTo>
                  <a:pt x="324" y="94"/>
                </a:lnTo>
                <a:lnTo>
                  <a:pt x="324" y="93"/>
                </a:lnTo>
                <a:lnTo>
                  <a:pt x="325" y="93"/>
                </a:lnTo>
                <a:lnTo>
                  <a:pt x="326" y="93"/>
                </a:lnTo>
                <a:lnTo>
                  <a:pt x="328" y="93"/>
                </a:lnTo>
                <a:lnTo>
                  <a:pt x="329" y="92"/>
                </a:lnTo>
                <a:lnTo>
                  <a:pt x="329" y="93"/>
                </a:lnTo>
                <a:lnTo>
                  <a:pt x="330" y="93"/>
                </a:lnTo>
                <a:lnTo>
                  <a:pt x="330" y="94"/>
                </a:lnTo>
                <a:lnTo>
                  <a:pt x="331" y="94"/>
                </a:lnTo>
                <a:lnTo>
                  <a:pt x="331" y="95"/>
                </a:lnTo>
                <a:lnTo>
                  <a:pt x="332" y="95"/>
                </a:lnTo>
                <a:lnTo>
                  <a:pt x="333" y="95"/>
                </a:lnTo>
                <a:lnTo>
                  <a:pt x="334" y="95"/>
                </a:lnTo>
                <a:lnTo>
                  <a:pt x="335" y="94"/>
                </a:lnTo>
                <a:lnTo>
                  <a:pt x="336" y="94"/>
                </a:lnTo>
                <a:lnTo>
                  <a:pt x="337" y="95"/>
                </a:lnTo>
                <a:lnTo>
                  <a:pt x="337" y="96"/>
                </a:lnTo>
                <a:lnTo>
                  <a:pt x="336" y="97"/>
                </a:lnTo>
                <a:lnTo>
                  <a:pt x="335" y="97"/>
                </a:lnTo>
                <a:lnTo>
                  <a:pt x="334" y="98"/>
                </a:lnTo>
                <a:lnTo>
                  <a:pt x="336" y="100"/>
                </a:lnTo>
                <a:lnTo>
                  <a:pt x="336" y="102"/>
                </a:lnTo>
                <a:lnTo>
                  <a:pt x="336" y="104"/>
                </a:lnTo>
                <a:lnTo>
                  <a:pt x="336" y="105"/>
                </a:lnTo>
                <a:lnTo>
                  <a:pt x="336" y="106"/>
                </a:lnTo>
                <a:lnTo>
                  <a:pt x="335" y="107"/>
                </a:lnTo>
                <a:lnTo>
                  <a:pt x="334" y="108"/>
                </a:lnTo>
                <a:lnTo>
                  <a:pt x="334" y="109"/>
                </a:lnTo>
                <a:lnTo>
                  <a:pt x="333" y="110"/>
                </a:lnTo>
                <a:lnTo>
                  <a:pt x="333" y="111"/>
                </a:lnTo>
                <a:lnTo>
                  <a:pt x="332" y="111"/>
                </a:lnTo>
                <a:lnTo>
                  <a:pt x="332" y="112"/>
                </a:lnTo>
                <a:lnTo>
                  <a:pt x="331" y="112"/>
                </a:lnTo>
                <a:lnTo>
                  <a:pt x="332" y="113"/>
                </a:lnTo>
                <a:lnTo>
                  <a:pt x="332" y="114"/>
                </a:lnTo>
                <a:lnTo>
                  <a:pt x="332" y="115"/>
                </a:lnTo>
                <a:lnTo>
                  <a:pt x="332" y="120"/>
                </a:lnTo>
                <a:lnTo>
                  <a:pt x="333" y="123"/>
                </a:lnTo>
                <a:lnTo>
                  <a:pt x="333" y="124"/>
                </a:lnTo>
                <a:lnTo>
                  <a:pt x="333" y="125"/>
                </a:lnTo>
                <a:lnTo>
                  <a:pt x="333" y="126"/>
                </a:lnTo>
                <a:lnTo>
                  <a:pt x="333" y="127"/>
                </a:lnTo>
                <a:lnTo>
                  <a:pt x="333" y="130"/>
                </a:lnTo>
                <a:lnTo>
                  <a:pt x="333" y="131"/>
                </a:lnTo>
                <a:lnTo>
                  <a:pt x="332" y="130"/>
                </a:lnTo>
                <a:lnTo>
                  <a:pt x="331" y="130"/>
                </a:lnTo>
                <a:lnTo>
                  <a:pt x="330" y="130"/>
                </a:lnTo>
                <a:lnTo>
                  <a:pt x="329" y="129"/>
                </a:lnTo>
                <a:lnTo>
                  <a:pt x="328" y="129"/>
                </a:lnTo>
                <a:lnTo>
                  <a:pt x="327" y="129"/>
                </a:lnTo>
                <a:lnTo>
                  <a:pt x="327" y="131"/>
                </a:lnTo>
                <a:lnTo>
                  <a:pt x="327" y="132"/>
                </a:lnTo>
                <a:lnTo>
                  <a:pt x="326" y="132"/>
                </a:lnTo>
                <a:lnTo>
                  <a:pt x="326" y="134"/>
                </a:lnTo>
                <a:lnTo>
                  <a:pt x="325" y="136"/>
                </a:lnTo>
                <a:lnTo>
                  <a:pt x="325" y="137"/>
                </a:lnTo>
                <a:lnTo>
                  <a:pt x="325" y="138"/>
                </a:lnTo>
                <a:lnTo>
                  <a:pt x="325" y="139"/>
                </a:lnTo>
                <a:lnTo>
                  <a:pt x="325" y="140"/>
                </a:lnTo>
                <a:lnTo>
                  <a:pt x="325" y="141"/>
                </a:lnTo>
                <a:lnTo>
                  <a:pt x="327" y="143"/>
                </a:lnTo>
                <a:lnTo>
                  <a:pt x="327" y="145"/>
                </a:lnTo>
                <a:lnTo>
                  <a:pt x="326" y="145"/>
                </a:lnTo>
                <a:lnTo>
                  <a:pt x="326" y="147"/>
                </a:lnTo>
                <a:lnTo>
                  <a:pt x="324" y="149"/>
                </a:lnTo>
                <a:lnTo>
                  <a:pt x="323" y="149"/>
                </a:lnTo>
                <a:lnTo>
                  <a:pt x="322" y="149"/>
                </a:lnTo>
                <a:lnTo>
                  <a:pt x="321" y="149"/>
                </a:lnTo>
                <a:lnTo>
                  <a:pt x="321" y="150"/>
                </a:lnTo>
                <a:lnTo>
                  <a:pt x="322" y="151"/>
                </a:lnTo>
                <a:lnTo>
                  <a:pt x="323" y="150"/>
                </a:lnTo>
                <a:lnTo>
                  <a:pt x="324" y="151"/>
                </a:lnTo>
                <a:lnTo>
                  <a:pt x="324" y="152"/>
                </a:lnTo>
                <a:lnTo>
                  <a:pt x="323" y="153"/>
                </a:lnTo>
                <a:lnTo>
                  <a:pt x="323" y="154"/>
                </a:lnTo>
                <a:lnTo>
                  <a:pt x="323" y="155"/>
                </a:lnTo>
                <a:lnTo>
                  <a:pt x="324" y="155"/>
                </a:lnTo>
                <a:lnTo>
                  <a:pt x="324" y="156"/>
                </a:lnTo>
                <a:lnTo>
                  <a:pt x="323" y="156"/>
                </a:lnTo>
                <a:lnTo>
                  <a:pt x="323" y="157"/>
                </a:lnTo>
                <a:lnTo>
                  <a:pt x="323" y="158"/>
                </a:lnTo>
                <a:lnTo>
                  <a:pt x="322" y="158"/>
                </a:lnTo>
                <a:lnTo>
                  <a:pt x="321" y="159"/>
                </a:lnTo>
                <a:lnTo>
                  <a:pt x="320" y="160"/>
                </a:lnTo>
                <a:lnTo>
                  <a:pt x="320" y="161"/>
                </a:lnTo>
                <a:lnTo>
                  <a:pt x="321" y="161"/>
                </a:lnTo>
                <a:lnTo>
                  <a:pt x="321" y="162"/>
                </a:lnTo>
                <a:lnTo>
                  <a:pt x="321" y="163"/>
                </a:lnTo>
                <a:lnTo>
                  <a:pt x="320" y="165"/>
                </a:lnTo>
                <a:lnTo>
                  <a:pt x="320" y="166"/>
                </a:lnTo>
                <a:lnTo>
                  <a:pt x="321" y="166"/>
                </a:lnTo>
                <a:lnTo>
                  <a:pt x="322" y="166"/>
                </a:lnTo>
                <a:lnTo>
                  <a:pt x="323" y="166"/>
                </a:lnTo>
                <a:lnTo>
                  <a:pt x="323" y="165"/>
                </a:lnTo>
                <a:lnTo>
                  <a:pt x="324" y="165"/>
                </a:lnTo>
                <a:lnTo>
                  <a:pt x="324" y="166"/>
                </a:lnTo>
                <a:lnTo>
                  <a:pt x="325" y="166"/>
                </a:lnTo>
                <a:lnTo>
                  <a:pt x="325" y="168"/>
                </a:lnTo>
                <a:lnTo>
                  <a:pt x="325" y="169"/>
                </a:lnTo>
                <a:lnTo>
                  <a:pt x="325" y="170"/>
                </a:lnTo>
                <a:lnTo>
                  <a:pt x="326" y="172"/>
                </a:lnTo>
                <a:lnTo>
                  <a:pt x="327" y="171"/>
                </a:lnTo>
                <a:lnTo>
                  <a:pt x="328" y="171"/>
                </a:lnTo>
                <a:lnTo>
                  <a:pt x="328" y="172"/>
                </a:lnTo>
                <a:lnTo>
                  <a:pt x="329" y="173"/>
                </a:lnTo>
                <a:lnTo>
                  <a:pt x="330" y="174"/>
                </a:lnTo>
                <a:lnTo>
                  <a:pt x="331" y="174"/>
                </a:lnTo>
                <a:lnTo>
                  <a:pt x="332" y="175"/>
                </a:lnTo>
                <a:lnTo>
                  <a:pt x="332" y="176"/>
                </a:lnTo>
                <a:lnTo>
                  <a:pt x="332" y="177"/>
                </a:lnTo>
                <a:lnTo>
                  <a:pt x="332" y="176"/>
                </a:lnTo>
                <a:lnTo>
                  <a:pt x="333" y="176"/>
                </a:lnTo>
                <a:lnTo>
                  <a:pt x="332" y="175"/>
                </a:lnTo>
                <a:lnTo>
                  <a:pt x="332" y="174"/>
                </a:lnTo>
                <a:lnTo>
                  <a:pt x="333" y="174"/>
                </a:lnTo>
                <a:lnTo>
                  <a:pt x="334" y="175"/>
                </a:lnTo>
                <a:lnTo>
                  <a:pt x="335" y="176"/>
                </a:lnTo>
                <a:lnTo>
                  <a:pt x="335" y="175"/>
                </a:lnTo>
                <a:lnTo>
                  <a:pt x="336" y="175"/>
                </a:lnTo>
                <a:lnTo>
                  <a:pt x="337" y="174"/>
                </a:lnTo>
                <a:lnTo>
                  <a:pt x="338" y="173"/>
                </a:lnTo>
                <a:lnTo>
                  <a:pt x="339" y="172"/>
                </a:lnTo>
                <a:lnTo>
                  <a:pt x="340" y="172"/>
                </a:lnTo>
                <a:lnTo>
                  <a:pt x="341" y="172"/>
                </a:lnTo>
                <a:lnTo>
                  <a:pt x="343" y="171"/>
                </a:lnTo>
                <a:lnTo>
                  <a:pt x="343" y="170"/>
                </a:lnTo>
                <a:lnTo>
                  <a:pt x="344" y="170"/>
                </a:lnTo>
                <a:lnTo>
                  <a:pt x="344" y="169"/>
                </a:lnTo>
                <a:lnTo>
                  <a:pt x="344" y="168"/>
                </a:lnTo>
                <a:lnTo>
                  <a:pt x="343" y="167"/>
                </a:lnTo>
                <a:lnTo>
                  <a:pt x="344" y="166"/>
                </a:lnTo>
                <a:lnTo>
                  <a:pt x="344" y="165"/>
                </a:lnTo>
                <a:lnTo>
                  <a:pt x="345" y="163"/>
                </a:lnTo>
                <a:lnTo>
                  <a:pt x="346" y="163"/>
                </a:lnTo>
                <a:lnTo>
                  <a:pt x="347" y="165"/>
                </a:lnTo>
                <a:lnTo>
                  <a:pt x="348" y="165"/>
                </a:lnTo>
                <a:lnTo>
                  <a:pt x="349" y="166"/>
                </a:lnTo>
                <a:lnTo>
                  <a:pt x="350" y="166"/>
                </a:lnTo>
                <a:lnTo>
                  <a:pt x="350" y="167"/>
                </a:lnTo>
                <a:lnTo>
                  <a:pt x="350" y="168"/>
                </a:lnTo>
                <a:lnTo>
                  <a:pt x="351" y="168"/>
                </a:lnTo>
                <a:lnTo>
                  <a:pt x="351" y="169"/>
                </a:lnTo>
                <a:lnTo>
                  <a:pt x="351" y="171"/>
                </a:lnTo>
                <a:lnTo>
                  <a:pt x="351" y="172"/>
                </a:lnTo>
                <a:lnTo>
                  <a:pt x="351" y="173"/>
                </a:lnTo>
                <a:lnTo>
                  <a:pt x="351" y="174"/>
                </a:lnTo>
                <a:lnTo>
                  <a:pt x="352" y="176"/>
                </a:lnTo>
                <a:lnTo>
                  <a:pt x="352" y="177"/>
                </a:lnTo>
                <a:lnTo>
                  <a:pt x="351" y="177"/>
                </a:lnTo>
                <a:lnTo>
                  <a:pt x="350" y="177"/>
                </a:lnTo>
                <a:lnTo>
                  <a:pt x="351" y="178"/>
                </a:lnTo>
                <a:lnTo>
                  <a:pt x="352" y="178"/>
                </a:lnTo>
                <a:lnTo>
                  <a:pt x="352" y="179"/>
                </a:lnTo>
                <a:lnTo>
                  <a:pt x="352" y="180"/>
                </a:lnTo>
                <a:lnTo>
                  <a:pt x="351" y="180"/>
                </a:lnTo>
                <a:lnTo>
                  <a:pt x="350" y="180"/>
                </a:lnTo>
                <a:lnTo>
                  <a:pt x="351" y="180"/>
                </a:lnTo>
                <a:lnTo>
                  <a:pt x="352" y="181"/>
                </a:lnTo>
                <a:lnTo>
                  <a:pt x="353" y="181"/>
                </a:lnTo>
                <a:lnTo>
                  <a:pt x="353" y="182"/>
                </a:lnTo>
                <a:lnTo>
                  <a:pt x="352" y="182"/>
                </a:lnTo>
                <a:lnTo>
                  <a:pt x="352" y="183"/>
                </a:lnTo>
                <a:lnTo>
                  <a:pt x="352" y="184"/>
                </a:lnTo>
                <a:lnTo>
                  <a:pt x="353" y="184"/>
                </a:lnTo>
                <a:lnTo>
                  <a:pt x="353" y="183"/>
                </a:lnTo>
                <a:lnTo>
                  <a:pt x="354" y="183"/>
                </a:lnTo>
                <a:lnTo>
                  <a:pt x="354" y="184"/>
                </a:lnTo>
                <a:lnTo>
                  <a:pt x="355" y="185"/>
                </a:lnTo>
                <a:lnTo>
                  <a:pt x="355" y="187"/>
                </a:lnTo>
                <a:lnTo>
                  <a:pt x="356" y="188"/>
                </a:lnTo>
                <a:lnTo>
                  <a:pt x="356" y="190"/>
                </a:lnTo>
                <a:lnTo>
                  <a:pt x="356" y="191"/>
                </a:lnTo>
                <a:lnTo>
                  <a:pt x="356" y="192"/>
                </a:lnTo>
                <a:lnTo>
                  <a:pt x="357" y="193"/>
                </a:lnTo>
                <a:lnTo>
                  <a:pt x="358" y="194"/>
                </a:lnTo>
                <a:lnTo>
                  <a:pt x="359" y="194"/>
                </a:lnTo>
                <a:lnTo>
                  <a:pt x="359" y="195"/>
                </a:lnTo>
                <a:lnTo>
                  <a:pt x="360" y="195"/>
                </a:lnTo>
                <a:lnTo>
                  <a:pt x="361" y="194"/>
                </a:lnTo>
                <a:lnTo>
                  <a:pt x="363" y="194"/>
                </a:lnTo>
                <a:lnTo>
                  <a:pt x="363" y="195"/>
                </a:lnTo>
                <a:lnTo>
                  <a:pt x="364" y="195"/>
                </a:lnTo>
                <a:lnTo>
                  <a:pt x="364" y="196"/>
                </a:lnTo>
                <a:lnTo>
                  <a:pt x="362" y="197"/>
                </a:lnTo>
                <a:lnTo>
                  <a:pt x="361" y="198"/>
                </a:lnTo>
                <a:lnTo>
                  <a:pt x="360" y="198"/>
                </a:lnTo>
                <a:lnTo>
                  <a:pt x="359" y="198"/>
                </a:lnTo>
                <a:lnTo>
                  <a:pt x="357" y="199"/>
                </a:lnTo>
                <a:lnTo>
                  <a:pt x="356" y="200"/>
                </a:lnTo>
                <a:lnTo>
                  <a:pt x="356" y="201"/>
                </a:lnTo>
                <a:lnTo>
                  <a:pt x="356" y="202"/>
                </a:lnTo>
                <a:lnTo>
                  <a:pt x="356" y="203"/>
                </a:lnTo>
                <a:lnTo>
                  <a:pt x="357" y="205"/>
                </a:lnTo>
                <a:lnTo>
                  <a:pt x="358" y="207"/>
                </a:lnTo>
                <a:lnTo>
                  <a:pt x="358" y="209"/>
                </a:lnTo>
                <a:lnTo>
                  <a:pt x="359" y="210"/>
                </a:lnTo>
                <a:lnTo>
                  <a:pt x="359" y="211"/>
                </a:lnTo>
                <a:lnTo>
                  <a:pt x="360" y="211"/>
                </a:lnTo>
                <a:lnTo>
                  <a:pt x="360" y="210"/>
                </a:lnTo>
                <a:lnTo>
                  <a:pt x="361" y="209"/>
                </a:lnTo>
                <a:lnTo>
                  <a:pt x="362" y="209"/>
                </a:lnTo>
                <a:lnTo>
                  <a:pt x="363" y="209"/>
                </a:lnTo>
                <a:lnTo>
                  <a:pt x="363" y="210"/>
                </a:lnTo>
                <a:lnTo>
                  <a:pt x="364" y="210"/>
                </a:lnTo>
                <a:lnTo>
                  <a:pt x="364" y="211"/>
                </a:lnTo>
                <a:lnTo>
                  <a:pt x="365" y="212"/>
                </a:lnTo>
                <a:lnTo>
                  <a:pt x="366" y="214"/>
                </a:lnTo>
                <a:lnTo>
                  <a:pt x="366" y="215"/>
                </a:lnTo>
                <a:lnTo>
                  <a:pt x="366" y="216"/>
                </a:lnTo>
                <a:lnTo>
                  <a:pt x="365" y="216"/>
                </a:lnTo>
                <a:lnTo>
                  <a:pt x="365" y="217"/>
                </a:lnTo>
                <a:lnTo>
                  <a:pt x="366" y="218"/>
                </a:lnTo>
                <a:lnTo>
                  <a:pt x="366" y="219"/>
                </a:lnTo>
                <a:lnTo>
                  <a:pt x="367" y="219"/>
                </a:lnTo>
                <a:lnTo>
                  <a:pt x="368" y="219"/>
                </a:lnTo>
                <a:lnTo>
                  <a:pt x="369" y="220"/>
                </a:lnTo>
                <a:lnTo>
                  <a:pt x="368" y="220"/>
                </a:lnTo>
                <a:lnTo>
                  <a:pt x="368" y="221"/>
                </a:lnTo>
                <a:lnTo>
                  <a:pt x="369" y="221"/>
                </a:lnTo>
                <a:lnTo>
                  <a:pt x="370" y="221"/>
                </a:lnTo>
                <a:lnTo>
                  <a:pt x="370" y="220"/>
                </a:lnTo>
                <a:lnTo>
                  <a:pt x="370" y="219"/>
                </a:lnTo>
                <a:lnTo>
                  <a:pt x="371" y="219"/>
                </a:lnTo>
                <a:lnTo>
                  <a:pt x="373" y="219"/>
                </a:lnTo>
                <a:lnTo>
                  <a:pt x="374" y="221"/>
                </a:lnTo>
                <a:lnTo>
                  <a:pt x="374" y="223"/>
                </a:lnTo>
                <a:lnTo>
                  <a:pt x="374" y="225"/>
                </a:lnTo>
                <a:lnTo>
                  <a:pt x="374" y="226"/>
                </a:lnTo>
                <a:lnTo>
                  <a:pt x="375" y="226"/>
                </a:lnTo>
                <a:lnTo>
                  <a:pt x="377" y="225"/>
                </a:lnTo>
                <a:lnTo>
                  <a:pt x="380" y="225"/>
                </a:lnTo>
                <a:lnTo>
                  <a:pt x="381" y="225"/>
                </a:lnTo>
                <a:lnTo>
                  <a:pt x="381" y="224"/>
                </a:lnTo>
                <a:lnTo>
                  <a:pt x="381" y="223"/>
                </a:lnTo>
                <a:lnTo>
                  <a:pt x="382" y="222"/>
                </a:lnTo>
                <a:lnTo>
                  <a:pt x="382" y="221"/>
                </a:lnTo>
                <a:lnTo>
                  <a:pt x="383" y="221"/>
                </a:lnTo>
                <a:lnTo>
                  <a:pt x="383" y="222"/>
                </a:lnTo>
                <a:lnTo>
                  <a:pt x="383" y="223"/>
                </a:lnTo>
                <a:lnTo>
                  <a:pt x="383" y="224"/>
                </a:lnTo>
                <a:lnTo>
                  <a:pt x="384" y="224"/>
                </a:lnTo>
                <a:lnTo>
                  <a:pt x="385" y="224"/>
                </a:lnTo>
                <a:lnTo>
                  <a:pt x="386" y="224"/>
                </a:lnTo>
                <a:lnTo>
                  <a:pt x="388" y="223"/>
                </a:lnTo>
                <a:lnTo>
                  <a:pt x="390" y="223"/>
                </a:lnTo>
                <a:lnTo>
                  <a:pt x="391" y="222"/>
                </a:lnTo>
                <a:lnTo>
                  <a:pt x="392" y="222"/>
                </a:lnTo>
                <a:lnTo>
                  <a:pt x="394" y="221"/>
                </a:lnTo>
                <a:lnTo>
                  <a:pt x="395" y="222"/>
                </a:lnTo>
                <a:lnTo>
                  <a:pt x="396" y="222"/>
                </a:lnTo>
                <a:lnTo>
                  <a:pt x="399" y="221"/>
                </a:lnTo>
                <a:lnTo>
                  <a:pt x="399" y="220"/>
                </a:lnTo>
                <a:lnTo>
                  <a:pt x="400" y="220"/>
                </a:lnTo>
                <a:lnTo>
                  <a:pt x="400" y="219"/>
                </a:lnTo>
                <a:lnTo>
                  <a:pt x="402" y="218"/>
                </a:lnTo>
                <a:lnTo>
                  <a:pt x="404" y="219"/>
                </a:lnTo>
                <a:lnTo>
                  <a:pt x="406" y="220"/>
                </a:lnTo>
                <a:lnTo>
                  <a:pt x="408" y="220"/>
                </a:lnTo>
                <a:lnTo>
                  <a:pt x="409" y="220"/>
                </a:lnTo>
                <a:lnTo>
                  <a:pt x="410" y="220"/>
                </a:lnTo>
                <a:lnTo>
                  <a:pt x="412" y="220"/>
                </a:lnTo>
                <a:lnTo>
                  <a:pt x="413" y="219"/>
                </a:lnTo>
                <a:lnTo>
                  <a:pt x="414" y="218"/>
                </a:lnTo>
                <a:lnTo>
                  <a:pt x="415" y="218"/>
                </a:lnTo>
                <a:lnTo>
                  <a:pt x="415" y="217"/>
                </a:lnTo>
                <a:lnTo>
                  <a:pt x="414" y="217"/>
                </a:lnTo>
                <a:lnTo>
                  <a:pt x="414" y="216"/>
                </a:lnTo>
                <a:lnTo>
                  <a:pt x="414" y="215"/>
                </a:lnTo>
                <a:lnTo>
                  <a:pt x="413" y="215"/>
                </a:lnTo>
                <a:lnTo>
                  <a:pt x="412" y="214"/>
                </a:lnTo>
                <a:lnTo>
                  <a:pt x="412" y="213"/>
                </a:lnTo>
                <a:lnTo>
                  <a:pt x="412" y="212"/>
                </a:lnTo>
                <a:lnTo>
                  <a:pt x="412" y="211"/>
                </a:lnTo>
                <a:lnTo>
                  <a:pt x="412" y="210"/>
                </a:lnTo>
                <a:lnTo>
                  <a:pt x="412" y="209"/>
                </a:lnTo>
                <a:lnTo>
                  <a:pt x="412" y="208"/>
                </a:lnTo>
                <a:lnTo>
                  <a:pt x="412" y="207"/>
                </a:lnTo>
                <a:lnTo>
                  <a:pt x="412" y="206"/>
                </a:lnTo>
                <a:lnTo>
                  <a:pt x="411" y="205"/>
                </a:lnTo>
                <a:lnTo>
                  <a:pt x="411" y="204"/>
                </a:lnTo>
                <a:lnTo>
                  <a:pt x="411" y="203"/>
                </a:lnTo>
                <a:lnTo>
                  <a:pt x="411" y="202"/>
                </a:lnTo>
                <a:lnTo>
                  <a:pt x="412" y="202"/>
                </a:lnTo>
                <a:lnTo>
                  <a:pt x="413" y="202"/>
                </a:lnTo>
                <a:lnTo>
                  <a:pt x="413" y="203"/>
                </a:lnTo>
                <a:lnTo>
                  <a:pt x="414" y="203"/>
                </a:lnTo>
                <a:lnTo>
                  <a:pt x="415" y="203"/>
                </a:lnTo>
                <a:lnTo>
                  <a:pt x="416" y="203"/>
                </a:lnTo>
                <a:lnTo>
                  <a:pt x="417" y="203"/>
                </a:lnTo>
                <a:lnTo>
                  <a:pt x="417" y="202"/>
                </a:lnTo>
                <a:lnTo>
                  <a:pt x="418" y="202"/>
                </a:lnTo>
                <a:lnTo>
                  <a:pt x="419" y="201"/>
                </a:lnTo>
                <a:lnTo>
                  <a:pt x="418" y="199"/>
                </a:lnTo>
                <a:lnTo>
                  <a:pt x="418" y="198"/>
                </a:lnTo>
                <a:lnTo>
                  <a:pt x="418" y="197"/>
                </a:lnTo>
                <a:lnTo>
                  <a:pt x="418" y="196"/>
                </a:lnTo>
                <a:lnTo>
                  <a:pt x="417" y="195"/>
                </a:lnTo>
                <a:lnTo>
                  <a:pt x="417" y="194"/>
                </a:lnTo>
                <a:lnTo>
                  <a:pt x="418" y="193"/>
                </a:lnTo>
                <a:lnTo>
                  <a:pt x="419" y="193"/>
                </a:lnTo>
                <a:lnTo>
                  <a:pt x="420" y="193"/>
                </a:lnTo>
                <a:lnTo>
                  <a:pt x="421" y="192"/>
                </a:lnTo>
                <a:lnTo>
                  <a:pt x="421" y="191"/>
                </a:lnTo>
                <a:lnTo>
                  <a:pt x="420" y="190"/>
                </a:lnTo>
                <a:lnTo>
                  <a:pt x="420" y="188"/>
                </a:lnTo>
                <a:lnTo>
                  <a:pt x="423" y="187"/>
                </a:lnTo>
                <a:lnTo>
                  <a:pt x="424" y="187"/>
                </a:lnTo>
                <a:lnTo>
                  <a:pt x="425" y="187"/>
                </a:lnTo>
                <a:lnTo>
                  <a:pt x="425" y="188"/>
                </a:lnTo>
                <a:lnTo>
                  <a:pt x="425" y="189"/>
                </a:lnTo>
                <a:lnTo>
                  <a:pt x="426" y="189"/>
                </a:lnTo>
                <a:lnTo>
                  <a:pt x="427" y="189"/>
                </a:lnTo>
                <a:lnTo>
                  <a:pt x="429" y="189"/>
                </a:lnTo>
                <a:lnTo>
                  <a:pt x="430" y="189"/>
                </a:lnTo>
                <a:lnTo>
                  <a:pt x="430" y="188"/>
                </a:lnTo>
                <a:lnTo>
                  <a:pt x="431" y="188"/>
                </a:lnTo>
                <a:lnTo>
                  <a:pt x="433" y="188"/>
                </a:lnTo>
                <a:lnTo>
                  <a:pt x="433" y="187"/>
                </a:lnTo>
                <a:lnTo>
                  <a:pt x="434" y="187"/>
                </a:lnTo>
                <a:lnTo>
                  <a:pt x="435" y="186"/>
                </a:lnTo>
                <a:lnTo>
                  <a:pt x="436" y="186"/>
                </a:lnTo>
                <a:lnTo>
                  <a:pt x="436" y="185"/>
                </a:lnTo>
                <a:lnTo>
                  <a:pt x="435" y="185"/>
                </a:lnTo>
                <a:lnTo>
                  <a:pt x="436" y="185"/>
                </a:lnTo>
                <a:lnTo>
                  <a:pt x="437" y="185"/>
                </a:lnTo>
                <a:lnTo>
                  <a:pt x="439" y="186"/>
                </a:lnTo>
                <a:lnTo>
                  <a:pt x="439" y="187"/>
                </a:lnTo>
                <a:lnTo>
                  <a:pt x="440" y="187"/>
                </a:lnTo>
                <a:lnTo>
                  <a:pt x="440" y="189"/>
                </a:lnTo>
                <a:lnTo>
                  <a:pt x="439" y="189"/>
                </a:lnTo>
                <a:lnTo>
                  <a:pt x="439" y="190"/>
                </a:lnTo>
                <a:lnTo>
                  <a:pt x="439" y="191"/>
                </a:lnTo>
                <a:lnTo>
                  <a:pt x="439" y="192"/>
                </a:lnTo>
                <a:lnTo>
                  <a:pt x="440" y="192"/>
                </a:lnTo>
                <a:lnTo>
                  <a:pt x="441" y="192"/>
                </a:lnTo>
                <a:lnTo>
                  <a:pt x="441" y="191"/>
                </a:lnTo>
                <a:lnTo>
                  <a:pt x="442" y="191"/>
                </a:lnTo>
                <a:lnTo>
                  <a:pt x="442" y="193"/>
                </a:lnTo>
                <a:lnTo>
                  <a:pt x="443" y="194"/>
                </a:lnTo>
                <a:lnTo>
                  <a:pt x="443" y="195"/>
                </a:lnTo>
                <a:lnTo>
                  <a:pt x="444" y="196"/>
                </a:lnTo>
                <a:lnTo>
                  <a:pt x="445" y="196"/>
                </a:lnTo>
                <a:lnTo>
                  <a:pt x="445" y="197"/>
                </a:lnTo>
                <a:lnTo>
                  <a:pt x="446" y="197"/>
                </a:lnTo>
                <a:lnTo>
                  <a:pt x="447" y="198"/>
                </a:lnTo>
                <a:lnTo>
                  <a:pt x="449" y="200"/>
                </a:lnTo>
                <a:lnTo>
                  <a:pt x="451" y="201"/>
                </a:lnTo>
                <a:lnTo>
                  <a:pt x="453" y="201"/>
                </a:lnTo>
                <a:lnTo>
                  <a:pt x="454" y="200"/>
                </a:lnTo>
                <a:lnTo>
                  <a:pt x="455" y="200"/>
                </a:lnTo>
                <a:lnTo>
                  <a:pt x="456" y="200"/>
                </a:lnTo>
                <a:lnTo>
                  <a:pt x="457" y="200"/>
                </a:lnTo>
                <a:lnTo>
                  <a:pt x="458" y="200"/>
                </a:lnTo>
                <a:lnTo>
                  <a:pt x="459" y="200"/>
                </a:lnTo>
                <a:lnTo>
                  <a:pt x="459" y="201"/>
                </a:lnTo>
                <a:lnTo>
                  <a:pt x="459" y="202"/>
                </a:lnTo>
                <a:lnTo>
                  <a:pt x="459" y="203"/>
                </a:lnTo>
                <a:lnTo>
                  <a:pt x="460" y="203"/>
                </a:lnTo>
                <a:lnTo>
                  <a:pt x="460" y="204"/>
                </a:lnTo>
                <a:lnTo>
                  <a:pt x="460" y="205"/>
                </a:lnTo>
                <a:lnTo>
                  <a:pt x="460" y="206"/>
                </a:lnTo>
                <a:lnTo>
                  <a:pt x="461" y="206"/>
                </a:lnTo>
                <a:lnTo>
                  <a:pt x="461" y="207"/>
                </a:lnTo>
                <a:lnTo>
                  <a:pt x="461" y="208"/>
                </a:lnTo>
                <a:lnTo>
                  <a:pt x="462" y="209"/>
                </a:lnTo>
                <a:lnTo>
                  <a:pt x="462" y="210"/>
                </a:lnTo>
                <a:lnTo>
                  <a:pt x="463" y="212"/>
                </a:lnTo>
                <a:lnTo>
                  <a:pt x="463" y="214"/>
                </a:lnTo>
                <a:lnTo>
                  <a:pt x="464" y="217"/>
                </a:lnTo>
                <a:lnTo>
                  <a:pt x="464" y="218"/>
                </a:lnTo>
                <a:lnTo>
                  <a:pt x="464" y="219"/>
                </a:lnTo>
                <a:lnTo>
                  <a:pt x="464" y="223"/>
                </a:lnTo>
                <a:lnTo>
                  <a:pt x="465" y="224"/>
                </a:lnTo>
                <a:lnTo>
                  <a:pt x="465" y="225"/>
                </a:lnTo>
                <a:lnTo>
                  <a:pt x="466" y="225"/>
                </a:lnTo>
                <a:lnTo>
                  <a:pt x="465" y="226"/>
                </a:lnTo>
                <a:lnTo>
                  <a:pt x="465" y="227"/>
                </a:lnTo>
                <a:lnTo>
                  <a:pt x="466" y="227"/>
                </a:lnTo>
                <a:lnTo>
                  <a:pt x="467" y="227"/>
                </a:lnTo>
                <a:lnTo>
                  <a:pt x="467" y="228"/>
                </a:lnTo>
                <a:lnTo>
                  <a:pt x="466" y="230"/>
                </a:lnTo>
                <a:lnTo>
                  <a:pt x="466" y="231"/>
                </a:lnTo>
                <a:lnTo>
                  <a:pt x="467" y="231"/>
                </a:lnTo>
                <a:lnTo>
                  <a:pt x="466" y="233"/>
                </a:lnTo>
                <a:lnTo>
                  <a:pt x="464" y="231"/>
                </a:lnTo>
                <a:lnTo>
                  <a:pt x="463" y="231"/>
                </a:lnTo>
                <a:lnTo>
                  <a:pt x="463" y="230"/>
                </a:lnTo>
                <a:lnTo>
                  <a:pt x="463" y="229"/>
                </a:lnTo>
                <a:lnTo>
                  <a:pt x="462" y="230"/>
                </a:lnTo>
                <a:lnTo>
                  <a:pt x="462" y="231"/>
                </a:lnTo>
                <a:lnTo>
                  <a:pt x="462" y="232"/>
                </a:lnTo>
                <a:lnTo>
                  <a:pt x="461" y="234"/>
                </a:lnTo>
                <a:lnTo>
                  <a:pt x="460" y="235"/>
                </a:lnTo>
                <a:lnTo>
                  <a:pt x="461" y="236"/>
                </a:lnTo>
                <a:lnTo>
                  <a:pt x="462" y="237"/>
                </a:lnTo>
                <a:lnTo>
                  <a:pt x="462" y="238"/>
                </a:lnTo>
                <a:lnTo>
                  <a:pt x="461" y="238"/>
                </a:lnTo>
                <a:lnTo>
                  <a:pt x="460" y="238"/>
                </a:lnTo>
                <a:lnTo>
                  <a:pt x="460" y="239"/>
                </a:lnTo>
                <a:lnTo>
                  <a:pt x="461" y="240"/>
                </a:lnTo>
                <a:lnTo>
                  <a:pt x="461" y="241"/>
                </a:lnTo>
                <a:lnTo>
                  <a:pt x="461" y="242"/>
                </a:lnTo>
                <a:lnTo>
                  <a:pt x="460" y="243"/>
                </a:lnTo>
                <a:lnTo>
                  <a:pt x="460" y="244"/>
                </a:lnTo>
                <a:lnTo>
                  <a:pt x="459" y="243"/>
                </a:lnTo>
                <a:lnTo>
                  <a:pt x="459" y="244"/>
                </a:lnTo>
                <a:lnTo>
                  <a:pt x="458" y="245"/>
                </a:lnTo>
                <a:lnTo>
                  <a:pt x="456" y="247"/>
                </a:lnTo>
                <a:lnTo>
                  <a:pt x="455" y="247"/>
                </a:lnTo>
                <a:lnTo>
                  <a:pt x="455" y="248"/>
                </a:lnTo>
                <a:lnTo>
                  <a:pt x="455" y="249"/>
                </a:lnTo>
                <a:lnTo>
                  <a:pt x="455" y="250"/>
                </a:lnTo>
                <a:lnTo>
                  <a:pt x="454" y="250"/>
                </a:lnTo>
                <a:lnTo>
                  <a:pt x="453" y="249"/>
                </a:lnTo>
                <a:lnTo>
                  <a:pt x="452" y="249"/>
                </a:lnTo>
                <a:close/>
              </a:path>
            </a:pathLst>
          </a:custGeom>
          <a:solidFill>
            <a:srgbClr val="EBAE94"/>
          </a:solidFill>
          <a:ln w="2520">
            <a:solidFill>
              <a:srgbClr val="FFFFFF"/>
            </a:solidFill>
            <a:round/>
          </a:ln>
        </p:spPr>
        <p:txBody>
          <a:bodyPr lIns="1080" tIns="1080" rIns="1080" bIns="108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32" name=""/>
          <p:cNvSpPr/>
          <p:nvPr/>
        </p:nvSpPr>
        <p:spPr>
          <a:xfrm>
            <a:off x="4859280" y="937800"/>
            <a:ext cx="69120" cy="76680"/>
          </a:xfrm>
          <a:custGeom>
            <a:avLst/>
            <a:gdLst/>
            <a:ahLst/>
            <a:rect l="0" t="0" r="r" b="b"/>
            <a:pathLst>
              <a:path w="192" h="213">
                <a:moveTo>
                  <a:pt x="107" y="1"/>
                </a:moveTo>
                <a:lnTo>
                  <a:pt x="108" y="1"/>
                </a:lnTo>
                <a:lnTo>
                  <a:pt x="108" y="2"/>
                </a:lnTo>
                <a:lnTo>
                  <a:pt x="108" y="3"/>
                </a:lnTo>
                <a:lnTo>
                  <a:pt x="108" y="4"/>
                </a:lnTo>
                <a:lnTo>
                  <a:pt x="109" y="4"/>
                </a:lnTo>
                <a:lnTo>
                  <a:pt x="108" y="6"/>
                </a:lnTo>
                <a:lnTo>
                  <a:pt x="108" y="7"/>
                </a:lnTo>
                <a:lnTo>
                  <a:pt x="107" y="7"/>
                </a:lnTo>
                <a:lnTo>
                  <a:pt x="107" y="8"/>
                </a:lnTo>
                <a:lnTo>
                  <a:pt x="108" y="8"/>
                </a:lnTo>
                <a:lnTo>
                  <a:pt x="108" y="9"/>
                </a:lnTo>
                <a:lnTo>
                  <a:pt x="107" y="10"/>
                </a:lnTo>
                <a:lnTo>
                  <a:pt x="107" y="11"/>
                </a:lnTo>
                <a:lnTo>
                  <a:pt x="108" y="11"/>
                </a:lnTo>
                <a:lnTo>
                  <a:pt x="108" y="12"/>
                </a:lnTo>
                <a:lnTo>
                  <a:pt x="109" y="12"/>
                </a:lnTo>
                <a:lnTo>
                  <a:pt x="109" y="13"/>
                </a:lnTo>
                <a:lnTo>
                  <a:pt x="110" y="15"/>
                </a:lnTo>
                <a:lnTo>
                  <a:pt x="111" y="15"/>
                </a:lnTo>
                <a:lnTo>
                  <a:pt x="111" y="16"/>
                </a:lnTo>
                <a:lnTo>
                  <a:pt x="112" y="16"/>
                </a:lnTo>
                <a:lnTo>
                  <a:pt x="112" y="17"/>
                </a:lnTo>
                <a:lnTo>
                  <a:pt x="112" y="18"/>
                </a:lnTo>
                <a:lnTo>
                  <a:pt x="113" y="19"/>
                </a:lnTo>
                <a:lnTo>
                  <a:pt x="114" y="20"/>
                </a:lnTo>
                <a:lnTo>
                  <a:pt x="116" y="20"/>
                </a:lnTo>
                <a:lnTo>
                  <a:pt x="116" y="21"/>
                </a:lnTo>
                <a:lnTo>
                  <a:pt x="117" y="21"/>
                </a:lnTo>
                <a:lnTo>
                  <a:pt x="118" y="22"/>
                </a:lnTo>
                <a:lnTo>
                  <a:pt x="119" y="22"/>
                </a:lnTo>
                <a:lnTo>
                  <a:pt x="120" y="23"/>
                </a:lnTo>
                <a:lnTo>
                  <a:pt x="121" y="25"/>
                </a:lnTo>
                <a:lnTo>
                  <a:pt x="121" y="26"/>
                </a:lnTo>
                <a:lnTo>
                  <a:pt x="122" y="26"/>
                </a:lnTo>
                <a:lnTo>
                  <a:pt x="122" y="25"/>
                </a:lnTo>
                <a:lnTo>
                  <a:pt x="123" y="25"/>
                </a:lnTo>
                <a:lnTo>
                  <a:pt x="124" y="26"/>
                </a:lnTo>
                <a:lnTo>
                  <a:pt x="126" y="26"/>
                </a:lnTo>
                <a:lnTo>
                  <a:pt x="127" y="26"/>
                </a:lnTo>
                <a:lnTo>
                  <a:pt x="127" y="27"/>
                </a:lnTo>
                <a:lnTo>
                  <a:pt x="129" y="28"/>
                </a:lnTo>
                <a:lnTo>
                  <a:pt x="129" y="29"/>
                </a:lnTo>
                <a:lnTo>
                  <a:pt x="129" y="30"/>
                </a:lnTo>
                <a:lnTo>
                  <a:pt x="130" y="30"/>
                </a:lnTo>
                <a:lnTo>
                  <a:pt x="130" y="31"/>
                </a:lnTo>
                <a:lnTo>
                  <a:pt x="131" y="31"/>
                </a:lnTo>
                <a:lnTo>
                  <a:pt x="131" y="32"/>
                </a:lnTo>
                <a:lnTo>
                  <a:pt x="131" y="34"/>
                </a:lnTo>
                <a:lnTo>
                  <a:pt x="131" y="32"/>
                </a:lnTo>
                <a:lnTo>
                  <a:pt x="131" y="34"/>
                </a:lnTo>
                <a:lnTo>
                  <a:pt x="132" y="34"/>
                </a:lnTo>
                <a:lnTo>
                  <a:pt x="133" y="34"/>
                </a:lnTo>
                <a:lnTo>
                  <a:pt x="134" y="34"/>
                </a:lnTo>
                <a:lnTo>
                  <a:pt x="134" y="35"/>
                </a:lnTo>
                <a:lnTo>
                  <a:pt x="134" y="36"/>
                </a:lnTo>
                <a:lnTo>
                  <a:pt x="134" y="37"/>
                </a:lnTo>
                <a:lnTo>
                  <a:pt x="134" y="38"/>
                </a:lnTo>
                <a:lnTo>
                  <a:pt x="135" y="38"/>
                </a:lnTo>
                <a:lnTo>
                  <a:pt x="136" y="39"/>
                </a:lnTo>
                <a:lnTo>
                  <a:pt x="136" y="40"/>
                </a:lnTo>
                <a:lnTo>
                  <a:pt x="137" y="40"/>
                </a:lnTo>
                <a:lnTo>
                  <a:pt x="138" y="41"/>
                </a:lnTo>
                <a:lnTo>
                  <a:pt x="139" y="41"/>
                </a:lnTo>
                <a:lnTo>
                  <a:pt x="139" y="42"/>
                </a:lnTo>
                <a:lnTo>
                  <a:pt x="139" y="43"/>
                </a:lnTo>
                <a:lnTo>
                  <a:pt x="141" y="43"/>
                </a:lnTo>
                <a:lnTo>
                  <a:pt x="143" y="44"/>
                </a:lnTo>
                <a:lnTo>
                  <a:pt x="145" y="44"/>
                </a:lnTo>
                <a:lnTo>
                  <a:pt x="146" y="43"/>
                </a:lnTo>
                <a:lnTo>
                  <a:pt x="147" y="43"/>
                </a:lnTo>
                <a:lnTo>
                  <a:pt x="148" y="42"/>
                </a:lnTo>
                <a:lnTo>
                  <a:pt x="149" y="42"/>
                </a:lnTo>
                <a:lnTo>
                  <a:pt x="150" y="42"/>
                </a:lnTo>
                <a:lnTo>
                  <a:pt x="151" y="42"/>
                </a:lnTo>
                <a:lnTo>
                  <a:pt x="152" y="41"/>
                </a:lnTo>
                <a:lnTo>
                  <a:pt x="153" y="41"/>
                </a:lnTo>
                <a:lnTo>
                  <a:pt x="153" y="42"/>
                </a:lnTo>
                <a:lnTo>
                  <a:pt x="155" y="42"/>
                </a:lnTo>
                <a:lnTo>
                  <a:pt x="156" y="42"/>
                </a:lnTo>
                <a:lnTo>
                  <a:pt x="157" y="42"/>
                </a:lnTo>
                <a:lnTo>
                  <a:pt x="158" y="42"/>
                </a:lnTo>
                <a:lnTo>
                  <a:pt x="159" y="42"/>
                </a:lnTo>
                <a:lnTo>
                  <a:pt x="161" y="41"/>
                </a:lnTo>
                <a:lnTo>
                  <a:pt x="162" y="41"/>
                </a:lnTo>
                <a:lnTo>
                  <a:pt x="163" y="42"/>
                </a:lnTo>
                <a:lnTo>
                  <a:pt x="164" y="42"/>
                </a:lnTo>
                <a:lnTo>
                  <a:pt x="165" y="43"/>
                </a:lnTo>
                <a:lnTo>
                  <a:pt x="166" y="43"/>
                </a:lnTo>
                <a:lnTo>
                  <a:pt x="167" y="43"/>
                </a:lnTo>
                <a:lnTo>
                  <a:pt x="168" y="43"/>
                </a:lnTo>
                <a:lnTo>
                  <a:pt x="169" y="44"/>
                </a:lnTo>
                <a:lnTo>
                  <a:pt x="169" y="45"/>
                </a:lnTo>
                <a:lnTo>
                  <a:pt x="170" y="45"/>
                </a:lnTo>
                <a:lnTo>
                  <a:pt x="173" y="45"/>
                </a:lnTo>
                <a:lnTo>
                  <a:pt x="174" y="45"/>
                </a:lnTo>
                <a:lnTo>
                  <a:pt x="175" y="44"/>
                </a:lnTo>
                <a:lnTo>
                  <a:pt x="175" y="43"/>
                </a:lnTo>
                <a:lnTo>
                  <a:pt x="176" y="43"/>
                </a:lnTo>
                <a:lnTo>
                  <a:pt x="176" y="42"/>
                </a:lnTo>
                <a:lnTo>
                  <a:pt x="177" y="42"/>
                </a:lnTo>
                <a:lnTo>
                  <a:pt x="178" y="42"/>
                </a:lnTo>
                <a:lnTo>
                  <a:pt x="179" y="41"/>
                </a:lnTo>
                <a:lnTo>
                  <a:pt x="180" y="41"/>
                </a:lnTo>
                <a:lnTo>
                  <a:pt x="182" y="40"/>
                </a:lnTo>
                <a:lnTo>
                  <a:pt x="183" y="40"/>
                </a:lnTo>
                <a:lnTo>
                  <a:pt x="185" y="41"/>
                </a:lnTo>
                <a:lnTo>
                  <a:pt x="187" y="41"/>
                </a:lnTo>
                <a:lnTo>
                  <a:pt x="188" y="41"/>
                </a:lnTo>
                <a:lnTo>
                  <a:pt x="189" y="40"/>
                </a:lnTo>
                <a:lnTo>
                  <a:pt x="190" y="41"/>
                </a:lnTo>
                <a:lnTo>
                  <a:pt x="191" y="41"/>
                </a:lnTo>
                <a:lnTo>
                  <a:pt x="192" y="42"/>
                </a:lnTo>
                <a:lnTo>
                  <a:pt x="192" y="43"/>
                </a:lnTo>
                <a:lnTo>
                  <a:pt x="191" y="43"/>
                </a:lnTo>
                <a:lnTo>
                  <a:pt x="191" y="44"/>
                </a:lnTo>
                <a:lnTo>
                  <a:pt x="192" y="44"/>
                </a:lnTo>
                <a:lnTo>
                  <a:pt x="191" y="45"/>
                </a:lnTo>
                <a:lnTo>
                  <a:pt x="190" y="46"/>
                </a:lnTo>
                <a:lnTo>
                  <a:pt x="189" y="46"/>
                </a:lnTo>
                <a:lnTo>
                  <a:pt x="189" y="45"/>
                </a:lnTo>
                <a:lnTo>
                  <a:pt x="188" y="45"/>
                </a:lnTo>
                <a:lnTo>
                  <a:pt x="188" y="44"/>
                </a:lnTo>
                <a:lnTo>
                  <a:pt x="187" y="44"/>
                </a:lnTo>
                <a:lnTo>
                  <a:pt x="186" y="44"/>
                </a:lnTo>
                <a:lnTo>
                  <a:pt x="186" y="45"/>
                </a:lnTo>
                <a:lnTo>
                  <a:pt x="187" y="46"/>
                </a:lnTo>
                <a:lnTo>
                  <a:pt x="187" y="47"/>
                </a:lnTo>
                <a:lnTo>
                  <a:pt x="186" y="47"/>
                </a:lnTo>
                <a:lnTo>
                  <a:pt x="186" y="48"/>
                </a:lnTo>
                <a:lnTo>
                  <a:pt x="185" y="48"/>
                </a:lnTo>
                <a:lnTo>
                  <a:pt x="184" y="47"/>
                </a:lnTo>
                <a:lnTo>
                  <a:pt x="184" y="46"/>
                </a:lnTo>
                <a:lnTo>
                  <a:pt x="184" y="47"/>
                </a:lnTo>
                <a:lnTo>
                  <a:pt x="184" y="48"/>
                </a:lnTo>
                <a:lnTo>
                  <a:pt x="184" y="49"/>
                </a:lnTo>
                <a:lnTo>
                  <a:pt x="183" y="50"/>
                </a:lnTo>
                <a:lnTo>
                  <a:pt x="183" y="51"/>
                </a:lnTo>
                <a:lnTo>
                  <a:pt x="185" y="53"/>
                </a:lnTo>
                <a:lnTo>
                  <a:pt x="185" y="54"/>
                </a:lnTo>
                <a:lnTo>
                  <a:pt x="185" y="55"/>
                </a:lnTo>
                <a:lnTo>
                  <a:pt x="184" y="55"/>
                </a:lnTo>
                <a:lnTo>
                  <a:pt x="183" y="55"/>
                </a:lnTo>
                <a:lnTo>
                  <a:pt x="182" y="56"/>
                </a:lnTo>
                <a:lnTo>
                  <a:pt x="182" y="57"/>
                </a:lnTo>
                <a:lnTo>
                  <a:pt x="181" y="57"/>
                </a:lnTo>
                <a:lnTo>
                  <a:pt x="181" y="56"/>
                </a:lnTo>
                <a:lnTo>
                  <a:pt x="179" y="55"/>
                </a:lnTo>
                <a:lnTo>
                  <a:pt x="178" y="55"/>
                </a:lnTo>
                <a:lnTo>
                  <a:pt x="177" y="54"/>
                </a:lnTo>
                <a:lnTo>
                  <a:pt x="177" y="55"/>
                </a:lnTo>
                <a:lnTo>
                  <a:pt x="176" y="55"/>
                </a:lnTo>
                <a:lnTo>
                  <a:pt x="175" y="55"/>
                </a:lnTo>
                <a:lnTo>
                  <a:pt x="174" y="55"/>
                </a:lnTo>
                <a:lnTo>
                  <a:pt x="174" y="56"/>
                </a:lnTo>
                <a:lnTo>
                  <a:pt x="173" y="57"/>
                </a:lnTo>
                <a:lnTo>
                  <a:pt x="172" y="57"/>
                </a:lnTo>
                <a:lnTo>
                  <a:pt x="172" y="58"/>
                </a:lnTo>
                <a:lnTo>
                  <a:pt x="171" y="58"/>
                </a:lnTo>
                <a:lnTo>
                  <a:pt x="170" y="58"/>
                </a:lnTo>
                <a:lnTo>
                  <a:pt x="169" y="60"/>
                </a:lnTo>
                <a:lnTo>
                  <a:pt x="169" y="61"/>
                </a:lnTo>
                <a:lnTo>
                  <a:pt x="169" y="62"/>
                </a:lnTo>
                <a:lnTo>
                  <a:pt x="169" y="63"/>
                </a:lnTo>
                <a:lnTo>
                  <a:pt x="170" y="63"/>
                </a:lnTo>
                <a:lnTo>
                  <a:pt x="170" y="64"/>
                </a:lnTo>
                <a:lnTo>
                  <a:pt x="171" y="64"/>
                </a:lnTo>
                <a:lnTo>
                  <a:pt x="170" y="64"/>
                </a:lnTo>
                <a:lnTo>
                  <a:pt x="169" y="64"/>
                </a:lnTo>
                <a:lnTo>
                  <a:pt x="168" y="64"/>
                </a:lnTo>
                <a:lnTo>
                  <a:pt x="167" y="65"/>
                </a:lnTo>
                <a:lnTo>
                  <a:pt x="166" y="65"/>
                </a:lnTo>
                <a:lnTo>
                  <a:pt x="165" y="67"/>
                </a:lnTo>
                <a:lnTo>
                  <a:pt x="166" y="67"/>
                </a:lnTo>
                <a:lnTo>
                  <a:pt x="167" y="68"/>
                </a:lnTo>
                <a:lnTo>
                  <a:pt x="168" y="69"/>
                </a:lnTo>
                <a:lnTo>
                  <a:pt x="168" y="70"/>
                </a:lnTo>
                <a:lnTo>
                  <a:pt x="169" y="71"/>
                </a:lnTo>
                <a:lnTo>
                  <a:pt x="169" y="72"/>
                </a:lnTo>
                <a:lnTo>
                  <a:pt x="170" y="72"/>
                </a:lnTo>
                <a:lnTo>
                  <a:pt x="172" y="74"/>
                </a:lnTo>
                <a:lnTo>
                  <a:pt x="171" y="74"/>
                </a:lnTo>
                <a:lnTo>
                  <a:pt x="171" y="76"/>
                </a:lnTo>
                <a:lnTo>
                  <a:pt x="169" y="77"/>
                </a:lnTo>
                <a:lnTo>
                  <a:pt x="170" y="79"/>
                </a:lnTo>
                <a:lnTo>
                  <a:pt x="170" y="80"/>
                </a:lnTo>
                <a:lnTo>
                  <a:pt x="169" y="81"/>
                </a:lnTo>
                <a:lnTo>
                  <a:pt x="169" y="82"/>
                </a:lnTo>
                <a:lnTo>
                  <a:pt x="169" y="83"/>
                </a:lnTo>
                <a:lnTo>
                  <a:pt x="170" y="83"/>
                </a:lnTo>
                <a:lnTo>
                  <a:pt x="171" y="83"/>
                </a:lnTo>
                <a:lnTo>
                  <a:pt x="171" y="84"/>
                </a:lnTo>
                <a:lnTo>
                  <a:pt x="172" y="84"/>
                </a:lnTo>
                <a:lnTo>
                  <a:pt x="172" y="85"/>
                </a:lnTo>
                <a:lnTo>
                  <a:pt x="172" y="86"/>
                </a:lnTo>
                <a:lnTo>
                  <a:pt x="173" y="87"/>
                </a:lnTo>
                <a:lnTo>
                  <a:pt x="174" y="87"/>
                </a:lnTo>
                <a:lnTo>
                  <a:pt x="174" y="88"/>
                </a:lnTo>
                <a:lnTo>
                  <a:pt x="175" y="88"/>
                </a:lnTo>
                <a:lnTo>
                  <a:pt x="174" y="88"/>
                </a:lnTo>
                <a:lnTo>
                  <a:pt x="174" y="89"/>
                </a:lnTo>
                <a:lnTo>
                  <a:pt x="175" y="91"/>
                </a:lnTo>
                <a:lnTo>
                  <a:pt x="176" y="91"/>
                </a:lnTo>
                <a:lnTo>
                  <a:pt x="177" y="92"/>
                </a:lnTo>
                <a:lnTo>
                  <a:pt x="177" y="93"/>
                </a:lnTo>
                <a:lnTo>
                  <a:pt x="177" y="94"/>
                </a:lnTo>
                <a:lnTo>
                  <a:pt x="178" y="94"/>
                </a:lnTo>
                <a:lnTo>
                  <a:pt x="179" y="94"/>
                </a:lnTo>
                <a:lnTo>
                  <a:pt x="180" y="93"/>
                </a:lnTo>
                <a:lnTo>
                  <a:pt x="181" y="92"/>
                </a:lnTo>
                <a:lnTo>
                  <a:pt x="181" y="94"/>
                </a:lnTo>
                <a:lnTo>
                  <a:pt x="181" y="95"/>
                </a:lnTo>
                <a:lnTo>
                  <a:pt x="182" y="97"/>
                </a:lnTo>
                <a:lnTo>
                  <a:pt x="182" y="98"/>
                </a:lnTo>
                <a:lnTo>
                  <a:pt x="183" y="99"/>
                </a:lnTo>
                <a:lnTo>
                  <a:pt x="184" y="100"/>
                </a:lnTo>
                <a:lnTo>
                  <a:pt x="184" y="99"/>
                </a:lnTo>
                <a:lnTo>
                  <a:pt x="185" y="99"/>
                </a:lnTo>
                <a:lnTo>
                  <a:pt x="186" y="99"/>
                </a:lnTo>
                <a:lnTo>
                  <a:pt x="186" y="100"/>
                </a:lnTo>
                <a:lnTo>
                  <a:pt x="187" y="100"/>
                </a:lnTo>
                <a:lnTo>
                  <a:pt x="188" y="100"/>
                </a:lnTo>
                <a:lnTo>
                  <a:pt x="188" y="101"/>
                </a:lnTo>
                <a:lnTo>
                  <a:pt x="187" y="101"/>
                </a:lnTo>
                <a:lnTo>
                  <a:pt x="186" y="101"/>
                </a:lnTo>
                <a:lnTo>
                  <a:pt x="186" y="102"/>
                </a:lnTo>
                <a:lnTo>
                  <a:pt x="187" y="103"/>
                </a:lnTo>
                <a:lnTo>
                  <a:pt x="188" y="103"/>
                </a:lnTo>
                <a:lnTo>
                  <a:pt x="187" y="103"/>
                </a:lnTo>
                <a:lnTo>
                  <a:pt x="187" y="104"/>
                </a:lnTo>
                <a:lnTo>
                  <a:pt x="187" y="105"/>
                </a:lnTo>
                <a:lnTo>
                  <a:pt x="188" y="105"/>
                </a:lnTo>
                <a:lnTo>
                  <a:pt x="188" y="104"/>
                </a:lnTo>
                <a:lnTo>
                  <a:pt x="189" y="104"/>
                </a:lnTo>
                <a:lnTo>
                  <a:pt x="190" y="105"/>
                </a:lnTo>
                <a:lnTo>
                  <a:pt x="189" y="105"/>
                </a:lnTo>
                <a:lnTo>
                  <a:pt x="188" y="106"/>
                </a:lnTo>
                <a:lnTo>
                  <a:pt x="186" y="107"/>
                </a:lnTo>
                <a:lnTo>
                  <a:pt x="185" y="107"/>
                </a:lnTo>
                <a:lnTo>
                  <a:pt x="184" y="107"/>
                </a:lnTo>
                <a:lnTo>
                  <a:pt x="185" y="108"/>
                </a:lnTo>
                <a:lnTo>
                  <a:pt x="185" y="109"/>
                </a:lnTo>
                <a:lnTo>
                  <a:pt x="186" y="109"/>
                </a:lnTo>
                <a:lnTo>
                  <a:pt x="185" y="111"/>
                </a:lnTo>
                <a:lnTo>
                  <a:pt x="185" y="112"/>
                </a:lnTo>
                <a:lnTo>
                  <a:pt x="184" y="112"/>
                </a:lnTo>
                <a:lnTo>
                  <a:pt x="184" y="113"/>
                </a:lnTo>
                <a:lnTo>
                  <a:pt x="183" y="113"/>
                </a:lnTo>
                <a:lnTo>
                  <a:pt x="183" y="112"/>
                </a:lnTo>
                <a:lnTo>
                  <a:pt x="182" y="112"/>
                </a:lnTo>
                <a:lnTo>
                  <a:pt x="181" y="112"/>
                </a:lnTo>
                <a:lnTo>
                  <a:pt x="181" y="113"/>
                </a:lnTo>
                <a:lnTo>
                  <a:pt x="181" y="114"/>
                </a:lnTo>
                <a:lnTo>
                  <a:pt x="180" y="115"/>
                </a:lnTo>
                <a:lnTo>
                  <a:pt x="179" y="115"/>
                </a:lnTo>
                <a:lnTo>
                  <a:pt x="178" y="116"/>
                </a:lnTo>
                <a:lnTo>
                  <a:pt x="177" y="116"/>
                </a:lnTo>
                <a:lnTo>
                  <a:pt x="176" y="116"/>
                </a:lnTo>
                <a:lnTo>
                  <a:pt x="175" y="116"/>
                </a:lnTo>
                <a:lnTo>
                  <a:pt x="175" y="117"/>
                </a:lnTo>
                <a:lnTo>
                  <a:pt x="174" y="118"/>
                </a:lnTo>
                <a:lnTo>
                  <a:pt x="173" y="119"/>
                </a:lnTo>
                <a:lnTo>
                  <a:pt x="172" y="119"/>
                </a:lnTo>
                <a:lnTo>
                  <a:pt x="172" y="120"/>
                </a:lnTo>
                <a:lnTo>
                  <a:pt x="172" y="121"/>
                </a:lnTo>
                <a:lnTo>
                  <a:pt x="172" y="122"/>
                </a:lnTo>
                <a:lnTo>
                  <a:pt x="172" y="123"/>
                </a:lnTo>
                <a:lnTo>
                  <a:pt x="171" y="122"/>
                </a:lnTo>
                <a:lnTo>
                  <a:pt x="170" y="121"/>
                </a:lnTo>
                <a:lnTo>
                  <a:pt x="170" y="122"/>
                </a:lnTo>
                <a:lnTo>
                  <a:pt x="170" y="123"/>
                </a:lnTo>
                <a:lnTo>
                  <a:pt x="169" y="123"/>
                </a:lnTo>
                <a:lnTo>
                  <a:pt x="168" y="122"/>
                </a:lnTo>
                <a:lnTo>
                  <a:pt x="168" y="123"/>
                </a:lnTo>
                <a:lnTo>
                  <a:pt x="167" y="123"/>
                </a:lnTo>
                <a:lnTo>
                  <a:pt x="166" y="124"/>
                </a:lnTo>
                <a:lnTo>
                  <a:pt x="165" y="124"/>
                </a:lnTo>
                <a:lnTo>
                  <a:pt x="164" y="124"/>
                </a:lnTo>
                <a:lnTo>
                  <a:pt x="164" y="123"/>
                </a:lnTo>
                <a:lnTo>
                  <a:pt x="162" y="123"/>
                </a:lnTo>
                <a:lnTo>
                  <a:pt x="160" y="123"/>
                </a:lnTo>
                <a:lnTo>
                  <a:pt x="160" y="124"/>
                </a:lnTo>
                <a:lnTo>
                  <a:pt x="159" y="124"/>
                </a:lnTo>
                <a:lnTo>
                  <a:pt x="159" y="125"/>
                </a:lnTo>
                <a:lnTo>
                  <a:pt x="158" y="125"/>
                </a:lnTo>
                <a:lnTo>
                  <a:pt x="158" y="126"/>
                </a:lnTo>
                <a:lnTo>
                  <a:pt x="157" y="127"/>
                </a:lnTo>
                <a:lnTo>
                  <a:pt x="156" y="127"/>
                </a:lnTo>
                <a:lnTo>
                  <a:pt x="155" y="129"/>
                </a:lnTo>
                <a:lnTo>
                  <a:pt x="156" y="129"/>
                </a:lnTo>
                <a:lnTo>
                  <a:pt x="155" y="130"/>
                </a:lnTo>
                <a:lnTo>
                  <a:pt x="153" y="130"/>
                </a:lnTo>
                <a:lnTo>
                  <a:pt x="152" y="129"/>
                </a:lnTo>
                <a:lnTo>
                  <a:pt x="151" y="129"/>
                </a:lnTo>
                <a:lnTo>
                  <a:pt x="150" y="129"/>
                </a:lnTo>
                <a:lnTo>
                  <a:pt x="150" y="128"/>
                </a:lnTo>
                <a:lnTo>
                  <a:pt x="149" y="128"/>
                </a:lnTo>
                <a:lnTo>
                  <a:pt x="148" y="128"/>
                </a:lnTo>
                <a:lnTo>
                  <a:pt x="148" y="129"/>
                </a:lnTo>
                <a:lnTo>
                  <a:pt x="147" y="129"/>
                </a:lnTo>
                <a:lnTo>
                  <a:pt x="146" y="128"/>
                </a:lnTo>
                <a:lnTo>
                  <a:pt x="145" y="129"/>
                </a:lnTo>
                <a:lnTo>
                  <a:pt x="144" y="128"/>
                </a:lnTo>
                <a:lnTo>
                  <a:pt x="143" y="129"/>
                </a:lnTo>
                <a:lnTo>
                  <a:pt x="142" y="129"/>
                </a:lnTo>
                <a:lnTo>
                  <a:pt x="141" y="130"/>
                </a:lnTo>
                <a:lnTo>
                  <a:pt x="140" y="130"/>
                </a:lnTo>
                <a:lnTo>
                  <a:pt x="139" y="129"/>
                </a:lnTo>
                <a:lnTo>
                  <a:pt x="138" y="129"/>
                </a:lnTo>
                <a:lnTo>
                  <a:pt x="137" y="129"/>
                </a:lnTo>
                <a:lnTo>
                  <a:pt x="136" y="129"/>
                </a:lnTo>
                <a:lnTo>
                  <a:pt x="136" y="130"/>
                </a:lnTo>
                <a:lnTo>
                  <a:pt x="135" y="131"/>
                </a:lnTo>
                <a:lnTo>
                  <a:pt x="136" y="131"/>
                </a:lnTo>
                <a:lnTo>
                  <a:pt x="136" y="132"/>
                </a:lnTo>
                <a:lnTo>
                  <a:pt x="135" y="132"/>
                </a:lnTo>
                <a:lnTo>
                  <a:pt x="134" y="132"/>
                </a:lnTo>
                <a:lnTo>
                  <a:pt x="133" y="132"/>
                </a:lnTo>
                <a:lnTo>
                  <a:pt x="132" y="132"/>
                </a:lnTo>
                <a:lnTo>
                  <a:pt x="131" y="133"/>
                </a:lnTo>
                <a:lnTo>
                  <a:pt x="131" y="135"/>
                </a:lnTo>
                <a:lnTo>
                  <a:pt x="131" y="136"/>
                </a:lnTo>
                <a:lnTo>
                  <a:pt x="132" y="136"/>
                </a:lnTo>
                <a:lnTo>
                  <a:pt x="132" y="137"/>
                </a:lnTo>
                <a:lnTo>
                  <a:pt x="132" y="138"/>
                </a:lnTo>
                <a:lnTo>
                  <a:pt x="131" y="138"/>
                </a:lnTo>
                <a:lnTo>
                  <a:pt x="131" y="139"/>
                </a:lnTo>
                <a:lnTo>
                  <a:pt x="131" y="140"/>
                </a:lnTo>
                <a:lnTo>
                  <a:pt x="131" y="141"/>
                </a:lnTo>
                <a:lnTo>
                  <a:pt x="130" y="141"/>
                </a:lnTo>
                <a:lnTo>
                  <a:pt x="131" y="142"/>
                </a:lnTo>
                <a:lnTo>
                  <a:pt x="132" y="142"/>
                </a:lnTo>
                <a:lnTo>
                  <a:pt x="132" y="143"/>
                </a:lnTo>
                <a:lnTo>
                  <a:pt x="132" y="142"/>
                </a:lnTo>
                <a:lnTo>
                  <a:pt x="133" y="142"/>
                </a:lnTo>
                <a:lnTo>
                  <a:pt x="133" y="143"/>
                </a:lnTo>
                <a:lnTo>
                  <a:pt x="133" y="144"/>
                </a:lnTo>
                <a:lnTo>
                  <a:pt x="134" y="145"/>
                </a:lnTo>
                <a:lnTo>
                  <a:pt x="133" y="145"/>
                </a:lnTo>
                <a:lnTo>
                  <a:pt x="134" y="145"/>
                </a:lnTo>
                <a:lnTo>
                  <a:pt x="134" y="146"/>
                </a:lnTo>
                <a:lnTo>
                  <a:pt x="134" y="147"/>
                </a:lnTo>
                <a:lnTo>
                  <a:pt x="134" y="148"/>
                </a:lnTo>
                <a:lnTo>
                  <a:pt x="134" y="149"/>
                </a:lnTo>
                <a:lnTo>
                  <a:pt x="134" y="150"/>
                </a:lnTo>
                <a:lnTo>
                  <a:pt x="134" y="151"/>
                </a:lnTo>
                <a:lnTo>
                  <a:pt x="135" y="151"/>
                </a:lnTo>
                <a:lnTo>
                  <a:pt x="136" y="152"/>
                </a:lnTo>
                <a:lnTo>
                  <a:pt x="136" y="151"/>
                </a:lnTo>
                <a:lnTo>
                  <a:pt x="137" y="151"/>
                </a:lnTo>
                <a:lnTo>
                  <a:pt x="137" y="150"/>
                </a:lnTo>
                <a:lnTo>
                  <a:pt x="137" y="151"/>
                </a:lnTo>
                <a:lnTo>
                  <a:pt x="138" y="152"/>
                </a:lnTo>
                <a:lnTo>
                  <a:pt x="139" y="152"/>
                </a:lnTo>
                <a:lnTo>
                  <a:pt x="139" y="153"/>
                </a:lnTo>
                <a:lnTo>
                  <a:pt x="140" y="153"/>
                </a:lnTo>
                <a:lnTo>
                  <a:pt x="140" y="154"/>
                </a:lnTo>
                <a:lnTo>
                  <a:pt x="141" y="154"/>
                </a:lnTo>
                <a:lnTo>
                  <a:pt x="142" y="155"/>
                </a:lnTo>
                <a:lnTo>
                  <a:pt x="143" y="155"/>
                </a:lnTo>
                <a:lnTo>
                  <a:pt x="144" y="155"/>
                </a:lnTo>
                <a:lnTo>
                  <a:pt x="145" y="155"/>
                </a:lnTo>
                <a:lnTo>
                  <a:pt x="145" y="156"/>
                </a:lnTo>
                <a:lnTo>
                  <a:pt x="146" y="156"/>
                </a:lnTo>
                <a:lnTo>
                  <a:pt x="146" y="157"/>
                </a:lnTo>
                <a:lnTo>
                  <a:pt x="147" y="157"/>
                </a:lnTo>
                <a:lnTo>
                  <a:pt x="147" y="156"/>
                </a:lnTo>
                <a:lnTo>
                  <a:pt x="146" y="156"/>
                </a:lnTo>
                <a:lnTo>
                  <a:pt x="146" y="155"/>
                </a:lnTo>
                <a:lnTo>
                  <a:pt x="146" y="154"/>
                </a:lnTo>
                <a:lnTo>
                  <a:pt x="147" y="154"/>
                </a:lnTo>
                <a:lnTo>
                  <a:pt x="148" y="155"/>
                </a:lnTo>
                <a:lnTo>
                  <a:pt x="149" y="156"/>
                </a:lnTo>
                <a:lnTo>
                  <a:pt x="149" y="157"/>
                </a:lnTo>
                <a:lnTo>
                  <a:pt x="149" y="158"/>
                </a:lnTo>
                <a:lnTo>
                  <a:pt x="149" y="159"/>
                </a:lnTo>
                <a:lnTo>
                  <a:pt x="150" y="159"/>
                </a:lnTo>
                <a:lnTo>
                  <a:pt x="150" y="160"/>
                </a:lnTo>
                <a:lnTo>
                  <a:pt x="150" y="161"/>
                </a:lnTo>
                <a:lnTo>
                  <a:pt x="151" y="161"/>
                </a:lnTo>
                <a:lnTo>
                  <a:pt x="152" y="162"/>
                </a:lnTo>
                <a:lnTo>
                  <a:pt x="152" y="163"/>
                </a:lnTo>
                <a:lnTo>
                  <a:pt x="151" y="163"/>
                </a:lnTo>
                <a:lnTo>
                  <a:pt x="150" y="163"/>
                </a:lnTo>
                <a:lnTo>
                  <a:pt x="149" y="163"/>
                </a:lnTo>
                <a:lnTo>
                  <a:pt x="149" y="164"/>
                </a:lnTo>
                <a:lnTo>
                  <a:pt x="149" y="165"/>
                </a:lnTo>
                <a:lnTo>
                  <a:pt x="148" y="165"/>
                </a:lnTo>
                <a:lnTo>
                  <a:pt x="148" y="166"/>
                </a:lnTo>
                <a:lnTo>
                  <a:pt x="147" y="166"/>
                </a:lnTo>
                <a:lnTo>
                  <a:pt x="148" y="167"/>
                </a:lnTo>
                <a:lnTo>
                  <a:pt x="149" y="167"/>
                </a:lnTo>
                <a:lnTo>
                  <a:pt x="149" y="168"/>
                </a:lnTo>
                <a:lnTo>
                  <a:pt x="149" y="169"/>
                </a:lnTo>
                <a:lnTo>
                  <a:pt x="149" y="170"/>
                </a:lnTo>
                <a:lnTo>
                  <a:pt x="148" y="170"/>
                </a:lnTo>
                <a:lnTo>
                  <a:pt x="148" y="171"/>
                </a:lnTo>
                <a:lnTo>
                  <a:pt x="147" y="171"/>
                </a:lnTo>
                <a:lnTo>
                  <a:pt x="146" y="172"/>
                </a:lnTo>
                <a:lnTo>
                  <a:pt x="147" y="172"/>
                </a:lnTo>
                <a:lnTo>
                  <a:pt x="147" y="173"/>
                </a:lnTo>
                <a:lnTo>
                  <a:pt x="147" y="174"/>
                </a:lnTo>
                <a:lnTo>
                  <a:pt x="148" y="174"/>
                </a:lnTo>
                <a:lnTo>
                  <a:pt x="148" y="175"/>
                </a:lnTo>
                <a:lnTo>
                  <a:pt x="149" y="175"/>
                </a:lnTo>
                <a:lnTo>
                  <a:pt x="150" y="176"/>
                </a:lnTo>
                <a:lnTo>
                  <a:pt x="149" y="176"/>
                </a:lnTo>
                <a:lnTo>
                  <a:pt x="149" y="177"/>
                </a:lnTo>
                <a:lnTo>
                  <a:pt x="148" y="177"/>
                </a:lnTo>
                <a:lnTo>
                  <a:pt x="147" y="177"/>
                </a:lnTo>
                <a:lnTo>
                  <a:pt x="147" y="178"/>
                </a:lnTo>
                <a:lnTo>
                  <a:pt x="146" y="178"/>
                </a:lnTo>
                <a:lnTo>
                  <a:pt x="145" y="178"/>
                </a:lnTo>
                <a:lnTo>
                  <a:pt x="145" y="179"/>
                </a:lnTo>
                <a:lnTo>
                  <a:pt x="144" y="179"/>
                </a:lnTo>
                <a:lnTo>
                  <a:pt x="144" y="180"/>
                </a:lnTo>
                <a:lnTo>
                  <a:pt x="144" y="181"/>
                </a:lnTo>
                <a:lnTo>
                  <a:pt x="145" y="181"/>
                </a:lnTo>
                <a:lnTo>
                  <a:pt x="144" y="181"/>
                </a:lnTo>
                <a:lnTo>
                  <a:pt x="143" y="181"/>
                </a:lnTo>
                <a:lnTo>
                  <a:pt x="143" y="182"/>
                </a:lnTo>
                <a:lnTo>
                  <a:pt x="142" y="183"/>
                </a:lnTo>
                <a:lnTo>
                  <a:pt x="142" y="184"/>
                </a:lnTo>
                <a:lnTo>
                  <a:pt x="143" y="184"/>
                </a:lnTo>
                <a:lnTo>
                  <a:pt x="143" y="185"/>
                </a:lnTo>
                <a:lnTo>
                  <a:pt x="144" y="185"/>
                </a:lnTo>
                <a:lnTo>
                  <a:pt x="143" y="185"/>
                </a:lnTo>
                <a:lnTo>
                  <a:pt x="143" y="186"/>
                </a:lnTo>
                <a:lnTo>
                  <a:pt x="142" y="186"/>
                </a:lnTo>
                <a:lnTo>
                  <a:pt x="142" y="185"/>
                </a:lnTo>
                <a:lnTo>
                  <a:pt x="141" y="186"/>
                </a:lnTo>
                <a:lnTo>
                  <a:pt x="139" y="187"/>
                </a:lnTo>
                <a:lnTo>
                  <a:pt x="139" y="188"/>
                </a:lnTo>
                <a:lnTo>
                  <a:pt x="139" y="189"/>
                </a:lnTo>
                <a:lnTo>
                  <a:pt x="138" y="189"/>
                </a:lnTo>
                <a:lnTo>
                  <a:pt x="138" y="188"/>
                </a:lnTo>
                <a:lnTo>
                  <a:pt x="137" y="188"/>
                </a:lnTo>
                <a:lnTo>
                  <a:pt x="137" y="187"/>
                </a:lnTo>
                <a:lnTo>
                  <a:pt x="136" y="187"/>
                </a:lnTo>
                <a:lnTo>
                  <a:pt x="136" y="186"/>
                </a:lnTo>
                <a:lnTo>
                  <a:pt x="135" y="186"/>
                </a:lnTo>
                <a:lnTo>
                  <a:pt x="135" y="187"/>
                </a:lnTo>
                <a:lnTo>
                  <a:pt x="134" y="187"/>
                </a:lnTo>
                <a:lnTo>
                  <a:pt x="133" y="186"/>
                </a:lnTo>
                <a:lnTo>
                  <a:pt x="132" y="186"/>
                </a:lnTo>
                <a:lnTo>
                  <a:pt x="131" y="187"/>
                </a:lnTo>
                <a:lnTo>
                  <a:pt x="131" y="186"/>
                </a:lnTo>
                <a:lnTo>
                  <a:pt x="130" y="187"/>
                </a:lnTo>
                <a:lnTo>
                  <a:pt x="131" y="188"/>
                </a:lnTo>
                <a:lnTo>
                  <a:pt x="132" y="189"/>
                </a:lnTo>
                <a:lnTo>
                  <a:pt x="133" y="189"/>
                </a:lnTo>
                <a:lnTo>
                  <a:pt x="133" y="190"/>
                </a:lnTo>
                <a:lnTo>
                  <a:pt x="132" y="190"/>
                </a:lnTo>
                <a:lnTo>
                  <a:pt x="132" y="191"/>
                </a:lnTo>
                <a:lnTo>
                  <a:pt x="131" y="191"/>
                </a:lnTo>
                <a:lnTo>
                  <a:pt x="131" y="190"/>
                </a:lnTo>
                <a:lnTo>
                  <a:pt x="130" y="189"/>
                </a:lnTo>
                <a:lnTo>
                  <a:pt x="129" y="189"/>
                </a:lnTo>
                <a:lnTo>
                  <a:pt x="128" y="189"/>
                </a:lnTo>
                <a:lnTo>
                  <a:pt x="127" y="189"/>
                </a:lnTo>
                <a:lnTo>
                  <a:pt x="126" y="189"/>
                </a:lnTo>
                <a:lnTo>
                  <a:pt x="126" y="190"/>
                </a:lnTo>
                <a:lnTo>
                  <a:pt x="125" y="190"/>
                </a:lnTo>
                <a:lnTo>
                  <a:pt x="125" y="189"/>
                </a:lnTo>
                <a:lnTo>
                  <a:pt x="124" y="189"/>
                </a:lnTo>
                <a:lnTo>
                  <a:pt x="124" y="190"/>
                </a:lnTo>
                <a:lnTo>
                  <a:pt x="123" y="190"/>
                </a:lnTo>
                <a:lnTo>
                  <a:pt x="122" y="189"/>
                </a:lnTo>
                <a:lnTo>
                  <a:pt x="122" y="188"/>
                </a:lnTo>
                <a:lnTo>
                  <a:pt x="121" y="187"/>
                </a:lnTo>
                <a:lnTo>
                  <a:pt x="121" y="188"/>
                </a:lnTo>
                <a:lnTo>
                  <a:pt x="120" y="188"/>
                </a:lnTo>
                <a:lnTo>
                  <a:pt x="119" y="188"/>
                </a:lnTo>
                <a:lnTo>
                  <a:pt x="118" y="188"/>
                </a:lnTo>
                <a:lnTo>
                  <a:pt x="117" y="188"/>
                </a:lnTo>
                <a:lnTo>
                  <a:pt x="117" y="189"/>
                </a:lnTo>
                <a:lnTo>
                  <a:pt x="118" y="189"/>
                </a:lnTo>
                <a:lnTo>
                  <a:pt x="117" y="190"/>
                </a:lnTo>
                <a:lnTo>
                  <a:pt x="116" y="192"/>
                </a:lnTo>
                <a:lnTo>
                  <a:pt x="115" y="191"/>
                </a:lnTo>
                <a:lnTo>
                  <a:pt x="116" y="191"/>
                </a:lnTo>
                <a:lnTo>
                  <a:pt x="115" y="191"/>
                </a:lnTo>
                <a:lnTo>
                  <a:pt x="115" y="192"/>
                </a:lnTo>
                <a:lnTo>
                  <a:pt x="114" y="192"/>
                </a:lnTo>
                <a:lnTo>
                  <a:pt x="114" y="191"/>
                </a:lnTo>
                <a:lnTo>
                  <a:pt x="114" y="192"/>
                </a:lnTo>
                <a:lnTo>
                  <a:pt x="113" y="193"/>
                </a:lnTo>
                <a:lnTo>
                  <a:pt x="114" y="193"/>
                </a:lnTo>
                <a:lnTo>
                  <a:pt x="114" y="194"/>
                </a:lnTo>
                <a:lnTo>
                  <a:pt x="113" y="194"/>
                </a:lnTo>
                <a:lnTo>
                  <a:pt x="114" y="194"/>
                </a:lnTo>
                <a:lnTo>
                  <a:pt x="114" y="195"/>
                </a:lnTo>
                <a:lnTo>
                  <a:pt x="113" y="195"/>
                </a:lnTo>
                <a:lnTo>
                  <a:pt x="113" y="196"/>
                </a:lnTo>
                <a:lnTo>
                  <a:pt x="113" y="197"/>
                </a:lnTo>
                <a:lnTo>
                  <a:pt x="113" y="198"/>
                </a:lnTo>
                <a:lnTo>
                  <a:pt x="112" y="198"/>
                </a:lnTo>
                <a:lnTo>
                  <a:pt x="111" y="198"/>
                </a:lnTo>
                <a:lnTo>
                  <a:pt x="110" y="198"/>
                </a:lnTo>
                <a:lnTo>
                  <a:pt x="109" y="198"/>
                </a:lnTo>
                <a:lnTo>
                  <a:pt x="110" y="199"/>
                </a:lnTo>
                <a:lnTo>
                  <a:pt x="110" y="200"/>
                </a:lnTo>
                <a:lnTo>
                  <a:pt x="109" y="201"/>
                </a:lnTo>
                <a:lnTo>
                  <a:pt x="108" y="201"/>
                </a:lnTo>
                <a:lnTo>
                  <a:pt x="108" y="202"/>
                </a:lnTo>
                <a:lnTo>
                  <a:pt x="106" y="202"/>
                </a:lnTo>
                <a:lnTo>
                  <a:pt x="107" y="203"/>
                </a:lnTo>
                <a:lnTo>
                  <a:pt x="107" y="204"/>
                </a:lnTo>
                <a:lnTo>
                  <a:pt x="106" y="204"/>
                </a:lnTo>
                <a:lnTo>
                  <a:pt x="105" y="204"/>
                </a:lnTo>
                <a:lnTo>
                  <a:pt x="105" y="203"/>
                </a:lnTo>
                <a:lnTo>
                  <a:pt x="105" y="202"/>
                </a:lnTo>
                <a:lnTo>
                  <a:pt x="104" y="202"/>
                </a:lnTo>
                <a:lnTo>
                  <a:pt x="103" y="202"/>
                </a:lnTo>
                <a:lnTo>
                  <a:pt x="103" y="203"/>
                </a:lnTo>
                <a:lnTo>
                  <a:pt x="103" y="204"/>
                </a:lnTo>
                <a:lnTo>
                  <a:pt x="104" y="204"/>
                </a:lnTo>
                <a:lnTo>
                  <a:pt x="105" y="205"/>
                </a:lnTo>
                <a:lnTo>
                  <a:pt x="105" y="206"/>
                </a:lnTo>
                <a:lnTo>
                  <a:pt x="105" y="207"/>
                </a:lnTo>
                <a:lnTo>
                  <a:pt x="104" y="207"/>
                </a:lnTo>
                <a:lnTo>
                  <a:pt x="104" y="208"/>
                </a:lnTo>
                <a:lnTo>
                  <a:pt x="105" y="208"/>
                </a:lnTo>
                <a:lnTo>
                  <a:pt x="105" y="207"/>
                </a:lnTo>
                <a:lnTo>
                  <a:pt x="106" y="207"/>
                </a:lnTo>
                <a:lnTo>
                  <a:pt x="106" y="208"/>
                </a:lnTo>
                <a:lnTo>
                  <a:pt x="107" y="208"/>
                </a:lnTo>
                <a:lnTo>
                  <a:pt x="107" y="207"/>
                </a:lnTo>
                <a:lnTo>
                  <a:pt x="108" y="208"/>
                </a:lnTo>
                <a:lnTo>
                  <a:pt x="108" y="209"/>
                </a:lnTo>
                <a:lnTo>
                  <a:pt x="108" y="210"/>
                </a:lnTo>
                <a:lnTo>
                  <a:pt x="109" y="210"/>
                </a:lnTo>
                <a:lnTo>
                  <a:pt x="109" y="211"/>
                </a:lnTo>
                <a:lnTo>
                  <a:pt x="109" y="210"/>
                </a:lnTo>
                <a:lnTo>
                  <a:pt x="109" y="211"/>
                </a:lnTo>
                <a:lnTo>
                  <a:pt x="109" y="212"/>
                </a:lnTo>
                <a:lnTo>
                  <a:pt x="108" y="212"/>
                </a:lnTo>
                <a:lnTo>
                  <a:pt x="107" y="212"/>
                </a:lnTo>
                <a:lnTo>
                  <a:pt x="107" y="213"/>
                </a:lnTo>
                <a:lnTo>
                  <a:pt x="106" y="212"/>
                </a:lnTo>
                <a:lnTo>
                  <a:pt x="104" y="212"/>
                </a:lnTo>
                <a:lnTo>
                  <a:pt x="103" y="212"/>
                </a:lnTo>
                <a:lnTo>
                  <a:pt x="102" y="212"/>
                </a:lnTo>
                <a:lnTo>
                  <a:pt x="101" y="212"/>
                </a:lnTo>
                <a:lnTo>
                  <a:pt x="100" y="212"/>
                </a:lnTo>
                <a:lnTo>
                  <a:pt x="99" y="212"/>
                </a:lnTo>
                <a:lnTo>
                  <a:pt x="98" y="212"/>
                </a:lnTo>
                <a:lnTo>
                  <a:pt x="97" y="212"/>
                </a:lnTo>
                <a:lnTo>
                  <a:pt x="96" y="211"/>
                </a:lnTo>
                <a:lnTo>
                  <a:pt x="95" y="210"/>
                </a:lnTo>
                <a:lnTo>
                  <a:pt x="95" y="209"/>
                </a:lnTo>
                <a:lnTo>
                  <a:pt x="94" y="209"/>
                </a:lnTo>
                <a:lnTo>
                  <a:pt x="94" y="208"/>
                </a:lnTo>
                <a:lnTo>
                  <a:pt x="93" y="208"/>
                </a:lnTo>
                <a:lnTo>
                  <a:pt x="91" y="208"/>
                </a:lnTo>
                <a:lnTo>
                  <a:pt x="90" y="208"/>
                </a:lnTo>
                <a:lnTo>
                  <a:pt x="89" y="207"/>
                </a:lnTo>
                <a:lnTo>
                  <a:pt x="89" y="206"/>
                </a:lnTo>
                <a:lnTo>
                  <a:pt x="88" y="206"/>
                </a:lnTo>
                <a:lnTo>
                  <a:pt x="88" y="205"/>
                </a:lnTo>
                <a:lnTo>
                  <a:pt x="88" y="204"/>
                </a:lnTo>
                <a:lnTo>
                  <a:pt x="86" y="204"/>
                </a:lnTo>
                <a:lnTo>
                  <a:pt x="86" y="202"/>
                </a:lnTo>
                <a:lnTo>
                  <a:pt x="86" y="201"/>
                </a:lnTo>
                <a:lnTo>
                  <a:pt x="86" y="200"/>
                </a:lnTo>
                <a:lnTo>
                  <a:pt x="86" y="199"/>
                </a:lnTo>
                <a:lnTo>
                  <a:pt x="84" y="199"/>
                </a:lnTo>
                <a:lnTo>
                  <a:pt x="83" y="197"/>
                </a:lnTo>
                <a:lnTo>
                  <a:pt x="83" y="198"/>
                </a:lnTo>
                <a:lnTo>
                  <a:pt x="82" y="198"/>
                </a:lnTo>
                <a:lnTo>
                  <a:pt x="82" y="197"/>
                </a:lnTo>
                <a:lnTo>
                  <a:pt x="82" y="196"/>
                </a:lnTo>
                <a:lnTo>
                  <a:pt x="81" y="196"/>
                </a:lnTo>
                <a:lnTo>
                  <a:pt x="81" y="197"/>
                </a:lnTo>
                <a:lnTo>
                  <a:pt x="81" y="196"/>
                </a:lnTo>
                <a:lnTo>
                  <a:pt x="80" y="196"/>
                </a:lnTo>
                <a:lnTo>
                  <a:pt x="79" y="196"/>
                </a:lnTo>
                <a:lnTo>
                  <a:pt x="79" y="197"/>
                </a:lnTo>
                <a:lnTo>
                  <a:pt x="78" y="197"/>
                </a:lnTo>
                <a:lnTo>
                  <a:pt x="78" y="198"/>
                </a:lnTo>
                <a:lnTo>
                  <a:pt x="77" y="198"/>
                </a:lnTo>
                <a:lnTo>
                  <a:pt x="77" y="199"/>
                </a:lnTo>
                <a:lnTo>
                  <a:pt x="76" y="199"/>
                </a:lnTo>
                <a:lnTo>
                  <a:pt x="76" y="200"/>
                </a:lnTo>
                <a:lnTo>
                  <a:pt x="74" y="200"/>
                </a:lnTo>
                <a:lnTo>
                  <a:pt x="74" y="199"/>
                </a:lnTo>
                <a:lnTo>
                  <a:pt x="73" y="199"/>
                </a:lnTo>
                <a:lnTo>
                  <a:pt x="73" y="200"/>
                </a:lnTo>
                <a:lnTo>
                  <a:pt x="72" y="200"/>
                </a:lnTo>
                <a:lnTo>
                  <a:pt x="72" y="199"/>
                </a:lnTo>
                <a:lnTo>
                  <a:pt x="71" y="199"/>
                </a:lnTo>
                <a:lnTo>
                  <a:pt x="70" y="200"/>
                </a:lnTo>
                <a:lnTo>
                  <a:pt x="68" y="200"/>
                </a:lnTo>
                <a:lnTo>
                  <a:pt x="66" y="200"/>
                </a:lnTo>
                <a:lnTo>
                  <a:pt x="65" y="200"/>
                </a:lnTo>
                <a:lnTo>
                  <a:pt x="64" y="200"/>
                </a:lnTo>
                <a:lnTo>
                  <a:pt x="64" y="198"/>
                </a:lnTo>
                <a:lnTo>
                  <a:pt x="64" y="199"/>
                </a:lnTo>
                <a:lnTo>
                  <a:pt x="63" y="198"/>
                </a:lnTo>
                <a:lnTo>
                  <a:pt x="63" y="199"/>
                </a:lnTo>
                <a:lnTo>
                  <a:pt x="63" y="200"/>
                </a:lnTo>
                <a:lnTo>
                  <a:pt x="62" y="200"/>
                </a:lnTo>
                <a:lnTo>
                  <a:pt x="62" y="199"/>
                </a:lnTo>
                <a:lnTo>
                  <a:pt x="61" y="199"/>
                </a:lnTo>
                <a:lnTo>
                  <a:pt x="61" y="198"/>
                </a:lnTo>
                <a:lnTo>
                  <a:pt x="60" y="198"/>
                </a:lnTo>
                <a:lnTo>
                  <a:pt x="60" y="199"/>
                </a:lnTo>
                <a:lnTo>
                  <a:pt x="60" y="200"/>
                </a:lnTo>
                <a:lnTo>
                  <a:pt x="60" y="201"/>
                </a:lnTo>
                <a:lnTo>
                  <a:pt x="59" y="201"/>
                </a:lnTo>
                <a:lnTo>
                  <a:pt x="59" y="202"/>
                </a:lnTo>
                <a:lnTo>
                  <a:pt x="58" y="203"/>
                </a:lnTo>
                <a:lnTo>
                  <a:pt x="58" y="202"/>
                </a:lnTo>
                <a:lnTo>
                  <a:pt x="57" y="202"/>
                </a:lnTo>
                <a:lnTo>
                  <a:pt x="57" y="201"/>
                </a:lnTo>
                <a:lnTo>
                  <a:pt x="56" y="201"/>
                </a:lnTo>
                <a:lnTo>
                  <a:pt x="56" y="200"/>
                </a:lnTo>
                <a:lnTo>
                  <a:pt x="55" y="200"/>
                </a:lnTo>
                <a:lnTo>
                  <a:pt x="55" y="199"/>
                </a:lnTo>
                <a:lnTo>
                  <a:pt x="54" y="198"/>
                </a:lnTo>
                <a:lnTo>
                  <a:pt x="53" y="198"/>
                </a:lnTo>
                <a:lnTo>
                  <a:pt x="53" y="199"/>
                </a:lnTo>
                <a:lnTo>
                  <a:pt x="53" y="200"/>
                </a:lnTo>
                <a:lnTo>
                  <a:pt x="54" y="200"/>
                </a:lnTo>
                <a:lnTo>
                  <a:pt x="53" y="201"/>
                </a:lnTo>
                <a:lnTo>
                  <a:pt x="54" y="201"/>
                </a:lnTo>
                <a:lnTo>
                  <a:pt x="54" y="202"/>
                </a:lnTo>
                <a:lnTo>
                  <a:pt x="53" y="202"/>
                </a:lnTo>
                <a:lnTo>
                  <a:pt x="52" y="202"/>
                </a:lnTo>
                <a:lnTo>
                  <a:pt x="51" y="202"/>
                </a:lnTo>
                <a:lnTo>
                  <a:pt x="51" y="203"/>
                </a:lnTo>
                <a:lnTo>
                  <a:pt x="52" y="203"/>
                </a:lnTo>
                <a:lnTo>
                  <a:pt x="52" y="204"/>
                </a:lnTo>
                <a:lnTo>
                  <a:pt x="51" y="205"/>
                </a:lnTo>
                <a:lnTo>
                  <a:pt x="50" y="205"/>
                </a:lnTo>
                <a:lnTo>
                  <a:pt x="49" y="205"/>
                </a:lnTo>
                <a:lnTo>
                  <a:pt x="48" y="205"/>
                </a:lnTo>
                <a:lnTo>
                  <a:pt x="48" y="204"/>
                </a:lnTo>
                <a:lnTo>
                  <a:pt x="48" y="205"/>
                </a:lnTo>
                <a:lnTo>
                  <a:pt x="47" y="206"/>
                </a:lnTo>
                <a:lnTo>
                  <a:pt x="46" y="206"/>
                </a:lnTo>
                <a:lnTo>
                  <a:pt x="46" y="207"/>
                </a:lnTo>
                <a:lnTo>
                  <a:pt x="46" y="208"/>
                </a:lnTo>
                <a:lnTo>
                  <a:pt x="45" y="208"/>
                </a:lnTo>
                <a:lnTo>
                  <a:pt x="45" y="210"/>
                </a:lnTo>
                <a:lnTo>
                  <a:pt x="46" y="210"/>
                </a:lnTo>
                <a:lnTo>
                  <a:pt x="47" y="211"/>
                </a:lnTo>
                <a:lnTo>
                  <a:pt x="46" y="211"/>
                </a:lnTo>
                <a:lnTo>
                  <a:pt x="44" y="211"/>
                </a:lnTo>
                <a:lnTo>
                  <a:pt x="43" y="211"/>
                </a:lnTo>
                <a:lnTo>
                  <a:pt x="42" y="211"/>
                </a:lnTo>
                <a:lnTo>
                  <a:pt x="41" y="211"/>
                </a:lnTo>
                <a:lnTo>
                  <a:pt x="40" y="211"/>
                </a:lnTo>
                <a:lnTo>
                  <a:pt x="41" y="211"/>
                </a:lnTo>
                <a:lnTo>
                  <a:pt x="40" y="211"/>
                </a:lnTo>
                <a:lnTo>
                  <a:pt x="39" y="211"/>
                </a:lnTo>
                <a:lnTo>
                  <a:pt x="38" y="210"/>
                </a:lnTo>
                <a:lnTo>
                  <a:pt x="38" y="209"/>
                </a:lnTo>
                <a:lnTo>
                  <a:pt x="37" y="208"/>
                </a:lnTo>
                <a:lnTo>
                  <a:pt x="37" y="207"/>
                </a:lnTo>
                <a:lnTo>
                  <a:pt x="36" y="207"/>
                </a:lnTo>
                <a:lnTo>
                  <a:pt x="35" y="207"/>
                </a:lnTo>
                <a:lnTo>
                  <a:pt x="35" y="206"/>
                </a:lnTo>
                <a:lnTo>
                  <a:pt x="35" y="205"/>
                </a:lnTo>
                <a:lnTo>
                  <a:pt x="34" y="205"/>
                </a:lnTo>
                <a:lnTo>
                  <a:pt x="33" y="205"/>
                </a:lnTo>
                <a:lnTo>
                  <a:pt x="32" y="205"/>
                </a:lnTo>
                <a:lnTo>
                  <a:pt x="32" y="204"/>
                </a:lnTo>
                <a:lnTo>
                  <a:pt x="33" y="204"/>
                </a:lnTo>
                <a:lnTo>
                  <a:pt x="33" y="203"/>
                </a:lnTo>
                <a:lnTo>
                  <a:pt x="32" y="203"/>
                </a:lnTo>
                <a:lnTo>
                  <a:pt x="32" y="202"/>
                </a:lnTo>
                <a:lnTo>
                  <a:pt x="31" y="201"/>
                </a:lnTo>
                <a:lnTo>
                  <a:pt x="31" y="200"/>
                </a:lnTo>
                <a:lnTo>
                  <a:pt x="30" y="200"/>
                </a:lnTo>
                <a:lnTo>
                  <a:pt x="30" y="199"/>
                </a:lnTo>
                <a:lnTo>
                  <a:pt x="29" y="199"/>
                </a:lnTo>
                <a:lnTo>
                  <a:pt x="29" y="200"/>
                </a:lnTo>
                <a:lnTo>
                  <a:pt x="28" y="201"/>
                </a:lnTo>
                <a:lnTo>
                  <a:pt x="27" y="201"/>
                </a:lnTo>
                <a:lnTo>
                  <a:pt x="27" y="200"/>
                </a:lnTo>
                <a:lnTo>
                  <a:pt x="26" y="200"/>
                </a:lnTo>
                <a:lnTo>
                  <a:pt x="26" y="201"/>
                </a:lnTo>
                <a:lnTo>
                  <a:pt x="25" y="201"/>
                </a:lnTo>
                <a:lnTo>
                  <a:pt x="24" y="201"/>
                </a:lnTo>
                <a:lnTo>
                  <a:pt x="23" y="201"/>
                </a:lnTo>
                <a:lnTo>
                  <a:pt x="22" y="202"/>
                </a:lnTo>
                <a:lnTo>
                  <a:pt x="22" y="203"/>
                </a:lnTo>
                <a:lnTo>
                  <a:pt x="21" y="203"/>
                </a:lnTo>
                <a:lnTo>
                  <a:pt x="20" y="203"/>
                </a:lnTo>
                <a:lnTo>
                  <a:pt x="20" y="202"/>
                </a:lnTo>
                <a:lnTo>
                  <a:pt x="19" y="201"/>
                </a:lnTo>
                <a:lnTo>
                  <a:pt x="18" y="200"/>
                </a:lnTo>
                <a:lnTo>
                  <a:pt x="17" y="199"/>
                </a:lnTo>
                <a:lnTo>
                  <a:pt x="17" y="200"/>
                </a:lnTo>
                <a:lnTo>
                  <a:pt x="16" y="200"/>
                </a:lnTo>
                <a:lnTo>
                  <a:pt x="16" y="201"/>
                </a:lnTo>
                <a:lnTo>
                  <a:pt x="15" y="202"/>
                </a:lnTo>
                <a:lnTo>
                  <a:pt x="15" y="203"/>
                </a:lnTo>
                <a:lnTo>
                  <a:pt x="14" y="202"/>
                </a:lnTo>
                <a:lnTo>
                  <a:pt x="14" y="201"/>
                </a:lnTo>
                <a:lnTo>
                  <a:pt x="14" y="200"/>
                </a:lnTo>
                <a:lnTo>
                  <a:pt x="15" y="200"/>
                </a:lnTo>
                <a:lnTo>
                  <a:pt x="15" y="199"/>
                </a:lnTo>
                <a:lnTo>
                  <a:pt x="15" y="198"/>
                </a:lnTo>
                <a:lnTo>
                  <a:pt x="15" y="197"/>
                </a:lnTo>
                <a:lnTo>
                  <a:pt x="14" y="197"/>
                </a:lnTo>
                <a:lnTo>
                  <a:pt x="14" y="196"/>
                </a:lnTo>
                <a:lnTo>
                  <a:pt x="13" y="196"/>
                </a:lnTo>
                <a:lnTo>
                  <a:pt x="12" y="196"/>
                </a:lnTo>
                <a:lnTo>
                  <a:pt x="10" y="196"/>
                </a:lnTo>
                <a:lnTo>
                  <a:pt x="10" y="195"/>
                </a:lnTo>
                <a:lnTo>
                  <a:pt x="10" y="194"/>
                </a:lnTo>
                <a:lnTo>
                  <a:pt x="11" y="194"/>
                </a:lnTo>
                <a:lnTo>
                  <a:pt x="11" y="193"/>
                </a:lnTo>
                <a:lnTo>
                  <a:pt x="11" y="192"/>
                </a:lnTo>
                <a:lnTo>
                  <a:pt x="12" y="191"/>
                </a:lnTo>
                <a:lnTo>
                  <a:pt x="12" y="190"/>
                </a:lnTo>
                <a:lnTo>
                  <a:pt x="11" y="189"/>
                </a:lnTo>
                <a:lnTo>
                  <a:pt x="11" y="188"/>
                </a:lnTo>
                <a:lnTo>
                  <a:pt x="10" y="187"/>
                </a:lnTo>
                <a:lnTo>
                  <a:pt x="10" y="186"/>
                </a:lnTo>
                <a:lnTo>
                  <a:pt x="10" y="185"/>
                </a:lnTo>
                <a:lnTo>
                  <a:pt x="10" y="184"/>
                </a:lnTo>
                <a:lnTo>
                  <a:pt x="8" y="184"/>
                </a:lnTo>
                <a:lnTo>
                  <a:pt x="8" y="185"/>
                </a:lnTo>
                <a:lnTo>
                  <a:pt x="7" y="184"/>
                </a:lnTo>
                <a:lnTo>
                  <a:pt x="6" y="184"/>
                </a:lnTo>
                <a:lnTo>
                  <a:pt x="5" y="183"/>
                </a:lnTo>
                <a:lnTo>
                  <a:pt x="5" y="182"/>
                </a:lnTo>
                <a:lnTo>
                  <a:pt x="4" y="182"/>
                </a:lnTo>
                <a:lnTo>
                  <a:pt x="4" y="181"/>
                </a:lnTo>
                <a:lnTo>
                  <a:pt x="3" y="181"/>
                </a:lnTo>
                <a:lnTo>
                  <a:pt x="3" y="180"/>
                </a:lnTo>
                <a:lnTo>
                  <a:pt x="4" y="180"/>
                </a:lnTo>
                <a:lnTo>
                  <a:pt x="4" y="179"/>
                </a:lnTo>
                <a:lnTo>
                  <a:pt x="5" y="179"/>
                </a:lnTo>
                <a:lnTo>
                  <a:pt x="6" y="179"/>
                </a:lnTo>
                <a:lnTo>
                  <a:pt x="7" y="179"/>
                </a:lnTo>
                <a:lnTo>
                  <a:pt x="7" y="178"/>
                </a:lnTo>
                <a:lnTo>
                  <a:pt x="8" y="178"/>
                </a:lnTo>
                <a:lnTo>
                  <a:pt x="8" y="177"/>
                </a:lnTo>
                <a:lnTo>
                  <a:pt x="9" y="177"/>
                </a:lnTo>
                <a:lnTo>
                  <a:pt x="10" y="177"/>
                </a:lnTo>
                <a:lnTo>
                  <a:pt x="11" y="178"/>
                </a:lnTo>
                <a:lnTo>
                  <a:pt x="12" y="178"/>
                </a:lnTo>
                <a:lnTo>
                  <a:pt x="12" y="177"/>
                </a:lnTo>
                <a:lnTo>
                  <a:pt x="13" y="177"/>
                </a:lnTo>
                <a:lnTo>
                  <a:pt x="14" y="177"/>
                </a:lnTo>
                <a:lnTo>
                  <a:pt x="15" y="177"/>
                </a:lnTo>
                <a:lnTo>
                  <a:pt x="15" y="176"/>
                </a:lnTo>
                <a:lnTo>
                  <a:pt x="15" y="177"/>
                </a:lnTo>
                <a:lnTo>
                  <a:pt x="16" y="176"/>
                </a:lnTo>
                <a:lnTo>
                  <a:pt x="17" y="175"/>
                </a:lnTo>
                <a:lnTo>
                  <a:pt x="17" y="174"/>
                </a:lnTo>
                <a:lnTo>
                  <a:pt x="17" y="173"/>
                </a:lnTo>
                <a:lnTo>
                  <a:pt x="16" y="173"/>
                </a:lnTo>
                <a:lnTo>
                  <a:pt x="16" y="174"/>
                </a:lnTo>
                <a:lnTo>
                  <a:pt x="15" y="173"/>
                </a:lnTo>
                <a:lnTo>
                  <a:pt x="14" y="172"/>
                </a:lnTo>
                <a:lnTo>
                  <a:pt x="13" y="172"/>
                </a:lnTo>
                <a:lnTo>
                  <a:pt x="12" y="172"/>
                </a:lnTo>
                <a:lnTo>
                  <a:pt x="12" y="171"/>
                </a:lnTo>
                <a:lnTo>
                  <a:pt x="11" y="171"/>
                </a:lnTo>
                <a:lnTo>
                  <a:pt x="11" y="170"/>
                </a:lnTo>
                <a:lnTo>
                  <a:pt x="12" y="169"/>
                </a:lnTo>
                <a:lnTo>
                  <a:pt x="12" y="168"/>
                </a:lnTo>
                <a:lnTo>
                  <a:pt x="12" y="167"/>
                </a:lnTo>
                <a:lnTo>
                  <a:pt x="12" y="166"/>
                </a:lnTo>
                <a:lnTo>
                  <a:pt x="11" y="166"/>
                </a:lnTo>
                <a:lnTo>
                  <a:pt x="10" y="166"/>
                </a:lnTo>
                <a:lnTo>
                  <a:pt x="10" y="165"/>
                </a:lnTo>
                <a:lnTo>
                  <a:pt x="11" y="164"/>
                </a:lnTo>
                <a:lnTo>
                  <a:pt x="11" y="163"/>
                </a:lnTo>
                <a:lnTo>
                  <a:pt x="10" y="163"/>
                </a:lnTo>
                <a:lnTo>
                  <a:pt x="10" y="162"/>
                </a:lnTo>
                <a:lnTo>
                  <a:pt x="9" y="162"/>
                </a:lnTo>
                <a:lnTo>
                  <a:pt x="9" y="161"/>
                </a:lnTo>
                <a:lnTo>
                  <a:pt x="8" y="161"/>
                </a:lnTo>
                <a:lnTo>
                  <a:pt x="7" y="160"/>
                </a:lnTo>
                <a:lnTo>
                  <a:pt x="7" y="159"/>
                </a:lnTo>
                <a:lnTo>
                  <a:pt x="6" y="159"/>
                </a:lnTo>
                <a:lnTo>
                  <a:pt x="5" y="159"/>
                </a:lnTo>
                <a:lnTo>
                  <a:pt x="5" y="158"/>
                </a:lnTo>
                <a:lnTo>
                  <a:pt x="4" y="158"/>
                </a:lnTo>
                <a:lnTo>
                  <a:pt x="3" y="158"/>
                </a:lnTo>
                <a:lnTo>
                  <a:pt x="3" y="157"/>
                </a:lnTo>
                <a:lnTo>
                  <a:pt x="2" y="157"/>
                </a:lnTo>
                <a:lnTo>
                  <a:pt x="1" y="158"/>
                </a:lnTo>
                <a:lnTo>
                  <a:pt x="1" y="157"/>
                </a:lnTo>
                <a:lnTo>
                  <a:pt x="1" y="156"/>
                </a:lnTo>
                <a:lnTo>
                  <a:pt x="1" y="155"/>
                </a:lnTo>
                <a:lnTo>
                  <a:pt x="0" y="155"/>
                </a:lnTo>
                <a:lnTo>
                  <a:pt x="1" y="154"/>
                </a:lnTo>
                <a:lnTo>
                  <a:pt x="1" y="153"/>
                </a:lnTo>
                <a:lnTo>
                  <a:pt x="1" y="152"/>
                </a:lnTo>
                <a:lnTo>
                  <a:pt x="2" y="152"/>
                </a:lnTo>
                <a:lnTo>
                  <a:pt x="3" y="151"/>
                </a:lnTo>
                <a:lnTo>
                  <a:pt x="2" y="150"/>
                </a:lnTo>
                <a:lnTo>
                  <a:pt x="2" y="149"/>
                </a:lnTo>
                <a:lnTo>
                  <a:pt x="2" y="148"/>
                </a:lnTo>
                <a:lnTo>
                  <a:pt x="3" y="148"/>
                </a:lnTo>
                <a:lnTo>
                  <a:pt x="3" y="147"/>
                </a:lnTo>
                <a:lnTo>
                  <a:pt x="4" y="147"/>
                </a:lnTo>
                <a:lnTo>
                  <a:pt x="5" y="146"/>
                </a:lnTo>
                <a:lnTo>
                  <a:pt x="6" y="145"/>
                </a:lnTo>
                <a:lnTo>
                  <a:pt x="6" y="144"/>
                </a:lnTo>
                <a:lnTo>
                  <a:pt x="7" y="144"/>
                </a:lnTo>
                <a:lnTo>
                  <a:pt x="7" y="143"/>
                </a:lnTo>
                <a:lnTo>
                  <a:pt x="8" y="142"/>
                </a:lnTo>
                <a:lnTo>
                  <a:pt x="9" y="141"/>
                </a:lnTo>
                <a:lnTo>
                  <a:pt x="9" y="140"/>
                </a:lnTo>
                <a:lnTo>
                  <a:pt x="10" y="140"/>
                </a:lnTo>
                <a:lnTo>
                  <a:pt x="11" y="140"/>
                </a:lnTo>
                <a:lnTo>
                  <a:pt x="12" y="139"/>
                </a:lnTo>
                <a:lnTo>
                  <a:pt x="12" y="138"/>
                </a:lnTo>
                <a:lnTo>
                  <a:pt x="12" y="137"/>
                </a:lnTo>
                <a:lnTo>
                  <a:pt x="14" y="137"/>
                </a:lnTo>
                <a:lnTo>
                  <a:pt x="15" y="137"/>
                </a:lnTo>
                <a:lnTo>
                  <a:pt x="15" y="136"/>
                </a:lnTo>
                <a:lnTo>
                  <a:pt x="15" y="135"/>
                </a:lnTo>
                <a:lnTo>
                  <a:pt x="15" y="134"/>
                </a:lnTo>
                <a:lnTo>
                  <a:pt x="16" y="134"/>
                </a:lnTo>
                <a:lnTo>
                  <a:pt x="17" y="134"/>
                </a:lnTo>
                <a:lnTo>
                  <a:pt x="19" y="134"/>
                </a:lnTo>
                <a:lnTo>
                  <a:pt x="20" y="134"/>
                </a:lnTo>
                <a:lnTo>
                  <a:pt x="20" y="133"/>
                </a:lnTo>
                <a:lnTo>
                  <a:pt x="20" y="132"/>
                </a:lnTo>
                <a:lnTo>
                  <a:pt x="21" y="132"/>
                </a:lnTo>
                <a:lnTo>
                  <a:pt x="22" y="132"/>
                </a:lnTo>
                <a:lnTo>
                  <a:pt x="23" y="132"/>
                </a:lnTo>
                <a:lnTo>
                  <a:pt x="23" y="131"/>
                </a:lnTo>
                <a:lnTo>
                  <a:pt x="24" y="131"/>
                </a:lnTo>
                <a:lnTo>
                  <a:pt x="25" y="132"/>
                </a:lnTo>
                <a:lnTo>
                  <a:pt x="26" y="131"/>
                </a:lnTo>
                <a:lnTo>
                  <a:pt x="25" y="131"/>
                </a:lnTo>
                <a:lnTo>
                  <a:pt x="26" y="131"/>
                </a:lnTo>
                <a:lnTo>
                  <a:pt x="27" y="131"/>
                </a:lnTo>
                <a:lnTo>
                  <a:pt x="28" y="131"/>
                </a:lnTo>
                <a:lnTo>
                  <a:pt x="29" y="131"/>
                </a:lnTo>
                <a:lnTo>
                  <a:pt x="30" y="130"/>
                </a:lnTo>
                <a:lnTo>
                  <a:pt x="30" y="129"/>
                </a:lnTo>
                <a:lnTo>
                  <a:pt x="30" y="128"/>
                </a:lnTo>
                <a:lnTo>
                  <a:pt x="30" y="127"/>
                </a:lnTo>
                <a:lnTo>
                  <a:pt x="30" y="126"/>
                </a:lnTo>
                <a:lnTo>
                  <a:pt x="31" y="126"/>
                </a:lnTo>
                <a:lnTo>
                  <a:pt x="31" y="125"/>
                </a:lnTo>
                <a:lnTo>
                  <a:pt x="32" y="124"/>
                </a:lnTo>
                <a:lnTo>
                  <a:pt x="33" y="124"/>
                </a:lnTo>
                <a:lnTo>
                  <a:pt x="33" y="125"/>
                </a:lnTo>
                <a:lnTo>
                  <a:pt x="33" y="126"/>
                </a:lnTo>
                <a:lnTo>
                  <a:pt x="34" y="126"/>
                </a:lnTo>
                <a:lnTo>
                  <a:pt x="34" y="127"/>
                </a:lnTo>
                <a:lnTo>
                  <a:pt x="35" y="127"/>
                </a:lnTo>
                <a:lnTo>
                  <a:pt x="36" y="127"/>
                </a:lnTo>
                <a:lnTo>
                  <a:pt x="37" y="127"/>
                </a:lnTo>
                <a:lnTo>
                  <a:pt x="37" y="128"/>
                </a:lnTo>
                <a:lnTo>
                  <a:pt x="38" y="128"/>
                </a:lnTo>
                <a:lnTo>
                  <a:pt x="39" y="128"/>
                </a:lnTo>
                <a:lnTo>
                  <a:pt x="39" y="127"/>
                </a:lnTo>
                <a:lnTo>
                  <a:pt x="40" y="127"/>
                </a:lnTo>
                <a:lnTo>
                  <a:pt x="39" y="127"/>
                </a:lnTo>
                <a:lnTo>
                  <a:pt x="39" y="126"/>
                </a:lnTo>
                <a:lnTo>
                  <a:pt x="39" y="125"/>
                </a:lnTo>
                <a:lnTo>
                  <a:pt x="38" y="125"/>
                </a:lnTo>
                <a:lnTo>
                  <a:pt x="39" y="125"/>
                </a:lnTo>
                <a:lnTo>
                  <a:pt x="39" y="124"/>
                </a:lnTo>
                <a:lnTo>
                  <a:pt x="39" y="123"/>
                </a:lnTo>
                <a:lnTo>
                  <a:pt x="39" y="122"/>
                </a:lnTo>
                <a:lnTo>
                  <a:pt x="40" y="122"/>
                </a:lnTo>
                <a:lnTo>
                  <a:pt x="40" y="123"/>
                </a:lnTo>
                <a:lnTo>
                  <a:pt x="41" y="122"/>
                </a:lnTo>
                <a:lnTo>
                  <a:pt x="42" y="120"/>
                </a:lnTo>
                <a:lnTo>
                  <a:pt x="42" y="119"/>
                </a:lnTo>
                <a:lnTo>
                  <a:pt x="42" y="118"/>
                </a:lnTo>
                <a:lnTo>
                  <a:pt x="42" y="116"/>
                </a:lnTo>
                <a:lnTo>
                  <a:pt x="43" y="116"/>
                </a:lnTo>
                <a:lnTo>
                  <a:pt x="44" y="116"/>
                </a:lnTo>
                <a:lnTo>
                  <a:pt x="44" y="115"/>
                </a:lnTo>
                <a:lnTo>
                  <a:pt x="44" y="114"/>
                </a:lnTo>
                <a:lnTo>
                  <a:pt x="45" y="113"/>
                </a:lnTo>
                <a:lnTo>
                  <a:pt x="46" y="113"/>
                </a:lnTo>
                <a:lnTo>
                  <a:pt x="47" y="113"/>
                </a:lnTo>
                <a:lnTo>
                  <a:pt x="48" y="112"/>
                </a:lnTo>
                <a:lnTo>
                  <a:pt x="49" y="112"/>
                </a:lnTo>
                <a:lnTo>
                  <a:pt x="49" y="111"/>
                </a:lnTo>
                <a:lnTo>
                  <a:pt x="48" y="111"/>
                </a:lnTo>
                <a:lnTo>
                  <a:pt x="47" y="109"/>
                </a:lnTo>
                <a:lnTo>
                  <a:pt x="47" y="108"/>
                </a:lnTo>
                <a:lnTo>
                  <a:pt x="46" y="106"/>
                </a:lnTo>
                <a:lnTo>
                  <a:pt x="46" y="105"/>
                </a:lnTo>
                <a:lnTo>
                  <a:pt x="45" y="105"/>
                </a:lnTo>
                <a:lnTo>
                  <a:pt x="44" y="104"/>
                </a:lnTo>
                <a:lnTo>
                  <a:pt x="43" y="102"/>
                </a:lnTo>
                <a:lnTo>
                  <a:pt x="43" y="101"/>
                </a:lnTo>
                <a:lnTo>
                  <a:pt x="43" y="100"/>
                </a:lnTo>
                <a:lnTo>
                  <a:pt x="42" y="100"/>
                </a:lnTo>
                <a:lnTo>
                  <a:pt x="41" y="100"/>
                </a:lnTo>
                <a:lnTo>
                  <a:pt x="40" y="100"/>
                </a:lnTo>
                <a:lnTo>
                  <a:pt x="39" y="100"/>
                </a:lnTo>
                <a:lnTo>
                  <a:pt x="38" y="100"/>
                </a:lnTo>
                <a:lnTo>
                  <a:pt x="37" y="100"/>
                </a:lnTo>
                <a:lnTo>
                  <a:pt x="37" y="99"/>
                </a:lnTo>
                <a:lnTo>
                  <a:pt x="37" y="98"/>
                </a:lnTo>
                <a:lnTo>
                  <a:pt x="36" y="98"/>
                </a:lnTo>
                <a:lnTo>
                  <a:pt x="35" y="98"/>
                </a:lnTo>
                <a:lnTo>
                  <a:pt x="35" y="97"/>
                </a:lnTo>
                <a:lnTo>
                  <a:pt x="34" y="96"/>
                </a:lnTo>
                <a:lnTo>
                  <a:pt x="30" y="92"/>
                </a:lnTo>
                <a:lnTo>
                  <a:pt x="28" y="90"/>
                </a:lnTo>
                <a:lnTo>
                  <a:pt x="27" y="90"/>
                </a:lnTo>
                <a:lnTo>
                  <a:pt x="28" y="88"/>
                </a:lnTo>
                <a:lnTo>
                  <a:pt x="27" y="88"/>
                </a:lnTo>
                <a:lnTo>
                  <a:pt x="27" y="87"/>
                </a:lnTo>
                <a:lnTo>
                  <a:pt x="27" y="86"/>
                </a:lnTo>
                <a:lnTo>
                  <a:pt x="28" y="84"/>
                </a:lnTo>
                <a:lnTo>
                  <a:pt x="28" y="83"/>
                </a:lnTo>
                <a:lnTo>
                  <a:pt x="27" y="83"/>
                </a:lnTo>
                <a:lnTo>
                  <a:pt x="26" y="83"/>
                </a:lnTo>
                <a:lnTo>
                  <a:pt x="24" y="83"/>
                </a:lnTo>
                <a:lnTo>
                  <a:pt x="23" y="83"/>
                </a:lnTo>
                <a:lnTo>
                  <a:pt x="23" y="82"/>
                </a:lnTo>
                <a:lnTo>
                  <a:pt x="24" y="82"/>
                </a:lnTo>
                <a:lnTo>
                  <a:pt x="24" y="81"/>
                </a:lnTo>
                <a:lnTo>
                  <a:pt x="24" y="80"/>
                </a:lnTo>
                <a:lnTo>
                  <a:pt x="24" y="79"/>
                </a:lnTo>
                <a:lnTo>
                  <a:pt x="24" y="78"/>
                </a:lnTo>
                <a:lnTo>
                  <a:pt x="25" y="78"/>
                </a:lnTo>
                <a:lnTo>
                  <a:pt x="26" y="76"/>
                </a:lnTo>
                <a:lnTo>
                  <a:pt x="27" y="76"/>
                </a:lnTo>
                <a:lnTo>
                  <a:pt x="27" y="75"/>
                </a:lnTo>
                <a:lnTo>
                  <a:pt x="28" y="75"/>
                </a:lnTo>
                <a:lnTo>
                  <a:pt x="28" y="74"/>
                </a:lnTo>
                <a:lnTo>
                  <a:pt x="28" y="75"/>
                </a:lnTo>
                <a:lnTo>
                  <a:pt x="30" y="75"/>
                </a:lnTo>
                <a:lnTo>
                  <a:pt x="31" y="74"/>
                </a:lnTo>
                <a:lnTo>
                  <a:pt x="31" y="73"/>
                </a:lnTo>
                <a:lnTo>
                  <a:pt x="30" y="73"/>
                </a:lnTo>
                <a:lnTo>
                  <a:pt x="31" y="73"/>
                </a:lnTo>
                <a:lnTo>
                  <a:pt x="31" y="71"/>
                </a:lnTo>
                <a:lnTo>
                  <a:pt x="32" y="70"/>
                </a:lnTo>
                <a:lnTo>
                  <a:pt x="33" y="70"/>
                </a:lnTo>
                <a:lnTo>
                  <a:pt x="34" y="70"/>
                </a:lnTo>
                <a:lnTo>
                  <a:pt x="36" y="69"/>
                </a:lnTo>
                <a:lnTo>
                  <a:pt x="37" y="69"/>
                </a:lnTo>
                <a:lnTo>
                  <a:pt x="37" y="68"/>
                </a:lnTo>
                <a:lnTo>
                  <a:pt x="38" y="66"/>
                </a:lnTo>
                <a:lnTo>
                  <a:pt x="39" y="66"/>
                </a:lnTo>
                <a:lnTo>
                  <a:pt x="41" y="66"/>
                </a:lnTo>
                <a:lnTo>
                  <a:pt x="43" y="67"/>
                </a:lnTo>
                <a:lnTo>
                  <a:pt x="44" y="67"/>
                </a:lnTo>
                <a:lnTo>
                  <a:pt x="45" y="68"/>
                </a:lnTo>
                <a:lnTo>
                  <a:pt x="45" y="69"/>
                </a:lnTo>
                <a:lnTo>
                  <a:pt x="46" y="70"/>
                </a:lnTo>
                <a:lnTo>
                  <a:pt x="47" y="70"/>
                </a:lnTo>
                <a:lnTo>
                  <a:pt x="48" y="69"/>
                </a:lnTo>
                <a:lnTo>
                  <a:pt x="48" y="68"/>
                </a:lnTo>
                <a:lnTo>
                  <a:pt x="49" y="67"/>
                </a:lnTo>
                <a:lnTo>
                  <a:pt x="50" y="66"/>
                </a:lnTo>
                <a:lnTo>
                  <a:pt x="50" y="67"/>
                </a:lnTo>
                <a:lnTo>
                  <a:pt x="51" y="66"/>
                </a:lnTo>
                <a:lnTo>
                  <a:pt x="52" y="66"/>
                </a:lnTo>
                <a:lnTo>
                  <a:pt x="53" y="65"/>
                </a:lnTo>
                <a:lnTo>
                  <a:pt x="54" y="64"/>
                </a:lnTo>
                <a:lnTo>
                  <a:pt x="55" y="64"/>
                </a:lnTo>
                <a:lnTo>
                  <a:pt x="55" y="63"/>
                </a:lnTo>
                <a:lnTo>
                  <a:pt x="56" y="63"/>
                </a:lnTo>
                <a:lnTo>
                  <a:pt x="56" y="62"/>
                </a:lnTo>
                <a:lnTo>
                  <a:pt x="56" y="63"/>
                </a:lnTo>
                <a:lnTo>
                  <a:pt x="57" y="63"/>
                </a:lnTo>
                <a:lnTo>
                  <a:pt x="58" y="63"/>
                </a:lnTo>
                <a:lnTo>
                  <a:pt x="58" y="62"/>
                </a:lnTo>
                <a:lnTo>
                  <a:pt x="59" y="62"/>
                </a:lnTo>
                <a:lnTo>
                  <a:pt x="58" y="62"/>
                </a:lnTo>
                <a:lnTo>
                  <a:pt x="58" y="61"/>
                </a:lnTo>
                <a:lnTo>
                  <a:pt x="57" y="61"/>
                </a:lnTo>
                <a:lnTo>
                  <a:pt x="57" y="60"/>
                </a:lnTo>
                <a:lnTo>
                  <a:pt x="58" y="59"/>
                </a:lnTo>
                <a:lnTo>
                  <a:pt x="59" y="58"/>
                </a:lnTo>
                <a:lnTo>
                  <a:pt x="59" y="57"/>
                </a:lnTo>
                <a:lnTo>
                  <a:pt x="60" y="57"/>
                </a:lnTo>
                <a:lnTo>
                  <a:pt x="61" y="57"/>
                </a:lnTo>
                <a:lnTo>
                  <a:pt x="62" y="57"/>
                </a:lnTo>
                <a:lnTo>
                  <a:pt x="62" y="55"/>
                </a:lnTo>
                <a:lnTo>
                  <a:pt x="62" y="54"/>
                </a:lnTo>
                <a:lnTo>
                  <a:pt x="62" y="53"/>
                </a:lnTo>
                <a:lnTo>
                  <a:pt x="63" y="51"/>
                </a:lnTo>
                <a:lnTo>
                  <a:pt x="64" y="49"/>
                </a:lnTo>
                <a:lnTo>
                  <a:pt x="65" y="48"/>
                </a:lnTo>
                <a:lnTo>
                  <a:pt x="66" y="46"/>
                </a:lnTo>
                <a:lnTo>
                  <a:pt x="66" y="45"/>
                </a:lnTo>
                <a:lnTo>
                  <a:pt x="67" y="44"/>
                </a:lnTo>
                <a:lnTo>
                  <a:pt x="67" y="43"/>
                </a:lnTo>
                <a:lnTo>
                  <a:pt x="67" y="41"/>
                </a:lnTo>
                <a:lnTo>
                  <a:pt x="68" y="40"/>
                </a:lnTo>
                <a:lnTo>
                  <a:pt x="69" y="40"/>
                </a:lnTo>
                <a:lnTo>
                  <a:pt x="70" y="41"/>
                </a:lnTo>
                <a:lnTo>
                  <a:pt x="70" y="42"/>
                </a:lnTo>
                <a:lnTo>
                  <a:pt x="71" y="42"/>
                </a:lnTo>
                <a:lnTo>
                  <a:pt x="71" y="43"/>
                </a:lnTo>
                <a:lnTo>
                  <a:pt x="72" y="43"/>
                </a:lnTo>
                <a:lnTo>
                  <a:pt x="73" y="43"/>
                </a:lnTo>
                <a:lnTo>
                  <a:pt x="73" y="44"/>
                </a:lnTo>
                <a:lnTo>
                  <a:pt x="74" y="44"/>
                </a:lnTo>
                <a:lnTo>
                  <a:pt x="75" y="44"/>
                </a:lnTo>
                <a:lnTo>
                  <a:pt x="74" y="44"/>
                </a:lnTo>
                <a:lnTo>
                  <a:pt x="74" y="43"/>
                </a:lnTo>
                <a:lnTo>
                  <a:pt x="75" y="42"/>
                </a:lnTo>
                <a:lnTo>
                  <a:pt x="75" y="41"/>
                </a:lnTo>
                <a:lnTo>
                  <a:pt x="76" y="41"/>
                </a:lnTo>
                <a:lnTo>
                  <a:pt x="77" y="41"/>
                </a:lnTo>
                <a:lnTo>
                  <a:pt x="78" y="41"/>
                </a:lnTo>
                <a:lnTo>
                  <a:pt x="79" y="41"/>
                </a:lnTo>
                <a:lnTo>
                  <a:pt x="81" y="41"/>
                </a:lnTo>
                <a:lnTo>
                  <a:pt x="82" y="40"/>
                </a:lnTo>
                <a:lnTo>
                  <a:pt x="84" y="40"/>
                </a:lnTo>
                <a:lnTo>
                  <a:pt x="85" y="41"/>
                </a:lnTo>
                <a:lnTo>
                  <a:pt x="86" y="41"/>
                </a:lnTo>
                <a:lnTo>
                  <a:pt x="88" y="41"/>
                </a:lnTo>
                <a:lnTo>
                  <a:pt x="89" y="41"/>
                </a:lnTo>
                <a:lnTo>
                  <a:pt x="90" y="40"/>
                </a:lnTo>
                <a:lnTo>
                  <a:pt x="90" y="39"/>
                </a:lnTo>
                <a:lnTo>
                  <a:pt x="89" y="38"/>
                </a:lnTo>
                <a:lnTo>
                  <a:pt x="89" y="37"/>
                </a:lnTo>
                <a:lnTo>
                  <a:pt x="88" y="36"/>
                </a:lnTo>
                <a:lnTo>
                  <a:pt x="86" y="35"/>
                </a:lnTo>
                <a:lnTo>
                  <a:pt x="86" y="34"/>
                </a:lnTo>
                <a:lnTo>
                  <a:pt x="85" y="34"/>
                </a:lnTo>
                <a:lnTo>
                  <a:pt x="84" y="34"/>
                </a:lnTo>
                <a:lnTo>
                  <a:pt x="83" y="32"/>
                </a:lnTo>
                <a:lnTo>
                  <a:pt x="82" y="31"/>
                </a:lnTo>
                <a:lnTo>
                  <a:pt x="82" y="30"/>
                </a:lnTo>
                <a:lnTo>
                  <a:pt x="80" y="28"/>
                </a:lnTo>
                <a:lnTo>
                  <a:pt x="78" y="27"/>
                </a:lnTo>
                <a:lnTo>
                  <a:pt x="78" y="26"/>
                </a:lnTo>
                <a:lnTo>
                  <a:pt x="78" y="25"/>
                </a:lnTo>
                <a:lnTo>
                  <a:pt x="77" y="25"/>
                </a:lnTo>
                <a:lnTo>
                  <a:pt x="76" y="25"/>
                </a:lnTo>
                <a:lnTo>
                  <a:pt x="76" y="24"/>
                </a:lnTo>
                <a:lnTo>
                  <a:pt x="75" y="23"/>
                </a:lnTo>
                <a:lnTo>
                  <a:pt x="74" y="21"/>
                </a:lnTo>
                <a:lnTo>
                  <a:pt x="75" y="20"/>
                </a:lnTo>
                <a:lnTo>
                  <a:pt x="75" y="19"/>
                </a:lnTo>
                <a:lnTo>
                  <a:pt x="76" y="19"/>
                </a:lnTo>
                <a:lnTo>
                  <a:pt x="77" y="19"/>
                </a:lnTo>
                <a:lnTo>
                  <a:pt x="77" y="18"/>
                </a:lnTo>
                <a:lnTo>
                  <a:pt x="78" y="18"/>
                </a:lnTo>
                <a:lnTo>
                  <a:pt x="78" y="19"/>
                </a:lnTo>
                <a:lnTo>
                  <a:pt x="79" y="20"/>
                </a:lnTo>
                <a:lnTo>
                  <a:pt x="80" y="21"/>
                </a:lnTo>
                <a:lnTo>
                  <a:pt x="81" y="22"/>
                </a:lnTo>
                <a:lnTo>
                  <a:pt x="82" y="23"/>
                </a:lnTo>
                <a:lnTo>
                  <a:pt x="83" y="23"/>
                </a:lnTo>
                <a:lnTo>
                  <a:pt x="84" y="22"/>
                </a:lnTo>
                <a:lnTo>
                  <a:pt x="84" y="23"/>
                </a:lnTo>
                <a:lnTo>
                  <a:pt x="85" y="23"/>
                </a:lnTo>
                <a:lnTo>
                  <a:pt x="86" y="23"/>
                </a:lnTo>
                <a:lnTo>
                  <a:pt x="86" y="22"/>
                </a:lnTo>
                <a:lnTo>
                  <a:pt x="88" y="22"/>
                </a:lnTo>
                <a:lnTo>
                  <a:pt x="88" y="23"/>
                </a:lnTo>
                <a:lnTo>
                  <a:pt x="89" y="23"/>
                </a:lnTo>
                <a:lnTo>
                  <a:pt x="89" y="22"/>
                </a:lnTo>
                <a:lnTo>
                  <a:pt x="89" y="20"/>
                </a:lnTo>
                <a:lnTo>
                  <a:pt x="88" y="19"/>
                </a:lnTo>
                <a:lnTo>
                  <a:pt x="86" y="18"/>
                </a:lnTo>
                <a:lnTo>
                  <a:pt x="85" y="16"/>
                </a:lnTo>
                <a:lnTo>
                  <a:pt x="85" y="15"/>
                </a:lnTo>
                <a:lnTo>
                  <a:pt x="85" y="13"/>
                </a:lnTo>
                <a:lnTo>
                  <a:pt x="85" y="12"/>
                </a:lnTo>
                <a:lnTo>
                  <a:pt x="86" y="11"/>
                </a:lnTo>
                <a:lnTo>
                  <a:pt x="88" y="12"/>
                </a:lnTo>
                <a:lnTo>
                  <a:pt x="89" y="12"/>
                </a:lnTo>
                <a:lnTo>
                  <a:pt x="90" y="12"/>
                </a:lnTo>
                <a:lnTo>
                  <a:pt x="91" y="12"/>
                </a:lnTo>
                <a:lnTo>
                  <a:pt x="92" y="12"/>
                </a:lnTo>
                <a:lnTo>
                  <a:pt x="93" y="11"/>
                </a:lnTo>
                <a:lnTo>
                  <a:pt x="93" y="10"/>
                </a:lnTo>
                <a:lnTo>
                  <a:pt x="95" y="10"/>
                </a:lnTo>
                <a:lnTo>
                  <a:pt x="96" y="10"/>
                </a:lnTo>
                <a:lnTo>
                  <a:pt x="96" y="9"/>
                </a:lnTo>
                <a:lnTo>
                  <a:pt x="97" y="9"/>
                </a:lnTo>
                <a:lnTo>
                  <a:pt x="98" y="10"/>
                </a:lnTo>
                <a:lnTo>
                  <a:pt x="98" y="11"/>
                </a:lnTo>
                <a:lnTo>
                  <a:pt x="99" y="11"/>
                </a:lnTo>
                <a:lnTo>
                  <a:pt x="100" y="11"/>
                </a:lnTo>
                <a:lnTo>
                  <a:pt x="101" y="10"/>
                </a:lnTo>
                <a:lnTo>
                  <a:pt x="101" y="8"/>
                </a:lnTo>
                <a:lnTo>
                  <a:pt x="101" y="7"/>
                </a:lnTo>
                <a:lnTo>
                  <a:pt x="101" y="5"/>
                </a:lnTo>
                <a:lnTo>
                  <a:pt x="101" y="4"/>
                </a:lnTo>
                <a:lnTo>
                  <a:pt x="101" y="3"/>
                </a:lnTo>
                <a:lnTo>
                  <a:pt x="100" y="3"/>
                </a:lnTo>
                <a:lnTo>
                  <a:pt x="100" y="2"/>
                </a:lnTo>
                <a:lnTo>
                  <a:pt x="100" y="1"/>
                </a:lnTo>
                <a:lnTo>
                  <a:pt x="102" y="0"/>
                </a:lnTo>
                <a:lnTo>
                  <a:pt x="103" y="0"/>
                </a:lnTo>
                <a:lnTo>
                  <a:pt x="104" y="0"/>
                </a:lnTo>
                <a:lnTo>
                  <a:pt x="104" y="1"/>
                </a:lnTo>
                <a:lnTo>
                  <a:pt x="105" y="1"/>
                </a:lnTo>
                <a:lnTo>
                  <a:pt x="106" y="1"/>
                </a:lnTo>
                <a:lnTo>
                  <a:pt x="107" y="1"/>
                </a:lnTo>
                <a:close/>
              </a:path>
            </a:pathLst>
          </a:custGeom>
          <a:solidFill>
            <a:srgbClr val="F2E8E1"/>
          </a:solidFill>
          <a:ln w="2520">
            <a:solidFill>
              <a:srgbClr val="FFFFFF"/>
            </a:solidFill>
            <a:round/>
          </a:ln>
        </p:spPr>
        <p:txBody>
          <a:bodyPr lIns="1080" tIns="1080" rIns="1080" bIns="108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33" name=""/>
          <p:cNvSpPr/>
          <p:nvPr/>
        </p:nvSpPr>
        <p:spPr>
          <a:xfrm>
            <a:off x="4507200" y="1375200"/>
            <a:ext cx="192240" cy="188280"/>
          </a:xfrm>
          <a:custGeom>
            <a:avLst/>
            <a:gdLst/>
            <a:ahLst/>
            <a:rect l="0" t="0" r="r" b="b"/>
            <a:pathLst>
              <a:path w="534" h="523">
                <a:moveTo>
                  <a:pt x="347" y="3"/>
                </a:moveTo>
                <a:lnTo>
                  <a:pt x="348" y="3"/>
                </a:lnTo>
                <a:lnTo>
                  <a:pt x="349" y="3"/>
                </a:lnTo>
                <a:lnTo>
                  <a:pt x="350" y="3"/>
                </a:lnTo>
                <a:lnTo>
                  <a:pt x="350" y="4"/>
                </a:lnTo>
                <a:lnTo>
                  <a:pt x="351" y="4"/>
                </a:lnTo>
                <a:lnTo>
                  <a:pt x="352" y="4"/>
                </a:lnTo>
                <a:lnTo>
                  <a:pt x="353" y="4"/>
                </a:lnTo>
                <a:lnTo>
                  <a:pt x="353" y="5"/>
                </a:lnTo>
                <a:lnTo>
                  <a:pt x="354" y="6"/>
                </a:lnTo>
                <a:lnTo>
                  <a:pt x="355" y="6"/>
                </a:lnTo>
                <a:lnTo>
                  <a:pt x="356" y="7"/>
                </a:lnTo>
                <a:lnTo>
                  <a:pt x="358" y="8"/>
                </a:lnTo>
                <a:lnTo>
                  <a:pt x="358" y="9"/>
                </a:lnTo>
                <a:lnTo>
                  <a:pt x="359" y="9"/>
                </a:lnTo>
                <a:lnTo>
                  <a:pt x="360" y="10"/>
                </a:lnTo>
                <a:lnTo>
                  <a:pt x="360" y="11"/>
                </a:lnTo>
                <a:lnTo>
                  <a:pt x="361" y="11"/>
                </a:lnTo>
                <a:lnTo>
                  <a:pt x="362" y="12"/>
                </a:lnTo>
                <a:lnTo>
                  <a:pt x="362" y="13"/>
                </a:lnTo>
                <a:lnTo>
                  <a:pt x="364" y="13"/>
                </a:lnTo>
                <a:lnTo>
                  <a:pt x="365" y="12"/>
                </a:lnTo>
                <a:lnTo>
                  <a:pt x="367" y="12"/>
                </a:lnTo>
                <a:lnTo>
                  <a:pt x="368" y="12"/>
                </a:lnTo>
                <a:lnTo>
                  <a:pt x="369" y="12"/>
                </a:lnTo>
                <a:lnTo>
                  <a:pt x="370" y="12"/>
                </a:lnTo>
                <a:lnTo>
                  <a:pt x="370" y="13"/>
                </a:lnTo>
                <a:lnTo>
                  <a:pt x="371" y="13"/>
                </a:lnTo>
                <a:lnTo>
                  <a:pt x="371" y="14"/>
                </a:lnTo>
                <a:lnTo>
                  <a:pt x="371" y="15"/>
                </a:lnTo>
                <a:lnTo>
                  <a:pt x="371" y="16"/>
                </a:lnTo>
                <a:lnTo>
                  <a:pt x="371" y="17"/>
                </a:lnTo>
                <a:lnTo>
                  <a:pt x="371" y="16"/>
                </a:lnTo>
                <a:lnTo>
                  <a:pt x="372" y="17"/>
                </a:lnTo>
                <a:lnTo>
                  <a:pt x="373" y="17"/>
                </a:lnTo>
                <a:lnTo>
                  <a:pt x="373" y="18"/>
                </a:lnTo>
                <a:lnTo>
                  <a:pt x="374" y="18"/>
                </a:lnTo>
                <a:lnTo>
                  <a:pt x="374" y="19"/>
                </a:lnTo>
                <a:lnTo>
                  <a:pt x="375" y="19"/>
                </a:lnTo>
                <a:lnTo>
                  <a:pt x="376" y="19"/>
                </a:lnTo>
                <a:lnTo>
                  <a:pt x="377" y="20"/>
                </a:lnTo>
                <a:lnTo>
                  <a:pt x="378" y="19"/>
                </a:lnTo>
                <a:lnTo>
                  <a:pt x="379" y="20"/>
                </a:lnTo>
                <a:lnTo>
                  <a:pt x="380" y="20"/>
                </a:lnTo>
                <a:lnTo>
                  <a:pt x="381" y="21"/>
                </a:lnTo>
                <a:lnTo>
                  <a:pt x="382" y="22"/>
                </a:lnTo>
                <a:lnTo>
                  <a:pt x="382" y="23"/>
                </a:lnTo>
                <a:lnTo>
                  <a:pt x="383" y="24"/>
                </a:lnTo>
                <a:lnTo>
                  <a:pt x="384" y="25"/>
                </a:lnTo>
                <a:lnTo>
                  <a:pt x="385" y="25"/>
                </a:lnTo>
                <a:lnTo>
                  <a:pt x="385" y="26"/>
                </a:lnTo>
                <a:lnTo>
                  <a:pt x="386" y="26"/>
                </a:lnTo>
                <a:lnTo>
                  <a:pt x="387" y="26"/>
                </a:lnTo>
                <a:lnTo>
                  <a:pt x="387" y="27"/>
                </a:lnTo>
                <a:lnTo>
                  <a:pt x="388" y="27"/>
                </a:lnTo>
                <a:lnTo>
                  <a:pt x="389" y="26"/>
                </a:lnTo>
                <a:lnTo>
                  <a:pt x="390" y="26"/>
                </a:lnTo>
                <a:lnTo>
                  <a:pt x="391" y="26"/>
                </a:lnTo>
                <a:lnTo>
                  <a:pt x="392" y="27"/>
                </a:lnTo>
                <a:lnTo>
                  <a:pt x="393" y="27"/>
                </a:lnTo>
                <a:lnTo>
                  <a:pt x="393" y="28"/>
                </a:lnTo>
                <a:lnTo>
                  <a:pt x="393" y="27"/>
                </a:lnTo>
                <a:lnTo>
                  <a:pt x="394" y="27"/>
                </a:lnTo>
                <a:lnTo>
                  <a:pt x="396" y="27"/>
                </a:lnTo>
                <a:lnTo>
                  <a:pt x="397" y="27"/>
                </a:lnTo>
                <a:lnTo>
                  <a:pt x="397" y="28"/>
                </a:lnTo>
                <a:lnTo>
                  <a:pt x="398" y="28"/>
                </a:lnTo>
                <a:lnTo>
                  <a:pt x="399" y="28"/>
                </a:lnTo>
                <a:lnTo>
                  <a:pt x="400" y="28"/>
                </a:lnTo>
                <a:lnTo>
                  <a:pt x="400" y="29"/>
                </a:lnTo>
                <a:lnTo>
                  <a:pt x="402" y="30"/>
                </a:lnTo>
                <a:lnTo>
                  <a:pt x="402" y="29"/>
                </a:lnTo>
                <a:lnTo>
                  <a:pt x="403" y="30"/>
                </a:lnTo>
                <a:lnTo>
                  <a:pt x="403" y="31"/>
                </a:lnTo>
                <a:lnTo>
                  <a:pt x="404" y="32"/>
                </a:lnTo>
                <a:lnTo>
                  <a:pt x="405" y="32"/>
                </a:lnTo>
                <a:lnTo>
                  <a:pt x="406" y="32"/>
                </a:lnTo>
                <a:lnTo>
                  <a:pt x="406" y="33"/>
                </a:lnTo>
                <a:lnTo>
                  <a:pt x="407" y="33"/>
                </a:lnTo>
                <a:lnTo>
                  <a:pt x="408" y="34"/>
                </a:lnTo>
                <a:lnTo>
                  <a:pt x="409" y="35"/>
                </a:lnTo>
                <a:lnTo>
                  <a:pt x="410" y="36"/>
                </a:lnTo>
                <a:lnTo>
                  <a:pt x="411" y="37"/>
                </a:lnTo>
                <a:lnTo>
                  <a:pt x="412" y="38"/>
                </a:lnTo>
                <a:lnTo>
                  <a:pt x="413" y="38"/>
                </a:lnTo>
                <a:lnTo>
                  <a:pt x="415" y="39"/>
                </a:lnTo>
                <a:lnTo>
                  <a:pt x="417" y="40"/>
                </a:lnTo>
                <a:lnTo>
                  <a:pt x="417" y="41"/>
                </a:lnTo>
                <a:lnTo>
                  <a:pt x="418" y="42"/>
                </a:lnTo>
                <a:lnTo>
                  <a:pt x="419" y="43"/>
                </a:lnTo>
                <a:lnTo>
                  <a:pt x="419" y="44"/>
                </a:lnTo>
                <a:lnTo>
                  <a:pt x="420" y="44"/>
                </a:lnTo>
                <a:lnTo>
                  <a:pt x="420" y="45"/>
                </a:lnTo>
                <a:lnTo>
                  <a:pt x="420" y="46"/>
                </a:lnTo>
                <a:lnTo>
                  <a:pt x="419" y="46"/>
                </a:lnTo>
                <a:lnTo>
                  <a:pt x="420" y="47"/>
                </a:lnTo>
                <a:lnTo>
                  <a:pt x="421" y="47"/>
                </a:lnTo>
                <a:lnTo>
                  <a:pt x="422" y="47"/>
                </a:lnTo>
                <a:lnTo>
                  <a:pt x="423" y="48"/>
                </a:lnTo>
                <a:lnTo>
                  <a:pt x="424" y="48"/>
                </a:lnTo>
                <a:lnTo>
                  <a:pt x="425" y="48"/>
                </a:lnTo>
                <a:lnTo>
                  <a:pt x="426" y="48"/>
                </a:lnTo>
                <a:lnTo>
                  <a:pt x="427" y="49"/>
                </a:lnTo>
                <a:lnTo>
                  <a:pt x="428" y="49"/>
                </a:lnTo>
                <a:lnTo>
                  <a:pt x="429" y="49"/>
                </a:lnTo>
                <a:lnTo>
                  <a:pt x="429" y="51"/>
                </a:lnTo>
                <a:lnTo>
                  <a:pt x="429" y="52"/>
                </a:lnTo>
                <a:lnTo>
                  <a:pt x="429" y="53"/>
                </a:lnTo>
                <a:lnTo>
                  <a:pt x="428" y="53"/>
                </a:lnTo>
                <a:lnTo>
                  <a:pt x="427" y="53"/>
                </a:lnTo>
                <a:lnTo>
                  <a:pt x="427" y="54"/>
                </a:lnTo>
                <a:lnTo>
                  <a:pt x="427" y="55"/>
                </a:lnTo>
                <a:lnTo>
                  <a:pt x="428" y="55"/>
                </a:lnTo>
                <a:lnTo>
                  <a:pt x="429" y="55"/>
                </a:lnTo>
                <a:lnTo>
                  <a:pt x="429" y="56"/>
                </a:lnTo>
                <a:lnTo>
                  <a:pt x="428" y="56"/>
                </a:lnTo>
                <a:lnTo>
                  <a:pt x="429" y="56"/>
                </a:lnTo>
                <a:lnTo>
                  <a:pt x="430" y="57"/>
                </a:lnTo>
                <a:lnTo>
                  <a:pt x="430" y="58"/>
                </a:lnTo>
                <a:lnTo>
                  <a:pt x="429" y="59"/>
                </a:lnTo>
                <a:lnTo>
                  <a:pt x="430" y="60"/>
                </a:lnTo>
                <a:lnTo>
                  <a:pt x="431" y="60"/>
                </a:lnTo>
                <a:lnTo>
                  <a:pt x="431" y="61"/>
                </a:lnTo>
                <a:lnTo>
                  <a:pt x="432" y="61"/>
                </a:lnTo>
                <a:lnTo>
                  <a:pt x="433" y="61"/>
                </a:lnTo>
                <a:lnTo>
                  <a:pt x="434" y="61"/>
                </a:lnTo>
                <a:lnTo>
                  <a:pt x="436" y="61"/>
                </a:lnTo>
                <a:lnTo>
                  <a:pt x="438" y="61"/>
                </a:lnTo>
                <a:lnTo>
                  <a:pt x="439" y="61"/>
                </a:lnTo>
                <a:lnTo>
                  <a:pt x="440" y="61"/>
                </a:lnTo>
                <a:lnTo>
                  <a:pt x="441" y="61"/>
                </a:lnTo>
                <a:lnTo>
                  <a:pt x="442" y="61"/>
                </a:lnTo>
                <a:lnTo>
                  <a:pt x="444" y="61"/>
                </a:lnTo>
                <a:lnTo>
                  <a:pt x="444" y="59"/>
                </a:lnTo>
                <a:lnTo>
                  <a:pt x="445" y="59"/>
                </a:lnTo>
                <a:lnTo>
                  <a:pt x="447" y="59"/>
                </a:lnTo>
                <a:lnTo>
                  <a:pt x="448" y="59"/>
                </a:lnTo>
                <a:lnTo>
                  <a:pt x="449" y="59"/>
                </a:lnTo>
                <a:lnTo>
                  <a:pt x="449" y="60"/>
                </a:lnTo>
                <a:lnTo>
                  <a:pt x="450" y="59"/>
                </a:lnTo>
                <a:lnTo>
                  <a:pt x="451" y="59"/>
                </a:lnTo>
                <a:lnTo>
                  <a:pt x="452" y="59"/>
                </a:lnTo>
                <a:lnTo>
                  <a:pt x="453" y="59"/>
                </a:lnTo>
                <a:lnTo>
                  <a:pt x="454" y="59"/>
                </a:lnTo>
                <a:lnTo>
                  <a:pt x="455" y="59"/>
                </a:lnTo>
                <a:lnTo>
                  <a:pt x="456" y="58"/>
                </a:lnTo>
                <a:lnTo>
                  <a:pt x="457" y="58"/>
                </a:lnTo>
                <a:lnTo>
                  <a:pt x="459" y="57"/>
                </a:lnTo>
                <a:lnTo>
                  <a:pt x="459" y="58"/>
                </a:lnTo>
                <a:lnTo>
                  <a:pt x="460" y="58"/>
                </a:lnTo>
                <a:lnTo>
                  <a:pt x="461" y="57"/>
                </a:lnTo>
                <a:lnTo>
                  <a:pt x="462" y="57"/>
                </a:lnTo>
                <a:lnTo>
                  <a:pt x="463" y="58"/>
                </a:lnTo>
                <a:lnTo>
                  <a:pt x="464" y="58"/>
                </a:lnTo>
                <a:lnTo>
                  <a:pt x="464" y="59"/>
                </a:lnTo>
                <a:lnTo>
                  <a:pt x="465" y="59"/>
                </a:lnTo>
                <a:lnTo>
                  <a:pt x="466" y="59"/>
                </a:lnTo>
                <a:lnTo>
                  <a:pt x="467" y="59"/>
                </a:lnTo>
                <a:lnTo>
                  <a:pt x="469" y="58"/>
                </a:lnTo>
                <a:lnTo>
                  <a:pt x="470" y="58"/>
                </a:lnTo>
                <a:lnTo>
                  <a:pt x="471" y="58"/>
                </a:lnTo>
                <a:lnTo>
                  <a:pt x="473" y="58"/>
                </a:lnTo>
                <a:lnTo>
                  <a:pt x="474" y="58"/>
                </a:lnTo>
                <a:lnTo>
                  <a:pt x="474" y="59"/>
                </a:lnTo>
                <a:lnTo>
                  <a:pt x="475" y="59"/>
                </a:lnTo>
                <a:lnTo>
                  <a:pt x="476" y="60"/>
                </a:lnTo>
                <a:lnTo>
                  <a:pt x="477" y="60"/>
                </a:lnTo>
                <a:lnTo>
                  <a:pt x="478" y="60"/>
                </a:lnTo>
                <a:lnTo>
                  <a:pt x="479" y="61"/>
                </a:lnTo>
                <a:lnTo>
                  <a:pt x="478" y="62"/>
                </a:lnTo>
                <a:lnTo>
                  <a:pt x="479" y="64"/>
                </a:lnTo>
                <a:lnTo>
                  <a:pt x="480" y="65"/>
                </a:lnTo>
                <a:lnTo>
                  <a:pt x="480" y="66"/>
                </a:lnTo>
                <a:lnTo>
                  <a:pt x="480" y="67"/>
                </a:lnTo>
                <a:lnTo>
                  <a:pt x="480" y="68"/>
                </a:lnTo>
                <a:lnTo>
                  <a:pt x="480" y="70"/>
                </a:lnTo>
                <a:lnTo>
                  <a:pt x="481" y="71"/>
                </a:lnTo>
                <a:lnTo>
                  <a:pt x="481" y="72"/>
                </a:lnTo>
                <a:lnTo>
                  <a:pt x="482" y="72"/>
                </a:lnTo>
                <a:lnTo>
                  <a:pt x="483" y="72"/>
                </a:lnTo>
                <a:lnTo>
                  <a:pt x="482" y="73"/>
                </a:lnTo>
                <a:lnTo>
                  <a:pt x="481" y="73"/>
                </a:lnTo>
                <a:lnTo>
                  <a:pt x="481" y="75"/>
                </a:lnTo>
                <a:lnTo>
                  <a:pt x="480" y="75"/>
                </a:lnTo>
                <a:lnTo>
                  <a:pt x="481" y="75"/>
                </a:lnTo>
                <a:lnTo>
                  <a:pt x="481" y="76"/>
                </a:lnTo>
                <a:lnTo>
                  <a:pt x="482" y="76"/>
                </a:lnTo>
                <a:lnTo>
                  <a:pt x="481" y="76"/>
                </a:lnTo>
                <a:lnTo>
                  <a:pt x="480" y="76"/>
                </a:lnTo>
                <a:lnTo>
                  <a:pt x="479" y="77"/>
                </a:lnTo>
                <a:lnTo>
                  <a:pt x="479" y="78"/>
                </a:lnTo>
                <a:lnTo>
                  <a:pt x="478" y="78"/>
                </a:lnTo>
                <a:lnTo>
                  <a:pt x="478" y="79"/>
                </a:lnTo>
                <a:lnTo>
                  <a:pt x="479" y="80"/>
                </a:lnTo>
                <a:lnTo>
                  <a:pt x="480" y="80"/>
                </a:lnTo>
                <a:lnTo>
                  <a:pt x="481" y="80"/>
                </a:lnTo>
                <a:lnTo>
                  <a:pt x="482" y="80"/>
                </a:lnTo>
                <a:lnTo>
                  <a:pt x="483" y="80"/>
                </a:lnTo>
                <a:lnTo>
                  <a:pt x="483" y="79"/>
                </a:lnTo>
                <a:lnTo>
                  <a:pt x="483" y="80"/>
                </a:lnTo>
                <a:lnTo>
                  <a:pt x="484" y="80"/>
                </a:lnTo>
                <a:lnTo>
                  <a:pt x="485" y="79"/>
                </a:lnTo>
                <a:lnTo>
                  <a:pt x="486" y="79"/>
                </a:lnTo>
                <a:lnTo>
                  <a:pt x="486" y="80"/>
                </a:lnTo>
                <a:lnTo>
                  <a:pt x="487" y="81"/>
                </a:lnTo>
                <a:lnTo>
                  <a:pt x="487" y="80"/>
                </a:lnTo>
                <a:lnTo>
                  <a:pt x="489" y="79"/>
                </a:lnTo>
                <a:lnTo>
                  <a:pt x="490" y="79"/>
                </a:lnTo>
                <a:lnTo>
                  <a:pt x="490" y="78"/>
                </a:lnTo>
                <a:lnTo>
                  <a:pt x="491" y="78"/>
                </a:lnTo>
                <a:lnTo>
                  <a:pt x="492" y="79"/>
                </a:lnTo>
                <a:lnTo>
                  <a:pt x="493" y="80"/>
                </a:lnTo>
                <a:lnTo>
                  <a:pt x="494" y="80"/>
                </a:lnTo>
                <a:lnTo>
                  <a:pt x="494" y="81"/>
                </a:lnTo>
                <a:lnTo>
                  <a:pt x="495" y="81"/>
                </a:lnTo>
                <a:lnTo>
                  <a:pt x="495" y="82"/>
                </a:lnTo>
                <a:lnTo>
                  <a:pt x="496" y="82"/>
                </a:lnTo>
                <a:lnTo>
                  <a:pt x="497" y="83"/>
                </a:lnTo>
                <a:lnTo>
                  <a:pt x="499" y="83"/>
                </a:lnTo>
                <a:lnTo>
                  <a:pt x="500" y="83"/>
                </a:lnTo>
                <a:lnTo>
                  <a:pt x="500" y="82"/>
                </a:lnTo>
                <a:lnTo>
                  <a:pt x="501" y="83"/>
                </a:lnTo>
                <a:lnTo>
                  <a:pt x="501" y="82"/>
                </a:lnTo>
                <a:lnTo>
                  <a:pt x="502" y="83"/>
                </a:lnTo>
                <a:lnTo>
                  <a:pt x="502" y="84"/>
                </a:lnTo>
                <a:lnTo>
                  <a:pt x="503" y="84"/>
                </a:lnTo>
                <a:lnTo>
                  <a:pt x="504" y="84"/>
                </a:lnTo>
                <a:lnTo>
                  <a:pt x="505" y="84"/>
                </a:lnTo>
                <a:lnTo>
                  <a:pt x="506" y="84"/>
                </a:lnTo>
                <a:lnTo>
                  <a:pt x="506" y="83"/>
                </a:lnTo>
                <a:lnTo>
                  <a:pt x="507" y="83"/>
                </a:lnTo>
                <a:lnTo>
                  <a:pt x="506" y="84"/>
                </a:lnTo>
                <a:lnTo>
                  <a:pt x="505" y="85"/>
                </a:lnTo>
                <a:lnTo>
                  <a:pt x="505" y="86"/>
                </a:lnTo>
                <a:lnTo>
                  <a:pt x="504" y="86"/>
                </a:lnTo>
                <a:lnTo>
                  <a:pt x="504" y="87"/>
                </a:lnTo>
                <a:lnTo>
                  <a:pt x="503" y="87"/>
                </a:lnTo>
                <a:lnTo>
                  <a:pt x="503" y="88"/>
                </a:lnTo>
                <a:lnTo>
                  <a:pt x="503" y="89"/>
                </a:lnTo>
                <a:lnTo>
                  <a:pt x="504" y="89"/>
                </a:lnTo>
                <a:lnTo>
                  <a:pt x="505" y="89"/>
                </a:lnTo>
                <a:lnTo>
                  <a:pt x="505" y="88"/>
                </a:lnTo>
                <a:lnTo>
                  <a:pt x="506" y="88"/>
                </a:lnTo>
                <a:lnTo>
                  <a:pt x="507" y="88"/>
                </a:lnTo>
                <a:lnTo>
                  <a:pt x="508" y="88"/>
                </a:lnTo>
                <a:lnTo>
                  <a:pt x="508" y="89"/>
                </a:lnTo>
                <a:lnTo>
                  <a:pt x="509" y="89"/>
                </a:lnTo>
                <a:lnTo>
                  <a:pt x="509" y="90"/>
                </a:lnTo>
                <a:lnTo>
                  <a:pt x="510" y="90"/>
                </a:lnTo>
                <a:lnTo>
                  <a:pt x="509" y="91"/>
                </a:lnTo>
                <a:lnTo>
                  <a:pt x="510" y="92"/>
                </a:lnTo>
                <a:lnTo>
                  <a:pt x="511" y="92"/>
                </a:lnTo>
                <a:lnTo>
                  <a:pt x="512" y="92"/>
                </a:lnTo>
                <a:lnTo>
                  <a:pt x="513" y="92"/>
                </a:lnTo>
                <a:lnTo>
                  <a:pt x="513" y="93"/>
                </a:lnTo>
                <a:lnTo>
                  <a:pt x="513" y="94"/>
                </a:lnTo>
                <a:lnTo>
                  <a:pt x="515" y="94"/>
                </a:lnTo>
                <a:lnTo>
                  <a:pt x="515" y="96"/>
                </a:lnTo>
                <a:lnTo>
                  <a:pt x="516" y="97"/>
                </a:lnTo>
                <a:lnTo>
                  <a:pt x="519" y="97"/>
                </a:lnTo>
                <a:lnTo>
                  <a:pt x="520" y="97"/>
                </a:lnTo>
                <a:lnTo>
                  <a:pt x="521" y="97"/>
                </a:lnTo>
                <a:lnTo>
                  <a:pt x="522" y="97"/>
                </a:lnTo>
                <a:lnTo>
                  <a:pt x="523" y="97"/>
                </a:lnTo>
                <a:lnTo>
                  <a:pt x="523" y="96"/>
                </a:lnTo>
                <a:lnTo>
                  <a:pt x="523" y="97"/>
                </a:lnTo>
                <a:lnTo>
                  <a:pt x="523" y="98"/>
                </a:lnTo>
                <a:lnTo>
                  <a:pt x="524" y="98"/>
                </a:lnTo>
                <a:lnTo>
                  <a:pt x="524" y="99"/>
                </a:lnTo>
                <a:lnTo>
                  <a:pt x="525" y="99"/>
                </a:lnTo>
                <a:lnTo>
                  <a:pt x="526" y="99"/>
                </a:lnTo>
                <a:lnTo>
                  <a:pt x="526" y="100"/>
                </a:lnTo>
                <a:lnTo>
                  <a:pt x="526" y="101"/>
                </a:lnTo>
                <a:lnTo>
                  <a:pt x="526" y="102"/>
                </a:lnTo>
                <a:lnTo>
                  <a:pt x="526" y="103"/>
                </a:lnTo>
                <a:lnTo>
                  <a:pt x="527" y="103"/>
                </a:lnTo>
                <a:lnTo>
                  <a:pt x="527" y="104"/>
                </a:lnTo>
                <a:lnTo>
                  <a:pt x="527" y="105"/>
                </a:lnTo>
                <a:lnTo>
                  <a:pt x="527" y="106"/>
                </a:lnTo>
                <a:lnTo>
                  <a:pt x="528" y="107"/>
                </a:lnTo>
                <a:lnTo>
                  <a:pt x="527" y="109"/>
                </a:lnTo>
                <a:lnTo>
                  <a:pt x="529" y="109"/>
                </a:lnTo>
                <a:lnTo>
                  <a:pt x="529" y="110"/>
                </a:lnTo>
                <a:lnTo>
                  <a:pt x="529" y="111"/>
                </a:lnTo>
                <a:lnTo>
                  <a:pt x="529" y="112"/>
                </a:lnTo>
                <a:lnTo>
                  <a:pt x="528" y="112"/>
                </a:lnTo>
                <a:lnTo>
                  <a:pt x="528" y="113"/>
                </a:lnTo>
                <a:lnTo>
                  <a:pt x="528" y="114"/>
                </a:lnTo>
                <a:lnTo>
                  <a:pt x="528" y="115"/>
                </a:lnTo>
                <a:lnTo>
                  <a:pt x="529" y="116"/>
                </a:lnTo>
                <a:lnTo>
                  <a:pt x="529" y="117"/>
                </a:lnTo>
                <a:lnTo>
                  <a:pt x="530" y="117"/>
                </a:lnTo>
                <a:lnTo>
                  <a:pt x="530" y="118"/>
                </a:lnTo>
                <a:lnTo>
                  <a:pt x="530" y="119"/>
                </a:lnTo>
                <a:lnTo>
                  <a:pt x="530" y="120"/>
                </a:lnTo>
                <a:lnTo>
                  <a:pt x="530" y="121"/>
                </a:lnTo>
                <a:lnTo>
                  <a:pt x="530" y="122"/>
                </a:lnTo>
                <a:lnTo>
                  <a:pt x="531" y="122"/>
                </a:lnTo>
                <a:lnTo>
                  <a:pt x="531" y="124"/>
                </a:lnTo>
                <a:lnTo>
                  <a:pt x="531" y="125"/>
                </a:lnTo>
                <a:lnTo>
                  <a:pt x="531" y="126"/>
                </a:lnTo>
                <a:lnTo>
                  <a:pt x="531" y="127"/>
                </a:lnTo>
                <a:lnTo>
                  <a:pt x="532" y="127"/>
                </a:lnTo>
                <a:lnTo>
                  <a:pt x="532" y="128"/>
                </a:lnTo>
                <a:lnTo>
                  <a:pt x="533" y="128"/>
                </a:lnTo>
                <a:lnTo>
                  <a:pt x="534" y="129"/>
                </a:lnTo>
                <a:lnTo>
                  <a:pt x="533" y="130"/>
                </a:lnTo>
                <a:lnTo>
                  <a:pt x="533" y="131"/>
                </a:lnTo>
                <a:lnTo>
                  <a:pt x="532" y="131"/>
                </a:lnTo>
                <a:lnTo>
                  <a:pt x="532" y="132"/>
                </a:lnTo>
                <a:lnTo>
                  <a:pt x="533" y="133"/>
                </a:lnTo>
                <a:lnTo>
                  <a:pt x="532" y="133"/>
                </a:lnTo>
                <a:lnTo>
                  <a:pt x="532" y="134"/>
                </a:lnTo>
                <a:lnTo>
                  <a:pt x="531" y="134"/>
                </a:lnTo>
                <a:lnTo>
                  <a:pt x="530" y="134"/>
                </a:lnTo>
                <a:lnTo>
                  <a:pt x="530" y="135"/>
                </a:lnTo>
                <a:lnTo>
                  <a:pt x="529" y="135"/>
                </a:lnTo>
                <a:lnTo>
                  <a:pt x="528" y="135"/>
                </a:lnTo>
                <a:lnTo>
                  <a:pt x="528" y="136"/>
                </a:lnTo>
                <a:lnTo>
                  <a:pt x="527" y="136"/>
                </a:lnTo>
                <a:lnTo>
                  <a:pt x="527" y="137"/>
                </a:lnTo>
                <a:lnTo>
                  <a:pt x="526" y="138"/>
                </a:lnTo>
                <a:lnTo>
                  <a:pt x="526" y="139"/>
                </a:lnTo>
                <a:lnTo>
                  <a:pt x="526" y="140"/>
                </a:lnTo>
                <a:lnTo>
                  <a:pt x="526" y="141"/>
                </a:lnTo>
                <a:lnTo>
                  <a:pt x="527" y="141"/>
                </a:lnTo>
                <a:lnTo>
                  <a:pt x="527" y="142"/>
                </a:lnTo>
                <a:lnTo>
                  <a:pt x="526" y="143"/>
                </a:lnTo>
                <a:lnTo>
                  <a:pt x="526" y="144"/>
                </a:lnTo>
                <a:lnTo>
                  <a:pt x="527" y="144"/>
                </a:lnTo>
                <a:lnTo>
                  <a:pt x="526" y="145"/>
                </a:lnTo>
                <a:lnTo>
                  <a:pt x="526" y="146"/>
                </a:lnTo>
                <a:lnTo>
                  <a:pt x="527" y="146"/>
                </a:lnTo>
                <a:lnTo>
                  <a:pt x="528" y="146"/>
                </a:lnTo>
                <a:lnTo>
                  <a:pt x="528" y="147"/>
                </a:lnTo>
                <a:lnTo>
                  <a:pt x="528" y="148"/>
                </a:lnTo>
                <a:lnTo>
                  <a:pt x="528" y="149"/>
                </a:lnTo>
                <a:lnTo>
                  <a:pt x="528" y="150"/>
                </a:lnTo>
                <a:lnTo>
                  <a:pt x="528" y="151"/>
                </a:lnTo>
                <a:lnTo>
                  <a:pt x="528" y="152"/>
                </a:lnTo>
                <a:lnTo>
                  <a:pt x="529" y="152"/>
                </a:lnTo>
                <a:lnTo>
                  <a:pt x="529" y="151"/>
                </a:lnTo>
                <a:lnTo>
                  <a:pt x="531" y="151"/>
                </a:lnTo>
                <a:lnTo>
                  <a:pt x="532" y="151"/>
                </a:lnTo>
                <a:lnTo>
                  <a:pt x="532" y="152"/>
                </a:lnTo>
                <a:lnTo>
                  <a:pt x="532" y="153"/>
                </a:lnTo>
                <a:lnTo>
                  <a:pt x="531" y="154"/>
                </a:lnTo>
                <a:lnTo>
                  <a:pt x="531" y="155"/>
                </a:lnTo>
                <a:lnTo>
                  <a:pt x="530" y="156"/>
                </a:lnTo>
                <a:lnTo>
                  <a:pt x="530" y="157"/>
                </a:lnTo>
                <a:lnTo>
                  <a:pt x="530" y="158"/>
                </a:lnTo>
                <a:lnTo>
                  <a:pt x="529" y="159"/>
                </a:lnTo>
                <a:lnTo>
                  <a:pt x="529" y="160"/>
                </a:lnTo>
                <a:lnTo>
                  <a:pt x="530" y="160"/>
                </a:lnTo>
                <a:lnTo>
                  <a:pt x="530" y="161"/>
                </a:lnTo>
                <a:lnTo>
                  <a:pt x="530" y="162"/>
                </a:lnTo>
                <a:lnTo>
                  <a:pt x="529" y="163"/>
                </a:lnTo>
                <a:lnTo>
                  <a:pt x="529" y="165"/>
                </a:lnTo>
                <a:lnTo>
                  <a:pt x="528" y="166"/>
                </a:lnTo>
                <a:lnTo>
                  <a:pt x="527" y="167"/>
                </a:lnTo>
                <a:lnTo>
                  <a:pt x="527" y="168"/>
                </a:lnTo>
                <a:lnTo>
                  <a:pt x="527" y="169"/>
                </a:lnTo>
                <a:lnTo>
                  <a:pt x="527" y="170"/>
                </a:lnTo>
                <a:lnTo>
                  <a:pt x="526" y="171"/>
                </a:lnTo>
                <a:lnTo>
                  <a:pt x="525" y="172"/>
                </a:lnTo>
                <a:lnTo>
                  <a:pt x="524" y="174"/>
                </a:lnTo>
                <a:lnTo>
                  <a:pt x="524" y="175"/>
                </a:lnTo>
                <a:lnTo>
                  <a:pt x="523" y="176"/>
                </a:lnTo>
                <a:lnTo>
                  <a:pt x="521" y="176"/>
                </a:lnTo>
                <a:lnTo>
                  <a:pt x="520" y="177"/>
                </a:lnTo>
                <a:lnTo>
                  <a:pt x="520" y="176"/>
                </a:lnTo>
                <a:lnTo>
                  <a:pt x="519" y="176"/>
                </a:lnTo>
                <a:lnTo>
                  <a:pt x="519" y="175"/>
                </a:lnTo>
                <a:lnTo>
                  <a:pt x="518" y="174"/>
                </a:lnTo>
                <a:lnTo>
                  <a:pt x="516" y="173"/>
                </a:lnTo>
                <a:lnTo>
                  <a:pt x="516" y="171"/>
                </a:lnTo>
                <a:lnTo>
                  <a:pt x="516" y="170"/>
                </a:lnTo>
                <a:lnTo>
                  <a:pt x="516" y="169"/>
                </a:lnTo>
                <a:lnTo>
                  <a:pt x="515" y="169"/>
                </a:lnTo>
                <a:lnTo>
                  <a:pt x="515" y="168"/>
                </a:lnTo>
                <a:lnTo>
                  <a:pt x="513" y="168"/>
                </a:lnTo>
                <a:lnTo>
                  <a:pt x="513" y="167"/>
                </a:lnTo>
                <a:lnTo>
                  <a:pt x="515" y="166"/>
                </a:lnTo>
                <a:lnTo>
                  <a:pt x="513" y="166"/>
                </a:lnTo>
                <a:lnTo>
                  <a:pt x="512" y="166"/>
                </a:lnTo>
                <a:lnTo>
                  <a:pt x="512" y="165"/>
                </a:lnTo>
                <a:lnTo>
                  <a:pt x="511" y="166"/>
                </a:lnTo>
                <a:lnTo>
                  <a:pt x="511" y="165"/>
                </a:lnTo>
                <a:lnTo>
                  <a:pt x="510" y="165"/>
                </a:lnTo>
                <a:lnTo>
                  <a:pt x="509" y="166"/>
                </a:lnTo>
                <a:lnTo>
                  <a:pt x="509" y="167"/>
                </a:lnTo>
                <a:lnTo>
                  <a:pt x="508" y="167"/>
                </a:lnTo>
                <a:lnTo>
                  <a:pt x="507" y="167"/>
                </a:lnTo>
                <a:lnTo>
                  <a:pt x="507" y="166"/>
                </a:lnTo>
                <a:lnTo>
                  <a:pt x="506" y="165"/>
                </a:lnTo>
                <a:lnTo>
                  <a:pt x="506" y="166"/>
                </a:lnTo>
                <a:lnTo>
                  <a:pt x="505" y="166"/>
                </a:lnTo>
                <a:lnTo>
                  <a:pt x="505" y="165"/>
                </a:lnTo>
                <a:lnTo>
                  <a:pt x="504" y="165"/>
                </a:lnTo>
                <a:lnTo>
                  <a:pt x="503" y="164"/>
                </a:lnTo>
                <a:lnTo>
                  <a:pt x="502" y="164"/>
                </a:lnTo>
                <a:lnTo>
                  <a:pt x="501" y="164"/>
                </a:lnTo>
                <a:lnTo>
                  <a:pt x="500" y="165"/>
                </a:lnTo>
                <a:lnTo>
                  <a:pt x="500" y="166"/>
                </a:lnTo>
                <a:lnTo>
                  <a:pt x="499" y="166"/>
                </a:lnTo>
                <a:lnTo>
                  <a:pt x="498" y="166"/>
                </a:lnTo>
                <a:lnTo>
                  <a:pt x="498" y="167"/>
                </a:lnTo>
                <a:lnTo>
                  <a:pt x="497" y="167"/>
                </a:lnTo>
                <a:lnTo>
                  <a:pt x="496" y="168"/>
                </a:lnTo>
                <a:lnTo>
                  <a:pt x="495" y="168"/>
                </a:lnTo>
                <a:lnTo>
                  <a:pt x="495" y="169"/>
                </a:lnTo>
                <a:lnTo>
                  <a:pt x="494" y="169"/>
                </a:lnTo>
                <a:lnTo>
                  <a:pt x="494" y="170"/>
                </a:lnTo>
                <a:lnTo>
                  <a:pt x="493" y="170"/>
                </a:lnTo>
                <a:lnTo>
                  <a:pt x="492" y="170"/>
                </a:lnTo>
                <a:lnTo>
                  <a:pt x="491" y="170"/>
                </a:lnTo>
                <a:lnTo>
                  <a:pt x="491" y="171"/>
                </a:lnTo>
                <a:lnTo>
                  <a:pt x="490" y="171"/>
                </a:lnTo>
                <a:lnTo>
                  <a:pt x="489" y="171"/>
                </a:lnTo>
                <a:lnTo>
                  <a:pt x="489" y="172"/>
                </a:lnTo>
                <a:lnTo>
                  <a:pt x="488" y="172"/>
                </a:lnTo>
                <a:lnTo>
                  <a:pt x="488" y="173"/>
                </a:lnTo>
                <a:lnTo>
                  <a:pt x="487" y="173"/>
                </a:lnTo>
                <a:lnTo>
                  <a:pt x="487" y="174"/>
                </a:lnTo>
                <a:lnTo>
                  <a:pt x="485" y="175"/>
                </a:lnTo>
                <a:lnTo>
                  <a:pt x="485" y="176"/>
                </a:lnTo>
                <a:lnTo>
                  <a:pt x="483" y="177"/>
                </a:lnTo>
                <a:lnTo>
                  <a:pt x="482" y="178"/>
                </a:lnTo>
                <a:lnTo>
                  <a:pt x="483" y="179"/>
                </a:lnTo>
                <a:lnTo>
                  <a:pt x="482" y="180"/>
                </a:lnTo>
                <a:lnTo>
                  <a:pt x="483" y="180"/>
                </a:lnTo>
                <a:lnTo>
                  <a:pt x="483" y="181"/>
                </a:lnTo>
                <a:lnTo>
                  <a:pt x="482" y="181"/>
                </a:lnTo>
                <a:lnTo>
                  <a:pt x="481" y="182"/>
                </a:lnTo>
                <a:lnTo>
                  <a:pt x="481" y="181"/>
                </a:lnTo>
                <a:lnTo>
                  <a:pt x="481" y="180"/>
                </a:lnTo>
                <a:lnTo>
                  <a:pt x="480" y="181"/>
                </a:lnTo>
                <a:lnTo>
                  <a:pt x="479" y="182"/>
                </a:lnTo>
                <a:lnTo>
                  <a:pt x="478" y="183"/>
                </a:lnTo>
                <a:lnTo>
                  <a:pt x="477" y="183"/>
                </a:lnTo>
                <a:lnTo>
                  <a:pt x="476" y="183"/>
                </a:lnTo>
                <a:lnTo>
                  <a:pt x="476" y="184"/>
                </a:lnTo>
                <a:lnTo>
                  <a:pt x="476" y="185"/>
                </a:lnTo>
                <a:lnTo>
                  <a:pt x="477" y="185"/>
                </a:lnTo>
                <a:lnTo>
                  <a:pt x="477" y="186"/>
                </a:lnTo>
                <a:lnTo>
                  <a:pt x="477" y="187"/>
                </a:lnTo>
                <a:lnTo>
                  <a:pt x="476" y="188"/>
                </a:lnTo>
                <a:lnTo>
                  <a:pt x="476" y="189"/>
                </a:lnTo>
                <a:lnTo>
                  <a:pt x="475" y="190"/>
                </a:lnTo>
                <a:lnTo>
                  <a:pt x="474" y="191"/>
                </a:lnTo>
                <a:lnTo>
                  <a:pt x="473" y="192"/>
                </a:lnTo>
                <a:lnTo>
                  <a:pt x="472" y="192"/>
                </a:lnTo>
                <a:lnTo>
                  <a:pt x="471" y="192"/>
                </a:lnTo>
                <a:lnTo>
                  <a:pt x="470" y="192"/>
                </a:lnTo>
                <a:lnTo>
                  <a:pt x="469" y="193"/>
                </a:lnTo>
                <a:lnTo>
                  <a:pt x="469" y="194"/>
                </a:lnTo>
                <a:lnTo>
                  <a:pt x="469" y="195"/>
                </a:lnTo>
                <a:lnTo>
                  <a:pt x="468" y="195"/>
                </a:lnTo>
                <a:lnTo>
                  <a:pt x="468" y="196"/>
                </a:lnTo>
                <a:lnTo>
                  <a:pt x="469" y="196"/>
                </a:lnTo>
                <a:lnTo>
                  <a:pt x="469" y="197"/>
                </a:lnTo>
                <a:lnTo>
                  <a:pt x="468" y="197"/>
                </a:lnTo>
                <a:lnTo>
                  <a:pt x="468" y="198"/>
                </a:lnTo>
                <a:lnTo>
                  <a:pt x="467" y="199"/>
                </a:lnTo>
                <a:lnTo>
                  <a:pt x="466" y="199"/>
                </a:lnTo>
                <a:lnTo>
                  <a:pt x="465" y="199"/>
                </a:lnTo>
                <a:lnTo>
                  <a:pt x="464" y="200"/>
                </a:lnTo>
                <a:lnTo>
                  <a:pt x="463" y="200"/>
                </a:lnTo>
                <a:lnTo>
                  <a:pt x="464" y="199"/>
                </a:lnTo>
                <a:lnTo>
                  <a:pt x="464" y="198"/>
                </a:lnTo>
                <a:lnTo>
                  <a:pt x="464" y="197"/>
                </a:lnTo>
                <a:lnTo>
                  <a:pt x="464" y="196"/>
                </a:lnTo>
                <a:lnTo>
                  <a:pt x="463" y="196"/>
                </a:lnTo>
                <a:lnTo>
                  <a:pt x="463" y="197"/>
                </a:lnTo>
                <a:lnTo>
                  <a:pt x="462" y="197"/>
                </a:lnTo>
                <a:lnTo>
                  <a:pt x="462" y="198"/>
                </a:lnTo>
                <a:lnTo>
                  <a:pt x="461" y="198"/>
                </a:lnTo>
                <a:lnTo>
                  <a:pt x="460" y="199"/>
                </a:lnTo>
                <a:lnTo>
                  <a:pt x="460" y="200"/>
                </a:lnTo>
                <a:lnTo>
                  <a:pt x="459" y="200"/>
                </a:lnTo>
                <a:lnTo>
                  <a:pt x="459" y="201"/>
                </a:lnTo>
                <a:lnTo>
                  <a:pt x="458" y="201"/>
                </a:lnTo>
                <a:lnTo>
                  <a:pt x="458" y="202"/>
                </a:lnTo>
                <a:lnTo>
                  <a:pt x="457" y="202"/>
                </a:lnTo>
                <a:lnTo>
                  <a:pt x="456" y="203"/>
                </a:lnTo>
                <a:lnTo>
                  <a:pt x="455" y="204"/>
                </a:lnTo>
                <a:lnTo>
                  <a:pt x="455" y="205"/>
                </a:lnTo>
                <a:lnTo>
                  <a:pt x="454" y="205"/>
                </a:lnTo>
                <a:lnTo>
                  <a:pt x="453" y="206"/>
                </a:lnTo>
                <a:lnTo>
                  <a:pt x="453" y="207"/>
                </a:lnTo>
                <a:lnTo>
                  <a:pt x="452" y="207"/>
                </a:lnTo>
                <a:lnTo>
                  <a:pt x="452" y="208"/>
                </a:lnTo>
                <a:lnTo>
                  <a:pt x="452" y="209"/>
                </a:lnTo>
                <a:lnTo>
                  <a:pt x="452" y="210"/>
                </a:lnTo>
                <a:lnTo>
                  <a:pt x="451" y="210"/>
                </a:lnTo>
                <a:lnTo>
                  <a:pt x="451" y="211"/>
                </a:lnTo>
                <a:lnTo>
                  <a:pt x="451" y="212"/>
                </a:lnTo>
                <a:lnTo>
                  <a:pt x="450" y="212"/>
                </a:lnTo>
                <a:lnTo>
                  <a:pt x="450" y="213"/>
                </a:lnTo>
                <a:lnTo>
                  <a:pt x="450" y="214"/>
                </a:lnTo>
                <a:lnTo>
                  <a:pt x="449" y="214"/>
                </a:lnTo>
                <a:lnTo>
                  <a:pt x="449" y="215"/>
                </a:lnTo>
                <a:lnTo>
                  <a:pt x="448" y="215"/>
                </a:lnTo>
                <a:lnTo>
                  <a:pt x="448" y="216"/>
                </a:lnTo>
                <a:lnTo>
                  <a:pt x="447" y="216"/>
                </a:lnTo>
                <a:lnTo>
                  <a:pt x="447" y="217"/>
                </a:lnTo>
                <a:lnTo>
                  <a:pt x="446" y="218"/>
                </a:lnTo>
                <a:lnTo>
                  <a:pt x="446" y="219"/>
                </a:lnTo>
                <a:lnTo>
                  <a:pt x="445" y="220"/>
                </a:lnTo>
                <a:lnTo>
                  <a:pt x="445" y="221"/>
                </a:lnTo>
                <a:lnTo>
                  <a:pt x="444" y="221"/>
                </a:lnTo>
                <a:lnTo>
                  <a:pt x="444" y="220"/>
                </a:lnTo>
                <a:lnTo>
                  <a:pt x="444" y="219"/>
                </a:lnTo>
                <a:lnTo>
                  <a:pt x="443" y="219"/>
                </a:lnTo>
                <a:lnTo>
                  <a:pt x="443" y="218"/>
                </a:lnTo>
                <a:lnTo>
                  <a:pt x="443" y="217"/>
                </a:lnTo>
                <a:lnTo>
                  <a:pt x="443" y="216"/>
                </a:lnTo>
                <a:lnTo>
                  <a:pt x="443" y="215"/>
                </a:lnTo>
                <a:lnTo>
                  <a:pt x="444" y="215"/>
                </a:lnTo>
                <a:lnTo>
                  <a:pt x="444" y="214"/>
                </a:lnTo>
                <a:lnTo>
                  <a:pt x="444" y="213"/>
                </a:lnTo>
                <a:lnTo>
                  <a:pt x="445" y="212"/>
                </a:lnTo>
                <a:lnTo>
                  <a:pt x="445" y="211"/>
                </a:lnTo>
                <a:lnTo>
                  <a:pt x="444" y="211"/>
                </a:lnTo>
                <a:lnTo>
                  <a:pt x="444" y="210"/>
                </a:lnTo>
                <a:lnTo>
                  <a:pt x="443" y="209"/>
                </a:lnTo>
                <a:lnTo>
                  <a:pt x="442" y="208"/>
                </a:lnTo>
                <a:lnTo>
                  <a:pt x="441" y="207"/>
                </a:lnTo>
                <a:lnTo>
                  <a:pt x="440" y="207"/>
                </a:lnTo>
                <a:lnTo>
                  <a:pt x="439" y="206"/>
                </a:lnTo>
                <a:lnTo>
                  <a:pt x="440" y="206"/>
                </a:lnTo>
                <a:lnTo>
                  <a:pt x="441" y="206"/>
                </a:lnTo>
                <a:lnTo>
                  <a:pt x="441" y="205"/>
                </a:lnTo>
                <a:lnTo>
                  <a:pt x="441" y="204"/>
                </a:lnTo>
                <a:lnTo>
                  <a:pt x="440" y="204"/>
                </a:lnTo>
                <a:lnTo>
                  <a:pt x="440" y="205"/>
                </a:lnTo>
                <a:lnTo>
                  <a:pt x="439" y="205"/>
                </a:lnTo>
                <a:lnTo>
                  <a:pt x="439" y="204"/>
                </a:lnTo>
                <a:lnTo>
                  <a:pt x="439" y="203"/>
                </a:lnTo>
                <a:lnTo>
                  <a:pt x="438" y="203"/>
                </a:lnTo>
                <a:lnTo>
                  <a:pt x="438" y="202"/>
                </a:lnTo>
                <a:lnTo>
                  <a:pt x="437" y="202"/>
                </a:lnTo>
                <a:lnTo>
                  <a:pt x="437" y="203"/>
                </a:lnTo>
                <a:lnTo>
                  <a:pt x="436" y="204"/>
                </a:lnTo>
                <a:lnTo>
                  <a:pt x="436" y="205"/>
                </a:lnTo>
                <a:lnTo>
                  <a:pt x="434" y="206"/>
                </a:lnTo>
                <a:lnTo>
                  <a:pt x="433" y="206"/>
                </a:lnTo>
                <a:lnTo>
                  <a:pt x="433" y="207"/>
                </a:lnTo>
                <a:lnTo>
                  <a:pt x="432" y="207"/>
                </a:lnTo>
                <a:lnTo>
                  <a:pt x="432" y="208"/>
                </a:lnTo>
                <a:lnTo>
                  <a:pt x="431" y="208"/>
                </a:lnTo>
                <a:lnTo>
                  <a:pt x="430" y="209"/>
                </a:lnTo>
                <a:lnTo>
                  <a:pt x="431" y="209"/>
                </a:lnTo>
                <a:lnTo>
                  <a:pt x="432" y="208"/>
                </a:lnTo>
                <a:lnTo>
                  <a:pt x="432" y="209"/>
                </a:lnTo>
                <a:lnTo>
                  <a:pt x="431" y="210"/>
                </a:lnTo>
                <a:lnTo>
                  <a:pt x="429" y="211"/>
                </a:lnTo>
                <a:lnTo>
                  <a:pt x="429" y="212"/>
                </a:lnTo>
                <a:lnTo>
                  <a:pt x="428" y="212"/>
                </a:lnTo>
                <a:lnTo>
                  <a:pt x="428" y="213"/>
                </a:lnTo>
                <a:lnTo>
                  <a:pt x="427" y="214"/>
                </a:lnTo>
                <a:lnTo>
                  <a:pt x="426" y="214"/>
                </a:lnTo>
                <a:lnTo>
                  <a:pt x="424" y="213"/>
                </a:lnTo>
                <a:lnTo>
                  <a:pt x="424" y="214"/>
                </a:lnTo>
                <a:lnTo>
                  <a:pt x="424" y="215"/>
                </a:lnTo>
                <a:lnTo>
                  <a:pt x="423" y="216"/>
                </a:lnTo>
                <a:lnTo>
                  <a:pt x="422" y="216"/>
                </a:lnTo>
                <a:lnTo>
                  <a:pt x="422" y="217"/>
                </a:lnTo>
                <a:lnTo>
                  <a:pt x="421" y="217"/>
                </a:lnTo>
                <a:lnTo>
                  <a:pt x="421" y="216"/>
                </a:lnTo>
                <a:lnTo>
                  <a:pt x="421" y="215"/>
                </a:lnTo>
                <a:lnTo>
                  <a:pt x="421" y="216"/>
                </a:lnTo>
                <a:lnTo>
                  <a:pt x="420" y="216"/>
                </a:lnTo>
                <a:lnTo>
                  <a:pt x="419" y="216"/>
                </a:lnTo>
                <a:lnTo>
                  <a:pt x="419" y="215"/>
                </a:lnTo>
                <a:lnTo>
                  <a:pt x="418" y="215"/>
                </a:lnTo>
                <a:lnTo>
                  <a:pt x="418" y="214"/>
                </a:lnTo>
                <a:lnTo>
                  <a:pt x="418" y="213"/>
                </a:lnTo>
                <a:lnTo>
                  <a:pt x="417" y="213"/>
                </a:lnTo>
                <a:lnTo>
                  <a:pt x="417" y="212"/>
                </a:lnTo>
                <a:lnTo>
                  <a:pt x="417" y="211"/>
                </a:lnTo>
                <a:lnTo>
                  <a:pt x="416" y="211"/>
                </a:lnTo>
                <a:lnTo>
                  <a:pt x="415" y="211"/>
                </a:lnTo>
                <a:lnTo>
                  <a:pt x="416" y="211"/>
                </a:lnTo>
                <a:lnTo>
                  <a:pt x="416" y="210"/>
                </a:lnTo>
                <a:lnTo>
                  <a:pt x="415" y="209"/>
                </a:lnTo>
                <a:lnTo>
                  <a:pt x="415" y="208"/>
                </a:lnTo>
                <a:lnTo>
                  <a:pt x="414" y="208"/>
                </a:lnTo>
                <a:lnTo>
                  <a:pt x="414" y="207"/>
                </a:lnTo>
                <a:lnTo>
                  <a:pt x="416" y="206"/>
                </a:lnTo>
                <a:lnTo>
                  <a:pt x="417" y="206"/>
                </a:lnTo>
                <a:lnTo>
                  <a:pt x="417" y="205"/>
                </a:lnTo>
                <a:lnTo>
                  <a:pt x="418" y="205"/>
                </a:lnTo>
                <a:lnTo>
                  <a:pt x="418" y="204"/>
                </a:lnTo>
                <a:lnTo>
                  <a:pt x="418" y="203"/>
                </a:lnTo>
                <a:lnTo>
                  <a:pt x="419" y="203"/>
                </a:lnTo>
                <a:lnTo>
                  <a:pt x="418" y="203"/>
                </a:lnTo>
                <a:lnTo>
                  <a:pt x="418" y="202"/>
                </a:lnTo>
                <a:lnTo>
                  <a:pt x="415" y="201"/>
                </a:lnTo>
                <a:lnTo>
                  <a:pt x="414" y="201"/>
                </a:lnTo>
                <a:lnTo>
                  <a:pt x="414" y="202"/>
                </a:lnTo>
                <a:lnTo>
                  <a:pt x="413" y="202"/>
                </a:lnTo>
                <a:lnTo>
                  <a:pt x="412" y="202"/>
                </a:lnTo>
                <a:lnTo>
                  <a:pt x="411" y="202"/>
                </a:lnTo>
                <a:lnTo>
                  <a:pt x="410" y="201"/>
                </a:lnTo>
                <a:lnTo>
                  <a:pt x="410" y="200"/>
                </a:lnTo>
                <a:lnTo>
                  <a:pt x="409" y="201"/>
                </a:lnTo>
                <a:lnTo>
                  <a:pt x="408" y="202"/>
                </a:lnTo>
                <a:lnTo>
                  <a:pt x="407" y="202"/>
                </a:lnTo>
                <a:lnTo>
                  <a:pt x="406" y="203"/>
                </a:lnTo>
                <a:lnTo>
                  <a:pt x="406" y="204"/>
                </a:lnTo>
                <a:lnTo>
                  <a:pt x="405" y="204"/>
                </a:lnTo>
                <a:lnTo>
                  <a:pt x="405" y="203"/>
                </a:lnTo>
                <a:lnTo>
                  <a:pt x="405" y="204"/>
                </a:lnTo>
                <a:lnTo>
                  <a:pt x="404" y="205"/>
                </a:lnTo>
                <a:lnTo>
                  <a:pt x="403" y="204"/>
                </a:lnTo>
                <a:lnTo>
                  <a:pt x="402" y="204"/>
                </a:lnTo>
                <a:lnTo>
                  <a:pt x="401" y="204"/>
                </a:lnTo>
                <a:lnTo>
                  <a:pt x="401" y="205"/>
                </a:lnTo>
                <a:lnTo>
                  <a:pt x="401" y="206"/>
                </a:lnTo>
                <a:lnTo>
                  <a:pt x="400" y="206"/>
                </a:lnTo>
                <a:lnTo>
                  <a:pt x="399" y="207"/>
                </a:lnTo>
                <a:lnTo>
                  <a:pt x="399" y="208"/>
                </a:lnTo>
                <a:lnTo>
                  <a:pt x="398" y="208"/>
                </a:lnTo>
                <a:lnTo>
                  <a:pt x="398" y="209"/>
                </a:lnTo>
                <a:lnTo>
                  <a:pt x="397" y="209"/>
                </a:lnTo>
                <a:lnTo>
                  <a:pt x="396" y="210"/>
                </a:lnTo>
                <a:lnTo>
                  <a:pt x="396" y="211"/>
                </a:lnTo>
                <a:lnTo>
                  <a:pt x="395" y="211"/>
                </a:lnTo>
                <a:lnTo>
                  <a:pt x="394" y="213"/>
                </a:lnTo>
                <a:lnTo>
                  <a:pt x="394" y="214"/>
                </a:lnTo>
                <a:lnTo>
                  <a:pt x="393" y="214"/>
                </a:lnTo>
                <a:lnTo>
                  <a:pt x="393" y="215"/>
                </a:lnTo>
                <a:lnTo>
                  <a:pt x="392" y="215"/>
                </a:lnTo>
                <a:lnTo>
                  <a:pt x="392" y="216"/>
                </a:lnTo>
                <a:lnTo>
                  <a:pt x="392" y="217"/>
                </a:lnTo>
                <a:lnTo>
                  <a:pt x="391" y="217"/>
                </a:lnTo>
                <a:lnTo>
                  <a:pt x="390" y="219"/>
                </a:lnTo>
                <a:lnTo>
                  <a:pt x="389" y="220"/>
                </a:lnTo>
                <a:lnTo>
                  <a:pt x="388" y="221"/>
                </a:lnTo>
                <a:lnTo>
                  <a:pt x="387" y="222"/>
                </a:lnTo>
                <a:lnTo>
                  <a:pt x="386" y="222"/>
                </a:lnTo>
                <a:lnTo>
                  <a:pt x="385" y="222"/>
                </a:lnTo>
                <a:lnTo>
                  <a:pt x="385" y="223"/>
                </a:lnTo>
                <a:lnTo>
                  <a:pt x="385" y="222"/>
                </a:lnTo>
                <a:lnTo>
                  <a:pt x="384" y="221"/>
                </a:lnTo>
                <a:lnTo>
                  <a:pt x="383" y="221"/>
                </a:lnTo>
                <a:lnTo>
                  <a:pt x="383" y="220"/>
                </a:lnTo>
                <a:lnTo>
                  <a:pt x="382" y="220"/>
                </a:lnTo>
                <a:lnTo>
                  <a:pt x="381" y="221"/>
                </a:lnTo>
                <a:lnTo>
                  <a:pt x="380" y="221"/>
                </a:lnTo>
                <a:lnTo>
                  <a:pt x="379" y="221"/>
                </a:lnTo>
                <a:lnTo>
                  <a:pt x="379" y="222"/>
                </a:lnTo>
                <a:lnTo>
                  <a:pt x="378" y="222"/>
                </a:lnTo>
                <a:lnTo>
                  <a:pt x="377" y="222"/>
                </a:lnTo>
                <a:lnTo>
                  <a:pt x="376" y="221"/>
                </a:lnTo>
                <a:lnTo>
                  <a:pt x="376" y="220"/>
                </a:lnTo>
                <a:lnTo>
                  <a:pt x="375" y="219"/>
                </a:lnTo>
                <a:lnTo>
                  <a:pt x="374" y="219"/>
                </a:lnTo>
                <a:lnTo>
                  <a:pt x="374" y="218"/>
                </a:lnTo>
                <a:lnTo>
                  <a:pt x="374" y="217"/>
                </a:lnTo>
                <a:lnTo>
                  <a:pt x="373" y="216"/>
                </a:lnTo>
                <a:lnTo>
                  <a:pt x="372" y="214"/>
                </a:lnTo>
                <a:lnTo>
                  <a:pt x="373" y="214"/>
                </a:lnTo>
                <a:lnTo>
                  <a:pt x="372" y="213"/>
                </a:lnTo>
                <a:lnTo>
                  <a:pt x="372" y="212"/>
                </a:lnTo>
                <a:lnTo>
                  <a:pt x="372" y="211"/>
                </a:lnTo>
                <a:lnTo>
                  <a:pt x="371" y="210"/>
                </a:lnTo>
                <a:lnTo>
                  <a:pt x="368" y="210"/>
                </a:lnTo>
                <a:lnTo>
                  <a:pt x="368" y="211"/>
                </a:lnTo>
                <a:lnTo>
                  <a:pt x="367" y="211"/>
                </a:lnTo>
                <a:lnTo>
                  <a:pt x="367" y="212"/>
                </a:lnTo>
                <a:lnTo>
                  <a:pt x="366" y="212"/>
                </a:lnTo>
                <a:lnTo>
                  <a:pt x="367" y="214"/>
                </a:lnTo>
                <a:lnTo>
                  <a:pt x="367" y="215"/>
                </a:lnTo>
                <a:lnTo>
                  <a:pt x="367" y="216"/>
                </a:lnTo>
                <a:lnTo>
                  <a:pt x="367" y="217"/>
                </a:lnTo>
                <a:lnTo>
                  <a:pt x="367" y="218"/>
                </a:lnTo>
                <a:lnTo>
                  <a:pt x="367" y="219"/>
                </a:lnTo>
                <a:lnTo>
                  <a:pt x="367" y="220"/>
                </a:lnTo>
                <a:lnTo>
                  <a:pt x="367" y="219"/>
                </a:lnTo>
                <a:lnTo>
                  <a:pt x="366" y="219"/>
                </a:lnTo>
                <a:lnTo>
                  <a:pt x="366" y="218"/>
                </a:lnTo>
                <a:lnTo>
                  <a:pt x="365" y="218"/>
                </a:lnTo>
                <a:lnTo>
                  <a:pt x="365" y="219"/>
                </a:lnTo>
                <a:lnTo>
                  <a:pt x="364" y="219"/>
                </a:lnTo>
                <a:lnTo>
                  <a:pt x="365" y="220"/>
                </a:lnTo>
                <a:lnTo>
                  <a:pt x="364" y="220"/>
                </a:lnTo>
                <a:lnTo>
                  <a:pt x="363" y="221"/>
                </a:lnTo>
                <a:lnTo>
                  <a:pt x="363" y="222"/>
                </a:lnTo>
                <a:lnTo>
                  <a:pt x="362" y="223"/>
                </a:lnTo>
                <a:lnTo>
                  <a:pt x="361" y="223"/>
                </a:lnTo>
                <a:lnTo>
                  <a:pt x="361" y="224"/>
                </a:lnTo>
                <a:lnTo>
                  <a:pt x="360" y="224"/>
                </a:lnTo>
                <a:lnTo>
                  <a:pt x="360" y="225"/>
                </a:lnTo>
                <a:lnTo>
                  <a:pt x="359" y="225"/>
                </a:lnTo>
                <a:lnTo>
                  <a:pt x="359" y="226"/>
                </a:lnTo>
                <a:lnTo>
                  <a:pt x="358" y="226"/>
                </a:lnTo>
                <a:lnTo>
                  <a:pt x="358" y="225"/>
                </a:lnTo>
                <a:lnTo>
                  <a:pt x="357" y="225"/>
                </a:lnTo>
                <a:lnTo>
                  <a:pt x="357" y="224"/>
                </a:lnTo>
                <a:lnTo>
                  <a:pt x="356" y="224"/>
                </a:lnTo>
                <a:lnTo>
                  <a:pt x="355" y="224"/>
                </a:lnTo>
                <a:lnTo>
                  <a:pt x="354" y="224"/>
                </a:lnTo>
                <a:lnTo>
                  <a:pt x="353" y="223"/>
                </a:lnTo>
                <a:lnTo>
                  <a:pt x="353" y="222"/>
                </a:lnTo>
                <a:lnTo>
                  <a:pt x="352" y="222"/>
                </a:lnTo>
                <a:lnTo>
                  <a:pt x="351" y="222"/>
                </a:lnTo>
                <a:lnTo>
                  <a:pt x="350" y="222"/>
                </a:lnTo>
                <a:lnTo>
                  <a:pt x="350" y="223"/>
                </a:lnTo>
                <a:lnTo>
                  <a:pt x="349" y="223"/>
                </a:lnTo>
                <a:lnTo>
                  <a:pt x="349" y="224"/>
                </a:lnTo>
                <a:lnTo>
                  <a:pt x="348" y="225"/>
                </a:lnTo>
                <a:lnTo>
                  <a:pt x="347" y="225"/>
                </a:lnTo>
                <a:lnTo>
                  <a:pt x="347" y="224"/>
                </a:lnTo>
                <a:lnTo>
                  <a:pt x="346" y="224"/>
                </a:lnTo>
                <a:lnTo>
                  <a:pt x="346" y="223"/>
                </a:lnTo>
                <a:lnTo>
                  <a:pt x="345" y="224"/>
                </a:lnTo>
                <a:lnTo>
                  <a:pt x="344" y="225"/>
                </a:lnTo>
                <a:lnTo>
                  <a:pt x="344" y="224"/>
                </a:lnTo>
                <a:lnTo>
                  <a:pt x="343" y="224"/>
                </a:lnTo>
                <a:lnTo>
                  <a:pt x="342" y="226"/>
                </a:lnTo>
                <a:lnTo>
                  <a:pt x="342" y="227"/>
                </a:lnTo>
                <a:lnTo>
                  <a:pt x="343" y="227"/>
                </a:lnTo>
                <a:lnTo>
                  <a:pt x="343" y="228"/>
                </a:lnTo>
                <a:lnTo>
                  <a:pt x="342" y="228"/>
                </a:lnTo>
                <a:lnTo>
                  <a:pt x="343" y="229"/>
                </a:lnTo>
                <a:lnTo>
                  <a:pt x="343" y="230"/>
                </a:lnTo>
                <a:lnTo>
                  <a:pt x="342" y="230"/>
                </a:lnTo>
                <a:lnTo>
                  <a:pt x="342" y="231"/>
                </a:lnTo>
                <a:lnTo>
                  <a:pt x="342" y="232"/>
                </a:lnTo>
                <a:lnTo>
                  <a:pt x="343" y="232"/>
                </a:lnTo>
                <a:lnTo>
                  <a:pt x="344" y="234"/>
                </a:lnTo>
                <a:lnTo>
                  <a:pt x="343" y="234"/>
                </a:lnTo>
                <a:lnTo>
                  <a:pt x="343" y="235"/>
                </a:lnTo>
                <a:lnTo>
                  <a:pt x="343" y="236"/>
                </a:lnTo>
                <a:lnTo>
                  <a:pt x="343" y="237"/>
                </a:lnTo>
                <a:lnTo>
                  <a:pt x="341" y="237"/>
                </a:lnTo>
                <a:lnTo>
                  <a:pt x="340" y="237"/>
                </a:lnTo>
                <a:lnTo>
                  <a:pt x="341" y="239"/>
                </a:lnTo>
                <a:lnTo>
                  <a:pt x="343" y="240"/>
                </a:lnTo>
                <a:lnTo>
                  <a:pt x="344" y="241"/>
                </a:lnTo>
                <a:lnTo>
                  <a:pt x="344" y="242"/>
                </a:lnTo>
                <a:lnTo>
                  <a:pt x="345" y="242"/>
                </a:lnTo>
                <a:lnTo>
                  <a:pt x="346" y="242"/>
                </a:lnTo>
                <a:lnTo>
                  <a:pt x="347" y="241"/>
                </a:lnTo>
                <a:lnTo>
                  <a:pt x="348" y="241"/>
                </a:lnTo>
                <a:lnTo>
                  <a:pt x="348" y="242"/>
                </a:lnTo>
                <a:lnTo>
                  <a:pt x="348" y="243"/>
                </a:lnTo>
                <a:lnTo>
                  <a:pt x="349" y="243"/>
                </a:lnTo>
                <a:lnTo>
                  <a:pt x="349" y="244"/>
                </a:lnTo>
                <a:lnTo>
                  <a:pt x="350" y="244"/>
                </a:lnTo>
                <a:lnTo>
                  <a:pt x="351" y="245"/>
                </a:lnTo>
                <a:lnTo>
                  <a:pt x="351" y="246"/>
                </a:lnTo>
                <a:lnTo>
                  <a:pt x="352" y="246"/>
                </a:lnTo>
                <a:lnTo>
                  <a:pt x="352" y="247"/>
                </a:lnTo>
                <a:lnTo>
                  <a:pt x="353" y="247"/>
                </a:lnTo>
                <a:lnTo>
                  <a:pt x="354" y="247"/>
                </a:lnTo>
                <a:lnTo>
                  <a:pt x="355" y="248"/>
                </a:lnTo>
                <a:lnTo>
                  <a:pt x="355" y="249"/>
                </a:lnTo>
                <a:lnTo>
                  <a:pt x="356" y="250"/>
                </a:lnTo>
                <a:lnTo>
                  <a:pt x="356" y="251"/>
                </a:lnTo>
                <a:lnTo>
                  <a:pt x="357" y="251"/>
                </a:lnTo>
                <a:lnTo>
                  <a:pt x="357" y="252"/>
                </a:lnTo>
                <a:lnTo>
                  <a:pt x="358" y="253"/>
                </a:lnTo>
                <a:lnTo>
                  <a:pt x="359" y="253"/>
                </a:lnTo>
                <a:lnTo>
                  <a:pt x="359" y="254"/>
                </a:lnTo>
                <a:lnTo>
                  <a:pt x="360" y="254"/>
                </a:lnTo>
                <a:lnTo>
                  <a:pt x="361" y="254"/>
                </a:lnTo>
                <a:lnTo>
                  <a:pt x="361" y="256"/>
                </a:lnTo>
                <a:lnTo>
                  <a:pt x="360" y="257"/>
                </a:lnTo>
                <a:lnTo>
                  <a:pt x="359" y="258"/>
                </a:lnTo>
                <a:lnTo>
                  <a:pt x="360" y="258"/>
                </a:lnTo>
                <a:lnTo>
                  <a:pt x="360" y="259"/>
                </a:lnTo>
                <a:lnTo>
                  <a:pt x="359" y="259"/>
                </a:lnTo>
                <a:lnTo>
                  <a:pt x="359" y="260"/>
                </a:lnTo>
                <a:lnTo>
                  <a:pt x="359" y="261"/>
                </a:lnTo>
                <a:lnTo>
                  <a:pt x="359" y="262"/>
                </a:lnTo>
                <a:lnTo>
                  <a:pt x="359" y="263"/>
                </a:lnTo>
                <a:lnTo>
                  <a:pt x="359" y="264"/>
                </a:lnTo>
                <a:lnTo>
                  <a:pt x="358" y="265"/>
                </a:lnTo>
                <a:lnTo>
                  <a:pt x="358" y="266"/>
                </a:lnTo>
                <a:lnTo>
                  <a:pt x="359" y="266"/>
                </a:lnTo>
                <a:lnTo>
                  <a:pt x="360" y="267"/>
                </a:lnTo>
                <a:lnTo>
                  <a:pt x="360" y="269"/>
                </a:lnTo>
                <a:lnTo>
                  <a:pt x="359" y="271"/>
                </a:lnTo>
                <a:lnTo>
                  <a:pt x="358" y="272"/>
                </a:lnTo>
                <a:lnTo>
                  <a:pt x="358" y="273"/>
                </a:lnTo>
                <a:lnTo>
                  <a:pt x="358" y="274"/>
                </a:lnTo>
                <a:lnTo>
                  <a:pt x="358" y="275"/>
                </a:lnTo>
                <a:lnTo>
                  <a:pt x="357" y="275"/>
                </a:lnTo>
                <a:lnTo>
                  <a:pt x="357" y="277"/>
                </a:lnTo>
                <a:lnTo>
                  <a:pt x="356" y="277"/>
                </a:lnTo>
                <a:lnTo>
                  <a:pt x="357" y="277"/>
                </a:lnTo>
                <a:lnTo>
                  <a:pt x="356" y="278"/>
                </a:lnTo>
                <a:lnTo>
                  <a:pt x="355" y="278"/>
                </a:lnTo>
                <a:lnTo>
                  <a:pt x="355" y="279"/>
                </a:lnTo>
                <a:lnTo>
                  <a:pt x="355" y="280"/>
                </a:lnTo>
                <a:lnTo>
                  <a:pt x="355" y="281"/>
                </a:lnTo>
                <a:lnTo>
                  <a:pt x="355" y="280"/>
                </a:lnTo>
                <a:lnTo>
                  <a:pt x="356" y="280"/>
                </a:lnTo>
                <a:lnTo>
                  <a:pt x="357" y="280"/>
                </a:lnTo>
                <a:lnTo>
                  <a:pt x="357" y="281"/>
                </a:lnTo>
                <a:lnTo>
                  <a:pt x="357" y="282"/>
                </a:lnTo>
                <a:lnTo>
                  <a:pt x="356" y="282"/>
                </a:lnTo>
                <a:lnTo>
                  <a:pt x="356" y="283"/>
                </a:lnTo>
                <a:lnTo>
                  <a:pt x="356" y="284"/>
                </a:lnTo>
                <a:lnTo>
                  <a:pt x="356" y="286"/>
                </a:lnTo>
                <a:lnTo>
                  <a:pt x="357" y="287"/>
                </a:lnTo>
                <a:lnTo>
                  <a:pt x="358" y="287"/>
                </a:lnTo>
                <a:lnTo>
                  <a:pt x="358" y="288"/>
                </a:lnTo>
                <a:lnTo>
                  <a:pt x="359" y="289"/>
                </a:lnTo>
                <a:lnTo>
                  <a:pt x="359" y="290"/>
                </a:lnTo>
                <a:lnTo>
                  <a:pt x="358" y="289"/>
                </a:lnTo>
                <a:lnTo>
                  <a:pt x="358" y="290"/>
                </a:lnTo>
                <a:lnTo>
                  <a:pt x="357" y="290"/>
                </a:lnTo>
                <a:lnTo>
                  <a:pt x="357" y="291"/>
                </a:lnTo>
                <a:lnTo>
                  <a:pt x="357" y="292"/>
                </a:lnTo>
                <a:lnTo>
                  <a:pt x="357" y="293"/>
                </a:lnTo>
                <a:lnTo>
                  <a:pt x="356" y="294"/>
                </a:lnTo>
                <a:lnTo>
                  <a:pt x="356" y="296"/>
                </a:lnTo>
                <a:lnTo>
                  <a:pt x="355" y="296"/>
                </a:lnTo>
                <a:lnTo>
                  <a:pt x="355" y="297"/>
                </a:lnTo>
                <a:lnTo>
                  <a:pt x="356" y="297"/>
                </a:lnTo>
                <a:lnTo>
                  <a:pt x="356" y="298"/>
                </a:lnTo>
                <a:lnTo>
                  <a:pt x="356" y="299"/>
                </a:lnTo>
                <a:lnTo>
                  <a:pt x="356" y="300"/>
                </a:lnTo>
                <a:lnTo>
                  <a:pt x="356" y="301"/>
                </a:lnTo>
                <a:lnTo>
                  <a:pt x="356" y="302"/>
                </a:lnTo>
                <a:lnTo>
                  <a:pt x="356" y="304"/>
                </a:lnTo>
                <a:lnTo>
                  <a:pt x="357" y="304"/>
                </a:lnTo>
                <a:lnTo>
                  <a:pt x="357" y="305"/>
                </a:lnTo>
                <a:lnTo>
                  <a:pt x="356" y="305"/>
                </a:lnTo>
                <a:lnTo>
                  <a:pt x="355" y="304"/>
                </a:lnTo>
                <a:lnTo>
                  <a:pt x="355" y="303"/>
                </a:lnTo>
                <a:lnTo>
                  <a:pt x="355" y="302"/>
                </a:lnTo>
                <a:lnTo>
                  <a:pt x="354" y="303"/>
                </a:lnTo>
                <a:lnTo>
                  <a:pt x="354" y="304"/>
                </a:lnTo>
                <a:lnTo>
                  <a:pt x="353" y="305"/>
                </a:lnTo>
                <a:lnTo>
                  <a:pt x="352" y="305"/>
                </a:lnTo>
                <a:lnTo>
                  <a:pt x="351" y="305"/>
                </a:lnTo>
                <a:lnTo>
                  <a:pt x="349" y="305"/>
                </a:lnTo>
                <a:lnTo>
                  <a:pt x="349" y="304"/>
                </a:lnTo>
                <a:lnTo>
                  <a:pt x="348" y="304"/>
                </a:lnTo>
                <a:lnTo>
                  <a:pt x="347" y="304"/>
                </a:lnTo>
                <a:lnTo>
                  <a:pt x="347" y="303"/>
                </a:lnTo>
                <a:lnTo>
                  <a:pt x="346" y="303"/>
                </a:lnTo>
                <a:lnTo>
                  <a:pt x="346" y="304"/>
                </a:lnTo>
                <a:lnTo>
                  <a:pt x="345" y="304"/>
                </a:lnTo>
                <a:lnTo>
                  <a:pt x="346" y="304"/>
                </a:lnTo>
                <a:lnTo>
                  <a:pt x="346" y="305"/>
                </a:lnTo>
                <a:lnTo>
                  <a:pt x="345" y="305"/>
                </a:lnTo>
                <a:lnTo>
                  <a:pt x="344" y="305"/>
                </a:lnTo>
                <a:lnTo>
                  <a:pt x="344" y="306"/>
                </a:lnTo>
                <a:lnTo>
                  <a:pt x="343" y="306"/>
                </a:lnTo>
                <a:lnTo>
                  <a:pt x="342" y="306"/>
                </a:lnTo>
                <a:lnTo>
                  <a:pt x="342" y="307"/>
                </a:lnTo>
                <a:lnTo>
                  <a:pt x="341" y="307"/>
                </a:lnTo>
                <a:lnTo>
                  <a:pt x="341" y="308"/>
                </a:lnTo>
                <a:lnTo>
                  <a:pt x="340" y="308"/>
                </a:lnTo>
                <a:lnTo>
                  <a:pt x="340" y="309"/>
                </a:lnTo>
                <a:lnTo>
                  <a:pt x="340" y="310"/>
                </a:lnTo>
                <a:lnTo>
                  <a:pt x="339" y="311"/>
                </a:lnTo>
                <a:lnTo>
                  <a:pt x="340" y="312"/>
                </a:lnTo>
                <a:lnTo>
                  <a:pt x="340" y="311"/>
                </a:lnTo>
                <a:lnTo>
                  <a:pt x="340" y="312"/>
                </a:lnTo>
                <a:lnTo>
                  <a:pt x="341" y="312"/>
                </a:lnTo>
                <a:lnTo>
                  <a:pt x="342" y="312"/>
                </a:lnTo>
                <a:lnTo>
                  <a:pt x="343" y="312"/>
                </a:lnTo>
                <a:lnTo>
                  <a:pt x="343" y="311"/>
                </a:lnTo>
                <a:lnTo>
                  <a:pt x="343" y="310"/>
                </a:lnTo>
                <a:lnTo>
                  <a:pt x="342" y="310"/>
                </a:lnTo>
                <a:lnTo>
                  <a:pt x="342" y="309"/>
                </a:lnTo>
                <a:lnTo>
                  <a:pt x="343" y="309"/>
                </a:lnTo>
                <a:lnTo>
                  <a:pt x="344" y="311"/>
                </a:lnTo>
                <a:lnTo>
                  <a:pt x="345" y="311"/>
                </a:lnTo>
                <a:lnTo>
                  <a:pt x="346" y="311"/>
                </a:lnTo>
                <a:lnTo>
                  <a:pt x="346" y="312"/>
                </a:lnTo>
                <a:lnTo>
                  <a:pt x="346" y="313"/>
                </a:lnTo>
                <a:lnTo>
                  <a:pt x="346" y="314"/>
                </a:lnTo>
                <a:lnTo>
                  <a:pt x="345" y="314"/>
                </a:lnTo>
                <a:lnTo>
                  <a:pt x="345" y="316"/>
                </a:lnTo>
                <a:lnTo>
                  <a:pt x="345" y="317"/>
                </a:lnTo>
                <a:lnTo>
                  <a:pt x="346" y="317"/>
                </a:lnTo>
                <a:lnTo>
                  <a:pt x="347" y="317"/>
                </a:lnTo>
                <a:lnTo>
                  <a:pt x="347" y="316"/>
                </a:lnTo>
                <a:lnTo>
                  <a:pt x="348" y="316"/>
                </a:lnTo>
                <a:lnTo>
                  <a:pt x="348" y="317"/>
                </a:lnTo>
                <a:lnTo>
                  <a:pt x="348" y="318"/>
                </a:lnTo>
                <a:lnTo>
                  <a:pt x="348" y="319"/>
                </a:lnTo>
                <a:lnTo>
                  <a:pt x="348" y="320"/>
                </a:lnTo>
                <a:lnTo>
                  <a:pt x="348" y="321"/>
                </a:lnTo>
                <a:lnTo>
                  <a:pt x="347" y="321"/>
                </a:lnTo>
                <a:lnTo>
                  <a:pt x="348" y="321"/>
                </a:lnTo>
                <a:lnTo>
                  <a:pt x="348" y="322"/>
                </a:lnTo>
                <a:lnTo>
                  <a:pt x="349" y="322"/>
                </a:lnTo>
                <a:lnTo>
                  <a:pt x="350" y="322"/>
                </a:lnTo>
                <a:lnTo>
                  <a:pt x="350" y="321"/>
                </a:lnTo>
                <a:lnTo>
                  <a:pt x="350" y="322"/>
                </a:lnTo>
                <a:lnTo>
                  <a:pt x="351" y="322"/>
                </a:lnTo>
                <a:lnTo>
                  <a:pt x="351" y="323"/>
                </a:lnTo>
                <a:lnTo>
                  <a:pt x="352" y="323"/>
                </a:lnTo>
                <a:lnTo>
                  <a:pt x="353" y="323"/>
                </a:lnTo>
                <a:lnTo>
                  <a:pt x="353" y="324"/>
                </a:lnTo>
                <a:lnTo>
                  <a:pt x="354" y="324"/>
                </a:lnTo>
                <a:lnTo>
                  <a:pt x="354" y="325"/>
                </a:lnTo>
                <a:lnTo>
                  <a:pt x="355" y="325"/>
                </a:lnTo>
                <a:lnTo>
                  <a:pt x="356" y="324"/>
                </a:lnTo>
                <a:lnTo>
                  <a:pt x="356" y="323"/>
                </a:lnTo>
                <a:lnTo>
                  <a:pt x="355" y="323"/>
                </a:lnTo>
                <a:lnTo>
                  <a:pt x="354" y="323"/>
                </a:lnTo>
                <a:lnTo>
                  <a:pt x="354" y="322"/>
                </a:lnTo>
                <a:lnTo>
                  <a:pt x="355" y="322"/>
                </a:lnTo>
                <a:lnTo>
                  <a:pt x="356" y="322"/>
                </a:lnTo>
                <a:lnTo>
                  <a:pt x="357" y="322"/>
                </a:lnTo>
                <a:lnTo>
                  <a:pt x="358" y="322"/>
                </a:lnTo>
                <a:lnTo>
                  <a:pt x="358" y="321"/>
                </a:lnTo>
                <a:lnTo>
                  <a:pt x="359" y="321"/>
                </a:lnTo>
                <a:lnTo>
                  <a:pt x="360" y="321"/>
                </a:lnTo>
                <a:lnTo>
                  <a:pt x="360" y="320"/>
                </a:lnTo>
                <a:lnTo>
                  <a:pt x="359" y="319"/>
                </a:lnTo>
                <a:lnTo>
                  <a:pt x="358" y="319"/>
                </a:lnTo>
                <a:lnTo>
                  <a:pt x="357" y="319"/>
                </a:lnTo>
                <a:lnTo>
                  <a:pt x="357" y="318"/>
                </a:lnTo>
                <a:lnTo>
                  <a:pt x="357" y="317"/>
                </a:lnTo>
                <a:lnTo>
                  <a:pt x="358" y="316"/>
                </a:lnTo>
                <a:lnTo>
                  <a:pt x="358" y="315"/>
                </a:lnTo>
                <a:lnTo>
                  <a:pt x="359" y="315"/>
                </a:lnTo>
                <a:lnTo>
                  <a:pt x="358" y="315"/>
                </a:lnTo>
                <a:lnTo>
                  <a:pt x="358" y="314"/>
                </a:lnTo>
                <a:lnTo>
                  <a:pt x="360" y="312"/>
                </a:lnTo>
                <a:lnTo>
                  <a:pt x="360" y="311"/>
                </a:lnTo>
                <a:lnTo>
                  <a:pt x="361" y="311"/>
                </a:lnTo>
                <a:lnTo>
                  <a:pt x="362" y="310"/>
                </a:lnTo>
                <a:lnTo>
                  <a:pt x="363" y="309"/>
                </a:lnTo>
                <a:lnTo>
                  <a:pt x="363" y="308"/>
                </a:lnTo>
                <a:lnTo>
                  <a:pt x="363" y="307"/>
                </a:lnTo>
                <a:lnTo>
                  <a:pt x="364" y="307"/>
                </a:lnTo>
                <a:lnTo>
                  <a:pt x="364" y="306"/>
                </a:lnTo>
                <a:lnTo>
                  <a:pt x="365" y="305"/>
                </a:lnTo>
                <a:lnTo>
                  <a:pt x="366" y="305"/>
                </a:lnTo>
                <a:lnTo>
                  <a:pt x="367" y="304"/>
                </a:lnTo>
                <a:lnTo>
                  <a:pt x="368" y="304"/>
                </a:lnTo>
                <a:lnTo>
                  <a:pt x="369" y="304"/>
                </a:lnTo>
                <a:lnTo>
                  <a:pt x="369" y="305"/>
                </a:lnTo>
                <a:lnTo>
                  <a:pt x="369" y="306"/>
                </a:lnTo>
                <a:lnTo>
                  <a:pt x="370" y="306"/>
                </a:lnTo>
                <a:lnTo>
                  <a:pt x="371" y="306"/>
                </a:lnTo>
                <a:lnTo>
                  <a:pt x="372" y="306"/>
                </a:lnTo>
                <a:lnTo>
                  <a:pt x="372" y="307"/>
                </a:lnTo>
                <a:lnTo>
                  <a:pt x="373" y="308"/>
                </a:lnTo>
                <a:lnTo>
                  <a:pt x="372" y="308"/>
                </a:lnTo>
                <a:lnTo>
                  <a:pt x="372" y="309"/>
                </a:lnTo>
                <a:lnTo>
                  <a:pt x="373" y="309"/>
                </a:lnTo>
                <a:lnTo>
                  <a:pt x="373" y="310"/>
                </a:lnTo>
                <a:lnTo>
                  <a:pt x="372" y="310"/>
                </a:lnTo>
                <a:lnTo>
                  <a:pt x="371" y="310"/>
                </a:lnTo>
                <a:lnTo>
                  <a:pt x="372" y="311"/>
                </a:lnTo>
                <a:lnTo>
                  <a:pt x="373" y="311"/>
                </a:lnTo>
                <a:lnTo>
                  <a:pt x="374" y="312"/>
                </a:lnTo>
                <a:lnTo>
                  <a:pt x="374" y="313"/>
                </a:lnTo>
                <a:lnTo>
                  <a:pt x="374" y="314"/>
                </a:lnTo>
                <a:lnTo>
                  <a:pt x="374" y="315"/>
                </a:lnTo>
                <a:lnTo>
                  <a:pt x="374" y="316"/>
                </a:lnTo>
                <a:lnTo>
                  <a:pt x="374" y="317"/>
                </a:lnTo>
                <a:lnTo>
                  <a:pt x="374" y="318"/>
                </a:lnTo>
                <a:lnTo>
                  <a:pt x="374" y="319"/>
                </a:lnTo>
                <a:lnTo>
                  <a:pt x="375" y="320"/>
                </a:lnTo>
                <a:lnTo>
                  <a:pt x="375" y="321"/>
                </a:lnTo>
                <a:lnTo>
                  <a:pt x="375" y="322"/>
                </a:lnTo>
                <a:lnTo>
                  <a:pt x="374" y="323"/>
                </a:lnTo>
                <a:lnTo>
                  <a:pt x="375" y="323"/>
                </a:lnTo>
                <a:lnTo>
                  <a:pt x="375" y="324"/>
                </a:lnTo>
                <a:lnTo>
                  <a:pt x="376" y="325"/>
                </a:lnTo>
                <a:lnTo>
                  <a:pt x="377" y="325"/>
                </a:lnTo>
                <a:lnTo>
                  <a:pt x="376" y="326"/>
                </a:lnTo>
                <a:lnTo>
                  <a:pt x="375" y="326"/>
                </a:lnTo>
                <a:lnTo>
                  <a:pt x="375" y="327"/>
                </a:lnTo>
                <a:lnTo>
                  <a:pt x="376" y="327"/>
                </a:lnTo>
                <a:lnTo>
                  <a:pt x="377" y="326"/>
                </a:lnTo>
                <a:lnTo>
                  <a:pt x="378" y="326"/>
                </a:lnTo>
                <a:lnTo>
                  <a:pt x="378" y="325"/>
                </a:lnTo>
                <a:lnTo>
                  <a:pt x="378" y="326"/>
                </a:lnTo>
                <a:lnTo>
                  <a:pt x="379" y="326"/>
                </a:lnTo>
                <a:lnTo>
                  <a:pt x="379" y="327"/>
                </a:lnTo>
                <a:lnTo>
                  <a:pt x="378" y="328"/>
                </a:lnTo>
                <a:lnTo>
                  <a:pt x="379" y="329"/>
                </a:lnTo>
                <a:lnTo>
                  <a:pt x="380" y="329"/>
                </a:lnTo>
                <a:lnTo>
                  <a:pt x="381" y="330"/>
                </a:lnTo>
                <a:lnTo>
                  <a:pt x="382" y="330"/>
                </a:lnTo>
                <a:lnTo>
                  <a:pt x="382" y="331"/>
                </a:lnTo>
                <a:lnTo>
                  <a:pt x="382" y="332"/>
                </a:lnTo>
                <a:lnTo>
                  <a:pt x="383" y="332"/>
                </a:lnTo>
                <a:lnTo>
                  <a:pt x="383" y="333"/>
                </a:lnTo>
                <a:lnTo>
                  <a:pt x="384" y="333"/>
                </a:lnTo>
                <a:lnTo>
                  <a:pt x="384" y="334"/>
                </a:lnTo>
                <a:lnTo>
                  <a:pt x="385" y="334"/>
                </a:lnTo>
                <a:lnTo>
                  <a:pt x="385" y="333"/>
                </a:lnTo>
                <a:lnTo>
                  <a:pt x="384" y="331"/>
                </a:lnTo>
                <a:lnTo>
                  <a:pt x="383" y="331"/>
                </a:lnTo>
                <a:lnTo>
                  <a:pt x="383" y="330"/>
                </a:lnTo>
                <a:lnTo>
                  <a:pt x="384" y="330"/>
                </a:lnTo>
                <a:lnTo>
                  <a:pt x="385" y="330"/>
                </a:lnTo>
                <a:lnTo>
                  <a:pt x="385" y="331"/>
                </a:lnTo>
                <a:lnTo>
                  <a:pt x="385" y="332"/>
                </a:lnTo>
                <a:lnTo>
                  <a:pt x="386" y="332"/>
                </a:lnTo>
                <a:lnTo>
                  <a:pt x="386" y="331"/>
                </a:lnTo>
                <a:lnTo>
                  <a:pt x="385" y="331"/>
                </a:lnTo>
                <a:lnTo>
                  <a:pt x="385" y="330"/>
                </a:lnTo>
                <a:lnTo>
                  <a:pt x="385" y="329"/>
                </a:lnTo>
                <a:lnTo>
                  <a:pt x="386" y="329"/>
                </a:lnTo>
                <a:lnTo>
                  <a:pt x="385" y="329"/>
                </a:lnTo>
                <a:lnTo>
                  <a:pt x="385" y="328"/>
                </a:lnTo>
                <a:lnTo>
                  <a:pt x="384" y="328"/>
                </a:lnTo>
                <a:lnTo>
                  <a:pt x="383" y="328"/>
                </a:lnTo>
                <a:lnTo>
                  <a:pt x="383" y="327"/>
                </a:lnTo>
                <a:lnTo>
                  <a:pt x="383" y="326"/>
                </a:lnTo>
                <a:lnTo>
                  <a:pt x="384" y="326"/>
                </a:lnTo>
                <a:lnTo>
                  <a:pt x="385" y="326"/>
                </a:lnTo>
                <a:lnTo>
                  <a:pt x="386" y="326"/>
                </a:lnTo>
                <a:lnTo>
                  <a:pt x="387" y="327"/>
                </a:lnTo>
                <a:lnTo>
                  <a:pt x="386" y="328"/>
                </a:lnTo>
                <a:lnTo>
                  <a:pt x="386" y="329"/>
                </a:lnTo>
                <a:lnTo>
                  <a:pt x="387" y="329"/>
                </a:lnTo>
                <a:lnTo>
                  <a:pt x="388" y="330"/>
                </a:lnTo>
                <a:lnTo>
                  <a:pt x="387" y="331"/>
                </a:lnTo>
                <a:lnTo>
                  <a:pt x="387" y="332"/>
                </a:lnTo>
                <a:lnTo>
                  <a:pt x="386" y="332"/>
                </a:lnTo>
                <a:lnTo>
                  <a:pt x="386" y="333"/>
                </a:lnTo>
                <a:lnTo>
                  <a:pt x="386" y="334"/>
                </a:lnTo>
                <a:lnTo>
                  <a:pt x="387" y="334"/>
                </a:lnTo>
                <a:lnTo>
                  <a:pt x="388" y="334"/>
                </a:lnTo>
                <a:lnTo>
                  <a:pt x="389" y="333"/>
                </a:lnTo>
                <a:lnTo>
                  <a:pt x="389" y="334"/>
                </a:lnTo>
                <a:lnTo>
                  <a:pt x="390" y="334"/>
                </a:lnTo>
                <a:lnTo>
                  <a:pt x="391" y="334"/>
                </a:lnTo>
                <a:lnTo>
                  <a:pt x="390" y="333"/>
                </a:lnTo>
                <a:lnTo>
                  <a:pt x="390" y="332"/>
                </a:lnTo>
                <a:lnTo>
                  <a:pt x="390" y="331"/>
                </a:lnTo>
                <a:lnTo>
                  <a:pt x="391" y="331"/>
                </a:lnTo>
                <a:lnTo>
                  <a:pt x="391" y="329"/>
                </a:lnTo>
                <a:lnTo>
                  <a:pt x="392" y="329"/>
                </a:lnTo>
                <a:lnTo>
                  <a:pt x="391" y="331"/>
                </a:lnTo>
                <a:lnTo>
                  <a:pt x="392" y="331"/>
                </a:lnTo>
                <a:lnTo>
                  <a:pt x="393" y="331"/>
                </a:lnTo>
                <a:lnTo>
                  <a:pt x="393" y="330"/>
                </a:lnTo>
                <a:lnTo>
                  <a:pt x="393" y="331"/>
                </a:lnTo>
                <a:lnTo>
                  <a:pt x="394" y="331"/>
                </a:lnTo>
                <a:lnTo>
                  <a:pt x="393" y="331"/>
                </a:lnTo>
                <a:lnTo>
                  <a:pt x="393" y="332"/>
                </a:lnTo>
                <a:lnTo>
                  <a:pt x="394" y="332"/>
                </a:lnTo>
                <a:lnTo>
                  <a:pt x="394" y="333"/>
                </a:lnTo>
                <a:lnTo>
                  <a:pt x="395" y="333"/>
                </a:lnTo>
                <a:lnTo>
                  <a:pt x="396" y="332"/>
                </a:lnTo>
                <a:lnTo>
                  <a:pt x="397" y="332"/>
                </a:lnTo>
                <a:lnTo>
                  <a:pt x="397" y="333"/>
                </a:lnTo>
                <a:lnTo>
                  <a:pt x="398" y="333"/>
                </a:lnTo>
                <a:lnTo>
                  <a:pt x="398" y="334"/>
                </a:lnTo>
                <a:lnTo>
                  <a:pt x="398" y="335"/>
                </a:lnTo>
                <a:lnTo>
                  <a:pt x="398" y="336"/>
                </a:lnTo>
                <a:lnTo>
                  <a:pt x="397" y="336"/>
                </a:lnTo>
                <a:lnTo>
                  <a:pt x="397" y="337"/>
                </a:lnTo>
                <a:lnTo>
                  <a:pt x="396" y="337"/>
                </a:lnTo>
                <a:lnTo>
                  <a:pt x="396" y="338"/>
                </a:lnTo>
                <a:lnTo>
                  <a:pt x="397" y="338"/>
                </a:lnTo>
                <a:lnTo>
                  <a:pt x="397" y="339"/>
                </a:lnTo>
                <a:lnTo>
                  <a:pt x="398" y="339"/>
                </a:lnTo>
                <a:lnTo>
                  <a:pt x="399" y="338"/>
                </a:lnTo>
                <a:lnTo>
                  <a:pt x="399" y="337"/>
                </a:lnTo>
                <a:lnTo>
                  <a:pt x="400" y="337"/>
                </a:lnTo>
                <a:lnTo>
                  <a:pt x="400" y="338"/>
                </a:lnTo>
                <a:lnTo>
                  <a:pt x="400" y="339"/>
                </a:lnTo>
                <a:lnTo>
                  <a:pt x="400" y="340"/>
                </a:lnTo>
                <a:lnTo>
                  <a:pt x="399" y="340"/>
                </a:lnTo>
                <a:lnTo>
                  <a:pt x="400" y="340"/>
                </a:lnTo>
                <a:lnTo>
                  <a:pt x="400" y="341"/>
                </a:lnTo>
                <a:lnTo>
                  <a:pt x="400" y="340"/>
                </a:lnTo>
                <a:lnTo>
                  <a:pt x="401" y="340"/>
                </a:lnTo>
                <a:lnTo>
                  <a:pt x="401" y="341"/>
                </a:lnTo>
                <a:lnTo>
                  <a:pt x="399" y="343"/>
                </a:lnTo>
                <a:lnTo>
                  <a:pt x="398" y="343"/>
                </a:lnTo>
                <a:lnTo>
                  <a:pt x="398" y="344"/>
                </a:lnTo>
                <a:lnTo>
                  <a:pt x="398" y="345"/>
                </a:lnTo>
                <a:lnTo>
                  <a:pt x="397" y="346"/>
                </a:lnTo>
                <a:lnTo>
                  <a:pt x="398" y="346"/>
                </a:lnTo>
                <a:lnTo>
                  <a:pt x="399" y="347"/>
                </a:lnTo>
                <a:lnTo>
                  <a:pt x="398" y="348"/>
                </a:lnTo>
                <a:lnTo>
                  <a:pt x="398" y="349"/>
                </a:lnTo>
                <a:lnTo>
                  <a:pt x="399" y="349"/>
                </a:lnTo>
                <a:lnTo>
                  <a:pt x="399" y="350"/>
                </a:lnTo>
                <a:lnTo>
                  <a:pt x="398" y="350"/>
                </a:lnTo>
                <a:lnTo>
                  <a:pt x="398" y="351"/>
                </a:lnTo>
                <a:lnTo>
                  <a:pt x="399" y="351"/>
                </a:lnTo>
                <a:lnTo>
                  <a:pt x="398" y="352"/>
                </a:lnTo>
                <a:lnTo>
                  <a:pt x="397" y="352"/>
                </a:lnTo>
                <a:lnTo>
                  <a:pt x="396" y="354"/>
                </a:lnTo>
                <a:lnTo>
                  <a:pt x="396" y="355"/>
                </a:lnTo>
                <a:lnTo>
                  <a:pt x="397" y="355"/>
                </a:lnTo>
                <a:lnTo>
                  <a:pt x="397" y="356"/>
                </a:lnTo>
                <a:lnTo>
                  <a:pt x="397" y="357"/>
                </a:lnTo>
                <a:lnTo>
                  <a:pt x="398" y="357"/>
                </a:lnTo>
                <a:lnTo>
                  <a:pt x="398" y="358"/>
                </a:lnTo>
                <a:lnTo>
                  <a:pt x="399" y="358"/>
                </a:lnTo>
                <a:lnTo>
                  <a:pt x="399" y="359"/>
                </a:lnTo>
                <a:lnTo>
                  <a:pt x="400" y="359"/>
                </a:lnTo>
                <a:lnTo>
                  <a:pt x="400" y="358"/>
                </a:lnTo>
                <a:lnTo>
                  <a:pt x="401" y="358"/>
                </a:lnTo>
                <a:lnTo>
                  <a:pt x="401" y="359"/>
                </a:lnTo>
                <a:lnTo>
                  <a:pt x="402" y="359"/>
                </a:lnTo>
                <a:lnTo>
                  <a:pt x="404" y="359"/>
                </a:lnTo>
                <a:lnTo>
                  <a:pt x="404" y="360"/>
                </a:lnTo>
                <a:lnTo>
                  <a:pt x="404" y="361"/>
                </a:lnTo>
                <a:lnTo>
                  <a:pt x="405" y="361"/>
                </a:lnTo>
                <a:lnTo>
                  <a:pt x="405" y="362"/>
                </a:lnTo>
                <a:lnTo>
                  <a:pt x="404" y="363"/>
                </a:lnTo>
                <a:lnTo>
                  <a:pt x="404" y="364"/>
                </a:lnTo>
                <a:lnTo>
                  <a:pt x="404" y="365"/>
                </a:lnTo>
                <a:lnTo>
                  <a:pt x="404" y="366"/>
                </a:lnTo>
                <a:lnTo>
                  <a:pt x="404" y="368"/>
                </a:lnTo>
                <a:lnTo>
                  <a:pt x="404" y="369"/>
                </a:lnTo>
                <a:lnTo>
                  <a:pt x="404" y="370"/>
                </a:lnTo>
                <a:lnTo>
                  <a:pt x="403" y="370"/>
                </a:lnTo>
                <a:lnTo>
                  <a:pt x="403" y="371"/>
                </a:lnTo>
                <a:lnTo>
                  <a:pt x="403" y="372"/>
                </a:lnTo>
                <a:lnTo>
                  <a:pt x="403" y="373"/>
                </a:lnTo>
                <a:lnTo>
                  <a:pt x="405" y="373"/>
                </a:lnTo>
                <a:lnTo>
                  <a:pt x="406" y="372"/>
                </a:lnTo>
                <a:lnTo>
                  <a:pt x="407" y="372"/>
                </a:lnTo>
                <a:lnTo>
                  <a:pt x="408" y="372"/>
                </a:lnTo>
                <a:lnTo>
                  <a:pt x="409" y="372"/>
                </a:lnTo>
                <a:lnTo>
                  <a:pt x="410" y="372"/>
                </a:lnTo>
                <a:lnTo>
                  <a:pt x="410" y="371"/>
                </a:lnTo>
                <a:lnTo>
                  <a:pt x="411" y="371"/>
                </a:lnTo>
                <a:lnTo>
                  <a:pt x="410" y="370"/>
                </a:lnTo>
                <a:lnTo>
                  <a:pt x="410" y="369"/>
                </a:lnTo>
                <a:lnTo>
                  <a:pt x="411" y="369"/>
                </a:lnTo>
                <a:lnTo>
                  <a:pt x="412" y="368"/>
                </a:lnTo>
                <a:lnTo>
                  <a:pt x="413" y="368"/>
                </a:lnTo>
                <a:lnTo>
                  <a:pt x="414" y="368"/>
                </a:lnTo>
                <a:lnTo>
                  <a:pt x="415" y="368"/>
                </a:lnTo>
                <a:lnTo>
                  <a:pt x="416" y="368"/>
                </a:lnTo>
                <a:lnTo>
                  <a:pt x="416" y="367"/>
                </a:lnTo>
                <a:lnTo>
                  <a:pt x="415" y="366"/>
                </a:lnTo>
                <a:lnTo>
                  <a:pt x="415" y="365"/>
                </a:lnTo>
                <a:lnTo>
                  <a:pt x="416" y="366"/>
                </a:lnTo>
                <a:lnTo>
                  <a:pt x="416" y="365"/>
                </a:lnTo>
                <a:lnTo>
                  <a:pt x="417" y="364"/>
                </a:lnTo>
                <a:lnTo>
                  <a:pt x="417" y="363"/>
                </a:lnTo>
                <a:lnTo>
                  <a:pt x="417" y="362"/>
                </a:lnTo>
                <a:lnTo>
                  <a:pt x="418" y="363"/>
                </a:lnTo>
                <a:lnTo>
                  <a:pt x="419" y="363"/>
                </a:lnTo>
                <a:lnTo>
                  <a:pt x="420" y="364"/>
                </a:lnTo>
                <a:lnTo>
                  <a:pt x="421" y="364"/>
                </a:lnTo>
                <a:lnTo>
                  <a:pt x="422" y="365"/>
                </a:lnTo>
                <a:lnTo>
                  <a:pt x="422" y="366"/>
                </a:lnTo>
                <a:lnTo>
                  <a:pt x="423" y="366"/>
                </a:lnTo>
                <a:lnTo>
                  <a:pt x="424" y="367"/>
                </a:lnTo>
                <a:lnTo>
                  <a:pt x="424" y="368"/>
                </a:lnTo>
                <a:lnTo>
                  <a:pt x="424" y="369"/>
                </a:lnTo>
                <a:lnTo>
                  <a:pt x="425" y="369"/>
                </a:lnTo>
                <a:lnTo>
                  <a:pt x="424" y="369"/>
                </a:lnTo>
                <a:lnTo>
                  <a:pt x="424" y="370"/>
                </a:lnTo>
                <a:lnTo>
                  <a:pt x="424" y="371"/>
                </a:lnTo>
                <a:lnTo>
                  <a:pt x="425" y="371"/>
                </a:lnTo>
                <a:lnTo>
                  <a:pt x="425" y="372"/>
                </a:lnTo>
                <a:lnTo>
                  <a:pt x="424" y="372"/>
                </a:lnTo>
                <a:lnTo>
                  <a:pt x="424" y="373"/>
                </a:lnTo>
                <a:lnTo>
                  <a:pt x="424" y="374"/>
                </a:lnTo>
                <a:lnTo>
                  <a:pt x="425" y="374"/>
                </a:lnTo>
                <a:lnTo>
                  <a:pt x="425" y="375"/>
                </a:lnTo>
                <a:lnTo>
                  <a:pt x="424" y="375"/>
                </a:lnTo>
                <a:lnTo>
                  <a:pt x="424" y="376"/>
                </a:lnTo>
                <a:lnTo>
                  <a:pt x="424" y="377"/>
                </a:lnTo>
                <a:lnTo>
                  <a:pt x="425" y="377"/>
                </a:lnTo>
                <a:lnTo>
                  <a:pt x="426" y="377"/>
                </a:lnTo>
                <a:lnTo>
                  <a:pt x="426" y="378"/>
                </a:lnTo>
                <a:lnTo>
                  <a:pt x="427" y="378"/>
                </a:lnTo>
                <a:lnTo>
                  <a:pt x="427" y="379"/>
                </a:lnTo>
                <a:lnTo>
                  <a:pt x="428" y="379"/>
                </a:lnTo>
                <a:lnTo>
                  <a:pt x="428" y="380"/>
                </a:lnTo>
                <a:lnTo>
                  <a:pt x="427" y="380"/>
                </a:lnTo>
                <a:lnTo>
                  <a:pt x="427" y="381"/>
                </a:lnTo>
                <a:lnTo>
                  <a:pt x="427" y="382"/>
                </a:lnTo>
                <a:lnTo>
                  <a:pt x="426" y="383"/>
                </a:lnTo>
                <a:lnTo>
                  <a:pt x="425" y="383"/>
                </a:lnTo>
                <a:lnTo>
                  <a:pt x="425" y="384"/>
                </a:lnTo>
                <a:lnTo>
                  <a:pt x="426" y="384"/>
                </a:lnTo>
                <a:lnTo>
                  <a:pt x="425" y="385"/>
                </a:lnTo>
                <a:lnTo>
                  <a:pt x="425" y="386"/>
                </a:lnTo>
                <a:lnTo>
                  <a:pt x="425" y="388"/>
                </a:lnTo>
                <a:lnTo>
                  <a:pt x="426" y="388"/>
                </a:lnTo>
                <a:lnTo>
                  <a:pt x="426" y="389"/>
                </a:lnTo>
                <a:lnTo>
                  <a:pt x="427" y="390"/>
                </a:lnTo>
                <a:lnTo>
                  <a:pt x="427" y="391"/>
                </a:lnTo>
                <a:lnTo>
                  <a:pt x="428" y="391"/>
                </a:lnTo>
                <a:lnTo>
                  <a:pt x="428" y="392"/>
                </a:lnTo>
                <a:lnTo>
                  <a:pt x="429" y="392"/>
                </a:lnTo>
                <a:lnTo>
                  <a:pt x="429" y="393"/>
                </a:lnTo>
                <a:lnTo>
                  <a:pt x="430" y="393"/>
                </a:lnTo>
                <a:lnTo>
                  <a:pt x="430" y="392"/>
                </a:lnTo>
                <a:lnTo>
                  <a:pt x="430" y="391"/>
                </a:lnTo>
                <a:lnTo>
                  <a:pt x="431" y="391"/>
                </a:lnTo>
                <a:lnTo>
                  <a:pt x="432" y="391"/>
                </a:lnTo>
                <a:lnTo>
                  <a:pt x="432" y="392"/>
                </a:lnTo>
                <a:lnTo>
                  <a:pt x="433" y="392"/>
                </a:lnTo>
                <a:lnTo>
                  <a:pt x="433" y="393"/>
                </a:lnTo>
                <a:lnTo>
                  <a:pt x="434" y="393"/>
                </a:lnTo>
                <a:lnTo>
                  <a:pt x="435" y="393"/>
                </a:lnTo>
                <a:lnTo>
                  <a:pt x="435" y="394"/>
                </a:lnTo>
                <a:lnTo>
                  <a:pt x="436" y="394"/>
                </a:lnTo>
                <a:lnTo>
                  <a:pt x="436" y="395"/>
                </a:lnTo>
                <a:lnTo>
                  <a:pt x="437" y="395"/>
                </a:lnTo>
                <a:lnTo>
                  <a:pt x="438" y="395"/>
                </a:lnTo>
                <a:lnTo>
                  <a:pt x="437" y="395"/>
                </a:lnTo>
                <a:lnTo>
                  <a:pt x="437" y="396"/>
                </a:lnTo>
                <a:lnTo>
                  <a:pt x="438" y="397"/>
                </a:lnTo>
                <a:lnTo>
                  <a:pt x="438" y="399"/>
                </a:lnTo>
                <a:lnTo>
                  <a:pt x="439" y="399"/>
                </a:lnTo>
                <a:lnTo>
                  <a:pt x="438" y="399"/>
                </a:lnTo>
                <a:lnTo>
                  <a:pt x="439" y="400"/>
                </a:lnTo>
                <a:lnTo>
                  <a:pt x="439" y="401"/>
                </a:lnTo>
                <a:lnTo>
                  <a:pt x="439" y="402"/>
                </a:lnTo>
                <a:lnTo>
                  <a:pt x="439" y="403"/>
                </a:lnTo>
                <a:lnTo>
                  <a:pt x="440" y="403"/>
                </a:lnTo>
                <a:lnTo>
                  <a:pt x="441" y="403"/>
                </a:lnTo>
                <a:lnTo>
                  <a:pt x="442" y="402"/>
                </a:lnTo>
                <a:lnTo>
                  <a:pt x="442" y="403"/>
                </a:lnTo>
                <a:lnTo>
                  <a:pt x="443" y="403"/>
                </a:lnTo>
                <a:lnTo>
                  <a:pt x="443" y="404"/>
                </a:lnTo>
                <a:lnTo>
                  <a:pt x="443" y="403"/>
                </a:lnTo>
                <a:lnTo>
                  <a:pt x="444" y="403"/>
                </a:lnTo>
                <a:lnTo>
                  <a:pt x="444" y="404"/>
                </a:lnTo>
                <a:lnTo>
                  <a:pt x="445" y="404"/>
                </a:lnTo>
                <a:lnTo>
                  <a:pt x="446" y="404"/>
                </a:lnTo>
                <a:lnTo>
                  <a:pt x="446" y="405"/>
                </a:lnTo>
                <a:lnTo>
                  <a:pt x="446" y="404"/>
                </a:lnTo>
                <a:lnTo>
                  <a:pt x="447" y="404"/>
                </a:lnTo>
                <a:lnTo>
                  <a:pt x="448" y="405"/>
                </a:lnTo>
                <a:lnTo>
                  <a:pt x="448" y="406"/>
                </a:lnTo>
                <a:lnTo>
                  <a:pt x="449" y="407"/>
                </a:lnTo>
                <a:lnTo>
                  <a:pt x="449" y="408"/>
                </a:lnTo>
                <a:lnTo>
                  <a:pt x="449" y="409"/>
                </a:lnTo>
                <a:lnTo>
                  <a:pt x="448" y="409"/>
                </a:lnTo>
                <a:lnTo>
                  <a:pt x="448" y="410"/>
                </a:lnTo>
                <a:lnTo>
                  <a:pt x="447" y="411"/>
                </a:lnTo>
                <a:lnTo>
                  <a:pt x="446" y="411"/>
                </a:lnTo>
                <a:lnTo>
                  <a:pt x="446" y="412"/>
                </a:lnTo>
                <a:lnTo>
                  <a:pt x="446" y="414"/>
                </a:lnTo>
                <a:lnTo>
                  <a:pt x="446" y="415"/>
                </a:lnTo>
                <a:lnTo>
                  <a:pt x="446" y="416"/>
                </a:lnTo>
                <a:lnTo>
                  <a:pt x="446" y="417"/>
                </a:lnTo>
                <a:lnTo>
                  <a:pt x="445" y="417"/>
                </a:lnTo>
                <a:lnTo>
                  <a:pt x="444" y="418"/>
                </a:lnTo>
                <a:lnTo>
                  <a:pt x="443" y="419"/>
                </a:lnTo>
                <a:lnTo>
                  <a:pt x="443" y="423"/>
                </a:lnTo>
                <a:lnTo>
                  <a:pt x="443" y="424"/>
                </a:lnTo>
                <a:lnTo>
                  <a:pt x="443" y="426"/>
                </a:lnTo>
                <a:lnTo>
                  <a:pt x="442" y="426"/>
                </a:lnTo>
                <a:lnTo>
                  <a:pt x="442" y="427"/>
                </a:lnTo>
                <a:lnTo>
                  <a:pt x="441" y="428"/>
                </a:lnTo>
                <a:lnTo>
                  <a:pt x="441" y="429"/>
                </a:lnTo>
                <a:lnTo>
                  <a:pt x="440" y="429"/>
                </a:lnTo>
                <a:lnTo>
                  <a:pt x="440" y="431"/>
                </a:lnTo>
                <a:lnTo>
                  <a:pt x="441" y="431"/>
                </a:lnTo>
                <a:lnTo>
                  <a:pt x="441" y="432"/>
                </a:lnTo>
                <a:lnTo>
                  <a:pt x="442" y="432"/>
                </a:lnTo>
                <a:lnTo>
                  <a:pt x="442" y="433"/>
                </a:lnTo>
                <a:lnTo>
                  <a:pt x="441" y="433"/>
                </a:lnTo>
                <a:lnTo>
                  <a:pt x="441" y="435"/>
                </a:lnTo>
                <a:lnTo>
                  <a:pt x="442" y="435"/>
                </a:lnTo>
                <a:lnTo>
                  <a:pt x="441" y="436"/>
                </a:lnTo>
                <a:lnTo>
                  <a:pt x="442" y="437"/>
                </a:lnTo>
                <a:lnTo>
                  <a:pt x="442" y="438"/>
                </a:lnTo>
                <a:lnTo>
                  <a:pt x="442" y="440"/>
                </a:lnTo>
                <a:lnTo>
                  <a:pt x="441" y="441"/>
                </a:lnTo>
                <a:lnTo>
                  <a:pt x="441" y="442"/>
                </a:lnTo>
                <a:lnTo>
                  <a:pt x="442" y="442"/>
                </a:lnTo>
                <a:lnTo>
                  <a:pt x="443" y="443"/>
                </a:lnTo>
                <a:lnTo>
                  <a:pt x="444" y="443"/>
                </a:lnTo>
                <a:lnTo>
                  <a:pt x="443" y="444"/>
                </a:lnTo>
                <a:lnTo>
                  <a:pt x="444" y="444"/>
                </a:lnTo>
                <a:lnTo>
                  <a:pt x="445" y="445"/>
                </a:lnTo>
                <a:lnTo>
                  <a:pt x="446" y="445"/>
                </a:lnTo>
                <a:lnTo>
                  <a:pt x="446" y="446"/>
                </a:lnTo>
                <a:lnTo>
                  <a:pt x="447" y="446"/>
                </a:lnTo>
                <a:lnTo>
                  <a:pt x="448" y="446"/>
                </a:lnTo>
                <a:lnTo>
                  <a:pt x="448" y="447"/>
                </a:lnTo>
                <a:lnTo>
                  <a:pt x="449" y="447"/>
                </a:lnTo>
                <a:lnTo>
                  <a:pt x="448" y="448"/>
                </a:lnTo>
                <a:lnTo>
                  <a:pt x="448" y="449"/>
                </a:lnTo>
                <a:lnTo>
                  <a:pt x="447" y="449"/>
                </a:lnTo>
                <a:lnTo>
                  <a:pt x="448" y="449"/>
                </a:lnTo>
                <a:lnTo>
                  <a:pt x="448" y="450"/>
                </a:lnTo>
                <a:lnTo>
                  <a:pt x="447" y="451"/>
                </a:lnTo>
                <a:lnTo>
                  <a:pt x="446" y="451"/>
                </a:lnTo>
                <a:lnTo>
                  <a:pt x="446" y="452"/>
                </a:lnTo>
                <a:lnTo>
                  <a:pt x="446" y="453"/>
                </a:lnTo>
                <a:lnTo>
                  <a:pt x="445" y="453"/>
                </a:lnTo>
                <a:lnTo>
                  <a:pt x="445" y="452"/>
                </a:lnTo>
                <a:lnTo>
                  <a:pt x="445" y="453"/>
                </a:lnTo>
                <a:lnTo>
                  <a:pt x="444" y="453"/>
                </a:lnTo>
                <a:lnTo>
                  <a:pt x="444" y="454"/>
                </a:lnTo>
                <a:lnTo>
                  <a:pt x="444" y="455"/>
                </a:lnTo>
                <a:lnTo>
                  <a:pt x="445" y="455"/>
                </a:lnTo>
                <a:lnTo>
                  <a:pt x="446" y="456"/>
                </a:lnTo>
                <a:lnTo>
                  <a:pt x="445" y="457"/>
                </a:lnTo>
                <a:lnTo>
                  <a:pt x="444" y="457"/>
                </a:lnTo>
                <a:lnTo>
                  <a:pt x="443" y="458"/>
                </a:lnTo>
                <a:lnTo>
                  <a:pt x="442" y="458"/>
                </a:lnTo>
                <a:lnTo>
                  <a:pt x="442" y="459"/>
                </a:lnTo>
                <a:lnTo>
                  <a:pt x="441" y="459"/>
                </a:lnTo>
                <a:lnTo>
                  <a:pt x="440" y="459"/>
                </a:lnTo>
                <a:lnTo>
                  <a:pt x="440" y="460"/>
                </a:lnTo>
                <a:lnTo>
                  <a:pt x="439" y="460"/>
                </a:lnTo>
                <a:lnTo>
                  <a:pt x="438" y="461"/>
                </a:lnTo>
                <a:lnTo>
                  <a:pt x="437" y="461"/>
                </a:lnTo>
                <a:lnTo>
                  <a:pt x="437" y="462"/>
                </a:lnTo>
                <a:lnTo>
                  <a:pt x="436" y="463"/>
                </a:lnTo>
                <a:lnTo>
                  <a:pt x="436" y="464"/>
                </a:lnTo>
                <a:lnTo>
                  <a:pt x="436" y="465"/>
                </a:lnTo>
                <a:lnTo>
                  <a:pt x="437" y="465"/>
                </a:lnTo>
                <a:lnTo>
                  <a:pt x="438" y="465"/>
                </a:lnTo>
                <a:lnTo>
                  <a:pt x="438" y="466"/>
                </a:lnTo>
                <a:lnTo>
                  <a:pt x="439" y="465"/>
                </a:lnTo>
                <a:lnTo>
                  <a:pt x="440" y="464"/>
                </a:lnTo>
                <a:lnTo>
                  <a:pt x="441" y="464"/>
                </a:lnTo>
                <a:lnTo>
                  <a:pt x="441" y="463"/>
                </a:lnTo>
                <a:lnTo>
                  <a:pt x="442" y="463"/>
                </a:lnTo>
                <a:lnTo>
                  <a:pt x="444" y="465"/>
                </a:lnTo>
                <a:lnTo>
                  <a:pt x="445" y="465"/>
                </a:lnTo>
                <a:lnTo>
                  <a:pt x="446" y="464"/>
                </a:lnTo>
                <a:lnTo>
                  <a:pt x="447" y="464"/>
                </a:lnTo>
                <a:lnTo>
                  <a:pt x="447" y="463"/>
                </a:lnTo>
                <a:lnTo>
                  <a:pt x="447" y="462"/>
                </a:lnTo>
                <a:lnTo>
                  <a:pt x="448" y="462"/>
                </a:lnTo>
                <a:lnTo>
                  <a:pt x="449" y="462"/>
                </a:lnTo>
                <a:lnTo>
                  <a:pt x="450" y="463"/>
                </a:lnTo>
                <a:lnTo>
                  <a:pt x="450" y="464"/>
                </a:lnTo>
                <a:lnTo>
                  <a:pt x="450" y="465"/>
                </a:lnTo>
                <a:lnTo>
                  <a:pt x="451" y="466"/>
                </a:lnTo>
                <a:lnTo>
                  <a:pt x="451" y="467"/>
                </a:lnTo>
                <a:lnTo>
                  <a:pt x="452" y="467"/>
                </a:lnTo>
                <a:lnTo>
                  <a:pt x="452" y="468"/>
                </a:lnTo>
                <a:lnTo>
                  <a:pt x="451" y="468"/>
                </a:lnTo>
                <a:lnTo>
                  <a:pt x="450" y="468"/>
                </a:lnTo>
                <a:lnTo>
                  <a:pt x="449" y="469"/>
                </a:lnTo>
                <a:lnTo>
                  <a:pt x="449" y="470"/>
                </a:lnTo>
                <a:lnTo>
                  <a:pt x="449" y="471"/>
                </a:lnTo>
                <a:lnTo>
                  <a:pt x="449" y="472"/>
                </a:lnTo>
                <a:lnTo>
                  <a:pt x="448" y="472"/>
                </a:lnTo>
                <a:lnTo>
                  <a:pt x="448" y="473"/>
                </a:lnTo>
                <a:lnTo>
                  <a:pt x="447" y="473"/>
                </a:lnTo>
                <a:lnTo>
                  <a:pt x="447" y="474"/>
                </a:lnTo>
                <a:lnTo>
                  <a:pt x="447" y="475"/>
                </a:lnTo>
                <a:lnTo>
                  <a:pt x="448" y="476"/>
                </a:lnTo>
                <a:lnTo>
                  <a:pt x="447" y="476"/>
                </a:lnTo>
                <a:lnTo>
                  <a:pt x="447" y="477"/>
                </a:lnTo>
                <a:lnTo>
                  <a:pt x="447" y="478"/>
                </a:lnTo>
                <a:lnTo>
                  <a:pt x="447" y="479"/>
                </a:lnTo>
                <a:lnTo>
                  <a:pt x="446" y="479"/>
                </a:lnTo>
                <a:lnTo>
                  <a:pt x="445" y="480"/>
                </a:lnTo>
                <a:lnTo>
                  <a:pt x="444" y="481"/>
                </a:lnTo>
                <a:lnTo>
                  <a:pt x="442" y="482"/>
                </a:lnTo>
                <a:lnTo>
                  <a:pt x="442" y="481"/>
                </a:lnTo>
                <a:lnTo>
                  <a:pt x="441" y="481"/>
                </a:lnTo>
                <a:lnTo>
                  <a:pt x="440" y="482"/>
                </a:lnTo>
                <a:lnTo>
                  <a:pt x="439" y="482"/>
                </a:lnTo>
                <a:lnTo>
                  <a:pt x="438" y="483"/>
                </a:lnTo>
                <a:lnTo>
                  <a:pt x="438" y="484"/>
                </a:lnTo>
                <a:lnTo>
                  <a:pt x="437" y="484"/>
                </a:lnTo>
                <a:lnTo>
                  <a:pt x="437" y="485"/>
                </a:lnTo>
                <a:lnTo>
                  <a:pt x="436" y="485"/>
                </a:lnTo>
                <a:lnTo>
                  <a:pt x="436" y="486"/>
                </a:lnTo>
                <a:lnTo>
                  <a:pt x="437" y="486"/>
                </a:lnTo>
                <a:lnTo>
                  <a:pt x="437" y="487"/>
                </a:lnTo>
                <a:lnTo>
                  <a:pt x="436" y="488"/>
                </a:lnTo>
                <a:lnTo>
                  <a:pt x="435" y="488"/>
                </a:lnTo>
                <a:lnTo>
                  <a:pt x="435" y="489"/>
                </a:lnTo>
                <a:lnTo>
                  <a:pt x="435" y="490"/>
                </a:lnTo>
                <a:lnTo>
                  <a:pt x="434" y="490"/>
                </a:lnTo>
                <a:lnTo>
                  <a:pt x="433" y="490"/>
                </a:lnTo>
                <a:lnTo>
                  <a:pt x="433" y="491"/>
                </a:lnTo>
                <a:lnTo>
                  <a:pt x="434" y="491"/>
                </a:lnTo>
                <a:lnTo>
                  <a:pt x="434" y="492"/>
                </a:lnTo>
                <a:lnTo>
                  <a:pt x="434" y="493"/>
                </a:lnTo>
                <a:lnTo>
                  <a:pt x="434" y="495"/>
                </a:lnTo>
                <a:lnTo>
                  <a:pt x="433" y="497"/>
                </a:lnTo>
                <a:lnTo>
                  <a:pt x="434" y="498"/>
                </a:lnTo>
                <a:lnTo>
                  <a:pt x="434" y="499"/>
                </a:lnTo>
                <a:lnTo>
                  <a:pt x="433" y="499"/>
                </a:lnTo>
                <a:lnTo>
                  <a:pt x="433" y="500"/>
                </a:lnTo>
                <a:lnTo>
                  <a:pt x="433" y="501"/>
                </a:lnTo>
                <a:lnTo>
                  <a:pt x="433" y="502"/>
                </a:lnTo>
                <a:lnTo>
                  <a:pt x="432" y="503"/>
                </a:lnTo>
                <a:lnTo>
                  <a:pt x="432" y="504"/>
                </a:lnTo>
                <a:lnTo>
                  <a:pt x="432" y="505"/>
                </a:lnTo>
                <a:lnTo>
                  <a:pt x="431" y="505"/>
                </a:lnTo>
                <a:lnTo>
                  <a:pt x="431" y="506"/>
                </a:lnTo>
                <a:lnTo>
                  <a:pt x="430" y="506"/>
                </a:lnTo>
                <a:lnTo>
                  <a:pt x="430" y="507"/>
                </a:lnTo>
                <a:lnTo>
                  <a:pt x="431" y="507"/>
                </a:lnTo>
                <a:lnTo>
                  <a:pt x="431" y="508"/>
                </a:lnTo>
                <a:lnTo>
                  <a:pt x="430" y="509"/>
                </a:lnTo>
                <a:lnTo>
                  <a:pt x="429" y="509"/>
                </a:lnTo>
                <a:lnTo>
                  <a:pt x="428" y="510"/>
                </a:lnTo>
                <a:lnTo>
                  <a:pt x="427" y="510"/>
                </a:lnTo>
                <a:lnTo>
                  <a:pt x="427" y="511"/>
                </a:lnTo>
                <a:lnTo>
                  <a:pt x="427" y="512"/>
                </a:lnTo>
                <a:lnTo>
                  <a:pt x="427" y="513"/>
                </a:lnTo>
                <a:lnTo>
                  <a:pt x="427" y="514"/>
                </a:lnTo>
                <a:lnTo>
                  <a:pt x="428" y="515"/>
                </a:lnTo>
                <a:lnTo>
                  <a:pt x="429" y="516"/>
                </a:lnTo>
                <a:lnTo>
                  <a:pt x="429" y="517"/>
                </a:lnTo>
                <a:lnTo>
                  <a:pt x="429" y="518"/>
                </a:lnTo>
                <a:lnTo>
                  <a:pt x="428" y="518"/>
                </a:lnTo>
                <a:lnTo>
                  <a:pt x="428" y="519"/>
                </a:lnTo>
                <a:lnTo>
                  <a:pt x="428" y="520"/>
                </a:lnTo>
                <a:lnTo>
                  <a:pt x="427" y="520"/>
                </a:lnTo>
                <a:lnTo>
                  <a:pt x="426" y="519"/>
                </a:lnTo>
                <a:lnTo>
                  <a:pt x="425" y="519"/>
                </a:lnTo>
                <a:lnTo>
                  <a:pt x="425" y="518"/>
                </a:lnTo>
                <a:lnTo>
                  <a:pt x="424" y="518"/>
                </a:lnTo>
                <a:lnTo>
                  <a:pt x="423" y="518"/>
                </a:lnTo>
                <a:lnTo>
                  <a:pt x="422" y="518"/>
                </a:lnTo>
                <a:lnTo>
                  <a:pt x="422" y="517"/>
                </a:lnTo>
                <a:lnTo>
                  <a:pt x="422" y="516"/>
                </a:lnTo>
                <a:lnTo>
                  <a:pt x="421" y="516"/>
                </a:lnTo>
                <a:lnTo>
                  <a:pt x="420" y="516"/>
                </a:lnTo>
                <a:lnTo>
                  <a:pt x="421" y="516"/>
                </a:lnTo>
                <a:lnTo>
                  <a:pt x="420" y="516"/>
                </a:lnTo>
                <a:lnTo>
                  <a:pt x="420" y="517"/>
                </a:lnTo>
                <a:lnTo>
                  <a:pt x="419" y="518"/>
                </a:lnTo>
                <a:lnTo>
                  <a:pt x="419" y="519"/>
                </a:lnTo>
                <a:lnTo>
                  <a:pt x="419" y="520"/>
                </a:lnTo>
                <a:lnTo>
                  <a:pt x="420" y="521"/>
                </a:lnTo>
                <a:lnTo>
                  <a:pt x="419" y="522"/>
                </a:lnTo>
                <a:lnTo>
                  <a:pt x="419" y="523"/>
                </a:lnTo>
                <a:lnTo>
                  <a:pt x="417" y="523"/>
                </a:lnTo>
                <a:lnTo>
                  <a:pt x="416" y="523"/>
                </a:lnTo>
                <a:lnTo>
                  <a:pt x="416" y="522"/>
                </a:lnTo>
                <a:lnTo>
                  <a:pt x="415" y="522"/>
                </a:lnTo>
                <a:lnTo>
                  <a:pt x="414" y="522"/>
                </a:lnTo>
                <a:lnTo>
                  <a:pt x="414" y="521"/>
                </a:lnTo>
                <a:lnTo>
                  <a:pt x="413" y="521"/>
                </a:lnTo>
                <a:lnTo>
                  <a:pt x="411" y="520"/>
                </a:lnTo>
                <a:lnTo>
                  <a:pt x="410" y="520"/>
                </a:lnTo>
                <a:lnTo>
                  <a:pt x="410" y="518"/>
                </a:lnTo>
                <a:lnTo>
                  <a:pt x="410" y="517"/>
                </a:lnTo>
                <a:lnTo>
                  <a:pt x="409" y="516"/>
                </a:lnTo>
                <a:lnTo>
                  <a:pt x="408" y="517"/>
                </a:lnTo>
                <a:lnTo>
                  <a:pt x="407" y="517"/>
                </a:lnTo>
                <a:lnTo>
                  <a:pt x="406" y="516"/>
                </a:lnTo>
                <a:lnTo>
                  <a:pt x="405" y="517"/>
                </a:lnTo>
                <a:lnTo>
                  <a:pt x="404" y="517"/>
                </a:lnTo>
                <a:lnTo>
                  <a:pt x="403" y="518"/>
                </a:lnTo>
                <a:lnTo>
                  <a:pt x="402" y="518"/>
                </a:lnTo>
                <a:lnTo>
                  <a:pt x="402" y="519"/>
                </a:lnTo>
                <a:lnTo>
                  <a:pt x="401" y="519"/>
                </a:lnTo>
                <a:lnTo>
                  <a:pt x="400" y="519"/>
                </a:lnTo>
                <a:lnTo>
                  <a:pt x="400" y="518"/>
                </a:lnTo>
                <a:lnTo>
                  <a:pt x="399" y="518"/>
                </a:lnTo>
                <a:lnTo>
                  <a:pt x="399" y="517"/>
                </a:lnTo>
                <a:lnTo>
                  <a:pt x="399" y="516"/>
                </a:lnTo>
                <a:lnTo>
                  <a:pt x="398" y="516"/>
                </a:lnTo>
                <a:lnTo>
                  <a:pt x="398" y="515"/>
                </a:lnTo>
                <a:lnTo>
                  <a:pt x="398" y="513"/>
                </a:lnTo>
                <a:lnTo>
                  <a:pt x="397" y="513"/>
                </a:lnTo>
                <a:lnTo>
                  <a:pt x="397" y="514"/>
                </a:lnTo>
                <a:lnTo>
                  <a:pt x="396" y="514"/>
                </a:lnTo>
                <a:lnTo>
                  <a:pt x="395" y="515"/>
                </a:lnTo>
                <a:lnTo>
                  <a:pt x="395" y="516"/>
                </a:lnTo>
                <a:lnTo>
                  <a:pt x="394" y="517"/>
                </a:lnTo>
                <a:lnTo>
                  <a:pt x="393" y="517"/>
                </a:lnTo>
                <a:lnTo>
                  <a:pt x="392" y="517"/>
                </a:lnTo>
                <a:lnTo>
                  <a:pt x="392" y="518"/>
                </a:lnTo>
                <a:lnTo>
                  <a:pt x="392" y="519"/>
                </a:lnTo>
                <a:lnTo>
                  <a:pt x="391" y="520"/>
                </a:lnTo>
                <a:lnTo>
                  <a:pt x="390" y="520"/>
                </a:lnTo>
                <a:lnTo>
                  <a:pt x="391" y="519"/>
                </a:lnTo>
                <a:lnTo>
                  <a:pt x="391" y="518"/>
                </a:lnTo>
                <a:lnTo>
                  <a:pt x="391" y="517"/>
                </a:lnTo>
                <a:lnTo>
                  <a:pt x="390" y="516"/>
                </a:lnTo>
                <a:lnTo>
                  <a:pt x="389" y="516"/>
                </a:lnTo>
                <a:lnTo>
                  <a:pt x="388" y="516"/>
                </a:lnTo>
                <a:lnTo>
                  <a:pt x="388" y="515"/>
                </a:lnTo>
                <a:lnTo>
                  <a:pt x="388" y="514"/>
                </a:lnTo>
                <a:lnTo>
                  <a:pt x="388" y="513"/>
                </a:lnTo>
                <a:lnTo>
                  <a:pt x="387" y="512"/>
                </a:lnTo>
                <a:lnTo>
                  <a:pt x="386" y="510"/>
                </a:lnTo>
                <a:lnTo>
                  <a:pt x="386" y="509"/>
                </a:lnTo>
                <a:lnTo>
                  <a:pt x="387" y="509"/>
                </a:lnTo>
                <a:lnTo>
                  <a:pt x="388" y="508"/>
                </a:lnTo>
                <a:lnTo>
                  <a:pt x="388" y="507"/>
                </a:lnTo>
                <a:lnTo>
                  <a:pt x="390" y="506"/>
                </a:lnTo>
                <a:lnTo>
                  <a:pt x="391" y="506"/>
                </a:lnTo>
                <a:lnTo>
                  <a:pt x="391" y="505"/>
                </a:lnTo>
                <a:lnTo>
                  <a:pt x="391" y="504"/>
                </a:lnTo>
                <a:lnTo>
                  <a:pt x="390" y="504"/>
                </a:lnTo>
                <a:lnTo>
                  <a:pt x="390" y="503"/>
                </a:lnTo>
                <a:lnTo>
                  <a:pt x="391" y="502"/>
                </a:lnTo>
                <a:lnTo>
                  <a:pt x="392" y="501"/>
                </a:lnTo>
                <a:lnTo>
                  <a:pt x="392" y="500"/>
                </a:lnTo>
                <a:lnTo>
                  <a:pt x="392" y="499"/>
                </a:lnTo>
                <a:lnTo>
                  <a:pt x="392" y="498"/>
                </a:lnTo>
                <a:lnTo>
                  <a:pt x="392" y="497"/>
                </a:lnTo>
                <a:lnTo>
                  <a:pt x="393" y="497"/>
                </a:lnTo>
                <a:lnTo>
                  <a:pt x="393" y="496"/>
                </a:lnTo>
                <a:lnTo>
                  <a:pt x="392" y="496"/>
                </a:lnTo>
                <a:lnTo>
                  <a:pt x="391" y="496"/>
                </a:lnTo>
                <a:lnTo>
                  <a:pt x="390" y="496"/>
                </a:lnTo>
                <a:lnTo>
                  <a:pt x="390" y="495"/>
                </a:lnTo>
                <a:lnTo>
                  <a:pt x="390" y="494"/>
                </a:lnTo>
                <a:lnTo>
                  <a:pt x="391" y="493"/>
                </a:lnTo>
                <a:lnTo>
                  <a:pt x="391" y="492"/>
                </a:lnTo>
                <a:lnTo>
                  <a:pt x="391" y="491"/>
                </a:lnTo>
                <a:lnTo>
                  <a:pt x="392" y="490"/>
                </a:lnTo>
                <a:lnTo>
                  <a:pt x="391" y="489"/>
                </a:lnTo>
                <a:lnTo>
                  <a:pt x="391" y="488"/>
                </a:lnTo>
                <a:lnTo>
                  <a:pt x="390" y="488"/>
                </a:lnTo>
                <a:lnTo>
                  <a:pt x="389" y="488"/>
                </a:lnTo>
                <a:lnTo>
                  <a:pt x="388" y="487"/>
                </a:lnTo>
                <a:lnTo>
                  <a:pt x="388" y="486"/>
                </a:lnTo>
                <a:lnTo>
                  <a:pt x="388" y="485"/>
                </a:lnTo>
                <a:lnTo>
                  <a:pt x="387" y="485"/>
                </a:lnTo>
                <a:lnTo>
                  <a:pt x="386" y="485"/>
                </a:lnTo>
                <a:lnTo>
                  <a:pt x="386" y="484"/>
                </a:lnTo>
                <a:lnTo>
                  <a:pt x="385" y="483"/>
                </a:lnTo>
                <a:lnTo>
                  <a:pt x="385" y="482"/>
                </a:lnTo>
                <a:lnTo>
                  <a:pt x="385" y="481"/>
                </a:lnTo>
                <a:lnTo>
                  <a:pt x="384" y="481"/>
                </a:lnTo>
                <a:lnTo>
                  <a:pt x="383" y="481"/>
                </a:lnTo>
                <a:lnTo>
                  <a:pt x="383" y="482"/>
                </a:lnTo>
                <a:lnTo>
                  <a:pt x="383" y="483"/>
                </a:lnTo>
                <a:lnTo>
                  <a:pt x="381" y="483"/>
                </a:lnTo>
                <a:lnTo>
                  <a:pt x="381" y="484"/>
                </a:lnTo>
                <a:lnTo>
                  <a:pt x="380" y="484"/>
                </a:lnTo>
                <a:lnTo>
                  <a:pt x="379" y="484"/>
                </a:lnTo>
                <a:lnTo>
                  <a:pt x="378" y="484"/>
                </a:lnTo>
                <a:lnTo>
                  <a:pt x="378" y="485"/>
                </a:lnTo>
                <a:lnTo>
                  <a:pt x="377" y="485"/>
                </a:lnTo>
                <a:lnTo>
                  <a:pt x="376" y="485"/>
                </a:lnTo>
                <a:lnTo>
                  <a:pt x="376" y="487"/>
                </a:lnTo>
                <a:lnTo>
                  <a:pt x="378" y="488"/>
                </a:lnTo>
                <a:lnTo>
                  <a:pt x="379" y="488"/>
                </a:lnTo>
                <a:lnTo>
                  <a:pt x="379" y="489"/>
                </a:lnTo>
                <a:lnTo>
                  <a:pt x="380" y="490"/>
                </a:lnTo>
                <a:lnTo>
                  <a:pt x="381" y="490"/>
                </a:lnTo>
                <a:lnTo>
                  <a:pt x="382" y="491"/>
                </a:lnTo>
                <a:lnTo>
                  <a:pt x="382" y="492"/>
                </a:lnTo>
                <a:lnTo>
                  <a:pt x="383" y="493"/>
                </a:lnTo>
                <a:lnTo>
                  <a:pt x="383" y="494"/>
                </a:lnTo>
                <a:lnTo>
                  <a:pt x="382" y="494"/>
                </a:lnTo>
                <a:lnTo>
                  <a:pt x="382" y="495"/>
                </a:lnTo>
                <a:lnTo>
                  <a:pt x="381" y="495"/>
                </a:lnTo>
                <a:lnTo>
                  <a:pt x="380" y="495"/>
                </a:lnTo>
                <a:lnTo>
                  <a:pt x="379" y="496"/>
                </a:lnTo>
                <a:lnTo>
                  <a:pt x="379" y="497"/>
                </a:lnTo>
                <a:lnTo>
                  <a:pt x="379" y="498"/>
                </a:lnTo>
                <a:lnTo>
                  <a:pt x="378" y="500"/>
                </a:lnTo>
                <a:lnTo>
                  <a:pt x="379" y="500"/>
                </a:lnTo>
                <a:lnTo>
                  <a:pt x="379" y="501"/>
                </a:lnTo>
                <a:lnTo>
                  <a:pt x="379" y="500"/>
                </a:lnTo>
                <a:lnTo>
                  <a:pt x="380" y="500"/>
                </a:lnTo>
                <a:lnTo>
                  <a:pt x="381" y="500"/>
                </a:lnTo>
                <a:lnTo>
                  <a:pt x="381" y="501"/>
                </a:lnTo>
                <a:lnTo>
                  <a:pt x="380" y="502"/>
                </a:lnTo>
                <a:lnTo>
                  <a:pt x="378" y="502"/>
                </a:lnTo>
                <a:lnTo>
                  <a:pt x="378" y="503"/>
                </a:lnTo>
                <a:lnTo>
                  <a:pt x="377" y="503"/>
                </a:lnTo>
                <a:lnTo>
                  <a:pt x="376" y="503"/>
                </a:lnTo>
                <a:lnTo>
                  <a:pt x="374" y="504"/>
                </a:lnTo>
                <a:lnTo>
                  <a:pt x="373" y="504"/>
                </a:lnTo>
                <a:lnTo>
                  <a:pt x="373" y="503"/>
                </a:lnTo>
                <a:lnTo>
                  <a:pt x="373" y="502"/>
                </a:lnTo>
                <a:lnTo>
                  <a:pt x="372" y="502"/>
                </a:lnTo>
                <a:lnTo>
                  <a:pt x="371" y="502"/>
                </a:lnTo>
                <a:lnTo>
                  <a:pt x="370" y="502"/>
                </a:lnTo>
                <a:lnTo>
                  <a:pt x="370" y="501"/>
                </a:lnTo>
                <a:lnTo>
                  <a:pt x="370" y="500"/>
                </a:lnTo>
                <a:lnTo>
                  <a:pt x="370" y="499"/>
                </a:lnTo>
                <a:lnTo>
                  <a:pt x="370" y="498"/>
                </a:lnTo>
                <a:lnTo>
                  <a:pt x="369" y="498"/>
                </a:lnTo>
                <a:lnTo>
                  <a:pt x="369" y="497"/>
                </a:lnTo>
                <a:lnTo>
                  <a:pt x="369" y="496"/>
                </a:lnTo>
                <a:lnTo>
                  <a:pt x="370" y="496"/>
                </a:lnTo>
                <a:lnTo>
                  <a:pt x="370" y="495"/>
                </a:lnTo>
                <a:lnTo>
                  <a:pt x="370" y="494"/>
                </a:lnTo>
                <a:lnTo>
                  <a:pt x="371" y="494"/>
                </a:lnTo>
                <a:lnTo>
                  <a:pt x="372" y="493"/>
                </a:lnTo>
                <a:lnTo>
                  <a:pt x="373" y="493"/>
                </a:lnTo>
                <a:lnTo>
                  <a:pt x="373" y="492"/>
                </a:lnTo>
                <a:lnTo>
                  <a:pt x="373" y="491"/>
                </a:lnTo>
                <a:lnTo>
                  <a:pt x="372" y="491"/>
                </a:lnTo>
                <a:lnTo>
                  <a:pt x="373" y="490"/>
                </a:lnTo>
                <a:lnTo>
                  <a:pt x="373" y="489"/>
                </a:lnTo>
                <a:lnTo>
                  <a:pt x="372" y="489"/>
                </a:lnTo>
                <a:lnTo>
                  <a:pt x="371" y="488"/>
                </a:lnTo>
                <a:lnTo>
                  <a:pt x="371" y="487"/>
                </a:lnTo>
                <a:lnTo>
                  <a:pt x="370" y="487"/>
                </a:lnTo>
                <a:lnTo>
                  <a:pt x="370" y="486"/>
                </a:lnTo>
                <a:lnTo>
                  <a:pt x="370" y="485"/>
                </a:lnTo>
                <a:lnTo>
                  <a:pt x="370" y="484"/>
                </a:lnTo>
                <a:lnTo>
                  <a:pt x="370" y="483"/>
                </a:lnTo>
                <a:lnTo>
                  <a:pt x="369" y="482"/>
                </a:lnTo>
                <a:lnTo>
                  <a:pt x="369" y="481"/>
                </a:lnTo>
                <a:lnTo>
                  <a:pt x="369" y="480"/>
                </a:lnTo>
                <a:lnTo>
                  <a:pt x="368" y="478"/>
                </a:lnTo>
                <a:lnTo>
                  <a:pt x="369" y="477"/>
                </a:lnTo>
                <a:lnTo>
                  <a:pt x="370" y="477"/>
                </a:lnTo>
                <a:lnTo>
                  <a:pt x="371" y="476"/>
                </a:lnTo>
                <a:lnTo>
                  <a:pt x="372" y="476"/>
                </a:lnTo>
                <a:lnTo>
                  <a:pt x="373" y="476"/>
                </a:lnTo>
                <a:lnTo>
                  <a:pt x="372" y="475"/>
                </a:lnTo>
                <a:lnTo>
                  <a:pt x="372" y="474"/>
                </a:lnTo>
                <a:lnTo>
                  <a:pt x="372" y="473"/>
                </a:lnTo>
                <a:lnTo>
                  <a:pt x="372" y="471"/>
                </a:lnTo>
                <a:lnTo>
                  <a:pt x="372" y="470"/>
                </a:lnTo>
                <a:lnTo>
                  <a:pt x="371" y="470"/>
                </a:lnTo>
                <a:lnTo>
                  <a:pt x="372" y="470"/>
                </a:lnTo>
                <a:lnTo>
                  <a:pt x="372" y="468"/>
                </a:lnTo>
                <a:lnTo>
                  <a:pt x="373" y="468"/>
                </a:lnTo>
                <a:lnTo>
                  <a:pt x="373" y="467"/>
                </a:lnTo>
                <a:lnTo>
                  <a:pt x="375" y="466"/>
                </a:lnTo>
                <a:lnTo>
                  <a:pt x="375" y="465"/>
                </a:lnTo>
                <a:lnTo>
                  <a:pt x="374" y="465"/>
                </a:lnTo>
                <a:lnTo>
                  <a:pt x="375" y="465"/>
                </a:lnTo>
                <a:lnTo>
                  <a:pt x="375" y="464"/>
                </a:lnTo>
                <a:lnTo>
                  <a:pt x="374" y="463"/>
                </a:lnTo>
                <a:lnTo>
                  <a:pt x="373" y="463"/>
                </a:lnTo>
                <a:lnTo>
                  <a:pt x="373" y="464"/>
                </a:lnTo>
                <a:lnTo>
                  <a:pt x="372" y="464"/>
                </a:lnTo>
                <a:lnTo>
                  <a:pt x="371" y="464"/>
                </a:lnTo>
                <a:lnTo>
                  <a:pt x="371" y="463"/>
                </a:lnTo>
                <a:lnTo>
                  <a:pt x="370" y="463"/>
                </a:lnTo>
                <a:lnTo>
                  <a:pt x="369" y="463"/>
                </a:lnTo>
                <a:lnTo>
                  <a:pt x="369" y="462"/>
                </a:lnTo>
                <a:lnTo>
                  <a:pt x="368" y="461"/>
                </a:lnTo>
                <a:lnTo>
                  <a:pt x="367" y="460"/>
                </a:lnTo>
                <a:lnTo>
                  <a:pt x="367" y="461"/>
                </a:lnTo>
                <a:lnTo>
                  <a:pt x="367" y="462"/>
                </a:lnTo>
                <a:lnTo>
                  <a:pt x="366" y="462"/>
                </a:lnTo>
                <a:lnTo>
                  <a:pt x="365" y="462"/>
                </a:lnTo>
                <a:lnTo>
                  <a:pt x="364" y="462"/>
                </a:lnTo>
                <a:lnTo>
                  <a:pt x="363" y="463"/>
                </a:lnTo>
                <a:lnTo>
                  <a:pt x="362" y="463"/>
                </a:lnTo>
                <a:lnTo>
                  <a:pt x="362" y="464"/>
                </a:lnTo>
                <a:lnTo>
                  <a:pt x="361" y="463"/>
                </a:lnTo>
                <a:lnTo>
                  <a:pt x="361" y="464"/>
                </a:lnTo>
                <a:lnTo>
                  <a:pt x="360" y="464"/>
                </a:lnTo>
                <a:lnTo>
                  <a:pt x="360" y="465"/>
                </a:lnTo>
                <a:lnTo>
                  <a:pt x="359" y="465"/>
                </a:lnTo>
                <a:lnTo>
                  <a:pt x="358" y="465"/>
                </a:lnTo>
                <a:lnTo>
                  <a:pt x="357" y="465"/>
                </a:lnTo>
                <a:lnTo>
                  <a:pt x="356" y="465"/>
                </a:lnTo>
                <a:lnTo>
                  <a:pt x="355" y="465"/>
                </a:lnTo>
                <a:lnTo>
                  <a:pt x="355" y="464"/>
                </a:lnTo>
                <a:lnTo>
                  <a:pt x="354" y="465"/>
                </a:lnTo>
                <a:lnTo>
                  <a:pt x="353" y="465"/>
                </a:lnTo>
                <a:lnTo>
                  <a:pt x="352" y="464"/>
                </a:lnTo>
                <a:lnTo>
                  <a:pt x="351" y="464"/>
                </a:lnTo>
                <a:lnTo>
                  <a:pt x="350" y="463"/>
                </a:lnTo>
                <a:lnTo>
                  <a:pt x="347" y="462"/>
                </a:lnTo>
                <a:lnTo>
                  <a:pt x="346" y="462"/>
                </a:lnTo>
                <a:lnTo>
                  <a:pt x="345" y="461"/>
                </a:lnTo>
                <a:lnTo>
                  <a:pt x="344" y="461"/>
                </a:lnTo>
                <a:lnTo>
                  <a:pt x="344" y="460"/>
                </a:lnTo>
                <a:lnTo>
                  <a:pt x="343" y="460"/>
                </a:lnTo>
                <a:lnTo>
                  <a:pt x="342" y="460"/>
                </a:lnTo>
                <a:lnTo>
                  <a:pt x="341" y="460"/>
                </a:lnTo>
                <a:lnTo>
                  <a:pt x="341" y="459"/>
                </a:lnTo>
                <a:lnTo>
                  <a:pt x="341" y="458"/>
                </a:lnTo>
                <a:lnTo>
                  <a:pt x="342" y="457"/>
                </a:lnTo>
                <a:lnTo>
                  <a:pt x="342" y="456"/>
                </a:lnTo>
                <a:lnTo>
                  <a:pt x="342" y="455"/>
                </a:lnTo>
                <a:lnTo>
                  <a:pt x="342" y="454"/>
                </a:lnTo>
                <a:lnTo>
                  <a:pt x="342" y="452"/>
                </a:lnTo>
                <a:lnTo>
                  <a:pt x="343" y="451"/>
                </a:lnTo>
                <a:lnTo>
                  <a:pt x="343" y="450"/>
                </a:lnTo>
                <a:lnTo>
                  <a:pt x="345" y="448"/>
                </a:lnTo>
                <a:lnTo>
                  <a:pt x="345" y="447"/>
                </a:lnTo>
                <a:lnTo>
                  <a:pt x="346" y="447"/>
                </a:lnTo>
                <a:lnTo>
                  <a:pt x="346" y="446"/>
                </a:lnTo>
                <a:lnTo>
                  <a:pt x="346" y="445"/>
                </a:lnTo>
                <a:lnTo>
                  <a:pt x="346" y="443"/>
                </a:lnTo>
                <a:lnTo>
                  <a:pt x="343" y="442"/>
                </a:lnTo>
                <a:lnTo>
                  <a:pt x="342" y="442"/>
                </a:lnTo>
                <a:lnTo>
                  <a:pt x="342" y="441"/>
                </a:lnTo>
                <a:lnTo>
                  <a:pt x="342" y="439"/>
                </a:lnTo>
                <a:lnTo>
                  <a:pt x="342" y="438"/>
                </a:lnTo>
                <a:lnTo>
                  <a:pt x="342" y="437"/>
                </a:lnTo>
                <a:lnTo>
                  <a:pt x="341" y="436"/>
                </a:lnTo>
                <a:lnTo>
                  <a:pt x="342" y="435"/>
                </a:lnTo>
                <a:lnTo>
                  <a:pt x="342" y="434"/>
                </a:lnTo>
                <a:lnTo>
                  <a:pt x="342" y="433"/>
                </a:lnTo>
                <a:lnTo>
                  <a:pt x="342" y="432"/>
                </a:lnTo>
                <a:lnTo>
                  <a:pt x="342" y="431"/>
                </a:lnTo>
                <a:lnTo>
                  <a:pt x="342" y="430"/>
                </a:lnTo>
                <a:lnTo>
                  <a:pt x="342" y="427"/>
                </a:lnTo>
                <a:lnTo>
                  <a:pt x="341" y="426"/>
                </a:lnTo>
                <a:lnTo>
                  <a:pt x="341" y="425"/>
                </a:lnTo>
                <a:lnTo>
                  <a:pt x="340" y="424"/>
                </a:lnTo>
                <a:lnTo>
                  <a:pt x="339" y="424"/>
                </a:lnTo>
                <a:lnTo>
                  <a:pt x="338" y="424"/>
                </a:lnTo>
                <a:lnTo>
                  <a:pt x="338" y="423"/>
                </a:lnTo>
                <a:lnTo>
                  <a:pt x="338" y="422"/>
                </a:lnTo>
                <a:lnTo>
                  <a:pt x="338" y="421"/>
                </a:lnTo>
                <a:lnTo>
                  <a:pt x="337" y="419"/>
                </a:lnTo>
                <a:lnTo>
                  <a:pt x="337" y="418"/>
                </a:lnTo>
                <a:lnTo>
                  <a:pt x="336" y="417"/>
                </a:lnTo>
                <a:lnTo>
                  <a:pt x="336" y="416"/>
                </a:lnTo>
                <a:lnTo>
                  <a:pt x="337" y="415"/>
                </a:lnTo>
                <a:lnTo>
                  <a:pt x="336" y="415"/>
                </a:lnTo>
                <a:lnTo>
                  <a:pt x="335" y="413"/>
                </a:lnTo>
                <a:lnTo>
                  <a:pt x="335" y="412"/>
                </a:lnTo>
                <a:lnTo>
                  <a:pt x="335" y="411"/>
                </a:lnTo>
                <a:lnTo>
                  <a:pt x="335" y="410"/>
                </a:lnTo>
                <a:lnTo>
                  <a:pt x="336" y="408"/>
                </a:lnTo>
                <a:lnTo>
                  <a:pt x="336" y="407"/>
                </a:lnTo>
                <a:lnTo>
                  <a:pt x="335" y="407"/>
                </a:lnTo>
                <a:lnTo>
                  <a:pt x="334" y="407"/>
                </a:lnTo>
                <a:lnTo>
                  <a:pt x="333" y="407"/>
                </a:lnTo>
                <a:lnTo>
                  <a:pt x="333" y="406"/>
                </a:lnTo>
                <a:lnTo>
                  <a:pt x="332" y="406"/>
                </a:lnTo>
                <a:lnTo>
                  <a:pt x="332" y="407"/>
                </a:lnTo>
                <a:lnTo>
                  <a:pt x="332" y="408"/>
                </a:lnTo>
                <a:lnTo>
                  <a:pt x="331" y="409"/>
                </a:lnTo>
                <a:lnTo>
                  <a:pt x="331" y="410"/>
                </a:lnTo>
                <a:lnTo>
                  <a:pt x="331" y="411"/>
                </a:lnTo>
                <a:lnTo>
                  <a:pt x="331" y="412"/>
                </a:lnTo>
                <a:lnTo>
                  <a:pt x="331" y="413"/>
                </a:lnTo>
                <a:lnTo>
                  <a:pt x="330" y="413"/>
                </a:lnTo>
                <a:lnTo>
                  <a:pt x="329" y="414"/>
                </a:lnTo>
                <a:lnTo>
                  <a:pt x="328" y="415"/>
                </a:lnTo>
                <a:lnTo>
                  <a:pt x="327" y="414"/>
                </a:lnTo>
                <a:lnTo>
                  <a:pt x="327" y="413"/>
                </a:lnTo>
                <a:lnTo>
                  <a:pt x="328" y="412"/>
                </a:lnTo>
                <a:lnTo>
                  <a:pt x="327" y="412"/>
                </a:lnTo>
                <a:lnTo>
                  <a:pt x="327" y="411"/>
                </a:lnTo>
                <a:lnTo>
                  <a:pt x="326" y="411"/>
                </a:lnTo>
                <a:lnTo>
                  <a:pt x="325" y="411"/>
                </a:lnTo>
                <a:lnTo>
                  <a:pt x="324" y="410"/>
                </a:lnTo>
                <a:lnTo>
                  <a:pt x="324" y="409"/>
                </a:lnTo>
                <a:lnTo>
                  <a:pt x="323" y="409"/>
                </a:lnTo>
                <a:lnTo>
                  <a:pt x="322" y="409"/>
                </a:lnTo>
                <a:lnTo>
                  <a:pt x="321" y="410"/>
                </a:lnTo>
                <a:lnTo>
                  <a:pt x="320" y="411"/>
                </a:lnTo>
                <a:lnTo>
                  <a:pt x="319" y="411"/>
                </a:lnTo>
                <a:lnTo>
                  <a:pt x="319" y="412"/>
                </a:lnTo>
                <a:lnTo>
                  <a:pt x="318" y="412"/>
                </a:lnTo>
                <a:lnTo>
                  <a:pt x="317" y="412"/>
                </a:lnTo>
                <a:lnTo>
                  <a:pt x="317" y="411"/>
                </a:lnTo>
                <a:lnTo>
                  <a:pt x="316" y="411"/>
                </a:lnTo>
                <a:lnTo>
                  <a:pt x="316" y="410"/>
                </a:lnTo>
                <a:lnTo>
                  <a:pt x="316" y="409"/>
                </a:lnTo>
                <a:lnTo>
                  <a:pt x="315" y="409"/>
                </a:lnTo>
                <a:lnTo>
                  <a:pt x="314" y="409"/>
                </a:lnTo>
                <a:lnTo>
                  <a:pt x="312" y="408"/>
                </a:lnTo>
                <a:lnTo>
                  <a:pt x="311" y="408"/>
                </a:lnTo>
                <a:lnTo>
                  <a:pt x="310" y="408"/>
                </a:lnTo>
                <a:lnTo>
                  <a:pt x="309" y="407"/>
                </a:lnTo>
                <a:lnTo>
                  <a:pt x="309" y="408"/>
                </a:lnTo>
                <a:lnTo>
                  <a:pt x="308" y="409"/>
                </a:lnTo>
                <a:lnTo>
                  <a:pt x="308" y="410"/>
                </a:lnTo>
                <a:lnTo>
                  <a:pt x="307" y="411"/>
                </a:lnTo>
                <a:lnTo>
                  <a:pt x="306" y="412"/>
                </a:lnTo>
                <a:lnTo>
                  <a:pt x="306" y="413"/>
                </a:lnTo>
                <a:lnTo>
                  <a:pt x="305" y="413"/>
                </a:lnTo>
                <a:lnTo>
                  <a:pt x="304" y="414"/>
                </a:lnTo>
                <a:lnTo>
                  <a:pt x="303" y="414"/>
                </a:lnTo>
                <a:lnTo>
                  <a:pt x="302" y="414"/>
                </a:lnTo>
                <a:lnTo>
                  <a:pt x="301" y="414"/>
                </a:lnTo>
                <a:lnTo>
                  <a:pt x="300" y="415"/>
                </a:lnTo>
                <a:lnTo>
                  <a:pt x="298" y="415"/>
                </a:lnTo>
                <a:lnTo>
                  <a:pt x="297" y="415"/>
                </a:lnTo>
                <a:lnTo>
                  <a:pt x="295" y="414"/>
                </a:lnTo>
                <a:lnTo>
                  <a:pt x="294" y="414"/>
                </a:lnTo>
                <a:lnTo>
                  <a:pt x="294" y="415"/>
                </a:lnTo>
                <a:lnTo>
                  <a:pt x="293" y="416"/>
                </a:lnTo>
                <a:lnTo>
                  <a:pt x="293" y="417"/>
                </a:lnTo>
                <a:lnTo>
                  <a:pt x="292" y="418"/>
                </a:lnTo>
                <a:lnTo>
                  <a:pt x="292" y="419"/>
                </a:lnTo>
                <a:lnTo>
                  <a:pt x="291" y="418"/>
                </a:lnTo>
                <a:lnTo>
                  <a:pt x="290" y="418"/>
                </a:lnTo>
                <a:lnTo>
                  <a:pt x="289" y="418"/>
                </a:lnTo>
                <a:lnTo>
                  <a:pt x="289" y="419"/>
                </a:lnTo>
                <a:lnTo>
                  <a:pt x="290" y="420"/>
                </a:lnTo>
                <a:lnTo>
                  <a:pt x="289" y="421"/>
                </a:lnTo>
                <a:lnTo>
                  <a:pt x="288" y="421"/>
                </a:lnTo>
                <a:lnTo>
                  <a:pt x="288" y="422"/>
                </a:lnTo>
                <a:lnTo>
                  <a:pt x="288" y="423"/>
                </a:lnTo>
                <a:lnTo>
                  <a:pt x="288" y="425"/>
                </a:lnTo>
                <a:lnTo>
                  <a:pt x="287" y="425"/>
                </a:lnTo>
                <a:lnTo>
                  <a:pt x="287" y="424"/>
                </a:lnTo>
                <a:lnTo>
                  <a:pt x="286" y="424"/>
                </a:lnTo>
                <a:lnTo>
                  <a:pt x="285" y="424"/>
                </a:lnTo>
                <a:lnTo>
                  <a:pt x="284" y="424"/>
                </a:lnTo>
                <a:lnTo>
                  <a:pt x="284" y="423"/>
                </a:lnTo>
                <a:lnTo>
                  <a:pt x="283" y="423"/>
                </a:lnTo>
                <a:lnTo>
                  <a:pt x="282" y="422"/>
                </a:lnTo>
                <a:lnTo>
                  <a:pt x="281" y="422"/>
                </a:lnTo>
                <a:lnTo>
                  <a:pt x="281" y="421"/>
                </a:lnTo>
                <a:lnTo>
                  <a:pt x="281" y="420"/>
                </a:lnTo>
                <a:lnTo>
                  <a:pt x="282" y="419"/>
                </a:lnTo>
                <a:lnTo>
                  <a:pt x="282" y="415"/>
                </a:lnTo>
                <a:lnTo>
                  <a:pt x="281" y="415"/>
                </a:lnTo>
                <a:lnTo>
                  <a:pt x="281" y="414"/>
                </a:lnTo>
                <a:lnTo>
                  <a:pt x="280" y="414"/>
                </a:lnTo>
                <a:lnTo>
                  <a:pt x="278" y="414"/>
                </a:lnTo>
                <a:lnTo>
                  <a:pt x="278" y="413"/>
                </a:lnTo>
                <a:lnTo>
                  <a:pt x="278" y="412"/>
                </a:lnTo>
                <a:lnTo>
                  <a:pt x="278" y="409"/>
                </a:lnTo>
                <a:lnTo>
                  <a:pt x="278" y="408"/>
                </a:lnTo>
                <a:lnTo>
                  <a:pt x="279" y="406"/>
                </a:lnTo>
                <a:lnTo>
                  <a:pt x="279" y="405"/>
                </a:lnTo>
                <a:lnTo>
                  <a:pt x="280" y="404"/>
                </a:lnTo>
                <a:lnTo>
                  <a:pt x="280" y="403"/>
                </a:lnTo>
                <a:lnTo>
                  <a:pt x="280" y="402"/>
                </a:lnTo>
                <a:lnTo>
                  <a:pt x="281" y="402"/>
                </a:lnTo>
                <a:lnTo>
                  <a:pt x="281" y="401"/>
                </a:lnTo>
                <a:lnTo>
                  <a:pt x="280" y="401"/>
                </a:lnTo>
                <a:lnTo>
                  <a:pt x="279" y="401"/>
                </a:lnTo>
                <a:lnTo>
                  <a:pt x="279" y="400"/>
                </a:lnTo>
                <a:lnTo>
                  <a:pt x="278" y="400"/>
                </a:lnTo>
                <a:lnTo>
                  <a:pt x="278" y="399"/>
                </a:lnTo>
                <a:lnTo>
                  <a:pt x="277" y="399"/>
                </a:lnTo>
                <a:lnTo>
                  <a:pt x="276" y="399"/>
                </a:lnTo>
                <a:lnTo>
                  <a:pt x="276" y="398"/>
                </a:lnTo>
                <a:lnTo>
                  <a:pt x="276" y="397"/>
                </a:lnTo>
                <a:lnTo>
                  <a:pt x="275" y="396"/>
                </a:lnTo>
                <a:lnTo>
                  <a:pt x="275" y="395"/>
                </a:lnTo>
                <a:lnTo>
                  <a:pt x="274" y="394"/>
                </a:lnTo>
                <a:lnTo>
                  <a:pt x="273" y="394"/>
                </a:lnTo>
                <a:lnTo>
                  <a:pt x="273" y="395"/>
                </a:lnTo>
                <a:lnTo>
                  <a:pt x="272" y="395"/>
                </a:lnTo>
                <a:lnTo>
                  <a:pt x="272" y="396"/>
                </a:lnTo>
                <a:lnTo>
                  <a:pt x="271" y="396"/>
                </a:lnTo>
                <a:lnTo>
                  <a:pt x="270" y="397"/>
                </a:lnTo>
                <a:lnTo>
                  <a:pt x="271" y="397"/>
                </a:lnTo>
                <a:lnTo>
                  <a:pt x="271" y="398"/>
                </a:lnTo>
                <a:lnTo>
                  <a:pt x="270" y="400"/>
                </a:lnTo>
                <a:lnTo>
                  <a:pt x="269" y="400"/>
                </a:lnTo>
                <a:lnTo>
                  <a:pt x="269" y="399"/>
                </a:lnTo>
                <a:lnTo>
                  <a:pt x="269" y="400"/>
                </a:lnTo>
                <a:lnTo>
                  <a:pt x="268" y="401"/>
                </a:lnTo>
                <a:lnTo>
                  <a:pt x="267" y="401"/>
                </a:lnTo>
                <a:lnTo>
                  <a:pt x="266" y="401"/>
                </a:lnTo>
                <a:lnTo>
                  <a:pt x="265" y="401"/>
                </a:lnTo>
                <a:lnTo>
                  <a:pt x="264" y="401"/>
                </a:lnTo>
                <a:lnTo>
                  <a:pt x="264" y="400"/>
                </a:lnTo>
                <a:lnTo>
                  <a:pt x="263" y="399"/>
                </a:lnTo>
                <a:lnTo>
                  <a:pt x="262" y="399"/>
                </a:lnTo>
                <a:lnTo>
                  <a:pt x="261" y="399"/>
                </a:lnTo>
                <a:lnTo>
                  <a:pt x="260" y="399"/>
                </a:lnTo>
                <a:lnTo>
                  <a:pt x="260" y="398"/>
                </a:lnTo>
                <a:lnTo>
                  <a:pt x="258" y="399"/>
                </a:lnTo>
                <a:lnTo>
                  <a:pt x="257" y="399"/>
                </a:lnTo>
                <a:lnTo>
                  <a:pt x="257" y="400"/>
                </a:lnTo>
                <a:lnTo>
                  <a:pt x="257" y="401"/>
                </a:lnTo>
                <a:lnTo>
                  <a:pt x="257" y="402"/>
                </a:lnTo>
                <a:lnTo>
                  <a:pt x="256" y="402"/>
                </a:lnTo>
                <a:lnTo>
                  <a:pt x="256" y="401"/>
                </a:lnTo>
                <a:lnTo>
                  <a:pt x="255" y="400"/>
                </a:lnTo>
                <a:lnTo>
                  <a:pt x="255" y="399"/>
                </a:lnTo>
                <a:lnTo>
                  <a:pt x="255" y="398"/>
                </a:lnTo>
                <a:lnTo>
                  <a:pt x="255" y="397"/>
                </a:lnTo>
                <a:lnTo>
                  <a:pt x="254" y="396"/>
                </a:lnTo>
                <a:lnTo>
                  <a:pt x="254" y="395"/>
                </a:lnTo>
                <a:lnTo>
                  <a:pt x="254" y="394"/>
                </a:lnTo>
                <a:lnTo>
                  <a:pt x="254" y="393"/>
                </a:lnTo>
                <a:lnTo>
                  <a:pt x="254" y="392"/>
                </a:lnTo>
                <a:lnTo>
                  <a:pt x="253" y="392"/>
                </a:lnTo>
                <a:lnTo>
                  <a:pt x="252" y="392"/>
                </a:lnTo>
                <a:lnTo>
                  <a:pt x="251" y="392"/>
                </a:lnTo>
                <a:lnTo>
                  <a:pt x="251" y="393"/>
                </a:lnTo>
                <a:lnTo>
                  <a:pt x="251" y="394"/>
                </a:lnTo>
                <a:lnTo>
                  <a:pt x="249" y="395"/>
                </a:lnTo>
                <a:lnTo>
                  <a:pt x="248" y="395"/>
                </a:lnTo>
                <a:lnTo>
                  <a:pt x="247" y="395"/>
                </a:lnTo>
                <a:lnTo>
                  <a:pt x="247" y="396"/>
                </a:lnTo>
                <a:lnTo>
                  <a:pt x="246" y="397"/>
                </a:lnTo>
                <a:lnTo>
                  <a:pt x="245" y="397"/>
                </a:lnTo>
                <a:lnTo>
                  <a:pt x="245" y="398"/>
                </a:lnTo>
                <a:lnTo>
                  <a:pt x="243" y="398"/>
                </a:lnTo>
                <a:lnTo>
                  <a:pt x="242" y="398"/>
                </a:lnTo>
                <a:lnTo>
                  <a:pt x="242" y="397"/>
                </a:lnTo>
                <a:lnTo>
                  <a:pt x="242" y="395"/>
                </a:lnTo>
                <a:lnTo>
                  <a:pt x="241" y="395"/>
                </a:lnTo>
                <a:lnTo>
                  <a:pt x="240" y="395"/>
                </a:lnTo>
                <a:lnTo>
                  <a:pt x="240" y="394"/>
                </a:lnTo>
                <a:lnTo>
                  <a:pt x="239" y="394"/>
                </a:lnTo>
                <a:lnTo>
                  <a:pt x="238" y="395"/>
                </a:lnTo>
                <a:lnTo>
                  <a:pt x="238" y="396"/>
                </a:lnTo>
                <a:lnTo>
                  <a:pt x="237" y="396"/>
                </a:lnTo>
                <a:lnTo>
                  <a:pt x="236" y="396"/>
                </a:lnTo>
                <a:lnTo>
                  <a:pt x="235" y="396"/>
                </a:lnTo>
                <a:lnTo>
                  <a:pt x="235" y="397"/>
                </a:lnTo>
                <a:lnTo>
                  <a:pt x="235" y="398"/>
                </a:lnTo>
                <a:lnTo>
                  <a:pt x="235" y="399"/>
                </a:lnTo>
                <a:lnTo>
                  <a:pt x="236" y="400"/>
                </a:lnTo>
                <a:lnTo>
                  <a:pt x="236" y="401"/>
                </a:lnTo>
                <a:lnTo>
                  <a:pt x="236" y="403"/>
                </a:lnTo>
                <a:lnTo>
                  <a:pt x="237" y="403"/>
                </a:lnTo>
                <a:lnTo>
                  <a:pt x="238" y="404"/>
                </a:lnTo>
                <a:lnTo>
                  <a:pt x="238" y="405"/>
                </a:lnTo>
                <a:lnTo>
                  <a:pt x="237" y="405"/>
                </a:lnTo>
                <a:lnTo>
                  <a:pt x="237" y="406"/>
                </a:lnTo>
                <a:lnTo>
                  <a:pt x="237" y="407"/>
                </a:lnTo>
                <a:lnTo>
                  <a:pt x="236" y="408"/>
                </a:lnTo>
                <a:lnTo>
                  <a:pt x="235" y="408"/>
                </a:lnTo>
                <a:lnTo>
                  <a:pt x="235" y="409"/>
                </a:lnTo>
                <a:lnTo>
                  <a:pt x="234" y="409"/>
                </a:lnTo>
                <a:lnTo>
                  <a:pt x="233" y="408"/>
                </a:lnTo>
                <a:lnTo>
                  <a:pt x="232" y="407"/>
                </a:lnTo>
                <a:lnTo>
                  <a:pt x="232" y="408"/>
                </a:lnTo>
                <a:lnTo>
                  <a:pt x="231" y="409"/>
                </a:lnTo>
                <a:lnTo>
                  <a:pt x="232" y="410"/>
                </a:lnTo>
                <a:lnTo>
                  <a:pt x="232" y="412"/>
                </a:lnTo>
                <a:lnTo>
                  <a:pt x="233" y="413"/>
                </a:lnTo>
                <a:lnTo>
                  <a:pt x="234" y="413"/>
                </a:lnTo>
                <a:lnTo>
                  <a:pt x="234" y="414"/>
                </a:lnTo>
                <a:lnTo>
                  <a:pt x="234" y="415"/>
                </a:lnTo>
                <a:lnTo>
                  <a:pt x="234" y="416"/>
                </a:lnTo>
                <a:lnTo>
                  <a:pt x="234" y="417"/>
                </a:lnTo>
                <a:lnTo>
                  <a:pt x="233" y="417"/>
                </a:lnTo>
                <a:lnTo>
                  <a:pt x="231" y="419"/>
                </a:lnTo>
                <a:lnTo>
                  <a:pt x="231" y="420"/>
                </a:lnTo>
                <a:lnTo>
                  <a:pt x="231" y="421"/>
                </a:lnTo>
                <a:lnTo>
                  <a:pt x="232" y="421"/>
                </a:lnTo>
                <a:lnTo>
                  <a:pt x="232" y="422"/>
                </a:lnTo>
                <a:lnTo>
                  <a:pt x="233" y="422"/>
                </a:lnTo>
                <a:lnTo>
                  <a:pt x="234" y="421"/>
                </a:lnTo>
                <a:lnTo>
                  <a:pt x="234" y="422"/>
                </a:lnTo>
                <a:lnTo>
                  <a:pt x="235" y="422"/>
                </a:lnTo>
                <a:lnTo>
                  <a:pt x="236" y="423"/>
                </a:lnTo>
                <a:lnTo>
                  <a:pt x="236" y="424"/>
                </a:lnTo>
                <a:lnTo>
                  <a:pt x="236" y="425"/>
                </a:lnTo>
                <a:lnTo>
                  <a:pt x="236" y="426"/>
                </a:lnTo>
                <a:lnTo>
                  <a:pt x="237" y="426"/>
                </a:lnTo>
                <a:lnTo>
                  <a:pt x="238" y="426"/>
                </a:lnTo>
                <a:lnTo>
                  <a:pt x="239" y="426"/>
                </a:lnTo>
                <a:lnTo>
                  <a:pt x="240" y="427"/>
                </a:lnTo>
                <a:lnTo>
                  <a:pt x="240" y="428"/>
                </a:lnTo>
                <a:lnTo>
                  <a:pt x="239" y="429"/>
                </a:lnTo>
                <a:lnTo>
                  <a:pt x="238" y="430"/>
                </a:lnTo>
                <a:lnTo>
                  <a:pt x="237" y="432"/>
                </a:lnTo>
                <a:lnTo>
                  <a:pt x="237" y="433"/>
                </a:lnTo>
                <a:lnTo>
                  <a:pt x="237" y="434"/>
                </a:lnTo>
                <a:lnTo>
                  <a:pt x="238" y="435"/>
                </a:lnTo>
                <a:lnTo>
                  <a:pt x="237" y="435"/>
                </a:lnTo>
                <a:lnTo>
                  <a:pt x="236" y="435"/>
                </a:lnTo>
                <a:lnTo>
                  <a:pt x="236" y="436"/>
                </a:lnTo>
                <a:lnTo>
                  <a:pt x="235" y="437"/>
                </a:lnTo>
                <a:lnTo>
                  <a:pt x="235" y="438"/>
                </a:lnTo>
                <a:lnTo>
                  <a:pt x="235" y="439"/>
                </a:lnTo>
                <a:lnTo>
                  <a:pt x="234" y="440"/>
                </a:lnTo>
                <a:lnTo>
                  <a:pt x="232" y="441"/>
                </a:lnTo>
                <a:lnTo>
                  <a:pt x="231" y="441"/>
                </a:lnTo>
                <a:lnTo>
                  <a:pt x="231" y="440"/>
                </a:lnTo>
                <a:lnTo>
                  <a:pt x="229" y="441"/>
                </a:lnTo>
                <a:lnTo>
                  <a:pt x="228" y="441"/>
                </a:lnTo>
                <a:lnTo>
                  <a:pt x="228" y="442"/>
                </a:lnTo>
                <a:lnTo>
                  <a:pt x="229" y="442"/>
                </a:lnTo>
                <a:lnTo>
                  <a:pt x="230" y="443"/>
                </a:lnTo>
                <a:lnTo>
                  <a:pt x="229" y="444"/>
                </a:lnTo>
                <a:lnTo>
                  <a:pt x="228" y="444"/>
                </a:lnTo>
                <a:lnTo>
                  <a:pt x="228" y="445"/>
                </a:lnTo>
                <a:lnTo>
                  <a:pt x="228" y="446"/>
                </a:lnTo>
                <a:lnTo>
                  <a:pt x="227" y="446"/>
                </a:lnTo>
                <a:lnTo>
                  <a:pt x="226" y="446"/>
                </a:lnTo>
                <a:lnTo>
                  <a:pt x="225" y="446"/>
                </a:lnTo>
                <a:lnTo>
                  <a:pt x="224" y="446"/>
                </a:lnTo>
                <a:lnTo>
                  <a:pt x="224" y="447"/>
                </a:lnTo>
                <a:lnTo>
                  <a:pt x="223" y="447"/>
                </a:lnTo>
                <a:lnTo>
                  <a:pt x="222" y="447"/>
                </a:lnTo>
                <a:lnTo>
                  <a:pt x="221" y="447"/>
                </a:lnTo>
                <a:lnTo>
                  <a:pt x="221" y="448"/>
                </a:lnTo>
                <a:lnTo>
                  <a:pt x="220" y="448"/>
                </a:lnTo>
                <a:lnTo>
                  <a:pt x="219" y="448"/>
                </a:lnTo>
                <a:lnTo>
                  <a:pt x="219" y="450"/>
                </a:lnTo>
                <a:lnTo>
                  <a:pt x="220" y="450"/>
                </a:lnTo>
                <a:lnTo>
                  <a:pt x="219" y="451"/>
                </a:lnTo>
                <a:lnTo>
                  <a:pt x="219" y="452"/>
                </a:lnTo>
                <a:lnTo>
                  <a:pt x="218" y="452"/>
                </a:lnTo>
                <a:lnTo>
                  <a:pt x="217" y="451"/>
                </a:lnTo>
                <a:lnTo>
                  <a:pt x="216" y="451"/>
                </a:lnTo>
                <a:lnTo>
                  <a:pt x="215" y="450"/>
                </a:lnTo>
                <a:lnTo>
                  <a:pt x="215" y="449"/>
                </a:lnTo>
                <a:lnTo>
                  <a:pt x="216" y="449"/>
                </a:lnTo>
                <a:lnTo>
                  <a:pt x="216" y="448"/>
                </a:lnTo>
                <a:lnTo>
                  <a:pt x="215" y="448"/>
                </a:lnTo>
                <a:lnTo>
                  <a:pt x="215" y="447"/>
                </a:lnTo>
                <a:lnTo>
                  <a:pt x="215" y="446"/>
                </a:lnTo>
                <a:lnTo>
                  <a:pt x="214" y="445"/>
                </a:lnTo>
                <a:lnTo>
                  <a:pt x="215" y="445"/>
                </a:lnTo>
                <a:lnTo>
                  <a:pt x="215" y="443"/>
                </a:lnTo>
                <a:lnTo>
                  <a:pt x="216" y="443"/>
                </a:lnTo>
                <a:lnTo>
                  <a:pt x="216" y="442"/>
                </a:lnTo>
                <a:lnTo>
                  <a:pt x="214" y="442"/>
                </a:lnTo>
                <a:lnTo>
                  <a:pt x="213" y="442"/>
                </a:lnTo>
                <a:lnTo>
                  <a:pt x="213" y="441"/>
                </a:lnTo>
                <a:lnTo>
                  <a:pt x="213" y="440"/>
                </a:lnTo>
                <a:lnTo>
                  <a:pt x="213" y="439"/>
                </a:lnTo>
                <a:lnTo>
                  <a:pt x="214" y="438"/>
                </a:lnTo>
                <a:lnTo>
                  <a:pt x="213" y="437"/>
                </a:lnTo>
                <a:lnTo>
                  <a:pt x="212" y="436"/>
                </a:lnTo>
                <a:lnTo>
                  <a:pt x="212" y="435"/>
                </a:lnTo>
                <a:lnTo>
                  <a:pt x="212" y="436"/>
                </a:lnTo>
                <a:lnTo>
                  <a:pt x="211" y="436"/>
                </a:lnTo>
                <a:lnTo>
                  <a:pt x="210" y="437"/>
                </a:lnTo>
                <a:lnTo>
                  <a:pt x="209" y="437"/>
                </a:lnTo>
                <a:lnTo>
                  <a:pt x="208" y="436"/>
                </a:lnTo>
                <a:lnTo>
                  <a:pt x="208" y="437"/>
                </a:lnTo>
                <a:lnTo>
                  <a:pt x="207" y="437"/>
                </a:lnTo>
                <a:lnTo>
                  <a:pt x="207" y="436"/>
                </a:lnTo>
                <a:lnTo>
                  <a:pt x="205" y="436"/>
                </a:lnTo>
                <a:lnTo>
                  <a:pt x="204" y="436"/>
                </a:lnTo>
                <a:lnTo>
                  <a:pt x="203" y="435"/>
                </a:lnTo>
                <a:lnTo>
                  <a:pt x="201" y="436"/>
                </a:lnTo>
                <a:lnTo>
                  <a:pt x="201" y="438"/>
                </a:lnTo>
                <a:lnTo>
                  <a:pt x="200" y="438"/>
                </a:lnTo>
                <a:lnTo>
                  <a:pt x="199" y="439"/>
                </a:lnTo>
                <a:lnTo>
                  <a:pt x="198" y="439"/>
                </a:lnTo>
                <a:lnTo>
                  <a:pt x="198" y="438"/>
                </a:lnTo>
                <a:lnTo>
                  <a:pt x="198" y="437"/>
                </a:lnTo>
                <a:lnTo>
                  <a:pt x="199" y="437"/>
                </a:lnTo>
                <a:lnTo>
                  <a:pt x="199" y="436"/>
                </a:lnTo>
                <a:lnTo>
                  <a:pt x="198" y="435"/>
                </a:lnTo>
                <a:lnTo>
                  <a:pt x="197" y="435"/>
                </a:lnTo>
                <a:lnTo>
                  <a:pt x="197" y="436"/>
                </a:lnTo>
                <a:lnTo>
                  <a:pt x="196" y="436"/>
                </a:lnTo>
                <a:lnTo>
                  <a:pt x="196" y="437"/>
                </a:lnTo>
                <a:lnTo>
                  <a:pt x="196" y="438"/>
                </a:lnTo>
                <a:lnTo>
                  <a:pt x="197" y="438"/>
                </a:lnTo>
                <a:lnTo>
                  <a:pt x="197" y="439"/>
                </a:lnTo>
                <a:lnTo>
                  <a:pt x="195" y="439"/>
                </a:lnTo>
                <a:lnTo>
                  <a:pt x="195" y="438"/>
                </a:lnTo>
                <a:lnTo>
                  <a:pt x="195" y="437"/>
                </a:lnTo>
                <a:lnTo>
                  <a:pt x="193" y="436"/>
                </a:lnTo>
                <a:lnTo>
                  <a:pt x="193" y="437"/>
                </a:lnTo>
                <a:lnTo>
                  <a:pt x="192" y="438"/>
                </a:lnTo>
                <a:lnTo>
                  <a:pt x="193" y="438"/>
                </a:lnTo>
                <a:lnTo>
                  <a:pt x="193" y="440"/>
                </a:lnTo>
                <a:lnTo>
                  <a:pt x="191" y="440"/>
                </a:lnTo>
                <a:lnTo>
                  <a:pt x="191" y="441"/>
                </a:lnTo>
                <a:lnTo>
                  <a:pt x="190" y="441"/>
                </a:lnTo>
                <a:lnTo>
                  <a:pt x="189" y="441"/>
                </a:lnTo>
                <a:lnTo>
                  <a:pt x="189" y="442"/>
                </a:lnTo>
                <a:lnTo>
                  <a:pt x="189" y="443"/>
                </a:lnTo>
                <a:lnTo>
                  <a:pt x="190" y="443"/>
                </a:lnTo>
                <a:lnTo>
                  <a:pt x="190" y="444"/>
                </a:lnTo>
                <a:lnTo>
                  <a:pt x="189" y="445"/>
                </a:lnTo>
                <a:lnTo>
                  <a:pt x="189" y="446"/>
                </a:lnTo>
                <a:lnTo>
                  <a:pt x="189" y="447"/>
                </a:lnTo>
                <a:lnTo>
                  <a:pt x="189" y="448"/>
                </a:lnTo>
                <a:lnTo>
                  <a:pt x="190" y="449"/>
                </a:lnTo>
                <a:lnTo>
                  <a:pt x="190" y="450"/>
                </a:lnTo>
                <a:lnTo>
                  <a:pt x="190" y="451"/>
                </a:lnTo>
                <a:lnTo>
                  <a:pt x="189" y="451"/>
                </a:lnTo>
                <a:lnTo>
                  <a:pt x="188" y="451"/>
                </a:lnTo>
                <a:lnTo>
                  <a:pt x="187" y="451"/>
                </a:lnTo>
                <a:lnTo>
                  <a:pt x="187" y="452"/>
                </a:lnTo>
                <a:lnTo>
                  <a:pt x="186" y="452"/>
                </a:lnTo>
                <a:lnTo>
                  <a:pt x="185" y="450"/>
                </a:lnTo>
                <a:lnTo>
                  <a:pt x="184" y="450"/>
                </a:lnTo>
                <a:lnTo>
                  <a:pt x="184" y="449"/>
                </a:lnTo>
                <a:lnTo>
                  <a:pt x="184" y="448"/>
                </a:lnTo>
                <a:lnTo>
                  <a:pt x="183" y="447"/>
                </a:lnTo>
                <a:lnTo>
                  <a:pt x="182" y="447"/>
                </a:lnTo>
                <a:lnTo>
                  <a:pt x="181" y="448"/>
                </a:lnTo>
                <a:lnTo>
                  <a:pt x="180" y="448"/>
                </a:lnTo>
                <a:lnTo>
                  <a:pt x="179" y="448"/>
                </a:lnTo>
                <a:lnTo>
                  <a:pt x="178" y="448"/>
                </a:lnTo>
                <a:lnTo>
                  <a:pt x="178" y="449"/>
                </a:lnTo>
                <a:lnTo>
                  <a:pt x="177" y="450"/>
                </a:lnTo>
                <a:lnTo>
                  <a:pt x="176" y="451"/>
                </a:lnTo>
                <a:lnTo>
                  <a:pt x="176" y="450"/>
                </a:lnTo>
                <a:lnTo>
                  <a:pt x="175" y="450"/>
                </a:lnTo>
                <a:lnTo>
                  <a:pt x="174" y="450"/>
                </a:lnTo>
                <a:lnTo>
                  <a:pt x="173" y="450"/>
                </a:lnTo>
                <a:lnTo>
                  <a:pt x="172" y="452"/>
                </a:lnTo>
                <a:lnTo>
                  <a:pt x="172" y="453"/>
                </a:lnTo>
                <a:lnTo>
                  <a:pt x="171" y="454"/>
                </a:lnTo>
                <a:lnTo>
                  <a:pt x="172" y="456"/>
                </a:lnTo>
                <a:lnTo>
                  <a:pt x="172" y="457"/>
                </a:lnTo>
                <a:lnTo>
                  <a:pt x="173" y="457"/>
                </a:lnTo>
                <a:lnTo>
                  <a:pt x="174" y="457"/>
                </a:lnTo>
                <a:lnTo>
                  <a:pt x="175" y="458"/>
                </a:lnTo>
                <a:lnTo>
                  <a:pt x="176" y="459"/>
                </a:lnTo>
                <a:lnTo>
                  <a:pt x="176" y="460"/>
                </a:lnTo>
                <a:lnTo>
                  <a:pt x="175" y="460"/>
                </a:lnTo>
                <a:lnTo>
                  <a:pt x="175" y="461"/>
                </a:lnTo>
                <a:lnTo>
                  <a:pt x="176" y="462"/>
                </a:lnTo>
                <a:lnTo>
                  <a:pt x="177" y="462"/>
                </a:lnTo>
                <a:lnTo>
                  <a:pt x="177" y="461"/>
                </a:lnTo>
                <a:lnTo>
                  <a:pt x="179" y="461"/>
                </a:lnTo>
                <a:lnTo>
                  <a:pt x="179" y="462"/>
                </a:lnTo>
                <a:lnTo>
                  <a:pt x="177" y="465"/>
                </a:lnTo>
                <a:lnTo>
                  <a:pt x="177" y="466"/>
                </a:lnTo>
                <a:lnTo>
                  <a:pt x="176" y="467"/>
                </a:lnTo>
                <a:lnTo>
                  <a:pt x="177" y="467"/>
                </a:lnTo>
                <a:lnTo>
                  <a:pt x="177" y="469"/>
                </a:lnTo>
                <a:lnTo>
                  <a:pt x="177" y="470"/>
                </a:lnTo>
                <a:lnTo>
                  <a:pt x="176" y="470"/>
                </a:lnTo>
                <a:lnTo>
                  <a:pt x="176" y="471"/>
                </a:lnTo>
                <a:lnTo>
                  <a:pt x="175" y="471"/>
                </a:lnTo>
                <a:lnTo>
                  <a:pt x="174" y="471"/>
                </a:lnTo>
                <a:lnTo>
                  <a:pt x="173" y="471"/>
                </a:lnTo>
                <a:lnTo>
                  <a:pt x="172" y="471"/>
                </a:lnTo>
                <a:lnTo>
                  <a:pt x="172" y="472"/>
                </a:lnTo>
                <a:lnTo>
                  <a:pt x="173" y="472"/>
                </a:lnTo>
                <a:lnTo>
                  <a:pt x="173" y="473"/>
                </a:lnTo>
                <a:lnTo>
                  <a:pt x="172" y="474"/>
                </a:lnTo>
                <a:lnTo>
                  <a:pt x="171" y="474"/>
                </a:lnTo>
                <a:lnTo>
                  <a:pt x="171" y="475"/>
                </a:lnTo>
                <a:lnTo>
                  <a:pt x="170" y="475"/>
                </a:lnTo>
                <a:lnTo>
                  <a:pt x="169" y="474"/>
                </a:lnTo>
                <a:lnTo>
                  <a:pt x="169" y="473"/>
                </a:lnTo>
                <a:lnTo>
                  <a:pt x="168" y="473"/>
                </a:lnTo>
                <a:lnTo>
                  <a:pt x="168" y="472"/>
                </a:lnTo>
                <a:lnTo>
                  <a:pt x="168" y="471"/>
                </a:lnTo>
                <a:lnTo>
                  <a:pt x="167" y="471"/>
                </a:lnTo>
                <a:lnTo>
                  <a:pt x="166" y="472"/>
                </a:lnTo>
                <a:lnTo>
                  <a:pt x="165" y="472"/>
                </a:lnTo>
                <a:lnTo>
                  <a:pt x="164" y="473"/>
                </a:lnTo>
                <a:lnTo>
                  <a:pt x="164" y="475"/>
                </a:lnTo>
                <a:lnTo>
                  <a:pt x="165" y="476"/>
                </a:lnTo>
                <a:lnTo>
                  <a:pt x="166" y="477"/>
                </a:lnTo>
                <a:lnTo>
                  <a:pt x="167" y="477"/>
                </a:lnTo>
                <a:lnTo>
                  <a:pt x="167" y="478"/>
                </a:lnTo>
                <a:lnTo>
                  <a:pt x="167" y="479"/>
                </a:lnTo>
                <a:lnTo>
                  <a:pt x="166" y="479"/>
                </a:lnTo>
                <a:lnTo>
                  <a:pt x="164" y="479"/>
                </a:lnTo>
                <a:lnTo>
                  <a:pt x="162" y="480"/>
                </a:lnTo>
                <a:lnTo>
                  <a:pt x="162" y="481"/>
                </a:lnTo>
                <a:lnTo>
                  <a:pt x="161" y="481"/>
                </a:lnTo>
                <a:lnTo>
                  <a:pt x="161" y="483"/>
                </a:lnTo>
                <a:lnTo>
                  <a:pt x="161" y="484"/>
                </a:lnTo>
                <a:lnTo>
                  <a:pt x="161" y="485"/>
                </a:lnTo>
                <a:lnTo>
                  <a:pt x="162" y="486"/>
                </a:lnTo>
                <a:lnTo>
                  <a:pt x="163" y="487"/>
                </a:lnTo>
                <a:lnTo>
                  <a:pt x="163" y="488"/>
                </a:lnTo>
                <a:lnTo>
                  <a:pt x="163" y="489"/>
                </a:lnTo>
                <a:lnTo>
                  <a:pt x="163" y="491"/>
                </a:lnTo>
                <a:lnTo>
                  <a:pt x="162" y="492"/>
                </a:lnTo>
                <a:lnTo>
                  <a:pt x="161" y="493"/>
                </a:lnTo>
                <a:lnTo>
                  <a:pt x="160" y="493"/>
                </a:lnTo>
                <a:lnTo>
                  <a:pt x="159" y="493"/>
                </a:lnTo>
                <a:lnTo>
                  <a:pt x="158" y="493"/>
                </a:lnTo>
                <a:lnTo>
                  <a:pt x="157" y="492"/>
                </a:lnTo>
                <a:lnTo>
                  <a:pt x="158" y="491"/>
                </a:lnTo>
                <a:lnTo>
                  <a:pt x="158" y="490"/>
                </a:lnTo>
                <a:lnTo>
                  <a:pt x="157" y="489"/>
                </a:lnTo>
                <a:lnTo>
                  <a:pt x="156" y="489"/>
                </a:lnTo>
                <a:lnTo>
                  <a:pt x="156" y="490"/>
                </a:lnTo>
                <a:lnTo>
                  <a:pt x="155" y="490"/>
                </a:lnTo>
                <a:lnTo>
                  <a:pt x="154" y="489"/>
                </a:lnTo>
                <a:lnTo>
                  <a:pt x="154" y="488"/>
                </a:lnTo>
                <a:lnTo>
                  <a:pt x="154" y="489"/>
                </a:lnTo>
                <a:lnTo>
                  <a:pt x="153" y="489"/>
                </a:lnTo>
                <a:lnTo>
                  <a:pt x="153" y="490"/>
                </a:lnTo>
                <a:lnTo>
                  <a:pt x="152" y="490"/>
                </a:lnTo>
                <a:lnTo>
                  <a:pt x="151" y="489"/>
                </a:lnTo>
                <a:lnTo>
                  <a:pt x="151" y="488"/>
                </a:lnTo>
                <a:lnTo>
                  <a:pt x="151" y="487"/>
                </a:lnTo>
                <a:lnTo>
                  <a:pt x="149" y="487"/>
                </a:lnTo>
                <a:lnTo>
                  <a:pt x="148" y="487"/>
                </a:lnTo>
                <a:lnTo>
                  <a:pt x="147" y="486"/>
                </a:lnTo>
                <a:lnTo>
                  <a:pt x="146" y="486"/>
                </a:lnTo>
                <a:lnTo>
                  <a:pt x="146" y="485"/>
                </a:lnTo>
                <a:lnTo>
                  <a:pt x="145" y="486"/>
                </a:lnTo>
                <a:lnTo>
                  <a:pt x="146" y="487"/>
                </a:lnTo>
                <a:lnTo>
                  <a:pt x="146" y="488"/>
                </a:lnTo>
                <a:lnTo>
                  <a:pt x="146" y="489"/>
                </a:lnTo>
                <a:lnTo>
                  <a:pt x="145" y="489"/>
                </a:lnTo>
                <a:lnTo>
                  <a:pt x="144" y="489"/>
                </a:lnTo>
                <a:lnTo>
                  <a:pt x="143" y="489"/>
                </a:lnTo>
                <a:lnTo>
                  <a:pt x="143" y="488"/>
                </a:lnTo>
                <a:lnTo>
                  <a:pt x="143" y="487"/>
                </a:lnTo>
                <a:lnTo>
                  <a:pt x="142" y="486"/>
                </a:lnTo>
                <a:lnTo>
                  <a:pt x="142" y="485"/>
                </a:lnTo>
                <a:lnTo>
                  <a:pt x="143" y="484"/>
                </a:lnTo>
                <a:lnTo>
                  <a:pt x="145" y="484"/>
                </a:lnTo>
                <a:lnTo>
                  <a:pt x="146" y="484"/>
                </a:lnTo>
                <a:lnTo>
                  <a:pt x="146" y="483"/>
                </a:lnTo>
                <a:lnTo>
                  <a:pt x="147" y="482"/>
                </a:lnTo>
                <a:lnTo>
                  <a:pt x="149" y="481"/>
                </a:lnTo>
                <a:lnTo>
                  <a:pt x="149" y="478"/>
                </a:lnTo>
                <a:lnTo>
                  <a:pt x="148" y="477"/>
                </a:lnTo>
                <a:lnTo>
                  <a:pt x="148" y="476"/>
                </a:lnTo>
                <a:lnTo>
                  <a:pt x="147" y="476"/>
                </a:lnTo>
                <a:lnTo>
                  <a:pt x="147" y="475"/>
                </a:lnTo>
                <a:lnTo>
                  <a:pt x="148" y="474"/>
                </a:lnTo>
                <a:lnTo>
                  <a:pt x="148" y="473"/>
                </a:lnTo>
                <a:lnTo>
                  <a:pt x="149" y="473"/>
                </a:lnTo>
                <a:lnTo>
                  <a:pt x="149" y="474"/>
                </a:lnTo>
                <a:lnTo>
                  <a:pt x="150" y="474"/>
                </a:lnTo>
                <a:lnTo>
                  <a:pt x="150" y="473"/>
                </a:lnTo>
                <a:lnTo>
                  <a:pt x="151" y="473"/>
                </a:lnTo>
                <a:lnTo>
                  <a:pt x="151" y="471"/>
                </a:lnTo>
                <a:lnTo>
                  <a:pt x="150" y="470"/>
                </a:lnTo>
                <a:lnTo>
                  <a:pt x="149" y="470"/>
                </a:lnTo>
                <a:lnTo>
                  <a:pt x="149" y="469"/>
                </a:lnTo>
                <a:lnTo>
                  <a:pt x="148" y="469"/>
                </a:lnTo>
                <a:lnTo>
                  <a:pt x="149" y="469"/>
                </a:lnTo>
                <a:lnTo>
                  <a:pt x="149" y="468"/>
                </a:lnTo>
                <a:lnTo>
                  <a:pt x="150" y="468"/>
                </a:lnTo>
                <a:lnTo>
                  <a:pt x="150" y="469"/>
                </a:lnTo>
                <a:lnTo>
                  <a:pt x="151" y="469"/>
                </a:lnTo>
                <a:lnTo>
                  <a:pt x="152" y="469"/>
                </a:lnTo>
                <a:lnTo>
                  <a:pt x="152" y="468"/>
                </a:lnTo>
                <a:lnTo>
                  <a:pt x="152" y="466"/>
                </a:lnTo>
                <a:lnTo>
                  <a:pt x="151" y="466"/>
                </a:lnTo>
                <a:lnTo>
                  <a:pt x="150" y="467"/>
                </a:lnTo>
                <a:lnTo>
                  <a:pt x="150" y="466"/>
                </a:lnTo>
                <a:lnTo>
                  <a:pt x="149" y="466"/>
                </a:lnTo>
                <a:lnTo>
                  <a:pt x="148" y="464"/>
                </a:lnTo>
                <a:lnTo>
                  <a:pt x="148" y="463"/>
                </a:lnTo>
                <a:lnTo>
                  <a:pt x="146" y="462"/>
                </a:lnTo>
                <a:lnTo>
                  <a:pt x="145" y="462"/>
                </a:lnTo>
                <a:lnTo>
                  <a:pt x="144" y="461"/>
                </a:lnTo>
                <a:lnTo>
                  <a:pt x="142" y="459"/>
                </a:lnTo>
                <a:lnTo>
                  <a:pt x="142" y="458"/>
                </a:lnTo>
                <a:lnTo>
                  <a:pt x="142" y="457"/>
                </a:lnTo>
                <a:lnTo>
                  <a:pt x="142" y="456"/>
                </a:lnTo>
                <a:lnTo>
                  <a:pt x="142" y="455"/>
                </a:lnTo>
                <a:lnTo>
                  <a:pt x="142" y="454"/>
                </a:lnTo>
                <a:lnTo>
                  <a:pt x="142" y="453"/>
                </a:lnTo>
                <a:lnTo>
                  <a:pt x="141" y="453"/>
                </a:lnTo>
                <a:lnTo>
                  <a:pt x="141" y="452"/>
                </a:lnTo>
                <a:lnTo>
                  <a:pt x="140" y="452"/>
                </a:lnTo>
                <a:lnTo>
                  <a:pt x="140" y="453"/>
                </a:lnTo>
                <a:lnTo>
                  <a:pt x="139" y="453"/>
                </a:lnTo>
                <a:lnTo>
                  <a:pt x="139" y="451"/>
                </a:lnTo>
                <a:lnTo>
                  <a:pt x="138" y="451"/>
                </a:lnTo>
                <a:lnTo>
                  <a:pt x="138" y="450"/>
                </a:lnTo>
                <a:lnTo>
                  <a:pt x="137" y="449"/>
                </a:lnTo>
                <a:lnTo>
                  <a:pt x="136" y="449"/>
                </a:lnTo>
                <a:lnTo>
                  <a:pt x="134" y="448"/>
                </a:lnTo>
                <a:lnTo>
                  <a:pt x="133" y="446"/>
                </a:lnTo>
                <a:lnTo>
                  <a:pt x="133" y="445"/>
                </a:lnTo>
                <a:lnTo>
                  <a:pt x="132" y="444"/>
                </a:lnTo>
                <a:lnTo>
                  <a:pt x="131" y="445"/>
                </a:lnTo>
                <a:lnTo>
                  <a:pt x="132" y="445"/>
                </a:lnTo>
                <a:lnTo>
                  <a:pt x="131" y="445"/>
                </a:lnTo>
                <a:lnTo>
                  <a:pt x="131" y="446"/>
                </a:lnTo>
                <a:lnTo>
                  <a:pt x="130" y="446"/>
                </a:lnTo>
                <a:lnTo>
                  <a:pt x="130" y="447"/>
                </a:lnTo>
                <a:lnTo>
                  <a:pt x="129" y="447"/>
                </a:lnTo>
                <a:lnTo>
                  <a:pt x="130" y="448"/>
                </a:lnTo>
                <a:lnTo>
                  <a:pt x="131" y="448"/>
                </a:lnTo>
                <a:lnTo>
                  <a:pt x="131" y="449"/>
                </a:lnTo>
                <a:lnTo>
                  <a:pt x="131" y="450"/>
                </a:lnTo>
                <a:lnTo>
                  <a:pt x="131" y="449"/>
                </a:lnTo>
                <a:lnTo>
                  <a:pt x="130" y="449"/>
                </a:lnTo>
                <a:lnTo>
                  <a:pt x="130" y="450"/>
                </a:lnTo>
                <a:lnTo>
                  <a:pt x="130" y="451"/>
                </a:lnTo>
                <a:lnTo>
                  <a:pt x="130" y="452"/>
                </a:lnTo>
                <a:lnTo>
                  <a:pt x="131" y="452"/>
                </a:lnTo>
                <a:lnTo>
                  <a:pt x="131" y="453"/>
                </a:lnTo>
                <a:lnTo>
                  <a:pt x="131" y="454"/>
                </a:lnTo>
                <a:lnTo>
                  <a:pt x="132" y="454"/>
                </a:lnTo>
                <a:lnTo>
                  <a:pt x="133" y="455"/>
                </a:lnTo>
                <a:lnTo>
                  <a:pt x="134" y="456"/>
                </a:lnTo>
                <a:lnTo>
                  <a:pt x="135" y="457"/>
                </a:lnTo>
                <a:lnTo>
                  <a:pt x="135" y="458"/>
                </a:lnTo>
                <a:lnTo>
                  <a:pt x="135" y="459"/>
                </a:lnTo>
                <a:lnTo>
                  <a:pt x="136" y="459"/>
                </a:lnTo>
                <a:lnTo>
                  <a:pt x="136" y="460"/>
                </a:lnTo>
                <a:lnTo>
                  <a:pt x="137" y="461"/>
                </a:lnTo>
                <a:lnTo>
                  <a:pt x="137" y="462"/>
                </a:lnTo>
                <a:lnTo>
                  <a:pt x="137" y="463"/>
                </a:lnTo>
                <a:lnTo>
                  <a:pt x="138" y="463"/>
                </a:lnTo>
                <a:lnTo>
                  <a:pt x="138" y="464"/>
                </a:lnTo>
                <a:lnTo>
                  <a:pt x="139" y="465"/>
                </a:lnTo>
                <a:lnTo>
                  <a:pt x="138" y="466"/>
                </a:lnTo>
                <a:lnTo>
                  <a:pt x="137" y="467"/>
                </a:lnTo>
                <a:lnTo>
                  <a:pt x="136" y="467"/>
                </a:lnTo>
                <a:lnTo>
                  <a:pt x="136" y="466"/>
                </a:lnTo>
                <a:lnTo>
                  <a:pt x="136" y="467"/>
                </a:lnTo>
                <a:lnTo>
                  <a:pt x="136" y="468"/>
                </a:lnTo>
                <a:lnTo>
                  <a:pt x="136" y="470"/>
                </a:lnTo>
                <a:lnTo>
                  <a:pt x="136" y="471"/>
                </a:lnTo>
                <a:lnTo>
                  <a:pt x="135" y="472"/>
                </a:lnTo>
                <a:lnTo>
                  <a:pt x="135" y="473"/>
                </a:lnTo>
                <a:lnTo>
                  <a:pt x="135" y="474"/>
                </a:lnTo>
                <a:lnTo>
                  <a:pt x="135" y="475"/>
                </a:lnTo>
                <a:lnTo>
                  <a:pt x="136" y="475"/>
                </a:lnTo>
                <a:lnTo>
                  <a:pt x="136" y="476"/>
                </a:lnTo>
                <a:lnTo>
                  <a:pt x="136" y="477"/>
                </a:lnTo>
                <a:lnTo>
                  <a:pt x="137" y="477"/>
                </a:lnTo>
                <a:lnTo>
                  <a:pt x="138" y="478"/>
                </a:lnTo>
                <a:lnTo>
                  <a:pt x="137" y="479"/>
                </a:lnTo>
                <a:lnTo>
                  <a:pt x="136" y="479"/>
                </a:lnTo>
                <a:lnTo>
                  <a:pt x="136" y="478"/>
                </a:lnTo>
                <a:lnTo>
                  <a:pt x="136" y="477"/>
                </a:lnTo>
                <a:lnTo>
                  <a:pt x="135" y="476"/>
                </a:lnTo>
                <a:lnTo>
                  <a:pt x="134" y="476"/>
                </a:lnTo>
                <a:lnTo>
                  <a:pt x="133" y="476"/>
                </a:lnTo>
                <a:lnTo>
                  <a:pt x="133" y="475"/>
                </a:lnTo>
                <a:lnTo>
                  <a:pt x="132" y="476"/>
                </a:lnTo>
                <a:lnTo>
                  <a:pt x="132" y="477"/>
                </a:lnTo>
                <a:lnTo>
                  <a:pt x="133" y="477"/>
                </a:lnTo>
                <a:lnTo>
                  <a:pt x="133" y="478"/>
                </a:lnTo>
                <a:lnTo>
                  <a:pt x="134" y="479"/>
                </a:lnTo>
                <a:lnTo>
                  <a:pt x="134" y="480"/>
                </a:lnTo>
                <a:lnTo>
                  <a:pt x="135" y="481"/>
                </a:lnTo>
                <a:lnTo>
                  <a:pt x="136" y="482"/>
                </a:lnTo>
                <a:lnTo>
                  <a:pt x="136" y="483"/>
                </a:lnTo>
                <a:lnTo>
                  <a:pt x="135" y="482"/>
                </a:lnTo>
                <a:lnTo>
                  <a:pt x="134" y="483"/>
                </a:lnTo>
                <a:lnTo>
                  <a:pt x="133" y="484"/>
                </a:lnTo>
                <a:lnTo>
                  <a:pt x="133" y="483"/>
                </a:lnTo>
                <a:lnTo>
                  <a:pt x="132" y="483"/>
                </a:lnTo>
                <a:lnTo>
                  <a:pt x="132" y="482"/>
                </a:lnTo>
                <a:lnTo>
                  <a:pt x="129" y="480"/>
                </a:lnTo>
                <a:lnTo>
                  <a:pt x="128" y="480"/>
                </a:lnTo>
                <a:lnTo>
                  <a:pt x="127" y="480"/>
                </a:lnTo>
                <a:lnTo>
                  <a:pt x="126" y="479"/>
                </a:lnTo>
                <a:lnTo>
                  <a:pt x="125" y="479"/>
                </a:lnTo>
                <a:lnTo>
                  <a:pt x="125" y="478"/>
                </a:lnTo>
                <a:lnTo>
                  <a:pt x="124" y="478"/>
                </a:lnTo>
                <a:lnTo>
                  <a:pt x="123" y="479"/>
                </a:lnTo>
                <a:lnTo>
                  <a:pt x="123" y="480"/>
                </a:lnTo>
                <a:lnTo>
                  <a:pt x="123" y="481"/>
                </a:lnTo>
                <a:lnTo>
                  <a:pt x="123" y="482"/>
                </a:lnTo>
                <a:lnTo>
                  <a:pt x="122" y="484"/>
                </a:lnTo>
                <a:lnTo>
                  <a:pt x="121" y="485"/>
                </a:lnTo>
                <a:lnTo>
                  <a:pt x="120" y="484"/>
                </a:lnTo>
                <a:lnTo>
                  <a:pt x="120" y="483"/>
                </a:lnTo>
                <a:lnTo>
                  <a:pt x="119" y="482"/>
                </a:lnTo>
                <a:lnTo>
                  <a:pt x="118" y="483"/>
                </a:lnTo>
                <a:lnTo>
                  <a:pt x="118" y="484"/>
                </a:lnTo>
                <a:lnTo>
                  <a:pt x="118" y="483"/>
                </a:lnTo>
                <a:lnTo>
                  <a:pt x="117" y="483"/>
                </a:lnTo>
                <a:lnTo>
                  <a:pt x="117" y="482"/>
                </a:lnTo>
                <a:lnTo>
                  <a:pt x="117" y="481"/>
                </a:lnTo>
                <a:lnTo>
                  <a:pt x="117" y="480"/>
                </a:lnTo>
                <a:lnTo>
                  <a:pt x="118" y="479"/>
                </a:lnTo>
                <a:lnTo>
                  <a:pt x="119" y="477"/>
                </a:lnTo>
                <a:lnTo>
                  <a:pt x="118" y="475"/>
                </a:lnTo>
                <a:lnTo>
                  <a:pt x="117" y="474"/>
                </a:lnTo>
                <a:lnTo>
                  <a:pt x="116" y="473"/>
                </a:lnTo>
                <a:lnTo>
                  <a:pt x="115" y="472"/>
                </a:lnTo>
                <a:lnTo>
                  <a:pt x="116" y="472"/>
                </a:lnTo>
                <a:lnTo>
                  <a:pt x="116" y="471"/>
                </a:lnTo>
                <a:lnTo>
                  <a:pt x="116" y="470"/>
                </a:lnTo>
                <a:lnTo>
                  <a:pt x="115" y="470"/>
                </a:lnTo>
                <a:lnTo>
                  <a:pt x="114" y="470"/>
                </a:lnTo>
                <a:lnTo>
                  <a:pt x="114" y="469"/>
                </a:lnTo>
                <a:lnTo>
                  <a:pt x="114" y="468"/>
                </a:lnTo>
                <a:lnTo>
                  <a:pt x="114" y="467"/>
                </a:lnTo>
                <a:lnTo>
                  <a:pt x="115" y="467"/>
                </a:lnTo>
                <a:lnTo>
                  <a:pt x="115" y="466"/>
                </a:lnTo>
                <a:lnTo>
                  <a:pt x="114" y="466"/>
                </a:lnTo>
                <a:lnTo>
                  <a:pt x="114" y="465"/>
                </a:lnTo>
                <a:lnTo>
                  <a:pt x="113" y="462"/>
                </a:lnTo>
                <a:lnTo>
                  <a:pt x="113" y="461"/>
                </a:lnTo>
                <a:lnTo>
                  <a:pt x="113" y="460"/>
                </a:lnTo>
                <a:lnTo>
                  <a:pt x="112" y="460"/>
                </a:lnTo>
                <a:lnTo>
                  <a:pt x="111" y="459"/>
                </a:lnTo>
                <a:lnTo>
                  <a:pt x="112" y="459"/>
                </a:lnTo>
                <a:lnTo>
                  <a:pt x="111" y="457"/>
                </a:lnTo>
                <a:lnTo>
                  <a:pt x="110" y="457"/>
                </a:lnTo>
                <a:lnTo>
                  <a:pt x="110" y="455"/>
                </a:lnTo>
                <a:lnTo>
                  <a:pt x="110" y="454"/>
                </a:lnTo>
                <a:lnTo>
                  <a:pt x="110" y="453"/>
                </a:lnTo>
                <a:lnTo>
                  <a:pt x="111" y="453"/>
                </a:lnTo>
                <a:lnTo>
                  <a:pt x="109" y="451"/>
                </a:lnTo>
                <a:lnTo>
                  <a:pt x="108" y="451"/>
                </a:lnTo>
                <a:lnTo>
                  <a:pt x="107" y="451"/>
                </a:lnTo>
                <a:lnTo>
                  <a:pt x="107" y="450"/>
                </a:lnTo>
                <a:lnTo>
                  <a:pt x="107" y="449"/>
                </a:lnTo>
                <a:lnTo>
                  <a:pt x="107" y="448"/>
                </a:lnTo>
                <a:lnTo>
                  <a:pt x="107" y="447"/>
                </a:lnTo>
                <a:lnTo>
                  <a:pt x="108" y="447"/>
                </a:lnTo>
                <a:lnTo>
                  <a:pt x="108" y="445"/>
                </a:lnTo>
                <a:lnTo>
                  <a:pt x="108" y="444"/>
                </a:lnTo>
                <a:lnTo>
                  <a:pt x="108" y="443"/>
                </a:lnTo>
                <a:lnTo>
                  <a:pt x="109" y="443"/>
                </a:lnTo>
                <a:lnTo>
                  <a:pt x="109" y="442"/>
                </a:lnTo>
                <a:lnTo>
                  <a:pt x="108" y="442"/>
                </a:lnTo>
                <a:lnTo>
                  <a:pt x="108" y="441"/>
                </a:lnTo>
                <a:lnTo>
                  <a:pt x="107" y="440"/>
                </a:lnTo>
                <a:lnTo>
                  <a:pt x="106" y="440"/>
                </a:lnTo>
                <a:lnTo>
                  <a:pt x="105" y="439"/>
                </a:lnTo>
                <a:lnTo>
                  <a:pt x="105" y="438"/>
                </a:lnTo>
                <a:lnTo>
                  <a:pt x="105" y="437"/>
                </a:lnTo>
                <a:lnTo>
                  <a:pt x="104" y="437"/>
                </a:lnTo>
                <a:lnTo>
                  <a:pt x="103" y="437"/>
                </a:lnTo>
                <a:lnTo>
                  <a:pt x="102" y="436"/>
                </a:lnTo>
                <a:lnTo>
                  <a:pt x="101" y="435"/>
                </a:lnTo>
                <a:lnTo>
                  <a:pt x="100" y="435"/>
                </a:lnTo>
                <a:lnTo>
                  <a:pt x="100" y="434"/>
                </a:lnTo>
                <a:lnTo>
                  <a:pt x="99" y="434"/>
                </a:lnTo>
                <a:lnTo>
                  <a:pt x="98" y="433"/>
                </a:lnTo>
                <a:lnTo>
                  <a:pt x="98" y="434"/>
                </a:lnTo>
                <a:lnTo>
                  <a:pt x="98" y="435"/>
                </a:lnTo>
                <a:lnTo>
                  <a:pt x="97" y="435"/>
                </a:lnTo>
                <a:lnTo>
                  <a:pt x="96" y="436"/>
                </a:lnTo>
                <a:lnTo>
                  <a:pt x="95" y="436"/>
                </a:lnTo>
                <a:lnTo>
                  <a:pt x="94" y="435"/>
                </a:lnTo>
                <a:lnTo>
                  <a:pt x="93" y="436"/>
                </a:lnTo>
                <a:lnTo>
                  <a:pt x="92" y="436"/>
                </a:lnTo>
                <a:lnTo>
                  <a:pt x="91" y="436"/>
                </a:lnTo>
                <a:lnTo>
                  <a:pt x="90" y="436"/>
                </a:lnTo>
                <a:lnTo>
                  <a:pt x="89" y="436"/>
                </a:lnTo>
                <a:lnTo>
                  <a:pt x="88" y="435"/>
                </a:lnTo>
                <a:lnTo>
                  <a:pt x="88" y="434"/>
                </a:lnTo>
                <a:lnTo>
                  <a:pt x="87" y="434"/>
                </a:lnTo>
                <a:lnTo>
                  <a:pt x="86" y="434"/>
                </a:lnTo>
                <a:lnTo>
                  <a:pt x="86" y="435"/>
                </a:lnTo>
                <a:lnTo>
                  <a:pt x="85" y="435"/>
                </a:lnTo>
                <a:lnTo>
                  <a:pt x="84" y="435"/>
                </a:lnTo>
                <a:lnTo>
                  <a:pt x="83" y="435"/>
                </a:lnTo>
                <a:lnTo>
                  <a:pt x="83" y="434"/>
                </a:lnTo>
                <a:lnTo>
                  <a:pt x="84" y="433"/>
                </a:lnTo>
                <a:lnTo>
                  <a:pt x="84" y="432"/>
                </a:lnTo>
                <a:lnTo>
                  <a:pt x="83" y="432"/>
                </a:lnTo>
                <a:lnTo>
                  <a:pt x="83" y="431"/>
                </a:lnTo>
                <a:lnTo>
                  <a:pt x="84" y="431"/>
                </a:lnTo>
                <a:lnTo>
                  <a:pt x="84" y="430"/>
                </a:lnTo>
                <a:lnTo>
                  <a:pt x="84" y="429"/>
                </a:lnTo>
                <a:lnTo>
                  <a:pt x="83" y="429"/>
                </a:lnTo>
                <a:lnTo>
                  <a:pt x="82" y="429"/>
                </a:lnTo>
                <a:lnTo>
                  <a:pt x="82" y="430"/>
                </a:lnTo>
                <a:lnTo>
                  <a:pt x="81" y="430"/>
                </a:lnTo>
                <a:lnTo>
                  <a:pt x="81" y="429"/>
                </a:lnTo>
                <a:lnTo>
                  <a:pt x="80" y="428"/>
                </a:lnTo>
                <a:lnTo>
                  <a:pt x="80" y="427"/>
                </a:lnTo>
                <a:lnTo>
                  <a:pt x="79" y="427"/>
                </a:lnTo>
                <a:lnTo>
                  <a:pt x="79" y="426"/>
                </a:lnTo>
                <a:lnTo>
                  <a:pt x="77" y="426"/>
                </a:lnTo>
                <a:lnTo>
                  <a:pt x="76" y="426"/>
                </a:lnTo>
                <a:lnTo>
                  <a:pt x="76" y="427"/>
                </a:lnTo>
                <a:lnTo>
                  <a:pt x="77" y="427"/>
                </a:lnTo>
                <a:lnTo>
                  <a:pt x="78" y="427"/>
                </a:lnTo>
                <a:lnTo>
                  <a:pt x="78" y="428"/>
                </a:lnTo>
                <a:lnTo>
                  <a:pt x="77" y="428"/>
                </a:lnTo>
                <a:lnTo>
                  <a:pt x="76" y="428"/>
                </a:lnTo>
                <a:lnTo>
                  <a:pt x="76" y="427"/>
                </a:lnTo>
                <a:lnTo>
                  <a:pt x="75" y="428"/>
                </a:lnTo>
                <a:lnTo>
                  <a:pt x="75" y="429"/>
                </a:lnTo>
                <a:lnTo>
                  <a:pt x="74" y="430"/>
                </a:lnTo>
                <a:lnTo>
                  <a:pt x="74" y="431"/>
                </a:lnTo>
                <a:lnTo>
                  <a:pt x="73" y="431"/>
                </a:lnTo>
                <a:lnTo>
                  <a:pt x="72" y="431"/>
                </a:lnTo>
                <a:lnTo>
                  <a:pt x="72" y="432"/>
                </a:lnTo>
                <a:lnTo>
                  <a:pt x="71" y="432"/>
                </a:lnTo>
                <a:lnTo>
                  <a:pt x="70" y="432"/>
                </a:lnTo>
                <a:lnTo>
                  <a:pt x="69" y="434"/>
                </a:lnTo>
                <a:lnTo>
                  <a:pt x="69" y="435"/>
                </a:lnTo>
                <a:lnTo>
                  <a:pt x="70" y="435"/>
                </a:lnTo>
                <a:lnTo>
                  <a:pt x="70" y="436"/>
                </a:lnTo>
                <a:lnTo>
                  <a:pt x="69" y="436"/>
                </a:lnTo>
                <a:lnTo>
                  <a:pt x="69" y="437"/>
                </a:lnTo>
                <a:lnTo>
                  <a:pt x="69" y="436"/>
                </a:lnTo>
                <a:lnTo>
                  <a:pt x="68" y="436"/>
                </a:lnTo>
                <a:lnTo>
                  <a:pt x="69" y="436"/>
                </a:lnTo>
                <a:lnTo>
                  <a:pt x="68" y="435"/>
                </a:lnTo>
                <a:lnTo>
                  <a:pt x="67" y="435"/>
                </a:lnTo>
                <a:lnTo>
                  <a:pt x="66" y="435"/>
                </a:lnTo>
                <a:lnTo>
                  <a:pt x="67" y="434"/>
                </a:lnTo>
                <a:lnTo>
                  <a:pt x="67" y="433"/>
                </a:lnTo>
                <a:lnTo>
                  <a:pt x="66" y="432"/>
                </a:lnTo>
                <a:lnTo>
                  <a:pt x="65" y="432"/>
                </a:lnTo>
                <a:lnTo>
                  <a:pt x="64" y="432"/>
                </a:lnTo>
                <a:lnTo>
                  <a:pt x="63" y="433"/>
                </a:lnTo>
                <a:lnTo>
                  <a:pt x="62" y="433"/>
                </a:lnTo>
                <a:lnTo>
                  <a:pt x="62" y="432"/>
                </a:lnTo>
                <a:lnTo>
                  <a:pt x="61" y="432"/>
                </a:lnTo>
                <a:lnTo>
                  <a:pt x="61" y="431"/>
                </a:lnTo>
                <a:lnTo>
                  <a:pt x="60" y="431"/>
                </a:lnTo>
                <a:lnTo>
                  <a:pt x="59" y="431"/>
                </a:lnTo>
                <a:lnTo>
                  <a:pt x="58" y="431"/>
                </a:lnTo>
                <a:lnTo>
                  <a:pt x="57" y="431"/>
                </a:lnTo>
                <a:lnTo>
                  <a:pt x="57" y="432"/>
                </a:lnTo>
                <a:lnTo>
                  <a:pt x="56" y="432"/>
                </a:lnTo>
                <a:lnTo>
                  <a:pt x="56" y="431"/>
                </a:lnTo>
                <a:lnTo>
                  <a:pt x="56" y="430"/>
                </a:lnTo>
                <a:lnTo>
                  <a:pt x="57" y="430"/>
                </a:lnTo>
                <a:lnTo>
                  <a:pt x="57" y="431"/>
                </a:lnTo>
                <a:lnTo>
                  <a:pt x="57" y="430"/>
                </a:lnTo>
                <a:lnTo>
                  <a:pt x="58" y="430"/>
                </a:lnTo>
                <a:lnTo>
                  <a:pt x="58" y="429"/>
                </a:lnTo>
                <a:lnTo>
                  <a:pt x="57" y="429"/>
                </a:lnTo>
                <a:lnTo>
                  <a:pt x="56" y="429"/>
                </a:lnTo>
                <a:lnTo>
                  <a:pt x="56" y="428"/>
                </a:lnTo>
                <a:lnTo>
                  <a:pt x="55" y="426"/>
                </a:lnTo>
                <a:lnTo>
                  <a:pt x="54" y="426"/>
                </a:lnTo>
                <a:lnTo>
                  <a:pt x="53" y="426"/>
                </a:lnTo>
                <a:lnTo>
                  <a:pt x="53" y="425"/>
                </a:lnTo>
                <a:lnTo>
                  <a:pt x="52" y="425"/>
                </a:lnTo>
                <a:lnTo>
                  <a:pt x="52" y="423"/>
                </a:lnTo>
                <a:lnTo>
                  <a:pt x="53" y="423"/>
                </a:lnTo>
                <a:lnTo>
                  <a:pt x="53" y="422"/>
                </a:lnTo>
                <a:lnTo>
                  <a:pt x="53" y="421"/>
                </a:lnTo>
                <a:lnTo>
                  <a:pt x="52" y="421"/>
                </a:lnTo>
                <a:lnTo>
                  <a:pt x="52" y="420"/>
                </a:lnTo>
                <a:lnTo>
                  <a:pt x="51" y="420"/>
                </a:lnTo>
                <a:lnTo>
                  <a:pt x="51" y="419"/>
                </a:lnTo>
                <a:lnTo>
                  <a:pt x="50" y="419"/>
                </a:lnTo>
                <a:lnTo>
                  <a:pt x="50" y="418"/>
                </a:lnTo>
                <a:lnTo>
                  <a:pt x="51" y="417"/>
                </a:lnTo>
                <a:lnTo>
                  <a:pt x="51" y="416"/>
                </a:lnTo>
                <a:lnTo>
                  <a:pt x="52" y="416"/>
                </a:lnTo>
                <a:lnTo>
                  <a:pt x="52" y="415"/>
                </a:lnTo>
                <a:lnTo>
                  <a:pt x="52" y="414"/>
                </a:lnTo>
                <a:lnTo>
                  <a:pt x="51" y="414"/>
                </a:lnTo>
                <a:lnTo>
                  <a:pt x="50" y="414"/>
                </a:lnTo>
                <a:lnTo>
                  <a:pt x="50" y="413"/>
                </a:lnTo>
                <a:lnTo>
                  <a:pt x="50" y="412"/>
                </a:lnTo>
                <a:lnTo>
                  <a:pt x="50" y="411"/>
                </a:lnTo>
                <a:lnTo>
                  <a:pt x="49" y="411"/>
                </a:lnTo>
                <a:lnTo>
                  <a:pt x="49" y="410"/>
                </a:lnTo>
                <a:lnTo>
                  <a:pt x="49" y="409"/>
                </a:lnTo>
                <a:lnTo>
                  <a:pt x="49" y="408"/>
                </a:lnTo>
                <a:lnTo>
                  <a:pt x="50" y="407"/>
                </a:lnTo>
                <a:lnTo>
                  <a:pt x="51" y="407"/>
                </a:lnTo>
                <a:lnTo>
                  <a:pt x="51" y="406"/>
                </a:lnTo>
                <a:lnTo>
                  <a:pt x="51" y="405"/>
                </a:lnTo>
                <a:lnTo>
                  <a:pt x="51" y="406"/>
                </a:lnTo>
                <a:lnTo>
                  <a:pt x="50" y="406"/>
                </a:lnTo>
                <a:lnTo>
                  <a:pt x="50" y="407"/>
                </a:lnTo>
                <a:lnTo>
                  <a:pt x="49" y="407"/>
                </a:lnTo>
                <a:lnTo>
                  <a:pt x="49" y="406"/>
                </a:lnTo>
                <a:lnTo>
                  <a:pt x="49" y="405"/>
                </a:lnTo>
                <a:lnTo>
                  <a:pt x="49" y="404"/>
                </a:lnTo>
                <a:lnTo>
                  <a:pt x="48" y="404"/>
                </a:lnTo>
                <a:lnTo>
                  <a:pt x="48" y="403"/>
                </a:lnTo>
                <a:lnTo>
                  <a:pt x="48" y="402"/>
                </a:lnTo>
                <a:lnTo>
                  <a:pt x="47" y="401"/>
                </a:lnTo>
                <a:lnTo>
                  <a:pt x="46" y="401"/>
                </a:lnTo>
                <a:lnTo>
                  <a:pt x="46" y="400"/>
                </a:lnTo>
                <a:lnTo>
                  <a:pt x="47" y="400"/>
                </a:lnTo>
                <a:lnTo>
                  <a:pt x="47" y="399"/>
                </a:lnTo>
                <a:lnTo>
                  <a:pt x="48" y="399"/>
                </a:lnTo>
                <a:lnTo>
                  <a:pt x="48" y="398"/>
                </a:lnTo>
                <a:lnTo>
                  <a:pt x="47" y="397"/>
                </a:lnTo>
                <a:lnTo>
                  <a:pt x="46" y="397"/>
                </a:lnTo>
                <a:lnTo>
                  <a:pt x="46" y="396"/>
                </a:lnTo>
                <a:lnTo>
                  <a:pt x="47" y="395"/>
                </a:lnTo>
                <a:lnTo>
                  <a:pt x="46" y="395"/>
                </a:lnTo>
                <a:lnTo>
                  <a:pt x="46" y="394"/>
                </a:lnTo>
                <a:lnTo>
                  <a:pt x="46" y="393"/>
                </a:lnTo>
                <a:lnTo>
                  <a:pt x="46" y="392"/>
                </a:lnTo>
                <a:lnTo>
                  <a:pt x="45" y="391"/>
                </a:lnTo>
                <a:lnTo>
                  <a:pt x="45" y="390"/>
                </a:lnTo>
                <a:lnTo>
                  <a:pt x="45" y="389"/>
                </a:lnTo>
                <a:lnTo>
                  <a:pt x="44" y="389"/>
                </a:lnTo>
                <a:lnTo>
                  <a:pt x="44" y="388"/>
                </a:lnTo>
                <a:lnTo>
                  <a:pt x="44" y="387"/>
                </a:lnTo>
                <a:lnTo>
                  <a:pt x="45" y="386"/>
                </a:lnTo>
                <a:lnTo>
                  <a:pt x="47" y="386"/>
                </a:lnTo>
                <a:lnTo>
                  <a:pt x="47" y="385"/>
                </a:lnTo>
                <a:lnTo>
                  <a:pt x="46" y="385"/>
                </a:lnTo>
                <a:lnTo>
                  <a:pt x="45" y="385"/>
                </a:lnTo>
                <a:lnTo>
                  <a:pt x="44" y="385"/>
                </a:lnTo>
                <a:lnTo>
                  <a:pt x="44" y="386"/>
                </a:lnTo>
                <a:lnTo>
                  <a:pt x="43" y="387"/>
                </a:lnTo>
                <a:lnTo>
                  <a:pt x="43" y="388"/>
                </a:lnTo>
                <a:lnTo>
                  <a:pt x="42" y="388"/>
                </a:lnTo>
                <a:lnTo>
                  <a:pt x="41" y="388"/>
                </a:lnTo>
                <a:lnTo>
                  <a:pt x="41" y="389"/>
                </a:lnTo>
                <a:lnTo>
                  <a:pt x="42" y="389"/>
                </a:lnTo>
                <a:lnTo>
                  <a:pt x="42" y="390"/>
                </a:lnTo>
                <a:lnTo>
                  <a:pt x="43" y="390"/>
                </a:lnTo>
                <a:lnTo>
                  <a:pt x="42" y="390"/>
                </a:lnTo>
                <a:lnTo>
                  <a:pt x="42" y="391"/>
                </a:lnTo>
                <a:lnTo>
                  <a:pt x="41" y="391"/>
                </a:lnTo>
                <a:lnTo>
                  <a:pt x="40" y="391"/>
                </a:lnTo>
                <a:lnTo>
                  <a:pt x="39" y="391"/>
                </a:lnTo>
                <a:lnTo>
                  <a:pt x="38" y="390"/>
                </a:lnTo>
                <a:lnTo>
                  <a:pt x="39" y="389"/>
                </a:lnTo>
                <a:lnTo>
                  <a:pt x="39" y="388"/>
                </a:lnTo>
                <a:lnTo>
                  <a:pt x="38" y="387"/>
                </a:lnTo>
                <a:lnTo>
                  <a:pt x="37" y="388"/>
                </a:lnTo>
                <a:lnTo>
                  <a:pt x="36" y="389"/>
                </a:lnTo>
                <a:lnTo>
                  <a:pt x="36" y="390"/>
                </a:lnTo>
                <a:lnTo>
                  <a:pt x="35" y="391"/>
                </a:lnTo>
                <a:lnTo>
                  <a:pt x="35" y="390"/>
                </a:lnTo>
                <a:lnTo>
                  <a:pt x="35" y="389"/>
                </a:lnTo>
                <a:lnTo>
                  <a:pt x="35" y="388"/>
                </a:lnTo>
                <a:lnTo>
                  <a:pt x="34" y="388"/>
                </a:lnTo>
                <a:lnTo>
                  <a:pt x="32" y="389"/>
                </a:lnTo>
                <a:lnTo>
                  <a:pt x="31" y="388"/>
                </a:lnTo>
                <a:lnTo>
                  <a:pt x="30" y="388"/>
                </a:lnTo>
                <a:lnTo>
                  <a:pt x="29" y="388"/>
                </a:lnTo>
                <a:lnTo>
                  <a:pt x="27" y="388"/>
                </a:lnTo>
                <a:lnTo>
                  <a:pt x="27" y="389"/>
                </a:lnTo>
                <a:lnTo>
                  <a:pt x="26" y="389"/>
                </a:lnTo>
                <a:lnTo>
                  <a:pt x="25" y="390"/>
                </a:lnTo>
                <a:lnTo>
                  <a:pt x="24" y="389"/>
                </a:lnTo>
                <a:lnTo>
                  <a:pt x="24" y="388"/>
                </a:lnTo>
                <a:lnTo>
                  <a:pt x="25" y="387"/>
                </a:lnTo>
                <a:lnTo>
                  <a:pt x="24" y="387"/>
                </a:lnTo>
                <a:lnTo>
                  <a:pt x="23" y="387"/>
                </a:lnTo>
                <a:lnTo>
                  <a:pt x="22" y="387"/>
                </a:lnTo>
                <a:lnTo>
                  <a:pt x="22" y="388"/>
                </a:lnTo>
                <a:lnTo>
                  <a:pt x="21" y="388"/>
                </a:lnTo>
                <a:lnTo>
                  <a:pt x="20" y="388"/>
                </a:lnTo>
                <a:lnTo>
                  <a:pt x="20" y="387"/>
                </a:lnTo>
                <a:lnTo>
                  <a:pt x="19" y="387"/>
                </a:lnTo>
                <a:lnTo>
                  <a:pt x="18" y="386"/>
                </a:lnTo>
                <a:lnTo>
                  <a:pt x="19" y="383"/>
                </a:lnTo>
                <a:lnTo>
                  <a:pt x="19" y="382"/>
                </a:lnTo>
                <a:lnTo>
                  <a:pt x="18" y="381"/>
                </a:lnTo>
                <a:lnTo>
                  <a:pt x="18" y="382"/>
                </a:lnTo>
                <a:lnTo>
                  <a:pt x="17" y="382"/>
                </a:lnTo>
                <a:lnTo>
                  <a:pt x="16" y="382"/>
                </a:lnTo>
                <a:lnTo>
                  <a:pt x="16" y="383"/>
                </a:lnTo>
                <a:lnTo>
                  <a:pt x="15" y="383"/>
                </a:lnTo>
                <a:lnTo>
                  <a:pt x="14" y="384"/>
                </a:lnTo>
                <a:lnTo>
                  <a:pt x="14" y="383"/>
                </a:lnTo>
                <a:lnTo>
                  <a:pt x="14" y="382"/>
                </a:lnTo>
                <a:lnTo>
                  <a:pt x="15" y="381"/>
                </a:lnTo>
                <a:lnTo>
                  <a:pt x="14" y="381"/>
                </a:lnTo>
                <a:lnTo>
                  <a:pt x="14" y="379"/>
                </a:lnTo>
                <a:lnTo>
                  <a:pt x="14" y="378"/>
                </a:lnTo>
                <a:lnTo>
                  <a:pt x="15" y="377"/>
                </a:lnTo>
                <a:lnTo>
                  <a:pt x="16" y="377"/>
                </a:lnTo>
                <a:lnTo>
                  <a:pt x="16" y="376"/>
                </a:lnTo>
                <a:lnTo>
                  <a:pt x="15" y="375"/>
                </a:lnTo>
                <a:lnTo>
                  <a:pt x="16" y="374"/>
                </a:lnTo>
                <a:lnTo>
                  <a:pt x="17" y="374"/>
                </a:lnTo>
                <a:lnTo>
                  <a:pt x="16" y="373"/>
                </a:lnTo>
                <a:lnTo>
                  <a:pt x="16" y="372"/>
                </a:lnTo>
                <a:lnTo>
                  <a:pt x="17" y="372"/>
                </a:lnTo>
                <a:lnTo>
                  <a:pt x="15" y="371"/>
                </a:lnTo>
                <a:lnTo>
                  <a:pt x="15" y="370"/>
                </a:lnTo>
                <a:lnTo>
                  <a:pt x="14" y="369"/>
                </a:lnTo>
                <a:lnTo>
                  <a:pt x="13" y="369"/>
                </a:lnTo>
                <a:lnTo>
                  <a:pt x="12" y="369"/>
                </a:lnTo>
                <a:lnTo>
                  <a:pt x="10" y="369"/>
                </a:lnTo>
                <a:lnTo>
                  <a:pt x="9" y="370"/>
                </a:lnTo>
                <a:lnTo>
                  <a:pt x="9" y="369"/>
                </a:lnTo>
                <a:lnTo>
                  <a:pt x="10" y="368"/>
                </a:lnTo>
                <a:lnTo>
                  <a:pt x="11" y="368"/>
                </a:lnTo>
                <a:lnTo>
                  <a:pt x="12" y="367"/>
                </a:lnTo>
                <a:lnTo>
                  <a:pt x="11" y="366"/>
                </a:lnTo>
                <a:lnTo>
                  <a:pt x="11" y="365"/>
                </a:lnTo>
                <a:lnTo>
                  <a:pt x="10" y="365"/>
                </a:lnTo>
                <a:lnTo>
                  <a:pt x="9" y="365"/>
                </a:lnTo>
                <a:lnTo>
                  <a:pt x="8" y="364"/>
                </a:lnTo>
                <a:lnTo>
                  <a:pt x="8" y="365"/>
                </a:lnTo>
                <a:lnTo>
                  <a:pt x="7" y="366"/>
                </a:lnTo>
                <a:lnTo>
                  <a:pt x="6" y="366"/>
                </a:lnTo>
                <a:lnTo>
                  <a:pt x="5" y="366"/>
                </a:lnTo>
                <a:lnTo>
                  <a:pt x="5" y="367"/>
                </a:lnTo>
                <a:lnTo>
                  <a:pt x="4" y="367"/>
                </a:lnTo>
                <a:lnTo>
                  <a:pt x="4" y="366"/>
                </a:lnTo>
                <a:lnTo>
                  <a:pt x="3" y="366"/>
                </a:lnTo>
                <a:lnTo>
                  <a:pt x="3" y="365"/>
                </a:lnTo>
                <a:lnTo>
                  <a:pt x="4" y="365"/>
                </a:lnTo>
                <a:lnTo>
                  <a:pt x="5" y="365"/>
                </a:lnTo>
                <a:lnTo>
                  <a:pt x="5" y="364"/>
                </a:lnTo>
                <a:lnTo>
                  <a:pt x="4" y="363"/>
                </a:lnTo>
                <a:lnTo>
                  <a:pt x="3" y="363"/>
                </a:lnTo>
                <a:lnTo>
                  <a:pt x="3" y="362"/>
                </a:lnTo>
                <a:lnTo>
                  <a:pt x="3" y="361"/>
                </a:lnTo>
                <a:lnTo>
                  <a:pt x="3" y="360"/>
                </a:lnTo>
                <a:lnTo>
                  <a:pt x="3" y="359"/>
                </a:lnTo>
                <a:lnTo>
                  <a:pt x="3" y="358"/>
                </a:lnTo>
                <a:lnTo>
                  <a:pt x="3" y="357"/>
                </a:lnTo>
                <a:lnTo>
                  <a:pt x="2" y="357"/>
                </a:lnTo>
                <a:lnTo>
                  <a:pt x="2" y="356"/>
                </a:lnTo>
                <a:lnTo>
                  <a:pt x="1" y="356"/>
                </a:lnTo>
                <a:lnTo>
                  <a:pt x="1" y="355"/>
                </a:lnTo>
                <a:lnTo>
                  <a:pt x="0" y="355"/>
                </a:lnTo>
                <a:lnTo>
                  <a:pt x="0" y="354"/>
                </a:lnTo>
                <a:lnTo>
                  <a:pt x="0" y="353"/>
                </a:lnTo>
                <a:lnTo>
                  <a:pt x="0" y="352"/>
                </a:lnTo>
                <a:lnTo>
                  <a:pt x="0" y="351"/>
                </a:lnTo>
                <a:lnTo>
                  <a:pt x="1" y="350"/>
                </a:lnTo>
                <a:lnTo>
                  <a:pt x="1" y="349"/>
                </a:lnTo>
                <a:lnTo>
                  <a:pt x="2" y="350"/>
                </a:lnTo>
                <a:lnTo>
                  <a:pt x="2" y="349"/>
                </a:lnTo>
                <a:lnTo>
                  <a:pt x="3" y="349"/>
                </a:lnTo>
                <a:lnTo>
                  <a:pt x="2" y="348"/>
                </a:lnTo>
                <a:lnTo>
                  <a:pt x="2" y="347"/>
                </a:lnTo>
                <a:lnTo>
                  <a:pt x="3" y="345"/>
                </a:lnTo>
                <a:lnTo>
                  <a:pt x="4" y="345"/>
                </a:lnTo>
                <a:lnTo>
                  <a:pt x="4" y="346"/>
                </a:lnTo>
                <a:lnTo>
                  <a:pt x="3" y="346"/>
                </a:lnTo>
                <a:lnTo>
                  <a:pt x="3" y="347"/>
                </a:lnTo>
                <a:lnTo>
                  <a:pt x="4" y="347"/>
                </a:lnTo>
                <a:lnTo>
                  <a:pt x="5" y="347"/>
                </a:lnTo>
                <a:lnTo>
                  <a:pt x="5" y="346"/>
                </a:lnTo>
                <a:lnTo>
                  <a:pt x="5" y="345"/>
                </a:lnTo>
                <a:lnTo>
                  <a:pt x="5" y="344"/>
                </a:lnTo>
                <a:lnTo>
                  <a:pt x="6" y="344"/>
                </a:lnTo>
                <a:lnTo>
                  <a:pt x="6" y="343"/>
                </a:lnTo>
                <a:lnTo>
                  <a:pt x="7" y="343"/>
                </a:lnTo>
                <a:lnTo>
                  <a:pt x="7" y="342"/>
                </a:lnTo>
                <a:lnTo>
                  <a:pt x="8" y="342"/>
                </a:lnTo>
                <a:lnTo>
                  <a:pt x="8" y="343"/>
                </a:lnTo>
                <a:lnTo>
                  <a:pt x="9" y="343"/>
                </a:lnTo>
                <a:lnTo>
                  <a:pt x="10" y="342"/>
                </a:lnTo>
                <a:lnTo>
                  <a:pt x="9" y="342"/>
                </a:lnTo>
                <a:lnTo>
                  <a:pt x="9" y="341"/>
                </a:lnTo>
                <a:lnTo>
                  <a:pt x="9" y="340"/>
                </a:lnTo>
                <a:lnTo>
                  <a:pt x="10" y="340"/>
                </a:lnTo>
                <a:lnTo>
                  <a:pt x="11" y="340"/>
                </a:lnTo>
                <a:lnTo>
                  <a:pt x="11" y="339"/>
                </a:lnTo>
                <a:lnTo>
                  <a:pt x="11" y="338"/>
                </a:lnTo>
                <a:lnTo>
                  <a:pt x="10" y="338"/>
                </a:lnTo>
                <a:lnTo>
                  <a:pt x="10" y="337"/>
                </a:lnTo>
                <a:lnTo>
                  <a:pt x="10" y="336"/>
                </a:lnTo>
                <a:lnTo>
                  <a:pt x="11" y="336"/>
                </a:lnTo>
                <a:lnTo>
                  <a:pt x="11" y="337"/>
                </a:lnTo>
                <a:lnTo>
                  <a:pt x="12" y="337"/>
                </a:lnTo>
                <a:lnTo>
                  <a:pt x="12" y="336"/>
                </a:lnTo>
                <a:lnTo>
                  <a:pt x="13" y="336"/>
                </a:lnTo>
                <a:lnTo>
                  <a:pt x="13" y="335"/>
                </a:lnTo>
                <a:lnTo>
                  <a:pt x="14" y="335"/>
                </a:lnTo>
                <a:lnTo>
                  <a:pt x="16" y="336"/>
                </a:lnTo>
                <a:lnTo>
                  <a:pt x="17" y="336"/>
                </a:lnTo>
                <a:lnTo>
                  <a:pt x="18" y="336"/>
                </a:lnTo>
                <a:lnTo>
                  <a:pt x="19" y="337"/>
                </a:lnTo>
                <a:lnTo>
                  <a:pt x="20" y="336"/>
                </a:lnTo>
                <a:lnTo>
                  <a:pt x="21" y="336"/>
                </a:lnTo>
                <a:lnTo>
                  <a:pt x="21" y="335"/>
                </a:lnTo>
                <a:lnTo>
                  <a:pt x="20" y="334"/>
                </a:lnTo>
                <a:lnTo>
                  <a:pt x="20" y="333"/>
                </a:lnTo>
                <a:lnTo>
                  <a:pt x="20" y="332"/>
                </a:lnTo>
                <a:lnTo>
                  <a:pt x="20" y="331"/>
                </a:lnTo>
                <a:lnTo>
                  <a:pt x="21" y="331"/>
                </a:lnTo>
                <a:lnTo>
                  <a:pt x="22" y="330"/>
                </a:lnTo>
                <a:lnTo>
                  <a:pt x="22" y="331"/>
                </a:lnTo>
                <a:lnTo>
                  <a:pt x="22" y="332"/>
                </a:lnTo>
                <a:lnTo>
                  <a:pt x="23" y="332"/>
                </a:lnTo>
                <a:lnTo>
                  <a:pt x="24" y="332"/>
                </a:lnTo>
                <a:lnTo>
                  <a:pt x="25" y="333"/>
                </a:lnTo>
                <a:lnTo>
                  <a:pt x="26" y="334"/>
                </a:lnTo>
                <a:lnTo>
                  <a:pt x="27" y="334"/>
                </a:lnTo>
                <a:lnTo>
                  <a:pt x="27" y="333"/>
                </a:lnTo>
                <a:lnTo>
                  <a:pt x="26" y="333"/>
                </a:lnTo>
                <a:lnTo>
                  <a:pt x="26" y="332"/>
                </a:lnTo>
                <a:lnTo>
                  <a:pt x="27" y="331"/>
                </a:lnTo>
                <a:lnTo>
                  <a:pt x="28" y="330"/>
                </a:lnTo>
                <a:lnTo>
                  <a:pt x="27" y="330"/>
                </a:lnTo>
                <a:lnTo>
                  <a:pt x="27" y="329"/>
                </a:lnTo>
                <a:lnTo>
                  <a:pt x="28" y="329"/>
                </a:lnTo>
                <a:lnTo>
                  <a:pt x="28" y="328"/>
                </a:lnTo>
                <a:lnTo>
                  <a:pt x="28" y="329"/>
                </a:lnTo>
                <a:lnTo>
                  <a:pt x="29" y="329"/>
                </a:lnTo>
                <a:lnTo>
                  <a:pt x="29" y="330"/>
                </a:lnTo>
                <a:lnTo>
                  <a:pt x="30" y="330"/>
                </a:lnTo>
                <a:lnTo>
                  <a:pt x="30" y="329"/>
                </a:lnTo>
                <a:lnTo>
                  <a:pt x="30" y="328"/>
                </a:lnTo>
                <a:lnTo>
                  <a:pt x="30" y="327"/>
                </a:lnTo>
                <a:lnTo>
                  <a:pt x="31" y="327"/>
                </a:lnTo>
                <a:lnTo>
                  <a:pt x="31" y="325"/>
                </a:lnTo>
                <a:lnTo>
                  <a:pt x="30" y="325"/>
                </a:lnTo>
                <a:lnTo>
                  <a:pt x="30" y="324"/>
                </a:lnTo>
                <a:lnTo>
                  <a:pt x="31" y="324"/>
                </a:lnTo>
                <a:lnTo>
                  <a:pt x="31" y="323"/>
                </a:lnTo>
                <a:lnTo>
                  <a:pt x="32" y="323"/>
                </a:lnTo>
                <a:lnTo>
                  <a:pt x="32" y="322"/>
                </a:lnTo>
                <a:lnTo>
                  <a:pt x="32" y="321"/>
                </a:lnTo>
                <a:lnTo>
                  <a:pt x="32" y="320"/>
                </a:lnTo>
                <a:lnTo>
                  <a:pt x="32" y="319"/>
                </a:lnTo>
                <a:lnTo>
                  <a:pt x="32" y="318"/>
                </a:lnTo>
                <a:lnTo>
                  <a:pt x="32" y="317"/>
                </a:lnTo>
                <a:lnTo>
                  <a:pt x="33" y="317"/>
                </a:lnTo>
                <a:lnTo>
                  <a:pt x="33" y="318"/>
                </a:lnTo>
                <a:lnTo>
                  <a:pt x="34" y="318"/>
                </a:lnTo>
                <a:lnTo>
                  <a:pt x="35" y="317"/>
                </a:lnTo>
                <a:lnTo>
                  <a:pt x="35" y="316"/>
                </a:lnTo>
                <a:lnTo>
                  <a:pt x="35" y="315"/>
                </a:lnTo>
                <a:lnTo>
                  <a:pt x="35" y="314"/>
                </a:lnTo>
                <a:lnTo>
                  <a:pt x="36" y="314"/>
                </a:lnTo>
                <a:lnTo>
                  <a:pt x="37" y="315"/>
                </a:lnTo>
                <a:lnTo>
                  <a:pt x="38" y="315"/>
                </a:lnTo>
                <a:lnTo>
                  <a:pt x="39" y="315"/>
                </a:lnTo>
                <a:lnTo>
                  <a:pt x="40" y="314"/>
                </a:lnTo>
                <a:lnTo>
                  <a:pt x="40" y="315"/>
                </a:lnTo>
                <a:lnTo>
                  <a:pt x="41" y="315"/>
                </a:lnTo>
                <a:lnTo>
                  <a:pt x="41" y="314"/>
                </a:lnTo>
                <a:lnTo>
                  <a:pt x="42" y="314"/>
                </a:lnTo>
                <a:lnTo>
                  <a:pt x="42" y="313"/>
                </a:lnTo>
                <a:lnTo>
                  <a:pt x="44" y="313"/>
                </a:lnTo>
                <a:lnTo>
                  <a:pt x="44" y="314"/>
                </a:lnTo>
                <a:lnTo>
                  <a:pt x="45" y="314"/>
                </a:lnTo>
                <a:lnTo>
                  <a:pt x="46" y="315"/>
                </a:lnTo>
                <a:lnTo>
                  <a:pt x="46" y="314"/>
                </a:lnTo>
                <a:lnTo>
                  <a:pt x="47" y="314"/>
                </a:lnTo>
                <a:lnTo>
                  <a:pt x="47" y="313"/>
                </a:lnTo>
                <a:lnTo>
                  <a:pt x="47" y="312"/>
                </a:lnTo>
                <a:lnTo>
                  <a:pt x="48" y="312"/>
                </a:lnTo>
                <a:lnTo>
                  <a:pt x="49" y="312"/>
                </a:lnTo>
                <a:lnTo>
                  <a:pt x="49" y="311"/>
                </a:lnTo>
                <a:lnTo>
                  <a:pt x="48" y="311"/>
                </a:lnTo>
                <a:lnTo>
                  <a:pt x="48" y="310"/>
                </a:lnTo>
                <a:lnTo>
                  <a:pt x="49" y="309"/>
                </a:lnTo>
                <a:lnTo>
                  <a:pt x="48" y="309"/>
                </a:lnTo>
                <a:lnTo>
                  <a:pt x="48" y="308"/>
                </a:lnTo>
                <a:lnTo>
                  <a:pt x="47" y="308"/>
                </a:lnTo>
                <a:lnTo>
                  <a:pt x="46" y="307"/>
                </a:lnTo>
                <a:lnTo>
                  <a:pt x="46" y="306"/>
                </a:lnTo>
                <a:lnTo>
                  <a:pt x="46" y="305"/>
                </a:lnTo>
                <a:lnTo>
                  <a:pt x="45" y="304"/>
                </a:lnTo>
                <a:lnTo>
                  <a:pt x="45" y="303"/>
                </a:lnTo>
                <a:lnTo>
                  <a:pt x="46" y="303"/>
                </a:lnTo>
                <a:lnTo>
                  <a:pt x="47" y="302"/>
                </a:lnTo>
                <a:lnTo>
                  <a:pt x="47" y="301"/>
                </a:lnTo>
                <a:lnTo>
                  <a:pt x="48" y="300"/>
                </a:lnTo>
                <a:lnTo>
                  <a:pt x="48" y="299"/>
                </a:lnTo>
                <a:lnTo>
                  <a:pt x="48" y="298"/>
                </a:lnTo>
                <a:lnTo>
                  <a:pt x="47" y="298"/>
                </a:lnTo>
                <a:lnTo>
                  <a:pt x="47" y="297"/>
                </a:lnTo>
                <a:lnTo>
                  <a:pt x="47" y="296"/>
                </a:lnTo>
                <a:lnTo>
                  <a:pt x="48" y="295"/>
                </a:lnTo>
                <a:lnTo>
                  <a:pt x="48" y="294"/>
                </a:lnTo>
                <a:lnTo>
                  <a:pt x="49" y="294"/>
                </a:lnTo>
                <a:lnTo>
                  <a:pt x="50" y="294"/>
                </a:lnTo>
                <a:lnTo>
                  <a:pt x="51" y="292"/>
                </a:lnTo>
                <a:lnTo>
                  <a:pt x="51" y="291"/>
                </a:lnTo>
                <a:lnTo>
                  <a:pt x="50" y="290"/>
                </a:lnTo>
                <a:lnTo>
                  <a:pt x="49" y="290"/>
                </a:lnTo>
                <a:lnTo>
                  <a:pt x="48" y="290"/>
                </a:lnTo>
                <a:lnTo>
                  <a:pt x="48" y="291"/>
                </a:lnTo>
                <a:lnTo>
                  <a:pt x="47" y="291"/>
                </a:lnTo>
                <a:lnTo>
                  <a:pt x="47" y="289"/>
                </a:lnTo>
                <a:lnTo>
                  <a:pt x="46" y="289"/>
                </a:lnTo>
                <a:lnTo>
                  <a:pt x="45" y="289"/>
                </a:lnTo>
                <a:lnTo>
                  <a:pt x="43" y="289"/>
                </a:lnTo>
                <a:lnTo>
                  <a:pt x="43" y="288"/>
                </a:lnTo>
                <a:lnTo>
                  <a:pt x="42" y="287"/>
                </a:lnTo>
                <a:lnTo>
                  <a:pt x="42" y="286"/>
                </a:lnTo>
                <a:lnTo>
                  <a:pt x="42" y="285"/>
                </a:lnTo>
                <a:lnTo>
                  <a:pt x="41" y="284"/>
                </a:lnTo>
                <a:lnTo>
                  <a:pt x="41" y="285"/>
                </a:lnTo>
                <a:lnTo>
                  <a:pt x="40" y="285"/>
                </a:lnTo>
                <a:lnTo>
                  <a:pt x="38" y="285"/>
                </a:lnTo>
                <a:lnTo>
                  <a:pt x="38" y="284"/>
                </a:lnTo>
                <a:lnTo>
                  <a:pt x="38" y="282"/>
                </a:lnTo>
                <a:lnTo>
                  <a:pt x="38" y="281"/>
                </a:lnTo>
                <a:lnTo>
                  <a:pt x="37" y="281"/>
                </a:lnTo>
                <a:lnTo>
                  <a:pt x="37" y="280"/>
                </a:lnTo>
                <a:lnTo>
                  <a:pt x="36" y="280"/>
                </a:lnTo>
                <a:lnTo>
                  <a:pt x="35" y="280"/>
                </a:lnTo>
                <a:lnTo>
                  <a:pt x="33" y="280"/>
                </a:lnTo>
                <a:lnTo>
                  <a:pt x="33" y="279"/>
                </a:lnTo>
                <a:lnTo>
                  <a:pt x="32" y="279"/>
                </a:lnTo>
                <a:lnTo>
                  <a:pt x="32" y="278"/>
                </a:lnTo>
                <a:lnTo>
                  <a:pt x="31" y="278"/>
                </a:lnTo>
                <a:lnTo>
                  <a:pt x="31" y="277"/>
                </a:lnTo>
                <a:lnTo>
                  <a:pt x="31" y="276"/>
                </a:lnTo>
                <a:lnTo>
                  <a:pt x="32" y="275"/>
                </a:lnTo>
                <a:lnTo>
                  <a:pt x="33" y="275"/>
                </a:lnTo>
                <a:lnTo>
                  <a:pt x="33" y="274"/>
                </a:lnTo>
                <a:lnTo>
                  <a:pt x="32" y="273"/>
                </a:lnTo>
                <a:lnTo>
                  <a:pt x="30" y="273"/>
                </a:lnTo>
                <a:lnTo>
                  <a:pt x="30" y="274"/>
                </a:lnTo>
                <a:lnTo>
                  <a:pt x="29" y="274"/>
                </a:lnTo>
                <a:lnTo>
                  <a:pt x="29" y="275"/>
                </a:lnTo>
                <a:lnTo>
                  <a:pt x="28" y="275"/>
                </a:lnTo>
                <a:lnTo>
                  <a:pt x="27" y="275"/>
                </a:lnTo>
                <a:lnTo>
                  <a:pt x="26" y="274"/>
                </a:lnTo>
                <a:lnTo>
                  <a:pt x="26" y="273"/>
                </a:lnTo>
                <a:lnTo>
                  <a:pt x="27" y="272"/>
                </a:lnTo>
                <a:lnTo>
                  <a:pt x="28" y="271"/>
                </a:lnTo>
                <a:lnTo>
                  <a:pt x="29" y="271"/>
                </a:lnTo>
                <a:lnTo>
                  <a:pt x="29" y="270"/>
                </a:lnTo>
                <a:lnTo>
                  <a:pt x="30" y="270"/>
                </a:lnTo>
                <a:lnTo>
                  <a:pt x="30" y="271"/>
                </a:lnTo>
                <a:lnTo>
                  <a:pt x="31" y="271"/>
                </a:lnTo>
                <a:lnTo>
                  <a:pt x="31" y="272"/>
                </a:lnTo>
                <a:lnTo>
                  <a:pt x="32" y="271"/>
                </a:lnTo>
                <a:lnTo>
                  <a:pt x="32" y="270"/>
                </a:lnTo>
                <a:lnTo>
                  <a:pt x="33" y="270"/>
                </a:lnTo>
                <a:lnTo>
                  <a:pt x="33" y="271"/>
                </a:lnTo>
                <a:lnTo>
                  <a:pt x="34" y="271"/>
                </a:lnTo>
                <a:lnTo>
                  <a:pt x="35" y="271"/>
                </a:lnTo>
                <a:lnTo>
                  <a:pt x="35" y="270"/>
                </a:lnTo>
                <a:lnTo>
                  <a:pt x="36" y="270"/>
                </a:lnTo>
                <a:lnTo>
                  <a:pt x="37" y="270"/>
                </a:lnTo>
                <a:lnTo>
                  <a:pt x="38" y="270"/>
                </a:lnTo>
                <a:lnTo>
                  <a:pt x="38" y="269"/>
                </a:lnTo>
                <a:lnTo>
                  <a:pt x="38" y="268"/>
                </a:lnTo>
                <a:lnTo>
                  <a:pt x="38" y="267"/>
                </a:lnTo>
                <a:lnTo>
                  <a:pt x="39" y="267"/>
                </a:lnTo>
                <a:lnTo>
                  <a:pt x="40" y="267"/>
                </a:lnTo>
                <a:lnTo>
                  <a:pt x="40" y="266"/>
                </a:lnTo>
                <a:lnTo>
                  <a:pt x="40" y="265"/>
                </a:lnTo>
                <a:lnTo>
                  <a:pt x="39" y="265"/>
                </a:lnTo>
                <a:lnTo>
                  <a:pt x="39" y="266"/>
                </a:lnTo>
                <a:lnTo>
                  <a:pt x="37" y="266"/>
                </a:lnTo>
                <a:lnTo>
                  <a:pt x="36" y="264"/>
                </a:lnTo>
                <a:lnTo>
                  <a:pt x="35" y="263"/>
                </a:lnTo>
                <a:lnTo>
                  <a:pt x="36" y="263"/>
                </a:lnTo>
                <a:lnTo>
                  <a:pt x="35" y="262"/>
                </a:lnTo>
                <a:lnTo>
                  <a:pt x="35" y="261"/>
                </a:lnTo>
                <a:lnTo>
                  <a:pt x="36" y="258"/>
                </a:lnTo>
                <a:lnTo>
                  <a:pt x="38" y="259"/>
                </a:lnTo>
                <a:lnTo>
                  <a:pt x="39" y="259"/>
                </a:lnTo>
                <a:lnTo>
                  <a:pt x="40" y="260"/>
                </a:lnTo>
                <a:lnTo>
                  <a:pt x="40" y="259"/>
                </a:lnTo>
                <a:lnTo>
                  <a:pt x="41" y="259"/>
                </a:lnTo>
                <a:lnTo>
                  <a:pt x="41" y="260"/>
                </a:lnTo>
                <a:lnTo>
                  <a:pt x="41" y="261"/>
                </a:lnTo>
                <a:lnTo>
                  <a:pt x="43" y="261"/>
                </a:lnTo>
                <a:lnTo>
                  <a:pt x="44" y="261"/>
                </a:lnTo>
                <a:lnTo>
                  <a:pt x="45" y="261"/>
                </a:lnTo>
                <a:lnTo>
                  <a:pt x="46" y="261"/>
                </a:lnTo>
                <a:lnTo>
                  <a:pt x="47" y="261"/>
                </a:lnTo>
                <a:lnTo>
                  <a:pt x="47" y="260"/>
                </a:lnTo>
                <a:lnTo>
                  <a:pt x="47" y="259"/>
                </a:lnTo>
                <a:lnTo>
                  <a:pt x="48" y="259"/>
                </a:lnTo>
                <a:lnTo>
                  <a:pt x="48" y="258"/>
                </a:lnTo>
                <a:lnTo>
                  <a:pt x="47" y="258"/>
                </a:lnTo>
                <a:lnTo>
                  <a:pt x="46" y="258"/>
                </a:lnTo>
                <a:lnTo>
                  <a:pt x="46" y="257"/>
                </a:lnTo>
                <a:lnTo>
                  <a:pt x="45" y="255"/>
                </a:lnTo>
                <a:lnTo>
                  <a:pt x="46" y="253"/>
                </a:lnTo>
                <a:lnTo>
                  <a:pt x="46" y="252"/>
                </a:lnTo>
                <a:lnTo>
                  <a:pt x="47" y="252"/>
                </a:lnTo>
                <a:lnTo>
                  <a:pt x="47" y="253"/>
                </a:lnTo>
                <a:lnTo>
                  <a:pt x="48" y="253"/>
                </a:lnTo>
                <a:lnTo>
                  <a:pt x="48" y="252"/>
                </a:lnTo>
                <a:lnTo>
                  <a:pt x="49" y="253"/>
                </a:lnTo>
                <a:lnTo>
                  <a:pt x="49" y="252"/>
                </a:lnTo>
                <a:lnTo>
                  <a:pt x="48" y="251"/>
                </a:lnTo>
                <a:lnTo>
                  <a:pt x="48" y="250"/>
                </a:lnTo>
                <a:lnTo>
                  <a:pt x="49" y="250"/>
                </a:lnTo>
                <a:lnTo>
                  <a:pt x="50" y="250"/>
                </a:lnTo>
                <a:lnTo>
                  <a:pt x="50" y="249"/>
                </a:lnTo>
                <a:lnTo>
                  <a:pt x="50" y="248"/>
                </a:lnTo>
                <a:lnTo>
                  <a:pt x="50" y="247"/>
                </a:lnTo>
                <a:lnTo>
                  <a:pt x="51" y="247"/>
                </a:lnTo>
                <a:lnTo>
                  <a:pt x="51" y="246"/>
                </a:lnTo>
                <a:lnTo>
                  <a:pt x="52" y="245"/>
                </a:lnTo>
                <a:lnTo>
                  <a:pt x="52" y="244"/>
                </a:lnTo>
                <a:lnTo>
                  <a:pt x="51" y="244"/>
                </a:lnTo>
                <a:lnTo>
                  <a:pt x="51" y="243"/>
                </a:lnTo>
                <a:lnTo>
                  <a:pt x="51" y="242"/>
                </a:lnTo>
                <a:lnTo>
                  <a:pt x="52" y="242"/>
                </a:lnTo>
                <a:lnTo>
                  <a:pt x="52" y="241"/>
                </a:lnTo>
                <a:lnTo>
                  <a:pt x="54" y="241"/>
                </a:lnTo>
                <a:lnTo>
                  <a:pt x="55" y="240"/>
                </a:lnTo>
                <a:lnTo>
                  <a:pt x="55" y="239"/>
                </a:lnTo>
                <a:lnTo>
                  <a:pt x="54" y="239"/>
                </a:lnTo>
                <a:lnTo>
                  <a:pt x="54" y="238"/>
                </a:lnTo>
                <a:lnTo>
                  <a:pt x="55" y="238"/>
                </a:lnTo>
                <a:lnTo>
                  <a:pt x="56" y="238"/>
                </a:lnTo>
                <a:lnTo>
                  <a:pt x="57" y="237"/>
                </a:lnTo>
                <a:lnTo>
                  <a:pt x="58" y="237"/>
                </a:lnTo>
                <a:lnTo>
                  <a:pt x="58" y="238"/>
                </a:lnTo>
                <a:lnTo>
                  <a:pt x="59" y="239"/>
                </a:lnTo>
                <a:lnTo>
                  <a:pt x="59" y="240"/>
                </a:lnTo>
                <a:lnTo>
                  <a:pt x="60" y="240"/>
                </a:lnTo>
                <a:lnTo>
                  <a:pt x="59" y="241"/>
                </a:lnTo>
                <a:lnTo>
                  <a:pt x="59" y="242"/>
                </a:lnTo>
                <a:lnTo>
                  <a:pt x="60" y="243"/>
                </a:lnTo>
                <a:lnTo>
                  <a:pt x="61" y="243"/>
                </a:lnTo>
                <a:lnTo>
                  <a:pt x="61" y="242"/>
                </a:lnTo>
                <a:lnTo>
                  <a:pt x="61" y="241"/>
                </a:lnTo>
                <a:lnTo>
                  <a:pt x="62" y="241"/>
                </a:lnTo>
                <a:lnTo>
                  <a:pt x="63" y="241"/>
                </a:lnTo>
                <a:lnTo>
                  <a:pt x="63" y="242"/>
                </a:lnTo>
                <a:lnTo>
                  <a:pt x="63" y="243"/>
                </a:lnTo>
                <a:lnTo>
                  <a:pt x="63" y="244"/>
                </a:lnTo>
                <a:lnTo>
                  <a:pt x="64" y="244"/>
                </a:lnTo>
                <a:lnTo>
                  <a:pt x="65" y="243"/>
                </a:lnTo>
                <a:lnTo>
                  <a:pt x="65" y="242"/>
                </a:lnTo>
                <a:lnTo>
                  <a:pt x="65" y="241"/>
                </a:lnTo>
                <a:lnTo>
                  <a:pt x="65" y="240"/>
                </a:lnTo>
                <a:lnTo>
                  <a:pt x="65" y="241"/>
                </a:lnTo>
                <a:lnTo>
                  <a:pt x="66" y="241"/>
                </a:lnTo>
                <a:lnTo>
                  <a:pt x="66" y="242"/>
                </a:lnTo>
                <a:lnTo>
                  <a:pt x="67" y="241"/>
                </a:lnTo>
                <a:lnTo>
                  <a:pt x="67" y="242"/>
                </a:lnTo>
                <a:lnTo>
                  <a:pt x="66" y="242"/>
                </a:lnTo>
                <a:lnTo>
                  <a:pt x="66" y="243"/>
                </a:lnTo>
                <a:lnTo>
                  <a:pt x="66" y="244"/>
                </a:lnTo>
                <a:lnTo>
                  <a:pt x="67" y="244"/>
                </a:lnTo>
                <a:lnTo>
                  <a:pt x="67" y="243"/>
                </a:lnTo>
                <a:lnTo>
                  <a:pt x="68" y="243"/>
                </a:lnTo>
                <a:lnTo>
                  <a:pt x="68" y="242"/>
                </a:lnTo>
                <a:lnTo>
                  <a:pt x="69" y="243"/>
                </a:lnTo>
                <a:lnTo>
                  <a:pt x="70" y="244"/>
                </a:lnTo>
                <a:lnTo>
                  <a:pt x="70" y="245"/>
                </a:lnTo>
                <a:lnTo>
                  <a:pt x="71" y="245"/>
                </a:lnTo>
                <a:lnTo>
                  <a:pt x="72" y="245"/>
                </a:lnTo>
                <a:lnTo>
                  <a:pt x="73" y="245"/>
                </a:lnTo>
                <a:lnTo>
                  <a:pt x="74" y="245"/>
                </a:lnTo>
                <a:lnTo>
                  <a:pt x="75" y="246"/>
                </a:lnTo>
                <a:lnTo>
                  <a:pt x="75" y="245"/>
                </a:lnTo>
                <a:lnTo>
                  <a:pt x="76" y="245"/>
                </a:lnTo>
                <a:lnTo>
                  <a:pt x="76" y="244"/>
                </a:lnTo>
                <a:lnTo>
                  <a:pt x="76" y="245"/>
                </a:lnTo>
                <a:lnTo>
                  <a:pt x="76" y="246"/>
                </a:lnTo>
                <a:lnTo>
                  <a:pt x="77" y="246"/>
                </a:lnTo>
                <a:lnTo>
                  <a:pt x="77" y="245"/>
                </a:lnTo>
                <a:lnTo>
                  <a:pt x="78" y="245"/>
                </a:lnTo>
                <a:lnTo>
                  <a:pt x="80" y="245"/>
                </a:lnTo>
                <a:lnTo>
                  <a:pt x="81" y="246"/>
                </a:lnTo>
                <a:lnTo>
                  <a:pt x="82" y="247"/>
                </a:lnTo>
                <a:lnTo>
                  <a:pt x="82" y="248"/>
                </a:lnTo>
                <a:lnTo>
                  <a:pt x="83" y="248"/>
                </a:lnTo>
                <a:lnTo>
                  <a:pt x="83" y="249"/>
                </a:lnTo>
                <a:lnTo>
                  <a:pt x="84" y="249"/>
                </a:lnTo>
                <a:lnTo>
                  <a:pt x="85" y="249"/>
                </a:lnTo>
                <a:lnTo>
                  <a:pt x="85" y="250"/>
                </a:lnTo>
                <a:lnTo>
                  <a:pt x="86" y="250"/>
                </a:lnTo>
                <a:lnTo>
                  <a:pt x="86" y="249"/>
                </a:lnTo>
                <a:lnTo>
                  <a:pt x="87" y="249"/>
                </a:lnTo>
                <a:lnTo>
                  <a:pt x="87" y="250"/>
                </a:lnTo>
                <a:lnTo>
                  <a:pt x="87" y="251"/>
                </a:lnTo>
                <a:lnTo>
                  <a:pt x="88" y="252"/>
                </a:lnTo>
                <a:lnTo>
                  <a:pt x="89" y="252"/>
                </a:lnTo>
                <a:lnTo>
                  <a:pt x="88" y="253"/>
                </a:lnTo>
                <a:lnTo>
                  <a:pt x="89" y="253"/>
                </a:lnTo>
                <a:lnTo>
                  <a:pt x="90" y="252"/>
                </a:lnTo>
                <a:lnTo>
                  <a:pt x="90" y="253"/>
                </a:lnTo>
                <a:lnTo>
                  <a:pt x="91" y="253"/>
                </a:lnTo>
                <a:lnTo>
                  <a:pt x="91" y="254"/>
                </a:lnTo>
                <a:lnTo>
                  <a:pt x="92" y="254"/>
                </a:lnTo>
                <a:lnTo>
                  <a:pt x="92" y="253"/>
                </a:lnTo>
                <a:lnTo>
                  <a:pt x="91" y="253"/>
                </a:lnTo>
                <a:lnTo>
                  <a:pt x="91" y="252"/>
                </a:lnTo>
                <a:lnTo>
                  <a:pt x="91" y="251"/>
                </a:lnTo>
                <a:lnTo>
                  <a:pt x="92" y="251"/>
                </a:lnTo>
                <a:lnTo>
                  <a:pt x="92" y="253"/>
                </a:lnTo>
                <a:lnTo>
                  <a:pt x="93" y="253"/>
                </a:lnTo>
                <a:lnTo>
                  <a:pt x="94" y="253"/>
                </a:lnTo>
                <a:lnTo>
                  <a:pt x="95" y="253"/>
                </a:lnTo>
                <a:lnTo>
                  <a:pt x="95" y="254"/>
                </a:lnTo>
                <a:lnTo>
                  <a:pt x="96" y="254"/>
                </a:lnTo>
                <a:lnTo>
                  <a:pt x="96" y="255"/>
                </a:lnTo>
                <a:lnTo>
                  <a:pt x="96" y="256"/>
                </a:lnTo>
                <a:lnTo>
                  <a:pt x="97" y="256"/>
                </a:lnTo>
                <a:lnTo>
                  <a:pt x="97" y="257"/>
                </a:lnTo>
                <a:lnTo>
                  <a:pt x="97" y="258"/>
                </a:lnTo>
                <a:lnTo>
                  <a:pt x="97" y="260"/>
                </a:lnTo>
                <a:lnTo>
                  <a:pt x="96" y="261"/>
                </a:lnTo>
                <a:lnTo>
                  <a:pt x="97" y="262"/>
                </a:lnTo>
                <a:lnTo>
                  <a:pt x="98" y="262"/>
                </a:lnTo>
                <a:lnTo>
                  <a:pt x="98" y="263"/>
                </a:lnTo>
                <a:lnTo>
                  <a:pt x="97" y="263"/>
                </a:lnTo>
                <a:lnTo>
                  <a:pt x="98" y="263"/>
                </a:lnTo>
                <a:lnTo>
                  <a:pt x="99" y="263"/>
                </a:lnTo>
                <a:lnTo>
                  <a:pt x="100" y="263"/>
                </a:lnTo>
                <a:lnTo>
                  <a:pt x="100" y="264"/>
                </a:lnTo>
                <a:lnTo>
                  <a:pt x="99" y="264"/>
                </a:lnTo>
                <a:lnTo>
                  <a:pt x="99" y="265"/>
                </a:lnTo>
                <a:lnTo>
                  <a:pt x="98" y="265"/>
                </a:lnTo>
                <a:lnTo>
                  <a:pt x="99" y="266"/>
                </a:lnTo>
                <a:lnTo>
                  <a:pt x="100" y="267"/>
                </a:lnTo>
                <a:lnTo>
                  <a:pt x="101" y="267"/>
                </a:lnTo>
                <a:lnTo>
                  <a:pt x="102" y="267"/>
                </a:lnTo>
                <a:lnTo>
                  <a:pt x="102" y="266"/>
                </a:lnTo>
                <a:lnTo>
                  <a:pt x="103" y="266"/>
                </a:lnTo>
                <a:lnTo>
                  <a:pt x="104" y="267"/>
                </a:lnTo>
                <a:lnTo>
                  <a:pt x="104" y="268"/>
                </a:lnTo>
                <a:lnTo>
                  <a:pt x="103" y="268"/>
                </a:lnTo>
                <a:lnTo>
                  <a:pt x="103" y="269"/>
                </a:lnTo>
                <a:lnTo>
                  <a:pt x="104" y="270"/>
                </a:lnTo>
                <a:lnTo>
                  <a:pt x="105" y="270"/>
                </a:lnTo>
                <a:lnTo>
                  <a:pt x="105" y="269"/>
                </a:lnTo>
                <a:lnTo>
                  <a:pt x="104" y="268"/>
                </a:lnTo>
                <a:lnTo>
                  <a:pt x="105" y="268"/>
                </a:lnTo>
                <a:lnTo>
                  <a:pt x="106" y="268"/>
                </a:lnTo>
                <a:lnTo>
                  <a:pt x="106" y="269"/>
                </a:lnTo>
                <a:lnTo>
                  <a:pt x="107" y="269"/>
                </a:lnTo>
                <a:lnTo>
                  <a:pt x="107" y="267"/>
                </a:lnTo>
                <a:lnTo>
                  <a:pt x="107" y="266"/>
                </a:lnTo>
                <a:lnTo>
                  <a:pt x="106" y="266"/>
                </a:lnTo>
                <a:lnTo>
                  <a:pt x="107" y="266"/>
                </a:lnTo>
                <a:lnTo>
                  <a:pt x="108" y="266"/>
                </a:lnTo>
                <a:lnTo>
                  <a:pt x="108" y="267"/>
                </a:lnTo>
                <a:lnTo>
                  <a:pt x="108" y="268"/>
                </a:lnTo>
                <a:lnTo>
                  <a:pt x="109" y="268"/>
                </a:lnTo>
                <a:lnTo>
                  <a:pt x="109" y="267"/>
                </a:lnTo>
                <a:lnTo>
                  <a:pt x="110" y="266"/>
                </a:lnTo>
                <a:lnTo>
                  <a:pt x="110" y="265"/>
                </a:lnTo>
                <a:lnTo>
                  <a:pt x="110" y="264"/>
                </a:lnTo>
                <a:lnTo>
                  <a:pt x="111" y="264"/>
                </a:lnTo>
                <a:lnTo>
                  <a:pt x="111" y="263"/>
                </a:lnTo>
                <a:lnTo>
                  <a:pt x="110" y="263"/>
                </a:lnTo>
                <a:lnTo>
                  <a:pt x="110" y="262"/>
                </a:lnTo>
                <a:lnTo>
                  <a:pt x="111" y="262"/>
                </a:lnTo>
                <a:lnTo>
                  <a:pt x="111" y="263"/>
                </a:lnTo>
                <a:lnTo>
                  <a:pt x="112" y="263"/>
                </a:lnTo>
                <a:lnTo>
                  <a:pt x="113" y="263"/>
                </a:lnTo>
                <a:lnTo>
                  <a:pt x="113" y="264"/>
                </a:lnTo>
                <a:lnTo>
                  <a:pt x="114" y="264"/>
                </a:lnTo>
                <a:lnTo>
                  <a:pt x="114" y="263"/>
                </a:lnTo>
                <a:lnTo>
                  <a:pt x="115" y="262"/>
                </a:lnTo>
                <a:lnTo>
                  <a:pt x="116" y="262"/>
                </a:lnTo>
                <a:lnTo>
                  <a:pt x="117" y="262"/>
                </a:lnTo>
                <a:lnTo>
                  <a:pt x="118" y="261"/>
                </a:lnTo>
                <a:lnTo>
                  <a:pt x="119" y="261"/>
                </a:lnTo>
                <a:lnTo>
                  <a:pt x="120" y="262"/>
                </a:lnTo>
                <a:lnTo>
                  <a:pt x="120" y="261"/>
                </a:lnTo>
                <a:lnTo>
                  <a:pt x="119" y="261"/>
                </a:lnTo>
                <a:lnTo>
                  <a:pt x="119" y="260"/>
                </a:lnTo>
                <a:lnTo>
                  <a:pt x="120" y="260"/>
                </a:lnTo>
                <a:lnTo>
                  <a:pt x="121" y="261"/>
                </a:lnTo>
                <a:lnTo>
                  <a:pt x="121" y="262"/>
                </a:lnTo>
                <a:lnTo>
                  <a:pt x="122" y="262"/>
                </a:lnTo>
                <a:lnTo>
                  <a:pt x="123" y="262"/>
                </a:lnTo>
                <a:lnTo>
                  <a:pt x="124" y="260"/>
                </a:lnTo>
                <a:lnTo>
                  <a:pt x="125" y="260"/>
                </a:lnTo>
                <a:lnTo>
                  <a:pt x="125" y="259"/>
                </a:lnTo>
                <a:lnTo>
                  <a:pt x="124" y="259"/>
                </a:lnTo>
                <a:lnTo>
                  <a:pt x="123" y="259"/>
                </a:lnTo>
                <a:lnTo>
                  <a:pt x="122" y="258"/>
                </a:lnTo>
                <a:lnTo>
                  <a:pt x="122" y="257"/>
                </a:lnTo>
                <a:lnTo>
                  <a:pt x="123" y="257"/>
                </a:lnTo>
                <a:lnTo>
                  <a:pt x="124" y="257"/>
                </a:lnTo>
                <a:lnTo>
                  <a:pt x="125" y="257"/>
                </a:lnTo>
                <a:lnTo>
                  <a:pt x="125" y="256"/>
                </a:lnTo>
                <a:lnTo>
                  <a:pt x="124" y="256"/>
                </a:lnTo>
                <a:lnTo>
                  <a:pt x="124" y="255"/>
                </a:lnTo>
                <a:lnTo>
                  <a:pt x="125" y="255"/>
                </a:lnTo>
                <a:lnTo>
                  <a:pt x="126" y="256"/>
                </a:lnTo>
                <a:lnTo>
                  <a:pt x="126" y="255"/>
                </a:lnTo>
                <a:lnTo>
                  <a:pt x="126" y="254"/>
                </a:lnTo>
                <a:lnTo>
                  <a:pt x="125" y="254"/>
                </a:lnTo>
                <a:lnTo>
                  <a:pt x="126" y="253"/>
                </a:lnTo>
                <a:lnTo>
                  <a:pt x="127" y="253"/>
                </a:lnTo>
                <a:lnTo>
                  <a:pt x="127" y="254"/>
                </a:lnTo>
                <a:lnTo>
                  <a:pt x="127" y="255"/>
                </a:lnTo>
                <a:lnTo>
                  <a:pt x="127" y="254"/>
                </a:lnTo>
                <a:lnTo>
                  <a:pt x="128" y="254"/>
                </a:lnTo>
                <a:lnTo>
                  <a:pt x="129" y="254"/>
                </a:lnTo>
                <a:lnTo>
                  <a:pt x="130" y="254"/>
                </a:lnTo>
                <a:lnTo>
                  <a:pt x="131" y="254"/>
                </a:lnTo>
                <a:lnTo>
                  <a:pt x="132" y="255"/>
                </a:lnTo>
                <a:lnTo>
                  <a:pt x="133" y="255"/>
                </a:lnTo>
                <a:lnTo>
                  <a:pt x="133" y="256"/>
                </a:lnTo>
                <a:lnTo>
                  <a:pt x="133" y="255"/>
                </a:lnTo>
                <a:lnTo>
                  <a:pt x="134" y="254"/>
                </a:lnTo>
                <a:lnTo>
                  <a:pt x="135" y="254"/>
                </a:lnTo>
                <a:lnTo>
                  <a:pt x="137" y="254"/>
                </a:lnTo>
                <a:lnTo>
                  <a:pt x="137" y="253"/>
                </a:lnTo>
                <a:lnTo>
                  <a:pt x="138" y="252"/>
                </a:lnTo>
                <a:lnTo>
                  <a:pt x="139" y="252"/>
                </a:lnTo>
                <a:lnTo>
                  <a:pt x="140" y="253"/>
                </a:lnTo>
                <a:lnTo>
                  <a:pt x="141" y="253"/>
                </a:lnTo>
                <a:lnTo>
                  <a:pt x="142" y="253"/>
                </a:lnTo>
                <a:lnTo>
                  <a:pt x="142" y="254"/>
                </a:lnTo>
                <a:lnTo>
                  <a:pt x="142" y="255"/>
                </a:lnTo>
                <a:lnTo>
                  <a:pt x="143" y="255"/>
                </a:lnTo>
                <a:lnTo>
                  <a:pt x="144" y="255"/>
                </a:lnTo>
                <a:lnTo>
                  <a:pt x="145" y="255"/>
                </a:lnTo>
                <a:lnTo>
                  <a:pt x="145" y="256"/>
                </a:lnTo>
                <a:lnTo>
                  <a:pt x="146" y="256"/>
                </a:lnTo>
                <a:lnTo>
                  <a:pt x="146" y="257"/>
                </a:lnTo>
                <a:lnTo>
                  <a:pt x="146" y="258"/>
                </a:lnTo>
                <a:lnTo>
                  <a:pt x="147" y="258"/>
                </a:lnTo>
                <a:lnTo>
                  <a:pt x="147" y="259"/>
                </a:lnTo>
                <a:lnTo>
                  <a:pt x="148" y="259"/>
                </a:lnTo>
                <a:lnTo>
                  <a:pt x="148" y="260"/>
                </a:lnTo>
                <a:lnTo>
                  <a:pt x="148" y="261"/>
                </a:lnTo>
                <a:lnTo>
                  <a:pt x="147" y="261"/>
                </a:lnTo>
                <a:lnTo>
                  <a:pt x="146" y="261"/>
                </a:lnTo>
                <a:lnTo>
                  <a:pt x="145" y="262"/>
                </a:lnTo>
                <a:lnTo>
                  <a:pt x="144" y="263"/>
                </a:lnTo>
                <a:lnTo>
                  <a:pt x="145" y="263"/>
                </a:lnTo>
                <a:lnTo>
                  <a:pt x="146" y="263"/>
                </a:lnTo>
                <a:lnTo>
                  <a:pt x="146" y="264"/>
                </a:lnTo>
                <a:lnTo>
                  <a:pt x="147" y="264"/>
                </a:lnTo>
                <a:lnTo>
                  <a:pt x="147" y="265"/>
                </a:lnTo>
                <a:lnTo>
                  <a:pt x="146" y="265"/>
                </a:lnTo>
                <a:lnTo>
                  <a:pt x="146" y="266"/>
                </a:lnTo>
                <a:lnTo>
                  <a:pt x="146" y="267"/>
                </a:lnTo>
                <a:lnTo>
                  <a:pt x="147" y="267"/>
                </a:lnTo>
                <a:lnTo>
                  <a:pt x="147" y="268"/>
                </a:lnTo>
                <a:lnTo>
                  <a:pt x="149" y="268"/>
                </a:lnTo>
                <a:lnTo>
                  <a:pt x="148" y="268"/>
                </a:lnTo>
                <a:lnTo>
                  <a:pt x="148" y="269"/>
                </a:lnTo>
                <a:lnTo>
                  <a:pt x="148" y="270"/>
                </a:lnTo>
                <a:lnTo>
                  <a:pt x="149" y="270"/>
                </a:lnTo>
                <a:lnTo>
                  <a:pt x="150" y="271"/>
                </a:lnTo>
                <a:lnTo>
                  <a:pt x="150" y="272"/>
                </a:lnTo>
                <a:lnTo>
                  <a:pt x="151" y="272"/>
                </a:lnTo>
                <a:lnTo>
                  <a:pt x="152" y="272"/>
                </a:lnTo>
                <a:lnTo>
                  <a:pt x="152" y="274"/>
                </a:lnTo>
                <a:lnTo>
                  <a:pt x="152" y="276"/>
                </a:lnTo>
                <a:lnTo>
                  <a:pt x="151" y="277"/>
                </a:lnTo>
                <a:lnTo>
                  <a:pt x="152" y="277"/>
                </a:lnTo>
                <a:lnTo>
                  <a:pt x="153" y="277"/>
                </a:lnTo>
                <a:lnTo>
                  <a:pt x="153" y="276"/>
                </a:lnTo>
                <a:lnTo>
                  <a:pt x="154" y="276"/>
                </a:lnTo>
                <a:lnTo>
                  <a:pt x="154" y="277"/>
                </a:lnTo>
                <a:lnTo>
                  <a:pt x="154" y="278"/>
                </a:lnTo>
                <a:lnTo>
                  <a:pt x="155" y="278"/>
                </a:lnTo>
                <a:lnTo>
                  <a:pt x="155" y="280"/>
                </a:lnTo>
                <a:lnTo>
                  <a:pt x="155" y="281"/>
                </a:lnTo>
                <a:lnTo>
                  <a:pt x="155" y="282"/>
                </a:lnTo>
                <a:lnTo>
                  <a:pt x="154" y="282"/>
                </a:lnTo>
                <a:lnTo>
                  <a:pt x="155" y="283"/>
                </a:lnTo>
                <a:lnTo>
                  <a:pt x="155" y="284"/>
                </a:lnTo>
                <a:lnTo>
                  <a:pt x="156" y="284"/>
                </a:lnTo>
                <a:lnTo>
                  <a:pt x="158" y="285"/>
                </a:lnTo>
                <a:lnTo>
                  <a:pt x="158" y="286"/>
                </a:lnTo>
                <a:lnTo>
                  <a:pt x="157" y="287"/>
                </a:lnTo>
                <a:lnTo>
                  <a:pt x="158" y="288"/>
                </a:lnTo>
                <a:lnTo>
                  <a:pt x="158" y="289"/>
                </a:lnTo>
                <a:lnTo>
                  <a:pt x="159" y="289"/>
                </a:lnTo>
                <a:lnTo>
                  <a:pt x="160" y="289"/>
                </a:lnTo>
                <a:lnTo>
                  <a:pt x="160" y="290"/>
                </a:lnTo>
                <a:lnTo>
                  <a:pt x="161" y="290"/>
                </a:lnTo>
                <a:lnTo>
                  <a:pt x="162" y="291"/>
                </a:lnTo>
                <a:lnTo>
                  <a:pt x="163" y="291"/>
                </a:lnTo>
                <a:lnTo>
                  <a:pt x="164" y="290"/>
                </a:lnTo>
                <a:lnTo>
                  <a:pt x="165" y="290"/>
                </a:lnTo>
                <a:lnTo>
                  <a:pt x="167" y="289"/>
                </a:lnTo>
                <a:lnTo>
                  <a:pt x="168" y="289"/>
                </a:lnTo>
                <a:lnTo>
                  <a:pt x="168" y="288"/>
                </a:lnTo>
                <a:lnTo>
                  <a:pt x="169" y="288"/>
                </a:lnTo>
                <a:lnTo>
                  <a:pt x="170" y="287"/>
                </a:lnTo>
                <a:lnTo>
                  <a:pt x="170" y="286"/>
                </a:lnTo>
                <a:lnTo>
                  <a:pt x="171" y="286"/>
                </a:lnTo>
                <a:lnTo>
                  <a:pt x="171" y="287"/>
                </a:lnTo>
                <a:lnTo>
                  <a:pt x="172" y="287"/>
                </a:lnTo>
                <a:lnTo>
                  <a:pt x="172" y="288"/>
                </a:lnTo>
                <a:lnTo>
                  <a:pt x="172" y="289"/>
                </a:lnTo>
                <a:lnTo>
                  <a:pt x="174" y="288"/>
                </a:lnTo>
                <a:lnTo>
                  <a:pt x="175" y="288"/>
                </a:lnTo>
                <a:lnTo>
                  <a:pt x="176" y="288"/>
                </a:lnTo>
                <a:lnTo>
                  <a:pt x="177" y="288"/>
                </a:lnTo>
                <a:lnTo>
                  <a:pt x="177" y="289"/>
                </a:lnTo>
                <a:lnTo>
                  <a:pt x="178" y="289"/>
                </a:lnTo>
                <a:lnTo>
                  <a:pt x="179" y="288"/>
                </a:lnTo>
                <a:lnTo>
                  <a:pt x="180" y="287"/>
                </a:lnTo>
                <a:lnTo>
                  <a:pt x="181" y="287"/>
                </a:lnTo>
                <a:lnTo>
                  <a:pt x="182" y="287"/>
                </a:lnTo>
                <a:lnTo>
                  <a:pt x="183" y="285"/>
                </a:lnTo>
                <a:lnTo>
                  <a:pt x="183" y="284"/>
                </a:lnTo>
                <a:lnTo>
                  <a:pt x="183" y="283"/>
                </a:lnTo>
                <a:lnTo>
                  <a:pt x="184" y="282"/>
                </a:lnTo>
                <a:lnTo>
                  <a:pt x="185" y="281"/>
                </a:lnTo>
                <a:lnTo>
                  <a:pt x="186" y="281"/>
                </a:lnTo>
                <a:lnTo>
                  <a:pt x="187" y="282"/>
                </a:lnTo>
                <a:lnTo>
                  <a:pt x="187" y="283"/>
                </a:lnTo>
                <a:lnTo>
                  <a:pt x="188" y="284"/>
                </a:lnTo>
                <a:lnTo>
                  <a:pt x="188" y="285"/>
                </a:lnTo>
                <a:lnTo>
                  <a:pt x="189" y="285"/>
                </a:lnTo>
                <a:lnTo>
                  <a:pt x="190" y="286"/>
                </a:lnTo>
                <a:lnTo>
                  <a:pt x="190" y="287"/>
                </a:lnTo>
                <a:lnTo>
                  <a:pt x="191" y="288"/>
                </a:lnTo>
                <a:lnTo>
                  <a:pt x="193" y="287"/>
                </a:lnTo>
                <a:lnTo>
                  <a:pt x="192" y="287"/>
                </a:lnTo>
                <a:lnTo>
                  <a:pt x="192" y="286"/>
                </a:lnTo>
                <a:lnTo>
                  <a:pt x="192" y="285"/>
                </a:lnTo>
                <a:lnTo>
                  <a:pt x="193" y="285"/>
                </a:lnTo>
                <a:lnTo>
                  <a:pt x="194" y="285"/>
                </a:lnTo>
                <a:lnTo>
                  <a:pt x="193" y="286"/>
                </a:lnTo>
                <a:lnTo>
                  <a:pt x="194" y="286"/>
                </a:lnTo>
                <a:lnTo>
                  <a:pt x="194" y="287"/>
                </a:lnTo>
                <a:lnTo>
                  <a:pt x="194" y="286"/>
                </a:lnTo>
                <a:lnTo>
                  <a:pt x="195" y="286"/>
                </a:lnTo>
                <a:lnTo>
                  <a:pt x="196" y="285"/>
                </a:lnTo>
                <a:lnTo>
                  <a:pt x="197" y="284"/>
                </a:lnTo>
                <a:lnTo>
                  <a:pt x="197" y="283"/>
                </a:lnTo>
                <a:lnTo>
                  <a:pt x="196" y="283"/>
                </a:lnTo>
                <a:lnTo>
                  <a:pt x="196" y="282"/>
                </a:lnTo>
                <a:lnTo>
                  <a:pt x="196" y="281"/>
                </a:lnTo>
                <a:lnTo>
                  <a:pt x="196" y="279"/>
                </a:lnTo>
                <a:lnTo>
                  <a:pt x="197" y="279"/>
                </a:lnTo>
                <a:lnTo>
                  <a:pt x="198" y="280"/>
                </a:lnTo>
                <a:lnTo>
                  <a:pt x="199" y="280"/>
                </a:lnTo>
                <a:lnTo>
                  <a:pt x="199" y="279"/>
                </a:lnTo>
                <a:lnTo>
                  <a:pt x="200" y="279"/>
                </a:lnTo>
                <a:lnTo>
                  <a:pt x="199" y="278"/>
                </a:lnTo>
                <a:lnTo>
                  <a:pt x="199" y="277"/>
                </a:lnTo>
                <a:lnTo>
                  <a:pt x="200" y="277"/>
                </a:lnTo>
                <a:lnTo>
                  <a:pt x="201" y="277"/>
                </a:lnTo>
                <a:lnTo>
                  <a:pt x="202" y="276"/>
                </a:lnTo>
                <a:lnTo>
                  <a:pt x="203" y="274"/>
                </a:lnTo>
                <a:lnTo>
                  <a:pt x="204" y="273"/>
                </a:lnTo>
                <a:lnTo>
                  <a:pt x="206" y="271"/>
                </a:lnTo>
                <a:lnTo>
                  <a:pt x="207" y="269"/>
                </a:lnTo>
                <a:lnTo>
                  <a:pt x="208" y="268"/>
                </a:lnTo>
                <a:lnTo>
                  <a:pt x="209" y="267"/>
                </a:lnTo>
                <a:lnTo>
                  <a:pt x="210" y="266"/>
                </a:lnTo>
                <a:lnTo>
                  <a:pt x="212" y="264"/>
                </a:lnTo>
                <a:lnTo>
                  <a:pt x="212" y="263"/>
                </a:lnTo>
                <a:lnTo>
                  <a:pt x="214" y="260"/>
                </a:lnTo>
                <a:lnTo>
                  <a:pt x="215" y="257"/>
                </a:lnTo>
                <a:lnTo>
                  <a:pt x="216" y="256"/>
                </a:lnTo>
                <a:lnTo>
                  <a:pt x="216" y="255"/>
                </a:lnTo>
                <a:lnTo>
                  <a:pt x="216" y="254"/>
                </a:lnTo>
                <a:lnTo>
                  <a:pt x="216" y="253"/>
                </a:lnTo>
                <a:lnTo>
                  <a:pt x="217" y="253"/>
                </a:lnTo>
                <a:lnTo>
                  <a:pt x="217" y="252"/>
                </a:lnTo>
                <a:lnTo>
                  <a:pt x="218" y="251"/>
                </a:lnTo>
                <a:lnTo>
                  <a:pt x="218" y="250"/>
                </a:lnTo>
                <a:lnTo>
                  <a:pt x="218" y="249"/>
                </a:lnTo>
                <a:lnTo>
                  <a:pt x="218" y="248"/>
                </a:lnTo>
                <a:lnTo>
                  <a:pt x="219" y="248"/>
                </a:lnTo>
                <a:lnTo>
                  <a:pt x="219" y="247"/>
                </a:lnTo>
                <a:lnTo>
                  <a:pt x="220" y="247"/>
                </a:lnTo>
                <a:lnTo>
                  <a:pt x="220" y="246"/>
                </a:lnTo>
                <a:lnTo>
                  <a:pt x="221" y="245"/>
                </a:lnTo>
                <a:lnTo>
                  <a:pt x="223" y="243"/>
                </a:lnTo>
                <a:lnTo>
                  <a:pt x="224" y="243"/>
                </a:lnTo>
                <a:lnTo>
                  <a:pt x="224" y="242"/>
                </a:lnTo>
                <a:lnTo>
                  <a:pt x="224" y="241"/>
                </a:lnTo>
                <a:lnTo>
                  <a:pt x="225" y="239"/>
                </a:lnTo>
                <a:lnTo>
                  <a:pt x="225" y="237"/>
                </a:lnTo>
                <a:lnTo>
                  <a:pt x="225" y="236"/>
                </a:lnTo>
                <a:lnTo>
                  <a:pt x="226" y="232"/>
                </a:lnTo>
                <a:lnTo>
                  <a:pt x="226" y="231"/>
                </a:lnTo>
                <a:lnTo>
                  <a:pt x="227" y="229"/>
                </a:lnTo>
                <a:lnTo>
                  <a:pt x="228" y="228"/>
                </a:lnTo>
                <a:lnTo>
                  <a:pt x="229" y="227"/>
                </a:lnTo>
                <a:lnTo>
                  <a:pt x="230" y="226"/>
                </a:lnTo>
                <a:lnTo>
                  <a:pt x="230" y="225"/>
                </a:lnTo>
                <a:lnTo>
                  <a:pt x="231" y="225"/>
                </a:lnTo>
                <a:lnTo>
                  <a:pt x="231" y="224"/>
                </a:lnTo>
                <a:lnTo>
                  <a:pt x="231" y="223"/>
                </a:lnTo>
                <a:lnTo>
                  <a:pt x="232" y="224"/>
                </a:lnTo>
                <a:lnTo>
                  <a:pt x="233" y="224"/>
                </a:lnTo>
                <a:lnTo>
                  <a:pt x="234" y="224"/>
                </a:lnTo>
                <a:lnTo>
                  <a:pt x="234" y="223"/>
                </a:lnTo>
                <a:lnTo>
                  <a:pt x="235" y="222"/>
                </a:lnTo>
                <a:lnTo>
                  <a:pt x="235" y="221"/>
                </a:lnTo>
                <a:lnTo>
                  <a:pt x="234" y="221"/>
                </a:lnTo>
                <a:lnTo>
                  <a:pt x="233" y="220"/>
                </a:lnTo>
                <a:lnTo>
                  <a:pt x="234" y="220"/>
                </a:lnTo>
                <a:lnTo>
                  <a:pt x="235" y="218"/>
                </a:lnTo>
                <a:lnTo>
                  <a:pt x="237" y="216"/>
                </a:lnTo>
                <a:lnTo>
                  <a:pt x="238" y="216"/>
                </a:lnTo>
                <a:lnTo>
                  <a:pt x="238" y="215"/>
                </a:lnTo>
                <a:lnTo>
                  <a:pt x="237" y="215"/>
                </a:lnTo>
                <a:lnTo>
                  <a:pt x="238" y="215"/>
                </a:lnTo>
                <a:lnTo>
                  <a:pt x="238" y="214"/>
                </a:lnTo>
                <a:lnTo>
                  <a:pt x="239" y="214"/>
                </a:lnTo>
                <a:lnTo>
                  <a:pt x="239" y="213"/>
                </a:lnTo>
                <a:lnTo>
                  <a:pt x="240" y="213"/>
                </a:lnTo>
                <a:lnTo>
                  <a:pt x="240" y="212"/>
                </a:lnTo>
                <a:lnTo>
                  <a:pt x="240" y="211"/>
                </a:lnTo>
                <a:lnTo>
                  <a:pt x="240" y="210"/>
                </a:lnTo>
                <a:lnTo>
                  <a:pt x="241" y="210"/>
                </a:lnTo>
                <a:lnTo>
                  <a:pt x="242" y="208"/>
                </a:lnTo>
                <a:lnTo>
                  <a:pt x="243" y="207"/>
                </a:lnTo>
                <a:lnTo>
                  <a:pt x="242" y="206"/>
                </a:lnTo>
                <a:lnTo>
                  <a:pt x="240" y="204"/>
                </a:lnTo>
                <a:lnTo>
                  <a:pt x="239" y="204"/>
                </a:lnTo>
                <a:lnTo>
                  <a:pt x="239" y="205"/>
                </a:lnTo>
                <a:lnTo>
                  <a:pt x="238" y="204"/>
                </a:lnTo>
                <a:lnTo>
                  <a:pt x="237" y="203"/>
                </a:lnTo>
                <a:lnTo>
                  <a:pt x="236" y="202"/>
                </a:lnTo>
                <a:lnTo>
                  <a:pt x="237" y="201"/>
                </a:lnTo>
                <a:lnTo>
                  <a:pt x="236" y="200"/>
                </a:lnTo>
                <a:lnTo>
                  <a:pt x="235" y="198"/>
                </a:lnTo>
                <a:lnTo>
                  <a:pt x="234" y="198"/>
                </a:lnTo>
                <a:lnTo>
                  <a:pt x="233" y="197"/>
                </a:lnTo>
                <a:lnTo>
                  <a:pt x="233" y="195"/>
                </a:lnTo>
                <a:lnTo>
                  <a:pt x="232" y="195"/>
                </a:lnTo>
                <a:lnTo>
                  <a:pt x="232" y="194"/>
                </a:lnTo>
                <a:lnTo>
                  <a:pt x="233" y="194"/>
                </a:lnTo>
                <a:lnTo>
                  <a:pt x="234" y="194"/>
                </a:lnTo>
                <a:lnTo>
                  <a:pt x="235" y="193"/>
                </a:lnTo>
                <a:lnTo>
                  <a:pt x="234" y="193"/>
                </a:lnTo>
                <a:lnTo>
                  <a:pt x="234" y="192"/>
                </a:lnTo>
                <a:lnTo>
                  <a:pt x="234" y="191"/>
                </a:lnTo>
                <a:lnTo>
                  <a:pt x="234" y="190"/>
                </a:lnTo>
                <a:lnTo>
                  <a:pt x="235" y="190"/>
                </a:lnTo>
                <a:lnTo>
                  <a:pt x="236" y="191"/>
                </a:lnTo>
                <a:lnTo>
                  <a:pt x="237" y="190"/>
                </a:lnTo>
                <a:lnTo>
                  <a:pt x="236" y="190"/>
                </a:lnTo>
                <a:lnTo>
                  <a:pt x="236" y="189"/>
                </a:lnTo>
                <a:lnTo>
                  <a:pt x="237" y="189"/>
                </a:lnTo>
                <a:lnTo>
                  <a:pt x="238" y="189"/>
                </a:lnTo>
                <a:lnTo>
                  <a:pt x="238" y="188"/>
                </a:lnTo>
                <a:lnTo>
                  <a:pt x="238" y="187"/>
                </a:lnTo>
                <a:lnTo>
                  <a:pt x="239" y="187"/>
                </a:lnTo>
                <a:lnTo>
                  <a:pt x="240" y="186"/>
                </a:lnTo>
                <a:lnTo>
                  <a:pt x="240" y="185"/>
                </a:lnTo>
                <a:lnTo>
                  <a:pt x="239" y="185"/>
                </a:lnTo>
                <a:lnTo>
                  <a:pt x="239" y="184"/>
                </a:lnTo>
                <a:lnTo>
                  <a:pt x="239" y="183"/>
                </a:lnTo>
                <a:lnTo>
                  <a:pt x="240" y="183"/>
                </a:lnTo>
                <a:lnTo>
                  <a:pt x="239" y="183"/>
                </a:lnTo>
                <a:lnTo>
                  <a:pt x="239" y="182"/>
                </a:lnTo>
                <a:lnTo>
                  <a:pt x="239" y="183"/>
                </a:lnTo>
                <a:lnTo>
                  <a:pt x="239" y="182"/>
                </a:lnTo>
                <a:lnTo>
                  <a:pt x="241" y="181"/>
                </a:lnTo>
                <a:lnTo>
                  <a:pt x="242" y="180"/>
                </a:lnTo>
                <a:lnTo>
                  <a:pt x="243" y="181"/>
                </a:lnTo>
                <a:lnTo>
                  <a:pt x="244" y="181"/>
                </a:lnTo>
                <a:lnTo>
                  <a:pt x="246" y="181"/>
                </a:lnTo>
                <a:lnTo>
                  <a:pt x="247" y="181"/>
                </a:lnTo>
                <a:lnTo>
                  <a:pt x="247" y="180"/>
                </a:lnTo>
                <a:lnTo>
                  <a:pt x="248" y="181"/>
                </a:lnTo>
                <a:lnTo>
                  <a:pt x="249" y="181"/>
                </a:lnTo>
                <a:lnTo>
                  <a:pt x="250" y="181"/>
                </a:lnTo>
                <a:lnTo>
                  <a:pt x="250" y="182"/>
                </a:lnTo>
                <a:lnTo>
                  <a:pt x="251" y="182"/>
                </a:lnTo>
                <a:lnTo>
                  <a:pt x="252" y="181"/>
                </a:lnTo>
                <a:lnTo>
                  <a:pt x="253" y="181"/>
                </a:lnTo>
                <a:lnTo>
                  <a:pt x="253" y="182"/>
                </a:lnTo>
                <a:lnTo>
                  <a:pt x="253" y="183"/>
                </a:lnTo>
                <a:lnTo>
                  <a:pt x="254" y="183"/>
                </a:lnTo>
                <a:lnTo>
                  <a:pt x="254" y="184"/>
                </a:lnTo>
                <a:lnTo>
                  <a:pt x="255" y="185"/>
                </a:lnTo>
                <a:lnTo>
                  <a:pt x="256" y="185"/>
                </a:lnTo>
                <a:lnTo>
                  <a:pt x="256" y="184"/>
                </a:lnTo>
                <a:lnTo>
                  <a:pt x="256" y="183"/>
                </a:lnTo>
                <a:lnTo>
                  <a:pt x="257" y="183"/>
                </a:lnTo>
                <a:lnTo>
                  <a:pt x="258" y="182"/>
                </a:lnTo>
                <a:lnTo>
                  <a:pt x="259" y="181"/>
                </a:lnTo>
                <a:lnTo>
                  <a:pt x="259" y="180"/>
                </a:lnTo>
                <a:lnTo>
                  <a:pt x="260" y="179"/>
                </a:lnTo>
                <a:lnTo>
                  <a:pt x="260" y="178"/>
                </a:lnTo>
                <a:lnTo>
                  <a:pt x="261" y="177"/>
                </a:lnTo>
                <a:lnTo>
                  <a:pt x="262" y="177"/>
                </a:lnTo>
                <a:lnTo>
                  <a:pt x="263" y="177"/>
                </a:lnTo>
                <a:lnTo>
                  <a:pt x="263" y="176"/>
                </a:lnTo>
                <a:lnTo>
                  <a:pt x="263" y="175"/>
                </a:lnTo>
                <a:lnTo>
                  <a:pt x="264" y="175"/>
                </a:lnTo>
                <a:lnTo>
                  <a:pt x="266" y="175"/>
                </a:lnTo>
                <a:lnTo>
                  <a:pt x="267" y="176"/>
                </a:lnTo>
                <a:lnTo>
                  <a:pt x="267" y="177"/>
                </a:lnTo>
                <a:lnTo>
                  <a:pt x="268" y="178"/>
                </a:lnTo>
                <a:lnTo>
                  <a:pt x="268" y="179"/>
                </a:lnTo>
                <a:lnTo>
                  <a:pt x="268" y="180"/>
                </a:lnTo>
                <a:lnTo>
                  <a:pt x="268" y="181"/>
                </a:lnTo>
                <a:lnTo>
                  <a:pt x="268" y="182"/>
                </a:lnTo>
                <a:lnTo>
                  <a:pt x="269" y="183"/>
                </a:lnTo>
                <a:lnTo>
                  <a:pt x="269" y="184"/>
                </a:lnTo>
                <a:lnTo>
                  <a:pt x="270" y="184"/>
                </a:lnTo>
                <a:lnTo>
                  <a:pt x="271" y="184"/>
                </a:lnTo>
                <a:lnTo>
                  <a:pt x="272" y="184"/>
                </a:lnTo>
                <a:lnTo>
                  <a:pt x="273" y="184"/>
                </a:lnTo>
                <a:lnTo>
                  <a:pt x="273" y="185"/>
                </a:lnTo>
                <a:lnTo>
                  <a:pt x="274" y="185"/>
                </a:lnTo>
                <a:lnTo>
                  <a:pt x="275" y="186"/>
                </a:lnTo>
                <a:lnTo>
                  <a:pt x="276" y="186"/>
                </a:lnTo>
                <a:lnTo>
                  <a:pt x="277" y="186"/>
                </a:lnTo>
                <a:lnTo>
                  <a:pt x="277" y="187"/>
                </a:lnTo>
                <a:lnTo>
                  <a:pt x="278" y="187"/>
                </a:lnTo>
                <a:lnTo>
                  <a:pt x="279" y="187"/>
                </a:lnTo>
                <a:lnTo>
                  <a:pt x="280" y="186"/>
                </a:lnTo>
                <a:lnTo>
                  <a:pt x="280" y="185"/>
                </a:lnTo>
                <a:lnTo>
                  <a:pt x="281" y="185"/>
                </a:lnTo>
                <a:lnTo>
                  <a:pt x="282" y="184"/>
                </a:lnTo>
                <a:lnTo>
                  <a:pt x="282" y="183"/>
                </a:lnTo>
                <a:lnTo>
                  <a:pt x="283" y="183"/>
                </a:lnTo>
                <a:lnTo>
                  <a:pt x="283" y="182"/>
                </a:lnTo>
                <a:lnTo>
                  <a:pt x="283" y="181"/>
                </a:lnTo>
                <a:lnTo>
                  <a:pt x="284" y="181"/>
                </a:lnTo>
                <a:lnTo>
                  <a:pt x="285" y="180"/>
                </a:lnTo>
                <a:lnTo>
                  <a:pt x="286" y="179"/>
                </a:lnTo>
                <a:lnTo>
                  <a:pt x="287" y="178"/>
                </a:lnTo>
                <a:lnTo>
                  <a:pt x="288" y="178"/>
                </a:lnTo>
                <a:lnTo>
                  <a:pt x="289" y="177"/>
                </a:lnTo>
                <a:lnTo>
                  <a:pt x="290" y="176"/>
                </a:lnTo>
                <a:lnTo>
                  <a:pt x="290" y="175"/>
                </a:lnTo>
                <a:lnTo>
                  <a:pt x="291" y="174"/>
                </a:lnTo>
                <a:lnTo>
                  <a:pt x="293" y="173"/>
                </a:lnTo>
                <a:lnTo>
                  <a:pt x="293" y="172"/>
                </a:lnTo>
                <a:lnTo>
                  <a:pt x="294" y="172"/>
                </a:lnTo>
                <a:lnTo>
                  <a:pt x="294" y="171"/>
                </a:lnTo>
                <a:lnTo>
                  <a:pt x="293" y="171"/>
                </a:lnTo>
                <a:lnTo>
                  <a:pt x="292" y="171"/>
                </a:lnTo>
                <a:lnTo>
                  <a:pt x="291" y="171"/>
                </a:lnTo>
                <a:lnTo>
                  <a:pt x="291" y="170"/>
                </a:lnTo>
                <a:lnTo>
                  <a:pt x="289" y="170"/>
                </a:lnTo>
                <a:lnTo>
                  <a:pt x="288" y="169"/>
                </a:lnTo>
                <a:lnTo>
                  <a:pt x="288" y="167"/>
                </a:lnTo>
                <a:lnTo>
                  <a:pt x="288" y="166"/>
                </a:lnTo>
                <a:lnTo>
                  <a:pt x="288" y="165"/>
                </a:lnTo>
                <a:lnTo>
                  <a:pt x="288" y="164"/>
                </a:lnTo>
                <a:lnTo>
                  <a:pt x="288" y="161"/>
                </a:lnTo>
                <a:lnTo>
                  <a:pt x="289" y="161"/>
                </a:lnTo>
                <a:lnTo>
                  <a:pt x="289" y="162"/>
                </a:lnTo>
                <a:lnTo>
                  <a:pt x="291" y="162"/>
                </a:lnTo>
                <a:lnTo>
                  <a:pt x="292" y="162"/>
                </a:lnTo>
                <a:lnTo>
                  <a:pt x="293" y="161"/>
                </a:lnTo>
                <a:lnTo>
                  <a:pt x="294" y="158"/>
                </a:lnTo>
                <a:lnTo>
                  <a:pt x="294" y="157"/>
                </a:lnTo>
                <a:lnTo>
                  <a:pt x="295" y="156"/>
                </a:lnTo>
                <a:lnTo>
                  <a:pt x="296" y="156"/>
                </a:lnTo>
                <a:lnTo>
                  <a:pt x="297" y="156"/>
                </a:lnTo>
                <a:lnTo>
                  <a:pt x="297" y="155"/>
                </a:lnTo>
                <a:lnTo>
                  <a:pt x="298" y="154"/>
                </a:lnTo>
                <a:lnTo>
                  <a:pt x="299" y="154"/>
                </a:lnTo>
                <a:lnTo>
                  <a:pt x="300" y="154"/>
                </a:lnTo>
                <a:lnTo>
                  <a:pt x="301" y="153"/>
                </a:lnTo>
                <a:lnTo>
                  <a:pt x="301" y="152"/>
                </a:lnTo>
                <a:lnTo>
                  <a:pt x="300" y="152"/>
                </a:lnTo>
                <a:lnTo>
                  <a:pt x="299" y="152"/>
                </a:lnTo>
                <a:lnTo>
                  <a:pt x="299" y="151"/>
                </a:lnTo>
                <a:lnTo>
                  <a:pt x="298" y="151"/>
                </a:lnTo>
                <a:lnTo>
                  <a:pt x="297" y="151"/>
                </a:lnTo>
                <a:lnTo>
                  <a:pt x="297" y="150"/>
                </a:lnTo>
                <a:lnTo>
                  <a:pt x="297" y="149"/>
                </a:lnTo>
                <a:lnTo>
                  <a:pt x="296" y="148"/>
                </a:lnTo>
                <a:lnTo>
                  <a:pt x="296" y="147"/>
                </a:lnTo>
                <a:lnTo>
                  <a:pt x="295" y="146"/>
                </a:lnTo>
                <a:lnTo>
                  <a:pt x="295" y="145"/>
                </a:lnTo>
                <a:lnTo>
                  <a:pt x="295" y="144"/>
                </a:lnTo>
                <a:lnTo>
                  <a:pt x="295" y="145"/>
                </a:lnTo>
                <a:lnTo>
                  <a:pt x="296" y="145"/>
                </a:lnTo>
                <a:lnTo>
                  <a:pt x="297" y="144"/>
                </a:lnTo>
                <a:lnTo>
                  <a:pt x="297" y="143"/>
                </a:lnTo>
                <a:lnTo>
                  <a:pt x="297" y="141"/>
                </a:lnTo>
                <a:lnTo>
                  <a:pt x="298" y="140"/>
                </a:lnTo>
                <a:lnTo>
                  <a:pt x="299" y="140"/>
                </a:lnTo>
                <a:lnTo>
                  <a:pt x="299" y="141"/>
                </a:lnTo>
                <a:lnTo>
                  <a:pt x="300" y="140"/>
                </a:lnTo>
                <a:lnTo>
                  <a:pt x="300" y="139"/>
                </a:lnTo>
                <a:lnTo>
                  <a:pt x="300" y="138"/>
                </a:lnTo>
                <a:lnTo>
                  <a:pt x="301" y="137"/>
                </a:lnTo>
                <a:lnTo>
                  <a:pt x="301" y="136"/>
                </a:lnTo>
                <a:lnTo>
                  <a:pt x="302" y="135"/>
                </a:lnTo>
                <a:lnTo>
                  <a:pt x="304" y="134"/>
                </a:lnTo>
                <a:lnTo>
                  <a:pt x="303" y="132"/>
                </a:lnTo>
                <a:lnTo>
                  <a:pt x="303" y="131"/>
                </a:lnTo>
                <a:lnTo>
                  <a:pt x="302" y="131"/>
                </a:lnTo>
                <a:lnTo>
                  <a:pt x="301" y="131"/>
                </a:lnTo>
                <a:lnTo>
                  <a:pt x="301" y="130"/>
                </a:lnTo>
                <a:lnTo>
                  <a:pt x="302" y="130"/>
                </a:lnTo>
                <a:lnTo>
                  <a:pt x="302" y="129"/>
                </a:lnTo>
                <a:lnTo>
                  <a:pt x="301" y="129"/>
                </a:lnTo>
                <a:lnTo>
                  <a:pt x="300" y="130"/>
                </a:lnTo>
                <a:lnTo>
                  <a:pt x="299" y="130"/>
                </a:lnTo>
                <a:lnTo>
                  <a:pt x="298" y="131"/>
                </a:lnTo>
                <a:lnTo>
                  <a:pt x="297" y="131"/>
                </a:lnTo>
                <a:lnTo>
                  <a:pt x="296" y="130"/>
                </a:lnTo>
                <a:lnTo>
                  <a:pt x="296" y="129"/>
                </a:lnTo>
                <a:lnTo>
                  <a:pt x="297" y="129"/>
                </a:lnTo>
                <a:lnTo>
                  <a:pt x="296" y="128"/>
                </a:lnTo>
                <a:lnTo>
                  <a:pt x="295" y="128"/>
                </a:lnTo>
                <a:lnTo>
                  <a:pt x="296" y="128"/>
                </a:lnTo>
                <a:lnTo>
                  <a:pt x="297" y="127"/>
                </a:lnTo>
                <a:lnTo>
                  <a:pt x="298" y="126"/>
                </a:lnTo>
                <a:lnTo>
                  <a:pt x="299" y="126"/>
                </a:lnTo>
                <a:lnTo>
                  <a:pt x="300" y="126"/>
                </a:lnTo>
                <a:lnTo>
                  <a:pt x="300" y="125"/>
                </a:lnTo>
                <a:lnTo>
                  <a:pt x="301" y="125"/>
                </a:lnTo>
                <a:lnTo>
                  <a:pt x="302" y="125"/>
                </a:lnTo>
                <a:lnTo>
                  <a:pt x="303" y="125"/>
                </a:lnTo>
                <a:lnTo>
                  <a:pt x="303" y="124"/>
                </a:lnTo>
                <a:lnTo>
                  <a:pt x="304" y="124"/>
                </a:lnTo>
                <a:lnTo>
                  <a:pt x="303" y="124"/>
                </a:lnTo>
                <a:lnTo>
                  <a:pt x="303" y="123"/>
                </a:lnTo>
                <a:lnTo>
                  <a:pt x="304" y="123"/>
                </a:lnTo>
                <a:lnTo>
                  <a:pt x="305" y="122"/>
                </a:lnTo>
                <a:lnTo>
                  <a:pt x="306" y="121"/>
                </a:lnTo>
                <a:lnTo>
                  <a:pt x="307" y="121"/>
                </a:lnTo>
                <a:lnTo>
                  <a:pt x="308" y="120"/>
                </a:lnTo>
                <a:lnTo>
                  <a:pt x="309" y="119"/>
                </a:lnTo>
                <a:lnTo>
                  <a:pt x="310" y="119"/>
                </a:lnTo>
                <a:lnTo>
                  <a:pt x="311" y="118"/>
                </a:lnTo>
                <a:lnTo>
                  <a:pt x="311" y="117"/>
                </a:lnTo>
                <a:lnTo>
                  <a:pt x="312" y="117"/>
                </a:lnTo>
                <a:lnTo>
                  <a:pt x="313" y="117"/>
                </a:lnTo>
                <a:lnTo>
                  <a:pt x="313" y="115"/>
                </a:lnTo>
                <a:lnTo>
                  <a:pt x="312" y="114"/>
                </a:lnTo>
                <a:lnTo>
                  <a:pt x="312" y="113"/>
                </a:lnTo>
                <a:lnTo>
                  <a:pt x="312" y="112"/>
                </a:lnTo>
                <a:lnTo>
                  <a:pt x="311" y="112"/>
                </a:lnTo>
                <a:lnTo>
                  <a:pt x="310" y="112"/>
                </a:lnTo>
                <a:lnTo>
                  <a:pt x="310" y="111"/>
                </a:lnTo>
                <a:lnTo>
                  <a:pt x="309" y="111"/>
                </a:lnTo>
                <a:lnTo>
                  <a:pt x="309" y="110"/>
                </a:lnTo>
                <a:lnTo>
                  <a:pt x="310" y="110"/>
                </a:lnTo>
                <a:lnTo>
                  <a:pt x="311" y="110"/>
                </a:lnTo>
                <a:lnTo>
                  <a:pt x="312" y="109"/>
                </a:lnTo>
                <a:lnTo>
                  <a:pt x="312" y="108"/>
                </a:lnTo>
                <a:lnTo>
                  <a:pt x="314" y="107"/>
                </a:lnTo>
                <a:lnTo>
                  <a:pt x="315" y="107"/>
                </a:lnTo>
                <a:lnTo>
                  <a:pt x="316" y="106"/>
                </a:lnTo>
                <a:lnTo>
                  <a:pt x="316" y="105"/>
                </a:lnTo>
                <a:lnTo>
                  <a:pt x="316" y="103"/>
                </a:lnTo>
                <a:lnTo>
                  <a:pt x="315" y="102"/>
                </a:lnTo>
                <a:lnTo>
                  <a:pt x="316" y="101"/>
                </a:lnTo>
                <a:lnTo>
                  <a:pt x="317" y="101"/>
                </a:lnTo>
                <a:lnTo>
                  <a:pt x="317" y="100"/>
                </a:lnTo>
                <a:lnTo>
                  <a:pt x="317" y="99"/>
                </a:lnTo>
                <a:lnTo>
                  <a:pt x="317" y="98"/>
                </a:lnTo>
                <a:lnTo>
                  <a:pt x="315" y="98"/>
                </a:lnTo>
                <a:lnTo>
                  <a:pt x="314" y="98"/>
                </a:lnTo>
                <a:lnTo>
                  <a:pt x="313" y="98"/>
                </a:lnTo>
                <a:lnTo>
                  <a:pt x="313" y="97"/>
                </a:lnTo>
                <a:lnTo>
                  <a:pt x="313" y="96"/>
                </a:lnTo>
                <a:lnTo>
                  <a:pt x="313" y="94"/>
                </a:lnTo>
                <a:lnTo>
                  <a:pt x="315" y="94"/>
                </a:lnTo>
                <a:lnTo>
                  <a:pt x="315" y="93"/>
                </a:lnTo>
                <a:lnTo>
                  <a:pt x="316" y="93"/>
                </a:lnTo>
                <a:lnTo>
                  <a:pt x="317" y="93"/>
                </a:lnTo>
                <a:lnTo>
                  <a:pt x="317" y="92"/>
                </a:lnTo>
                <a:lnTo>
                  <a:pt x="318" y="92"/>
                </a:lnTo>
                <a:lnTo>
                  <a:pt x="319" y="92"/>
                </a:lnTo>
                <a:lnTo>
                  <a:pt x="319" y="93"/>
                </a:lnTo>
                <a:lnTo>
                  <a:pt x="320" y="93"/>
                </a:lnTo>
                <a:lnTo>
                  <a:pt x="320" y="92"/>
                </a:lnTo>
                <a:lnTo>
                  <a:pt x="321" y="92"/>
                </a:lnTo>
                <a:lnTo>
                  <a:pt x="322" y="92"/>
                </a:lnTo>
                <a:lnTo>
                  <a:pt x="323" y="92"/>
                </a:lnTo>
                <a:lnTo>
                  <a:pt x="323" y="91"/>
                </a:lnTo>
                <a:lnTo>
                  <a:pt x="324" y="92"/>
                </a:lnTo>
                <a:lnTo>
                  <a:pt x="325" y="92"/>
                </a:lnTo>
                <a:lnTo>
                  <a:pt x="326" y="91"/>
                </a:lnTo>
                <a:lnTo>
                  <a:pt x="327" y="92"/>
                </a:lnTo>
                <a:lnTo>
                  <a:pt x="328" y="92"/>
                </a:lnTo>
                <a:lnTo>
                  <a:pt x="328" y="91"/>
                </a:lnTo>
                <a:lnTo>
                  <a:pt x="329" y="91"/>
                </a:lnTo>
                <a:lnTo>
                  <a:pt x="330" y="91"/>
                </a:lnTo>
                <a:lnTo>
                  <a:pt x="330" y="90"/>
                </a:lnTo>
                <a:lnTo>
                  <a:pt x="330" y="89"/>
                </a:lnTo>
                <a:lnTo>
                  <a:pt x="329" y="89"/>
                </a:lnTo>
                <a:lnTo>
                  <a:pt x="329" y="88"/>
                </a:lnTo>
                <a:lnTo>
                  <a:pt x="329" y="87"/>
                </a:lnTo>
                <a:lnTo>
                  <a:pt x="330" y="86"/>
                </a:lnTo>
                <a:lnTo>
                  <a:pt x="331" y="86"/>
                </a:lnTo>
                <a:lnTo>
                  <a:pt x="332" y="86"/>
                </a:lnTo>
                <a:lnTo>
                  <a:pt x="332" y="87"/>
                </a:lnTo>
                <a:lnTo>
                  <a:pt x="333" y="87"/>
                </a:lnTo>
                <a:lnTo>
                  <a:pt x="334" y="86"/>
                </a:lnTo>
                <a:lnTo>
                  <a:pt x="335" y="85"/>
                </a:lnTo>
                <a:lnTo>
                  <a:pt x="334" y="84"/>
                </a:lnTo>
                <a:lnTo>
                  <a:pt x="333" y="83"/>
                </a:lnTo>
                <a:lnTo>
                  <a:pt x="334" y="83"/>
                </a:lnTo>
                <a:lnTo>
                  <a:pt x="335" y="82"/>
                </a:lnTo>
                <a:lnTo>
                  <a:pt x="334" y="82"/>
                </a:lnTo>
                <a:lnTo>
                  <a:pt x="334" y="81"/>
                </a:lnTo>
                <a:lnTo>
                  <a:pt x="334" y="80"/>
                </a:lnTo>
                <a:lnTo>
                  <a:pt x="336" y="78"/>
                </a:lnTo>
                <a:lnTo>
                  <a:pt x="337" y="78"/>
                </a:lnTo>
                <a:lnTo>
                  <a:pt x="337" y="77"/>
                </a:lnTo>
                <a:lnTo>
                  <a:pt x="337" y="76"/>
                </a:lnTo>
                <a:lnTo>
                  <a:pt x="338" y="76"/>
                </a:lnTo>
                <a:lnTo>
                  <a:pt x="339" y="75"/>
                </a:lnTo>
                <a:lnTo>
                  <a:pt x="340" y="74"/>
                </a:lnTo>
                <a:lnTo>
                  <a:pt x="341" y="75"/>
                </a:lnTo>
                <a:lnTo>
                  <a:pt x="341" y="76"/>
                </a:lnTo>
                <a:lnTo>
                  <a:pt x="342" y="76"/>
                </a:lnTo>
                <a:lnTo>
                  <a:pt x="343" y="76"/>
                </a:lnTo>
                <a:lnTo>
                  <a:pt x="343" y="75"/>
                </a:lnTo>
                <a:lnTo>
                  <a:pt x="342" y="75"/>
                </a:lnTo>
                <a:lnTo>
                  <a:pt x="342" y="74"/>
                </a:lnTo>
                <a:lnTo>
                  <a:pt x="343" y="74"/>
                </a:lnTo>
                <a:lnTo>
                  <a:pt x="343" y="73"/>
                </a:lnTo>
                <a:lnTo>
                  <a:pt x="343" y="74"/>
                </a:lnTo>
                <a:lnTo>
                  <a:pt x="344" y="74"/>
                </a:lnTo>
                <a:lnTo>
                  <a:pt x="345" y="73"/>
                </a:lnTo>
                <a:lnTo>
                  <a:pt x="345" y="72"/>
                </a:lnTo>
                <a:lnTo>
                  <a:pt x="346" y="72"/>
                </a:lnTo>
                <a:lnTo>
                  <a:pt x="347" y="71"/>
                </a:lnTo>
                <a:lnTo>
                  <a:pt x="348" y="71"/>
                </a:lnTo>
                <a:lnTo>
                  <a:pt x="348" y="70"/>
                </a:lnTo>
                <a:lnTo>
                  <a:pt x="349" y="70"/>
                </a:lnTo>
                <a:lnTo>
                  <a:pt x="349" y="69"/>
                </a:lnTo>
                <a:lnTo>
                  <a:pt x="350" y="70"/>
                </a:lnTo>
                <a:lnTo>
                  <a:pt x="351" y="70"/>
                </a:lnTo>
                <a:lnTo>
                  <a:pt x="351" y="69"/>
                </a:lnTo>
                <a:lnTo>
                  <a:pt x="350" y="69"/>
                </a:lnTo>
                <a:lnTo>
                  <a:pt x="349" y="68"/>
                </a:lnTo>
                <a:lnTo>
                  <a:pt x="349" y="67"/>
                </a:lnTo>
                <a:lnTo>
                  <a:pt x="348" y="67"/>
                </a:lnTo>
                <a:lnTo>
                  <a:pt x="347" y="67"/>
                </a:lnTo>
                <a:lnTo>
                  <a:pt x="347" y="66"/>
                </a:lnTo>
                <a:lnTo>
                  <a:pt x="348" y="66"/>
                </a:lnTo>
                <a:lnTo>
                  <a:pt x="348" y="65"/>
                </a:lnTo>
                <a:lnTo>
                  <a:pt x="348" y="64"/>
                </a:lnTo>
                <a:lnTo>
                  <a:pt x="348" y="62"/>
                </a:lnTo>
                <a:lnTo>
                  <a:pt x="347" y="62"/>
                </a:lnTo>
                <a:lnTo>
                  <a:pt x="346" y="62"/>
                </a:lnTo>
                <a:lnTo>
                  <a:pt x="346" y="61"/>
                </a:lnTo>
                <a:lnTo>
                  <a:pt x="347" y="59"/>
                </a:lnTo>
                <a:lnTo>
                  <a:pt x="348" y="59"/>
                </a:lnTo>
                <a:lnTo>
                  <a:pt x="349" y="58"/>
                </a:lnTo>
                <a:lnTo>
                  <a:pt x="348" y="58"/>
                </a:lnTo>
                <a:lnTo>
                  <a:pt x="347" y="58"/>
                </a:lnTo>
                <a:lnTo>
                  <a:pt x="347" y="57"/>
                </a:lnTo>
                <a:lnTo>
                  <a:pt x="346" y="57"/>
                </a:lnTo>
                <a:lnTo>
                  <a:pt x="345" y="56"/>
                </a:lnTo>
                <a:lnTo>
                  <a:pt x="344" y="56"/>
                </a:lnTo>
                <a:lnTo>
                  <a:pt x="344" y="55"/>
                </a:lnTo>
                <a:lnTo>
                  <a:pt x="343" y="55"/>
                </a:lnTo>
                <a:lnTo>
                  <a:pt x="343" y="56"/>
                </a:lnTo>
                <a:lnTo>
                  <a:pt x="342" y="56"/>
                </a:lnTo>
                <a:lnTo>
                  <a:pt x="342" y="55"/>
                </a:lnTo>
                <a:lnTo>
                  <a:pt x="341" y="55"/>
                </a:lnTo>
                <a:lnTo>
                  <a:pt x="340" y="55"/>
                </a:lnTo>
                <a:lnTo>
                  <a:pt x="340" y="54"/>
                </a:lnTo>
                <a:lnTo>
                  <a:pt x="341" y="53"/>
                </a:lnTo>
                <a:lnTo>
                  <a:pt x="341" y="52"/>
                </a:lnTo>
                <a:lnTo>
                  <a:pt x="341" y="51"/>
                </a:lnTo>
                <a:lnTo>
                  <a:pt x="340" y="51"/>
                </a:lnTo>
                <a:lnTo>
                  <a:pt x="340" y="52"/>
                </a:lnTo>
                <a:lnTo>
                  <a:pt x="339" y="52"/>
                </a:lnTo>
                <a:lnTo>
                  <a:pt x="337" y="52"/>
                </a:lnTo>
                <a:lnTo>
                  <a:pt x="336" y="51"/>
                </a:lnTo>
                <a:lnTo>
                  <a:pt x="335" y="50"/>
                </a:lnTo>
                <a:lnTo>
                  <a:pt x="334" y="50"/>
                </a:lnTo>
                <a:lnTo>
                  <a:pt x="333" y="50"/>
                </a:lnTo>
                <a:lnTo>
                  <a:pt x="333" y="49"/>
                </a:lnTo>
                <a:lnTo>
                  <a:pt x="333" y="48"/>
                </a:lnTo>
                <a:lnTo>
                  <a:pt x="333" y="47"/>
                </a:lnTo>
                <a:lnTo>
                  <a:pt x="332" y="46"/>
                </a:lnTo>
                <a:lnTo>
                  <a:pt x="333" y="46"/>
                </a:lnTo>
                <a:lnTo>
                  <a:pt x="332" y="46"/>
                </a:lnTo>
                <a:lnTo>
                  <a:pt x="331" y="46"/>
                </a:lnTo>
                <a:lnTo>
                  <a:pt x="330" y="46"/>
                </a:lnTo>
                <a:lnTo>
                  <a:pt x="329" y="46"/>
                </a:lnTo>
                <a:lnTo>
                  <a:pt x="328" y="45"/>
                </a:lnTo>
                <a:lnTo>
                  <a:pt x="327" y="44"/>
                </a:lnTo>
                <a:lnTo>
                  <a:pt x="326" y="43"/>
                </a:lnTo>
                <a:lnTo>
                  <a:pt x="326" y="42"/>
                </a:lnTo>
                <a:lnTo>
                  <a:pt x="325" y="41"/>
                </a:lnTo>
                <a:lnTo>
                  <a:pt x="324" y="40"/>
                </a:lnTo>
                <a:lnTo>
                  <a:pt x="324" y="39"/>
                </a:lnTo>
                <a:lnTo>
                  <a:pt x="323" y="39"/>
                </a:lnTo>
                <a:lnTo>
                  <a:pt x="322" y="39"/>
                </a:lnTo>
                <a:lnTo>
                  <a:pt x="321" y="38"/>
                </a:lnTo>
                <a:lnTo>
                  <a:pt x="321" y="37"/>
                </a:lnTo>
                <a:lnTo>
                  <a:pt x="322" y="36"/>
                </a:lnTo>
                <a:lnTo>
                  <a:pt x="321" y="35"/>
                </a:lnTo>
                <a:lnTo>
                  <a:pt x="321" y="33"/>
                </a:lnTo>
                <a:lnTo>
                  <a:pt x="320" y="33"/>
                </a:lnTo>
                <a:lnTo>
                  <a:pt x="319" y="32"/>
                </a:lnTo>
                <a:lnTo>
                  <a:pt x="319" y="31"/>
                </a:lnTo>
                <a:lnTo>
                  <a:pt x="319" y="30"/>
                </a:lnTo>
                <a:lnTo>
                  <a:pt x="320" y="30"/>
                </a:lnTo>
                <a:lnTo>
                  <a:pt x="321" y="30"/>
                </a:lnTo>
                <a:lnTo>
                  <a:pt x="321" y="29"/>
                </a:lnTo>
                <a:lnTo>
                  <a:pt x="322" y="29"/>
                </a:lnTo>
                <a:lnTo>
                  <a:pt x="323" y="28"/>
                </a:lnTo>
                <a:lnTo>
                  <a:pt x="324" y="28"/>
                </a:lnTo>
                <a:lnTo>
                  <a:pt x="325" y="29"/>
                </a:lnTo>
                <a:lnTo>
                  <a:pt x="326" y="29"/>
                </a:lnTo>
                <a:lnTo>
                  <a:pt x="327" y="29"/>
                </a:lnTo>
                <a:lnTo>
                  <a:pt x="327" y="30"/>
                </a:lnTo>
                <a:lnTo>
                  <a:pt x="328" y="30"/>
                </a:lnTo>
                <a:lnTo>
                  <a:pt x="328" y="31"/>
                </a:lnTo>
                <a:lnTo>
                  <a:pt x="328" y="30"/>
                </a:lnTo>
                <a:lnTo>
                  <a:pt x="329" y="30"/>
                </a:lnTo>
                <a:lnTo>
                  <a:pt x="329" y="29"/>
                </a:lnTo>
                <a:lnTo>
                  <a:pt x="330" y="29"/>
                </a:lnTo>
                <a:lnTo>
                  <a:pt x="330" y="28"/>
                </a:lnTo>
                <a:lnTo>
                  <a:pt x="329" y="28"/>
                </a:lnTo>
                <a:lnTo>
                  <a:pt x="329" y="27"/>
                </a:lnTo>
                <a:lnTo>
                  <a:pt x="328" y="27"/>
                </a:lnTo>
                <a:lnTo>
                  <a:pt x="327" y="27"/>
                </a:lnTo>
                <a:lnTo>
                  <a:pt x="327" y="26"/>
                </a:lnTo>
                <a:lnTo>
                  <a:pt x="326" y="25"/>
                </a:lnTo>
                <a:lnTo>
                  <a:pt x="325" y="25"/>
                </a:lnTo>
                <a:lnTo>
                  <a:pt x="327" y="23"/>
                </a:lnTo>
                <a:lnTo>
                  <a:pt x="328" y="23"/>
                </a:lnTo>
                <a:lnTo>
                  <a:pt x="329" y="23"/>
                </a:lnTo>
                <a:lnTo>
                  <a:pt x="330" y="22"/>
                </a:lnTo>
                <a:lnTo>
                  <a:pt x="329" y="22"/>
                </a:lnTo>
                <a:lnTo>
                  <a:pt x="329" y="21"/>
                </a:lnTo>
                <a:lnTo>
                  <a:pt x="328" y="21"/>
                </a:lnTo>
                <a:lnTo>
                  <a:pt x="329" y="21"/>
                </a:lnTo>
                <a:lnTo>
                  <a:pt x="329" y="20"/>
                </a:lnTo>
                <a:lnTo>
                  <a:pt x="328" y="20"/>
                </a:lnTo>
                <a:lnTo>
                  <a:pt x="327" y="20"/>
                </a:lnTo>
                <a:lnTo>
                  <a:pt x="327" y="19"/>
                </a:lnTo>
                <a:lnTo>
                  <a:pt x="327" y="18"/>
                </a:lnTo>
                <a:lnTo>
                  <a:pt x="328" y="18"/>
                </a:lnTo>
                <a:lnTo>
                  <a:pt x="329" y="18"/>
                </a:lnTo>
                <a:lnTo>
                  <a:pt x="330" y="18"/>
                </a:lnTo>
                <a:lnTo>
                  <a:pt x="330" y="17"/>
                </a:lnTo>
                <a:lnTo>
                  <a:pt x="331" y="17"/>
                </a:lnTo>
                <a:lnTo>
                  <a:pt x="331" y="18"/>
                </a:lnTo>
                <a:lnTo>
                  <a:pt x="332" y="18"/>
                </a:lnTo>
                <a:lnTo>
                  <a:pt x="333" y="18"/>
                </a:lnTo>
                <a:lnTo>
                  <a:pt x="334" y="18"/>
                </a:lnTo>
                <a:lnTo>
                  <a:pt x="335" y="19"/>
                </a:lnTo>
                <a:lnTo>
                  <a:pt x="336" y="19"/>
                </a:lnTo>
                <a:lnTo>
                  <a:pt x="337" y="18"/>
                </a:lnTo>
                <a:lnTo>
                  <a:pt x="338" y="18"/>
                </a:lnTo>
                <a:lnTo>
                  <a:pt x="338" y="17"/>
                </a:lnTo>
                <a:lnTo>
                  <a:pt x="339" y="17"/>
                </a:lnTo>
                <a:lnTo>
                  <a:pt x="339" y="15"/>
                </a:lnTo>
                <a:lnTo>
                  <a:pt x="338" y="15"/>
                </a:lnTo>
                <a:lnTo>
                  <a:pt x="337" y="15"/>
                </a:lnTo>
                <a:lnTo>
                  <a:pt x="336" y="14"/>
                </a:lnTo>
                <a:lnTo>
                  <a:pt x="336" y="13"/>
                </a:lnTo>
                <a:lnTo>
                  <a:pt x="336" y="12"/>
                </a:lnTo>
                <a:lnTo>
                  <a:pt x="335" y="12"/>
                </a:lnTo>
                <a:lnTo>
                  <a:pt x="335" y="11"/>
                </a:lnTo>
                <a:lnTo>
                  <a:pt x="334" y="10"/>
                </a:lnTo>
                <a:lnTo>
                  <a:pt x="334" y="9"/>
                </a:lnTo>
                <a:lnTo>
                  <a:pt x="333" y="8"/>
                </a:lnTo>
                <a:lnTo>
                  <a:pt x="332" y="8"/>
                </a:lnTo>
                <a:lnTo>
                  <a:pt x="331" y="7"/>
                </a:lnTo>
                <a:lnTo>
                  <a:pt x="332" y="7"/>
                </a:lnTo>
                <a:lnTo>
                  <a:pt x="330" y="5"/>
                </a:lnTo>
                <a:lnTo>
                  <a:pt x="329" y="5"/>
                </a:lnTo>
                <a:lnTo>
                  <a:pt x="329" y="4"/>
                </a:lnTo>
                <a:lnTo>
                  <a:pt x="330" y="4"/>
                </a:lnTo>
                <a:lnTo>
                  <a:pt x="331" y="4"/>
                </a:lnTo>
                <a:lnTo>
                  <a:pt x="331" y="3"/>
                </a:lnTo>
                <a:lnTo>
                  <a:pt x="332" y="2"/>
                </a:lnTo>
                <a:lnTo>
                  <a:pt x="333" y="1"/>
                </a:lnTo>
                <a:lnTo>
                  <a:pt x="333" y="2"/>
                </a:lnTo>
                <a:lnTo>
                  <a:pt x="334" y="2"/>
                </a:lnTo>
                <a:lnTo>
                  <a:pt x="335" y="2"/>
                </a:lnTo>
                <a:lnTo>
                  <a:pt x="336" y="2"/>
                </a:lnTo>
                <a:lnTo>
                  <a:pt x="337" y="2"/>
                </a:lnTo>
                <a:lnTo>
                  <a:pt x="338" y="3"/>
                </a:lnTo>
                <a:lnTo>
                  <a:pt x="339" y="3"/>
                </a:lnTo>
                <a:lnTo>
                  <a:pt x="340" y="3"/>
                </a:lnTo>
                <a:lnTo>
                  <a:pt x="341" y="3"/>
                </a:lnTo>
                <a:lnTo>
                  <a:pt x="342" y="3"/>
                </a:lnTo>
                <a:lnTo>
                  <a:pt x="342" y="2"/>
                </a:lnTo>
                <a:lnTo>
                  <a:pt x="342" y="1"/>
                </a:lnTo>
                <a:lnTo>
                  <a:pt x="343" y="1"/>
                </a:lnTo>
                <a:lnTo>
                  <a:pt x="344" y="0"/>
                </a:lnTo>
                <a:lnTo>
                  <a:pt x="345" y="1"/>
                </a:lnTo>
                <a:lnTo>
                  <a:pt x="346" y="1"/>
                </a:lnTo>
                <a:lnTo>
                  <a:pt x="346" y="2"/>
                </a:lnTo>
                <a:lnTo>
                  <a:pt x="347" y="2"/>
                </a:lnTo>
                <a:lnTo>
                  <a:pt x="347" y="3"/>
                </a:lnTo>
                <a:close/>
              </a:path>
            </a:pathLst>
          </a:custGeom>
          <a:solidFill>
            <a:srgbClr val="E5E8EB"/>
          </a:solidFill>
          <a:ln w="2520">
            <a:solidFill>
              <a:srgbClr val="FFFFFF"/>
            </a:solidFill>
            <a:round/>
          </a:ln>
        </p:spPr>
        <p:txBody>
          <a:bodyPr lIns="1080" tIns="1080" rIns="1080" bIns="108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34" name=""/>
          <p:cNvSpPr/>
          <p:nvPr/>
        </p:nvSpPr>
        <p:spPr>
          <a:xfrm>
            <a:off x="5018760" y="1744920"/>
            <a:ext cx="720" cy="1440"/>
          </a:xfrm>
          <a:custGeom>
            <a:avLst/>
            <a:gdLst/>
            <a:ahLst/>
            <a:rect l="0" t="0" r="r" b="b"/>
            <a:pathLst>
              <a:path w="2" h="4">
                <a:moveTo>
                  <a:pt x="2" y="4"/>
                </a:moveTo>
                <a:lnTo>
                  <a:pt x="0" y="4"/>
                </a:lnTo>
                <a:lnTo>
                  <a:pt x="0" y="2"/>
                </a:lnTo>
                <a:lnTo>
                  <a:pt x="2" y="0"/>
                </a:lnTo>
                <a:lnTo>
                  <a:pt x="2" y="2"/>
                </a:lnTo>
                <a:lnTo>
                  <a:pt x="2" y="4"/>
                </a:lnTo>
                <a:lnTo>
                  <a:pt x="2" y="2"/>
                </a:lnTo>
                <a:lnTo>
                  <a:pt x="2" y="4"/>
                </a:lnTo>
                <a:close/>
              </a:path>
            </a:pathLst>
          </a:custGeom>
          <a:solidFill>
            <a:srgbClr val="97B4D5"/>
          </a:solidFill>
          <a:ln w="2520">
            <a:solidFill>
              <a:srgbClr val="FFFFFF"/>
            </a:solidFill>
            <a:round/>
          </a:ln>
        </p:spPr>
        <p:txBody>
          <a:bodyPr lIns="1080" tIns="360" rIns="1080" bIns="3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35" name=""/>
          <p:cNvSpPr/>
          <p:nvPr/>
        </p:nvSpPr>
        <p:spPr>
          <a:xfrm>
            <a:off x="5019840" y="1744560"/>
            <a:ext cx="1080" cy="720"/>
          </a:xfrm>
          <a:custGeom>
            <a:avLst/>
            <a:gdLst/>
            <a:ahLst/>
            <a:rect l="0" t="0" r="r" b="b"/>
            <a:pathLst>
              <a:path w="3" h="2">
                <a:moveTo>
                  <a:pt x="2" y="2"/>
                </a:moveTo>
                <a:lnTo>
                  <a:pt x="0" y="2"/>
                </a:lnTo>
                <a:lnTo>
                  <a:pt x="0" y="0"/>
                </a:lnTo>
                <a:lnTo>
                  <a:pt x="2" y="0"/>
                </a:lnTo>
                <a:lnTo>
                  <a:pt x="3" y="0"/>
                </a:lnTo>
                <a:lnTo>
                  <a:pt x="2" y="0"/>
                </a:lnTo>
                <a:lnTo>
                  <a:pt x="2" y="2"/>
                </a:lnTo>
                <a:close/>
              </a:path>
            </a:pathLst>
          </a:custGeom>
          <a:solidFill>
            <a:srgbClr val="97B4D5"/>
          </a:solidFill>
          <a:ln w="2520">
            <a:solidFill>
              <a:srgbClr val="FFFFFF"/>
            </a:solidFill>
            <a:round/>
          </a:ln>
        </p:spPr>
        <p:txBody>
          <a:bodyPr lIns="1080" tIns="-360" rIns="1080" bIns="-3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36" name=""/>
          <p:cNvSpPr/>
          <p:nvPr/>
        </p:nvSpPr>
        <p:spPr>
          <a:xfrm>
            <a:off x="5029200" y="1737360"/>
            <a:ext cx="1440" cy="1440"/>
          </a:xfrm>
          <a:custGeom>
            <a:avLst/>
            <a:gdLst/>
            <a:ahLst/>
            <a:rect l="0" t="0" r="r" b="b"/>
            <a:pathLst>
              <a:path w="4" h="4">
                <a:moveTo>
                  <a:pt x="2" y="4"/>
                </a:moveTo>
                <a:lnTo>
                  <a:pt x="0" y="2"/>
                </a:lnTo>
                <a:lnTo>
                  <a:pt x="2" y="2"/>
                </a:lnTo>
                <a:lnTo>
                  <a:pt x="2" y="0"/>
                </a:lnTo>
                <a:lnTo>
                  <a:pt x="4" y="2"/>
                </a:lnTo>
                <a:lnTo>
                  <a:pt x="4" y="4"/>
                </a:lnTo>
                <a:lnTo>
                  <a:pt x="2" y="4"/>
                </a:lnTo>
                <a:close/>
              </a:path>
            </a:pathLst>
          </a:custGeom>
          <a:solidFill>
            <a:srgbClr val="97B4D5"/>
          </a:solidFill>
          <a:ln w="2520">
            <a:solidFill>
              <a:srgbClr val="FFFFFF"/>
            </a:solidFill>
            <a:round/>
          </a:ln>
        </p:spPr>
        <p:txBody>
          <a:bodyPr lIns="1080" tIns="360" rIns="1080" bIns="3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37" name=""/>
          <p:cNvSpPr/>
          <p:nvPr/>
        </p:nvSpPr>
        <p:spPr>
          <a:xfrm>
            <a:off x="5035680" y="1734840"/>
            <a:ext cx="1080" cy="720"/>
          </a:xfrm>
          <a:custGeom>
            <a:avLst/>
            <a:gdLst/>
            <a:ahLst/>
            <a:rect l="0" t="0" r="r" b="b"/>
            <a:pathLst>
              <a:path w="3" h="2">
                <a:moveTo>
                  <a:pt x="2" y="0"/>
                </a:moveTo>
                <a:lnTo>
                  <a:pt x="3" y="0"/>
                </a:lnTo>
                <a:lnTo>
                  <a:pt x="3" y="2"/>
                </a:lnTo>
                <a:lnTo>
                  <a:pt x="3" y="0"/>
                </a:lnTo>
                <a:lnTo>
                  <a:pt x="2" y="0"/>
                </a:lnTo>
                <a:lnTo>
                  <a:pt x="2" y="2"/>
                </a:lnTo>
                <a:lnTo>
                  <a:pt x="0" y="2"/>
                </a:lnTo>
                <a:lnTo>
                  <a:pt x="0" y="0"/>
                </a:lnTo>
                <a:lnTo>
                  <a:pt x="2" y="0"/>
                </a:lnTo>
                <a:close/>
              </a:path>
            </a:pathLst>
          </a:custGeom>
          <a:solidFill>
            <a:srgbClr val="97B4D5"/>
          </a:solidFill>
          <a:ln w="2520">
            <a:solidFill>
              <a:srgbClr val="FFFFFF"/>
            </a:solidFill>
            <a:round/>
          </a:ln>
        </p:spPr>
        <p:txBody>
          <a:bodyPr lIns="1080" tIns="-360" rIns="1080" bIns="-3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38" name=""/>
          <p:cNvSpPr/>
          <p:nvPr/>
        </p:nvSpPr>
        <p:spPr>
          <a:xfrm>
            <a:off x="5034600" y="1734480"/>
            <a:ext cx="720" cy="720"/>
          </a:xfrm>
          <a:custGeom>
            <a:avLst/>
            <a:gdLst/>
            <a:ahLst/>
            <a:rect l="0" t="0" r="r" b="b"/>
            <a:pathLst>
              <a:path w="2" h="2">
                <a:moveTo>
                  <a:pt x="2" y="2"/>
                </a:moveTo>
                <a:lnTo>
                  <a:pt x="0" y="2"/>
                </a:lnTo>
                <a:lnTo>
                  <a:pt x="0" y="0"/>
                </a:lnTo>
                <a:lnTo>
                  <a:pt x="0" y="2"/>
                </a:lnTo>
                <a:lnTo>
                  <a:pt x="2" y="2"/>
                </a:lnTo>
                <a:close/>
              </a:path>
            </a:pathLst>
          </a:custGeom>
          <a:solidFill>
            <a:srgbClr val="97B4D5"/>
          </a:solidFill>
          <a:ln w="2520">
            <a:solidFill>
              <a:srgbClr val="FFFFFF"/>
            </a:solidFill>
            <a:round/>
          </a:ln>
        </p:spPr>
        <p:txBody>
          <a:bodyPr lIns="1080" tIns="-360" rIns="1080" bIns="-3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39" name=""/>
          <p:cNvSpPr/>
          <p:nvPr/>
        </p:nvSpPr>
        <p:spPr>
          <a:xfrm>
            <a:off x="5033880" y="1733760"/>
            <a:ext cx="720" cy="1080"/>
          </a:xfrm>
          <a:custGeom>
            <a:avLst/>
            <a:gdLst/>
            <a:ahLst/>
            <a:rect l="0" t="0" r="r" b="b"/>
            <a:pathLst>
              <a:path w="2" h="3">
                <a:moveTo>
                  <a:pt x="0" y="3"/>
                </a:moveTo>
                <a:lnTo>
                  <a:pt x="0" y="2"/>
                </a:lnTo>
                <a:lnTo>
                  <a:pt x="0" y="0"/>
                </a:lnTo>
                <a:lnTo>
                  <a:pt x="0" y="2"/>
                </a:lnTo>
                <a:lnTo>
                  <a:pt x="0" y="3"/>
                </a:lnTo>
                <a:lnTo>
                  <a:pt x="2" y="3"/>
                </a:lnTo>
                <a:lnTo>
                  <a:pt x="0" y="3"/>
                </a:lnTo>
                <a:close/>
              </a:path>
            </a:pathLst>
          </a:custGeom>
          <a:solidFill>
            <a:srgbClr val="97B4D5"/>
          </a:solidFill>
          <a:ln w="2520">
            <a:solidFill>
              <a:srgbClr val="FFFFFF"/>
            </a:solidFill>
            <a:round/>
          </a:ln>
        </p:spPr>
        <p:txBody>
          <a:bodyPr lIns="1080" tIns="0" rIns="108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40" name=""/>
          <p:cNvSpPr/>
          <p:nvPr/>
        </p:nvSpPr>
        <p:spPr>
          <a:xfrm>
            <a:off x="5036040" y="1734120"/>
            <a:ext cx="360" cy="360"/>
          </a:xfrm>
          <a:custGeom>
            <a:avLst/>
            <a:gdLst/>
            <a:ahLst/>
            <a:rect l="0" t="0" r="r" b="b"/>
            <a:pathLst>
              <a:path w="1" h="1">
                <a:moveTo>
                  <a:pt x="0" y="0"/>
                </a:moveTo>
                <a:lnTo>
                  <a:pt x="1" y="0"/>
                </a:lnTo>
                <a:lnTo>
                  <a:pt x="1" y="1"/>
                </a:lnTo>
                <a:lnTo>
                  <a:pt x="0" y="0"/>
                </a:lnTo>
                <a:close/>
              </a:path>
            </a:pathLst>
          </a:custGeom>
          <a:solidFill>
            <a:srgbClr val="97B4D5"/>
          </a:solidFill>
          <a:ln w="2520">
            <a:solidFill>
              <a:srgbClr val="FFFFFF"/>
            </a:solidFill>
            <a:round/>
          </a:ln>
        </p:spPr>
        <p:txBody>
          <a:bodyPr lIns="1080" tIns="-720" rIns="1080" bIns="-7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41" name=""/>
          <p:cNvSpPr/>
          <p:nvPr/>
        </p:nvSpPr>
        <p:spPr>
          <a:xfrm>
            <a:off x="5037480" y="1732680"/>
            <a:ext cx="360" cy="360"/>
          </a:xfrm>
          <a:custGeom>
            <a:avLst/>
            <a:gdLst/>
            <a:ahLst/>
            <a:rect l="0" t="0" r="r" b="b"/>
            <a:pathLst>
              <a:path w="1" h="1">
                <a:moveTo>
                  <a:pt x="1" y="1"/>
                </a:moveTo>
                <a:lnTo>
                  <a:pt x="0" y="1"/>
                </a:lnTo>
                <a:lnTo>
                  <a:pt x="0" y="0"/>
                </a:lnTo>
                <a:lnTo>
                  <a:pt x="1" y="0"/>
                </a:lnTo>
                <a:lnTo>
                  <a:pt x="1" y="1"/>
                </a:lnTo>
                <a:close/>
              </a:path>
            </a:pathLst>
          </a:custGeom>
          <a:solidFill>
            <a:srgbClr val="97B4D5"/>
          </a:solidFill>
          <a:ln w="2520">
            <a:solidFill>
              <a:srgbClr val="FFFFFF"/>
            </a:solidFill>
            <a:round/>
          </a:ln>
        </p:spPr>
        <p:txBody>
          <a:bodyPr lIns="1080" tIns="-720" rIns="1080" bIns="-7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42" name=""/>
          <p:cNvSpPr/>
          <p:nvPr/>
        </p:nvSpPr>
        <p:spPr>
          <a:xfrm>
            <a:off x="5023080" y="1729440"/>
            <a:ext cx="720" cy="360"/>
          </a:xfrm>
          <a:custGeom>
            <a:avLst/>
            <a:gdLst/>
            <a:ahLst/>
            <a:rect l="0" t="0" r="r" b="b"/>
            <a:pathLst>
              <a:path w="2" h="1">
                <a:moveTo>
                  <a:pt x="1" y="1"/>
                </a:moveTo>
                <a:lnTo>
                  <a:pt x="0" y="1"/>
                </a:lnTo>
                <a:lnTo>
                  <a:pt x="0" y="0"/>
                </a:lnTo>
                <a:lnTo>
                  <a:pt x="1" y="0"/>
                </a:lnTo>
                <a:lnTo>
                  <a:pt x="2" y="0"/>
                </a:lnTo>
                <a:lnTo>
                  <a:pt x="1" y="1"/>
                </a:lnTo>
                <a:close/>
              </a:path>
            </a:pathLst>
          </a:custGeom>
          <a:solidFill>
            <a:srgbClr val="97B4D5"/>
          </a:solidFill>
          <a:ln w="2520">
            <a:solidFill>
              <a:srgbClr val="FFFFFF"/>
            </a:solidFill>
            <a:round/>
          </a:ln>
        </p:spPr>
        <p:txBody>
          <a:bodyPr lIns="1080" tIns="-720" rIns="1080" bIns="-7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43" name=""/>
          <p:cNvSpPr/>
          <p:nvPr/>
        </p:nvSpPr>
        <p:spPr>
          <a:xfrm>
            <a:off x="5050800" y="1706760"/>
            <a:ext cx="720" cy="1440"/>
          </a:xfrm>
          <a:custGeom>
            <a:avLst/>
            <a:gdLst/>
            <a:ahLst/>
            <a:rect l="0" t="0" r="r" b="b"/>
            <a:pathLst>
              <a:path w="2" h="4">
                <a:moveTo>
                  <a:pt x="0" y="0"/>
                </a:moveTo>
                <a:lnTo>
                  <a:pt x="2" y="1"/>
                </a:lnTo>
                <a:lnTo>
                  <a:pt x="0" y="1"/>
                </a:lnTo>
                <a:lnTo>
                  <a:pt x="0" y="3"/>
                </a:lnTo>
                <a:lnTo>
                  <a:pt x="2" y="3"/>
                </a:lnTo>
                <a:lnTo>
                  <a:pt x="0" y="4"/>
                </a:lnTo>
                <a:lnTo>
                  <a:pt x="0" y="1"/>
                </a:lnTo>
                <a:lnTo>
                  <a:pt x="0" y="0"/>
                </a:lnTo>
                <a:close/>
              </a:path>
            </a:pathLst>
          </a:custGeom>
          <a:solidFill>
            <a:srgbClr val="97B4D5"/>
          </a:solidFill>
          <a:ln w="2520">
            <a:solidFill>
              <a:srgbClr val="FFFFFF"/>
            </a:solidFill>
            <a:round/>
          </a:ln>
        </p:spPr>
        <p:txBody>
          <a:bodyPr lIns="1080" tIns="360" rIns="1080" bIns="3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44" name=""/>
          <p:cNvSpPr/>
          <p:nvPr/>
        </p:nvSpPr>
        <p:spPr>
          <a:xfrm>
            <a:off x="5047200" y="1705320"/>
            <a:ext cx="720" cy="720"/>
          </a:xfrm>
          <a:custGeom>
            <a:avLst/>
            <a:gdLst/>
            <a:ahLst/>
            <a:rect l="0" t="0" r="r" b="b"/>
            <a:pathLst>
              <a:path w="2" h="2">
                <a:moveTo>
                  <a:pt x="0" y="2"/>
                </a:moveTo>
                <a:lnTo>
                  <a:pt x="2" y="2"/>
                </a:lnTo>
                <a:lnTo>
                  <a:pt x="0" y="2"/>
                </a:lnTo>
                <a:lnTo>
                  <a:pt x="0" y="0"/>
                </a:lnTo>
                <a:lnTo>
                  <a:pt x="2" y="0"/>
                </a:lnTo>
                <a:lnTo>
                  <a:pt x="2" y="2"/>
                </a:lnTo>
                <a:lnTo>
                  <a:pt x="0" y="2"/>
                </a:lnTo>
                <a:close/>
              </a:path>
            </a:pathLst>
          </a:custGeom>
          <a:solidFill>
            <a:srgbClr val="97B4D5"/>
          </a:solidFill>
          <a:ln w="2520">
            <a:solidFill>
              <a:srgbClr val="FFFFFF"/>
            </a:solidFill>
            <a:round/>
          </a:ln>
        </p:spPr>
        <p:txBody>
          <a:bodyPr lIns="1080" tIns="-360" rIns="1080" bIns="-3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45" name=""/>
          <p:cNvSpPr/>
          <p:nvPr/>
        </p:nvSpPr>
        <p:spPr>
          <a:xfrm>
            <a:off x="5040360" y="1704960"/>
            <a:ext cx="720" cy="360"/>
          </a:xfrm>
          <a:custGeom>
            <a:avLst/>
            <a:gdLst/>
            <a:ahLst/>
            <a:rect l="0" t="0" r="r" b="b"/>
            <a:pathLst>
              <a:path w="2" h="1">
                <a:moveTo>
                  <a:pt x="2" y="0"/>
                </a:moveTo>
                <a:lnTo>
                  <a:pt x="1" y="1"/>
                </a:lnTo>
                <a:lnTo>
                  <a:pt x="0" y="1"/>
                </a:lnTo>
                <a:lnTo>
                  <a:pt x="1" y="0"/>
                </a:lnTo>
                <a:lnTo>
                  <a:pt x="2" y="0"/>
                </a:lnTo>
                <a:close/>
              </a:path>
            </a:pathLst>
          </a:custGeom>
          <a:solidFill>
            <a:srgbClr val="97B4D5"/>
          </a:solidFill>
          <a:ln w="2520">
            <a:solidFill>
              <a:srgbClr val="FFFFFF"/>
            </a:solidFill>
            <a:round/>
          </a:ln>
        </p:spPr>
        <p:txBody>
          <a:bodyPr lIns="1080" tIns="-720" rIns="1080" bIns="-7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46" name=""/>
          <p:cNvSpPr/>
          <p:nvPr/>
        </p:nvSpPr>
        <p:spPr>
          <a:xfrm>
            <a:off x="5041800" y="1704240"/>
            <a:ext cx="1800" cy="1440"/>
          </a:xfrm>
          <a:custGeom>
            <a:avLst/>
            <a:gdLst/>
            <a:ahLst/>
            <a:rect l="0" t="0" r="r" b="b"/>
            <a:pathLst>
              <a:path w="5" h="4">
                <a:moveTo>
                  <a:pt x="0" y="2"/>
                </a:moveTo>
                <a:lnTo>
                  <a:pt x="3" y="0"/>
                </a:lnTo>
                <a:lnTo>
                  <a:pt x="5" y="0"/>
                </a:lnTo>
                <a:lnTo>
                  <a:pt x="5" y="2"/>
                </a:lnTo>
                <a:lnTo>
                  <a:pt x="3" y="4"/>
                </a:lnTo>
                <a:lnTo>
                  <a:pt x="0" y="4"/>
                </a:lnTo>
                <a:lnTo>
                  <a:pt x="0" y="2"/>
                </a:lnTo>
                <a:close/>
              </a:path>
            </a:pathLst>
          </a:custGeom>
          <a:solidFill>
            <a:srgbClr val="97B4D5"/>
          </a:solidFill>
          <a:ln w="2520">
            <a:solidFill>
              <a:srgbClr val="FFFFFF"/>
            </a:solidFill>
            <a:round/>
          </a:ln>
        </p:spPr>
        <p:txBody>
          <a:bodyPr lIns="1080" tIns="360" rIns="1080" bIns="3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47" name=""/>
          <p:cNvSpPr/>
          <p:nvPr/>
        </p:nvSpPr>
        <p:spPr>
          <a:xfrm>
            <a:off x="5051160" y="1704240"/>
            <a:ext cx="720" cy="720"/>
          </a:xfrm>
          <a:custGeom>
            <a:avLst/>
            <a:gdLst/>
            <a:ahLst/>
            <a:rect l="0" t="0" r="r" b="b"/>
            <a:pathLst>
              <a:path w="2" h="2">
                <a:moveTo>
                  <a:pt x="0" y="2"/>
                </a:moveTo>
                <a:lnTo>
                  <a:pt x="0" y="0"/>
                </a:lnTo>
                <a:lnTo>
                  <a:pt x="0" y="2"/>
                </a:lnTo>
                <a:lnTo>
                  <a:pt x="2" y="2"/>
                </a:lnTo>
                <a:lnTo>
                  <a:pt x="0" y="2"/>
                </a:lnTo>
                <a:close/>
              </a:path>
            </a:pathLst>
          </a:custGeom>
          <a:solidFill>
            <a:srgbClr val="97B4D5"/>
          </a:solidFill>
          <a:ln w="2520">
            <a:solidFill>
              <a:srgbClr val="FFFFFF"/>
            </a:solidFill>
            <a:round/>
          </a:ln>
        </p:spPr>
        <p:txBody>
          <a:bodyPr lIns="1080" tIns="-360" rIns="1080" bIns="-3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48" name=""/>
          <p:cNvSpPr/>
          <p:nvPr/>
        </p:nvSpPr>
        <p:spPr>
          <a:xfrm>
            <a:off x="5046480" y="1702080"/>
            <a:ext cx="1080" cy="1080"/>
          </a:xfrm>
          <a:custGeom>
            <a:avLst/>
            <a:gdLst/>
            <a:ahLst/>
            <a:rect l="0" t="0" r="r" b="b"/>
            <a:pathLst>
              <a:path w="3" h="3">
                <a:moveTo>
                  <a:pt x="0" y="2"/>
                </a:moveTo>
                <a:lnTo>
                  <a:pt x="0" y="0"/>
                </a:lnTo>
                <a:lnTo>
                  <a:pt x="3" y="2"/>
                </a:lnTo>
                <a:lnTo>
                  <a:pt x="3" y="3"/>
                </a:lnTo>
                <a:lnTo>
                  <a:pt x="2" y="3"/>
                </a:lnTo>
                <a:lnTo>
                  <a:pt x="2" y="2"/>
                </a:lnTo>
                <a:lnTo>
                  <a:pt x="0" y="2"/>
                </a:lnTo>
                <a:close/>
              </a:path>
            </a:pathLst>
          </a:custGeom>
          <a:solidFill>
            <a:srgbClr val="97B4D5"/>
          </a:solidFill>
          <a:ln w="2520">
            <a:solidFill>
              <a:srgbClr val="FFFFFF"/>
            </a:solidFill>
            <a:round/>
          </a:ln>
        </p:spPr>
        <p:txBody>
          <a:bodyPr lIns="1080" tIns="0" rIns="108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49" name=""/>
          <p:cNvSpPr/>
          <p:nvPr/>
        </p:nvSpPr>
        <p:spPr>
          <a:xfrm>
            <a:off x="5053320" y="1701000"/>
            <a:ext cx="2880" cy="2880"/>
          </a:xfrm>
          <a:custGeom>
            <a:avLst/>
            <a:gdLst/>
            <a:ahLst/>
            <a:rect l="0" t="0" r="r" b="b"/>
            <a:pathLst>
              <a:path w="8" h="8">
                <a:moveTo>
                  <a:pt x="5" y="4"/>
                </a:moveTo>
                <a:lnTo>
                  <a:pt x="4" y="4"/>
                </a:lnTo>
                <a:lnTo>
                  <a:pt x="4" y="5"/>
                </a:lnTo>
                <a:lnTo>
                  <a:pt x="3" y="7"/>
                </a:lnTo>
                <a:lnTo>
                  <a:pt x="2" y="8"/>
                </a:lnTo>
                <a:lnTo>
                  <a:pt x="0" y="7"/>
                </a:lnTo>
                <a:lnTo>
                  <a:pt x="0" y="5"/>
                </a:lnTo>
                <a:lnTo>
                  <a:pt x="0" y="4"/>
                </a:lnTo>
                <a:lnTo>
                  <a:pt x="2" y="4"/>
                </a:lnTo>
                <a:lnTo>
                  <a:pt x="2" y="1"/>
                </a:lnTo>
                <a:lnTo>
                  <a:pt x="4" y="0"/>
                </a:lnTo>
                <a:lnTo>
                  <a:pt x="6" y="1"/>
                </a:lnTo>
                <a:lnTo>
                  <a:pt x="8" y="1"/>
                </a:lnTo>
                <a:lnTo>
                  <a:pt x="8" y="2"/>
                </a:lnTo>
                <a:lnTo>
                  <a:pt x="6" y="4"/>
                </a:lnTo>
                <a:lnTo>
                  <a:pt x="5" y="4"/>
                </a:lnTo>
                <a:close/>
              </a:path>
            </a:pathLst>
          </a:custGeom>
          <a:solidFill>
            <a:srgbClr val="97B4D5"/>
          </a:solidFill>
          <a:ln w="2520">
            <a:solidFill>
              <a:srgbClr val="FFFFFF"/>
            </a:solidFill>
            <a:round/>
          </a:ln>
        </p:spPr>
        <p:txBody>
          <a:bodyPr lIns="1080" tIns="1080" rIns="1080" bIns="108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50" name=""/>
          <p:cNvSpPr/>
          <p:nvPr/>
        </p:nvSpPr>
        <p:spPr>
          <a:xfrm>
            <a:off x="5040000" y="1701720"/>
            <a:ext cx="1080" cy="1440"/>
          </a:xfrm>
          <a:custGeom>
            <a:avLst/>
            <a:gdLst/>
            <a:ahLst/>
            <a:rect l="0" t="0" r="r" b="b"/>
            <a:pathLst>
              <a:path w="3" h="4">
                <a:moveTo>
                  <a:pt x="2" y="2"/>
                </a:moveTo>
                <a:lnTo>
                  <a:pt x="3" y="2"/>
                </a:lnTo>
                <a:lnTo>
                  <a:pt x="2" y="2"/>
                </a:lnTo>
                <a:lnTo>
                  <a:pt x="3" y="4"/>
                </a:lnTo>
                <a:lnTo>
                  <a:pt x="2" y="4"/>
                </a:lnTo>
                <a:lnTo>
                  <a:pt x="2" y="2"/>
                </a:lnTo>
                <a:lnTo>
                  <a:pt x="0" y="2"/>
                </a:lnTo>
                <a:lnTo>
                  <a:pt x="0" y="0"/>
                </a:lnTo>
                <a:lnTo>
                  <a:pt x="2" y="0"/>
                </a:lnTo>
                <a:lnTo>
                  <a:pt x="2" y="2"/>
                </a:lnTo>
                <a:close/>
              </a:path>
            </a:pathLst>
          </a:custGeom>
          <a:solidFill>
            <a:srgbClr val="97B4D5"/>
          </a:solidFill>
          <a:ln w="2520">
            <a:solidFill>
              <a:srgbClr val="FFFFFF"/>
            </a:solidFill>
            <a:round/>
          </a:ln>
        </p:spPr>
        <p:txBody>
          <a:bodyPr lIns="1080" tIns="360" rIns="1080" bIns="3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51" name=""/>
          <p:cNvSpPr/>
          <p:nvPr/>
        </p:nvSpPr>
        <p:spPr>
          <a:xfrm>
            <a:off x="5055840" y="1696680"/>
            <a:ext cx="8640" cy="7560"/>
          </a:xfrm>
          <a:custGeom>
            <a:avLst/>
            <a:gdLst/>
            <a:ahLst/>
            <a:rect l="0" t="0" r="r" b="b"/>
            <a:pathLst>
              <a:path w="24" h="21">
                <a:moveTo>
                  <a:pt x="20" y="2"/>
                </a:moveTo>
                <a:lnTo>
                  <a:pt x="20" y="3"/>
                </a:lnTo>
                <a:lnTo>
                  <a:pt x="20" y="4"/>
                </a:lnTo>
                <a:lnTo>
                  <a:pt x="21" y="5"/>
                </a:lnTo>
                <a:lnTo>
                  <a:pt x="21" y="6"/>
                </a:lnTo>
                <a:lnTo>
                  <a:pt x="22" y="6"/>
                </a:lnTo>
                <a:lnTo>
                  <a:pt x="22" y="7"/>
                </a:lnTo>
                <a:lnTo>
                  <a:pt x="22" y="8"/>
                </a:lnTo>
                <a:lnTo>
                  <a:pt x="22" y="10"/>
                </a:lnTo>
                <a:lnTo>
                  <a:pt x="23" y="10"/>
                </a:lnTo>
                <a:lnTo>
                  <a:pt x="23" y="11"/>
                </a:lnTo>
                <a:lnTo>
                  <a:pt x="24" y="11"/>
                </a:lnTo>
                <a:lnTo>
                  <a:pt x="23" y="11"/>
                </a:lnTo>
                <a:lnTo>
                  <a:pt x="22" y="12"/>
                </a:lnTo>
                <a:lnTo>
                  <a:pt x="23" y="13"/>
                </a:lnTo>
                <a:lnTo>
                  <a:pt x="22" y="13"/>
                </a:lnTo>
                <a:lnTo>
                  <a:pt x="21" y="15"/>
                </a:lnTo>
                <a:lnTo>
                  <a:pt x="20" y="15"/>
                </a:lnTo>
                <a:lnTo>
                  <a:pt x="20" y="16"/>
                </a:lnTo>
                <a:lnTo>
                  <a:pt x="19" y="16"/>
                </a:lnTo>
                <a:lnTo>
                  <a:pt x="20" y="16"/>
                </a:lnTo>
                <a:lnTo>
                  <a:pt x="20" y="15"/>
                </a:lnTo>
                <a:lnTo>
                  <a:pt x="19" y="15"/>
                </a:lnTo>
                <a:lnTo>
                  <a:pt x="19" y="14"/>
                </a:lnTo>
                <a:lnTo>
                  <a:pt x="18" y="14"/>
                </a:lnTo>
                <a:lnTo>
                  <a:pt x="17" y="14"/>
                </a:lnTo>
                <a:lnTo>
                  <a:pt x="16" y="14"/>
                </a:lnTo>
                <a:lnTo>
                  <a:pt x="16" y="13"/>
                </a:lnTo>
                <a:lnTo>
                  <a:pt x="15" y="13"/>
                </a:lnTo>
                <a:lnTo>
                  <a:pt x="14" y="13"/>
                </a:lnTo>
                <a:lnTo>
                  <a:pt x="13" y="13"/>
                </a:lnTo>
                <a:lnTo>
                  <a:pt x="12" y="14"/>
                </a:lnTo>
                <a:lnTo>
                  <a:pt x="11" y="15"/>
                </a:lnTo>
                <a:lnTo>
                  <a:pt x="10" y="15"/>
                </a:lnTo>
                <a:lnTo>
                  <a:pt x="10" y="16"/>
                </a:lnTo>
                <a:lnTo>
                  <a:pt x="9" y="17"/>
                </a:lnTo>
                <a:lnTo>
                  <a:pt x="8" y="18"/>
                </a:lnTo>
                <a:lnTo>
                  <a:pt x="8" y="19"/>
                </a:lnTo>
                <a:lnTo>
                  <a:pt x="8" y="20"/>
                </a:lnTo>
                <a:lnTo>
                  <a:pt x="7" y="21"/>
                </a:lnTo>
                <a:lnTo>
                  <a:pt x="6" y="20"/>
                </a:lnTo>
                <a:lnTo>
                  <a:pt x="5" y="20"/>
                </a:lnTo>
                <a:lnTo>
                  <a:pt x="4" y="20"/>
                </a:lnTo>
                <a:lnTo>
                  <a:pt x="2" y="19"/>
                </a:lnTo>
                <a:lnTo>
                  <a:pt x="1" y="18"/>
                </a:lnTo>
                <a:lnTo>
                  <a:pt x="0" y="18"/>
                </a:lnTo>
                <a:lnTo>
                  <a:pt x="1" y="18"/>
                </a:lnTo>
                <a:lnTo>
                  <a:pt x="1" y="17"/>
                </a:lnTo>
                <a:lnTo>
                  <a:pt x="2" y="17"/>
                </a:lnTo>
                <a:lnTo>
                  <a:pt x="4" y="17"/>
                </a:lnTo>
                <a:lnTo>
                  <a:pt x="4" y="16"/>
                </a:lnTo>
                <a:lnTo>
                  <a:pt x="5" y="15"/>
                </a:lnTo>
                <a:lnTo>
                  <a:pt x="4" y="14"/>
                </a:lnTo>
                <a:lnTo>
                  <a:pt x="4" y="13"/>
                </a:lnTo>
                <a:lnTo>
                  <a:pt x="2" y="11"/>
                </a:lnTo>
                <a:lnTo>
                  <a:pt x="1" y="11"/>
                </a:lnTo>
                <a:lnTo>
                  <a:pt x="1" y="10"/>
                </a:lnTo>
                <a:lnTo>
                  <a:pt x="1" y="8"/>
                </a:lnTo>
                <a:lnTo>
                  <a:pt x="2" y="7"/>
                </a:lnTo>
                <a:lnTo>
                  <a:pt x="4" y="7"/>
                </a:lnTo>
                <a:lnTo>
                  <a:pt x="5" y="7"/>
                </a:lnTo>
                <a:lnTo>
                  <a:pt x="6" y="8"/>
                </a:lnTo>
                <a:lnTo>
                  <a:pt x="7" y="10"/>
                </a:lnTo>
                <a:lnTo>
                  <a:pt x="8" y="10"/>
                </a:lnTo>
                <a:lnTo>
                  <a:pt x="9" y="10"/>
                </a:lnTo>
                <a:lnTo>
                  <a:pt x="11" y="10"/>
                </a:lnTo>
                <a:lnTo>
                  <a:pt x="12" y="10"/>
                </a:lnTo>
                <a:lnTo>
                  <a:pt x="13" y="8"/>
                </a:lnTo>
                <a:lnTo>
                  <a:pt x="13" y="7"/>
                </a:lnTo>
                <a:lnTo>
                  <a:pt x="13" y="6"/>
                </a:lnTo>
                <a:lnTo>
                  <a:pt x="14" y="5"/>
                </a:lnTo>
                <a:lnTo>
                  <a:pt x="13" y="5"/>
                </a:lnTo>
                <a:lnTo>
                  <a:pt x="13" y="4"/>
                </a:lnTo>
                <a:lnTo>
                  <a:pt x="13" y="3"/>
                </a:lnTo>
                <a:lnTo>
                  <a:pt x="14" y="2"/>
                </a:lnTo>
                <a:lnTo>
                  <a:pt x="15" y="2"/>
                </a:lnTo>
                <a:lnTo>
                  <a:pt x="15" y="1"/>
                </a:lnTo>
                <a:lnTo>
                  <a:pt x="15" y="0"/>
                </a:lnTo>
                <a:lnTo>
                  <a:pt x="16" y="0"/>
                </a:lnTo>
                <a:lnTo>
                  <a:pt x="17" y="0"/>
                </a:lnTo>
                <a:lnTo>
                  <a:pt x="17" y="1"/>
                </a:lnTo>
                <a:lnTo>
                  <a:pt x="18" y="2"/>
                </a:lnTo>
                <a:lnTo>
                  <a:pt x="19" y="2"/>
                </a:lnTo>
                <a:lnTo>
                  <a:pt x="20" y="2"/>
                </a:lnTo>
                <a:close/>
              </a:path>
            </a:pathLst>
          </a:custGeom>
          <a:solidFill>
            <a:srgbClr val="97B4D5"/>
          </a:solidFill>
          <a:ln w="2520">
            <a:solidFill>
              <a:srgbClr val="FFFFFF"/>
            </a:solidFill>
            <a:round/>
          </a:ln>
        </p:spPr>
        <p:txBody>
          <a:bodyPr lIns="1080" tIns="1080" rIns="1080" bIns="108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52" name=""/>
          <p:cNvSpPr/>
          <p:nvPr/>
        </p:nvSpPr>
        <p:spPr>
          <a:xfrm>
            <a:off x="5046840" y="1696680"/>
            <a:ext cx="5760" cy="6840"/>
          </a:xfrm>
          <a:custGeom>
            <a:avLst/>
            <a:gdLst/>
            <a:ahLst/>
            <a:rect l="0" t="0" r="r" b="b"/>
            <a:pathLst>
              <a:path w="16" h="19">
                <a:moveTo>
                  <a:pt x="12" y="3"/>
                </a:moveTo>
                <a:lnTo>
                  <a:pt x="12" y="2"/>
                </a:lnTo>
                <a:lnTo>
                  <a:pt x="13" y="3"/>
                </a:lnTo>
                <a:lnTo>
                  <a:pt x="14" y="3"/>
                </a:lnTo>
                <a:lnTo>
                  <a:pt x="14" y="4"/>
                </a:lnTo>
                <a:lnTo>
                  <a:pt x="15" y="6"/>
                </a:lnTo>
                <a:lnTo>
                  <a:pt x="15" y="8"/>
                </a:lnTo>
                <a:lnTo>
                  <a:pt x="15" y="10"/>
                </a:lnTo>
                <a:lnTo>
                  <a:pt x="16" y="10"/>
                </a:lnTo>
                <a:lnTo>
                  <a:pt x="16" y="11"/>
                </a:lnTo>
                <a:lnTo>
                  <a:pt x="15" y="12"/>
                </a:lnTo>
                <a:lnTo>
                  <a:pt x="14" y="12"/>
                </a:lnTo>
                <a:lnTo>
                  <a:pt x="14" y="14"/>
                </a:lnTo>
                <a:lnTo>
                  <a:pt x="11" y="17"/>
                </a:lnTo>
                <a:lnTo>
                  <a:pt x="10" y="18"/>
                </a:lnTo>
                <a:lnTo>
                  <a:pt x="9" y="18"/>
                </a:lnTo>
                <a:lnTo>
                  <a:pt x="9" y="19"/>
                </a:lnTo>
                <a:lnTo>
                  <a:pt x="7" y="19"/>
                </a:lnTo>
                <a:lnTo>
                  <a:pt x="7" y="18"/>
                </a:lnTo>
                <a:lnTo>
                  <a:pt x="6" y="18"/>
                </a:lnTo>
                <a:lnTo>
                  <a:pt x="5" y="18"/>
                </a:lnTo>
                <a:lnTo>
                  <a:pt x="3" y="18"/>
                </a:lnTo>
                <a:lnTo>
                  <a:pt x="1" y="16"/>
                </a:lnTo>
                <a:lnTo>
                  <a:pt x="0" y="15"/>
                </a:lnTo>
                <a:lnTo>
                  <a:pt x="0" y="13"/>
                </a:lnTo>
                <a:lnTo>
                  <a:pt x="0" y="12"/>
                </a:lnTo>
                <a:lnTo>
                  <a:pt x="0" y="10"/>
                </a:lnTo>
                <a:lnTo>
                  <a:pt x="0" y="9"/>
                </a:lnTo>
                <a:lnTo>
                  <a:pt x="1" y="7"/>
                </a:lnTo>
                <a:lnTo>
                  <a:pt x="1" y="4"/>
                </a:lnTo>
                <a:lnTo>
                  <a:pt x="1" y="3"/>
                </a:lnTo>
                <a:lnTo>
                  <a:pt x="3" y="2"/>
                </a:lnTo>
                <a:lnTo>
                  <a:pt x="5" y="1"/>
                </a:lnTo>
                <a:lnTo>
                  <a:pt x="7" y="1"/>
                </a:lnTo>
                <a:lnTo>
                  <a:pt x="7" y="0"/>
                </a:lnTo>
                <a:lnTo>
                  <a:pt x="8" y="0"/>
                </a:lnTo>
                <a:lnTo>
                  <a:pt x="10" y="2"/>
                </a:lnTo>
                <a:lnTo>
                  <a:pt x="12" y="2"/>
                </a:lnTo>
                <a:lnTo>
                  <a:pt x="11" y="2"/>
                </a:lnTo>
                <a:lnTo>
                  <a:pt x="11" y="3"/>
                </a:lnTo>
                <a:lnTo>
                  <a:pt x="12" y="4"/>
                </a:lnTo>
                <a:lnTo>
                  <a:pt x="12" y="6"/>
                </a:lnTo>
                <a:lnTo>
                  <a:pt x="11" y="6"/>
                </a:lnTo>
                <a:lnTo>
                  <a:pt x="11" y="7"/>
                </a:lnTo>
                <a:lnTo>
                  <a:pt x="12" y="6"/>
                </a:lnTo>
                <a:lnTo>
                  <a:pt x="13" y="4"/>
                </a:lnTo>
                <a:lnTo>
                  <a:pt x="12" y="3"/>
                </a:lnTo>
                <a:close/>
              </a:path>
            </a:pathLst>
          </a:custGeom>
          <a:solidFill>
            <a:srgbClr val="97B4D5"/>
          </a:solidFill>
          <a:ln w="2520">
            <a:solidFill>
              <a:srgbClr val="FFFFFF"/>
            </a:solidFill>
            <a:round/>
          </a:ln>
        </p:spPr>
        <p:txBody>
          <a:bodyPr lIns="1080" tIns="1080" rIns="1080" bIns="108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53" name=""/>
          <p:cNvSpPr/>
          <p:nvPr/>
        </p:nvSpPr>
        <p:spPr>
          <a:xfrm>
            <a:off x="5055480" y="1695240"/>
            <a:ext cx="3960" cy="1800"/>
          </a:xfrm>
          <a:custGeom>
            <a:avLst/>
            <a:gdLst/>
            <a:ahLst/>
            <a:rect l="0" t="0" r="r" b="b"/>
            <a:pathLst>
              <a:path w="11" h="5">
                <a:moveTo>
                  <a:pt x="7" y="0"/>
                </a:moveTo>
                <a:lnTo>
                  <a:pt x="8" y="0"/>
                </a:lnTo>
                <a:lnTo>
                  <a:pt x="9" y="0"/>
                </a:lnTo>
                <a:lnTo>
                  <a:pt x="10" y="0"/>
                </a:lnTo>
                <a:lnTo>
                  <a:pt x="11" y="2"/>
                </a:lnTo>
                <a:lnTo>
                  <a:pt x="10" y="2"/>
                </a:lnTo>
                <a:lnTo>
                  <a:pt x="9" y="2"/>
                </a:lnTo>
                <a:lnTo>
                  <a:pt x="9" y="3"/>
                </a:lnTo>
                <a:lnTo>
                  <a:pt x="8" y="2"/>
                </a:lnTo>
                <a:lnTo>
                  <a:pt x="9" y="3"/>
                </a:lnTo>
                <a:lnTo>
                  <a:pt x="10" y="3"/>
                </a:lnTo>
                <a:lnTo>
                  <a:pt x="11" y="2"/>
                </a:lnTo>
                <a:lnTo>
                  <a:pt x="9" y="4"/>
                </a:lnTo>
                <a:lnTo>
                  <a:pt x="9" y="5"/>
                </a:lnTo>
                <a:lnTo>
                  <a:pt x="8" y="5"/>
                </a:lnTo>
                <a:lnTo>
                  <a:pt x="7" y="5"/>
                </a:lnTo>
                <a:lnTo>
                  <a:pt x="7" y="4"/>
                </a:lnTo>
                <a:lnTo>
                  <a:pt x="7" y="5"/>
                </a:lnTo>
                <a:lnTo>
                  <a:pt x="5" y="5"/>
                </a:lnTo>
                <a:lnTo>
                  <a:pt x="5" y="4"/>
                </a:lnTo>
                <a:lnTo>
                  <a:pt x="4" y="4"/>
                </a:lnTo>
                <a:lnTo>
                  <a:pt x="4" y="3"/>
                </a:lnTo>
                <a:lnTo>
                  <a:pt x="3" y="3"/>
                </a:lnTo>
                <a:lnTo>
                  <a:pt x="3" y="4"/>
                </a:lnTo>
                <a:lnTo>
                  <a:pt x="1" y="3"/>
                </a:lnTo>
                <a:lnTo>
                  <a:pt x="0" y="3"/>
                </a:lnTo>
                <a:lnTo>
                  <a:pt x="0" y="2"/>
                </a:lnTo>
                <a:lnTo>
                  <a:pt x="1" y="0"/>
                </a:lnTo>
                <a:lnTo>
                  <a:pt x="3" y="0"/>
                </a:lnTo>
                <a:lnTo>
                  <a:pt x="4" y="0"/>
                </a:lnTo>
                <a:lnTo>
                  <a:pt x="5" y="0"/>
                </a:lnTo>
                <a:lnTo>
                  <a:pt x="7" y="0"/>
                </a:lnTo>
                <a:close/>
              </a:path>
            </a:pathLst>
          </a:custGeom>
          <a:solidFill>
            <a:srgbClr val="97B4D5"/>
          </a:solidFill>
          <a:ln w="2520">
            <a:solidFill>
              <a:srgbClr val="FFFFFF"/>
            </a:solidFill>
            <a:round/>
          </a:ln>
        </p:spPr>
        <p:txBody>
          <a:bodyPr lIns="1080" tIns="720" rIns="1080" bIns="7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54" name=""/>
          <p:cNvSpPr/>
          <p:nvPr/>
        </p:nvSpPr>
        <p:spPr>
          <a:xfrm>
            <a:off x="5073840" y="1680840"/>
            <a:ext cx="360" cy="0"/>
          </a:xfrm>
          <a:custGeom>
            <a:avLst/>
            <a:gdLst/>
            <a:ahLst/>
            <a:rect l="0" t="0" r="r" b="b"/>
            <a:pathLst>
              <a:path w="1" h="0">
                <a:moveTo>
                  <a:pt x="0" y="0"/>
                </a:moveTo>
                <a:lnTo>
                  <a:pt x="1" y="0"/>
                </a:lnTo>
                <a:lnTo>
                  <a:pt x="0" y="0"/>
                </a:lnTo>
                <a:close/>
              </a:path>
            </a:pathLst>
          </a:custGeom>
          <a:solidFill>
            <a:srgbClr val="97B4D5"/>
          </a:solidFill>
          <a:ln w="2520">
            <a:solidFill>
              <a:srgbClr val="FFFFFF"/>
            </a:solidFill>
            <a:round/>
          </a:ln>
        </p:spPr>
        <p:txBody>
          <a:bodyPr lIns="1080" tIns="-1080" rIns="1080" bIns="-108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55" name=""/>
          <p:cNvSpPr/>
          <p:nvPr/>
        </p:nvSpPr>
        <p:spPr>
          <a:xfrm>
            <a:off x="5083200" y="1669680"/>
            <a:ext cx="720" cy="720"/>
          </a:xfrm>
          <a:custGeom>
            <a:avLst/>
            <a:gdLst/>
            <a:ahLst/>
            <a:rect l="0" t="0" r="r" b="b"/>
            <a:pathLst>
              <a:path w="2" h="2">
                <a:moveTo>
                  <a:pt x="0" y="2"/>
                </a:moveTo>
                <a:lnTo>
                  <a:pt x="0" y="0"/>
                </a:lnTo>
                <a:lnTo>
                  <a:pt x="0" y="2"/>
                </a:lnTo>
                <a:lnTo>
                  <a:pt x="2" y="2"/>
                </a:lnTo>
                <a:lnTo>
                  <a:pt x="0" y="2"/>
                </a:lnTo>
                <a:close/>
              </a:path>
            </a:pathLst>
          </a:custGeom>
          <a:solidFill>
            <a:srgbClr val="97B4D5"/>
          </a:solidFill>
          <a:ln w="2520">
            <a:solidFill>
              <a:srgbClr val="FFFFFF"/>
            </a:solidFill>
            <a:round/>
          </a:ln>
        </p:spPr>
        <p:txBody>
          <a:bodyPr lIns="1080" tIns="-360" rIns="1080" bIns="-3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56" name=""/>
          <p:cNvSpPr/>
          <p:nvPr/>
        </p:nvSpPr>
        <p:spPr>
          <a:xfrm>
            <a:off x="5083200" y="1667520"/>
            <a:ext cx="360" cy="720"/>
          </a:xfrm>
          <a:custGeom>
            <a:avLst/>
            <a:gdLst/>
            <a:ahLst/>
            <a:rect l="0" t="0" r="r" b="b"/>
            <a:pathLst>
              <a:path w="1" h="2">
                <a:moveTo>
                  <a:pt x="1" y="1"/>
                </a:moveTo>
                <a:lnTo>
                  <a:pt x="1" y="2"/>
                </a:lnTo>
                <a:lnTo>
                  <a:pt x="0" y="1"/>
                </a:lnTo>
                <a:lnTo>
                  <a:pt x="1" y="1"/>
                </a:lnTo>
                <a:lnTo>
                  <a:pt x="1" y="0"/>
                </a:lnTo>
                <a:lnTo>
                  <a:pt x="1" y="1"/>
                </a:lnTo>
                <a:close/>
              </a:path>
            </a:pathLst>
          </a:custGeom>
          <a:solidFill>
            <a:srgbClr val="97B4D5"/>
          </a:solidFill>
          <a:ln w="2520">
            <a:solidFill>
              <a:srgbClr val="FFFFFF"/>
            </a:solidFill>
            <a:round/>
          </a:ln>
        </p:spPr>
        <p:txBody>
          <a:bodyPr lIns="1080" tIns="-360" rIns="1080" bIns="-3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57" name=""/>
          <p:cNvSpPr/>
          <p:nvPr/>
        </p:nvSpPr>
        <p:spPr>
          <a:xfrm>
            <a:off x="5081760" y="1663200"/>
            <a:ext cx="720" cy="720"/>
          </a:xfrm>
          <a:custGeom>
            <a:avLst/>
            <a:gdLst/>
            <a:ahLst/>
            <a:rect l="0" t="0" r="r" b="b"/>
            <a:pathLst>
              <a:path w="2" h="2">
                <a:moveTo>
                  <a:pt x="2" y="0"/>
                </a:moveTo>
                <a:lnTo>
                  <a:pt x="2" y="2"/>
                </a:lnTo>
                <a:lnTo>
                  <a:pt x="0" y="2"/>
                </a:lnTo>
                <a:lnTo>
                  <a:pt x="0" y="0"/>
                </a:lnTo>
                <a:lnTo>
                  <a:pt x="2" y="0"/>
                </a:lnTo>
                <a:close/>
              </a:path>
            </a:pathLst>
          </a:custGeom>
          <a:solidFill>
            <a:srgbClr val="97B4D5"/>
          </a:solidFill>
          <a:ln w="2520">
            <a:solidFill>
              <a:srgbClr val="FFFFFF"/>
            </a:solidFill>
            <a:round/>
          </a:ln>
        </p:spPr>
        <p:txBody>
          <a:bodyPr lIns="1080" tIns="-360" rIns="1080" bIns="-3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58" name=""/>
          <p:cNvSpPr/>
          <p:nvPr/>
        </p:nvSpPr>
        <p:spPr>
          <a:xfrm>
            <a:off x="5080680" y="1663200"/>
            <a:ext cx="720" cy="1080"/>
          </a:xfrm>
          <a:custGeom>
            <a:avLst/>
            <a:gdLst/>
            <a:ahLst/>
            <a:rect l="0" t="0" r="r" b="b"/>
            <a:pathLst>
              <a:path w="2" h="3">
                <a:moveTo>
                  <a:pt x="2" y="0"/>
                </a:moveTo>
                <a:lnTo>
                  <a:pt x="2" y="2"/>
                </a:lnTo>
                <a:lnTo>
                  <a:pt x="2" y="3"/>
                </a:lnTo>
                <a:lnTo>
                  <a:pt x="0" y="2"/>
                </a:lnTo>
                <a:lnTo>
                  <a:pt x="2" y="2"/>
                </a:lnTo>
                <a:lnTo>
                  <a:pt x="2" y="0"/>
                </a:lnTo>
                <a:close/>
              </a:path>
            </a:pathLst>
          </a:custGeom>
          <a:solidFill>
            <a:srgbClr val="97B4D5"/>
          </a:solidFill>
          <a:ln w="2520">
            <a:solidFill>
              <a:srgbClr val="FFFFFF"/>
            </a:solidFill>
            <a:round/>
          </a:ln>
        </p:spPr>
        <p:txBody>
          <a:bodyPr lIns="1080" tIns="0" rIns="108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59" name=""/>
          <p:cNvSpPr/>
          <p:nvPr/>
        </p:nvSpPr>
        <p:spPr>
          <a:xfrm>
            <a:off x="4950000" y="1521000"/>
            <a:ext cx="177120" cy="225720"/>
          </a:xfrm>
          <a:custGeom>
            <a:avLst/>
            <a:gdLst/>
            <a:ahLst/>
            <a:rect l="0" t="0" r="r" b="b"/>
            <a:pathLst>
              <a:path w="492" h="627">
                <a:moveTo>
                  <a:pt x="278" y="2"/>
                </a:moveTo>
                <a:lnTo>
                  <a:pt x="278" y="3"/>
                </a:lnTo>
                <a:lnTo>
                  <a:pt x="278" y="4"/>
                </a:lnTo>
                <a:lnTo>
                  <a:pt x="279" y="4"/>
                </a:lnTo>
                <a:lnTo>
                  <a:pt x="280" y="5"/>
                </a:lnTo>
                <a:lnTo>
                  <a:pt x="280" y="6"/>
                </a:lnTo>
                <a:lnTo>
                  <a:pt x="280" y="7"/>
                </a:lnTo>
                <a:lnTo>
                  <a:pt x="279" y="7"/>
                </a:lnTo>
                <a:lnTo>
                  <a:pt x="279" y="8"/>
                </a:lnTo>
                <a:lnTo>
                  <a:pt x="280" y="8"/>
                </a:lnTo>
                <a:lnTo>
                  <a:pt x="280" y="7"/>
                </a:lnTo>
                <a:lnTo>
                  <a:pt x="281" y="7"/>
                </a:lnTo>
                <a:lnTo>
                  <a:pt x="281" y="8"/>
                </a:lnTo>
                <a:lnTo>
                  <a:pt x="282" y="8"/>
                </a:lnTo>
                <a:lnTo>
                  <a:pt x="282" y="9"/>
                </a:lnTo>
                <a:lnTo>
                  <a:pt x="283" y="9"/>
                </a:lnTo>
                <a:lnTo>
                  <a:pt x="284" y="10"/>
                </a:lnTo>
                <a:lnTo>
                  <a:pt x="284" y="9"/>
                </a:lnTo>
                <a:lnTo>
                  <a:pt x="286" y="8"/>
                </a:lnTo>
                <a:lnTo>
                  <a:pt x="287" y="8"/>
                </a:lnTo>
                <a:lnTo>
                  <a:pt x="288" y="9"/>
                </a:lnTo>
                <a:lnTo>
                  <a:pt x="288" y="10"/>
                </a:lnTo>
                <a:lnTo>
                  <a:pt x="289" y="10"/>
                </a:lnTo>
                <a:lnTo>
                  <a:pt x="289" y="9"/>
                </a:lnTo>
                <a:lnTo>
                  <a:pt x="289" y="10"/>
                </a:lnTo>
                <a:lnTo>
                  <a:pt x="289" y="11"/>
                </a:lnTo>
                <a:lnTo>
                  <a:pt x="288" y="11"/>
                </a:lnTo>
                <a:lnTo>
                  <a:pt x="288" y="12"/>
                </a:lnTo>
                <a:lnTo>
                  <a:pt x="288" y="13"/>
                </a:lnTo>
                <a:lnTo>
                  <a:pt x="287" y="13"/>
                </a:lnTo>
                <a:lnTo>
                  <a:pt x="287" y="14"/>
                </a:lnTo>
                <a:lnTo>
                  <a:pt x="287" y="15"/>
                </a:lnTo>
                <a:lnTo>
                  <a:pt x="286" y="15"/>
                </a:lnTo>
                <a:lnTo>
                  <a:pt x="285" y="15"/>
                </a:lnTo>
                <a:lnTo>
                  <a:pt x="285" y="16"/>
                </a:lnTo>
                <a:lnTo>
                  <a:pt x="285" y="17"/>
                </a:lnTo>
                <a:lnTo>
                  <a:pt x="284" y="17"/>
                </a:lnTo>
                <a:lnTo>
                  <a:pt x="284" y="18"/>
                </a:lnTo>
                <a:lnTo>
                  <a:pt x="285" y="18"/>
                </a:lnTo>
                <a:lnTo>
                  <a:pt x="286" y="18"/>
                </a:lnTo>
                <a:lnTo>
                  <a:pt x="287" y="17"/>
                </a:lnTo>
                <a:lnTo>
                  <a:pt x="287" y="18"/>
                </a:lnTo>
                <a:lnTo>
                  <a:pt x="288" y="18"/>
                </a:lnTo>
                <a:lnTo>
                  <a:pt x="289" y="19"/>
                </a:lnTo>
                <a:lnTo>
                  <a:pt x="290" y="19"/>
                </a:lnTo>
                <a:lnTo>
                  <a:pt x="289" y="20"/>
                </a:lnTo>
                <a:lnTo>
                  <a:pt x="290" y="20"/>
                </a:lnTo>
                <a:lnTo>
                  <a:pt x="290" y="21"/>
                </a:lnTo>
                <a:lnTo>
                  <a:pt x="289" y="21"/>
                </a:lnTo>
                <a:lnTo>
                  <a:pt x="289" y="22"/>
                </a:lnTo>
                <a:lnTo>
                  <a:pt x="290" y="23"/>
                </a:lnTo>
                <a:lnTo>
                  <a:pt x="290" y="24"/>
                </a:lnTo>
                <a:lnTo>
                  <a:pt x="290" y="25"/>
                </a:lnTo>
                <a:lnTo>
                  <a:pt x="289" y="25"/>
                </a:lnTo>
                <a:lnTo>
                  <a:pt x="288" y="25"/>
                </a:lnTo>
                <a:lnTo>
                  <a:pt x="287" y="25"/>
                </a:lnTo>
                <a:lnTo>
                  <a:pt x="286" y="26"/>
                </a:lnTo>
                <a:lnTo>
                  <a:pt x="286" y="27"/>
                </a:lnTo>
                <a:lnTo>
                  <a:pt x="286" y="28"/>
                </a:lnTo>
                <a:lnTo>
                  <a:pt x="285" y="28"/>
                </a:lnTo>
                <a:lnTo>
                  <a:pt x="284" y="28"/>
                </a:lnTo>
                <a:lnTo>
                  <a:pt x="284" y="29"/>
                </a:lnTo>
                <a:lnTo>
                  <a:pt x="283" y="30"/>
                </a:lnTo>
                <a:lnTo>
                  <a:pt x="283" y="31"/>
                </a:lnTo>
                <a:lnTo>
                  <a:pt x="282" y="31"/>
                </a:lnTo>
                <a:lnTo>
                  <a:pt x="282" y="32"/>
                </a:lnTo>
                <a:lnTo>
                  <a:pt x="281" y="32"/>
                </a:lnTo>
                <a:lnTo>
                  <a:pt x="281" y="33"/>
                </a:lnTo>
                <a:lnTo>
                  <a:pt x="282" y="33"/>
                </a:lnTo>
                <a:lnTo>
                  <a:pt x="282" y="34"/>
                </a:lnTo>
                <a:lnTo>
                  <a:pt x="282" y="36"/>
                </a:lnTo>
                <a:lnTo>
                  <a:pt x="283" y="36"/>
                </a:lnTo>
                <a:lnTo>
                  <a:pt x="283" y="35"/>
                </a:lnTo>
                <a:lnTo>
                  <a:pt x="284" y="36"/>
                </a:lnTo>
                <a:lnTo>
                  <a:pt x="284" y="37"/>
                </a:lnTo>
                <a:lnTo>
                  <a:pt x="283" y="38"/>
                </a:lnTo>
                <a:lnTo>
                  <a:pt x="283" y="39"/>
                </a:lnTo>
                <a:lnTo>
                  <a:pt x="283" y="40"/>
                </a:lnTo>
                <a:lnTo>
                  <a:pt x="284" y="41"/>
                </a:lnTo>
                <a:lnTo>
                  <a:pt x="284" y="42"/>
                </a:lnTo>
                <a:lnTo>
                  <a:pt x="284" y="43"/>
                </a:lnTo>
                <a:lnTo>
                  <a:pt x="284" y="44"/>
                </a:lnTo>
                <a:lnTo>
                  <a:pt x="285" y="44"/>
                </a:lnTo>
                <a:lnTo>
                  <a:pt x="285" y="45"/>
                </a:lnTo>
                <a:lnTo>
                  <a:pt x="286" y="46"/>
                </a:lnTo>
                <a:lnTo>
                  <a:pt x="287" y="46"/>
                </a:lnTo>
                <a:lnTo>
                  <a:pt x="287" y="47"/>
                </a:lnTo>
                <a:lnTo>
                  <a:pt x="287" y="48"/>
                </a:lnTo>
                <a:lnTo>
                  <a:pt x="288" y="48"/>
                </a:lnTo>
                <a:lnTo>
                  <a:pt x="288" y="47"/>
                </a:lnTo>
                <a:lnTo>
                  <a:pt x="289" y="47"/>
                </a:lnTo>
                <a:lnTo>
                  <a:pt x="290" y="48"/>
                </a:lnTo>
                <a:lnTo>
                  <a:pt x="291" y="48"/>
                </a:lnTo>
                <a:lnTo>
                  <a:pt x="292" y="48"/>
                </a:lnTo>
                <a:lnTo>
                  <a:pt x="293" y="48"/>
                </a:lnTo>
                <a:lnTo>
                  <a:pt x="294" y="49"/>
                </a:lnTo>
                <a:lnTo>
                  <a:pt x="293" y="49"/>
                </a:lnTo>
                <a:lnTo>
                  <a:pt x="293" y="50"/>
                </a:lnTo>
                <a:lnTo>
                  <a:pt x="294" y="50"/>
                </a:lnTo>
                <a:lnTo>
                  <a:pt x="295" y="50"/>
                </a:lnTo>
                <a:lnTo>
                  <a:pt x="295" y="51"/>
                </a:lnTo>
                <a:lnTo>
                  <a:pt x="296" y="51"/>
                </a:lnTo>
                <a:lnTo>
                  <a:pt x="296" y="52"/>
                </a:lnTo>
                <a:lnTo>
                  <a:pt x="296" y="53"/>
                </a:lnTo>
                <a:lnTo>
                  <a:pt x="297" y="53"/>
                </a:lnTo>
                <a:lnTo>
                  <a:pt x="297" y="54"/>
                </a:lnTo>
                <a:lnTo>
                  <a:pt x="297" y="55"/>
                </a:lnTo>
                <a:lnTo>
                  <a:pt x="298" y="55"/>
                </a:lnTo>
                <a:lnTo>
                  <a:pt x="298" y="56"/>
                </a:lnTo>
                <a:lnTo>
                  <a:pt x="298" y="57"/>
                </a:lnTo>
                <a:lnTo>
                  <a:pt x="298" y="58"/>
                </a:lnTo>
                <a:lnTo>
                  <a:pt x="297" y="58"/>
                </a:lnTo>
                <a:lnTo>
                  <a:pt x="298" y="59"/>
                </a:lnTo>
                <a:lnTo>
                  <a:pt x="299" y="60"/>
                </a:lnTo>
                <a:lnTo>
                  <a:pt x="299" y="61"/>
                </a:lnTo>
                <a:lnTo>
                  <a:pt x="299" y="62"/>
                </a:lnTo>
                <a:lnTo>
                  <a:pt x="300" y="62"/>
                </a:lnTo>
                <a:lnTo>
                  <a:pt x="301" y="63"/>
                </a:lnTo>
                <a:lnTo>
                  <a:pt x="301" y="64"/>
                </a:lnTo>
                <a:lnTo>
                  <a:pt x="300" y="64"/>
                </a:lnTo>
                <a:lnTo>
                  <a:pt x="301" y="65"/>
                </a:lnTo>
                <a:lnTo>
                  <a:pt x="300" y="66"/>
                </a:lnTo>
                <a:lnTo>
                  <a:pt x="300" y="67"/>
                </a:lnTo>
                <a:lnTo>
                  <a:pt x="301" y="67"/>
                </a:lnTo>
                <a:lnTo>
                  <a:pt x="302" y="67"/>
                </a:lnTo>
                <a:lnTo>
                  <a:pt x="302" y="68"/>
                </a:lnTo>
                <a:lnTo>
                  <a:pt x="302" y="69"/>
                </a:lnTo>
                <a:lnTo>
                  <a:pt x="303" y="69"/>
                </a:lnTo>
                <a:lnTo>
                  <a:pt x="303" y="70"/>
                </a:lnTo>
                <a:lnTo>
                  <a:pt x="304" y="70"/>
                </a:lnTo>
                <a:lnTo>
                  <a:pt x="304" y="71"/>
                </a:lnTo>
                <a:lnTo>
                  <a:pt x="304" y="72"/>
                </a:lnTo>
                <a:lnTo>
                  <a:pt x="305" y="72"/>
                </a:lnTo>
                <a:lnTo>
                  <a:pt x="306" y="72"/>
                </a:lnTo>
                <a:lnTo>
                  <a:pt x="306" y="73"/>
                </a:lnTo>
                <a:lnTo>
                  <a:pt x="306" y="74"/>
                </a:lnTo>
                <a:lnTo>
                  <a:pt x="307" y="74"/>
                </a:lnTo>
                <a:lnTo>
                  <a:pt x="308" y="74"/>
                </a:lnTo>
                <a:lnTo>
                  <a:pt x="307" y="74"/>
                </a:lnTo>
                <a:lnTo>
                  <a:pt x="308" y="75"/>
                </a:lnTo>
                <a:lnTo>
                  <a:pt x="307" y="75"/>
                </a:lnTo>
                <a:lnTo>
                  <a:pt x="305" y="76"/>
                </a:lnTo>
                <a:lnTo>
                  <a:pt x="305" y="77"/>
                </a:lnTo>
                <a:lnTo>
                  <a:pt x="306" y="77"/>
                </a:lnTo>
                <a:lnTo>
                  <a:pt x="306" y="78"/>
                </a:lnTo>
                <a:lnTo>
                  <a:pt x="306" y="79"/>
                </a:lnTo>
                <a:lnTo>
                  <a:pt x="307" y="80"/>
                </a:lnTo>
                <a:lnTo>
                  <a:pt x="307" y="81"/>
                </a:lnTo>
                <a:lnTo>
                  <a:pt x="308" y="82"/>
                </a:lnTo>
                <a:lnTo>
                  <a:pt x="308" y="81"/>
                </a:lnTo>
                <a:lnTo>
                  <a:pt x="309" y="82"/>
                </a:lnTo>
                <a:lnTo>
                  <a:pt x="309" y="83"/>
                </a:lnTo>
                <a:lnTo>
                  <a:pt x="310" y="84"/>
                </a:lnTo>
                <a:lnTo>
                  <a:pt x="310" y="85"/>
                </a:lnTo>
                <a:lnTo>
                  <a:pt x="310" y="86"/>
                </a:lnTo>
                <a:lnTo>
                  <a:pt x="311" y="86"/>
                </a:lnTo>
                <a:lnTo>
                  <a:pt x="312" y="87"/>
                </a:lnTo>
                <a:lnTo>
                  <a:pt x="311" y="87"/>
                </a:lnTo>
                <a:lnTo>
                  <a:pt x="311" y="88"/>
                </a:lnTo>
                <a:lnTo>
                  <a:pt x="311" y="89"/>
                </a:lnTo>
                <a:lnTo>
                  <a:pt x="311" y="90"/>
                </a:lnTo>
                <a:lnTo>
                  <a:pt x="310" y="90"/>
                </a:lnTo>
                <a:lnTo>
                  <a:pt x="311" y="90"/>
                </a:lnTo>
                <a:lnTo>
                  <a:pt x="311" y="91"/>
                </a:lnTo>
                <a:lnTo>
                  <a:pt x="311" y="92"/>
                </a:lnTo>
                <a:lnTo>
                  <a:pt x="312" y="92"/>
                </a:lnTo>
                <a:lnTo>
                  <a:pt x="312" y="93"/>
                </a:lnTo>
                <a:lnTo>
                  <a:pt x="311" y="93"/>
                </a:lnTo>
                <a:lnTo>
                  <a:pt x="310" y="93"/>
                </a:lnTo>
                <a:lnTo>
                  <a:pt x="310" y="94"/>
                </a:lnTo>
                <a:lnTo>
                  <a:pt x="310" y="95"/>
                </a:lnTo>
                <a:lnTo>
                  <a:pt x="310" y="96"/>
                </a:lnTo>
                <a:lnTo>
                  <a:pt x="309" y="96"/>
                </a:lnTo>
                <a:lnTo>
                  <a:pt x="309" y="97"/>
                </a:lnTo>
                <a:lnTo>
                  <a:pt x="308" y="97"/>
                </a:lnTo>
                <a:lnTo>
                  <a:pt x="307" y="98"/>
                </a:lnTo>
                <a:lnTo>
                  <a:pt x="307" y="99"/>
                </a:lnTo>
                <a:lnTo>
                  <a:pt x="307" y="100"/>
                </a:lnTo>
                <a:lnTo>
                  <a:pt x="307" y="101"/>
                </a:lnTo>
                <a:lnTo>
                  <a:pt x="308" y="100"/>
                </a:lnTo>
                <a:lnTo>
                  <a:pt x="309" y="100"/>
                </a:lnTo>
                <a:lnTo>
                  <a:pt x="309" y="101"/>
                </a:lnTo>
                <a:lnTo>
                  <a:pt x="309" y="102"/>
                </a:lnTo>
                <a:lnTo>
                  <a:pt x="310" y="102"/>
                </a:lnTo>
                <a:lnTo>
                  <a:pt x="311" y="102"/>
                </a:lnTo>
                <a:lnTo>
                  <a:pt x="311" y="103"/>
                </a:lnTo>
                <a:lnTo>
                  <a:pt x="311" y="104"/>
                </a:lnTo>
                <a:lnTo>
                  <a:pt x="312" y="104"/>
                </a:lnTo>
                <a:lnTo>
                  <a:pt x="313" y="105"/>
                </a:lnTo>
                <a:lnTo>
                  <a:pt x="313" y="106"/>
                </a:lnTo>
                <a:lnTo>
                  <a:pt x="313" y="107"/>
                </a:lnTo>
                <a:lnTo>
                  <a:pt x="314" y="107"/>
                </a:lnTo>
                <a:lnTo>
                  <a:pt x="314" y="106"/>
                </a:lnTo>
                <a:lnTo>
                  <a:pt x="315" y="106"/>
                </a:lnTo>
                <a:lnTo>
                  <a:pt x="316" y="106"/>
                </a:lnTo>
                <a:lnTo>
                  <a:pt x="317" y="106"/>
                </a:lnTo>
                <a:lnTo>
                  <a:pt x="318" y="106"/>
                </a:lnTo>
                <a:lnTo>
                  <a:pt x="318" y="107"/>
                </a:lnTo>
                <a:lnTo>
                  <a:pt x="319" y="107"/>
                </a:lnTo>
                <a:lnTo>
                  <a:pt x="319" y="106"/>
                </a:lnTo>
                <a:lnTo>
                  <a:pt x="320" y="106"/>
                </a:lnTo>
                <a:lnTo>
                  <a:pt x="320" y="105"/>
                </a:lnTo>
                <a:lnTo>
                  <a:pt x="319" y="105"/>
                </a:lnTo>
                <a:lnTo>
                  <a:pt x="319" y="104"/>
                </a:lnTo>
                <a:lnTo>
                  <a:pt x="320" y="104"/>
                </a:lnTo>
                <a:lnTo>
                  <a:pt x="321" y="103"/>
                </a:lnTo>
                <a:lnTo>
                  <a:pt x="322" y="103"/>
                </a:lnTo>
                <a:lnTo>
                  <a:pt x="322" y="104"/>
                </a:lnTo>
                <a:lnTo>
                  <a:pt x="322" y="103"/>
                </a:lnTo>
                <a:lnTo>
                  <a:pt x="322" y="102"/>
                </a:lnTo>
                <a:lnTo>
                  <a:pt x="322" y="101"/>
                </a:lnTo>
                <a:lnTo>
                  <a:pt x="321" y="101"/>
                </a:lnTo>
                <a:lnTo>
                  <a:pt x="322" y="100"/>
                </a:lnTo>
                <a:lnTo>
                  <a:pt x="323" y="101"/>
                </a:lnTo>
                <a:lnTo>
                  <a:pt x="323" y="100"/>
                </a:lnTo>
                <a:lnTo>
                  <a:pt x="324" y="100"/>
                </a:lnTo>
                <a:lnTo>
                  <a:pt x="325" y="100"/>
                </a:lnTo>
                <a:lnTo>
                  <a:pt x="326" y="100"/>
                </a:lnTo>
                <a:lnTo>
                  <a:pt x="326" y="101"/>
                </a:lnTo>
                <a:lnTo>
                  <a:pt x="327" y="101"/>
                </a:lnTo>
                <a:lnTo>
                  <a:pt x="327" y="102"/>
                </a:lnTo>
                <a:lnTo>
                  <a:pt x="328" y="102"/>
                </a:lnTo>
                <a:lnTo>
                  <a:pt x="329" y="102"/>
                </a:lnTo>
                <a:lnTo>
                  <a:pt x="330" y="102"/>
                </a:lnTo>
                <a:lnTo>
                  <a:pt x="330" y="103"/>
                </a:lnTo>
                <a:lnTo>
                  <a:pt x="331" y="103"/>
                </a:lnTo>
                <a:lnTo>
                  <a:pt x="332" y="103"/>
                </a:lnTo>
                <a:lnTo>
                  <a:pt x="332" y="102"/>
                </a:lnTo>
                <a:lnTo>
                  <a:pt x="332" y="103"/>
                </a:lnTo>
                <a:lnTo>
                  <a:pt x="333" y="103"/>
                </a:lnTo>
                <a:lnTo>
                  <a:pt x="334" y="103"/>
                </a:lnTo>
                <a:lnTo>
                  <a:pt x="334" y="102"/>
                </a:lnTo>
                <a:lnTo>
                  <a:pt x="335" y="102"/>
                </a:lnTo>
                <a:lnTo>
                  <a:pt x="336" y="101"/>
                </a:lnTo>
                <a:lnTo>
                  <a:pt x="336" y="100"/>
                </a:lnTo>
                <a:lnTo>
                  <a:pt x="337" y="101"/>
                </a:lnTo>
                <a:lnTo>
                  <a:pt x="338" y="101"/>
                </a:lnTo>
                <a:lnTo>
                  <a:pt x="338" y="102"/>
                </a:lnTo>
                <a:lnTo>
                  <a:pt x="338" y="103"/>
                </a:lnTo>
                <a:lnTo>
                  <a:pt x="337" y="103"/>
                </a:lnTo>
                <a:lnTo>
                  <a:pt x="338" y="104"/>
                </a:lnTo>
                <a:lnTo>
                  <a:pt x="338" y="105"/>
                </a:lnTo>
                <a:lnTo>
                  <a:pt x="338" y="106"/>
                </a:lnTo>
                <a:lnTo>
                  <a:pt x="338" y="107"/>
                </a:lnTo>
                <a:lnTo>
                  <a:pt x="339" y="107"/>
                </a:lnTo>
                <a:lnTo>
                  <a:pt x="339" y="106"/>
                </a:lnTo>
                <a:lnTo>
                  <a:pt x="340" y="106"/>
                </a:lnTo>
                <a:lnTo>
                  <a:pt x="341" y="106"/>
                </a:lnTo>
                <a:lnTo>
                  <a:pt x="341" y="107"/>
                </a:lnTo>
                <a:lnTo>
                  <a:pt x="342" y="107"/>
                </a:lnTo>
                <a:lnTo>
                  <a:pt x="343" y="107"/>
                </a:lnTo>
                <a:lnTo>
                  <a:pt x="344" y="107"/>
                </a:lnTo>
                <a:lnTo>
                  <a:pt x="345" y="107"/>
                </a:lnTo>
                <a:lnTo>
                  <a:pt x="346" y="107"/>
                </a:lnTo>
                <a:lnTo>
                  <a:pt x="347" y="107"/>
                </a:lnTo>
                <a:lnTo>
                  <a:pt x="348" y="107"/>
                </a:lnTo>
                <a:lnTo>
                  <a:pt x="349" y="107"/>
                </a:lnTo>
                <a:lnTo>
                  <a:pt x="350" y="107"/>
                </a:lnTo>
                <a:lnTo>
                  <a:pt x="351" y="106"/>
                </a:lnTo>
                <a:lnTo>
                  <a:pt x="351" y="107"/>
                </a:lnTo>
                <a:lnTo>
                  <a:pt x="352" y="107"/>
                </a:lnTo>
                <a:lnTo>
                  <a:pt x="352" y="106"/>
                </a:lnTo>
                <a:lnTo>
                  <a:pt x="352" y="105"/>
                </a:lnTo>
                <a:lnTo>
                  <a:pt x="352" y="106"/>
                </a:lnTo>
                <a:lnTo>
                  <a:pt x="352" y="107"/>
                </a:lnTo>
                <a:lnTo>
                  <a:pt x="353" y="107"/>
                </a:lnTo>
                <a:lnTo>
                  <a:pt x="353" y="106"/>
                </a:lnTo>
                <a:lnTo>
                  <a:pt x="354" y="106"/>
                </a:lnTo>
                <a:lnTo>
                  <a:pt x="355" y="106"/>
                </a:lnTo>
                <a:lnTo>
                  <a:pt x="355" y="105"/>
                </a:lnTo>
                <a:lnTo>
                  <a:pt x="355" y="104"/>
                </a:lnTo>
                <a:lnTo>
                  <a:pt x="355" y="103"/>
                </a:lnTo>
                <a:lnTo>
                  <a:pt x="355" y="101"/>
                </a:lnTo>
                <a:lnTo>
                  <a:pt x="356" y="101"/>
                </a:lnTo>
                <a:lnTo>
                  <a:pt x="356" y="100"/>
                </a:lnTo>
                <a:lnTo>
                  <a:pt x="357" y="100"/>
                </a:lnTo>
                <a:lnTo>
                  <a:pt x="357" y="99"/>
                </a:lnTo>
                <a:lnTo>
                  <a:pt x="358" y="100"/>
                </a:lnTo>
                <a:lnTo>
                  <a:pt x="359" y="99"/>
                </a:lnTo>
                <a:lnTo>
                  <a:pt x="360" y="98"/>
                </a:lnTo>
                <a:lnTo>
                  <a:pt x="359" y="98"/>
                </a:lnTo>
                <a:lnTo>
                  <a:pt x="359" y="97"/>
                </a:lnTo>
                <a:lnTo>
                  <a:pt x="360" y="97"/>
                </a:lnTo>
                <a:lnTo>
                  <a:pt x="361" y="97"/>
                </a:lnTo>
                <a:lnTo>
                  <a:pt x="361" y="96"/>
                </a:lnTo>
                <a:lnTo>
                  <a:pt x="362" y="96"/>
                </a:lnTo>
                <a:lnTo>
                  <a:pt x="362" y="95"/>
                </a:lnTo>
                <a:lnTo>
                  <a:pt x="362" y="94"/>
                </a:lnTo>
                <a:lnTo>
                  <a:pt x="361" y="94"/>
                </a:lnTo>
                <a:lnTo>
                  <a:pt x="361" y="93"/>
                </a:lnTo>
                <a:lnTo>
                  <a:pt x="361" y="92"/>
                </a:lnTo>
                <a:lnTo>
                  <a:pt x="362" y="92"/>
                </a:lnTo>
                <a:lnTo>
                  <a:pt x="363" y="92"/>
                </a:lnTo>
                <a:lnTo>
                  <a:pt x="363" y="91"/>
                </a:lnTo>
                <a:lnTo>
                  <a:pt x="364" y="91"/>
                </a:lnTo>
                <a:lnTo>
                  <a:pt x="364" y="90"/>
                </a:lnTo>
                <a:lnTo>
                  <a:pt x="366" y="90"/>
                </a:lnTo>
                <a:lnTo>
                  <a:pt x="367" y="89"/>
                </a:lnTo>
                <a:lnTo>
                  <a:pt x="368" y="89"/>
                </a:lnTo>
                <a:lnTo>
                  <a:pt x="369" y="89"/>
                </a:lnTo>
                <a:lnTo>
                  <a:pt x="370" y="89"/>
                </a:lnTo>
                <a:lnTo>
                  <a:pt x="371" y="90"/>
                </a:lnTo>
                <a:lnTo>
                  <a:pt x="371" y="91"/>
                </a:lnTo>
                <a:lnTo>
                  <a:pt x="372" y="92"/>
                </a:lnTo>
                <a:lnTo>
                  <a:pt x="373" y="92"/>
                </a:lnTo>
                <a:lnTo>
                  <a:pt x="373" y="91"/>
                </a:lnTo>
                <a:lnTo>
                  <a:pt x="374" y="91"/>
                </a:lnTo>
                <a:lnTo>
                  <a:pt x="374" y="90"/>
                </a:lnTo>
                <a:lnTo>
                  <a:pt x="375" y="90"/>
                </a:lnTo>
                <a:lnTo>
                  <a:pt x="375" y="89"/>
                </a:lnTo>
                <a:lnTo>
                  <a:pt x="376" y="89"/>
                </a:lnTo>
                <a:lnTo>
                  <a:pt x="375" y="89"/>
                </a:lnTo>
                <a:lnTo>
                  <a:pt x="375" y="88"/>
                </a:lnTo>
                <a:lnTo>
                  <a:pt x="376" y="87"/>
                </a:lnTo>
                <a:lnTo>
                  <a:pt x="376" y="86"/>
                </a:lnTo>
                <a:lnTo>
                  <a:pt x="377" y="85"/>
                </a:lnTo>
                <a:lnTo>
                  <a:pt x="377" y="84"/>
                </a:lnTo>
                <a:lnTo>
                  <a:pt x="377" y="83"/>
                </a:lnTo>
                <a:lnTo>
                  <a:pt x="376" y="82"/>
                </a:lnTo>
                <a:lnTo>
                  <a:pt x="376" y="81"/>
                </a:lnTo>
                <a:lnTo>
                  <a:pt x="377" y="81"/>
                </a:lnTo>
                <a:lnTo>
                  <a:pt x="376" y="80"/>
                </a:lnTo>
                <a:lnTo>
                  <a:pt x="376" y="79"/>
                </a:lnTo>
                <a:lnTo>
                  <a:pt x="377" y="78"/>
                </a:lnTo>
                <a:lnTo>
                  <a:pt x="378" y="78"/>
                </a:lnTo>
                <a:lnTo>
                  <a:pt x="377" y="78"/>
                </a:lnTo>
                <a:lnTo>
                  <a:pt x="377" y="77"/>
                </a:lnTo>
                <a:lnTo>
                  <a:pt x="377" y="76"/>
                </a:lnTo>
                <a:lnTo>
                  <a:pt x="377" y="75"/>
                </a:lnTo>
                <a:lnTo>
                  <a:pt x="377" y="74"/>
                </a:lnTo>
                <a:lnTo>
                  <a:pt x="376" y="73"/>
                </a:lnTo>
                <a:lnTo>
                  <a:pt x="377" y="73"/>
                </a:lnTo>
                <a:lnTo>
                  <a:pt x="377" y="72"/>
                </a:lnTo>
                <a:lnTo>
                  <a:pt x="378" y="72"/>
                </a:lnTo>
                <a:lnTo>
                  <a:pt x="378" y="73"/>
                </a:lnTo>
                <a:lnTo>
                  <a:pt x="379" y="73"/>
                </a:lnTo>
                <a:lnTo>
                  <a:pt x="379" y="72"/>
                </a:lnTo>
                <a:lnTo>
                  <a:pt x="379" y="71"/>
                </a:lnTo>
                <a:lnTo>
                  <a:pt x="380" y="71"/>
                </a:lnTo>
                <a:lnTo>
                  <a:pt x="381" y="71"/>
                </a:lnTo>
                <a:lnTo>
                  <a:pt x="381" y="70"/>
                </a:lnTo>
                <a:lnTo>
                  <a:pt x="381" y="69"/>
                </a:lnTo>
                <a:lnTo>
                  <a:pt x="380" y="69"/>
                </a:lnTo>
                <a:lnTo>
                  <a:pt x="381" y="69"/>
                </a:lnTo>
                <a:lnTo>
                  <a:pt x="382" y="69"/>
                </a:lnTo>
                <a:lnTo>
                  <a:pt x="382" y="70"/>
                </a:lnTo>
                <a:lnTo>
                  <a:pt x="383" y="70"/>
                </a:lnTo>
                <a:lnTo>
                  <a:pt x="384" y="70"/>
                </a:lnTo>
                <a:lnTo>
                  <a:pt x="384" y="69"/>
                </a:lnTo>
                <a:lnTo>
                  <a:pt x="385" y="69"/>
                </a:lnTo>
                <a:lnTo>
                  <a:pt x="386" y="70"/>
                </a:lnTo>
                <a:lnTo>
                  <a:pt x="387" y="69"/>
                </a:lnTo>
                <a:lnTo>
                  <a:pt x="387" y="68"/>
                </a:lnTo>
                <a:lnTo>
                  <a:pt x="388" y="68"/>
                </a:lnTo>
                <a:lnTo>
                  <a:pt x="389" y="68"/>
                </a:lnTo>
                <a:lnTo>
                  <a:pt x="390" y="68"/>
                </a:lnTo>
                <a:lnTo>
                  <a:pt x="391" y="68"/>
                </a:lnTo>
                <a:lnTo>
                  <a:pt x="392" y="68"/>
                </a:lnTo>
                <a:lnTo>
                  <a:pt x="392" y="69"/>
                </a:lnTo>
                <a:lnTo>
                  <a:pt x="392" y="70"/>
                </a:lnTo>
                <a:lnTo>
                  <a:pt x="392" y="71"/>
                </a:lnTo>
                <a:lnTo>
                  <a:pt x="393" y="71"/>
                </a:lnTo>
                <a:lnTo>
                  <a:pt x="393" y="72"/>
                </a:lnTo>
                <a:lnTo>
                  <a:pt x="393" y="73"/>
                </a:lnTo>
                <a:lnTo>
                  <a:pt x="392" y="74"/>
                </a:lnTo>
                <a:lnTo>
                  <a:pt x="391" y="74"/>
                </a:lnTo>
                <a:lnTo>
                  <a:pt x="391" y="75"/>
                </a:lnTo>
                <a:lnTo>
                  <a:pt x="392" y="76"/>
                </a:lnTo>
                <a:lnTo>
                  <a:pt x="392" y="77"/>
                </a:lnTo>
                <a:lnTo>
                  <a:pt x="392" y="78"/>
                </a:lnTo>
                <a:lnTo>
                  <a:pt x="392" y="79"/>
                </a:lnTo>
                <a:lnTo>
                  <a:pt x="393" y="79"/>
                </a:lnTo>
                <a:lnTo>
                  <a:pt x="394" y="79"/>
                </a:lnTo>
                <a:lnTo>
                  <a:pt x="395" y="79"/>
                </a:lnTo>
                <a:lnTo>
                  <a:pt x="396" y="79"/>
                </a:lnTo>
                <a:lnTo>
                  <a:pt x="397" y="79"/>
                </a:lnTo>
                <a:lnTo>
                  <a:pt x="398" y="80"/>
                </a:lnTo>
                <a:lnTo>
                  <a:pt x="397" y="80"/>
                </a:lnTo>
                <a:lnTo>
                  <a:pt x="397" y="81"/>
                </a:lnTo>
                <a:lnTo>
                  <a:pt x="397" y="82"/>
                </a:lnTo>
                <a:lnTo>
                  <a:pt x="397" y="83"/>
                </a:lnTo>
                <a:lnTo>
                  <a:pt x="396" y="84"/>
                </a:lnTo>
                <a:lnTo>
                  <a:pt x="397" y="85"/>
                </a:lnTo>
                <a:lnTo>
                  <a:pt x="398" y="85"/>
                </a:lnTo>
                <a:lnTo>
                  <a:pt x="398" y="84"/>
                </a:lnTo>
                <a:lnTo>
                  <a:pt x="399" y="84"/>
                </a:lnTo>
                <a:lnTo>
                  <a:pt x="400" y="84"/>
                </a:lnTo>
                <a:lnTo>
                  <a:pt x="401" y="85"/>
                </a:lnTo>
                <a:lnTo>
                  <a:pt x="401" y="86"/>
                </a:lnTo>
                <a:lnTo>
                  <a:pt x="402" y="86"/>
                </a:lnTo>
                <a:lnTo>
                  <a:pt x="402" y="87"/>
                </a:lnTo>
                <a:lnTo>
                  <a:pt x="402" y="88"/>
                </a:lnTo>
                <a:lnTo>
                  <a:pt x="402" y="89"/>
                </a:lnTo>
                <a:lnTo>
                  <a:pt x="403" y="89"/>
                </a:lnTo>
                <a:lnTo>
                  <a:pt x="403" y="90"/>
                </a:lnTo>
                <a:lnTo>
                  <a:pt x="403" y="91"/>
                </a:lnTo>
                <a:lnTo>
                  <a:pt x="403" y="92"/>
                </a:lnTo>
                <a:lnTo>
                  <a:pt x="404" y="93"/>
                </a:lnTo>
                <a:lnTo>
                  <a:pt x="403" y="94"/>
                </a:lnTo>
                <a:lnTo>
                  <a:pt x="403" y="95"/>
                </a:lnTo>
                <a:lnTo>
                  <a:pt x="402" y="97"/>
                </a:lnTo>
                <a:lnTo>
                  <a:pt x="402" y="96"/>
                </a:lnTo>
                <a:lnTo>
                  <a:pt x="401" y="96"/>
                </a:lnTo>
                <a:lnTo>
                  <a:pt x="401" y="97"/>
                </a:lnTo>
                <a:lnTo>
                  <a:pt x="402" y="97"/>
                </a:lnTo>
                <a:lnTo>
                  <a:pt x="402" y="98"/>
                </a:lnTo>
                <a:lnTo>
                  <a:pt x="403" y="98"/>
                </a:lnTo>
                <a:lnTo>
                  <a:pt x="404" y="98"/>
                </a:lnTo>
                <a:lnTo>
                  <a:pt x="404" y="99"/>
                </a:lnTo>
                <a:lnTo>
                  <a:pt x="404" y="100"/>
                </a:lnTo>
                <a:lnTo>
                  <a:pt x="405" y="100"/>
                </a:lnTo>
                <a:lnTo>
                  <a:pt x="405" y="101"/>
                </a:lnTo>
                <a:lnTo>
                  <a:pt x="406" y="101"/>
                </a:lnTo>
                <a:lnTo>
                  <a:pt x="407" y="101"/>
                </a:lnTo>
                <a:lnTo>
                  <a:pt x="407" y="102"/>
                </a:lnTo>
                <a:lnTo>
                  <a:pt x="408" y="102"/>
                </a:lnTo>
                <a:lnTo>
                  <a:pt x="408" y="103"/>
                </a:lnTo>
                <a:lnTo>
                  <a:pt x="409" y="103"/>
                </a:lnTo>
                <a:lnTo>
                  <a:pt x="409" y="104"/>
                </a:lnTo>
                <a:lnTo>
                  <a:pt x="409" y="103"/>
                </a:lnTo>
                <a:lnTo>
                  <a:pt x="410" y="103"/>
                </a:lnTo>
                <a:lnTo>
                  <a:pt x="410" y="104"/>
                </a:lnTo>
                <a:lnTo>
                  <a:pt x="409" y="104"/>
                </a:lnTo>
                <a:lnTo>
                  <a:pt x="409" y="105"/>
                </a:lnTo>
                <a:lnTo>
                  <a:pt x="409" y="106"/>
                </a:lnTo>
                <a:lnTo>
                  <a:pt x="410" y="106"/>
                </a:lnTo>
                <a:lnTo>
                  <a:pt x="410" y="107"/>
                </a:lnTo>
                <a:lnTo>
                  <a:pt x="411" y="107"/>
                </a:lnTo>
                <a:lnTo>
                  <a:pt x="412" y="107"/>
                </a:lnTo>
                <a:lnTo>
                  <a:pt x="412" y="108"/>
                </a:lnTo>
                <a:lnTo>
                  <a:pt x="413" y="109"/>
                </a:lnTo>
                <a:lnTo>
                  <a:pt x="414" y="109"/>
                </a:lnTo>
                <a:lnTo>
                  <a:pt x="415" y="109"/>
                </a:lnTo>
                <a:lnTo>
                  <a:pt x="415" y="110"/>
                </a:lnTo>
                <a:lnTo>
                  <a:pt x="414" y="110"/>
                </a:lnTo>
                <a:lnTo>
                  <a:pt x="413" y="109"/>
                </a:lnTo>
                <a:lnTo>
                  <a:pt x="413" y="110"/>
                </a:lnTo>
                <a:lnTo>
                  <a:pt x="413" y="111"/>
                </a:lnTo>
                <a:lnTo>
                  <a:pt x="413" y="112"/>
                </a:lnTo>
                <a:lnTo>
                  <a:pt x="414" y="112"/>
                </a:lnTo>
                <a:lnTo>
                  <a:pt x="416" y="112"/>
                </a:lnTo>
                <a:lnTo>
                  <a:pt x="416" y="111"/>
                </a:lnTo>
                <a:lnTo>
                  <a:pt x="417" y="112"/>
                </a:lnTo>
                <a:lnTo>
                  <a:pt x="418" y="112"/>
                </a:lnTo>
                <a:lnTo>
                  <a:pt x="419" y="113"/>
                </a:lnTo>
                <a:lnTo>
                  <a:pt x="419" y="112"/>
                </a:lnTo>
                <a:lnTo>
                  <a:pt x="421" y="112"/>
                </a:lnTo>
                <a:lnTo>
                  <a:pt x="422" y="112"/>
                </a:lnTo>
                <a:lnTo>
                  <a:pt x="422" y="111"/>
                </a:lnTo>
                <a:lnTo>
                  <a:pt x="421" y="111"/>
                </a:lnTo>
                <a:lnTo>
                  <a:pt x="421" y="110"/>
                </a:lnTo>
                <a:lnTo>
                  <a:pt x="420" y="110"/>
                </a:lnTo>
                <a:lnTo>
                  <a:pt x="421" y="109"/>
                </a:lnTo>
                <a:lnTo>
                  <a:pt x="422" y="109"/>
                </a:lnTo>
                <a:lnTo>
                  <a:pt x="423" y="109"/>
                </a:lnTo>
                <a:lnTo>
                  <a:pt x="424" y="109"/>
                </a:lnTo>
                <a:lnTo>
                  <a:pt x="425" y="109"/>
                </a:lnTo>
                <a:lnTo>
                  <a:pt x="425" y="110"/>
                </a:lnTo>
                <a:lnTo>
                  <a:pt x="424" y="110"/>
                </a:lnTo>
                <a:lnTo>
                  <a:pt x="425" y="111"/>
                </a:lnTo>
                <a:lnTo>
                  <a:pt x="426" y="111"/>
                </a:lnTo>
                <a:lnTo>
                  <a:pt x="426" y="110"/>
                </a:lnTo>
                <a:lnTo>
                  <a:pt x="426" y="109"/>
                </a:lnTo>
                <a:lnTo>
                  <a:pt x="427" y="110"/>
                </a:lnTo>
                <a:lnTo>
                  <a:pt x="428" y="109"/>
                </a:lnTo>
                <a:lnTo>
                  <a:pt x="428" y="108"/>
                </a:lnTo>
                <a:lnTo>
                  <a:pt x="429" y="108"/>
                </a:lnTo>
                <a:lnTo>
                  <a:pt x="430" y="108"/>
                </a:lnTo>
                <a:lnTo>
                  <a:pt x="431" y="108"/>
                </a:lnTo>
                <a:lnTo>
                  <a:pt x="432" y="108"/>
                </a:lnTo>
                <a:lnTo>
                  <a:pt x="433" y="108"/>
                </a:lnTo>
                <a:lnTo>
                  <a:pt x="433" y="107"/>
                </a:lnTo>
                <a:lnTo>
                  <a:pt x="432" y="107"/>
                </a:lnTo>
                <a:lnTo>
                  <a:pt x="432" y="106"/>
                </a:lnTo>
                <a:lnTo>
                  <a:pt x="431" y="106"/>
                </a:lnTo>
                <a:lnTo>
                  <a:pt x="432" y="105"/>
                </a:lnTo>
                <a:lnTo>
                  <a:pt x="433" y="105"/>
                </a:lnTo>
                <a:lnTo>
                  <a:pt x="433" y="104"/>
                </a:lnTo>
                <a:lnTo>
                  <a:pt x="433" y="103"/>
                </a:lnTo>
                <a:lnTo>
                  <a:pt x="434" y="103"/>
                </a:lnTo>
                <a:lnTo>
                  <a:pt x="434" y="102"/>
                </a:lnTo>
                <a:lnTo>
                  <a:pt x="433" y="102"/>
                </a:lnTo>
                <a:lnTo>
                  <a:pt x="434" y="101"/>
                </a:lnTo>
                <a:lnTo>
                  <a:pt x="435" y="101"/>
                </a:lnTo>
                <a:lnTo>
                  <a:pt x="435" y="100"/>
                </a:lnTo>
                <a:lnTo>
                  <a:pt x="436" y="100"/>
                </a:lnTo>
                <a:lnTo>
                  <a:pt x="437" y="100"/>
                </a:lnTo>
                <a:lnTo>
                  <a:pt x="437" y="99"/>
                </a:lnTo>
                <a:lnTo>
                  <a:pt x="438" y="99"/>
                </a:lnTo>
                <a:lnTo>
                  <a:pt x="439" y="99"/>
                </a:lnTo>
                <a:lnTo>
                  <a:pt x="439" y="100"/>
                </a:lnTo>
                <a:lnTo>
                  <a:pt x="439" y="101"/>
                </a:lnTo>
                <a:lnTo>
                  <a:pt x="440" y="101"/>
                </a:lnTo>
                <a:lnTo>
                  <a:pt x="441" y="102"/>
                </a:lnTo>
                <a:lnTo>
                  <a:pt x="442" y="103"/>
                </a:lnTo>
                <a:lnTo>
                  <a:pt x="443" y="103"/>
                </a:lnTo>
                <a:lnTo>
                  <a:pt x="443" y="104"/>
                </a:lnTo>
                <a:lnTo>
                  <a:pt x="444" y="103"/>
                </a:lnTo>
                <a:lnTo>
                  <a:pt x="445" y="103"/>
                </a:lnTo>
                <a:lnTo>
                  <a:pt x="444" y="103"/>
                </a:lnTo>
                <a:lnTo>
                  <a:pt x="444" y="102"/>
                </a:lnTo>
                <a:lnTo>
                  <a:pt x="445" y="102"/>
                </a:lnTo>
                <a:lnTo>
                  <a:pt x="446" y="101"/>
                </a:lnTo>
                <a:lnTo>
                  <a:pt x="446" y="100"/>
                </a:lnTo>
                <a:lnTo>
                  <a:pt x="446" y="99"/>
                </a:lnTo>
                <a:lnTo>
                  <a:pt x="447" y="99"/>
                </a:lnTo>
                <a:lnTo>
                  <a:pt x="448" y="98"/>
                </a:lnTo>
                <a:lnTo>
                  <a:pt x="449" y="97"/>
                </a:lnTo>
                <a:lnTo>
                  <a:pt x="448" y="96"/>
                </a:lnTo>
                <a:lnTo>
                  <a:pt x="449" y="96"/>
                </a:lnTo>
                <a:lnTo>
                  <a:pt x="449" y="95"/>
                </a:lnTo>
                <a:lnTo>
                  <a:pt x="450" y="95"/>
                </a:lnTo>
                <a:lnTo>
                  <a:pt x="451" y="95"/>
                </a:lnTo>
                <a:lnTo>
                  <a:pt x="452" y="95"/>
                </a:lnTo>
                <a:lnTo>
                  <a:pt x="453" y="94"/>
                </a:lnTo>
                <a:lnTo>
                  <a:pt x="453" y="93"/>
                </a:lnTo>
                <a:lnTo>
                  <a:pt x="452" y="93"/>
                </a:lnTo>
                <a:lnTo>
                  <a:pt x="452" y="92"/>
                </a:lnTo>
                <a:lnTo>
                  <a:pt x="452" y="91"/>
                </a:lnTo>
                <a:lnTo>
                  <a:pt x="454" y="91"/>
                </a:lnTo>
                <a:lnTo>
                  <a:pt x="455" y="90"/>
                </a:lnTo>
                <a:lnTo>
                  <a:pt x="456" y="91"/>
                </a:lnTo>
                <a:lnTo>
                  <a:pt x="457" y="91"/>
                </a:lnTo>
                <a:lnTo>
                  <a:pt x="458" y="90"/>
                </a:lnTo>
                <a:lnTo>
                  <a:pt x="459" y="89"/>
                </a:lnTo>
                <a:lnTo>
                  <a:pt x="460" y="89"/>
                </a:lnTo>
                <a:lnTo>
                  <a:pt x="461" y="90"/>
                </a:lnTo>
                <a:lnTo>
                  <a:pt x="462" y="90"/>
                </a:lnTo>
                <a:lnTo>
                  <a:pt x="462" y="89"/>
                </a:lnTo>
                <a:lnTo>
                  <a:pt x="463" y="89"/>
                </a:lnTo>
                <a:lnTo>
                  <a:pt x="464" y="88"/>
                </a:lnTo>
                <a:lnTo>
                  <a:pt x="465" y="88"/>
                </a:lnTo>
                <a:lnTo>
                  <a:pt x="465" y="87"/>
                </a:lnTo>
                <a:lnTo>
                  <a:pt x="466" y="87"/>
                </a:lnTo>
                <a:lnTo>
                  <a:pt x="466" y="88"/>
                </a:lnTo>
                <a:lnTo>
                  <a:pt x="467" y="89"/>
                </a:lnTo>
                <a:lnTo>
                  <a:pt x="467" y="90"/>
                </a:lnTo>
                <a:lnTo>
                  <a:pt x="466" y="90"/>
                </a:lnTo>
                <a:lnTo>
                  <a:pt x="466" y="91"/>
                </a:lnTo>
                <a:lnTo>
                  <a:pt x="467" y="91"/>
                </a:lnTo>
                <a:lnTo>
                  <a:pt x="467" y="92"/>
                </a:lnTo>
                <a:lnTo>
                  <a:pt x="468" y="93"/>
                </a:lnTo>
                <a:lnTo>
                  <a:pt x="469" y="93"/>
                </a:lnTo>
                <a:lnTo>
                  <a:pt x="470" y="93"/>
                </a:lnTo>
                <a:lnTo>
                  <a:pt x="470" y="92"/>
                </a:lnTo>
                <a:lnTo>
                  <a:pt x="471" y="92"/>
                </a:lnTo>
                <a:lnTo>
                  <a:pt x="472" y="92"/>
                </a:lnTo>
                <a:lnTo>
                  <a:pt x="473" y="91"/>
                </a:lnTo>
                <a:lnTo>
                  <a:pt x="473" y="90"/>
                </a:lnTo>
                <a:lnTo>
                  <a:pt x="474" y="90"/>
                </a:lnTo>
                <a:lnTo>
                  <a:pt x="473" y="91"/>
                </a:lnTo>
                <a:lnTo>
                  <a:pt x="474" y="91"/>
                </a:lnTo>
                <a:lnTo>
                  <a:pt x="475" y="91"/>
                </a:lnTo>
                <a:lnTo>
                  <a:pt x="476" y="91"/>
                </a:lnTo>
                <a:lnTo>
                  <a:pt x="477" y="92"/>
                </a:lnTo>
                <a:lnTo>
                  <a:pt x="477" y="93"/>
                </a:lnTo>
                <a:lnTo>
                  <a:pt x="477" y="94"/>
                </a:lnTo>
                <a:lnTo>
                  <a:pt x="477" y="95"/>
                </a:lnTo>
                <a:lnTo>
                  <a:pt x="478" y="95"/>
                </a:lnTo>
                <a:lnTo>
                  <a:pt x="478" y="96"/>
                </a:lnTo>
                <a:lnTo>
                  <a:pt x="478" y="97"/>
                </a:lnTo>
                <a:lnTo>
                  <a:pt x="479" y="97"/>
                </a:lnTo>
                <a:lnTo>
                  <a:pt x="479" y="98"/>
                </a:lnTo>
                <a:lnTo>
                  <a:pt x="480" y="99"/>
                </a:lnTo>
                <a:lnTo>
                  <a:pt x="481" y="99"/>
                </a:lnTo>
                <a:lnTo>
                  <a:pt x="481" y="100"/>
                </a:lnTo>
                <a:lnTo>
                  <a:pt x="482" y="101"/>
                </a:lnTo>
                <a:lnTo>
                  <a:pt x="483" y="101"/>
                </a:lnTo>
                <a:lnTo>
                  <a:pt x="484" y="101"/>
                </a:lnTo>
                <a:lnTo>
                  <a:pt x="484" y="102"/>
                </a:lnTo>
                <a:lnTo>
                  <a:pt x="485" y="103"/>
                </a:lnTo>
                <a:lnTo>
                  <a:pt x="485" y="104"/>
                </a:lnTo>
                <a:lnTo>
                  <a:pt x="485" y="105"/>
                </a:lnTo>
                <a:lnTo>
                  <a:pt x="486" y="105"/>
                </a:lnTo>
                <a:lnTo>
                  <a:pt x="486" y="106"/>
                </a:lnTo>
                <a:lnTo>
                  <a:pt x="487" y="106"/>
                </a:lnTo>
                <a:lnTo>
                  <a:pt x="488" y="106"/>
                </a:lnTo>
                <a:lnTo>
                  <a:pt x="488" y="107"/>
                </a:lnTo>
                <a:lnTo>
                  <a:pt x="489" y="107"/>
                </a:lnTo>
                <a:lnTo>
                  <a:pt x="488" y="108"/>
                </a:lnTo>
                <a:lnTo>
                  <a:pt x="487" y="108"/>
                </a:lnTo>
                <a:lnTo>
                  <a:pt x="487" y="107"/>
                </a:lnTo>
                <a:lnTo>
                  <a:pt x="485" y="108"/>
                </a:lnTo>
                <a:lnTo>
                  <a:pt x="485" y="109"/>
                </a:lnTo>
                <a:lnTo>
                  <a:pt x="485" y="110"/>
                </a:lnTo>
                <a:lnTo>
                  <a:pt x="486" y="110"/>
                </a:lnTo>
                <a:lnTo>
                  <a:pt x="487" y="110"/>
                </a:lnTo>
                <a:lnTo>
                  <a:pt x="487" y="111"/>
                </a:lnTo>
                <a:lnTo>
                  <a:pt x="487" y="112"/>
                </a:lnTo>
                <a:lnTo>
                  <a:pt x="486" y="112"/>
                </a:lnTo>
                <a:lnTo>
                  <a:pt x="486" y="113"/>
                </a:lnTo>
                <a:lnTo>
                  <a:pt x="487" y="113"/>
                </a:lnTo>
                <a:lnTo>
                  <a:pt x="486" y="113"/>
                </a:lnTo>
                <a:lnTo>
                  <a:pt x="486" y="112"/>
                </a:lnTo>
                <a:lnTo>
                  <a:pt x="486" y="111"/>
                </a:lnTo>
                <a:lnTo>
                  <a:pt x="485" y="110"/>
                </a:lnTo>
                <a:lnTo>
                  <a:pt x="485" y="111"/>
                </a:lnTo>
                <a:lnTo>
                  <a:pt x="484" y="111"/>
                </a:lnTo>
                <a:lnTo>
                  <a:pt x="484" y="110"/>
                </a:lnTo>
                <a:lnTo>
                  <a:pt x="483" y="110"/>
                </a:lnTo>
                <a:lnTo>
                  <a:pt x="482" y="110"/>
                </a:lnTo>
                <a:lnTo>
                  <a:pt x="482" y="109"/>
                </a:lnTo>
                <a:lnTo>
                  <a:pt x="481" y="110"/>
                </a:lnTo>
                <a:lnTo>
                  <a:pt x="480" y="110"/>
                </a:lnTo>
                <a:lnTo>
                  <a:pt x="480" y="111"/>
                </a:lnTo>
                <a:lnTo>
                  <a:pt x="480" y="112"/>
                </a:lnTo>
                <a:lnTo>
                  <a:pt x="479" y="112"/>
                </a:lnTo>
                <a:lnTo>
                  <a:pt x="478" y="112"/>
                </a:lnTo>
                <a:lnTo>
                  <a:pt x="478" y="111"/>
                </a:lnTo>
                <a:lnTo>
                  <a:pt x="477" y="111"/>
                </a:lnTo>
                <a:lnTo>
                  <a:pt x="477" y="112"/>
                </a:lnTo>
                <a:lnTo>
                  <a:pt x="476" y="113"/>
                </a:lnTo>
                <a:lnTo>
                  <a:pt x="475" y="113"/>
                </a:lnTo>
                <a:lnTo>
                  <a:pt x="474" y="112"/>
                </a:lnTo>
                <a:lnTo>
                  <a:pt x="474" y="111"/>
                </a:lnTo>
                <a:lnTo>
                  <a:pt x="475" y="111"/>
                </a:lnTo>
                <a:lnTo>
                  <a:pt x="474" y="111"/>
                </a:lnTo>
                <a:lnTo>
                  <a:pt x="474" y="110"/>
                </a:lnTo>
                <a:lnTo>
                  <a:pt x="474" y="109"/>
                </a:lnTo>
                <a:lnTo>
                  <a:pt x="474" y="108"/>
                </a:lnTo>
                <a:lnTo>
                  <a:pt x="475" y="107"/>
                </a:lnTo>
                <a:lnTo>
                  <a:pt x="476" y="107"/>
                </a:lnTo>
                <a:lnTo>
                  <a:pt x="476" y="106"/>
                </a:lnTo>
                <a:lnTo>
                  <a:pt x="477" y="105"/>
                </a:lnTo>
                <a:lnTo>
                  <a:pt x="475" y="106"/>
                </a:lnTo>
                <a:lnTo>
                  <a:pt x="475" y="107"/>
                </a:lnTo>
                <a:lnTo>
                  <a:pt x="474" y="107"/>
                </a:lnTo>
                <a:lnTo>
                  <a:pt x="474" y="108"/>
                </a:lnTo>
                <a:lnTo>
                  <a:pt x="473" y="108"/>
                </a:lnTo>
                <a:lnTo>
                  <a:pt x="473" y="107"/>
                </a:lnTo>
                <a:lnTo>
                  <a:pt x="474" y="107"/>
                </a:lnTo>
                <a:lnTo>
                  <a:pt x="474" y="106"/>
                </a:lnTo>
                <a:lnTo>
                  <a:pt x="473" y="106"/>
                </a:lnTo>
                <a:lnTo>
                  <a:pt x="473" y="105"/>
                </a:lnTo>
                <a:lnTo>
                  <a:pt x="472" y="105"/>
                </a:lnTo>
                <a:lnTo>
                  <a:pt x="472" y="106"/>
                </a:lnTo>
                <a:lnTo>
                  <a:pt x="472" y="107"/>
                </a:lnTo>
                <a:lnTo>
                  <a:pt x="471" y="108"/>
                </a:lnTo>
                <a:lnTo>
                  <a:pt x="472" y="108"/>
                </a:lnTo>
                <a:lnTo>
                  <a:pt x="473" y="108"/>
                </a:lnTo>
                <a:lnTo>
                  <a:pt x="473" y="109"/>
                </a:lnTo>
                <a:lnTo>
                  <a:pt x="472" y="109"/>
                </a:lnTo>
                <a:lnTo>
                  <a:pt x="472" y="110"/>
                </a:lnTo>
                <a:lnTo>
                  <a:pt x="471" y="110"/>
                </a:lnTo>
                <a:lnTo>
                  <a:pt x="471" y="109"/>
                </a:lnTo>
                <a:lnTo>
                  <a:pt x="470" y="109"/>
                </a:lnTo>
                <a:lnTo>
                  <a:pt x="470" y="108"/>
                </a:lnTo>
                <a:lnTo>
                  <a:pt x="470" y="107"/>
                </a:lnTo>
                <a:lnTo>
                  <a:pt x="469" y="107"/>
                </a:lnTo>
                <a:lnTo>
                  <a:pt x="469" y="105"/>
                </a:lnTo>
                <a:lnTo>
                  <a:pt x="468" y="105"/>
                </a:lnTo>
                <a:lnTo>
                  <a:pt x="467" y="105"/>
                </a:lnTo>
                <a:lnTo>
                  <a:pt x="467" y="104"/>
                </a:lnTo>
                <a:lnTo>
                  <a:pt x="466" y="104"/>
                </a:lnTo>
                <a:lnTo>
                  <a:pt x="466" y="105"/>
                </a:lnTo>
                <a:lnTo>
                  <a:pt x="467" y="105"/>
                </a:lnTo>
                <a:lnTo>
                  <a:pt x="468" y="105"/>
                </a:lnTo>
                <a:lnTo>
                  <a:pt x="468" y="106"/>
                </a:lnTo>
                <a:lnTo>
                  <a:pt x="468" y="107"/>
                </a:lnTo>
                <a:lnTo>
                  <a:pt x="469" y="107"/>
                </a:lnTo>
                <a:lnTo>
                  <a:pt x="469" y="108"/>
                </a:lnTo>
                <a:lnTo>
                  <a:pt x="469" y="109"/>
                </a:lnTo>
                <a:lnTo>
                  <a:pt x="469" y="110"/>
                </a:lnTo>
                <a:lnTo>
                  <a:pt x="468" y="110"/>
                </a:lnTo>
                <a:lnTo>
                  <a:pt x="468" y="111"/>
                </a:lnTo>
                <a:lnTo>
                  <a:pt x="467" y="111"/>
                </a:lnTo>
                <a:lnTo>
                  <a:pt x="467" y="112"/>
                </a:lnTo>
                <a:lnTo>
                  <a:pt x="466" y="111"/>
                </a:lnTo>
                <a:lnTo>
                  <a:pt x="466" y="110"/>
                </a:lnTo>
                <a:lnTo>
                  <a:pt x="465" y="110"/>
                </a:lnTo>
                <a:lnTo>
                  <a:pt x="465" y="109"/>
                </a:lnTo>
                <a:lnTo>
                  <a:pt x="464" y="109"/>
                </a:lnTo>
                <a:lnTo>
                  <a:pt x="464" y="108"/>
                </a:lnTo>
                <a:lnTo>
                  <a:pt x="464" y="107"/>
                </a:lnTo>
                <a:lnTo>
                  <a:pt x="463" y="107"/>
                </a:lnTo>
                <a:lnTo>
                  <a:pt x="463" y="106"/>
                </a:lnTo>
                <a:lnTo>
                  <a:pt x="463" y="107"/>
                </a:lnTo>
                <a:lnTo>
                  <a:pt x="463" y="108"/>
                </a:lnTo>
                <a:lnTo>
                  <a:pt x="463" y="109"/>
                </a:lnTo>
                <a:lnTo>
                  <a:pt x="462" y="109"/>
                </a:lnTo>
                <a:lnTo>
                  <a:pt x="461" y="109"/>
                </a:lnTo>
                <a:lnTo>
                  <a:pt x="462" y="110"/>
                </a:lnTo>
                <a:lnTo>
                  <a:pt x="463" y="111"/>
                </a:lnTo>
                <a:lnTo>
                  <a:pt x="463" y="112"/>
                </a:lnTo>
                <a:lnTo>
                  <a:pt x="463" y="113"/>
                </a:lnTo>
                <a:lnTo>
                  <a:pt x="462" y="113"/>
                </a:lnTo>
                <a:lnTo>
                  <a:pt x="462" y="114"/>
                </a:lnTo>
                <a:lnTo>
                  <a:pt x="463" y="115"/>
                </a:lnTo>
                <a:lnTo>
                  <a:pt x="462" y="116"/>
                </a:lnTo>
                <a:lnTo>
                  <a:pt x="462" y="117"/>
                </a:lnTo>
                <a:lnTo>
                  <a:pt x="462" y="118"/>
                </a:lnTo>
                <a:lnTo>
                  <a:pt x="463" y="118"/>
                </a:lnTo>
                <a:lnTo>
                  <a:pt x="463" y="117"/>
                </a:lnTo>
                <a:lnTo>
                  <a:pt x="463" y="118"/>
                </a:lnTo>
                <a:lnTo>
                  <a:pt x="464" y="118"/>
                </a:lnTo>
                <a:lnTo>
                  <a:pt x="464" y="119"/>
                </a:lnTo>
                <a:lnTo>
                  <a:pt x="464" y="118"/>
                </a:lnTo>
                <a:lnTo>
                  <a:pt x="464" y="115"/>
                </a:lnTo>
                <a:lnTo>
                  <a:pt x="465" y="114"/>
                </a:lnTo>
                <a:lnTo>
                  <a:pt x="465" y="113"/>
                </a:lnTo>
                <a:lnTo>
                  <a:pt x="466" y="112"/>
                </a:lnTo>
                <a:lnTo>
                  <a:pt x="467" y="112"/>
                </a:lnTo>
                <a:lnTo>
                  <a:pt x="468" y="112"/>
                </a:lnTo>
                <a:lnTo>
                  <a:pt x="469" y="112"/>
                </a:lnTo>
                <a:lnTo>
                  <a:pt x="469" y="111"/>
                </a:lnTo>
                <a:lnTo>
                  <a:pt x="470" y="111"/>
                </a:lnTo>
                <a:lnTo>
                  <a:pt x="470" y="110"/>
                </a:lnTo>
                <a:lnTo>
                  <a:pt x="471" y="111"/>
                </a:lnTo>
                <a:lnTo>
                  <a:pt x="472" y="112"/>
                </a:lnTo>
                <a:lnTo>
                  <a:pt x="472" y="113"/>
                </a:lnTo>
                <a:lnTo>
                  <a:pt x="473" y="113"/>
                </a:lnTo>
                <a:lnTo>
                  <a:pt x="474" y="113"/>
                </a:lnTo>
                <a:lnTo>
                  <a:pt x="475" y="113"/>
                </a:lnTo>
                <a:lnTo>
                  <a:pt x="475" y="114"/>
                </a:lnTo>
                <a:lnTo>
                  <a:pt x="474" y="114"/>
                </a:lnTo>
                <a:lnTo>
                  <a:pt x="475" y="115"/>
                </a:lnTo>
                <a:lnTo>
                  <a:pt x="477" y="116"/>
                </a:lnTo>
                <a:lnTo>
                  <a:pt x="477" y="115"/>
                </a:lnTo>
                <a:lnTo>
                  <a:pt x="478" y="115"/>
                </a:lnTo>
                <a:lnTo>
                  <a:pt x="478" y="114"/>
                </a:lnTo>
                <a:lnTo>
                  <a:pt x="478" y="113"/>
                </a:lnTo>
                <a:lnTo>
                  <a:pt x="479" y="113"/>
                </a:lnTo>
                <a:lnTo>
                  <a:pt x="480" y="113"/>
                </a:lnTo>
                <a:lnTo>
                  <a:pt x="480" y="112"/>
                </a:lnTo>
                <a:lnTo>
                  <a:pt x="481" y="111"/>
                </a:lnTo>
                <a:lnTo>
                  <a:pt x="482" y="111"/>
                </a:lnTo>
                <a:lnTo>
                  <a:pt x="483" y="112"/>
                </a:lnTo>
                <a:lnTo>
                  <a:pt x="483" y="113"/>
                </a:lnTo>
                <a:lnTo>
                  <a:pt x="484" y="113"/>
                </a:lnTo>
                <a:lnTo>
                  <a:pt x="484" y="114"/>
                </a:lnTo>
                <a:lnTo>
                  <a:pt x="484" y="115"/>
                </a:lnTo>
                <a:lnTo>
                  <a:pt x="484" y="116"/>
                </a:lnTo>
                <a:lnTo>
                  <a:pt x="484" y="117"/>
                </a:lnTo>
                <a:lnTo>
                  <a:pt x="485" y="118"/>
                </a:lnTo>
                <a:lnTo>
                  <a:pt x="486" y="118"/>
                </a:lnTo>
                <a:lnTo>
                  <a:pt x="486" y="119"/>
                </a:lnTo>
                <a:lnTo>
                  <a:pt x="487" y="119"/>
                </a:lnTo>
                <a:lnTo>
                  <a:pt x="487" y="120"/>
                </a:lnTo>
                <a:lnTo>
                  <a:pt x="488" y="121"/>
                </a:lnTo>
                <a:lnTo>
                  <a:pt x="489" y="121"/>
                </a:lnTo>
                <a:lnTo>
                  <a:pt x="491" y="121"/>
                </a:lnTo>
                <a:lnTo>
                  <a:pt x="491" y="122"/>
                </a:lnTo>
                <a:lnTo>
                  <a:pt x="491" y="121"/>
                </a:lnTo>
                <a:lnTo>
                  <a:pt x="492" y="121"/>
                </a:lnTo>
                <a:lnTo>
                  <a:pt x="492" y="120"/>
                </a:lnTo>
                <a:lnTo>
                  <a:pt x="492" y="121"/>
                </a:lnTo>
                <a:lnTo>
                  <a:pt x="492" y="122"/>
                </a:lnTo>
                <a:lnTo>
                  <a:pt x="492" y="123"/>
                </a:lnTo>
                <a:lnTo>
                  <a:pt x="491" y="123"/>
                </a:lnTo>
                <a:lnTo>
                  <a:pt x="490" y="122"/>
                </a:lnTo>
                <a:lnTo>
                  <a:pt x="489" y="122"/>
                </a:lnTo>
                <a:lnTo>
                  <a:pt x="489" y="123"/>
                </a:lnTo>
                <a:lnTo>
                  <a:pt x="488" y="123"/>
                </a:lnTo>
                <a:lnTo>
                  <a:pt x="487" y="123"/>
                </a:lnTo>
                <a:lnTo>
                  <a:pt x="486" y="123"/>
                </a:lnTo>
                <a:lnTo>
                  <a:pt x="486" y="124"/>
                </a:lnTo>
                <a:lnTo>
                  <a:pt x="487" y="124"/>
                </a:lnTo>
                <a:lnTo>
                  <a:pt x="488" y="124"/>
                </a:lnTo>
                <a:lnTo>
                  <a:pt x="489" y="124"/>
                </a:lnTo>
                <a:lnTo>
                  <a:pt x="490" y="125"/>
                </a:lnTo>
                <a:lnTo>
                  <a:pt x="489" y="125"/>
                </a:lnTo>
                <a:lnTo>
                  <a:pt x="488" y="126"/>
                </a:lnTo>
                <a:lnTo>
                  <a:pt x="487" y="126"/>
                </a:lnTo>
                <a:lnTo>
                  <a:pt x="486" y="126"/>
                </a:lnTo>
                <a:lnTo>
                  <a:pt x="485" y="127"/>
                </a:lnTo>
                <a:lnTo>
                  <a:pt x="486" y="127"/>
                </a:lnTo>
                <a:lnTo>
                  <a:pt x="486" y="128"/>
                </a:lnTo>
                <a:lnTo>
                  <a:pt x="486" y="129"/>
                </a:lnTo>
                <a:lnTo>
                  <a:pt x="487" y="129"/>
                </a:lnTo>
                <a:lnTo>
                  <a:pt x="488" y="129"/>
                </a:lnTo>
                <a:lnTo>
                  <a:pt x="489" y="129"/>
                </a:lnTo>
                <a:lnTo>
                  <a:pt x="488" y="130"/>
                </a:lnTo>
                <a:lnTo>
                  <a:pt x="487" y="130"/>
                </a:lnTo>
                <a:lnTo>
                  <a:pt x="485" y="130"/>
                </a:lnTo>
                <a:lnTo>
                  <a:pt x="484" y="130"/>
                </a:lnTo>
                <a:lnTo>
                  <a:pt x="483" y="130"/>
                </a:lnTo>
                <a:lnTo>
                  <a:pt x="481" y="130"/>
                </a:lnTo>
                <a:lnTo>
                  <a:pt x="480" y="129"/>
                </a:lnTo>
                <a:lnTo>
                  <a:pt x="479" y="129"/>
                </a:lnTo>
                <a:lnTo>
                  <a:pt x="478" y="130"/>
                </a:lnTo>
                <a:lnTo>
                  <a:pt x="477" y="130"/>
                </a:lnTo>
                <a:lnTo>
                  <a:pt x="476" y="129"/>
                </a:lnTo>
                <a:lnTo>
                  <a:pt x="475" y="130"/>
                </a:lnTo>
                <a:lnTo>
                  <a:pt x="474" y="130"/>
                </a:lnTo>
                <a:lnTo>
                  <a:pt x="474" y="129"/>
                </a:lnTo>
                <a:lnTo>
                  <a:pt x="473" y="129"/>
                </a:lnTo>
                <a:lnTo>
                  <a:pt x="472" y="129"/>
                </a:lnTo>
                <a:lnTo>
                  <a:pt x="472" y="130"/>
                </a:lnTo>
                <a:lnTo>
                  <a:pt x="473" y="130"/>
                </a:lnTo>
                <a:lnTo>
                  <a:pt x="473" y="131"/>
                </a:lnTo>
                <a:lnTo>
                  <a:pt x="474" y="132"/>
                </a:lnTo>
                <a:lnTo>
                  <a:pt x="474" y="131"/>
                </a:lnTo>
                <a:lnTo>
                  <a:pt x="475" y="131"/>
                </a:lnTo>
                <a:lnTo>
                  <a:pt x="475" y="132"/>
                </a:lnTo>
                <a:lnTo>
                  <a:pt x="476" y="132"/>
                </a:lnTo>
                <a:lnTo>
                  <a:pt x="476" y="133"/>
                </a:lnTo>
                <a:lnTo>
                  <a:pt x="476" y="134"/>
                </a:lnTo>
                <a:lnTo>
                  <a:pt x="476" y="135"/>
                </a:lnTo>
                <a:lnTo>
                  <a:pt x="476" y="136"/>
                </a:lnTo>
                <a:lnTo>
                  <a:pt x="477" y="136"/>
                </a:lnTo>
                <a:lnTo>
                  <a:pt x="478" y="137"/>
                </a:lnTo>
                <a:lnTo>
                  <a:pt x="478" y="138"/>
                </a:lnTo>
                <a:lnTo>
                  <a:pt x="477" y="138"/>
                </a:lnTo>
                <a:lnTo>
                  <a:pt x="476" y="138"/>
                </a:lnTo>
                <a:lnTo>
                  <a:pt x="476" y="137"/>
                </a:lnTo>
                <a:lnTo>
                  <a:pt x="475" y="136"/>
                </a:lnTo>
                <a:lnTo>
                  <a:pt x="474" y="135"/>
                </a:lnTo>
                <a:lnTo>
                  <a:pt x="473" y="135"/>
                </a:lnTo>
                <a:lnTo>
                  <a:pt x="474" y="136"/>
                </a:lnTo>
                <a:lnTo>
                  <a:pt x="473" y="137"/>
                </a:lnTo>
                <a:lnTo>
                  <a:pt x="474" y="138"/>
                </a:lnTo>
                <a:lnTo>
                  <a:pt x="473" y="138"/>
                </a:lnTo>
                <a:lnTo>
                  <a:pt x="473" y="139"/>
                </a:lnTo>
                <a:lnTo>
                  <a:pt x="472" y="139"/>
                </a:lnTo>
                <a:lnTo>
                  <a:pt x="472" y="140"/>
                </a:lnTo>
                <a:lnTo>
                  <a:pt x="473" y="140"/>
                </a:lnTo>
                <a:lnTo>
                  <a:pt x="474" y="139"/>
                </a:lnTo>
                <a:lnTo>
                  <a:pt x="474" y="140"/>
                </a:lnTo>
                <a:lnTo>
                  <a:pt x="475" y="139"/>
                </a:lnTo>
                <a:lnTo>
                  <a:pt x="475" y="140"/>
                </a:lnTo>
                <a:lnTo>
                  <a:pt x="476" y="141"/>
                </a:lnTo>
                <a:lnTo>
                  <a:pt x="476" y="142"/>
                </a:lnTo>
                <a:lnTo>
                  <a:pt x="475" y="142"/>
                </a:lnTo>
                <a:lnTo>
                  <a:pt x="475" y="143"/>
                </a:lnTo>
                <a:lnTo>
                  <a:pt x="476" y="143"/>
                </a:lnTo>
                <a:lnTo>
                  <a:pt x="476" y="144"/>
                </a:lnTo>
                <a:lnTo>
                  <a:pt x="475" y="144"/>
                </a:lnTo>
                <a:lnTo>
                  <a:pt x="475" y="145"/>
                </a:lnTo>
                <a:lnTo>
                  <a:pt x="474" y="145"/>
                </a:lnTo>
                <a:lnTo>
                  <a:pt x="474" y="146"/>
                </a:lnTo>
                <a:lnTo>
                  <a:pt x="473" y="146"/>
                </a:lnTo>
                <a:lnTo>
                  <a:pt x="472" y="146"/>
                </a:lnTo>
                <a:lnTo>
                  <a:pt x="471" y="147"/>
                </a:lnTo>
                <a:lnTo>
                  <a:pt x="470" y="147"/>
                </a:lnTo>
                <a:lnTo>
                  <a:pt x="469" y="146"/>
                </a:lnTo>
                <a:lnTo>
                  <a:pt x="469" y="147"/>
                </a:lnTo>
                <a:lnTo>
                  <a:pt x="468" y="147"/>
                </a:lnTo>
                <a:lnTo>
                  <a:pt x="467" y="147"/>
                </a:lnTo>
                <a:lnTo>
                  <a:pt x="467" y="148"/>
                </a:lnTo>
                <a:lnTo>
                  <a:pt x="468" y="148"/>
                </a:lnTo>
                <a:lnTo>
                  <a:pt x="469" y="148"/>
                </a:lnTo>
                <a:lnTo>
                  <a:pt x="468" y="148"/>
                </a:lnTo>
                <a:lnTo>
                  <a:pt x="468" y="149"/>
                </a:lnTo>
                <a:lnTo>
                  <a:pt x="468" y="150"/>
                </a:lnTo>
                <a:lnTo>
                  <a:pt x="467" y="150"/>
                </a:lnTo>
                <a:lnTo>
                  <a:pt x="469" y="150"/>
                </a:lnTo>
                <a:lnTo>
                  <a:pt x="470" y="149"/>
                </a:lnTo>
                <a:lnTo>
                  <a:pt x="471" y="148"/>
                </a:lnTo>
                <a:lnTo>
                  <a:pt x="472" y="148"/>
                </a:lnTo>
                <a:lnTo>
                  <a:pt x="473" y="148"/>
                </a:lnTo>
                <a:lnTo>
                  <a:pt x="474" y="148"/>
                </a:lnTo>
                <a:lnTo>
                  <a:pt x="474" y="149"/>
                </a:lnTo>
                <a:lnTo>
                  <a:pt x="473" y="149"/>
                </a:lnTo>
                <a:lnTo>
                  <a:pt x="473" y="150"/>
                </a:lnTo>
                <a:lnTo>
                  <a:pt x="473" y="151"/>
                </a:lnTo>
                <a:lnTo>
                  <a:pt x="474" y="151"/>
                </a:lnTo>
                <a:lnTo>
                  <a:pt x="474" y="153"/>
                </a:lnTo>
                <a:lnTo>
                  <a:pt x="473" y="154"/>
                </a:lnTo>
                <a:lnTo>
                  <a:pt x="473" y="155"/>
                </a:lnTo>
                <a:lnTo>
                  <a:pt x="472" y="154"/>
                </a:lnTo>
                <a:lnTo>
                  <a:pt x="471" y="154"/>
                </a:lnTo>
                <a:lnTo>
                  <a:pt x="470" y="154"/>
                </a:lnTo>
                <a:lnTo>
                  <a:pt x="469" y="154"/>
                </a:lnTo>
                <a:lnTo>
                  <a:pt x="468" y="155"/>
                </a:lnTo>
                <a:lnTo>
                  <a:pt x="468" y="154"/>
                </a:lnTo>
                <a:lnTo>
                  <a:pt x="467" y="154"/>
                </a:lnTo>
                <a:lnTo>
                  <a:pt x="466" y="154"/>
                </a:lnTo>
                <a:lnTo>
                  <a:pt x="465" y="154"/>
                </a:lnTo>
                <a:lnTo>
                  <a:pt x="464" y="155"/>
                </a:lnTo>
                <a:lnTo>
                  <a:pt x="462" y="155"/>
                </a:lnTo>
                <a:lnTo>
                  <a:pt x="462" y="156"/>
                </a:lnTo>
                <a:lnTo>
                  <a:pt x="462" y="155"/>
                </a:lnTo>
                <a:lnTo>
                  <a:pt x="461" y="155"/>
                </a:lnTo>
                <a:lnTo>
                  <a:pt x="460" y="155"/>
                </a:lnTo>
                <a:lnTo>
                  <a:pt x="460" y="154"/>
                </a:lnTo>
                <a:lnTo>
                  <a:pt x="459" y="155"/>
                </a:lnTo>
                <a:lnTo>
                  <a:pt x="460" y="156"/>
                </a:lnTo>
                <a:lnTo>
                  <a:pt x="459" y="157"/>
                </a:lnTo>
                <a:lnTo>
                  <a:pt x="460" y="157"/>
                </a:lnTo>
                <a:lnTo>
                  <a:pt x="460" y="158"/>
                </a:lnTo>
                <a:lnTo>
                  <a:pt x="461" y="158"/>
                </a:lnTo>
                <a:lnTo>
                  <a:pt x="461" y="159"/>
                </a:lnTo>
                <a:lnTo>
                  <a:pt x="460" y="160"/>
                </a:lnTo>
                <a:lnTo>
                  <a:pt x="460" y="161"/>
                </a:lnTo>
                <a:lnTo>
                  <a:pt x="459" y="162"/>
                </a:lnTo>
                <a:lnTo>
                  <a:pt x="458" y="162"/>
                </a:lnTo>
                <a:lnTo>
                  <a:pt x="458" y="161"/>
                </a:lnTo>
                <a:lnTo>
                  <a:pt x="457" y="161"/>
                </a:lnTo>
                <a:lnTo>
                  <a:pt x="457" y="162"/>
                </a:lnTo>
                <a:lnTo>
                  <a:pt x="456" y="162"/>
                </a:lnTo>
                <a:lnTo>
                  <a:pt x="457" y="161"/>
                </a:lnTo>
                <a:lnTo>
                  <a:pt x="457" y="160"/>
                </a:lnTo>
                <a:lnTo>
                  <a:pt x="456" y="160"/>
                </a:lnTo>
                <a:lnTo>
                  <a:pt x="455" y="160"/>
                </a:lnTo>
                <a:lnTo>
                  <a:pt x="454" y="160"/>
                </a:lnTo>
                <a:lnTo>
                  <a:pt x="454" y="161"/>
                </a:lnTo>
                <a:lnTo>
                  <a:pt x="453" y="161"/>
                </a:lnTo>
                <a:lnTo>
                  <a:pt x="453" y="162"/>
                </a:lnTo>
                <a:lnTo>
                  <a:pt x="454" y="162"/>
                </a:lnTo>
                <a:lnTo>
                  <a:pt x="455" y="162"/>
                </a:lnTo>
                <a:lnTo>
                  <a:pt x="456" y="162"/>
                </a:lnTo>
                <a:lnTo>
                  <a:pt x="456" y="163"/>
                </a:lnTo>
                <a:lnTo>
                  <a:pt x="455" y="163"/>
                </a:lnTo>
                <a:lnTo>
                  <a:pt x="457" y="169"/>
                </a:lnTo>
                <a:lnTo>
                  <a:pt x="458" y="169"/>
                </a:lnTo>
                <a:lnTo>
                  <a:pt x="459" y="169"/>
                </a:lnTo>
                <a:lnTo>
                  <a:pt x="459" y="170"/>
                </a:lnTo>
                <a:lnTo>
                  <a:pt x="459" y="171"/>
                </a:lnTo>
                <a:lnTo>
                  <a:pt x="460" y="172"/>
                </a:lnTo>
                <a:lnTo>
                  <a:pt x="461" y="173"/>
                </a:lnTo>
                <a:lnTo>
                  <a:pt x="461" y="172"/>
                </a:lnTo>
                <a:lnTo>
                  <a:pt x="463" y="171"/>
                </a:lnTo>
                <a:lnTo>
                  <a:pt x="463" y="172"/>
                </a:lnTo>
                <a:lnTo>
                  <a:pt x="462" y="172"/>
                </a:lnTo>
                <a:lnTo>
                  <a:pt x="463" y="172"/>
                </a:lnTo>
                <a:lnTo>
                  <a:pt x="464" y="171"/>
                </a:lnTo>
                <a:lnTo>
                  <a:pt x="465" y="171"/>
                </a:lnTo>
                <a:lnTo>
                  <a:pt x="465" y="172"/>
                </a:lnTo>
                <a:lnTo>
                  <a:pt x="464" y="172"/>
                </a:lnTo>
                <a:lnTo>
                  <a:pt x="463" y="173"/>
                </a:lnTo>
                <a:lnTo>
                  <a:pt x="462" y="175"/>
                </a:lnTo>
                <a:lnTo>
                  <a:pt x="462" y="176"/>
                </a:lnTo>
                <a:lnTo>
                  <a:pt x="461" y="176"/>
                </a:lnTo>
                <a:lnTo>
                  <a:pt x="461" y="177"/>
                </a:lnTo>
                <a:lnTo>
                  <a:pt x="461" y="178"/>
                </a:lnTo>
                <a:lnTo>
                  <a:pt x="462" y="178"/>
                </a:lnTo>
                <a:lnTo>
                  <a:pt x="462" y="179"/>
                </a:lnTo>
                <a:lnTo>
                  <a:pt x="463" y="179"/>
                </a:lnTo>
                <a:lnTo>
                  <a:pt x="463" y="180"/>
                </a:lnTo>
                <a:lnTo>
                  <a:pt x="465" y="179"/>
                </a:lnTo>
                <a:lnTo>
                  <a:pt x="466" y="179"/>
                </a:lnTo>
                <a:lnTo>
                  <a:pt x="466" y="178"/>
                </a:lnTo>
                <a:lnTo>
                  <a:pt x="467" y="178"/>
                </a:lnTo>
                <a:lnTo>
                  <a:pt x="466" y="179"/>
                </a:lnTo>
                <a:lnTo>
                  <a:pt x="465" y="180"/>
                </a:lnTo>
                <a:lnTo>
                  <a:pt x="466" y="180"/>
                </a:lnTo>
                <a:lnTo>
                  <a:pt x="467" y="180"/>
                </a:lnTo>
                <a:lnTo>
                  <a:pt x="468" y="180"/>
                </a:lnTo>
                <a:lnTo>
                  <a:pt x="468" y="179"/>
                </a:lnTo>
                <a:lnTo>
                  <a:pt x="468" y="180"/>
                </a:lnTo>
                <a:lnTo>
                  <a:pt x="468" y="181"/>
                </a:lnTo>
                <a:lnTo>
                  <a:pt x="467" y="182"/>
                </a:lnTo>
                <a:lnTo>
                  <a:pt x="466" y="182"/>
                </a:lnTo>
                <a:lnTo>
                  <a:pt x="465" y="182"/>
                </a:lnTo>
                <a:lnTo>
                  <a:pt x="465" y="183"/>
                </a:lnTo>
                <a:lnTo>
                  <a:pt x="464" y="183"/>
                </a:lnTo>
                <a:lnTo>
                  <a:pt x="463" y="184"/>
                </a:lnTo>
                <a:lnTo>
                  <a:pt x="463" y="185"/>
                </a:lnTo>
                <a:lnTo>
                  <a:pt x="464" y="187"/>
                </a:lnTo>
                <a:lnTo>
                  <a:pt x="464" y="188"/>
                </a:lnTo>
                <a:lnTo>
                  <a:pt x="464" y="189"/>
                </a:lnTo>
                <a:lnTo>
                  <a:pt x="465" y="190"/>
                </a:lnTo>
                <a:lnTo>
                  <a:pt x="464" y="190"/>
                </a:lnTo>
                <a:lnTo>
                  <a:pt x="464" y="191"/>
                </a:lnTo>
                <a:lnTo>
                  <a:pt x="465" y="191"/>
                </a:lnTo>
                <a:lnTo>
                  <a:pt x="465" y="192"/>
                </a:lnTo>
                <a:lnTo>
                  <a:pt x="466" y="191"/>
                </a:lnTo>
                <a:lnTo>
                  <a:pt x="467" y="190"/>
                </a:lnTo>
                <a:lnTo>
                  <a:pt x="468" y="190"/>
                </a:lnTo>
                <a:lnTo>
                  <a:pt x="466" y="192"/>
                </a:lnTo>
                <a:lnTo>
                  <a:pt x="465" y="193"/>
                </a:lnTo>
                <a:lnTo>
                  <a:pt x="464" y="194"/>
                </a:lnTo>
                <a:lnTo>
                  <a:pt x="464" y="195"/>
                </a:lnTo>
                <a:lnTo>
                  <a:pt x="463" y="195"/>
                </a:lnTo>
                <a:lnTo>
                  <a:pt x="462" y="194"/>
                </a:lnTo>
                <a:lnTo>
                  <a:pt x="462" y="193"/>
                </a:lnTo>
                <a:lnTo>
                  <a:pt x="462" y="192"/>
                </a:lnTo>
                <a:lnTo>
                  <a:pt x="462" y="191"/>
                </a:lnTo>
                <a:lnTo>
                  <a:pt x="461" y="191"/>
                </a:lnTo>
                <a:lnTo>
                  <a:pt x="460" y="192"/>
                </a:lnTo>
                <a:lnTo>
                  <a:pt x="460" y="193"/>
                </a:lnTo>
                <a:lnTo>
                  <a:pt x="459" y="194"/>
                </a:lnTo>
                <a:lnTo>
                  <a:pt x="458" y="195"/>
                </a:lnTo>
                <a:lnTo>
                  <a:pt x="457" y="195"/>
                </a:lnTo>
                <a:lnTo>
                  <a:pt x="455" y="197"/>
                </a:lnTo>
                <a:lnTo>
                  <a:pt x="455" y="198"/>
                </a:lnTo>
                <a:lnTo>
                  <a:pt x="454" y="198"/>
                </a:lnTo>
                <a:lnTo>
                  <a:pt x="453" y="198"/>
                </a:lnTo>
                <a:lnTo>
                  <a:pt x="452" y="199"/>
                </a:lnTo>
                <a:lnTo>
                  <a:pt x="450" y="199"/>
                </a:lnTo>
                <a:lnTo>
                  <a:pt x="450" y="198"/>
                </a:lnTo>
                <a:lnTo>
                  <a:pt x="449" y="198"/>
                </a:lnTo>
                <a:lnTo>
                  <a:pt x="448" y="198"/>
                </a:lnTo>
                <a:lnTo>
                  <a:pt x="448" y="199"/>
                </a:lnTo>
                <a:lnTo>
                  <a:pt x="447" y="200"/>
                </a:lnTo>
                <a:lnTo>
                  <a:pt x="447" y="201"/>
                </a:lnTo>
                <a:lnTo>
                  <a:pt x="446" y="202"/>
                </a:lnTo>
                <a:lnTo>
                  <a:pt x="447" y="203"/>
                </a:lnTo>
                <a:lnTo>
                  <a:pt x="447" y="204"/>
                </a:lnTo>
                <a:lnTo>
                  <a:pt x="448" y="204"/>
                </a:lnTo>
                <a:lnTo>
                  <a:pt x="447" y="204"/>
                </a:lnTo>
                <a:lnTo>
                  <a:pt x="446" y="204"/>
                </a:lnTo>
                <a:lnTo>
                  <a:pt x="446" y="205"/>
                </a:lnTo>
                <a:lnTo>
                  <a:pt x="447" y="205"/>
                </a:lnTo>
                <a:lnTo>
                  <a:pt x="447" y="206"/>
                </a:lnTo>
                <a:lnTo>
                  <a:pt x="446" y="206"/>
                </a:lnTo>
                <a:lnTo>
                  <a:pt x="445" y="206"/>
                </a:lnTo>
                <a:lnTo>
                  <a:pt x="444" y="207"/>
                </a:lnTo>
                <a:lnTo>
                  <a:pt x="443" y="208"/>
                </a:lnTo>
                <a:lnTo>
                  <a:pt x="443" y="209"/>
                </a:lnTo>
                <a:lnTo>
                  <a:pt x="443" y="210"/>
                </a:lnTo>
                <a:lnTo>
                  <a:pt x="442" y="210"/>
                </a:lnTo>
                <a:lnTo>
                  <a:pt x="442" y="211"/>
                </a:lnTo>
                <a:lnTo>
                  <a:pt x="441" y="211"/>
                </a:lnTo>
                <a:lnTo>
                  <a:pt x="440" y="211"/>
                </a:lnTo>
                <a:lnTo>
                  <a:pt x="440" y="212"/>
                </a:lnTo>
                <a:lnTo>
                  <a:pt x="439" y="212"/>
                </a:lnTo>
                <a:lnTo>
                  <a:pt x="439" y="211"/>
                </a:lnTo>
                <a:lnTo>
                  <a:pt x="438" y="211"/>
                </a:lnTo>
                <a:lnTo>
                  <a:pt x="437" y="211"/>
                </a:lnTo>
                <a:lnTo>
                  <a:pt x="436" y="211"/>
                </a:lnTo>
                <a:lnTo>
                  <a:pt x="437" y="210"/>
                </a:lnTo>
                <a:lnTo>
                  <a:pt x="436" y="210"/>
                </a:lnTo>
                <a:lnTo>
                  <a:pt x="435" y="210"/>
                </a:lnTo>
                <a:lnTo>
                  <a:pt x="436" y="210"/>
                </a:lnTo>
                <a:lnTo>
                  <a:pt x="435" y="209"/>
                </a:lnTo>
                <a:lnTo>
                  <a:pt x="436" y="209"/>
                </a:lnTo>
                <a:lnTo>
                  <a:pt x="436" y="208"/>
                </a:lnTo>
                <a:lnTo>
                  <a:pt x="435" y="208"/>
                </a:lnTo>
                <a:lnTo>
                  <a:pt x="436" y="208"/>
                </a:lnTo>
                <a:lnTo>
                  <a:pt x="436" y="207"/>
                </a:lnTo>
                <a:lnTo>
                  <a:pt x="437" y="207"/>
                </a:lnTo>
                <a:lnTo>
                  <a:pt x="436" y="206"/>
                </a:lnTo>
                <a:lnTo>
                  <a:pt x="435" y="207"/>
                </a:lnTo>
                <a:lnTo>
                  <a:pt x="435" y="206"/>
                </a:lnTo>
                <a:lnTo>
                  <a:pt x="436" y="205"/>
                </a:lnTo>
                <a:lnTo>
                  <a:pt x="437" y="205"/>
                </a:lnTo>
                <a:lnTo>
                  <a:pt x="436" y="204"/>
                </a:lnTo>
                <a:lnTo>
                  <a:pt x="437" y="204"/>
                </a:lnTo>
                <a:lnTo>
                  <a:pt x="437" y="203"/>
                </a:lnTo>
                <a:lnTo>
                  <a:pt x="437" y="204"/>
                </a:lnTo>
                <a:lnTo>
                  <a:pt x="437" y="203"/>
                </a:lnTo>
                <a:lnTo>
                  <a:pt x="436" y="203"/>
                </a:lnTo>
                <a:lnTo>
                  <a:pt x="436" y="202"/>
                </a:lnTo>
                <a:lnTo>
                  <a:pt x="437" y="201"/>
                </a:lnTo>
                <a:lnTo>
                  <a:pt x="438" y="201"/>
                </a:lnTo>
                <a:lnTo>
                  <a:pt x="439" y="200"/>
                </a:lnTo>
                <a:lnTo>
                  <a:pt x="439" y="199"/>
                </a:lnTo>
                <a:lnTo>
                  <a:pt x="441" y="197"/>
                </a:lnTo>
                <a:lnTo>
                  <a:pt x="442" y="197"/>
                </a:lnTo>
                <a:lnTo>
                  <a:pt x="443" y="198"/>
                </a:lnTo>
                <a:lnTo>
                  <a:pt x="444" y="198"/>
                </a:lnTo>
                <a:lnTo>
                  <a:pt x="444" y="197"/>
                </a:lnTo>
                <a:lnTo>
                  <a:pt x="445" y="197"/>
                </a:lnTo>
                <a:lnTo>
                  <a:pt x="445" y="198"/>
                </a:lnTo>
                <a:lnTo>
                  <a:pt x="446" y="198"/>
                </a:lnTo>
                <a:lnTo>
                  <a:pt x="445" y="197"/>
                </a:lnTo>
                <a:lnTo>
                  <a:pt x="445" y="196"/>
                </a:lnTo>
                <a:lnTo>
                  <a:pt x="446" y="196"/>
                </a:lnTo>
                <a:lnTo>
                  <a:pt x="446" y="197"/>
                </a:lnTo>
                <a:lnTo>
                  <a:pt x="446" y="198"/>
                </a:lnTo>
                <a:lnTo>
                  <a:pt x="447" y="198"/>
                </a:lnTo>
                <a:lnTo>
                  <a:pt x="448" y="197"/>
                </a:lnTo>
                <a:lnTo>
                  <a:pt x="447" y="197"/>
                </a:lnTo>
                <a:lnTo>
                  <a:pt x="447" y="196"/>
                </a:lnTo>
                <a:lnTo>
                  <a:pt x="448" y="195"/>
                </a:lnTo>
                <a:lnTo>
                  <a:pt x="448" y="194"/>
                </a:lnTo>
                <a:lnTo>
                  <a:pt x="449" y="194"/>
                </a:lnTo>
                <a:lnTo>
                  <a:pt x="449" y="193"/>
                </a:lnTo>
                <a:lnTo>
                  <a:pt x="448" y="193"/>
                </a:lnTo>
                <a:lnTo>
                  <a:pt x="447" y="193"/>
                </a:lnTo>
                <a:lnTo>
                  <a:pt x="447" y="192"/>
                </a:lnTo>
                <a:lnTo>
                  <a:pt x="448" y="192"/>
                </a:lnTo>
                <a:lnTo>
                  <a:pt x="449" y="193"/>
                </a:lnTo>
                <a:lnTo>
                  <a:pt x="449" y="192"/>
                </a:lnTo>
                <a:lnTo>
                  <a:pt x="450" y="191"/>
                </a:lnTo>
                <a:lnTo>
                  <a:pt x="449" y="191"/>
                </a:lnTo>
                <a:lnTo>
                  <a:pt x="449" y="190"/>
                </a:lnTo>
                <a:lnTo>
                  <a:pt x="450" y="190"/>
                </a:lnTo>
                <a:lnTo>
                  <a:pt x="450" y="189"/>
                </a:lnTo>
                <a:lnTo>
                  <a:pt x="451" y="188"/>
                </a:lnTo>
                <a:lnTo>
                  <a:pt x="450" y="188"/>
                </a:lnTo>
                <a:lnTo>
                  <a:pt x="449" y="188"/>
                </a:lnTo>
                <a:lnTo>
                  <a:pt x="448" y="188"/>
                </a:lnTo>
                <a:lnTo>
                  <a:pt x="449" y="186"/>
                </a:lnTo>
                <a:lnTo>
                  <a:pt x="450" y="186"/>
                </a:lnTo>
                <a:lnTo>
                  <a:pt x="451" y="185"/>
                </a:lnTo>
                <a:lnTo>
                  <a:pt x="452" y="185"/>
                </a:lnTo>
                <a:lnTo>
                  <a:pt x="452" y="184"/>
                </a:lnTo>
                <a:lnTo>
                  <a:pt x="451" y="184"/>
                </a:lnTo>
                <a:lnTo>
                  <a:pt x="450" y="184"/>
                </a:lnTo>
                <a:lnTo>
                  <a:pt x="450" y="183"/>
                </a:lnTo>
                <a:lnTo>
                  <a:pt x="451" y="183"/>
                </a:lnTo>
                <a:lnTo>
                  <a:pt x="452" y="183"/>
                </a:lnTo>
                <a:lnTo>
                  <a:pt x="453" y="183"/>
                </a:lnTo>
                <a:lnTo>
                  <a:pt x="454" y="182"/>
                </a:lnTo>
                <a:lnTo>
                  <a:pt x="453" y="181"/>
                </a:lnTo>
                <a:lnTo>
                  <a:pt x="454" y="180"/>
                </a:lnTo>
                <a:lnTo>
                  <a:pt x="455" y="180"/>
                </a:lnTo>
                <a:lnTo>
                  <a:pt x="456" y="179"/>
                </a:lnTo>
                <a:lnTo>
                  <a:pt x="456" y="178"/>
                </a:lnTo>
                <a:lnTo>
                  <a:pt x="456" y="177"/>
                </a:lnTo>
                <a:lnTo>
                  <a:pt x="457" y="177"/>
                </a:lnTo>
                <a:lnTo>
                  <a:pt x="458" y="176"/>
                </a:lnTo>
                <a:lnTo>
                  <a:pt x="458" y="175"/>
                </a:lnTo>
                <a:lnTo>
                  <a:pt x="459" y="174"/>
                </a:lnTo>
                <a:lnTo>
                  <a:pt x="459" y="173"/>
                </a:lnTo>
                <a:lnTo>
                  <a:pt x="458" y="172"/>
                </a:lnTo>
                <a:lnTo>
                  <a:pt x="457" y="172"/>
                </a:lnTo>
                <a:lnTo>
                  <a:pt x="457" y="173"/>
                </a:lnTo>
                <a:lnTo>
                  <a:pt x="456" y="173"/>
                </a:lnTo>
                <a:lnTo>
                  <a:pt x="455" y="173"/>
                </a:lnTo>
                <a:lnTo>
                  <a:pt x="455" y="174"/>
                </a:lnTo>
                <a:lnTo>
                  <a:pt x="454" y="174"/>
                </a:lnTo>
                <a:lnTo>
                  <a:pt x="453" y="174"/>
                </a:lnTo>
                <a:lnTo>
                  <a:pt x="452" y="174"/>
                </a:lnTo>
                <a:lnTo>
                  <a:pt x="451" y="174"/>
                </a:lnTo>
                <a:lnTo>
                  <a:pt x="450" y="174"/>
                </a:lnTo>
                <a:lnTo>
                  <a:pt x="450" y="175"/>
                </a:lnTo>
                <a:lnTo>
                  <a:pt x="449" y="175"/>
                </a:lnTo>
                <a:lnTo>
                  <a:pt x="447" y="176"/>
                </a:lnTo>
                <a:lnTo>
                  <a:pt x="446" y="176"/>
                </a:lnTo>
                <a:lnTo>
                  <a:pt x="446" y="175"/>
                </a:lnTo>
                <a:lnTo>
                  <a:pt x="446" y="174"/>
                </a:lnTo>
                <a:lnTo>
                  <a:pt x="445" y="175"/>
                </a:lnTo>
                <a:lnTo>
                  <a:pt x="444" y="175"/>
                </a:lnTo>
                <a:lnTo>
                  <a:pt x="443" y="175"/>
                </a:lnTo>
                <a:lnTo>
                  <a:pt x="443" y="174"/>
                </a:lnTo>
                <a:lnTo>
                  <a:pt x="443" y="175"/>
                </a:lnTo>
                <a:lnTo>
                  <a:pt x="442" y="175"/>
                </a:lnTo>
                <a:lnTo>
                  <a:pt x="443" y="176"/>
                </a:lnTo>
                <a:lnTo>
                  <a:pt x="442" y="176"/>
                </a:lnTo>
                <a:lnTo>
                  <a:pt x="441" y="177"/>
                </a:lnTo>
                <a:lnTo>
                  <a:pt x="441" y="178"/>
                </a:lnTo>
                <a:lnTo>
                  <a:pt x="442" y="179"/>
                </a:lnTo>
                <a:lnTo>
                  <a:pt x="442" y="180"/>
                </a:lnTo>
                <a:lnTo>
                  <a:pt x="443" y="181"/>
                </a:lnTo>
                <a:lnTo>
                  <a:pt x="442" y="182"/>
                </a:lnTo>
                <a:lnTo>
                  <a:pt x="443" y="183"/>
                </a:lnTo>
                <a:lnTo>
                  <a:pt x="442" y="184"/>
                </a:lnTo>
                <a:lnTo>
                  <a:pt x="441" y="185"/>
                </a:lnTo>
                <a:lnTo>
                  <a:pt x="440" y="185"/>
                </a:lnTo>
                <a:lnTo>
                  <a:pt x="440" y="187"/>
                </a:lnTo>
                <a:lnTo>
                  <a:pt x="439" y="188"/>
                </a:lnTo>
                <a:lnTo>
                  <a:pt x="440" y="190"/>
                </a:lnTo>
                <a:lnTo>
                  <a:pt x="439" y="190"/>
                </a:lnTo>
                <a:lnTo>
                  <a:pt x="439" y="191"/>
                </a:lnTo>
                <a:lnTo>
                  <a:pt x="440" y="192"/>
                </a:lnTo>
                <a:lnTo>
                  <a:pt x="441" y="192"/>
                </a:lnTo>
                <a:lnTo>
                  <a:pt x="440" y="193"/>
                </a:lnTo>
                <a:lnTo>
                  <a:pt x="439" y="193"/>
                </a:lnTo>
                <a:lnTo>
                  <a:pt x="439" y="194"/>
                </a:lnTo>
                <a:lnTo>
                  <a:pt x="438" y="194"/>
                </a:lnTo>
                <a:lnTo>
                  <a:pt x="437" y="195"/>
                </a:lnTo>
                <a:lnTo>
                  <a:pt x="437" y="194"/>
                </a:lnTo>
                <a:lnTo>
                  <a:pt x="436" y="193"/>
                </a:lnTo>
                <a:lnTo>
                  <a:pt x="437" y="193"/>
                </a:lnTo>
                <a:lnTo>
                  <a:pt x="437" y="192"/>
                </a:lnTo>
                <a:lnTo>
                  <a:pt x="437" y="191"/>
                </a:lnTo>
                <a:lnTo>
                  <a:pt x="436" y="190"/>
                </a:lnTo>
                <a:lnTo>
                  <a:pt x="435" y="189"/>
                </a:lnTo>
                <a:lnTo>
                  <a:pt x="434" y="189"/>
                </a:lnTo>
                <a:lnTo>
                  <a:pt x="433" y="189"/>
                </a:lnTo>
                <a:lnTo>
                  <a:pt x="433" y="188"/>
                </a:lnTo>
                <a:lnTo>
                  <a:pt x="433" y="187"/>
                </a:lnTo>
                <a:lnTo>
                  <a:pt x="432" y="187"/>
                </a:lnTo>
                <a:lnTo>
                  <a:pt x="432" y="188"/>
                </a:lnTo>
                <a:lnTo>
                  <a:pt x="431" y="188"/>
                </a:lnTo>
                <a:lnTo>
                  <a:pt x="431" y="189"/>
                </a:lnTo>
                <a:lnTo>
                  <a:pt x="430" y="190"/>
                </a:lnTo>
                <a:lnTo>
                  <a:pt x="429" y="190"/>
                </a:lnTo>
                <a:lnTo>
                  <a:pt x="428" y="190"/>
                </a:lnTo>
                <a:lnTo>
                  <a:pt x="427" y="188"/>
                </a:lnTo>
                <a:lnTo>
                  <a:pt x="428" y="187"/>
                </a:lnTo>
                <a:lnTo>
                  <a:pt x="429" y="186"/>
                </a:lnTo>
                <a:lnTo>
                  <a:pt x="429" y="185"/>
                </a:lnTo>
                <a:lnTo>
                  <a:pt x="428" y="185"/>
                </a:lnTo>
                <a:lnTo>
                  <a:pt x="428" y="183"/>
                </a:lnTo>
                <a:lnTo>
                  <a:pt x="427" y="183"/>
                </a:lnTo>
                <a:lnTo>
                  <a:pt x="428" y="181"/>
                </a:lnTo>
                <a:lnTo>
                  <a:pt x="428" y="180"/>
                </a:lnTo>
                <a:lnTo>
                  <a:pt x="428" y="179"/>
                </a:lnTo>
                <a:lnTo>
                  <a:pt x="429" y="179"/>
                </a:lnTo>
                <a:lnTo>
                  <a:pt x="429" y="178"/>
                </a:lnTo>
                <a:lnTo>
                  <a:pt x="431" y="179"/>
                </a:lnTo>
                <a:lnTo>
                  <a:pt x="431" y="178"/>
                </a:lnTo>
                <a:lnTo>
                  <a:pt x="432" y="179"/>
                </a:lnTo>
                <a:lnTo>
                  <a:pt x="433" y="178"/>
                </a:lnTo>
                <a:lnTo>
                  <a:pt x="433" y="177"/>
                </a:lnTo>
                <a:lnTo>
                  <a:pt x="432" y="177"/>
                </a:lnTo>
                <a:lnTo>
                  <a:pt x="432" y="176"/>
                </a:lnTo>
                <a:lnTo>
                  <a:pt x="433" y="175"/>
                </a:lnTo>
                <a:lnTo>
                  <a:pt x="432" y="174"/>
                </a:lnTo>
                <a:lnTo>
                  <a:pt x="431" y="174"/>
                </a:lnTo>
                <a:lnTo>
                  <a:pt x="431" y="175"/>
                </a:lnTo>
                <a:lnTo>
                  <a:pt x="431" y="176"/>
                </a:lnTo>
                <a:lnTo>
                  <a:pt x="430" y="176"/>
                </a:lnTo>
                <a:lnTo>
                  <a:pt x="429" y="177"/>
                </a:lnTo>
                <a:lnTo>
                  <a:pt x="428" y="177"/>
                </a:lnTo>
                <a:lnTo>
                  <a:pt x="426" y="177"/>
                </a:lnTo>
                <a:lnTo>
                  <a:pt x="426" y="178"/>
                </a:lnTo>
                <a:lnTo>
                  <a:pt x="425" y="177"/>
                </a:lnTo>
                <a:lnTo>
                  <a:pt x="425" y="175"/>
                </a:lnTo>
                <a:lnTo>
                  <a:pt x="426" y="173"/>
                </a:lnTo>
                <a:lnTo>
                  <a:pt x="427" y="173"/>
                </a:lnTo>
                <a:lnTo>
                  <a:pt x="429" y="172"/>
                </a:lnTo>
                <a:lnTo>
                  <a:pt x="430" y="171"/>
                </a:lnTo>
                <a:lnTo>
                  <a:pt x="431" y="170"/>
                </a:lnTo>
                <a:lnTo>
                  <a:pt x="432" y="169"/>
                </a:lnTo>
                <a:lnTo>
                  <a:pt x="431" y="169"/>
                </a:lnTo>
                <a:lnTo>
                  <a:pt x="431" y="168"/>
                </a:lnTo>
                <a:lnTo>
                  <a:pt x="430" y="168"/>
                </a:lnTo>
                <a:lnTo>
                  <a:pt x="431" y="169"/>
                </a:lnTo>
                <a:lnTo>
                  <a:pt x="431" y="170"/>
                </a:lnTo>
                <a:lnTo>
                  <a:pt x="430" y="170"/>
                </a:lnTo>
                <a:lnTo>
                  <a:pt x="428" y="171"/>
                </a:lnTo>
                <a:lnTo>
                  <a:pt x="427" y="172"/>
                </a:lnTo>
                <a:lnTo>
                  <a:pt x="426" y="170"/>
                </a:lnTo>
                <a:lnTo>
                  <a:pt x="427" y="170"/>
                </a:lnTo>
                <a:lnTo>
                  <a:pt x="427" y="169"/>
                </a:lnTo>
                <a:lnTo>
                  <a:pt x="426" y="170"/>
                </a:lnTo>
                <a:lnTo>
                  <a:pt x="425" y="170"/>
                </a:lnTo>
                <a:lnTo>
                  <a:pt x="425" y="171"/>
                </a:lnTo>
                <a:lnTo>
                  <a:pt x="426" y="171"/>
                </a:lnTo>
                <a:lnTo>
                  <a:pt x="425" y="171"/>
                </a:lnTo>
                <a:lnTo>
                  <a:pt x="425" y="172"/>
                </a:lnTo>
                <a:lnTo>
                  <a:pt x="425" y="173"/>
                </a:lnTo>
                <a:lnTo>
                  <a:pt x="424" y="173"/>
                </a:lnTo>
                <a:lnTo>
                  <a:pt x="424" y="174"/>
                </a:lnTo>
                <a:lnTo>
                  <a:pt x="424" y="175"/>
                </a:lnTo>
                <a:lnTo>
                  <a:pt x="423" y="176"/>
                </a:lnTo>
                <a:lnTo>
                  <a:pt x="422" y="177"/>
                </a:lnTo>
                <a:lnTo>
                  <a:pt x="422" y="178"/>
                </a:lnTo>
                <a:lnTo>
                  <a:pt x="422" y="179"/>
                </a:lnTo>
                <a:lnTo>
                  <a:pt x="424" y="180"/>
                </a:lnTo>
                <a:lnTo>
                  <a:pt x="424" y="181"/>
                </a:lnTo>
                <a:lnTo>
                  <a:pt x="424" y="182"/>
                </a:lnTo>
                <a:lnTo>
                  <a:pt x="423" y="182"/>
                </a:lnTo>
                <a:lnTo>
                  <a:pt x="424" y="183"/>
                </a:lnTo>
                <a:lnTo>
                  <a:pt x="423" y="185"/>
                </a:lnTo>
                <a:lnTo>
                  <a:pt x="422" y="186"/>
                </a:lnTo>
                <a:lnTo>
                  <a:pt x="420" y="185"/>
                </a:lnTo>
                <a:lnTo>
                  <a:pt x="420" y="184"/>
                </a:lnTo>
                <a:lnTo>
                  <a:pt x="420" y="183"/>
                </a:lnTo>
                <a:lnTo>
                  <a:pt x="419" y="182"/>
                </a:lnTo>
                <a:lnTo>
                  <a:pt x="418" y="179"/>
                </a:lnTo>
                <a:lnTo>
                  <a:pt x="416" y="178"/>
                </a:lnTo>
                <a:lnTo>
                  <a:pt x="416" y="177"/>
                </a:lnTo>
                <a:lnTo>
                  <a:pt x="415" y="176"/>
                </a:lnTo>
                <a:lnTo>
                  <a:pt x="414" y="175"/>
                </a:lnTo>
                <a:lnTo>
                  <a:pt x="413" y="176"/>
                </a:lnTo>
                <a:lnTo>
                  <a:pt x="414" y="177"/>
                </a:lnTo>
                <a:lnTo>
                  <a:pt x="414" y="178"/>
                </a:lnTo>
                <a:lnTo>
                  <a:pt x="415" y="178"/>
                </a:lnTo>
                <a:lnTo>
                  <a:pt x="415" y="179"/>
                </a:lnTo>
                <a:lnTo>
                  <a:pt x="415" y="180"/>
                </a:lnTo>
                <a:lnTo>
                  <a:pt x="415" y="181"/>
                </a:lnTo>
                <a:lnTo>
                  <a:pt x="414" y="182"/>
                </a:lnTo>
                <a:lnTo>
                  <a:pt x="414" y="184"/>
                </a:lnTo>
                <a:lnTo>
                  <a:pt x="415" y="184"/>
                </a:lnTo>
                <a:lnTo>
                  <a:pt x="415" y="185"/>
                </a:lnTo>
                <a:lnTo>
                  <a:pt x="416" y="185"/>
                </a:lnTo>
                <a:lnTo>
                  <a:pt x="417" y="185"/>
                </a:lnTo>
                <a:lnTo>
                  <a:pt x="416" y="185"/>
                </a:lnTo>
                <a:lnTo>
                  <a:pt x="416" y="186"/>
                </a:lnTo>
                <a:lnTo>
                  <a:pt x="417" y="186"/>
                </a:lnTo>
                <a:lnTo>
                  <a:pt x="417" y="185"/>
                </a:lnTo>
                <a:lnTo>
                  <a:pt x="417" y="186"/>
                </a:lnTo>
                <a:lnTo>
                  <a:pt x="418" y="186"/>
                </a:lnTo>
                <a:lnTo>
                  <a:pt x="419" y="186"/>
                </a:lnTo>
                <a:lnTo>
                  <a:pt x="420" y="186"/>
                </a:lnTo>
                <a:lnTo>
                  <a:pt x="421" y="187"/>
                </a:lnTo>
                <a:lnTo>
                  <a:pt x="421" y="188"/>
                </a:lnTo>
                <a:lnTo>
                  <a:pt x="420" y="188"/>
                </a:lnTo>
                <a:lnTo>
                  <a:pt x="420" y="189"/>
                </a:lnTo>
                <a:lnTo>
                  <a:pt x="421" y="189"/>
                </a:lnTo>
                <a:lnTo>
                  <a:pt x="421" y="190"/>
                </a:lnTo>
                <a:lnTo>
                  <a:pt x="420" y="190"/>
                </a:lnTo>
                <a:lnTo>
                  <a:pt x="419" y="190"/>
                </a:lnTo>
                <a:lnTo>
                  <a:pt x="418" y="190"/>
                </a:lnTo>
                <a:lnTo>
                  <a:pt x="417" y="190"/>
                </a:lnTo>
                <a:lnTo>
                  <a:pt x="416" y="189"/>
                </a:lnTo>
                <a:lnTo>
                  <a:pt x="415" y="188"/>
                </a:lnTo>
                <a:lnTo>
                  <a:pt x="414" y="188"/>
                </a:lnTo>
                <a:lnTo>
                  <a:pt x="413" y="188"/>
                </a:lnTo>
                <a:lnTo>
                  <a:pt x="413" y="187"/>
                </a:lnTo>
                <a:lnTo>
                  <a:pt x="413" y="186"/>
                </a:lnTo>
                <a:lnTo>
                  <a:pt x="412" y="186"/>
                </a:lnTo>
                <a:lnTo>
                  <a:pt x="412" y="185"/>
                </a:lnTo>
                <a:lnTo>
                  <a:pt x="411" y="185"/>
                </a:lnTo>
                <a:lnTo>
                  <a:pt x="411" y="184"/>
                </a:lnTo>
                <a:lnTo>
                  <a:pt x="410" y="184"/>
                </a:lnTo>
                <a:lnTo>
                  <a:pt x="410" y="185"/>
                </a:lnTo>
                <a:lnTo>
                  <a:pt x="408" y="185"/>
                </a:lnTo>
                <a:lnTo>
                  <a:pt x="407" y="185"/>
                </a:lnTo>
                <a:lnTo>
                  <a:pt x="406" y="185"/>
                </a:lnTo>
                <a:lnTo>
                  <a:pt x="407" y="184"/>
                </a:lnTo>
                <a:lnTo>
                  <a:pt x="407" y="183"/>
                </a:lnTo>
                <a:lnTo>
                  <a:pt x="407" y="182"/>
                </a:lnTo>
                <a:lnTo>
                  <a:pt x="407" y="180"/>
                </a:lnTo>
                <a:lnTo>
                  <a:pt x="406" y="180"/>
                </a:lnTo>
                <a:lnTo>
                  <a:pt x="405" y="180"/>
                </a:lnTo>
                <a:lnTo>
                  <a:pt x="405" y="181"/>
                </a:lnTo>
                <a:lnTo>
                  <a:pt x="404" y="182"/>
                </a:lnTo>
                <a:lnTo>
                  <a:pt x="403" y="182"/>
                </a:lnTo>
                <a:lnTo>
                  <a:pt x="402" y="181"/>
                </a:lnTo>
                <a:lnTo>
                  <a:pt x="401" y="181"/>
                </a:lnTo>
                <a:lnTo>
                  <a:pt x="400" y="181"/>
                </a:lnTo>
                <a:lnTo>
                  <a:pt x="401" y="181"/>
                </a:lnTo>
                <a:lnTo>
                  <a:pt x="402" y="181"/>
                </a:lnTo>
                <a:lnTo>
                  <a:pt x="402" y="182"/>
                </a:lnTo>
                <a:lnTo>
                  <a:pt x="402" y="183"/>
                </a:lnTo>
                <a:lnTo>
                  <a:pt x="402" y="184"/>
                </a:lnTo>
                <a:lnTo>
                  <a:pt x="401" y="185"/>
                </a:lnTo>
                <a:lnTo>
                  <a:pt x="400" y="186"/>
                </a:lnTo>
                <a:lnTo>
                  <a:pt x="400" y="185"/>
                </a:lnTo>
                <a:lnTo>
                  <a:pt x="399" y="185"/>
                </a:lnTo>
                <a:lnTo>
                  <a:pt x="399" y="186"/>
                </a:lnTo>
                <a:lnTo>
                  <a:pt x="400" y="187"/>
                </a:lnTo>
                <a:lnTo>
                  <a:pt x="401" y="187"/>
                </a:lnTo>
                <a:lnTo>
                  <a:pt x="401" y="188"/>
                </a:lnTo>
                <a:lnTo>
                  <a:pt x="400" y="188"/>
                </a:lnTo>
                <a:lnTo>
                  <a:pt x="401" y="188"/>
                </a:lnTo>
                <a:lnTo>
                  <a:pt x="402" y="188"/>
                </a:lnTo>
                <a:lnTo>
                  <a:pt x="404" y="186"/>
                </a:lnTo>
                <a:lnTo>
                  <a:pt x="405" y="187"/>
                </a:lnTo>
                <a:lnTo>
                  <a:pt x="405" y="186"/>
                </a:lnTo>
                <a:lnTo>
                  <a:pt x="406" y="186"/>
                </a:lnTo>
                <a:lnTo>
                  <a:pt x="406" y="187"/>
                </a:lnTo>
                <a:lnTo>
                  <a:pt x="407" y="187"/>
                </a:lnTo>
                <a:lnTo>
                  <a:pt x="408" y="186"/>
                </a:lnTo>
                <a:lnTo>
                  <a:pt x="409" y="186"/>
                </a:lnTo>
                <a:lnTo>
                  <a:pt x="409" y="187"/>
                </a:lnTo>
                <a:lnTo>
                  <a:pt x="409" y="188"/>
                </a:lnTo>
                <a:lnTo>
                  <a:pt x="410" y="188"/>
                </a:lnTo>
                <a:lnTo>
                  <a:pt x="409" y="189"/>
                </a:lnTo>
                <a:lnTo>
                  <a:pt x="409" y="190"/>
                </a:lnTo>
                <a:lnTo>
                  <a:pt x="408" y="190"/>
                </a:lnTo>
                <a:lnTo>
                  <a:pt x="408" y="189"/>
                </a:lnTo>
                <a:lnTo>
                  <a:pt x="409" y="188"/>
                </a:lnTo>
                <a:lnTo>
                  <a:pt x="408" y="188"/>
                </a:lnTo>
                <a:lnTo>
                  <a:pt x="408" y="189"/>
                </a:lnTo>
                <a:lnTo>
                  <a:pt x="408" y="190"/>
                </a:lnTo>
                <a:lnTo>
                  <a:pt x="409" y="190"/>
                </a:lnTo>
                <a:lnTo>
                  <a:pt x="409" y="191"/>
                </a:lnTo>
                <a:lnTo>
                  <a:pt x="409" y="192"/>
                </a:lnTo>
                <a:lnTo>
                  <a:pt x="408" y="191"/>
                </a:lnTo>
                <a:lnTo>
                  <a:pt x="408" y="190"/>
                </a:lnTo>
                <a:lnTo>
                  <a:pt x="407" y="190"/>
                </a:lnTo>
                <a:lnTo>
                  <a:pt x="407" y="191"/>
                </a:lnTo>
                <a:lnTo>
                  <a:pt x="406" y="190"/>
                </a:lnTo>
                <a:lnTo>
                  <a:pt x="405" y="190"/>
                </a:lnTo>
                <a:lnTo>
                  <a:pt x="406" y="190"/>
                </a:lnTo>
                <a:lnTo>
                  <a:pt x="406" y="191"/>
                </a:lnTo>
                <a:lnTo>
                  <a:pt x="407" y="191"/>
                </a:lnTo>
                <a:lnTo>
                  <a:pt x="408" y="191"/>
                </a:lnTo>
                <a:lnTo>
                  <a:pt x="408" y="192"/>
                </a:lnTo>
                <a:lnTo>
                  <a:pt x="409" y="192"/>
                </a:lnTo>
                <a:lnTo>
                  <a:pt x="410" y="193"/>
                </a:lnTo>
                <a:lnTo>
                  <a:pt x="410" y="194"/>
                </a:lnTo>
                <a:lnTo>
                  <a:pt x="410" y="195"/>
                </a:lnTo>
                <a:lnTo>
                  <a:pt x="409" y="194"/>
                </a:lnTo>
                <a:lnTo>
                  <a:pt x="408" y="194"/>
                </a:lnTo>
                <a:lnTo>
                  <a:pt x="408" y="193"/>
                </a:lnTo>
                <a:lnTo>
                  <a:pt x="408" y="194"/>
                </a:lnTo>
                <a:lnTo>
                  <a:pt x="408" y="195"/>
                </a:lnTo>
                <a:lnTo>
                  <a:pt x="408" y="194"/>
                </a:lnTo>
                <a:lnTo>
                  <a:pt x="407" y="194"/>
                </a:lnTo>
                <a:lnTo>
                  <a:pt x="408" y="195"/>
                </a:lnTo>
                <a:lnTo>
                  <a:pt x="407" y="195"/>
                </a:lnTo>
                <a:lnTo>
                  <a:pt x="408" y="196"/>
                </a:lnTo>
                <a:lnTo>
                  <a:pt x="409" y="196"/>
                </a:lnTo>
                <a:lnTo>
                  <a:pt x="409" y="197"/>
                </a:lnTo>
                <a:lnTo>
                  <a:pt x="409" y="198"/>
                </a:lnTo>
                <a:lnTo>
                  <a:pt x="408" y="199"/>
                </a:lnTo>
                <a:lnTo>
                  <a:pt x="407" y="199"/>
                </a:lnTo>
                <a:lnTo>
                  <a:pt x="406" y="199"/>
                </a:lnTo>
                <a:lnTo>
                  <a:pt x="405" y="199"/>
                </a:lnTo>
                <a:lnTo>
                  <a:pt x="404" y="200"/>
                </a:lnTo>
                <a:lnTo>
                  <a:pt x="404" y="201"/>
                </a:lnTo>
                <a:lnTo>
                  <a:pt x="403" y="201"/>
                </a:lnTo>
                <a:lnTo>
                  <a:pt x="403" y="202"/>
                </a:lnTo>
                <a:lnTo>
                  <a:pt x="403" y="204"/>
                </a:lnTo>
                <a:lnTo>
                  <a:pt x="404" y="204"/>
                </a:lnTo>
                <a:lnTo>
                  <a:pt x="405" y="205"/>
                </a:lnTo>
                <a:lnTo>
                  <a:pt x="406" y="205"/>
                </a:lnTo>
                <a:lnTo>
                  <a:pt x="408" y="206"/>
                </a:lnTo>
                <a:lnTo>
                  <a:pt x="408" y="207"/>
                </a:lnTo>
                <a:lnTo>
                  <a:pt x="409" y="208"/>
                </a:lnTo>
                <a:lnTo>
                  <a:pt x="408" y="209"/>
                </a:lnTo>
                <a:lnTo>
                  <a:pt x="408" y="210"/>
                </a:lnTo>
                <a:lnTo>
                  <a:pt x="409" y="210"/>
                </a:lnTo>
                <a:lnTo>
                  <a:pt x="409" y="211"/>
                </a:lnTo>
                <a:lnTo>
                  <a:pt x="409" y="210"/>
                </a:lnTo>
                <a:lnTo>
                  <a:pt x="408" y="210"/>
                </a:lnTo>
                <a:lnTo>
                  <a:pt x="409" y="209"/>
                </a:lnTo>
                <a:lnTo>
                  <a:pt x="409" y="208"/>
                </a:lnTo>
                <a:lnTo>
                  <a:pt x="409" y="207"/>
                </a:lnTo>
                <a:lnTo>
                  <a:pt x="410" y="206"/>
                </a:lnTo>
                <a:lnTo>
                  <a:pt x="411" y="206"/>
                </a:lnTo>
                <a:lnTo>
                  <a:pt x="411" y="205"/>
                </a:lnTo>
                <a:lnTo>
                  <a:pt x="412" y="205"/>
                </a:lnTo>
                <a:lnTo>
                  <a:pt x="412" y="204"/>
                </a:lnTo>
                <a:lnTo>
                  <a:pt x="413" y="204"/>
                </a:lnTo>
                <a:lnTo>
                  <a:pt x="414" y="204"/>
                </a:lnTo>
                <a:lnTo>
                  <a:pt x="415" y="203"/>
                </a:lnTo>
                <a:lnTo>
                  <a:pt x="415" y="202"/>
                </a:lnTo>
                <a:lnTo>
                  <a:pt x="416" y="202"/>
                </a:lnTo>
                <a:lnTo>
                  <a:pt x="417" y="202"/>
                </a:lnTo>
                <a:lnTo>
                  <a:pt x="419" y="202"/>
                </a:lnTo>
                <a:lnTo>
                  <a:pt x="420" y="202"/>
                </a:lnTo>
                <a:lnTo>
                  <a:pt x="421" y="201"/>
                </a:lnTo>
                <a:lnTo>
                  <a:pt x="422" y="201"/>
                </a:lnTo>
                <a:lnTo>
                  <a:pt x="423" y="202"/>
                </a:lnTo>
                <a:lnTo>
                  <a:pt x="424" y="202"/>
                </a:lnTo>
                <a:lnTo>
                  <a:pt x="425" y="203"/>
                </a:lnTo>
                <a:lnTo>
                  <a:pt x="426" y="203"/>
                </a:lnTo>
                <a:lnTo>
                  <a:pt x="427" y="204"/>
                </a:lnTo>
                <a:lnTo>
                  <a:pt x="428" y="204"/>
                </a:lnTo>
                <a:lnTo>
                  <a:pt x="429" y="204"/>
                </a:lnTo>
                <a:lnTo>
                  <a:pt x="430" y="205"/>
                </a:lnTo>
                <a:lnTo>
                  <a:pt x="429" y="206"/>
                </a:lnTo>
                <a:lnTo>
                  <a:pt x="430" y="207"/>
                </a:lnTo>
                <a:lnTo>
                  <a:pt x="431" y="207"/>
                </a:lnTo>
                <a:lnTo>
                  <a:pt x="431" y="208"/>
                </a:lnTo>
                <a:lnTo>
                  <a:pt x="430" y="208"/>
                </a:lnTo>
                <a:lnTo>
                  <a:pt x="429" y="207"/>
                </a:lnTo>
                <a:lnTo>
                  <a:pt x="428" y="207"/>
                </a:lnTo>
                <a:lnTo>
                  <a:pt x="428" y="208"/>
                </a:lnTo>
                <a:lnTo>
                  <a:pt x="427" y="209"/>
                </a:lnTo>
                <a:lnTo>
                  <a:pt x="427" y="210"/>
                </a:lnTo>
                <a:lnTo>
                  <a:pt x="428" y="209"/>
                </a:lnTo>
                <a:lnTo>
                  <a:pt x="429" y="209"/>
                </a:lnTo>
                <a:lnTo>
                  <a:pt x="430" y="210"/>
                </a:lnTo>
                <a:lnTo>
                  <a:pt x="430" y="211"/>
                </a:lnTo>
                <a:lnTo>
                  <a:pt x="430" y="212"/>
                </a:lnTo>
                <a:lnTo>
                  <a:pt x="429" y="213"/>
                </a:lnTo>
                <a:lnTo>
                  <a:pt x="430" y="213"/>
                </a:lnTo>
                <a:lnTo>
                  <a:pt x="430" y="212"/>
                </a:lnTo>
                <a:lnTo>
                  <a:pt x="431" y="212"/>
                </a:lnTo>
                <a:lnTo>
                  <a:pt x="431" y="213"/>
                </a:lnTo>
                <a:lnTo>
                  <a:pt x="432" y="213"/>
                </a:lnTo>
                <a:lnTo>
                  <a:pt x="433" y="213"/>
                </a:lnTo>
                <a:lnTo>
                  <a:pt x="432" y="214"/>
                </a:lnTo>
                <a:lnTo>
                  <a:pt x="431" y="214"/>
                </a:lnTo>
                <a:lnTo>
                  <a:pt x="430" y="215"/>
                </a:lnTo>
                <a:lnTo>
                  <a:pt x="430" y="216"/>
                </a:lnTo>
                <a:lnTo>
                  <a:pt x="432" y="216"/>
                </a:lnTo>
                <a:lnTo>
                  <a:pt x="433" y="216"/>
                </a:lnTo>
                <a:lnTo>
                  <a:pt x="433" y="215"/>
                </a:lnTo>
                <a:lnTo>
                  <a:pt x="433" y="216"/>
                </a:lnTo>
                <a:lnTo>
                  <a:pt x="434" y="216"/>
                </a:lnTo>
                <a:lnTo>
                  <a:pt x="434" y="217"/>
                </a:lnTo>
                <a:lnTo>
                  <a:pt x="433" y="218"/>
                </a:lnTo>
                <a:lnTo>
                  <a:pt x="434" y="218"/>
                </a:lnTo>
                <a:lnTo>
                  <a:pt x="434" y="217"/>
                </a:lnTo>
                <a:lnTo>
                  <a:pt x="435" y="218"/>
                </a:lnTo>
                <a:lnTo>
                  <a:pt x="435" y="219"/>
                </a:lnTo>
                <a:lnTo>
                  <a:pt x="434" y="219"/>
                </a:lnTo>
                <a:lnTo>
                  <a:pt x="434" y="220"/>
                </a:lnTo>
                <a:lnTo>
                  <a:pt x="435" y="220"/>
                </a:lnTo>
                <a:lnTo>
                  <a:pt x="436" y="220"/>
                </a:lnTo>
                <a:lnTo>
                  <a:pt x="435" y="221"/>
                </a:lnTo>
                <a:lnTo>
                  <a:pt x="436" y="221"/>
                </a:lnTo>
                <a:lnTo>
                  <a:pt x="436" y="220"/>
                </a:lnTo>
                <a:lnTo>
                  <a:pt x="437" y="220"/>
                </a:lnTo>
                <a:lnTo>
                  <a:pt x="437" y="221"/>
                </a:lnTo>
                <a:lnTo>
                  <a:pt x="436" y="221"/>
                </a:lnTo>
                <a:lnTo>
                  <a:pt x="435" y="222"/>
                </a:lnTo>
                <a:lnTo>
                  <a:pt x="434" y="222"/>
                </a:lnTo>
                <a:lnTo>
                  <a:pt x="434" y="223"/>
                </a:lnTo>
                <a:lnTo>
                  <a:pt x="434" y="224"/>
                </a:lnTo>
                <a:lnTo>
                  <a:pt x="433" y="224"/>
                </a:lnTo>
                <a:lnTo>
                  <a:pt x="433" y="225"/>
                </a:lnTo>
                <a:lnTo>
                  <a:pt x="432" y="226"/>
                </a:lnTo>
                <a:lnTo>
                  <a:pt x="431" y="226"/>
                </a:lnTo>
                <a:lnTo>
                  <a:pt x="431" y="227"/>
                </a:lnTo>
                <a:lnTo>
                  <a:pt x="430" y="227"/>
                </a:lnTo>
                <a:lnTo>
                  <a:pt x="430" y="226"/>
                </a:lnTo>
                <a:lnTo>
                  <a:pt x="430" y="225"/>
                </a:lnTo>
                <a:lnTo>
                  <a:pt x="431" y="225"/>
                </a:lnTo>
                <a:lnTo>
                  <a:pt x="431" y="224"/>
                </a:lnTo>
                <a:lnTo>
                  <a:pt x="431" y="223"/>
                </a:lnTo>
                <a:lnTo>
                  <a:pt x="429" y="222"/>
                </a:lnTo>
                <a:lnTo>
                  <a:pt x="427" y="221"/>
                </a:lnTo>
                <a:lnTo>
                  <a:pt x="427" y="222"/>
                </a:lnTo>
                <a:lnTo>
                  <a:pt x="427" y="223"/>
                </a:lnTo>
                <a:lnTo>
                  <a:pt x="425" y="223"/>
                </a:lnTo>
                <a:lnTo>
                  <a:pt x="424" y="223"/>
                </a:lnTo>
                <a:lnTo>
                  <a:pt x="422" y="222"/>
                </a:lnTo>
                <a:lnTo>
                  <a:pt x="420" y="221"/>
                </a:lnTo>
                <a:lnTo>
                  <a:pt x="419" y="220"/>
                </a:lnTo>
                <a:lnTo>
                  <a:pt x="416" y="220"/>
                </a:lnTo>
                <a:lnTo>
                  <a:pt x="415" y="220"/>
                </a:lnTo>
                <a:lnTo>
                  <a:pt x="414" y="220"/>
                </a:lnTo>
                <a:lnTo>
                  <a:pt x="413" y="221"/>
                </a:lnTo>
                <a:lnTo>
                  <a:pt x="412" y="223"/>
                </a:lnTo>
                <a:lnTo>
                  <a:pt x="413" y="224"/>
                </a:lnTo>
                <a:lnTo>
                  <a:pt x="414" y="225"/>
                </a:lnTo>
                <a:lnTo>
                  <a:pt x="415" y="225"/>
                </a:lnTo>
                <a:lnTo>
                  <a:pt x="416" y="224"/>
                </a:lnTo>
                <a:lnTo>
                  <a:pt x="417" y="225"/>
                </a:lnTo>
                <a:lnTo>
                  <a:pt x="418" y="226"/>
                </a:lnTo>
                <a:lnTo>
                  <a:pt x="419" y="227"/>
                </a:lnTo>
                <a:lnTo>
                  <a:pt x="418" y="227"/>
                </a:lnTo>
                <a:lnTo>
                  <a:pt x="419" y="228"/>
                </a:lnTo>
                <a:lnTo>
                  <a:pt x="419" y="229"/>
                </a:lnTo>
                <a:lnTo>
                  <a:pt x="418" y="229"/>
                </a:lnTo>
                <a:lnTo>
                  <a:pt x="418" y="230"/>
                </a:lnTo>
                <a:lnTo>
                  <a:pt x="418" y="231"/>
                </a:lnTo>
                <a:lnTo>
                  <a:pt x="418" y="232"/>
                </a:lnTo>
                <a:lnTo>
                  <a:pt x="419" y="232"/>
                </a:lnTo>
                <a:lnTo>
                  <a:pt x="420" y="232"/>
                </a:lnTo>
                <a:lnTo>
                  <a:pt x="419" y="234"/>
                </a:lnTo>
                <a:lnTo>
                  <a:pt x="420" y="235"/>
                </a:lnTo>
                <a:lnTo>
                  <a:pt x="421" y="237"/>
                </a:lnTo>
                <a:lnTo>
                  <a:pt x="423" y="236"/>
                </a:lnTo>
                <a:lnTo>
                  <a:pt x="424" y="236"/>
                </a:lnTo>
                <a:lnTo>
                  <a:pt x="425" y="235"/>
                </a:lnTo>
                <a:lnTo>
                  <a:pt x="425" y="234"/>
                </a:lnTo>
                <a:lnTo>
                  <a:pt x="426" y="234"/>
                </a:lnTo>
                <a:lnTo>
                  <a:pt x="427" y="234"/>
                </a:lnTo>
                <a:lnTo>
                  <a:pt x="428" y="233"/>
                </a:lnTo>
                <a:lnTo>
                  <a:pt x="428" y="234"/>
                </a:lnTo>
                <a:lnTo>
                  <a:pt x="428" y="235"/>
                </a:lnTo>
                <a:lnTo>
                  <a:pt x="429" y="234"/>
                </a:lnTo>
                <a:lnTo>
                  <a:pt x="429" y="233"/>
                </a:lnTo>
                <a:lnTo>
                  <a:pt x="430" y="232"/>
                </a:lnTo>
                <a:lnTo>
                  <a:pt x="431" y="231"/>
                </a:lnTo>
                <a:lnTo>
                  <a:pt x="432" y="231"/>
                </a:lnTo>
                <a:lnTo>
                  <a:pt x="433" y="230"/>
                </a:lnTo>
                <a:lnTo>
                  <a:pt x="432" y="229"/>
                </a:lnTo>
                <a:lnTo>
                  <a:pt x="433" y="229"/>
                </a:lnTo>
                <a:lnTo>
                  <a:pt x="433" y="228"/>
                </a:lnTo>
                <a:lnTo>
                  <a:pt x="434" y="228"/>
                </a:lnTo>
                <a:lnTo>
                  <a:pt x="434" y="227"/>
                </a:lnTo>
                <a:lnTo>
                  <a:pt x="435" y="227"/>
                </a:lnTo>
                <a:lnTo>
                  <a:pt x="435" y="226"/>
                </a:lnTo>
                <a:lnTo>
                  <a:pt x="436" y="225"/>
                </a:lnTo>
                <a:lnTo>
                  <a:pt x="436" y="224"/>
                </a:lnTo>
                <a:lnTo>
                  <a:pt x="437" y="224"/>
                </a:lnTo>
                <a:lnTo>
                  <a:pt x="438" y="223"/>
                </a:lnTo>
                <a:lnTo>
                  <a:pt x="438" y="224"/>
                </a:lnTo>
                <a:lnTo>
                  <a:pt x="438" y="225"/>
                </a:lnTo>
                <a:lnTo>
                  <a:pt x="439" y="225"/>
                </a:lnTo>
                <a:lnTo>
                  <a:pt x="440" y="226"/>
                </a:lnTo>
                <a:lnTo>
                  <a:pt x="441" y="226"/>
                </a:lnTo>
                <a:lnTo>
                  <a:pt x="441" y="227"/>
                </a:lnTo>
                <a:lnTo>
                  <a:pt x="440" y="227"/>
                </a:lnTo>
                <a:lnTo>
                  <a:pt x="440" y="228"/>
                </a:lnTo>
                <a:lnTo>
                  <a:pt x="439" y="228"/>
                </a:lnTo>
                <a:lnTo>
                  <a:pt x="440" y="229"/>
                </a:lnTo>
                <a:lnTo>
                  <a:pt x="441" y="228"/>
                </a:lnTo>
                <a:lnTo>
                  <a:pt x="442" y="228"/>
                </a:lnTo>
                <a:lnTo>
                  <a:pt x="443" y="230"/>
                </a:lnTo>
                <a:lnTo>
                  <a:pt x="443" y="229"/>
                </a:lnTo>
                <a:lnTo>
                  <a:pt x="443" y="230"/>
                </a:lnTo>
                <a:lnTo>
                  <a:pt x="443" y="231"/>
                </a:lnTo>
                <a:lnTo>
                  <a:pt x="442" y="231"/>
                </a:lnTo>
                <a:lnTo>
                  <a:pt x="442" y="232"/>
                </a:lnTo>
                <a:lnTo>
                  <a:pt x="442" y="233"/>
                </a:lnTo>
                <a:lnTo>
                  <a:pt x="443" y="233"/>
                </a:lnTo>
                <a:lnTo>
                  <a:pt x="444" y="232"/>
                </a:lnTo>
                <a:lnTo>
                  <a:pt x="445" y="232"/>
                </a:lnTo>
                <a:lnTo>
                  <a:pt x="445" y="231"/>
                </a:lnTo>
                <a:lnTo>
                  <a:pt x="446" y="231"/>
                </a:lnTo>
                <a:lnTo>
                  <a:pt x="446" y="232"/>
                </a:lnTo>
                <a:lnTo>
                  <a:pt x="446" y="233"/>
                </a:lnTo>
                <a:lnTo>
                  <a:pt x="447" y="233"/>
                </a:lnTo>
                <a:lnTo>
                  <a:pt x="447" y="232"/>
                </a:lnTo>
                <a:lnTo>
                  <a:pt x="448" y="231"/>
                </a:lnTo>
                <a:lnTo>
                  <a:pt x="449" y="231"/>
                </a:lnTo>
                <a:lnTo>
                  <a:pt x="450" y="230"/>
                </a:lnTo>
                <a:lnTo>
                  <a:pt x="451" y="229"/>
                </a:lnTo>
                <a:lnTo>
                  <a:pt x="452" y="228"/>
                </a:lnTo>
                <a:lnTo>
                  <a:pt x="453" y="228"/>
                </a:lnTo>
                <a:lnTo>
                  <a:pt x="453" y="229"/>
                </a:lnTo>
                <a:lnTo>
                  <a:pt x="452" y="229"/>
                </a:lnTo>
                <a:lnTo>
                  <a:pt x="452" y="230"/>
                </a:lnTo>
                <a:lnTo>
                  <a:pt x="451" y="231"/>
                </a:lnTo>
                <a:lnTo>
                  <a:pt x="450" y="233"/>
                </a:lnTo>
                <a:lnTo>
                  <a:pt x="449" y="233"/>
                </a:lnTo>
                <a:lnTo>
                  <a:pt x="449" y="234"/>
                </a:lnTo>
                <a:lnTo>
                  <a:pt x="448" y="234"/>
                </a:lnTo>
                <a:lnTo>
                  <a:pt x="448" y="235"/>
                </a:lnTo>
                <a:lnTo>
                  <a:pt x="447" y="235"/>
                </a:lnTo>
                <a:lnTo>
                  <a:pt x="448" y="236"/>
                </a:lnTo>
                <a:lnTo>
                  <a:pt x="447" y="237"/>
                </a:lnTo>
                <a:lnTo>
                  <a:pt x="446" y="237"/>
                </a:lnTo>
                <a:lnTo>
                  <a:pt x="446" y="236"/>
                </a:lnTo>
                <a:lnTo>
                  <a:pt x="445" y="236"/>
                </a:lnTo>
                <a:lnTo>
                  <a:pt x="444" y="237"/>
                </a:lnTo>
                <a:lnTo>
                  <a:pt x="443" y="238"/>
                </a:lnTo>
                <a:lnTo>
                  <a:pt x="443" y="237"/>
                </a:lnTo>
                <a:lnTo>
                  <a:pt x="443" y="236"/>
                </a:lnTo>
                <a:lnTo>
                  <a:pt x="442" y="236"/>
                </a:lnTo>
                <a:lnTo>
                  <a:pt x="441" y="235"/>
                </a:lnTo>
                <a:lnTo>
                  <a:pt x="440" y="235"/>
                </a:lnTo>
                <a:lnTo>
                  <a:pt x="440" y="236"/>
                </a:lnTo>
                <a:lnTo>
                  <a:pt x="439" y="236"/>
                </a:lnTo>
                <a:lnTo>
                  <a:pt x="437" y="237"/>
                </a:lnTo>
                <a:lnTo>
                  <a:pt x="435" y="239"/>
                </a:lnTo>
                <a:lnTo>
                  <a:pt x="435" y="240"/>
                </a:lnTo>
                <a:lnTo>
                  <a:pt x="436" y="241"/>
                </a:lnTo>
                <a:lnTo>
                  <a:pt x="437" y="241"/>
                </a:lnTo>
                <a:lnTo>
                  <a:pt x="438" y="240"/>
                </a:lnTo>
                <a:lnTo>
                  <a:pt x="438" y="241"/>
                </a:lnTo>
                <a:lnTo>
                  <a:pt x="438" y="242"/>
                </a:lnTo>
                <a:lnTo>
                  <a:pt x="437" y="243"/>
                </a:lnTo>
                <a:lnTo>
                  <a:pt x="436" y="243"/>
                </a:lnTo>
                <a:lnTo>
                  <a:pt x="435" y="243"/>
                </a:lnTo>
                <a:lnTo>
                  <a:pt x="435" y="242"/>
                </a:lnTo>
                <a:lnTo>
                  <a:pt x="435" y="241"/>
                </a:lnTo>
                <a:lnTo>
                  <a:pt x="434" y="241"/>
                </a:lnTo>
                <a:lnTo>
                  <a:pt x="433" y="241"/>
                </a:lnTo>
                <a:lnTo>
                  <a:pt x="432" y="241"/>
                </a:lnTo>
                <a:lnTo>
                  <a:pt x="431" y="241"/>
                </a:lnTo>
                <a:lnTo>
                  <a:pt x="431" y="242"/>
                </a:lnTo>
                <a:lnTo>
                  <a:pt x="432" y="242"/>
                </a:lnTo>
                <a:lnTo>
                  <a:pt x="431" y="243"/>
                </a:lnTo>
                <a:lnTo>
                  <a:pt x="431" y="242"/>
                </a:lnTo>
                <a:lnTo>
                  <a:pt x="430" y="243"/>
                </a:lnTo>
                <a:lnTo>
                  <a:pt x="429" y="243"/>
                </a:lnTo>
                <a:lnTo>
                  <a:pt x="429" y="244"/>
                </a:lnTo>
                <a:lnTo>
                  <a:pt x="428" y="244"/>
                </a:lnTo>
                <a:lnTo>
                  <a:pt x="427" y="245"/>
                </a:lnTo>
                <a:lnTo>
                  <a:pt x="427" y="244"/>
                </a:lnTo>
                <a:lnTo>
                  <a:pt x="426" y="244"/>
                </a:lnTo>
                <a:lnTo>
                  <a:pt x="425" y="245"/>
                </a:lnTo>
                <a:lnTo>
                  <a:pt x="424" y="245"/>
                </a:lnTo>
                <a:lnTo>
                  <a:pt x="422" y="246"/>
                </a:lnTo>
                <a:lnTo>
                  <a:pt x="421" y="246"/>
                </a:lnTo>
                <a:lnTo>
                  <a:pt x="420" y="246"/>
                </a:lnTo>
                <a:lnTo>
                  <a:pt x="419" y="247"/>
                </a:lnTo>
                <a:lnTo>
                  <a:pt x="418" y="247"/>
                </a:lnTo>
                <a:lnTo>
                  <a:pt x="418" y="248"/>
                </a:lnTo>
                <a:lnTo>
                  <a:pt x="418" y="249"/>
                </a:lnTo>
                <a:lnTo>
                  <a:pt x="419" y="249"/>
                </a:lnTo>
                <a:lnTo>
                  <a:pt x="419" y="248"/>
                </a:lnTo>
                <a:lnTo>
                  <a:pt x="420" y="248"/>
                </a:lnTo>
                <a:lnTo>
                  <a:pt x="421" y="249"/>
                </a:lnTo>
                <a:lnTo>
                  <a:pt x="423" y="251"/>
                </a:lnTo>
                <a:lnTo>
                  <a:pt x="422" y="251"/>
                </a:lnTo>
                <a:lnTo>
                  <a:pt x="422" y="252"/>
                </a:lnTo>
                <a:lnTo>
                  <a:pt x="421" y="252"/>
                </a:lnTo>
                <a:lnTo>
                  <a:pt x="421" y="253"/>
                </a:lnTo>
                <a:lnTo>
                  <a:pt x="422" y="253"/>
                </a:lnTo>
                <a:lnTo>
                  <a:pt x="422" y="254"/>
                </a:lnTo>
                <a:lnTo>
                  <a:pt x="422" y="255"/>
                </a:lnTo>
                <a:lnTo>
                  <a:pt x="421" y="255"/>
                </a:lnTo>
                <a:lnTo>
                  <a:pt x="419" y="256"/>
                </a:lnTo>
                <a:lnTo>
                  <a:pt x="419" y="257"/>
                </a:lnTo>
                <a:lnTo>
                  <a:pt x="419" y="258"/>
                </a:lnTo>
                <a:lnTo>
                  <a:pt x="418" y="258"/>
                </a:lnTo>
                <a:lnTo>
                  <a:pt x="417" y="258"/>
                </a:lnTo>
                <a:lnTo>
                  <a:pt x="416" y="259"/>
                </a:lnTo>
                <a:lnTo>
                  <a:pt x="416" y="260"/>
                </a:lnTo>
                <a:lnTo>
                  <a:pt x="416" y="261"/>
                </a:lnTo>
                <a:lnTo>
                  <a:pt x="416" y="262"/>
                </a:lnTo>
                <a:lnTo>
                  <a:pt x="417" y="263"/>
                </a:lnTo>
                <a:lnTo>
                  <a:pt x="418" y="264"/>
                </a:lnTo>
                <a:lnTo>
                  <a:pt x="417" y="264"/>
                </a:lnTo>
                <a:lnTo>
                  <a:pt x="416" y="265"/>
                </a:lnTo>
                <a:lnTo>
                  <a:pt x="414" y="265"/>
                </a:lnTo>
                <a:lnTo>
                  <a:pt x="413" y="265"/>
                </a:lnTo>
                <a:lnTo>
                  <a:pt x="412" y="266"/>
                </a:lnTo>
                <a:lnTo>
                  <a:pt x="411" y="267"/>
                </a:lnTo>
                <a:lnTo>
                  <a:pt x="411" y="268"/>
                </a:lnTo>
                <a:lnTo>
                  <a:pt x="409" y="272"/>
                </a:lnTo>
                <a:lnTo>
                  <a:pt x="408" y="273"/>
                </a:lnTo>
                <a:lnTo>
                  <a:pt x="408" y="274"/>
                </a:lnTo>
                <a:lnTo>
                  <a:pt x="408" y="275"/>
                </a:lnTo>
                <a:lnTo>
                  <a:pt x="408" y="276"/>
                </a:lnTo>
                <a:lnTo>
                  <a:pt x="407" y="277"/>
                </a:lnTo>
                <a:lnTo>
                  <a:pt x="408" y="279"/>
                </a:lnTo>
                <a:lnTo>
                  <a:pt x="407" y="280"/>
                </a:lnTo>
                <a:lnTo>
                  <a:pt x="406" y="281"/>
                </a:lnTo>
                <a:lnTo>
                  <a:pt x="406" y="282"/>
                </a:lnTo>
                <a:lnTo>
                  <a:pt x="407" y="282"/>
                </a:lnTo>
                <a:lnTo>
                  <a:pt x="407" y="281"/>
                </a:lnTo>
                <a:lnTo>
                  <a:pt x="408" y="280"/>
                </a:lnTo>
                <a:lnTo>
                  <a:pt x="408" y="279"/>
                </a:lnTo>
                <a:lnTo>
                  <a:pt x="408" y="278"/>
                </a:lnTo>
                <a:lnTo>
                  <a:pt x="408" y="277"/>
                </a:lnTo>
                <a:lnTo>
                  <a:pt x="408" y="276"/>
                </a:lnTo>
                <a:lnTo>
                  <a:pt x="409" y="275"/>
                </a:lnTo>
                <a:lnTo>
                  <a:pt x="410" y="274"/>
                </a:lnTo>
                <a:lnTo>
                  <a:pt x="411" y="273"/>
                </a:lnTo>
                <a:lnTo>
                  <a:pt x="412" y="274"/>
                </a:lnTo>
                <a:lnTo>
                  <a:pt x="413" y="275"/>
                </a:lnTo>
                <a:lnTo>
                  <a:pt x="414" y="276"/>
                </a:lnTo>
                <a:lnTo>
                  <a:pt x="416" y="276"/>
                </a:lnTo>
                <a:lnTo>
                  <a:pt x="417" y="276"/>
                </a:lnTo>
                <a:lnTo>
                  <a:pt x="418" y="276"/>
                </a:lnTo>
                <a:lnTo>
                  <a:pt x="419" y="276"/>
                </a:lnTo>
                <a:lnTo>
                  <a:pt x="420" y="276"/>
                </a:lnTo>
                <a:lnTo>
                  <a:pt x="420" y="277"/>
                </a:lnTo>
                <a:lnTo>
                  <a:pt x="422" y="278"/>
                </a:lnTo>
                <a:lnTo>
                  <a:pt x="427" y="279"/>
                </a:lnTo>
                <a:lnTo>
                  <a:pt x="427" y="278"/>
                </a:lnTo>
                <a:lnTo>
                  <a:pt x="428" y="278"/>
                </a:lnTo>
                <a:lnTo>
                  <a:pt x="428" y="277"/>
                </a:lnTo>
                <a:lnTo>
                  <a:pt x="429" y="277"/>
                </a:lnTo>
                <a:lnTo>
                  <a:pt x="430" y="277"/>
                </a:lnTo>
                <a:lnTo>
                  <a:pt x="431" y="277"/>
                </a:lnTo>
                <a:lnTo>
                  <a:pt x="432" y="278"/>
                </a:lnTo>
                <a:lnTo>
                  <a:pt x="432" y="279"/>
                </a:lnTo>
                <a:lnTo>
                  <a:pt x="432" y="280"/>
                </a:lnTo>
                <a:lnTo>
                  <a:pt x="432" y="283"/>
                </a:lnTo>
                <a:lnTo>
                  <a:pt x="432" y="285"/>
                </a:lnTo>
                <a:lnTo>
                  <a:pt x="431" y="286"/>
                </a:lnTo>
                <a:lnTo>
                  <a:pt x="431" y="287"/>
                </a:lnTo>
                <a:lnTo>
                  <a:pt x="431" y="289"/>
                </a:lnTo>
                <a:lnTo>
                  <a:pt x="430" y="291"/>
                </a:lnTo>
                <a:lnTo>
                  <a:pt x="430" y="292"/>
                </a:lnTo>
                <a:lnTo>
                  <a:pt x="429" y="292"/>
                </a:lnTo>
                <a:lnTo>
                  <a:pt x="427" y="292"/>
                </a:lnTo>
                <a:lnTo>
                  <a:pt x="427" y="293"/>
                </a:lnTo>
                <a:lnTo>
                  <a:pt x="425" y="293"/>
                </a:lnTo>
                <a:lnTo>
                  <a:pt x="425" y="294"/>
                </a:lnTo>
                <a:lnTo>
                  <a:pt x="424" y="294"/>
                </a:lnTo>
                <a:lnTo>
                  <a:pt x="424" y="295"/>
                </a:lnTo>
                <a:lnTo>
                  <a:pt x="423" y="297"/>
                </a:lnTo>
                <a:lnTo>
                  <a:pt x="423" y="299"/>
                </a:lnTo>
                <a:lnTo>
                  <a:pt x="423" y="300"/>
                </a:lnTo>
                <a:lnTo>
                  <a:pt x="424" y="301"/>
                </a:lnTo>
                <a:lnTo>
                  <a:pt x="424" y="302"/>
                </a:lnTo>
                <a:lnTo>
                  <a:pt x="423" y="304"/>
                </a:lnTo>
                <a:lnTo>
                  <a:pt x="424" y="305"/>
                </a:lnTo>
                <a:lnTo>
                  <a:pt x="424" y="306"/>
                </a:lnTo>
                <a:lnTo>
                  <a:pt x="424" y="307"/>
                </a:lnTo>
                <a:lnTo>
                  <a:pt x="425" y="307"/>
                </a:lnTo>
                <a:lnTo>
                  <a:pt x="425" y="309"/>
                </a:lnTo>
                <a:lnTo>
                  <a:pt x="425" y="310"/>
                </a:lnTo>
                <a:lnTo>
                  <a:pt x="426" y="311"/>
                </a:lnTo>
                <a:lnTo>
                  <a:pt x="427" y="311"/>
                </a:lnTo>
                <a:lnTo>
                  <a:pt x="428" y="313"/>
                </a:lnTo>
                <a:lnTo>
                  <a:pt x="427" y="313"/>
                </a:lnTo>
                <a:lnTo>
                  <a:pt x="426" y="314"/>
                </a:lnTo>
                <a:lnTo>
                  <a:pt x="426" y="315"/>
                </a:lnTo>
                <a:lnTo>
                  <a:pt x="425" y="315"/>
                </a:lnTo>
                <a:lnTo>
                  <a:pt x="425" y="316"/>
                </a:lnTo>
                <a:lnTo>
                  <a:pt x="425" y="317"/>
                </a:lnTo>
                <a:lnTo>
                  <a:pt x="425" y="318"/>
                </a:lnTo>
                <a:lnTo>
                  <a:pt x="425" y="319"/>
                </a:lnTo>
                <a:lnTo>
                  <a:pt x="425" y="321"/>
                </a:lnTo>
                <a:lnTo>
                  <a:pt x="424" y="321"/>
                </a:lnTo>
                <a:lnTo>
                  <a:pt x="423" y="322"/>
                </a:lnTo>
                <a:lnTo>
                  <a:pt x="422" y="322"/>
                </a:lnTo>
                <a:lnTo>
                  <a:pt x="420" y="321"/>
                </a:lnTo>
                <a:lnTo>
                  <a:pt x="419" y="321"/>
                </a:lnTo>
                <a:lnTo>
                  <a:pt x="416" y="323"/>
                </a:lnTo>
                <a:lnTo>
                  <a:pt x="415" y="323"/>
                </a:lnTo>
                <a:lnTo>
                  <a:pt x="414" y="324"/>
                </a:lnTo>
                <a:lnTo>
                  <a:pt x="413" y="324"/>
                </a:lnTo>
                <a:lnTo>
                  <a:pt x="412" y="324"/>
                </a:lnTo>
                <a:lnTo>
                  <a:pt x="411" y="324"/>
                </a:lnTo>
                <a:lnTo>
                  <a:pt x="412" y="325"/>
                </a:lnTo>
                <a:lnTo>
                  <a:pt x="412" y="326"/>
                </a:lnTo>
                <a:lnTo>
                  <a:pt x="411" y="326"/>
                </a:lnTo>
                <a:lnTo>
                  <a:pt x="411" y="325"/>
                </a:lnTo>
                <a:lnTo>
                  <a:pt x="410" y="325"/>
                </a:lnTo>
                <a:lnTo>
                  <a:pt x="410" y="326"/>
                </a:lnTo>
                <a:lnTo>
                  <a:pt x="410" y="327"/>
                </a:lnTo>
                <a:lnTo>
                  <a:pt x="410" y="329"/>
                </a:lnTo>
                <a:lnTo>
                  <a:pt x="411" y="329"/>
                </a:lnTo>
                <a:lnTo>
                  <a:pt x="411" y="330"/>
                </a:lnTo>
                <a:lnTo>
                  <a:pt x="412" y="331"/>
                </a:lnTo>
                <a:lnTo>
                  <a:pt x="413" y="331"/>
                </a:lnTo>
                <a:lnTo>
                  <a:pt x="414" y="331"/>
                </a:lnTo>
                <a:lnTo>
                  <a:pt x="415" y="332"/>
                </a:lnTo>
                <a:lnTo>
                  <a:pt x="415" y="331"/>
                </a:lnTo>
                <a:lnTo>
                  <a:pt x="418" y="331"/>
                </a:lnTo>
                <a:lnTo>
                  <a:pt x="418" y="330"/>
                </a:lnTo>
                <a:lnTo>
                  <a:pt x="419" y="330"/>
                </a:lnTo>
                <a:lnTo>
                  <a:pt x="419" y="332"/>
                </a:lnTo>
                <a:lnTo>
                  <a:pt x="420" y="332"/>
                </a:lnTo>
                <a:lnTo>
                  <a:pt x="419" y="333"/>
                </a:lnTo>
                <a:lnTo>
                  <a:pt x="419" y="334"/>
                </a:lnTo>
                <a:lnTo>
                  <a:pt x="419" y="336"/>
                </a:lnTo>
                <a:lnTo>
                  <a:pt x="420" y="335"/>
                </a:lnTo>
                <a:lnTo>
                  <a:pt x="420" y="336"/>
                </a:lnTo>
                <a:lnTo>
                  <a:pt x="421" y="336"/>
                </a:lnTo>
                <a:lnTo>
                  <a:pt x="422" y="336"/>
                </a:lnTo>
                <a:lnTo>
                  <a:pt x="423" y="336"/>
                </a:lnTo>
                <a:lnTo>
                  <a:pt x="424" y="336"/>
                </a:lnTo>
                <a:lnTo>
                  <a:pt x="425" y="335"/>
                </a:lnTo>
                <a:lnTo>
                  <a:pt x="425" y="334"/>
                </a:lnTo>
                <a:lnTo>
                  <a:pt x="426" y="334"/>
                </a:lnTo>
                <a:lnTo>
                  <a:pt x="426" y="335"/>
                </a:lnTo>
                <a:lnTo>
                  <a:pt x="426" y="336"/>
                </a:lnTo>
                <a:lnTo>
                  <a:pt x="427" y="337"/>
                </a:lnTo>
                <a:lnTo>
                  <a:pt x="427" y="336"/>
                </a:lnTo>
                <a:lnTo>
                  <a:pt x="428" y="337"/>
                </a:lnTo>
                <a:lnTo>
                  <a:pt x="429" y="338"/>
                </a:lnTo>
                <a:lnTo>
                  <a:pt x="428" y="339"/>
                </a:lnTo>
                <a:lnTo>
                  <a:pt x="429" y="339"/>
                </a:lnTo>
                <a:lnTo>
                  <a:pt x="429" y="340"/>
                </a:lnTo>
                <a:lnTo>
                  <a:pt x="430" y="340"/>
                </a:lnTo>
                <a:lnTo>
                  <a:pt x="429" y="341"/>
                </a:lnTo>
                <a:lnTo>
                  <a:pt x="428" y="342"/>
                </a:lnTo>
                <a:lnTo>
                  <a:pt x="428" y="343"/>
                </a:lnTo>
                <a:lnTo>
                  <a:pt x="429" y="344"/>
                </a:lnTo>
                <a:lnTo>
                  <a:pt x="429" y="345"/>
                </a:lnTo>
                <a:lnTo>
                  <a:pt x="429" y="346"/>
                </a:lnTo>
                <a:lnTo>
                  <a:pt x="431" y="346"/>
                </a:lnTo>
                <a:lnTo>
                  <a:pt x="430" y="347"/>
                </a:lnTo>
                <a:lnTo>
                  <a:pt x="429" y="347"/>
                </a:lnTo>
                <a:lnTo>
                  <a:pt x="430" y="349"/>
                </a:lnTo>
                <a:lnTo>
                  <a:pt x="431" y="350"/>
                </a:lnTo>
                <a:lnTo>
                  <a:pt x="432" y="349"/>
                </a:lnTo>
                <a:lnTo>
                  <a:pt x="433" y="349"/>
                </a:lnTo>
                <a:lnTo>
                  <a:pt x="433" y="350"/>
                </a:lnTo>
                <a:lnTo>
                  <a:pt x="434" y="349"/>
                </a:lnTo>
                <a:lnTo>
                  <a:pt x="434" y="348"/>
                </a:lnTo>
                <a:lnTo>
                  <a:pt x="434" y="349"/>
                </a:lnTo>
                <a:lnTo>
                  <a:pt x="434" y="351"/>
                </a:lnTo>
                <a:lnTo>
                  <a:pt x="433" y="352"/>
                </a:lnTo>
                <a:lnTo>
                  <a:pt x="432" y="352"/>
                </a:lnTo>
                <a:lnTo>
                  <a:pt x="431" y="353"/>
                </a:lnTo>
                <a:lnTo>
                  <a:pt x="431" y="354"/>
                </a:lnTo>
                <a:lnTo>
                  <a:pt x="432" y="353"/>
                </a:lnTo>
                <a:lnTo>
                  <a:pt x="433" y="354"/>
                </a:lnTo>
                <a:lnTo>
                  <a:pt x="435" y="353"/>
                </a:lnTo>
                <a:lnTo>
                  <a:pt x="436" y="354"/>
                </a:lnTo>
                <a:lnTo>
                  <a:pt x="437" y="355"/>
                </a:lnTo>
                <a:lnTo>
                  <a:pt x="437" y="356"/>
                </a:lnTo>
                <a:lnTo>
                  <a:pt x="436" y="356"/>
                </a:lnTo>
                <a:lnTo>
                  <a:pt x="436" y="357"/>
                </a:lnTo>
                <a:lnTo>
                  <a:pt x="437" y="358"/>
                </a:lnTo>
                <a:lnTo>
                  <a:pt x="437" y="359"/>
                </a:lnTo>
                <a:lnTo>
                  <a:pt x="437" y="360"/>
                </a:lnTo>
                <a:lnTo>
                  <a:pt x="437" y="359"/>
                </a:lnTo>
                <a:lnTo>
                  <a:pt x="438" y="359"/>
                </a:lnTo>
                <a:lnTo>
                  <a:pt x="438" y="360"/>
                </a:lnTo>
                <a:lnTo>
                  <a:pt x="437" y="360"/>
                </a:lnTo>
                <a:lnTo>
                  <a:pt x="438" y="360"/>
                </a:lnTo>
                <a:lnTo>
                  <a:pt x="438" y="361"/>
                </a:lnTo>
                <a:lnTo>
                  <a:pt x="437" y="361"/>
                </a:lnTo>
                <a:lnTo>
                  <a:pt x="437" y="360"/>
                </a:lnTo>
                <a:lnTo>
                  <a:pt x="437" y="361"/>
                </a:lnTo>
                <a:lnTo>
                  <a:pt x="436" y="362"/>
                </a:lnTo>
                <a:lnTo>
                  <a:pt x="435" y="362"/>
                </a:lnTo>
                <a:lnTo>
                  <a:pt x="434" y="362"/>
                </a:lnTo>
                <a:lnTo>
                  <a:pt x="434" y="363"/>
                </a:lnTo>
                <a:lnTo>
                  <a:pt x="435" y="363"/>
                </a:lnTo>
                <a:lnTo>
                  <a:pt x="436" y="363"/>
                </a:lnTo>
                <a:lnTo>
                  <a:pt x="437" y="362"/>
                </a:lnTo>
                <a:lnTo>
                  <a:pt x="438" y="361"/>
                </a:lnTo>
                <a:lnTo>
                  <a:pt x="438" y="362"/>
                </a:lnTo>
                <a:lnTo>
                  <a:pt x="438" y="363"/>
                </a:lnTo>
                <a:lnTo>
                  <a:pt x="437" y="364"/>
                </a:lnTo>
                <a:lnTo>
                  <a:pt x="435" y="365"/>
                </a:lnTo>
                <a:lnTo>
                  <a:pt x="434" y="365"/>
                </a:lnTo>
                <a:lnTo>
                  <a:pt x="433" y="365"/>
                </a:lnTo>
                <a:lnTo>
                  <a:pt x="432" y="365"/>
                </a:lnTo>
                <a:lnTo>
                  <a:pt x="431" y="366"/>
                </a:lnTo>
                <a:lnTo>
                  <a:pt x="431" y="365"/>
                </a:lnTo>
                <a:lnTo>
                  <a:pt x="431" y="364"/>
                </a:lnTo>
                <a:lnTo>
                  <a:pt x="431" y="363"/>
                </a:lnTo>
                <a:lnTo>
                  <a:pt x="430" y="362"/>
                </a:lnTo>
                <a:lnTo>
                  <a:pt x="429" y="362"/>
                </a:lnTo>
                <a:lnTo>
                  <a:pt x="429" y="361"/>
                </a:lnTo>
                <a:lnTo>
                  <a:pt x="429" y="360"/>
                </a:lnTo>
                <a:lnTo>
                  <a:pt x="430" y="361"/>
                </a:lnTo>
                <a:lnTo>
                  <a:pt x="430" y="360"/>
                </a:lnTo>
                <a:lnTo>
                  <a:pt x="430" y="359"/>
                </a:lnTo>
                <a:lnTo>
                  <a:pt x="429" y="359"/>
                </a:lnTo>
                <a:lnTo>
                  <a:pt x="429" y="358"/>
                </a:lnTo>
                <a:lnTo>
                  <a:pt x="429" y="357"/>
                </a:lnTo>
                <a:lnTo>
                  <a:pt x="428" y="356"/>
                </a:lnTo>
                <a:lnTo>
                  <a:pt x="428" y="355"/>
                </a:lnTo>
                <a:lnTo>
                  <a:pt x="428" y="354"/>
                </a:lnTo>
                <a:lnTo>
                  <a:pt x="428" y="353"/>
                </a:lnTo>
                <a:lnTo>
                  <a:pt x="428" y="352"/>
                </a:lnTo>
                <a:lnTo>
                  <a:pt x="427" y="351"/>
                </a:lnTo>
                <a:lnTo>
                  <a:pt x="426" y="351"/>
                </a:lnTo>
                <a:lnTo>
                  <a:pt x="425" y="351"/>
                </a:lnTo>
                <a:lnTo>
                  <a:pt x="425" y="352"/>
                </a:lnTo>
                <a:lnTo>
                  <a:pt x="425" y="354"/>
                </a:lnTo>
                <a:lnTo>
                  <a:pt x="424" y="354"/>
                </a:lnTo>
                <a:lnTo>
                  <a:pt x="423" y="353"/>
                </a:lnTo>
                <a:lnTo>
                  <a:pt x="422" y="354"/>
                </a:lnTo>
                <a:lnTo>
                  <a:pt x="423" y="354"/>
                </a:lnTo>
                <a:lnTo>
                  <a:pt x="422" y="355"/>
                </a:lnTo>
                <a:lnTo>
                  <a:pt x="423" y="356"/>
                </a:lnTo>
                <a:lnTo>
                  <a:pt x="423" y="355"/>
                </a:lnTo>
                <a:lnTo>
                  <a:pt x="423" y="356"/>
                </a:lnTo>
                <a:lnTo>
                  <a:pt x="424" y="356"/>
                </a:lnTo>
                <a:lnTo>
                  <a:pt x="424" y="357"/>
                </a:lnTo>
                <a:lnTo>
                  <a:pt x="425" y="356"/>
                </a:lnTo>
                <a:lnTo>
                  <a:pt x="425" y="355"/>
                </a:lnTo>
                <a:lnTo>
                  <a:pt x="426" y="356"/>
                </a:lnTo>
                <a:lnTo>
                  <a:pt x="426" y="357"/>
                </a:lnTo>
                <a:lnTo>
                  <a:pt x="427" y="356"/>
                </a:lnTo>
                <a:lnTo>
                  <a:pt x="427" y="358"/>
                </a:lnTo>
                <a:lnTo>
                  <a:pt x="427" y="359"/>
                </a:lnTo>
                <a:lnTo>
                  <a:pt x="426" y="359"/>
                </a:lnTo>
                <a:lnTo>
                  <a:pt x="426" y="360"/>
                </a:lnTo>
                <a:lnTo>
                  <a:pt x="425" y="361"/>
                </a:lnTo>
                <a:lnTo>
                  <a:pt x="424" y="362"/>
                </a:lnTo>
                <a:lnTo>
                  <a:pt x="425" y="363"/>
                </a:lnTo>
                <a:lnTo>
                  <a:pt x="424" y="364"/>
                </a:lnTo>
                <a:lnTo>
                  <a:pt x="423" y="364"/>
                </a:lnTo>
                <a:lnTo>
                  <a:pt x="423" y="363"/>
                </a:lnTo>
                <a:lnTo>
                  <a:pt x="424" y="363"/>
                </a:lnTo>
                <a:lnTo>
                  <a:pt x="423" y="362"/>
                </a:lnTo>
                <a:lnTo>
                  <a:pt x="422" y="362"/>
                </a:lnTo>
                <a:lnTo>
                  <a:pt x="420" y="362"/>
                </a:lnTo>
                <a:lnTo>
                  <a:pt x="419" y="363"/>
                </a:lnTo>
                <a:lnTo>
                  <a:pt x="419" y="364"/>
                </a:lnTo>
                <a:lnTo>
                  <a:pt x="418" y="364"/>
                </a:lnTo>
                <a:lnTo>
                  <a:pt x="418" y="363"/>
                </a:lnTo>
                <a:lnTo>
                  <a:pt x="419" y="362"/>
                </a:lnTo>
                <a:lnTo>
                  <a:pt x="420" y="362"/>
                </a:lnTo>
                <a:lnTo>
                  <a:pt x="420" y="361"/>
                </a:lnTo>
                <a:lnTo>
                  <a:pt x="421" y="361"/>
                </a:lnTo>
                <a:lnTo>
                  <a:pt x="421" y="360"/>
                </a:lnTo>
                <a:lnTo>
                  <a:pt x="420" y="359"/>
                </a:lnTo>
                <a:lnTo>
                  <a:pt x="419" y="358"/>
                </a:lnTo>
                <a:lnTo>
                  <a:pt x="417" y="356"/>
                </a:lnTo>
                <a:lnTo>
                  <a:pt x="417" y="354"/>
                </a:lnTo>
                <a:lnTo>
                  <a:pt x="418" y="353"/>
                </a:lnTo>
                <a:lnTo>
                  <a:pt x="418" y="352"/>
                </a:lnTo>
                <a:lnTo>
                  <a:pt x="417" y="352"/>
                </a:lnTo>
                <a:lnTo>
                  <a:pt x="417" y="353"/>
                </a:lnTo>
                <a:lnTo>
                  <a:pt x="416" y="353"/>
                </a:lnTo>
                <a:lnTo>
                  <a:pt x="415" y="353"/>
                </a:lnTo>
                <a:lnTo>
                  <a:pt x="414" y="353"/>
                </a:lnTo>
                <a:lnTo>
                  <a:pt x="413" y="353"/>
                </a:lnTo>
                <a:lnTo>
                  <a:pt x="413" y="354"/>
                </a:lnTo>
                <a:lnTo>
                  <a:pt x="413" y="355"/>
                </a:lnTo>
                <a:lnTo>
                  <a:pt x="411" y="357"/>
                </a:lnTo>
                <a:lnTo>
                  <a:pt x="411" y="356"/>
                </a:lnTo>
                <a:lnTo>
                  <a:pt x="411" y="355"/>
                </a:lnTo>
                <a:lnTo>
                  <a:pt x="412" y="355"/>
                </a:lnTo>
                <a:lnTo>
                  <a:pt x="412" y="354"/>
                </a:lnTo>
                <a:lnTo>
                  <a:pt x="412" y="353"/>
                </a:lnTo>
                <a:lnTo>
                  <a:pt x="411" y="352"/>
                </a:lnTo>
                <a:lnTo>
                  <a:pt x="411" y="351"/>
                </a:lnTo>
                <a:lnTo>
                  <a:pt x="412" y="350"/>
                </a:lnTo>
                <a:lnTo>
                  <a:pt x="412" y="349"/>
                </a:lnTo>
                <a:lnTo>
                  <a:pt x="412" y="348"/>
                </a:lnTo>
                <a:lnTo>
                  <a:pt x="412" y="347"/>
                </a:lnTo>
                <a:lnTo>
                  <a:pt x="411" y="348"/>
                </a:lnTo>
                <a:lnTo>
                  <a:pt x="410" y="348"/>
                </a:lnTo>
                <a:lnTo>
                  <a:pt x="409" y="347"/>
                </a:lnTo>
                <a:lnTo>
                  <a:pt x="408" y="349"/>
                </a:lnTo>
                <a:lnTo>
                  <a:pt x="405" y="349"/>
                </a:lnTo>
                <a:lnTo>
                  <a:pt x="406" y="347"/>
                </a:lnTo>
                <a:lnTo>
                  <a:pt x="403" y="347"/>
                </a:lnTo>
                <a:lnTo>
                  <a:pt x="403" y="346"/>
                </a:lnTo>
                <a:lnTo>
                  <a:pt x="402" y="346"/>
                </a:lnTo>
                <a:lnTo>
                  <a:pt x="401" y="346"/>
                </a:lnTo>
                <a:lnTo>
                  <a:pt x="400" y="345"/>
                </a:lnTo>
                <a:lnTo>
                  <a:pt x="400" y="344"/>
                </a:lnTo>
                <a:lnTo>
                  <a:pt x="400" y="343"/>
                </a:lnTo>
                <a:lnTo>
                  <a:pt x="400" y="342"/>
                </a:lnTo>
                <a:lnTo>
                  <a:pt x="399" y="342"/>
                </a:lnTo>
                <a:lnTo>
                  <a:pt x="399" y="343"/>
                </a:lnTo>
                <a:lnTo>
                  <a:pt x="399" y="344"/>
                </a:lnTo>
                <a:lnTo>
                  <a:pt x="399" y="345"/>
                </a:lnTo>
                <a:lnTo>
                  <a:pt x="399" y="346"/>
                </a:lnTo>
                <a:lnTo>
                  <a:pt x="399" y="347"/>
                </a:lnTo>
                <a:lnTo>
                  <a:pt x="399" y="348"/>
                </a:lnTo>
                <a:lnTo>
                  <a:pt x="399" y="350"/>
                </a:lnTo>
                <a:lnTo>
                  <a:pt x="398" y="350"/>
                </a:lnTo>
                <a:lnTo>
                  <a:pt x="398" y="352"/>
                </a:lnTo>
                <a:lnTo>
                  <a:pt x="398" y="353"/>
                </a:lnTo>
                <a:lnTo>
                  <a:pt x="399" y="354"/>
                </a:lnTo>
                <a:lnTo>
                  <a:pt x="398" y="354"/>
                </a:lnTo>
                <a:lnTo>
                  <a:pt x="398" y="355"/>
                </a:lnTo>
                <a:lnTo>
                  <a:pt x="399" y="356"/>
                </a:lnTo>
                <a:lnTo>
                  <a:pt x="400" y="357"/>
                </a:lnTo>
                <a:lnTo>
                  <a:pt x="401" y="358"/>
                </a:lnTo>
                <a:lnTo>
                  <a:pt x="400" y="358"/>
                </a:lnTo>
                <a:lnTo>
                  <a:pt x="398" y="358"/>
                </a:lnTo>
                <a:lnTo>
                  <a:pt x="397" y="361"/>
                </a:lnTo>
                <a:lnTo>
                  <a:pt x="396" y="361"/>
                </a:lnTo>
                <a:lnTo>
                  <a:pt x="395" y="362"/>
                </a:lnTo>
                <a:lnTo>
                  <a:pt x="393" y="361"/>
                </a:lnTo>
                <a:lnTo>
                  <a:pt x="394" y="359"/>
                </a:lnTo>
                <a:lnTo>
                  <a:pt x="393" y="359"/>
                </a:lnTo>
                <a:lnTo>
                  <a:pt x="392" y="359"/>
                </a:lnTo>
                <a:lnTo>
                  <a:pt x="391" y="358"/>
                </a:lnTo>
                <a:lnTo>
                  <a:pt x="391" y="357"/>
                </a:lnTo>
                <a:lnTo>
                  <a:pt x="391" y="356"/>
                </a:lnTo>
                <a:lnTo>
                  <a:pt x="391" y="355"/>
                </a:lnTo>
                <a:lnTo>
                  <a:pt x="391" y="354"/>
                </a:lnTo>
                <a:lnTo>
                  <a:pt x="392" y="354"/>
                </a:lnTo>
                <a:lnTo>
                  <a:pt x="392" y="353"/>
                </a:lnTo>
                <a:lnTo>
                  <a:pt x="391" y="352"/>
                </a:lnTo>
                <a:lnTo>
                  <a:pt x="390" y="353"/>
                </a:lnTo>
                <a:lnTo>
                  <a:pt x="390" y="351"/>
                </a:lnTo>
                <a:lnTo>
                  <a:pt x="389" y="351"/>
                </a:lnTo>
                <a:lnTo>
                  <a:pt x="389" y="352"/>
                </a:lnTo>
                <a:lnTo>
                  <a:pt x="387" y="353"/>
                </a:lnTo>
                <a:lnTo>
                  <a:pt x="386" y="354"/>
                </a:lnTo>
                <a:lnTo>
                  <a:pt x="386" y="355"/>
                </a:lnTo>
                <a:lnTo>
                  <a:pt x="385" y="355"/>
                </a:lnTo>
                <a:lnTo>
                  <a:pt x="384" y="355"/>
                </a:lnTo>
                <a:lnTo>
                  <a:pt x="384" y="356"/>
                </a:lnTo>
                <a:lnTo>
                  <a:pt x="382" y="357"/>
                </a:lnTo>
                <a:lnTo>
                  <a:pt x="381" y="358"/>
                </a:lnTo>
                <a:lnTo>
                  <a:pt x="380" y="358"/>
                </a:lnTo>
                <a:lnTo>
                  <a:pt x="379" y="359"/>
                </a:lnTo>
                <a:lnTo>
                  <a:pt x="378" y="360"/>
                </a:lnTo>
                <a:lnTo>
                  <a:pt x="378" y="361"/>
                </a:lnTo>
                <a:lnTo>
                  <a:pt x="377" y="362"/>
                </a:lnTo>
                <a:lnTo>
                  <a:pt x="377" y="363"/>
                </a:lnTo>
                <a:lnTo>
                  <a:pt x="377" y="364"/>
                </a:lnTo>
                <a:lnTo>
                  <a:pt x="376" y="365"/>
                </a:lnTo>
                <a:lnTo>
                  <a:pt x="375" y="365"/>
                </a:lnTo>
                <a:lnTo>
                  <a:pt x="376" y="365"/>
                </a:lnTo>
                <a:lnTo>
                  <a:pt x="377" y="367"/>
                </a:lnTo>
                <a:lnTo>
                  <a:pt x="377" y="368"/>
                </a:lnTo>
                <a:lnTo>
                  <a:pt x="378" y="368"/>
                </a:lnTo>
                <a:lnTo>
                  <a:pt x="379" y="368"/>
                </a:lnTo>
                <a:lnTo>
                  <a:pt x="380" y="368"/>
                </a:lnTo>
                <a:lnTo>
                  <a:pt x="381" y="368"/>
                </a:lnTo>
                <a:lnTo>
                  <a:pt x="383" y="368"/>
                </a:lnTo>
                <a:lnTo>
                  <a:pt x="385" y="369"/>
                </a:lnTo>
                <a:lnTo>
                  <a:pt x="385" y="370"/>
                </a:lnTo>
                <a:lnTo>
                  <a:pt x="386" y="370"/>
                </a:lnTo>
                <a:lnTo>
                  <a:pt x="385" y="370"/>
                </a:lnTo>
                <a:lnTo>
                  <a:pt x="385" y="369"/>
                </a:lnTo>
                <a:lnTo>
                  <a:pt x="386" y="369"/>
                </a:lnTo>
                <a:lnTo>
                  <a:pt x="387" y="369"/>
                </a:lnTo>
                <a:lnTo>
                  <a:pt x="387" y="370"/>
                </a:lnTo>
                <a:lnTo>
                  <a:pt x="387" y="371"/>
                </a:lnTo>
                <a:lnTo>
                  <a:pt x="388" y="372"/>
                </a:lnTo>
                <a:lnTo>
                  <a:pt x="388" y="373"/>
                </a:lnTo>
                <a:lnTo>
                  <a:pt x="389" y="374"/>
                </a:lnTo>
                <a:lnTo>
                  <a:pt x="390" y="374"/>
                </a:lnTo>
                <a:lnTo>
                  <a:pt x="390" y="375"/>
                </a:lnTo>
                <a:lnTo>
                  <a:pt x="390" y="376"/>
                </a:lnTo>
                <a:lnTo>
                  <a:pt x="391" y="376"/>
                </a:lnTo>
                <a:lnTo>
                  <a:pt x="392" y="376"/>
                </a:lnTo>
                <a:lnTo>
                  <a:pt x="393" y="376"/>
                </a:lnTo>
                <a:lnTo>
                  <a:pt x="392" y="374"/>
                </a:lnTo>
                <a:lnTo>
                  <a:pt x="392" y="373"/>
                </a:lnTo>
                <a:lnTo>
                  <a:pt x="393" y="374"/>
                </a:lnTo>
                <a:lnTo>
                  <a:pt x="394" y="374"/>
                </a:lnTo>
                <a:lnTo>
                  <a:pt x="395" y="375"/>
                </a:lnTo>
                <a:lnTo>
                  <a:pt x="396" y="373"/>
                </a:lnTo>
                <a:lnTo>
                  <a:pt x="396" y="372"/>
                </a:lnTo>
                <a:lnTo>
                  <a:pt x="397" y="373"/>
                </a:lnTo>
                <a:lnTo>
                  <a:pt x="398" y="374"/>
                </a:lnTo>
                <a:lnTo>
                  <a:pt x="398" y="375"/>
                </a:lnTo>
                <a:lnTo>
                  <a:pt x="400" y="376"/>
                </a:lnTo>
                <a:lnTo>
                  <a:pt x="401" y="377"/>
                </a:lnTo>
                <a:lnTo>
                  <a:pt x="402" y="377"/>
                </a:lnTo>
                <a:lnTo>
                  <a:pt x="402" y="378"/>
                </a:lnTo>
                <a:lnTo>
                  <a:pt x="403" y="378"/>
                </a:lnTo>
                <a:lnTo>
                  <a:pt x="404" y="379"/>
                </a:lnTo>
                <a:lnTo>
                  <a:pt x="404" y="378"/>
                </a:lnTo>
                <a:lnTo>
                  <a:pt x="405" y="378"/>
                </a:lnTo>
                <a:lnTo>
                  <a:pt x="406" y="379"/>
                </a:lnTo>
                <a:lnTo>
                  <a:pt x="407" y="378"/>
                </a:lnTo>
                <a:lnTo>
                  <a:pt x="407" y="379"/>
                </a:lnTo>
                <a:lnTo>
                  <a:pt x="406" y="380"/>
                </a:lnTo>
                <a:lnTo>
                  <a:pt x="406" y="381"/>
                </a:lnTo>
                <a:lnTo>
                  <a:pt x="405" y="381"/>
                </a:lnTo>
                <a:lnTo>
                  <a:pt x="403" y="382"/>
                </a:lnTo>
                <a:lnTo>
                  <a:pt x="403" y="383"/>
                </a:lnTo>
                <a:lnTo>
                  <a:pt x="402" y="383"/>
                </a:lnTo>
                <a:lnTo>
                  <a:pt x="401" y="383"/>
                </a:lnTo>
                <a:lnTo>
                  <a:pt x="400" y="383"/>
                </a:lnTo>
                <a:lnTo>
                  <a:pt x="399" y="384"/>
                </a:lnTo>
                <a:lnTo>
                  <a:pt x="399" y="383"/>
                </a:lnTo>
                <a:lnTo>
                  <a:pt x="398" y="383"/>
                </a:lnTo>
                <a:lnTo>
                  <a:pt x="398" y="384"/>
                </a:lnTo>
                <a:lnTo>
                  <a:pt x="398" y="385"/>
                </a:lnTo>
                <a:lnTo>
                  <a:pt x="399" y="387"/>
                </a:lnTo>
                <a:lnTo>
                  <a:pt x="399" y="388"/>
                </a:lnTo>
                <a:lnTo>
                  <a:pt x="400" y="389"/>
                </a:lnTo>
                <a:lnTo>
                  <a:pt x="399" y="390"/>
                </a:lnTo>
                <a:lnTo>
                  <a:pt x="398" y="391"/>
                </a:lnTo>
                <a:lnTo>
                  <a:pt x="398" y="392"/>
                </a:lnTo>
                <a:lnTo>
                  <a:pt x="397" y="393"/>
                </a:lnTo>
                <a:lnTo>
                  <a:pt x="397" y="392"/>
                </a:lnTo>
                <a:lnTo>
                  <a:pt x="396" y="391"/>
                </a:lnTo>
                <a:lnTo>
                  <a:pt x="395" y="391"/>
                </a:lnTo>
                <a:lnTo>
                  <a:pt x="394" y="391"/>
                </a:lnTo>
                <a:lnTo>
                  <a:pt x="393" y="391"/>
                </a:lnTo>
                <a:lnTo>
                  <a:pt x="393" y="390"/>
                </a:lnTo>
                <a:lnTo>
                  <a:pt x="390" y="391"/>
                </a:lnTo>
                <a:lnTo>
                  <a:pt x="389" y="391"/>
                </a:lnTo>
                <a:lnTo>
                  <a:pt x="388" y="392"/>
                </a:lnTo>
                <a:lnTo>
                  <a:pt x="388" y="393"/>
                </a:lnTo>
                <a:lnTo>
                  <a:pt x="386" y="393"/>
                </a:lnTo>
                <a:lnTo>
                  <a:pt x="385" y="392"/>
                </a:lnTo>
                <a:lnTo>
                  <a:pt x="384" y="391"/>
                </a:lnTo>
                <a:lnTo>
                  <a:pt x="383" y="390"/>
                </a:lnTo>
                <a:lnTo>
                  <a:pt x="382" y="390"/>
                </a:lnTo>
                <a:lnTo>
                  <a:pt x="381" y="388"/>
                </a:lnTo>
                <a:lnTo>
                  <a:pt x="382" y="387"/>
                </a:lnTo>
                <a:lnTo>
                  <a:pt x="381" y="387"/>
                </a:lnTo>
                <a:lnTo>
                  <a:pt x="381" y="386"/>
                </a:lnTo>
                <a:lnTo>
                  <a:pt x="380" y="386"/>
                </a:lnTo>
                <a:lnTo>
                  <a:pt x="380" y="387"/>
                </a:lnTo>
                <a:lnTo>
                  <a:pt x="379" y="387"/>
                </a:lnTo>
                <a:lnTo>
                  <a:pt x="379" y="386"/>
                </a:lnTo>
                <a:lnTo>
                  <a:pt x="379" y="387"/>
                </a:lnTo>
                <a:lnTo>
                  <a:pt x="379" y="388"/>
                </a:lnTo>
                <a:lnTo>
                  <a:pt x="378" y="389"/>
                </a:lnTo>
                <a:lnTo>
                  <a:pt x="378" y="390"/>
                </a:lnTo>
                <a:lnTo>
                  <a:pt x="377" y="391"/>
                </a:lnTo>
                <a:lnTo>
                  <a:pt x="377" y="392"/>
                </a:lnTo>
                <a:lnTo>
                  <a:pt x="378" y="394"/>
                </a:lnTo>
                <a:lnTo>
                  <a:pt x="379" y="395"/>
                </a:lnTo>
                <a:lnTo>
                  <a:pt x="380" y="395"/>
                </a:lnTo>
                <a:lnTo>
                  <a:pt x="381" y="395"/>
                </a:lnTo>
                <a:lnTo>
                  <a:pt x="382" y="395"/>
                </a:lnTo>
                <a:lnTo>
                  <a:pt x="382" y="396"/>
                </a:lnTo>
                <a:lnTo>
                  <a:pt x="381" y="396"/>
                </a:lnTo>
                <a:lnTo>
                  <a:pt x="381" y="397"/>
                </a:lnTo>
                <a:lnTo>
                  <a:pt x="382" y="398"/>
                </a:lnTo>
                <a:lnTo>
                  <a:pt x="383" y="398"/>
                </a:lnTo>
                <a:lnTo>
                  <a:pt x="383" y="397"/>
                </a:lnTo>
                <a:lnTo>
                  <a:pt x="384" y="397"/>
                </a:lnTo>
                <a:lnTo>
                  <a:pt x="385" y="398"/>
                </a:lnTo>
                <a:lnTo>
                  <a:pt x="384" y="400"/>
                </a:lnTo>
                <a:lnTo>
                  <a:pt x="385" y="400"/>
                </a:lnTo>
                <a:lnTo>
                  <a:pt x="384" y="400"/>
                </a:lnTo>
                <a:lnTo>
                  <a:pt x="384" y="401"/>
                </a:lnTo>
                <a:lnTo>
                  <a:pt x="384" y="400"/>
                </a:lnTo>
                <a:lnTo>
                  <a:pt x="379" y="402"/>
                </a:lnTo>
                <a:lnTo>
                  <a:pt x="379" y="403"/>
                </a:lnTo>
                <a:lnTo>
                  <a:pt x="378" y="403"/>
                </a:lnTo>
                <a:lnTo>
                  <a:pt x="376" y="403"/>
                </a:lnTo>
                <a:lnTo>
                  <a:pt x="376" y="404"/>
                </a:lnTo>
                <a:lnTo>
                  <a:pt x="375" y="405"/>
                </a:lnTo>
                <a:lnTo>
                  <a:pt x="374" y="404"/>
                </a:lnTo>
                <a:lnTo>
                  <a:pt x="375" y="403"/>
                </a:lnTo>
                <a:lnTo>
                  <a:pt x="374" y="403"/>
                </a:lnTo>
                <a:lnTo>
                  <a:pt x="373" y="403"/>
                </a:lnTo>
                <a:lnTo>
                  <a:pt x="373" y="404"/>
                </a:lnTo>
                <a:lnTo>
                  <a:pt x="373" y="403"/>
                </a:lnTo>
                <a:lnTo>
                  <a:pt x="372" y="403"/>
                </a:lnTo>
                <a:lnTo>
                  <a:pt x="373" y="403"/>
                </a:lnTo>
                <a:lnTo>
                  <a:pt x="372" y="403"/>
                </a:lnTo>
                <a:lnTo>
                  <a:pt x="371" y="402"/>
                </a:lnTo>
                <a:lnTo>
                  <a:pt x="370" y="402"/>
                </a:lnTo>
                <a:lnTo>
                  <a:pt x="369" y="400"/>
                </a:lnTo>
                <a:lnTo>
                  <a:pt x="369" y="398"/>
                </a:lnTo>
                <a:lnTo>
                  <a:pt x="369" y="397"/>
                </a:lnTo>
                <a:lnTo>
                  <a:pt x="370" y="396"/>
                </a:lnTo>
                <a:lnTo>
                  <a:pt x="370" y="397"/>
                </a:lnTo>
                <a:lnTo>
                  <a:pt x="371" y="397"/>
                </a:lnTo>
                <a:lnTo>
                  <a:pt x="372" y="397"/>
                </a:lnTo>
                <a:lnTo>
                  <a:pt x="373" y="396"/>
                </a:lnTo>
                <a:lnTo>
                  <a:pt x="373" y="394"/>
                </a:lnTo>
                <a:lnTo>
                  <a:pt x="374" y="393"/>
                </a:lnTo>
                <a:lnTo>
                  <a:pt x="373" y="392"/>
                </a:lnTo>
                <a:lnTo>
                  <a:pt x="373" y="391"/>
                </a:lnTo>
                <a:lnTo>
                  <a:pt x="374" y="390"/>
                </a:lnTo>
                <a:lnTo>
                  <a:pt x="374" y="389"/>
                </a:lnTo>
                <a:lnTo>
                  <a:pt x="374" y="390"/>
                </a:lnTo>
                <a:lnTo>
                  <a:pt x="372" y="391"/>
                </a:lnTo>
                <a:lnTo>
                  <a:pt x="372" y="390"/>
                </a:lnTo>
                <a:lnTo>
                  <a:pt x="372" y="389"/>
                </a:lnTo>
                <a:lnTo>
                  <a:pt x="373" y="389"/>
                </a:lnTo>
                <a:lnTo>
                  <a:pt x="372" y="389"/>
                </a:lnTo>
                <a:lnTo>
                  <a:pt x="371" y="389"/>
                </a:lnTo>
                <a:lnTo>
                  <a:pt x="369" y="390"/>
                </a:lnTo>
                <a:lnTo>
                  <a:pt x="367" y="391"/>
                </a:lnTo>
                <a:lnTo>
                  <a:pt x="366" y="391"/>
                </a:lnTo>
                <a:lnTo>
                  <a:pt x="366" y="390"/>
                </a:lnTo>
                <a:lnTo>
                  <a:pt x="367" y="389"/>
                </a:lnTo>
                <a:lnTo>
                  <a:pt x="369" y="389"/>
                </a:lnTo>
                <a:lnTo>
                  <a:pt x="371" y="388"/>
                </a:lnTo>
                <a:lnTo>
                  <a:pt x="370" y="388"/>
                </a:lnTo>
                <a:lnTo>
                  <a:pt x="369" y="388"/>
                </a:lnTo>
                <a:lnTo>
                  <a:pt x="368" y="388"/>
                </a:lnTo>
                <a:lnTo>
                  <a:pt x="368" y="389"/>
                </a:lnTo>
                <a:lnTo>
                  <a:pt x="366" y="390"/>
                </a:lnTo>
                <a:lnTo>
                  <a:pt x="365" y="392"/>
                </a:lnTo>
                <a:lnTo>
                  <a:pt x="364" y="392"/>
                </a:lnTo>
                <a:lnTo>
                  <a:pt x="363" y="392"/>
                </a:lnTo>
                <a:lnTo>
                  <a:pt x="363" y="391"/>
                </a:lnTo>
                <a:lnTo>
                  <a:pt x="362" y="391"/>
                </a:lnTo>
                <a:lnTo>
                  <a:pt x="362" y="390"/>
                </a:lnTo>
                <a:lnTo>
                  <a:pt x="362" y="389"/>
                </a:lnTo>
                <a:lnTo>
                  <a:pt x="363" y="389"/>
                </a:lnTo>
                <a:lnTo>
                  <a:pt x="363" y="387"/>
                </a:lnTo>
                <a:lnTo>
                  <a:pt x="362" y="387"/>
                </a:lnTo>
                <a:lnTo>
                  <a:pt x="363" y="386"/>
                </a:lnTo>
                <a:lnTo>
                  <a:pt x="363" y="385"/>
                </a:lnTo>
                <a:lnTo>
                  <a:pt x="364" y="385"/>
                </a:lnTo>
                <a:lnTo>
                  <a:pt x="364" y="386"/>
                </a:lnTo>
                <a:lnTo>
                  <a:pt x="365" y="386"/>
                </a:lnTo>
                <a:lnTo>
                  <a:pt x="366" y="386"/>
                </a:lnTo>
                <a:lnTo>
                  <a:pt x="367" y="385"/>
                </a:lnTo>
                <a:lnTo>
                  <a:pt x="367" y="384"/>
                </a:lnTo>
                <a:lnTo>
                  <a:pt x="367" y="383"/>
                </a:lnTo>
                <a:lnTo>
                  <a:pt x="366" y="382"/>
                </a:lnTo>
                <a:lnTo>
                  <a:pt x="365" y="382"/>
                </a:lnTo>
                <a:lnTo>
                  <a:pt x="365" y="383"/>
                </a:lnTo>
                <a:lnTo>
                  <a:pt x="364" y="383"/>
                </a:lnTo>
                <a:lnTo>
                  <a:pt x="363" y="383"/>
                </a:lnTo>
                <a:lnTo>
                  <a:pt x="363" y="382"/>
                </a:lnTo>
                <a:lnTo>
                  <a:pt x="362" y="382"/>
                </a:lnTo>
                <a:lnTo>
                  <a:pt x="362" y="383"/>
                </a:lnTo>
                <a:lnTo>
                  <a:pt x="361" y="384"/>
                </a:lnTo>
                <a:lnTo>
                  <a:pt x="360" y="384"/>
                </a:lnTo>
                <a:lnTo>
                  <a:pt x="359" y="384"/>
                </a:lnTo>
                <a:lnTo>
                  <a:pt x="358" y="385"/>
                </a:lnTo>
                <a:lnTo>
                  <a:pt x="357" y="385"/>
                </a:lnTo>
                <a:lnTo>
                  <a:pt x="355" y="387"/>
                </a:lnTo>
                <a:lnTo>
                  <a:pt x="354" y="387"/>
                </a:lnTo>
                <a:lnTo>
                  <a:pt x="353" y="387"/>
                </a:lnTo>
                <a:lnTo>
                  <a:pt x="353" y="388"/>
                </a:lnTo>
                <a:lnTo>
                  <a:pt x="354" y="388"/>
                </a:lnTo>
                <a:lnTo>
                  <a:pt x="353" y="389"/>
                </a:lnTo>
                <a:lnTo>
                  <a:pt x="352" y="389"/>
                </a:lnTo>
                <a:lnTo>
                  <a:pt x="351" y="390"/>
                </a:lnTo>
                <a:lnTo>
                  <a:pt x="350" y="390"/>
                </a:lnTo>
                <a:lnTo>
                  <a:pt x="349" y="390"/>
                </a:lnTo>
                <a:lnTo>
                  <a:pt x="350" y="390"/>
                </a:lnTo>
                <a:lnTo>
                  <a:pt x="351" y="390"/>
                </a:lnTo>
                <a:lnTo>
                  <a:pt x="352" y="390"/>
                </a:lnTo>
                <a:lnTo>
                  <a:pt x="353" y="390"/>
                </a:lnTo>
                <a:lnTo>
                  <a:pt x="354" y="390"/>
                </a:lnTo>
                <a:lnTo>
                  <a:pt x="355" y="390"/>
                </a:lnTo>
                <a:lnTo>
                  <a:pt x="356" y="391"/>
                </a:lnTo>
                <a:lnTo>
                  <a:pt x="357" y="391"/>
                </a:lnTo>
                <a:lnTo>
                  <a:pt x="357" y="392"/>
                </a:lnTo>
                <a:lnTo>
                  <a:pt x="358" y="393"/>
                </a:lnTo>
                <a:lnTo>
                  <a:pt x="357" y="393"/>
                </a:lnTo>
                <a:lnTo>
                  <a:pt x="358" y="394"/>
                </a:lnTo>
                <a:lnTo>
                  <a:pt x="359" y="394"/>
                </a:lnTo>
                <a:lnTo>
                  <a:pt x="360" y="393"/>
                </a:lnTo>
                <a:lnTo>
                  <a:pt x="361" y="393"/>
                </a:lnTo>
                <a:lnTo>
                  <a:pt x="363" y="393"/>
                </a:lnTo>
                <a:lnTo>
                  <a:pt x="363" y="394"/>
                </a:lnTo>
                <a:lnTo>
                  <a:pt x="362" y="396"/>
                </a:lnTo>
                <a:lnTo>
                  <a:pt x="363" y="396"/>
                </a:lnTo>
                <a:lnTo>
                  <a:pt x="363" y="397"/>
                </a:lnTo>
                <a:lnTo>
                  <a:pt x="363" y="398"/>
                </a:lnTo>
                <a:lnTo>
                  <a:pt x="362" y="398"/>
                </a:lnTo>
                <a:lnTo>
                  <a:pt x="362" y="399"/>
                </a:lnTo>
                <a:lnTo>
                  <a:pt x="361" y="399"/>
                </a:lnTo>
                <a:lnTo>
                  <a:pt x="360" y="400"/>
                </a:lnTo>
                <a:lnTo>
                  <a:pt x="359" y="402"/>
                </a:lnTo>
                <a:lnTo>
                  <a:pt x="360" y="403"/>
                </a:lnTo>
                <a:lnTo>
                  <a:pt x="361" y="404"/>
                </a:lnTo>
                <a:lnTo>
                  <a:pt x="363" y="404"/>
                </a:lnTo>
                <a:lnTo>
                  <a:pt x="363" y="405"/>
                </a:lnTo>
                <a:lnTo>
                  <a:pt x="362" y="405"/>
                </a:lnTo>
                <a:lnTo>
                  <a:pt x="361" y="405"/>
                </a:lnTo>
                <a:lnTo>
                  <a:pt x="361" y="406"/>
                </a:lnTo>
                <a:lnTo>
                  <a:pt x="360" y="406"/>
                </a:lnTo>
                <a:lnTo>
                  <a:pt x="359" y="406"/>
                </a:lnTo>
                <a:lnTo>
                  <a:pt x="356" y="407"/>
                </a:lnTo>
                <a:lnTo>
                  <a:pt x="357" y="407"/>
                </a:lnTo>
                <a:lnTo>
                  <a:pt x="356" y="408"/>
                </a:lnTo>
                <a:lnTo>
                  <a:pt x="355" y="408"/>
                </a:lnTo>
                <a:lnTo>
                  <a:pt x="354" y="408"/>
                </a:lnTo>
                <a:lnTo>
                  <a:pt x="352" y="409"/>
                </a:lnTo>
                <a:lnTo>
                  <a:pt x="351" y="410"/>
                </a:lnTo>
                <a:lnTo>
                  <a:pt x="352" y="410"/>
                </a:lnTo>
                <a:lnTo>
                  <a:pt x="353" y="410"/>
                </a:lnTo>
                <a:lnTo>
                  <a:pt x="354" y="410"/>
                </a:lnTo>
                <a:lnTo>
                  <a:pt x="355" y="411"/>
                </a:lnTo>
                <a:lnTo>
                  <a:pt x="356" y="412"/>
                </a:lnTo>
                <a:lnTo>
                  <a:pt x="359" y="414"/>
                </a:lnTo>
                <a:lnTo>
                  <a:pt x="360" y="414"/>
                </a:lnTo>
                <a:lnTo>
                  <a:pt x="361" y="414"/>
                </a:lnTo>
                <a:lnTo>
                  <a:pt x="362" y="415"/>
                </a:lnTo>
                <a:lnTo>
                  <a:pt x="365" y="416"/>
                </a:lnTo>
                <a:lnTo>
                  <a:pt x="365" y="417"/>
                </a:lnTo>
                <a:lnTo>
                  <a:pt x="366" y="417"/>
                </a:lnTo>
                <a:lnTo>
                  <a:pt x="367" y="417"/>
                </a:lnTo>
                <a:lnTo>
                  <a:pt x="367" y="416"/>
                </a:lnTo>
                <a:lnTo>
                  <a:pt x="367" y="414"/>
                </a:lnTo>
                <a:lnTo>
                  <a:pt x="366" y="414"/>
                </a:lnTo>
                <a:lnTo>
                  <a:pt x="367" y="414"/>
                </a:lnTo>
                <a:lnTo>
                  <a:pt x="367" y="413"/>
                </a:lnTo>
                <a:lnTo>
                  <a:pt x="367" y="412"/>
                </a:lnTo>
                <a:lnTo>
                  <a:pt x="369" y="411"/>
                </a:lnTo>
                <a:lnTo>
                  <a:pt x="370" y="412"/>
                </a:lnTo>
                <a:lnTo>
                  <a:pt x="369" y="413"/>
                </a:lnTo>
                <a:lnTo>
                  <a:pt x="369" y="414"/>
                </a:lnTo>
                <a:lnTo>
                  <a:pt x="368" y="414"/>
                </a:lnTo>
                <a:lnTo>
                  <a:pt x="368" y="415"/>
                </a:lnTo>
                <a:lnTo>
                  <a:pt x="368" y="418"/>
                </a:lnTo>
                <a:lnTo>
                  <a:pt x="367" y="418"/>
                </a:lnTo>
                <a:lnTo>
                  <a:pt x="367" y="419"/>
                </a:lnTo>
                <a:lnTo>
                  <a:pt x="366" y="419"/>
                </a:lnTo>
                <a:lnTo>
                  <a:pt x="366" y="420"/>
                </a:lnTo>
                <a:lnTo>
                  <a:pt x="367" y="421"/>
                </a:lnTo>
                <a:lnTo>
                  <a:pt x="367" y="422"/>
                </a:lnTo>
                <a:lnTo>
                  <a:pt x="368" y="423"/>
                </a:lnTo>
                <a:lnTo>
                  <a:pt x="369" y="423"/>
                </a:lnTo>
                <a:lnTo>
                  <a:pt x="369" y="424"/>
                </a:lnTo>
                <a:lnTo>
                  <a:pt x="369" y="423"/>
                </a:lnTo>
                <a:lnTo>
                  <a:pt x="369" y="422"/>
                </a:lnTo>
                <a:lnTo>
                  <a:pt x="370" y="423"/>
                </a:lnTo>
                <a:lnTo>
                  <a:pt x="369" y="423"/>
                </a:lnTo>
                <a:lnTo>
                  <a:pt x="369" y="424"/>
                </a:lnTo>
                <a:lnTo>
                  <a:pt x="370" y="424"/>
                </a:lnTo>
                <a:lnTo>
                  <a:pt x="371" y="424"/>
                </a:lnTo>
                <a:lnTo>
                  <a:pt x="372" y="423"/>
                </a:lnTo>
                <a:lnTo>
                  <a:pt x="373" y="423"/>
                </a:lnTo>
                <a:lnTo>
                  <a:pt x="373" y="424"/>
                </a:lnTo>
                <a:lnTo>
                  <a:pt x="372" y="424"/>
                </a:lnTo>
                <a:lnTo>
                  <a:pt x="371" y="425"/>
                </a:lnTo>
                <a:lnTo>
                  <a:pt x="370" y="425"/>
                </a:lnTo>
                <a:lnTo>
                  <a:pt x="369" y="426"/>
                </a:lnTo>
                <a:lnTo>
                  <a:pt x="368" y="426"/>
                </a:lnTo>
                <a:lnTo>
                  <a:pt x="367" y="426"/>
                </a:lnTo>
                <a:lnTo>
                  <a:pt x="367" y="425"/>
                </a:lnTo>
                <a:lnTo>
                  <a:pt x="367" y="424"/>
                </a:lnTo>
                <a:lnTo>
                  <a:pt x="366" y="424"/>
                </a:lnTo>
                <a:lnTo>
                  <a:pt x="365" y="424"/>
                </a:lnTo>
                <a:lnTo>
                  <a:pt x="364" y="424"/>
                </a:lnTo>
                <a:lnTo>
                  <a:pt x="362" y="425"/>
                </a:lnTo>
                <a:lnTo>
                  <a:pt x="361" y="425"/>
                </a:lnTo>
                <a:lnTo>
                  <a:pt x="360" y="425"/>
                </a:lnTo>
                <a:lnTo>
                  <a:pt x="359" y="427"/>
                </a:lnTo>
                <a:lnTo>
                  <a:pt x="358" y="428"/>
                </a:lnTo>
                <a:lnTo>
                  <a:pt x="359" y="428"/>
                </a:lnTo>
                <a:lnTo>
                  <a:pt x="360" y="429"/>
                </a:lnTo>
                <a:lnTo>
                  <a:pt x="359" y="429"/>
                </a:lnTo>
                <a:lnTo>
                  <a:pt x="359" y="430"/>
                </a:lnTo>
                <a:lnTo>
                  <a:pt x="360" y="431"/>
                </a:lnTo>
                <a:lnTo>
                  <a:pt x="361" y="431"/>
                </a:lnTo>
                <a:lnTo>
                  <a:pt x="361" y="432"/>
                </a:lnTo>
                <a:lnTo>
                  <a:pt x="362" y="432"/>
                </a:lnTo>
                <a:lnTo>
                  <a:pt x="362" y="433"/>
                </a:lnTo>
                <a:lnTo>
                  <a:pt x="364" y="433"/>
                </a:lnTo>
                <a:lnTo>
                  <a:pt x="366" y="432"/>
                </a:lnTo>
                <a:lnTo>
                  <a:pt x="367" y="432"/>
                </a:lnTo>
                <a:lnTo>
                  <a:pt x="368" y="432"/>
                </a:lnTo>
                <a:lnTo>
                  <a:pt x="369" y="433"/>
                </a:lnTo>
                <a:lnTo>
                  <a:pt x="369" y="434"/>
                </a:lnTo>
                <a:lnTo>
                  <a:pt x="368" y="434"/>
                </a:lnTo>
                <a:lnTo>
                  <a:pt x="367" y="434"/>
                </a:lnTo>
                <a:lnTo>
                  <a:pt x="365" y="435"/>
                </a:lnTo>
                <a:lnTo>
                  <a:pt x="364" y="435"/>
                </a:lnTo>
                <a:lnTo>
                  <a:pt x="364" y="436"/>
                </a:lnTo>
                <a:lnTo>
                  <a:pt x="363" y="436"/>
                </a:lnTo>
                <a:lnTo>
                  <a:pt x="361" y="436"/>
                </a:lnTo>
                <a:lnTo>
                  <a:pt x="359" y="435"/>
                </a:lnTo>
                <a:lnTo>
                  <a:pt x="359" y="434"/>
                </a:lnTo>
                <a:lnTo>
                  <a:pt x="358" y="434"/>
                </a:lnTo>
                <a:lnTo>
                  <a:pt x="356" y="434"/>
                </a:lnTo>
                <a:lnTo>
                  <a:pt x="354" y="435"/>
                </a:lnTo>
                <a:lnTo>
                  <a:pt x="354" y="436"/>
                </a:lnTo>
                <a:lnTo>
                  <a:pt x="353" y="437"/>
                </a:lnTo>
                <a:lnTo>
                  <a:pt x="351" y="437"/>
                </a:lnTo>
                <a:lnTo>
                  <a:pt x="351" y="438"/>
                </a:lnTo>
                <a:lnTo>
                  <a:pt x="350" y="438"/>
                </a:lnTo>
                <a:lnTo>
                  <a:pt x="349" y="438"/>
                </a:lnTo>
                <a:lnTo>
                  <a:pt x="348" y="438"/>
                </a:lnTo>
                <a:lnTo>
                  <a:pt x="347" y="439"/>
                </a:lnTo>
                <a:lnTo>
                  <a:pt x="346" y="440"/>
                </a:lnTo>
                <a:lnTo>
                  <a:pt x="346" y="441"/>
                </a:lnTo>
                <a:lnTo>
                  <a:pt x="345" y="441"/>
                </a:lnTo>
                <a:lnTo>
                  <a:pt x="343" y="441"/>
                </a:lnTo>
                <a:lnTo>
                  <a:pt x="342" y="441"/>
                </a:lnTo>
                <a:lnTo>
                  <a:pt x="342" y="442"/>
                </a:lnTo>
                <a:lnTo>
                  <a:pt x="341" y="442"/>
                </a:lnTo>
                <a:lnTo>
                  <a:pt x="340" y="442"/>
                </a:lnTo>
                <a:lnTo>
                  <a:pt x="339" y="443"/>
                </a:lnTo>
                <a:lnTo>
                  <a:pt x="338" y="442"/>
                </a:lnTo>
                <a:lnTo>
                  <a:pt x="337" y="443"/>
                </a:lnTo>
                <a:lnTo>
                  <a:pt x="336" y="442"/>
                </a:lnTo>
                <a:lnTo>
                  <a:pt x="337" y="441"/>
                </a:lnTo>
                <a:lnTo>
                  <a:pt x="337" y="440"/>
                </a:lnTo>
                <a:lnTo>
                  <a:pt x="336" y="439"/>
                </a:lnTo>
                <a:lnTo>
                  <a:pt x="336" y="438"/>
                </a:lnTo>
                <a:lnTo>
                  <a:pt x="335" y="437"/>
                </a:lnTo>
                <a:lnTo>
                  <a:pt x="334" y="437"/>
                </a:lnTo>
                <a:lnTo>
                  <a:pt x="334" y="436"/>
                </a:lnTo>
                <a:lnTo>
                  <a:pt x="334" y="434"/>
                </a:lnTo>
                <a:lnTo>
                  <a:pt x="335" y="434"/>
                </a:lnTo>
                <a:lnTo>
                  <a:pt x="335" y="433"/>
                </a:lnTo>
                <a:lnTo>
                  <a:pt x="335" y="432"/>
                </a:lnTo>
                <a:lnTo>
                  <a:pt x="335" y="431"/>
                </a:lnTo>
                <a:lnTo>
                  <a:pt x="334" y="430"/>
                </a:lnTo>
                <a:lnTo>
                  <a:pt x="334" y="429"/>
                </a:lnTo>
                <a:lnTo>
                  <a:pt x="333" y="429"/>
                </a:lnTo>
                <a:lnTo>
                  <a:pt x="333" y="430"/>
                </a:lnTo>
                <a:lnTo>
                  <a:pt x="332" y="430"/>
                </a:lnTo>
                <a:lnTo>
                  <a:pt x="332" y="429"/>
                </a:lnTo>
                <a:lnTo>
                  <a:pt x="332" y="430"/>
                </a:lnTo>
                <a:lnTo>
                  <a:pt x="331" y="430"/>
                </a:lnTo>
                <a:lnTo>
                  <a:pt x="332" y="430"/>
                </a:lnTo>
                <a:lnTo>
                  <a:pt x="332" y="431"/>
                </a:lnTo>
                <a:lnTo>
                  <a:pt x="332" y="432"/>
                </a:lnTo>
                <a:lnTo>
                  <a:pt x="332" y="433"/>
                </a:lnTo>
                <a:lnTo>
                  <a:pt x="333" y="433"/>
                </a:lnTo>
                <a:lnTo>
                  <a:pt x="333" y="434"/>
                </a:lnTo>
                <a:lnTo>
                  <a:pt x="332" y="434"/>
                </a:lnTo>
                <a:lnTo>
                  <a:pt x="331" y="434"/>
                </a:lnTo>
                <a:lnTo>
                  <a:pt x="331" y="435"/>
                </a:lnTo>
                <a:lnTo>
                  <a:pt x="330" y="435"/>
                </a:lnTo>
                <a:lnTo>
                  <a:pt x="330" y="436"/>
                </a:lnTo>
                <a:lnTo>
                  <a:pt x="331" y="437"/>
                </a:lnTo>
                <a:lnTo>
                  <a:pt x="332" y="437"/>
                </a:lnTo>
                <a:lnTo>
                  <a:pt x="333" y="437"/>
                </a:lnTo>
                <a:lnTo>
                  <a:pt x="334" y="438"/>
                </a:lnTo>
                <a:lnTo>
                  <a:pt x="334" y="439"/>
                </a:lnTo>
                <a:lnTo>
                  <a:pt x="334" y="441"/>
                </a:lnTo>
                <a:lnTo>
                  <a:pt x="334" y="442"/>
                </a:lnTo>
                <a:lnTo>
                  <a:pt x="333" y="442"/>
                </a:lnTo>
                <a:lnTo>
                  <a:pt x="331" y="443"/>
                </a:lnTo>
                <a:lnTo>
                  <a:pt x="330" y="443"/>
                </a:lnTo>
                <a:lnTo>
                  <a:pt x="330" y="444"/>
                </a:lnTo>
                <a:lnTo>
                  <a:pt x="330" y="445"/>
                </a:lnTo>
                <a:lnTo>
                  <a:pt x="330" y="446"/>
                </a:lnTo>
                <a:lnTo>
                  <a:pt x="331" y="448"/>
                </a:lnTo>
                <a:lnTo>
                  <a:pt x="331" y="449"/>
                </a:lnTo>
                <a:lnTo>
                  <a:pt x="332" y="449"/>
                </a:lnTo>
                <a:lnTo>
                  <a:pt x="333" y="449"/>
                </a:lnTo>
                <a:lnTo>
                  <a:pt x="333" y="450"/>
                </a:lnTo>
                <a:lnTo>
                  <a:pt x="332" y="450"/>
                </a:lnTo>
                <a:lnTo>
                  <a:pt x="332" y="451"/>
                </a:lnTo>
                <a:lnTo>
                  <a:pt x="333" y="451"/>
                </a:lnTo>
                <a:lnTo>
                  <a:pt x="336" y="450"/>
                </a:lnTo>
                <a:lnTo>
                  <a:pt x="337" y="450"/>
                </a:lnTo>
                <a:lnTo>
                  <a:pt x="338" y="450"/>
                </a:lnTo>
                <a:lnTo>
                  <a:pt x="339" y="449"/>
                </a:lnTo>
                <a:lnTo>
                  <a:pt x="339" y="448"/>
                </a:lnTo>
                <a:lnTo>
                  <a:pt x="339" y="447"/>
                </a:lnTo>
                <a:lnTo>
                  <a:pt x="341" y="446"/>
                </a:lnTo>
                <a:lnTo>
                  <a:pt x="341" y="447"/>
                </a:lnTo>
                <a:lnTo>
                  <a:pt x="340" y="448"/>
                </a:lnTo>
                <a:lnTo>
                  <a:pt x="339" y="448"/>
                </a:lnTo>
                <a:lnTo>
                  <a:pt x="339" y="449"/>
                </a:lnTo>
                <a:lnTo>
                  <a:pt x="340" y="449"/>
                </a:lnTo>
                <a:lnTo>
                  <a:pt x="340" y="450"/>
                </a:lnTo>
                <a:lnTo>
                  <a:pt x="341" y="451"/>
                </a:lnTo>
                <a:lnTo>
                  <a:pt x="342" y="452"/>
                </a:lnTo>
                <a:lnTo>
                  <a:pt x="343" y="452"/>
                </a:lnTo>
                <a:lnTo>
                  <a:pt x="343" y="451"/>
                </a:lnTo>
                <a:lnTo>
                  <a:pt x="344" y="451"/>
                </a:lnTo>
                <a:lnTo>
                  <a:pt x="345" y="451"/>
                </a:lnTo>
                <a:lnTo>
                  <a:pt x="345" y="452"/>
                </a:lnTo>
                <a:lnTo>
                  <a:pt x="346" y="452"/>
                </a:lnTo>
                <a:lnTo>
                  <a:pt x="346" y="451"/>
                </a:lnTo>
                <a:lnTo>
                  <a:pt x="346" y="450"/>
                </a:lnTo>
                <a:lnTo>
                  <a:pt x="347" y="451"/>
                </a:lnTo>
                <a:lnTo>
                  <a:pt x="348" y="451"/>
                </a:lnTo>
                <a:lnTo>
                  <a:pt x="347" y="452"/>
                </a:lnTo>
                <a:lnTo>
                  <a:pt x="347" y="453"/>
                </a:lnTo>
                <a:lnTo>
                  <a:pt x="347" y="454"/>
                </a:lnTo>
                <a:lnTo>
                  <a:pt x="347" y="455"/>
                </a:lnTo>
                <a:lnTo>
                  <a:pt x="346" y="455"/>
                </a:lnTo>
                <a:lnTo>
                  <a:pt x="345" y="456"/>
                </a:lnTo>
                <a:lnTo>
                  <a:pt x="346" y="457"/>
                </a:lnTo>
                <a:lnTo>
                  <a:pt x="345" y="458"/>
                </a:lnTo>
                <a:lnTo>
                  <a:pt x="344" y="458"/>
                </a:lnTo>
                <a:lnTo>
                  <a:pt x="344" y="457"/>
                </a:lnTo>
                <a:lnTo>
                  <a:pt x="343" y="457"/>
                </a:lnTo>
                <a:lnTo>
                  <a:pt x="343" y="459"/>
                </a:lnTo>
                <a:lnTo>
                  <a:pt x="343" y="460"/>
                </a:lnTo>
                <a:lnTo>
                  <a:pt x="343" y="461"/>
                </a:lnTo>
                <a:lnTo>
                  <a:pt x="343" y="462"/>
                </a:lnTo>
                <a:lnTo>
                  <a:pt x="342" y="462"/>
                </a:lnTo>
                <a:lnTo>
                  <a:pt x="341" y="464"/>
                </a:lnTo>
                <a:lnTo>
                  <a:pt x="342" y="465"/>
                </a:lnTo>
                <a:lnTo>
                  <a:pt x="340" y="467"/>
                </a:lnTo>
                <a:lnTo>
                  <a:pt x="339" y="467"/>
                </a:lnTo>
                <a:lnTo>
                  <a:pt x="338" y="467"/>
                </a:lnTo>
                <a:lnTo>
                  <a:pt x="337" y="466"/>
                </a:lnTo>
                <a:lnTo>
                  <a:pt x="337" y="465"/>
                </a:lnTo>
                <a:lnTo>
                  <a:pt x="336" y="465"/>
                </a:lnTo>
                <a:lnTo>
                  <a:pt x="335" y="465"/>
                </a:lnTo>
                <a:lnTo>
                  <a:pt x="334" y="465"/>
                </a:lnTo>
                <a:lnTo>
                  <a:pt x="334" y="466"/>
                </a:lnTo>
                <a:lnTo>
                  <a:pt x="334" y="469"/>
                </a:lnTo>
                <a:lnTo>
                  <a:pt x="334" y="470"/>
                </a:lnTo>
                <a:lnTo>
                  <a:pt x="334" y="471"/>
                </a:lnTo>
                <a:lnTo>
                  <a:pt x="334" y="472"/>
                </a:lnTo>
                <a:lnTo>
                  <a:pt x="335" y="473"/>
                </a:lnTo>
                <a:lnTo>
                  <a:pt x="336" y="474"/>
                </a:lnTo>
                <a:lnTo>
                  <a:pt x="337" y="474"/>
                </a:lnTo>
                <a:lnTo>
                  <a:pt x="337" y="473"/>
                </a:lnTo>
                <a:lnTo>
                  <a:pt x="337" y="472"/>
                </a:lnTo>
                <a:lnTo>
                  <a:pt x="338" y="472"/>
                </a:lnTo>
                <a:lnTo>
                  <a:pt x="339" y="472"/>
                </a:lnTo>
                <a:lnTo>
                  <a:pt x="338" y="472"/>
                </a:lnTo>
                <a:lnTo>
                  <a:pt x="338" y="473"/>
                </a:lnTo>
                <a:lnTo>
                  <a:pt x="339" y="475"/>
                </a:lnTo>
                <a:lnTo>
                  <a:pt x="338" y="475"/>
                </a:lnTo>
                <a:lnTo>
                  <a:pt x="338" y="476"/>
                </a:lnTo>
                <a:lnTo>
                  <a:pt x="338" y="477"/>
                </a:lnTo>
                <a:lnTo>
                  <a:pt x="338" y="478"/>
                </a:lnTo>
                <a:lnTo>
                  <a:pt x="337" y="479"/>
                </a:lnTo>
                <a:lnTo>
                  <a:pt x="336" y="480"/>
                </a:lnTo>
                <a:lnTo>
                  <a:pt x="336" y="481"/>
                </a:lnTo>
                <a:lnTo>
                  <a:pt x="336" y="482"/>
                </a:lnTo>
                <a:lnTo>
                  <a:pt x="336" y="481"/>
                </a:lnTo>
                <a:lnTo>
                  <a:pt x="335" y="481"/>
                </a:lnTo>
                <a:lnTo>
                  <a:pt x="334" y="482"/>
                </a:lnTo>
                <a:lnTo>
                  <a:pt x="334" y="483"/>
                </a:lnTo>
                <a:lnTo>
                  <a:pt x="333" y="483"/>
                </a:lnTo>
                <a:lnTo>
                  <a:pt x="333" y="484"/>
                </a:lnTo>
                <a:lnTo>
                  <a:pt x="333" y="485"/>
                </a:lnTo>
                <a:lnTo>
                  <a:pt x="332" y="485"/>
                </a:lnTo>
                <a:lnTo>
                  <a:pt x="332" y="486"/>
                </a:lnTo>
                <a:lnTo>
                  <a:pt x="331" y="486"/>
                </a:lnTo>
                <a:lnTo>
                  <a:pt x="330" y="486"/>
                </a:lnTo>
                <a:lnTo>
                  <a:pt x="329" y="486"/>
                </a:lnTo>
                <a:lnTo>
                  <a:pt x="328" y="487"/>
                </a:lnTo>
                <a:lnTo>
                  <a:pt x="328" y="488"/>
                </a:lnTo>
                <a:lnTo>
                  <a:pt x="328" y="489"/>
                </a:lnTo>
                <a:lnTo>
                  <a:pt x="327" y="487"/>
                </a:lnTo>
                <a:lnTo>
                  <a:pt x="327" y="486"/>
                </a:lnTo>
                <a:lnTo>
                  <a:pt x="328" y="485"/>
                </a:lnTo>
                <a:lnTo>
                  <a:pt x="327" y="484"/>
                </a:lnTo>
                <a:lnTo>
                  <a:pt x="328" y="484"/>
                </a:lnTo>
                <a:lnTo>
                  <a:pt x="328" y="483"/>
                </a:lnTo>
                <a:lnTo>
                  <a:pt x="326" y="481"/>
                </a:lnTo>
                <a:lnTo>
                  <a:pt x="326" y="480"/>
                </a:lnTo>
                <a:lnTo>
                  <a:pt x="323" y="478"/>
                </a:lnTo>
                <a:lnTo>
                  <a:pt x="322" y="477"/>
                </a:lnTo>
                <a:lnTo>
                  <a:pt x="321" y="477"/>
                </a:lnTo>
                <a:lnTo>
                  <a:pt x="319" y="477"/>
                </a:lnTo>
                <a:lnTo>
                  <a:pt x="318" y="476"/>
                </a:lnTo>
                <a:lnTo>
                  <a:pt x="317" y="475"/>
                </a:lnTo>
                <a:lnTo>
                  <a:pt x="314" y="475"/>
                </a:lnTo>
                <a:lnTo>
                  <a:pt x="313" y="475"/>
                </a:lnTo>
                <a:lnTo>
                  <a:pt x="311" y="476"/>
                </a:lnTo>
                <a:lnTo>
                  <a:pt x="310" y="476"/>
                </a:lnTo>
                <a:lnTo>
                  <a:pt x="311" y="476"/>
                </a:lnTo>
                <a:lnTo>
                  <a:pt x="311" y="475"/>
                </a:lnTo>
                <a:lnTo>
                  <a:pt x="310" y="474"/>
                </a:lnTo>
                <a:lnTo>
                  <a:pt x="310" y="473"/>
                </a:lnTo>
                <a:lnTo>
                  <a:pt x="311" y="471"/>
                </a:lnTo>
                <a:lnTo>
                  <a:pt x="310" y="471"/>
                </a:lnTo>
                <a:lnTo>
                  <a:pt x="311" y="470"/>
                </a:lnTo>
                <a:lnTo>
                  <a:pt x="310" y="469"/>
                </a:lnTo>
                <a:lnTo>
                  <a:pt x="310" y="468"/>
                </a:lnTo>
                <a:lnTo>
                  <a:pt x="309" y="467"/>
                </a:lnTo>
                <a:lnTo>
                  <a:pt x="309" y="468"/>
                </a:lnTo>
                <a:lnTo>
                  <a:pt x="309" y="469"/>
                </a:lnTo>
                <a:lnTo>
                  <a:pt x="309" y="470"/>
                </a:lnTo>
                <a:lnTo>
                  <a:pt x="310" y="470"/>
                </a:lnTo>
                <a:lnTo>
                  <a:pt x="310" y="471"/>
                </a:lnTo>
                <a:lnTo>
                  <a:pt x="309" y="471"/>
                </a:lnTo>
                <a:lnTo>
                  <a:pt x="309" y="472"/>
                </a:lnTo>
                <a:lnTo>
                  <a:pt x="309" y="473"/>
                </a:lnTo>
                <a:lnTo>
                  <a:pt x="308" y="474"/>
                </a:lnTo>
                <a:lnTo>
                  <a:pt x="309" y="474"/>
                </a:lnTo>
                <a:lnTo>
                  <a:pt x="309" y="475"/>
                </a:lnTo>
                <a:lnTo>
                  <a:pt x="310" y="476"/>
                </a:lnTo>
                <a:lnTo>
                  <a:pt x="310" y="477"/>
                </a:lnTo>
                <a:lnTo>
                  <a:pt x="309" y="479"/>
                </a:lnTo>
                <a:lnTo>
                  <a:pt x="308" y="479"/>
                </a:lnTo>
                <a:lnTo>
                  <a:pt x="307" y="479"/>
                </a:lnTo>
                <a:lnTo>
                  <a:pt x="306" y="480"/>
                </a:lnTo>
                <a:lnTo>
                  <a:pt x="305" y="480"/>
                </a:lnTo>
                <a:lnTo>
                  <a:pt x="305" y="481"/>
                </a:lnTo>
                <a:lnTo>
                  <a:pt x="304" y="483"/>
                </a:lnTo>
                <a:lnTo>
                  <a:pt x="303" y="483"/>
                </a:lnTo>
                <a:lnTo>
                  <a:pt x="302" y="483"/>
                </a:lnTo>
                <a:lnTo>
                  <a:pt x="302" y="484"/>
                </a:lnTo>
                <a:lnTo>
                  <a:pt x="301" y="483"/>
                </a:lnTo>
                <a:lnTo>
                  <a:pt x="299" y="484"/>
                </a:lnTo>
                <a:lnTo>
                  <a:pt x="298" y="484"/>
                </a:lnTo>
                <a:lnTo>
                  <a:pt x="297" y="484"/>
                </a:lnTo>
                <a:lnTo>
                  <a:pt x="296" y="484"/>
                </a:lnTo>
                <a:lnTo>
                  <a:pt x="295" y="484"/>
                </a:lnTo>
                <a:lnTo>
                  <a:pt x="294" y="484"/>
                </a:lnTo>
                <a:lnTo>
                  <a:pt x="294" y="485"/>
                </a:lnTo>
                <a:lnTo>
                  <a:pt x="294" y="486"/>
                </a:lnTo>
                <a:lnTo>
                  <a:pt x="292" y="487"/>
                </a:lnTo>
                <a:lnTo>
                  <a:pt x="291" y="488"/>
                </a:lnTo>
                <a:lnTo>
                  <a:pt x="290" y="488"/>
                </a:lnTo>
                <a:lnTo>
                  <a:pt x="290" y="489"/>
                </a:lnTo>
                <a:lnTo>
                  <a:pt x="290" y="490"/>
                </a:lnTo>
                <a:lnTo>
                  <a:pt x="290" y="491"/>
                </a:lnTo>
                <a:lnTo>
                  <a:pt x="289" y="491"/>
                </a:lnTo>
                <a:lnTo>
                  <a:pt x="287" y="491"/>
                </a:lnTo>
                <a:lnTo>
                  <a:pt x="287" y="490"/>
                </a:lnTo>
                <a:lnTo>
                  <a:pt x="285" y="489"/>
                </a:lnTo>
                <a:lnTo>
                  <a:pt x="284" y="488"/>
                </a:lnTo>
                <a:lnTo>
                  <a:pt x="282" y="488"/>
                </a:lnTo>
                <a:lnTo>
                  <a:pt x="282" y="486"/>
                </a:lnTo>
                <a:lnTo>
                  <a:pt x="282" y="484"/>
                </a:lnTo>
                <a:lnTo>
                  <a:pt x="282" y="483"/>
                </a:lnTo>
                <a:lnTo>
                  <a:pt x="282" y="481"/>
                </a:lnTo>
                <a:lnTo>
                  <a:pt x="281" y="481"/>
                </a:lnTo>
                <a:lnTo>
                  <a:pt x="280" y="481"/>
                </a:lnTo>
                <a:lnTo>
                  <a:pt x="280" y="480"/>
                </a:lnTo>
                <a:lnTo>
                  <a:pt x="281" y="479"/>
                </a:lnTo>
                <a:lnTo>
                  <a:pt x="282" y="478"/>
                </a:lnTo>
                <a:lnTo>
                  <a:pt x="282" y="477"/>
                </a:lnTo>
                <a:lnTo>
                  <a:pt x="281" y="476"/>
                </a:lnTo>
                <a:lnTo>
                  <a:pt x="280" y="476"/>
                </a:lnTo>
                <a:lnTo>
                  <a:pt x="279" y="476"/>
                </a:lnTo>
                <a:lnTo>
                  <a:pt x="280" y="477"/>
                </a:lnTo>
                <a:lnTo>
                  <a:pt x="280" y="478"/>
                </a:lnTo>
                <a:lnTo>
                  <a:pt x="279" y="480"/>
                </a:lnTo>
                <a:lnTo>
                  <a:pt x="278" y="479"/>
                </a:lnTo>
                <a:lnTo>
                  <a:pt x="277" y="478"/>
                </a:lnTo>
                <a:lnTo>
                  <a:pt x="277" y="479"/>
                </a:lnTo>
                <a:lnTo>
                  <a:pt x="276" y="479"/>
                </a:lnTo>
                <a:lnTo>
                  <a:pt x="277" y="479"/>
                </a:lnTo>
                <a:lnTo>
                  <a:pt x="276" y="480"/>
                </a:lnTo>
                <a:lnTo>
                  <a:pt x="276" y="481"/>
                </a:lnTo>
                <a:lnTo>
                  <a:pt x="276" y="482"/>
                </a:lnTo>
                <a:lnTo>
                  <a:pt x="276" y="483"/>
                </a:lnTo>
                <a:lnTo>
                  <a:pt x="275" y="484"/>
                </a:lnTo>
                <a:lnTo>
                  <a:pt x="274" y="485"/>
                </a:lnTo>
                <a:lnTo>
                  <a:pt x="273" y="487"/>
                </a:lnTo>
                <a:lnTo>
                  <a:pt x="273" y="488"/>
                </a:lnTo>
                <a:lnTo>
                  <a:pt x="272" y="489"/>
                </a:lnTo>
                <a:lnTo>
                  <a:pt x="271" y="489"/>
                </a:lnTo>
                <a:lnTo>
                  <a:pt x="270" y="489"/>
                </a:lnTo>
                <a:lnTo>
                  <a:pt x="268" y="489"/>
                </a:lnTo>
                <a:lnTo>
                  <a:pt x="268" y="490"/>
                </a:lnTo>
                <a:lnTo>
                  <a:pt x="267" y="491"/>
                </a:lnTo>
                <a:lnTo>
                  <a:pt x="266" y="491"/>
                </a:lnTo>
                <a:lnTo>
                  <a:pt x="264" y="492"/>
                </a:lnTo>
                <a:lnTo>
                  <a:pt x="264" y="493"/>
                </a:lnTo>
                <a:lnTo>
                  <a:pt x="264" y="494"/>
                </a:lnTo>
                <a:lnTo>
                  <a:pt x="265" y="494"/>
                </a:lnTo>
                <a:lnTo>
                  <a:pt x="265" y="495"/>
                </a:lnTo>
                <a:lnTo>
                  <a:pt x="266" y="494"/>
                </a:lnTo>
                <a:lnTo>
                  <a:pt x="269" y="497"/>
                </a:lnTo>
                <a:lnTo>
                  <a:pt x="269" y="498"/>
                </a:lnTo>
                <a:lnTo>
                  <a:pt x="268" y="499"/>
                </a:lnTo>
                <a:lnTo>
                  <a:pt x="267" y="500"/>
                </a:lnTo>
                <a:lnTo>
                  <a:pt x="266" y="501"/>
                </a:lnTo>
                <a:lnTo>
                  <a:pt x="266" y="502"/>
                </a:lnTo>
                <a:lnTo>
                  <a:pt x="266" y="503"/>
                </a:lnTo>
                <a:lnTo>
                  <a:pt x="267" y="504"/>
                </a:lnTo>
                <a:lnTo>
                  <a:pt x="267" y="505"/>
                </a:lnTo>
                <a:lnTo>
                  <a:pt x="267" y="506"/>
                </a:lnTo>
                <a:lnTo>
                  <a:pt x="265" y="506"/>
                </a:lnTo>
                <a:lnTo>
                  <a:pt x="259" y="505"/>
                </a:lnTo>
                <a:lnTo>
                  <a:pt x="257" y="505"/>
                </a:lnTo>
                <a:lnTo>
                  <a:pt x="257" y="504"/>
                </a:lnTo>
                <a:lnTo>
                  <a:pt x="256" y="504"/>
                </a:lnTo>
                <a:lnTo>
                  <a:pt x="253" y="504"/>
                </a:lnTo>
                <a:lnTo>
                  <a:pt x="253" y="503"/>
                </a:lnTo>
                <a:lnTo>
                  <a:pt x="252" y="503"/>
                </a:lnTo>
                <a:lnTo>
                  <a:pt x="251" y="503"/>
                </a:lnTo>
                <a:lnTo>
                  <a:pt x="251" y="504"/>
                </a:lnTo>
                <a:lnTo>
                  <a:pt x="250" y="504"/>
                </a:lnTo>
                <a:lnTo>
                  <a:pt x="252" y="505"/>
                </a:lnTo>
                <a:lnTo>
                  <a:pt x="252" y="506"/>
                </a:lnTo>
                <a:lnTo>
                  <a:pt x="252" y="507"/>
                </a:lnTo>
                <a:lnTo>
                  <a:pt x="251" y="509"/>
                </a:lnTo>
                <a:lnTo>
                  <a:pt x="250" y="509"/>
                </a:lnTo>
                <a:lnTo>
                  <a:pt x="249" y="509"/>
                </a:lnTo>
                <a:lnTo>
                  <a:pt x="248" y="510"/>
                </a:lnTo>
                <a:lnTo>
                  <a:pt x="249" y="510"/>
                </a:lnTo>
                <a:lnTo>
                  <a:pt x="250" y="511"/>
                </a:lnTo>
                <a:lnTo>
                  <a:pt x="252" y="512"/>
                </a:lnTo>
                <a:lnTo>
                  <a:pt x="251" y="512"/>
                </a:lnTo>
                <a:lnTo>
                  <a:pt x="250" y="512"/>
                </a:lnTo>
                <a:lnTo>
                  <a:pt x="251" y="513"/>
                </a:lnTo>
                <a:lnTo>
                  <a:pt x="252" y="513"/>
                </a:lnTo>
                <a:lnTo>
                  <a:pt x="252" y="514"/>
                </a:lnTo>
                <a:lnTo>
                  <a:pt x="254" y="514"/>
                </a:lnTo>
                <a:lnTo>
                  <a:pt x="255" y="513"/>
                </a:lnTo>
                <a:lnTo>
                  <a:pt x="257" y="513"/>
                </a:lnTo>
                <a:lnTo>
                  <a:pt x="258" y="513"/>
                </a:lnTo>
                <a:lnTo>
                  <a:pt x="258" y="512"/>
                </a:lnTo>
                <a:lnTo>
                  <a:pt x="261" y="512"/>
                </a:lnTo>
                <a:lnTo>
                  <a:pt x="262" y="511"/>
                </a:lnTo>
                <a:lnTo>
                  <a:pt x="263" y="511"/>
                </a:lnTo>
                <a:lnTo>
                  <a:pt x="264" y="510"/>
                </a:lnTo>
                <a:lnTo>
                  <a:pt x="265" y="510"/>
                </a:lnTo>
                <a:lnTo>
                  <a:pt x="267" y="510"/>
                </a:lnTo>
                <a:lnTo>
                  <a:pt x="269" y="509"/>
                </a:lnTo>
                <a:lnTo>
                  <a:pt x="270" y="510"/>
                </a:lnTo>
                <a:lnTo>
                  <a:pt x="271" y="510"/>
                </a:lnTo>
                <a:lnTo>
                  <a:pt x="271" y="511"/>
                </a:lnTo>
                <a:lnTo>
                  <a:pt x="271" y="512"/>
                </a:lnTo>
                <a:lnTo>
                  <a:pt x="270" y="512"/>
                </a:lnTo>
                <a:lnTo>
                  <a:pt x="270" y="513"/>
                </a:lnTo>
                <a:lnTo>
                  <a:pt x="269" y="513"/>
                </a:lnTo>
                <a:lnTo>
                  <a:pt x="270" y="515"/>
                </a:lnTo>
                <a:lnTo>
                  <a:pt x="270" y="516"/>
                </a:lnTo>
                <a:lnTo>
                  <a:pt x="269" y="516"/>
                </a:lnTo>
                <a:lnTo>
                  <a:pt x="269" y="517"/>
                </a:lnTo>
                <a:lnTo>
                  <a:pt x="268" y="517"/>
                </a:lnTo>
                <a:lnTo>
                  <a:pt x="268" y="518"/>
                </a:lnTo>
                <a:lnTo>
                  <a:pt x="269" y="518"/>
                </a:lnTo>
                <a:lnTo>
                  <a:pt x="270" y="517"/>
                </a:lnTo>
                <a:lnTo>
                  <a:pt x="273" y="516"/>
                </a:lnTo>
                <a:lnTo>
                  <a:pt x="274" y="516"/>
                </a:lnTo>
                <a:lnTo>
                  <a:pt x="275" y="516"/>
                </a:lnTo>
                <a:lnTo>
                  <a:pt x="276" y="517"/>
                </a:lnTo>
                <a:lnTo>
                  <a:pt x="277" y="518"/>
                </a:lnTo>
                <a:lnTo>
                  <a:pt x="278" y="519"/>
                </a:lnTo>
                <a:lnTo>
                  <a:pt x="278" y="520"/>
                </a:lnTo>
                <a:lnTo>
                  <a:pt x="278" y="521"/>
                </a:lnTo>
                <a:lnTo>
                  <a:pt x="279" y="521"/>
                </a:lnTo>
                <a:lnTo>
                  <a:pt x="280" y="521"/>
                </a:lnTo>
                <a:lnTo>
                  <a:pt x="279" y="523"/>
                </a:lnTo>
                <a:lnTo>
                  <a:pt x="279" y="524"/>
                </a:lnTo>
                <a:lnTo>
                  <a:pt x="280" y="524"/>
                </a:lnTo>
                <a:lnTo>
                  <a:pt x="280" y="525"/>
                </a:lnTo>
                <a:lnTo>
                  <a:pt x="281" y="525"/>
                </a:lnTo>
                <a:lnTo>
                  <a:pt x="282" y="526"/>
                </a:lnTo>
                <a:lnTo>
                  <a:pt x="281" y="527"/>
                </a:lnTo>
                <a:lnTo>
                  <a:pt x="280" y="527"/>
                </a:lnTo>
                <a:lnTo>
                  <a:pt x="280" y="526"/>
                </a:lnTo>
                <a:lnTo>
                  <a:pt x="279" y="526"/>
                </a:lnTo>
                <a:lnTo>
                  <a:pt x="278" y="527"/>
                </a:lnTo>
                <a:lnTo>
                  <a:pt x="277" y="528"/>
                </a:lnTo>
                <a:lnTo>
                  <a:pt x="277" y="529"/>
                </a:lnTo>
                <a:lnTo>
                  <a:pt x="276" y="529"/>
                </a:lnTo>
                <a:lnTo>
                  <a:pt x="275" y="529"/>
                </a:lnTo>
                <a:lnTo>
                  <a:pt x="274" y="529"/>
                </a:lnTo>
                <a:lnTo>
                  <a:pt x="274" y="530"/>
                </a:lnTo>
                <a:lnTo>
                  <a:pt x="273" y="530"/>
                </a:lnTo>
                <a:lnTo>
                  <a:pt x="273" y="531"/>
                </a:lnTo>
                <a:lnTo>
                  <a:pt x="272" y="532"/>
                </a:lnTo>
                <a:lnTo>
                  <a:pt x="271" y="532"/>
                </a:lnTo>
                <a:lnTo>
                  <a:pt x="271" y="533"/>
                </a:lnTo>
                <a:lnTo>
                  <a:pt x="271" y="534"/>
                </a:lnTo>
                <a:lnTo>
                  <a:pt x="271" y="535"/>
                </a:lnTo>
                <a:lnTo>
                  <a:pt x="270" y="534"/>
                </a:lnTo>
                <a:lnTo>
                  <a:pt x="270" y="535"/>
                </a:lnTo>
                <a:lnTo>
                  <a:pt x="269" y="535"/>
                </a:lnTo>
                <a:lnTo>
                  <a:pt x="269" y="536"/>
                </a:lnTo>
                <a:lnTo>
                  <a:pt x="268" y="536"/>
                </a:lnTo>
                <a:lnTo>
                  <a:pt x="267" y="536"/>
                </a:lnTo>
                <a:lnTo>
                  <a:pt x="267" y="537"/>
                </a:lnTo>
                <a:lnTo>
                  <a:pt x="266" y="538"/>
                </a:lnTo>
                <a:lnTo>
                  <a:pt x="266" y="539"/>
                </a:lnTo>
                <a:lnTo>
                  <a:pt x="265" y="539"/>
                </a:lnTo>
                <a:lnTo>
                  <a:pt x="265" y="540"/>
                </a:lnTo>
                <a:lnTo>
                  <a:pt x="265" y="541"/>
                </a:lnTo>
                <a:lnTo>
                  <a:pt x="265" y="542"/>
                </a:lnTo>
                <a:lnTo>
                  <a:pt x="264" y="544"/>
                </a:lnTo>
                <a:lnTo>
                  <a:pt x="263" y="544"/>
                </a:lnTo>
                <a:lnTo>
                  <a:pt x="263" y="543"/>
                </a:lnTo>
                <a:lnTo>
                  <a:pt x="263" y="542"/>
                </a:lnTo>
                <a:lnTo>
                  <a:pt x="263" y="541"/>
                </a:lnTo>
                <a:lnTo>
                  <a:pt x="264" y="540"/>
                </a:lnTo>
                <a:lnTo>
                  <a:pt x="264" y="539"/>
                </a:lnTo>
                <a:lnTo>
                  <a:pt x="263" y="539"/>
                </a:lnTo>
                <a:lnTo>
                  <a:pt x="263" y="540"/>
                </a:lnTo>
                <a:lnTo>
                  <a:pt x="262" y="540"/>
                </a:lnTo>
                <a:lnTo>
                  <a:pt x="262" y="539"/>
                </a:lnTo>
                <a:lnTo>
                  <a:pt x="261" y="539"/>
                </a:lnTo>
                <a:lnTo>
                  <a:pt x="261" y="538"/>
                </a:lnTo>
                <a:lnTo>
                  <a:pt x="262" y="537"/>
                </a:lnTo>
                <a:lnTo>
                  <a:pt x="261" y="537"/>
                </a:lnTo>
                <a:lnTo>
                  <a:pt x="260" y="537"/>
                </a:lnTo>
                <a:lnTo>
                  <a:pt x="260" y="538"/>
                </a:lnTo>
                <a:lnTo>
                  <a:pt x="260" y="539"/>
                </a:lnTo>
                <a:lnTo>
                  <a:pt x="261" y="540"/>
                </a:lnTo>
                <a:lnTo>
                  <a:pt x="262" y="541"/>
                </a:lnTo>
                <a:lnTo>
                  <a:pt x="261" y="541"/>
                </a:lnTo>
                <a:lnTo>
                  <a:pt x="261" y="540"/>
                </a:lnTo>
                <a:lnTo>
                  <a:pt x="260" y="540"/>
                </a:lnTo>
                <a:lnTo>
                  <a:pt x="260" y="541"/>
                </a:lnTo>
                <a:lnTo>
                  <a:pt x="259" y="541"/>
                </a:lnTo>
                <a:lnTo>
                  <a:pt x="261" y="542"/>
                </a:lnTo>
                <a:lnTo>
                  <a:pt x="262" y="542"/>
                </a:lnTo>
                <a:lnTo>
                  <a:pt x="262" y="543"/>
                </a:lnTo>
                <a:lnTo>
                  <a:pt x="261" y="543"/>
                </a:lnTo>
                <a:lnTo>
                  <a:pt x="261" y="544"/>
                </a:lnTo>
                <a:lnTo>
                  <a:pt x="261" y="545"/>
                </a:lnTo>
                <a:lnTo>
                  <a:pt x="260" y="546"/>
                </a:lnTo>
                <a:lnTo>
                  <a:pt x="259" y="547"/>
                </a:lnTo>
                <a:lnTo>
                  <a:pt x="259" y="548"/>
                </a:lnTo>
                <a:lnTo>
                  <a:pt x="258" y="549"/>
                </a:lnTo>
                <a:lnTo>
                  <a:pt x="257" y="549"/>
                </a:lnTo>
                <a:lnTo>
                  <a:pt x="257" y="551"/>
                </a:lnTo>
                <a:lnTo>
                  <a:pt x="256" y="552"/>
                </a:lnTo>
                <a:lnTo>
                  <a:pt x="256" y="553"/>
                </a:lnTo>
                <a:lnTo>
                  <a:pt x="256" y="555"/>
                </a:lnTo>
                <a:lnTo>
                  <a:pt x="257" y="557"/>
                </a:lnTo>
                <a:lnTo>
                  <a:pt x="257" y="558"/>
                </a:lnTo>
                <a:lnTo>
                  <a:pt x="257" y="559"/>
                </a:lnTo>
                <a:lnTo>
                  <a:pt x="258" y="559"/>
                </a:lnTo>
                <a:lnTo>
                  <a:pt x="257" y="560"/>
                </a:lnTo>
                <a:lnTo>
                  <a:pt x="257" y="561"/>
                </a:lnTo>
                <a:lnTo>
                  <a:pt x="256" y="560"/>
                </a:lnTo>
                <a:lnTo>
                  <a:pt x="255" y="560"/>
                </a:lnTo>
                <a:lnTo>
                  <a:pt x="254" y="560"/>
                </a:lnTo>
                <a:lnTo>
                  <a:pt x="253" y="560"/>
                </a:lnTo>
                <a:lnTo>
                  <a:pt x="252" y="561"/>
                </a:lnTo>
                <a:lnTo>
                  <a:pt x="251" y="562"/>
                </a:lnTo>
                <a:lnTo>
                  <a:pt x="250" y="562"/>
                </a:lnTo>
                <a:lnTo>
                  <a:pt x="250" y="563"/>
                </a:lnTo>
                <a:lnTo>
                  <a:pt x="249" y="564"/>
                </a:lnTo>
                <a:lnTo>
                  <a:pt x="249" y="565"/>
                </a:lnTo>
                <a:lnTo>
                  <a:pt x="249" y="566"/>
                </a:lnTo>
                <a:lnTo>
                  <a:pt x="249" y="565"/>
                </a:lnTo>
                <a:lnTo>
                  <a:pt x="248" y="565"/>
                </a:lnTo>
                <a:lnTo>
                  <a:pt x="247" y="566"/>
                </a:lnTo>
                <a:lnTo>
                  <a:pt x="247" y="567"/>
                </a:lnTo>
                <a:lnTo>
                  <a:pt x="246" y="567"/>
                </a:lnTo>
                <a:lnTo>
                  <a:pt x="246" y="570"/>
                </a:lnTo>
                <a:lnTo>
                  <a:pt x="247" y="570"/>
                </a:lnTo>
                <a:lnTo>
                  <a:pt x="247" y="571"/>
                </a:lnTo>
                <a:lnTo>
                  <a:pt x="246" y="571"/>
                </a:lnTo>
                <a:lnTo>
                  <a:pt x="246" y="570"/>
                </a:lnTo>
                <a:lnTo>
                  <a:pt x="245" y="570"/>
                </a:lnTo>
                <a:lnTo>
                  <a:pt x="245" y="571"/>
                </a:lnTo>
                <a:lnTo>
                  <a:pt x="243" y="571"/>
                </a:lnTo>
                <a:lnTo>
                  <a:pt x="243" y="573"/>
                </a:lnTo>
                <a:lnTo>
                  <a:pt x="243" y="574"/>
                </a:lnTo>
                <a:lnTo>
                  <a:pt x="243" y="575"/>
                </a:lnTo>
                <a:lnTo>
                  <a:pt x="243" y="576"/>
                </a:lnTo>
                <a:lnTo>
                  <a:pt x="243" y="577"/>
                </a:lnTo>
                <a:lnTo>
                  <a:pt x="242" y="577"/>
                </a:lnTo>
                <a:lnTo>
                  <a:pt x="241" y="577"/>
                </a:lnTo>
                <a:lnTo>
                  <a:pt x="241" y="578"/>
                </a:lnTo>
                <a:lnTo>
                  <a:pt x="240" y="578"/>
                </a:lnTo>
                <a:lnTo>
                  <a:pt x="239" y="578"/>
                </a:lnTo>
                <a:lnTo>
                  <a:pt x="240" y="577"/>
                </a:lnTo>
                <a:lnTo>
                  <a:pt x="239" y="575"/>
                </a:lnTo>
                <a:lnTo>
                  <a:pt x="238" y="575"/>
                </a:lnTo>
                <a:lnTo>
                  <a:pt x="239" y="574"/>
                </a:lnTo>
                <a:lnTo>
                  <a:pt x="240" y="573"/>
                </a:lnTo>
                <a:lnTo>
                  <a:pt x="241" y="572"/>
                </a:lnTo>
                <a:lnTo>
                  <a:pt x="241" y="571"/>
                </a:lnTo>
                <a:lnTo>
                  <a:pt x="242" y="570"/>
                </a:lnTo>
                <a:lnTo>
                  <a:pt x="242" y="569"/>
                </a:lnTo>
                <a:lnTo>
                  <a:pt x="242" y="568"/>
                </a:lnTo>
                <a:lnTo>
                  <a:pt x="242" y="567"/>
                </a:lnTo>
                <a:lnTo>
                  <a:pt x="243" y="567"/>
                </a:lnTo>
                <a:lnTo>
                  <a:pt x="245" y="567"/>
                </a:lnTo>
                <a:lnTo>
                  <a:pt x="245" y="566"/>
                </a:lnTo>
                <a:lnTo>
                  <a:pt x="245" y="565"/>
                </a:lnTo>
                <a:lnTo>
                  <a:pt x="245" y="566"/>
                </a:lnTo>
                <a:lnTo>
                  <a:pt x="243" y="567"/>
                </a:lnTo>
                <a:lnTo>
                  <a:pt x="243" y="566"/>
                </a:lnTo>
                <a:lnTo>
                  <a:pt x="242" y="566"/>
                </a:lnTo>
                <a:lnTo>
                  <a:pt x="242" y="567"/>
                </a:lnTo>
                <a:lnTo>
                  <a:pt x="241" y="566"/>
                </a:lnTo>
                <a:lnTo>
                  <a:pt x="242" y="566"/>
                </a:lnTo>
                <a:lnTo>
                  <a:pt x="242" y="565"/>
                </a:lnTo>
                <a:lnTo>
                  <a:pt x="241" y="565"/>
                </a:lnTo>
                <a:lnTo>
                  <a:pt x="240" y="564"/>
                </a:lnTo>
                <a:lnTo>
                  <a:pt x="240" y="563"/>
                </a:lnTo>
                <a:lnTo>
                  <a:pt x="241" y="561"/>
                </a:lnTo>
                <a:lnTo>
                  <a:pt x="241" y="562"/>
                </a:lnTo>
                <a:lnTo>
                  <a:pt x="240" y="562"/>
                </a:lnTo>
                <a:lnTo>
                  <a:pt x="240" y="563"/>
                </a:lnTo>
                <a:lnTo>
                  <a:pt x="239" y="563"/>
                </a:lnTo>
                <a:lnTo>
                  <a:pt x="240" y="564"/>
                </a:lnTo>
                <a:lnTo>
                  <a:pt x="239" y="565"/>
                </a:lnTo>
                <a:lnTo>
                  <a:pt x="238" y="565"/>
                </a:lnTo>
                <a:lnTo>
                  <a:pt x="236" y="564"/>
                </a:lnTo>
                <a:lnTo>
                  <a:pt x="235" y="563"/>
                </a:lnTo>
                <a:lnTo>
                  <a:pt x="234" y="563"/>
                </a:lnTo>
                <a:lnTo>
                  <a:pt x="234" y="562"/>
                </a:lnTo>
                <a:lnTo>
                  <a:pt x="234" y="561"/>
                </a:lnTo>
                <a:lnTo>
                  <a:pt x="233" y="561"/>
                </a:lnTo>
                <a:lnTo>
                  <a:pt x="233" y="562"/>
                </a:lnTo>
                <a:lnTo>
                  <a:pt x="234" y="562"/>
                </a:lnTo>
                <a:lnTo>
                  <a:pt x="234" y="563"/>
                </a:lnTo>
                <a:lnTo>
                  <a:pt x="235" y="563"/>
                </a:lnTo>
                <a:lnTo>
                  <a:pt x="235" y="564"/>
                </a:lnTo>
                <a:lnTo>
                  <a:pt x="234" y="565"/>
                </a:lnTo>
                <a:lnTo>
                  <a:pt x="233" y="567"/>
                </a:lnTo>
                <a:lnTo>
                  <a:pt x="233" y="568"/>
                </a:lnTo>
                <a:lnTo>
                  <a:pt x="233" y="569"/>
                </a:lnTo>
                <a:lnTo>
                  <a:pt x="233" y="570"/>
                </a:lnTo>
                <a:lnTo>
                  <a:pt x="234" y="571"/>
                </a:lnTo>
                <a:lnTo>
                  <a:pt x="234" y="570"/>
                </a:lnTo>
                <a:lnTo>
                  <a:pt x="234" y="571"/>
                </a:lnTo>
                <a:lnTo>
                  <a:pt x="235" y="572"/>
                </a:lnTo>
                <a:lnTo>
                  <a:pt x="235" y="573"/>
                </a:lnTo>
                <a:lnTo>
                  <a:pt x="234" y="574"/>
                </a:lnTo>
                <a:lnTo>
                  <a:pt x="233" y="574"/>
                </a:lnTo>
                <a:lnTo>
                  <a:pt x="232" y="576"/>
                </a:lnTo>
                <a:lnTo>
                  <a:pt x="231" y="576"/>
                </a:lnTo>
                <a:lnTo>
                  <a:pt x="230" y="577"/>
                </a:lnTo>
                <a:lnTo>
                  <a:pt x="230" y="578"/>
                </a:lnTo>
                <a:lnTo>
                  <a:pt x="229" y="578"/>
                </a:lnTo>
                <a:lnTo>
                  <a:pt x="229" y="579"/>
                </a:lnTo>
                <a:lnTo>
                  <a:pt x="229" y="580"/>
                </a:lnTo>
                <a:lnTo>
                  <a:pt x="228" y="580"/>
                </a:lnTo>
                <a:lnTo>
                  <a:pt x="228" y="581"/>
                </a:lnTo>
                <a:lnTo>
                  <a:pt x="228" y="582"/>
                </a:lnTo>
                <a:lnTo>
                  <a:pt x="228" y="583"/>
                </a:lnTo>
                <a:lnTo>
                  <a:pt x="227" y="584"/>
                </a:lnTo>
                <a:lnTo>
                  <a:pt x="227" y="585"/>
                </a:lnTo>
                <a:lnTo>
                  <a:pt x="227" y="587"/>
                </a:lnTo>
                <a:lnTo>
                  <a:pt x="227" y="588"/>
                </a:lnTo>
                <a:lnTo>
                  <a:pt x="227" y="589"/>
                </a:lnTo>
                <a:lnTo>
                  <a:pt x="228" y="590"/>
                </a:lnTo>
                <a:lnTo>
                  <a:pt x="228" y="591"/>
                </a:lnTo>
                <a:lnTo>
                  <a:pt x="228" y="592"/>
                </a:lnTo>
                <a:lnTo>
                  <a:pt x="228" y="593"/>
                </a:lnTo>
                <a:lnTo>
                  <a:pt x="229" y="593"/>
                </a:lnTo>
                <a:lnTo>
                  <a:pt x="230" y="594"/>
                </a:lnTo>
                <a:lnTo>
                  <a:pt x="230" y="595"/>
                </a:lnTo>
                <a:lnTo>
                  <a:pt x="229" y="595"/>
                </a:lnTo>
                <a:lnTo>
                  <a:pt x="228" y="596"/>
                </a:lnTo>
                <a:lnTo>
                  <a:pt x="228" y="597"/>
                </a:lnTo>
                <a:lnTo>
                  <a:pt x="229" y="598"/>
                </a:lnTo>
                <a:lnTo>
                  <a:pt x="228" y="598"/>
                </a:lnTo>
                <a:lnTo>
                  <a:pt x="227" y="599"/>
                </a:lnTo>
                <a:lnTo>
                  <a:pt x="227" y="600"/>
                </a:lnTo>
                <a:lnTo>
                  <a:pt x="227" y="601"/>
                </a:lnTo>
                <a:lnTo>
                  <a:pt x="226" y="601"/>
                </a:lnTo>
                <a:lnTo>
                  <a:pt x="225" y="602"/>
                </a:lnTo>
                <a:lnTo>
                  <a:pt x="226" y="603"/>
                </a:lnTo>
                <a:lnTo>
                  <a:pt x="226" y="604"/>
                </a:lnTo>
                <a:lnTo>
                  <a:pt x="225" y="604"/>
                </a:lnTo>
                <a:lnTo>
                  <a:pt x="224" y="604"/>
                </a:lnTo>
                <a:lnTo>
                  <a:pt x="224" y="603"/>
                </a:lnTo>
                <a:lnTo>
                  <a:pt x="224" y="602"/>
                </a:lnTo>
                <a:lnTo>
                  <a:pt x="225" y="601"/>
                </a:lnTo>
                <a:lnTo>
                  <a:pt x="226" y="601"/>
                </a:lnTo>
                <a:lnTo>
                  <a:pt x="226" y="599"/>
                </a:lnTo>
                <a:lnTo>
                  <a:pt x="224" y="598"/>
                </a:lnTo>
                <a:lnTo>
                  <a:pt x="225" y="597"/>
                </a:lnTo>
                <a:lnTo>
                  <a:pt x="224" y="597"/>
                </a:lnTo>
                <a:lnTo>
                  <a:pt x="225" y="596"/>
                </a:lnTo>
                <a:lnTo>
                  <a:pt x="225" y="595"/>
                </a:lnTo>
                <a:lnTo>
                  <a:pt x="226" y="595"/>
                </a:lnTo>
                <a:lnTo>
                  <a:pt x="226" y="594"/>
                </a:lnTo>
                <a:lnTo>
                  <a:pt x="227" y="594"/>
                </a:lnTo>
                <a:lnTo>
                  <a:pt x="227" y="592"/>
                </a:lnTo>
                <a:lnTo>
                  <a:pt x="226" y="591"/>
                </a:lnTo>
                <a:lnTo>
                  <a:pt x="226" y="590"/>
                </a:lnTo>
                <a:lnTo>
                  <a:pt x="226" y="589"/>
                </a:lnTo>
                <a:lnTo>
                  <a:pt x="225" y="589"/>
                </a:lnTo>
                <a:lnTo>
                  <a:pt x="225" y="588"/>
                </a:lnTo>
                <a:lnTo>
                  <a:pt x="224" y="587"/>
                </a:lnTo>
                <a:lnTo>
                  <a:pt x="224" y="586"/>
                </a:lnTo>
                <a:lnTo>
                  <a:pt x="224" y="585"/>
                </a:lnTo>
                <a:lnTo>
                  <a:pt x="223" y="585"/>
                </a:lnTo>
                <a:lnTo>
                  <a:pt x="223" y="584"/>
                </a:lnTo>
                <a:lnTo>
                  <a:pt x="222" y="584"/>
                </a:lnTo>
                <a:lnTo>
                  <a:pt x="221" y="584"/>
                </a:lnTo>
                <a:lnTo>
                  <a:pt x="220" y="584"/>
                </a:lnTo>
                <a:lnTo>
                  <a:pt x="220" y="583"/>
                </a:lnTo>
                <a:lnTo>
                  <a:pt x="221" y="583"/>
                </a:lnTo>
                <a:lnTo>
                  <a:pt x="220" y="582"/>
                </a:lnTo>
                <a:lnTo>
                  <a:pt x="219" y="582"/>
                </a:lnTo>
                <a:lnTo>
                  <a:pt x="219" y="583"/>
                </a:lnTo>
                <a:lnTo>
                  <a:pt x="218" y="582"/>
                </a:lnTo>
                <a:lnTo>
                  <a:pt x="217" y="582"/>
                </a:lnTo>
                <a:lnTo>
                  <a:pt x="217" y="581"/>
                </a:lnTo>
                <a:lnTo>
                  <a:pt x="216" y="581"/>
                </a:lnTo>
                <a:lnTo>
                  <a:pt x="215" y="581"/>
                </a:lnTo>
                <a:lnTo>
                  <a:pt x="214" y="581"/>
                </a:lnTo>
                <a:lnTo>
                  <a:pt x="213" y="580"/>
                </a:lnTo>
                <a:lnTo>
                  <a:pt x="212" y="580"/>
                </a:lnTo>
                <a:lnTo>
                  <a:pt x="211" y="580"/>
                </a:lnTo>
                <a:lnTo>
                  <a:pt x="210" y="580"/>
                </a:lnTo>
                <a:lnTo>
                  <a:pt x="209" y="581"/>
                </a:lnTo>
                <a:lnTo>
                  <a:pt x="208" y="581"/>
                </a:lnTo>
                <a:lnTo>
                  <a:pt x="207" y="580"/>
                </a:lnTo>
                <a:lnTo>
                  <a:pt x="206" y="580"/>
                </a:lnTo>
                <a:lnTo>
                  <a:pt x="205" y="580"/>
                </a:lnTo>
                <a:lnTo>
                  <a:pt x="205" y="579"/>
                </a:lnTo>
                <a:lnTo>
                  <a:pt x="204" y="578"/>
                </a:lnTo>
                <a:lnTo>
                  <a:pt x="203" y="578"/>
                </a:lnTo>
                <a:lnTo>
                  <a:pt x="202" y="578"/>
                </a:lnTo>
                <a:lnTo>
                  <a:pt x="202" y="579"/>
                </a:lnTo>
                <a:lnTo>
                  <a:pt x="201" y="579"/>
                </a:lnTo>
                <a:lnTo>
                  <a:pt x="200" y="579"/>
                </a:lnTo>
                <a:lnTo>
                  <a:pt x="200" y="580"/>
                </a:lnTo>
                <a:lnTo>
                  <a:pt x="201" y="580"/>
                </a:lnTo>
                <a:lnTo>
                  <a:pt x="201" y="581"/>
                </a:lnTo>
                <a:lnTo>
                  <a:pt x="202" y="581"/>
                </a:lnTo>
                <a:lnTo>
                  <a:pt x="202" y="582"/>
                </a:lnTo>
                <a:lnTo>
                  <a:pt x="203" y="582"/>
                </a:lnTo>
                <a:lnTo>
                  <a:pt x="204" y="582"/>
                </a:lnTo>
                <a:lnTo>
                  <a:pt x="206" y="582"/>
                </a:lnTo>
                <a:lnTo>
                  <a:pt x="207" y="582"/>
                </a:lnTo>
                <a:lnTo>
                  <a:pt x="208" y="582"/>
                </a:lnTo>
                <a:lnTo>
                  <a:pt x="209" y="582"/>
                </a:lnTo>
                <a:lnTo>
                  <a:pt x="210" y="582"/>
                </a:lnTo>
                <a:lnTo>
                  <a:pt x="210" y="583"/>
                </a:lnTo>
                <a:lnTo>
                  <a:pt x="211" y="583"/>
                </a:lnTo>
                <a:lnTo>
                  <a:pt x="211" y="584"/>
                </a:lnTo>
                <a:lnTo>
                  <a:pt x="211" y="585"/>
                </a:lnTo>
                <a:lnTo>
                  <a:pt x="211" y="586"/>
                </a:lnTo>
                <a:lnTo>
                  <a:pt x="212" y="586"/>
                </a:lnTo>
                <a:lnTo>
                  <a:pt x="212" y="587"/>
                </a:lnTo>
                <a:lnTo>
                  <a:pt x="213" y="587"/>
                </a:lnTo>
                <a:lnTo>
                  <a:pt x="213" y="588"/>
                </a:lnTo>
                <a:lnTo>
                  <a:pt x="212" y="589"/>
                </a:lnTo>
                <a:lnTo>
                  <a:pt x="212" y="590"/>
                </a:lnTo>
                <a:lnTo>
                  <a:pt x="211" y="590"/>
                </a:lnTo>
                <a:lnTo>
                  <a:pt x="211" y="591"/>
                </a:lnTo>
                <a:lnTo>
                  <a:pt x="212" y="591"/>
                </a:lnTo>
                <a:lnTo>
                  <a:pt x="212" y="592"/>
                </a:lnTo>
                <a:lnTo>
                  <a:pt x="211" y="592"/>
                </a:lnTo>
                <a:lnTo>
                  <a:pt x="211" y="593"/>
                </a:lnTo>
                <a:lnTo>
                  <a:pt x="210" y="593"/>
                </a:lnTo>
                <a:lnTo>
                  <a:pt x="210" y="595"/>
                </a:lnTo>
                <a:lnTo>
                  <a:pt x="210" y="596"/>
                </a:lnTo>
                <a:lnTo>
                  <a:pt x="209" y="597"/>
                </a:lnTo>
                <a:lnTo>
                  <a:pt x="208" y="598"/>
                </a:lnTo>
                <a:lnTo>
                  <a:pt x="208" y="599"/>
                </a:lnTo>
                <a:lnTo>
                  <a:pt x="207" y="600"/>
                </a:lnTo>
                <a:lnTo>
                  <a:pt x="207" y="601"/>
                </a:lnTo>
                <a:lnTo>
                  <a:pt x="207" y="602"/>
                </a:lnTo>
                <a:lnTo>
                  <a:pt x="206" y="602"/>
                </a:lnTo>
                <a:lnTo>
                  <a:pt x="205" y="601"/>
                </a:lnTo>
                <a:lnTo>
                  <a:pt x="204" y="600"/>
                </a:lnTo>
                <a:lnTo>
                  <a:pt x="203" y="600"/>
                </a:lnTo>
                <a:lnTo>
                  <a:pt x="203" y="601"/>
                </a:lnTo>
                <a:lnTo>
                  <a:pt x="204" y="601"/>
                </a:lnTo>
                <a:lnTo>
                  <a:pt x="205" y="601"/>
                </a:lnTo>
                <a:lnTo>
                  <a:pt x="205" y="602"/>
                </a:lnTo>
                <a:lnTo>
                  <a:pt x="206" y="602"/>
                </a:lnTo>
                <a:lnTo>
                  <a:pt x="206" y="603"/>
                </a:lnTo>
                <a:lnTo>
                  <a:pt x="207" y="604"/>
                </a:lnTo>
                <a:lnTo>
                  <a:pt x="208" y="604"/>
                </a:lnTo>
                <a:lnTo>
                  <a:pt x="208" y="603"/>
                </a:lnTo>
                <a:lnTo>
                  <a:pt x="209" y="603"/>
                </a:lnTo>
                <a:lnTo>
                  <a:pt x="210" y="603"/>
                </a:lnTo>
                <a:lnTo>
                  <a:pt x="211" y="603"/>
                </a:lnTo>
                <a:lnTo>
                  <a:pt x="211" y="602"/>
                </a:lnTo>
                <a:lnTo>
                  <a:pt x="210" y="602"/>
                </a:lnTo>
                <a:lnTo>
                  <a:pt x="211" y="602"/>
                </a:lnTo>
                <a:lnTo>
                  <a:pt x="212" y="602"/>
                </a:lnTo>
                <a:lnTo>
                  <a:pt x="212" y="601"/>
                </a:lnTo>
                <a:lnTo>
                  <a:pt x="213" y="600"/>
                </a:lnTo>
                <a:lnTo>
                  <a:pt x="214" y="600"/>
                </a:lnTo>
                <a:lnTo>
                  <a:pt x="214" y="601"/>
                </a:lnTo>
                <a:lnTo>
                  <a:pt x="214" y="602"/>
                </a:lnTo>
                <a:lnTo>
                  <a:pt x="215" y="602"/>
                </a:lnTo>
                <a:lnTo>
                  <a:pt x="215" y="601"/>
                </a:lnTo>
                <a:lnTo>
                  <a:pt x="216" y="602"/>
                </a:lnTo>
                <a:lnTo>
                  <a:pt x="217" y="602"/>
                </a:lnTo>
                <a:lnTo>
                  <a:pt x="218" y="602"/>
                </a:lnTo>
                <a:lnTo>
                  <a:pt x="218" y="603"/>
                </a:lnTo>
                <a:lnTo>
                  <a:pt x="219" y="603"/>
                </a:lnTo>
                <a:lnTo>
                  <a:pt x="218" y="603"/>
                </a:lnTo>
                <a:lnTo>
                  <a:pt x="217" y="603"/>
                </a:lnTo>
                <a:lnTo>
                  <a:pt x="217" y="604"/>
                </a:lnTo>
                <a:lnTo>
                  <a:pt x="217" y="605"/>
                </a:lnTo>
                <a:lnTo>
                  <a:pt x="217" y="606"/>
                </a:lnTo>
                <a:lnTo>
                  <a:pt x="216" y="606"/>
                </a:lnTo>
                <a:lnTo>
                  <a:pt x="215" y="605"/>
                </a:lnTo>
                <a:lnTo>
                  <a:pt x="214" y="605"/>
                </a:lnTo>
                <a:lnTo>
                  <a:pt x="213" y="606"/>
                </a:lnTo>
                <a:lnTo>
                  <a:pt x="213" y="607"/>
                </a:lnTo>
                <a:lnTo>
                  <a:pt x="212" y="608"/>
                </a:lnTo>
                <a:lnTo>
                  <a:pt x="212" y="610"/>
                </a:lnTo>
                <a:lnTo>
                  <a:pt x="212" y="611"/>
                </a:lnTo>
                <a:lnTo>
                  <a:pt x="212" y="612"/>
                </a:lnTo>
                <a:lnTo>
                  <a:pt x="213" y="612"/>
                </a:lnTo>
                <a:lnTo>
                  <a:pt x="214" y="613"/>
                </a:lnTo>
                <a:lnTo>
                  <a:pt x="214" y="614"/>
                </a:lnTo>
                <a:lnTo>
                  <a:pt x="213" y="614"/>
                </a:lnTo>
                <a:lnTo>
                  <a:pt x="212" y="614"/>
                </a:lnTo>
                <a:lnTo>
                  <a:pt x="212" y="615"/>
                </a:lnTo>
                <a:lnTo>
                  <a:pt x="211" y="615"/>
                </a:lnTo>
                <a:lnTo>
                  <a:pt x="211" y="614"/>
                </a:lnTo>
                <a:lnTo>
                  <a:pt x="210" y="614"/>
                </a:lnTo>
                <a:lnTo>
                  <a:pt x="209" y="614"/>
                </a:lnTo>
                <a:lnTo>
                  <a:pt x="209" y="613"/>
                </a:lnTo>
                <a:lnTo>
                  <a:pt x="208" y="614"/>
                </a:lnTo>
                <a:lnTo>
                  <a:pt x="207" y="614"/>
                </a:lnTo>
                <a:lnTo>
                  <a:pt x="207" y="615"/>
                </a:lnTo>
                <a:lnTo>
                  <a:pt x="206" y="616"/>
                </a:lnTo>
                <a:lnTo>
                  <a:pt x="206" y="617"/>
                </a:lnTo>
                <a:lnTo>
                  <a:pt x="206" y="618"/>
                </a:lnTo>
                <a:lnTo>
                  <a:pt x="206" y="619"/>
                </a:lnTo>
                <a:lnTo>
                  <a:pt x="206" y="620"/>
                </a:lnTo>
                <a:lnTo>
                  <a:pt x="206" y="621"/>
                </a:lnTo>
                <a:lnTo>
                  <a:pt x="207" y="621"/>
                </a:lnTo>
                <a:lnTo>
                  <a:pt x="207" y="622"/>
                </a:lnTo>
                <a:lnTo>
                  <a:pt x="208" y="623"/>
                </a:lnTo>
                <a:lnTo>
                  <a:pt x="209" y="622"/>
                </a:lnTo>
                <a:lnTo>
                  <a:pt x="209" y="623"/>
                </a:lnTo>
                <a:lnTo>
                  <a:pt x="210" y="623"/>
                </a:lnTo>
                <a:lnTo>
                  <a:pt x="210" y="622"/>
                </a:lnTo>
                <a:lnTo>
                  <a:pt x="210" y="623"/>
                </a:lnTo>
                <a:lnTo>
                  <a:pt x="210" y="624"/>
                </a:lnTo>
                <a:lnTo>
                  <a:pt x="209" y="624"/>
                </a:lnTo>
                <a:lnTo>
                  <a:pt x="209" y="623"/>
                </a:lnTo>
                <a:lnTo>
                  <a:pt x="208" y="623"/>
                </a:lnTo>
                <a:lnTo>
                  <a:pt x="207" y="624"/>
                </a:lnTo>
                <a:lnTo>
                  <a:pt x="206" y="624"/>
                </a:lnTo>
                <a:lnTo>
                  <a:pt x="205" y="625"/>
                </a:lnTo>
                <a:lnTo>
                  <a:pt x="204" y="625"/>
                </a:lnTo>
                <a:lnTo>
                  <a:pt x="203" y="625"/>
                </a:lnTo>
                <a:lnTo>
                  <a:pt x="202" y="626"/>
                </a:lnTo>
                <a:lnTo>
                  <a:pt x="202" y="627"/>
                </a:lnTo>
                <a:lnTo>
                  <a:pt x="201" y="627"/>
                </a:lnTo>
                <a:lnTo>
                  <a:pt x="202" y="627"/>
                </a:lnTo>
                <a:lnTo>
                  <a:pt x="202" y="626"/>
                </a:lnTo>
                <a:lnTo>
                  <a:pt x="201" y="625"/>
                </a:lnTo>
                <a:lnTo>
                  <a:pt x="200" y="625"/>
                </a:lnTo>
                <a:lnTo>
                  <a:pt x="199" y="625"/>
                </a:lnTo>
                <a:lnTo>
                  <a:pt x="197" y="626"/>
                </a:lnTo>
                <a:lnTo>
                  <a:pt x="196" y="627"/>
                </a:lnTo>
                <a:lnTo>
                  <a:pt x="195" y="627"/>
                </a:lnTo>
                <a:lnTo>
                  <a:pt x="195" y="626"/>
                </a:lnTo>
                <a:lnTo>
                  <a:pt x="196" y="625"/>
                </a:lnTo>
                <a:lnTo>
                  <a:pt x="197" y="625"/>
                </a:lnTo>
                <a:lnTo>
                  <a:pt x="197" y="624"/>
                </a:lnTo>
                <a:lnTo>
                  <a:pt x="198" y="623"/>
                </a:lnTo>
                <a:lnTo>
                  <a:pt x="199" y="622"/>
                </a:lnTo>
                <a:lnTo>
                  <a:pt x="200" y="622"/>
                </a:lnTo>
                <a:lnTo>
                  <a:pt x="200" y="620"/>
                </a:lnTo>
                <a:lnTo>
                  <a:pt x="201" y="618"/>
                </a:lnTo>
                <a:lnTo>
                  <a:pt x="201" y="617"/>
                </a:lnTo>
                <a:lnTo>
                  <a:pt x="199" y="614"/>
                </a:lnTo>
                <a:lnTo>
                  <a:pt x="199" y="613"/>
                </a:lnTo>
                <a:lnTo>
                  <a:pt x="198" y="613"/>
                </a:lnTo>
                <a:lnTo>
                  <a:pt x="197" y="614"/>
                </a:lnTo>
                <a:lnTo>
                  <a:pt x="197" y="613"/>
                </a:lnTo>
                <a:lnTo>
                  <a:pt x="197" y="612"/>
                </a:lnTo>
                <a:lnTo>
                  <a:pt x="196" y="612"/>
                </a:lnTo>
                <a:lnTo>
                  <a:pt x="196" y="611"/>
                </a:lnTo>
                <a:lnTo>
                  <a:pt x="197" y="610"/>
                </a:lnTo>
                <a:lnTo>
                  <a:pt x="198" y="610"/>
                </a:lnTo>
                <a:lnTo>
                  <a:pt x="198" y="609"/>
                </a:lnTo>
                <a:lnTo>
                  <a:pt x="199" y="608"/>
                </a:lnTo>
                <a:lnTo>
                  <a:pt x="198" y="608"/>
                </a:lnTo>
                <a:lnTo>
                  <a:pt x="198" y="607"/>
                </a:lnTo>
                <a:lnTo>
                  <a:pt x="197" y="606"/>
                </a:lnTo>
                <a:lnTo>
                  <a:pt x="196" y="605"/>
                </a:lnTo>
                <a:lnTo>
                  <a:pt x="196" y="604"/>
                </a:lnTo>
                <a:lnTo>
                  <a:pt x="197" y="604"/>
                </a:lnTo>
                <a:lnTo>
                  <a:pt x="198" y="602"/>
                </a:lnTo>
                <a:lnTo>
                  <a:pt x="199" y="602"/>
                </a:lnTo>
                <a:lnTo>
                  <a:pt x="198" y="601"/>
                </a:lnTo>
                <a:lnTo>
                  <a:pt x="199" y="600"/>
                </a:lnTo>
                <a:lnTo>
                  <a:pt x="200" y="599"/>
                </a:lnTo>
                <a:lnTo>
                  <a:pt x="201" y="599"/>
                </a:lnTo>
                <a:lnTo>
                  <a:pt x="202" y="599"/>
                </a:lnTo>
                <a:lnTo>
                  <a:pt x="202" y="600"/>
                </a:lnTo>
                <a:lnTo>
                  <a:pt x="203" y="600"/>
                </a:lnTo>
                <a:lnTo>
                  <a:pt x="202" y="599"/>
                </a:lnTo>
                <a:lnTo>
                  <a:pt x="200" y="599"/>
                </a:lnTo>
                <a:lnTo>
                  <a:pt x="199" y="599"/>
                </a:lnTo>
                <a:lnTo>
                  <a:pt x="198" y="600"/>
                </a:lnTo>
                <a:lnTo>
                  <a:pt x="198" y="601"/>
                </a:lnTo>
                <a:lnTo>
                  <a:pt x="197" y="601"/>
                </a:lnTo>
                <a:lnTo>
                  <a:pt x="197" y="602"/>
                </a:lnTo>
                <a:lnTo>
                  <a:pt x="197" y="603"/>
                </a:lnTo>
                <a:lnTo>
                  <a:pt x="196" y="603"/>
                </a:lnTo>
                <a:lnTo>
                  <a:pt x="196" y="604"/>
                </a:lnTo>
                <a:lnTo>
                  <a:pt x="195" y="604"/>
                </a:lnTo>
                <a:lnTo>
                  <a:pt x="194" y="604"/>
                </a:lnTo>
                <a:lnTo>
                  <a:pt x="193" y="604"/>
                </a:lnTo>
                <a:lnTo>
                  <a:pt x="192" y="603"/>
                </a:lnTo>
                <a:lnTo>
                  <a:pt x="192" y="604"/>
                </a:lnTo>
                <a:lnTo>
                  <a:pt x="192" y="605"/>
                </a:lnTo>
                <a:lnTo>
                  <a:pt x="191" y="606"/>
                </a:lnTo>
                <a:lnTo>
                  <a:pt x="189" y="606"/>
                </a:lnTo>
                <a:lnTo>
                  <a:pt x="188" y="607"/>
                </a:lnTo>
                <a:lnTo>
                  <a:pt x="188" y="609"/>
                </a:lnTo>
                <a:lnTo>
                  <a:pt x="188" y="610"/>
                </a:lnTo>
                <a:lnTo>
                  <a:pt x="188" y="612"/>
                </a:lnTo>
                <a:lnTo>
                  <a:pt x="189" y="612"/>
                </a:lnTo>
                <a:lnTo>
                  <a:pt x="189" y="613"/>
                </a:lnTo>
                <a:lnTo>
                  <a:pt x="189" y="614"/>
                </a:lnTo>
                <a:lnTo>
                  <a:pt x="188" y="614"/>
                </a:lnTo>
                <a:lnTo>
                  <a:pt x="188" y="615"/>
                </a:lnTo>
                <a:lnTo>
                  <a:pt x="188" y="616"/>
                </a:lnTo>
                <a:lnTo>
                  <a:pt x="188" y="617"/>
                </a:lnTo>
                <a:lnTo>
                  <a:pt x="188" y="618"/>
                </a:lnTo>
                <a:lnTo>
                  <a:pt x="189" y="618"/>
                </a:lnTo>
                <a:lnTo>
                  <a:pt x="189" y="619"/>
                </a:lnTo>
                <a:lnTo>
                  <a:pt x="190" y="619"/>
                </a:lnTo>
                <a:lnTo>
                  <a:pt x="190" y="620"/>
                </a:lnTo>
                <a:lnTo>
                  <a:pt x="190" y="621"/>
                </a:lnTo>
                <a:lnTo>
                  <a:pt x="189" y="621"/>
                </a:lnTo>
                <a:lnTo>
                  <a:pt x="188" y="621"/>
                </a:lnTo>
                <a:lnTo>
                  <a:pt x="187" y="622"/>
                </a:lnTo>
                <a:lnTo>
                  <a:pt x="187" y="623"/>
                </a:lnTo>
                <a:lnTo>
                  <a:pt x="187" y="624"/>
                </a:lnTo>
                <a:lnTo>
                  <a:pt x="186" y="624"/>
                </a:lnTo>
                <a:lnTo>
                  <a:pt x="185" y="624"/>
                </a:lnTo>
                <a:lnTo>
                  <a:pt x="185" y="623"/>
                </a:lnTo>
                <a:lnTo>
                  <a:pt x="185" y="622"/>
                </a:lnTo>
                <a:lnTo>
                  <a:pt x="184" y="621"/>
                </a:lnTo>
                <a:lnTo>
                  <a:pt x="185" y="620"/>
                </a:lnTo>
                <a:lnTo>
                  <a:pt x="185" y="619"/>
                </a:lnTo>
                <a:lnTo>
                  <a:pt x="185" y="618"/>
                </a:lnTo>
                <a:lnTo>
                  <a:pt x="185" y="617"/>
                </a:lnTo>
                <a:lnTo>
                  <a:pt x="186" y="615"/>
                </a:lnTo>
                <a:lnTo>
                  <a:pt x="185" y="614"/>
                </a:lnTo>
                <a:lnTo>
                  <a:pt x="184" y="613"/>
                </a:lnTo>
                <a:lnTo>
                  <a:pt x="183" y="613"/>
                </a:lnTo>
                <a:lnTo>
                  <a:pt x="183" y="614"/>
                </a:lnTo>
                <a:lnTo>
                  <a:pt x="184" y="614"/>
                </a:lnTo>
                <a:lnTo>
                  <a:pt x="185" y="614"/>
                </a:lnTo>
                <a:lnTo>
                  <a:pt x="185" y="615"/>
                </a:lnTo>
                <a:lnTo>
                  <a:pt x="184" y="615"/>
                </a:lnTo>
                <a:lnTo>
                  <a:pt x="184" y="617"/>
                </a:lnTo>
                <a:lnTo>
                  <a:pt x="183" y="617"/>
                </a:lnTo>
                <a:lnTo>
                  <a:pt x="183" y="616"/>
                </a:lnTo>
                <a:lnTo>
                  <a:pt x="183" y="615"/>
                </a:lnTo>
                <a:lnTo>
                  <a:pt x="181" y="615"/>
                </a:lnTo>
                <a:lnTo>
                  <a:pt x="182" y="616"/>
                </a:lnTo>
                <a:lnTo>
                  <a:pt x="182" y="617"/>
                </a:lnTo>
                <a:lnTo>
                  <a:pt x="182" y="618"/>
                </a:lnTo>
                <a:lnTo>
                  <a:pt x="183" y="619"/>
                </a:lnTo>
                <a:lnTo>
                  <a:pt x="184" y="620"/>
                </a:lnTo>
                <a:lnTo>
                  <a:pt x="184" y="621"/>
                </a:lnTo>
                <a:lnTo>
                  <a:pt x="184" y="622"/>
                </a:lnTo>
                <a:lnTo>
                  <a:pt x="183" y="622"/>
                </a:lnTo>
                <a:lnTo>
                  <a:pt x="182" y="622"/>
                </a:lnTo>
                <a:lnTo>
                  <a:pt x="181" y="622"/>
                </a:lnTo>
                <a:lnTo>
                  <a:pt x="180" y="623"/>
                </a:lnTo>
                <a:lnTo>
                  <a:pt x="179" y="622"/>
                </a:lnTo>
                <a:lnTo>
                  <a:pt x="177" y="621"/>
                </a:lnTo>
                <a:lnTo>
                  <a:pt x="176" y="621"/>
                </a:lnTo>
                <a:lnTo>
                  <a:pt x="175" y="621"/>
                </a:lnTo>
                <a:lnTo>
                  <a:pt x="175" y="620"/>
                </a:lnTo>
                <a:lnTo>
                  <a:pt x="174" y="620"/>
                </a:lnTo>
                <a:lnTo>
                  <a:pt x="174" y="619"/>
                </a:lnTo>
                <a:lnTo>
                  <a:pt x="173" y="619"/>
                </a:lnTo>
                <a:lnTo>
                  <a:pt x="172" y="620"/>
                </a:lnTo>
                <a:lnTo>
                  <a:pt x="171" y="620"/>
                </a:lnTo>
                <a:lnTo>
                  <a:pt x="171" y="619"/>
                </a:lnTo>
                <a:lnTo>
                  <a:pt x="170" y="619"/>
                </a:lnTo>
                <a:lnTo>
                  <a:pt x="168" y="618"/>
                </a:lnTo>
                <a:lnTo>
                  <a:pt x="167" y="618"/>
                </a:lnTo>
                <a:lnTo>
                  <a:pt x="166" y="617"/>
                </a:lnTo>
                <a:lnTo>
                  <a:pt x="165" y="617"/>
                </a:lnTo>
                <a:lnTo>
                  <a:pt x="164" y="616"/>
                </a:lnTo>
                <a:lnTo>
                  <a:pt x="163" y="616"/>
                </a:lnTo>
                <a:lnTo>
                  <a:pt x="161" y="614"/>
                </a:lnTo>
                <a:lnTo>
                  <a:pt x="161" y="613"/>
                </a:lnTo>
                <a:lnTo>
                  <a:pt x="161" y="612"/>
                </a:lnTo>
                <a:lnTo>
                  <a:pt x="162" y="612"/>
                </a:lnTo>
                <a:lnTo>
                  <a:pt x="161" y="612"/>
                </a:lnTo>
                <a:lnTo>
                  <a:pt x="161" y="611"/>
                </a:lnTo>
                <a:lnTo>
                  <a:pt x="161" y="610"/>
                </a:lnTo>
                <a:lnTo>
                  <a:pt x="161" y="609"/>
                </a:lnTo>
                <a:lnTo>
                  <a:pt x="161" y="608"/>
                </a:lnTo>
                <a:lnTo>
                  <a:pt x="160" y="607"/>
                </a:lnTo>
                <a:lnTo>
                  <a:pt x="159" y="606"/>
                </a:lnTo>
                <a:lnTo>
                  <a:pt x="158" y="604"/>
                </a:lnTo>
                <a:lnTo>
                  <a:pt x="158" y="603"/>
                </a:lnTo>
                <a:lnTo>
                  <a:pt x="158" y="602"/>
                </a:lnTo>
                <a:lnTo>
                  <a:pt x="157" y="602"/>
                </a:lnTo>
                <a:lnTo>
                  <a:pt x="156" y="601"/>
                </a:lnTo>
                <a:lnTo>
                  <a:pt x="157" y="601"/>
                </a:lnTo>
                <a:lnTo>
                  <a:pt x="158" y="600"/>
                </a:lnTo>
                <a:lnTo>
                  <a:pt x="158" y="599"/>
                </a:lnTo>
                <a:lnTo>
                  <a:pt x="157" y="599"/>
                </a:lnTo>
                <a:lnTo>
                  <a:pt x="157" y="598"/>
                </a:lnTo>
                <a:lnTo>
                  <a:pt x="156" y="597"/>
                </a:lnTo>
                <a:lnTo>
                  <a:pt x="154" y="595"/>
                </a:lnTo>
                <a:lnTo>
                  <a:pt x="152" y="595"/>
                </a:lnTo>
                <a:lnTo>
                  <a:pt x="151" y="595"/>
                </a:lnTo>
                <a:lnTo>
                  <a:pt x="151" y="596"/>
                </a:lnTo>
                <a:lnTo>
                  <a:pt x="150" y="596"/>
                </a:lnTo>
                <a:lnTo>
                  <a:pt x="149" y="595"/>
                </a:lnTo>
                <a:lnTo>
                  <a:pt x="148" y="595"/>
                </a:lnTo>
                <a:lnTo>
                  <a:pt x="149" y="594"/>
                </a:lnTo>
                <a:lnTo>
                  <a:pt x="150" y="594"/>
                </a:lnTo>
                <a:lnTo>
                  <a:pt x="150" y="593"/>
                </a:lnTo>
                <a:lnTo>
                  <a:pt x="150" y="592"/>
                </a:lnTo>
                <a:lnTo>
                  <a:pt x="150" y="591"/>
                </a:lnTo>
                <a:lnTo>
                  <a:pt x="149" y="590"/>
                </a:lnTo>
                <a:lnTo>
                  <a:pt x="148" y="590"/>
                </a:lnTo>
                <a:lnTo>
                  <a:pt x="148" y="589"/>
                </a:lnTo>
                <a:lnTo>
                  <a:pt x="148" y="588"/>
                </a:lnTo>
                <a:lnTo>
                  <a:pt x="147" y="588"/>
                </a:lnTo>
                <a:lnTo>
                  <a:pt x="148" y="587"/>
                </a:lnTo>
                <a:lnTo>
                  <a:pt x="149" y="587"/>
                </a:lnTo>
                <a:lnTo>
                  <a:pt x="149" y="586"/>
                </a:lnTo>
                <a:lnTo>
                  <a:pt x="150" y="585"/>
                </a:lnTo>
                <a:lnTo>
                  <a:pt x="150" y="584"/>
                </a:lnTo>
                <a:lnTo>
                  <a:pt x="150" y="583"/>
                </a:lnTo>
                <a:lnTo>
                  <a:pt x="149" y="581"/>
                </a:lnTo>
                <a:lnTo>
                  <a:pt x="148" y="581"/>
                </a:lnTo>
                <a:lnTo>
                  <a:pt x="148" y="580"/>
                </a:lnTo>
                <a:lnTo>
                  <a:pt x="148" y="579"/>
                </a:lnTo>
                <a:lnTo>
                  <a:pt x="148" y="578"/>
                </a:lnTo>
                <a:lnTo>
                  <a:pt x="149" y="578"/>
                </a:lnTo>
                <a:lnTo>
                  <a:pt x="149" y="577"/>
                </a:lnTo>
                <a:lnTo>
                  <a:pt x="148" y="577"/>
                </a:lnTo>
                <a:lnTo>
                  <a:pt x="147" y="576"/>
                </a:lnTo>
                <a:lnTo>
                  <a:pt x="146" y="576"/>
                </a:lnTo>
                <a:lnTo>
                  <a:pt x="146" y="577"/>
                </a:lnTo>
                <a:lnTo>
                  <a:pt x="145" y="577"/>
                </a:lnTo>
                <a:lnTo>
                  <a:pt x="145" y="576"/>
                </a:lnTo>
                <a:lnTo>
                  <a:pt x="146" y="576"/>
                </a:lnTo>
                <a:lnTo>
                  <a:pt x="145" y="575"/>
                </a:lnTo>
                <a:lnTo>
                  <a:pt x="145" y="574"/>
                </a:lnTo>
                <a:lnTo>
                  <a:pt x="144" y="574"/>
                </a:lnTo>
                <a:lnTo>
                  <a:pt x="144" y="573"/>
                </a:lnTo>
                <a:lnTo>
                  <a:pt x="145" y="573"/>
                </a:lnTo>
                <a:lnTo>
                  <a:pt x="145" y="572"/>
                </a:lnTo>
                <a:lnTo>
                  <a:pt x="145" y="571"/>
                </a:lnTo>
                <a:lnTo>
                  <a:pt x="144" y="571"/>
                </a:lnTo>
                <a:lnTo>
                  <a:pt x="143" y="571"/>
                </a:lnTo>
                <a:lnTo>
                  <a:pt x="143" y="570"/>
                </a:lnTo>
                <a:lnTo>
                  <a:pt x="142" y="570"/>
                </a:lnTo>
                <a:lnTo>
                  <a:pt x="142" y="569"/>
                </a:lnTo>
                <a:lnTo>
                  <a:pt x="142" y="568"/>
                </a:lnTo>
                <a:lnTo>
                  <a:pt x="141" y="567"/>
                </a:lnTo>
                <a:lnTo>
                  <a:pt x="142" y="567"/>
                </a:lnTo>
                <a:lnTo>
                  <a:pt x="141" y="566"/>
                </a:lnTo>
                <a:lnTo>
                  <a:pt x="141" y="565"/>
                </a:lnTo>
                <a:lnTo>
                  <a:pt x="141" y="564"/>
                </a:lnTo>
                <a:lnTo>
                  <a:pt x="142" y="563"/>
                </a:lnTo>
                <a:lnTo>
                  <a:pt x="142" y="562"/>
                </a:lnTo>
                <a:lnTo>
                  <a:pt x="142" y="561"/>
                </a:lnTo>
                <a:lnTo>
                  <a:pt x="143" y="560"/>
                </a:lnTo>
                <a:lnTo>
                  <a:pt x="143" y="559"/>
                </a:lnTo>
                <a:lnTo>
                  <a:pt x="144" y="559"/>
                </a:lnTo>
                <a:lnTo>
                  <a:pt x="144" y="558"/>
                </a:lnTo>
                <a:lnTo>
                  <a:pt x="145" y="558"/>
                </a:lnTo>
                <a:lnTo>
                  <a:pt x="145" y="557"/>
                </a:lnTo>
                <a:lnTo>
                  <a:pt x="146" y="557"/>
                </a:lnTo>
                <a:lnTo>
                  <a:pt x="146" y="556"/>
                </a:lnTo>
                <a:lnTo>
                  <a:pt x="147" y="556"/>
                </a:lnTo>
                <a:lnTo>
                  <a:pt x="147" y="555"/>
                </a:lnTo>
                <a:lnTo>
                  <a:pt x="148" y="555"/>
                </a:lnTo>
                <a:lnTo>
                  <a:pt x="148" y="554"/>
                </a:lnTo>
                <a:lnTo>
                  <a:pt x="147" y="554"/>
                </a:lnTo>
                <a:lnTo>
                  <a:pt x="147" y="553"/>
                </a:lnTo>
                <a:lnTo>
                  <a:pt x="146" y="553"/>
                </a:lnTo>
                <a:lnTo>
                  <a:pt x="145" y="552"/>
                </a:lnTo>
                <a:lnTo>
                  <a:pt x="144" y="552"/>
                </a:lnTo>
                <a:lnTo>
                  <a:pt x="144" y="551"/>
                </a:lnTo>
                <a:lnTo>
                  <a:pt x="143" y="551"/>
                </a:lnTo>
                <a:lnTo>
                  <a:pt x="143" y="550"/>
                </a:lnTo>
                <a:lnTo>
                  <a:pt x="142" y="550"/>
                </a:lnTo>
                <a:lnTo>
                  <a:pt x="141" y="550"/>
                </a:lnTo>
                <a:lnTo>
                  <a:pt x="140" y="550"/>
                </a:lnTo>
                <a:lnTo>
                  <a:pt x="140" y="549"/>
                </a:lnTo>
                <a:lnTo>
                  <a:pt x="140" y="548"/>
                </a:lnTo>
                <a:lnTo>
                  <a:pt x="140" y="547"/>
                </a:lnTo>
                <a:lnTo>
                  <a:pt x="140" y="546"/>
                </a:lnTo>
                <a:lnTo>
                  <a:pt x="140" y="545"/>
                </a:lnTo>
                <a:lnTo>
                  <a:pt x="140" y="544"/>
                </a:lnTo>
                <a:lnTo>
                  <a:pt x="140" y="543"/>
                </a:lnTo>
                <a:lnTo>
                  <a:pt x="140" y="542"/>
                </a:lnTo>
                <a:lnTo>
                  <a:pt x="139" y="542"/>
                </a:lnTo>
                <a:lnTo>
                  <a:pt x="138" y="542"/>
                </a:lnTo>
                <a:lnTo>
                  <a:pt x="137" y="542"/>
                </a:lnTo>
                <a:lnTo>
                  <a:pt x="137" y="541"/>
                </a:lnTo>
                <a:lnTo>
                  <a:pt x="136" y="541"/>
                </a:lnTo>
                <a:lnTo>
                  <a:pt x="136" y="540"/>
                </a:lnTo>
                <a:lnTo>
                  <a:pt x="136" y="539"/>
                </a:lnTo>
                <a:lnTo>
                  <a:pt x="136" y="538"/>
                </a:lnTo>
                <a:lnTo>
                  <a:pt x="137" y="538"/>
                </a:lnTo>
                <a:lnTo>
                  <a:pt x="137" y="537"/>
                </a:lnTo>
                <a:lnTo>
                  <a:pt x="136" y="537"/>
                </a:lnTo>
                <a:lnTo>
                  <a:pt x="135" y="536"/>
                </a:lnTo>
                <a:lnTo>
                  <a:pt x="135" y="535"/>
                </a:lnTo>
                <a:lnTo>
                  <a:pt x="134" y="534"/>
                </a:lnTo>
                <a:lnTo>
                  <a:pt x="133" y="534"/>
                </a:lnTo>
                <a:lnTo>
                  <a:pt x="134" y="534"/>
                </a:lnTo>
                <a:lnTo>
                  <a:pt x="134" y="533"/>
                </a:lnTo>
                <a:lnTo>
                  <a:pt x="133" y="533"/>
                </a:lnTo>
                <a:lnTo>
                  <a:pt x="133" y="532"/>
                </a:lnTo>
                <a:lnTo>
                  <a:pt x="134" y="532"/>
                </a:lnTo>
                <a:lnTo>
                  <a:pt x="134" y="531"/>
                </a:lnTo>
                <a:lnTo>
                  <a:pt x="133" y="530"/>
                </a:lnTo>
                <a:lnTo>
                  <a:pt x="132" y="529"/>
                </a:lnTo>
                <a:lnTo>
                  <a:pt x="131" y="529"/>
                </a:lnTo>
                <a:lnTo>
                  <a:pt x="130" y="529"/>
                </a:lnTo>
                <a:lnTo>
                  <a:pt x="130" y="528"/>
                </a:lnTo>
                <a:lnTo>
                  <a:pt x="129" y="527"/>
                </a:lnTo>
                <a:lnTo>
                  <a:pt x="128" y="526"/>
                </a:lnTo>
                <a:lnTo>
                  <a:pt x="128" y="525"/>
                </a:lnTo>
                <a:lnTo>
                  <a:pt x="127" y="525"/>
                </a:lnTo>
                <a:lnTo>
                  <a:pt x="126" y="525"/>
                </a:lnTo>
                <a:lnTo>
                  <a:pt x="126" y="524"/>
                </a:lnTo>
                <a:lnTo>
                  <a:pt x="125" y="523"/>
                </a:lnTo>
                <a:lnTo>
                  <a:pt x="126" y="522"/>
                </a:lnTo>
                <a:lnTo>
                  <a:pt x="127" y="522"/>
                </a:lnTo>
                <a:lnTo>
                  <a:pt x="127" y="521"/>
                </a:lnTo>
                <a:lnTo>
                  <a:pt x="128" y="521"/>
                </a:lnTo>
                <a:lnTo>
                  <a:pt x="128" y="520"/>
                </a:lnTo>
                <a:lnTo>
                  <a:pt x="127" y="520"/>
                </a:lnTo>
                <a:lnTo>
                  <a:pt x="127" y="519"/>
                </a:lnTo>
                <a:lnTo>
                  <a:pt x="126" y="519"/>
                </a:lnTo>
                <a:lnTo>
                  <a:pt x="126" y="518"/>
                </a:lnTo>
                <a:lnTo>
                  <a:pt x="125" y="518"/>
                </a:lnTo>
                <a:lnTo>
                  <a:pt x="125" y="517"/>
                </a:lnTo>
                <a:lnTo>
                  <a:pt x="124" y="516"/>
                </a:lnTo>
                <a:lnTo>
                  <a:pt x="124" y="517"/>
                </a:lnTo>
                <a:lnTo>
                  <a:pt x="123" y="517"/>
                </a:lnTo>
                <a:lnTo>
                  <a:pt x="122" y="518"/>
                </a:lnTo>
                <a:lnTo>
                  <a:pt x="122" y="517"/>
                </a:lnTo>
                <a:lnTo>
                  <a:pt x="121" y="517"/>
                </a:lnTo>
                <a:lnTo>
                  <a:pt x="120" y="517"/>
                </a:lnTo>
                <a:lnTo>
                  <a:pt x="119" y="516"/>
                </a:lnTo>
                <a:lnTo>
                  <a:pt x="118" y="515"/>
                </a:lnTo>
                <a:lnTo>
                  <a:pt x="117" y="513"/>
                </a:lnTo>
                <a:lnTo>
                  <a:pt x="117" y="512"/>
                </a:lnTo>
                <a:lnTo>
                  <a:pt x="116" y="512"/>
                </a:lnTo>
                <a:lnTo>
                  <a:pt x="115" y="512"/>
                </a:lnTo>
                <a:lnTo>
                  <a:pt x="114" y="511"/>
                </a:lnTo>
                <a:lnTo>
                  <a:pt x="114" y="510"/>
                </a:lnTo>
                <a:lnTo>
                  <a:pt x="114" y="509"/>
                </a:lnTo>
                <a:lnTo>
                  <a:pt x="115" y="509"/>
                </a:lnTo>
                <a:lnTo>
                  <a:pt x="115" y="508"/>
                </a:lnTo>
                <a:lnTo>
                  <a:pt x="115" y="507"/>
                </a:lnTo>
                <a:lnTo>
                  <a:pt x="114" y="507"/>
                </a:lnTo>
                <a:lnTo>
                  <a:pt x="114" y="506"/>
                </a:lnTo>
                <a:lnTo>
                  <a:pt x="115" y="506"/>
                </a:lnTo>
                <a:lnTo>
                  <a:pt x="115" y="505"/>
                </a:lnTo>
                <a:lnTo>
                  <a:pt x="116" y="505"/>
                </a:lnTo>
                <a:lnTo>
                  <a:pt x="116" y="504"/>
                </a:lnTo>
                <a:lnTo>
                  <a:pt x="116" y="503"/>
                </a:lnTo>
                <a:lnTo>
                  <a:pt x="117" y="502"/>
                </a:lnTo>
                <a:lnTo>
                  <a:pt x="118" y="501"/>
                </a:lnTo>
                <a:lnTo>
                  <a:pt x="118" y="500"/>
                </a:lnTo>
                <a:lnTo>
                  <a:pt x="118" y="499"/>
                </a:lnTo>
                <a:lnTo>
                  <a:pt x="118" y="498"/>
                </a:lnTo>
                <a:lnTo>
                  <a:pt x="119" y="498"/>
                </a:lnTo>
                <a:lnTo>
                  <a:pt x="119" y="497"/>
                </a:lnTo>
                <a:lnTo>
                  <a:pt x="119" y="496"/>
                </a:lnTo>
                <a:lnTo>
                  <a:pt x="119" y="495"/>
                </a:lnTo>
                <a:lnTo>
                  <a:pt x="118" y="495"/>
                </a:lnTo>
                <a:lnTo>
                  <a:pt x="118" y="494"/>
                </a:lnTo>
                <a:lnTo>
                  <a:pt x="117" y="494"/>
                </a:lnTo>
                <a:lnTo>
                  <a:pt x="116" y="494"/>
                </a:lnTo>
                <a:lnTo>
                  <a:pt x="115" y="494"/>
                </a:lnTo>
                <a:lnTo>
                  <a:pt x="114" y="495"/>
                </a:lnTo>
                <a:lnTo>
                  <a:pt x="114" y="496"/>
                </a:lnTo>
                <a:lnTo>
                  <a:pt x="113" y="496"/>
                </a:lnTo>
                <a:lnTo>
                  <a:pt x="113" y="497"/>
                </a:lnTo>
                <a:lnTo>
                  <a:pt x="112" y="497"/>
                </a:lnTo>
                <a:lnTo>
                  <a:pt x="111" y="496"/>
                </a:lnTo>
                <a:lnTo>
                  <a:pt x="110" y="496"/>
                </a:lnTo>
                <a:lnTo>
                  <a:pt x="109" y="496"/>
                </a:lnTo>
                <a:lnTo>
                  <a:pt x="108" y="497"/>
                </a:lnTo>
                <a:lnTo>
                  <a:pt x="107" y="497"/>
                </a:lnTo>
                <a:lnTo>
                  <a:pt x="106" y="497"/>
                </a:lnTo>
                <a:lnTo>
                  <a:pt x="107" y="498"/>
                </a:lnTo>
                <a:lnTo>
                  <a:pt x="106" y="498"/>
                </a:lnTo>
                <a:lnTo>
                  <a:pt x="105" y="498"/>
                </a:lnTo>
                <a:lnTo>
                  <a:pt x="104" y="498"/>
                </a:lnTo>
                <a:lnTo>
                  <a:pt x="103" y="498"/>
                </a:lnTo>
                <a:lnTo>
                  <a:pt x="102" y="498"/>
                </a:lnTo>
                <a:lnTo>
                  <a:pt x="101" y="499"/>
                </a:lnTo>
                <a:lnTo>
                  <a:pt x="100" y="499"/>
                </a:lnTo>
                <a:lnTo>
                  <a:pt x="99" y="499"/>
                </a:lnTo>
                <a:lnTo>
                  <a:pt x="99" y="500"/>
                </a:lnTo>
                <a:lnTo>
                  <a:pt x="98" y="500"/>
                </a:lnTo>
                <a:lnTo>
                  <a:pt x="98" y="501"/>
                </a:lnTo>
                <a:lnTo>
                  <a:pt x="97" y="501"/>
                </a:lnTo>
                <a:lnTo>
                  <a:pt x="97" y="500"/>
                </a:lnTo>
                <a:lnTo>
                  <a:pt x="96" y="500"/>
                </a:lnTo>
                <a:lnTo>
                  <a:pt x="95" y="500"/>
                </a:lnTo>
                <a:lnTo>
                  <a:pt x="94" y="500"/>
                </a:lnTo>
                <a:lnTo>
                  <a:pt x="94" y="501"/>
                </a:lnTo>
                <a:lnTo>
                  <a:pt x="93" y="502"/>
                </a:lnTo>
                <a:lnTo>
                  <a:pt x="92" y="502"/>
                </a:lnTo>
                <a:lnTo>
                  <a:pt x="92" y="503"/>
                </a:lnTo>
                <a:lnTo>
                  <a:pt x="91" y="503"/>
                </a:lnTo>
                <a:lnTo>
                  <a:pt x="91" y="504"/>
                </a:lnTo>
                <a:lnTo>
                  <a:pt x="90" y="505"/>
                </a:lnTo>
                <a:lnTo>
                  <a:pt x="90" y="506"/>
                </a:lnTo>
                <a:lnTo>
                  <a:pt x="89" y="506"/>
                </a:lnTo>
                <a:lnTo>
                  <a:pt x="89" y="505"/>
                </a:lnTo>
                <a:lnTo>
                  <a:pt x="89" y="506"/>
                </a:lnTo>
                <a:lnTo>
                  <a:pt x="88" y="506"/>
                </a:lnTo>
                <a:lnTo>
                  <a:pt x="87" y="506"/>
                </a:lnTo>
                <a:lnTo>
                  <a:pt x="87" y="507"/>
                </a:lnTo>
                <a:lnTo>
                  <a:pt x="86" y="506"/>
                </a:lnTo>
                <a:lnTo>
                  <a:pt x="85" y="506"/>
                </a:lnTo>
                <a:lnTo>
                  <a:pt x="84" y="505"/>
                </a:lnTo>
                <a:lnTo>
                  <a:pt x="84" y="504"/>
                </a:lnTo>
                <a:lnTo>
                  <a:pt x="84" y="503"/>
                </a:lnTo>
                <a:lnTo>
                  <a:pt x="84" y="502"/>
                </a:lnTo>
                <a:lnTo>
                  <a:pt x="85" y="502"/>
                </a:lnTo>
                <a:lnTo>
                  <a:pt x="85" y="501"/>
                </a:lnTo>
                <a:lnTo>
                  <a:pt x="84" y="501"/>
                </a:lnTo>
                <a:lnTo>
                  <a:pt x="84" y="500"/>
                </a:lnTo>
                <a:lnTo>
                  <a:pt x="84" y="499"/>
                </a:lnTo>
                <a:lnTo>
                  <a:pt x="83" y="499"/>
                </a:lnTo>
                <a:lnTo>
                  <a:pt x="83" y="498"/>
                </a:lnTo>
                <a:lnTo>
                  <a:pt x="82" y="497"/>
                </a:lnTo>
                <a:lnTo>
                  <a:pt x="83" y="496"/>
                </a:lnTo>
                <a:lnTo>
                  <a:pt x="82" y="495"/>
                </a:lnTo>
                <a:lnTo>
                  <a:pt x="81" y="494"/>
                </a:lnTo>
                <a:lnTo>
                  <a:pt x="81" y="493"/>
                </a:lnTo>
                <a:lnTo>
                  <a:pt x="80" y="493"/>
                </a:lnTo>
                <a:lnTo>
                  <a:pt x="79" y="493"/>
                </a:lnTo>
                <a:lnTo>
                  <a:pt x="78" y="493"/>
                </a:lnTo>
                <a:lnTo>
                  <a:pt x="77" y="493"/>
                </a:lnTo>
                <a:lnTo>
                  <a:pt x="77" y="494"/>
                </a:lnTo>
                <a:lnTo>
                  <a:pt x="75" y="494"/>
                </a:lnTo>
                <a:lnTo>
                  <a:pt x="75" y="493"/>
                </a:lnTo>
                <a:lnTo>
                  <a:pt x="75" y="492"/>
                </a:lnTo>
                <a:lnTo>
                  <a:pt x="74" y="492"/>
                </a:lnTo>
                <a:lnTo>
                  <a:pt x="74" y="491"/>
                </a:lnTo>
                <a:lnTo>
                  <a:pt x="74" y="492"/>
                </a:lnTo>
                <a:lnTo>
                  <a:pt x="73" y="492"/>
                </a:lnTo>
                <a:lnTo>
                  <a:pt x="73" y="491"/>
                </a:lnTo>
                <a:lnTo>
                  <a:pt x="72" y="491"/>
                </a:lnTo>
                <a:lnTo>
                  <a:pt x="71" y="490"/>
                </a:lnTo>
                <a:lnTo>
                  <a:pt x="72" y="490"/>
                </a:lnTo>
                <a:lnTo>
                  <a:pt x="72" y="488"/>
                </a:lnTo>
                <a:lnTo>
                  <a:pt x="72" y="487"/>
                </a:lnTo>
                <a:lnTo>
                  <a:pt x="71" y="487"/>
                </a:lnTo>
                <a:lnTo>
                  <a:pt x="70" y="486"/>
                </a:lnTo>
                <a:lnTo>
                  <a:pt x="69" y="486"/>
                </a:lnTo>
                <a:lnTo>
                  <a:pt x="69" y="485"/>
                </a:lnTo>
                <a:lnTo>
                  <a:pt x="68" y="485"/>
                </a:lnTo>
                <a:lnTo>
                  <a:pt x="67" y="485"/>
                </a:lnTo>
                <a:lnTo>
                  <a:pt x="67" y="484"/>
                </a:lnTo>
                <a:lnTo>
                  <a:pt x="66" y="484"/>
                </a:lnTo>
                <a:lnTo>
                  <a:pt x="66" y="483"/>
                </a:lnTo>
                <a:lnTo>
                  <a:pt x="66" y="482"/>
                </a:lnTo>
                <a:lnTo>
                  <a:pt x="66" y="481"/>
                </a:lnTo>
                <a:lnTo>
                  <a:pt x="67" y="480"/>
                </a:lnTo>
                <a:lnTo>
                  <a:pt x="68" y="480"/>
                </a:lnTo>
                <a:lnTo>
                  <a:pt x="69" y="479"/>
                </a:lnTo>
                <a:lnTo>
                  <a:pt x="70" y="479"/>
                </a:lnTo>
                <a:lnTo>
                  <a:pt x="70" y="478"/>
                </a:lnTo>
                <a:lnTo>
                  <a:pt x="71" y="478"/>
                </a:lnTo>
                <a:lnTo>
                  <a:pt x="70" y="477"/>
                </a:lnTo>
                <a:lnTo>
                  <a:pt x="69" y="477"/>
                </a:lnTo>
                <a:lnTo>
                  <a:pt x="68" y="477"/>
                </a:lnTo>
                <a:lnTo>
                  <a:pt x="67" y="476"/>
                </a:lnTo>
                <a:lnTo>
                  <a:pt x="67" y="475"/>
                </a:lnTo>
                <a:lnTo>
                  <a:pt x="67" y="474"/>
                </a:lnTo>
                <a:lnTo>
                  <a:pt x="66" y="474"/>
                </a:lnTo>
                <a:lnTo>
                  <a:pt x="65" y="474"/>
                </a:lnTo>
                <a:lnTo>
                  <a:pt x="65" y="475"/>
                </a:lnTo>
                <a:lnTo>
                  <a:pt x="65" y="476"/>
                </a:lnTo>
                <a:lnTo>
                  <a:pt x="64" y="475"/>
                </a:lnTo>
                <a:lnTo>
                  <a:pt x="63" y="476"/>
                </a:lnTo>
                <a:lnTo>
                  <a:pt x="63" y="477"/>
                </a:lnTo>
                <a:lnTo>
                  <a:pt x="62" y="477"/>
                </a:lnTo>
                <a:lnTo>
                  <a:pt x="63" y="478"/>
                </a:lnTo>
                <a:lnTo>
                  <a:pt x="63" y="479"/>
                </a:lnTo>
                <a:lnTo>
                  <a:pt x="63" y="480"/>
                </a:lnTo>
                <a:lnTo>
                  <a:pt x="62" y="481"/>
                </a:lnTo>
                <a:lnTo>
                  <a:pt x="61" y="482"/>
                </a:lnTo>
                <a:lnTo>
                  <a:pt x="60" y="482"/>
                </a:lnTo>
                <a:lnTo>
                  <a:pt x="58" y="484"/>
                </a:lnTo>
                <a:lnTo>
                  <a:pt x="57" y="485"/>
                </a:lnTo>
                <a:lnTo>
                  <a:pt x="56" y="485"/>
                </a:lnTo>
                <a:lnTo>
                  <a:pt x="54" y="486"/>
                </a:lnTo>
                <a:lnTo>
                  <a:pt x="53" y="486"/>
                </a:lnTo>
                <a:lnTo>
                  <a:pt x="52" y="486"/>
                </a:lnTo>
                <a:lnTo>
                  <a:pt x="52" y="487"/>
                </a:lnTo>
                <a:lnTo>
                  <a:pt x="51" y="487"/>
                </a:lnTo>
                <a:lnTo>
                  <a:pt x="50" y="486"/>
                </a:lnTo>
                <a:lnTo>
                  <a:pt x="49" y="486"/>
                </a:lnTo>
                <a:lnTo>
                  <a:pt x="50" y="486"/>
                </a:lnTo>
                <a:lnTo>
                  <a:pt x="50" y="484"/>
                </a:lnTo>
                <a:lnTo>
                  <a:pt x="51" y="483"/>
                </a:lnTo>
                <a:lnTo>
                  <a:pt x="51" y="482"/>
                </a:lnTo>
                <a:lnTo>
                  <a:pt x="50" y="482"/>
                </a:lnTo>
                <a:lnTo>
                  <a:pt x="49" y="482"/>
                </a:lnTo>
                <a:lnTo>
                  <a:pt x="49" y="483"/>
                </a:lnTo>
                <a:lnTo>
                  <a:pt x="48" y="483"/>
                </a:lnTo>
                <a:lnTo>
                  <a:pt x="48" y="482"/>
                </a:lnTo>
                <a:lnTo>
                  <a:pt x="47" y="481"/>
                </a:lnTo>
                <a:lnTo>
                  <a:pt x="48" y="481"/>
                </a:lnTo>
                <a:lnTo>
                  <a:pt x="47" y="480"/>
                </a:lnTo>
                <a:lnTo>
                  <a:pt x="46" y="480"/>
                </a:lnTo>
                <a:lnTo>
                  <a:pt x="45" y="479"/>
                </a:lnTo>
                <a:lnTo>
                  <a:pt x="44" y="478"/>
                </a:lnTo>
                <a:lnTo>
                  <a:pt x="44" y="477"/>
                </a:lnTo>
                <a:lnTo>
                  <a:pt x="43" y="477"/>
                </a:lnTo>
                <a:lnTo>
                  <a:pt x="42" y="477"/>
                </a:lnTo>
                <a:lnTo>
                  <a:pt x="42" y="478"/>
                </a:lnTo>
                <a:lnTo>
                  <a:pt x="41" y="479"/>
                </a:lnTo>
                <a:lnTo>
                  <a:pt x="41" y="480"/>
                </a:lnTo>
                <a:lnTo>
                  <a:pt x="40" y="480"/>
                </a:lnTo>
                <a:lnTo>
                  <a:pt x="40" y="481"/>
                </a:lnTo>
                <a:lnTo>
                  <a:pt x="39" y="481"/>
                </a:lnTo>
                <a:lnTo>
                  <a:pt x="38" y="482"/>
                </a:lnTo>
                <a:lnTo>
                  <a:pt x="37" y="481"/>
                </a:lnTo>
                <a:lnTo>
                  <a:pt x="36" y="481"/>
                </a:lnTo>
                <a:lnTo>
                  <a:pt x="35" y="481"/>
                </a:lnTo>
                <a:lnTo>
                  <a:pt x="34" y="481"/>
                </a:lnTo>
                <a:lnTo>
                  <a:pt x="33" y="481"/>
                </a:lnTo>
                <a:lnTo>
                  <a:pt x="32" y="481"/>
                </a:lnTo>
                <a:lnTo>
                  <a:pt x="33" y="482"/>
                </a:lnTo>
                <a:lnTo>
                  <a:pt x="33" y="483"/>
                </a:lnTo>
                <a:lnTo>
                  <a:pt x="32" y="483"/>
                </a:lnTo>
                <a:lnTo>
                  <a:pt x="32" y="482"/>
                </a:lnTo>
                <a:lnTo>
                  <a:pt x="31" y="481"/>
                </a:lnTo>
                <a:lnTo>
                  <a:pt x="30" y="481"/>
                </a:lnTo>
                <a:lnTo>
                  <a:pt x="30" y="482"/>
                </a:lnTo>
                <a:lnTo>
                  <a:pt x="29" y="482"/>
                </a:lnTo>
                <a:lnTo>
                  <a:pt x="29" y="481"/>
                </a:lnTo>
                <a:lnTo>
                  <a:pt x="28" y="481"/>
                </a:lnTo>
                <a:lnTo>
                  <a:pt x="27" y="480"/>
                </a:lnTo>
                <a:lnTo>
                  <a:pt x="27" y="479"/>
                </a:lnTo>
                <a:lnTo>
                  <a:pt x="26" y="479"/>
                </a:lnTo>
                <a:lnTo>
                  <a:pt x="26" y="478"/>
                </a:lnTo>
                <a:lnTo>
                  <a:pt x="26" y="477"/>
                </a:lnTo>
                <a:lnTo>
                  <a:pt x="25" y="477"/>
                </a:lnTo>
                <a:lnTo>
                  <a:pt x="24" y="477"/>
                </a:lnTo>
                <a:lnTo>
                  <a:pt x="24" y="476"/>
                </a:lnTo>
                <a:lnTo>
                  <a:pt x="23" y="475"/>
                </a:lnTo>
                <a:lnTo>
                  <a:pt x="22" y="476"/>
                </a:lnTo>
                <a:lnTo>
                  <a:pt x="21" y="477"/>
                </a:lnTo>
                <a:lnTo>
                  <a:pt x="20" y="477"/>
                </a:lnTo>
                <a:lnTo>
                  <a:pt x="20" y="476"/>
                </a:lnTo>
                <a:lnTo>
                  <a:pt x="19" y="477"/>
                </a:lnTo>
                <a:lnTo>
                  <a:pt x="19" y="476"/>
                </a:lnTo>
                <a:lnTo>
                  <a:pt x="18" y="475"/>
                </a:lnTo>
                <a:lnTo>
                  <a:pt x="18" y="474"/>
                </a:lnTo>
                <a:lnTo>
                  <a:pt x="18" y="475"/>
                </a:lnTo>
                <a:lnTo>
                  <a:pt x="17" y="475"/>
                </a:lnTo>
                <a:lnTo>
                  <a:pt x="15" y="475"/>
                </a:lnTo>
                <a:lnTo>
                  <a:pt x="14" y="474"/>
                </a:lnTo>
                <a:lnTo>
                  <a:pt x="13" y="475"/>
                </a:lnTo>
                <a:lnTo>
                  <a:pt x="12" y="475"/>
                </a:lnTo>
                <a:lnTo>
                  <a:pt x="12" y="474"/>
                </a:lnTo>
                <a:lnTo>
                  <a:pt x="11" y="474"/>
                </a:lnTo>
                <a:lnTo>
                  <a:pt x="10" y="474"/>
                </a:lnTo>
                <a:lnTo>
                  <a:pt x="9" y="474"/>
                </a:lnTo>
                <a:lnTo>
                  <a:pt x="9" y="473"/>
                </a:lnTo>
                <a:lnTo>
                  <a:pt x="8" y="473"/>
                </a:lnTo>
                <a:lnTo>
                  <a:pt x="7" y="472"/>
                </a:lnTo>
                <a:lnTo>
                  <a:pt x="7" y="471"/>
                </a:lnTo>
                <a:lnTo>
                  <a:pt x="6" y="471"/>
                </a:lnTo>
                <a:lnTo>
                  <a:pt x="5" y="471"/>
                </a:lnTo>
                <a:lnTo>
                  <a:pt x="5" y="470"/>
                </a:lnTo>
                <a:lnTo>
                  <a:pt x="5" y="469"/>
                </a:lnTo>
                <a:lnTo>
                  <a:pt x="6" y="468"/>
                </a:lnTo>
                <a:lnTo>
                  <a:pt x="7" y="468"/>
                </a:lnTo>
                <a:lnTo>
                  <a:pt x="7" y="469"/>
                </a:lnTo>
                <a:lnTo>
                  <a:pt x="8" y="469"/>
                </a:lnTo>
                <a:lnTo>
                  <a:pt x="7" y="469"/>
                </a:lnTo>
                <a:lnTo>
                  <a:pt x="8" y="470"/>
                </a:lnTo>
                <a:lnTo>
                  <a:pt x="9" y="470"/>
                </a:lnTo>
                <a:lnTo>
                  <a:pt x="9" y="469"/>
                </a:lnTo>
                <a:lnTo>
                  <a:pt x="10" y="469"/>
                </a:lnTo>
                <a:lnTo>
                  <a:pt x="10" y="470"/>
                </a:lnTo>
                <a:lnTo>
                  <a:pt x="11" y="470"/>
                </a:lnTo>
                <a:lnTo>
                  <a:pt x="11" y="469"/>
                </a:lnTo>
                <a:lnTo>
                  <a:pt x="10" y="469"/>
                </a:lnTo>
                <a:lnTo>
                  <a:pt x="10" y="468"/>
                </a:lnTo>
                <a:lnTo>
                  <a:pt x="9" y="467"/>
                </a:lnTo>
                <a:lnTo>
                  <a:pt x="8" y="467"/>
                </a:lnTo>
                <a:lnTo>
                  <a:pt x="8" y="466"/>
                </a:lnTo>
                <a:lnTo>
                  <a:pt x="9" y="466"/>
                </a:lnTo>
                <a:lnTo>
                  <a:pt x="8" y="466"/>
                </a:lnTo>
                <a:lnTo>
                  <a:pt x="7" y="466"/>
                </a:lnTo>
                <a:lnTo>
                  <a:pt x="6" y="465"/>
                </a:lnTo>
                <a:lnTo>
                  <a:pt x="5" y="465"/>
                </a:lnTo>
                <a:lnTo>
                  <a:pt x="5" y="464"/>
                </a:lnTo>
                <a:lnTo>
                  <a:pt x="5" y="462"/>
                </a:lnTo>
                <a:lnTo>
                  <a:pt x="5" y="461"/>
                </a:lnTo>
                <a:lnTo>
                  <a:pt x="6" y="461"/>
                </a:lnTo>
                <a:lnTo>
                  <a:pt x="7" y="460"/>
                </a:lnTo>
                <a:lnTo>
                  <a:pt x="7" y="459"/>
                </a:lnTo>
                <a:lnTo>
                  <a:pt x="8" y="458"/>
                </a:lnTo>
                <a:lnTo>
                  <a:pt x="9" y="458"/>
                </a:lnTo>
                <a:lnTo>
                  <a:pt x="10" y="459"/>
                </a:lnTo>
                <a:lnTo>
                  <a:pt x="10" y="458"/>
                </a:lnTo>
                <a:lnTo>
                  <a:pt x="11" y="458"/>
                </a:lnTo>
                <a:lnTo>
                  <a:pt x="11" y="457"/>
                </a:lnTo>
                <a:lnTo>
                  <a:pt x="10" y="457"/>
                </a:lnTo>
                <a:lnTo>
                  <a:pt x="10" y="456"/>
                </a:lnTo>
                <a:lnTo>
                  <a:pt x="9" y="456"/>
                </a:lnTo>
                <a:lnTo>
                  <a:pt x="9" y="455"/>
                </a:lnTo>
                <a:lnTo>
                  <a:pt x="9" y="454"/>
                </a:lnTo>
                <a:lnTo>
                  <a:pt x="9" y="453"/>
                </a:lnTo>
                <a:lnTo>
                  <a:pt x="8" y="453"/>
                </a:lnTo>
                <a:lnTo>
                  <a:pt x="7" y="453"/>
                </a:lnTo>
                <a:lnTo>
                  <a:pt x="6" y="453"/>
                </a:lnTo>
                <a:lnTo>
                  <a:pt x="5" y="453"/>
                </a:lnTo>
                <a:lnTo>
                  <a:pt x="4" y="452"/>
                </a:lnTo>
                <a:lnTo>
                  <a:pt x="5" y="451"/>
                </a:lnTo>
                <a:lnTo>
                  <a:pt x="5" y="450"/>
                </a:lnTo>
                <a:lnTo>
                  <a:pt x="4" y="450"/>
                </a:lnTo>
                <a:lnTo>
                  <a:pt x="3" y="449"/>
                </a:lnTo>
                <a:lnTo>
                  <a:pt x="3" y="448"/>
                </a:lnTo>
                <a:lnTo>
                  <a:pt x="4" y="448"/>
                </a:lnTo>
                <a:lnTo>
                  <a:pt x="5" y="448"/>
                </a:lnTo>
                <a:lnTo>
                  <a:pt x="5" y="447"/>
                </a:lnTo>
                <a:lnTo>
                  <a:pt x="4" y="446"/>
                </a:lnTo>
                <a:lnTo>
                  <a:pt x="4" y="445"/>
                </a:lnTo>
                <a:lnTo>
                  <a:pt x="3" y="445"/>
                </a:lnTo>
                <a:lnTo>
                  <a:pt x="2" y="445"/>
                </a:lnTo>
                <a:lnTo>
                  <a:pt x="1" y="445"/>
                </a:lnTo>
                <a:lnTo>
                  <a:pt x="0" y="445"/>
                </a:lnTo>
                <a:lnTo>
                  <a:pt x="0" y="444"/>
                </a:lnTo>
                <a:lnTo>
                  <a:pt x="0" y="443"/>
                </a:lnTo>
                <a:lnTo>
                  <a:pt x="1" y="443"/>
                </a:lnTo>
                <a:lnTo>
                  <a:pt x="0" y="442"/>
                </a:lnTo>
                <a:lnTo>
                  <a:pt x="1" y="442"/>
                </a:lnTo>
                <a:lnTo>
                  <a:pt x="0" y="441"/>
                </a:lnTo>
                <a:lnTo>
                  <a:pt x="0" y="440"/>
                </a:lnTo>
                <a:lnTo>
                  <a:pt x="0" y="439"/>
                </a:lnTo>
                <a:lnTo>
                  <a:pt x="0" y="438"/>
                </a:lnTo>
                <a:lnTo>
                  <a:pt x="0" y="437"/>
                </a:lnTo>
                <a:lnTo>
                  <a:pt x="1" y="437"/>
                </a:lnTo>
                <a:lnTo>
                  <a:pt x="1" y="436"/>
                </a:lnTo>
                <a:lnTo>
                  <a:pt x="2" y="436"/>
                </a:lnTo>
                <a:lnTo>
                  <a:pt x="2" y="437"/>
                </a:lnTo>
                <a:lnTo>
                  <a:pt x="3" y="437"/>
                </a:lnTo>
                <a:lnTo>
                  <a:pt x="4" y="436"/>
                </a:lnTo>
                <a:lnTo>
                  <a:pt x="5" y="435"/>
                </a:lnTo>
                <a:lnTo>
                  <a:pt x="5" y="434"/>
                </a:lnTo>
                <a:lnTo>
                  <a:pt x="6" y="434"/>
                </a:lnTo>
                <a:lnTo>
                  <a:pt x="7" y="434"/>
                </a:lnTo>
                <a:lnTo>
                  <a:pt x="8" y="433"/>
                </a:lnTo>
                <a:lnTo>
                  <a:pt x="9" y="433"/>
                </a:lnTo>
                <a:lnTo>
                  <a:pt x="9" y="432"/>
                </a:lnTo>
                <a:lnTo>
                  <a:pt x="9" y="431"/>
                </a:lnTo>
                <a:lnTo>
                  <a:pt x="10" y="429"/>
                </a:lnTo>
                <a:lnTo>
                  <a:pt x="10" y="428"/>
                </a:lnTo>
                <a:lnTo>
                  <a:pt x="10" y="427"/>
                </a:lnTo>
                <a:lnTo>
                  <a:pt x="9" y="427"/>
                </a:lnTo>
                <a:lnTo>
                  <a:pt x="9" y="426"/>
                </a:lnTo>
                <a:lnTo>
                  <a:pt x="10" y="426"/>
                </a:lnTo>
                <a:lnTo>
                  <a:pt x="11" y="426"/>
                </a:lnTo>
                <a:lnTo>
                  <a:pt x="12" y="426"/>
                </a:lnTo>
                <a:lnTo>
                  <a:pt x="13" y="426"/>
                </a:lnTo>
                <a:lnTo>
                  <a:pt x="13" y="425"/>
                </a:lnTo>
                <a:lnTo>
                  <a:pt x="12" y="425"/>
                </a:lnTo>
                <a:lnTo>
                  <a:pt x="13" y="425"/>
                </a:lnTo>
                <a:lnTo>
                  <a:pt x="14" y="425"/>
                </a:lnTo>
                <a:lnTo>
                  <a:pt x="14" y="426"/>
                </a:lnTo>
                <a:lnTo>
                  <a:pt x="15" y="425"/>
                </a:lnTo>
                <a:lnTo>
                  <a:pt x="15" y="424"/>
                </a:lnTo>
                <a:lnTo>
                  <a:pt x="16" y="423"/>
                </a:lnTo>
                <a:lnTo>
                  <a:pt x="16" y="422"/>
                </a:lnTo>
                <a:lnTo>
                  <a:pt x="16" y="421"/>
                </a:lnTo>
                <a:lnTo>
                  <a:pt x="15" y="421"/>
                </a:lnTo>
                <a:lnTo>
                  <a:pt x="16" y="421"/>
                </a:lnTo>
                <a:lnTo>
                  <a:pt x="16" y="420"/>
                </a:lnTo>
                <a:lnTo>
                  <a:pt x="15" y="419"/>
                </a:lnTo>
                <a:lnTo>
                  <a:pt x="14" y="419"/>
                </a:lnTo>
                <a:lnTo>
                  <a:pt x="13" y="419"/>
                </a:lnTo>
                <a:lnTo>
                  <a:pt x="14" y="418"/>
                </a:lnTo>
                <a:lnTo>
                  <a:pt x="15" y="418"/>
                </a:lnTo>
                <a:lnTo>
                  <a:pt x="15" y="417"/>
                </a:lnTo>
                <a:lnTo>
                  <a:pt x="14" y="417"/>
                </a:lnTo>
                <a:lnTo>
                  <a:pt x="14" y="416"/>
                </a:lnTo>
                <a:lnTo>
                  <a:pt x="14" y="415"/>
                </a:lnTo>
                <a:lnTo>
                  <a:pt x="13" y="415"/>
                </a:lnTo>
                <a:lnTo>
                  <a:pt x="14" y="413"/>
                </a:lnTo>
                <a:lnTo>
                  <a:pt x="15" y="413"/>
                </a:lnTo>
                <a:lnTo>
                  <a:pt x="15" y="412"/>
                </a:lnTo>
                <a:lnTo>
                  <a:pt x="14" y="411"/>
                </a:lnTo>
                <a:lnTo>
                  <a:pt x="14" y="410"/>
                </a:lnTo>
                <a:lnTo>
                  <a:pt x="15" y="409"/>
                </a:lnTo>
                <a:lnTo>
                  <a:pt x="15" y="410"/>
                </a:lnTo>
                <a:lnTo>
                  <a:pt x="16" y="410"/>
                </a:lnTo>
                <a:lnTo>
                  <a:pt x="16" y="409"/>
                </a:lnTo>
                <a:lnTo>
                  <a:pt x="16" y="408"/>
                </a:lnTo>
                <a:lnTo>
                  <a:pt x="16" y="407"/>
                </a:lnTo>
                <a:lnTo>
                  <a:pt x="16" y="406"/>
                </a:lnTo>
                <a:lnTo>
                  <a:pt x="15" y="406"/>
                </a:lnTo>
                <a:lnTo>
                  <a:pt x="15" y="405"/>
                </a:lnTo>
                <a:lnTo>
                  <a:pt x="14" y="405"/>
                </a:lnTo>
                <a:lnTo>
                  <a:pt x="14" y="404"/>
                </a:lnTo>
                <a:lnTo>
                  <a:pt x="15" y="403"/>
                </a:lnTo>
                <a:lnTo>
                  <a:pt x="15" y="402"/>
                </a:lnTo>
                <a:lnTo>
                  <a:pt x="14" y="403"/>
                </a:lnTo>
                <a:lnTo>
                  <a:pt x="14" y="402"/>
                </a:lnTo>
                <a:lnTo>
                  <a:pt x="13" y="402"/>
                </a:lnTo>
                <a:lnTo>
                  <a:pt x="14" y="401"/>
                </a:lnTo>
                <a:lnTo>
                  <a:pt x="14" y="400"/>
                </a:lnTo>
                <a:lnTo>
                  <a:pt x="13" y="400"/>
                </a:lnTo>
                <a:lnTo>
                  <a:pt x="14" y="399"/>
                </a:lnTo>
                <a:lnTo>
                  <a:pt x="14" y="398"/>
                </a:lnTo>
                <a:lnTo>
                  <a:pt x="15" y="397"/>
                </a:lnTo>
                <a:lnTo>
                  <a:pt x="16" y="397"/>
                </a:lnTo>
                <a:lnTo>
                  <a:pt x="17" y="397"/>
                </a:lnTo>
                <a:lnTo>
                  <a:pt x="17" y="396"/>
                </a:lnTo>
                <a:lnTo>
                  <a:pt x="16" y="396"/>
                </a:lnTo>
                <a:lnTo>
                  <a:pt x="16" y="395"/>
                </a:lnTo>
                <a:lnTo>
                  <a:pt x="16" y="394"/>
                </a:lnTo>
                <a:lnTo>
                  <a:pt x="16" y="393"/>
                </a:lnTo>
                <a:lnTo>
                  <a:pt x="16" y="392"/>
                </a:lnTo>
                <a:lnTo>
                  <a:pt x="17" y="392"/>
                </a:lnTo>
                <a:lnTo>
                  <a:pt x="18" y="392"/>
                </a:lnTo>
                <a:lnTo>
                  <a:pt x="18" y="391"/>
                </a:lnTo>
                <a:lnTo>
                  <a:pt x="19" y="391"/>
                </a:lnTo>
                <a:lnTo>
                  <a:pt x="19" y="390"/>
                </a:lnTo>
                <a:lnTo>
                  <a:pt x="18" y="389"/>
                </a:lnTo>
                <a:lnTo>
                  <a:pt x="18" y="388"/>
                </a:lnTo>
                <a:lnTo>
                  <a:pt x="17" y="387"/>
                </a:lnTo>
                <a:lnTo>
                  <a:pt x="18" y="387"/>
                </a:lnTo>
                <a:lnTo>
                  <a:pt x="17" y="386"/>
                </a:lnTo>
                <a:lnTo>
                  <a:pt x="17" y="385"/>
                </a:lnTo>
                <a:lnTo>
                  <a:pt x="16" y="385"/>
                </a:lnTo>
                <a:lnTo>
                  <a:pt x="16" y="384"/>
                </a:lnTo>
                <a:lnTo>
                  <a:pt x="16" y="383"/>
                </a:lnTo>
                <a:lnTo>
                  <a:pt x="15" y="383"/>
                </a:lnTo>
                <a:lnTo>
                  <a:pt x="15" y="382"/>
                </a:lnTo>
                <a:lnTo>
                  <a:pt x="16" y="382"/>
                </a:lnTo>
                <a:lnTo>
                  <a:pt x="17" y="382"/>
                </a:lnTo>
                <a:lnTo>
                  <a:pt x="17" y="381"/>
                </a:lnTo>
                <a:lnTo>
                  <a:pt x="17" y="380"/>
                </a:lnTo>
                <a:lnTo>
                  <a:pt x="18" y="380"/>
                </a:lnTo>
                <a:lnTo>
                  <a:pt x="18" y="381"/>
                </a:lnTo>
                <a:lnTo>
                  <a:pt x="18" y="379"/>
                </a:lnTo>
                <a:lnTo>
                  <a:pt x="18" y="378"/>
                </a:lnTo>
                <a:lnTo>
                  <a:pt x="17" y="378"/>
                </a:lnTo>
                <a:lnTo>
                  <a:pt x="17" y="377"/>
                </a:lnTo>
                <a:lnTo>
                  <a:pt x="17" y="376"/>
                </a:lnTo>
                <a:lnTo>
                  <a:pt x="17" y="375"/>
                </a:lnTo>
                <a:lnTo>
                  <a:pt x="16" y="375"/>
                </a:lnTo>
                <a:lnTo>
                  <a:pt x="17" y="374"/>
                </a:lnTo>
                <a:lnTo>
                  <a:pt x="16" y="374"/>
                </a:lnTo>
                <a:lnTo>
                  <a:pt x="17" y="373"/>
                </a:lnTo>
                <a:lnTo>
                  <a:pt x="17" y="374"/>
                </a:lnTo>
                <a:lnTo>
                  <a:pt x="18" y="373"/>
                </a:lnTo>
                <a:lnTo>
                  <a:pt x="17" y="373"/>
                </a:lnTo>
                <a:lnTo>
                  <a:pt x="17" y="372"/>
                </a:lnTo>
                <a:lnTo>
                  <a:pt x="18" y="372"/>
                </a:lnTo>
                <a:lnTo>
                  <a:pt x="19" y="372"/>
                </a:lnTo>
                <a:lnTo>
                  <a:pt x="20" y="373"/>
                </a:lnTo>
                <a:lnTo>
                  <a:pt x="20" y="372"/>
                </a:lnTo>
                <a:lnTo>
                  <a:pt x="21" y="372"/>
                </a:lnTo>
                <a:lnTo>
                  <a:pt x="22" y="372"/>
                </a:lnTo>
                <a:lnTo>
                  <a:pt x="22" y="371"/>
                </a:lnTo>
                <a:lnTo>
                  <a:pt x="22" y="370"/>
                </a:lnTo>
                <a:lnTo>
                  <a:pt x="22" y="369"/>
                </a:lnTo>
                <a:lnTo>
                  <a:pt x="22" y="368"/>
                </a:lnTo>
                <a:lnTo>
                  <a:pt x="23" y="368"/>
                </a:lnTo>
                <a:lnTo>
                  <a:pt x="23" y="367"/>
                </a:lnTo>
                <a:lnTo>
                  <a:pt x="23" y="366"/>
                </a:lnTo>
                <a:lnTo>
                  <a:pt x="23" y="365"/>
                </a:lnTo>
                <a:lnTo>
                  <a:pt x="23" y="364"/>
                </a:lnTo>
                <a:lnTo>
                  <a:pt x="24" y="364"/>
                </a:lnTo>
                <a:lnTo>
                  <a:pt x="25" y="364"/>
                </a:lnTo>
                <a:lnTo>
                  <a:pt x="26" y="364"/>
                </a:lnTo>
                <a:lnTo>
                  <a:pt x="26" y="363"/>
                </a:lnTo>
                <a:lnTo>
                  <a:pt x="27" y="363"/>
                </a:lnTo>
                <a:lnTo>
                  <a:pt x="28" y="363"/>
                </a:lnTo>
                <a:lnTo>
                  <a:pt x="28" y="364"/>
                </a:lnTo>
                <a:lnTo>
                  <a:pt x="28" y="365"/>
                </a:lnTo>
                <a:lnTo>
                  <a:pt x="29" y="365"/>
                </a:lnTo>
                <a:lnTo>
                  <a:pt x="29" y="364"/>
                </a:lnTo>
                <a:lnTo>
                  <a:pt x="29" y="363"/>
                </a:lnTo>
                <a:lnTo>
                  <a:pt x="29" y="362"/>
                </a:lnTo>
                <a:lnTo>
                  <a:pt x="29" y="361"/>
                </a:lnTo>
                <a:lnTo>
                  <a:pt x="30" y="361"/>
                </a:lnTo>
                <a:lnTo>
                  <a:pt x="29" y="360"/>
                </a:lnTo>
                <a:lnTo>
                  <a:pt x="28" y="360"/>
                </a:lnTo>
                <a:lnTo>
                  <a:pt x="28" y="359"/>
                </a:lnTo>
                <a:lnTo>
                  <a:pt x="27" y="359"/>
                </a:lnTo>
                <a:lnTo>
                  <a:pt x="27" y="358"/>
                </a:lnTo>
                <a:lnTo>
                  <a:pt x="26" y="357"/>
                </a:lnTo>
                <a:lnTo>
                  <a:pt x="25" y="356"/>
                </a:lnTo>
                <a:lnTo>
                  <a:pt x="24" y="356"/>
                </a:lnTo>
                <a:lnTo>
                  <a:pt x="24" y="355"/>
                </a:lnTo>
                <a:lnTo>
                  <a:pt x="23" y="356"/>
                </a:lnTo>
                <a:lnTo>
                  <a:pt x="23" y="355"/>
                </a:lnTo>
                <a:lnTo>
                  <a:pt x="23" y="354"/>
                </a:lnTo>
                <a:lnTo>
                  <a:pt x="22" y="353"/>
                </a:lnTo>
                <a:lnTo>
                  <a:pt x="22" y="352"/>
                </a:lnTo>
                <a:lnTo>
                  <a:pt x="23" y="351"/>
                </a:lnTo>
                <a:lnTo>
                  <a:pt x="24" y="350"/>
                </a:lnTo>
                <a:lnTo>
                  <a:pt x="25" y="349"/>
                </a:lnTo>
                <a:lnTo>
                  <a:pt x="25" y="348"/>
                </a:lnTo>
                <a:lnTo>
                  <a:pt x="26" y="348"/>
                </a:lnTo>
                <a:lnTo>
                  <a:pt x="26" y="349"/>
                </a:lnTo>
                <a:lnTo>
                  <a:pt x="27" y="349"/>
                </a:lnTo>
                <a:lnTo>
                  <a:pt x="27" y="348"/>
                </a:lnTo>
                <a:lnTo>
                  <a:pt x="27" y="347"/>
                </a:lnTo>
                <a:lnTo>
                  <a:pt x="27" y="346"/>
                </a:lnTo>
                <a:lnTo>
                  <a:pt x="28" y="346"/>
                </a:lnTo>
                <a:lnTo>
                  <a:pt x="28" y="345"/>
                </a:lnTo>
                <a:lnTo>
                  <a:pt x="29" y="345"/>
                </a:lnTo>
                <a:lnTo>
                  <a:pt x="30" y="345"/>
                </a:lnTo>
                <a:lnTo>
                  <a:pt x="31" y="345"/>
                </a:lnTo>
                <a:lnTo>
                  <a:pt x="31" y="344"/>
                </a:lnTo>
                <a:lnTo>
                  <a:pt x="32" y="344"/>
                </a:lnTo>
                <a:lnTo>
                  <a:pt x="33" y="344"/>
                </a:lnTo>
                <a:lnTo>
                  <a:pt x="34" y="345"/>
                </a:lnTo>
                <a:lnTo>
                  <a:pt x="34" y="344"/>
                </a:lnTo>
                <a:lnTo>
                  <a:pt x="35" y="344"/>
                </a:lnTo>
                <a:lnTo>
                  <a:pt x="36" y="344"/>
                </a:lnTo>
                <a:lnTo>
                  <a:pt x="37" y="343"/>
                </a:lnTo>
                <a:lnTo>
                  <a:pt x="37" y="342"/>
                </a:lnTo>
                <a:lnTo>
                  <a:pt x="39" y="342"/>
                </a:lnTo>
                <a:lnTo>
                  <a:pt x="40" y="342"/>
                </a:lnTo>
                <a:lnTo>
                  <a:pt x="40" y="341"/>
                </a:lnTo>
                <a:lnTo>
                  <a:pt x="40" y="342"/>
                </a:lnTo>
                <a:lnTo>
                  <a:pt x="41" y="341"/>
                </a:lnTo>
                <a:lnTo>
                  <a:pt x="41" y="340"/>
                </a:lnTo>
                <a:lnTo>
                  <a:pt x="42" y="339"/>
                </a:lnTo>
                <a:lnTo>
                  <a:pt x="43" y="339"/>
                </a:lnTo>
                <a:lnTo>
                  <a:pt x="43" y="338"/>
                </a:lnTo>
                <a:lnTo>
                  <a:pt x="43" y="337"/>
                </a:lnTo>
                <a:lnTo>
                  <a:pt x="43" y="336"/>
                </a:lnTo>
                <a:lnTo>
                  <a:pt x="44" y="336"/>
                </a:lnTo>
                <a:lnTo>
                  <a:pt x="45" y="336"/>
                </a:lnTo>
                <a:lnTo>
                  <a:pt x="45" y="335"/>
                </a:lnTo>
                <a:lnTo>
                  <a:pt x="46" y="335"/>
                </a:lnTo>
                <a:lnTo>
                  <a:pt x="47" y="336"/>
                </a:lnTo>
                <a:lnTo>
                  <a:pt x="48" y="335"/>
                </a:lnTo>
                <a:lnTo>
                  <a:pt x="48" y="334"/>
                </a:lnTo>
                <a:lnTo>
                  <a:pt x="48" y="333"/>
                </a:lnTo>
                <a:lnTo>
                  <a:pt x="47" y="332"/>
                </a:lnTo>
                <a:lnTo>
                  <a:pt x="47" y="331"/>
                </a:lnTo>
                <a:lnTo>
                  <a:pt x="47" y="330"/>
                </a:lnTo>
                <a:lnTo>
                  <a:pt x="47" y="329"/>
                </a:lnTo>
                <a:lnTo>
                  <a:pt x="48" y="329"/>
                </a:lnTo>
                <a:lnTo>
                  <a:pt x="48" y="328"/>
                </a:lnTo>
                <a:lnTo>
                  <a:pt x="49" y="327"/>
                </a:lnTo>
                <a:lnTo>
                  <a:pt x="49" y="326"/>
                </a:lnTo>
                <a:lnTo>
                  <a:pt x="50" y="326"/>
                </a:lnTo>
                <a:lnTo>
                  <a:pt x="50" y="325"/>
                </a:lnTo>
                <a:lnTo>
                  <a:pt x="51" y="325"/>
                </a:lnTo>
                <a:lnTo>
                  <a:pt x="50" y="325"/>
                </a:lnTo>
                <a:lnTo>
                  <a:pt x="51" y="326"/>
                </a:lnTo>
                <a:lnTo>
                  <a:pt x="51" y="325"/>
                </a:lnTo>
                <a:lnTo>
                  <a:pt x="51" y="324"/>
                </a:lnTo>
                <a:lnTo>
                  <a:pt x="51" y="323"/>
                </a:lnTo>
                <a:lnTo>
                  <a:pt x="51" y="324"/>
                </a:lnTo>
                <a:lnTo>
                  <a:pt x="52" y="323"/>
                </a:lnTo>
                <a:lnTo>
                  <a:pt x="51" y="323"/>
                </a:lnTo>
                <a:lnTo>
                  <a:pt x="52" y="323"/>
                </a:lnTo>
                <a:lnTo>
                  <a:pt x="53" y="322"/>
                </a:lnTo>
                <a:lnTo>
                  <a:pt x="53" y="321"/>
                </a:lnTo>
                <a:lnTo>
                  <a:pt x="53" y="320"/>
                </a:lnTo>
                <a:lnTo>
                  <a:pt x="54" y="320"/>
                </a:lnTo>
                <a:lnTo>
                  <a:pt x="55" y="319"/>
                </a:lnTo>
                <a:lnTo>
                  <a:pt x="56" y="319"/>
                </a:lnTo>
                <a:lnTo>
                  <a:pt x="56" y="318"/>
                </a:lnTo>
                <a:lnTo>
                  <a:pt x="57" y="317"/>
                </a:lnTo>
                <a:lnTo>
                  <a:pt x="58" y="316"/>
                </a:lnTo>
                <a:lnTo>
                  <a:pt x="58" y="315"/>
                </a:lnTo>
                <a:lnTo>
                  <a:pt x="59" y="315"/>
                </a:lnTo>
                <a:lnTo>
                  <a:pt x="60" y="314"/>
                </a:lnTo>
                <a:lnTo>
                  <a:pt x="60" y="313"/>
                </a:lnTo>
                <a:lnTo>
                  <a:pt x="60" y="312"/>
                </a:lnTo>
                <a:lnTo>
                  <a:pt x="59" y="311"/>
                </a:lnTo>
                <a:lnTo>
                  <a:pt x="59" y="310"/>
                </a:lnTo>
                <a:lnTo>
                  <a:pt x="58" y="309"/>
                </a:lnTo>
                <a:lnTo>
                  <a:pt x="58" y="308"/>
                </a:lnTo>
                <a:lnTo>
                  <a:pt x="58" y="307"/>
                </a:lnTo>
                <a:lnTo>
                  <a:pt x="57" y="307"/>
                </a:lnTo>
                <a:lnTo>
                  <a:pt x="57" y="306"/>
                </a:lnTo>
                <a:lnTo>
                  <a:pt x="56" y="307"/>
                </a:lnTo>
                <a:lnTo>
                  <a:pt x="55" y="307"/>
                </a:lnTo>
                <a:lnTo>
                  <a:pt x="54" y="308"/>
                </a:lnTo>
                <a:lnTo>
                  <a:pt x="53" y="309"/>
                </a:lnTo>
                <a:lnTo>
                  <a:pt x="52" y="309"/>
                </a:lnTo>
                <a:lnTo>
                  <a:pt x="51" y="309"/>
                </a:lnTo>
                <a:lnTo>
                  <a:pt x="52" y="309"/>
                </a:lnTo>
                <a:lnTo>
                  <a:pt x="52" y="308"/>
                </a:lnTo>
                <a:lnTo>
                  <a:pt x="51" y="308"/>
                </a:lnTo>
                <a:lnTo>
                  <a:pt x="51" y="309"/>
                </a:lnTo>
                <a:lnTo>
                  <a:pt x="50" y="309"/>
                </a:lnTo>
                <a:lnTo>
                  <a:pt x="49" y="309"/>
                </a:lnTo>
                <a:lnTo>
                  <a:pt x="48" y="309"/>
                </a:lnTo>
                <a:lnTo>
                  <a:pt x="48" y="308"/>
                </a:lnTo>
                <a:lnTo>
                  <a:pt x="48" y="307"/>
                </a:lnTo>
                <a:lnTo>
                  <a:pt x="48" y="306"/>
                </a:lnTo>
                <a:lnTo>
                  <a:pt x="48" y="305"/>
                </a:lnTo>
                <a:lnTo>
                  <a:pt x="49" y="305"/>
                </a:lnTo>
                <a:lnTo>
                  <a:pt x="48" y="305"/>
                </a:lnTo>
                <a:lnTo>
                  <a:pt x="48" y="304"/>
                </a:lnTo>
                <a:lnTo>
                  <a:pt x="47" y="304"/>
                </a:lnTo>
                <a:lnTo>
                  <a:pt x="48" y="304"/>
                </a:lnTo>
                <a:lnTo>
                  <a:pt x="48" y="303"/>
                </a:lnTo>
                <a:lnTo>
                  <a:pt x="47" y="303"/>
                </a:lnTo>
                <a:lnTo>
                  <a:pt x="48" y="303"/>
                </a:lnTo>
                <a:lnTo>
                  <a:pt x="48" y="304"/>
                </a:lnTo>
                <a:lnTo>
                  <a:pt x="47" y="304"/>
                </a:lnTo>
                <a:lnTo>
                  <a:pt x="46" y="303"/>
                </a:lnTo>
                <a:lnTo>
                  <a:pt x="47" y="303"/>
                </a:lnTo>
                <a:lnTo>
                  <a:pt x="47" y="302"/>
                </a:lnTo>
                <a:lnTo>
                  <a:pt x="47" y="301"/>
                </a:lnTo>
                <a:lnTo>
                  <a:pt x="46" y="301"/>
                </a:lnTo>
                <a:lnTo>
                  <a:pt x="46" y="300"/>
                </a:lnTo>
                <a:lnTo>
                  <a:pt x="46" y="299"/>
                </a:lnTo>
                <a:lnTo>
                  <a:pt x="47" y="299"/>
                </a:lnTo>
                <a:lnTo>
                  <a:pt x="47" y="298"/>
                </a:lnTo>
                <a:lnTo>
                  <a:pt x="47" y="297"/>
                </a:lnTo>
                <a:lnTo>
                  <a:pt x="46" y="297"/>
                </a:lnTo>
                <a:lnTo>
                  <a:pt x="47" y="297"/>
                </a:lnTo>
                <a:lnTo>
                  <a:pt x="47" y="296"/>
                </a:lnTo>
                <a:lnTo>
                  <a:pt x="47" y="295"/>
                </a:lnTo>
                <a:lnTo>
                  <a:pt x="48" y="294"/>
                </a:lnTo>
                <a:lnTo>
                  <a:pt x="49" y="294"/>
                </a:lnTo>
                <a:lnTo>
                  <a:pt x="50" y="292"/>
                </a:lnTo>
                <a:lnTo>
                  <a:pt x="49" y="292"/>
                </a:lnTo>
                <a:lnTo>
                  <a:pt x="49" y="291"/>
                </a:lnTo>
                <a:lnTo>
                  <a:pt x="50" y="291"/>
                </a:lnTo>
                <a:lnTo>
                  <a:pt x="50" y="290"/>
                </a:lnTo>
                <a:lnTo>
                  <a:pt x="51" y="290"/>
                </a:lnTo>
                <a:lnTo>
                  <a:pt x="52" y="289"/>
                </a:lnTo>
                <a:lnTo>
                  <a:pt x="51" y="289"/>
                </a:lnTo>
                <a:lnTo>
                  <a:pt x="51" y="288"/>
                </a:lnTo>
                <a:lnTo>
                  <a:pt x="51" y="287"/>
                </a:lnTo>
                <a:lnTo>
                  <a:pt x="52" y="287"/>
                </a:lnTo>
                <a:lnTo>
                  <a:pt x="53" y="286"/>
                </a:lnTo>
                <a:lnTo>
                  <a:pt x="53" y="285"/>
                </a:lnTo>
                <a:lnTo>
                  <a:pt x="54" y="284"/>
                </a:lnTo>
                <a:lnTo>
                  <a:pt x="55" y="284"/>
                </a:lnTo>
                <a:lnTo>
                  <a:pt x="54" y="284"/>
                </a:lnTo>
                <a:lnTo>
                  <a:pt x="55" y="283"/>
                </a:lnTo>
                <a:lnTo>
                  <a:pt x="55" y="284"/>
                </a:lnTo>
                <a:lnTo>
                  <a:pt x="55" y="283"/>
                </a:lnTo>
                <a:lnTo>
                  <a:pt x="56" y="283"/>
                </a:lnTo>
                <a:lnTo>
                  <a:pt x="56" y="282"/>
                </a:lnTo>
                <a:lnTo>
                  <a:pt x="57" y="282"/>
                </a:lnTo>
                <a:lnTo>
                  <a:pt x="57" y="283"/>
                </a:lnTo>
                <a:lnTo>
                  <a:pt x="57" y="282"/>
                </a:lnTo>
                <a:lnTo>
                  <a:pt x="58" y="282"/>
                </a:lnTo>
                <a:lnTo>
                  <a:pt x="57" y="282"/>
                </a:lnTo>
                <a:lnTo>
                  <a:pt x="57" y="281"/>
                </a:lnTo>
                <a:lnTo>
                  <a:pt x="57" y="280"/>
                </a:lnTo>
                <a:lnTo>
                  <a:pt x="57" y="279"/>
                </a:lnTo>
                <a:lnTo>
                  <a:pt x="58" y="279"/>
                </a:lnTo>
                <a:lnTo>
                  <a:pt x="58" y="278"/>
                </a:lnTo>
                <a:lnTo>
                  <a:pt x="59" y="277"/>
                </a:lnTo>
                <a:lnTo>
                  <a:pt x="58" y="277"/>
                </a:lnTo>
                <a:lnTo>
                  <a:pt x="58" y="276"/>
                </a:lnTo>
                <a:lnTo>
                  <a:pt x="59" y="276"/>
                </a:lnTo>
                <a:lnTo>
                  <a:pt x="60" y="276"/>
                </a:lnTo>
                <a:lnTo>
                  <a:pt x="61" y="276"/>
                </a:lnTo>
                <a:lnTo>
                  <a:pt x="61" y="277"/>
                </a:lnTo>
                <a:lnTo>
                  <a:pt x="62" y="277"/>
                </a:lnTo>
                <a:lnTo>
                  <a:pt x="63" y="277"/>
                </a:lnTo>
                <a:lnTo>
                  <a:pt x="63" y="276"/>
                </a:lnTo>
                <a:lnTo>
                  <a:pt x="63" y="277"/>
                </a:lnTo>
                <a:lnTo>
                  <a:pt x="64" y="277"/>
                </a:lnTo>
                <a:lnTo>
                  <a:pt x="64" y="278"/>
                </a:lnTo>
                <a:lnTo>
                  <a:pt x="64" y="279"/>
                </a:lnTo>
                <a:lnTo>
                  <a:pt x="64" y="280"/>
                </a:lnTo>
                <a:lnTo>
                  <a:pt x="64" y="281"/>
                </a:lnTo>
                <a:lnTo>
                  <a:pt x="63" y="281"/>
                </a:lnTo>
                <a:lnTo>
                  <a:pt x="64" y="281"/>
                </a:lnTo>
                <a:lnTo>
                  <a:pt x="65" y="280"/>
                </a:lnTo>
                <a:lnTo>
                  <a:pt x="66" y="280"/>
                </a:lnTo>
                <a:lnTo>
                  <a:pt x="67" y="280"/>
                </a:lnTo>
                <a:lnTo>
                  <a:pt x="68" y="280"/>
                </a:lnTo>
                <a:lnTo>
                  <a:pt x="69" y="280"/>
                </a:lnTo>
                <a:lnTo>
                  <a:pt x="69" y="279"/>
                </a:lnTo>
                <a:lnTo>
                  <a:pt x="69" y="278"/>
                </a:lnTo>
                <a:lnTo>
                  <a:pt x="70" y="278"/>
                </a:lnTo>
                <a:lnTo>
                  <a:pt x="70" y="277"/>
                </a:lnTo>
                <a:lnTo>
                  <a:pt x="70" y="276"/>
                </a:lnTo>
                <a:lnTo>
                  <a:pt x="69" y="276"/>
                </a:lnTo>
                <a:lnTo>
                  <a:pt x="69" y="275"/>
                </a:lnTo>
                <a:lnTo>
                  <a:pt x="68" y="275"/>
                </a:lnTo>
                <a:lnTo>
                  <a:pt x="68" y="274"/>
                </a:lnTo>
                <a:lnTo>
                  <a:pt x="69" y="273"/>
                </a:lnTo>
                <a:lnTo>
                  <a:pt x="69" y="272"/>
                </a:lnTo>
                <a:lnTo>
                  <a:pt x="69" y="271"/>
                </a:lnTo>
                <a:lnTo>
                  <a:pt x="70" y="270"/>
                </a:lnTo>
                <a:lnTo>
                  <a:pt x="71" y="270"/>
                </a:lnTo>
                <a:lnTo>
                  <a:pt x="71" y="269"/>
                </a:lnTo>
                <a:lnTo>
                  <a:pt x="71" y="268"/>
                </a:lnTo>
                <a:lnTo>
                  <a:pt x="71" y="267"/>
                </a:lnTo>
                <a:lnTo>
                  <a:pt x="72" y="267"/>
                </a:lnTo>
                <a:lnTo>
                  <a:pt x="72" y="266"/>
                </a:lnTo>
                <a:lnTo>
                  <a:pt x="73" y="266"/>
                </a:lnTo>
                <a:lnTo>
                  <a:pt x="72" y="266"/>
                </a:lnTo>
                <a:lnTo>
                  <a:pt x="71" y="266"/>
                </a:lnTo>
                <a:lnTo>
                  <a:pt x="72" y="265"/>
                </a:lnTo>
                <a:lnTo>
                  <a:pt x="71" y="265"/>
                </a:lnTo>
                <a:lnTo>
                  <a:pt x="70" y="265"/>
                </a:lnTo>
                <a:lnTo>
                  <a:pt x="69" y="265"/>
                </a:lnTo>
                <a:lnTo>
                  <a:pt x="69" y="266"/>
                </a:lnTo>
                <a:lnTo>
                  <a:pt x="68" y="266"/>
                </a:lnTo>
                <a:lnTo>
                  <a:pt x="67" y="265"/>
                </a:lnTo>
                <a:lnTo>
                  <a:pt x="67" y="264"/>
                </a:lnTo>
                <a:lnTo>
                  <a:pt x="66" y="264"/>
                </a:lnTo>
                <a:lnTo>
                  <a:pt x="65" y="263"/>
                </a:lnTo>
                <a:lnTo>
                  <a:pt x="66" y="263"/>
                </a:lnTo>
                <a:lnTo>
                  <a:pt x="66" y="262"/>
                </a:lnTo>
                <a:lnTo>
                  <a:pt x="65" y="262"/>
                </a:lnTo>
                <a:lnTo>
                  <a:pt x="65" y="261"/>
                </a:lnTo>
                <a:lnTo>
                  <a:pt x="65" y="260"/>
                </a:lnTo>
                <a:lnTo>
                  <a:pt x="64" y="261"/>
                </a:lnTo>
                <a:lnTo>
                  <a:pt x="64" y="260"/>
                </a:lnTo>
                <a:lnTo>
                  <a:pt x="64" y="259"/>
                </a:lnTo>
                <a:lnTo>
                  <a:pt x="63" y="259"/>
                </a:lnTo>
                <a:lnTo>
                  <a:pt x="63" y="258"/>
                </a:lnTo>
                <a:lnTo>
                  <a:pt x="62" y="258"/>
                </a:lnTo>
                <a:lnTo>
                  <a:pt x="61" y="257"/>
                </a:lnTo>
                <a:lnTo>
                  <a:pt x="60" y="257"/>
                </a:lnTo>
                <a:lnTo>
                  <a:pt x="59" y="257"/>
                </a:lnTo>
                <a:lnTo>
                  <a:pt x="58" y="257"/>
                </a:lnTo>
                <a:lnTo>
                  <a:pt x="58" y="256"/>
                </a:lnTo>
                <a:lnTo>
                  <a:pt x="59" y="256"/>
                </a:lnTo>
                <a:lnTo>
                  <a:pt x="60" y="255"/>
                </a:lnTo>
                <a:lnTo>
                  <a:pt x="60" y="254"/>
                </a:lnTo>
                <a:lnTo>
                  <a:pt x="60" y="253"/>
                </a:lnTo>
                <a:lnTo>
                  <a:pt x="61" y="251"/>
                </a:lnTo>
                <a:lnTo>
                  <a:pt x="61" y="250"/>
                </a:lnTo>
                <a:lnTo>
                  <a:pt x="61" y="249"/>
                </a:lnTo>
                <a:lnTo>
                  <a:pt x="61" y="248"/>
                </a:lnTo>
                <a:lnTo>
                  <a:pt x="60" y="247"/>
                </a:lnTo>
                <a:lnTo>
                  <a:pt x="61" y="247"/>
                </a:lnTo>
                <a:lnTo>
                  <a:pt x="61" y="246"/>
                </a:lnTo>
                <a:lnTo>
                  <a:pt x="60" y="245"/>
                </a:lnTo>
                <a:lnTo>
                  <a:pt x="59" y="245"/>
                </a:lnTo>
                <a:lnTo>
                  <a:pt x="59" y="244"/>
                </a:lnTo>
                <a:lnTo>
                  <a:pt x="58" y="243"/>
                </a:lnTo>
                <a:lnTo>
                  <a:pt x="57" y="243"/>
                </a:lnTo>
                <a:lnTo>
                  <a:pt x="56" y="242"/>
                </a:lnTo>
                <a:lnTo>
                  <a:pt x="57" y="242"/>
                </a:lnTo>
                <a:lnTo>
                  <a:pt x="56" y="242"/>
                </a:lnTo>
                <a:lnTo>
                  <a:pt x="56" y="241"/>
                </a:lnTo>
                <a:lnTo>
                  <a:pt x="55" y="240"/>
                </a:lnTo>
                <a:lnTo>
                  <a:pt x="54" y="240"/>
                </a:lnTo>
                <a:lnTo>
                  <a:pt x="54" y="239"/>
                </a:lnTo>
                <a:lnTo>
                  <a:pt x="54" y="238"/>
                </a:lnTo>
                <a:lnTo>
                  <a:pt x="53" y="237"/>
                </a:lnTo>
                <a:lnTo>
                  <a:pt x="54" y="237"/>
                </a:lnTo>
                <a:lnTo>
                  <a:pt x="54" y="236"/>
                </a:lnTo>
                <a:lnTo>
                  <a:pt x="55" y="235"/>
                </a:lnTo>
                <a:lnTo>
                  <a:pt x="56" y="234"/>
                </a:lnTo>
                <a:lnTo>
                  <a:pt x="56" y="233"/>
                </a:lnTo>
                <a:lnTo>
                  <a:pt x="57" y="232"/>
                </a:lnTo>
                <a:lnTo>
                  <a:pt x="58" y="231"/>
                </a:lnTo>
                <a:lnTo>
                  <a:pt x="59" y="231"/>
                </a:lnTo>
                <a:lnTo>
                  <a:pt x="59" y="230"/>
                </a:lnTo>
                <a:lnTo>
                  <a:pt x="58" y="230"/>
                </a:lnTo>
                <a:lnTo>
                  <a:pt x="58" y="229"/>
                </a:lnTo>
                <a:lnTo>
                  <a:pt x="57" y="228"/>
                </a:lnTo>
                <a:lnTo>
                  <a:pt x="57" y="227"/>
                </a:lnTo>
                <a:lnTo>
                  <a:pt x="56" y="227"/>
                </a:lnTo>
                <a:lnTo>
                  <a:pt x="56" y="226"/>
                </a:lnTo>
                <a:lnTo>
                  <a:pt x="56" y="225"/>
                </a:lnTo>
                <a:lnTo>
                  <a:pt x="56" y="224"/>
                </a:lnTo>
                <a:lnTo>
                  <a:pt x="56" y="223"/>
                </a:lnTo>
                <a:lnTo>
                  <a:pt x="56" y="222"/>
                </a:lnTo>
                <a:lnTo>
                  <a:pt x="56" y="221"/>
                </a:lnTo>
                <a:lnTo>
                  <a:pt x="56" y="220"/>
                </a:lnTo>
                <a:lnTo>
                  <a:pt x="57" y="220"/>
                </a:lnTo>
                <a:lnTo>
                  <a:pt x="57" y="219"/>
                </a:lnTo>
                <a:lnTo>
                  <a:pt x="57" y="218"/>
                </a:lnTo>
                <a:lnTo>
                  <a:pt x="57" y="217"/>
                </a:lnTo>
                <a:lnTo>
                  <a:pt x="58" y="216"/>
                </a:lnTo>
                <a:lnTo>
                  <a:pt x="59" y="216"/>
                </a:lnTo>
                <a:lnTo>
                  <a:pt x="59" y="217"/>
                </a:lnTo>
                <a:lnTo>
                  <a:pt x="60" y="216"/>
                </a:lnTo>
                <a:lnTo>
                  <a:pt x="60" y="215"/>
                </a:lnTo>
                <a:lnTo>
                  <a:pt x="59" y="214"/>
                </a:lnTo>
                <a:lnTo>
                  <a:pt x="60" y="214"/>
                </a:lnTo>
                <a:lnTo>
                  <a:pt x="60" y="213"/>
                </a:lnTo>
                <a:lnTo>
                  <a:pt x="61" y="213"/>
                </a:lnTo>
                <a:lnTo>
                  <a:pt x="62" y="212"/>
                </a:lnTo>
                <a:lnTo>
                  <a:pt x="62" y="211"/>
                </a:lnTo>
                <a:lnTo>
                  <a:pt x="63" y="210"/>
                </a:lnTo>
                <a:lnTo>
                  <a:pt x="63" y="209"/>
                </a:lnTo>
                <a:lnTo>
                  <a:pt x="63" y="208"/>
                </a:lnTo>
                <a:lnTo>
                  <a:pt x="64" y="208"/>
                </a:lnTo>
                <a:lnTo>
                  <a:pt x="65" y="207"/>
                </a:lnTo>
                <a:lnTo>
                  <a:pt x="65" y="206"/>
                </a:lnTo>
                <a:lnTo>
                  <a:pt x="66" y="206"/>
                </a:lnTo>
                <a:lnTo>
                  <a:pt x="66" y="205"/>
                </a:lnTo>
                <a:lnTo>
                  <a:pt x="66" y="204"/>
                </a:lnTo>
                <a:lnTo>
                  <a:pt x="66" y="203"/>
                </a:lnTo>
                <a:lnTo>
                  <a:pt x="67" y="203"/>
                </a:lnTo>
                <a:lnTo>
                  <a:pt x="68" y="203"/>
                </a:lnTo>
                <a:lnTo>
                  <a:pt x="68" y="202"/>
                </a:lnTo>
                <a:lnTo>
                  <a:pt x="69" y="202"/>
                </a:lnTo>
                <a:lnTo>
                  <a:pt x="68" y="201"/>
                </a:lnTo>
                <a:lnTo>
                  <a:pt x="69" y="201"/>
                </a:lnTo>
                <a:lnTo>
                  <a:pt x="70" y="200"/>
                </a:lnTo>
                <a:lnTo>
                  <a:pt x="71" y="199"/>
                </a:lnTo>
                <a:lnTo>
                  <a:pt x="72" y="199"/>
                </a:lnTo>
                <a:lnTo>
                  <a:pt x="73" y="199"/>
                </a:lnTo>
                <a:lnTo>
                  <a:pt x="74" y="198"/>
                </a:lnTo>
                <a:lnTo>
                  <a:pt x="75" y="198"/>
                </a:lnTo>
                <a:lnTo>
                  <a:pt x="76" y="198"/>
                </a:lnTo>
                <a:lnTo>
                  <a:pt x="76" y="199"/>
                </a:lnTo>
                <a:lnTo>
                  <a:pt x="77" y="200"/>
                </a:lnTo>
                <a:lnTo>
                  <a:pt x="78" y="200"/>
                </a:lnTo>
                <a:lnTo>
                  <a:pt x="78" y="199"/>
                </a:lnTo>
                <a:lnTo>
                  <a:pt x="78" y="198"/>
                </a:lnTo>
                <a:lnTo>
                  <a:pt x="78" y="197"/>
                </a:lnTo>
                <a:lnTo>
                  <a:pt x="79" y="197"/>
                </a:lnTo>
                <a:lnTo>
                  <a:pt x="80" y="197"/>
                </a:lnTo>
                <a:lnTo>
                  <a:pt x="81" y="196"/>
                </a:lnTo>
                <a:lnTo>
                  <a:pt x="81" y="195"/>
                </a:lnTo>
                <a:lnTo>
                  <a:pt x="82" y="195"/>
                </a:lnTo>
                <a:lnTo>
                  <a:pt x="83" y="195"/>
                </a:lnTo>
                <a:lnTo>
                  <a:pt x="84" y="195"/>
                </a:lnTo>
                <a:lnTo>
                  <a:pt x="84" y="194"/>
                </a:lnTo>
                <a:lnTo>
                  <a:pt x="84" y="193"/>
                </a:lnTo>
                <a:lnTo>
                  <a:pt x="85" y="194"/>
                </a:lnTo>
                <a:lnTo>
                  <a:pt x="86" y="194"/>
                </a:lnTo>
                <a:lnTo>
                  <a:pt x="86" y="195"/>
                </a:lnTo>
                <a:lnTo>
                  <a:pt x="87" y="195"/>
                </a:lnTo>
                <a:lnTo>
                  <a:pt x="88" y="195"/>
                </a:lnTo>
                <a:lnTo>
                  <a:pt x="89" y="195"/>
                </a:lnTo>
                <a:lnTo>
                  <a:pt x="89" y="194"/>
                </a:lnTo>
                <a:lnTo>
                  <a:pt x="89" y="193"/>
                </a:lnTo>
                <a:lnTo>
                  <a:pt x="90" y="193"/>
                </a:lnTo>
                <a:lnTo>
                  <a:pt x="91" y="192"/>
                </a:lnTo>
                <a:lnTo>
                  <a:pt x="92" y="191"/>
                </a:lnTo>
                <a:lnTo>
                  <a:pt x="92" y="190"/>
                </a:lnTo>
                <a:lnTo>
                  <a:pt x="93" y="190"/>
                </a:lnTo>
                <a:lnTo>
                  <a:pt x="93" y="191"/>
                </a:lnTo>
                <a:lnTo>
                  <a:pt x="94" y="191"/>
                </a:lnTo>
                <a:lnTo>
                  <a:pt x="95" y="190"/>
                </a:lnTo>
                <a:lnTo>
                  <a:pt x="95" y="191"/>
                </a:lnTo>
                <a:lnTo>
                  <a:pt x="95" y="192"/>
                </a:lnTo>
                <a:lnTo>
                  <a:pt x="96" y="192"/>
                </a:lnTo>
                <a:lnTo>
                  <a:pt x="97" y="192"/>
                </a:lnTo>
                <a:lnTo>
                  <a:pt x="98" y="191"/>
                </a:lnTo>
                <a:lnTo>
                  <a:pt x="98" y="190"/>
                </a:lnTo>
                <a:lnTo>
                  <a:pt x="99" y="190"/>
                </a:lnTo>
                <a:lnTo>
                  <a:pt x="99" y="189"/>
                </a:lnTo>
                <a:lnTo>
                  <a:pt x="99" y="188"/>
                </a:lnTo>
                <a:lnTo>
                  <a:pt x="99" y="187"/>
                </a:lnTo>
                <a:lnTo>
                  <a:pt x="100" y="187"/>
                </a:lnTo>
                <a:lnTo>
                  <a:pt x="101" y="187"/>
                </a:lnTo>
                <a:lnTo>
                  <a:pt x="101" y="186"/>
                </a:lnTo>
                <a:lnTo>
                  <a:pt x="102" y="186"/>
                </a:lnTo>
                <a:lnTo>
                  <a:pt x="102" y="185"/>
                </a:lnTo>
                <a:lnTo>
                  <a:pt x="103" y="185"/>
                </a:lnTo>
                <a:lnTo>
                  <a:pt x="103" y="184"/>
                </a:lnTo>
                <a:lnTo>
                  <a:pt x="103" y="183"/>
                </a:lnTo>
                <a:lnTo>
                  <a:pt x="104" y="183"/>
                </a:lnTo>
                <a:lnTo>
                  <a:pt x="105" y="183"/>
                </a:lnTo>
                <a:lnTo>
                  <a:pt x="105" y="182"/>
                </a:lnTo>
                <a:lnTo>
                  <a:pt x="106" y="182"/>
                </a:lnTo>
                <a:lnTo>
                  <a:pt x="106" y="183"/>
                </a:lnTo>
                <a:lnTo>
                  <a:pt x="107" y="182"/>
                </a:lnTo>
                <a:lnTo>
                  <a:pt x="108" y="181"/>
                </a:lnTo>
                <a:lnTo>
                  <a:pt x="109" y="180"/>
                </a:lnTo>
                <a:lnTo>
                  <a:pt x="108" y="179"/>
                </a:lnTo>
                <a:lnTo>
                  <a:pt x="108" y="178"/>
                </a:lnTo>
                <a:lnTo>
                  <a:pt x="108" y="177"/>
                </a:lnTo>
                <a:lnTo>
                  <a:pt x="107" y="176"/>
                </a:lnTo>
                <a:lnTo>
                  <a:pt x="107" y="175"/>
                </a:lnTo>
                <a:lnTo>
                  <a:pt x="107" y="174"/>
                </a:lnTo>
                <a:lnTo>
                  <a:pt x="108" y="174"/>
                </a:lnTo>
                <a:lnTo>
                  <a:pt x="108" y="173"/>
                </a:lnTo>
                <a:lnTo>
                  <a:pt x="109" y="172"/>
                </a:lnTo>
                <a:lnTo>
                  <a:pt x="109" y="171"/>
                </a:lnTo>
                <a:lnTo>
                  <a:pt x="110" y="170"/>
                </a:lnTo>
                <a:lnTo>
                  <a:pt x="111" y="170"/>
                </a:lnTo>
                <a:lnTo>
                  <a:pt x="111" y="169"/>
                </a:lnTo>
                <a:lnTo>
                  <a:pt x="111" y="168"/>
                </a:lnTo>
                <a:lnTo>
                  <a:pt x="112" y="167"/>
                </a:lnTo>
                <a:lnTo>
                  <a:pt x="112" y="166"/>
                </a:lnTo>
                <a:lnTo>
                  <a:pt x="113" y="166"/>
                </a:lnTo>
                <a:lnTo>
                  <a:pt x="114" y="166"/>
                </a:lnTo>
                <a:lnTo>
                  <a:pt x="114" y="165"/>
                </a:lnTo>
                <a:lnTo>
                  <a:pt x="115" y="165"/>
                </a:lnTo>
                <a:lnTo>
                  <a:pt x="115" y="164"/>
                </a:lnTo>
                <a:lnTo>
                  <a:pt x="116" y="163"/>
                </a:lnTo>
                <a:lnTo>
                  <a:pt x="117" y="162"/>
                </a:lnTo>
                <a:lnTo>
                  <a:pt x="117" y="161"/>
                </a:lnTo>
                <a:lnTo>
                  <a:pt x="118" y="161"/>
                </a:lnTo>
                <a:lnTo>
                  <a:pt x="117" y="160"/>
                </a:lnTo>
                <a:lnTo>
                  <a:pt x="118" y="160"/>
                </a:lnTo>
                <a:lnTo>
                  <a:pt x="118" y="159"/>
                </a:lnTo>
                <a:lnTo>
                  <a:pt x="118" y="158"/>
                </a:lnTo>
                <a:lnTo>
                  <a:pt x="118" y="157"/>
                </a:lnTo>
                <a:lnTo>
                  <a:pt x="119" y="158"/>
                </a:lnTo>
                <a:lnTo>
                  <a:pt x="119" y="157"/>
                </a:lnTo>
                <a:lnTo>
                  <a:pt x="119" y="155"/>
                </a:lnTo>
                <a:lnTo>
                  <a:pt x="120" y="154"/>
                </a:lnTo>
                <a:lnTo>
                  <a:pt x="119" y="154"/>
                </a:lnTo>
                <a:lnTo>
                  <a:pt x="118" y="154"/>
                </a:lnTo>
                <a:lnTo>
                  <a:pt x="118" y="153"/>
                </a:lnTo>
                <a:lnTo>
                  <a:pt x="117" y="153"/>
                </a:lnTo>
                <a:lnTo>
                  <a:pt x="115" y="153"/>
                </a:lnTo>
                <a:lnTo>
                  <a:pt x="115" y="152"/>
                </a:lnTo>
                <a:lnTo>
                  <a:pt x="116" y="152"/>
                </a:lnTo>
                <a:lnTo>
                  <a:pt x="116" y="151"/>
                </a:lnTo>
                <a:lnTo>
                  <a:pt x="115" y="150"/>
                </a:lnTo>
                <a:lnTo>
                  <a:pt x="115" y="151"/>
                </a:lnTo>
                <a:lnTo>
                  <a:pt x="114" y="151"/>
                </a:lnTo>
                <a:lnTo>
                  <a:pt x="113" y="150"/>
                </a:lnTo>
                <a:lnTo>
                  <a:pt x="112" y="150"/>
                </a:lnTo>
                <a:lnTo>
                  <a:pt x="112" y="151"/>
                </a:lnTo>
                <a:lnTo>
                  <a:pt x="112" y="150"/>
                </a:lnTo>
                <a:lnTo>
                  <a:pt x="111" y="150"/>
                </a:lnTo>
                <a:lnTo>
                  <a:pt x="110" y="149"/>
                </a:lnTo>
                <a:lnTo>
                  <a:pt x="111" y="148"/>
                </a:lnTo>
                <a:lnTo>
                  <a:pt x="111" y="147"/>
                </a:lnTo>
                <a:lnTo>
                  <a:pt x="110" y="147"/>
                </a:lnTo>
                <a:lnTo>
                  <a:pt x="110" y="146"/>
                </a:lnTo>
                <a:lnTo>
                  <a:pt x="111" y="145"/>
                </a:lnTo>
                <a:lnTo>
                  <a:pt x="110" y="145"/>
                </a:lnTo>
                <a:lnTo>
                  <a:pt x="110" y="144"/>
                </a:lnTo>
                <a:lnTo>
                  <a:pt x="110" y="143"/>
                </a:lnTo>
                <a:lnTo>
                  <a:pt x="110" y="142"/>
                </a:lnTo>
                <a:lnTo>
                  <a:pt x="111" y="142"/>
                </a:lnTo>
                <a:lnTo>
                  <a:pt x="111" y="141"/>
                </a:lnTo>
                <a:lnTo>
                  <a:pt x="112" y="141"/>
                </a:lnTo>
                <a:lnTo>
                  <a:pt x="112" y="140"/>
                </a:lnTo>
                <a:lnTo>
                  <a:pt x="113" y="140"/>
                </a:lnTo>
                <a:lnTo>
                  <a:pt x="113" y="139"/>
                </a:lnTo>
                <a:lnTo>
                  <a:pt x="113" y="138"/>
                </a:lnTo>
                <a:lnTo>
                  <a:pt x="113" y="137"/>
                </a:lnTo>
                <a:lnTo>
                  <a:pt x="112" y="137"/>
                </a:lnTo>
                <a:lnTo>
                  <a:pt x="112" y="136"/>
                </a:lnTo>
                <a:lnTo>
                  <a:pt x="112" y="135"/>
                </a:lnTo>
                <a:lnTo>
                  <a:pt x="112" y="134"/>
                </a:lnTo>
                <a:lnTo>
                  <a:pt x="111" y="134"/>
                </a:lnTo>
                <a:lnTo>
                  <a:pt x="110" y="134"/>
                </a:lnTo>
                <a:lnTo>
                  <a:pt x="110" y="133"/>
                </a:lnTo>
                <a:lnTo>
                  <a:pt x="109" y="132"/>
                </a:lnTo>
                <a:lnTo>
                  <a:pt x="110" y="132"/>
                </a:lnTo>
                <a:lnTo>
                  <a:pt x="110" y="131"/>
                </a:lnTo>
                <a:lnTo>
                  <a:pt x="109" y="131"/>
                </a:lnTo>
                <a:lnTo>
                  <a:pt x="109" y="130"/>
                </a:lnTo>
                <a:lnTo>
                  <a:pt x="109" y="129"/>
                </a:lnTo>
                <a:lnTo>
                  <a:pt x="110" y="129"/>
                </a:lnTo>
                <a:lnTo>
                  <a:pt x="109" y="127"/>
                </a:lnTo>
                <a:lnTo>
                  <a:pt x="108" y="127"/>
                </a:lnTo>
                <a:lnTo>
                  <a:pt x="108" y="126"/>
                </a:lnTo>
                <a:lnTo>
                  <a:pt x="108" y="124"/>
                </a:lnTo>
                <a:lnTo>
                  <a:pt x="108" y="123"/>
                </a:lnTo>
                <a:lnTo>
                  <a:pt x="107" y="123"/>
                </a:lnTo>
                <a:lnTo>
                  <a:pt x="106" y="122"/>
                </a:lnTo>
                <a:lnTo>
                  <a:pt x="106" y="121"/>
                </a:lnTo>
                <a:lnTo>
                  <a:pt x="105" y="120"/>
                </a:lnTo>
                <a:lnTo>
                  <a:pt x="104" y="121"/>
                </a:lnTo>
                <a:lnTo>
                  <a:pt x="103" y="122"/>
                </a:lnTo>
                <a:lnTo>
                  <a:pt x="103" y="123"/>
                </a:lnTo>
                <a:lnTo>
                  <a:pt x="102" y="123"/>
                </a:lnTo>
                <a:lnTo>
                  <a:pt x="102" y="122"/>
                </a:lnTo>
                <a:lnTo>
                  <a:pt x="101" y="123"/>
                </a:lnTo>
                <a:lnTo>
                  <a:pt x="100" y="123"/>
                </a:lnTo>
                <a:lnTo>
                  <a:pt x="99" y="123"/>
                </a:lnTo>
                <a:lnTo>
                  <a:pt x="99" y="122"/>
                </a:lnTo>
                <a:lnTo>
                  <a:pt x="98" y="122"/>
                </a:lnTo>
                <a:lnTo>
                  <a:pt x="98" y="121"/>
                </a:lnTo>
                <a:lnTo>
                  <a:pt x="98" y="120"/>
                </a:lnTo>
                <a:lnTo>
                  <a:pt x="98" y="119"/>
                </a:lnTo>
                <a:lnTo>
                  <a:pt x="98" y="118"/>
                </a:lnTo>
                <a:lnTo>
                  <a:pt x="98" y="117"/>
                </a:lnTo>
                <a:lnTo>
                  <a:pt x="97" y="116"/>
                </a:lnTo>
                <a:lnTo>
                  <a:pt x="97" y="115"/>
                </a:lnTo>
                <a:lnTo>
                  <a:pt x="96" y="115"/>
                </a:lnTo>
                <a:lnTo>
                  <a:pt x="96" y="114"/>
                </a:lnTo>
                <a:lnTo>
                  <a:pt x="95" y="113"/>
                </a:lnTo>
                <a:lnTo>
                  <a:pt x="96" y="112"/>
                </a:lnTo>
                <a:lnTo>
                  <a:pt x="96" y="113"/>
                </a:lnTo>
                <a:lnTo>
                  <a:pt x="97" y="112"/>
                </a:lnTo>
                <a:lnTo>
                  <a:pt x="97" y="111"/>
                </a:lnTo>
                <a:lnTo>
                  <a:pt x="97" y="110"/>
                </a:lnTo>
                <a:lnTo>
                  <a:pt x="97" y="109"/>
                </a:lnTo>
                <a:lnTo>
                  <a:pt x="98" y="109"/>
                </a:lnTo>
                <a:lnTo>
                  <a:pt x="98" y="108"/>
                </a:lnTo>
                <a:lnTo>
                  <a:pt x="99" y="108"/>
                </a:lnTo>
                <a:lnTo>
                  <a:pt x="100" y="107"/>
                </a:lnTo>
                <a:lnTo>
                  <a:pt x="101" y="108"/>
                </a:lnTo>
                <a:lnTo>
                  <a:pt x="102" y="108"/>
                </a:lnTo>
                <a:lnTo>
                  <a:pt x="102" y="109"/>
                </a:lnTo>
                <a:lnTo>
                  <a:pt x="103" y="109"/>
                </a:lnTo>
                <a:lnTo>
                  <a:pt x="103" y="110"/>
                </a:lnTo>
                <a:lnTo>
                  <a:pt x="104" y="111"/>
                </a:lnTo>
                <a:lnTo>
                  <a:pt x="105" y="112"/>
                </a:lnTo>
                <a:lnTo>
                  <a:pt x="106" y="112"/>
                </a:lnTo>
                <a:lnTo>
                  <a:pt x="107" y="112"/>
                </a:lnTo>
                <a:lnTo>
                  <a:pt x="107" y="111"/>
                </a:lnTo>
                <a:lnTo>
                  <a:pt x="106" y="111"/>
                </a:lnTo>
                <a:lnTo>
                  <a:pt x="107" y="110"/>
                </a:lnTo>
                <a:lnTo>
                  <a:pt x="107" y="109"/>
                </a:lnTo>
                <a:lnTo>
                  <a:pt x="106" y="108"/>
                </a:lnTo>
                <a:lnTo>
                  <a:pt x="106" y="107"/>
                </a:lnTo>
                <a:lnTo>
                  <a:pt x="105" y="107"/>
                </a:lnTo>
                <a:lnTo>
                  <a:pt x="105" y="106"/>
                </a:lnTo>
                <a:lnTo>
                  <a:pt x="106" y="105"/>
                </a:lnTo>
                <a:lnTo>
                  <a:pt x="106" y="104"/>
                </a:lnTo>
                <a:lnTo>
                  <a:pt x="107" y="104"/>
                </a:lnTo>
                <a:lnTo>
                  <a:pt x="107" y="103"/>
                </a:lnTo>
                <a:lnTo>
                  <a:pt x="108" y="103"/>
                </a:lnTo>
                <a:lnTo>
                  <a:pt x="108" y="104"/>
                </a:lnTo>
                <a:lnTo>
                  <a:pt x="109" y="104"/>
                </a:lnTo>
                <a:lnTo>
                  <a:pt x="110" y="103"/>
                </a:lnTo>
                <a:lnTo>
                  <a:pt x="110" y="104"/>
                </a:lnTo>
                <a:lnTo>
                  <a:pt x="111" y="104"/>
                </a:lnTo>
                <a:lnTo>
                  <a:pt x="112" y="104"/>
                </a:lnTo>
                <a:lnTo>
                  <a:pt x="113" y="104"/>
                </a:lnTo>
                <a:lnTo>
                  <a:pt x="114" y="104"/>
                </a:lnTo>
                <a:lnTo>
                  <a:pt x="114" y="105"/>
                </a:lnTo>
                <a:lnTo>
                  <a:pt x="114" y="104"/>
                </a:lnTo>
                <a:lnTo>
                  <a:pt x="115" y="104"/>
                </a:lnTo>
                <a:lnTo>
                  <a:pt x="116" y="103"/>
                </a:lnTo>
                <a:lnTo>
                  <a:pt x="117" y="103"/>
                </a:lnTo>
                <a:lnTo>
                  <a:pt x="117" y="102"/>
                </a:lnTo>
                <a:lnTo>
                  <a:pt x="117" y="101"/>
                </a:lnTo>
                <a:lnTo>
                  <a:pt x="116" y="100"/>
                </a:lnTo>
                <a:lnTo>
                  <a:pt x="117" y="99"/>
                </a:lnTo>
                <a:lnTo>
                  <a:pt x="118" y="99"/>
                </a:lnTo>
                <a:lnTo>
                  <a:pt x="118" y="98"/>
                </a:lnTo>
                <a:lnTo>
                  <a:pt x="119" y="98"/>
                </a:lnTo>
                <a:lnTo>
                  <a:pt x="120" y="98"/>
                </a:lnTo>
                <a:lnTo>
                  <a:pt x="121" y="99"/>
                </a:lnTo>
                <a:lnTo>
                  <a:pt x="121" y="98"/>
                </a:lnTo>
                <a:lnTo>
                  <a:pt x="121" y="97"/>
                </a:lnTo>
                <a:lnTo>
                  <a:pt x="122" y="97"/>
                </a:lnTo>
                <a:lnTo>
                  <a:pt x="123" y="97"/>
                </a:lnTo>
                <a:lnTo>
                  <a:pt x="123" y="96"/>
                </a:lnTo>
                <a:lnTo>
                  <a:pt x="123" y="95"/>
                </a:lnTo>
                <a:lnTo>
                  <a:pt x="124" y="95"/>
                </a:lnTo>
                <a:lnTo>
                  <a:pt x="124" y="94"/>
                </a:lnTo>
                <a:lnTo>
                  <a:pt x="124" y="93"/>
                </a:lnTo>
                <a:lnTo>
                  <a:pt x="124" y="92"/>
                </a:lnTo>
                <a:lnTo>
                  <a:pt x="124" y="91"/>
                </a:lnTo>
                <a:lnTo>
                  <a:pt x="124" y="92"/>
                </a:lnTo>
                <a:lnTo>
                  <a:pt x="125" y="92"/>
                </a:lnTo>
                <a:lnTo>
                  <a:pt x="126" y="92"/>
                </a:lnTo>
                <a:lnTo>
                  <a:pt x="126" y="91"/>
                </a:lnTo>
                <a:lnTo>
                  <a:pt x="127" y="90"/>
                </a:lnTo>
                <a:lnTo>
                  <a:pt x="127" y="89"/>
                </a:lnTo>
                <a:lnTo>
                  <a:pt x="126" y="89"/>
                </a:lnTo>
                <a:lnTo>
                  <a:pt x="126" y="88"/>
                </a:lnTo>
                <a:lnTo>
                  <a:pt x="126" y="87"/>
                </a:lnTo>
                <a:lnTo>
                  <a:pt x="126" y="86"/>
                </a:lnTo>
                <a:lnTo>
                  <a:pt x="126" y="85"/>
                </a:lnTo>
                <a:lnTo>
                  <a:pt x="126" y="84"/>
                </a:lnTo>
                <a:lnTo>
                  <a:pt x="126" y="83"/>
                </a:lnTo>
                <a:lnTo>
                  <a:pt x="126" y="82"/>
                </a:lnTo>
                <a:lnTo>
                  <a:pt x="125" y="82"/>
                </a:lnTo>
                <a:lnTo>
                  <a:pt x="124" y="81"/>
                </a:lnTo>
                <a:lnTo>
                  <a:pt x="124" y="82"/>
                </a:lnTo>
                <a:lnTo>
                  <a:pt x="123" y="82"/>
                </a:lnTo>
                <a:lnTo>
                  <a:pt x="122" y="81"/>
                </a:lnTo>
                <a:lnTo>
                  <a:pt x="123" y="80"/>
                </a:lnTo>
                <a:lnTo>
                  <a:pt x="122" y="80"/>
                </a:lnTo>
                <a:lnTo>
                  <a:pt x="123" y="79"/>
                </a:lnTo>
                <a:lnTo>
                  <a:pt x="122" y="79"/>
                </a:lnTo>
                <a:lnTo>
                  <a:pt x="122" y="78"/>
                </a:lnTo>
                <a:lnTo>
                  <a:pt x="124" y="78"/>
                </a:lnTo>
                <a:lnTo>
                  <a:pt x="125" y="78"/>
                </a:lnTo>
                <a:lnTo>
                  <a:pt x="126" y="77"/>
                </a:lnTo>
                <a:lnTo>
                  <a:pt x="126" y="76"/>
                </a:lnTo>
                <a:lnTo>
                  <a:pt x="126" y="75"/>
                </a:lnTo>
                <a:lnTo>
                  <a:pt x="127" y="75"/>
                </a:lnTo>
                <a:lnTo>
                  <a:pt x="128" y="75"/>
                </a:lnTo>
                <a:lnTo>
                  <a:pt x="129" y="76"/>
                </a:lnTo>
                <a:lnTo>
                  <a:pt x="129" y="77"/>
                </a:lnTo>
                <a:lnTo>
                  <a:pt x="129" y="78"/>
                </a:lnTo>
                <a:lnTo>
                  <a:pt x="128" y="79"/>
                </a:lnTo>
                <a:lnTo>
                  <a:pt x="129" y="79"/>
                </a:lnTo>
                <a:lnTo>
                  <a:pt x="130" y="79"/>
                </a:lnTo>
                <a:lnTo>
                  <a:pt x="131" y="79"/>
                </a:lnTo>
                <a:lnTo>
                  <a:pt x="131" y="78"/>
                </a:lnTo>
                <a:lnTo>
                  <a:pt x="131" y="77"/>
                </a:lnTo>
                <a:lnTo>
                  <a:pt x="131" y="76"/>
                </a:lnTo>
                <a:lnTo>
                  <a:pt x="132" y="76"/>
                </a:lnTo>
                <a:lnTo>
                  <a:pt x="132" y="75"/>
                </a:lnTo>
                <a:lnTo>
                  <a:pt x="133" y="75"/>
                </a:lnTo>
                <a:lnTo>
                  <a:pt x="134" y="75"/>
                </a:lnTo>
                <a:lnTo>
                  <a:pt x="135" y="74"/>
                </a:lnTo>
                <a:lnTo>
                  <a:pt x="136" y="74"/>
                </a:lnTo>
                <a:lnTo>
                  <a:pt x="137" y="73"/>
                </a:lnTo>
                <a:lnTo>
                  <a:pt x="138" y="72"/>
                </a:lnTo>
                <a:lnTo>
                  <a:pt x="138" y="71"/>
                </a:lnTo>
                <a:lnTo>
                  <a:pt x="139" y="71"/>
                </a:lnTo>
                <a:lnTo>
                  <a:pt x="139" y="70"/>
                </a:lnTo>
                <a:lnTo>
                  <a:pt x="140" y="69"/>
                </a:lnTo>
                <a:lnTo>
                  <a:pt x="140" y="68"/>
                </a:lnTo>
                <a:lnTo>
                  <a:pt x="141" y="68"/>
                </a:lnTo>
                <a:lnTo>
                  <a:pt x="141" y="67"/>
                </a:lnTo>
                <a:lnTo>
                  <a:pt x="142" y="67"/>
                </a:lnTo>
                <a:lnTo>
                  <a:pt x="142" y="68"/>
                </a:lnTo>
                <a:lnTo>
                  <a:pt x="143" y="68"/>
                </a:lnTo>
                <a:lnTo>
                  <a:pt x="144" y="68"/>
                </a:lnTo>
                <a:lnTo>
                  <a:pt x="144" y="67"/>
                </a:lnTo>
                <a:lnTo>
                  <a:pt x="145" y="65"/>
                </a:lnTo>
                <a:lnTo>
                  <a:pt x="146" y="64"/>
                </a:lnTo>
                <a:lnTo>
                  <a:pt x="147" y="64"/>
                </a:lnTo>
                <a:lnTo>
                  <a:pt x="146" y="64"/>
                </a:lnTo>
                <a:lnTo>
                  <a:pt x="147" y="63"/>
                </a:lnTo>
                <a:lnTo>
                  <a:pt x="147" y="62"/>
                </a:lnTo>
                <a:lnTo>
                  <a:pt x="147" y="61"/>
                </a:lnTo>
                <a:lnTo>
                  <a:pt x="148" y="60"/>
                </a:lnTo>
                <a:lnTo>
                  <a:pt x="149" y="60"/>
                </a:lnTo>
                <a:lnTo>
                  <a:pt x="149" y="61"/>
                </a:lnTo>
                <a:lnTo>
                  <a:pt x="149" y="62"/>
                </a:lnTo>
                <a:lnTo>
                  <a:pt x="150" y="62"/>
                </a:lnTo>
                <a:lnTo>
                  <a:pt x="151" y="62"/>
                </a:lnTo>
                <a:lnTo>
                  <a:pt x="152" y="62"/>
                </a:lnTo>
                <a:lnTo>
                  <a:pt x="152" y="63"/>
                </a:lnTo>
                <a:lnTo>
                  <a:pt x="153" y="63"/>
                </a:lnTo>
                <a:lnTo>
                  <a:pt x="153" y="64"/>
                </a:lnTo>
                <a:lnTo>
                  <a:pt x="153" y="65"/>
                </a:lnTo>
                <a:lnTo>
                  <a:pt x="153" y="66"/>
                </a:lnTo>
                <a:lnTo>
                  <a:pt x="154" y="66"/>
                </a:lnTo>
                <a:lnTo>
                  <a:pt x="154" y="65"/>
                </a:lnTo>
                <a:lnTo>
                  <a:pt x="155" y="64"/>
                </a:lnTo>
                <a:lnTo>
                  <a:pt x="156" y="65"/>
                </a:lnTo>
                <a:lnTo>
                  <a:pt x="156" y="66"/>
                </a:lnTo>
                <a:lnTo>
                  <a:pt x="156" y="67"/>
                </a:lnTo>
                <a:lnTo>
                  <a:pt x="156" y="68"/>
                </a:lnTo>
                <a:lnTo>
                  <a:pt x="156" y="69"/>
                </a:lnTo>
                <a:lnTo>
                  <a:pt x="156" y="70"/>
                </a:lnTo>
                <a:lnTo>
                  <a:pt x="157" y="70"/>
                </a:lnTo>
                <a:lnTo>
                  <a:pt x="157" y="71"/>
                </a:lnTo>
                <a:lnTo>
                  <a:pt x="158" y="71"/>
                </a:lnTo>
                <a:lnTo>
                  <a:pt x="159" y="72"/>
                </a:lnTo>
                <a:lnTo>
                  <a:pt x="159" y="73"/>
                </a:lnTo>
                <a:lnTo>
                  <a:pt x="158" y="73"/>
                </a:lnTo>
                <a:lnTo>
                  <a:pt x="158" y="74"/>
                </a:lnTo>
                <a:lnTo>
                  <a:pt x="159" y="74"/>
                </a:lnTo>
                <a:lnTo>
                  <a:pt x="159" y="75"/>
                </a:lnTo>
                <a:lnTo>
                  <a:pt x="160" y="75"/>
                </a:lnTo>
                <a:lnTo>
                  <a:pt x="161" y="74"/>
                </a:lnTo>
                <a:lnTo>
                  <a:pt x="161" y="75"/>
                </a:lnTo>
                <a:lnTo>
                  <a:pt x="162" y="75"/>
                </a:lnTo>
                <a:lnTo>
                  <a:pt x="163" y="75"/>
                </a:lnTo>
                <a:lnTo>
                  <a:pt x="164" y="75"/>
                </a:lnTo>
                <a:lnTo>
                  <a:pt x="165" y="76"/>
                </a:lnTo>
                <a:lnTo>
                  <a:pt x="166" y="76"/>
                </a:lnTo>
                <a:lnTo>
                  <a:pt x="166" y="77"/>
                </a:lnTo>
                <a:lnTo>
                  <a:pt x="167" y="77"/>
                </a:lnTo>
                <a:lnTo>
                  <a:pt x="167" y="78"/>
                </a:lnTo>
                <a:lnTo>
                  <a:pt x="168" y="78"/>
                </a:lnTo>
                <a:lnTo>
                  <a:pt x="168" y="79"/>
                </a:lnTo>
                <a:lnTo>
                  <a:pt x="169" y="78"/>
                </a:lnTo>
                <a:lnTo>
                  <a:pt x="170" y="78"/>
                </a:lnTo>
                <a:lnTo>
                  <a:pt x="171" y="77"/>
                </a:lnTo>
                <a:lnTo>
                  <a:pt x="171" y="78"/>
                </a:lnTo>
                <a:lnTo>
                  <a:pt x="172" y="79"/>
                </a:lnTo>
                <a:lnTo>
                  <a:pt x="173" y="80"/>
                </a:lnTo>
                <a:lnTo>
                  <a:pt x="174" y="80"/>
                </a:lnTo>
                <a:lnTo>
                  <a:pt x="174" y="81"/>
                </a:lnTo>
                <a:lnTo>
                  <a:pt x="175" y="81"/>
                </a:lnTo>
                <a:lnTo>
                  <a:pt x="175" y="80"/>
                </a:lnTo>
                <a:lnTo>
                  <a:pt x="176" y="80"/>
                </a:lnTo>
                <a:lnTo>
                  <a:pt x="176" y="79"/>
                </a:lnTo>
                <a:lnTo>
                  <a:pt x="177" y="79"/>
                </a:lnTo>
                <a:lnTo>
                  <a:pt x="177" y="78"/>
                </a:lnTo>
                <a:lnTo>
                  <a:pt x="177" y="77"/>
                </a:lnTo>
                <a:lnTo>
                  <a:pt x="178" y="76"/>
                </a:lnTo>
                <a:lnTo>
                  <a:pt x="179" y="76"/>
                </a:lnTo>
                <a:lnTo>
                  <a:pt x="179" y="75"/>
                </a:lnTo>
                <a:lnTo>
                  <a:pt x="179" y="74"/>
                </a:lnTo>
                <a:lnTo>
                  <a:pt x="180" y="73"/>
                </a:lnTo>
                <a:lnTo>
                  <a:pt x="179" y="73"/>
                </a:lnTo>
                <a:lnTo>
                  <a:pt x="179" y="72"/>
                </a:lnTo>
                <a:lnTo>
                  <a:pt x="179" y="71"/>
                </a:lnTo>
                <a:lnTo>
                  <a:pt x="180" y="70"/>
                </a:lnTo>
                <a:lnTo>
                  <a:pt x="179" y="69"/>
                </a:lnTo>
                <a:lnTo>
                  <a:pt x="179" y="68"/>
                </a:lnTo>
                <a:lnTo>
                  <a:pt x="179" y="67"/>
                </a:lnTo>
                <a:lnTo>
                  <a:pt x="180" y="68"/>
                </a:lnTo>
                <a:lnTo>
                  <a:pt x="180" y="67"/>
                </a:lnTo>
                <a:lnTo>
                  <a:pt x="180" y="66"/>
                </a:lnTo>
                <a:lnTo>
                  <a:pt x="181" y="66"/>
                </a:lnTo>
                <a:lnTo>
                  <a:pt x="181" y="65"/>
                </a:lnTo>
                <a:lnTo>
                  <a:pt x="181" y="64"/>
                </a:lnTo>
                <a:lnTo>
                  <a:pt x="182" y="64"/>
                </a:lnTo>
                <a:lnTo>
                  <a:pt x="183" y="64"/>
                </a:lnTo>
                <a:lnTo>
                  <a:pt x="184" y="63"/>
                </a:lnTo>
                <a:lnTo>
                  <a:pt x="185" y="63"/>
                </a:lnTo>
                <a:lnTo>
                  <a:pt x="185" y="62"/>
                </a:lnTo>
                <a:lnTo>
                  <a:pt x="186" y="61"/>
                </a:lnTo>
                <a:lnTo>
                  <a:pt x="186" y="60"/>
                </a:lnTo>
                <a:lnTo>
                  <a:pt x="187" y="61"/>
                </a:lnTo>
                <a:lnTo>
                  <a:pt x="187" y="62"/>
                </a:lnTo>
                <a:lnTo>
                  <a:pt x="188" y="61"/>
                </a:lnTo>
                <a:lnTo>
                  <a:pt x="189" y="60"/>
                </a:lnTo>
                <a:lnTo>
                  <a:pt x="190" y="60"/>
                </a:lnTo>
                <a:lnTo>
                  <a:pt x="191" y="60"/>
                </a:lnTo>
                <a:lnTo>
                  <a:pt x="191" y="59"/>
                </a:lnTo>
                <a:lnTo>
                  <a:pt x="192" y="59"/>
                </a:lnTo>
                <a:lnTo>
                  <a:pt x="192" y="58"/>
                </a:lnTo>
                <a:lnTo>
                  <a:pt x="193" y="57"/>
                </a:lnTo>
                <a:lnTo>
                  <a:pt x="194" y="57"/>
                </a:lnTo>
                <a:lnTo>
                  <a:pt x="194" y="56"/>
                </a:lnTo>
                <a:lnTo>
                  <a:pt x="195" y="55"/>
                </a:lnTo>
                <a:lnTo>
                  <a:pt x="195" y="56"/>
                </a:lnTo>
                <a:lnTo>
                  <a:pt x="196" y="56"/>
                </a:lnTo>
                <a:lnTo>
                  <a:pt x="197" y="56"/>
                </a:lnTo>
                <a:lnTo>
                  <a:pt x="198" y="57"/>
                </a:lnTo>
                <a:lnTo>
                  <a:pt x="198" y="56"/>
                </a:lnTo>
                <a:lnTo>
                  <a:pt x="199" y="56"/>
                </a:lnTo>
                <a:lnTo>
                  <a:pt x="200" y="56"/>
                </a:lnTo>
                <a:lnTo>
                  <a:pt x="200" y="55"/>
                </a:lnTo>
                <a:lnTo>
                  <a:pt x="200" y="54"/>
                </a:lnTo>
                <a:lnTo>
                  <a:pt x="201" y="53"/>
                </a:lnTo>
                <a:lnTo>
                  <a:pt x="201" y="52"/>
                </a:lnTo>
                <a:lnTo>
                  <a:pt x="201" y="53"/>
                </a:lnTo>
                <a:lnTo>
                  <a:pt x="202" y="53"/>
                </a:lnTo>
                <a:lnTo>
                  <a:pt x="202" y="54"/>
                </a:lnTo>
                <a:lnTo>
                  <a:pt x="203" y="53"/>
                </a:lnTo>
                <a:lnTo>
                  <a:pt x="203" y="54"/>
                </a:lnTo>
                <a:lnTo>
                  <a:pt x="204" y="53"/>
                </a:lnTo>
                <a:lnTo>
                  <a:pt x="205" y="52"/>
                </a:lnTo>
                <a:lnTo>
                  <a:pt x="206" y="53"/>
                </a:lnTo>
                <a:lnTo>
                  <a:pt x="206" y="54"/>
                </a:lnTo>
                <a:lnTo>
                  <a:pt x="207" y="54"/>
                </a:lnTo>
                <a:lnTo>
                  <a:pt x="207" y="53"/>
                </a:lnTo>
                <a:lnTo>
                  <a:pt x="208" y="53"/>
                </a:lnTo>
                <a:lnTo>
                  <a:pt x="209" y="53"/>
                </a:lnTo>
                <a:lnTo>
                  <a:pt x="209" y="54"/>
                </a:lnTo>
                <a:lnTo>
                  <a:pt x="210" y="54"/>
                </a:lnTo>
                <a:lnTo>
                  <a:pt x="210" y="55"/>
                </a:lnTo>
                <a:lnTo>
                  <a:pt x="210" y="54"/>
                </a:lnTo>
                <a:lnTo>
                  <a:pt x="210" y="55"/>
                </a:lnTo>
                <a:lnTo>
                  <a:pt x="211" y="55"/>
                </a:lnTo>
                <a:lnTo>
                  <a:pt x="212" y="55"/>
                </a:lnTo>
                <a:lnTo>
                  <a:pt x="212" y="54"/>
                </a:lnTo>
                <a:lnTo>
                  <a:pt x="212" y="53"/>
                </a:lnTo>
                <a:lnTo>
                  <a:pt x="211" y="53"/>
                </a:lnTo>
                <a:lnTo>
                  <a:pt x="211" y="52"/>
                </a:lnTo>
                <a:lnTo>
                  <a:pt x="212" y="52"/>
                </a:lnTo>
                <a:lnTo>
                  <a:pt x="212" y="51"/>
                </a:lnTo>
                <a:lnTo>
                  <a:pt x="211" y="51"/>
                </a:lnTo>
                <a:lnTo>
                  <a:pt x="211" y="50"/>
                </a:lnTo>
                <a:lnTo>
                  <a:pt x="212" y="49"/>
                </a:lnTo>
                <a:lnTo>
                  <a:pt x="212" y="48"/>
                </a:lnTo>
                <a:lnTo>
                  <a:pt x="213" y="48"/>
                </a:lnTo>
                <a:lnTo>
                  <a:pt x="215" y="48"/>
                </a:lnTo>
                <a:lnTo>
                  <a:pt x="215" y="47"/>
                </a:lnTo>
                <a:lnTo>
                  <a:pt x="215" y="46"/>
                </a:lnTo>
                <a:lnTo>
                  <a:pt x="214" y="46"/>
                </a:lnTo>
                <a:lnTo>
                  <a:pt x="214" y="45"/>
                </a:lnTo>
                <a:lnTo>
                  <a:pt x="214" y="44"/>
                </a:lnTo>
                <a:lnTo>
                  <a:pt x="215" y="43"/>
                </a:lnTo>
                <a:lnTo>
                  <a:pt x="215" y="42"/>
                </a:lnTo>
                <a:lnTo>
                  <a:pt x="216" y="42"/>
                </a:lnTo>
                <a:lnTo>
                  <a:pt x="217" y="41"/>
                </a:lnTo>
                <a:lnTo>
                  <a:pt x="218" y="41"/>
                </a:lnTo>
                <a:lnTo>
                  <a:pt x="218" y="42"/>
                </a:lnTo>
                <a:lnTo>
                  <a:pt x="219" y="42"/>
                </a:lnTo>
                <a:lnTo>
                  <a:pt x="220" y="42"/>
                </a:lnTo>
                <a:lnTo>
                  <a:pt x="221" y="42"/>
                </a:lnTo>
                <a:lnTo>
                  <a:pt x="222" y="42"/>
                </a:lnTo>
                <a:lnTo>
                  <a:pt x="223" y="42"/>
                </a:lnTo>
                <a:lnTo>
                  <a:pt x="223" y="41"/>
                </a:lnTo>
                <a:lnTo>
                  <a:pt x="224" y="41"/>
                </a:lnTo>
                <a:lnTo>
                  <a:pt x="225" y="41"/>
                </a:lnTo>
                <a:lnTo>
                  <a:pt x="226" y="40"/>
                </a:lnTo>
                <a:lnTo>
                  <a:pt x="226" y="39"/>
                </a:lnTo>
                <a:lnTo>
                  <a:pt x="227" y="39"/>
                </a:lnTo>
                <a:lnTo>
                  <a:pt x="227" y="38"/>
                </a:lnTo>
                <a:lnTo>
                  <a:pt x="228" y="39"/>
                </a:lnTo>
                <a:lnTo>
                  <a:pt x="229" y="39"/>
                </a:lnTo>
                <a:lnTo>
                  <a:pt x="229" y="38"/>
                </a:lnTo>
                <a:lnTo>
                  <a:pt x="230" y="37"/>
                </a:lnTo>
                <a:lnTo>
                  <a:pt x="231" y="37"/>
                </a:lnTo>
                <a:lnTo>
                  <a:pt x="232" y="36"/>
                </a:lnTo>
                <a:lnTo>
                  <a:pt x="232" y="37"/>
                </a:lnTo>
                <a:lnTo>
                  <a:pt x="232" y="36"/>
                </a:lnTo>
                <a:lnTo>
                  <a:pt x="233" y="36"/>
                </a:lnTo>
                <a:lnTo>
                  <a:pt x="233" y="35"/>
                </a:lnTo>
                <a:lnTo>
                  <a:pt x="234" y="35"/>
                </a:lnTo>
                <a:lnTo>
                  <a:pt x="235" y="35"/>
                </a:lnTo>
                <a:lnTo>
                  <a:pt x="235" y="36"/>
                </a:lnTo>
                <a:lnTo>
                  <a:pt x="236" y="35"/>
                </a:lnTo>
                <a:lnTo>
                  <a:pt x="237" y="35"/>
                </a:lnTo>
                <a:lnTo>
                  <a:pt x="238" y="36"/>
                </a:lnTo>
                <a:lnTo>
                  <a:pt x="238" y="35"/>
                </a:lnTo>
                <a:lnTo>
                  <a:pt x="239" y="35"/>
                </a:lnTo>
                <a:lnTo>
                  <a:pt x="239" y="34"/>
                </a:lnTo>
                <a:lnTo>
                  <a:pt x="239" y="33"/>
                </a:lnTo>
                <a:lnTo>
                  <a:pt x="239" y="32"/>
                </a:lnTo>
                <a:lnTo>
                  <a:pt x="239" y="31"/>
                </a:lnTo>
                <a:lnTo>
                  <a:pt x="239" y="30"/>
                </a:lnTo>
                <a:lnTo>
                  <a:pt x="240" y="30"/>
                </a:lnTo>
                <a:lnTo>
                  <a:pt x="240" y="29"/>
                </a:lnTo>
                <a:lnTo>
                  <a:pt x="239" y="29"/>
                </a:lnTo>
                <a:lnTo>
                  <a:pt x="239" y="28"/>
                </a:lnTo>
                <a:lnTo>
                  <a:pt x="239" y="27"/>
                </a:lnTo>
                <a:lnTo>
                  <a:pt x="239" y="26"/>
                </a:lnTo>
                <a:lnTo>
                  <a:pt x="240" y="25"/>
                </a:lnTo>
                <a:lnTo>
                  <a:pt x="241" y="25"/>
                </a:lnTo>
                <a:lnTo>
                  <a:pt x="241" y="24"/>
                </a:lnTo>
                <a:lnTo>
                  <a:pt x="240" y="24"/>
                </a:lnTo>
                <a:lnTo>
                  <a:pt x="240" y="23"/>
                </a:lnTo>
                <a:lnTo>
                  <a:pt x="240" y="22"/>
                </a:lnTo>
                <a:lnTo>
                  <a:pt x="239" y="22"/>
                </a:lnTo>
                <a:lnTo>
                  <a:pt x="238" y="21"/>
                </a:lnTo>
                <a:lnTo>
                  <a:pt x="237" y="21"/>
                </a:lnTo>
                <a:lnTo>
                  <a:pt x="237" y="22"/>
                </a:lnTo>
                <a:lnTo>
                  <a:pt x="236" y="22"/>
                </a:lnTo>
                <a:lnTo>
                  <a:pt x="235" y="21"/>
                </a:lnTo>
                <a:lnTo>
                  <a:pt x="235" y="20"/>
                </a:lnTo>
                <a:lnTo>
                  <a:pt x="234" y="20"/>
                </a:lnTo>
                <a:lnTo>
                  <a:pt x="233" y="19"/>
                </a:lnTo>
                <a:lnTo>
                  <a:pt x="232" y="19"/>
                </a:lnTo>
                <a:lnTo>
                  <a:pt x="232" y="18"/>
                </a:lnTo>
                <a:lnTo>
                  <a:pt x="233" y="18"/>
                </a:lnTo>
                <a:lnTo>
                  <a:pt x="233" y="17"/>
                </a:lnTo>
                <a:lnTo>
                  <a:pt x="234" y="17"/>
                </a:lnTo>
                <a:lnTo>
                  <a:pt x="235" y="16"/>
                </a:lnTo>
                <a:lnTo>
                  <a:pt x="236" y="16"/>
                </a:lnTo>
                <a:lnTo>
                  <a:pt x="236" y="15"/>
                </a:lnTo>
                <a:lnTo>
                  <a:pt x="236" y="14"/>
                </a:lnTo>
                <a:lnTo>
                  <a:pt x="237" y="14"/>
                </a:lnTo>
                <a:lnTo>
                  <a:pt x="237" y="13"/>
                </a:lnTo>
                <a:lnTo>
                  <a:pt x="238" y="13"/>
                </a:lnTo>
                <a:lnTo>
                  <a:pt x="237" y="13"/>
                </a:lnTo>
                <a:lnTo>
                  <a:pt x="238" y="12"/>
                </a:lnTo>
                <a:lnTo>
                  <a:pt x="239" y="12"/>
                </a:lnTo>
                <a:lnTo>
                  <a:pt x="240" y="11"/>
                </a:lnTo>
                <a:lnTo>
                  <a:pt x="240" y="10"/>
                </a:lnTo>
                <a:lnTo>
                  <a:pt x="241" y="10"/>
                </a:lnTo>
                <a:lnTo>
                  <a:pt x="241" y="9"/>
                </a:lnTo>
                <a:lnTo>
                  <a:pt x="242" y="9"/>
                </a:lnTo>
                <a:lnTo>
                  <a:pt x="243" y="8"/>
                </a:lnTo>
                <a:lnTo>
                  <a:pt x="245" y="7"/>
                </a:lnTo>
                <a:lnTo>
                  <a:pt x="246" y="8"/>
                </a:lnTo>
                <a:lnTo>
                  <a:pt x="245" y="8"/>
                </a:lnTo>
                <a:lnTo>
                  <a:pt x="245" y="9"/>
                </a:lnTo>
                <a:lnTo>
                  <a:pt x="246" y="10"/>
                </a:lnTo>
                <a:lnTo>
                  <a:pt x="246" y="11"/>
                </a:lnTo>
                <a:lnTo>
                  <a:pt x="246" y="10"/>
                </a:lnTo>
                <a:lnTo>
                  <a:pt x="247" y="10"/>
                </a:lnTo>
                <a:lnTo>
                  <a:pt x="247" y="11"/>
                </a:lnTo>
                <a:lnTo>
                  <a:pt x="248" y="11"/>
                </a:lnTo>
                <a:lnTo>
                  <a:pt x="248" y="12"/>
                </a:lnTo>
                <a:lnTo>
                  <a:pt x="247" y="13"/>
                </a:lnTo>
                <a:lnTo>
                  <a:pt x="248" y="13"/>
                </a:lnTo>
                <a:lnTo>
                  <a:pt x="249" y="13"/>
                </a:lnTo>
                <a:lnTo>
                  <a:pt x="250" y="13"/>
                </a:lnTo>
                <a:lnTo>
                  <a:pt x="251" y="13"/>
                </a:lnTo>
                <a:lnTo>
                  <a:pt x="252" y="13"/>
                </a:lnTo>
                <a:lnTo>
                  <a:pt x="253" y="13"/>
                </a:lnTo>
                <a:lnTo>
                  <a:pt x="254" y="12"/>
                </a:lnTo>
                <a:lnTo>
                  <a:pt x="254" y="11"/>
                </a:lnTo>
                <a:lnTo>
                  <a:pt x="253" y="11"/>
                </a:lnTo>
                <a:lnTo>
                  <a:pt x="252" y="10"/>
                </a:lnTo>
                <a:lnTo>
                  <a:pt x="253" y="9"/>
                </a:lnTo>
                <a:lnTo>
                  <a:pt x="253" y="8"/>
                </a:lnTo>
                <a:lnTo>
                  <a:pt x="254" y="8"/>
                </a:lnTo>
                <a:lnTo>
                  <a:pt x="255" y="8"/>
                </a:lnTo>
                <a:lnTo>
                  <a:pt x="255" y="9"/>
                </a:lnTo>
                <a:lnTo>
                  <a:pt x="255" y="8"/>
                </a:lnTo>
                <a:lnTo>
                  <a:pt x="256" y="8"/>
                </a:lnTo>
                <a:lnTo>
                  <a:pt x="257" y="9"/>
                </a:lnTo>
                <a:lnTo>
                  <a:pt x="258" y="9"/>
                </a:lnTo>
                <a:lnTo>
                  <a:pt x="258" y="8"/>
                </a:lnTo>
                <a:lnTo>
                  <a:pt x="258" y="7"/>
                </a:lnTo>
                <a:lnTo>
                  <a:pt x="259" y="7"/>
                </a:lnTo>
                <a:lnTo>
                  <a:pt x="260" y="7"/>
                </a:lnTo>
                <a:lnTo>
                  <a:pt x="261" y="6"/>
                </a:lnTo>
                <a:lnTo>
                  <a:pt x="262" y="6"/>
                </a:lnTo>
                <a:lnTo>
                  <a:pt x="263" y="7"/>
                </a:lnTo>
                <a:lnTo>
                  <a:pt x="264" y="8"/>
                </a:lnTo>
                <a:lnTo>
                  <a:pt x="264" y="9"/>
                </a:lnTo>
                <a:lnTo>
                  <a:pt x="264" y="10"/>
                </a:lnTo>
                <a:lnTo>
                  <a:pt x="265" y="10"/>
                </a:lnTo>
                <a:lnTo>
                  <a:pt x="265" y="9"/>
                </a:lnTo>
                <a:lnTo>
                  <a:pt x="266" y="9"/>
                </a:lnTo>
                <a:lnTo>
                  <a:pt x="266" y="8"/>
                </a:lnTo>
                <a:lnTo>
                  <a:pt x="266" y="7"/>
                </a:lnTo>
                <a:lnTo>
                  <a:pt x="266" y="8"/>
                </a:lnTo>
                <a:lnTo>
                  <a:pt x="266" y="9"/>
                </a:lnTo>
                <a:lnTo>
                  <a:pt x="267" y="9"/>
                </a:lnTo>
                <a:lnTo>
                  <a:pt x="267" y="8"/>
                </a:lnTo>
                <a:lnTo>
                  <a:pt x="268" y="9"/>
                </a:lnTo>
                <a:lnTo>
                  <a:pt x="268" y="8"/>
                </a:lnTo>
                <a:lnTo>
                  <a:pt x="268" y="7"/>
                </a:lnTo>
                <a:lnTo>
                  <a:pt x="269" y="7"/>
                </a:lnTo>
                <a:lnTo>
                  <a:pt x="270" y="6"/>
                </a:lnTo>
                <a:lnTo>
                  <a:pt x="271" y="6"/>
                </a:lnTo>
                <a:lnTo>
                  <a:pt x="271" y="7"/>
                </a:lnTo>
                <a:lnTo>
                  <a:pt x="272" y="7"/>
                </a:lnTo>
                <a:lnTo>
                  <a:pt x="273" y="7"/>
                </a:lnTo>
                <a:lnTo>
                  <a:pt x="274" y="6"/>
                </a:lnTo>
                <a:lnTo>
                  <a:pt x="274" y="5"/>
                </a:lnTo>
                <a:lnTo>
                  <a:pt x="274" y="4"/>
                </a:lnTo>
                <a:lnTo>
                  <a:pt x="274" y="2"/>
                </a:lnTo>
                <a:lnTo>
                  <a:pt x="275" y="1"/>
                </a:lnTo>
                <a:lnTo>
                  <a:pt x="276" y="1"/>
                </a:lnTo>
                <a:lnTo>
                  <a:pt x="276" y="0"/>
                </a:lnTo>
                <a:lnTo>
                  <a:pt x="277" y="1"/>
                </a:lnTo>
                <a:lnTo>
                  <a:pt x="277" y="0"/>
                </a:lnTo>
                <a:lnTo>
                  <a:pt x="278" y="1"/>
                </a:lnTo>
                <a:lnTo>
                  <a:pt x="278" y="2"/>
                </a:lnTo>
                <a:close/>
              </a:path>
            </a:pathLst>
          </a:custGeom>
          <a:solidFill>
            <a:srgbClr val="97B4D5"/>
          </a:solidFill>
          <a:ln w="2520">
            <a:solidFill>
              <a:srgbClr val="FFFFFF"/>
            </a:solidFill>
            <a:round/>
          </a:ln>
        </p:spPr>
        <p:txBody>
          <a:bodyPr lIns="1080" tIns="1080" rIns="1080" bIns="108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60" name=""/>
          <p:cNvSpPr/>
          <p:nvPr/>
        </p:nvSpPr>
        <p:spPr>
          <a:xfrm>
            <a:off x="5100840" y="1669320"/>
            <a:ext cx="1080" cy="720"/>
          </a:xfrm>
          <a:custGeom>
            <a:avLst/>
            <a:gdLst/>
            <a:ahLst/>
            <a:rect l="0" t="0" r="r" b="b"/>
            <a:pathLst>
              <a:path w="3" h="2">
                <a:moveTo>
                  <a:pt x="0" y="0"/>
                </a:moveTo>
                <a:lnTo>
                  <a:pt x="1" y="0"/>
                </a:lnTo>
                <a:lnTo>
                  <a:pt x="3" y="0"/>
                </a:lnTo>
                <a:lnTo>
                  <a:pt x="3" y="2"/>
                </a:lnTo>
                <a:lnTo>
                  <a:pt x="1" y="2"/>
                </a:lnTo>
                <a:lnTo>
                  <a:pt x="0" y="0"/>
                </a:lnTo>
                <a:close/>
              </a:path>
            </a:pathLst>
          </a:custGeom>
          <a:solidFill>
            <a:srgbClr val="97B4D5"/>
          </a:solidFill>
          <a:ln w="2520">
            <a:solidFill>
              <a:srgbClr val="FFFFFF"/>
            </a:solidFill>
            <a:round/>
          </a:ln>
        </p:spPr>
        <p:txBody>
          <a:bodyPr lIns="1080" tIns="-360" rIns="1080" bIns="-3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61" name=""/>
          <p:cNvSpPr/>
          <p:nvPr/>
        </p:nvSpPr>
        <p:spPr>
          <a:xfrm>
            <a:off x="5085720" y="1666080"/>
            <a:ext cx="2880" cy="4320"/>
          </a:xfrm>
          <a:custGeom>
            <a:avLst/>
            <a:gdLst/>
            <a:ahLst/>
            <a:rect l="0" t="0" r="r" b="b"/>
            <a:pathLst>
              <a:path w="8" h="12">
                <a:moveTo>
                  <a:pt x="7" y="1"/>
                </a:moveTo>
                <a:lnTo>
                  <a:pt x="7" y="2"/>
                </a:lnTo>
                <a:lnTo>
                  <a:pt x="7" y="3"/>
                </a:lnTo>
                <a:lnTo>
                  <a:pt x="5" y="3"/>
                </a:lnTo>
                <a:lnTo>
                  <a:pt x="4" y="4"/>
                </a:lnTo>
                <a:lnTo>
                  <a:pt x="5" y="5"/>
                </a:lnTo>
                <a:lnTo>
                  <a:pt x="7" y="5"/>
                </a:lnTo>
                <a:lnTo>
                  <a:pt x="5" y="5"/>
                </a:lnTo>
                <a:lnTo>
                  <a:pt x="5" y="6"/>
                </a:lnTo>
                <a:lnTo>
                  <a:pt x="7" y="6"/>
                </a:lnTo>
                <a:lnTo>
                  <a:pt x="7" y="8"/>
                </a:lnTo>
                <a:lnTo>
                  <a:pt x="5" y="8"/>
                </a:lnTo>
                <a:lnTo>
                  <a:pt x="5" y="9"/>
                </a:lnTo>
                <a:lnTo>
                  <a:pt x="5" y="10"/>
                </a:lnTo>
                <a:lnTo>
                  <a:pt x="4" y="10"/>
                </a:lnTo>
                <a:lnTo>
                  <a:pt x="5" y="10"/>
                </a:lnTo>
                <a:lnTo>
                  <a:pt x="4" y="10"/>
                </a:lnTo>
                <a:lnTo>
                  <a:pt x="4" y="11"/>
                </a:lnTo>
                <a:lnTo>
                  <a:pt x="5" y="11"/>
                </a:lnTo>
                <a:lnTo>
                  <a:pt x="4" y="12"/>
                </a:lnTo>
                <a:lnTo>
                  <a:pt x="4" y="11"/>
                </a:lnTo>
                <a:lnTo>
                  <a:pt x="3" y="10"/>
                </a:lnTo>
                <a:lnTo>
                  <a:pt x="2" y="9"/>
                </a:lnTo>
                <a:lnTo>
                  <a:pt x="1" y="9"/>
                </a:lnTo>
                <a:lnTo>
                  <a:pt x="0" y="9"/>
                </a:lnTo>
                <a:lnTo>
                  <a:pt x="0" y="8"/>
                </a:lnTo>
                <a:lnTo>
                  <a:pt x="1" y="8"/>
                </a:lnTo>
                <a:lnTo>
                  <a:pt x="1" y="9"/>
                </a:lnTo>
                <a:lnTo>
                  <a:pt x="3" y="9"/>
                </a:lnTo>
                <a:lnTo>
                  <a:pt x="3" y="8"/>
                </a:lnTo>
                <a:lnTo>
                  <a:pt x="3" y="6"/>
                </a:lnTo>
                <a:lnTo>
                  <a:pt x="3" y="5"/>
                </a:lnTo>
                <a:lnTo>
                  <a:pt x="2" y="5"/>
                </a:lnTo>
                <a:lnTo>
                  <a:pt x="2" y="4"/>
                </a:lnTo>
                <a:lnTo>
                  <a:pt x="3" y="4"/>
                </a:lnTo>
                <a:lnTo>
                  <a:pt x="2" y="3"/>
                </a:lnTo>
                <a:lnTo>
                  <a:pt x="3" y="3"/>
                </a:lnTo>
                <a:lnTo>
                  <a:pt x="3" y="2"/>
                </a:lnTo>
                <a:lnTo>
                  <a:pt x="4" y="2"/>
                </a:lnTo>
                <a:lnTo>
                  <a:pt x="5" y="2"/>
                </a:lnTo>
                <a:lnTo>
                  <a:pt x="5" y="1"/>
                </a:lnTo>
                <a:lnTo>
                  <a:pt x="5" y="2"/>
                </a:lnTo>
                <a:lnTo>
                  <a:pt x="7" y="1"/>
                </a:lnTo>
                <a:lnTo>
                  <a:pt x="7" y="0"/>
                </a:lnTo>
                <a:lnTo>
                  <a:pt x="8" y="0"/>
                </a:lnTo>
                <a:lnTo>
                  <a:pt x="8" y="1"/>
                </a:lnTo>
                <a:lnTo>
                  <a:pt x="7" y="1"/>
                </a:lnTo>
                <a:close/>
              </a:path>
            </a:pathLst>
          </a:custGeom>
          <a:solidFill>
            <a:srgbClr val="97B4D5"/>
          </a:solidFill>
          <a:ln w="2520">
            <a:solidFill>
              <a:srgbClr val="FFFFFF"/>
            </a:solidFill>
            <a:round/>
          </a:ln>
        </p:spPr>
        <p:txBody>
          <a:bodyPr lIns="1080" tIns="1080" rIns="1080" bIns="108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62" name=""/>
          <p:cNvSpPr/>
          <p:nvPr/>
        </p:nvSpPr>
        <p:spPr>
          <a:xfrm>
            <a:off x="5096520" y="1663560"/>
            <a:ext cx="1440" cy="1440"/>
          </a:xfrm>
          <a:custGeom>
            <a:avLst/>
            <a:gdLst/>
            <a:ahLst/>
            <a:rect l="0" t="0" r="r" b="b"/>
            <a:pathLst>
              <a:path w="4" h="4">
                <a:moveTo>
                  <a:pt x="2" y="4"/>
                </a:moveTo>
                <a:lnTo>
                  <a:pt x="0" y="4"/>
                </a:lnTo>
                <a:lnTo>
                  <a:pt x="0" y="0"/>
                </a:lnTo>
                <a:lnTo>
                  <a:pt x="2" y="0"/>
                </a:lnTo>
                <a:lnTo>
                  <a:pt x="2" y="2"/>
                </a:lnTo>
                <a:lnTo>
                  <a:pt x="4" y="2"/>
                </a:lnTo>
                <a:lnTo>
                  <a:pt x="2" y="4"/>
                </a:lnTo>
                <a:close/>
              </a:path>
            </a:pathLst>
          </a:custGeom>
          <a:solidFill>
            <a:srgbClr val="97B4D5"/>
          </a:solidFill>
          <a:ln w="2520">
            <a:solidFill>
              <a:srgbClr val="FFFFFF"/>
            </a:solidFill>
            <a:round/>
          </a:ln>
        </p:spPr>
        <p:txBody>
          <a:bodyPr lIns="1080" tIns="360" rIns="1080" bIns="3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63" name=""/>
          <p:cNvSpPr/>
          <p:nvPr/>
        </p:nvSpPr>
        <p:spPr>
          <a:xfrm>
            <a:off x="5099040" y="1657080"/>
            <a:ext cx="6120" cy="4320"/>
          </a:xfrm>
          <a:custGeom>
            <a:avLst/>
            <a:gdLst/>
            <a:ahLst/>
            <a:rect l="0" t="0" r="r" b="b"/>
            <a:pathLst>
              <a:path w="17" h="12">
                <a:moveTo>
                  <a:pt x="6" y="3"/>
                </a:moveTo>
                <a:lnTo>
                  <a:pt x="6" y="2"/>
                </a:lnTo>
                <a:lnTo>
                  <a:pt x="7" y="2"/>
                </a:lnTo>
                <a:lnTo>
                  <a:pt x="7" y="3"/>
                </a:lnTo>
                <a:lnTo>
                  <a:pt x="7" y="4"/>
                </a:lnTo>
                <a:lnTo>
                  <a:pt x="7" y="5"/>
                </a:lnTo>
                <a:lnTo>
                  <a:pt x="8" y="6"/>
                </a:lnTo>
                <a:lnTo>
                  <a:pt x="9" y="6"/>
                </a:lnTo>
                <a:lnTo>
                  <a:pt x="11" y="7"/>
                </a:lnTo>
                <a:lnTo>
                  <a:pt x="12" y="7"/>
                </a:lnTo>
                <a:lnTo>
                  <a:pt x="13" y="7"/>
                </a:lnTo>
                <a:lnTo>
                  <a:pt x="13" y="6"/>
                </a:lnTo>
                <a:lnTo>
                  <a:pt x="14" y="6"/>
                </a:lnTo>
                <a:lnTo>
                  <a:pt x="15" y="6"/>
                </a:lnTo>
                <a:lnTo>
                  <a:pt x="15" y="7"/>
                </a:lnTo>
                <a:lnTo>
                  <a:pt x="15" y="6"/>
                </a:lnTo>
                <a:lnTo>
                  <a:pt x="16" y="6"/>
                </a:lnTo>
                <a:lnTo>
                  <a:pt x="16" y="5"/>
                </a:lnTo>
                <a:lnTo>
                  <a:pt x="17" y="6"/>
                </a:lnTo>
                <a:lnTo>
                  <a:pt x="16" y="6"/>
                </a:lnTo>
                <a:lnTo>
                  <a:pt x="16" y="7"/>
                </a:lnTo>
                <a:lnTo>
                  <a:pt x="17" y="7"/>
                </a:lnTo>
                <a:lnTo>
                  <a:pt x="16" y="7"/>
                </a:lnTo>
                <a:lnTo>
                  <a:pt x="15" y="7"/>
                </a:lnTo>
                <a:lnTo>
                  <a:pt x="14" y="8"/>
                </a:lnTo>
                <a:lnTo>
                  <a:pt x="13" y="9"/>
                </a:lnTo>
                <a:lnTo>
                  <a:pt x="13" y="10"/>
                </a:lnTo>
                <a:lnTo>
                  <a:pt x="14" y="10"/>
                </a:lnTo>
                <a:lnTo>
                  <a:pt x="15" y="10"/>
                </a:lnTo>
                <a:lnTo>
                  <a:pt x="15" y="11"/>
                </a:lnTo>
                <a:lnTo>
                  <a:pt x="15" y="12"/>
                </a:lnTo>
                <a:lnTo>
                  <a:pt x="14" y="12"/>
                </a:lnTo>
                <a:lnTo>
                  <a:pt x="12" y="12"/>
                </a:lnTo>
                <a:lnTo>
                  <a:pt x="11" y="11"/>
                </a:lnTo>
                <a:lnTo>
                  <a:pt x="10" y="11"/>
                </a:lnTo>
                <a:lnTo>
                  <a:pt x="10" y="10"/>
                </a:lnTo>
                <a:lnTo>
                  <a:pt x="7" y="9"/>
                </a:lnTo>
                <a:lnTo>
                  <a:pt x="6" y="8"/>
                </a:lnTo>
                <a:lnTo>
                  <a:pt x="5" y="8"/>
                </a:lnTo>
                <a:lnTo>
                  <a:pt x="2" y="8"/>
                </a:lnTo>
                <a:lnTo>
                  <a:pt x="1" y="8"/>
                </a:lnTo>
                <a:lnTo>
                  <a:pt x="1" y="7"/>
                </a:lnTo>
                <a:lnTo>
                  <a:pt x="1" y="6"/>
                </a:lnTo>
                <a:lnTo>
                  <a:pt x="0" y="5"/>
                </a:lnTo>
                <a:lnTo>
                  <a:pt x="0" y="4"/>
                </a:lnTo>
                <a:lnTo>
                  <a:pt x="1" y="5"/>
                </a:lnTo>
                <a:lnTo>
                  <a:pt x="2" y="5"/>
                </a:lnTo>
                <a:lnTo>
                  <a:pt x="2" y="4"/>
                </a:lnTo>
                <a:lnTo>
                  <a:pt x="2" y="3"/>
                </a:lnTo>
                <a:lnTo>
                  <a:pt x="3" y="3"/>
                </a:lnTo>
                <a:lnTo>
                  <a:pt x="3" y="2"/>
                </a:lnTo>
                <a:lnTo>
                  <a:pt x="3" y="0"/>
                </a:lnTo>
                <a:lnTo>
                  <a:pt x="5" y="0"/>
                </a:lnTo>
                <a:lnTo>
                  <a:pt x="5" y="2"/>
                </a:lnTo>
                <a:lnTo>
                  <a:pt x="5" y="3"/>
                </a:lnTo>
                <a:lnTo>
                  <a:pt x="6" y="3"/>
                </a:lnTo>
                <a:close/>
              </a:path>
            </a:pathLst>
          </a:custGeom>
          <a:solidFill>
            <a:srgbClr val="97B4D5"/>
          </a:solidFill>
          <a:ln w="2520">
            <a:solidFill>
              <a:srgbClr val="FFFFFF"/>
            </a:solidFill>
            <a:round/>
          </a:ln>
        </p:spPr>
        <p:txBody>
          <a:bodyPr lIns="1080" tIns="1080" rIns="1080" bIns="108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64" name=""/>
          <p:cNvSpPr/>
          <p:nvPr/>
        </p:nvSpPr>
        <p:spPr>
          <a:xfrm>
            <a:off x="5104080" y="1656000"/>
            <a:ext cx="360" cy="360"/>
          </a:xfrm>
          <a:custGeom>
            <a:avLst/>
            <a:gdLst/>
            <a:ahLst/>
            <a:rect l="0" t="0" r="r" b="b"/>
            <a:pathLst>
              <a:path w="1" h="1">
                <a:moveTo>
                  <a:pt x="0" y="1"/>
                </a:moveTo>
                <a:lnTo>
                  <a:pt x="0" y="0"/>
                </a:lnTo>
                <a:lnTo>
                  <a:pt x="1" y="0"/>
                </a:lnTo>
                <a:lnTo>
                  <a:pt x="0" y="1"/>
                </a:lnTo>
                <a:close/>
              </a:path>
            </a:pathLst>
          </a:custGeom>
          <a:solidFill>
            <a:srgbClr val="97B4D5"/>
          </a:solidFill>
          <a:ln w="2520">
            <a:solidFill>
              <a:srgbClr val="FFFFFF"/>
            </a:solidFill>
            <a:round/>
          </a:ln>
        </p:spPr>
        <p:txBody>
          <a:bodyPr lIns="1080" tIns="-720" rIns="1080" bIns="-7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65" name=""/>
          <p:cNvSpPr/>
          <p:nvPr/>
        </p:nvSpPr>
        <p:spPr>
          <a:xfrm>
            <a:off x="5101920" y="1655640"/>
            <a:ext cx="720" cy="1440"/>
          </a:xfrm>
          <a:custGeom>
            <a:avLst/>
            <a:gdLst/>
            <a:ahLst/>
            <a:rect l="0" t="0" r="r" b="b"/>
            <a:pathLst>
              <a:path w="2" h="4">
                <a:moveTo>
                  <a:pt x="0" y="4"/>
                </a:moveTo>
                <a:lnTo>
                  <a:pt x="0" y="2"/>
                </a:lnTo>
                <a:lnTo>
                  <a:pt x="0" y="0"/>
                </a:lnTo>
                <a:lnTo>
                  <a:pt x="2" y="2"/>
                </a:lnTo>
                <a:lnTo>
                  <a:pt x="2" y="4"/>
                </a:lnTo>
                <a:lnTo>
                  <a:pt x="0" y="4"/>
                </a:lnTo>
                <a:close/>
              </a:path>
            </a:pathLst>
          </a:custGeom>
          <a:solidFill>
            <a:srgbClr val="97B4D5"/>
          </a:solidFill>
          <a:ln w="2520">
            <a:solidFill>
              <a:srgbClr val="FFFFFF"/>
            </a:solidFill>
            <a:round/>
          </a:ln>
        </p:spPr>
        <p:txBody>
          <a:bodyPr lIns="1080" tIns="360" rIns="1080" bIns="3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66" name=""/>
          <p:cNvSpPr/>
          <p:nvPr/>
        </p:nvSpPr>
        <p:spPr>
          <a:xfrm>
            <a:off x="5095080" y="1654200"/>
            <a:ext cx="720" cy="360"/>
          </a:xfrm>
          <a:custGeom>
            <a:avLst/>
            <a:gdLst/>
            <a:ahLst/>
            <a:rect l="0" t="0" r="r" b="b"/>
            <a:pathLst>
              <a:path w="2" h="1">
                <a:moveTo>
                  <a:pt x="0" y="0"/>
                </a:moveTo>
                <a:lnTo>
                  <a:pt x="1" y="0"/>
                </a:lnTo>
                <a:lnTo>
                  <a:pt x="2" y="1"/>
                </a:lnTo>
                <a:lnTo>
                  <a:pt x="1" y="1"/>
                </a:lnTo>
                <a:lnTo>
                  <a:pt x="0" y="1"/>
                </a:lnTo>
                <a:lnTo>
                  <a:pt x="0" y="0"/>
                </a:lnTo>
                <a:close/>
              </a:path>
            </a:pathLst>
          </a:custGeom>
          <a:solidFill>
            <a:srgbClr val="97B4D5"/>
          </a:solidFill>
          <a:ln w="2520">
            <a:solidFill>
              <a:srgbClr val="FFFFFF"/>
            </a:solidFill>
            <a:round/>
          </a:ln>
        </p:spPr>
        <p:txBody>
          <a:bodyPr lIns="1080" tIns="-720" rIns="1080" bIns="-7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67" name=""/>
          <p:cNvSpPr/>
          <p:nvPr/>
        </p:nvSpPr>
        <p:spPr>
          <a:xfrm>
            <a:off x="5090760" y="1653840"/>
            <a:ext cx="0" cy="360"/>
          </a:xfrm>
          <a:custGeom>
            <a:avLst/>
            <a:gdLst/>
            <a:ahLst/>
            <a:rect l="0" t="0" r="r" b="b"/>
            <a:pathLst>
              <a:path w="0" h="1">
                <a:moveTo>
                  <a:pt x="0" y="0"/>
                </a:moveTo>
                <a:lnTo>
                  <a:pt x="0" y="1"/>
                </a:lnTo>
                <a:lnTo>
                  <a:pt x="0" y="0"/>
                </a:lnTo>
                <a:close/>
              </a:path>
            </a:pathLst>
          </a:custGeom>
          <a:solidFill>
            <a:srgbClr val="97B4D5"/>
          </a:solidFill>
          <a:ln w="2520">
            <a:solidFill>
              <a:srgbClr val="FFFFFF"/>
            </a:solidFill>
            <a:round/>
          </a:ln>
        </p:spPr>
        <p:txBody>
          <a:bodyPr lIns="1080" tIns="-720" rIns="1080" bIns="-7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68" name=""/>
          <p:cNvSpPr/>
          <p:nvPr/>
        </p:nvSpPr>
        <p:spPr>
          <a:xfrm>
            <a:off x="5099400" y="1652760"/>
            <a:ext cx="1440" cy="1440"/>
          </a:xfrm>
          <a:custGeom>
            <a:avLst/>
            <a:gdLst/>
            <a:ahLst/>
            <a:rect l="0" t="0" r="r" b="b"/>
            <a:pathLst>
              <a:path w="4" h="4">
                <a:moveTo>
                  <a:pt x="3" y="3"/>
                </a:moveTo>
                <a:lnTo>
                  <a:pt x="1" y="3"/>
                </a:lnTo>
                <a:lnTo>
                  <a:pt x="0" y="3"/>
                </a:lnTo>
                <a:lnTo>
                  <a:pt x="0" y="1"/>
                </a:lnTo>
                <a:lnTo>
                  <a:pt x="1" y="1"/>
                </a:lnTo>
                <a:lnTo>
                  <a:pt x="1" y="0"/>
                </a:lnTo>
                <a:lnTo>
                  <a:pt x="3" y="0"/>
                </a:lnTo>
                <a:lnTo>
                  <a:pt x="3" y="1"/>
                </a:lnTo>
                <a:lnTo>
                  <a:pt x="3" y="3"/>
                </a:lnTo>
                <a:lnTo>
                  <a:pt x="4" y="3"/>
                </a:lnTo>
                <a:lnTo>
                  <a:pt x="3" y="4"/>
                </a:lnTo>
                <a:lnTo>
                  <a:pt x="3" y="3"/>
                </a:lnTo>
                <a:close/>
              </a:path>
            </a:pathLst>
          </a:custGeom>
          <a:solidFill>
            <a:srgbClr val="97B4D5"/>
          </a:solidFill>
          <a:ln w="2520">
            <a:solidFill>
              <a:srgbClr val="FFFFFF"/>
            </a:solidFill>
            <a:round/>
          </a:ln>
        </p:spPr>
        <p:txBody>
          <a:bodyPr lIns="1080" tIns="360" rIns="1080" bIns="3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69" name=""/>
          <p:cNvSpPr/>
          <p:nvPr/>
        </p:nvSpPr>
        <p:spPr>
          <a:xfrm>
            <a:off x="5095440" y="1649160"/>
            <a:ext cx="1440" cy="720"/>
          </a:xfrm>
          <a:custGeom>
            <a:avLst/>
            <a:gdLst/>
            <a:ahLst/>
            <a:rect l="0" t="0" r="r" b="b"/>
            <a:pathLst>
              <a:path w="4" h="2">
                <a:moveTo>
                  <a:pt x="4" y="2"/>
                </a:moveTo>
                <a:lnTo>
                  <a:pt x="2" y="2"/>
                </a:lnTo>
                <a:lnTo>
                  <a:pt x="0" y="2"/>
                </a:lnTo>
                <a:lnTo>
                  <a:pt x="0" y="0"/>
                </a:lnTo>
                <a:lnTo>
                  <a:pt x="2" y="0"/>
                </a:lnTo>
                <a:lnTo>
                  <a:pt x="2" y="2"/>
                </a:lnTo>
                <a:lnTo>
                  <a:pt x="4" y="2"/>
                </a:lnTo>
                <a:close/>
              </a:path>
            </a:pathLst>
          </a:custGeom>
          <a:solidFill>
            <a:srgbClr val="97B4D5"/>
          </a:solidFill>
          <a:ln w="2520">
            <a:solidFill>
              <a:srgbClr val="FFFFFF"/>
            </a:solidFill>
            <a:round/>
          </a:ln>
        </p:spPr>
        <p:txBody>
          <a:bodyPr lIns="1080" tIns="-360" rIns="1080" bIns="-3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70" name=""/>
          <p:cNvSpPr/>
          <p:nvPr/>
        </p:nvSpPr>
        <p:spPr>
          <a:xfrm>
            <a:off x="5101200" y="1636920"/>
            <a:ext cx="2520" cy="2880"/>
          </a:xfrm>
          <a:custGeom>
            <a:avLst/>
            <a:gdLst/>
            <a:ahLst/>
            <a:rect l="0" t="0" r="r" b="b"/>
            <a:pathLst>
              <a:path w="7" h="8">
                <a:moveTo>
                  <a:pt x="3" y="8"/>
                </a:moveTo>
                <a:lnTo>
                  <a:pt x="2" y="8"/>
                </a:lnTo>
                <a:lnTo>
                  <a:pt x="0" y="8"/>
                </a:lnTo>
                <a:lnTo>
                  <a:pt x="0" y="6"/>
                </a:lnTo>
                <a:lnTo>
                  <a:pt x="1" y="5"/>
                </a:lnTo>
                <a:lnTo>
                  <a:pt x="1" y="6"/>
                </a:lnTo>
                <a:lnTo>
                  <a:pt x="1" y="8"/>
                </a:lnTo>
                <a:lnTo>
                  <a:pt x="2" y="8"/>
                </a:lnTo>
                <a:lnTo>
                  <a:pt x="2" y="6"/>
                </a:lnTo>
                <a:lnTo>
                  <a:pt x="2" y="5"/>
                </a:lnTo>
                <a:lnTo>
                  <a:pt x="3" y="3"/>
                </a:lnTo>
                <a:lnTo>
                  <a:pt x="4" y="3"/>
                </a:lnTo>
                <a:lnTo>
                  <a:pt x="4" y="2"/>
                </a:lnTo>
                <a:lnTo>
                  <a:pt x="6" y="2"/>
                </a:lnTo>
                <a:lnTo>
                  <a:pt x="7" y="1"/>
                </a:lnTo>
                <a:lnTo>
                  <a:pt x="7" y="0"/>
                </a:lnTo>
                <a:lnTo>
                  <a:pt x="7" y="1"/>
                </a:lnTo>
                <a:lnTo>
                  <a:pt x="6" y="2"/>
                </a:lnTo>
                <a:lnTo>
                  <a:pt x="7" y="3"/>
                </a:lnTo>
                <a:lnTo>
                  <a:pt x="6" y="3"/>
                </a:lnTo>
                <a:lnTo>
                  <a:pt x="6" y="5"/>
                </a:lnTo>
                <a:lnTo>
                  <a:pt x="3" y="6"/>
                </a:lnTo>
                <a:lnTo>
                  <a:pt x="3" y="8"/>
                </a:lnTo>
                <a:close/>
              </a:path>
            </a:pathLst>
          </a:custGeom>
          <a:solidFill>
            <a:srgbClr val="97B4D5"/>
          </a:solidFill>
          <a:ln w="2520">
            <a:solidFill>
              <a:srgbClr val="FFFFFF"/>
            </a:solidFill>
            <a:round/>
          </a:ln>
        </p:spPr>
        <p:txBody>
          <a:bodyPr lIns="1080" tIns="1080" rIns="1080" bIns="108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71" name=""/>
          <p:cNvSpPr/>
          <p:nvPr/>
        </p:nvSpPr>
        <p:spPr>
          <a:xfrm>
            <a:off x="5101920" y="1637280"/>
            <a:ext cx="720" cy="1080"/>
          </a:xfrm>
          <a:custGeom>
            <a:avLst/>
            <a:gdLst/>
            <a:ahLst/>
            <a:rect l="0" t="0" r="r" b="b"/>
            <a:pathLst>
              <a:path w="2" h="3">
                <a:moveTo>
                  <a:pt x="2" y="0"/>
                </a:moveTo>
                <a:lnTo>
                  <a:pt x="0" y="2"/>
                </a:lnTo>
                <a:lnTo>
                  <a:pt x="0" y="3"/>
                </a:lnTo>
                <a:lnTo>
                  <a:pt x="0" y="2"/>
                </a:lnTo>
                <a:lnTo>
                  <a:pt x="0" y="0"/>
                </a:lnTo>
                <a:lnTo>
                  <a:pt x="2" y="0"/>
                </a:lnTo>
                <a:close/>
              </a:path>
            </a:pathLst>
          </a:custGeom>
          <a:solidFill>
            <a:srgbClr val="97B4D5"/>
          </a:solidFill>
          <a:ln w="2520">
            <a:solidFill>
              <a:srgbClr val="FFFFFF"/>
            </a:solidFill>
            <a:round/>
          </a:ln>
        </p:spPr>
        <p:txBody>
          <a:bodyPr lIns="1080" tIns="0" rIns="108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72" name=""/>
          <p:cNvSpPr/>
          <p:nvPr/>
        </p:nvSpPr>
        <p:spPr>
          <a:xfrm>
            <a:off x="5104440" y="1636560"/>
            <a:ext cx="1440" cy="1080"/>
          </a:xfrm>
          <a:custGeom>
            <a:avLst/>
            <a:gdLst/>
            <a:ahLst/>
            <a:rect l="0" t="0" r="r" b="b"/>
            <a:pathLst>
              <a:path w="4" h="3">
                <a:moveTo>
                  <a:pt x="0" y="2"/>
                </a:moveTo>
                <a:lnTo>
                  <a:pt x="0" y="3"/>
                </a:lnTo>
                <a:lnTo>
                  <a:pt x="0" y="2"/>
                </a:lnTo>
                <a:lnTo>
                  <a:pt x="2" y="2"/>
                </a:lnTo>
                <a:lnTo>
                  <a:pt x="2" y="0"/>
                </a:lnTo>
                <a:lnTo>
                  <a:pt x="4" y="0"/>
                </a:lnTo>
                <a:lnTo>
                  <a:pt x="2" y="2"/>
                </a:lnTo>
                <a:lnTo>
                  <a:pt x="0" y="2"/>
                </a:lnTo>
                <a:close/>
              </a:path>
            </a:pathLst>
          </a:custGeom>
          <a:solidFill>
            <a:srgbClr val="97B4D5"/>
          </a:solidFill>
          <a:ln w="2520">
            <a:solidFill>
              <a:srgbClr val="FFFFFF"/>
            </a:solidFill>
            <a:round/>
          </a:ln>
        </p:spPr>
        <p:txBody>
          <a:bodyPr lIns="1080" tIns="0" rIns="108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73" name=""/>
          <p:cNvSpPr/>
          <p:nvPr/>
        </p:nvSpPr>
        <p:spPr>
          <a:xfrm>
            <a:off x="5097600" y="1616400"/>
            <a:ext cx="5040" cy="3960"/>
          </a:xfrm>
          <a:custGeom>
            <a:avLst/>
            <a:gdLst/>
            <a:ahLst/>
            <a:rect l="0" t="0" r="r" b="b"/>
            <a:pathLst>
              <a:path w="14" h="11">
                <a:moveTo>
                  <a:pt x="11" y="3"/>
                </a:moveTo>
                <a:lnTo>
                  <a:pt x="12" y="4"/>
                </a:lnTo>
                <a:lnTo>
                  <a:pt x="12" y="5"/>
                </a:lnTo>
                <a:lnTo>
                  <a:pt x="13" y="4"/>
                </a:lnTo>
                <a:lnTo>
                  <a:pt x="14" y="7"/>
                </a:lnTo>
                <a:lnTo>
                  <a:pt x="14" y="8"/>
                </a:lnTo>
                <a:lnTo>
                  <a:pt x="13" y="9"/>
                </a:lnTo>
                <a:lnTo>
                  <a:pt x="11" y="10"/>
                </a:lnTo>
                <a:lnTo>
                  <a:pt x="9" y="10"/>
                </a:lnTo>
                <a:lnTo>
                  <a:pt x="8" y="10"/>
                </a:lnTo>
                <a:lnTo>
                  <a:pt x="6" y="10"/>
                </a:lnTo>
                <a:lnTo>
                  <a:pt x="4" y="11"/>
                </a:lnTo>
                <a:lnTo>
                  <a:pt x="3" y="11"/>
                </a:lnTo>
                <a:lnTo>
                  <a:pt x="2" y="10"/>
                </a:lnTo>
                <a:lnTo>
                  <a:pt x="2" y="9"/>
                </a:lnTo>
                <a:lnTo>
                  <a:pt x="1" y="9"/>
                </a:lnTo>
                <a:lnTo>
                  <a:pt x="1" y="8"/>
                </a:lnTo>
                <a:lnTo>
                  <a:pt x="0" y="8"/>
                </a:lnTo>
                <a:lnTo>
                  <a:pt x="1" y="4"/>
                </a:lnTo>
                <a:lnTo>
                  <a:pt x="2" y="2"/>
                </a:lnTo>
                <a:lnTo>
                  <a:pt x="3" y="2"/>
                </a:lnTo>
                <a:lnTo>
                  <a:pt x="4" y="1"/>
                </a:lnTo>
                <a:lnTo>
                  <a:pt x="5" y="1"/>
                </a:lnTo>
                <a:lnTo>
                  <a:pt x="5" y="0"/>
                </a:lnTo>
                <a:lnTo>
                  <a:pt x="6" y="0"/>
                </a:lnTo>
                <a:lnTo>
                  <a:pt x="6" y="1"/>
                </a:lnTo>
                <a:lnTo>
                  <a:pt x="8" y="1"/>
                </a:lnTo>
                <a:lnTo>
                  <a:pt x="10" y="1"/>
                </a:lnTo>
                <a:lnTo>
                  <a:pt x="11" y="2"/>
                </a:lnTo>
                <a:lnTo>
                  <a:pt x="11" y="3"/>
                </a:lnTo>
                <a:close/>
              </a:path>
            </a:pathLst>
          </a:custGeom>
          <a:solidFill>
            <a:srgbClr val="97B4D5"/>
          </a:solidFill>
          <a:ln w="2520">
            <a:solidFill>
              <a:srgbClr val="FFFFFF"/>
            </a:solidFill>
            <a:round/>
          </a:ln>
        </p:spPr>
        <p:txBody>
          <a:bodyPr lIns="1080" tIns="1080" rIns="1080" bIns="108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74" name=""/>
          <p:cNvSpPr/>
          <p:nvPr/>
        </p:nvSpPr>
        <p:spPr>
          <a:xfrm>
            <a:off x="5100840" y="1616760"/>
            <a:ext cx="1440" cy="720"/>
          </a:xfrm>
          <a:custGeom>
            <a:avLst/>
            <a:gdLst/>
            <a:ahLst/>
            <a:rect l="0" t="0" r="r" b="b"/>
            <a:pathLst>
              <a:path w="4" h="2">
                <a:moveTo>
                  <a:pt x="2" y="0"/>
                </a:moveTo>
                <a:lnTo>
                  <a:pt x="4" y="0"/>
                </a:lnTo>
                <a:lnTo>
                  <a:pt x="4" y="2"/>
                </a:lnTo>
                <a:lnTo>
                  <a:pt x="2" y="0"/>
                </a:lnTo>
                <a:lnTo>
                  <a:pt x="0" y="0"/>
                </a:lnTo>
                <a:lnTo>
                  <a:pt x="2" y="0"/>
                </a:lnTo>
                <a:close/>
              </a:path>
            </a:pathLst>
          </a:custGeom>
          <a:solidFill>
            <a:srgbClr val="97B4D5"/>
          </a:solidFill>
          <a:ln w="2520">
            <a:solidFill>
              <a:srgbClr val="FFFFFF"/>
            </a:solidFill>
            <a:round/>
          </a:ln>
        </p:spPr>
        <p:txBody>
          <a:bodyPr lIns="1080" tIns="-360" rIns="1080" bIns="-3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75" name=""/>
          <p:cNvSpPr/>
          <p:nvPr/>
        </p:nvSpPr>
        <p:spPr>
          <a:xfrm>
            <a:off x="5101920" y="1615320"/>
            <a:ext cx="1800" cy="1800"/>
          </a:xfrm>
          <a:custGeom>
            <a:avLst/>
            <a:gdLst/>
            <a:ahLst/>
            <a:rect l="0" t="0" r="r" b="b"/>
            <a:pathLst>
              <a:path w="5" h="5">
                <a:moveTo>
                  <a:pt x="3" y="2"/>
                </a:moveTo>
                <a:lnTo>
                  <a:pt x="3" y="4"/>
                </a:lnTo>
                <a:lnTo>
                  <a:pt x="3" y="5"/>
                </a:lnTo>
                <a:lnTo>
                  <a:pt x="3" y="4"/>
                </a:lnTo>
                <a:lnTo>
                  <a:pt x="0" y="2"/>
                </a:lnTo>
                <a:lnTo>
                  <a:pt x="0" y="1"/>
                </a:lnTo>
                <a:lnTo>
                  <a:pt x="2" y="0"/>
                </a:lnTo>
                <a:lnTo>
                  <a:pt x="3" y="0"/>
                </a:lnTo>
                <a:lnTo>
                  <a:pt x="5" y="0"/>
                </a:lnTo>
                <a:lnTo>
                  <a:pt x="5" y="1"/>
                </a:lnTo>
                <a:lnTo>
                  <a:pt x="3" y="1"/>
                </a:lnTo>
                <a:lnTo>
                  <a:pt x="3" y="2"/>
                </a:lnTo>
                <a:close/>
              </a:path>
            </a:pathLst>
          </a:custGeom>
          <a:solidFill>
            <a:srgbClr val="97B4D5"/>
          </a:solidFill>
          <a:ln w="2520">
            <a:solidFill>
              <a:srgbClr val="FFFFFF"/>
            </a:solidFill>
            <a:round/>
          </a:ln>
        </p:spPr>
        <p:txBody>
          <a:bodyPr lIns="1080" tIns="720" rIns="1080" bIns="7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76" name=""/>
          <p:cNvSpPr/>
          <p:nvPr/>
        </p:nvSpPr>
        <p:spPr>
          <a:xfrm>
            <a:off x="5099400" y="1614240"/>
            <a:ext cx="2880" cy="2160"/>
          </a:xfrm>
          <a:custGeom>
            <a:avLst/>
            <a:gdLst/>
            <a:ahLst/>
            <a:rect l="0" t="0" r="r" b="b"/>
            <a:pathLst>
              <a:path w="8" h="6">
                <a:moveTo>
                  <a:pt x="8" y="3"/>
                </a:moveTo>
                <a:lnTo>
                  <a:pt x="7" y="4"/>
                </a:lnTo>
                <a:lnTo>
                  <a:pt x="7" y="5"/>
                </a:lnTo>
                <a:lnTo>
                  <a:pt x="8" y="5"/>
                </a:lnTo>
                <a:lnTo>
                  <a:pt x="8" y="6"/>
                </a:lnTo>
                <a:lnTo>
                  <a:pt x="6" y="6"/>
                </a:lnTo>
                <a:lnTo>
                  <a:pt x="6" y="5"/>
                </a:lnTo>
                <a:lnTo>
                  <a:pt x="3" y="5"/>
                </a:lnTo>
                <a:lnTo>
                  <a:pt x="2" y="5"/>
                </a:lnTo>
                <a:lnTo>
                  <a:pt x="1" y="4"/>
                </a:lnTo>
                <a:lnTo>
                  <a:pt x="1" y="3"/>
                </a:lnTo>
                <a:lnTo>
                  <a:pt x="0" y="1"/>
                </a:lnTo>
                <a:lnTo>
                  <a:pt x="1" y="1"/>
                </a:lnTo>
                <a:lnTo>
                  <a:pt x="1" y="0"/>
                </a:lnTo>
                <a:lnTo>
                  <a:pt x="3" y="0"/>
                </a:lnTo>
                <a:lnTo>
                  <a:pt x="5" y="1"/>
                </a:lnTo>
                <a:lnTo>
                  <a:pt x="6" y="3"/>
                </a:lnTo>
                <a:lnTo>
                  <a:pt x="7" y="3"/>
                </a:lnTo>
                <a:lnTo>
                  <a:pt x="8" y="3"/>
                </a:lnTo>
                <a:close/>
              </a:path>
            </a:pathLst>
          </a:custGeom>
          <a:solidFill>
            <a:srgbClr val="97B4D5"/>
          </a:solidFill>
          <a:ln w="2520">
            <a:solidFill>
              <a:srgbClr val="FFFFFF"/>
            </a:solidFill>
            <a:round/>
          </a:ln>
        </p:spPr>
        <p:txBody>
          <a:bodyPr lIns="1080" tIns="1080" rIns="1080" bIns="108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77" name=""/>
          <p:cNvSpPr/>
          <p:nvPr/>
        </p:nvSpPr>
        <p:spPr>
          <a:xfrm>
            <a:off x="5104440" y="1593360"/>
            <a:ext cx="720" cy="720"/>
          </a:xfrm>
          <a:custGeom>
            <a:avLst/>
            <a:gdLst/>
            <a:ahLst/>
            <a:rect l="0" t="0" r="r" b="b"/>
            <a:pathLst>
              <a:path w="2" h="2">
                <a:moveTo>
                  <a:pt x="0" y="0"/>
                </a:moveTo>
                <a:lnTo>
                  <a:pt x="2" y="0"/>
                </a:lnTo>
                <a:lnTo>
                  <a:pt x="2" y="2"/>
                </a:lnTo>
                <a:lnTo>
                  <a:pt x="0" y="2"/>
                </a:lnTo>
                <a:lnTo>
                  <a:pt x="0" y="0"/>
                </a:lnTo>
                <a:close/>
              </a:path>
            </a:pathLst>
          </a:custGeom>
          <a:solidFill>
            <a:srgbClr val="97B4D5"/>
          </a:solidFill>
          <a:ln w="2520">
            <a:solidFill>
              <a:srgbClr val="FFFFFF"/>
            </a:solidFill>
            <a:round/>
          </a:ln>
        </p:spPr>
        <p:txBody>
          <a:bodyPr lIns="1080" tIns="-360" rIns="1080" bIns="-3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78" name=""/>
          <p:cNvSpPr/>
          <p:nvPr/>
        </p:nvSpPr>
        <p:spPr>
          <a:xfrm>
            <a:off x="5102640" y="1592280"/>
            <a:ext cx="3240" cy="2160"/>
          </a:xfrm>
          <a:custGeom>
            <a:avLst/>
            <a:gdLst/>
            <a:ahLst/>
            <a:rect l="0" t="0" r="r" b="b"/>
            <a:pathLst>
              <a:path w="9" h="6">
                <a:moveTo>
                  <a:pt x="5" y="4"/>
                </a:moveTo>
                <a:lnTo>
                  <a:pt x="3" y="6"/>
                </a:lnTo>
                <a:lnTo>
                  <a:pt x="3" y="4"/>
                </a:lnTo>
                <a:lnTo>
                  <a:pt x="2" y="4"/>
                </a:lnTo>
                <a:lnTo>
                  <a:pt x="0" y="3"/>
                </a:lnTo>
                <a:lnTo>
                  <a:pt x="3" y="2"/>
                </a:lnTo>
                <a:lnTo>
                  <a:pt x="5" y="0"/>
                </a:lnTo>
                <a:lnTo>
                  <a:pt x="6" y="0"/>
                </a:lnTo>
                <a:lnTo>
                  <a:pt x="7" y="0"/>
                </a:lnTo>
                <a:lnTo>
                  <a:pt x="9" y="2"/>
                </a:lnTo>
                <a:lnTo>
                  <a:pt x="7" y="3"/>
                </a:lnTo>
                <a:lnTo>
                  <a:pt x="6" y="3"/>
                </a:lnTo>
                <a:lnTo>
                  <a:pt x="5" y="4"/>
                </a:lnTo>
                <a:close/>
              </a:path>
            </a:pathLst>
          </a:custGeom>
          <a:solidFill>
            <a:srgbClr val="97B4D5"/>
          </a:solidFill>
          <a:ln w="2520">
            <a:solidFill>
              <a:srgbClr val="FFFFFF"/>
            </a:solidFill>
            <a:round/>
          </a:ln>
        </p:spPr>
        <p:txBody>
          <a:bodyPr lIns="1080" tIns="1080" rIns="1080" bIns="108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79" name=""/>
          <p:cNvSpPr/>
          <p:nvPr/>
        </p:nvSpPr>
        <p:spPr>
          <a:xfrm>
            <a:off x="5098320" y="1590480"/>
            <a:ext cx="4320" cy="2880"/>
          </a:xfrm>
          <a:custGeom>
            <a:avLst/>
            <a:gdLst/>
            <a:ahLst/>
            <a:rect l="0" t="0" r="r" b="b"/>
            <a:pathLst>
              <a:path w="12" h="8">
                <a:moveTo>
                  <a:pt x="9" y="4"/>
                </a:moveTo>
                <a:lnTo>
                  <a:pt x="9" y="5"/>
                </a:lnTo>
                <a:lnTo>
                  <a:pt x="9" y="6"/>
                </a:lnTo>
                <a:lnTo>
                  <a:pt x="8" y="6"/>
                </a:lnTo>
                <a:lnTo>
                  <a:pt x="5" y="7"/>
                </a:lnTo>
                <a:lnTo>
                  <a:pt x="3" y="7"/>
                </a:lnTo>
                <a:lnTo>
                  <a:pt x="3" y="8"/>
                </a:lnTo>
                <a:lnTo>
                  <a:pt x="2" y="7"/>
                </a:lnTo>
                <a:lnTo>
                  <a:pt x="2" y="6"/>
                </a:lnTo>
                <a:lnTo>
                  <a:pt x="0" y="5"/>
                </a:lnTo>
                <a:lnTo>
                  <a:pt x="0" y="4"/>
                </a:lnTo>
                <a:lnTo>
                  <a:pt x="2" y="2"/>
                </a:lnTo>
                <a:lnTo>
                  <a:pt x="3" y="2"/>
                </a:lnTo>
                <a:lnTo>
                  <a:pt x="4" y="2"/>
                </a:lnTo>
                <a:lnTo>
                  <a:pt x="6" y="2"/>
                </a:lnTo>
                <a:lnTo>
                  <a:pt x="8" y="2"/>
                </a:lnTo>
                <a:lnTo>
                  <a:pt x="9" y="1"/>
                </a:lnTo>
                <a:lnTo>
                  <a:pt x="10" y="1"/>
                </a:lnTo>
                <a:lnTo>
                  <a:pt x="10" y="0"/>
                </a:lnTo>
                <a:lnTo>
                  <a:pt x="11" y="0"/>
                </a:lnTo>
                <a:lnTo>
                  <a:pt x="12" y="0"/>
                </a:lnTo>
                <a:lnTo>
                  <a:pt x="12" y="1"/>
                </a:lnTo>
                <a:lnTo>
                  <a:pt x="11" y="2"/>
                </a:lnTo>
                <a:lnTo>
                  <a:pt x="10" y="4"/>
                </a:lnTo>
                <a:lnTo>
                  <a:pt x="10" y="2"/>
                </a:lnTo>
                <a:lnTo>
                  <a:pt x="10" y="4"/>
                </a:lnTo>
                <a:lnTo>
                  <a:pt x="9" y="4"/>
                </a:lnTo>
                <a:close/>
              </a:path>
            </a:pathLst>
          </a:custGeom>
          <a:solidFill>
            <a:srgbClr val="97B4D5"/>
          </a:solidFill>
          <a:ln w="2520">
            <a:solidFill>
              <a:srgbClr val="FFFFFF"/>
            </a:solidFill>
            <a:round/>
          </a:ln>
        </p:spPr>
        <p:txBody>
          <a:bodyPr lIns="1080" tIns="1080" rIns="1080" bIns="108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80" name=""/>
          <p:cNvSpPr/>
          <p:nvPr/>
        </p:nvSpPr>
        <p:spPr>
          <a:xfrm>
            <a:off x="5103720" y="1589760"/>
            <a:ext cx="1800" cy="1080"/>
          </a:xfrm>
          <a:custGeom>
            <a:avLst/>
            <a:gdLst/>
            <a:ahLst/>
            <a:rect l="0" t="0" r="r" b="b"/>
            <a:pathLst>
              <a:path w="5" h="3">
                <a:moveTo>
                  <a:pt x="4" y="2"/>
                </a:moveTo>
                <a:lnTo>
                  <a:pt x="2" y="2"/>
                </a:lnTo>
                <a:lnTo>
                  <a:pt x="1" y="2"/>
                </a:lnTo>
                <a:lnTo>
                  <a:pt x="0" y="0"/>
                </a:lnTo>
                <a:lnTo>
                  <a:pt x="1" y="0"/>
                </a:lnTo>
                <a:lnTo>
                  <a:pt x="4" y="2"/>
                </a:lnTo>
                <a:lnTo>
                  <a:pt x="5" y="2"/>
                </a:lnTo>
                <a:lnTo>
                  <a:pt x="4" y="3"/>
                </a:lnTo>
                <a:lnTo>
                  <a:pt x="4" y="2"/>
                </a:lnTo>
                <a:close/>
              </a:path>
            </a:pathLst>
          </a:custGeom>
          <a:solidFill>
            <a:srgbClr val="97B4D5"/>
          </a:solidFill>
          <a:ln w="2520">
            <a:solidFill>
              <a:srgbClr val="FFFFFF"/>
            </a:solidFill>
            <a:round/>
          </a:ln>
        </p:spPr>
        <p:txBody>
          <a:bodyPr lIns="1080" tIns="0" rIns="108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81" name=""/>
          <p:cNvSpPr/>
          <p:nvPr/>
        </p:nvSpPr>
        <p:spPr>
          <a:xfrm>
            <a:off x="5103000" y="1589760"/>
            <a:ext cx="1440" cy="720"/>
          </a:xfrm>
          <a:custGeom>
            <a:avLst/>
            <a:gdLst/>
            <a:ahLst/>
            <a:rect l="0" t="0" r="r" b="b"/>
            <a:pathLst>
              <a:path w="4" h="2">
                <a:moveTo>
                  <a:pt x="2" y="0"/>
                </a:moveTo>
                <a:lnTo>
                  <a:pt x="4" y="0"/>
                </a:lnTo>
                <a:lnTo>
                  <a:pt x="2" y="0"/>
                </a:lnTo>
                <a:lnTo>
                  <a:pt x="2" y="2"/>
                </a:lnTo>
                <a:lnTo>
                  <a:pt x="0" y="2"/>
                </a:lnTo>
                <a:lnTo>
                  <a:pt x="0" y="0"/>
                </a:lnTo>
                <a:lnTo>
                  <a:pt x="2" y="0"/>
                </a:lnTo>
                <a:close/>
              </a:path>
            </a:pathLst>
          </a:custGeom>
          <a:solidFill>
            <a:srgbClr val="97B4D5"/>
          </a:solidFill>
          <a:ln w="2520">
            <a:solidFill>
              <a:srgbClr val="FFFFFF"/>
            </a:solidFill>
            <a:round/>
          </a:ln>
        </p:spPr>
        <p:txBody>
          <a:bodyPr lIns="1080" tIns="-360" rIns="1080" bIns="-3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82" name=""/>
          <p:cNvSpPr/>
          <p:nvPr/>
        </p:nvSpPr>
        <p:spPr>
          <a:xfrm>
            <a:off x="5096880" y="1588680"/>
            <a:ext cx="1440" cy="1800"/>
          </a:xfrm>
          <a:custGeom>
            <a:avLst/>
            <a:gdLst/>
            <a:ahLst/>
            <a:rect l="0" t="0" r="r" b="b"/>
            <a:pathLst>
              <a:path w="4" h="5">
                <a:moveTo>
                  <a:pt x="2" y="3"/>
                </a:moveTo>
                <a:lnTo>
                  <a:pt x="3" y="3"/>
                </a:lnTo>
                <a:lnTo>
                  <a:pt x="4" y="1"/>
                </a:lnTo>
                <a:lnTo>
                  <a:pt x="4" y="3"/>
                </a:lnTo>
                <a:lnTo>
                  <a:pt x="4" y="4"/>
                </a:lnTo>
                <a:lnTo>
                  <a:pt x="3" y="4"/>
                </a:lnTo>
                <a:lnTo>
                  <a:pt x="2" y="4"/>
                </a:lnTo>
                <a:lnTo>
                  <a:pt x="2" y="3"/>
                </a:lnTo>
                <a:lnTo>
                  <a:pt x="2" y="4"/>
                </a:lnTo>
                <a:lnTo>
                  <a:pt x="0" y="3"/>
                </a:lnTo>
                <a:lnTo>
                  <a:pt x="2" y="4"/>
                </a:lnTo>
                <a:lnTo>
                  <a:pt x="0" y="4"/>
                </a:lnTo>
                <a:lnTo>
                  <a:pt x="0" y="5"/>
                </a:lnTo>
                <a:lnTo>
                  <a:pt x="0" y="4"/>
                </a:lnTo>
                <a:lnTo>
                  <a:pt x="0" y="3"/>
                </a:lnTo>
                <a:lnTo>
                  <a:pt x="0" y="1"/>
                </a:lnTo>
                <a:lnTo>
                  <a:pt x="2" y="1"/>
                </a:lnTo>
                <a:lnTo>
                  <a:pt x="3" y="0"/>
                </a:lnTo>
                <a:lnTo>
                  <a:pt x="4" y="0"/>
                </a:lnTo>
                <a:lnTo>
                  <a:pt x="4" y="1"/>
                </a:lnTo>
                <a:lnTo>
                  <a:pt x="2" y="3"/>
                </a:lnTo>
                <a:close/>
              </a:path>
            </a:pathLst>
          </a:custGeom>
          <a:solidFill>
            <a:srgbClr val="97B4D5"/>
          </a:solidFill>
          <a:ln w="2520">
            <a:solidFill>
              <a:srgbClr val="FFFFFF"/>
            </a:solidFill>
            <a:round/>
          </a:ln>
        </p:spPr>
        <p:txBody>
          <a:bodyPr lIns="1080" tIns="720" rIns="1080" bIns="7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83" name=""/>
          <p:cNvSpPr/>
          <p:nvPr/>
        </p:nvSpPr>
        <p:spPr>
          <a:xfrm>
            <a:off x="5096880" y="1587960"/>
            <a:ext cx="1440" cy="720"/>
          </a:xfrm>
          <a:custGeom>
            <a:avLst/>
            <a:gdLst/>
            <a:ahLst/>
            <a:rect l="0" t="0" r="r" b="b"/>
            <a:pathLst>
              <a:path w="4" h="2">
                <a:moveTo>
                  <a:pt x="2" y="0"/>
                </a:moveTo>
                <a:lnTo>
                  <a:pt x="4" y="0"/>
                </a:lnTo>
                <a:lnTo>
                  <a:pt x="4" y="2"/>
                </a:lnTo>
                <a:lnTo>
                  <a:pt x="2" y="2"/>
                </a:lnTo>
                <a:lnTo>
                  <a:pt x="0" y="2"/>
                </a:lnTo>
                <a:lnTo>
                  <a:pt x="0" y="0"/>
                </a:lnTo>
                <a:lnTo>
                  <a:pt x="2" y="0"/>
                </a:lnTo>
                <a:lnTo>
                  <a:pt x="2" y="2"/>
                </a:lnTo>
                <a:lnTo>
                  <a:pt x="2" y="0"/>
                </a:lnTo>
                <a:close/>
              </a:path>
            </a:pathLst>
          </a:custGeom>
          <a:solidFill>
            <a:srgbClr val="97B4D5"/>
          </a:solidFill>
          <a:ln w="2520">
            <a:solidFill>
              <a:srgbClr val="FFFFFF"/>
            </a:solidFill>
            <a:round/>
          </a:ln>
        </p:spPr>
        <p:txBody>
          <a:bodyPr lIns="1080" tIns="-360" rIns="1080" bIns="-3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84" name=""/>
          <p:cNvSpPr/>
          <p:nvPr/>
        </p:nvSpPr>
        <p:spPr>
          <a:xfrm>
            <a:off x="5097240" y="1587600"/>
            <a:ext cx="720" cy="720"/>
          </a:xfrm>
          <a:custGeom>
            <a:avLst/>
            <a:gdLst/>
            <a:ahLst/>
            <a:rect l="0" t="0" r="r" b="b"/>
            <a:pathLst>
              <a:path w="2" h="2">
                <a:moveTo>
                  <a:pt x="2" y="0"/>
                </a:moveTo>
                <a:lnTo>
                  <a:pt x="0" y="2"/>
                </a:lnTo>
                <a:lnTo>
                  <a:pt x="0" y="0"/>
                </a:lnTo>
                <a:lnTo>
                  <a:pt x="2" y="0"/>
                </a:lnTo>
                <a:close/>
              </a:path>
            </a:pathLst>
          </a:custGeom>
          <a:solidFill>
            <a:srgbClr val="97B4D5"/>
          </a:solidFill>
          <a:ln w="2520">
            <a:solidFill>
              <a:srgbClr val="FFFFFF"/>
            </a:solidFill>
            <a:round/>
          </a:ln>
        </p:spPr>
        <p:txBody>
          <a:bodyPr lIns="1080" tIns="-360" rIns="1080" bIns="-3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85" name=""/>
          <p:cNvSpPr/>
          <p:nvPr/>
        </p:nvSpPr>
        <p:spPr>
          <a:xfrm>
            <a:off x="5094720" y="1586520"/>
            <a:ext cx="1800" cy="1800"/>
          </a:xfrm>
          <a:custGeom>
            <a:avLst/>
            <a:gdLst/>
            <a:ahLst/>
            <a:rect l="0" t="0" r="r" b="b"/>
            <a:pathLst>
              <a:path w="5" h="5">
                <a:moveTo>
                  <a:pt x="3" y="4"/>
                </a:moveTo>
                <a:lnTo>
                  <a:pt x="3" y="5"/>
                </a:lnTo>
                <a:lnTo>
                  <a:pt x="2" y="5"/>
                </a:lnTo>
                <a:lnTo>
                  <a:pt x="0" y="5"/>
                </a:lnTo>
                <a:lnTo>
                  <a:pt x="0" y="4"/>
                </a:lnTo>
                <a:lnTo>
                  <a:pt x="0" y="3"/>
                </a:lnTo>
                <a:lnTo>
                  <a:pt x="2" y="1"/>
                </a:lnTo>
                <a:lnTo>
                  <a:pt x="2" y="0"/>
                </a:lnTo>
                <a:lnTo>
                  <a:pt x="3" y="1"/>
                </a:lnTo>
                <a:lnTo>
                  <a:pt x="5" y="1"/>
                </a:lnTo>
                <a:lnTo>
                  <a:pt x="3" y="1"/>
                </a:lnTo>
                <a:lnTo>
                  <a:pt x="3" y="3"/>
                </a:lnTo>
                <a:lnTo>
                  <a:pt x="3" y="4"/>
                </a:lnTo>
                <a:close/>
              </a:path>
            </a:pathLst>
          </a:custGeom>
          <a:solidFill>
            <a:srgbClr val="97B4D5"/>
          </a:solidFill>
          <a:ln w="2520">
            <a:solidFill>
              <a:srgbClr val="FFFFFF"/>
            </a:solidFill>
            <a:round/>
          </a:ln>
        </p:spPr>
        <p:txBody>
          <a:bodyPr lIns="1080" tIns="720" rIns="1080" bIns="7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86" name=""/>
          <p:cNvSpPr/>
          <p:nvPr/>
        </p:nvSpPr>
        <p:spPr>
          <a:xfrm>
            <a:off x="5105520" y="1659240"/>
            <a:ext cx="360" cy="360"/>
          </a:xfrm>
          <a:custGeom>
            <a:avLst/>
            <a:gdLst/>
            <a:ahLst/>
            <a:rect l="0" t="0" r="r" b="b"/>
            <a:pathLst>
              <a:path w="1" h="1">
                <a:moveTo>
                  <a:pt x="1" y="0"/>
                </a:moveTo>
                <a:lnTo>
                  <a:pt x="1" y="1"/>
                </a:lnTo>
                <a:lnTo>
                  <a:pt x="0" y="1"/>
                </a:lnTo>
                <a:lnTo>
                  <a:pt x="0" y="0"/>
                </a:lnTo>
                <a:lnTo>
                  <a:pt x="1" y="0"/>
                </a:lnTo>
                <a:close/>
              </a:path>
            </a:pathLst>
          </a:custGeom>
          <a:solidFill>
            <a:srgbClr val="97B4D5"/>
          </a:solidFill>
          <a:ln w="2520">
            <a:solidFill>
              <a:srgbClr val="FFFFFF"/>
            </a:solidFill>
            <a:round/>
          </a:ln>
        </p:spPr>
        <p:txBody>
          <a:bodyPr lIns="1080" tIns="-720" rIns="1080" bIns="-7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87" name=""/>
          <p:cNvSpPr/>
          <p:nvPr/>
        </p:nvSpPr>
        <p:spPr>
          <a:xfrm>
            <a:off x="5107320" y="1657080"/>
            <a:ext cx="360" cy="360"/>
          </a:xfrm>
          <a:custGeom>
            <a:avLst/>
            <a:gdLst/>
            <a:ahLst/>
            <a:rect l="0" t="0" r="r" b="b"/>
            <a:pathLst>
              <a:path w="1" h="1">
                <a:moveTo>
                  <a:pt x="1" y="0"/>
                </a:moveTo>
                <a:lnTo>
                  <a:pt x="1" y="1"/>
                </a:lnTo>
                <a:lnTo>
                  <a:pt x="0" y="1"/>
                </a:lnTo>
                <a:lnTo>
                  <a:pt x="0" y="0"/>
                </a:lnTo>
                <a:lnTo>
                  <a:pt x="1" y="0"/>
                </a:lnTo>
                <a:close/>
              </a:path>
            </a:pathLst>
          </a:custGeom>
          <a:solidFill>
            <a:srgbClr val="97B4D5"/>
          </a:solidFill>
          <a:ln w="2520">
            <a:solidFill>
              <a:srgbClr val="FFFFFF"/>
            </a:solidFill>
            <a:round/>
          </a:ln>
        </p:spPr>
        <p:txBody>
          <a:bodyPr lIns="1080" tIns="-720" rIns="1080" bIns="-7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88" name=""/>
          <p:cNvSpPr/>
          <p:nvPr/>
        </p:nvSpPr>
        <p:spPr>
          <a:xfrm>
            <a:off x="5105160" y="1657080"/>
            <a:ext cx="360" cy="360"/>
          </a:xfrm>
          <a:custGeom>
            <a:avLst/>
            <a:gdLst/>
            <a:ahLst/>
            <a:rect l="0" t="0" r="r" b="b"/>
            <a:pathLst>
              <a:path w="1" h="1">
                <a:moveTo>
                  <a:pt x="1" y="0"/>
                </a:moveTo>
                <a:lnTo>
                  <a:pt x="1" y="1"/>
                </a:lnTo>
                <a:lnTo>
                  <a:pt x="0" y="1"/>
                </a:lnTo>
                <a:lnTo>
                  <a:pt x="0" y="0"/>
                </a:lnTo>
                <a:lnTo>
                  <a:pt x="1" y="0"/>
                </a:lnTo>
                <a:close/>
              </a:path>
            </a:pathLst>
          </a:custGeom>
          <a:solidFill>
            <a:srgbClr val="97B4D5"/>
          </a:solidFill>
          <a:ln w="2520">
            <a:solidFill>
              <a:srgbClr val="FFFFFF"/>
            </a:solidFill>
            <a:round/>
          </a:ln>
        </p:spPr>
        <p:txBody>
          <a:bodyPr lIns="1080" tIns="-720" rIns="1080" bIns="-7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89" name=""/>
          <p:cNvSpPr/>
          <p:nvPr/>
        </p:nvSpPr>
        <p:spPr>
          <a:xfrm>
            <a:off x="5104800" y="1656720"/>
            <a:ext cx="360" cy="360"/>
          </a:xfrm>
          <a:custGeom>
            <a:avLst/>
            <a:gdLst/>
            <a:ahLst/>
            <a:rect l="0" t="0" r="r" b="b"/>
            <a:pathLst>
              <a:path w="1" h="1">
                <a:moveTo>
                  <a:pt x="0" y="0"/>
                </a:moveTo>
                <a:lnTo>
                  <a:pt x="1" y="0"/>
                </a:lnTo>
                <a:lnTo>
                  <a:pt x="0" y="1"/>
                </a:lnTo>
                <a:lnTo>
                  <a:pt x="0" y="0"/>
                </a:lnTo>
                <a:close/>
              </a:path>
            </a:pathLst>
          </a:custGeom>
          <a:solidFill>
            <a:srgbClr val="97B4D5"/>
          </a:solidFill>
          <a:ln w="2520">
            <a:solidFill>
              <a:srgbClr val="FFFFFF"/>
            </a:solidFill>
            <a:round/>
          </a:ln>
        </p:spPr>
        <p:txBody>
          <a:bodyPr lIns="1080" tIns="-720" rIns="1080" bIns="-7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90" name=""/>
          <p:cNvSpPr/>
          <p:nvPr/>
        </p:nvSpPr>
        <p:spPr>
          <a:xfrm>
            <a:off x="5106600" y="1656000"/>
            <a:ext cx="360" cy="360"/>
          </a:xfrm>
          <a:custGeom>
            <a:avLst/>
            <a:gdLst/>
            <a:ahLst/>
            <a:rect l="0" t="0" r="r" b="b"/>
            <a:pathLst>
              <a:path w="1" h="1">
                <a:moveTo>
                  <a:pt x="1" y="0"/>
                </a:moveTo>
                <a:lnTo>
                  <a:pt x="0" y="1"/>
                </a:lnTo>
                <a:lnTo>
                  <a:pt x="0" y="0"/>
                </a:lnTo>
                <a:lnTo>
                  <a:pt x="1" y="0"/>
                </a:lnTo>
                <a:close/>
              </a:path>
            </a:pathLst>
          </a:custGeom>
          <a:solidFill>
            <a:srgbClr val="97B4D5"/>
          </a:solidFill>
          <a:ln w="2520">
            <a:solidFill>
              <a:srgbClr val="FFFFFF"/>
            </a:solidFill>
            <a:round/>
          </a:ln>
        </p:spPr>
        <p:txBody>
          <a:bodyPr lIns="1080" tIns="-720" rIns="1080" bIns="-7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91" name=""/>
          <p:cNvSpPr/>
          <p:nvPr/>
        </p:nvSpPr>
        <p:spPr>
          <a:xfrm>
            <a:off x="5111640" y="1653120"/>
            <a:ext cx="720" cy="1440"/>
          </a:xfrm>
          <a:custGeom>
            <a:avLst/>
            <a:gdLst/>
            <a:ahLst/>
            <a:rect l="0" t="0" r="r" b="b"/>
            <a:pathLst>
              <a:path w="2" h="4">
                <a:moveTo>
                  <a:pt x="2" y="0"/>
                </a:moveTo>
                <a:lnTo>
                  <a:pt x="2" y="2"/>
                </a:lnTo>
                <a:lnTo>
                  <a:pt x="2" y="4"/>
                </a:lnTo>
                <a:lnTo>
                  <a:pt x="0" y="2"/>
                </a:lnTo>
                <a:lnTo>
                  <a:pt x="2" y="0"/>
                </a:lnTo>
                <a:close/>
              </a:path>
            </a:pathLst>
          </a:custGeom>
          <a:solidFill>
            <a:srgbClr val="97B4D5"/>
          </a:solidFill>
          <a:ln w="2520">
            <a:solidFill>
              <a:srgbClr val="FFFFFF"/>
            </a:solidFill>
            <a:round/>
          </a:ln>
        </p:spPr>
        <p:txBody>
          <a:bodyPr lIns="1080" tIns="360" rIns="1080" bIns="3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92" name=""/>
          <p:cNvSpPr/>
          <p:nvPr/>
        </p:nvSpPr>
        <p:spPr>
          <a:xfrm>
            <a:off x="5108760" y="1652040"/>
            <a:ext cx="1440" cy="1800"/>
          </a:xfrm>
          <a:custGeom>
            <a:avLst/>
            <a:gdLst/>
            <a:ahLst/>
            <a:rect l="0" t="0" r="r" b="b"/>
            <a:pathLst>
              <a:path w="4" h="5">
                <a:moveTo>
                  <a:pt x="1" y="2"/>
                </a:moveTo>
                <a:lnTo>
                  <a:pt x="1" y="3"/>
                </a:lnTo>
                <a:lnTo>
                  <a:pt x="3" y="3"/>
                </a:lnTo>
                <a:lnTo>
                  <a:pt x="4" y="3"/>
                </a:lnTo>
                <a:lnTo>
                  <a:pt x="4" y="4"/>
                </a:lnTo>
                <a:lnTo>
                  <a:pt x="3" y="4"/>
                </a:lnTo>
                <a:lnTo>
                  <a:pt x="3" y="3"/>
                </a:lnTo>
                <a:lnTo>
                  <a:pt x="3" y="4"/>
                </a:lnTo>
                <a:lnTo>
                  <a:pt x="1" y="4"/>
                </a:lnTo>
                <a:lnTo>
                  <a:pt x="1" y="5"/>
                </a:lnTo>
                <a:lnTo>
                  <a:pt x="0" y="5"/>
                </a:lnTo>
                <a:lnTo>
                  <a:pt x="0" y="4"/>
                </a:lnTo>
                <a:lnTo>
                  <a:pt x="1" y="4"/>
                </a:lnTo>
                <a:lnTo>
                  <a:pt x="1" y="3"/>
                </a:lnTo>
                <a:lnTo>
                  <a:pt x="0" y="3"/>
                </a:lnTo>
                <a:lnTo>
                  <a:pt x="0" y="2"/>
                </a:lnTo>
                <a:lnTo>
                  <a:pt x="0" y="0"/>
                </a:lnTo>
                <a:lnTo>
                  <a:pt x="1" y="0"/>
                </a:lnTo>
                <a:lnTo>
                  <a:pt x="1" y="2"/>
                </a:lnTo>
                <a:lnTo>
                  <a:pt x="1" y="0"/>
                </a:lnTo>
                <a:lnTo>
                  <a:pt x="1" y="2"/>
                </a:lnTo>
                <a:close/>
              </a:path>
            </a:pathLst>
          </a:custGeom>
          <a:solidFill>
            <a:srgbClr val="97B4D5"/>
          </a:solidFill>
          <a:ln w="2520">
            <a:solidFill>
              <a:srgbClr val="FFFFFF"/>
            </a:solidFill>
            <a:round/>
          </a:ln>
        </p:spPr>
        <p:txBody>
          <a:bodyPr lIns="1080" tIns="720" rIns="1080" bIns="7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93" name=""/>
          <p:cNvSpPr/>
          <p:nvPr/>
        </p:nvSpPr>
        <p:spPr>
          <a:xfrm>
            <a:off x="5108760" y="1649880"/>
            <a:ext cx="1800" cy="1800"/>
          </a:xfrm>
          <a:custGeom>
            <a:avLst/>
            <a:gdLst/>
            <a:ahLst/>
            <a:rect l="0" t="0" r="r" b="b"/>
            <a:pathLst>
              <a:path w="5" h="5">
                <a:moveTo>
                  <a:pt x="4" y="1"/>
                </a:moveTo>
                <a:lnTo>
                  <a:pt x="4" y="2"/>
                </a:lnTo>
                <a:lnTo>
                  <a:pt x="5" y="2"/>
                </a:lnTo>
                <a:lnTo>
                  <a:pt x="5" y="4"/>
                </a:lnTo>
                <a:lnTo>
                  <a:pt x="4" y="4"/>
                </a:lnTo>
                <a:lnTo>
                  <a:pt x="1" y="5"/>
                </a:lnTo>
                <a:lnTo>
                  <a:pt x="1" y="4"/>
                </a:lnTo>
                <a:lnTo>
                  <a:pt x="0" y="2"/>
                </a:lnTo>
                <a:lnTo>
                  <a:pt x="1" y="2"/>
                </a:lnTo>
                <a:lnTo>
                  <a:pt x="1" y="1"/>
                </a:lnTo>
                <a:lnTo>
                  <a:pt x="2" y="2"/>
                </a:lnTo>
                <a:lnTo>
                  <a:pt x="2" y="1"/>
                </a:lnTo>
                <a:lnTo>
                  <a:pt x="4" y="1"/>
                </a:lnTo>
                <a:lnTo>
                  <a:pt x="2" y="1"/>
                </a:lnTo>
                <a:lnTo>
                  <a:pt x="4" y="1"/>
                </a:lnTo>
                <a:lnTo>
                  <a:pt x="4" y="0"/>
                </a:lnTo>
                <a:lnTo>
                  <a:pt x="4" y="1"/>
                </a:lnTo>
                <a:lnTo>
                  <a:pt x="5" y="1"/>
                </a:lnTo>
                <a:lnTo>
                  <a:pt x="4" y="1"/>
                </a:lnTo>
                <a:close/>
              </a:path>
            </a:pathLst>
          </a:custGeom>
          <a:solidFill>
            <a:srgbClr val="97B4D5"/>
          </a:solidFill>
          <a:ln w="2520">
            <a:solidFill>
              <a:srgbClr val="FFFFFF"/>
            </a:solidFill>
            <a:round/>
          </a:ln>
        </p:spPr>
        <p:txBody>
          <a:bodyPr lIns="1080" tIns="720" rIns="1080" bIns="7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94" name=""/>
          <p:cNvSpPr/>
          <p:nvPr/>
        </p:nvSpPr>
        <p:spPr>
          <a:xfrm>
            <a:off x="5106960" y="1648080"/>
            <a:ext cx="720" cy="1800"/>
          </a:xfrm>
          <a:custGeom>
            <a:avLst/>
            <a:gdLst/>
            <a:ahLst/>
            <a:rect l="0" t="0" r="r" b="b"/>
            <a:pathLst>
              <a:path w="2" h="5">
                <a:moveTo>
                  <a:pt x="0" y="3"/>
                </a:moveTo>
                <a:lnTo>
                  <a:pt x="0" y="2"/>
                </a:lnTo>
                <a:lnTo>
                  <a:pt x="0" y="0"/>
                </a:lnTo>
                <a:lnTo>
                  <a:pt x="2" y="0"/>
                </a:lnTo>
                <a:lnTo>
                  <a:pt x="2" y="2"/>
                </a:lnTo>
                <a:lnTo>
                  <a:pt x="2" y="3"/>
                </a:lnTo>
                <a:lnTo>
                  <a:pt x="2" y="5"/>
                </a:lnTo>
                <a:lnTo>
                  <a:pt x="0" y="5"/>
                </a:lnTo>
                <a:lnTo>
                  <a:pt x="0" y="3"/>
                </a:lnTo>
                <a:close/>
              </a:path>
            </a:pathLst>
          </a:custGeom>
          <a:solidFill>
            <a:srgbClr val="97B4D5"/>
          </a:solidFill>
          <a:ln w="2520">
            <a:solidFill>
              <a:srgbClr val="FFFFFF"/>
            </a:solidFill>
            <a:round/>
          </a:ln>
        </p:spPr>
        <p:txBody>
          <a:bodyPr lIns="1080" tIns="720" rIns="1080" bIns="7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95" name=""/>
          <p:cNvSpPr/>
          <p:nvPr/>
        </p:nvSpPr>
        <p:spPr>
          <a:xfrm>
            <a:off x="5112720" y="1646280"/>
            <a:ext cx="720" cy="1440"/>
          </a:xfrm>
          <a:custGeom>
            <a:avLst/>
            <a:gdLst/>
            <a:ahLst/>
            <a:rect l="0" t="0" r="r" b="b"/>
            <a:pathLst>
              <a:path w="2" h="4">
                <a:moveTo>
                  <a:pt x="0" y="4"/>
                </a:moveTo>
                <a:lnTo>
                  <a:pt x="0" y="2"/>
                </a:lnTo>
                <a:lnTo>
                  <a:pt x="0" y="0"/>
                </a:lnTo>
                <a:lnTo>
                  <a:pt x="0" y="2"/>
                </a:lnTo>
                <a:lnTo>
                  <a:pt x="2" y="2"/>
                </a:lnTo>
                <a:lnTo>
                  <a:pt x="2" y="4"/>
                </a:lnTo>
                <a:lnTo>
                  <a:pt x="0" y="4"/>
                </a:lnTo>
                <a:close/>
              </a:path>
            </a:pathLst>
          </a:custGeom>
          <a:solidFill>
            <a:srgbClr val="97B4D5"/>
          </a:solidFill>
          <a:ln w="2520">
            <a:solidFill>
              <a:srgbClr val="FFFFFF"/>
            </a:solidFill>
            <a:round/>
          </a:ln>
        </p:spPr>
        <p:txBody>
          <a:bodyPr lIns="1080" tIns="360" rIns="1080" bIns="3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96" name=""/>
          <p:cNvSpPr/>
          <p:nvPr/>
        </p:nvSpPr>
        <p:spPr>
          <a:xfrm>
            <a:off x="5106600" y="1636560"/>
            <a:ext cx="9000" cy="12600"/>
          </a:xfrm>
          <a:custGeom>
            <a:avLst/>
            <a:gdLst/>
            <a:ahLst/>
            <a:rect l="0" t="0" r="r" b="b"/>
            <a:pathLst>
              <a:path w="25" h="35">
                <a:moveTo>
                  <a:pt x="10" y="5"/>
                </a:moveTo>
                <a:lnTo>
                  <a:pt x="11" y="7"/>
                </a:lnTo>
                <a:lnTo>
                  <a:pt x="12" y="7"/>
                </a:lnTo>
                <a:lnTo>
                  <a:pt x="13" y="6"/>
                </a:lnTo>
                <a:lnTo>
                  <a:pt x="14" y="5"/>
                </a:lnTo>
                <a:lnTo>
                  <a:pt x="15" y="5"/>
                </a:lnTo>
                <a:lnTo>
                  <a:pt x="15" y="6"/>
                </a:lnTo>
                <a:lnTo>
                  <a:pt x="17" y="7"/>
                </a:lnTo>
                <a:lnTo>
                  <a:pt x="19" y="7"/>
                </a:lnTo>
                <a:lnTo>
                  <a:pt x="19" y="8"/>
                </a:lnTo>
                <a:lnTo>
                  <a:pt x="17" y="10"/>
                </a:lnTo>
                <a:lnTo>
                  <a:pt x="19" y="11"/>
                </a:lnTo>
                <a:lnTo>
                  <a:pt x="21" y="12"/>
                </a:lnTo>
                <a:lnTo>
                  <a:pt x="23" y="12"/>
                </a:lnTo>
                <a:lnTo>
                  <a:pt x="24" y="11"/>
                </a:lnTo>
                <a:lnTo>
                  <a:pt x="25" y="11"/>
                </a:lnTo>
                <a:lnTo>
                  <a:pt x="24" y="13"/>
                </a:lnTo>
                <a:lnTo>
                  <a:pt x="24" y="14"/>
                </a:lnTo>
                <a:lnTo>
                  <a:pt x="23" y="15"/>
                </a:lnTo>
                <a:lnTo>
                  <a:pt x="22" y="15"/>
                </a:lnTo>
                <a:lnTo>
                  <a:pt x="22" y="14"/>
                </a:lnTo>
                <a:lnTo>
                  <a:pt x="21" y="13"/>
                </a:lnTo>
                <a:lnTo>
                  <a:pt x="20" y="14"/>
                </a:lnTo>
                <a:lnTo>
                  <a:pt x="19" y="14"/>
                </a:lnTo>
                <a:lnTo>
                  <a:pt x="19" y="15"/>
                </a:lnTo>
                <a:lnTo>
                  <a:pt x="17" y="15"/>
                </a:lnTo>
                <a:lnTo>
                  <a:pt x="16" y="15"/>
                </a:lnTo>
                <a:lnTo>
                  <a:pt x="16" y="17"/>
                </a:lnTo>
                <a:lnTo>
                  <a:pt x="16" y="18"/>
                </a:lnTo>
                <a:lnTo>
                  <a:pt x="16" y="19"/>
                </a:lnTo>
                <a:lnTo>
                  <a:pt x="16" y="20"/>
                </a:lnTo>
                <a:lnTo>
                  <a:pt x="16" y="21"/>
                </a:lnTo>
                <a:lnTo>
                  <a:pt x="17" y="21"/>
                </a:lnTo>
                <a:lnTo>
                  <a:pt x="17" y="22"/>
                </a:lnTo>
                <a:lnTo>
                  <a:pt x="17" y="21"/>
                </a:lnTo>
                <a:lnTo>
                  <a:pt x="19" y="21"/>
                </a:lnTo>
                <a:lnTo>
                  <a:pt x="20" y="21"/>
                </a:lnTo>
                <a:lnTo>
                  <a:pt x="20" y="22"/>
                </a:lnTo>
                <a:lnTo>
                  <a:pt x="20" y="23"/>
                </a:lnTo>
                <a:lnTo>
                  <a:pt x="21" y="23"/>
                </a:lnTo>
                <a:lnTo>
                  <a:pt x="21" y="22"/>
                </a:lnTo>
                <a:lnTo>
                  <a:pt x="22" y="22"/>
                </a:lnTo>
                <a:lnTo>
                  <a:pt x="23" y="22"/>
                </a:lnTo>
                <a:lnTo>
                  <a:pt x="24" y="22"/>
                </a:lnTo>
                <a:lnTo>
                  <a:pt x="24" y="23"/>
                </a:lnTo>
                <a:lnTo>
                  <a:pt x="24" y="24"/>
                </a:lnTo>
                <a:lnTo>
                  <a:pt x="24" y="25"/>
                </a:lnTo>
                <a:lnTo>
                  <a:pt x="23" y="26"/>
                </a:lnTo>
                <a:lnTo>
                  <a:pt x="23" y="25"/>
                </a:lnTo>
                <a:lnTo>
                  <a:pt x="22" y="24"/>
                </a:lnTo>
                <a:lnTo>
                  <a:pt x="21" y="24"/>
                </a:lnTo>
                <a:lnTo>
                  <a:pt x="20" y="24"/>
                </a:lnTo>
                <a:lnTo>
                  <a:pt x="19" y="25"/>
                </a:lnTo>
                <a:lnTo>
                  <a:pt x="17" y="25"/>
                </a:lnTo>
                <a:lnTo>
                  <a:pt x="17" y="26"/>
                </a:lnTo>
                <a:lnTo>
                  <a:pt x="16" y="26"/>
                </a:lnTo>
                <a:lnTo>
                  <a:pt x="15" y="26"/>
                </a:lnTo>
                <a:lnTo>
                  <a:pt x="14" y="29"/>
                </a:lnTo>
                <a:lnTo>
                  <a:pt x="13" y="30"/>
                </a:lnTo>
                <a:lnTo>
                  <a:pt x="12" y="30"/>
                </a:lnTo>
                <a:lnTo>
                  <a:pt x="11" y="32"/>
                </a:lnTo>
                <a:lnTo>
                  <a:pt x="12" y="33"/>
                </a:lnTo>
                <a:lnTo>
                  <a:pt x="13" y="34"/>
                </a:lnTo>
                <a:lnTo>
                  <a:pt x="13" y="33"/>
                </a:lnTo>
                <a:lnTo>
                  <a:pt x="14" y="33"/>
                </a:lnTo>
                <a:lnTo>
                  <a:pt x="15" y="33"/>
                </a:lnTo>
                <a:lnTo>
                  <a:pt x="15" y="34"/>
                </a:lnTo>
                <a:lnTo>
                  <a:pt x="14" y="34"/>
                </a:lnTo>
                <a:lnTo>
                  <a:pt x="14" y="35"/>
                </a:lnTo>
                <a:lnTo>
                  <a:pt x="12" y="35"/>
                </a:lnTo>
                <a:lnTo>
                  <a:pt x="11" y="34"/>
                </a:lnTo>
                <a:lnTo>
                  <a:pt x="10" y="33"/>
                </a:lnTo>
                <a:lnTo>
                  <a:pt x="7" y="33"/>
                </a:lnTo>
                <a:lnTo>
                  <a:pt x="7" y="32"/>
                </a:lnTo>
                <a:lnTo>
                  <a:pt x="6" y="32"/>
                </a:lnTo>
                <a:lnTo>
                  <a:pt x="6" y="31"/>
                </a:lnTo>
                <a:lnTo>
                  <a:pt x="6" y="30"/>
                </a:lnTo>
                <a:lnTo>
                  <a:pt x="5" y="29"/>
                </a:lnTo>
                <a:lnTo>
                  <a:pt x="5" y="30"/>
                </a:lnTo>
                <a:lnTo>
                  <a:pt x="5" y="31"/>
                </a:lnTo>
                <a:lnTo>
                  <a:pt x="4" y="31"/>
                </a:lnTo>
                <a:lnTo>
                  <a:pt x="4" y="30"/>
                </a:lnTo>
                <a:lnTo>
                  <a:pt x="3" y="30"/>
                </a:lnTo>
                <a:lnTo>
                  <a:pt x="3" y="29"/>
                </a:lnTo>
                <a:lnTo>
                  <a:pt x="3" y="27"/>
                </a:lnTo>
                <a:lnTo>
                  <a:pt x="4" y="27"/>
                </a:lnTo>
                <a:lnTo>
                  <a:pt x="4" y="26"/>
                </a:lnTo>
                <a:lnTo>
                  <a:pt x="4" y="27"/>
                </a:lnTo>
                <a:lnTo>
                  <a:pt x="4" y="26"/>
                </a:lnTo>
                <a:lnTo>
                  <a:pt x="4" y="25"/>
                </a:lnTo>
                <a:lnTo>
                  <a:pt x="4" y="26"/>
                </a:lnTo>
                <a:lnTo>
                  <a:pt x="3" y="26"/>
                </a:lnTo>
                <a:lnTo>
                  <a:pt x="3" y="27"/>
                </a:lnTo>
                <a:lnTo>
                  <a:pt x="2" y="27"/>
                </a:lnTo>
                <a:lnTo>
                  <a:pt x="2" y="29"/>
                </a:lnTo>
                <a:lnTo>
                  <a:pt x="2" y="27"/>
                </a:lnTo>
                <a:lnTo>
                  <a:pt x="2" y="26"/>
                </a:lnTo>
                <a:lnTo>
                  <a:pt x="2" y="25"/>
                </a:lnTo>
                <a:lnTo>
                  <a:pt x="2" y="24"/>
                </a:lnTo>
                <a:lnTo>
                  <a:pt x="2" y="23"/>
                </a:lnTo>
                <a:lnTo>
                  <a:pt x="3" y="22"/>
                </a:lnTo>
                <a:lnTo>
                  <a:pt x="4" y="22"/>
                </a:lnTo>
                <a:lnTo>
                  <a:pt x="3" y="21"/>
                </a:lnTo>
                <a:lnTo>
                  <a:pt x="4" y="21"/>
                </a:lnTo>
                <a:lnTo>
                  <a:pt x="5" y="21"/>
                </a:lnTo>
                <a:lnTo>
                  <a:pt x="7" y="21"/>
                </a:lnTo>
                <a:lnTo>
                  <a:pt x="7" y="20"/>
                </a:lnTo>
                <a:lnTo>
                  <a:pt x="8" y="21"/>
                </a:lnTo>
                <a:lnTo>
                  <a:pt x="9" y="21"/>
                </a:lnTo>
                <a:lnTo>
                  <a:pt x="9" y="20"/>
                </a:lnTo>
                <a:lnTo>
                  <a:pt x="8" y="20"/>
                </a:lnTo>
                <a:lnTo>
                  <a:pt x="7" y="20"/>
                </a:lnTo>
                <a:lnTo>
                  <a:pt x="5" y="19"/>
                </a:lnTo>
                <a:lnTo>
                  <a:pt x="5" y="18"/>
                </a:lnTo>
                <a:lnTo>
                  <a:pt x="5" y="16"/>
                </a:lnTo>
                <a:lnTo>
                  <a:pt x="5" y="15"/>
                </a:lnTo>
                <a:lnTo>
                  <a:pt x="4" y="14"/>
                </a:lnTo>
                <a:lnTo>
                  <a:pt x="3" y="13"/>
                </a:lnTo>
                <a:lnTo>
                  <a:pt x="3" y="12"/>
                </a:lnTo>
                <a:lnTo>
                  <a:pt x="2" y="12"/>
                </a:lnTo>
                <a:lnTo>
                  <a:pt x="1" y="12"/>
                </a:lnTo>
                <a:lnTo>
                  <a:pt x="1" y="11"/>
                </a:lnTo>
                <a:lnTo>
                  <a:pt x="1" y="10"/>
                </a:lnTo>
                <a:lnTo>
                  <a:pt x="0" y="10"/>
                </a:lnTo>
                <a:lnTo>
                  <a:pt x="1" y="10"/>
                </a:lnTo>
                <a:lnTo>
                  <a:pt x="2" y="8"/>
                </a:lnTo>
                <a:lnTo>
                  <a:pt x="2" y="7"/>
                </a:lnTo>
                <a:lnTo>
                  <a:pt x="3" y="6"/>
                </a:lnTo>
                <a:lnTo>
                  <a:pt x="3" y="7"/>
                </a:lnTo>
                <a:lnTo>
                  <a:pt x="4" y="7"/>
                </a:lnTo>
                <a:lnTo>
                  <a:pt x="5" y="6"/>
                </a:lnTo>
                <a:lnTo>
                  <a:pt x="4" y="6"/>
                </a:lnTo>
                <a:lnTo>
                  <a:pt x="4" y="5"/>
                </a:lnTo>
                <a:lnTo>
                  <a:pt x="6" y="3"/>
                </a:lnTo>
                <a:lnTo>
                  <a:pt x="6" y="4"/>
                </a:lnTo>
                <a:lnTo>
                  <a:pt x="7" y="5"/>
                </a:lnTo>
                <a:lnTo>
                  <a:pt x="7" y="4"/>
                </a:lnTo>
                <a:lnTo>
                  <a:pt x="7" y="3"/>
                </a:lnTo>
                <a:lnTo>
                  <a:pt x="7" y="2"/>
                </a:lnTo>
                <a:lnTo>
                  <a:pt x="8" y="1"/>
                </a:lnTo>
                <a:lnTo>
                  <a:pt x="9" y="1"/>
                </a:lnTo>
                <a:lnTo>
                  <a:pt x="11" y="0"/>
                </a:lnTo>
                <a:lnTo>
                  <a:pt x="10" y="2"/>
                </a:lnTo>
                <a:lnTo>
                  <a:pt x="10" y="3"/>
                </a:lnTo>
                <a:lnTo>
                  <a:pt x="10" y="4"/>
                </a:lnTo>
                <a:lnTo>
                  <a:pt x="10" y="5"/>
                </a:lnTo>
                <a:close/>
              </a:path>
            </a:pathLst>
          </a:custGeom>
          <a:solidFill>
            <a:srgbClr val="97B4D5"/>
          </a:solidFill>
          <a:ln w="2520">
            <a:solidFill>
              <a:srgbClr val="FFFFFF"/>
            </a:solidFill>
            <a:round/>
          </a:ln>
        </p:spPr>
        <p:txBody>
          <a:bodyPr lIns="1080" tIns="1080" rIns="1080" bIns="108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97" name=""/>
          <p:cNvSpPr/>
          <p:nvPr/>
        </p:nvSpPr>
        <p:spPr>
          <a:xfrm>
            <a:off x="5114520" y="1638360"/>
            <a:ext cx="1800" cy="1440"/>
          </a:xfrm>
          <a:custGeom>
            <a:avLst/>
            <a:gdLst/>
            <a:ahLst/>
            <a:rect l="0" t="0" r="r" b="b"/>
            <a:pathLst>
              <a:path w="5" h="4">
                <a:moveTo>
                  <a:pt x="2" y="4"/>
                </a:moveTo>
                <a:lnTo>
                  <a:pt x="1" y="4"/>
                </a:lnTo>
                <a:lnTo>
                  <a:pt x="0" y="4"/>
                </a:lnTo>
                <a:lnTo>
                  <a:pt x="0" y="1"/>
                </a:lnTo>
                <a:lnTo>
                  <a:pt x="1" y="1"/>
                </a:lnTo>
                <a:lnTo>
                  <a:pt x="1" y="3"/>
                </a:lnTo>
                <a:lnTo>
                  <a:pt x="2" y="3"/>
                </a:lnTo>
                <a:lnTo>
                  <a:pt x="2" y="1"/>
                </a:lnTo>
                <a:lnTo>
                  <a:pt x="2" y="3"/>
                </a:lnTo>
                <a:lnTo>
                  <a:pt x="4" y="3"/>
                </a:lnTo>
                <a:lnTo>
                  <a:pt x="2" y="1"/>
                </a:lnTo>
                <a:lnTo>
                  <a:pt x="2" y="0"/>
                </a:lnTo>
                <a:lnTo>
                  <a:pt x="4" y="0"/>
                </a:lnTo>
                <a:lnTo>
                  <a:pt x="4" y="3"/>
                </a:lnTo>
                <a:lnTo>
                  <a:pt x="5" y="3"/>
                </a:lnTo>
                <a:lnTo>
                  <a:pt x="5" y="4"/>
                </a:lnTo>
                <a:lnTo>
                  <a:pt x="4" y="4"/>
                </a:lnTo>
                <a:lnTo>
                  <a:pt x="2" y="4"/>
                </a:lnTo>
                <a:close/>
              </a:path>
            </a:pathLst>
          </a:custGeom>
          <a:solidFill>
            <a:srgbClr val="97B4D5"/>
          </a:solidFill>
          <a:ln w="2520">
            <a:solidFill>
              <a:srgbClr val="FFFFFF"/>
            </a:solidFill>
            <a:round/>
          </a:ln>
        </p:spPr>
        <p:txBody>
          <a:bodyPr lIns="1080" tIns="360" rIns="1080" bIns="3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98" name=""/>
          <p:cNvSpPr/>
          <p:nvPr/>
        </p:nvSpPr>
        <p:spPr>
          <a:xfrm>
            <a:off x="5105520" y="1636920"/>
            <a:ext cx="2520" cy="2160"/>
          </a:xfrm>
          <a:custGeom>
            <a:avLst/>
            <a:gdLst/>
            <a:ahLst/>
            <a:rect l="0" t="0" r="r" b="b"/>
            <a:pathLst>
              <a:path w="7" h="6">
                <a:moveTo>
                  <a:pt x="7" y="5"/>
                </a:moveTo>
                <a:lnTo>
                  <a:pt x="6" y="5"/>
                </a:lnTo>
                <a:lnTo>
                  <a:pt x="6" y="4"/>
                </a:lnTo>
                <a:lnTo>
                  <a:pt x="4" y="4"/>
                </a:lnTo>
                <a:lnTo>
                  <a:pt x="4" y="5"/>
                </a:lnTo>
                <a:lnTo>
                  <a:pt x="3" y="5"/>
                </a:lnTo>
                <a:lnTo>
                  <a:pt x="2" y="5"/>
                </a:lnTo>
                <a:lnTo>
                  <a:pt x="2" y="6"/>
                </a:lnTo>
                <a:lnTo>
                  <a:pt x="2" y="5"/>
                </a:lnTo>
                <a:lnTo>
                  <a:pt x="1" y="5"/>
                </a:lnTo>
                <a:lnTo>
                  <a:pt x="1" y="6"/>
                </a:lnTo>
                <a:lnTo>
                  <a:pt x="1" y="5"/>
                </a:lnTo>
                <a:lnTo>
                  <a:pt x="0" y="5"/>
                </a:lnTo>
                <a:lnTo>
                  <a:pt x="0" y="4"/>
                </a:lnTo>
                <a:lnTo>
                  <a:pt x="1" y="2"/>
                </a:lnTo>
                <a:lnTo>
                  <a:pt x="1" y="4"/>
                </a:lnTo>
                <a:lnTo>
                  <a:pt x="2" y="4"/>
                </a:lnTo>
                <a:lnTo>
                  <a:pt x="3" y="2"/>
                </a:lnTo>
                <a:lnTo>
                  <a:pt x="4" y="2"/>
                </a:lnTo>
                <a:lnTo>
                  <a:pt x="6" y="1"/>
                </a:lnTo>
                <a:lnTo>
                  <a:pt x="6" y="0"/>
                </a:lnTo>
                <a:lnTo>
                  <a:pt x="7" y="0"/>
                </a:lnTo>
                <a:lnTo>
                  <a:pt x="7" y="1"/>
                </a:lnTo>
                <a:lnTo>
                  <a:pt x="7" y="2"/>
                </a:lnTo>
                <a:lnTo>
                  <a:pt x="7" y="4"/>
                </a:lnTo>
                <a:lnTo>
                  <a:pt x="7" y="5"/>
                </a:lnTo>
                <a:close/>
              </a:path>
            </a:pathLst>
          </a:custGeom>
          <a:solidFill>
            <a:srgbClr val="97B4D5"/>
          </a:solidFill>
          <a:ln w="2520">
            <a:solidFill>
              <a:srgbClr val="FFFFFF"/>
            </a:solidFill>
            <a:round/>
          </a:ln>
        </p:spPr>
        <p:txBody>
          <a:bodyPr lIns="1080" tIns="1080" rIns="1080" bIns="108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99" name=""/>
          <p:cNvSpPr/>
          <p:nvPr/>
        </p:nvSpPr>
        <p:spPr>
          <a:xfrm>
            <a:off x="5104800" y="1636920"/>
            <a:ext cx="1080" cy="1440"/>
          </a:xfrm>
          <a:custGeom>
            <a:avLst/>
            <a:gdLst/>
            <a:ahLst/>
            <a:rect l="0" t="0" r="r" b="b"/>
            <a:pathLst>
              <a:path w="3" h="4">
                <a:moveTo>
                  <a:pt x="0" y="3"/>
                </a:moveTo>
                <a:lnTo>
                  <a:pt x="0" y="4"/>
                </a:lnTo>
                <a:lnTo>
                  <a:pt x="0" y="3"/>
                </a:lnTo>
                <a:lnTo>
                  <a:pt x="0" y="1"/>
                </a:lnTo>
                <a:lnTo>
                  <a:pt x="2" y="0"/>
                </a:lnTo>
                <a:lnTo>
                  <a:pt x="3" y="1"/>
                </a:lnTo>
                <a:lnTo>
                  <a:pt x="3" y="3"/>
                </a:lnTo>
                <a:lnTo>
                  <a:pt x="2" y="3"/>
                </a:lnTo>
                <a:lnTo>
                  <a:pt x="0" y="3"/>
                </a:lnTo>
                <a:close/>
              </a:path>
            </a:pathLst>
          </a:custGeom>
          <a:solidFill>
            <a:srgbClr val="97B4D5"/>
          </a:solidFill>
          <a:ln w="2520">
            <a:solidFill>
              <a:srgbClr val="FFFFFF"/>
            </a:solidFill>
            <a:round/>
          </a:ln>
        </p:spPr>
        <p:txBody>
          <a:bodyPr lIns="1080" tIns="360" rIns="1080" bIns="3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00" name=""/>
          <p:cNvSpPr/>
          <p:nvPr/>
        </p:nvSpPr>
        <p:spPr>
          <a:xfrm>
            <a:off x="5104800" y="1632600"/>
            <a:ext cx="1440" cy="720"/>
          </a:xfrm>
          <a:custGeom>
            <a:avLst/>
            <a:gdLst/>
            <a:ahLst/>
            <a:rect l="0" t="0" r="r" b="b"/>
            <a:pathLst>
              <a:path w="4" h="2">
                <a:moveTo>
                  <a:pt x="2" y="0"/>
                </a:moveTo>
                <a:lnTo>
                  <a:pt x="4" y="0"/>
                </a:lnTo>
                <a:lnTo>
                  <a:pt x="4" y="2"/>
                </a:lnTo>
                <a:lnTo>
                  <a:pt x="2" y="2"/>
                </a:lnTo>
                <a:lnTo>
                  <a:pt x="0" y="2"/>
                </a:lnTo>
                <a:lnTo>
                  <a:pt x="0" y="0"/>
                </a:lnTo>
                <a:lnTo>
                  <a:pt x="2" y="0"/>
                </a:lnTo>
                <a:close/>
              </a:path>
            </a:pathLst>
          </a:custGeom>
          <a:solidFill>
            <a:srgbClr val="97B4D5"/>
          </a:solidFill>
          <a:ln w="2520">
            <a:solidFill>
              <a:srgbClr val="FFFFFF"/>
            </a:solidFill>
            <a:round/>
          </a:ln>
        </p:spPr>
        <p:txBody>
          <a:bodyPr lIns="1080" tIns="-360" rIns="1080" bIns="-3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01" name=""/>
          <p:cNvSpPr/>
          <p:nvPr/>
        </p:nvSpPr>
        <p:spPr>
          <a:xfrm>
            <a:off x="5114160" y="1621080"/>
            <a:ext cx="1800" cy="1080"/>
          </a:xfrm>
          <a:custGeom>
            <a:avLst/>
            <a:gdLst/>
            <a:ahLst/>
            <a:rect l="0" t="0" r="r" b="b"/>
            <a:pathLst>
              <a:path w="5" h="3">
                <a:moveTo>
                  <a:pt x="0" y="1"/>
                </a:moveTo>
                <a:lnTo>
                  <a:pt x="2" y="0"/>
                </a:lnTo>
                <a:lnTo>
                  <a:pt x="3" y="0"/>
                </a:lnTo>
                <a:lnTo>
                  <a:pt x="5" y="0"/>
                </a:lnTo>
                <a:lnTo>
                  <a:pt x="5" y="1"/>
                </a:lnTo>
                <a:lnTo>
                  <a:pt x="2" y="3"/>
                </a:lnTo>
                <a:lnTo>
                  <a:pt x="0" y="3"/>
                </a:lnTo>
                <a:lnTo>
                  <a:pt x="0" y="1"/>
                </a:lnTo>
                <a:close/>
              </a:path>
            </a:pathLst>
          </a:custGeom>
          <a:solidFill>
            <a:srgbClr val="97B4D5"/>
          </a:solidFill>
          <a:ln w="2520">
            <a:solidFill>
              <a:srgbClr val="FFFFFF"/>
            </a:solidFill>
            <a:round/>
          </a:ln>
        </p:spPr>
        <p:txBody>
          <a:bodyPr lIns="1080" tIns="0" rIns="108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02" name=""/>
          <p:cNvSpPr/>
          <p:nvPr/>
        </p:nvSpPr>
        <p:spPr>
          <a:xfrm>
            <a:off x="5112360" y="1612440"/>
            <a:ext cx="2520" cy="2160"/>
          </a:xfrm>
          <a:custGeom>
            <a:avLst/>
            <a:gdLst/>
            <a:ahLst/>
            <a:rect l="0" t="0" r="r" b="b"/>
            <a:pathLst>
              <a:path w="7" h="6">
                <a:moveTo>
                  <a:pt x="2" y="2"/>
                </a:moveTo>
                <a:lnTo>
                  <a:pt x="3" y="2"/>
                </a:lnTo>
                <a:lnTo>
                  <a:pt x="5" y="2"/>
                </a:lnTo>
                <a:lnTo>
                  <a:pt x="3" y="1"/>
                </a:lnTo>
                <a:lnTo>
                  <a:pt x="5" y="0"/>
                </a:lnTo>
                <a:lnTo>
                  <a:pt x="6" y="0"/>
                </a:lnTo>
                <a:lnTo>
                  <a:pt x="7" y="0"/>
                </a:lnTo>
                <a:lnTo>
                  <a:pt x="7" y="1"/>
                </a:lnTo>
                <a:lnTo>
                  <a:pt x="6" y="2"/>
                </a:lnTo>
                <a:lnTo>
                  <a:pt x="5" y="5"/>
                </a:lnTo>
                <a:lnTo>
                  <a:pt x="3" y="5"/>
                </a:lnTo>
                <a:lnTo>
                  <a:pt x="2" y="5"/>
                </a:lnTo>
                <a:lnTo>
                  <a:pt x="2" y="6"/>
                </a:lnTo>
                <a:lnTo>
                  <a:pt x="2" y="5"/>
                </a:lnTo>
                <a:lnTo>
                  <a:pt x="1" y="5"/>
                </a:lnTo>
                <a:lnTo>
                  <a:pt x="0" y="5"/>
                </a:lnTo>
                <a:lnTo>
                  <a:pt x="0" y="4"/>
                </a:lnTo>
                <a:lnTo>
                  <a:pt x="1" y="2"/>
                </a:lnTo>
                <a:lnTo>
                  <a:pt x="1" y="1"/>
                </a:lnTo>
                <a:lnTo>
                  <a:pt x="0" y="1"/>
                </a:lnTo>
                <a:lnTo>
                  <a:pt x="0" y="0"/>
                </a:lnTo>
                <a:lnTo>
                  <a:pt x="1" y="0"/>
                </a:lnTo>
                <a:lnTo>
                  <a:pt x="2" y="0"/>
                </a:lnTo>
                <a:lnTo>
                  <a:pt x="2" y="1"/>
                </a:lnTo>
                <a:lnTo>
                  <a:pt x="1" y="1"/>
                </a:lnTo>
                <a:lnTo>
                  <a:pt x="1" y="2"/>
                </a:lnTo>
                <a:lnTo>
                  <a:pt x="2" y="2"/>
                </a:lnTo>
                <a:close/>
              </a:path>
            </a:pathLst>
          </a:custGeom>
          <a:solidFill>
            <a:srgbClr val="97B4D5"/>
          </a:solidFill>
          <a:ln w="2520">
            <a:solidFill>
              <a:srgbClr val="FFFFFF"/>
            </a:solidFill>
            <a:round/>
          </a:ln>
        </p:spPr>
        <p:txBody>
          <a:bodyPr lIns="1080" tIns="1080" rIns="1080" bIns="108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03" name=""/>
          <p:cNvSpPr/>
          <p:nvPr/>
        </p:nvSpPr>
        <p:spPr>
          <a:xfrm>
            <a:off x="5114160" y="1609200"/>
            <a:ext cx="2160" cy="2520"/>
          </a:xfrm>
          <a:custGeom>
            <a:avLst/>
            <a:gdLst/>
            <a:ahLst/>
            <a:rect l="0" t="0" r="r" b="b"/>
            <a:pathLst>
              <a:path w="6" h="7">
                <a:moveTo>
                  <a:pt x="5" y="0"/>
                </a:moveTo>
                <a:lnTo>
                  <a:pt x="6" y="1"/>
                </a:lnTo>
                <a:lnTo>
                  <a:pt x="6" y="2"/>
                </a:lnTo>
                <a:lnTo>
                  <a:pt x="5" y="2"/>
                </a:lnTo>
                <a:lnTo>
                  <a:pt x="4" y="2"/>
                </a:lnTo>
                <a:lnTo>
                  <a:pt x="4" y="4"/>
                </a:lnTo>
                <a:lnTo>
                  <a:pt x="4" y="2"/>
                </a:lnTo>
                <a:lnTo>
                  <a:pt x="3" y="2"/>
                </a:lnTo>
                <a:lnTo>
                  <a:pt x="1" y="4"/>
                </a:lnTo>
                <a:lnTo>
                  <a:pt x="1" y="5"/>
                </a:lnTo>
                <a:lnTo>
                  <a:pt x="1" y="6"/>
                </a:lnTo>
                <a:lnTo>
                  <a:pt x="1" y="7"/>
                </a:lnTo>
                <a:lnTo>
                  <a:pt x="0" y="6"/>
                </a:lnTo>
                <a:lnTo>
                  <a:pt x="0" y="5"/>
                </a:lnTo>
                <a:lnTo>
                  <a:pt x="1" y="4"/>
                </a:lnTo>
                <a:lnTo>
                  <a:pt x="0" y="4"/>
                </a:lnTo>
                <a:lnTo>
                  <a:pt x="0" y="2"/>
                </a:lnTo>
                <a:lnTo>
                  <a:pt x="1" y="2"/>
                </a:lnTo>
                <a:lnTo>
                  <a:pt x="3" y="2"/>
                </a:lnTo>
                <a:lnTo>
                  <a:pt x="4" y="0"/>
                </a:lnTo>
                <a:lnTo>
                  <a:pt x="5" y="0"/>
                </a:lnTo>
                <a:close/>
              </a:path>
            </a:pathLst>
          </a:custGeom>
          <a:solidFill>
            <a:srgbClr val="97B4D5"/>
          </a:solidFill>
          <a:ln w="2520">
            <a:solidFill>
              <a:srgbClr val="FFFFFF"/>
            </a:solidFill>
            <a:round/>
          </a:ln>
        </p:spPr>
        <p:txBody>
          <a:bodyPr lIns="1080" tIns="1080" rIns="1080" bIns="108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04" name=""/>
          <p:cNvSpPr/>
          <p:nvPr/>
        </p:nvSpPr>
        <p:spPr>
          <a:xfrm>
            <a:off x="5114160" y="1607040"/>
            <a:ext cx="1440" cy="1080"/>
          </a:xfrm>
          <a:custGeom>
            <a:avLst/>
            <a:gdLst/>
            <a:ahLst/>
            <a:rect l="0" t="0" r="r" b="b"/>
            <a:pathLst>
              <a:path w="4" h="3">
                <a:moveTo>
                  <a:pt x="2" y="0"/>
                </a:moveTo>
                <a:lnTo>
                  <a:pt x="4" y="0"/>
                </a:lnTo>
                <a:lnTo>
                  <a:pt x="4" y="2"/>
                </a:lnTo>
                <a:lnTo>
                  <a:pt x="4" y="3"/>
                </a:lnTo>
                <a:lnTo>
                  <a:pt x="2" y="3"/>
                </a:lnTo>
                <a:lnTo>
                  <a:pt x="0" y="3"/>
                </a:lnTo>
                <a:lnTo>
                  <a:pt x="2" y="0"/>
                </a:lnTo>
                <a:close/>
              </a:path>
            </a:pathLst>
          </a:custGeom>
          <a:solidFill>
            <a:srgbClr val="97B4D5"/>
          </a:solidFill>
          <a:ln w="2520">
            <a:solidFill>
              <a:srgbClr val="FFFFFF"/>
            </a:solidFill>
            <a:round/>
          </a:ln>
        </p:spPr>
        <p:txBody>
          <a:bodyPr lIns="1080" tIns="0" rIns="108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05" name=""/>
          <p:cNvSpPr/>
          <p:nvPr/>
        </p:nvSpPr>
        <p:spPr>
          <a:xfrm>
            <a:off x="5109120" y="1601280"/>
            <a:ext cx="360" cy="360"/>
          </a:xfrm>
          <a:custGeom>
            <a:avLst/>
            <a:gdLst/>
            <a:ahLst/>
            <a:rect l="0" t="0" r="r" b="b"/>
            <a:pathLst>
              <a:path w="1" h="1">
                <a:moveTo>
                  <a:pt x="1" y="0"/>
                </a:moveTo>
                <a:lnTo>
                  <a:pt x="1" y="1"/>
                </a:lnTo>
                <a:lnTo>
                  <a:pt x="0" y="1"/>
                </a:lnTo>
                <a:lnTo>
                  <a:pt x="0" y="0"/>
                </a:lnTo>
                <a:lnTo>
                  <a:pt x="1" y="0"/>
                </a:lnTo>
                <a:close/>
              </a:path>
            </a:pathLst>
          </a:custGeom>
          <a:solidFill>
            <a:srgbClr val="97B4D5"/>
          </a:solidFill>
          <a:ln w="2520">
            <a:solidFill>
              <a:srgbClr val="FFFFFF"/>
            </a:solidFill>
            <a:round/>
          </a:ln>
        </p:spPr>
        <p:txBody>
          <a:bodyPr lIns="1080" tIns="-720" rIns="1080" bIns="-7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06" name=""/>
          <p:cNvSpPr/>
          <p:nvPr/>
        </p:nvSpPr>
        <p:spPr>
          <a:xfrm>
            <a:off x="5110200" y="1600920"/>
            <a:ext cx="720" cy="1440"/>
          </a:xfrm>
          <a:custGeom>
            <a:avLst/>
            <a:gdLst/>
            <a:ahLst/>
            <a:rect l="0" t="0" r="r" b="b"/>
            <a:pathLst>
              <a:path w="2" h="4">
                <a:moveTo>
                  <a:pt x="2" y="3"/>
                </a:moveTo>
                <a:lnTo>
                  <a:pt x="0" y="4"/>
                </a:lnTo>
                <a:lnTo>
                  <a:pt x="0" y="3"/>
                </a:lnTo>
                <a:lnTo>
                  <a:pt x="2" y="1"/>
                </a:lnTo>
                <a:lnTo>
                  <a:pt x="2" y="0"/>
                </a:lnTo>
                <a:lnTo>
                  <a:pt x="2" y="1"/>
                </a:lnTo>
                <a:lnTo>
                  <a:pt x="2" y="3"/>
                </a:lnTo>
                <a:close/>
              </a:path>
            </a:pathLst>
          </a:custGeom>
          <a:solidFill>
            <a:srgbClr val="97B4D5"/>
          </a:solidFill>
          <a:ln w="2520">
            <a:solidFill>
              <a:srgbClr val="FFFFFF"/>
            </a:solidFill>
            <a:round/>
          </a:ln>
        </p:spPr>
        <p:txBody>
          <a:bodyPr lIns="1080" tIns="360" rIns="1080" bIns="3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07" name=""/>
          <p:cNvSpPr/>
          <p:nvPr/>
        </p:nvSpPr>
        <p:spPr>
          <a:xfrm>
            <a:off x="5114520" y="1595520"/>
            <a:ext cx="1800" cy="2160"/>
          </a:xfrm>
          <a:custGeom>
            <a:avLst/>
            <a:gdLst/>
            <a:ahLst/>
            <a:rect l="0" t="0" r="r" b="b"/>
            <a:pathLst>
              <a:path w="5" h="6">
                <a:moveTo>
                  <a:pt x="5" y="5"/>
                </a:moveTo>
                <a:lnTo>
                  <a:pt x="4" y="4"/>
                </a:lnTo>
                <a:lnTo>
                  <a:pt x="2" y="4"/>
                </a:lnTo>
                <a:lnTo>
                  <a:pt x="2" y="5"/>
                </a:lnTo>
                <a:lnTo>
                  <a:pt x="1" y="5"/>
                </a:lnTo>
                <a:lnTo>
                  <a:pt x="1" y="6"/>
                </a:lnTo>
                <a:lnTo>
                  <a:pt x="0" y="5"/>
                </a:lnTo>
                <a:lnTo>
                  <a:pt x="1" y="5"/>
                </a:lnTo>
                <a:lnTo>
                  <a:pt x="1" y="4"/>
                </a:lnTo>
                <a:lnTo>
                  <a:pt x="1" y="3"/>
                </a:lnTo>
                <a:lnTo>
                  <a:pt x="2" y="1"/>
                </a:lnTo>
                <a:lnTo>
                  <a:pt x="4" y="1"/>
                </a:lnTo>
                <a:lnTo>
                  <a:pt x="5" y="1"/>
                </a:lnTo>
                <a:lnTo>
                  <a:pt x="5" y="0"/>
                </a:lnTo>
                <a:lnTo>
                  <a:pt x="4" y="0"/>
                </a:lnTo>
                <a:lnTo>
                  <a:pt x="5" y="0"/>
                </a:lnTo>
                <a:lnTo>
                  <a:pt x="5" y="1"/>
                </a:lnTo>
                <a:lnTo>
                  <a:pt x="5" y="3"/>
                </a:lnTo>
                <a:lnTo>
                  <a:pt x="5" y="4"/>
                </a:lnTo>
                <a:lnTo>
                  <a:pt x="5" y="5"/>
                </a:lnTo>
                <a:close/>
              </a:path>
            </a:pathLst>
          </a:custGeom>
          <a:solidFill>
            <a:srgbClr val="97B4D5"/>
          </a:solidFill>
          <a:ln w="2520">
            <a:solidFill>
              <a:srgbClr val="FFFFFF"/>
            </a:solidFill>
            <a:round/>
          </a:ln>
        </p:spPr>
        <p:txBody>
          <a:bodyPr lIns="1080" tIns="1080" rIns="1080" bIns="108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08" name=""/>
          <p:cNvSpPr/>
          <p:nvPr/>
        </p:nvSpPr>
        <p:spPr>
          <a:xfrm>
            <a:off x="5104800" y="1594800"/>
            <a:ext cx="1440" cy="720"/>
          </a:xfrm>
          <a:custGeom>
            <a:avLst/>
            <a:gdLst/>
            <a:ahLst/>
            <a:rect l="0" t="0" r="r" b="b"/>
            <a:pathLst>
              <a:path w="4" h="2">
                <a:moveTo>
                  <a:pt x="4" y="2"/>
                </a:moveTo>
                <a:lnTo>
                  <a:pt x="2" y="2"/>
                </a:lnTo>
                <a:lnTo>
                  <a:pt x="0" y="2"/>
                </a:lnTo>
                <a:lnTo>
                  <a:pt x="2" y="2"/>
                </a:lnTo>
                <a:lnTo>
                  <a:pt x="2" y="0"/>
                </a:lnTo>
                <a:lnTo>
                  <a:pt x="4" y="0"/>
                </a:lnTo>
                <a:lnTo>
                  <a:pt x="4" y="2"/>
                </a:lnTo>
                <a:close/>
              </a:path>
            </a:pathLst>
          </a:custGeom>
          <a:solidFill>
            <a:srgbClr val="97B4D5"/>
          </a:solidFill>
          <a:ln w="2520">
            <a:solidFill>
              <a:srgbClr val="FFFFFF"/>
            </a:solidFill>
            <a:round/>
          </a:ln>
        </p:spPr>
        <p:txBody>
          <a:bodyPr lIns="1080" tIns="-360" rIns="1080" bIns="-3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09" name=""/>
          <p:cNvSpPr/>
          <p:nvPr/>
        </p:nvSpPr>
        <p:spPr>
          <a:xfrm>
            <a:off x="5113080" y="1594440"/>
            <a:ext cx="720" cy="1440"/>
          </a:xfrm>
          <a:custGeom>
            <a:avLst/>
            <a:gdLst/>
            <a:ahLst/>
            <a:rect l="0" t="0" r="r" b="b"/>
            <a:pathLst>
              <a:path w="2" h="4">
                <a:moveTo>
                  <a:pt x="0" y="3"/>
                </a:moveTo>
                <a:lnTo>
                  <a:pt x="0" y="1"/>
                </a:lnTo>
                <a:lnTo>
                  <a:pt x="0" y="0"/>
                </a:lnTo>
                <a:lnTo>
                  <a:pt x="2" y="0"/>
                </a:lnTo>
                <a:lnTo>
                  <a:pt x="2" y="1"/>
                </a:lnTo>
                <a:lnTo>
                  <a:pt x="2" y="3"/>
                </a:lnTo>
                <a:lnTo>
                  <a:pt x="0" y="4"/>
                </a:lnTo>
                <a:lnTo>
                  <a:pt x="0" y="3"/>
                </a:lnTo>
                <a:close/>
              </a:path>
            </a:pathLst>
          </a:custGeom>
          <a:solidFill>
            <a:srgbClr val="97B4D5"/>
          </a:solidFill>
          <a:ln w="2520">
            <a:solidFill>
              <a:srgbClr val="FFFFFF"/>
            </a:solidFill>
            <a:round/>
          </a:ln>
        </p:spPr>
        <p:txBody>
          <a:bodyPr lIns="1080" tIns="360" rIns="1080" bIns="3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10" name=""/>
          <p:cNvSpPr/>
          <p:nvPr/>
        </p:nvSpPr>
        <p:spPr>
          <a:xfrm>
            <a:off x="5109120" y="1590480"/>
            <a:ext cx="360" cy="360"/>
          </a:xfrm>
          <a:custGeom>
            <a:avLst/>
            <a:gdLst/>
            <a:ahLst/>
            <a:rect l="0" t="0" r="r" b="b"/>
            <a:pathLst>
              <a:path w="1" h="1">
                <a:moveTo>
                  <a:pt x="1" y="1"/>
                </a:moveTo>
                <a:lnTo>
                  <a:pt x="0" y="1"/>
                </a:lnTo>
                <a:lnTo>
                  <a:pt x="1" y="0"/>
                </a:lnTo>
                <a:lnTo>
                  <a:pt x="1" y="1"/>
                </a:lnTo>
                <a:close/>
              </a:path>
            </a:pathLst>
          </a:custGeom>
          <a:solidFill>
            <a:srgbClr val="97B4D5"/>
          </a:solidFill>
          <a:ln w="2520">
            <a:solidFill>
              <a:srgbClr val="FFFFFF"/>
            </a:solidFill>
            <a:round/>
          </a:ln>
        </p:spPr>
        <p:txBody>
          <a:bodyPr lIns="1080" tIns="-720" rIns="1080" bIns="-7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11" name=""/>
          <p:cNvSpPr/>
          <p:nvPr/>
        </p:nvSpPr>
        <p:spPr>
          <a:xfrm>
            <a:off x="5108400" y="1588320"/>
            <a:ext cx="2160" cy="1800"/>
          </a:xfrm>
          <a:custGeom>
            <a:avLst/>
            <a:gdLst/>
            <a:ahLst/>
            <a:rect l="0" t="0" r="r" b="b"/>
            <a:pathLst>
              <a:path w="6" h="5">
                <a:moveTo>
                  <a:pt x="5" y="1"/>
                </a:moveTo>
                <a:lnTo>
                  <a:pt x="5" y="2"/>
                </a:lnTo>
                <a:lnTo>
                  <a:pt x="3" y="2"/>
                </a:lnTo>
                <a:lnTo>
                  <a:pt x="3" y="4"/>
                </a:lnTo>
                <a:lnTo>
                  <a:pt x="5" y="4"/>
                </a:lnTo>
                <a:lnTo>
                  <a:pt x="5" y="5"/>
                </a:lnTo>
                <a:lnTo>
                  <a:pt x="6" y="5"/>
                </a:lnTo>
                <a:lnTo>
                  <a:pt x="5" y="5"/>
                </a:lnTo>
                <a:lnTo>
                  <a:pt x="3" y="5"/>
                </a:lnTo>
                <a:lnTo>
                  <a:pt x="2" y="5"/>
                </a:lnTo>
                <a:lnTo>
                  <a:pt x="2" y="4"/>
                </a:lnTo>
                <a:lnTo>
                  <a:pt x="1" y="4"/>
                </a:lnTo>
                <a:lnTo>
                  <a:pt x="0" y="4"/>
                </a:lnTo>
                <a:lnTo>
                  <a:pt x="0" y="2"/>
                </a:lnTo>
                <a:lnTo>
                  <a:pt x="0" y="1"/>
                </a:lnTo>
                <a:lnTo>
                  <a:pt x="1" y="1"/>
                </a:lnTo>
                <a:lnTo>
                  <a:pt x="2" y="1"/>
                </a:lnTo>
                <a:lnTo>
                  <a:pt x="3" y="1"/>
                </a:lnTo>
                <a:lnTo>
                  <a:pt x="3" y="0"/>
                </a:lnTo>
                <a:lnTo>
                  <a:pt x="5" y="0"/>
                </a:lnTo>
                <a:lnTo>
                  <a:pt x="5" y="1"/>
                </a:lnTo>
                <a:lnTo>
                  <a:pt x="5" y="0"/>
                </a:lnTo>
                <a:lnTo>
                  <a:pt x="6" y="1"/>
                </a:lnTo>
                <a:lnTo>
                  <a:pt x="5" y="1"/>
                </a:lnTo>
                <a:close/>
              </a:path>
            </a:pathLst>
          </a:custGeom>
          <a:solidFill>
            <a:srgbClr val="97B4D5"/>
          </a:solidFill>
          <a:ln w="2520">
            <a:solidFill>
              <a:srgbClr val="FFFFFF"/>
            </a:solidFill>
            <a:round/>
          </a:ln>
        </p:spPr>
        <p:txBody>
          <a:bodyPr lIns="1080" tIns="720" rIns="1080" bIns="7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12" name=""/>
          <p:cNvSpPr/>
          <p:nvPr/>
        </p:nvSpPr>
        <p:spPr>
          <a:xfrm>
            <a:off x="5115960" y="1621080"/>
            <a:ext cx="1080" cy="1800"/>
          </a:xfrm>
          <a:custGeom>
            <a:avLst/>
            <a:gdLst/>
            <a:ahLst/>
            <a:rect l="0" t="0" r="r" b="b"/>
            <a:pathLst>
              <a:path w="3" h="5">
                <a:moveTo>
                  <a:pt x="3" y="1"/>
                </a:moveTo>
                <a:lnTo>
                  <a:pt x="3" y="3"/>
                </a:lnTo>
                <a:lnTo>
                  <a:pt x="1" y="4"/>
                </a:lnTo>
                <a:lnTo>
                  <a:pt x="0" y="5"/>
                </a:lnTo>
                <a:lnTo>
                  <a:pt x="0" y="3"/>
                </a:lnTo>
                <a:lnTo>
                  <a:pt x="0" y="1"/>
                </a:lnTo>
                <a:lnTo>
                  <a:pt x="1" y="1"/>
                </a:lnTo>
                <a:lnTo>
                  <a:pt x="1" y="0"/>
                </a:lnTo>
                <a:lnTo>
                  <a:pt x="1" y="1"/>
                </a:lnTo>
                <a:lnTo>
                  <a:pt x="1" y="3"/>
                </a:lnTo>
                <a:lnTo>
                  <a:pt x="3" y="3"/>
                </a:lnTo>
                <a:lnTo>
                  <a:pt x="3" y="1"/>
                </a:lnTo>
                <a:close/>
              </a:path>
            </a:pathLst>
          </a:custGeom>
          <a:solidFill>
            <a:srgbClr val="97B4D5"/>
          </a:solidFill>
          <a:ln w="2520">
            <a:solidFill>
              <a:srgbClr val="FFFFFF"/>
            </a:solidFill>
            <a:round/>
          </a:ln>
        </p:spPr>
        <p:txBody>
          <a:bodyPr lIns="1080" tIns="720" rIns="1080" bIns="7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13" name=""/>
          <p:cNvSpPr/>
          <p:nvPr/>
        </p:nvSpPr>
        <p:spPr>
          <a:xfrm>
            <a:off x="5115240" y="1608480"/>
            <a:ext cx="720" cy="720"/>
          </a:xfrm>
          <a:custGeom>
            <a:avLst/>
            <a:gdLst/>
            <a:ahLst/>
            <a:rect l="0" t="0" r="r" b="b"/>
            <a:pathLst>
              <a:path w="2" h="2">
                <a:moveTo>
                  <a:pt x="0" y="2"/>
                </a:moveTo>
                <a:lnTo>
                  <a:pt x="0" y="0"/>
                </a:lnTo>
                <a:lnTo>
                  <a:pt x="2" y="0"/>
                </a:lnTo>
                <a:lnTo>
                  <a:pt x="2" y="2"/>
                </a:lnTo>
                <a:lnTo>
                  <a:pt x="0" y="2"/>
                </a:lnTo>
                <a:close/>
              </a:path>
            </a:pathLst>
          </a:custGeom>
          <a:solidFill>
            <a:srgbClr val="97B4D5"/>
          </a:solidFill>
          <a:ln w="2520">
            <a:solidFill>
              <a:srgbClr val="FFFFFF"/>
            </a:solidFill>
            <a:round/>
          </a:ln>
        </p:spPr>
        <p:txBody>
          <a:bodyPr lIns="1080" tIns="-360" rIns="1080" bIns="-3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14" name=""/>
          <p:cNvSpPr/>
          <p:nvPr/>
        </p:nvSpPr>
        <p:spPr>
          <a:xfrm>
            <a:off x="5133600" y="1599480"/>
            <a:ext cx="2160" cy="1440"/>
          </a:xfrm>
          <a:custGeom>
            <a:avLst/>
            <a:gdLst/>
            <a:ahLst/>
            <a:rect l="0" t="0" r="r" b="b"/>
            <a:pathLst>
              <a:path w="6" h="4">
                <a:moveTo>
                  <a:pt x="4" y="1"/>
                </a:moveTo>
                <a:lnTo>
                  <a:pt x="4" y="0"/>
                </a:lnTo>
                <a:lnTo>
                  <a:pt x="5" y="0"/>
                </a:lnTo>
                <a:lnTo>
                  <a:pt x="5" y="1"/>
                </a:lnTo>
                <a:lnTo>
                  <a:pt x="6" y="1"/>
                </a:lnTo>
                <a:lnTo>
                  <a:pt x="6" y="3"/>
                </a:lnTo>
                <a:lnTo>
                  <a:pt x="5" y="3"/>
                </a:lnTo>
                <a:lnTo>
                  <a:pt x="4" y="4"/>
                </a:lnTo>
                <a:lnTo>
                  <a:pt x="3" y="4"/>
                </a:lnTo>
                <a:lnTo>
                  <a:pt x="3" y="3"/>
                </a:lnTo>
                <a:lnTo>
                  <a:pt x="3" y="1"/>
                </a:lnTo>
                <a:lnTo>
                  <a:pt x="1" y="3"/>
                </a:lnTo>
                <a:lnTo>
                  <a:pt x="1" y="1"/>
                </a:lnTo>
                <a:lnTo>
                  <a:pt x="0" y="3"/>
                </a:lnTo>
                <a:lnTo>
                  <a:pt x="0" y="1"/>
                </a:lnTo>
                <a:lnTo>
                  <a:pt x="1" y="0"/>
                </a:lnTo>
                <a:lnTo>
                  <a:pt x="3" y="1"/>
                </a:lnTo>
                <a:lnTo>
                  <a:pt x="4" y="1"/>
                </a:lnTo>
                <a:close/>
              </a:path>
            </a:pathLst>
          </a:custGeom>
          <a:solidFill>
            <a:srgbClr val="97B4D5"/>
          </a:solidFill>
          <a:ln w="2520">
            <a:solidFill>
              <a:srgbClr val="FFFFFF"/>
            </a:solidFill>
            <a:round/>
          </a:ln>
        </p:spPr>
        <p:txBody>
          <a:bodyPr lIns="1080" tIns="360" rIns="1080" bIns="3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15" name=""/>
          <p:cNvSpPr/>
          <p:nvPr/>
        </p:nvSpPr>
        <p:spPr>
          <a:xfrm>
            <a:off x="5118840" y="1596240"/>
            <a:ext cx="1440" cy="1440"/>
          </a:xfrm>
          <a:custGeom>
            <a:avLst/>
            <a:gdLst/>
            <a:ahLst/>
            <a:rect l="0" t="0" r="r" b="b"/>
            <a:pathLst>
              <a:path w="4" h="4">
                <a:moveTo>
                  <a:pt x="2" y="2"/>
                </a:moveTo>
                <a:lnTo>
                  <a:pt x="2" y="0"/>
                </a:lnTo>
                <a:lnTo>
                  <a:pt x="4" y="0"/>
                </a:lnTo>
                <a:lnTo>
                  <a:pt x="4" y="2"/>
                </a:lnTo>
                <a:lnTo>
                  <a:pt x="2" y="4"/>
                </a:lnTo>
                <a:lnTo>
                  <a:pt x="0" y="4"/>
                </a:lnTo>
                <a:lnTo>
                  <a:pt x="0" y="2"/>
                </a:lnTo>
                <a:lnTo>
                  <a:pt x="2" y="2"/>
                </a:lnTo>
                <a:close/>
              </a:path>
            </a:pathLst>
          </a:custGeom>
          <a:solidFill>
            <a:srgbClr val="97B4D5"/>
          </a:solidFill>
          <a:ln w="2520">
            <a:solidFill>
              <a:srgbClr val="FFFFFF"/>
            </a:solidFill>
            <a:round/>
          </a:ln>
        </p:spPr>
        <p:txBody>
          <a:bodyPr lIns="1080" tIns="360" rIns="1080" bIns="3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16" name=""/>
          <p:cNvSpPr/>
          <p:nvPr/>
        </p:nvSpPr>
        <p:spPr>
          <a:xfrm>
            <a:off x="5118840" y="1594080"/>
            <a:ext cx="1440" cy="1080"/>
          </a:xfrm>
          <a:custGeom>
            <a:avLst/>
            <a:gdLst/>
            <a:ahLst/>
            <a:rect l="0" t="0" r="r" b="b"/>
            <a:pathLst>
              <a:path w="4" h="3">
                <a:moveTo>
                  <a:pt x="0" y="2"/>
                </a:moveTo>
                <a:lnTo>
                  <a:pt x="0" y="0"/>
                </a:lnTo>
                <a:lnTo>
                  <a:pt x="2" y="0"/>
                </a:lnTo>
                <a:lnTo>
                  <a:pt x="2" y="2"/>
                </a:lnTo>
                <a:lnTo>
                  <a:pt x="4" y="2"/>
                </a:lnTo>
                <a:lnTo>
                  <a:pt x="2" y="3"/>
                </a:lnTo>
                <a:lnTo>
                  <a:pt x="0" y="3"/>
                </a:lnTo>
                <a:lnTo>
                  <a:pt x="0" y="2"/>
                </a:lnTo>
                <a:close/>
              </a:path>
            </a:pathLst>
          </a:custGeom>
          <a:solidFill>
            <a:srgbClr val="97B4D5"/>
          </a:solidFill>
          <a:ln w="2520">
            <a:solidFill>
              <a:srgbClr val="FFFFFF"/>
            </a:solidFill>
            <a:round/>
          </a:ln>
        </p:spPr>
        <p:txBody>
          <a:bodyPr lIns="1080" tIns="0" rIns="108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17" name=""/>
          <p:cNvSpPr/>
          <p:nvPr/>
        </p:nvSpPr>
        <p:spPr>
          <a:xfrm>
            <a:off x="5119200" y="1593360"/>
            <a:ext cx="720" cy="720"/>
          </a:xfrm>
          <a:custGeom>
            <a:avLst/>
            <a:gdLst/>
            <a:ahLst/>
            <a:rect l="0" t="0" r="r" b="b"/>
            <a:pathLst>
              <a:path w="2" h="2">
                <a:moveTo>
                  <a:pt x="0" y="0"/>
                </a:moveTo>
                <a:lnTo>
                  <a:pt x="2" y="0"/>
                </a:lnTo>
                <a:lnTo>
                  <a:pt x="2" y="2"/>
                </a:lnTo>
                <a:lnTo>
                  <a:pt x="0" y="2"/>
                </a:lnTo>
                <a:lnTo>
                  <a:pt x="0" y="0"/>
                </a:lnTo>
                <a:close/>
              </a:path>
            </a:pathLst>
          </a:custGeom>
          <a:solidFill>
            <a:srgbClr val="97B4D5"/>
          </a:solidFill>
          <a:ln w="2520">
            <a:solidFill>
              <a:srgbClr val="FFFFFF"/>
            </a:solidFill>
            <a:round/>
          </a:ln>
        </p:spPr>
        <p:txBody>
          <a:bodyPr lIns="1080" tIns="-360" rIns="1080" bIns="-3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18" name=""/>
          <p:cNvSpPr/>
          <p:nvPr/>
        </p:nvSpPr>
        <p:spPr>
          <a:xfrm>
            <a:off x="5117760" y="1591200"/>
            <a:ext cx="2160" cy="2880"/>
          </a:xfrm>
          <a:custGeom>
            <a:avLst/>
            <a:gdLst/>
            <a:ahLst/>
            <a:rect l="0" t="0" r="r" b="b"/>
            <a:pathLst>
              <a:path w="6" h="8">
                <a:moveTo>
                  <a:pt x="4" y="4"/>
                </a:moveTo>
                <a:lnTo>
                  <a:pt x="4" y="6"/>
                </a:lnTo>
                <a:lnTo>
                  <a:pt x="4" y="7"/>
                </a:lnTo>
                <a:lnTo>
                  <a:pt x="4" y="8"/>
                </a:lnTo>
                <a:lnTo>
                  <a:pt x="3" y="8"/>
                </a:lnTo>
                <a:lnTo>
                  <a:pt x="1" y="7"/>
                </a:lnTo>
                <a:lnTo>
                  <a:pt x="0" y="7"/>
                </a:lnTo>
                <a:lnTo>
                  <a:pt x="0" y="6"/>
                </a:lnTo>
                <a:lnTo>
                  <a:pt x="1" y="4"/>
                </a:lnTo>
                <a:lnTo>
                  <a:pt x="3" y="4"/>
                </a:lnTo>
                <a:lnTo>
                  <a:pt x="3" y="3"/>
                </a:lnTo>
                <a:lnTo>
                  <a:pt x="3" y="2"/>
                </a:lnTo>
                <a:lnTo>
                  <a:pt x="4" y="2"/>
                </a:lnTo>
                <a:lnTo>
                  <a:pt x="4" y="1"/>
                </a:lnTo>
                <a:lnTo>
                  <a:pt x="4" y="0"/>
                </a:lnTo>
                <a:lnTo>
                  <a:pt x="5" y="0"/>
                </a:lnTo>
                <a:lnTo>
                  <a:pt x="6" y="1"/>
                </a:lnTo>
                <a:lnTo>
                  <a:pt x="6" y="2"/>
                </a:lnTo>
                <a:lnTo>
                  <a:pt x="6" y="3"/>
                </a:lnTo>
                <a:lnTo>
                  <a:pt x="6" y="4"/>
                </a:lnTo>
                <a:lnTo>
                  <a:pt x="5" y="4"/>
                </a:lnTo>
                <a:lnTo>
                  <a:pt x="4" y="4"/>
                </a:lnTo>
                <a:close/>
              </a:path>
            </a:pathLst>
          </a:custGeom>
          <a:solidFill>
            <a:srgbClr val="97B4D5"/>
          </a:solidFill>
          <a:ln w="2520">
            <a:solidFill>
              <a:srgbClr val="FFFFFF"/>
            </a:solidFill>
            <a:round/>
          </a:ln>
        </p:spPr>
        <p:txBody>
          <a:bodyPr lIns="1080" tIns="1080" rIns="1080" bIns="108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19" name=""/>
          <p:cNvSpPr/>
          <p:nvPr/>
        </p:nvSpPr>
        <p:spPr>
          <a:xfrm>
            <a:off x="5126760" y="1587960"/>
            <a:ext cx="1080" cy="720"/>
          </a:xfrm>
          <a:custGeom>
            <a:avLst/>
            <a:gdLst/>
            <a:ahLst/>
            <a:rect l="0" t="0" r="r" b="b"/>
            <a:pathLst>
              <a:path w="3" h="2">
                <a:moveTo>
                  <a:pt x="0" y="0"/>
                </a:moveTo>
                <a:lnTo>
                  <a:pt x="1" y="0"/>
                </a:lnTo>
                <a:lnTo>
                  <a:pt x="3" y="0"/>
                </a:lnTo>
                <a:lnTo>
                  <a:pt x="3" y="2"/>
                </a:lnTo>
                <a:lnTo>
                  <a:pt x="1" y="2"/>
                </a:lnTo>
                <a:lnTo>
                  <a:pt x="0" y="2"/>
                </a:lnTo>
                <a:lnTo>
                  <a:pt x="0" y="0"/>
                </a:lnTo>
                <a:close/>
              </a:path>
            </a:pathLst>
          </a:custGeom>
          <a:solidFill>
            <a:srgbClr val="97B4D5"/>
          </a:solidFill>
          <a:ln w="2520">
            <a:solidFill>
              <a:srgbClr val="FFFFFF"/>
            </a:solidFill>
            <a:round/>
          </a:ln>
        </p:spPr>
        <p:txBody>
          <a:bodyPr lIns="1080" tIns="-360" rIns="1080" bIns="-3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20" name=""/>
          <p:cNvSpPr/>
          <p:nvPr/>
        </p:nvSpPr>
        <p:spPr>
          <a:xfrm>
            <a:off x="5125320" y="1587960"/>
            <a:ext cx="360" cy="360"/>
          </a:xfrm>
          <a:custGeom>
            <a:avLst/>
            <a:gdLst/>
            <a:ahLst/>
            <a:rect l="0" t="0" r="r" b="b"/>
            <a:pathLst>
              <a:path w="1" h="1">
                <a:moveTo>
                  <a:pt x="1" y="0"/>
                </a:moveTo>
                <a:lnTo>
                  <a:pt x="1" y="1"/>
                </a:lnTo>
                <a:lnTo>
                  <a:pt x="0" y="0"/>
                </a:lnTo>
                <a:lnTo>
                  <a:pt x="1" y="0"/>
                </a:lnTo>
                <a:close/>
              </a:path>
            </a:pathLst>
          </a:custGeom>
          <a:solidFill>
            <a:srgbClr val="97B4D5"/>
          </a:solidFill>
          <a:ln w="2520">
            <a:solidFill>
              <a:srgbClr val="FFFFFF"/>
            </a:solidFill>
            <a:round/>
          </a:ln>
        </p:spPr>
        <p:txBody>
          <a:bodyPr lIns="1080" tIns="-720" rIns="1080" bIns="-7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21" name=""/>
          <p:cNvSpPr/>
          <p:nvPr/>
        </p:nvSpPr>
        <p:spPr>
          <a:xfrm>
            <a:off x="5117040" y="1587240"/>
            <a:ext cx="1080" cy="720"/>
          </a:xfrm>
          <a:custGeom>
            <a:avLst/>
            <a:gdLst/>
            <a:ahLst/>
            <a:rect l="0" t="0" r="r" b="b"/>
            <a:pathLst>
              <a:path w="3" h="2">
                <a:moveTo>
                  <a:pt x="0" y="0"/>
                </a:moveTo>
                <a:lnTo>
                  <a:pt x="2" y="0"/>
                </a:lnTo>
                <a:lnTo>
                  <a:pt x="3" y="0"/>
                </a:lnTo>
                <a:lnTo>
                  <a:pt x="3" y="2"/>
                </a:lnTo>
                <a:lnTo>
                  <a:pt x="2" y="2"/>
                </a:lnTo>
                <a:lnTo>
                  <a:pt x="0" y="2"/>
                </a:lnTo>
                <a:lnTo>
                  <a:pt x="0" y="0"/>
                </a:lnTo>
                <a:close/>
              </a:path>
            </a:pathLst>
          </a:custGeom>
          <a:solidFill>
            <a:srgbClr val="97B4D5"/>
          </a:solidFill>
          <a:ln w="2520">
            <a:solidFill>
              <a:srgbClr val="FFFFFF"/>
            </a:solidFill>
            <a:round/>
          </a:ln>
        </p:spPr>
        <p:txBody>
          <a:bodyPr lIns="1080" tIns="-360" rIns="1080" bIns="-3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22" name=""/>
          <p:cNvSpPr/>
          <p:nvPr/>
        </p:nvSpPr>
        <p:spPr>
          <a:xfrm>
            <a:off x="5127840" y="1586160"/>
            <a:ext cx="360" cy="360"/>
          </a:xfrm>
          <a:custGeom>
            <a:avLst/>
            <a:gdLst/>
            <a:ahLst/>
            <a:rect l="0" t="0" r="r" b="b"/>
            <a:pathLst>
              <a:path w="1" h="1">
                <a:moveTo>
                  <a:pt x="0" y="1"/>
                </a:moveTo>
                <a:lnTo>
                  <a:pt x="0" y="0"/>
                </a:lnTo>
                <a:lnTo>
                  <a:pt x="1" y="0"/>
                </a:lnTo>
                <a:lnTo>
                  <a:pt x="1" y="1"/>
                </a:lnTo>
                <a:lnTo>
                  <a:pt x="0" y="1"/>
                </a:lnTo>
                <a:close/>
              </a:path>
            </a:pathLst>
          </a:custGeom>
          <a:solidFill>
            <a:srgbClr val="97B4D5"/>
          </a:solidFill>
          <a:ln w="2520">
            <a:solidFill>
              <a:srgbClr val="FFFFFF"/>
            </a:solidFill>
            <a:round/>
          </a:ln>
        </p:spPr>
        <p:txBody>
          <a:bodyPr lIns="1080" tIns="-720" rIns="1080" bIns="-7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23" name=""/>
          <p:cNvSpPr/>
          <p:nvPr/>
        </p:nvSpPr>
        <p:spPr>
          <a:xfrm>
            <a:off x="5126040" y="1585080"/>
            <a:ext cx="1440" cy="1440"/>
          </a:xfrm>
          <a:custGeom>
            <a:avLst/>
            <a:gdLst/>
            <a:ahLst/>
            <a:rect l="0" t="0" r="r" b="b"/>
            <a:pathLst>
              <a:path w="4" h="4">
                <a:moveTo>
                  <a:pt x="1" y="4"/>
                </a:moveTo>
                <a:lnTo>
                  <a:pt x="0" y="4"/>
                </a:lnTo>
                <a:lnTo>
                  <a:pt x="0" y="2"/>
                </a:lnTo>
                <a:lnTo>
                  <a:pt x="1" y="2"/>
                </a:lnTo>
                <a:lnTo>
                  <a:pt x="1" y="0"/>
                </a:lnTo>
                <a:lnTo>
                  <a:pt x="3" y="0"/>
                </a:lnTo>
                <a:lnTo>
                  <a:pt x="3" y="2"/>
                </a:lnTo>
                <a:lnTo>
                  <a:pt x="4" y="2"/>
                </a:lnTo>
                <a:lnTo>
                  <a:pt x="3" y="2"/>
                </a:lnTo>
                <a:lnTo>
                  <a:pt x="1" y="4"/>
                </a:lnTo>
                <a:close/>
              </a:path>
            </a:pathLst>
          </a:custGeom>
          <a:solidFill>
            <a:srgbClr val="97B4D5"/>
          </a:solidFill>
          <a:ln w="2520">
            <a:solidFill>
              <a:srgbClr val="FFFFFF"/>
            </a:solidFill>
            <a:round/>
          </a:ln>
        </p:spPr>
        <p:txBody>
          <a:bodyPr lIns="1080" tIns="360" rIns="1080" bIns="3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24" name=""/>
          <p:cNvSpPr/>
          <p:nvPr/>
        </p:nvSpPr>
        <p:spPr>
          <a:xfrm>
            <a:off x="5117040" y="1581840"/>
            <a:ext cx="1080" cy="1440"/>
          </a:xfrm>
          <a:custGeom>
            <a:avLst/>
            <a:gdLst/>
            <a:ahLst/>
            <a:rect l="0" t="0" r="r" b="b"/>
            <a:pathLst>
              <a:path w="3" h="4">
                <a:moveTo>
                  <a:pt x="0" y="4"/>
                </a:moveTo>
                <a:lnTo>
                  <a:pt x="0" y="2"/>
                </a:lnTo>
                <a:lnTo>
                  <a:pt x="2" y="4"/>
                </a:lnTo>
                <a:lnTo>
                  <a:pt x="2" y="2"/>
                </a:lnTo>
                <a:lnTo>
                  <a:pt x="3" y="2"/>
                </a:lnTo>
                <a:lnTo>
                  <a:pt x="3" y="0"/>
                </a:lnTo>
                <a:lnTo>
                  <a:pt x="3" y="2"/>
                </a:lnTo>
                <a:lnTo>
                  <a:pt x="3" y="4"/>
                </a:lnTo>
                <a:lnTo>
                  <a:pt x="0" y="4"/>
                </a:lnTo>
                <a:close/>
              </a:path>
            </a:pathLst>
          </a:custGeom>
          <a:solidFill>
            <a:srgbClr val="97B4D5"/>
          </a:solidFill>
          <a:ln w="2520">
            <a:solidFill>
              <a:srgbClr val="FFFFFF"/>
            </a:solidFill>
            <a:round/>
          </a:ln>
        </p:spPr>
        <p:txBody>
          <a:bodyPr lIns="1080" tIns="360" rIns="1080" bIns="3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25" name=""/>
          <p:cNvSpPr/>
          <p:nvPr/>
        </p:nvSpPr>
        <p:spPr>
          <a:xfrm>
            <a:off x="5115960" y="1580760"/>
            <a:ext cx="720" cy="360"/>
          </a:xfrm>
          <a:custGeom>
            <a:avLst/>
            <a:gdLst/>
            <a:ahLst/>
            <a:rect l="0" t="0" r="r" b="b"/>
            <a:pathLst>
              <a:path w="2" h="1">
                <a:moveTo>
                  <a:pt x="0" y="1"/>
                </a:moveTo>
                <a:lnTo>
                  <a:pt x="1" y="1"/>
                </a:lnTo>
                <a:lnTo>
                  <a:pt x="1" y="0"/>
                </a:lnTo>
                <a:lnTo>
                  <a:pt x="2" y="0"/>
                </a:lnTo>
                <a:lnTo>
                  <a:pt x="2" y="1"/>
                </a:lnTo>
                <a:lnTo>
                  <a:pt x="1" y="1"/>
                </a:lnTo>
                <a:lnTo>
                  <a:pt x="0" y="1"/>
                </a:lnTo>
                <a:close/>
              </a:path>
            </a:pathLst>
          </a:custGeom>
          <a:solidFill>
            <a:srgbClr val="97B4D5"/>
          </a:solidFill>
          <a:ln w="2520">
            <a:solidFill>
              <a:srgbClr val="FFFFFF"/>
            </a:solidFill>
            <a:round/>
          </a:ln>
        </p:spPr>
        <p:txBody>
          <a:bodyPr lIns="1080" tIns="-720" rIns="1080" bIns="-7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26" name=""/>
          <p:cNvSpPr/>
          <p:nvPr/>
        </p:nvSpPr>
        <p:spPr>
          <a:xfrm>
            <a:off x="5119560" y="1577880"/>
            <a:ext cx="1440" cy="1440"/>
          </a:xfrm>
          <a:custGeom>
            <a:avLst/>
            <a:gdLst/>
            <a:ahLst/>
            <a:rect l="0" t="0" r="r" b="b"/>
            <a:pathLst>
              <a:path w="4" h="4">
                <a:moveTo>
                  <a:pt x="0" y="2"/>
                </a:moveTo>
                <a:lnTo>
                  <a:pt x="0" y="0"/>
                </a:lnTo>
                <a:lnTo>
                  <a:pt x="2" y="0"/>
                </a:lnTo>
                <a:lnTo>
                  <a:pt x="4" y="2"/>
                </a:lnTo>
                <a:lnTo>
                  <a:pt x="2" y="2"/>
                </a:lnTo>
                <a:lnTo>
                  <a:pt x="2" y="4"/>
                </a:lnTo>
                <a:lnTo>
                  <a:pt x="0" y="4"/>
                </a:lnTo>
                <a:lnTo>
                  <a:pt x="0" y="2"/>
                </a:lnTo>
                <a:close/>
              </a:path>
            </a:pathLst>
          </a:custGeom>
          <a:solidFill>
            <a:srgbClr val="97B4D5"/>
          </a:solidFill>
          <a:ln w="2520">
            <a:solidFill>
              <a:srgbClr val="FFFFFF"/>
            </a:solidFill>
            <a:round/>
          </a:ln>
        </p:spPr>
        <p:txBody>
          <a:bodyPr lIns="1080" tIns="360" rIns="1080" bIns="3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27" name=""/>
          <p:cNvSpPr/>
          <p:nvPr/>
        </p:nvSpPr>
        <p:spPr>
          <a:xfrm>
            <a:off x="5120280" y="1575360"/>
            <a:ext cx="1440" cy="1800"/>
          </a:xfrm>
          <a:custGeom>
            <a:avLst/>
            <a:gdLst/>
            <a:ahLst/>
            <a:rect l="0" t="0" r="r" b="b"/>
            <a:pathLst>
              <a:path w="4" h="5">
                <a:moveTo>
                  <a:pt x="4" y="0"/>
                </a:moveTo>
                <a:lnTo>
                  <a:pt x="3" y="2"/>
                </a:lnTo>
                <a:lnTo>
                  <a:pt x="3" y="3"/>
                </a:lnTo>
                <a:lnTo>
                  <a:pt x="4" y="2"/>
                </a:lnTo>
                <a:lnTo>
                  <a:pt x="4" y="3"/>
                </a:lnTo>
                <a:lnTo>
                  <a:pt x="3" y="3"/>
                </a:lnTo>
                <a:lnTo>
                  <a:pt x="1" y="5"/>
                </a:lnTo>
                <a:lnTo>
                  <a:pt x="1" y="3"/>
                </a:lnTo>
                <a:lnTo>
                  <a:pt x="1" y="2"/>
                </a:lnTo>
                <a:lnTo>
                  <a:pt x="0" y="0"/>
                </a:lnTo>
                <a:lnTo>
                  <a:pt x="1" y="0"/>
                </a:lnTo>
                <a:lnTo>
                  <a:pt x="3" y="2"/>
                </a:lnTo>
                <a:lnTo>
                  <a:pt x="3" y="0"/>
                </a:lnTo>
                <a:lnTo>
                  <a:pt x="4" y="0"/>
                </a:lnTo>
                <a:close/>
              </a:path>
            </a:pathLst>
          </a:custGeom>
          <a:solidFill>
            <a:srgbClr val="97B4D5"/>
          </a:solidFill>
          <a:ln w="2520">
            <a:solidFill>
              <a:srgbClr val="FFFFFF"/>
            </a:solidFill>
            <a:round/>
          </a:ln>
        </p:spPr>
        <p:txBody>
          <a:bodyPr lIns="1080" tIns="720" rIns="1080" bIns="7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28" name=""/>
          <p:cNvSpPr/>
          <p:nvPr/>
        </p:nvSpPr>
        <p:spPr>
          <a:xfrm>
            <a:off x="5122080" y="1575000"/>
            <a:ext cx="1800" cy="1440"/>
          </a:xfrm>
          <a:custGeom>
            <a:avLst/>
            <a:gdLst/>
            <a:ahLst/>
            <a:rect l="0" t="0" r="r" b="b"/>
            <a:pathLst>
              <a:path w="5" h="4">
                <a:moveTo>
                  <a:pt x="0" y="2"/>
                </a:moveTo>
                <a:lnTo>
                  <a:pt x="1" y="0"/>
                </a:lnTo>
                <a:lnTo>
                  <a:pt x="3" y="0"/>
                </a:lnTo>
                <a:lnTo>
                  <a:pt x="4" y="0"/>
                </a:lnTo>
                <a:lnTo>
                  <a:pt x="5" y="0"/>
                </a:lnTo>
                <a:lnTo>
                  <a:pt x="4" y="2"/>
                </a:lnTo>
                <a:lnTo>
                  <a:pt x="4" y="4"/>
                </a:lnTo>
                <a:lnTo>
                  <a:pt x="1" y="4"/>
                </a:lnTo>
                <a:lnTo>
                  <a:pt x="0" y="2"/>
                </a:lnTo>
                <a:close/>
              </a:path>
            </a:pathLst>
          </a:custGeom>
          <a:solidFill>
            <a:srgbClr val="97B4D5"/>
          </a:solidFill>
          <a:ln w="2520">
            <a:solidFill>
              <a:srgbClr val="FFFFFF"/>
            </a:solidFill>
            <a:round/>
          </a:ln>
        </p:spPr>
        <p:txBody>
          <a:bodyPr lIns="1080" tIns="360" rIns="1080" bIns="3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29" name=""/>
          <p:cNvSpPr/>
          <p:nvPr/>
        </p:nvSpPr>
        <p:spPr>
          <a:xfrm>
            <a:off x="5123160" y="1573200"/>
            <a:ext cx="3600" cy="2520"/>
          </a:xfrm>
          <a:custGeom>
            <a:avLst/>
            <a:gdLst/>
            <a:ahLst/>
            <a:rect l="0" t="0" r="r" b="b"/>
            <a:pathLst>
              <a:path w="10" h="7">
                <a:moveTo>
                  <a:pt x="4" y="2"/>
                </a:moveTo>
                <a:lnTo>
                  <a:pt x="6" y="2"/>
                </a:lnTo>
                <a:lnTo>
                  <a:pt x="7" y="3"/>
                </a:lnTo>
                <a:lnTo>
                  <a:pt x="8" y="3"/>
                </a:lnTo>
                <a:lnTo>
                  <a:pt x="8" y="5"/>
                </a:lnTo>
                <a:lnTo>
                  <a:pt x="9" y="5"/>
                </a:lnTo>
                <a:lnTo>
                  <a:pt x="10" y="5"/>
                </a:lnTo>
                <a:lnTo>
                  <a:pt x="10" y="6"/>
                </a:lnTo>
                <a:lnTo>
                  <a:pt x="9" y="6"/>
                </a:lnTo>
                <a:lnTo>
                  <a:pt x="8" y="6"/>
                </a:lnTo>
                <a:lnTo>
                  <a:pt x="8" y="7"/>
                </a:lnTo>
                <a:lnTo>
                  <a:pt x="7" y="7"/>
                </a:lnTo>
                <a:lnTo>
                  <a:pt x="6" y="7"/>
                </a:lnTo>
                <a:lnTo>
                  <a:pt x="4" y="7"/>
                </a:lnTo>
                <a:lnTo>
                  <a:pt x="3" y="7"/>
                </a:lnTo>
                <a:lnTo>
                  <a:pt x="2" y="6"/>
                </a:lnTo>
                <a:lnTo>
                  <a:pt x="1" y="6"/>
                </a:lnTo>
                <a:lnTo>
                  <a:pt x="1" y="5"/>
                </a:lnTo>
                <a:lnTo>
                  <a:pt x="1" y="4"/>
                </a:lnTo>
                <a:lnTo>
                  <a:pt x="0" y="3"/>
                </a:lnTo>
                <a:lnTo>
                  <a:pt x="1" y="3"/>
                </a:lnTo>
                <a:lnTo>
                  <a:pt x="2" y="2"/>
                </a:lnTo>
                <a:lnTo>
                  <a:pt x="3" y="0"/>
                </a:lnTo>
                <a:lnTo>
                  <a:pt x="4" y="0"/>
                </a:lnTo>
                <a:lnTo>
                  <a:pt x="4" y="2"/>
                </a:lnTo>
                <a:close/>
              </a:path>
            </a:pathLst>
          </a:custGeom>
          <a:solidFill>
            <a:srgbClr val="97B4D5"/>
          </a:solidFill>
          <a:ln w="2520">
            <a:solidFill>
              <a:srgbClr val="FFFFFF"/>
            </a:solidFill>
            <a:round/>
          </a:ln>
        </p:spPr>
        <p:txBody>
          <a:bodyPr lIns="1080" tIns="1080" rIns="1080" bIns="108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30" name=""/>
          <p:cNvSpPr/>
          <p:nvPr/>
        </p:nvSpPr>
        <p:spPr>
          <a:xfrm>
            <a:off x="5125680" y="1573560"/>
            <a:ext cx="360" cy="360"/>
          </a:xfrm>
          <a:custGeom>
            <a:avLst/>
            <a:gdLst/>
            <a:ahLst/>
            <a:rect l="0" t="0" r="r" b="b"/>
            <a:pathLst>
              <a:path w="1" h="1">
                <a:moveTo>
                  <a:pt x="0" y="0"/>
                </a:moveTo>
                <a:lnTo>
                  <a:pt x="1" y="0"/>
                </a:lnTo>
                <a:lnTo>
                  <a:pt x="0" y="0"/>
                </a:lnTo>
                <a:lnTo>
                  <a:pt x="0" y="1"/>
                </a:lnTo>
                <a:lnTo>
                  <a:pt x="0" y="0"/>
                </a:lnTo>
                <a:close/>
              </a:path>
            </a:pathLst>
          </a:custGeom>
          <a:solidFill>
            <a:srgbClr val="97B4D5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31" name=""/>
          <p:cNvSpPr/>
          <p:nvPr/>
        </p:nvSpPr>
        <p:spPr>
          <a:xfrm>
            <a:off x="5125680" y="1573560"/>
            <a:ext cx="360" cy="360"/>
          </a:xfrm>
          <a:custGeom>
            <a:avLst/>
            <a:gdLst/>
            <a:ahLst/>
            <a:rect l="0" t="0" r="r" b="b"/>
            <a:pathLst>
              <a:path w="1" h="1">
                <a:moveTo>
                  <a:pt x="0" y="0"/>
                </a:moveTo>
                <a:lnTo>
                  <a:pt x="1" y="0"/>
                </a:lnTo>
                <a:lnTo>
                  <a:pt x="0" y="0"/>
                </a:lnTo>
                <a:lnTo>
                  <a:pt x="0" y="1"/>
                </a:lnTo>
                <a:lnTo>
                  <a:pt x="0" y="0"/>
                </a:lnTo>
                <a:close/>
              </a:path>
            </a:pathLst>
          </a:custGeom>
          <a:noFill/>
          <a:ln w="2520">
            <a:solidFill>
              <a:srgbClr val="FFFFFF"/>
            </a:solidFill>
            <a:round/>
          </a:ln>
        </p:spPr>
        <p:txBody>
          <a:bodyPr lIns="1080" tIns="-720" rIns="1080" bIns="-7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32" name=""/>
          <p:cNvSpPr/>
          <p:nvPr/>
        </p:nvSpPr>
        <p:spPr>
          <a:xfrm>
            <a:off x="5139000" y="1569960"/>
            <a:ext cx="720" cy="1080"/>
          </a:xfrm>
          <a:custGeom>
            <a:avLst/>
            <a:gdLst/>
            <a:ahLst/>
            <a:rect l="0" t="0" r="r" b="b"/>
            <a:pathLst>
              <a:path w="2" h="3">
                <a:moveTo>
                  <a:pt x="0" y="1"/>
                </a:moveTo>
                <a:lnTo>
                  <a:pt x="2" y="1"/>
                </a:lnTo>
                <a:lnTo>
                  <a:pt x="2" y="3"/>
                </a:lnTo>
                <a:lnTo>
                  <a:pt x="0" y="3"/>
                </a:lnTo>
                <a:lnTo>
                  <a:pt x="0" y="1"/>
                </a:lnTo>
                <a:lnTo>
                  <a:pt x="0" y="0"/>
                </a:lnTo>
                <a:lnTo>
                  <a:pt x="2" y="0"/>
                </a:lnTo>
                <a:lnTo>
                  <a:pt x="2" y="1"/>
                </a:lnTo>
                <a:lnTo>
                  <a:pt x="0" y="1"/>
                </a:lnTo>
                <a:close/>
              </a:path>
            </a:pathLst>
          </a:custGeom>
          <a:solidFill>
            <a:srgbClr val="97B4D5"/>
          </a:solidFill>
          <a:ln w="2520">
            <a:solidFill>
              <a:srgbClr val="FFFFFF"/>
            </a:solidFill>
            <a:round/>
          </a:ln>
        </p:spPr>
        <p:txBody>
          <a:bodyPr lIns="1080" tIns="0" rIns="108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33" name=""/>
          <p:cNvSpPr/>
          <p:nvPr/>
        </p:nvSpPr>
        <p:spPr>
          <a:xfrm>
            <a:off x="5138280" y="1569240"/>
            <a:ext cx="720" cy="1080"/>
          </a:xfrm>
          <a:custGeom>
            <a:avLst/>
            <a:gdLst/>
            <a:ahLst/>
            <a:rect l="0" t="0" r="r" b="b"/>
            <a:pathLst>
              <a:path w="2" h="3">
                <a:moveTo>
                  <a:pt x="0" y="0"/>
                </a:moveTo>
                <a:lnTo>
                  <a:pt x="2" y="0"/>
                </a:lnTo>
                <a:lnTo>
                  <a:pt x="0" y="1"/>
                </a:lnTo>
                <a:lnTo>
                  <a:pt x="0" y="3"/>
                </a:lnTo>
                <a:lnTo>
                  <a:pt x="0" y="1"/>
                </a:lnTo>
                <a:lnTo>
                  <a:pt x="0" y="0"/>
                </a:lnTo>
                <a:close/>
              </a:path>
            </a:pathLst>
          </a:custGeom>
          <a:solidFill>
            <a:srgbClr val="97B4D5"/>
          </a:solidFill>
          <a:ln w="2520">
            <a:solidFill>
              <a:srgbClr val="FFFFFF"/>
            </a:solidFill>
            <a:round/>
          </a:ln>
        </p:spPr>
        <p:txBody>
          <a:bodyPr lIns="1080" tIns="0" rIns="108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34" name=""/>
          <p:cNvSpPr/>
          <p:nvPr/>
        </p:nvSpPr>
        <p:spPr>
          <a:xfrm>
            <a:off x="5125680" y="1566720"/>
            <a:ext cx="1440" cy="720"/>
          </a:xfrm>
          <a:custGeom>
            <a:avLst/>
            <a:gdLst/>
            <a:ahLst/>
            <a:rect l="0" t="0" r="r" b="b"/>
            <a:pathLst>
              <a:path w="4" h="2">
                <a:moveTo>
                  <a:pt x="0" y="2"/>
                </a:moveTo>
                <a:lnTo>
                  <a:pt x="0" y="0"/>
                </a:lnTo>
                <a:lnTo>
                  <a:pt x="2" y="0"/>
                </a:lnTo>
                <a:lnTo>
                  <a:pt x="4" y="0"/>
                </a:lnTo>
                <a:lnTo>
                  <a:pt x="2" y="2"/>
                </a:lnTo>
                <a:lnTo>
                  <a:pt x="0" y="2"/>
                </a:lnTo>
                <a:close/>
              </a:path>
            </a:pathLst>
          </a:custGeom>
          <a:solidFill>
            <a:srgbClr val="97B4D5"/>
          </a:solidFill>
          <a:ln w="2520">
            <a:solidFill>
              <a:srgbClr val="FFFFFF"/>
            </a:solidFill>
            <a:round/>
          </a:ln>
        </p:spPr>
        <p:txBody>
          <a:bodyPr lIns="1080" tIns="-360" rIns="1080" bIns="-3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35" name=""/>
          <p:cNvSpPr/>
          <p:nvPr/>
        </p:nvSpPr>
        <p:spPr>
          <a:xfrm>
            <a:off x="5124240" y="1561680"/>
            <a:ext cx="2520" cy="2880"/>
          </a:xfrm>
          <a:custGeom>
            <a:avLst/>
            <a:gdLst/>
            <a:ahLst/>
            <a:rect l="0" t="0" r="r" b="b"/>
            <a:pathLst>
              <a:path w="7" h="8">
                <a:moveTo>
                  <a:pt x="3" y="1"/>
                </a:moveTo>
                <a:lnTo>
                  <a:pt x="5" y="4"/>
                </a:lnTo>
                <a:lnTo>
                  <a:pt x="5" y="5"/>
                </a:lnTo>
                <a:lnTo>
                  <a:pt x="6" y="6"/>
                </a:lnTo>
                <a:lnTo>
                  <a:pt x="7" y="6"/>
                </a:lnTo>
                <a:lnTo>
                  <a:pt x="7" y="7"/>
                </a:lnTo>
                <a:lnTo>
                  <a:pt x="6" y="6"/>
                </a:lnTo>
                <a:lnTo>
                  <a:pt x="6" y="7"/>
                </a:lnTo>
                <a:lnTo>
                  <a:pt x="6" y="8"/>
                </a:lnTo>
                <a:lnTo>
                  <a:pt x="5" y="8"/>
                </a:lnTo>
                <a:lnTo>
                  <a:pt x="5" y="6"/>
                </a:lnTo>
                <a:lnTo>
                  <a:pt x="4" y="5"/>
                </a:lnTo>
                <a:lnTo>
                  <a:pt x="3" y="5"/>
                </a:lnTo>
                <a:lnTo>
                  <a:pt x="3" y="4"/>
                </a:lnTo>
                <a:lnTo>
                  <a:pt x="3" y="2"/>
                </a:lnTo>
                <a:lnTo>
                  <a:pt x="2" y="2"/>
                </a:lnTo>
                <a:lnTo>
                  <a:pt x="0" y="2"/>
                </a:lnTo>
                <a:lnTo>
                  <a:pt x="0" y="1"/>
                </a:lnTo>
                <a:lnTo>
                  <a:pt x="2" y="1"/>
                </a:lnTo>
                <a:lnTo>
                  <a:pt x="2" y="0"/>
                </a:lnTo>
                <a:lnTo>
                  <a:pt x="3" y="1"/>
                </a:lnTo>
                <a:close/>
              </a:path>
            </a:pathLst>
          </a:custGeom>
          <a:solidFill>
            <a:srgbClr val="97B4D5"/>
          </a:solidFill>
          <a:ln w="2520">
            <a:solidFill>
              <a:srgbClr val="FFFFFF"/>
            </a:solidFill>
            <a:round/>
          </a:ln>
        </p:spPr>
        <p:txBody>
          <a:bodyPr lIns="1080" tIns="1080" rIns="1080" bIns="108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36" name=""/>
          <p:cNvSpPr/>
          <p:nvPr/>
        </p:nvSpPr>
        <p:spPr>
          <a:xfrm>
            <a:off x="5119560" y="1560960"/>
            <a:ext cx="360" cy="360"/>
          </a:xfrm>
          <a:custGeom>
            <a:avLst/>
            <a:gdLst/>
            <a:ahLst/>
            <a:rect l="0" t="0" r="r" b="b"/>
            <a:pathLst>
              <a:path w="1" h="1">
                <a:moveTo>
                  <a:pt x="0" y="0"/>
                </a:moveTo>
                <a:lnTo>
                  <a:pt x="1" y="1"/>
                </a:lnTo>
                <a:lnTo>
                  <a:pt x="0" y="1"/>
                </a:lnTo>
                <a:lnTo>
                  <a:pt x="0" y="0"/>
                </a:lnTo>
                <a:close/>
              </a:path>
            </a:pathLst>
          </a:custGeom>
          <a:solidFill>
            <a:srgbClr val="97B4D5"/>
          </a:solidFill>
          <a:ln w="2520">
            <a:solidFill>
              <a:srgbClr val="FFFFFF"/>
            </a:solidFill>
            <a:round/>
          </a:ln>
        </p:spPr>
        <p:txBody>
          <a:bodyPr lIns="1080" tIns="-720" rIns="1080" bIns="-7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37" name=""/>
          <p:cNvSpPr/>
          <p:nvPr/>
        </p:nvSpPr>
        <p:spPr>
          <a:xfrm>
            <a:off x="4048920" y="869400"/>
            <a:ext cx="583560" cy="490320"/>
          </a:xfrm>
          <a:custGeom>
            <a:avLst/>
            <a:gdLst/>
            <a:ahLst/>
            <a:rect l="0" t="0" r="r" b="b"/>
            <a:pathLst>
              <a:path w="1621" h="1362">
                <a:moveTo>
                  <a:pt x="514" y="16"/>
                </a:moveTo>
                <a:lnTo>
                  <a:pt x="515" y="19"/>
                </a:lnTo>
                <a:lnTo>
                  <a:pt x="523" y="39"/>
                </a:lnTo>
                <a:lnTo>
                  <a:pt x="530" y="60"/>
                </a:lnTo>
                <a:lnTo>
                  <a:pt x="530" y="61"/>
                </a:lnTo>
                <a:lnTo>
                  <a:pt x="530" y="62"/>
                </a:lnTo>
                <a:lnTo>
                  <a:pt x="531" y="64"/>
                </a:lnTo>
                <a:lnTo>
                  <a:pt x="532" y="66"/>
                </a:lnTo>
                <a:lnTo>
                  <a:pt x="532" y="67"/>
                </a:lnTo>
                <a:lnTo>
                  <a:pt x="534" y="71"/>
                </a:lnTo>
                <a:lnTo>
                  <a:pt x="535" y="73"/>
                </a:lnTo>
                <a:lnTo>
                  <a:pt x="535" y="74"/>
                </a:lnTo>
                <a:lnTo>
                  <a:pt x="535" y="76"/>
                </a:lnTo>
                <a:lnTo>
                  <a:pt x="537" y="81"/>
                </a:lnTo>
                <a:lnTo>
                  <a:pt x="538" y="83"/>
                </a:lnTo>
                <a:lnTo>
                  <a:pt x="538" y="84"/>
                </a:lnTo>
                <a:lnTo>
                  <a:pt x="539" y="86"/>
                </a:lnTo>
                <a:lnTo>
                  <a:pt x="540" y="89"/>
                </a:lnTo>
                <a:lnTo>
                  <a:pt x="540" y="90"/>
                </a:lnTo>
                <a:lnTo>
                  <a:pt x="541" y="91"/>
                </a:lnTo>
                <a:lnTo>
                  <a:pt x="541" y="93"/>
                </a:lnTo>
                <a:lnTo>
                  <a:pt x="542" y="94"/>
                </a:lnTo>
                <a:lnTo>
                  <a:pt x="542" y="96"/>
                </a:lnTo>
                <a:lnTo>
                  <a:pt x="543" y="97"/>
                </a:lnTo>
                <a:lnTo>
                  <a:pt x="543" y="98"/>
                </a:lnTo>
                <a:lnTo>
                  <a:pt x="544" y="100"/>
                </a:lnTo>
                <a:lnTo>
                  <a:pt x="544" y="101"/>
                </a:lnTo>
                <a:lnTo>
                  <a:pt x="546" y="106"/>
                </a:lnTo>
                <a:lnTo>
                  <a:pt x="546" y="108"/>
                </a:lnTo>
                <a:lnTo>
                  <a:pt x="547" y="108"/>
                </a:lnTo>
                <a:lnTo>
                  <a:pt x="547" y="109"/>
                </a:lnTo>
                <a:lnTo>
                  <a:pt x="547" y="111"/>
                </a:lnTo>
                <a:lnTo>
                  <a:pt x="548" y="112"/>
                </a:lnTo>
                <a:lnTo>
                  <a:pt x="548" y="113"/>
                </a:lnTo>
                <a:lnTo>
                  <a:pt x="549" y="115"/>
                </a:lnTo>
                <a:lnTo>
                  <a:pt x="549" y="116"/>
                </a:lnTo>
                <a:lnTo>
                  <a:pt x="550" y="118"/>
                </a:lnTo>
                <a:lnTo>
                  <a:pt x="550" y="119"/>
                </a:lnTo>
                <a:lnTo>
                  <a:pt x="551" y="121"/>
                </a:lnTo>
                <a:lnTo>
                  <a:pt x="552" y="122"/>
                </a:lnTo>
                <a:lnTo>
                  <a:pt x="552" y="124"/>
                </a:lnTo>
                <a:lnTo>
                  <a:pt x="552" y="125"/>
                </a:lnTo>
                <a:lnTo>
                  <a:pt x="553" y="126"/>
                </a:lnTo>
                <a:lnTo>
                  <a:pt x="553" y="127"/>
                </a:lnTo>
                <a:lnTo>
                  <a:pt x="553" y="128"/>
                </a:lnTo>
                <a:lnTo>
                  <a:pt x="554" y="129"/>
                </a:lnTo>
                <a:lnTo>
                  <a:pt x="554" y="130"/>
                </a:lnTo>
                <a:lnTo>
                  <a:pt x="554" y="131"/>
                </a:lnTo>
                <a:lnTo>
                  <a:pt x="555" y="132"/>
                </a:lnTo>
                <a:lnTo>
                  <a:pt x="555" y="133"/>
                </a:lnTo>
                <a:lnTo>
                  <a:pt x="556" y="134"/>
                </a:lnTo>
                <a:lnTo>
                  <a:pt x="556" y="137"/>
                </a:lnTo>
                <a:lnTo>
                  <a:pt x="557" y="138"/>
                </a:lnTo>
                <a:lnTo>
                  <a:pt x="557" y="139"/>
                </a:lnTo>
                <a:lnTo>
                  <a:pt x="558" y="141"/>
                </a:lnTo>
                <a:lnTo>
                  <a:pt x="558" y="143"/>
                </a:lnTo>
                <a:lnTo>
                  <a:pt x="559" y="144"/>
                </a:lnTo>
                <a:lnTo>
                  <a:pt x="559" y="145"/>
                </a:lnTo>
                <a:lnTo>
                  <a:pt x="560" y="146"/>
                </a:lnTo>
                <a:lnTo>
                  <a:pt x="560" y="147"/>
                </a:lnTo>
                <a:lnTo>
                  <a:pt x="561" y="150"/>
                </a:lnTo>
                <a:lnTo>
                  <a:pt x="561" y="151"/>
                </a:lnTo>
                <a:lnTo>
                  <a:pt x="562" y="152"/>
                </a:lnTo>
                <a:lnTo>
                  <a:pt x="561" y="153"/>
                </a:lnTo>
                <a:lnTo>
                  <a:pt x="559" y="155"/>
                </a:lnTo>
                <a:lnTo>
                  <a:pt x="558" y="156"/>
                </a:lnTo>
                <a:lnTo>
                  <a:pt x="557" y="157"/>
                </a:lnTo>
                <a:lnTo>
                  <a:pt x="555" y="159"/>
                </a:lnTo>
                <a:lnTo>
                  <a:pt x="554" y="159"/>
                </a:lnTo>
                <a:lnTo>
                  <a:pt x="554" y="160"/>
                </a:lnTo>
                <a:lnTo>
                  <a:pt x="552" y="161"/>
                </a:lnTo>
                <a:lnTo>
                  <a:pt x="551" y="162"/>
                </a:lnTo>
                <a:lnTo>
                  <a:pt x="551" y="163"/>
                </a:lnTo>
                <a:lnTo>
                  <a:pt x="550" y="163"/>
                </a:lnTo>
                <a:lnTo>
                  <a:pt x="548" y="165"/>
                </a:lnTo>
                <a:lnTo>
                  <a:pt x="547" y="166"/>
                </a:lnTo>
                <a:lnTo>
                  <a:pt x="546" y="167"/>
                </a:lnTo>
                <a:lnTo>
                  <a:pt x="545" y="168"/>
                </a:lnTo>
                <a:lnTo>
                  <a:pt x="544" y="168"/>
                </a:lnTo>
                <a:lnTo>
                  <a:pt x="542" y="171"/>
                </a:lnTo>
                <a:lnTo>
                  <a:pt x="541" y="171"/>
                </a:lnTo>
                <a:lnTo>
                  <a:pt x="540" y="172"/>
                </a:lnTo>
                <a:lnTo>
                  <a:pt x="540" y="173"/>
                </a:lnTo>
                <a:lnTo>
                  <a:pt x="539" y="173"/>
                </a:lnTo>
                <a:lnTo>
                  <a:pt x="538" y="174"/>
                </a:lnTo>
                <a:lnTo>
                  <a:pt x="538" y="176"/>
                </a:lnTo>
                <a:lnTo>
                  <a:pt x="539" y="177"/>
                </a:lnTo>
                <a:lnTo>
                  <a:pt x="540" y="177"/>
                </a:lnTo>
                <a:lnTo>
                  <a:pt x="540" y="178"/>
                </a:lnTo>
                <a:lnTo>
                  <a:pt x="539" y="179"/>
                </a:lnTo>
                <a:lnTo>
                  <a:pt x="548" y="194"/>
                </a:lnTo>
                <a:lnTo>
                  <a:pt x="550" y="196"/>
                </a:lnTo>
                <a:lnTo>
                  <a:pt x="563" y="216"/>
                </a:lnTo>
                <a:lnTo>
                  <a:pt x="563" y="217"/>
                </a:lnTo>
                <a:lnTo>
                  <a:pt x="568" y="226"/>
                </a:lnTo>
                <a:lnTo>
                  <a:pt x="571" y="228"/>
                </a:lnTo>
                <a:lnTo>
                  <a:pt x="575" y="232"/>
                </a:lnTo>
                <a:lnTo>
                  <a:pt x="576" y="233"/>
                </a:lnTo>
                <a:lnTo>
                  <a:pt x="581" y="237"/>
                </a:lnTo>
                <a:lnTo>
                  <a:pt x="582" y="238"/>
                </a:lnTo>
                <a:lnTo>
                  <a:pt x="584" y="240"/>
                </a:lnTo>
                <a:lnTo>
                  <a:pt x="585" y="240"/>
                </a:lnTo>
                <a:lnTo>
                  <a:pt x="586" y="241"/>
                </a:lnTo>
                <a:lnTo>
                  <a:pt x="588" y="242"/>
                </a:lnTo>
                <a:lnTo>
                  <a:pt x="589" y="243"/>
                </a:lnTo>
                <a:lnTo>
                  <a:pt x="590" y="244"/>
                </a:lnTo>
                <a:lnTo>
                  <a:pt x="591" y="245"/>
                </a:lnTo>
                <a:lnTo>
                  <a:pt x="592" y="246"/>
                </a:lnTo>
                <a:lnTo>
                  <a:pt x="592" y="247"/>
                </a:lnTo>
                <a:lnTo>
                  <a:pt x="593" y="247"/>
                </a:lnTo>
                <a:lnTo>
                  <a:pt x="593" y="248"/>
                </a:lnTo>
                <a:lnTo>
                  <a:pt x="594" y="249"/>
                </a:lnTo>
                <a:lnTo>
                  <a:pt x="595" y="249"/>
                </a:lnTo>
                <a:lnTo>
                  <a:pt x="596" y="249"/>
                </a:lnTo>
                <a:lnTo>
                  <a:pt x="597" y="249"/>
                </a:lnTo>
                <a:lnTo>
                  <a:pt x="597" y="250"/>
                </a:lnTo>
                <a:lnTo>
                  <a:pt x="598" y="250"/>
                </a:lnTo>
                <a:lnTo>
                  <a:pt x="599" y="251"/>
                </a:lnTo>
                <a:lnTo>
                  <a:pt x="600" y="251"/>
                </a:lnTo>
                <a:lnTo>
                  <a:pt x="601" y="252"/>
                </a:lnTo>
                <a:lnTo>
                  <a:pt x="601" y="253"/>
                </a:lnTo>
                <a:lnTo>
                  <a:pt x="601" y="254"/>
                </a:lnTo>
                <a:lnTo>
                  <a:pt x="601" y="256"/>
                </a:lnTo>
                <a:lnTo>
                  <a:pt x="601" y="257"/>
                </a:lnTo>
                <a:lnTo>
                  <a:pt x="601" y="258"/>
                </a:lnTo>
                <a:lnTo>
                  <a:pt x="601" y="259"/>
                </a:lnTo>
                <a:lnTo>
                  <a:pt x="601" y="261"/>
                </a:lnTo>
                <a:lnTo>
                  <a:pt x="601" y="263"/>
                </a:lnTo>
                <a:lnTo>
                  <a:pt x="601" y="265"/>
                </a:lnTo>
                <a:lnTo>
                  <a:pt x="601" y="266"/>
                </a:lnTo>
                <a:lnTo>
                  <a:pt x="601" y="268"/>
                </a:lnTo>
                <a:lnTo>
                  <a:pt x="601" y="269"/>
                </a:lnTo>
                <a:lnTo>
                  <a:pt x="601" y="272"/>
                </a:lnTo>
                <a:lnTo>
                  <a:pt x="600" y="273"/>
                </a:lnTo>
                <a:lnTo>
                  <a:pt x="600" y="274"/>
                </a:lnTo>
                <a:lnTo>
                  <a:pt x="600" y="275"/>
                </a:lnTo>
                <a:lnTo>
                  <a:pt x="600" y="277"/>
                </a:lnTo>
                <a:lnTo>
                  <a:pt x="600" y="281"/>
                </a:lnTo>
                <a:lnTo>
                  <a:pt x="600" y="284"/>
                </a:lnTo>
                <a:lnTo>
                  <a:pt x="600" y="286"/>
                </a:lnTo>
                <a:lnTo>
                  <a:pt x="600" y="287"/>
                </a:lnTo>
                <a:lnTo>
                  <a:pt x="600" y="288"/>
                </a:lnTo>
                <a:lnTo>
                  <a:pt x="600" y="289"/>
                </a:lnTo>
                <a:lnTo>
                  <a:pt x="600" y="294"/>
                </a:lnTo>
                <a:lnTo>
                  <a:pt x="599" y="297"/>
                </a:lnTo>
                <a:lnTo>
                  <a:pt x="607" y="294"/>
                </a:lnTo>
                <a:lnTo>
                  <a:pt x="615" y="291"/>
                </a:lnTo>
                <a:lnTo>
                  <a:pt x="617" y="290"/>
                </a:lnTo>
                <a:lnTo>
                  <a:pt x="618" y="289"/>
                </a:lnTo>
                <a:lnTo>
                  <a:pt x="619" y="289"/>
                </a:lnTo>
                <a:lnTo>
                  <a:pt x="621" y="288"/>
                </a:lnTo>
                <a:lnTo>
                  <a:pt x="623" y="287"/>
                </a:lnTo>
                <a:lnTo>
                  <a:pt x="624" y="287"/>
                </a:lnTo>
                <a:lnTo>
                  <a:pt x="625" y="286"/>
                </a:lnTo>
                <a:lnTo>
                  <a:pt x="627" y="285"/>
                </a:lnTo>
                <a:lnTo>
                  <a:pt x="628" y="285"/>
                </a:lnTo>
                <a:lnTo>
                  <a:pt x="627" y="285"/>
                </a:lnTo>
                <a:lnTo>
                  <a:pt x="627" y="284"/>
                </a:lnTo>
                <a:lnTo>
                  <a:pt x="626" y="282"/>
                </a:lnTo>
                <a:lnTo>
                  <a:pt x="626" y="281"/>
                </a:lnTo>
                <a:lnTo>
                  <a:pt x="624" y="279"/>
                </a:lnTo>
                <a:lnTo>
                  <a:pt x="624" y="278"/>
                </a:lnTo>
                <a:lnTo>
                  <a:pt x="623" y="277"/>
                </a:lnTo>
                <a:lnTo>
                  <a:pt x="623" y="276"/>
                </a:lnTo>
                <a:lnTo>
                  <a:pt x="625" y="275"/>
                </a:lnTo>
                <a:lnTo>
                  <a:pt x="628" y="274"/>
                </a:lnTo>
                <a:lnTo>
                  <a:pt x="629" y="274"/>
                </a:lnTo>
                <a:lnTo>
                  <a:pt x="630" y="273"/>
                </a:lnTo>
                <a:lnTo>
                  <a:pt x="631" y="273"/>
                </a:lnTo>
                <a:lnTo>
                  <a:pt x="632" y="273"/>
                </a:lnTo>
                <a:lnTo>
                  <a:pt x="633" y="275"/>
                </a:lnTo>
                <a:lnTo>
                  <a:pt x="633" y="276"/>
                </a:lnTo>
                <a:lnTo>
                  <a:pt x="633" y="277"/>
                </a:lnTo>
                <a:lnTo>
                  <a:pt x="633" y="279"/>
                </a:lnTo>
                <a:lnTo>
                  <a:pt x="634" y="283"/>
                </a:lnTo>
                <a:lnTo>
                  <a:pt x="634" y="284"/>
                </a:lnTo>
                <a:lnTo>
                  <a:pt x="634" y="285"/>
                </a:lnTo>
                <a:lnTo>
                  <a:pt x="635" y="286"/>
                </a:lnTo>
                <a:lnTo>
                  <a:pt x="636" y="288"/>
                </a:lnTo>
                <a:lnTo>
                  <a:pt x="637" y="288"/>
                </a:lnTo>
                <a:lnTo>
                  <a:pt x="638" y="289"/>
                </a:lnTo>
                <a:lnTo>
                  <a:pt x="639" y="290"/>
                </a:lnTo>
                <a:lnTo>
                  <a:pt x="640" y="291"/>
                </a:lnTo>
                <a:lnTo>
                  <a:pt x="641" y="292"/>
                </a:lnTo>
                <a:lnTo>
                  <a:pt x="642" y="293"/>
                </a:lnTo>
                <a:lnTo>
                  <a:pt x="643" y="294"/>
                </a:lnTo>
                <a:lnTo>
                  <a:pt x="644" y="295"/>
                </a:lnTo>
                <a:lnTo>
                  <a:pt x="644" y="294"/>
                </a:lnTo>
                <a:lnTo>
                  <a:pt x="644" y="293"/>
                </a:lnTo>
                <a:lnTo>
                  <a:pt x="644" y="292"/>
                </a:lnTo>
                <a:lnTo>
                  <a:pt x="643" y="292"/>
                </a:lnTo>
                <a:lnTo>
                  <a:pt x="644" y="292"/>
                </a:lnTo>
                <a:lnTo>
                  <a:pt x="644" y="291"/>
                </a:lnTo>
                <a:lnTo>
                  <a:pt x="644" y="290"/>
                </a:lnTo>
                <a:lnTo>
                  <a:pt x="644" y="289"/>
                </a:lnTo>
                <a:lnTo>
                  <a:pt x="645" y="289"/>
                </a:lnTo>
                <a:lnTo>
                  <a:pt x="645" y="288"/>
                </a:lnTo>
                <a:lnTo>
                  <a:pt x="644" y="288"/>
                </a:lnTo>
                <a:lnTo>
                  <a:pt x="644" y="287"/>
                </a:lnTo>
                <a:lnTo>
                  <a:pt x="643" y="286"/>
                </a:lnTo>
                <a:lnTo>
                  <a:pt x="643" y="285"/>
                </a:lnTo>
                <a:lnTo>
                  <a:pt x="643" y="284"/>
                </a:lnTo>
                <a:lnTo>
                  <a:pt x="643" y="282"/>
                </a:lnTo>
                <a:lnTo>
                  <a:pt x="644" y="282"/>
                </a:lnTo>
                <a:lnTo>
                  <a:pt x="645" y="281"/>
                </a:lnTo>
                <a:lnTo>
                  <a:pt x="647" y="281"/>
                </a:lnTo>
                <a:lnTo>
                  <a:pt x="649" y="280"/>
                </a:lnTo>
                <a:lnTo>
                  <a:pt x="651" y="279"/>
                </a:lnTo>
                <a:lnTo>
                  <a:pt x="653" y="278"/>
                </a:lnTo>
                <a:lnTo>
                  <a:pt x="654" y="277"/>
                </a:lnTo>
                <a:lnTo>
                  <a:pt x="655" y="277"/>
                </a:lnTo>
                <a:lnTo>
                  <a:pt x="657" y="276"/>
                </a:lnTo>
                <a:lnTo>
                  <a:pt x="659" y="275"/>
                </a:lnTo>
                <a:lnTo>
                  <a:pt x="661" y="274"/>
                </a:lnTo>
                <a:lnTo>
                  <a:pt x="663" y="273"/>
                </a:lnTo>
                <a:lnTo>
                  <a:pt x="663" y="275"/>
                </a:lnTo>
                <a:lnTo>
                  <a:pt x="664" y="277"/>
                </a:lnTo>
                <a:lnTo>
                  <a:pt x="665" y="279"/>
                </a:lnTo>
                <a:lnTo>
                  <a:pt x="665" y="280"/>
                </a:lnTo>
                <a:lnTo>
                  <a:pt x="665" y="281"/>
                </a:lnTo>
                <a:lnTo>
                  <a:pt x="666" y="281"/>
                </a:lnTo>
                <a:lnTo>
                  <a:pt x="666" y="282"/>
                </a:lnTo>
                <a:lnTo>
                  <a:pt x="666" y="283"/>
                </a:lnTo>
                <a:lnTo>
                  <a:pt x="667" y="284"/>
                </a:lnTo>
                <a:lnTo>
                  <a:pt x="667" y="285"/>
                </a:lnTo>
                <a:lnTo>
                  <a:pt x="669" y="286"/>
                </a:lnTo>
                <a:lnTo>
                  <a:pt x="670" y="286"/>
                </a:lnTo>
                <a:lnTo>
                  <a:pt x="670" y="287"/>
                </a:lnTo>
                <a:lnTo>
                  <a:pt x="671" y="287"/>
                </a:lnTo>
                <a:lnTo>
                  <a:pt x="672" y="288"/>
                </a:lnTo>
                <a:lnTo>
                  <a:pt x="673" y="288"/>
                </a:lnTo>
                <a:lnTo>
                  <a:pt x="674" y="287"/>
                </a:lnTo>
                <a:lnTo>
                  <a:pt x="674" y="286"/>
                </a:lnTo>
                <a:lnTo>
                  <a:pt x="675" y="284"/>
                </a:lnTo>
                <a:lnTo>
                  <a:pt x="676" y="283"/>
                </a:lnTo>
                <a:lnTo>
                  <a:pt x="680" y="279"/>
                </a:lnTo>
                <a:lnTo>
                  <a:pt x="681" y="279"/>
                </a:lnTo>
                <a:lnTo>
                  <a:pt x="681" y="268"/>
                </a:lnTo>
                <a:lnTo>
                  <a:pt x="682" y="265"/>
                </a:lnTo>
                <a:lnTo>
                  <a:pt x="689" y="265"/>
                </a:lnTo>
                <a:lnTo>
                  <a:pt x="692" y="266"/>
                </a:lnTo>
                <a:lnTo>
                  <a:pt x="699" y="267"/>
                </a:lnTo>
                <a:lnTo>
                  <a:pt x="707" y="267"/>
                </a:lnTo>
                <a:lnTo>
                  <a:pt x="719" y="268"/>
                </a:lnTo>
                <a:lnTo>
                  <a:pt x="730" y="258"/>
                </a:lnTo>
                <a:lnTo>
                  <a:pt x="737" y="259"/>
                </a:lnTo>
                <a:lnTo>
                  <a:pt x="745" y="260"/>
                </a:lnTo>
                <a:lnTo>
                  <a:pt x="760" y="262"/>
                </a:lnTo>
                <a:lnTo>
                  <a:pt x="761" y="262"/>
                </a:lnTo>
                <a:lnTo>
                  <a:pt x="766" y="263"/>
                </a:lnTo>
                <a:lnTo>
                  <a:pt x="771" y="267"/>
                </a:lnTo>
                <a:lnTo>
                  <a:pt x="774" y="273"/>
                </a:lnTo>
                <a:lnTo>
                  <a:pt x="775" y="275"/>
                </a:lnTo>
                <a:lnTo>
                  <a:pt x="781" y="287"/>
                </a:lnTo>
                <a:lnTo>
                  <a:pt x="783" y="289"/>
                </a:lnTo>
                <a:lnTo>
                  <a:pt x="783" y="295"/>
                </a:lnTo>
                <a:lnTo>
                  <a:pt x="782" y="301"/>
                </a:lnTo>
                <a:lnTo>
                  <a:pt x="775" y="311"/>
                </a:lnTo>
                <a:lnTo>
                  <a:pt x="775" y="316"/>
                </a:lnTo>
                <a:lnTo>
                  <a:pt x="774" y="327"/>
                </a:lnTo>
                <a:lnTo>
                  <a:pt x="774" y="338"/>
                </a:lnTo>
                <a:lnTo>
                  <a:pt x="773" y="346"/>
                </a:lnTo>
                <a:lnTo>
                  <a:pt x="772" y="346"/>
                </a:lnTo>
                <a:lnTo>
                  <a:pt x="771" y="347"/>
                </a:lnTo>
                <a:lnTo>
                  <a:pt x="769" y="348"/>
                </a:lnTo>
                <a:lnTo>
                  <a:pt x="768" y="349"/>
                </a:lnTo>
                <a:lnTo>
                  <a:pt x="767" y="349"/>
                </a:lnTo>
                <a:lnTo>
                  <a:pt x="766" y="350"/>
                </a:lnTo>
                <a:lnTo>
                  <a:pt x="765" y="350"/>
                </a:lnTo>
                <a:lnTo>
                  <a:pt x="763" y="351"/>
                </a:lnTo>
                <a:lnTo>
                  <a:pt x="762" y="352"/>
                </a:lnTo>
                <a:lnTo>
                  <a:pt x="760" y="353"/>
                </a:lnTo>
                <a:lnTo>
                  <a:pt x="759" y="354"/>
                </a:lnTo>
                <a:lnTo>
                  <a:pt x="758" y="354"/>
                </a:lnTo>
                <a:lnTo>
                  <a:pt x="757" y="355"/>
                </a:lnTo>
                <a:lnTo>
                  <a:pt x="756" y="355"/>
                </a:lnTo>
                <a:lnTo>
                  <a:pt x="755" y="356"/>
                </a:lnTo>
                <a:lnTo>
                  <a:pt x="755" y="357"/>
                </a:lnTo>
                <a:lnTo>
                  <a:pt x="754" y="357"/>
                </a:lnTo>
                <a:lnTo>
                  <a:pt x="754" y="358"/>
                </a:lnTo>
                <a:lnTo>
                  <a:pt x="753" y="358"/>
                </a:lnTo>
                <a:lnTo>
                  <a:pt x="753" y="359"/>
                </a:lnTo>
                <a:lnTo>
                  <a:pt x="752" y="360"/>
                </a:lnTo>
                <a:lnTo>
                  <a:pt x="752" y="361"/>
                </a:lnTo>
                <a:lnTo>
                  <a:pt x="752" y="362"/>
                </a:lnTo>
                <a:lnTo>
                  <a:pt x="751" y="362"/>
                </a:lnTo>
                <a:lnTo>
                  <a:pt x="751" y="363"/>
                </a:lnTo>
                <a:lnTo>
                  <a:pt x="751" y="364"/>
                </a:lnTo>
                <a:lnTo>
                  <a:pt x="750" y="366"/>
                </a:lnTo>
                <a:lnTo>
                  <a:pt x="750" y="367"/>
                </a:lnTo>
                <a:lnTo>
                  <a:pt x="750" y="368"/>
                </a:lnTo>
                <a:lnTo>
                  <a:pt x="749" y="369"/>
                </a:lnTo>
                <a:lnTo>
                  <a:pt x="749" y="371"/>
                </a:lnTo>
                <a:lnTo>
                  <a:pt x="749" y="372"/>
                </a:lnTo>
                <a:lnTo>
                  <a:pt x="748" y="372"/>
                </a:lnTo>
                <a:lnTo>
                  <a:pt x="748" y="373"/>
                </a:lnTo>
                <a:lnTo>
                  <a:pt x="746" y="374"/>
                </a:lnTo>
                <a:lnTo>
                  <a:pt x="745" y="375"/>
                </a:lnTo>
                <a:lnTo>
                  <a:pt x="744" y="376"/>
                </a:lnTo>
                <a:lnTo>
                  <a:pt x="743" y="377"/>
                </a:lnTo>
                <a:lnTo>
                  <a:pt x="742" y="377"/>
                </a:lnTo>
                <a:lnTo>
                  <a:pt x="742" y="378"/>
                </a:lnTo>
                <a:lnTo>
                  <a:pt x="741" y="378"/>
                </a:lnTo>
                <a:lnTo>
                  <a:pt x="740" y="378"/>
                </a:lnTo>
                <a:lnTo>
                  <a:pt x="739" y="378"/>
                </a:lnTo>
                <a:lnTo>
                  <a:pt x="738" y="378"/>
                </a:lnTo>
                <a:lnTo>
                  <a:pt x="738" y="379"/>
                </a:lnTo>
                <a:lnTo>
                  <a:pt x="735" y="379"/>
                </a:lnTo>
                <a:lnTo>
                  <a:pt x="734" y="379"/>
                </a:lnTo>
                <a:lnTo>
                  <a:pt x="731" y="379"/>
                </a:lnTo>
                <a:lnTo>
                  <a:pt x="730" y="380"/>
                </a:lnTo>
                <a:lnTo>
                  <a:pt x="729" y="381"/>
                </a:lnTo>
                <a:lnTo>
                  <a:pt x="728" y="382"/>
                </a:lnTo>
                <a:lnTo>
                  <a:pt x="727" y="382"/>
                </a:lnTo>
                <a:lnTo>
                  <a:pt x="727" y="383"/>
                </a:lnTo>
                <a:lnTo>
                  <a:pt x="726" y="384"/>
                </a:lnTo>
                <a:lnTo>
                  <a:pt x="725" y="385"/>
                </a:lnTo>
                <a:lnTo>
                  <a:pt x="724" y="385"/>
                </a:lnTo>
                <a:lnTo>
                  <a:pt x="723" y="385"/>
                </a:lnTo>
                <a:lnTo>
                  <a:pt x="723" y="386"/>
                </a:lnTo>
                <a:lnTo>
                  <a:pt x="722" y="386"/>
                </a:lnTo>
                <a:lnTo>
                  <a:pt x="719" y="387"/>
                </a:lnTo>
                <a:lnTo>
                  <a:pt x="718" y="389"/>
                </a:lnTo>
                <a:lnTo>
                  <a:pt x="717" y="389"/>
                </a:lnTo>
                <a:lnTo>
                  <a:pt x="716" y="389"/>
                </a:lnTo>
                <a:lnTo>
                  <a:pt x="714" y="390"/>
                </a:lnTo>
                <a:lnTo>
                  <a:pt x="712" y="391"/>
                </a:lnTo>
                <a:lnTo>
                  <a:pt x="711" y="391"/>
                </a:lnTo>
                <a:lnTo>
                  <a:pt x="710" y="392"/>
                </a:lnTo>
                <a:lnTo>
                  <a:pt x="709" y="393"/>
                </a:lnTo>
                <a:lnTo>
                  <a:pt x="708" y="393"/>
                </a:lnTo>
                <a:lnTo>
                  <a:pt x="707" y="393"/>
                </a:lnTo>
                <a:lnTo>
                  <a:pt x="707" y="394"/>
                </a:lnTo>
                <a:lnTo>
                  <a:pt x="705" y="394"/>
                </a:lnTo>
                <a:lnTo>
                  <a:pt x="704" y="393"/>
                </a:lnTo>
                <a:lnTo>
                  <a:pt x="703" y="393"/>
                </a:lnTo>
                <a:lnTo>
                  <a:pt x="703" y="392"/>
                </a:lnTo>
                <a:lnTo>
                  <a:pt x="702" y="392"/>
                </a:lnTo>
                <a:lnTo>
                  <a:pt x="701" y="392"/>
                </a:lnTo>
                <a:lnTo>
                  <a:pt x="700" y="392"/>
                </a:lnTo>
                <a:lnTo>
                  <a:pt x="700" y="393"/>
                </a:lnTo>
                <a:lnTo>
                  <a:pt x="701" y="393"/>
                </a:lnTo>
                <a:lnTo>
                  <a:pt x="701" y="394"/>
                </a:lnTo>
                <a:lnTo>
                  <a:pt x="720" y="394"/>
                </a:lnTo>
                <a:lnTo>
                  <a:pt x="721" y="394"/>
                </a:lnTo>
                <a:lnTo>
                  <a:pt x="722" y="394"/>
                </a:lnTo>
                <a:lnTo>
                  <a:pt x="723" y="394"/>
                </a:lnTo>
                <a:lnTo>
                  <a:pt x="724" y="394"/>
                </a:lnTo>
                <a:lnTo>
                  <a:pt x="725" y="394"/>
                </a:lnTo>
                <a:lnTo>
                  <a:pt x="726" y="395"/>
                </a:lnTo>
                <a:lnTo>
                  <a:pt x="728" y="396"/>
                </a:lnTo>
                <a:lnTo>
                  <a:pt x="729" y="396"/>
                </a:lnTo>
                <a:lnTo>
                  <a:pt x="730" y="396"/>
                </a:lnTo>
                <a:lnTo>
                  <a:pt x="731" y="397"/>
                </a:lnTo>
                <a:lnTo>
                  <a:pt x="732" y="397"/>
                </a:lnTo>
                <a:lnTo>
                  <a:pt x="735" y="397"/>
                </a:lnTo>
                <a:lnTo>
                  <a:pt x="736" y="397"/>
                </a:lnTo>
                <a:lnTo>
                  <a:pt x="736" y="398"/>
                </a:lnTo>
                <a:lnTo>
                  <a:pt x="737" y="398"/>
                </a:lnTo>
                <a:lnTo>
                  <a:pt x="743" y="406"/>
                </a:lnTo>
                <a:lnTo>
                  <a:pt x="744" y="408"/>
                </a:lnTo>
                <a:lnTo>
                  <a:pt x="750" y="411"/>
                </a:lnTo>
                <a:lnTo>
                  <a:pt x="757" y="413"/>
                </a:lnTo>
                <a:lnTo>
                  <a:pt x="764" y="420"/>
                </a:lnTo>
                <a:lnTo>
                  <a:pt x="777" y="423"/>
                </a:lnTo>
                <a:lnTo>
                  <a:pt x="778" y="425"/>
                </a:lnTo>
                <a:lnTo>
                  <a:pt x="778" y="426"/>
                </a:lnTo>
                <a:lnTo>
                  <a:pt x="783" y="433"/>
                </a:lnTo>
                <a:lnTo>
                  <a:pt x="781" y="438"/>
                </a:lnTo>
                <a:lnTo>
                  <a:pt x="783" y="447"/>
                </a:lnTo>
                <a:lnTo>
                  <a:pt x="795" y="450"/>
                </a:lnTo>
                <a:lnTo>
                  <a:pt x="800" y="451"/>
                </a:lnTo>
                <a:lnTo>
                  <a:pt x="800" y="462"/>
                </a:lnTo>
                <a:lnTo>
                  <a:pt x="802" y="462"/>
                </a:lnTo>
                <a:lnTo>
                  <a:pt x="803" y="462"/>
                </a:lnTo>
                <a:lnTo>
                  <a:pt x="804" y="462"/>
                </a:lnTo>
                <a:lnTo>
                  <a:pt x="805" y="462"/>
                </a:lnTo>
                <a:lnTo>
                  <a:pt x="806" y="462"/>
                </a:lnTo>
                <a:lnTo>
                  <a:pt x="806" y="463"/>
                </a:lnTo>
                <a:lnTo>
                  <a:pt x="807" y="463"/>
                </a:lnTo>
                <a:lnTo>
                  <a:pt x="808" y="463"/>
                </a:lnTo>
                <a:lnTo>
                  <a:pt x="809" y="463"/>
                </a:lnTo>
                <a:lnTo>
                  <a:pt x="810" y="464"/>
                </a:lnTo>
                <a:lnTo>
                  <a:pt x="812" y="463"/>
                </a:lnTo>
                <a:lnTo>
                  <a:pt x="814" y="463"/>
                </a:lnTo>
                <a:lnTo>
                  <a:pt x="815" y="463"/>
                </a:lnTo>
                <a:lnTo>
                  <a:pt x="816" y="463"/>
                </a:lnTo>
                <a:lnTo>
                  <a:pt x="818" y="463"/>
                </a:lnTo>
                <a:lnTo>
                  <a:pt x="818" y="462"/>
                </a:lnTo>
                <a:lnTo>
                  <a:pt x="819" y="462"/>
                </a:lnTo>
                <a:lnTo>
                  <a:pt x="820" y="462"/>
                </a:lnTo>
                <a:lnTo>
                  <a:pt x="821" y="462"/>
                </a:lnTo>
                <a:lnTo>
                  <a:pt x="822" y="462"/>
                </a:lnTo>
                <a:lnTo>
                  <a:pt x="824" y="462"/>
                </a:lnTo>
                <a:lnTo>
                  <a:pt x="825" y="462"/>
                </a:lnTo>
                <a:lnTo>
                  <a:pt x="832" y="462"/>
                </a:lnTo>
                <a:lnTo>
                  <a:pt x="832" y="470"/>
                </a:lnTo>
                <a:lnTo>
                  <a:pt x="832" y="477"/>
                </a:lnTo>
                <a:lnTo>
                  <a:pt x="832" y="482"/>
                </a:lnTo>
                <a:lnTo>
                  <a:pt x="832" y="483"/>
                </a:lnTo>
                <a:lnTo>
                  <a:pt x="832" y="488"/>
                </a:lnTo>
                <a:lnTo>
                  <a:pt x="832" y="489"/>
                </a:lnTo>
                <a:lnTo>
                  <a:pt x="833" y="490"/>
                </a:lnTo>
                <a:lnTo>
                  <a:pt x="833" y="491"/>
                </a:lnTo>
                <a:lnTo>
                  <a:pt x="833" y="492"/>
                </a:lnTo>
                <a:lnTo>
                  <a:pt x="833" y="493"/>
                </a:lnTo>
                <a:lnTo>
                  <a:pt x="833" y="494"/>
                </a:lnTo>
                <a:lnTo>
                  <a:pt x="833" y="495"/>
                </a:lnTo>
                <a:lnTo>
                  <a:pt x="833" y="496"/>
                </a:lnTo>
                <a:lnTo>
                  <a:pt x="834" y="497"/>
                </a:lnTo>
                <a:lnTo>
                  <a:pt x="834" y="498"/>
                </a:lnTo>
                <a:lnTo>
                  <a:pt x="834" y="499"/>
                </a:lnTo>
                <a:lnTo>
                  <a:pt x="834" y="500"/>
                </a:lnTo>
                <a:lnTo>
                  <a:pt x="834" y="501"/>
                </a:lnTo>
                <a:lnTo>
                  <a:pt x="834" y="502"/>
                </a:lnTo>
                <a:lnTo>
                  <a:pt x="831" y="505"/>
                </a:lnTo>
                <a:lnTo>
                  <a:pt x="830" y="506"/>
                </a:lnTo>
                <a:lnTo>
                  <a:pt x="831" y="507"/>
                </a:lnTo>
                <a:lnTo>
                  <a:pt x="830" y="510"/>
                </a:lnTo>
                <a:lnTo>
                  <a:pt x="830" y="512"/>
                </a:lnTo>
                <a:lnTo>
                  <a:pt x="831" y="512"/>
                </a:lnTo>
                <a:lnTo>
                  <a:pt x="831" y="513"/>
                </a:lnTo>
                <a:lnTo>
                  <a:pt x="832" y="513"/>
                </a:lnTo>
                <a:lnTo>
                  <a:pt x="833" y="514"/>
                </a:lnTo>
                <a:lnTo>
                  <a:pt x="834" y="515"/>
                </a:lnTo>
                <a:lnTo>
                  <a:pt x="835" y="515"/>
                </a:lnTo>
                <a:lnTo>
                  <a:pt x="835" y="516"/>
                </a:lnTo>
                <a:lnTo>
                  <a:pt x="835" y="515"/>
                </a:lnTo>
                <a:lnTo>
                  <a:pt x="837" y="511"/>
                </a:lnTo>
                <a:lnTo>
                  <a:pt x="840" y="513"/>
                </a:lnTo>
                <a:lnTo>
                  <a:pt x="843" y="515"/>
                </a:lnTo>
                <a:lnTo>
                  <a:pt x="843" y="516"/>
                </a:lnTo>
                <a:lnTo>
                  <a:pt x="844" y="518"/>
                </a:lnTo>
                <a:lnTo>
                  <a:pt x="844" y="519"/>
                </a:lnTo>
                <a:lnTo>
                  <a:pt x="844" y="520"/>
                </a:lnTo>
                <a:lnTo>
                  <a:pt x="843" y="521"/>
                </a:lnTo>
                <a:lnTo>
                  <a:pt x="843" y="522"/>
                </a:lnTo>
                <a:lnTo>
                  <a:pt x="843" y="523"/>
                </a:lnTo>
                <a:lnTo>
                  <a:pt x="844" y="523"/>
                </a:lnTo>
                <a:lnTo>
                  <a:pt x="850" y="521"/>
                </a:lnTo>
                <a:lnTo>
                  <a:pt x="859" y="520"/>
                </a:lnTo>
                <a:lnTo>
                  <a:pt x="859" y="519"/>
                </a:lnTo>
                <a:lnTo>
                  <a:pt x="860" y="519"/>
                </a:lnTo>
                <a:lnTo>
                  <a:pt x="863" y="517"/>
                </a:lnTo>
                <a:lnTo>
                  <a:pt x="865" y="517"/>
                </a:lnTo>
                <a:lnTo>
                  <a:pt x="869" y="514"/>
                </a:lnTo>
                <a:lnTo>
                  <a:pt x="868" y="517"/>
                </a:lnTo>
                <a:lnTo>
                  <a:pt x="868" y="518"/>
                </a:lnTo>
                <a:lnTo>
                  <a:pt x="867" y="521"/>
                </a:lnTo>
                <a:lnTo>
                  <a:pt x="867" y="522"/>
                </a:lnTo>
                <a:lnTo>
                  <a:pt x="866" y="523"/>
                </a:lnTo>
                <a:lnTo>
                  <a:pt x="868" y="527"/>
                </a:lnTo>
                <a:lnTo>
                  <a:pt x="870" y="529"/>
                </a:lnTo>
                <a:lnTo>
                  <a:pt x="869" y="529"/>
                </a:lnTo>
                <a:lnTo>
                  <a:pt x="870" y="530"/>
                </a:lnTo>
                <a:lnTo>
                  <a:pt x="870" y="531"/>
                </a:lnTo>
                <a:lnTo>
                  <a:pt x="869" y="531"/>
                </a:lnTo>
                <a:lnTo>
                  <a:pt x="870" y="532"/>
                </a:lnTo>
                <a:lnTo>
                  <a:pt x="870" y="535"/>
                </a:lnTo>
                <a:lnTo>
                  <a:pt x="872" y="535"/>
                </a:lnTo>
                <a:lnTo>
                  <a:pt x="873" y="537"/>
                </a:lnTo>
                <a:lnTo>
                  <a:pt x="876" y="537"/>
                </a:lnTo>
                <a:lnTo>
                  <a:pt x="879" y="537"/>
                </a:lnTo>
                <a:lnTo>
                  <a:pt x="879" y="538"/>
                </a:lnTo>
                <a:lnTo>
                  <a:pt x="879" y="539"/>
                </a:lnTo>
                <a:lnTo>
                  <a:pt x="879" y="540"/>
                </a:lnTo>
                <a:lnTo>
                  <a:pt x="880" y="540"/>
                </a:lnTo>
                <a:lnTo>
                  <a:pt x="879" y="540"/>
                </a:lnTo>
                <a:lnTo>
                  <a:pt x="880" y="541"/>
                </a:lnTo>
                <a:lnTo>
                  <a:pt x="879" y="541"/>
                </a:lnTo>
                <a:lnTo>
                  <a:pt x="879" y="542"/>
                </a:lnTo>
                <a:lnTo>
                  <a:pt x="878" y="542"/>
                </a:lnTo>
                <a:lnTo>
                  <a:pt x="878" y="543"/>
                </a:lnTo>
                <a:lnTo>
                  <a:pt x="877" y="543"/>
                </a:lnTo>
                <a:lnTo>
                  <a:pt x="876" y="543"/>
                </a:lnTo>
                <a:lnTo>
                  <a:pt x="876" y="544"/>
                </a:lnTo>
                <a:lnTo>
                  <a:pt x="876" y="545"/>
                </a:lnTo>
                <a:lnTo>
                  <a:pt x="877" y="545"/>
                </a:lnTo>
                <a:lnTo>
                  <a:pt x="877" y="546"/>
                </a:lnTo>
                <a:lnTo>
                  <a:pt x="878" y="546"/>
                </a:lnTo>
                <a:lnTo>
                  <a:pt x="879" y="546"/>
                </a:lnTo>
                <a:lnTo>
                  <a:pt x="880" y="546"/>
                </a:lnTo>
                <a:lnTo>
                  <a:pt x="880" y="547"/>
                </a:lnTo>
                <a:lnTo>
                  <a:pt x="881" y="547"/>
                </a:lnTo>
                <a:lnTo>
                  <a:pt x="882" y="547"/>
                </a:lnTo>
                <a:lnTo>
                  <a:pt x="883" y="547"/>
                </a:lnTo>
                <a:lnTo>
                  <a:pt x="883" y="548"/>
                </a:lnTo>
                <a:lnTo>
                  <a:pt x="883" y="547"/>
                </a:lnTo>
                <a:lnTo>
                  <a:pt x="884" y="547"/>
                </a:lnTo>
                <a:lnTo>
                  <a:pt x="885" y="547"/>
                </a:lnTo>
                <a:lnTo>
                  <a:pt x="885" y="548"/>
                </a:lnTo>
                <a:lnTo>
                  <a:pt x="886" y="548"/>
                </a:lnTo>
                <a:lnTo>
                  <a:pt x="887" y="548"/>
                </a:lnTo>
                <a:lnTo>
                  <a:pt x="887" y="549"/>
                </a:lnTo>
                <a:lnTo>
                  <a:pt x="888" y="549"/>
                </a:lnTo>
                <a:lnTo>
                  <a:pt x="889" y="549"/>
                </a:lnTo>
                <a:lnTo>
                  <a:pt x="889" y="550"/>
                </a:lnTo>
                <a:lnTo>
                  <a:pt x="890" y="550"/>
                </a:lnTo>
                <a:lnTo>
                  <a:pt x="891" y="550"/>
                </a:lnTo>
                <a:lnTo>
                  <a:pt x="891" y="551"/>
                </a:lnTo>
                <a:lnTo>
                  <a:pt x="892" y="551"/>
                </a:lnTo>
                <a:lnTo>
                  <a:pt x="892" y="552"/>
                </a:lnTo>
                <a:lnTo>
                  <a:pt x="893" y="552"/>
                </a:lnTo>
                <a:lnTo>
                  <a:pt x="894" y="553"/>
                </a:lnTo>
                <a:lnTo>
                  <a:pt x="895" y="553"/>
                </a:lnTo>
                <a:lnTo>
                  <a:pt x="901" y="555"/>
                </a:lnTo>
                <a:lnTo>
                  <a:pt x="901" y="557"/>
                </a:lnTo>
                <a:lnTo>
                  <a:pt x="902" y="558"/>
                </a:lnTo>
                <a:lnTo>
                  <a:pt x="904" y="561"/>
                </a:lnTo>
                <a:lnTo>
                  <a:pt x="904" y="562"/>
                </a:lnTo>
                <a:lnTo>
                  <a:pt x="906" y="564"/>
                </a:lnTo>
                <a:lnTo>
                  <a:pt x="907" y="563"/>
                </a:lnTo>
                <a:lnTo>
                  <a:pt x="907" y="562"/>
                </a:lnTo>
                <a:lnTo>
                  <a:pt x="908" y="562"/>
                </a:lnTo>
                <a:lnTo>
                  <a:pt x="909" y="561"/>
                </a:lnTo>
                <a:lnTo>
                  <a:pt x="909" y="560"/>
                </a:lnTo>
                <a:lnTo>
                  <a:pt x="910" y="560"/>
                </a:lnTo>
                <a:lnTo>
                  <a:pt x="910" y="559"/>
                </a:lnTo>
                <a:lnTo>
                  <a:pt x="911" y="559"/>
                </a:lnTo>
                <a:lnTo>
                  <a:pt x="912" y="559"/>
                </a:lnTo>
                <a:lnTo>
                  <a:pt x="913" y="559"/>
                </a:lnTo>
                <a:lnTo>
                  <a:pt x="914" y="559"/>
                </a:lnTo>
                <a:lnTo>
                  <a:pt x="915" y="560"/>
                </a:lnTo>
                <a:lnTo>
                  <a:pt x="916" y="560"/>
                </a:lnTo>
                <a:lnTo>
                  <a:pt x="917" y="560"/>
                </a:lnTo>
                <a:lnTo>
                  <a:pt x="917" y="561"/>
                </a:lnTo>
                <a:lnTo>
                  <a:pt x="920" y="561"/>
                </a:lnTo>
                <a:lnTo>
                  <a:pt x="921" y="562"/>
                </a:lnTo>
                <a:lnTo>
                  <a:pt x="922" y="562"/>
                </a:lnTo>
                <a:lnTo>
                  <a:pt x="923" y="563"/>
                </a:lnTo>
                <a:lnTo>
                  <a:pt x="924" y="562"/>
                </a:lnTo>
                <a:lnTo>
                  <a:pt x="925" y="561"/>
                </a:lnTo>
                <a:lnTo>
                  <a:pt x="931" y="556"/>
                </a:lnTo>
                <a:lnTo>
                  <a:pt x="940" y="544"/>
                </a:lnTo>
                <a:lnTo>
                  <a:pt x="946" y="539"/>
                </a:lnTo>
                <a:lnTo>
                  <a:pt x="953" y="534"/>
                </a:lnTo>
                <a:lnTo>
                  <a:pt x="946" y="526"/>
                </a:lnTo>
                <a:lnTo>
                  <a:pt x="944" y="523"/>
                </a:lnTo>
                <a:lnTo>
                  <a:pt x="941" y="520"/>
                </a:lnTo>
                <a:lnTo>
                  <a:pt x="940" y="518"/>
                </a:lnTo>
                <a:lnTo>
                  <a:pt x="930" y="507"/>
                </a:lnTo>
                <a:lnTo>
                  <a:pt x="932" y="506"/>
                </a:lnTo>
                <a:lnTo>
                  <a:pt x="947" y="502"/>
                </a:lnTo>
                <a:lnTo>
                  <a:pt x="961" y="499"/>
                </a:lnTo>
                <a:lnTo>
                  <a:pt x="975" y="495"/>
                </a:lnTo>
                <a:lnTo>
                  <a:pt x="982" y="490"/>
                </a:lnTo>
                <a:lnTo>
                  <a:pt x="992" y="487"/>
                </a:lnTo>
                <a:lnTo>
                  <a:pt x="994" y="489"/>
                </a:lnTo>
                <a:lnTo>
                  <a:pt x="997" y="492"/>
                </a:lnTo>
                <a:lnTo>
                  <a:pt x="1006" y="498"/>
                </a:lnTo>
                <a:lnTo>
                  <a:pt x="1026" y="503"/>
                </a:lnTo>
                <a:lnTo>
                  <a:pt x="1034" y="506"/>
                </a:lnTo>
                <a:lnTo>
                  <a:pt x="1045" y="509"/>
                </a:lnTo>
                <a:lnTo>
                  <a:pt x="1046" y="509"/>
                </a:lnTo>
                <a:lnTo>
                  <a:pt x="1059" y="496"/>
                </a:lnTo>
                <a:lnTo>
                  <a:pt x="1062" y="495"/>
                </a:lnTo>
                <a:lnTo>
                  <a:pt x="1067" y="491"/>
                </a:lnTo>
                <a:lnTo>
                  <a:pt x="1071" y="487"/>
                </a:lnTo>
                <a:lnTo>
                  <a:pt x="1074" y="485"/>
                </a:lnTo>
                <a:lnTo>
                  <a:pt x="1079" y="479"/>
                </a:lnTo>
                <a:lnTo>
                  <a:pt x="1081" y="479"/>
                </a:lnTo>
                <a:lnTo>
                  <a:pt x="1093" y="475"/>
                </a:lnTo>
                <a:lnTo>
                  <a:pt x="1129" y="463"/>
                </a:lnTo>
                <a:lnTo>
                  <a:pt x="1138" y="463"/>
                </a:lnTo>
                <a:lnTo>
                  <a:pt x="1144" y="465"/>
                </a:lnTo>
                <a:lnTo>
                  <a:pt x="1152" y="469"/>
                </a:lnTo>
                <a:lnTo>
                  <a:pt x="1150" y="480"/>
                </a:lnTo>
                <a:lnTo>
                  <a:pt x="1148" y="485"/>
                </a:lnTo>
                <a:lnTo>
                  <a:pt x="1153" y="492"/>
                </a:lnTo>
                <a:lnTo>
                  <a:pt x="1161" y="503"/>
                </a:lnTo>
                <a:lnTo>
                  <a:pt x="1163" y="512"/>
                </a:lnTo>
                <a:lnTo>
                  <a:pt x="1163" y="513"/>
                </a:lnTo>
                <a:lnTo>
                  <a:pt x="1163" y="515"/>
                </a:lnTo>
                <a:lnTo>
                  <a:pt x="1162" y="516"/>
                </a:lnTo>
                <a:lnTo>
                  <a:pt x="1162" y="517"/>
                </a:lnTo>
                <a:lnTo>
                  <a:pt x="1162" y="518"/>
                </a:lnTo>
                <a:lnTo>
                  <a:pt x="1162" y="523"/>
                </a:lnTo>
                <a:lnTo>
                  <a:pt x="1162" y="524"/>
                </a:lnTo>
                <a:lnTo>
                  <a:pt x="1162" y="525"/>
                </a:lnTo>
                <a:lnTo>
                  <a:pt x="1160" y="531"/>
                </a:lnTo>
                <a:lnTo>
                  <a:pt x="1146" y="537"/>
                </a:lnTo>
                <a:lnTo>
                  <a:pt x="1143" y="543"/>
                </a:lnTo>
                <a:lnTo>
                  <a:pt x="1136" y="556"/>
                </a:lnTo>
                <a:lnTo>
                  <a:pt x="1135" y="559"/>
                </a:lnTo>
                <a:lnTo>
                  <a:pt x="1134" y="560"/>
                </a:lnTo>
                <a:lnTo>
                  <a:pt x="1133" y="562"/>
                </a:lnTo>
                <a:lnTo>
                  <a:pt x="1129" y="569"/>
                </a:lnTo>
                <a:lnTo>
                  <a:pt x="1101" y="589"/>
                </a:lnTo>
                <a:lnTo>
                  <a:pt x="1093" y="594"/>
                </a:lnTo>
                <a:lnTo>
                  <a:pt x="1084" y="600"/>
                </a:lnTo>
                <a:lnTo>
                  <a:pt x="1085" y="602"/>
                </a:lnTo>
                <a:lnTo>
                  <a:pt x="1087" y="604"/>
                </a:lnTo>
                <a:lnTo>
                  <a:pt x="1089" y="607"/>
                </a:lnTo>
                <a:lnTo>
                  <a:pt x="1090" y="610"/>
                </a:lnTo>
                <a:lnTo>
                  <a:pt x="1097" y="633"/>
                </a:lnTo>
                <a:lnTo>
                  <a:pt x="1091" y="636"/>
                </a:lnTo>
                <a:lnTo>
                  <a:pt x="1079" y="642"/>
                </a:lnTo>
                <a:lnTo>
                  <a:pt x="1078" y="644"/>
                </a:lnTo>
                <a:lnTo>
                  <a:pt x="1078" y="646"/>
                </a:lnTo>
                <a:lnTo>
                  <a:pt x="1078" y="647"/>
                </a:lnTo>
                <a:lnTo>
                  <a:pt x="1078" y="648"/>
                </a:lnTo>
                <a:lnTo>
                  <a:pt x="1078" y="649"/>
                </a:lnTo>
                <a:lnTo>
                  <a:pt x="1078" y="650"/>
                </a:lnTo>
                <a:lnTo>
                  <a:pt x="1078" y="651"/>
                </a:lnTo>
                <a:lnTo>
                  <a:pt x="1078" y="653"/>
                </a:lnTo>
                <a:lnTo>
                  <a:pt x="1079" y="655"/>
                </a:lnTo>
                <a:lnTo>
                  <a:pt x="1079" y="656"/>
                </a:lnTo>
                <a:lnTo>
                  <a:pt x="1079" y="657"/>
                </a:lnTo>
                <a:lnTo>
                  <a:pt x="1080" y="658"/>
                </a:lnTo>
                <a:lnTo>
                  <a:pt x="1080" y="659"/>
                </a:lnTo>
                <a:lnTo>
                  <a:pt x="1080" y="660"/>
                </a:lnTo>
                <a:lnTo>
                  <a:pt x="1080" y="661"/>
                </a:lnTo>
                <a:lnTo>
                  <a:pt x="1080" y="662"/>
                </a:lnTo>
                <a:lnTo>
                  <a:pt x="1081" y="664"/>
                </a:lnTo>
                <a:lnTo>
                  <a:pt x="1081" y="665"/>
                </a:lnTo>
                <a:lnTo>
                  <a:pt x="1081" y="666"/>
                </a:lnTo>
                <a:lnTo>
                  <a:pt x="1081" y="668"/>
                </a:lnTo>
                <a:lnTo>
                  <a:pt x="1082" y="671"/>
                </a:lnTo>
                <a:lnTo>
                  <a:pt x="1083" y="672"/>
                </a:lnTo>
                <a:lnTo>
                  <a:pt x="1092" y="675"/>
                </a:lnTo>
                <a:lnTo>
                  <a:pt x="1092" y="676"/>
                </a:lnTo>
                <a:lnTo>
                  <a:pt x="1109" y="682"/>
                </a:lnTo>
                <a:lnTo>
                  <a:pt x="1123" y="697"/>
                </a:lnTo>
                <a:lnTo>
                  <a:pt x="1125" y="700"/>
                </a:lnTo>
                <a:lnTo>
                  <a:pt x="1128" y="705"/>
                </a:lnTo>
                <a:lnTo>
                  <a:pt x="1135" y="710"/>
                </a:lnTo>
                <a:lnTo>
                  <a:pt x="1141" y="716"/>
                </a:lnTo>
                <a:lnTo>
                  <a:pt x="1149" y="723"/>
                </a:lnTo>
                <a:lnTo>
                  <a:pt x="1159" y="732"/>
                </a:lnTo>
                <a:lnTo>
                  <a:pt x="1165" y="731"/>
                </a:lnTo>
                <a:lnTo>
                  <a:pt x="1170" y="729"/>
                </a:lnTo>
                <a:lnTo>
                  <a:pt x="1170" y="730"/>
                </a:lnTo>
                <a:lnTo>
                  <a:pt x="1171" y="731"/>
                </a:lnTo>
                <a:lnTo>
                  <a:pt x="1172" y="731"/>
                </a:lnTo>
                <a:lnTo>
                  <a:pt x="1173" y="731"/>
                </a:lnTo>
                <a:lnTo>
                  <a:pt x="1176" y="730"/>
                </a:lnTo>
                <a:lnTo>
                  <a:pt x="1178" y="731"/>
                </a:lnTo>
                <a:lnTo>
                  <a:pt x="1178" y="730"/>
                </a:lnTo>
                <a:lnTo>
                  <a:pt x="1179" y="730"/>
                </a:lnTo>
                <a:lnTo>
                  <a:pt x="1182" y="728"/>
                </a:lnTo>
                <a:lnTo>
                  <a:pt x="1184" y="727"/>
                </a:lnTo>
                <a:lnTo>
                  <a:pt x="1185" y="727"/>
                </a:lnTo>
                <a:lnTo>
                  <a:pt x="1186" y="728"/>
                </a:lnTo>
                <a:lnTo>
                  <a:pt x="1186" y="730"/>
                </a:lnTo>
                <a:lnTo>
                  <a:pt x="1187" y="730"/>
                </a:lnTo>
                <a:lnTo>
                  <a:pt x="1188" y="730"/>
                </a:lnTo>
                <a:lnTo>
                  <a:pt x="1190" y="730"/>
                </a:lnTo>
                <a:lnTo>
                  <a:pt x="1191" y="730"/>
                </a:lnTo>
                <a:lnTo>
                  <a:pt x="1192" y="730"/>
                </a:lnTo>
                <a:lnTo>
                  <a:pt x="1193" y="729"/>
                </a:lnTo>
                <a:lnTo>
                  <a:pt x="1194" y="728"/>
                </a:lnTo>
                <a:lnTo>
                  <a:pt x="1196" y="730"/>
                </a:lnTo>
                <a:lnTo>
                  <a:pt x="1197" y="730"/>
                </a:lnTo>
                <a:lnTo>
                  <a:pt x="1199" y="730"/>
                </a:lnTo>
                <a:lnTo>
                  <a:pt x="1200" y="730"/>
                </a:lnTo>
                <a:lnTo>
                  <a:pt x="1202" y="731"/>
                </a:lnTo>
                <a:lnTo>
                  <a:pt x="1203" y="731"/>
                </a:lnTo>
                <a:lnTo>
                  <a:pt x="1204" y="731"/>
                </a:lnTo>
                <a:lnTo>
                  <a:pt x="1205" y="731"/>
                </a:lnTo>
                <a:lnTo>
                  <a:pt x="1205" y="730"/>
                </a:lnTo>
                <a:lnTo>
                  <a:pt x="1206" y="731"/>
                </a:lnTo>
                <a:lnTo>
                  <a:pt x="1209" y="732"/>
                </a:lnTo>
                <a:lnTo>
                  <a:pt x="1209" y="733"/>
                </a:lnTo>
                <a:lnTo>
                  <a:pt x="1208" y="733"/>
                </a:lnTo>
                <a:lnTo>
                  <a:pt x="1208" y="735"/>
                </a:lnTo>
                <a:lnTo>
                  <a:pt x="1208" y="736"/>
                </a:lnTo>
                <a:lnTo>
                  <a:pt x="1207" y="736"/>
                </a:lnTo>
                <a:lnTo>
                  <a:pt x="1207" y="737"/>
                </a:lnTo>
                <a:lnTo>
                  <a:pt x="1208" y="739"/>
                </a:lnTo>
                <a:lnTo>
                  <a:pt x="1211" y="740"/>
                </a:lnTo>
                <a:lnTo>
                  <a:pt x="1213" y="740"/>
                </a:lnTo>
                <a:lnTo>
                  <a:pt x="1213" y="741"/>
                </a:lnTo>
                <a:lnTo>
                  <a:pt x="1213" y="742"/>
                </a:lnTo>
                <a:lnTo>
                  <a:pt x="1212" y="742"/>
                </a:lnTo>
                <a:lnTo>
                  <a:pt x="1211" y="743"/>
                </a:lnTo>
                <a:lnTo>
                  <a:pt x="1210" y="744"/>
                </a:lnTo>
                <a:lnTo>
                  <a:pt x="1209" y="744"/>
                </a:lnTo>
                <a:lnTo>
                  <a:pt x="1208" y="744"/>
                </a:lnTo>
                <a:lnTo>
                  <a:pt x="1208" y="745"/>
                </a:lnTo>
                <a:lnTo>
                  <a:pt x="1208" y="746"/>
                </a:lnTo>
                <a:lnTo>
                  <a:pt x="1207" y="746"/>
                </a:lnTo>
                <a:lnTo>
                  <a:pt x="1207" y="747"/>
                </a:lnTo>
                <a:lnTo>
                  <a:pt x="1206" y="747"/>
                </a:lnTo>
                <a:lnTo>
                  <a:pt x="1205" y="746"/>
                </a:lnTo>
                <a:lnTo>
                  <a:pt x="1204" y="746"/>
                </a:lnTo>
                <a:lnTo>
                  <a:pt x="1203" y="746"/>
                </a:lnTo>
                <a:lnTo>
                  <a:pt x="1203" y="747"/>
                </a:lnTo>
                <a:lnTo>
                  <a:pt x="1204" y="748"/>
                </a:lnTo>
                <a:lnTo>
                  <a:pt x="1204" y="749"/>
                </a:lnTo>
                <a:lnTo>
                  <a:pt x="1203" y="749"/>
                </a:lnTo>
                <a:lnTo>
                  <a:pt x="1202" y="749"/>
                </a:lnTo>
                <a:lnTo>
                  <a:pt x="1202" y="750"/>
                </a:lnTo>
                <a:lnTo>
                  <a:pt x="1201" y="750"/>
                </a:lnTo>
                <a:lnTo>
                  <a:pt x="1202" y="751"/>
                </a:lnTo>
                <a:lnTo>
                  <a:pt x="1201" y="751"/>
                </a:lnTo>
                <a:lnTo>
                  <a:pt x="1201" y="753"/>
                </a:lnTo>
                <a:lnTo>
                  <a:pt x="1201" y="754"/>
                </a:lnTo>
                <a:lnTo>
                  <a:pt x="1202" y="755"/>
                </a:lnTo>
                <a:lnTo>
                  <a:pt x="1203" y="756"/>
                </a:lnTo>
                <a:lnTo>
                  <a:pt x="1203" y="757"/>
                </a:lnTo>
                <a:lnTo>
                  <a:pt x="1204" y="757"/>
                </a:lnTo>
                <a:lnTo>
                  <a:pt x="1204" y="758"/>
                </a:lnTo>
                <a:lnTo>
                  <a:pt x="1204" y="759"/>
                </a:lnTo>
                <a:lnTo>
                  <a:pt x="1205" y="759"/>
                </a:lnTo>
                <a:lnTo>
                  <a:pt x="1207" y="759"/>
                </a:lnTo>
                <a:lnTo>
                  <a:pt x="1208" y="759"/>
                </a:lnTo>
                <a:lnTo>
                  <a:pt x="1209" y="759"/>
                </a:lnTo>
                <a:lnTo>
                  <a:pt x="1211" y="759"/>
                </a:lnTo>
                <a:lnTo>
                  <a:pt x="1213" y="758"/>
                </a:lnTo>
                <a:lnTo>
                  <a:pt x="1214" y="758"/>
                </a:lnTo>
                <a:lnTo>
                  <a:pt x="1214" y="757"/>
                </a:lnTo>
                <a:lnTo>
                  <a:pt x="1215" y="756"/>
                </a:lnTo>
                <a:lnTo>
                  <a:pt x="1216" y="755"/>
                </a:lnTo>
                <a:lnTo>
                  <a:pt x="1217" y="755"/>
                </a:lnTo>
                <a:lnTo>
                  <a:pt x="1218" y="754"/>
                </a:lnTo>
                <a:lnTo>
                  <a:pt x="1219" y="753"/>
                </a:lnTo>
                <a:lnTo>
                  <a:pt x="1220" y="754"/>
                </a:lnTo>
                <a:lnTo>
                  <a:pt x="1220" y="755"/>
                </a:lnTo>
                <a:lnTo>
                  <a:pt x="1221" y="755"/>
                </a:lnTo>
                <a:lnTo>
                  <a:pt x="1222" y="755"/>
                </a:lnTo>
                <a:lnTo>
                  <a:pt x="1223" y="756"/>
                </a:lnTo>
                <a:lnTo>
                  <a:pt x="1223" y="755"/>
                </a:lnTo>
                <a:lnTo>
                  <a:pt x="1224" y="756"/>
                </a:lnTo>
                <a:lnTo>
                  <a:pt x="1225" y="756"/>
                </a:lnTo>
                <a:lnTo>
                  <a:pt x="1225" y="757"/>
                </a:lnTo>
                <a:lnTo>
                  <a:pt x="1226" y="757"/>
                </a:lnTo>
                <a:lnTo>
                  <a:pt x="1227" y="757"/>
                </a:lnTo>
                <a:lnTo>
                  <a:pt x="1227" y="758"/>
                </a:lnTo>
                <a:lnTo>
                  <a:pt x="1227" y="759"/>
                </a:lnTo>
                <a:lnTo>
                  <a:pt x="1227" y="761"/>
                </a:lnTo>
                <a:lnTo>
                  <a:pt x="1228" y="762"/>
                </a:lnTo>
                <a:lnTo>
                  <a:pt x="1228" y="763"/>
                </a:lnTo>
                <a:lnTo>
                  <a:pt x="1229" y="764"/>
                </a:lnTo>
                <a:lnTo>
                  <a:pt x="1230" y="765"/>
                </a:lnTo>
                <a:lnTo>
                  <a:pt x="1231" y="767"/>
                </a:lnTo>
                <a:lnTo>
                  <a:pt x="1231" y="768"/>
                </a:lnTo>
                <a:lnTo>
                  <a:pt x="1231" y="769"/>
                </a:lnTo>
                <a:lnTo>
                  <a:pt x="1232" y="769"/>
                </a:lnTo>
                <a:lnTo>
                  <a:pt x="1233" y="770"/>
                </a:lnTo>
                <a:lnTo>
                  <a:pt x="1233" y="771"/>
                </a:lnTo>
                <a:lnTo>
                  <a:pt x="1233" y="772"/>
                </a:lnTo>
                <a:lnTo>
                  <a:pt x="1233" y="773"/>
                </a:lnTo>
                <a:lnTo>
                  <a:pt x="1235" y="774"/>
                </a:lnTo>
                <a:lnTo>
                  <a:pt x="1236" y="775"/>
                </a:lnTo>
                <a:lnTo>
                  <a:pt x="1237" y="775"/>
                </a:lnTo>
                <a:lnTo>
                  <a:pt x="1237" y="780"/>
                </a:lnTo>
                <a:lnTo>
                  <a:pt x="1238" y="781"/>
                </a:lnTo>
                <a:lnTo>
                  <a:pt x="1241" y="781"/>
                </a:lnTo>
                <a:lnTo>
                  <a:pt x="1242" y="781"/>
                </a:lnTo>
                <a:lnTo>
                  <a:pt x="1243" y="781"/>
                </a:lnTo>
                <a:lnTo>
                  <a:pt x="1243" y="783"/>
                </a:lnTo>
                <a:lnTo>
                  <a:pt x="1244" y="784"/>
                </a:lnTo>
                <a:lnTo>
                  <a:pt x="1245" y="785"/>
                </a:lnTo>
                <a:lnTo>
                  <a:pt x="1245" y="784"/>
                </a:lnTo>
                <a:lnTo>
                  <a:pt x="1246" y="784"/>
                </a:lnTo>
                <a:lnTo>
                  <a:pt x="1246" y="783"/>
                </a:lnTo>
                <a:lnTo>
                  <a:pt x="1247" y="782"/>
                </a:lnTo>
                <a:lnTo>
                  <a:pt x="1248" y="783"/>
                </a:lnTo>
                <a:lnTo>
                  <a:pt x="1249" y="784"/>
                </a:lnTo>
                <a:lnTo>
                  <a:pt x="1252" y="785"/>
                </a:lnTo>
                <a:lnTo>
                  <a:pt x="1253" y="785"/>
                </a:lnTo>
                <a:lnTo>
                  <a:pt x="1254" y="786"/>
                </a:lnTo>
                <a:lnTo>
                  <a:pt x="1256" y="786"/>
                </a:lnTo>
                <a:lnTo>
                  <a:pt x="1257" y="786"/>
                </a:lnTo>
                <a:lnTo>
                  <a:pt x="1258" y="786"/>
                </a:lnTo>
                <a:lnTo>
                  <a:pt x="1258" y="788"/>
                </a:lnTo>
                <a:lnTo>
                  <a:pt x="1259" y="790"/>
                </a:lnTo>
                <a:lnTo>
                  <a:pt x="1259" y="791"/>
                </a:lnTo>
                <a:lnTo>
                  <a:pt x="1260" y="792"/>
                </a:lnTo>
                <a:lnTo>
                  <a:pt x="1260" y="793"/>
                </a:lnTo>
                <a:lnTo>
                  <a:pt x="1260" y="794"/>
                </a:lnTo>
                <a:lnTo>
                  <a:pt x="1260" y="795"/>
                </a:lnTo>
                <a:lnTo>
                  <a:pt x="1259" y="795"/>
                </a:lnTo>
                <a:lnTo>
                  <a:pt x="1260" y="796"/>
                </a:lnTo>
                <a:lnTo>
                  <a:pt x="1260" y="797"/>
                </a:lnTo>
                <a:lnTo>
                  <a:pt x="1260" y="798"/>
                </a:lnTo>
                <a:lnTo>
                  <a:pt x="1260" y="799"/>
                </a:lnTo>
                <a:lnTo>
                  <a:pt x="1259" y="799"/>
                </a:lnTo>
                <a:lnTo>
                  <a:pt x="1260" y="800"/>
                </a:lnTo>
                <a:lnTo>
                  <a:pt x="1261" y="800"/>
                </a:lnTo>
                <a:lnTo>
                  <a:pt x="1261" y="799"/>
                </a:lnTo>
                <a:lnTo>
                  <a:pt x="1262" y="799"/>
                </a:lnTo>
                <a:lnTo>
                  <a:pt x="1264" y="800"/>
                </a:lnTo>
                <a:lnTo>
                  <a:pt x="1265" y="799"/>
                </a:lnTo>
                <a:lnTo>
                  <a:pt x="1266" y="799"/>
                </a:lnTo>
                <a:lnTo>
                  <a:pt x="1267" y="799"/>
                </a:lnTo>
                <a:lnTo>
                  <a:pt x="1267" y="800"/>
                </a:lnTo>
                <a:lnTo>
                  <a:pt x="1269" y="802"/>
                </a:lnTo>
                <a:lnTo>
                  <a:pt x="1270" y="802"/>
                </a:lnTo>
                <a:lnTo>
                  <a:pt x="1270" y="803"/>
                </a:lnTo>
                <a:lnTo>
                  <a:pt x="1270" y="804"/>
                </a:lnTo>
                <a:lnTo>
                  <a:pt x="1270" y="805"/>
                </a:lnTo>
                <a:lnTo>
                  <a:pt x="1272" y="806"/>
                </a:lnTo>
                <a:lnTo>
                  <a:pt x="1271" y="806"/>
                </a:lnTo>
                <a:lnTo>
                  <a:pt x="1271" y="807"/>
                </a:lnTo>
                <a:lnTo>
                  <a:pt x="1272" y="808"/>
                </a:lnTo>
                <a:lnTo>
                  <a:pt x="1272" y="809"/>
                </a:lnTo>
                <a:lnTo>
                  <a:pt x="1274" y="810"/>
                </a:lnTo>
                <a:lnTo>
                  <a:pt x="1275" y="811"/>
                </a:lnTo>
                <a:lnTo>
                  <a:pt x="1275" y="812"/>
                </a:lnTo>
                <a:lnTo>
                  <a:pt x="1275" y="813"/>
                </a:lnTo>
                <a:lnTo>
                  <a:pt x="1275" y="814"/>
                </a:lnTo>
                <a:lnTo>
                  <a:pt x="1276" y="815"/>
                </a:lnTo>
                <a:lnTo>
                  <a:pt x="1276" y="816"/>
                </a:lnTo>
                <a:lnTo>
                  <a:pt x="1275" y="816"/>
                </a:lnTo>
                <a:lnTo>
                  <a:pt x="1275" y="817"/>
                </a:lnTo>
                <a:lnTo>
                  <a:pt x="1275" y="818"/>
                </a:lnTo>
                <a:lnTo>
                  <a:pt x="1274" y="818"/>
                </a:lnTo>
                <a:lnTo>
                  <a:pt x="1274" y="819"/>
                </a:lnTo>
                <a:lnTo>
                  <a:pt x="1273" y="819"/>
                </a:lnTo>
                <a:lnTo>
                  <a:pt x="1272" y="819"/>
                </a:lnTo>
                <a:lnTo>
                  <a:pt x="1271" y="818"/>
                </a:lnTo>
                <a:lnTo>
                  <a:pt x="1270" y="818"/>
                </a:lnTo>
                <a:lnTo>
                  <a:pt x="1269" y="818"/>
                </a:lnTo>
                <a:lnTo>
                  <a:pt x="1269" y="819"/>
                </a:lnTo>
                <a:lnTo>
                  <a:pt x="1268" y="819"/>
                </a:lnTo>
                <a:lnTo>
                  <a:pt x="1266" y="819"/>
                </a:lnTo>
                <a:lnTo>
                  <a:pt x="1266" y="820"/>
                </a:lnTo>
                <a:lnTo>
                  <a:pt x="1265" y="821"/>
                </a:lnTo>
                <a:lnTo>
                  <a:pt x="1265" y="820"/>
                </a:lnTo>
                <a:lnTo>
                  <a:pt x="1264" y="820"/>
                </a:lnTo>
                <a:lnTo>
                  <a:pt x="1263" y="821"/>
                </a:lnTo>
                <a:lnTo>
                  <a:pt x="1263" y="823"/>
                </a:lnTo>
                <a:lnTo>
                  <a:pt x="1262" y="824"/>
                </a:lnTo>
                <a:lnTo>
                  <a:pt x="1262" y="825"/>
                </a:lnTo>
                <a:lnTo>
                  <a:pt x="1262" y="826"/>
                </a:lnTo>
                <a:lnTo>
                  <a:pt x="1262" y="827"/>
                </a:lnTo>
                <a:lnTo>
                  <a:pt x="1263" y="827"/>
                </a:lnTo>
                <a:lnTo>
                  <a:pt x="1263" y="828"/>
                </a:lnTo>
                <a:lnTo>
                  <a:pt x="1264" y="829"/>
                </a:lnTo>
                <a:lnTo>
                  <a:pt x="1265" y="830"/>
                </a:lnTo>
                <a:lnTo>
                  <a:pt x="1264" y="831"/>
                </a:lnTo>
                <a:lnTo>
                  <a:pt x="1264" y="833"/>
                </a:lnTo>
                <a:lnTo>
                  <a:pt x="1264" y="834"/>
                </a:lnTo>
                <a:lnTo>
                  <a:pt x="1265" y="834"/>
                </a:lnTo>
                <a:lnTo>
                  <a:pt x="1266" y="834"/>
                </a:lnTo>
                <a:lnTo>
                  <a:pt x="1266" y="836"/>
                </a:lnTo>
                <a:lnTo>
                  <a:pt x="1267" y="837"/>
                </a:lnTo>
                <a:lnTo>
                  <a:pt x="1268" y="837"/>
                </a:lnTo>
                <a:lnTo>
                  <a:pt x="1269" y="838"/>
                </a:lnTo>
                <a:lnTo>
                  <a:pt x="1269" y="839"/>
                </a:lnTo>
                <a:lnTo>
                  <a:pt x="1268" y="839"/>
                </a:lnTo>
                <a:lnTo>
                  <a:pt x="1269" y="840"/>
                </a:lnTo>
                <a:lnTo>
                  <a:pt x="1269" y="841"/>
                </a:lnTo>
                <a:lnTo>
                  <a:pt x="1269" y="842"/>
                </a:lnTo>
                <a:lnTo>
                  <a:pt x="1269" y="843"/>
                </a:lnTo>
                <a:lnTo>
                  <a:pt x="1267" y="844"/>
                </a:lnTo>
                <a:lnTo>
                  <a:pt x="1267" y="845"/>
                </a:lnTo>
                <a:lnTo>
                  <a:pt x="1268" y="846"/>
                </a:lnTo>
                <a:lnTo>
                  <a:pt x="1269" y="847"/>
                </a:lnTo>
                <a:lnTo>
                  <a:pt x="1270" y="848"/>
                </a:lnTo>
                <a:lnTo>
                  <a:pt x="1272" y="847"/>
                </a:lnTo>
                <a:lnTo>
                  <a:pt x="1273" y="847"/>
                </a:lnTo>
                <a:lnTo>
                  <a:pt x="1274" y="846"/>
                </a:lnTo>
                <a:lnTo>
                  <a:pt x="1275" y="847"/>
                </a:lnTo>
                <a:lnTo>
                  <a:pt x="1276" y="848"/>
                </a:lnTo>
                <a:lnTo>
                  <a:pt x="1276" y="849"/>
                </a:lnTo>
                <a:lnTo>
                  <a:pt x="1278" y="851"/>
                </a:lnTo>
                <a:lnTo>
                  <a:pt x="1279" y="852"/>
                </a:lnTo>
                <a:lnTo>
                  <a:pt x="1279" y="853"/>
                </a:lnTo>
                <a:lnTo>
                  <a:pt x="1279" y="856"/>
                </a:lnTo>
                <a:lnTo>
                  <a:pt x="1279" y="857"/>
                </a:lnTo>
                <a:lnTo>
                  <a:pt x="1278" y="858"/>
                </a:lnTo>
                <a:lnTo>
                  <a:pt x="1278" y="859"/>
                </a:lnTo>
                <a:lnTo>
                  <a:pt x="1279" y="859"/>
                </a:lnTo>
                <a:lnTo>
                  <a:pt x="1279" y="860"/>
                </a:lnTo>
                <a:lnTo>
                  <a:pt x="1279" y="859"/>
                </a:lnTo>
                <a:lnTo>
                  <a:pt x="1280" y="859"/>
                </a:lnTo>
                <a:lnTo>
                  <a:pt x="1280" y="858"/>
                </a:lnTo>
                <a:lnTo>
                  <a:pt x="1281" y="859"/>
                </a:lnTo>
                <a:lnTo>
                  <a:pt x="1282" y="860"/>
                </a:lnTo>
                <a:lnTo>
                  <a:pt x="1282" y="861"/>
                </a:lnTo>
                <a:lnTo>
                  <a:pt x="1282" y="863"/>
                </a:lnTo>
                <a:lnTo>
                  <a:pt x="1282" y="865"/>
                </a:lnTo>
                <a:lnTo>
                  <a:pt x="1282" y="866"/>
                </a:lnTo>
                <a:lnTo>
                  <a:pt x="1283" y="866"/>
                </a:lnTo>
                <a:lnTo>
                  <a:pt x="1284" y="866"/>
                </a:lnTo>
                <a:lnTo>
                  <a:pt x="1284" y="867"/>
                </a:lnTo>
                <a:lnTo>
                  <a:pt x="1284" y="868"/>
                </a:lnTo>
                <a:lnTo>
                  <a:pt x="1283" y="868"/>
                </a:lnTo>
                <a:lnTo>
                  <a:pt x="1282" y="868"/>
                </a:lnTo>
                <a:lnTo>
                  <a:pt x="1282" y="869"/>
                </a:lnTo>
                <a:lnTo>
                  <a:pt x="1283" y="869"/>
                </a:lnTo>
                <a:lnTo>
                  <a:pt x="1283" y="870"/>
                </a:lnTo>
                <a:lnTo>
                  <a:pt x="1284" y="870"/>
                </a:lnTo>
                <a:lnTo>
                  <a:pt x="1284" y="871"/>
                </a:lnTo>
                <a:lnTo>
                  <a:pt x="1285" y="872"/>
                </a:lnTo>
                <a:lnTo>
                  <a:pt x="1285" y="873"/>
                </a:lnTo>
                <a:lnTo>
                  <a:pt x="1286" y="874"/>
                </a:lnTo>
                <a:lnTo>
                  <a:pt x="1287" y="873"/>
                </a:lnTo>
                <a:lnTo>
                  <a:pt x="1288" y="874"/>
                </a:lnTo>
                <a:lnTo>
                  <a:pt x="1288" y="875"/>
                </a:lnTo>
                <a:lnTo>
                  <a:pt x="1288" y="876"/>
                </a:lnTo>
                <a:lnTo>
                  <a:pt x="1289" y="876"/>
                </a:lnTo>
                <a:lnTo>
                  <a:pt x="1290" y="877"/>
                </a:lnTo>
                <a:lnTo>
                  <a:pt x="1290" y="878"/>
                </a:lnTo>
                <a:lnTo>
                  <a:pt x="1290" y="880"/>
                </a:lnTo>
                <a:lnTo>
                  <a:pt x="1289" y="880"/>
                </a:lnTo>
                <a:lnTo>
                  <a:pt x="1289" y="881"/>
                </a:lnTo>
                <a:lnTo>
                  <a:pt x="1288" y="881"/>
                </a:lnTo>
                <a:lnTo>
                  <a:pt x="1289" y="882"/>
                </a:lnTo>
                <a:lnTo>
                  <a:pt x="1289" y="883"/>
                </a:lnTo>
                <a:lnTo>
                  <a:pt x="1289" y="884"/>
                </a:lnTo>
                <a:lnTo>
                  <a:pt x="1288" y="884"/>
                </a:lnTo>
                <a:lnTo>
                  <a:pt x="1288" y="885"/>
                </a:lnTo>
                <a:lnTo>
                  <a:pt x="1288" y="887"/>
                </a:lnTo>
                <a:lnTo>
                  <a:pt x="1289" y="887"/>
                </a:lnTo>
                <a:lnTo>
                  <a:pt x="1290" y="888"/>
                </a:lnTo>
                <a:lnTo>
                  <a:pt x="1291" y="889"/>
                </a:lnTo>
                <a:lnTo>
                  <a:pt x="1291" y="891"/>
                </a:lnTo>
                <a:lnTo>
                  <a:pt x="1291" y="892"/>
                </a:lnTo>
                <a:lnTo>
                  <a:pt x="1292" y="893"/>
                </a:lnTo>
                <a:lnTo>
                  <a:pt x="1293" y="895"/>
                </a:lnTo>
                <a:lnTo>
                  <a:pt x="1293" y="896"/>
                </a:lnTo>
                <a:lnTo>
                  <a:pt x="1294" y="896"/>
                </a:lnTo>
                <a:lnTo>
                  <a:pt x="1294" y="897"/>
                </a:lnTo>
                <a:lnTo>
                  <a:pt x="1293" y="898"/>
                </a:lnTo>
                <a:lnTo>
                  <a:pt x="1293" y="900"/>
                </a:lnTo>
                <a:lnTo>
                  <a:pt x="1292" y="902"/>
                </a:lnTo>
                <a:lnTo>
                  <a:pt x="1292" y="903"/>
                </a:lnTo>
                <a:lnTo>
                  <a:pt x="1291" y="903"/>
                </a:lnTo>
                <a:lnTo>
                  <a:pt x="1290" y="903"/>
                </a:lnTo>
                <a:lnTo>
                  <a:pt x="1289" y="903"/>
                </a:lnTo>
                <a:lnTo>
                  <a:pt x="1289" y="902"/>
                </a:lnTo>
                <a:lnTo>
                  <a:pt x="1288" y="902"/>
                </a:lnTo>
                <a:lnTo>
                  <a:pt x="1287" y="902"/>
                </a:lnTo>
                <a:lnTo>
                  <a:pt x="1286" y="903"/>
                </a:lnTo>
                <a:lnTo>
                  <a:pt x="1285" y="903"/>
                </a:lnTo>
                <a:lnTo>
                  <a:pt x="1283" y="906"/>
                </a:lnTo>
                <a:lnTo>
                  <a:pt x="1282" y="906"/>
                </a:lnTo>
                <a:lnTo>
                  <a:pt x="1281" y="906"/>
                </a:lnTo>
                <a:lnTo>
                  <a:pt x="1281" y="907"/>
                </a:lnTo>
                <a:lnTo>
                  <a:pt x="1281" y="908"/>
                </a:lnTo>
                <a:lnTo>
                  <a:pt x="1280" y="908"/>
                </a:lnTo>
                <a:lnTo>
                  <a:pt x="1278" y="910"/>
                </a:lnTo>
                <a:lnTo>
                  <a:pt x="1278" y="911"/>
                </a:lnTo>
                <a:lnTo>
                  <a:pt x="1279" y="912"/>
                </a:lnTo>
                <a:lnTo>
                  <a:pt x="1277" y="912"/>
                </a:lnTo>
                <a:lnTo>
                  <a:pt x="1276" y="912"/>
                </a:lnTo>
                <a:lnTo>
                  <a:pt x="1276" y="914"/>
                </a:lnTo>
                <a:lnTo>
                  <a:pt x="1276" y="915"/>
                </a:lnTo>
                <a:lnTo>
                  <a:pt x="1276" y="916"/>
                </a:lnTo>
                <a:lnTo>
                  <a:pt x="1275" y="916"/>
                </a:lnTo>
                <a:lnTo>
                  <a:pt x="1276" y="917"/>
                </a:lnTo>
                <a:lnTo>
                  <a:pt x="1276" y="918"/>
                </a:lnTo>
                <a:lnTo>
                  <a:pt x="1276" y="919"/>
                </a:lnTo>
                <a:lnTo>
                  <a:pt x="1276" y="920"/>
                </a:lnTo>
                <a:lnTo>
                  <a:pt x="1276" y="921"/>
                </a:lnTo>
                <a:lnTo>
                  <a:pt x="1275" y="922"/>
                </a:lnTo>
                <a:lnTo>
                  <a:pt x="1275" y="923"/>
                </a:lnTo>
                <a:lnTo>
                  <a:pt x="1275" y="924"/>
                </a:lnTo>
                <a:lnTo>
                  <a:pt x="1275" y="925"/>
                </a:lnTo>
                <a:lnTo>
                  <a:pt x="1276" y="925"/>
                </a:lnTo>
                <a:lnTo>
                  <a:pt x="1276" y="926"/>
                </a:lnTo>
                <a:lnTo>
                  <a:pt x="1276" y="927"/>
                </a:lnTo>
                <a:lnTo>
                  <a:pt x="1276" y="928"/>
                </a:lnTo>
                <a:lnTo>
                  <a:pt x="1275" y="928"/>
                </a:lnTo>
                <a:lnTo>
                  <a:pt x="1275" y="930"/>
                </a:lnTo>
                <a:lnTo>
                  <a:pt x="1276" y="930"/>
                </a:lnTo>
                <a:lnTo>
                  <a:pt x="1276" y="931"/>
                </a:lnTo>
                <a:lnTo>
                  <a:pt x="1277" y="932"/>
                </a:lnTo>
                <a:lnTo>
                  <a:pt x="1278" y="932"/>
                </a:lnTo>
                <a:lnTo>
                  <a:pt x="1279" y="932"/>
                </a:lnTo>
                <a:lnTo>
                  <a:pt x="1279" y="933"/>
                </a:lnTo>
                <a:lnTo>
                  <a:pt x="1280" y="933"/>
                </a:lnTo>
                <a:lnTo>
                  <a:pt x="1281" y="933"/>
                </a:lnTo>
                <a:lnTo>
                  <a:pt x="1282" y="934"/>
                </a:lnTo>
                <a:lnTo>
                  <a:pt x="1282" y="935"/>
                </a:lnTo>
                <a:lnTo>
                  <a:pt x="1282" y="936"/>
                </a:lnTo>
                <a:lnTo>
                  <a:pt x="1281" y="936"/>
                </a:lnTo>
                <a:lnTo>
                  <a:pt x="1281" y="935"/>
                </a:lnTo>
                <a:lnTo>
                  <a:pt x="1280" y="936"/>
                </a:lnTo>
                <a:lnTo>
                  <a:pt x="1280" y="937"/>
                </a:lnTo>
                <a:lnTo>
                  <a:pt x="1280" y="938"/>
                </a:lnTo>
                <a:lnTo>
                  <a:pt x="1280" y="939"/>
                </a:lnTo>
                <a:lnTo>
                  <a:pt x="1281" y="941"/>
                </a:lnTo>
                <a:lnTo>
                  <a:pt x="1280" y="941"/>
                </a:lnTo>
                <a:lnTo>
                  <a:pt x="1280" y="942"/>
                </a:lnTo>
                <a:lnTo>
                  <a:pt x="1280" y="943"/>
                </a:lnTo>
                <a:lnTo>
                  <a:pt x="1281" y="943"/>
                </a:lnTo>
                <a:lnTo>
                  <a:pt x="1281" y="942"/>
                </a:lnTo>
                <a:lnTo>
                  <a:pt x="1282" y="942"/>
                </a:lnTo>
                <a:lnTo>
                  <a:pt x="1282" y="941"/>
                </a:lnTo>
                <a:lnTo>
                  <a:pt x="1282" y="940"/>
                </a:lnTo>
                <a:lnTo>
                  <a:pt x="1283" y="940"/>
                </a:lnTo>
                <a:lnTo>
                  <a:pt x="1283" y="939"/>
                </a:lnTo>
                <a:lnTo>
                  <a:pt x="1284" y="939"/>
                </a:lnTo>
                <a:lnTo>
                  <a:pt x="1284" y="940"/>
                </a:lnTo>
                <a:lnTo>
                  <a:pt x="1285" y="940"/>
                </a:lnTo>
                <a:lnTo>
                  <a:pt x="1285" y="939"/>
                </a:lnTo>
                <a:lnTo>
                  <a:pt x="1286" y="940"/>
                </a:lnTo>
                <a:lnTo>
                  <a:pt x="1286" y="944"/>
                </a:lnTo>
                <a:lnTo>
                  <a:pt x="1286" y="945"/>
                </a:lnTo>
                <a:lnTo>
                  <a:pt x="1287" y="945"/>
                </a:lnTo>
                <a:lnTo>
                  <a:pt x="1288" y="945"/>
                </a:lnTo>
                <a:lnTo>
                  <a:pt x="1288" y="946"/>
                </a:lnTo>
                <a:lnTo>
                  <a:pt x="1288" y="947"/>
                </a:lnTo>
                <a:lnTo>
                  <a:pt x="1288" y="948"/>
                </a:lnTo>
                <a:lnTo>
                  <a:pt x="1288" y="949"/>
                </a:lnTo>
                <a:lnTo>
                  <a:pt x="1289" y="949"/>
                </a:lnTo>
                <a:lnTo>
                  <a:pt x="1290" y="949"/>
                </a:lnTo>
                <a:lnTo>
                  <a:pt x="1290" y="950"/>
                </a:lnTo>
                <a:lnTo>
                  <a:pt x="1290" y="951"/>
                </a:lnTo>
                <a:lnTo>
                  <a:pt x="1291" y="952"/>
                </a:lnTo>
                <a:lnTo>
                  <a:pt x="1292" y="952"/>
                </a:lnTo>
                <a:lnTo>
                  <a:pt x="1293" y="953"/>
                </a:lnTo>
                <a:lnTo>
                  <a:pt x="1294" y="953"/>
                </a:lnTo>
                <a:lnTo>
                  <a:pt x="1294" y="952"/>
                </a:lnTo>
                <a:lnTo>
                  <a:pt x="1296" y="952"/>
                </a:lnTo>
                <a:lnTo>
                  <a:pt x="1297" y="952"/>
                </a:lnTo>
                <a:lnTo>
                  <a:pt x="1298" y="951"/>
                </a:lnTo>
                <a:lnTo>
                  <a:pt x="1298" y="952"/>
                </a:lnTo>
                <a:lnTo>
                  <a:pt x="1299" y="952"/>
                </a:lnTo>
                <a:lnTo>
                  <a:pt x="1300" y="953"/>
                </a:lnTo>
                <a:lnTo>
                  <a:pt x="1300" y="954"/>
                </a:lnTo>
                <a:lnTo>
                  <a:pt x="1299" y="955"/>
                </a:lnTo>
                <a:lnTo>
                  <a:pt x="1299" y="956"/>
                </a:lnTo>
                <a:lnTo>
                  <a:pt x="1299" y="957"/>
                </a:lnTo>
                <a:lnTo>
                  <a:pt x="1300" y="957"/>
                </a:lnTo>
                <a:lnTo>
                  <a:pt x="1300" y="956"/>
                </a:lnTo>
                <a:lnTo>
                  <a:pt x="1301" y="955"/>
                </a:lnTo>
                <a:lnTo>
                  <a:pt x="1301" y="954"/>
                </a:lnTo>
                <a:lnTo>
                  <a:pt x="1300" y="954"/>
                </a:lnTo>
                <a:lnTo>
                  <a:pt x="1301" y="953"/>
                </a:lnTo>
                <a:lnTo>
                  <a:pt x="1302" y="953"/>
                </a:lnTo>
                <a:lnTo>
                  <a:pt x="1303" y="952"/>
                </a:lnTo>
                <a:lnTo>
                  <a:pt x="1304" y="952"/>
                </a:lnTo>
                <a:lnTo>
                  <a:pt x="1305" y="951"/>
                </a:lnTo>
                <a:lnTo>
                  <a:pt x="1306" y="951"/>
                </a:lnTo>
                <a:lnTo>
                  <a:pt x="1306" y="950"/>
                </a:lnTo>
                <a:lnTo>
                  <a:pt x="1307" y="950"/>
                </a:lnTo>
                <a:lnTo>
                  <a:pt x="1308" y="950"/>
                </a:lnTo>
                <a:lnTo>
                  <a:pt x="1310" y="948"/>
                </a:lnTo>
                <a:lnTo>
                  <a:pt x="1310" y="949"/>
                </a:lnTo>
                <a:lnTo>
                  <a:pt x="1311" y="949"/>
                </a:lnTo>
                <a:lnTo>
                  <a:pt x="1311" y="950"/>
                </a:lnTo>
                <a:lnTo>
                  <a:pt x="1312" y="950"/>
                </a:lnTo>
                <a:lnTo>
                  <a:pt x="1311" y="949"/>
                </a:lnTo>
                <a:lnTo>
                  <a:pt x="1312" y="949"/>
                </a:lnTo>
                <a:lnTo>
                  <a:pt x="1312" y="950"/>
                </a:lnTo>
                <a:lnTo>
                  <a:pt x="1313" y="950"/>
                </a:lnTo>
                <a:lnTo>
                  <a:pt x="1313" y="951"/>
                </a:lnTo>
                <a:lnTo>
                  <a:pt x="1314" y="951"/>
                </a:lnTo>
                <a:lnTo>
                  <a:pt x="1314" y="950"/>
                </a:lnTo>
                <a:lnTo>
                  <a:pt x="1315" y="950"/>
                </a:lnTo>
                <a:lnTo>
                  <a:pt x="1316" y="950"/>
                </a:lnTo>
                <a:lnTo>
                  <a:pt x="1316" y="951"/>
                </a:lnTo>
                <a:lnTo>
                  <a:pt x="1317" y="951"/>
                </a:lnTo>
                <a:lnTo>
                  <a:pt x="1317" y="952"/>
                </a:lnTo>
                <a:lnTo>
                  <a:pt x="1318" y="951"/>
                </a:lnTo>
                <a:lnTo>
                  <a:pt x="1319" y="951"/>
                </a:lnTo>
                <a:lnTo>
                  <a:pt x="1319" y="952"/>
                </a:lnTo>
                <a:lnTo>
                  <a:pt x="1319" y="953"/>
                </a:lnTo>
                <a:lnTo>
                  <a:pt x="1319" y="954"/>
                </a:lnTo>
                <a:lnTo>
                  <a:pt x="1318" y="954"/>
                </a:lnTo>
                <a:lnTo>
                  <a:pt x="1318" y="955"/>
                </a:lnTo>
                <a:lnTo>
                  <a:pt x="1317" y="955"/>
                </a:lnTo>
                <a:lnTo>
                  <a:pt x="1316" y="955"/>
                </a:lnTo>
                <a:lnTo>
                  <a:pt x="1316" y="954"/>
                </a:lnTo>
                <a:lnTo>
                  <a:pt x="1316" y="953"/>
                </a:lnTo>
                <a:lnTo>
                  <a:pt x="1316" y="952"/>
                </a:lnTo>
                <a:lnTo>
                  <a:pt x="1316" y="951"/>
                </a:lnTo>
                <a:lnTo>
                  <a:pt x="1315" y="952"/>
                </a:lnTo>
                <a:lnTo>
                  <a:pt x="1315" y="953"/>
                </a:lnTo>
                <a:lnTo>
                  <a:pt x="1315" y="954"/>
                </a:lnTo>
                <a:lnTo>
                  <a:pt x="1314" y="954"/>
                </a:lnTo>
                <a:lnTo>
                  <a:pt x="1314" y="955"/>
                </a:lnTo>
                <a:lnTo>
                  <a:pt x="1313" y="954"/>
                </a:lnTo>
                <a:lnTo>
                  <a:pt x="1313" y="955"/>
                </a:lnTo>
                <a:lnTo>
                  <a:pt x="1312" y="955"/>
                </a:lnTo>
                <a:lnTo>
                  <a:pt x="1313" y="957"/>
                </a:lnTo>
                <a:lnTo>
                  <a:pt x="1314" y="957"/>
                </a:lnTo>
                <a:lnTo>
                  <a:pt x="1314" y="958"/>
                </a:lnTo>
                <a:lnTo>
                  <a:pt x="1315" y="958"/>
                </a:lnTo>
                <a:lnTo>
                  <a:pt x="1316" y="958"/>
                </a:lnTo>
                <a:lnTo>
                  <a:pt x="1316" y="959"/>
                </a:lnTo>
                <a:lnTo>
                  <a:pt x="1316" y="960"/>
                </a:lnTo>
                <a:lnTo>
                  <a:pt x="1315" y="961"/>
                </a:lnTo>
                <a:lnTo>
                  <a:pt x="1315" y="962"/>
                </a:lnTo>
                <a:lnTo>
                  <a:pt x="1316" y="963"/>
                </a:lnTo>
                <a:lnTo>
                  <a:pt x="1317" y="963"/>
                </a:lnTo>
                <a:lnTo>
                  <a:pt x="1318" y="963"/>
                </a:lnTo>
                <a:lnTo>
                  <a:pt x="1318" y="964"/>
                </a:lnTo>
                <a:lnTo>
                  <a:pt x="1318" y="965"/>
                </a:lnTo>
                <a:lnTo>
                  <a:pt x="1319" y="965"/>
                </a:lnTo>
                <a:lnTo>
                  <a:pt x="1319" y="964"/>
                </a:lnTo>
                <a:lnTo>
                  <a:pt x="1320" y="964"/>
                </a:lnTo>
                <a:lnTo>
                  <a:pt x="1320" y="966"/>
                </a:lnTo>
                <a:lnTo>
                  <a:pt x="1319" y="966"/>
                </a:lnTo>
                <a:lnTo>
                  <a:pt x="1318" y="966"/>
                </a:lnTo>
                <a:lnTo>
                  <a:pt x="1318" y="967"/>
                </a:lnTo>
                <a:lnTo>
                  <a:pt x="1319" y="967"/>
                </a:lnTo>
                <a:lnTo>
                  <a:pt x="1320" y="967"/>
                </a:lnTo>
                <a:lnTo>
                  <a:pt x="1320" y="968"/>
                </a:lnTo>
                <a:lnTo>
                  <a:pt x="1321" y="968"/>
                </a:lnTo>
                <a:lnTo>
                  <a:pt x="1322" y="968"/>
                </a:lnTo>
                <a:lnTo>
                  <a:pt x="1322" y="969"/>
                </a:lnTo>
                <a:lnTo>
                  <a:pt x="1322" y="970"/>
                </a:lnTo>
                <a:lnTo>
                  <a:pt x="1321" y="970"/>
                </a:lnTo>
                <a:lnTo>
                  <a:pt x="1322" y="970"/>
                </a:lnTo>
                <a:lnTo>
                  <a:pt x="1322" y="971"/>
                </a:lnTo>
                <a:lnTo>
                  <a:pt x="1323" y="971"/>
                </a:lnTo>
                <a:lnTo>
                  <a:pt x="1323" y="972"/>
                </a:lnTo>
                <a:lnTo>
                  <a:pt x="1324" y="973"/>
                </a:lnTo>
                <a:lnTo>
                  <a:pt x="1325" y="972"/>
                </a:lnTo>
                <a:lnTo>
                  <a:pt x="1325" y="971"/>
                </a:lnTo>
                <a:lnTo>
                  <a:pt x="1326" y="972"/>
                </a:lnTo>
                <a:lnTo>
                  <a:pt x="1326" y="973"/>
                </a:lnTo>
                <a:lnTo>
                  <a:pt x="1326" y="974"/>
                </a:lnTo>
                <a:lnTo>
                  <a:pt x="1326" y="976"/>
                </a:lnTo>
                <a:lnTo>
                  <a:pt x="1327" y="976"/>
                </a:lnTo>
                <a:lnTo>
                  <a:pt x="1328" y="976"/>
                </a:lnTo>
                <a:lnTo>
                  <a:pt x="1328" y="977"/>
                </a:lnTo>
                <a:lnTo>
                  <a:pt x="1328" y="978"/>
                </a:lnTo>
                <a:lnTo>
                  <a:pt x="1327" y="979"/>
                </a:lnTo>
                <a:lnTo>
                  <a:pt x="1327" y="980"/>
                </a:lnTo>
                <a:lnTo>
                  <a:pt x="1327" y="982"/>
                </a:lnTo>
                <a:lnTo>
                  <a:pt x="1328" y="982"/>
                </a:lnTo>
                <a:lnTo>
                  <a:pt x="1329" y="982"/>
                </a:lnTo>
                <a:lnTo>
                  <a:pt x="1329" y="981"/>
                </a:lnTo>
                <a:lnTo>
                  <a:pt x="1329" y="980"/>
                </a:lnTo>
                <a:lnTo>
                  <a:pt x="1330" y="980"/>
                </a:lnTo>
                <a:lnTo>
                  <a:pt x="1330" y="979"/>
                </a:lnTo>
                <a:lnTo>
                  <a:pt x="1330" y="978"/>
                </a:lnTo>
                <a:lnTo>
                  <a:pt x="1331" y="977"/>
                </a:lnTo>
                <a:lnTo>
                  <a:pt x="1331" y="976"/>
                </a:lnTo>
                <a:lnTo>
                  <a:pt x="1332" y="976"/>
                </a:lnTo>
                <a:lnTo>
                  <a:pt x="1333" y="975"/>
                </a:lnTo>
                <a:lnTo>
                  <a:pt x="1334" y="975"/>
                </a:lnTo>
                <a:lnTo>
                  <a:pt x="1335" y="975"/>
                </a:lnTo>
                <a:lnTo>
                  <a:pt x="1335" y="976"/>
                </a:lnTo>
                <a:lnTo>
                  <a:pt x="1337" y="977"/>
                </a:lnTo>
                <a:lnTo>
                  <a:pt x="1338" y="976"/>
                </a:lnTo>
                <a:lnTo>
                  <a:pt x="1339" y="976"/>
                </a:lnTo>
                <a:lnTo>
                  <a:pt x="1340" y="976"/>
                </a:lnTo>
                <a:lnTo>
                  <a:pt x="1341" y="976"/>
                </a:lnTo>
                <a:lnTo>
                  <a:pt x="1341" y="977"/>
                </a:lnTo>
                <a:lnTo>
                  <a:pt x="1342" y="977"/>
                </a:lnTo>
                <a:lnTo>
                  <a:pt x="1343" y="977"/>
                </a:lnTo>
                <a:lnTo>
                  <a:pt x="1344" y="977"/>
                </a:lnTo>
                <a:lnTo>
                  <a:pt x="1344" y="978"/>
                </a:lnTo>
                <a:lnTo>
                  <a:pt x="1345" y="978"/>
                </a:lnTo>
                <a:lnTo>
                  <a:pt x="1346" y="978"/>
                </a:lnTo>
                <a:lnTo>
                  <a:pt x="1346" y="979"/>
                </a:lnTo>
                <a:lnTo>
                  <a:pt x="1346" y="980"/>
                </a:lnTo>
                <a:lnTo>
                  <a:pt x="1345" y="980"/>
                </a:lnTo>
                <a:lnTo>
                  <a:pt x="1345" y="981"/>
                </a:lnTo>
                <a:lnTo>
                  <a:pt x="1346" y="981"/>
                </a:lnTo>
                <a:lnTo>
                  <a:pt x="1346" y="982"/>
                </a:lnTo>
                <a:lnTo>
                  <a:pt x="1347" y="982"/>
                </a:lnTo>
                <a:lnTo>
                  <a:pt x="1348" y="982"/>
                </a:lnTo>
                <a:lnTo>
                  <a:pt x="1349" y="981"/>
                </a:lnTo>
                <a:lnTo>
                  <a:pt x="1350" y="981"/>
                </a:lnTo>
                <a:lnTo>
                  <a:pt x="1351" y="981"/>
                </a:lnTo>
                <a:lnTo>
                  <a:pt x="1351" y="980"/>
                </a:lnTo>
                <a:lnTo>
                  <a:pt x="1352" y="980"/>
                </a:lnTo>
                <a:lnTo>
                  <a:pt x="1352" y="981"/>
                </a:lnTo>
                <a:lnTo>
                  <a:pt x="1352" y="982"/>
                </a:lnTo>
                <a:lnTo>
                  <a:pt x="1353" y="981"/>
                </a:lnTo>
                <a:lnTo>
                  <a:pt x="1352" y="980"/>
                </a:lnTo>
                <a:lnTo>
                  <a:pt x="1353" y="979"/>
                </a:lnTo>
                <a:lnTo>
                  <a:pt x="1354" y="979"/>
                </a:lnTo>
                <a:lnTo>
                  <a:pt x="1354" y="980"/>
                </a:lnTo>
                <a:lnTo>
                  <a:pt x="1355" y="981"/>
                </a:lnTo>
                <a:lnTo>
                  <a:pt x="1354" y="981"/>
                </a:lnTo>
                <a:lnTo>
                  <a:pt x="1354" y="982"/>
                </a:lnTo>
                <a:lnTo>
                  <a:pt x="1353" y="982"/>
                </a:lnTo>
                <a:lnTo>
                  <a:pt x="1352" y="982"/>
                </a:lnTo>
                <a:lnTo>
                  <a:pt x="1351" y="982"/>
                </a:lnTo>
                <a:lnTo>
                  <a:pt x="1351" y="983"/>
                </a:lnTo>
                <a:lnTo>
                  <a:pt x="1352" y="983"/>
                </a:lnTo>
                <a:lnTo>
                  <a:pt x="1352" y="984"/>
                </a:lnTo>
                <a:lnTo>
                  <a:pt x="1352" y="985"/>
                </a:lnTo>
                <a:lnTo>
                  <a:pt x="1352" y="986"/>
                </a:lnTo>
                <a:lnTo>
                  <a:pt x="1352" y="987"/>
                </a:lnTo>
                <a:lnTo>
                  <a:pt x="1352" y="989"/>
                </a:lnTo>
                <a:lnTo>
                  <a:pt x="1353" y="990"/>
                </a:lnTo>
                <a:lnTo>
                  <a:pt x="1353" y="992"/>
                </a:lnTo>
                <a:lnTo>
                  <a:pt x="1353" y="994"/>
                </a:lnTo>
                <a:lnTo>
                  <a:pt x="1354" y="995"/>
                </a:lnTo>
                <a:lnTo>
                  <a:pt x="1355" y="995"/>
                </a:lnTo>
                <a:lnTo>
                  <a:pt x="1355" y="996"/>
                </a:lnTo>
                <a:lnTo>
                  <a:pt x="1356" y="997"/>
                </a:lnTo>
                <a:lnTo>
                  <a:pt x="1355" y="997"/>
                </a:lnTo>
                <a:lnTo>
                  <a:pt x="1355" y="998"/>
                </a:lnTo>
                <a:lnTo>
                  <a:pt x="1356" y="999"/>
                </a:lnTo>
                <a:lnTo>
                  <a:pt x="1356" y="1000"/>
                </a:lnTo>
                <a:lnTo>
                  <a:pt x="1357" y="1000"/>
                </a:lnTo>
                <a:lnTo>
                  <a:pt x="1356" y="999"/>
                </a:lnTo>
                <a:lnTo>
                  <a:pt x="1356" y="998"/>
                </a:lnTo>
                <a:lnTo>
                  <a:pt x="1357" y="998"/>
                </a:lnTo>
                <a:lnTo>
                  <a:pt x="1358" y="997"/>
                </a:lnTo>
                <a:lnTo>
                  <a:pt x="1358" y="996"/>
                </a:lnTo>
                <a:lnTo>
                  <a:pt x="1358" y="995"/>
                </a:lnTo>
                <a:lnTo>
                  <a:pt x="1359" y="995"/>
                </a:lnTo>
                <a:lnTo>
                  <a:pt x="1359" y="994"/>
                </a:lnTo>
                <a:lnTo>
                  <a:pt x="1360" y="994"/>
                </a:lnTo>
                <a:lnTo>
                  <a:pt x="1360" y="993"/>
                </a:lnTo>
                <a:lnTo>
                  <a:pt x="1361" y="993"/>
                </a:lnTo>
                <a:lnTo>
                  <a:pt x="1361" y="992"/>
                </a:lnTo>
                <a:lnTo>
                  <a:pt x="1362" y="992"/>
                </a:lnTo>
                <a:lnTo>
                  <a:pt x="1362" y="991"/>
                </a:lnTo>
                <a:lnTo>
                  <a:pt x="1362" y="990"/>
                </a:lnTo>
                <a:lnTo>
                  <a:pt x="1363" y="990"/>
                </a:lnTo>
                <a:lnTo>
                  <a:pt x="1363" y="992"/>
                </a:lnTo>
                <a:lnTo>
                  <a:pt x="1364" y="991"/>
                </a:lnTo>
                <a:lnTo>
                  <a:pt x="1364" y="992"/>
                </a:lnTo>
                <a:lnTo>
                  <a:pt x="1364" y="993"/>
                </a:lnTo>
                <a:lnTo>
                  <a:pt x="1365" y="994"/>
                </a:lnTo>
                <a:lnTo>
                  <a:pt x="1366" y="994"/>
                </a:lnTo>
                <a:lnTo>
                  <a:pt x="1367" y="994"/>
                </a:lnTo>
                <a:lnTo>
                  <a:pt x="1367" y="993"/>
                </a:lnTo>
                <a:lnTo>
                  <a:pt x="1368" y="993"/>
                </a:lnTo>
                <a:lnTo>
                  <a:pt x="1368" y="994"/>
                </a:lnTo>
                <a:lnTo>
                  <a:pt x="1369" y="994"/>
                </a:lnTo>
                <a:lnTo>
                  <a:pt x="1369" y="993"/>
                </a:lnTo>
                <a:lnTo>
                  <a:pt x="1369" y="994"/>
                </a:lnTo>
                <a:lnTo>
                  <a:pt x="1369" y="995"/>
                </a:lnTo>
                <a:lnTo>
                  <a:pt x="1369" y="996"/>
                </a:lnTo>
                <a:lnTo>
                  <a:pt x="1370" y="997"/>
                </a:lnTo>
                <a:lnTo>
                  <a:pt x="1370" y="998"/>
                </a:lnTo>
                <a:lnTo>
                  <a:pt x="1371" y="999"/>
                </a:lnTo>
                <a:lnTo>
                  <a:pt x="1370" y="999"/>
                </a:lnTo>
                <a:lnTo>
                  <a:pt x="1370" y="1000"/>
                </a:lnTo>
                <a:lnTo>
                  <a:pt x="1370" y="1001"/>
                </a:lnTo>
                <a:lnTo>
                  <a:pt x="1371" y="1002"/>
                </a:lnTo>
                <a:lnTo>
                  <a:pt x="1371" y="1003"/>
                </a:lnTo>
                <a:lnTo>
                  <a:pt x="1372" y="1004"/>
                </a:lnTo>
                <a:lnTo>
                  <a:pt x="1373" y="1004"/>
                </a:lnTo>
                <a:lnTo>
                  <a:pt x="1374" y="1006"/>
                </a:lnTo>
                <a:lnTo>
                  <a:pt x="1374" y="1007"/>
                </a:lnTo>
                <a:lnTo>
                  <a:pt x="1374" y="1008"/>
                </a:lnTo>
                <a:lnTo>
                  <a:pt x="1375" y="1008"/>
                </a:lnTo>
                <a:lnTo>
                  <a:pt x="1376" y="1009"/>
                </a:lnTo>
                <a:lnTo>
                  <a:pt x="1377" y="1009"/>
                </a:lnTo>
                <a:lnTo>
                  <a:pt x="1378" y="1011"/>
                </a:lnTo>
                <a:lnTo>
                  <a:pt x="1378" y="1012"/>
                </a:lnTo>
                <a:lnTo>
                  <a:pt x="1379" y="1013"/>
                </a:lnTo>
                <a:lnTo>
                  <a:pt x="1379" y="1014"/>
                </a:lnTo>
                <a:lnTo>
                  <a:pt x="1380" y="1014"/>
                </a:lnTo>
                <a:lnTo>
                  <a:pt x="1381" y="1015"/>
                </a:lnTo>
                <a:lnTo>
                  <a:pt x="1382" y="1016"/>
                </a:lnTo>
                <a:lnTo>
                  <a:pt x="1383" y="1015"/>
                </a:lnTo>
                <a:lnTo>
                  <a:pt x="1383" y="1014"/>
                </a:lnTo>
                <a:lnTo>
                  <a:pt x="1384" y="1014"/>
                </a:lnTo>
                <a:lnTo>
                  <a:pt x="1383" y="1013"/>
                </a:lnTo>
                <a:lnTo>
                  <a:pt x="1383" y="1012"/>
                </a:lnTo>
                <a:lnTo>
                  <a:pt x="1383" y="1011"/>
                </a:lnTo>
                <a:lnTo>
                  <a:pt x="1384" y="1011"/>
                </a:lnTo>
                <a:lnTo>
                  <a:pt x="1385" y="1012"/>
                </a:lnTo>
                <a:lnTo>
                  <a:pt x="1385" y="1011"/>
                </a:lnTo>
                <a:lnTo>
                  <a:pt x="1386" y="1011"/>
                </a:lnTo>
                <a:lnTo>
                  <a:pt x="1388" y="1010"/>
                </a:lnTo>
                <a:lnTo>
                  <a:pt x="1389" y="1009"/>
                </a:lnTo>
                <a:lnTo>
                  <a:pt x="1390" y="1008"/>
                </a:lnTo>
                <a:lnTo>
                  <a:pt x="1391" y="1008"/>
                </a:lnTo>
                <a:lnTo>
                  <a:pt x="1391" y="1007"/>
                </a:lnTo>
                <a:lnTo>
                  <a:pt x="1392" y="1007"/>
                </a:lnTo>
                <a:lnTo>
                  <a:pt x="1392" y="1006"/>
                </a:lnTo>
                <a:lnTo>
                  <a:pt x="1393" y="1006"/>
                </a:lnTo>
                <a:lnTo>
                  <a:pt x="1394" y="1006"/>
                </a:lnTo>
                <a:lnTo>
                  <a:pt x="1395" y="1004"/>
                </a:lnTo>
                <a:lnTo>
                  <a:pt x="1395" y="1003"/>
                </a:lnTo>
                <a:lnTo>
                  <a:pt x="1395" y="1002"/>
                </a:lnTo>
                <a:lnTo>
                  <a:pt x="1395" y="1001"/>
                </a:lnTo>
                <a:lnTo>
                  <a:pt x="1396" y="1001"/>
                </a:lnTo>
                <a:lnTo>
                  <a:pt x="1397" y="1000"/>
                </a:lnTo>
                <a:lnTo>
                  <a:pt x="1396" y="999"/>
                </a:lnTo>
                <a:lnTo>
                  <a:pt x="1396" y="998"/>
                </a:lnTo>
                <a:lnTo>
                  <a:pt x="1396" y="996"/>
                </a:lnTo>
                <a:lnTo>
                  <a:pt x="1395" y="996"/>
                </a:lnTo>
                <a:lnTo>
                  <a:pt x="1395" y="995"/>
                </a:lnTo>
                <a:lnTo>
                  <a:pt x="1396" y="995"/>
                </a:lnTo>
                <a:lnTo>
                  <a:pt x="1396" y="994"/>
                </a:lnTo>
                <a:lnTo>
                  <a:pt x="1396" y="993"/>
                </a:lnTo>
                <a:lnTo>
                  <a:pt x="1397" y="992"/>
                </a:lnTo>
                <a:lnTo>
                  <a:pt x="1396" y="992"/>
                </a:lnTo>
                <a:lnTo>
                  <a:pt x="1396" y="991"/>
                </a:lnTo>
                <a:lnTo>
                  <a:pt x="1396" y="990"/>
                </a:lnTo>
                <a:lnTo>
                  <a:pt x="1395" y="989"/>
                </a:lnTo>
                <a:lnTo>
                  <a:pt x="1394" y="989"/>
                </a:lnTo>
                <a:lnTo>
                  <a:pt x="1394" y="987"/>
                </a:lnTo>
                <a:lnTo>
                  <a:pt x="1394" y="985"/>
                </a:lnTo>
                <a:lnTo>
                  <a:pt x="1395" y="984"/>
                </a:lnTo>
                <a:lnTo>
                  <a:pt x="1395" y="983"/>
                </a:lnTo>
                <a:lnTo>
                  <a:pt x="1395" y="982"/>
                </a:lnTo>
                <a:lnTo>
                  <a:pt x="1395" y="983"/>
                </a:lnTo>
                <a:lnTo>
                  <a:pt x="1394" y="983"/>
                </a:lnTo>
                <a:lnTo>
                  <a:pt x="1393" y="983"/>
                </a:lnTo>
                <a:lnTo>
                  <a:pt x="1392" y="983"/>
                </a:lnTo>
                <a:lnTo>
                  <a:pt x="1392" y="982"/>
                </a:lnTo>
                <a:lnTo>
                  <a:pt x="1392" y="981"/>
                </a:lnTo>
                <a:lnTo>
                  <a:pt x="1392" y="980"/>
                </a:lnTo>
                <a:lnTo>
                  <a:pt x="1391" y="980"/>
                </a:lnTo>
                <a:lnTo>
                  <a:pt x="1391" y="979"/>
                </a:lnTo>
                <a:lnTo>
                  <a:pt x="1391" y="978"/>
                </a:lnTo>
                <a:lnTo>
                  <a:pt x="1390" y="978"/>
                </a:lnTo>
                <a:lnTo>
                  <a:pt x="1390" y="977"/>
                </a:lnTo>
                <a:lnTo>
                  <a:pt x="1390" y="976"/>
                </a:lnTo>
                <a:lnTo>
                  <a:pt x="1391" y="976"/>
                </a:lnTo>
                <a:lnTo>
                  <a:pt x="1391" y="975"/>
                </a:lnTo>
                <a:lnTo>
                  <a:pt x="1391" y="974"/>
                </a:lnTo>
                <a:lnTo>
                  <a:pt x="1391" y="973"/>
                </a:lnTo>
                <a:lnTo>
                  <a:pt x="1391" y="972"/>
                </a:lnTo>
                <a:lnTo>
                  <a:pt x="1391" y="971"/>
                </a:lnTo>
                <a:lnTo>
                  <a:pt x="1391" y="970"/>
                </a:lnTo>
                <a:lnTo>
                  <a:pt x="1392" y="970"/>
                </a:lnTo>
                <a:lnTo>
                  <a:pt x="1393" y="970"/>
                </a:lnTo>
                <a:lnTo>
                  <a:pt x="1394" y="971"/>
                </a:lnTo>
                <a:lnTo>
                  <a:pt x="1394" y="970"/>
                </a:lnTo>
                <a:lnTo>
                  <a:pt x="1393" y="970"/>
                </a:lnTo>
                <a:lnTo>
                  <a:pt x="1393" y="969"/>
                </a:lnTo>
                <a:lnTo>
                  <a:pt x="1393" y="968"/>
                </a:lnTo>
                <a:lnTo>
                  <a:pt x="1393" y="967"/>
                </a:lnTo>
                <a:lnTo>
                  <a:pt x="1392" y="966"/>
                </a:lnTo>
                <a:lnTo>
                  <a:pt x="1392" y="965"/>
                </a:lnTo>
                <a:lnTo>
                  <a:pt x="1392" y="964"/>
                </a:lnTo>
                <a:lnTo>
                  <a:pt x="1391" y="964"/>
                </a:lnTo>
                <a:lnTo>
                  <a:pt x="1391" y="963"/>
                </a:lnTo>
                <a:lnTo>
                  <a:pt x="1391" y="962"/>
                </a:lnTo>
                <a:lnTo>
                  <a:pt x="1392" y="962"/>
                </a:lnTo>
                <a:lnTo>
                  <a:pt x="1391" y="962"/>
                </a:lnTo>
                <a:lnTo>
                  <a:pt x="1391" y="961"/>
                </a:lnTo>
                <a:lnTo>
                  <a:pt x="1390" y="961"/>
                </a:lnTo>
                <a:lnTo>
                  <a:pt x="1389" y="960"/>
                </a:lnTo>
                <a:lnTo>
                  <a:pt x="1389" y="959"/>
                </a:lnTo>
                <a:lnTo>
                  <a:pt x="1389" y="958"/>
                </a:lnTo>
                <a:lnTo>
                  <a:pt x="1389" y="956"/>
                </a:lnTo>
                <a:lnTo>
                  <a:pt x="1390" y="955"/>
                </a:lnTo>
                <a:lnTo>
                  <a:pt x="1391" y="954"/>
                </a:lnTo>
                <a:lnTo>
                  <a:pt x="1391" y="953"/>
                </a:lnTo>
                <a:lnTo>
                  <a:pt x="1392" y="952"/>
                </a:lnTo>
                <a:lnTo>
                  <a:pt x="1393" y="951"/>
                </a:lnTo>
                <a:lnTo>
                  <a:pt x="1394" y="951"/>
                </a:lnTo>
                <a:lnTo>
                  <a:pt x="1394" y="950"/>
                </a:lnTo>
                <a:lnTo>
                  <a:pt x="1395" y="950"/>
                </a:lnTo>
                <a:lnTo>
                  <a:pt x="1395" y="949"/>
                </a:lnTo>
                <a:lnTo>
                  <a:pt x="1396" y="949"/>
                </a:lnTo>
                <a:lnTo>
                  <a:pt x="1397" y="949"/>
                </a:lnTo>
                <a:lnTo>
                  <a:pt x="1397" y="950"/>
                </a:lnTo>
                <a:lnTo>
                  <a:pt x="1398" y="950"/>
                </a:lnTo>
                <a:lnTo>
                  <a:pt x="1398" y="951"/>
                </a:lnTo>
                <a:lnTo>
                  <a:pt x="1398" y="949"/>
                </a:lnTo>
                <a:lnTo>
                  <a:pt x="1399" y="949"/>
                </a:lnTo>
                <a:lnTo>
                  <a:pt x="1400" y="949"/>
                </a:lnTo>
                <a:lnTo>
                  <a:pt x="1402" y="949"/>
                </a:lnTo>
                <a:lnTo>
                  <a:pt x="1403" y="950"/>
                </a:lnTo>
                <a:lnTo>
                  <a:pt x="1404" y="950"/>
                </a:lnTo>
                <a:lnTo>
                  <a:pt x="1406" y="950"/>
                </a:lnTo>
                <a:lnTo>
                  <a:pt x="1406" y="949"/>
                </a:lnTo>
                <a:lnTo>
                  <a:pt x="1405" y="948"/>
                </a:lnTo>
                <a:lnTo>
                  <a:pt x="1406" y="948"/>
                </a:lnTo>
                <a:lnTo>
                  <a:pt x="1406" y="949"/>
                </a:lnTo>
                <a:lnTo>
                  <a:pt x="1407" y="949"/>
                </a:lnTo>
                <a:lnTo>
                  <a:pt x="1407" y="948"/>
                </a:lnTo>
                <a:lnTo>
                  <a:pt x="1408" y="948"/>
                </a:lnTo>
                <a:lnTo>
                  <a:pt x="1408" y="949"/>
                </a:lnTo>
                <a:lnTo>
                  <a:pt x="1408" y="950"/>
                </a:lnTo>
                <a:lnTo>
                  <a:pt x="1409" y="952"/>
                </a:lnTo>
                <a:lnTo>
                  <a:pt x="1410" y="953"/>
                </a:lnTo>
                <a:lnTo>
                  <a:pt x="1411" y="953"/>
                </a:lnTo>
                <a:lnTo>
                  <a:pt x="1412" y="953"/>
                </a:lnTo>
                <a:lnTo>
                  <a:pt x="1412" y="954"/>
                </a:lnTo>
                <a:lnTo>
                  <a:pt x="1413" y="954"/>
                </a:lnTo>
                <a:lnTo>
                  <a:pt x="1413" y="953"/>
                </a:lnTo>
                <a:lnTo>
                  <a:pt x="1413" y="952"/>
                </a:lnTo>
                <a:lnTo>
                  <a:pt x="1413" y="951"/>
                </a:lnTo>
                <a:lnTo>
                  <a:pt x="1413" y="950"/>
                </a:lnTo>
                <a:lnTo>
                  <a:pt x="1414" y="950"/>
                </a:lnTo>
                <a:lnTo>
                  <a:pt x="1416" y="951"/>
                </a:lnTo>
                <a:lnTo>
                  <a:pt x="1415" y="951"/>
                </a:lnTo>
                <a:lnTo>
                  <a:pt x="1416" y="952"/>
                </a:lnTo>
                <a:lnTo>
                  <a:pt x="1416" y="953"/>
                </a:lnTo>
                <a:lnTo>
                  <a:pt x="1417" y="953"/>
                </a:lnTo>
                <a:lnTo>
                  <a:pt x="1418" y="953"/>
                </a:lnTo>
                <a:lnTo>
                  <a:pt x="1418" y="954"/>
                </a:lnTo>
                <a:lnTo>
                  <a:pt x="1419" y="954"/>
                </a:lnTo>
                <a:lnTo>
                  <a:pt x="1419" y="955"/>
                </a:lnTo>
                <a:lnTo>
                  <a:pt x="1420" y="955"/>
                </a:lnTo>
                <a:lnTo>
                  <a:pt x="1421" y="955"/>
                </a:lnTo>
                <a:lnTo>
                  <a:pt x="1422" y="955"/>
                </a:lnTo>
                <a:lnTo>
                  <a:pt x="1421" y="954"/>
                </a:lnTo>
                <a:lnTo>
                  <a:pt x="1420" y="954"/>
                </a:lnTo>
                <a:lnTo>
                  <a:pt x="1421" y="953"/>
                </a:lnTo>
                <a:lnTo>
                  <a:pt x="1422" y="951"/>
                </a:lnTo>
                <a:lnTo>
                  <a:pt x="1422" y="950"/>
                </a:lnTo>
                <a:lnTo>
                  <a:pt x="1423" y="950"/>
                </a:lnTo>
                <a:lnTo>
                  <a:pt x="1423" y="951"/>
                </a:lnTo>
                <a:lnTo>
                  <a:pt x="1425" y="951"/>
                </a:lnTo>
                <a:lnTo>
                  <a:pt x="1426" y="951"/>
                </a:lnTo>
                <a:lnTo>
                  <a:pt x="1427" y="953"/>
                </a:lnTo>
                <a:lnTo>
                  <a:pt x="1427" y="952"/>
                </a:lnTo>
                <a:lnTo>
                  <a:pt x="1428" y="951"/>
                </a:lnTo>
                <a:lnTo>
                  <a:pt x="1429" y="951"/>
                </a:lnTo>
                <a:lnTo>
                  <a:pt x="1428" y="950"/>
                </a:lnTo>
                <a:lnTo>
                  <a:pt x="1428" y="948"/>
                </a:lnTo>
                <a:lnTo>
                  <a:pt x="1429" y="948"/>
                </a:lnTo>
                <a:lnTo>
                  <a:pt x="1432" y="948"/>
                </a:lnTo>
                <a:lnTo>
                  <a:pt x="1432" y="949"/>
                </a:lnTo>
                <a:lnTo>
                  <a:pt x="1433" y="949"/>
                </a:lnTo>
                <a:lnTo>
                  <a:pt x="1433" y="948"/>
                </a:lnTo>
                <a:lnTo>
                  <a:pt x="1433" y="947"/>
                </a:lnTo>
                <a:lnTo>
                  <a:pt x="1433" y="946"/>
                </a:lnTo>
                <a:lnTo>
                  <a:pt x="1433" y="944"/>
                </a:lnTo>
                <a:lnTo>
                  <a:pt x="1434" y="944"/>
                </a:lnTo>
                <a:lnTo>
                  <a:pt x="1434" y="943"/>
                </a:lnTo>
                <a:lnTo>
                  <a:pt x="1435" y="944"/>
                </a:lnTo>
                <a:lnTo>
                  <a:pt x="1435" y="945"/>
                </a:lnTo>
                <a:lnTo>
                  <a:pt x="1436" y="945"/>
                </a:lnTo>
                <a:lnTo>
                  <a:pt x="1436" y="944"/>
                </a:lnTo>
                <a:lnTo>
                  <a:pt x="1437" y="944"/>
                </a:lnTo>
                <a:lnTo>
                  <a:pt x="1437" y="945"/>
                </a:lnTo>
                <a:lnTo>
                  <a:pt x="1438" y="945"/>
                </a:lnTo>
                <a:lnTo>
                  <a:pt x="1438" y="944"/>
                </a:lnTo>
                <a:lnTo>
                  <a:pt x="1438" y="942"/>
                </a:lnTo>
                <a:lnTo>
                  <a:pt x="1438" y="941"/>
                </a:lnTo>
                <a:lnTo>
                  <a:pt x="1437" y="941"/>
                </a:lnTo>
                <a:lnTo>
                  <a:pt x="1436" y="940"/>
                </a:lnTo>
                <a:lnTo>
                  <a:pt x="1436" y="939"/>
                </a:lnTo>
                <a:lnTo>
                  <a:pt x="1438" y="940"/>
                </a:lnTo>
                <a:lnTo>
                  <a:pt x="1439" y="940"/>
                </a:lnTo>
                <a:lnTo>
                  <a:pt x="1439" y="939"/>
                </a:lnTo>
                <a:lnTo>
                  <a:pt x="1438" y="938"/>
                </a:lnTo>
                <a:lnTo>
                  <a:pt x="1438" y="937"/>
                </a:lnTo>
                <a:lnTo>
                  <a:pt x="1438" y="936"/>
                </a:lnTo>
                <a:lnTo>
                  <a:pt x="1437" y="936"/>
                </a:lnTo>
                <a:lnTo>
                  <a:pt x="1437" y="937"/>
                </a:lnTo>
                <a:lnTo>
                  <a:pt x="1436" y="937"/>
                </a:lnTo>
                <a:lnTo>
                  <a:pt x="1436" y="936"/>
                </a:lnTo>
                <a:lnTo>
                  <a:pt x="1435" y="935"/>
                </a:lnTo>
                <a:lnTo>
                  <a:pt x="1435" y="934"/>
                </a:lnTo>
                <a:lnTo>
                  <a:pt x="1434" y="934"/>
                </a:lnTo>
                <a:lnTo>
                  <a:pt x="1434" y="933"/>
                </a:lnTo>
                <a:lnTo>
                  <a:pt x="1433" y="932"/>
                </a:lnTo>
                <a:lnTo>
                  <a:pt x="1433" y="931"/>
                </a:lnTo>
                <a:lnTo>
                  <a:pt x="1434" y="931"/>
                </a:lnTo>
                <a:lnTo>
                  <a:pt x="1434" y="932"/>
                </a:lnTo>
                <a:lnTo>
                  <a:pt x="1435" y="932"/>
                </a:lnTo>
                <a:lnTo>
                  <a:pt x="1434" y="931"/>
                </a:lnTo>
                <a:lnTo>
                  <a:pt x="1434" y="930"/>
                </a:lnTo>
                <a:lnTo>
                  <a:pt x="1433" y="930"/>
                </a:lnTo>
                <a:lnTo>
                  <a:pt x="1432" y="930"/>
                </a:lnTo>
                <a:lnTo>
                  <a:pt x="1431" y="930"/>
                </a:lnTo>
                <a:lnTo>
                  <a:pt x="1431" y="929"/>
                </a:lnTo>
                <a:lnTo>
                  <a:pt x="1432" y="928"/>
                </a:lnTo>
                <a:lnTo>
                  <a:pt x="1433" y="927"/>
                </a:lnTo>
                <a:lnTo>
                  <a:pt x="1434" y="927"/>
                </a:lnTo>
                <a:lnTo>
                  <a:pt x="1434" y="926"/>
                </a:lnTo>
                <a:lnTo>
                  <a:pt x="1435" y="925"/>
                </a:lnTo>
                <a:lnTo>
                  <a:pt x="1436" y="925"/>
                </a:lnTo>
                <a:lnTo>
                  <a:pt x="1437" y="926"/>
                </a:lnTo>
                <a:lnTo>
                  <a:pt x="1437" y="925"/>
                </a:lnTo>
                <a:lnTo>
                  <a:pt x="1437" y="924"/>
                </a:lnTo>
                <a:lnTo>
                  <a:pt x="1437" y="923"/>
                </a:lnTo>
                <a:lnTo>
                  <a:pt x="1438" y="923"/>
                </a:lnTo>
                <a:lnTo>
                  <a:pt x="1438" y="924"/>
                </a:lnTo>
                <a:lnTo>
                  <a:pt x="1439" y="924"/>
                </a:lnTo>
                <a:lnTo>
                  <a:pt x="1440" y="924"/>
                </a:lnTo>
                <a:lnTo>
                  <a:pt x="1440" y="923"/>
                </a:lnTo>
                <a:lnTo>
                  <a:pt x="1441" y="922"/>
                </a:lnTo>
                <a:lnTo>
                  <a:pt x="1440" y="921"/>
                </a:lnTo>
                <a:lnTo>
                  <a:pt x="1439" y="920"/>
                </a:lnTo>
                <a:lnTo>
                  <a:pt x="1439" y="921"/>
                </a:lnTo>
                <a:lnTo>
                  <a:pt x="1438" y="921"/>
                </a:lnTo>
                <a:lnTo>
                  <a:pt x="1438" y="922"/>
                </a:lnTo>
                <a:lnTo>
                  <a:pt x="1438" y="923"/>
                </a:lnTo>
                <a:lnTo>
                  <a:pt x="1437" y="922"/>
                </a:lnTo>
                <a:lnTo>
                  <a:pt x="1436" y="922"/>
                </a:lnTo>
                <a:lnTo>
                  <a:pt x="1435" y="920"/>
                </a:lnTo>
                <a:lnTo>
                  <a:pt x="1435" y="919"/>
                </a:lnTo>
                <a:lnTo>
                  <a:pt x="1435" y="918"/>
                </a:lnTo>
                <a:lnTo>
                  <a:pt x="1436" y="918"/>
                </a:lnTo>
                <a:lnTo>
                  <a:pt x="1436" y="919"/>
                </a:lnTo>
                <a:lnTo>
                  <a:pt x="1435" y="919"/>
                </a:lnTo>
                <a:lnTo>
                  <a:pt x="1436" y="919"/>
                </a:lnTo>
                <a:lnTo>
                  <a:pt x="1437" y="919"/>
                </a:lnTo>
                <a:lnTo>
                  <a:pt x="1438" y="919"/>
                </a:lnTo>
                <a:lnTo>
                  <a:pt x="1437" y="920"/>
                </a:lnTo>
                <a:lnTo>
                  <a:pt x="1436" y="921"/>
                </a:lnTo>
                <a:lnTo>
                  <a:pt x="1437" y="921"/>
                </a:lnTo>
                <a:lnTo>
                  <a:pt x="1437" y="922"/>
                </a:lnTo>
                <a:lnTo>
                  <a:pt x="1438" y="922"/>
                </a:lnTo>
                <a:lnTo>
                  <a:pt x="1438" y="921"/>
                </a:lnTo>
                <a:lnTo>
                  <a:pt x="1437" y="920"/>
                </a:lnTo>
                <a:lnTo>
                  <a:pt x="1438" y="919"/>
                </a:lnTo>
                <a:lnTo>
                  <a:pt x="1439" y="918"/>
                </a:lnTo>
                <a:lnTo>
                  <a:pt x="1439" y="917"/>
                </a:lnTo>
                <a:lnTo>
                  <a:pt x="1440" y="916"/>
                </a:lnTo>
                <a:lnTo>
                  <a:pt x="1441" y="916"/>
                </a:lnTo>
                <a:lnTo>
                  <a:pt x="1441" y="915"/>
                </a:lnTo>
                <a:lnTo>
                  <a:pt x="1441" y="914"/>
                </a:lnTo>
                <a:lnTo>
                  <a:pt x="1440" y="914"/>
                </a:lnTo>
                <a:lnTo>
                  <a:pt x="1440" y="913"/>
                </a:lnTo>
                <a:lnTo>
                  <a:pt x="1439" y="913"/>
                </a:lnTo>
                <a:lnTo>
                  <a:pt x="1439" y="912"/>
                </a:lnTo>
                <a:lnTo>
                  <a:pt x="1439" y="911"/>
                </a:lnTo>
                <a:lnTo>
                  <a:pt x="1439" y="910"/>
                </a:lnTo>
                <a:lnTo>
                  <a:pt x="1440" y="910"/>
                </a:lnTo>
                <a:lnTo>
                  <a:pt x="1440" y="908"/>
                </a:lnTo>
                <a:lnTo>
                  <a:pt x="1440" y="907"/>
                </a:lnTo>
                <a:lnTo>
                  <a:pt x="1440" y="906"/>
                </a:lnTo>
                <a:lnTo>
                  <a:pt x="1441" y="905"/>
                </a:lnTo>
                <a:lnTo>
                  <a:pt x="1442" y="904"/>
                </a:lnTo>
                <a:lnTo>
                  <a:pt x="1442" y="902"/>
                </a:lnTo>
                <a:lnTo>
                  <a:pt x="1441" y="901"/>
                </a:lnTo>
                <a:lnTo>
                  <a:pt x="1440" y="901"/>
                </a:lnTo>
                <a:lnTo>
                  <a:pt x="1439" y="900"/>
                </a:lnTo>
                <a:lnTo>
                  <a:pt x="1440" y="900"/>
                </a:lnTo>
                <a:lnTo>
                  <a:pt x="1440" y="898"/>
                </a:lnTo>
                <a:lnTo>
                  <a:pt x="1439" y="898"/>
                </a:lnTo>
                <a:lnTo>
                  <a:pt x="1439" y="899"/>
                </a:lnTo>
                <a:lnTo>
                  <a:pt x="1439" y="900"/>
                </a:lnTo>
                <a:lnTo>
                  <a:pt x="1438" y="899"/>
                </a:lnTo>
                <a:lnTo>
                  <a:pt x="1438" y="898"/>
                </a:lnTo>
                <a:lnTo>
                  <a:pt x="1439" y="897"/>
                </a:lnTo>
                <a:lnTo>
                  <a:pt x="1439" y="896"/>
                </a:lnTo>
                <a:lnTo>
                  <a:pt x="1438" y="896"/>
                </a:lnTo>
                <a:lnTo>
                  <a:pt x="1438" y="897"/>
                </a:lnTo>
                <a:lnTo>
                  <a:pt x="1437" y="897"/>
                </a:lnTo>
                <a:lnTo>
                  <a:pt x="1436" y="897"/>
                </a:lnTo>
                <a:lnTo>
                  <a:pt x="1436" y="896"/>
                </a:lnTo>
                <a:lnTo>
                  <a:pt x="1437" y="895"/>
                </a:lnTo>
                <a:lnTo>
                  <a:pt x="1436" y="894"/>
                </a:lnTo>
                <a:lnTo>
                  <a:pt x="1435" y="892"/>
                </a:lnTo>
                <a:lnTo>
                  <a:pt x="1435" y="893"/>
                </a:lnTo>
                <a:lnTo>
                  <a:pt x="1434" y="893"/>
                </a:lnTo>
                <a:lnTo>
                  <a:pt x="1434" y="891"/>
                </a:lnTo>
                <a:lnTo>
                  <a:pt x="1433" y="891"/>
                </a:lnTo>
                <a:lnTo>
                  <a:pt x="1432" y="890"/>
                </a:lnTo>
                <a:lnTo>
                  <a:pt x="1432" y="889"/>
                </a:lnTo>
                <a:lnTo>
                  <a:pt x="1431" y="887"/>
                </a:lnTo>
                <a:lnTo>
                  <a:pt x="1430" y="887"/>
                </a:lnTo>
                <a:lnTo>
                  <a:pt x="1430" y="888"/>
                </a:lnTo>
                <a:lnTo>
                  <a:pt x="1429" y="887"/>
                </a:lnTo>
                <a:lnTo>
                  <a:pt x="1429" y="885"/>
                </a:lnTo>
                <a:lnTo>
                  <a:pt x="1429" y="884"/>
                </a:lnTo>
                <a:lnTo>
                  <a:pt x="1428" y="885"/>
                </a:lnTo>
                <a:lnTo>
                  <a:pt x="1428" y="886"/>
                </a:lnTo>
                <a:lnTo>
                  <a:pt x="1427" y="886"/>
                </a:lnTo>
                <a:lnTo>
                  <a:pt x="1427" y="885"/>
                </a:lnTo>
                <a:lnTo>
                  <a:pt x="1426" y="886"/>
                </a:lnTo>
                <a:lnTo>
                  <a:pt x="1426" y="887"/>
                </a:lnTo>
                <a:lnTo>
                  <a:pt x="1425" y="887"/>
                </a:lnTo>
                <a:lnTo>
                  <a:pt x="1425" y="886"/>
                </a:lnTo>
                <a:lnTo>
                  <a:pt x="1425" y="885"/>
                </a:lnTo>
                <a:lnTo>
                  <a:pt x="1424" y="885"/>
                </a:lnTo>
                <a:lnTo>
                  <a:pt x="1423" y="885"/>
                </a:lnTo>
                <a:lnTo>
                  <a:pt x="1422" y="885"/>
                </a:lnTo>
                <a:lnTo>
                  <a:pt x="1422" y="886"/>
                </a:lnTo>
                <a:lnTo>
                  <a:pt x="1422" y="887"/>
                </a:lnTo>
                <a:lnTo>
                  <a:pt x="1421" y="886"/>
                </a:lnTo>
                <a:lnTo>
                  <a:pt x="1420" y="885"/>
                </a:lnTo>
                <a:lnTo>
                  <a:pt x="1419" y="884"/>
                </a:lnTo>
                <a:lnTo>
                  <a:pt x="1418" y="884"/>
                </a:lnTo>
                <a:lnTo>
                  <a:pt x="1416" y="884"/>
                </a:lnTo>
                <a:lnTo>
                  <a:pt x="1415" y="883"/>
                </a:lnTo>
                <a:lnTo>
                  <a:pt x="1414" y="881"/>
                </a:lnTo>
                <a:lnTo>
                  <a:pt x="1414" y="879"/>
                </a:lnTo>
                <a:lnTo>
                  <a:pt x="1413" y="879"/>
                </a:lnTo>
                <a:lnTo>
                  <a:pt x="1412" y="880"/>
                </a:lnTo>
                <a:lnTo>
                  <a:pt x="1410" y="880"/>
                </a:lnTo>
                <a:lnTo>
                  <a:pt x="1410" y="881"/>
                </a:lnTo>
                <a:lnTo>
                  <a:pt x="1409" y="880"/>
                </a:lnTo>
                <a:lnTo>
                  <a:pt x="1409" y="879"/>
                </a:lnTo>
                <a:lnTo>
                  <a:pt x="1409" y="878"/>
                </a:lnTo>
                <a:lnTo>
                  <a:pt x="1410" y="878"/>
                </a:lnTo>
                <a:lnTo>
                  <a:pt x="1409" y="877"/>
                </a:lnTo>
                <a:lnTo>
                  <a:pt x="1409" y="878"/>
                </a:lnTo>
                <a:lnTo>
                  <a:pt x="1409" y="879"/>
                </a:lnTo>
                <a:lnTo>
                  <a:pt x="1409" y="880"/>
                </a:lnTo>
                <a:lnTo>
                  <a:pt x="1408" y="880"/>
                </a:lnTo>
                <a:lnTo>
                  <a:pt x="1406" y="879"/>
                </a:lnTo>
                <a:lnTo>
                  <a:pt x="1406" y="877"/>
                </a:lnTo>
                <a:lnTo>
                  <a:pt x="1405" y="876"/>
                </a:lnTo>
                <a:lnTo>
                  <a:pt x="1404" y="877"/>
                </a:lnTo>
                <a:lnTo>
                  <a:pt x="1404" y="878"/>
                </a:lnTo>
                <a:lnTo>
                  <a:pt x="1405" y="878"/>
                </a:lnTo>
                <a:lnTo>
                  <a:pt x="1405" y="879"/>
                </a:lnTo>
                <a:lnTo>
                  <a:pt x="1404" y="879"/>
                </a:lnTo>
                <a:lnTo>
                  <a:pt x="1404" y="880"/>
                </a:lnTo>
                <a:lnTo>
                  <a:pt x="1403" y="878"/>
                </a:lnTo>
                <a:lnTo>
                  <a:pt x="1402" y="877"/>
                </a:lnTo>
                <a:lnTo>
                  <a:pt x="1401" y="877"/>
                </a:lnTo>
                <a:lnTo>
                  <a:pt x="1400" y="877"/>
                </a:lnTo>
                <a:lnTo>
                  <a:pt x="1400" y="878"/>
                </a:lnTo>
                <a:lnTo>
                  <a:pt x="1401" y="879"/>
                </a:lnTo>
                <a:lnTo>
                  <a:pt x="1401" y="880"/>
                </a:lnTo>
                <a:lnTo>
                  <a:pt x="1400" y="881"/>
                </a:lnTo>
                <a:lnTo>
                  <a:pt x="1399" y="882"/>
                </a:lnTo>
                <a:lnTo>
                  <a:pt x="1398" y="881"/>
                </a:lnTo>
                <a:lnTo>
                  <a:pt x="1396" y="880"/>
                </a:lnTo>
                <a:lnTo>
                  <a:pt x="1396" y="879"/>
                </a:lnTo>
                <a:lnTo>
                  <a:pt x="1395" y="880"/>
                </a:lnTo>
                <a:lnTo>
                  <a:pt x="1394" y="880"/>
                </a:lnTo>
                <a:lnTo>
                  <a:pt x="1393" y="878"/>
                </a:lnTo>
                <a:lnTo>
                  <a:pt x="1392" y="877"/>
                </a:lnTo>
                <a:lnTo>
                  <a:pt x="1392" y="876"/>
                </a:lnTo>
                <a:lnTo>
                  <a:pt x="1392" y="875"/>
                </a:lnTo>
                <a:lnTo>
                  <a:pt x="1391" y="875"/>
                </a:lnTo>
                <a:lnTo>
                  <a:pt x="1391" y="874"/>
                </a:lnTo>
                <a:lnTo>
                  <a:pt x="1392" y="874"/>
                </a:lnTo>
                <a:lnTo>
                  <a:pt x="1393" y="874"/>
                </a:lnTo>
                <a:lnTo>
                  <a:pt x="1394" y="875"/>
                </a:lnTo>
                <a:lnTo>
                  <a:pt x="1395" y="874"/>
                </a:lnTo>
                <a:lnTo>
                  <a:pt x="1395" y="873"/>
                </a:lnTo>
                <a:lnTo>
                  <a:pt x="1394" y="873"/>
                </a:lnTo>
                <a:lnTo>
                  <a:pt x="1395" y="873"/>
                </a:lnTo>
                <a:lnTo>
                  <a:pt x="1395" y="872"/>
                </a:lnTo>
                <a:lnTo>
                  <a:pt x="1395" y="870"/>
                </a:lnTo>
                <a:lnTo>
                  <a:pt x="1395" y="869"/>
                </a:lnTo>
                <a:lnTo>
                  <a:pt x="1395" y="868"/>
                </a:lnTo>
                <a:lnTo>
                  <a:pt x="1395" y="867"/>
                </a:lnTo>
                <a:lnTo>
                  <a:pt x="1396" y="867"/>
                </a:lnTo>
                <a:lnTo>
                  <a:pt x="1397" y="866"/>
                </a:lnTo>
                <a:lnTo>
                  <a:pt x="1398" y="866"/>
                </a:lnTo>
                <a:lnTo>
                  <a:pt x="1397" y="864"/>
                </a:lnTo>
                <a:lnTo>
                  <a:pt x="1396" y="863"/>
                </a:lnTo>
                <a:lnTo>
                  <a:pt x="1395" y="863"/>
                </a:lnTo>
                <a:lnTo>
                  <a:pt x="1394" y="863"/>
                </a:lnTo>
                <a:lnTo>
                  <a:pt x="1393" y="863"/>
                </a:lnTo>
                <a:lnTo>
                  <a:pt x="1393" y="862"/>
                </a:lnTo>
                <a:lnTo>
                  <a:pt x="1393" y="861"/>
                </a:lnTo>
                <a:lnTo>
                  <a:pt x="1393" y="860"/>
                </a:lnTo>
                <a:lnTo>
                  <a:pt x="1394" y="860"/>
                </a:lnTo>
                <a:lnTo>
                  <a:pt x="1394" y="861"/>
                </a:lnTo>
                <a:lnTo>
                  <a:pt x="1395" y="861"/>
                </a:lnTo>
                <a:lnTo>
                  <a:pt x="1395" y="860"/>
                </a:lnTo>
                <a:lnTo>
                  <a:pt x="1395" y="859"/>
                </a:lnTo>
                <a:lnTo>
                  <a:pt x="1394" y="858"/>
                </a:lnTo>
                <a:lnTo>
                  <a:pt x="1395" y="857"/>
                </a:lnTo>
                <a:lnTo>
                  <a:pt x="1395" y="856"/>
                </a:lnTo>
                <a:lnTo>
                  <a:pt x="1396" y="856"/>
                </a:lnTo>
                <a:lnTo>
                  <a:pt x="1396" y="855"/>
                </a:lnTo>
                <a:lnTo>
                  <a:pt x="1396" y="854"/>
                </a:lnTo>
                <a:lnTo>
                  <a:pt x="1396" y="853"/>
                </a:lnTo>
                <a:lnTo>
                  <a:pt x="1396" y="852"/>
                </a:lnTo>
                <a:lnTo>
                  <a:pt x="1395" y="852"/>
                </a:lnTo>
                <a:lnTo>
                  <a:pt x="1394" y="852"/>
                </a:lnTo>
                <a:lnTo>
                  <a:pt x="1394" y="851"/>
                </a:lnTo>
                <a:lnTo>
                  <a:pt x="1394" y="850"/>
                </a:lnTo>
                <a:lnTo>
                  <a:pt x="1393" y="850"/>
                </a:lnTo>
                <a:lnTo>
                  <a:pt x="1393" y="851"/>
                </a:lnTo>
                <a:lnTo>
                  <a:pt x="1393" y="852"/>
                </a:lnTo>
                <a:lnTo>
                  <a:pt x="1392" y="852"/>
                </a:lnTo>
                <a:lnTo>
                  <a:pt x="1392" y="851"/>
                </a:lnTo>
                <a:lnTo>
                  <a:pt x="1392" y="850"/>
                </a:lnTo>
                <a:lnTo>
                  <a:pt x="1390" y="850"/>
                </a:lnTo>
                <a:lnTo>
                  <a:pt x="1389" y="850"/>
                </a:lnTo>
                <a:lnTo>
                  <a:pt x="1389" y="849"/>
                </a:lnTo>
                <a:lnTo>
                  <a:pt x="1388" y="849"/>
                </a:lnTo>
                <a:lnTo>
                  <a:pt x="1388" y="848"/>
                </a:lnTo>
                <a:lnTo>
                  <a:pt x="1387" y="848"/>
                </a:lnTo>
                <a:lnTo>
                  <a:pt x="1387" y="847"/>
                </a:lnTo>
                <a:lnTo>
                  <a:pt x="1387" y="848"/>
                </a:lnTo>
                <a:lnTo>
                  <a:pt x="1386" y="848"/>
                </a:lnTo>
                <a:lnTo>
                  <a:pt x="1385" y="847"/>
                </a:lnTo>
                <a:lnTo>
                  <a:pt x="1386" y="846"/>
                </a:lnTo>
                <a:lnTo>
                  <a:pt x="1385" y="846"/>
                </a:lnTo>
                <a:lnTo>
                  <a:pt x="1384" y="844"/>
                </a:lnTo>
                <a:lnTo>
                  <a:pt x="1383" y="843"/>
                </a:lnTo>
                <a:lnTo>
                  <a:pt x="1383" y="844"/>
                </a:lnTo>
                <a:lnTo>
                  <a:pt x="1382" y="844"/>
                </a:lnTo>
                <a:lnTo>
                  <a:pt x="1381" y="844"/>
                </a:lnTo>
                <a:lnTo>
                  <a:pt x="1381" y="843"/>
                </a:lnTo>
                <a:lnTo>
                  <a:pt x="1381" y="842"/>
                </a:lnTo>
                <a:lnTo>
                  <a:pt x="1380" y="841"/>
                </a:lnTo>
                <a:lnTo>
                  <a:pt x="1380" y="840"/>
                </a:lnTo>
                <a:lnTo>
                  <a:pt x="1381" y="841"/>
                </a:lnTo>
                <a:lnTo>
                  <a:pt x="1382" y="842"/>
                </a:lnTo>
                <a:lnTo>
                  <a:pt x="1383" y="842"/>
                </a:lnTo>
                <a:lnTo>
                  <a:pt x="1383" y="840"/>
                </a:lnTo>
                <a:lnTo>
                  <a:pt x="1384" y="840"/>
                </a:lnTo>
                <a:lnTo>
                  <a:pt x="1385" y="841"/>
                </a:lnTo>
                <a:lnTo>
                  <a:pt x="1386" y="841"/>
                </a:lnTo>
                <a:lnTo>
                  <a:pt x="1386" y="842"/>
                </a:lnTo>
                <a:lnTo>
                  <a:pt x="1387" y="842"/>
                </a:lnTo>
                <a:lnTo>
                  <a:pt x="1388" y="842"/>
                </a:lnTo>
                <a:lnTo>
                  <a:pt x="1389" y="842"/>
                </a:lnTo>
                <a:lnTo>
                  <a:pt x="1390" y="841"/>
                </a:lnTo>
                <a:lnTo>
                  <a:pt x="1389" y="840"/>
                </a:lnTo>
                <a:lnTo>
                  <a:pt x="1390" y="839"/>
                </a:lnTo>
                <a:lnTo>
                  <a:pt x="1391" y="839"/>
                </a:lnTo>
                <a:lnTo>
                  <a:pt x="1390" y="838"/>
                </a:lnTo>
                <a:lnTo>
                  <a:pt x="1389" y="837"/>
                </a:lnTo>
                <a:lnTo>
                  <a:pt x="1388" y="837"/>
                </a:lnTo>
                <a:lnTo>
                  <a:pt x="1388" y="835"/>
                </a:lnTo>
                <a:lnTo>
                  <a:pt x="1388" y="834"/>
                </a:lnTo>
                <a:lnTo>
                  <a:pt x="1388" y="833"/>
                </a:lnTo>
                <a:lnTo>
                  <a:pt x="1389" y="834"/>
                </a:lnTo>
                <a:lnTo>
                  <a:pt x="1390" y="834"/>
                </a:lnTo>
                <a:lnTo>
                  <a:pt x="1391" y="834"/>
                </a:lnTo>
                <a:lnTo>
                  <a:pt x="1392" y="833"/>
                </a:lnTo>
                <a:lnTo>
                  <a:pt x="1393" y="833"/>
                </a:lnTo>
                <a:lnTo>
                  <a:pt x="1393" y="831"/>
                </a:lnTo>
                <a:lnTo>
                  <a:pt x="1393" y="828"/>
                </a:lnTo>
                <a:lnTo>
                  <a:pt x="1393" y="827"/>
                </a:lnTo>
                <a:lnTo>
                  <a:pt x="1393" y="826"/>
                </a:lnTo>
                <a:lnTo>
                  <a:pt x="1393" y="825"/>
                </a:lnTo>
                <a:lnTo>
                  <a:pt x="1394" y="825"/>
                </a:lnTo>
                <a:lnTo>
                  <a:pt x="1395" y="824"/>
                </a:lnTo>
                <a:lnTo>
                  <a:pt x="1395" y="825"/>
                </a:lnTo>
                <a:lnTo>
                  <a:pt x="1397" y="825"/>
                </a:lnTo>
                <a:lnTo>
                  <a:pt x="1396" y="824"/>
                </a:lnTo>
                <a:lnTo>
                  <a:pt x="1396" y="823"/>
                </a:lnTo>
                <a:lnTo>
                  <a:pt x="1396" y="822"/>
                </a:lnTo>
                <a:lnTo>
                  <a:pt x="1395" y="822"/>
                </a:lnTo>
                <a:lnTo>
                  <a:pt x="1395" y="821"/>
                </a:lnTo>
                <a:lnTo>
                  <a:pt x="1397" y="820"/>
                </a:lnTo>
                <a:lnTo>
                  <a:pt x="1398" y="820"/>
                </a:lnTo>
                <a:lnTo>
                  <a:pt x="1398" y="819"/>
                </a:lnTo>
                <a:lnTo>
                  <a:pt x="1399" y="818"/>
                </a:lnTo>
                <a:lnTo>
                  <a:pt x="1400" y="819"/>
                </a:lnTo>
                <a:lnTo>
                  <a:pt x="1401" y="819"/>
                </a:lnTo>
                <a:lnTo>
                  <a:pt x="1401" y="818"/>
                </a:lnTo>
                <a:lnTo>
                  <a:pt x="1401" y="817"/>
                </a:lnTo>
                <a:lnTo>
                  <a:pt x="1403" y="817"/>
                </a:lnTo>
                <a:lnTo>
                  <a:pt x="1405" y="819"/>
                </a:lnTo>
                <a:lnTo>
                  <a:pt x="1405" y="818"/>
                </a:lnTo>
                <a:lnTo>
                  <a:pt x="1406" y="819"/>
                </a:lnTo>
                <a:lnTo>
                  <a:pt x="1407" y="820"/>
                </a:lnTo>
                <a:lnTo>
                  <a:pt x="1408" y="820"/>
                </a:lnTo>
                <a:lnTo>
                  <a:pt x="1407" y="819"/>
                </a:lnTo>
                <a:lnTo>
                  <a:pt x="1407" y="818"/>
                </a:lnTo>
                <a:lnTo>
                  <a:pt x="1406" y="816"/>
                </a:lnTo>
                <a:lnTo>
                  <a:pt x="1407" y="816"/>
                </a:lnTo>
                <a:lnTo>
                  <a:pt x="1407" y="815"/>
                </a:lnTo>
                <a:lnTo>
                  <a:pt x="1408" y="814"/>
                </a:lnTo>
                <a:lnTo>
                  <a:pt x="1407" y="812"/>
                </a:lnTo>
                <a:lnTo>
                  <a:pt x="1408" y="812"/>
                </a:lnTo>
                <a:lnTo>
                  <a:pt x="1408" y="811"/>
                </a:lnTo>
                <a:lnTo>
                  <a:pt x="1408" y="810"/>
                </a:lnTo>
                <a:lnTo>
                  <a:pt x="1408" y="809"/>
                </a:lnTo>
                <a:lnTo>
                  <a:pt x="1409" y="809"/>
                </a:lnTo>
                <a:lnTo>
                  <a:pt x="1409" y="808"/>
                </a:lnTo>
                <a:lnTo>
                  <a:pt x="1408" y="806"/>
                </a:lnTo>
                <a:lnTo>
                  <a:pt x="1408" y="805"/>
                </a:lnTo>
                <a:lnTo>
                  <a:pt x="1408" y="803"/>
                </a:lnTo>
                <a:lnTo>
                  <a:pt x="1406" y="802"/>
                </a:lnTo>
                <a:lnTo>
                  <a:pt x="1407" y="802"/>
                </a:lnTo>
                <a:lnTo>
                  <a:pt x="1407" y="801"/>
                </a:lnTo>
                <a:lnTo>
                  <a:pt x="1407" y="799"/>
                </a:lnTo>
                <a:lnTo>
                  <a:pt x="1407" y="798"/>
                </a:lnTo>
                <a:lnTo>
                  <a:pt x="1406" y="798"/>
                </a:lnTo>
                <a:lnTo>
                  <a:pt x="1405" y="798"/>
                </a:lnTo>
                <a:lnTo>
                  <a:pt x="1405" y="799"/>
                </a:lnTo>
                <a:lnTo>
                  <a:pt x="1404" y="800"/>
                </a:lnTo>
                <a:lnTo>
                  <a:pt x="1403" y="798"/>
                </a:lnTo>
                <a:lnTo>
                  <a:pt x="1404" y="797"/>
                </a:lnTo>
                <a:lnTo>
                  <a:pt x="1404" y="796"/>
                </a:lnTo>
                <a:lnTo>
                  <a:pt x="1404" y="795"/>
                </a:lnTo>
                <a:lnTo>
                  <a:pt x="1401" y="793"/>
                </a:lnTo>
                <a:lnTo>
                  <a:pt x="1400" y="793"/>
                </a:lnTo>
                <a:lnTo>
                  <a:pt x="1399" y="793"/>
                </a:lnTo>
                <a:lnTo>
                  <a:pt x="1398" y="792"/>
                </a:lnTo>
                <a:lnTo>
                  <a:pt x="1398" y="791"/>
                </a:lnTo>
                <a:lnTo>
                  <a:pt x="1398" y="790"/>
                </a:lnTo>
                <a:lnTo>
                  <a:pt x="1398" y="789"/>
                </a:lnTo>
                <a:lnTo>
                  <a:pt x="1397" y="788"/>
                </a:lnTo>
                <a:lnTo>
                  <a:pt x="1397" y="787"/>
                </a:lnTo>
                <a:lnTo>
                  <a:pt x="1397" y="786"/>
                </a:lnTo>
                <a:lnTo>
                  <a:pt x="1398" y="787"/>
                </a:lnTo>
                <a:lnTo>
                  <a:pt x="1398" y="788"/>
                </a:lnTo>
                <a:lnTo>
                  <a:pt x="1399" y="789"/>
                </a:lnTo>
                <a:lnTo>
                  <a:pt x="1400" y="790"/>
                </a:lnTo>
                <a:lnTo>
                  <a:pt x="1401" y="790"/>
                </a:lnTo>
                <a:lnTo>
                  <a:pt x="1401" y="791"/>
                </a:lnTo>
                <a:lnTo>
                  <a:pt x="1400" y="791"/>
                </a:lnTo>
                <a:lnTo>
                  <a:pt x="1400" y="792"/>
                </a:lnTo>
                <a:lnTo>
                  <a:pt x="1401" y="792"/>
                </a:lnTo>
                <a:lnTo>
                  <a:pt x="1401" y="793"/>
                </a:lnTo>
                <a:lnTo>
                  <a:pt x="1402" y="793"/>
                </a:lnTo>
                <a:lnTo>
                  <a:pt x="1402" y="792"/>
                </a:lnTo>
                <a:lnTo>
                  <a:pt x="1403" y="791"/>
                </a:lnTo>
                <a:lnTo>
                  <a:pt x="1402" y="790"/>
                </a:lnTo>
                <a:lnTo>
                  <a:pt x="1402" y="789"/>
                </a:lnTo>
                <a:lnTo>
                  <a:pt x="1403" y="788"/>
                </a:lnTo>
                <a:lnTo>
                  <a:pt x="1404" y="789"/>
                </a:lnTo>
                <a:lnTo>
                  <a:pt x="1406" y="789"/>
                </a:lnTo>
                <a:lnTo>
                  <a:pt x="1408" y="789"/>
                </a:lnTo>
                <a:lnTo>
                  <a:pt x="1407" y="787"/>
                </a:lnTo>
                <a:lnTo>
                  <a:pt x="1407" y="786"/>
                </a:lnTo>
                <a:lnTo>
                  <a:pt x="1407" y="785"/>
                </a:lnTo>
                <a:lnTo>
                  <a:pt x="1407" y="783"/>
                </a:lnTo>
                <a:lnTo>
                  <a:pt x="1408" y="782"/>
                </a:lnTo>
                <a:lnTo>
                  <a:pt x="1409" y="783"/>
                </a:lnTo>
                <a:lnTo>
                  <a:pt x="1410" y="782"/>
                </a:lnTo>
                <a:lnTo>
                  <a:pt x="1410" y="781"/>
                </a:lnTo>
                <a:lnTo>
                  <a:pt x="1409" y="781"/>
                </a:lnTo>
                <a:lnTo>
                  <a:pt x="1408" y="779"/>
                </a:lnTo>
                <a:lnTo>
                  <a:pt x="1408" y="777"/>
                </a:lnTo>
                <a:lnTo>
                  <a:pt x="1408" y="775"/>
                </a:lnTo>
                <a:lnTo>
                  <a:pt x="1407" y="774"/>
                </a:lnTo>
                <a:lnTo>
                  <a:pt x="1407" y="773"/>
                </a:lnTo>
                <a:lnTo>
                  <a:pt x="1406" y="773"/>
                </a:lnTo>
                <a:lnTo>
                  <a:pt x="1406" y="772"/>
                </a:lnTo>
                <a:lnTo>
                  <a:pt x="1405" y="772"/>
                </a:lnTo>
                <a:lnTo>
                  <a:pt x="1405" y="771"/>
                </a:lnTo>
                <a:lnTo>
                  <a:pt x="1405" y="770"/>
                </a:lnTo>
                <a:lnTo>
                  <a:pt x="1404" y="768"/>
                </a:lnTo>
                <a:lnTo>
                  <a:pt x="1403" y="768"/>
                </a:lnTo>
                <a:lnTo>
                  <a:pt x="1404" y="767"/>
                </a:lnTo>
                <a:lnTo>
                  <a:pt x="1404" y="766"/>
                </a:lnTo>
                <a:lnTo>
                  <a:pt x="1405" y="766"/>
                </a:lnTo>
                <a:lnTo>
                  <a:pt x="1405" y="767"/>
                </a:lnTo>
                <a:lnTo>
                  <a:pt x="1406" y="767"/>
                </a:lnTo>
                <a:lnTo>
                  <a:pt x="1407" y="768"/>
                </a:lnTo>
                <a:lnTo>
                  <a:pt x="1408" y="768"/>
                </a:lnTo>
                <a:lnTo>
                  <a:pt x="1409" y="768"/>
                </a:lnTo>
                <a:lnTo>
                  <a:pt x="1410" y="768"/>
                </a:lnTo>
                <a:lnTo>
                  <a:pt x="1410" y="769"/>
                </a:lnTo>
                <a:lnTo>
                  <a:pt x="1410" y="770"/>
                </a:lnTo>
                <a:lnTo>
                  <a:pt x="1411" y="769"/>
                </a:lnTo>
                <a:lnTo>
                  <a:pt x="1411" y="768"/>
                </a:lnTo>
                <a:lnTo>
                  <a:pt x="1412" y="767"/>
                </a:lnTo>
                <a:lnTo>
                  <a:pt x="1412" y="768"/>
                </a:lnTo>
                <a:lnTo>
                  <a:pt x="1413" y="769"/>
                </a:lnTo>
                <a:lnTo>
                  <a:pt x="1415" y="768"/>
                </a:lnTo>
                <a:lnTo>
                  <a:pt x="1416" y="768"/>
                </a:lnTo>
                <a:lnTo>
                  <a:pt x="1416" y="769"/>
                </a:lnTo>
                <a:lnTo>
                  <a:pt x="1416" y="770"/>
                </a:lnTo>
                <a:lnTo>
                  <a:pt x="1417" y="771"/>
                </a:lnTo>
                <a:lnTo>
                  <a:pt x="1418" y="771"/>
                </a:lnTo>
                <a:lnTo>
                  <a:pt x="1418" y="772"/>
                </a:lnTo>
                <a:lnTo>
                  <a:pt x="1419" y="773"/>
                </a:lnTo>
                <a:lnTo>
                  <a:pt x="1419" y="772"/>
                </a:lnTo>
                <a:lnTo>
                  <a:pt x="1419" y="771"/>
                </a:lnTo>
                <a:lnTo>
                  <a:pt x="1419" y="770"/>
                </a:lnTo>
                <a:lnTo>
                  <a:pt x="1420" y="769"/>
                </a:lnTo>
                <a:lnTo>
                  <a:pt x="1420" y="768"/>
                </a:lnTo>
                <a:lnTo>
                  <a:pt x="1420" y="767"/>
                </a:lnTo>
                <a:lnTo>
                  <a:pt x="1420" y="766"/>
                </a:lnTo>
                <a:lnTo>
                  <a:pt x="1420" y="764"/>
                </a:lnTo>
                <a:lnTo>
                  <a:pt x="1420" y="763"/>
                </a:lnTo>
                <a:lnTo>
                  <a:pt x="1421" y="763"/>
                </a:lnTo>
                <a:lnTo>
                  <a:pt x="1422" y="763"/>
                </a:lnTo>
                <a:lnTo>
                  <a:pt x="1422" y="764"/>
                </a:lnTo>
                <a:lnTo>
                  <a:pt x="1423" y="765"/>
                </a:lnTo>
                <a:lnTo>
                  <a:pt x="1424" y="765"/>
                </a:lnTo>
                <a:lnTo>
                  <a:pt x="1425" y="765"/>
                </a:lnTo>
                <a:lnTo>
                  <a:pt x="1425" y="766"/>
                </a:lnTo>
                <a:lnTo>
                  <a:pt x="1426" y="767"/>
                </a:lnTo>
                <a:lnTo>
                  <a:pt x="1427" y="767"/>
                </a:lnTo>
                <a:lnTo>
                  <a:pt x="1428" y="768"/>
                </a:lnTo>
                <a:lnTo>
                  <a:pt x="1429" y="769"/>
                </a:lnTo>
                <a:lnTo>
                  <a:pt x="1430" y="768"/>
                </a:lnTo>
                <a:lnTo>
                  <a:pt x="1431" y="770"/>
                </a:lnTo>
                <a:lnTo>
                  <a:pt x="1432" y="770"/>
                </a:lnTo>
                <a:lnTo>
                  <a:pt x="1433" y="771"/>
                </a:lnTo>
                <a:lnTo>
                  <a:pt x="1434" y="768"/>
                </a:lnTo>
                <a:lnTo>
                  <a:pt x="1435" y="768"/>
                </a:lnTo>
                <a:lnTo>
                  <a:pt x="1435" y="767"/>
                </a:lnTo>
                <a:lnTo>
                  <a:pt x="1434" y="766"/>
                </a:lnTo>
                <a:lnTo>
                  <a:pt x="1433" y="766"/>
                </a:lnTo>
                <a:lnTo>
                  <a:pt x="1432" y="765"/>
                </a:lnTo>
                <a:lnTo>
                  <a:pt x="1433" y="764"/>
                </a:lnTo>
                <a:lnTo>
                  <a:pt x="1434" y="764"/>
                </a:lnTo>
                <a:lnTo>
                  <a:pt x="1435" y="764"/>
                </a:lnTo>
                <a:lnTo>
                  <a:pt x="1437" y="766"/>
                </a:lnTo>
                <a:lnTo>
                  <a:pt x="1439" y="767"/>
                </a:lnTo>
                <a:lnTo>
                  <a:pt x="1439" y="768"/>
                </a:lnTo>
                <a:lnTo>
                  <a:pt x="1439" y="769"/>
                </a:lnTo>
                <a:lnTo>
                  <a:pt x="1440" y="769"/>
                </a:lnTo>
                <a:lnTo>
                  <a:pt x="1442" y="769"/>
                </a:lnTo>
                <a:lnTo>
                  <a:pt x="1443" y="770"/>
                </a:lnTo>
                <a:lnTo>
                  <a:pt x="1443" y="769"/>
                </a:lnTo>
                <a:lnTo>
                  <a:pt x="1442" y="768"/>
                </a:lnTo>
                <a:lnTo>
                  <a:pt x="1443" y="768"/>
                </a:lnTo>
                <a:lnTo>
                  <a:pt x="1445" y="769"/>
                </a:lnTo>
                <a:lnTo>
                  <a:pt x="1446" y="769"/>
                </a:lnTo>
                <a:lnTo>
                  <a:pt x="1446" y="768"/>
                </a:lnTo>
                <a:lnTo>
                  <a:pt x="1446" y="767"/>
                </a:lnTo>
                <a:lnTo>
                  <a:pt x="1446" y="766"/>
                </a:lnTo>
                <a:lnTo>
                  <a:pt x="1446" y="765"/>
                </a:lnTo>
                <a:lnTo>
                  <a:pt x="1447" y="765"/>
                </a:lnTo>
                <a:lnTo>
                  <a:pt x="1447" y="766"/>
                </a:lnTo>
                <a:lnTo>
                  <a:pt x="1448" y="766"/>
                </a:lnTo>
                <a:lnTo>
                  <a:pt x="1450" y="767"/>
                </a:lnTo>
                <a:lnTo>
                  <a:pt x="1450" y="766"/>
                </a:lnTo>
                <a:lnTo>
                  <a:pt x="1451" y="766"/>
                </a:lnTo>
                <a:lnTo>
                  <a:pt x="1452" y="767"/>
                </a:lnTo>
                <a:lnTo>
                  <a:pt x="1453" y="767"/>
                </a:lnTo>
                <a:lnTo>
                  <a:pt x="1453" y="768"/>
                </a:lnTo>
                <a:lnTo>
                  <a:pt x="1454" y="767"/>
                </a:lnTo>
                <a:lnTo>
                  <a:pt x="1457" y="766"/>
                </a:lnTo>
                <a:lnTo>
                  <a:pt x="1457" y="765"/>
                </a:lnTo>
                <a:lnTo>
                  <a:pt x="1459" y="765"/>
                </a:lnTo>
                <a:lnTo>
                  <a:pt x="1460" y="765"/>
                </a:lnTo>
                <a:lnTo>
                  <a:pt x="1462" y="765"/>
                </a:lnTo>
                <a:lnTo>
                  <a:pt x="1464" y="767"/>
                </a:lnTo>
                <a:lnTo>
                  <a:pt x="1465" y="768"/>
                </a:lnTo>
                <a:lnTo>
                  <a:pt x="1467" y="770"/>
                </a:lnTo>
                <a:lnTo>
                  <a:pt x="1468" y="770"/>
                </a:lnTo>
                <a:lnTo>
                  <a:pt x="1469" y="769"/>
                </a:lnTo>
                <a:lnTo>
                  <a:pt x="1470" y="770"/>
                </a:lnTo>
                <a:lnTo>
                  <a:pt x="1471" y="771"/>
                </a:lnTo>
                <a:lnTo>
                  <a:pt x="1472" y="773"/>
                </a:lnTo>
                <a:lnTo>
                  <a:pt x="1472" y="774"/>
                </a:lnTo>
                <a:lnTo>
                  <a:pt x="1472" y="775"/>
                </a:lnTo>
                <a:lnTo>
                  <a:pt x="1472" y="777"/>
                </a:lnTo>
                <a:lnTo>
                  <a:pt x="1471" y="777"/>
                </a:lnTo>
                <a:lnTo>
                  <a:pt x="1471" y="778"/>
                </a:lnTo>
                <a:lnTo>
                  <a:pt x="1472" y="778"/>
                </a:lnTo>
                <a:lnTo>
                  <a:pt x="1472" y="779"/>
                </a:lnTo>
                <a:lnTo>
                  <a:pt x="1472" y="780"/>
                </a:lnTo>
                <a:lnTo>
                  <a:pt x="1473" y="781"/>
                </a:lnTo>
                <a:lnTo>
                  <a:pt x="1472" y="781"/>
                </a:lnTo>
                <a:lnTo>
                  <a:pt x="1473" y="784"/>
                </a:lnTo>
                <a:lnTo>
                  <a:pt x="1473" y="786"/>
                </a:lnTo>
                <a:lnTo>
                  <a:pt x="1474" y="787"/>
                </a:lnTo>
                <a:lnTo>
                  <a:pt x="1474" y="789"/>
                </a:lnTo>
                <a:lnTo>
                  <a:pt x="1474" y="790"/>
                </a:lnTo>
                <a:lnTo>
                  <a:pt x="1474" y="791"/>
                </a:lnTo>
                <a:lnTo>
                  <a:pt x="1475" y="793"/>
                </a:lnTo>
                <a:lnTo>
                  <a:pt x="1475" y="794"/>
                </a:lnTo>
                <a:lnTo>
                  <a:pt x="1476" y="794"/>
                </a:lnTo>
                <a:lnTo>
                  <a:pt x="1477" y="793"/>
                </a:lnTo>
                <a:lnTo>
                  <a:pt x="1477" y="792"/>
                </a:lnTo>
                <a:lnTo>
                  <a:pt x="1478" y="792"/>
                </a:lnTo>
                <a:lnTo>
                  <a:pt x="1478" y="793"/>
                </a:lnTo>
                <a:lnTo>
                  <a:pt x="1479" y="794"/>
                </a:lnTo>
                <a:lnTo>
                  <a:pt x="1480" y="794"/>
                </a:lnTo>
                <a:lnTo>
                  <a:pt x="1480" y="795"/>
                </a:lnTo>
                <a:lnTo>
                  <a:pt x="1481" y="795"/>
                </a:lnTo>
                <a:lnTo>
                  <a:pt x="1482" y="794"/>
                </a:lnTo>
                <a:lnTo>
                  <a:pt x="1483" y="795"/>
                </a:lnTo>
                <a:lnTo>
                  <a:pt x="1484" y="795"/>
                </a:lnTo>
                <a:lnTo>
                  <a:pt x="1486" y="795"/>
                </a:lnTo>
                <a:lnTo>
                  <a:pt x="1486" y="796"/>
                </a:lnTo>
                <a:lnTo>
                  <a:pt x="1486" y="795"/>
                </a:lnTo>
                <a:lnTo>
                  <a:pt x="1487" y="794"/>
                </a:lnTo>
                <a:lnTo>
                  <a:pt x="1488" y="794"/>
                </a:lnTo>
                <a:lnTo>
                  <a:pt x="1488" y="795"/>
                </a:lnTo>
                <a:lnTo>
                  <a:pt x="1488" y="797"/>
                </a:lnTo>
                <a:lnTo>
                  <a:pt x="1489" y="797"/>
                </a:lnTo>
                <a:lnTo>
                  <a:pt x="1490" y="796"/>
                </a:lnTo>
                <a:lnTo>
                  <a:pt x="1490" y="795"/>
                </a:lnTo>
                <a:lnTo>
                  <a:pt x="1491" y="794"/>
                </a:lnTo>
                <a:lnTo>
                  <a:pt x="1493" y="794"/>
                </a:lnTo>
                <a:lnTo>
                  <a:pt x="1494" y="794"/>
                </a:lnTo>
                <a:lnTo>
                  <a:pt x="1493" y="794"/>
                </a:lnTo>
                <a:lnTo>
                  <a:pt x="1493" y="796"/>
                </a:lnTo>
                <a:lnTo>
                  <a:pt x="1495" y="797"/>
                </a:lnTo>
                <a:lnTo>
                  <a:pt x="1495" y="798"/>
                </a:lnTo>
                <a:lnTo>
                  <a:pt x="1496" y="798"/>
                </a:lnTo>
                <a:lnTo>
                  <a:pt x="1497" y="799"/>
                </a:lnTo>
                <a:lnTo>
                  <a:pt x="1498" y="799"/>
                </a:lnTo>
                <a:lnTo>
                  <a:pt x="1498" y="800"/>
                </a:lnTo>
                <a:lnTo>
                  <a:pt x="1498" y="801"/>
                </a:lnTo>
                <a:lnTo>
                  <a:pt x="1497" y="802"/>
                </a:lnTo>
                <a:lnTo>
                  <a:pt x="1498" y="802"/>
                </a:lnTo>
                <a:lnTo>
                  <a:pt x="1498" y="803"/>
                </a:lnTo>
                <a:lnTo>
                  <a:pt x="1498" y="805"/>
                </a:lnTo>
                <a:lnTo>
                  <a:pt x="1499" y="805"/>
                </a:lnTo>
                <a:lnTo>
                  <a:pt x="1499" y="804"/>
                </a:lnTo>
                <a:lnTo>
                  <a:pt x="1500" y="804"/>
                </a:lnTo>
                <a:lnTo>
                  <a:pt x="1501" y="804"/>
                </a:lnTo>
                <a:lnTo>
                  <a:pt x="1502" y="804"/>
                </a:lnTo>
                <a:lnTo>
                  <a:pt x="1503" y="803"/>
                </a:lnTo>
                <a:lnTo>
                  <a:pt x="1504" y="804"/>
                </a:lnTo>
                <a:lnTo>
                  <a:pt x="1505" y="804"/>
                </a:lnTo>
                <a:lnTo>
                  <a:pt x="1505" y="805"/>
                </a:lnTo>
                <a:lnTo>
                  <a:pt x="1508" y="806"/>
                </a:lnTo>
                <a:lnTo>
                  <a:pt x="1509" y="806"/>
                </a:lnTo>
                <a:lnTo>
                  <a:pt x="1511" y="804"/>
                </a:lnTo>
                <a:lnTo>
                  <a:pt x="1512" y="804"/>
                </a:lnTo>
                <a:lnTo>
                  <a:pt x="1514" y="805"/>
                </a:lnTo>
                <a:lnTo>
                  <a:pt x="1514" y="806"/>
                </a:lnTo>
                <a:lnTo>
                  <a:pt x="1515" y="807"/>
                </a:lnTo>
                <a:lnTo>
                  <a:pt x="1516" y="807"/>
                </a:lnTo>
                <a:lnTo>
                  <a:pt x="1517" y="807"/>
                </a:lnTo>
                <a:lnTo>
                  <a:pt x="1518" y="807"/>
                </a:lnTo>
                <a:lnTo>
                  <a:pt x="1518" y="806"/>
                </a:lnTo>
                <a:lnTo>
                  <a:pt x="1519" y="806"/>
                </a:lnTo>
                <a:lnTo>
                  <a:pt x="1520" y="806"/>
                </a:lnTo>
                <a:lnTo>
                  <a:pt x="1520" y="807"/>
                </a:lnTo>
                <a:lnTo>
                  <a:pt x="1522" y="809"/>
                </a:lnTo>
                <a:lnTo>
                  <a:pt x="1522" y="808"/>
                </a:lnTo>
                <a:lnTo>
                  <a:pt x="1523" y="808"/>
                </a:lnTo>
                <a:lnTo>
                  <a:pt x="1523" y="809"/>
                </a:lnTo>
                <a:lnTo>
                  <a:pt x="1526" y="810"/>
                </a:lnTo>
                <a:lnTo>
                  <a:pt x="1527" y="810"/>
                </a:lnTo>
                <a:lnTo>
                  <a:pt x="1528" y="810"/>
                </a:lnTo>
                <a:lnTo>
                  <a:pt x="1528" y="809"/>
                </a:lnTo>
                <a:lnTo>
                  <a:pt x="1529" y="810"/>
                </a:lnTo>
                <a:lnTo>
                  <a:pt x="1530" y="810"/>
                </a:lnTo>
                <a:lnTo>
                  <a:pt x="1530" y="811"/>
                </a:lnTo>
                <a:lnTo>
                  <a:pt x="1531" y="811"/>
                </a:lnTo>
                <a:lnTo>
                  <a:pt x="1532" y="812"/>
                </a:lnTo>
                <a:lnTo>
                  <a:pt x="1534" y="814"/>
                </a:lnTo>
                <a:lnTo>
                  <a:pt x="1535" y="814"/>
                </a:lnTo>
                <a:lnTo>
                  <a:pt x="1536" y="814"/>
                </a:lnTo>
                <a:lnTo>
                  <a:pt x="1537" y="816"/>
                </a:lnTo>
                <a:lnTo>
                  <a:pt x="1538" y="818"/>
                </a:lnTo>
                <a:lnTo>
                  <a:pt x="1538" y="819"/>
                </a:lnTo>
                <a:lnTo>
                  <a:pt x="1539" y="819"/>
                </a:lnTo>
                <a:lnTo>
                  <a:pt x="1540" y="820"/>
                </a:lnTo>
                <a:lnTo>
                  <a:pt x="1540" y="822"/>
                </a:lnTo>
                <a:lnTo>
                  <a:pt x="1540" y="823"/>
                </a:lnTo>
                <a:lnTo>
                  <a:pt x="1540" y="824"/>
                </a:lnTo>
                <a:lnTo>
                  <a:pt x="1540" y="826"/>
                </a:lnTo>
                <a:lnTo>
                  <a:pt x="1541" y="826"/>
                </a:lnTo>
                <a:lnTo>
                  <a:pt x="1541" y="825"/>
                </a:lnTo>
                <a:lnTo>
                  <a:pt x="1542" y="825"/>
                </a:lnTo>
                <a:lnTo>
                  <a:pt x="1543" y="825"/>
                </a:lnTo>
                <a:lnTo>
                  <a:pt x="1544" y="825"/>
                </a:lnTo>
                <a:lnTo>
                  <a:pt x="1544" y="826"/>
                </a:lnTo>
                <a:lnTo>
                  <a:pt x="1545" y="826"/>
                </a:lnTo>
                <a:lnTo>
                  <a:pt x="1545" y="825"/>
                </a:lnTo>
                <a:lnTo>
                  <a:pt x="1544" y="824"/>
                </a:lnTo>
                <a:lnTo>
                  <a:pt x="1544" y="823"/>
                </a:lnTo>
                <a:lnTo>
                  <a:pt x="1545" y="823"/>
                </a:lnTo>
                <a:lnTo>
                  <a:pt x="1546" y="823"/>
                </a:lnTo>
                <a:lnTo>
                  <a:pt x="1546" y="822"/>
                </a:lnTo>
                <a:lnTo>
                  <a:pt x="1547" y="822"/>
                </a:lnTo>
                <a:lnTo>
                  <a:pt x="1547" y="823"/>
                </a:lnTo>
                <a:lnTo>
                  <a:pt x="1548" y="824"/>
                </a:lnTo>
                <a:lnTo>
                  <a:pt x="1549" y="825"/>
                </a:lnTo>
                <a:lnTo>
                  <a:pt x="1548" y="827"/>
                </a:lnTo>
                <a:lnTo>
                  <a:pt x="1547" y="827"/>
                </a:lnTo>
                <a:lnTo>
                  <a:pt x="1546" y="827"/>
                </a:lnTo>
                <a:lnTo>
                  <a:pt x="1546" y="828"/>
                </a:lnTo>
                <a:lnTo>
                  <a:pt x="1546" y="829"/>
                </a:lnTo>
                <a:lnTo>
                  <a:pt x="1547" y="829"/>
                </a:lnTo>
                <a:lnTo>
                  <a:pt x="1547" y="828"/>
                </a:lnTo>
                <a:lnTo>
                  <a:pt x="1547" y="829"/>
                </a:lnTo>
                <a:lnTo>
                  <a:pt x="1549" y="831"/>
                </a:lnTo>
                <a:lnTo>
                  <a:pt x="1551" y="832"/>
                </a:lnTo>
                <a:lnTo>
                  <a:pt x="1552" y="834"/>
                </a:lnTo>
                <a:lnTo>
                  <a:pt x="1554" y="832"/>
                </a:lnTo>
                <a:lnTo>
                  <a:pt x="1554" y="831"/>
                </a:lnTo>
                <a:lnTo>
                  <a:pt x="1555" y="831"/>
                </a:lnTo>
                <a:lnTo>
                  <a:pt x="1556" y="832"/>
                </a:lnTo>
                <a:lnTo>
                  <a:pt x="1556" y="833"/>
                </a:lnTo>
                <a:lnTo>
                  <a:pt x="1555" y="833"/>
                </a:lnTo>
                <a:lnTo>
                  <a:pt x="1555" y="834"/>
                </a:lnTo>
                <a:lnTo>
                  <a:pt x="1556" y="835"/>
                </a:lnTo>
                <a:lnTo>
                  <a:pt x="1556" y="834"/>
                </a:lnTo>
                <a:lnTo>
                  <a:pt x="1558" y="834"/>
                </a:lnTo>
                <a:lnTo>
                  <a:pt x="1560" y="835"/>
                </a:lnTo>
                <a:lnTo>
                  <a:pt x="1560" y="836"/>
                </a:lnTo>
                <a:lnTo>
                  <a:pt x="1560" y="837"/>
                </a:lnTo>
                <a:lnTo>
                  <a:pt x="1561" y="838"/>
                </a:lnTo>
                <a:lnTo>
                  <a:pt x="1562" y="838"/>
                </a:lnTo>
                <a:lnTo>
                  <a:pt x="1563" y="838"/>
                </a:lnTo>
                <a:lnTo>
                  <a:pt x="1564" y="836"/>
                </a:lnTo>
                <a:lnTo>
                  <a:pt x="1565" y="834"/>
                </a:lnTo>
                <a:lnTo>
                  <a:pt x="1565" y="833"/>
                </a:lnTo>
                <a:lnTo>
                  <a:pt x="1564" y="833"/>
                </a:lnTo>
                <a:lnTo>
                  <a:pt x="1565" y="832"/>
                </a:lnTo>
                <a:lnTo>
                  <a:pt x="1565" y="831"/>
                </a:lnTo>
                <a:lnTo>
                  <a:pt x="1566" y="829"/>
                </a:lnTo>
                <a:lnTo>
                  <a:pt x="1567" y="828"/>
                </a:lnTo>
                <a:lnTo>
                  <a:pt x="1568" y="828"/>
                </a:lnTo>
                <a:lnTo>
                  <a:pt x="1569" y="828"/>
                </a:lnTo>
                <a:lnTo>
                  <a:pt x="1568" y="829"/>
                </a:lnTo>
                <a:lnTo>
                  <a:pt x="1567" y="832"/>
                </a:lnTo>
                <a:lnTo>
                  <a:pt x="1567" y="833"/>
                </a:lnTo>
                <a:lnTo>
                  <a:pt x="1567" y="835"/>
                </a:lnTo>
                <a:lnTo>
                  <a:pt x="1567" y="836"/>
                </a:lnTo>
                <a:lnTo>
                  <a:pt x="1568" y="836"/>
                </a:lnTo>
                <a:lnTo>
                  <a:pt x="1569" y="836"/>
                </a:lnTo>
                <a:lnTo>
                  <a:pt x="1571" y="836"/>
                </a:lnTo>
                <a:lnTo>
                  <a:pt x="1572" y="838"/>
                </a:lnTo>
                <a:lnTo>
                  <a:pt x="1573" y="839"/>
                </a:lnTo>
                <a:lnTo>
                  <a:pt x="1573" y="838"/>
                </a:lnTo>
                <a:lnTo>
                  <a:pt x="1573" y="837"/>
                </a:lnTo>
                <a:lnTo>
                  <a:pt x="1574" y="836"/>
                </a:lnTo>
                <a:lnTo>
                  <a:pt x="1574" y="837"/>
                </a:lnTo>
                <a:lnTo>
                  <a:pt x="1575" y="837"/>
                </a:lnTo>
                <a:lnTo>
                  <a:pt x="1575" y="838"/>
                </a:lnTo>
                <a:lnTo>
                  <a:pt x="1576" y="838"/>
                </a:lnTo>
                <a:lnTo>
                  <a:pt x="1576" y="837"/>
                </a:lnTo>
                <a:lnTo>
                  <a:pt x="1576" y="836"/>
                </a:lnTo>
                <a:lnTo>
                  <a:pt x="1579" y="838"/>
                </a:lnTo>
                <a:lnTo>
                  <a:pt x="1582" y="838"/>
                </a:lnTo>
                <a:lnTo>
                  <a:pt x="1583" y="839"/>
                </a:lnTo>
                <a:lnTo>
                  <a:pt x="1583" y="842"/>
                </a:lnTo>
                <a:lnTo>
                  <a:pt x="1585" y="843"/>
                </a:lnTo>
                <a:lnTo>
                  <a:pt x="1587" y="845"/>
                </a:lnTo>
                <a:lnTo>
                  <a:pt x="1588" y="848"/>
                </a:lnTo>
                <a:lnTo>
                  <a:pt x="1588" y="850"/>
                </a:lnTo>
                <a:lnTo>
                  <a:pt x="1588" y="851"/>
                </a:lnTo>
                <a:lnTo>
                  <a:pt x="1588" y="852"/>
                </a:lnTo>
                <a:lnTo>
                  <a:pt x="1590" y="853"/>
                </a:lnTo>
                <a:lnTo>
                  <a:pt x="1591" y="853"/>
                </a:lnTo>
                <a:lnTo>
                  <a:pt x="1595" y="854"/>
                </a:lnTo>
                <a:lnTo>
                  <a:pt x="1597" y="855"/>
                </a:lnTo>
                <a:lnTo>
                  <a:pt x="1598" y="855"/>
                </a:lnTo>
                <a:lnTo>
                  <a:pt x="1598" y="854"/>
                </a:lnTo>
                <a:lnTo>
                  <a:pt x="1598" y="853"/>
                </a:lnTo>
                <a:lnTo>
                  <a:pt x="1599" y="852"/>
                </a:lnTo>
                <a:lnTo>
                  <a:pt x="1599" y="851"/>
                </a:lnTo>
                <a:lnTo>
                  <a:pt x="1599" y="850"/>
                </a:lnTo>
                <a:lnTo>
                  <a:pt x="1598" y="850"/>
                </a:lnTo>
                <a:lnTo>
                  <a:pt x="1598" y="849"/>
                </a:lnTo>
                <a:lnTo>
                  <a:pt x="1598" y="848"/>
                </a:lnTo>
                <a:lnTo>
                  <a:pt x="1599" y="848"/>
                </a:lnTo>
                <a:lnTo>
                  <a:pt x="1599" y="849"/>
                </a:lnTo>
                <a:lnTo>
                  <a:pt x="1600" y="849"/>
                </a:lnTo>
                <a:lnTo>
                  <a:pt x="1602" y="851"/>
                </a:lnTo>
                <a:lnTo>
                  <a:pt x="1604" y="853"/>
                </a:lnTo>
                <a:lnTo>
                  <a:pt x="1605" y="853"/>
                </a:lnTo>
                <a:lnTo>
                  <a:pt x="1607" y="853"/>
                </a:lnTo>
                <a:lnTo>
                  <a:pt x="1607" y="854"/>
                </a:lnTo>
                <a:lnTo>
                  <a:pt x="1608" y="854"/>
                </a:lnTo>
                <a:lnTo>
                  <a:pt x="1608" y="853"/>
                </a:lnTo>
                <a:lnTo>
                  <a:pt x="1609" y="853"/>
                </a:lnTo>
                <a:lnTo>
                  <a:pt x="1609" y="852"/>
                </a:lnTo>
                <a:lnTo>
                  <a:pt x="1610" y="853"/>
                </a:lnTo>
                <a:lnTo>
                  <a:pt x="1611" y="854"/>
                </a:lnTo>
                <a:lnTo>
                  <a:pt x="1611" y="855"/>
                </a:lnTo>
                <a:lnTo>
                  <a:pt x="1612" y="857"/>
                </a:lnTo>
                <a:lnTo>
                  <a:pt x="1613" y="859"/>
                </a:lnTo>
                <a:lnTo>
                  <a:pt x="1613" y="863"/>
                </a:lnTo>
                <a:lnTo>
                  <a:pt x="1613" y="868"/>
                </a:lnTo>
                <a:lnTo>
                  <a:pt x="1613" y="869"/>
                </a:lnTo>
                <a:lnTo>
                  <a:pt x="1613" y="871"/>
                </a:lnTo>
                <a:lnTo>
                  <a:pt x="1614" y="873"/>
                </a:lnTo>
                <a:lnTo>
                  <a:pt x="1614" y="874"/>
                </a:lnTo>
                <a:lnTo>
                  <a:pt x="1614" y="875"/>
                </a:lnTo>
                <a:lnTo>
                  <a:pt x="1614" y="878"/>
                </a:lnTo>
                <a:lnTo>
                  <a:pt x="1615" y="881"/>
                </a:lnTo>
                <a:lnTo>
                  <a:pt x="1616" y="882"/>
                </a:lnTo>
                <a:lnTo>
                  <a:pt x="1618" y="885"/>
                </a:lnTo>
                <a:lnTo>
                  <a:pt x="1620" y="888"/>
                </a:lnTo>
                <a:lnTo>
                  <a:pt x="1621" y="889"/>
                </a:lnTo>
                <a:lnTo>
                  <a:pt x="1621" y="890"/>
                </a:lnTo>
                <a:lnTo>
                  <a:pt x="1621" y="891"/>
                </a:lnTo>
                <a:lnTo>
                  <a:pt x="1620" y="892"/>
                </a:lnTo>
                <a:lnTo>
                  <a:pt x="1619" y="894"/>
                </a:lnTo>
                <a:lnTo>
                  <a:pt x="1620" y="894"/>
                </a:lnTo>
                <a:lnTo>
                  <a:pt x="1621" y="895"/>
                </a:lnTo>
                <a:lnTo>
                  <a:pt x="1620" y="896"/>
                </a:lnTo>
                <a:lnTo>
                  <a:pt x="1619" y="897"/>
                </a:lnTo>
                <a:lnTo>
                  <a:pt x="1619" y="898"/>
                </a:lnTo>
                <a:lnTo>
                  <a:pt x="1618" y="898"/>
                </a:lnTo>
                <a:lnTo>
                  <a:pt x="1618" y="899"/>
                </a:lnTo>
                <a:lnTo>
                  <a:pt x="1618" y="902"/>
                </a:lnTo>
                <a:lnTo>
                  <a:pt x="1618" y="903"/>
                </a:lnTo>
                <a:lnTo>
                  <a:pt x="1618" y="905"/>
                </a:lnTo>
                <a:lnTo>
                  <a:pt x="1619" y="905"/>
                </a:lnTo>
                <a:lnTo>
                  <a:pt x="1619" y="906"/>
                </a:lnTo>
                <a:lnTo>
                  <a:pt x="1619" y="907"/>
                </a:lnTo>
                <a:lnTo>
                  <a:pt x="1618" y="907"/>
                </a:lnTo>
                <a:lnTo>
                  <a:pt x="1618" y="908"/>
                </a:lnTo>
                <a:lnTo>
                  <a:pt x="1617" y="909"/>
                </a:lnTo>
                <a:lnTo>
                  <a:pt x="1617" y="910"/>
                </a:lnTo>
                <a:lnTo>
                  <a:pt x="1616" y="910"/>
                </a:lnTo>
                <a:lnTo>
                  <a:pt x="1616" y="912"/>
                </a:lnTo>
                <a:lnTo>
                  <a:pt x="1616" y="913"/>
                </a:lnTo>
                <a:lnTo>
                  <a:pt x="1616" y="915"/>
                </a:lnTo>
                <a:lnTo>
                  <a:pt x="1616" y="916"/>
                </a:lnTo>
                <a:lnTo>
                  <a:pt x="1616" y="917"/>
                </a:lnTo>
                <a:lnTo>
                  <a:pt x="1615" y="917"/>
                </a:lnTo>
                <a:lnTo>
                  <a:pt x="1614" y="916"/>
                </a:lnTo>
                <a:lnTo>
                  <a:pt x="1614" y="917"/>
                </a:lnTo>
                <a:lnTo>
                  <a:pt x="1613" y="918"/>
                </a:lnTo>
                <a:lnTo>
                  <a:pt x="1613" y="917"/>
                </a:lnTo>
                <a:lnTo>
                  <a:pt x="1612" y="917"/>
                </a:lnTo>
                <a:lnTo>
                  <a:pt x="1611" y="917"/>
                </a:lnTo>
                <a:lnTo>
                  <a:pt x="1610" y="917"/>
                </a:lnTo>
                <a:lnTo>
                  <a:pt x="1609" y="916"/>
                </a:lnTo>
                <a:lnTo>
                  <a:pt x="1609" y="917"/>
                </a:lnTo>
                <a:lnTo>
                  <a:pt x="1608" y="917"/>
                </a:lnTo>
                <a:lnTo>
                  <a:pt x="1607" y="918"/>
                </a:lnTo>
                <a:lnTo>
                  <a:pt x="1606" y="918"/>
                </a:lnTo>
                <a:lnTo>
                  <a:pt x="1606" y="919"/>
                </a:lnTo>
                <a:lnTo>
                  <a:pt x="1607" y="919"/>
                </a:lnTo>
                <a:lnTo>
                  <a:pt x="1607" y="920"/>
                </a:lnTo>
                <a:lnTo>
                  <a:pt x="1606" y="920"/>
                </a:lnTo>
                <a:lnTo>
                  <a:pt x="1605" y="921"/>
                </a:lnTo>
                <a:lnTo>
                  <a:pt x="1604" y="922"/>
                </a:lnTo>
                <a:lnTo>
                  <a:pt x="1603" y="922"/>
                </a:lnTo>
                <a:lnTo>
                  <a:pt x="1602" y="922"/>
                </a:lnTo>
                <a:lnTo>
                  <a:pt x="1602" y="923"/>
                </a:lnTo>
                <a:lnTo>
                  <a:pt x="1601" y="923"/>
                </a:lnTo>
                <a:lnTo>
                  <a:pt x="1601" y="924"/>
                </a:lnTo>
                <a:lnTo>
                  <a:pt x="1601" y="925"/>
                </a:lnTo>
                <a:lnTo>
                  <a:pt x="1600" y="925"/>
                </a:lnTo>
                <a:lnTo>
                  <a:pt x="1600" y="926"/>
                </a:lnTo>
                <a:lnTo>
                  <a:pt x="1600" y="927"/>
                </a:lnTo>
                <a:lnTo>
                  <a:pt x="1601" y="927"/>
                </a:lnTo>
                <a:lnTo>
                  <a:pt x="1601" y="928"/>
                </a:lnTo>
                <a:lnTo>
                  <a:pt x="1601" y="929"/>
                </a:lnTo>
                <a:lnTo>
                  <a:pt x="1601" y="930"/>
                </a:lnTo>
                <a:lnTo>
                  <a:pt x="1602" y="930"/>
                </a:lnTo>
                <a:lnTo>
                  <a:pt x="1603" y="931"/>
                </a:lnTo>
                <a:lnTo>
                  <a:pt x="1603" y="932"/>
                </a:lnTo>
                <a:lnTo>
                  <a:pt x="1603" y="933"/>
                </a:lnTo>
                <a:lnTo>
                  <a:pt x="1603" y="935"/>
                </a:lnTo>
                <a:lnTo>
                  <a:pt x="1603" y="936"/>
                </a:lnTo>
                <a:lnTo>
                  <a:pt x="1604" y="937"/>
                </a:lnTo>
                <a:lnTo>
                  <a:pt x="1604" y="938"/>
                </a:lnTo>
                <a:lnTo>
                  <a:pt x="1604" y="939"/>
                </a:lnTo>
                <a:lnTo>
                  <a:pt x="1603" y="939"/>
                </a:lnTo>
                <a:lnTo>
                  <a:pt x="1603" y="940"/>
                </a:lnTo>
                <a:lnTo>
                  <a:pt x="1603" y="941"/>
                </a:lnTo>
                <a:lnTo>
                  <a:pt x="1604" y="942"/>
                </a:lnTo>
                <a:lnTo>
                  <a:pt x="1604" y="943"/>
                </a:lnTo>
                <a:lnTo>
                  <a:pt x="1604" y="944"/>
                </a:lnTo>
                <a:lnTo>
                  <a:pt x="1604" y="945"/>
                </a:lnTo>
                <a:lnTo>
                  <a:pt x="1604" y="946"/>
                </a:lnTo>
                <a:lnTo>
                  <a:pt x="1603" y="946"/>
                </a:lnTo>
                <a:lnTo>
                  <a:pt x="1603" y="947"/>
                </a:lnTo>
                <a:lnTo>
                  <a:pt x="1604" y="947"/>
                </a:lnTo>
                <a:lnTo>
                  <a:pt x="1604" y="948"/>
                </a:lnTo>
                <a:lnTo>
                  <a:pt x="1603" y="949"/>
                </a:lnTo>
                <a:lnTo>
                  <a:pt x="1603" y="950"/>
                </a:lnTo>
                <a:lnTo>
                  <a:pt x="1604" y="951"/>
                </a:lnTo>
                <a:lnTo>
                  <a:pt x="1604" y="952"/>
                </a:lnTo>
                <a:lnTo>
                  <a:pt x="1604" y="953"/>
                </a:lnTo>
                <a:lnTo>
                  <a:pt x="1604" y="954"/>
                </a:lnTo>
                <a:lnTo>
                  <a:pt x="1603" y="955"/>
                </a:lnTo>
                <a:lnTo>
                  <a:pt x="1603" y="956"/>
                </a:lnTo>
                <a:lnTo>
                  <a:pt x="1604" y="956"/>
                </a:lnTo>
                <a:lnTo>
                  <a:pt x="1604" y="957"/>
                </a:lnTo>
                <a:lnTo>
                  <a:pt x="1605" y="957"/>
                </a:lnTo>
                <a:lnTo>
                  <a:pt x="1605" y="959"/>
                </a:lnTo>
                <a:lnTo>
                  <a:pt x="1605" y="960"/>
                </a:lnTo>
                <a:lnTo>
                  <a:pt x="1606" y="960"/>
                </a:lnTo>
                <a:lnTo>
                  <a:pt x="1606" y="961"/>
                </a:lnTo>
                <a:lnTo>
                  <a:pt x="1606" y="962"/>
                </a:lnTo>
                <a:lnTo>
                  <a:pt x="1607" y="962"/>
                </a:lnTo>
                <a:lnTo>
                  <a:pt x="1608" y="962"/>
                </a:lnTo>
                <a:lnTo>
                  <a:pt x="1609" y="963"/>
                </a:lnTo>
                <a:lnTo>
                  <a:pt x="1609" y="964"/>
                </a:lnTo>
                <a:lnTo>
                  <a:pt x="1610" y="964"/>
                </a:lnTo>
                <a:lnTo>
                  <a:pt x="1611" y="965"/>
                </a:lnTo>
                <a:lnTo>
                  <a:pt x="1612" y="966"/>
                </a:lnTo>
                <a:lnTo>
                  <a:pt x="1613" y="966"/>
                </a:lnTo>
                <a:lnTo>
                  <a:pt x="1613" y="967"/>
                </a:lnTo>
                <a:lnTo>
                  <a:pt x="1614" y="967"/>
                </a:lnTo>
                <a:lnTo>
                  <a:pt x="1614" y="968"/>
                </a:lnTo>
                <a:lnTo>
                  <a:pt x="1614" y="969"/>
                </a:lnTo>
                <a:lnTo>
                  <a:pt x="1614" y="970"/>
                </a:lnTo>
                <a:lnTo>
                  <a:pt x="1615" y="970"/>
                </a:lnTo>
                <a:lnTo>
                  <a:pt x="1614" y="972"/>
                </a:lnTo>
                <a:lnTo>
                  <a:pt x="1613" y="972"/>
                </a:lnTo>
                <a:lnTo>
                  <a:pt x="1613" y="973"/>
                </a:lnTo>
                <a:lnTo>
                  <a:pt x="1613" y="974"/>
                </a:lnTo>
                <a:lnTo>
                  <a:pt x="1613" y="975"/>
                </a:lnTo>
                <a:lnTo>
                  <a:pt x="1613" y="976"/>
                </a:lnTo>
                <a:lnTo>
                  <a:pt x="1614" y="977"/>
                </a:lnTo>
                <a:lnTo>
                  <a:pt x="1615" y="978"/>
                </a:lnTo>
                <a:lnTo>
                  <a:pt x="1615" y="979"/>
                </a:lnTo>
                <a:lnTo>
                  <a:pt x="1614" y="979"/>
                </a:lnTo>
                <a:lnTo>
                  <a:pt x="1615" y="981"/>
                </a:lnTo>
                <a:lnTo>
                  <a:pt x="1616" y="982"/>
                </a:lnTo>
                <a:lnTo>
                  <a:pt x="1616" y="983"/>
                </a:lnTo>
                <a:lnTo>
                  <a:pt x="1616" y="984"/>
                </a:lnTo>
                <a:lnTo>
                  <a:pt x="1615" y="984"/>
                </a:lnTo>
                <a:lnTo>
                  <a:pt x="1616" y="985"/>
                </a:lnTo>
                <a:lnTo>
                  <a:pt x="1616" y="986"/>
                </a:lnTo>
                <a:lnTo>
                  <a:pt x="1617" y="987"/>
                </a:lnTo>
                <a:lnTo>
                  <a:pt x="1617" y="989"/>
                </a:lnTo>
                <a:lnTo>
                  <a:pt x="1616" y="990"/>
                </a:lnTo>
                <a:lnTo>
                  <a:pt x="1615" y="990"/>
                </a:lnTo>
                <a:lnTo>
                  <a:pt x="1615" y="991"/>
                </a:lnTo>
                <a:lnTo>
                  <a:pt x="1614" y="992"/>
                </a:lnTo>
                <a:lnTo>
                  <a:pt x="1615" y="992"/>
                </a:lnTo>
                <a:lnTo>
                  <a:pt x="1615" y="993"/>
                </a:lnTo>
                <a:lnTo>
                  <a:pt x="1614" y="993"/>
                </a:lnTo>
                <a:lnTo>
                  <a:pt x="1614" y="994"/>
                </a:lnTo>
                <a:lnTo>
                  <a:pt x="1614" y="995"/>
                </a:lnTo>
                <a:lnTo>
                  <a:pt x="1614" y="997"/>
                </a:lnTo>
                <a:lnTo>
                  <a:pt x="1615" y="998"/>
                </a:lnTo>
                <a:lnTo>
                  <a:pt x="1615" y="997"/>
                </a:lnTo>
                <a:lnTo>
                  <a:pt x="1615" y="998"/>
                </a:lnTo>
                <a:lnTo>
                  <a:pt x="1615" y="999"/>
                </a:lnTo>
                <a:lnTo>
                  <a:pt x="1614" y="999"/>
                </a:lnTo>
                <a:lnTo>
                  <a:pt x="1614" y="1000"/>
                </a:lnTo>
                <a:lnTo>
                  <a:pt x="1614" y="1001"/>
                </a:lnTo>
                <a:lnTo>
                  <a:pt x="1613" y="1001"/>
                </a:lnTo>
                <a:lnTo>
                  <a:pt x="1612" y="1001"/>
                </a:lnTo>
                <a:lnTo>
                  <a:pt x="1612" y="1002"/>
                </a:lnTo>
                <a:lnTo>
                  <a:pt x="1612" y="1003"/>
                </a:lnTo>
                <a:lnTo>
                  <a:pt x="1611" y="1003"/>
                </a:lnTo>
                <a:lnTo>
                  <a:pt x="1610" y="1003"/>
                </a:lnTo>
                <a:lnTo>
                  <a:pt x="1609" y="1003"/>
                </a:lnTo>
                <a:lnTo>
                  <a:pt x="1608" y="1002"/>
                </a:lnTo>
                <a:lnTo>
                  <a:pt x="1608" y="1001"/>
                </a:lnTo>
                <a:lnTo>
                  <a:pt x="1607" y="1001"/>
                </a:lnTo>
                <a:lnTo>
                  <a:pt x="1606" y="1003"/>
                </a:lnTo>
                <a:lnTo>
                  <a:pt x="1605" y="1004"/>
                </a:lnTo>
                <a:lnTo>
                  <a:pt x="1603" y="1005"/>
                </a:lnTo>
                <a:lnTo>
                  <a:pt x="1602" y="1005"/>
                </a:lnTo>
                <a:lnTo>
                  <a:pt x="1601" y="1005"/>
                </a:lnTo>
                <a:lnTo>
                  <a:pt x="1600" y="1005"/>
                </a:lnTo>
                <a:lnTo>
                  <a:pt x="1599" y="1006"/>
                </a:lnTo>
                <a:lnTo>
                  <a:pt x="1598" y="1006"/>
                </a:lnTo>
                <a:lnTo>
                  <a:pt x="1597" y="1006"/>
                </a:lnTo>
                <a:lnTo>
                  <a:pt x="1596" y="1006"/>
                </a:lnTo>
                <a:lnTo>
                  <a:pt x="1595" y="1006"/>
                </a:lnTo>
                <a:lnTo>
                  <a:pt x="1594" y="1006"/>
                </a:lnTo>
                <a:lnTo>
                  <a:pt x="1593" y="1006"/>
                </a:lnTo>
                <a:lnTo>
                  <a:pt x="1592" y="1006"/>
                </a:lnTo>
                <a:lnTo>
                  <a:pt x="1592" y="1005"/>
                </a:lnTo>
                <a:lnTo>
                  <a:pt x="1592" y="1004"/>
                </a:lnTo>
                <a:lnTo>
                  <a:pt x="1591" y="1004"/>
                </a:lnTo>
                <a:lnTo>
                  <a:pt x="1590" y="1004"/>
                </a:lnTo>
                <a:lnTo>
                  <a:pt x="1590" y="1005"/>
                </a:lnTo>
                <a:lnTo>
                  <a:pt x="1589" y="1005"/>
                </a:lnTo>
                <a:lnTo>
                  <a:pt x="1589" y="1006"/>
                </a:lnTo>
                <a:lnTo>
                  <a:pt x="1588" y="1005"/>
                </a:lnTo>
                <a:lnTo>
                  <a:pt x="1588" y="1004"/>
                </a:lnTo>
                <a:lnTo>
                  <a:pt x="1588" y="1003"/>
                </a:lnTo>
                <a:lnTo>
                  <a:pt x="1587" y="1003"/>
                </a:lnTo>
                <a:lnTo>
                  <a:pt x="1586" y="1003"/>
                </a:lnTo>
                <a:lnTo>
                  <a:pt x="1586" y="1004"/>
                </a:lnTo>
                <a:lnTo>
                  <a:pt x="1585" y="1005"/>
                </a:lnTo>
                <a:lnTo>
                  <a:pt x="1584" y="1005"/>
                </a:lnTo>
                <a:lnTo>
                  <a:pt x="1584" y="1004"/>
                </a:lnTo>
                <a:lnTo>
                  <a:pt x="1583" y="1004"/>
                </a:lnTo>
                <a:lnTo>
                  <a:pt x="1583" y="1003"/>
                </a:lnTo>
                <a:lnTo>
                  <a:pt x="1583" y="1004"/>
                </a:lnTo>
                <a:lnTo>
                  <a:pt x="1583" y="1005"/>
                </a:lnTo>
                <a:lnTo>
                  <a:pt x="1583" y="1006"/>
                </a:lnTo>
                <a:lnTo>
                  <a:pt x="1582" y="1007"/>
                </a:lnTo>
                <a:lnTo>
                  <a:pt x="1581" y="1008"/>
                </a:lnTo>
                <a:lnTo>
                  <a:pt x="1580" y="1008"/>
                </a:lnTo>
                <a:lnTo>
                  <a:pt x="1579" y="1008"/>
                </a:lnTo>
                <a:lnTo>
                  <a:pt x="1579" y="1007"/>
                </a:lnTo>
                <a:lnTo>
                  <a:pt x="1579" y="1008"/>
                </a:lnTo>
                <a:lnTo>
                  <a:pt x="1579" y="1007"/>
                </a:lnTo>
                <a:lnTo>
                  <a:pt x="1578" y="1007"/>
                </a:lnTo>
                <a:lnTo>
                  <a:pt x="1578" y="1008"/>
                </a:lnTo>
                <a:lnTo>
                  <a:pt x="1578" y="1009"/>
                </a:lnTo>
                <a:lnTo>
                  <a:pt x="1577" y="1009"/>
                </a:lnTo>
                <a:lnTo>
                  <a:pt x="1576" y="1008"/>
                </a:lnTo>
                <a:lnTo>
                  <a:pt x="1576" y="1007"/>
                </a:lnTo>
                <a:lnTo>
                  <a:pt x="1575" y="1007"/>
                </a:lnTo>
                <a:lnTo>
                  <a:pt x="1575" y="1006"/>
                </a:lnTo>
                <a:lnTo>
                  <a:pt x="1575" y="1005"/>
                </a:lnTo>
                <a:lnTo>
                  <a:pt x="1574" y="1004"/>
                </a:lnTo>
                <a:lnTo>
                  <a:pt x="1574" y="1003"/>
                </a:lnTo>
                <a:lnTo>
                  <a:pt x="1573" y="1004"/>
                </a:lnTo>
                <a:lnTo>
                  <a:pt x="1572" y="1003"/>
                </a:lnTo>
                <a:lnTo>
                  <a:pt x="1571" y="1003"/>
                </a:lnTo>
                <a:lnTo>
                  <a:pt x="1570" y="1003"/>
                </a:lnTo>
                <a:lnTo>
                  <a:pt x="1569" y="1003"/>
                </a:lnTo>
                <a:lnTo>
                  <a:pt x="1568" y="1004"/>
                </a:lnTo>
                <a:lnTo>
                  <a:pt x="1567" y="1004"/>
                </a:lnTo>
                <a:lnTo>
                  <a:pt x="1567" y="1005"/>
                </a:lnTo>
                <a:lnTo>
                  <a:pt x="1567" y="1006"/>
                </a:lnTo>
                <a:lnTo>
                  <a:pt x="1566" y="1005"/>
                </a:lnTo>
                <a:lnTo>
                  <a:pt x="1565" y="1005"/>
                </a:lnTo>
                <a:lnTo>
                  <a:pt x="1565" y="1006"/>
                </a:lnTo>
                <a:lnTo>
                  <a:pt x="1564" y="1006"/>
                </a:lnTo>
                <a:lnTo>
                  <a:pt x="1563" y="1006"/>
                </a:lnTo>
                <a:lnTo>
                  <a:pt x="1562" y="1007"/>
                </a:lnTo>
                <a:lnTo>
                  <a:pt x="1562" y="1006"/>
                </a:lnTo>
                <a:lnTo>
                  <a:pt x="1561" y="1006"/>
                </a:lnTo>
                <a:lnTo>
                  <a:pt x="1561" y="1007"/>
                </a:lnTo>
                <a:lnTo>
                  <a:pt x="1560" y="1007"/>
                </a:lnTo>
                <a:lnTo>
                  <a:pt x="1560" y="1008"/>
                </a:lnTo>
                <a:lnTo>
                  <a:pt x="1559" y="1008"/>
                </a:lnTo>
                <a:lnTo>
                  <a:pt x="1559" y="1009"/>
                </a:lnTo>
                <a:lnTo>
                  <a:pt x="1558" y="1009"/>
                </a:lnTo>
                <a:lnTo>
                  <a:pt x="1557" y="1010"/>
                </a:lnTo>
                <a:lnTo>
                  <a:pt x="1555" y="1010"/>
                </a:lnTo>
                <a:lnTo>
                  <a:pt x="1554" y="1010"/>
                </a:lnTo>
                <a:lnTo>
                  <a:pt x="1553" y="1010"/>
                </a:lnTo>
                <a:lnTo>
                  <a:pt x="1553" y="1011"/>
                </a:lnTo>
                <a:lnTo>
                  <a:pt x="1552" y="1011"/>
                </a:lnTo>
                <a:lnTo>
                  <a:pt x="1551" y="1011"/>
                </a:lnTo>
                <a:lnTo>
                  <a:pt x="1550" y="1011"/>
                </a:lnTo>
                <a:lnTo>
                  <a:pt x="1549" y="1011"/>
                </a:lnTo>
                <a:lnTo>
                  <a:pt x="1548" y="1012"/>
                </a:lnTo>
                <a:lnTo>
                  <a:pt x="1547" y="1011"/>
                </a:lnTo>
                <a:lnTo>
                  <a:pt x="1547" y="1010"/>
                </a:lnTo>
                <a:lnTo>
                  <a:pt x="1547" y="1009"/>
                </a:lnTo>
                <a:lnTo>
                  <a:pt x="1547" y="1008"/>
                </a:lnTo>
                <a:lnTo>
                  <a:pt x="1546" y="1008"/>
                </a:lnTo>
                <a:lnTo>
                  <a:pt x="1545" y="1008"/>
                </a:lnTo>
                <a:lnTo>
                  <a:pt x="1545" y="1009"/>
                </a:lnTo>
                <a:lnTo>
                  <a:pt x="1545" y="1010"/>
                </a:lnTo>
                <a:lnTo>
                  <a:pt x="1544" y="1011"/>
                </a:lnTo>
                <a:lnTo>
                  <a:pt x="1544" y="1010"/>
                </a:lnTo>
                <a:lnTo>
                  <a:pt x="1543" y="1010"/>
                </a:lnTo>
                <a:lnTo>
                  <a:pt x="1542" y="1010"/>
                </a:lnTo>
                <a:lnTo>
                  <a:pt x="1541" y="1009"/>
                </a:lnTo>
                <a:lnTo>
                  <a:pt x="1539" y="1009"/>
                </a:lnTo>
                <a:lnTo>
                  <a:pt x="1539" y="1010"/>
                </a:lnTo>
                <a:lnTo>
                  <a:pt x="1538" y="1010"/>
                </a:lnTo>
                <a:lnTo>
                  <a:pt x="1537" y="1010"/>
                </a:lnTo>
                <a:lnTo>
                  <a:pt x="1537" y="1009"/>
                </a:lnTo>
                <a:lnTo>
                  <a:pt x="1536" y="1009"/>
                </a:lnTo>
                <a:lnTo>
                  <a:pt x="1536" y="1008"/>
                </a:lnTo>
                <a:lnTo>
                  <a:pt x="1535" y="1008"/>
                </a:lnTo>
                <a:lnTo>
                  <a:pt x="1534" y="1008"/>
                </a:lnTo>
                <a:lnTo>
                  <a:pt x="1533" y="1008"/>
                </a:lnTo>
                <a:lnTo>
                  <a:pt x="1532" y="1007"/>
                </a:lnTo>
                <a:lnTo>
                  <a:pt x="1532" y="1006"/>
                </a:lnTo>
                <a:lnTo>
                  <a:pt x="1531" y="1006"/>
                </a:lnTo>
                <a:lnTo>
                  <a:pt x="1531" y="1007"/>
                </a:lnTo>
                <a:lnTo>
                  <a:pt x="1530" y="1006"/>
                </a:lnTo>
                <a:lnTo>
                  <a:pt x="1530" y="1005"/>
                </a:lnTo>
                <a:lnTo>
                  <a:pt x="1529" y="1005"/>
                </a:lnTo>
                <a:lnTo>
                  <a:pt x="1528" y="1005"/>
                </a:lnTo>
                <a:lnTo>
                  <a:pt x="1528" y="1004"/>
                </a:lnTo>
                <a:lnTo>
                  <a:pt x="1526" y="1004"/>
                </a:lnTo>
                <a:lnTo>
                  <a:pt x="1525" y="1004"/>
                </a:lnTo>
                <a:lnTo>
                  <a:pt x="1525" y="1003"/>
                </a:lnTo>
                <a:lnTo>
                  <a:pt x="1524" y="1003"/>
                </a:lnTo>
                <a:lnTo>
                  <a:pt x="1523" y="1004"/>
                </a:lnTo>
                <a:lnTo>
                  <a:pt x="1522" y="1004"/>
                </a:lnTo>
                <a:lnTo>
                  <a:pt x="1521" y="1005"/>
                </a:lnTo>
                <a:lnTo>
                  <a:pt x="1521" y="1006"/>
                </a:lnTo>
                <a:lnTo>
                  <a:pt x="1522" y="1006"/>
                </a:lnTo>
                <a:lnTo>
                  <a:pt x="1522" y="1005"/>
                </a:lnTo>
                <a:lnTo>
                  <a:pt x="1523" y="1005"/>
                </a:lnTo>
                <a:lnTo>
                  <a:pt x="1524" y="1005"/>
                </a:lnTo>
                <a:lnTo>
                  <a:pt x="1525" y="1005"/>
                </a:lnTo>
                <a:lnTo>
                  <a:pt x="1525" y="1006"/>
                </a:lnTo>
                <a:lnTo>
                  <a:pt x="1524" y="1006"/>
                </a:lnTo>
                <a:lnTo>
                  <a:pt x="1524" y="1007"/>
                </a:lnTo>
                <a:lnTo>
                  <a:pt x="1524" y="1008"/>
                </a:lnTo>
                <a:lnTo>
                  <a:pt x="1524" y="1007"/>
                </a:lnTo>
                <a:lnTo>
                  <a:pt x="1525" y="1007"/>
                </a:lnTo>
                <a:lnTo>
                  <a:pt x="1525" y="1008"/>
                </a:lnTo>
                <a:lnTo>
                  <a:pt x="1524" y="1009"/>
                </a:lnTo>
                <a:lnTo>
                  <a:pt x="1523" y="1009"/>
                </a:lnTo>
                <a:lnTo>
                  <a:pt x="1522" y="1009"/>
                </a:lnTo>
                <a:lnTo>
                  <a:pt x="1522" y="1010"/>
                </a:lnTo>
                <a:lnTo>
                  <a:pt x="1523" y="1010"/>
                </a:lnTo>
                <a:lnTo>
                  <a:pt x="1523" y="1009"/>
                </a:lnTo>
                <a:lnTo>
                  <a:pt x="1524" y="1010"/>
                </a:lnTo>
                <a:lnTo>
                  <a:pt x="1523" y="1010"/>
                </a:lnTo>
                <a:lnTo>
                  <a:pt x="1522" y="1010"/>
                </a:lnTo>
                <a:lnTo>
                  <a:pt x="1522" y="1011"/>
                </a:lnTo>
                <a:lnTo>
                  <a:pt x="1523" y="1011"/>
                </a:lnTo>
                <a:lnTo>
                  <a:pt x="1523" y="1012"/>
                </a:lnTo>
                <a:lnTo>
                  <a:pt x="1522" y="1012"/>
                </a:lnTo>
                <a:lnTo>
                  <a:pt x="1521" y="1011"/>
                </a:lnTo>
                <a:lnTo>
                  <a:pt x="1520" y="1010"/>
                </a:lnTo>
                <a:lnTo>
                  <a:pt x="1520" y="1011"/>
                </a:lnTo>
                <a:lnTo>
                  <a:pt x="1519" y="1011"/>
                </a:lnTo>
                <a:lnTo>
                  <a:pt x="1518" y="1011"/>
                </a:lnTo>
                <a:lnTo>
                  <a:pt x="1517" y="1011"/>
                </a:lnTo>
                <a:lnTo>
                  <a:pt x="1516" y="1011"/>
                </a:lnTo>
                <a:lnTo>
                  <a:pt x="1516" y="1012"/>
                </a:lnTo>
                <a:lnTo>
                  <a:pt x="1516" y="1013"/>
                </a:lnTo>
                <a:lnTo>
                  <a:pt x="1517" y="1013"/>
                </a:lnTo>
                <a:lnTo>
                  <a:pt x="1517" y="1014"/>
                </a:lnTo>
                <a:lnTo>
                  <a:pt x="1516" y="1014"/>
                </a:lnTo>
                <a:lnTo>
                  <a:pt x="1517" y="1014"/>
                </a:lnTo>
                <a:lnTo>
                  <a:pt x="1517" y="1015"/>
                </a:lnTo>
                <a:lnTo>
                  <a:pt x="1517" y="1016"/>
                </a:lnTo>
                <a:lnTo>
                  <a:pt x="1518" y="1016"/>
                </a:lnTo>
                <a:lnTo>
                  <a:pt x="1519" y="1016"/>
                </a:lnTo>
                <a:lnTo>
                  <a:pt x="1519" y="1015"/>
                </a:lnTo>
                <a:lnTo>
                  <a:pt x="1520" y="1016"/>
                </a:lnTo>
                <a:lnTo>
                  <a:pt x="1520" y="1017"/>
                </a:lnTo>
                <a:lnTo>
                  <a:pt x="1520" y="1018"/>
                </a:lnTo>
                <a:lnTo>
                  <a:pt x="1520" y="1019"/>
                </a:lnTo>
                <a:lnTo>
                  <a:pt x="1521" y="1019"/>
                </a:lnTo>
                <a:lnTo>
                  <a:pt x="1522" y="1020"/>
                </a:lnTo>
                <a:lnTo>
                  <a:pt x="1523" y="1021"/>
                </a:lnTo>
                <a:lnTo>
                  <a:pt x="1522" y="1021"/>
                </a:lnTo>
                <a:lnTo>
                  <a:pt x="1522" y="1023"/>
                </a:lnTo>
                <a:lnTo>
                  <a:pt x="1522" y="1024"/>
                </a:lnTo>
                <a:lnTo>
                  <a:pt x="1523" y="1024"/>
                </a:lnTo>
                <a:lnTo>
                  <a:pt x="1523" y="1025"/>
                </a:lnTo>
                <a:lnTo>
                  <a:pt x="1524" y="1027"/>
                </a:lnTo>
                <a:lnTo>
                  <a:pt x="1524" y="1028"/>
                </a:lnTo>
                <a:lnTo>
                  <a:pt x="1523" y="1028"/>
                </a:lnTo>
                <a:lnTo>
                  <a:pt x="1523" y="1029"/>
                </a:lnTo>
                <a:lnTo>
                  <a:pt x="1524" y="1029"/>
                </a:lnTo>
                <a:lnTo>
                  <a:pt x="1524" y="1030"/>
                </a:lnTo>
                <a:lnTo>
                  <a:pt x="1525" y="1030"/>
                </a:lnTo>
                <a:lnTo>
                  <a:pt x="1525" y="1031"/>
                </a:lnTo>
                <a:lnTo>
                  <a:pt x="1526" y="1031"/>
                </a:lnTo>
                <a:lnTo>
                  <a:pt x="1527" y="1031"/>
                </a:lnTo>
                <a:lnTo>
                  <a:pt x="1528" y="1032"/>
                </a:lnTo>
                <a:lnTo>
                  <a:pt x="1528" y="1033"/>
                </a:lnTo>
                <a:lnTo>
                  <a:pt x="1527" y="1034"/>
                </a:lnTo>
                <a:lnTo>
                  <a:pt x="1527" y="1035"/>
                </a:lnTo>
                <a:lnTo>
                  <a:pt x="1528" y="1035"/>
                </a:lnTo>
                <a:lnTo>
                  <a:pt x="1529" y="1036"/>
                </a:lnTo>
                <a:lnTo>
                  <a:pt x="1530" y="1037"/>
                </a:lnTo>
                <a:lnTo>
                  <a:pt x="1531" y="1039"/>
                </a:lnTo>
                <a:lnTo>
                  <a:pt x="1533" y="1040"/>
                </a:lnTo>
                <a:lnTo>
                  <a:pt x="1533" y="1041"/>
                </a:lnTo>
                <a:lnTo>
                  <a:pt x="1535" y="1041"/>
                </a:lnTo>
                <a:lnTo>
                  <a:pt x="1536" y="1040"/>
                </a:lnTo>
                <a:lnTo>
                  <a:pt x="1537" y="1040"/>
                </a:lnTo>
                <a:lnTo>
                  <a:pt x="1537" y="1041"/>
                </a:lnTo>
                <a:lnTo>
                  <a:pt x="1536" y="1041"/>
                </a:lnTo>
                <a:lnTo>
                  <a:pt x="1536" y="1042"/>
                </a:lnTo>
                <a:lnTo>
                  <a:pt x="1536" y="1043"/>
                </a:lnTo>
                <a:lnTo>
                  <a:pt x="1537" y="1044"/>
                </a:lnTo>
                <a:lnTo>
                  <a:pt x="1538" y="1044"/>
                </a:lnTo>
                <a:lnTo>
                  <a:pt x="1538" y="1043"/>
                </a:lnTo>
                <a:lnTo>
                  <a:pt x="1538" y="1044"/>
                </a:lnTo>
                <a:lnTo>
                  <a:pt x="1538" y="1045"/>
                </a:lnTo>
                <a:lnTo>
                  <a:pt x="1537" y="1046"/>
                </a:lnTo>
                <a:lnTo>
                  <a:pt x="1536" y="1046"/>
                </a:lnTo>
                <a:lnTo>
                  <a:pt x="1535" y="1046"/>
                </a:lnTo>
                <a:lnTo>
                  <a:pt x="1534" y="1047"/>
                </a:lnTo>
                <a:lnTo>
                  <a:pt x="1533" y="1047"/>
                </a:lnTo>
                <a:lnTo>
                  <a:pt x="1532" y="1047"/>
                </a:lnTo>
                <a:lnTo>
                  <a:pt x="1532" y="1048"/>
                </a:lnTo>
                <a:lnTo>
                  <a:pt x="1532" y="1049"/>
                </a:lnTo>
                <a:lnTo>
                  <a:pt x="1531" y="1049"/>
                </a:lnTo>
                <a:lnTo>
                  <a:pt x="1530" y="1049"/>
                </a:lnTo>
                <a:lnTo>
                  <a:pt x="1529" y="1049"/>
                </a:lnTo>
                <a:lnTo>
                  <a:pt x="1528" y="1049"/>
                </a:lnTo>
                <a:lnTo>
                  <a:pt x="1527" y="1049"/>
                </a:lnTo>
                <a:lnTo>
                  <a:pt x="1526" y="1049"/>
                </a:lnTo>
                <a:lnTo>
                  <a:pt x="1526" y="1050"/>
                </a:lnTo>
                <a:lnTo>
                  <a:pt x="1525" y="1050"/>
                </a:lnTo>
                <a:lnTo>
                  <a:pt x="1524" y="1050"/>
                </a:lnTo>
                <a:lnTo>
                  <a:pt x="1523" y="1050"/>
                </a:lnTo>
                <a:lnTo>
                  <a:pt x="1523" y="1049"/>
                </a:lnTo>
                <a:lnTo>
                  <a:pt x="1522" y="1050"/>
                </a:lnTo>
                <a:lnTo>
                  <a:pt x="1522" y="1051"/>
                </a:lnTo>
                <a:lnTo>
                  <a:pt x="1522" y="1050"/>
                </a:lnTo>
                <a:lnTo>
                  <a:pt x="1521" y="1050"/>
                </a:lnTo>
                <a:lnTo>
                  <a:pt x="1520" y="1050"/>
                </a:lnTo>
                <a:lnTo>
                  <a:pt x="1519" y="1051"/>
                </a:lnTo>
                <a:lnTo>
                  <a:pt x="1518" y="1051"/>
                </a:lnTo>
                <a:lnTo>
                  <a:pt x="1517" y="1052"/>
                </a:lnTo>
                <a:lnTo>
                  <a:pt x="1517" y="1053"/>
                </a:lnTo>
                <a:lnTo>
                  <a:pt x="1516" y="1053"/>
                </a:lnTo>
                <a:lnTo>
                  <a:pt x="1516" y="1052"/>
                </a:lnTo>
                <a:lnTo>
                  <a:pt x="1516" y="1053"/>
                </a:lnTo>
                <a:lnTo>
                  <a:pt x="1515" y="1053"/>
                </a:lnTo>
                <a:lnTo>
                  <a:pt x="1515" y="1054"/>
                </a:lnTo>
                <a:lnTo>
                  <a:pt x="1515" y="1055"/>
                </a:lnTo>
                <a:lnTo>
                  <a:pt x="1514" y="1054"/>
                </a:lnTo>
                <a:lnTo>
                  <a:pt x="1515" y="1052"/>
                </a:lnTo>
                <a:lnTo>
                  <a:pt x="1515" y="1051"/>
                </a:lnTo>
                <a:lnTo>
                  <a:pt x="1515" y="1050"/>
                </a:lnTo>
                <a:lnTo>
                  <a:pt x="1515" y="1049"/>
                </a:lnTo>
                <a:lnTo>
                  <a:pt x="1514" y="1049"/>
                </a:lnTo>
                <a:lnTo>
                  <a:pt x="1513" y="1048"/>
                </a:lnTo>
                <a:lnTo>
                  <a:pt x="1512" y="1049"/>
                </a:lnTo>
                <a:lnTo>
                  <a:pt x="1511" y="1049"/>
                </a:lnTo>
                <a:lnTo>
                  <a:pt x="1511" y="1050"/>
                </a:lnTo>
                <a:lnTo>
                  <a:pt x="1511" y="1051"/>
                </a:lnTo>
                <a:lnTo>
                  <a:pt x="1511" y="1050"/>
                </a:lnTo>
                <a:lnTo>
                  <a:pt x="1510" y="1050"/>
                </a:lnTo>
                <a:lnTo>
                  <a:pt x="1510" y="1049"/>
                </a:lnTo>
                <a:lnTo>
                  <a:pt x="1509" y="1049"/>
                </a:lnTo>
                <a:lnTo>
                  <a:pt x="1508" y="1049"/>
                </a:lnTo>
                <a:lnTo>
                  <a:pt x="1507" y="1049"/>
                </a:lnTo>
                <a:lnTo>
                  <a:pt x="1507" y="1050"/>
                </a:lnTo>
                <a:lnTo>
                  <a:pt x="1506" y="1051"/>
                </a:lnTo>
                <a:lnTo>
                  <a:pt x="1506" y="1052"/>
                </a:lnTo>
                <a:lnTo>
                  <a:pt x="1506" y="1053"/>
                </a:lnTo>
                <a:lnTo>
                  <a:pt x="1505" y="1053"/>
                </a:lnTo>
                <a:lnTo>
                  <a:pt x="1504" y="1053"/>
                </a:lnTo>
                <a:lnTo>
                  <a:pt x="1504" y="1054"/>
                </a:lnTo>
                <a:lnTo>
                  <a:pt x="1504" y="1055"/>
                </a:lnTo>
                <a:lnTo>
                  <a:pt x="1504" y="1056"/>
                </a:lnTo>
                <a:lnTo>
                  <a:pt x="1501" y="1056"/>
                </a:lnTo>
                <a:lnTo>
                  <a:pt x="1501" y="1057"/>
                </a:lnTo>
                <a:lnTo>
                  <a:pt x="1500" y="1057"/>
                </a:lnTo>
                <a:lnTo>
                  <a:pt x="1500" y="1056"/>
                </a:lnTo>
                <a:lnTo>
                  <a:pt x="1499" y="1055"/>
                </a:lnTo>
                <a:lnTo>
                  <a:pt x="1498" y="1055"/>
                </a:lnTo>
                <a:lnTo>
                  <a:pt x="1498" y="1056"/>
                </a:lnTo>
                <a:lnTo>
                  <a:pt x="1497" y="1056"/>
                </a:lnTo>
                <a:lnTo>
                  <a:pt x="1496" y="1056"/>
                </a:lnTo>
                <a:lnTo>
                  <a:pt x="1494" y="1055"/>
                </a:lnTo>
                <a:lnTo>
                  <a:pt x="1492" y="1053"/>
                </a:lnTo>
                <a:lnTo>
                  <a:pt x="1491" y="1053"/>
                </a:lnTo>
                <a:lnTo>
                  <a:pt x="1491" y="1054"/>
                </a:lnTo>
                <a:lnTo>
                  <a:pt x="1490" y="1054"/>
                </a:lnTo>
                <a:lnTo>
                  <a:pt x="1490" y="1053"/>
                </a:lnTo>
                <a:lnTo>
                  <a:pt x="1488" y="1054"/>
                </a:lnTo>
                <a:lnTo>
                  <a:pt x="1487" y="1055"/>
                </a:lnTo>
                <a:lnTo>
                  <a:pt x="1487" y="1056"/>
                </a:lnTo>
                <a:lnTo>
                  <a:pt x="1487" y="1055"/>
                </a:lnTo>
                <a:lnTo>
                  <a:pt x="1486" y="1055"/>
                </a:lnTo>
                <a:lnTo>
                  <a:pt x="1486" y="1054"/>
                </a:lnTo>
                <a:lnTo>
                  <a:pt x="1485" y="1054"/>
                </a:lnTo>
                <a:lnTo>
                  <a:pt x="1485" y="1053"/>
                </a:lnTo>
                <a:lnTo>
                  <a:pt x="1483" y="1053"/>
                </a:lnTo>
                <a:lnTo>
                  <a:pt x="1482" y="1053"/>
                </a:lnTo>
                <a:lnTo>
                  <a:pt x="1480" y="1053"/>
                </a:lnTo>
                <a:lnTo>
                  <a:pt x="1480" y="1052"/>
                </a:lnTo>
                <a:lnTo>
                  <a:pt x="1479" y="1053"/>
                </a:lnTo>
                <a:lnTo>
                  <a:pt x="1479" y="1054"/>
                </a:lnTo>
                <a:lnTo>
                  <a:pt x="1479" y="1055"/>
                </a:lnTo>
                <a:lnTo>
                  <a:pt x="1478" y="1055"/>
                </a:lnTo>
                <a:lnTo>
                  <a:pt x="1478" y="1056"/>
                </a:lnTo>
                <a:lnTo>
                  <a:pt x="1478" y="1057"/>
                </a:lnTo>
                <a:lnTo>
                  <a:pt x="1477" y="1057"/>
                </a:lnTo>
                <a:lnTo>
                  <a:pt x="1476" y="1057"/>
                </a:lnTo>
                <a:lnTo>
                  <a:pt x="1476" y="1058"/>
                </a:lnTo>
                <a:lnTo>
                  <a:pt x="1476" y="1059"/>
                </a:lnTo>
                <a:lnTo>
                  <a:pt x="1475" y="1060"/>
                </a:lnTo>
                <a:lnTo>
                  <a:pt x="1475" y="1061"/>
                </a:lnTo>
                <a:lnTo>
                  <a:pt x="1474" y="1060"/>
                </a:lnTo>
                <a:lnTo>
                  <a:pt x="1473" y="1060"/>
                </a:lnTo>
                <a:lnTo>
                  <a:pt x="1473" y="1061"/>
                </a:lnTo>
                <a:lnTo>
                  <a:pt x="1472" y="1061"/>
                </a:lnTo>
                <a:lnTo>
                  <a:pt x="1471" y="1060"/>
                </a:lnTo>
                <a:lnTo>
                  <a:pt x="1470" y="1060"/>
                </a:lnTo>
                <a:lnTo>
                  <a:pt x="1469" y="1061"/>
                </a:lnTo>
                <a:lnTo>
                  <a:pt x="1469" y="1060"/>
                </a:lnTo>
                <a:lnTo>
                  <a:pt x="1468" y="1059"/>
                </a:lnTo>
                <a:lnTo>
                  <a:pt x="1468" y="1058"/>
                </a:lnTo>
                <a:lnTo>
                  <a:pt x="1469" y="1058"/>
                </a:lnTo>
                <a:lnTo>
                  <a:pt x="1469" y="1057"/>
                </a:lnTo>
                <a:lnTo>
                  <a:pt x="1468" y="1057"/>
                </a:lnTo>
                <a:lnTo>
                  <a:pt x="1468" y="1056"/>
                </a:lnTo>
                <a:lnTo>
                  <a:pt x="1468" y="1055"/>
                </a:lnTo>
                <a:lnTo>
                  <a:pt x="1467" y="1054"/>
                </a:lnTo>
                <a:lnTo>
                  <a:pt x="1466" y="1053"/>
                </a:lnTo>
                <a:lnTo>
                  <a:pt x="1466" y="1054"/>
                </a:lnTo>
                <a:lnTo>
                  <a:pt x="1465" y="1054"/>
                </a:lnTo>
                <a:lnTo>
                  <a:pt x="1465" y="1053"/>
                </a:lnTo>
                <a:lnTo>
                  <a:pt x="1464" y="1052"/>
                </a:lnTo>
                <a:lnTo>
                  <a:pt x="1463" y="1053"/>
                </a:lnTo>
                <a:lnTo>
                  <a:pt x="1462" y="1052"/>
                </a:lnTo>
                <a:lnTo>
                  <a:pt x="1461" y="1051"/>
                </a:lnTo>
                <a:lnTo>
                  <a:pt x="1460" y="1051"/>
                </a:lnTo>
                <a:lnTo>
                  <a:pt x="1459" y="1051"/>
                </a:lnTo>
                <a:lnTo>
                  <a:pt x="1459" y="1050"/>
                </a:lnTo>
                <a:lnTo>
                  <a:pt x="1458" y="1049"/>
                </a:lnTo>
                <a:lnTo>
                  <a:pt x="1458" y="1048"/>
                </a:lnTo>
                <a:lnTo>
                  <a:pt x="1458" y="1047"/>
                </a:lnTo>
                <a:lnTo>
                  <a:pt x="1459" y="1047"/>
                </a:lnTo>
                <a:lnTo>
                  <a:pt x="1459" y="1046"/>
                </a:lnTo>
                <a:lnTo>
                  <a:pt x="1459" y="1045"/>
                </a:lnTo>
                <a:lnTo>
                  <a:pt x="1458" y="1045"/>
                </a:lnTo>
                <a:lnTo>
                  <a:pt x="1458" y="1044"/>
                </a:lnTo>
                <a:lnTo>
                  <a:pt x="1458" y="1043"/>
                </a:lnTo>
                <a:lnTo>
                  <a:pt x="1457" y="1043"/>
                </a:lnTo>
                <a:lnTo>
                  <a:pt x="1456" y="1043"/>
                </a:lnTo>
                <a:lnTo>
                  <a:pt x="1455" y="1043"/>
                </a:lnTo>
                <a:lnTo>
                  <a:pt x="1455" y="1042"/>
                </a:lnTo>
                <a:lnTo>
                  <a:pt x="1454" y="1042"/>
                </a:lnTo>
                <a:lnTo>
                  <a:pt x="1454" y="1041"/>
                </a:lnTo>
                <a:lnTo>
                  <a:pt x="1453" y="1040"/>
                </a:lnTo>
                <a:lnTo>
                  <a:pt x="1452" y="1041"/>
                </a:lnTo>
                <a:lnTo>
                  <a:pt x="1452" y="1042"/>
                </a:lnTo>
                <a:lnTo>
                  <a:pt x="1451" y="1042"/>
                </a:lnTo>
                <a:lnTo>
                  <a:pt x="1450" y="1042"/>
                </a:lnTo>
                <a:lnTo>
                  <a:pt x="1450" y="1041"/>
                </a:lnTo>
                <a:lnTo>
                  <a:pt x="1449" y="1039"/>
                </a:lnTo>
                <a:lnTo>
                  <a:pt x="1448" y="1038"/>
                </a:lnTo>
                <a:lnTo>
                  <a:pt x="1447" y="1038"/>
                </a:lnTo>
                <a:lnTo>
                  <a:pt x="1447" y="1037"/>
                </a:lnTo>
                <a:lnTo>
                  <a:pt x="1448" y="1037"/>
                </a:lnTo>
                <a:lnTo>
                  <a:pt x="1447" y="1037"/>
                </a:lnTo>
                <a:lnTo>
                  <a:pt x="1446" y="1037"/>
                </a:lnTo>
                <a:lnTo>
                  <a:pt x="1445" y="1037"/>
                </a:lnTo>
                <a:lnTo>
                  <a:pt x="1444" y="1037"/>
                </a:lnTo>
                <a:lnTo>
                  <a:pt x="1444" y="1036"/>
                </a:lnTo>
                <a:lnTo>
                  <a:pt x="1443" y="1036"/>
                </a:lnTo>
                <a:lnTo>
                  <a:pt x="1443" y="1035"/>
                </a:lnTo>
                <a:lnTo>
                  <a:pt x="1442" y="1035"/>
                </a:lnTo>
                <a:lnTo>
                  <a:pt x="1441" y="1035"/>
                </a:lnTo>
                <a:lnTo>
                  <a:pt x="1441" y="1036"/>
                </a:lnTo>
                <a:lnTo>
                  <a:pt x="1440" y="1035"/>
                </a:lnTo>
                <a:lnTo>
                  <a:pt x="1439" y="1035"/>
                </a:lnTo>
                <a:lnTo>
                  <a:pt x="1439" y="1034"/>
                </a:lnTo>
                <a:lnTo>
                  <a:pt x="1438" y="1033"/>
                </a:lnTo>
                <a:lnTo>
                  <a:pt x="1437" y="1033"/>
                </a:lnTo>
                <a:lnTo>
                  <a:pt x="1436" y="1034"/>
                </a:lnTo>
                <a:lnTo>
                  <a:pt x="1434" y="1034"/>
                </a:lnTo>
                <a:lnTo>
                  <a:pt x="1433" y="1034"/>
                </a:lnTo>
                <a:lnTo>
                  <a:pt x="1433" y="1035"/>
                </a:lnTo>
                <a:lnTo>
                  <a:pt x="1433" y="1036"/>
                </a:lnTo>
                <a:lnTo>
                  <a:pt x="1430" y="1036"/>
                </a:lnTo>
                <a:lnTo>
                  <a:pt x="1430" y="1035"/>
                </a:lnTo>
                <a:lnTo>
                  <a:pt x="1429" y="1035"/>
                </a:lnTo>
                <a:lnTo>
                  <a:pt x="1428" y="1034"/>
                </a:lnTo>
                <a:lnTo>
                  <a:pt x="1427" y="1034"/>
                </a:lnTo>
                <a:lnTo>
                  <a:pt x="1426" y="1034"/>
                </a:lnTo>
                <a:lnTo>
                  <a:pt x="1425" y="1034"/>
                </a:lnTo>
                <a:lnTo>
                  <a:pt x="1424" y="1034"/>
                </a:lnTo>
                <a:lnTo>
                  <a:pt x="1423" y="1033"/>
                </a:lnTo>
                <a:lnTo>
                  <a:pt x="1422" y="1033"/>
                </a:lnTo>
                <a:lnTo>
                  <a:pt x="1421" y="1033"/>
                </a:lnTo>
                <a:lnTo>
                  <a:pt x="1420" y="1033"/>
                </a:lnTo>
                <a:lnTo>
                  <a:pt x="1419" y="1033"/>
                </a:lnTo>
                <a:lnTo>
                  <a:pt x="1419" y="1034"/>
                </a:lnTo>
                <a:lnTo>
                  <a:pt x="1419" y="1035"/>
                </a:lnTo>
                <a:lnTo>
                  <a:pt x="1418" y="1035"/>
                </a:lnTo>
                <a:lnTo>
                  <a:pt x="1418" y="1036"/>
                </a:lnTo>
                <a:lnTo>
                  <a:pt x="1417" y="1036"/>
                </a:lnTo>
                <a:lnTo>
                  <a:pt x="1416" y="1036"/>
                </a:lnTo>
                <a:lnTo>
                  <a:pt x="1415" y="1036"/>
                </a:lnTo>
                <a:lnTo>
                  <a:pt x="1414" y="1036"/>
                </a:lnTo>
                <a:lnTo>
                  <a:pt x="1414" y="1037"/>
                </a:lnTo>
                <a:lnTo>
                  <a:pt x="1414" y="1038"/>
                </a:lnTo>
                <a:lnTo>
                  <a:pt x="1413" y="1037"/>
                </a:lnTo>
                <a:lnTo>
                  <a:pt x="1413" y="1036"/>
                </a:lnTo>
                <a:lnTo>
                  <a:pt x="1412" y="1036"/>
                </a:lnTo>
                <a:lnTo>
                  <a:pt x="1412" y="1037"/>
                </a:lnTo>
                <a:lnTo>
                  <a:pt x="1411" y="1037"/>
                </a:lnTo>
                <a:lnTo>
                  <a:pt x="1410" y="1037"/>
                </a:lnTo>
                <a:lnTo>
                  <a:pt x="1409" y="1037"/>
                </a:lnTo>
                <a:lnTo>
                  <a:pt x="1409" y="1036"/>
                </a:lnTo>
                <a:lnTo>
                  <a:pt x="1408" y="1036"/>
                </a:lnTo>
                <a:lnTo>
                  <a:pt x="1407" y="1035"/>
                </a:lnTo>
                <a:lnTo>
                  <a:pt x="1406" y="1035"/>
                </a:lnTo>
                <a:lnTo>
                  <a:pt x="1405" y="1035"/>
                </a:lnTo>
                <a:lnTo>
                  <a:pt x="1404" y="1035"/>
                </a:lnTo>
                <a:lnTo>
                  <a:pt x="1405" y="1036"/>
                </a:lnTo>
                <a:lnTo>
                  <a:pt x="1404" y="1036"/>
                </a:lnTo>
                <a:lnTo>
                  <a:pt x="1404" y="1035"/>
                </a:lnTo>
                <a:lnTo>
                  <a:pt x="1403" y="1035"/>
                </a:lnTo>
                <a:lnTo>
                  <a:pt x="1401" y="1035"/>
                </a:lnTo>
                <a:lnTo>
                  <a:pt x="1401" y="1036"/>
                </a:lnTo>
                <a:lnTo>
                  <a:pt x="1402" y="1038"/>
                </a:lnTo>
                <a:lnTo>
                  <a:pt x="1401" y="1038"/>
                </a:lnTo>
                <a:lnTo>
                  <a:pt x="1401" y="1039"/>
                </a:lnTo>
                <a:lnTo>
                  <a:pt x="1400" y="1040"/>
                </a:lnTo>
                <a:lnTo>
                  <a:pt x="1400" y="1041"/>
                </a:lnTo>
                <a:lnTo>
                  <a:pt x="1400" y="1042"/>
                </a:lnTo>
                <a:lnTo>
                  <a:pt x="1400" y="1043"/>
                </a:lnTo>
                <a:lnTo>
                  <a:pt x="1399" y="1043"/>
                </a:lnTo>
                <a:lnTo>
                  <a:pt x="1398" y="1042"/>
                </a:lnTo>
                <a:lnTo>
                  <a:pt x="1397" y="1042"/>
                </a:lnTo>
                <a:lnTo>
                  <a:pt x="1397" y="1043"/>
                </a:lnTo>
                <a:lnTo>
                  <a:pt x="1396" y="1044"/>
                </a:lnTo>
                <a:lnTo>
                  <a:pt x="1396" y="1045"/>
                </a:lnTo>
                <a:lnTo>
                  <a:pt x="1396" y="1046"/>
                </a:lnTo>
                <a:lnTo>
                  <a:pt x="1396" y="1047"/>
                </a:lnTo>
                <a:lnTo>
                  <a:pt x="1397" y="1047"/>
                </a:lnTo>
                <a:lnTo>
                  <a:pt x="1397" y="1048"/>
                </a:lnTo>
                <a:lnTo>
                  <a:pt x="1396" y="1048"/>
                </a:lnTo>
                <a:lnTo>
                  <a:pt x="1395" y="1049"/>
                </a:lnTo>
                <a:lnTo>
                  <a:pt x="1395" y="1050"/>
                </a:lnTo>
                <a:lnTo>
                  <a:pt x="1396" y="1050"/>
                </a:lnTo>
                <a:lnTo>
                  <a:pt x="1396" y="1052"/>
                </a:lnTo>
                <a:lnTo>
                  <a:pt x="1396" y="1053"/>
                </a:lnTo>
                <a:lnTo>
                  <a:pt x="1396" y="1054"/>
                </a:lnTo>
                <a:lnTo>
                  <a:pt x="1396" y="1055"/>
                </a:lnTo>
                <a:lnTo>
                  <a:pt x="1397" y="1055"/>
                </a:lnTo>
                <a:lnTo>
                  <a:pt x="1398" y="1056"/>
                </a:lnTo>
                <a:lnTo>
                  <a:pt x="1398" y="1057"/>
                </a:lnTo>
                <a:lnTo>
                  <a:pt x="1399" y="1057"/>
                </a:lnTo>
                <a:lnTo>
                  <a:pt x="1399" y="1058"/>
                </a:lnTo>
                <a:lnTo>
                  <a:pt x="1399" y="1060"/>
                </a:lnTo>
                <a:lnTo>
                  <a:pt x="1398" y="1060"/>
                </a:lnTo>
                <a:lnTo>
                  <a:pt x="1399" y="1061"/>
                </a:lnTo>
                <a:lnTo>
                  <a:pt x="1400" y="1063"/>
                </a:lnTo>
                <a:lnTo>
                  <a:pt x="1401" y="1062"/>
                </a:lnTo>
                <a:lnTo>
                  <a:pt x="1401" y="1063"/>
                </a:lnTo>
                <a:lnTo>
                  <a:pt x="1402" y="1063"/>
                </a:lnTo>
                <a:lnTo>
                  <a:pt x="1402" y="1064"/>
                </a:lnTo>
                <a:lnTo>
                  <a:pt x="1403" y="1064"/>
                </a:lnTo>
                <a:lnTo>
                  <a:pt x="1403" y="1065"/>
                </a:lnTo>
                <a:lnTo>
                  <a:pt x="1403" y="1066"/>
                </a:lnTo>
                <a:lnTo>
                  <a:pt x="1403" y="1067"/>
                </a:lnTo>
                <a:lnTo>
                  <a:pt x="1403" y="1068"/>
                </a:lnTo>
                <a:lnTo>
                  <a:pt x="1404" y="1068"/>
                </a:lnTo>
                <a:lnTo>
                  <a:pt x="1403" y="1069"/>
                </a:lnTo>
                <a:lnTo>
                  <a:pt x="1403" y="1071"/>
                </a:lnTo>
                <a:lnTo>
                  <a:pt x="1404" y="1071"/>
                </a:lnTo>
                <a:lnTo>
                  <a:pt x="1404" y="1072"/>
                </a:lnTo>
                <a:lnTo>
                  <a:pt x="1404" y="1073"/>
                </a:lnTo>
                <a:lnTo>
                  <a:pt x="1405" y="1073"/>
                </a:lnTo>
                <a:lnTo>
                  <a:pt x="1406" y="1074"/>
                </a:lnTo>
                <a:lnTo>
                  <a:pt x="1406" y="1076"/>
                </a:lnTo>
                <a:lnTo>
                  <a:pt x="1405" y="1076"/>
                </a:lnTo>
                <a:lnTo>
                  <a:pt x="1405" y="1077"/>
                </a:lnTo>
                <a:lnTo>
                  <a:pt x="1404" y="1077"/>
                </a:lnTo>
                <a:lnTo>
                  <a:pt x="1403" y="1077"/>
                </a:lnTo>
                <a:lnTo>
                  <a:pt x="1402" y="1078"/>
                </a:lnTo>
                <a:lnTo>
                  <a:pt x="1403" y="1079"/>
                </a:lnTo>
                <a:lnTo>
                  <a:pt x="1402" y="1080"/>
                </a:lnTo>
                <a:lnTo>
                  <a:pt x="1402" y="1079"/>
                </a:lnTo>
                <a:lnTo>
                  <a:pt x="1401" y="1079"/>
                </a:lnTo>
                <a:lnTo>
                  <a:pt x="1400" y="1080"/>
                </a:lnTo>
                <a:lnTo>
                  <a:pt x="1399" y="1080"/>
                </a:lnTo>
                <a:lnTo>
                  <a:pt x="1398" y="1080"/>
                </a:lnTo>
                <a:lnTo>
                  <a:pt x="1397" y="1080"/>
                </a:lnTo>
                <a:lnTo>
                  <a:pt x="1397" y="1081"/>
                </a:lnTo>
                <a:lnTo>
                  <a:pt x="1397" y="1082"/>
                </a:lnTo>
                <a:lnTo>
                  <a:pt x="1396" y="1083"/>
                </a:lnTo>
                <a:lnTo>
                  <a:pt x="1396" y="1084"/>
                </a:lnTo>
                <a:lnTo>
                  <a:pt x="1395" y="1084"/>
                </a:lnTo>
                <a:lnTo>
                  <a:pt x="1394" y="1085"/>
                </a:lnTo>
                <a:lnTo>
                  <a:pt x="1394" y="1084"/>
                </a:lnTo>
                <a:lnTo>
                  <a:pt x="1393" y="1084"/>
                </a:lnTo>
                <a:lnTo>
                  <a:pt x="1393" y="1085"/>
                </a:lnTo>
                <a:lnTo>
                  <a:pt x="1392" y="1086"/>
                </a:lnTo>
                <a:lnTo>
                  <a:pt x="1392" y="1087"/>
                </a:lnTo>
                <a:lnTo>
                  <a:pt x="1392" y="1088"/>
                </a:lnTo>
                <a:lnTo>
                  <a:pt x="1393" y="1088"/>
                </a:lnTo>
                <a:lnTo>
                  <a:pt x="1393" y="1089"/>
                </a:lnTo>
                <a:lnTo>
                  <a:pt x="1392" y="1090"/>
                </a:lnTo>
                <a:lnTo>
                  <a:pt x="1393" y="1091"/>
                </a:lnTo>
                <a:lnTo>
                  <a:pt x="1394" y="1091"/>
                </a:lnTo>
                <a:lnTo>
                  <a:pt x="1395" y="1092"/>
                </a:lnTo>
                <a:lnTo>
                  <a:pt x="1394" y="1093"/>
                </a:lnTo>
                <a:lnTo>
                  <a:pt x="1394" y="1094"/>
                </a:lnTo>
                <a:lnTo>
                  <a:pt x="1393" y="1094"/>
                </a:lnTo>
                <a:lnTo>
                  <a:pt x="1392" y="1094"/>
                </a:lnTo>
                <a:lnTo>
                  <a:pt x="1390" y="1092"/>
                </a:lnTo>
                <a:lnTo>
                  <a:pt x="1389" y="1092"/>
                </a:lnTo>
                <a:lnTo>
                  <a:pt x="1389" y="1093"/>
                </a:lnTo>
                <a:lnTo>
                  <a:pt x="1389" y="1094"/>
                </a:lnTo>
                <a:lnTo>
                  <a:pt x="1388" y="1094"/>
                </a:lnTo>
                <a:lnTo>
                  <a:pt x="1387" y="1094"/>
                </a:lnTo>
                <a:lnTo>
                  <a:pt x="1386" y="1096"/>
                </a:lnTo>
                <a:lnTo>
                  <a:pt x="1385" y="1096"/>
                </a:lnTo>
                <a:lnTo>
                  <a:pt x="1384" y="1097"/>
                </a:lnTo>
                <a:lnTo>
                  <a:pt x="1384" y="1098"/>
                </a:lnTo>
                <a:lnTo>
                  <a:pt x="1384" y="1097"/>
                </a:lnTo>
                <a:lnTo>
                  <a:pt x="1383" y="1097"/>
                </a:lnTo>
                <a:lnTo>
                  <a:pt x="1382" y="1098"/>
                </a:lnTo>
                <a:lnTo>
                  <a:pt x="1382" y="1099"/>
                </a:lnTo>
                <a:lnTo>
                  <a:pt x="1381" y="1099"/>
                </a:lnTo>
                <a:lnTo>
                  <a:pt x="1381" y="1100"/>
                </a:lnTo>
                <a:lnTo>
                  <a:pt x="1380" y="1100"/>
                </a:lnTo>
                <a:lnTo>
                  <a:pt x="1379" y="1101"/>
                </a:lnTo>
                <a:lnTo>
                  <a:pt x="1378" y="1101"/>
                </a:lnTo>
                <a:lnTo>
                  <a:pt x="1378" y="1102"/>
                </a:lnTo>
                <a:lnTo>
                  <a:pt x="1379" y="1102"/>
                </a:lnTo>
                <a:lnTo>
                  <a:pt x="1380" y="1102"/>
                </a:lnTo>
                <a:lnTo>
                  <a:pt x="1380" y="1103"/>
                </a:lnTo>
                <a:lnTo>
                  <a:pt x="1381" y="1103"/>
                </a:lnTo>
                <a:lnTo>
                  <a:pt x="1381" y="1104"/>
                </a:lnTo>
                <a:lnTo>
                  <a:pt x="1382" y="1104"/>
                </a:lnTo>
                <a:lnTo>
                  <a:pt x="1382" y="1105"/>
                </a:lnTo>
                <a:lnTo>
                  <a:pt x="1381" y="1105"/>
                </a:lnTo>
                <a:lnTo>
                  <a:pt x="1381" y="1106"/>
                </a:lnTo>
                <a:lnTo>
                  <a:pt x="1382" y="1107"/>
                </a:lnTo>
                <a:lnTo>
                  <a:pt x="1382" y="1108"/>
                </a:lnTo>
                <a:lnTo>
                  <a:pt x="1381" y="1108"/>
                </a:lnTo>
                <a:lnTo>
                  <a:pt x="1381" y="1109"/>
                </a:lnTo>
                <a:lnTo>
                  <a:pt x="1381" y="1110"/>
                </a:lnTo>
                <a:lnTo>
                  <a:pt x="1380" y="1110"/>
                </a:lnTo>
                <a:lnTo>
                  <a:pt x="1381" y="1110"/>
                </a:lnTo>
                <a:lnTo>
                  <a:pt x="1382" y="1110"/>
                </a:lnTo>
                <a:lnTo>
                  <a:pt x="1383" y="1110"/>
                </a:lnTo>
                <a:lnTo>
                  <a:pt x="1384" y="1110"/>
                </a:lnTo>
                <a:lnTo>
                  <a:pt x="1384" y="1111"/>
                </a:lnTo>
                <a:lnTo>
                  <a:pt x="1384" y="1110"/>
                </a:lnTo>
                <a:lnTo>
                  <a:pt x="1385" y="1110"/>
                </a:lnTo>
                <a:lnTo>
                  <a:pt x="1386" y="1109"/>
                </a:lnTo>
                <a:lnTo>
                  <a:pt x="1386" y="1110"/>
                </a:lnTo>
                <a:lnTo>
                  <a:pt x="1386" y="1111"/>
                </a:lnTo>
                <a:lnTo>
                  <a:pt x="1387" y="1111"/>
                </a:lnTo>
                <a:lnTo>
                  <a:pt x="1388" y="1111"/>
                </a:lnTo>
                <a:lnTo>
                  <a:pt x="1388" y="1110"/>
                </a:lnTo>
                <a:lnTo>
                  <a:pt x="1388" y="1109"/>
                </a:lnTo>
                <a:lnTo>
                  <a:pt x="1389" y="1109"/>
                </a:lnTo>
                <a:lnTo>
                  <a:pt x="1390" y="1109"/>
                </a:lnTo>
                <a:lnTo>
                  <a:pt x="1391" y="1109"/>
                </a:lnTo>
                <a:lnTo>
                  <a:pt x="1391" y="1108"/>
                </a:lnTo>
                <a:lnTo>
                  <a:pt x="1391" y="1109"/>
                </a:lnTo>
                <a:lnTo>
                  <a:pt x="1392" y="1109"/>
                </a:lnTo>
                <a:lnTo>
                  <a:pt x="1393" y="1109"/>
                </a:lnTo>
                <a:lnTo>
                  <a:pt x="1393" y="1108"/>
                </a:lnTo>
                <a:lnTo>
                  <a:pt x="1394" y="1108"/>
                </a:lnTo>
                <a:lnTo>
                  <a:pt x="1395" y="1108"/>
                </a:lnTo>
                <a:lnTo>
                  <a:pt x="1395" y="1109"/>
                </a:lnTo>
                <a:lnTo>
                  <a:pt x="1396" y="1109"/>
                </a:lnTo>
                <a:lnTo>
                  <a:pt x="1397" y="1109"/>
                </a:lnTo>
                <a:lnTo>
                  <a:pt x="1397" y="1110"/>
                </a:lnTo>
                <a:lnTo>
                  <a:pt x="1398" y="1110"/>
                </a:lnTo>
                <a:lnTo>
                  <a:pt x="1399" y="1110"/>
                </a:lnTo>
                <a:lnTo>
                  <a:pt x="1399" y="1111"/>
                </a:lnTo>
                <a:lnTo>
                  <a:pt x="1399" y="1112"/>
                </a:lnTo>
                <a:lnTo>
                  <a:pt x="1400" y="1112"/>
                </a:lnTo>
                <a:lnTo>
                  <a:pt x="1401" y="1113"/>
                </a:lnTo>
                <a:lnTo>
                  <a:pt x="1402" y="1113"/>
                </a:lnTo>
                <a:lnTo>
                  <a:pt x="1402" y="1114"/>
                </a:lnTo>
                <a:lnTo>
                  <a:pt x="1403" y="1114"/>
                </a:lnTo>
                <a:lnTo>
                  <a:pt x="1403" y="1113"/>
                </a:lnTo>
                <a:lnTo>
                  <a:pt x="1404" y="1113"/>
                </a:lnTo>
                <a:lnTo>
                  <a:pt x="1405" y="1114"/>
                </a:lnTo>
                <a:lnTo>
                  <a:pt x="1406" y="1114"/>
                </a:lnTo>
                <a:lnTo>
                  <a:pt x="1405" y="1115"/>
                </a:lnTo>
                <a:lnTo>
                  <a:pt x="1406" y="1115"/>
                </a:lnTo>
                <a:lnTo>
                  <a:pt x="1407" y="1115"/>
                </a:lnTo>
                <a:lnTo>
                  <a:pt x="1407" y="1116"/>
                </a:lnTo>
                <a:lnTo>
                  <a:pt x="1408" y="1116"/>
                </a:lnTo>
                <a:lnTo>
                  <a:pt x="1409" y="1116"/>
                </a:lnTo>
                <a:lnTo>
                  <a:pt x="1409" y="1117"/>
                </a:lnTo>
                <a:lnTo>
                  <a:pt x="1408" y="1117"/>
                </a:lnTo>
                <a:lnTo>
                  <a:pt x="1407" y="1118"/>
                </a:lnTo>
                <a:lnTo>
                  <a:pt x="1408" y="1118"/>
                </a:lnTo>
                <a:lnTo>
                  <a:pt x="1409" y="1118"/>
                </a:lnTo>
                <a:lnTo>
                  <a:pt x="1410" y="1118"/>
                </a:lnTo>
                <a:lnTo>
                  <a:pt x="1411" y="1118"/>
                </a:lnTo>
                <a:lnTo>
                  <a:pt x="1411" y="1119"/>
                </a:lnTo>
                <a:lnTo>
                  <a:pt x="1410" y="1119"/>
                </a:lnTo>
                <a:lnTo>
                  <a:pt x="1410" y="1120"/>
                </a:lnTo>
                <a:lnTo>
                  <a:pt x="1410" y="1121"/>
                </a:lnTo>
                <a:lnTo>
                  <a:pt x="1411" y="1121"/>
                </a:lnTo>
                <a:lnTo>
                  <a:pt x="1411" y="1123"/>
                </a:lnTo>
                <a:lnTo>
                  <a:pt x="1411" y="1124"/>
                </a:lnTo>
                <a:lnTo>
                  <a:pt x="1412" y="1124"/>
                </a:lnTo>
                <a:lnTo>
                  <a:pt x="1413" y="1125"/>
                </a:lnTo>
                <a:lnTo>
                  <a:pt x="1412" y="1125"/>
                </a:lnTo>
                <a:lnTo>
                  <a:pt x="1412" y="1126"/>
                </a:lnTo>
                <a:lnTo>
                  <a:pt x="1413" y="1126"/>
                </a:lnTo>
                <a:lnTo>
                  <a:pt x="1414" y="1126"/>
                </a:lnTo>
                <a:lnTo>
                  <a:pt x="1415" y="1127"/>
                </a:lnTo>
                <a:lnTo>
                  <a:pt x="1416" y="1127"/>
                </a:lnTo>
                <a:lnTo>
                  <a:pt x="1417" y="1127"/>
                </a:lnTo>
                <a:lnTo>
                  <a:pt x="1417" y="1128"/>
                </a:lnTo>
                <a:lnTo>
                  <a:pt x="1418" y="1128"/>
                </a:lnTo>
                <a:lnTo>
                  <a:pt x="1418" y="1127"/>
                </a:lnTo>
                <a:lnTo>
                  <a:pt x="1419" y="1128"/>
                </a:lnTo>
                <a:lnTo>
                  <a:pt x="1419" y="1129"/>
                </a:lnTo>
                <a:lnTo>
                  <a:pt x="1420" y="1128"/>
                </a:lnTo>
                <a:lnTo>
                  <a:pt x="1421" y="1128"/>
                </a:lnTo>
                <a:lnTo>
                  <a:pt x="1421" y="1130"/>
                </a:lnTo>
                <a:lnTo>
                  <a:pt x="1421" y="1131"/>
                </a:lnTo>
                <a:lnTo>
                  <a:pt x="1420" y="1131"/>
                </a:lnTo>
                <a:lnTo>
                  <a:pt x="1419" y="1132"/>
                </a:lnTo>
                <a:lnTo>
                  <a:pt x="1418" y="1132"/>
                </a:lnTo>
                <a:lnTo>
                  <a:pt x="1418" y="1133"/>
                </a:lnTo>
                <a:lnTo>
                  <a:pt x="1418" y="1134"/>
                </a:lnTo>
                <a:lnTo>
                  <a:pt x="1419" y="1134"/>
                </a:lnTo>
                <a:lnTo>
                  <a:pt x="1419" y="1135"/>
                </a:lnTo>
                <a:lnTo>
                  <a:pt x="1420" y="1135"/>
                </a:lnTo>
                <a:lnTo>
                  <a:pt x="1420" y="1136"/>
                </a:lnTo>
                <a:lnTo>
                  <a:pt x="1419" y="1137"/>
                </a:lnTo>
                <a:lnTo>
                  <a:pt x="1419" y="1138"/>
                </a:lnTo>
                <a:lnTo>
                  <a:pt x="1419" y="1139"/>
                </a:lnTo>
                <a:lnTo>
                  <a:pt x="1419" y="1140"/>
                </a:lnTo>
                <a:lnTo>
                  <a:pt x="1420" y="1140"/>
                </a:lnTo>
                <a:lnTo>
                  <a:pt x="1419" y="1141"/>
                </a:lnTo>
                <a:lnTo>
                  <a:pt x="1418" y="1141"/>
                </a:lnTo>
                <a:lnTo>
                  <a:pt x="1417" y="1142"/>
                </a:lnTo>
                <a:lnTo>
                  <a:pt x="1417" y="1143"/>
                </a:lnTo>
                <a:lnTo>
                  <a:pt x="1417" y="1144"/>
                </a:lnTo>
                <a:lnTo>
                  <a:pt x="1416" y="1144"/>
                </a:lnTo>
                <a:lnTo>
                  <a:pt x="1415" y="1144"/>
                </a:lnTo>
                <a:lnTo>
                  <a:pt x="1414" y="1145"/>
                </a:lnTo>
                <a:lnTo>
                  <a:pt x="1413" y="1144"/>
                </a:lnTo>
                <a:lnTo>
                  <a:pt x="1412" y="1144"/>
                </a:lnTo>
                <a:lnTo>
                  <a:pt x="1412" y="1143"/>
                </a:lnTo>
                <a:lnTo>
                  <a:pt x="1411" y="1143"/>
                </a:lnTo>
                <a:lnTo>
                  <a:pt x="1411" y="1142"/>
                </a:lnTo>
                <a:lnTo>
                  <a:pt x="1409" y="1143"/>
                </a:lnTo>
                <a:lnTo>
                  <a:pt x="1409" y="1144"/>
                </a:lnTo>
                <a:lnTo>
                  <a:pt x="1408" y="1144"/>
                </a:lnTo>
                <a:lnTo>
                  <a:pt x="1407" y="1143"/>
                </a:lnTo>
                <a:lnTo>
                  <a:pt x="1407" y="1142"/>
                </a:lnTo>
                <a:lnTo>
                  <a:pt x="1407" y="1141"/>
                </a:lnTo>
                <a:lnTo>
                  <a:pt x="1406" y="1141"/>
                </a:lnTo>
                <a:lnTo>
                  <a:pt x="1406" y="1140"/>
                </a:lnTo>
                <a:lnTo>
                  <a:pt x="1405" y="1140"/>
                </a:lnTo>
                <a:lnTo>
                  <a:pt x="1404" y="1140"/>
                </a:lnTo>
                <a:lnTo>
                  <a:pt x="1403" y="1140"/>
                </a:lnTo>
                <a:lnTo>
                  <a:pt x="1402" y="1139"/>
                </a:lnTo>
                <a:lnTo>
                  <a:pt x="1401" y="1139"/>
                </a:lnTo>
                <a:lnTo>
                  <a:pt x="1401" y="1140"/>
                </a:lnTo>
                <a:lnTo>
                  <a:pt x="1400" y="1140"/>
                </a:lnTo>
                <a:lnTo>
                  <a:pt x="1399" y="1140"/>
                </a:lnTo>
                <a:lnTo>
                  <a:pt x="1399" y="1141"/>
                </a:lnTo>
                <a:lnTo>
                  <a:pt x="1400" y="1141"/>
                </a:lnTo>
                <a:lnTo>
                  <a:pt x="1399" y="1141"/>
                </a:lnTo>
                <a:lnTo>
                  <a:pt x="1399" y="1142"/>
                </a:lnTo>
                <a:lnTo>
                  <a:pt x="1398" y="1143"/>
                </a:lnTo>
                <a:lnTo>
                  <a:pt x="1398" y="1144"/>
                </a:lnTo>
                <a:lnTo>
                  <a:pt x="1397" y="1144"/>
                </a:lnTo>
                <a:lnTo>
                  <a:pt x="1397" y="1145"/>
                </a:lnTo>
                <a:lnTo>
                  <a:pt x="1398" y="1145"/>
                </a:lnTo>
                <a:lnTo>
                  <a:pt x="1398" y="1146"/>
                </a:lnTo>
                <a:lnTo>
                  <a:pt x="1399" y="1146"/>
                </a:lnTo>
                <a:lnTo>
                  <a:pt x="1401" y="1146"/>
                </a:lnTo>
                <a:lnTo>
                  <a:pt x="1401" y="1145"/>
                </a:lnTo>
                <a:lnTo>
                  <a:pt x="1401" y="1144"/>
                </a:lnTo>
                <a:lnTo>
                  <a:pt x="1402" y="1144"/>
                </a:lnTo>
                <a:lnTo>
                  <a:pt x="1403" y="1145"/>
                </a:lnTo>
                <a:lnTo>
                  <a:pt x="1403" y="1147"/>
                </a:lnTo>
                <a:lnTo>
                  <a:pt x="1404" y="1147"/>
                </a:lnTo>
                <a:lnTo>
                  <a:pt x="1404" y="1150"/>
                </a:lnTo>
                <a:lnTo>
                  <a:pt x="1405" y="1151"/>
                </a:lnTo>
                <a:lnTo>
                  <a:pt x="1405" y="1152"/>
                </a:lnTo>
                <a:lnTo>
                  <a:pt x="1405" y="1154"/>
                </a:lnTo>
                <a:lnTo>
                  <a:pt x="1406" y="1154"/>
                </a:lnTo>
                <a:lnTo>
                  <a:pt x="1406" y="1155"/>
                </a:lnTo>
                <a:lnTo>
                  <a:pt x="1406" y="1156"/>
                </a:lnTo>
                <a:lnTo>
                  <a:pt x="1407" y="1156"/>
                </a:lnTo>
                <a:lnTo>
                  <a:pt x="1407" y="1157"/>
                </a:lnTo>
                <a:lnTo>
                  <a:pt x="1408" y="1158"/>
                </a:lnTo>
                <a:lnTo>
                  <a:pt x="1407" y="1158"/>
                </a:lnTo>
                <a:lnTo>
                  <a:pt x="1407" y="1159"/>
                </a:lnTo>
                <a:lnTo>
                  <a:pt x="1407" y="1160"/>
                </a:lnTo>
                <a:lnTo>
                  <a:pt x="1406" y="1160"/>
                </a:lnTo>
                <a:lnTo>
                  <a:pt x="1406" y="1161"/>
                </a:lnTo>
                <a:lnTo>
                  <a:pt x="1405" y="1163"/>
                </a:lnTo>
                <a:lnTo>
                  <a:pt x="1404" y="1163"/>
                </a:lnTo>
                <a:lnTo>
                  <a:pt x="1404" y="1162"/>
                </a:lnTo>
                <a:lnTo>
                  <a:pt x="1403" y="1162"/>
                </a:lnTo>
                <a:lnTo>
                  <a:pt x="1403" y="1163"/>
                </a:lnTo>
                <a:lnTo>
                  <a:pt x="1402" y="1163"/>
                </a:lnTo>
                <a:lnTo>
                  <a:pt x="1401" y="1163"/>
                </a:lnTo>
                <a:lnTo>
                  <a:pt x="1399" y="1163"/>
                </a:lnTo>
                <a:lnTo>
                  <a:pt x="1399" y="1164"/>
                </a:lnTo>
                <a:lnTo>
                  <a:pt x="1399" y="1165"/>
                </a:lnTo>
                <a:lnTo>
                  <a:pt x="1399" y="1166"/>
                </a:lnTo>
                <a:lnTo>
                  <a:pt x="1400" y="1167"/>
                </a:lnTo>
                <a:lnTo>
                  <a:pt x="1400" y="1168"/>
                </a:lnTo>
                <a:lnTo>
                  <a:pt x="1399" y="1169"/>
                </a:lnTo>
                <a:lnTo>
                  <a:pt x="1398" y="1170"/>
                </a:lnTo>
                <a:lnTo>
                  <a:pt x="1398" y="1171"/>
                </a:lnTo>
                <a:lnTo>
                  <a:pt x="1398" y="1172"/>
                </a:lnTo>
                <a:lnTo>
                  <a:pt x="1397" y="1172"/>
                </a:lnTo>
                <a:lnTo>
                  <a:pt x="1397" y="1173"/>
                </a:lnTo>
                <a:lnTo>
                  <a:pt x="1396" y="1173"/>
                </a:lnTo>
                <a:lnTo>
                  <a:pt x="1396" y="1174"/>
                </a:lnTo>
                <a:lnTo>
                  <a:pt x="1396" y="1175"/>
                </a:lnTo>
                <a:lnTo>
                  <a:pt x="1396" y="1176"/>
                </a:lnTo>
                <a:lnTo>
                  <a:pt x="1397" y="1176"/>
                </a:lnTo>
                <a:lnTo>
                  <a:pt x="1397" y="1177"/>
                </a:lnTo>
                <a:lnTo>
                  <a:pt x="1397" y="1178"/>
                </a:lnTo>
                <a:lnTo>
                  <a:pt x="1396" y="1179"/>
                </a:lnTo>
                <a:lnTo>
                  <a:pt x="1396" y="1180"/>
                </a:lnTo>
                <a:lnTo>
                  <a:pt x="1396" y="1181"/>
                </a:lnTo>
                <a:lnTo>
                  <a:pt x="1396" y="1182"/>
                </a:lnTo>
                <a:lnTo>
                  <a:pt x="1395" y="1183"/>
                </a:lnTo>
                <a:lnTo>
                  <a:pt x="1394" y="1183"/>
                </a:lnTo>
                <a:lnTo>
                  <a:pt x="1394" y="1184"/>
                </a:lnTo>
                <a:lnTo>
                  <a:pt x="1393" y="1184"/>
                </a:lnTo>
                <a:lnTo>
                  <a:pt x="1394" y="1185"/>
                </a:lnTo>
                <a:lnTo>
                  <a:pt x="1393" y="1186"/>
                </a:lnTo>
                <a:lnTo>
                  <a:pt x="1392" y="1187"/>
                </a:lnTo>
                <a:lnTo>
                  <a:pt x="1391" y="1189"/>
                </a:lnTo>
                <a:lnTo>
                  <a:pt x="1390" y="1189"/>
                </a:lnTo>
                <a:lnTo>
                  <a:pt x="1389" y="1189"/>
                </a:lnTo>
                <a:lnTo>
                  <a:pt x="1389" y="1190"/>
                </a:lnTo>
                <a:lnTo>
                  <a:pt x="1390" y="1190"/>
                </a:lnTo>
                <a:lnTo>
                  <a:pt x="1391" y="1191"/>
                </a:lnTo>
                <a:lnTo>
                  <a:pt x="1391" y="1192"/>
                </a:lnTo>
                <a:lnTo>
                  <a:pt x="1391" y="1193"/>
                </a:lnTo>
                <a:lnTo>
                  <a:pt x="1391" y="1194"/>
                </a:lnTo>
                <a:lnTo>
                  <a:pt x="1393" y="1194"/>
                </a:lnTo>
                <a:lnTo>
                  <a:pt x="1394" y="1194"/>
                </a:lnTo>
                <a:lnTo>
                  <a:pt x="1395" y="1193"/>
                </a:lnTo>
                <a:lnTo>
                  <a:pt x="1395" y="1192"/>
                </a:lnTo>
                <a:lnTo>
                  <a:pt x="1396" y="1193"/>
                </a:lnTo>
                <a:lnTo>
                  <a:pt x="1397" y="1194"/>
                </a:lnTo>
                <a:lnTo>
                  <a:pt x="1397" y="1195"/>
                </a:lnTo>
                <a:lnTo>
                  <a:pt x="1398" y="1195"/>
                </a:lnTo>
                <a:lnTo>
                  <a:pt x="1398" y="1196"/>
                </a:lnTo>
                <a:lnTo>
                  <a:pt x="1399" y="1196"/>
                </a:lnTo>
                <a:lnTo>
                  <a:pt x="1399" y="1197"/>
                </a:lnTo>
                <a:lnTo>
                  <a:pt x="1398" y="1199"/>
                </a:lnTo>
                <a:lnTo>
                  <a:pt x="1397" y="1199"/>
                </a:lnTo>
                <a:lnTo>
                  <a:pt x="1396" y="1199"/>
                </a:lnTo>
                <a:lnTo>
                  <a:pt x="1395" y="1200"/>
                </a:lnTo>
                <a:lnTo>
                  <a:pt x="1395" y="1201"/>
                </a:lnTo>
                <a:lnTo>
                  <a:pt x="1395" y="1202"/>
                </a:lnTo>
                <a:lnTo>
                  <a:pt x="1395" y="1203"/>
                </a:lnTo>
                <a:lnTo>
                  <a:pt x="1395" y="1204"/>
                </a:lnTo>
                <a:lnTo>
                  <a:pt x="1395" y="1205"/>
                </a:lnTo>
                <a:lnTo>
                  <a:pt x="1397" y="1205"/>
                </a:lnTo>
                <a:lnTo>
                  <a:pt x="1398" y="1207"/>
                </a:lnTo>
                <a:lnTo>
                  <a:pt x="1398" y="1209"/>
                </a:lnTo>
                <a:lnTo>
                  <a:pt x="1398" y="1210"/>
                </a:lnTo>
                <a:lnTo>
                  <a:pt x="1398" y="1211"/>
                </a:lnTo>
                <a:lnTo>
                  <a:pt x="1398" y="1212"/>
                </a:lnTo>
                <a:lnTo>
                  <a:pt x="1398" y="1215"/>
                </a:lnTo>
                <a:lnTo>
                  <a:pt x="1399" y="1215"/>
                </a:lnTo>
                <a:lnTo>
                  <a:pt x="1399" y="1216"/>
                </a:lnTo>
                <a:lnTo>
                  <a:pt x="1400" y="1216"/>
                </a:lnTo>
                <a:lnTo>
                  <a:pt x="1401" y="1216"/>
                </a:lnTo>
                <a:lnTo>
                  <a:pt x="1402" y="1216"/>
                </a:lnTo>
                <a:lnTo>
                  <a:pt x="1403" y="1217"/>
                </a:lnTo>
                <a:lnTo>
                  <a:pt x="1404" y="1219"/>
                </a:lnTo>
                <a:lnTo>
                  <a:pt x="1405" y="1219"/>
                </a:lnTo>
                <a:lnTo>
                  <a:pt x="1405" y="1220"/>
                </a:lnTo>
                <a:lnTo>
                  <a:pt x="1405" y="1221"/>
                </a:lnTo>
                <a:lnTo>
                  <a:pt x="1405" y="1222"/>
                </a:lnTo>
                <a:lnTo>
                  <a:pt x="1406" y="1222"/>
                </a:lnTo>
                <a:lnTo>
                  <a:pt x="1406" y="1223"/>
                </a:lnTo>
                <a:lnTo>
                  <a:pt x="1407" y="1223"/>
                </a:lnTo>
                <a:lnTo>
                  <a:pt x="1407" y="1224"/>
                </a:lnTo>
                <a:lnTo>
                  <a:pt x="1408" y="1225"/>
                </a:lnTo>
                <a:lnTo>
                  <a:pt x="1408" y="1226"/>
                </a:lnTo>
                <a:lnTo>
                  <a:pt x="1408" y="1227"/>
                </a:lnTo>
                <a:lnTo>
                  <a:pt x="1409" y="1228"/>
                </a:lnTo>
                <a:lnTo>
                  <a:pt x="1408" y="1228"/>
                </a:lnTo>
                <a:lnTo>
                  <a:pt x="1408" y="1229"/>
                </a:lnTo>
                <a:lnTo>
                  <a:pt x="1408" y="1231"/>
                </a:lnTo>
                <a:lnTo>
                  <a:pt x="1408" y="1232"/>
                </a:lnTo>
                <a:lnTo>
                  <a:pt x="1408" y="1233"/>
                </a:lnTo>
                <a:lnTo>
                  <a:pt x="1407" y="1232"/>
                </a:lnTo>
                <a:lnTo>
                  <a:pt x="1406" y="1232"/>
                </a:lnTo>
                <a:lnTo>
                  <a:pt x="1405" y="1232"/>
                </a:lnTo>
                <a:lnTo>
                  <a:pt x="1405" y="1233"/>
                </a:lnTo>
                <a:lnTo>
                  <a:pt x="1405" y="1234"/>
                </a:lnTo>
                <a:lnTo>
                  <a:pt x="1406" y="1235"/>
                </a:lnTo>
                <a:lnTo>
                  <a:pt x="1406" y="1236"/>
                </a:lnTo>
                <a:lnTo>
                  <a:pt x="1406" y="1237"/>
                </a:lnTo>
                <a:lnTo>
                  <a:pt x="1406" y="1238"/>
                </a:lnTo>
                <a:lnTo>
                  <a:pt x="1406" y="1239"/>
                </a:lnTo>
                <a:lnTo>
                  <a:pt x="1405" y="1239"/>
                </a:lnTo>
                <a:lnTo>
                  <a:pt x="1405" y="1240"/>
                </a:lnTo>
                <a:lnTo>
                  <a:pt x="1404" y="1240"/>
                </a:lnTo>
                <a:lnTo>
                  <a:pt x="1403" y="1240"/>
                </a:lnTo>
                <a:lnTo>
                  <a:pt x="1402" y="1240"/>
                </a:lnTo>
                <a:lnTo>
                  <a:pt x="1402" y="1241"/>
                </a:lnTo>
                <a:lnTo>
                  <a:pt x="1401" y="1241"/>
                </a:lnTo>
                <a:lnTo>
                  <a:pt x="1401" y="1240"/>
                </a:lnTo>
                <a:lnTo>
                  <a:pt x="1401" y="1239"/>
                </a:lnTo>
                <a:lnTo>
                  <a:pt x="1400" y="1238"/>
                </a:lnTo>
                <a:lnTo>
                  <a:pt x="1399" y="1238"/>
                </a:lnTo>
                <a:lnTo>
                  <a:pt x="1399" y="1237"/>
                </a:lnTo>
                <a:lnTo>
                  <a:pt x="1399" y="1238"/>
                </a:lnTo>
                <a:lnTo>
                  <a:pt x="1398" y="1238"/>
                </a:lnTo>
                <a:lnTo>
                  <a:pt x="1398" y="1239"/>
                </a:lnTo>
                <a:lnTo>
                  <a:pt x="1397" y="1239"/>
                </a:lnTo>
                <a:lnTo>
                  <a:pt x="1397" y="1238"/>
                </a:lnTo>
                <a:lnTo>
                  <a:pt x="1396" y="1238"/>
                </a:lnTo>
                <a:lnTo>
                  <a:pt x="1396" y="1237"/>
                </a:lnTo>
                <a:lnTo>
                  <a:pt x="1395" y="1237"/>
                </a:lnTo>
                <a:lnTo>
                  <a:pt x="1395" y="1236"/>
                </a:lnTo>
                <a:lnTo>
                  <a:pt x="1395" y="1235"/>
                </a:lnTo>
                <a:lnTo>
                  <a:pt x="1395" y="1234"/>
                </a:lnTo>
                <a:lnTo>
                  <a:pt x="1395" y="1233"/>
                </a:lnTo>
                <a:lnTo>
                  <a:pt x="1395" y="1232"/>
                </a:lnTo>
                <a:lnTo>
                  <a:pt x="1395" y="1231"/>
                </a:lnTo>
                <a:lnTo>
                  <a:pt x="1394" y="1231"/>
                </a:lnTo>
                <a:lnTo>
                  <a:pt x="1394" y="1229"/>
                </a:lnTo>
                <a:lnTo>
                  <a:pt x="1394" y="1227"/>
                </a:lnTo>
                <a:lnTo>
                  <a:pt x="1393" y="1227"/>
                </a:lnTo>
                <a:lnTo>
                  <a:pt x="1391" y="1227"/>
                </a:lnTo>
                <a:lnTo>
                  <a:pt x="1390" y="1227"/>
                </a:lnTo>
                <a:lnTo>
                  <a:pt x="1389" y="1227"/>
                </a:lnTo>
                <a:lnTo>
                  <a:pt x="1387" y="1227"/>
                </a:lnTo>
                <a:lnTo>
                  <a:pt x="1386" y="1227"/>
                </a:lnTo>
                <a:lnTo>
                  <a:pt x="1386" y="1228"/>
                </a:lnTo>
                <a:lnTo>
                  <a:pt x="1387" y="1229"/>
                </a:lnTo>
                <a:lnTo>
                  <a:pt x="1386" y="1229"/>
                </a:lnTo>
                <a:lnTo>
                  <a:pt x="1386" y="1230"/>
                </a:lnTo>
                <a:lnTo>
                  <a:pt x="1385" y="1230"/>
                </a:lnTo>
                <a:lnTo>
                  <a:pt x="1385" y="1229"/>
                </a:lnTo>
                <a:lnTo>
                  <a:pt x="1385" y="1230"/>
                </a:lnTo>
                <a:lnTo>
                  <a:pt x="1384" y="1230"/>
                </a:lnTo>
                <a:lnTo>
                  <a:pt x="1384" y="1231"/>
                </a:lnTo>
                <a:lnTo>
                  <a:pt x="1384" y="1232"/>
                </a:lnTo>
                <a:lnTo>
                  <a:pt x="1383" y="1232"/>
                </a:lnTo>
                <a:lnTo>
                  <a:pt x="1382" y="1231"/>
                </a:lnTo>
                <a:lnTo>
                  <a:pt x="1381" y="1230"/>
                </a:lnTo>
                <a:lnTo>
                  <a:pt x="1380" y="1230"/>
                </a:lnTo>
                <a:lnTo>
                  <a:pt x="1380" y="1229"/>
                </a:lnTo>
                <a:lnTo>
                  <a:pt x="1379" y="1229"/>
                </a:lnTo>
                <a:lnTo>
                  <a:pt x="1378" y="1229"/>
                </a:lnTo>
                <a:lnTo>
                  <a:pt x="1377" y="1229"/>
                </a:lnTo>
                <a:lnTo>
                  <a:pt x="1376" y="1229"/>
                </a:lnTo>
                <a:lnTo>
                  <a:pt x="1376" y="1230"/>
                </a:lnTo>
                <a:lnTo>
                  <a:pt x="1374" y="1231"/>
                </a:lnTo>
                <a:lnTo>
                  <a:pt x="1374" y="1232"/>
                </a:lnTo>
                <a:lnTo>
                  <a:pt x="1373" y="1232"/>
                </a:lnTo>
                <a:lnTo>
                  <a:pt x="1373" y="1233"/>
                </a:lnTo>
                <a:lnTo>
                  <a:pt x="1372" y="1234"/>
                </a:lnTo>
                <a:lnTo>
                  <a:pt x="1371" y="1235"/>
                </a:lnTo>
                <a:lnTo>
                  <a:pt x="1370" y="1235"/>
                </a:lnTo>
                <a:lnTo>
                  <a:pt x="1370" y="1234"/>
                </a:lnTo>
                <a:lnTo>
                  <a:pt x="1369" y="1235"/>
                </a:lnTo>
                <a:lnTo>
                  <a:pt x="1368" y="1235"/>
                </a:lnTo>
                <a:lnTo>
                  <a:pt x="1368" y="1236"/>
                </a:lnTo>
                <a:lnTo>
                  <a:pt x="1367" y="1237"/>
                </a:lnTo>
                <a:lnTo>
                  <a:pt x="1366" y="1237"/>
                </a:lnTo>
                <a:lnTo>
                  <a:pt x="1365" y="1237"/>
                </a:lnTo>
                <a:lnTo>
                  <a:pt x="1365" y="1236"/>
                </a:lnTo>
                <a:lnTo>
                  <a:pt x="1364" y="1236"/>
                </a:lnTo>
                <a:lnTo>
                  <a:pt x="1364" y="1235"/>
                </a:lnTo>
                <a:lnTo>
                  <a:pt x="1363" y="1235"/>
                </a:lnTo>
                <a:lnTo>
                  <a:pt x="1362" y="1234"/>
                </a:lnTo>
                <a:lnTo>
                  <a:pt x="1362" y="1233"/>
                </a:lnTo>
                <a:lnTo>
                  <a:pt x="1363" y="1233"/>
                </a:lnTo>
                <a:lnTo>
                  <a:pt x="1363" y="1232"/>
                </a:lnTo>
                <a:lnTo>
                  <a:pt x="1361" y="1232"/>
                </a:lnTo>
                <a:lnTo>
                  <a:pt x="1361" y="1233"/>
                </a:lnTo>
                <a:lnTo>
                  <a:pt x="1361" y="1234"/>
                </a:lnTo>
                <a:lnTo>
                  <a:pt x="1360" y="1234"/>
                </a:lnTo>
                <a:lnTo>
                  <a:pt x="1359" y="1234"/>
                </a:lnTo>
                <a:lnTo>
                  <a:pt x="1358" y="1234"/>
                </a:lnTo>
                <a:lnTo>
                  <a:pt x="1358" y="1233"/>
                </a:lnTo>
                <a:lnTo>
                  <a:pt x="1358" y="1232"/>
                </a:lnTo>
                <a:lnTo>
                  <a:pt x="1359" y="1232"/>
                </a:lnTo>
                <a:lnTo>
                  <a:pt x="1359" y="1231"/>
                </a:lnTo>
                <a:lnTo>
                  <a:pt x="1360" y="1231"/>
                </a:lnTo>
                <a:lnTo>
                  <a:pt x="1361" y="1230"/>
                </a:lnTo>
                <a:lnTo>
                  <a:pt x="1360" y="1229"/>
                </a:lnTo>
                <a:lnTo>
                  <a:pt x="1360" y="1230"/>
                </a:lnTo>
                <a:lnTo>
                  <a:pt x="1359" y="1230"/>
                </a:lnTo>
                <a:lnTo>
                  <a:pt x="1359" y="1229"/>
                </a:lnTo>
                <a:lnTo>
                  <a:pt x="1358" y="1229"/>
                </a:lnTo>
                <a:lnTo>
                  <a:pt x="1357" y="1229"/>
                </a:lnTo>
                <a:lnTo>
                  <a:pt x="1357" y="1228"/>
                </a:lnTo>
                <a:lnTo>
                  <a:pt x="1356" y="1228"/>
                </a:lnTo>
                <a:lnTo>
                  <a:pt x="1355" y="1228"/>
                </a:lnTo>
                <a:lnTo>
                  <a:pt x="1354" y="1229"/>
                </a:lnTo>
                <a:lnTo>
                  <a:pt x="1353" y="1229"/>
                </a:lnTo>
                <a:lnTo>
                  <a:pt x="1352" y="1229"/>
                </a:lnTo>
                <a:lnTo>
                  <a:pt x="1351" y="1229"/>
                </a:lnTo>
                <a:lnTo>
                  <a:pt x="1351" y="1230"/>
                </a:lnTo>
                <a:lnTo>
                  <a:pt x="1350" y="1231"/>
                </a:lnTo>
                <a:lnTo>
                  <a:pt x="1349" y="1231"/>
                </a:lnTo>
                <a:lnTo>
                  <a:pt x="1349" y="1230"/>
                </a:lnTo>
                <a:lnTo>
                  <a:pt x="1349" y="1229"/>
                </a:lnTo>
                <a:lnTo>
                  <a:pt x="1348" y="1229"/>
                </a:lnTo>
                <a:lnTo>
                  <a:pt x="1347" y="1229"/>
                </a:lnTo>
                <a:lnTo>
                  <a:pt x="1347" y="1230"/>
                </a:lnTo>
                <a:lnTo>
                  <a:pt x="1346" y="1229"/>
                </a:lnTo>
                <a:lnTo>
                  <a:pt x="1345" y="1228"/>
                </a:lnTo>
                <a:lnTo>
                  <a:pt x="1344" y="1228"/>
                </a:lnTo>
                <a:lnTo>
                  <a:pt x="1343" y="1228"/>
                </a:lnTo>
                <a:lnTo>
                  <a:pt x="1342" y="1228"/>
                </a:lnTo>
                <a:lnTo>
                  <a:pt x="1342" y="1229"/>
                </a:lnTo>
                <a:lnTo>
                  <a:pt x="1343" y="1229"/>
                </a:lnTo>
                <a:lnTo>
                  <a:pt x="1343" y="1230"/>
                </a:lnTo>
                <a:lnTo>
                  <a:pt x="1343" y="1231"/>
                </a:lnTo>
                <a:lnTo>
                  <a:pt x="1342" y="1231"/>
                </a:lnTo>
                <a:lnTo>
                  <a:pt x="1342" y="1232"/>
                </a:lnTo>
                <a:lnTo>
                  <a:pt x="1341" y="1232"/>
                </a:lnTo>
                <a:lnTo>
                  <a:pt x="1341" y="1233"/>
                </a:lnTo>
                <a:lnTo>
                  <a:pt x="1340" y="1233"/>
                </a:lnTo>
                <a:lnTo>
                  <a:pt x="1341" y="1234"/>
                </a:lnTo>
                <a:lnTo>
                  <a:pt x="1340" y="1234"/>
                </a:lnTo>
                <a:lnTo>
                  <a:pt x="1340" y="1235"/>
                </a:lnTo>
                <a:lnTo>
                  <a:pt x="1339" y="1236"/>
                </a:lnTo>
                <a:lnTo>
                  <a:pt x="1338" y="1236"/>
                </a:lnTo>
                <a:lnTo>
                  <a:pt x="1337" y="1235"/>
                </a:lnTo>
                <a:lnTo>
                  <a:pt x="1336" y="1235"/>
                </a:lnTo>
                <a:lnTo>
                  <a:pt x="1336" y="1236"/>
                </a:lnTo>
                <a:lnTo>
                  <a:pt x="1336" y="1237"/>
                </a:lnTo>
                <a:lnTo>
                  <a:pt x="1336" y="1238"/>
                </a:lnTo>
                <a:lnTo>
                  <a:pt x="1335" y="1238"/>
                </a:lnTo>
                <a:lnTo>
                  <a:pt x="1334" y="1238"/>
                </a:lnTo>
                <a:lnTo>
                  <a:pt x="1334" y="1239"/>
                </a:lnTo>
                <a:lnTo>
                  <a:pt x="1334" y="1240"/>
                </a:lnTo>
                <a:lnTo>
                  <a:pt x="1334" y="1241"/>
                </a:lnTo>
                <a:lnTo>
                  <a:pt x="1333" y="1241"/>
                </a:lnTo>
                <a:lnTo>
                  <a:pt x="1333" y="1242"/>
                </a:lnTo>
                <a:lnTo>
                  <a:pt x="1332" y="1242"/>
                </a:lnTo>
                <a:lnTo>
                  <a:pt x="1332" y="1243"/>
                </a:lnTo>
                <a:lnTo>
                  <a:pt x="1331" y="1243"/>
                </a:lnTo>
                <a:lnTo>
                  <a:pt x="1330" y="1244"/>
                </a:lnTo>
                <a:lnTo>
                  <a:pt x="1331" y="1244"/>
                </a:lnTo>
                <a:lnTo>
                  <a:pt x="1331" y="1245"/>
                </a:lnTo>
                <a:lnTo>
                  <a:pt x="1330" y="1245"/>
                </a:lnTo>
                <a:lnTo>
                  <a:pt x="1330" y="1246"/>
                </a:lnTo>
                <a:lnTo>
                  <a:pt x="1330" y="1247"/>
                </a:lnTo>
                <a:lnTo>
                  <a:pt x="1331" y="1247"/>
                </a:lnTo>
                <a:lnTo>
                  <a:pt x="1330" y="1248"/>
                </a:lnTo>
                <a:lnTo>
                  <a:pt x="1329" y="1248"/>
                </a:lnTo>
                <a:lnTo>
                  <a:pt x="1329" y="1249"/>
                </a:lnTo>
                <a:lnTo>
                  <a:pt x="1330" y="1250"/>
                </a:lnTo>
                <a:lnTo>
                  <a:pt x="1330" y="1251"/>
                </a:lnTo>
                <a:lnTo>
                  <a:pt x="1330" y="1252"/>
                </a:lnTo>
                <a:lnTo>
                  <a:pt x="1330" y="1253"/>
                </a:lnTo>
                <a:lnTo>
                  <a:pt x="1330" y="1255"/>
                </a:lnTo>
                <a:lnTo>
                  <a:pt x="1329" y="1255"/>
                </a:lnTo>
                <a:lnTo>
                  <a:pt x="1329" y="1256"/>
                </a:lnTo>
                <a:lnTo>
                  <a:pt x="1329" y="1257"/>
                </a:lnTo>
                <a:lnTo>
                  <a:pt x="1329" y="1258"/>
                </a:lnTo>
                <a:lnTo>
                  <a:pt x="1329" y="1259"/>
                </a:lnTo>
                <a:lnTo>
                  <a:pt x="1328" y="1259"/>
                </a:lnTo>
                <a:lnTo>
                  <a:pt x="1327" y="1258"/>
                </a:lnTo>
                <a:lnTo>
                  <a:pt x="1327" y="1259"/>
                </a:lnTo>
                <a:lnTo>
                  <a:pt x="1326" y="1259"/>
                </a:lnTo>
                <a:lnTo>
                  <a:pt x="1325" y="1258"/>
                </a:lnTo>
                <a:lnTo>
                  <a:pt x="1324" y="1258"/>
                </a:lnTo>
                <a:lnTo>
                  <a:pt x="1323" y="1258"/>
                </a:lnTo>
                <a:lnTo>
                  <a:pt x="1323" y="1259"/>
                </a:lnTo>
                <a:lnTo>
                  <a:pt x="1323" y="1260"/>
                </a:lnTo>
                <a:lnTo>
                  <a:pt x="1323" y="1259"/>
                </a:lnTo>
                <a:lnTo>
                  <a:pt x="1322" y="1259"/>
                </a:lnTo>
                <a:lnTo>
                  <a:pt x="1321" y="1259"/>
                </a:lnTo>
                <a:lnTo>
                  <a:pt x="1320" y="1259"/>
                </a:lnTo>
                <a:lnTo>
                  <a:pt x="1319" y="1258"/>
                </a:lnTo>
                <a:lnTo>
                  <a:pt x="1319" y="1257"/>
                </a:lnTo>
                <a:lnTo>
                  <a:pt x="1318" y="1257"/>
                </a:lnTo>
                <a:lnTo>
                  <a:pt x="1317" y="1257"/>
                </a:lnTo>
                <a:lnTo>
                  <a:pt x="1316" y="1258"/>
                </a:lnTo>
                <a:lnTo>
                  <a:pt x="1316" y="1259"/>
                </a:lnTo>
                <a:lnTo>
                  <a:pt x="1317" y="1259"/>
                </a:lnTo>
                <a:lnTo>
                  <a:pt x="1317" y="1260"/>
                </a:lnTo>
                <a:lnTo>
                  <a:pt x="1318" y="1261"/>
                </a:lnTo>
                <a:lnTo>
                  <a:pt x="1318" y="1262"/>
                </a:lnTo>
                <a:lnTo>
                  <a:pt x="1318" y="1263"/>
                </a:lnTo>
                <a:lnTo>
                  <a:pt x="1319" y="1263"/>
                </a:lnTo>
                <a:lnTo>
                  <a:pt x="1319" y="1264"/>
                </a:lnTo>
                <a:lnTo>
                  <a:pt x="1320" y="1264"/>
                </a:lnTo>
                <a:lnTo>
                  <a:pt x="1321" y="1264"/>
                </a:lnTo>
                <a:lnTo>
                  <a:pt x="1322" y="1267"/>
                </a:lnTo>
                <a:lnTo>
                  <a:pt x="1321" y="1268"/>
                </a:lnTo>
                <a:lnTo>
                  <a:pt x="1320" y="1268"/>
                </a:lnTo>
                <a:lnTo>
                  <a:pt x="1321" y="1271"/>
                </a:lnTo>
                <a:lnTo>
                  <a:pt x="1322" y="1271"/>
                </a:lnTo>
                <a:lnTo>
                  <a:pt x="1323" y="1271"/>
                </a:lnTo>
                <a:lnTo>
                  <a:pt x="1324" y="1271"/>
                </a:lnTo>
                <a:lnTo>
                  <a:pt x="1325" y="1271"/>
                </a:lnTo>
                <a:lnTo>
                  <a:pt x="1325" y="1272"/>
                </a:lnTo>
                <a:lnTo>
                  <a:pt x="1325" y="1273"/>
                </a:lnTo>
                <a:lnTo>
                  <a:pt x="1325" y="1274"/>
                </a:lnTo>
                <a:lnTo>
                  <a:pt x="1326" y="1274"/>
                </a:lnTo>
                <a:lnTo>
                  <a:pt x="1327" y="1274"/>
                </a:lnTo>
                <a:lnTo>
                  <a:pt x="1328" y="1275"/>
                </a:lnTo>
                <a:lnTo>
                  <a:pt x="1329" y="1275"/>
                </a:lnTo>
                <a:lnTo>
                  <a:pt x="1330" y="1275"/>
                </a:lnTo>
                <a:lnTo>
                  <a:pt x="1330" y="1276"/>
                </a:lnTo>
                <a:lnTo>
                  <a:pt x="1331" y="1276"/>
                </a:lnTo>
                <a:lnTo>
                  <a:pt x="1331" y="1277"/>
                </a:lnTo>
                <a:lnTo>
                  <a:pt x="1332" y="1278"/>
                </a:lnTo>
                <a:lnTo>
                  <a:pt x="1333" y="1278"/>
                </a:lnTo>
                <a:lnTo>
                  <a:pt x="1334" y="1278"/>
                </a:lnTo>
                <a:lnTo>
                  <a:pt x="1335" y="1277"/>
                </a:lnTo>
                <a:lnTo>
                  <a:pt x="1336" y="1277"/>
                </a:lnTo>
                <a:lnTo>
                  <a:pt x="1337" y="1277"/>
                </a:lnTo>
                <a:lnTo>
                  <a:pt x="1338" y="1277"/>
                </a:lnTo>
                <a:lnTo>
                  <a:pt x="1339" y="1277"/>
                </a:lnTo>
                <a:lnTo>
                  <a:pt x="1341" y="1279"/>
                </a:lnTo>
                <a:lnTo>
                  <a:pt x="1340" y="1279"/>
                </a:lnTo>
                <a:lnTo>
                  <a:pt x="1341" y="1279"/>
                </a:lnTo>
                <a:lnTo>
                  <a:pt x="1342" y="1280"/>
                </a:lnTo>
                <a:lnTo>
                  <a:pt x="1341" y="1280"/>
                </a:lnTo>
                <a:lnTo>
                  <a:pt x="1341" y="1281"/>
                </a:lnTo>
                <a:lnTo>
                  <a:pt x="1342" y="1281"/>
                </a:lnTo>
                <a:lnTo>
                  <a:pt x="1343" y="1281"/>
                </a:lnTo>
                <a:lnTo>
                  <a:pt x="1343" y="1280"/>
                </a:lnTo>
                <a:lnTo>
                  <a:pt x="1343" y="1281"/>
                </a:lnTo>
                <a:lnTo>
                  <a:pt x="1344" y="1281"/>
                </a:lnTo>
                <a:lnTo>
                  <a:pt x="1344" y="1283"/>
                </a:lnTo>
                <a:lnTo>
                  <a:pt x="1344" y="1284"/>
                </a:lnTo>
                <a:lnTo>
                  <a:pt x="1344" y="1285"/>
                </a:lnTo>
                <a:lnTo>
                  <a:pt x="1344" y="1286"/>
                </a:lnTo>
                <a:lnTo>
                  <a:pt x="1344" y="1287"/>
                </a:lnTo>
                <a:lnTo>
                  <a:pt x="1345" y="1287"/>
                </a:lnTo>
                <a:lnTo>
                  <a:pt x="1345" y="1289"/>
                </a:lnTo>
                <a:lnTo>
                  <a:pt x="1344" y="1289"/>
                </a:lnTo>
                <a:lnTo>
                  <a:pt x="1343" y="1289"/>
                </a:lnTo>
                <a:lnTo>
                  <a:pt x="1342" y="1289"/>
                </a:lnTo>
                <a:lnTo>
                  <a:pt x="1342" y="1288"/>
                </a:lnTo>
                <a:lnTo>
                  <a:pt x="1341" y="1288"/>
                </a:lnTo>
                <a:lnTo>
                  <a:pt x="1341" y="1287"/>
                </a:lnTo>
                <a:lnTo>
                  <a:pt x="1341" y="1286"/>
                </a:lnTo>
                <a:lnTo>
                  <a:pt x="1342" y="1286"/>
                </a:lnTo>
                <a:lnTo>
                  <a:pt x="1342" y="1285"/>
                </a:lnTo>
                <a:lnTo>
                  <a:pt x="1341" y="1285"/>
                </a:lnTo>
                <a:lnTo>
                  <a:pt x="1341" y="1286"/>
                </a:lnTo>
                <a:lnTo>
                  <a:pt x="1340" y="1286"/>
                </a:lnTo>
                <a:lnTo>
                  <a:pt x="1340" y="1285"/>
                </a:lnTo>
                <a:lnTo>
                  <a:pt x="1341" y="1284"/>
                </a:lnTo>
                <a:lnTo>
                  <a:pt x="1341" y="1283"/>
                </a:lnTo>
                <a:lnTo>
                  <a:pt x="1341" y="1282"/>
                </a:lnTo>
                <a:lnTo>
                  <a:pt x="1340" y="1282"/>
                </a:lnTo>
                <a:lnTo>
                  <a:pt x="1340" y="1283"/>
                </a:lnTo>
                <a:lnTo>
                  <a:pt x="1340" y="1284"/>
                </a:lnTo>
                <a:lnTo>
                  <a:pt x="1339" y="1285"/>
                </a:lnTo>
                <a:lnTo>
                  <a:pt x="1339" y="1286"/>
                </a:lnTo>
                <a:lnTo>
                  <a:pt x="1340" y="1286"/>
                </a:lnTo>
                <a:lnTo>
                  <a:pt x="1339" y="1287"/>
                </a:lnTo>
                <a:lnTo>
                  <a:pt x="1339" y="1288"/>
                </a:lnTo>
                <a:lnTo>
                  <a:pt x="1338" y="1288"/>
                </a:lnTo>
                <a:lnTo>
                  <a:pt x="1337" y="1288"/>
                </a:lnTo>
                <a:lnTo>
                  <a:pt x="1336" y="1289"/>
                </a:lnTo>
                <a:lnTo>
                  <a:pt x="1336" y="1290"/>
                </a:lnTo>
                <a:lnTo>
                  <a:pt x="1338" y="1290"/>
                </a:lnTo>
                <a:lnTo>
                  <a:pt x="1339" y="1290"/>
                </a:lnTo>
                <a:lnTo>
                  <a:pt x="1339" y="1289"/>
                </a:lnTo>
                <a:lnTo>
                  <a:pt x="1340" y="1289"/>
                </a:lnTo>
                <a:lnTo>
                  <a:pt x="1340" y="1290"/>
                </a:lnTo>
                <a:lnTo>
                  <a:pt x="1340" y="1291"/>
                </a:lnTo>
                <a:lnTo>
                  <a:pt x="1339" y="1291"/>
                </a:lnTo>
                <a:lnTo>
                  <a:pt x="1338" y="1291"/>
                </a:lnTo>
                <a:lnTo>
                  <a:pt x="1339" y="1291"/>
                </a:lnTo>
                <a:lnTo>
                  <a:pt x="1339" y="1292"/>
                </a:lnTo>
                <a:lnTo>
                  <a:pt x="1340" y="1293"/>
                </a:lnTo>
                <a:lnTo>
                  <a:pt x="1340" y="1292"/>
                </a:lnTo>
                <a:lnTo>
                  <a:pt x="1341" y="1292"/>
                </a:lnTo>
                <a:lnTo>
                  <a:pt x="1341" y="1293"/>
                </a:lnTo>
                <a:lnTo>
                  <a:pt x="1341" y="1294"/>
                </a:lnTo>
                <a:lnTo>
                  <a:pt x="1340" y="1294"/>
                </a:lnTo>
                <a:lnTo>
                  <a:pt x="1339" y="1294"/>
                </a:lnTo>
                <a:lnTo>
                  <a:pt x="1339" y="1295"/>
                </a:lnTo>
                <a:lnTo>
                  <a:pt x="1339" y="1296"/>
                </a:lnTo>
                <a:lnTo>
                  <a:pt x="1340" y="1298"/>
                </a:lnTo>
                <a:lnTo>
                  <a:pt x="1341" y="1298"/>
                </a:lnTo>
                <a:lnTo>
                  <a:pt x="1340" y="1299"/>
                </a:lnTo>
                <a:lnTo>
                  <a:pt x="1339" y="1299"/>
                </a:lnTo>
                <a:lnTo>
                  <a:pt x="1339" y="1300"/>
                </a:lnTo>
                <a:lnTo>
                  <a:pt x="1338" y="1300"/>
                </a:lnTo>
                <a:lnTo>
                  <a:pt x="1338" y="1301"/>
                </a:lnTo>
                <a:lnTo>
                  <a:pt x="1338" y="1302"/>
                </a:lnTo>
                <a:lnTo>
                  <a:pt x="1339" y="1302"/>
                </a:lnTo>
                <a:lnTo>
                  <a:pt x="1339" y="1303"/>
                </a:lnTo>
                <a:lnTo>
                  <a:pt x="1340" y="1303"/>
                </a:lnTo>
                <a:lnTo>
                  <a:pt x="1340" y="1305"/>
                </a:lnTo>
                <a:lnTo>
                  <a:pt x="1340" y="1306"/>
                </a:lnTo>
                <a:lnTo>
                  <a:pt x="1339" y="1306"/>
                </a:lnTo>
                <a:lnTo>
                  <a:pt x="1339" y="1307"/>
                </a:lnTo>
                <a:lnTo>
                  <a:pt x="1340" y="1307"/>
                </a:lnTo>
                <a:lnTo>
                  <a:pt x="1339" y="1307"/>
                </a:lnTo>
                <a:lnTo>
                  <a:pt x="1339" y="1309"/>
                </a:lnTo>
                <a:lnTo>
                  <a:pt x="1338" y="1309"/>
                </a:lnTo>
                <a:lnTo>
                  <a:pt x="1338" y="1310"/>
                </a:lnTo>
                <a:lnTo>
                  <a:pt x="1337" y="1310"/>
                </a:lnTo>
                <a:lnTo>
                  <a:pt x="1337" y="1311"/>
                </a:lnTo>
                <a:lnTo>
                  <a:pt x="1336" y="1311"/>
                </a:lnTo>
                <a:lnTo>
                  <a:pt x="1336" y="1312"/>
                </a:lnTo>
                <a:lnTo>
                  <a:pt x="1336" y="1313"/>
                </a:lnTo>
                <a:lnTo>
                  <a:pt x="1335" y="1313"/>
                </a:lnTo>
                <a:lnTo>
                  <a:pt x="1334" y="1313"/>
                </a:lnTo>
                <a:lnTo>
                  <a:pt x="1334" y="1314"/>
                </a:lnTo>
                <a:lnTo>
                  <a:pt x="1334" y="1315"/>
                </a:lnTo>
                <a:lnTo>
                  <a:pt x="1334" y="1316"/>
                </a:lnTo>
                <a:lnTo>
                  <a:pt x="1333" y="1316"/>
                </a:lnTo>
                <a:lnTo>
                  <a:pt x="1332" y="1316"/>
                </a:lnTo>
                <a:lnTo>
                  <a:pt x="1332" y="1315"/>
                </a:lnTo>
                <a:lnTo>
                  <a:pt x="1331" y="1315"/>
                </a:lnTo>
                <a:lnTo>
                  <a:pt x="1330" y="1315"/>
                </a:lnTo>
                <a:lnTo>
                  <a:pt x="1330" y="1314"/>
                </a:lnTo>
                <a:lnTo>
                  <a:pt x="1329" y="1314"/>
                </a:lnTo>
                <a:lnTo>
                  <a:pt x="1328" y="1315"/>
                </a:lnTo>
                <a:lnTo>
                  <a:pt x="1328" y="1316"/>
                </a:lnTo>
                <a:lnTo>
                  <a:pt x="1327" y="1317"/>
                </a:lnTo>
                <a:lnTo>
                  <a:pt x="1326" y="1317"/>
                </a:lnTo>
                <a:lnTo>
                  <a:pt x="1325" y="1317"/>
                </a:lnTo>
                <a:lnTo>
                  <a:pt x="1324" y="1317"/>
                </a:lnTo>
                <a:lnTo>
                  <a:pt x="1324" y="1318"/>
                </a:lnTo>
                <a:lnTo>
                  <a:pt x="1323" y="1318"/>
                </a:lnTo>
                <a:lnTo>
                  <a:pt x="1322" y="1318"/>
                </a:lnTo>
                <a:lnTo>
                  <a:pt x="1321" y="1319"/>
                </a:lnTo>
                <a:lnTo>
                  <a:pt x="1321" y="1320"/>
                </a:lnTo>
                <a:lnTo>
                  <a:pt x="1320" y="1320"/>
                </a:lnTo>
                <a:lnTo>
                  <a:pt x="1320" y="1321"/>
                </a:lnTo>
                <a:lnTo>
                  <a:pt x="1319" y="1321"/>
                </a:lnTo>
                <a:lnTo>
                  <a:pt x="1318" y="1321"/>
                </a:lnTo>
                <a:lnTo>
                  <a:pt x="1318" y="1320"/>
                </a:lnTo>
                <a:lnTo>
                  <a:pt x="1317" y="1320"/>
                </a:lnTo>
                <a:lnTo>
                  <a:pt x="1316" y="1320"/>
                </a:lnTo>
                <a:lnTo>
                  <a:pt x="1316" y="1321"/>
                </a:lnTo>
                <a:lnTo>
                  <a:pt x="1315" y="1321"/>
                </a:lnTo>
                <a:lnTo>
                  <a:pt x="1312" y="1321"/>
                </a:lnTo>
                <a:lnTo>
                  <a:pt x="1311" y="1322"/>
                </a:lnTo>
                <a:lnTo>
                  <a:pt x="1311" y="1323"/>
                </a:lnTo>
                <a:lnTo>
                  <a:pt x="1309" y="1324"/>
                </a:lnTo>
                <a:lnTo>
                  <a:pt x="1308" y="1324"/>
                </a:lnTo>
                <a:lnTo>
                  <a:pt x="1307" y="1324"/>
                </a:lnTo>
                <a:lnTo>
                  <a:pt x="1306" y="1324"/>
                </a:lnTo>
                <a:lnTo>
                  <a:pt x="1305" y="1325"/>
                </a:lnTo>
                <a:lnTo>
                  <a:pt x="1304" y="1325"/>
                </a:lnTo>
                <a:lnTo>
                  <a:pt x="1304" y="1324"/>
                </a:lnTo>
                <a:lnTo>
                  <a:pt x="1303" y="1324"/>
                </a:lnTo>
                <a:lnTo>
                  <a:pt x="1303" y="1323"/>
                </a:lnTo>
                <a:lnTo>
                  <a:pt x="1303" y="1322"/>
                </a:lnTo>
                <a:lnTo>
                  <a:pt x="1302" y="1322"/>
                </a:lnTo>
                <a:lnTo>
                  <a:pt x="1302" y="1321"/>
                </a:lnTo>
                <a:lnTo>
                  <a:pt x="1301" y="1321"/>
                </a:lnTo>
                <a:lnTo>
                  <a:pt x="1300" y="1320"/>
                </a:lnTo>
                <a:lnTo>
                  <a:pt x="1299" y="1321"/>
                </a:lnTo>
                <a:lnTo>
                  <a:pt x="1298" y="1321"/>
                </a:lnTo>
                <a:lnTo>
                  <a:pt x="1298" y="1320"/>
                </a:lnTo>
                <a:lnTo>
                  <a:pt x="1297" y="1319"/>
                </a:lnTo>
                <a:lnTo>
                  <a:pt x="1296" y="1319"/>
                </a:lnTo>
                <a:lnTo>
                  <a:pt x="1295" y="1320"/>
                </a:lnTo>
                <a:lnTo>
                  <a:pt x="1294" y="1320"/>
                </a:lnTo>
                <a:lnTo>
                  <a:pt x="1293" y="1319"/>
                </a:lnTo>
                <a:lnTo>
                  <a:pt x="1291" y="1318"/>
                </a:lnTo>
                <a:lnTo>
                  <a:pt x="1290" y="1318"/>
                </a:lnTo>
                <a:lnTo>
                  <a:pt x="1289" y="1318"/>
                </a:lnTo>
                <a:lnTo>
                  <a:pt x="1288" y="1318"/>
                </a:lnTo>
                <a:lnTo>
                  <a:pt x="1287" y="1318"/>
                </a:lnTo>
                <a:lnTo>
                  <a:pt x="1286" y="1318"/>
                </a:lnTo>
                <a:lnTo>
                  <a:pt x="1285" y="1319"/>
                </a:lnTo>
                <a:lnTo>
                  <a:pt x="1285" y="1321"/>
                </a:lnTo>
                <a:lnTo>
                  <a:pt x="1286" y="1321"/>
                </a:lnTo>
                <a:lnTo>
                  <a:pt x="1285" y="1322"/>
                </a:lnTo>
                <a:lnTo>
                  <a:pt x="1285" y="1324"/>
                </a:lnTo>
                <a:lnTo>
                  <a:pt x="1284" y="1324"/>
                </a:lnTo>
                <a:lnTo>
                  <a:pt x="1283" y="1325"/>
                </a:lnTo>
                <a:lnTo>
                  <a:pt x="1283" y="1326"/>
                </a:lnTo>
                <a:lnTo>
                  <a:pt x="1284" y="1326"/>
                </a:lnTo>
                <a:lnTo>
                  <a:pt x="1284" y="1328"/>
                </a:lnTo>
                <a:lnTo>
                  <a:pt x="1283" y="1328"/>
                </a:lnTo>
                <a:lnTo>
                  <a:pt x="1283" y="1329"/>
                </a:lnTo>
                <a:lnTo>
                  <a:pt x="1284" y="1329"/>
                </a:lnTo>
                <a:lnTo>
                  <a:pt x="1283" y="1330"/>
                </a:lnTo>
                <a:lnTo>
                  <a:pt x="1283" y="1331"/>
                </a:lnTo>
                <a:lnTo>
                  <a:pt x="1284" y="1331"/>
                </a:lnTo>
                <a:lnTo>
                  <a:pt x="1284" y="1332"/>
                </a:lnTo>
                <a:lnTo>
                  <a:pt x="1285" y="1332"/>
                </a:lnTo>
                <a:lnTo>
                  <a:pt x="1285" y="1333"/>
                </a:lnTo>
                <a:lnTo>
                  <a:pt x="1286" y="1334"/>
                </a:lnTo>
                <a:lnTo>
                  <a:pt x="1286" y="1335"/>
                </a:lnTo>
                <a:lnTo>
                  <a:pt x="1286" y="1336"/>
                </a:lnTo>
                <a:lnTo>
                  <a:pt x="1287" y="1337"/>
                </a:lnTo>
                <a:lnTo>
                  <a:pt x="1287" y="1338"/>
                </a:lnTo>
                <a:lnTo>
                  <a:pt x="1287" y="1339"/>
                </a:lnTo>
                <a:lnTo>
                  <a:pt x="1288" y="1338"/>
                </a:lnTo>
                <a:lnTo>
                  <a:pt x="1289" y="1338"/>
                </a:lnTo>
                <a:lnTo>
                  <a:pt x="1289" y="1339"/>
                </a:lnTo>
                <a:lnTo>
                  <a:pt x="1289" y="1340"/>
                </a:lnTo>
                <a:lnTo>
                  <a:pt x="1289" y="1339"/>
                </a:lnTo>
                <a:lnTo>
                  <a:pt x="1290" y="1339"/>
                </a:lnTo>
                <a:lnTo>
                  <a:pt x="1290" y="1340"/>
                </a:lnTo>
                <a:lnTo>
                  <a:pt x="1290" y="1341"/>
                </a:lnTo>
                <a:lnTo>
                  <a:pt x="1290" y="1342"/>
                </a:lnTo>
                <a:lnTo>
                  <a:pt x="1290" y="1343"/>
                </a:lnTo>
                <a:lnTo>
                  <a:pt x="1289" y="1344"/>
                </a:lnTo>
                <a:lnTo>
                  <a:pt x="1288" y="1344"/>
                </a:lnTo>
                <a:lnTo>
                  <a:pt x="1287" y="1344"/>
                </a:lnTo>
                <a:lnTo>
                  <a:pt x="1286" y="1344"/>
                </a:lnTo>
                <a:lnTo>
                  <a:pt x="1286" y="1345"/>
                </a:lnTo>
                <a:lnTo>
                  <a:pt x="1285" y="1345"/>
                </a:lnTo>
                <a:lnTo>
                  <a:pt x="1284" y="1345"/>
                </a:lnTo>
                <a:lnTo>
                  <a:pt x="1284" y="1346"/>
                </a:lnTo>
                <a:lnTo>
                  <a:pt x="1283" y="1346"/>
                </a:lnTo>
                <a:lnTo>
                  <a:pt x="1282" y="1347"/>
                </a:lnTo>
                <a:lnTo>
                  <a:pt x="1281" y="1347"/>
                </a:lnTo>
                <a:lnTo>
                  <a:pt x="1281" y="1346"/>
                </a:lnTo>
                <a:lnTo>
                  <a:pt x="1279" y="1348"/>
                </a:lnTo>
                <a:lnTo>
                  <a:pt x="1279" y="1349"/>
                </a:lnTo>
                <a:lnTo>
                  <a:pt x="1278" y="1350"/>
                </a:lnTo>
                <a:lnTo>
                  <a:pt x="1278" y="1351"/>
                </a:lnTo>
                <a:lnTo>
                  <a:pt x="1277" y="1351"/>
                </a:lnTo>
                <a:lnTo>
                  <a:pt x="1276" y="1351"/>
                </a:lnTo>
                <a:lnTo>
                  <a:pt x="1276" y="1352"/>
                </a:lnTo>
                <a:lnTo>
                  <a:pt x="1275" y="1352"/>
                </a:lnTo>
                <a:lnTo>
                  <a:pt x="1274" y="1352"/>
                </a:lnTo>
                <a:lnTo>
                  <a:pt x="1274" y="1353"/>
                </a:lnTo>
                <a:lnTo>
                  <a:pt x="1273" y="1353"/>
                </a:lnTo>
                <a:lnTo>
                  <a:pt x="1273" y="1354"/>
                </a:lnTo>
                <a:lnTo>
                  <a:pt x="1272" y="1354"/>
                </a:lnTo>
                <a:lnTo>
                  <a:pt x="1271" y="1354"/>
                </a:lnTo>
                <a:lnTo>
                  <a:pt x="1271" y="1353"/>
                </a:lnTo>
                <a:lnTo>
                  <a:pt x="1270" y="1354"/>
                </a:lnTo>
                <a:lnTo>
                  <a:pt x="1269" y="1354"/>
                </a:lnTo>
                <a:lnTo>
                  <a:pt x="1268" y="1353"/>
                </a:lnTo>
                <a:lnTo>
                  <a:pt x="1268" y="1352"/>
                </a:lnTo>
                <a:lnTo>
                  <a:pt x="1267" y="1352"/>
                </a:lnTo>
                <a:lnTo>
                  <a:pt x="1266" y="1353"/>
                </a:lnTo>
                <a:lnTo>
                  <a:pt x="1265" y="1352"/>
                </a:lnTo>
                <a:lnTo>
                  <a:pt x="1265" y="1353"/>
                </a:lnTo>
                <a:lnTo>
                  <a:pt x="1264" y="1354"/>
                </a:lnTo>
                <a:lnTo>
                  <a:pt x="1264" y="1356"/>
                </a:lnTo>
                <a:lnTo>
                  <a:pt x="1264" y="1357"/>
                </a:lnTo>
                <a:lnTo>
                  <a:pt x="1263" y="1357"/>
                </a:lnTo>
                <a:lnTo>
                  <a:pt x="1262" y="1357"/>
                </a:lnTo>
                <a:lnTo>
                  <a:pt x="1261" y="1358"/>
                </a:lnTo>
                <a:lnTo>
                  <a:pt x="1261" y="1359"/>
                </a:lnTo>
                <a:lnTo>
                  <a:pt x="1260" y="1359"/>
                </a:lnTo>
                <a:lnTo>
                  <a:pt x="1259" y="1359"/>
                </a:lnTo>
                <a:lnTo>
                  <a:pt x="1259" y="1360"/>
                </a:lnTo>
                <a:lnTo>
                  <a:pt x="1257" y="1360"/>
                </a:lnTo>
                <a:lnTo>
                  <a:pt x="1257" y="1361"/>
                </a:lnTo>
                <a:lnTo>
                  <a:pt x="1256" y="1361"/>
                </a:lnTo>
                <a:lnTo>
                  <a:pt x="1254" y="1362"/>
                </a:lnTo>
                <a:lnTo>
                  <a:pt x="1253" y="1362"/>
                </a:lnTo>
                <a:lnTo>
                  <a:pt x="1253" y="1361"/>
                </a:lnTo>
                <a:lnTo>
                  <a:pt x="1252" y="1360"/>
                </a:lnTo>
                <a:lnTo>
                  <a:pt x="1252" y="1359"/>
                </a:lnTo>
                <a:lnTo>
                  <a:pt x="1251" y="1359"/>
                </a:lnTo>
                <a:lnTo>
                  <a:pt x="1251" y="1358"/>
                </a:lnTo>
                <a:lnTo>
                  <a:pt x="1250" y="1357"/>
                </a:lnTo>
                <a:lnTo>
                  <a:pt x="1250" y="1356"/>
                </a:lnTo>
                <a:lnTo>
                  <a:pt x="1249" y="1356"/>
                </a:lnTo>
                <a:lnTo>
                  <a:pt x="1248" y="1356"/>
                </a:lnTo>
                <a:lnTo>
                  <a:pt x="1248" y="1355"/>
                </a:lnTo>
                <a:lnTo>
                  <a:pt x="1247" y="1355"/>
                </a:lnTo>
                <a:lnTo>
                  <a:pt x="1246" y="1355"/>
                </a:lnTo>
                <a:lnTo>
                  <a:pt x="1245" y="1355"/>
                </a:lnTo>
                <a:lnTo>
                  <a:pt x="1245" y="1354"/>
                </a:lnTo>
                <a:lnTo>
                  <a:pt x="1244" y="1354"/>
                </a:lnTo>
                <a:lnTo>
                  <a:pt x="1244" y="1355"/>
                </a:lnTo>
                <a:lnTo>
                  <a:pt x="1244" y="1356"/>
                </a:lnTo>
                <a:lnTo>
                  <a:pt x="1243" y="1356"/>
                </a:lnTo>
                <a:lnTo>
                  <a:pt x="1242" y="1356"/>
                </a:lnTo>
                <a:lnTo>
                  <a:pt x="1241" y="1356"/>
                </a:lnTo>
                <a:lnTo>
                  <a:pt x="1240" y="1356"/>
                </a:lnTo>
                <a:lnTo>
                  <a:pt x="1240" y="1357"/>
                </a:lnTo>
                <a:lnTo>
                  <a:pt x="1239" y="1357"/>
                </a:lnTo>
                <a:lnTo>
                  <a:pt x="1238" y="1357"/>
                </a:lnTo>
                <a:lnTo>
                  <a:pt x="1237" y="1358"/>
                </a:lnTo>
                <a:lnTo>
                  <a:pt x="1236" y="1358"/>
                </a:lnTo>
                <a:lnTo>
                  <a:pt x="1235" y="1358"/>
                </a:lnTo>
                <a:lnTo>
                  <a:pt x="1235" y="1359"/>
                </a:lnTo>
                <a:lnTo>
                  <a:pt x="1234" y="1359"/>
                </a:lnTo>
                <a:lnTo>
                  <a:pt x="1234" y="1360"/>
                </a:lnTo>
                <a:lnTo>
                  <a:pt x="1233" y="1360"/>
                </a:lnTo>
                <a:lnTo>
                  <a:pt x="1231" y="1361"/>
                </a:lnTo>
                <a:lnTo>
                  <a:pt x="1229" y="1361"/>
                </a:lnTo>
                <a:lnTo>
                  <a:pt x="1228" y="1360"/>
                </a:lnTo>
                <a:lnTo>
                  <a:pt x="1228" y="1359"/>
                </a:lnTo>
                <a:lnTo>
                  <a:pt x="1228" y="1358"/>
                </a:lnTo>
                <a:lnTo>
                  <a:pt x="1228" y="1357"/>
                </a:lnTo>
                <a:lnTo>
                  <a:pt x="1227" y="1357"/>
                </a:lnTo>
                <a:lnTo>
                  <a:pt x="1226" y="1356"/>
                </a:lnTo>
                <a:lnTo>
                  <a:pt x="1226" y="1355"/>
                </a:lnTo>
                <a:lnTo>
                  <a:pt x="1225" y="1354"/>
                </a:lnTo>
                <a:lnTo>
                  <a:pt x="1223" y="1353"/>
                </a:lnTo>
                <a:lnTo>
                  <a:pt x="1222" y="1353"/>
                </a:lnTo>
                <a:lnTo>
                  <a:pt x="1222" y="1354"/>
                </a:lnTo>
                <a:lnTo>
                  <a:pt x="1221" y="1354"/>
                </a:lnTo>
                <a:lnTo>
                  <a:pt x="1221" y="1355"/>
                </a:lnTo>
                <a:lnTo>
                  <a:pt x="1220" y="1355"/>
                </a:lnTo>
                <a:lnTo>
                  <a:pt x="1219" y="1355"/>
                </a:lnTo>
                <a:lnTo>
                  <a:pt x="1218" y="1355"/>
                </a:lnTo>
                <a:lnTo>
                  <a:pt x="1217" y="1356"/>
                </a:lnTo>
                <a:lnTo>
                  <a:pt x="1217" y="1355"/>
                </a:lnTo>
                <a:lnTo>
                  <a:pt x="1216" y="1355"/>
                </a:lnTo>
                <a:lnTo>
                  <a:pt x="1215" y="1356"/>
                </a:lnTo>
                <a:lnTo>
                  <a:pt x="1214" y="1356"/>
                </a:lnTo>
                <a:lnTo>
                  <a:pt x="1213" y="1356"/>
                </a:lnTo>
                <a:lnTo>
                  <a:pt x="1213" y="1355"/>
                </a:lnTo>
                <a:lnTo>
                  <a:pt x="1212" y="1355"/>
                </a:lnTo>
                <a:lnTo>
                  <a:pt x="1211" y="1354"/>
                </a:lnTo>
                <a:lnTo>
                  <a:pt x="1211" y="1353"/>
                </a:lnTo>
                <a:lnTo>
                  <a:pt x="1210" y="1352"/>
                </a:lnTo>
                <a:lnTo>
                  <a:pt x="1210" y="1351"/>
                </a:lnTo>
                <a:lnTo>
                  <a:pt x="1209" y="1351"/>
                </a:lnTo>
                <a:lnTo>
                  <a:pt x="1207" y="1352"/>
                </a:lnTo>
                <a:lnTo>
                  <a:pt x="1207" y="1353"/>
                </a:lnTo>
                <a:lnTo>
                  <a:pt x="1206" y="1353"/>
                </a:lnTo>
                <a:lnTo>
                  <a:pt x="1205" y="1352"/>
                </a:lnTo>
                <a:lnTo>
                  <a:pt x="1204" y="1353"/>
                </a:lnTo>
                <a:lnTo>
                  <a:pt x="1203" y="1353"/>
                </a:lnTo>
                <a:lnTo>
                  <a:pt x="1203" y="1352"/>
                </a:lnTo>
                <a:lnTo>
                  <a:pt x="1202" y="1352"/>
                </a:lnTo>
                <a:lnTo>
                  <a:pt x="1202" y="1351"/>
                </a:lnTo>
                <a:lnTo>
                  <a:pt x="1201" y="1351"/>
                </a:lnTo>
                <a:lnTo>
                  <a:pt x="1200" y="1350"/>
                </a:lnTo>
                <a:lnTo>
                  <a:pt x="1200" y="1349"/>
                </a:lnTo>
                <a:lnTo>
                  <a:pt x="1199" y="1349"/>
                </a:lnTo>
                <a:lnTo>
                  <a:pt x="1198" y="1349"/>
                </a:lnTo>
                <a:lnTo>
                  <a:pt x="1198" y="1348"/>
                </a:lnTo>
                <a:lnTo>
                  <a:pt x="1197" y="1347"/>
                </a:lnTo>
                <a:lnTo>
                  <a:pt x="1197" y="1346"/>
                </a:lnTo>
                <a:lnTo>
                  <a:pt x="1197" y="1345"/>
                </a:lnTo>
                <a:lnTo>
                  <a:pt x="1196" y="1344"/>
                </a:lnTo>
                <a:lnTo>
                  <a:pt x="1195" y="1344"/>
                </a:lnTo>
                <a:lnTo>
                  <a:pt x="1194" y="1343"/>
                </a:lnTo>
                <a:lnTo>
                  <a:pt x="1194" y="1344"/>
                </a:lnTo>
                <a:lnTo>
                  <a:pt x="1193" y="1344"/>
                </a:lnTo>
                <a:lnTo>
                  <a:pt x="1192" y="1345"/>
                </a:lnTo>
                <a:lnTo>
                  <a:pt x="1191" y="1344"/>
                </a:lnTo>
                <a:lnTo>
                  <a:pt x="1191" y="1343"/>
                </a:lnTo>
                <a:lnTo>
                  <a:pt x="1190" y="1343"/>
                </a:lnTo>
                <a:lnTo>
                  <a:pt x="1190" y="1342"/>
                </a:lnTo>
                <a:lnTo>
                  <a:pt x="1189" y="1341"/>
                </a:lnTo>
                <a:lnTo>
                  <a:pt x="1188" y="1341"/>
                </a:lnTo>
                <a:lnTo>
                  <a:pt x="1187" y="1340"/>
                </a:lnTo>
                <a:lnTo>
                  <a:pt x="1187" y="1341"/>
                </a:lnTo>
                <a:lnTo>
                  <a:pt x="1186" y="1341"/>
                </a:lnTo>
                <a:lnTo>
                  <a:pt x="1185" y="1341"/>
                </a:lnTo>
                <a:lnTo>
                  <a:pt x="1184" y="1342"/>
                </a:lnTo>
                <a:lnTo>
                  <a:pt x="1184" y="1341"/>
                </a:lnTo>
                <a:lnTo>
                  <a:pt x="1183" y="1341"/>
                </a:lnTo>
                <a:lnTo>
                  <a:pt x="1183" y="1340"/>
                </a:lnTo>
                <a:lnTo>
                  <a:pt x="1182" y="1340"/>
                </a:lnTo>
                <a:lnTo>
                  <a:pt x="1181" y="1340"/>
                </a:lnTo>
                <a:lnTo>
                  <a:pt x="1181" y="1339"/>
                </a:lnTo>
                <a:lnTo>
                  <a:pt x="1180" y="1339"/>
                </a:lnTo>
                <a:lnTo>
                  <a:pt x="1180" y="1338"/>
                </a:lnTo>
                <a:lnTo>
                  <a:pt x="1180" y="1337"/>
                </a:lnTo>
                <a:lnTo>
                  <a:pt x="1179" y="1337"/>
                </a:lnTo>
                <a:lnTo>
                  <a:pt x="1178" y="1337"/>
                </a:lnTo>
                <a:lnTo>
                  <a:pt x="1177" y="1336"/>
                </a:lnTo>
                <a:lnTo>
                  <a:pt x="1177" y="1335"/>
                </a:lnTo>
                <a:lnTo>
                  <a:pt x="1176" y="1335"/>
                </a:lnTo>
                <a:lnTo>
                  <a:pt x="1175" y="1334"/>
                </a:lnTo>
                <a:lnTo>
                  <a:pt x="1174" y="1334"/>
                </a:lnTo>
                <a:lnTo>
                  <a:pt x="1175" y="1333"/>
                </a:lnTo>
                <a:lnTo>
                  <a:pt x="1174" y="1332"/>
                </a:lnTo>
                <a:lnTo>
                  <a:pt x="1173" y="1332"/>
                </a:lnTo>
                <a:lnTo>
                  <a:pt x="1170" y="1332"/>
                </a:lnTo>
                <a:lnTo>
                  <a:pt x="1170" y="1331"/>
                </a:lnTo>
                <a:lnTo>
                  <a:pt x="1169" y="1331"/>
                </a:lnTo>
                <a:lnTo>
                  <a:pt x="1167" y="1331"/>
                </a:lnTo>
                <a:lnTo>
                  <a:pt x="1166" y="1330"/>
                </a:lnTo>
                <a:lnTo>
                  <a:pt x="1166" y="1328"/>
                </a:lnTo>
                <a:lnTo>
                  <a:pt x="1166" y="1327"/>
                </a:lnTo>
                <a:lnTo>
                  <a:pt x="1166" y="1326"/>
                </a:lnTo>
                <a:lnTo>
                  <a:pt x="1165" y="1324"/>
                </a:lnTo>
                <a:lnTo>
                  <a:pt x="1165" y="1323"/>
                </a:lnTo>
                <a:lnTo>
                  <a:pt x="1164" y="1322"/>
                </a:lnTo>
                <a:lnTo>
                  <a:pt x="1165" y="1322"/>
                </a:lnTo>
                <a:lnTo>
                  <a:pt x="1165" y="1321"/>
                </a:lnTo>
                <a:lnTo>
                  <a:pt x="1165" y="1320"/>
                </a:lnTo>
                <a:lnTo>
                  <a:pt x="1165" y="1319"/>
                </a:lnTo>
                <a:lnTo>
                  <a:pt x="1165" y="1318"/>
                </a:lnTo>
                <a:lnTo>
                  <a:pt x="1166" y="1318"/>
                </a:lnTo>
                <a:lnTo>
                  <a:pt x="1166" y="1317"/>
                </a:lnTo>
                <a:lnTo>
                  <a:pt x="1165" y="1317"/>
                </a:lnTo>
                <a:lnTo>
                  <a:pt x="1166" y="1316"/>
                </a:lnTo>
                <a:lnTo>
                  <a:pt x="1167" y="1315"/>
                </a:lnTo>
                <a:lnTo>
                  <a:pt x="1168" y="1315"/>
                </a:lnTo>
                <a:lnTo>
                  <a:pt x="1168" y="1316"/>
                </a:lnTo>
                <a:lnTo>
                  <a:pt x="1169" y="1316"/>
                </a:lnTo>
                <a:lnTo>
                  <a:pt x="1170" y="1315"/>
                </a:lnTo>
                <a:lnTo>
                  <a:pt x="1171" y="1315"/>
                </a:lnTo>
                <a:lnTo>
                  <a:pt x="1171" y="1316"/>
                </a:lnTo>
                <a:lnTo>
                  <a:pt x="1172" y="1316"/>
                </a:lnTo>
                <a:lnTo>
                  <a:pt x="1173" y="1316"/>
                </a:lnTo>
                <a:lnTo>
                  <a:pt x="1174" y="1316"/>
                </a:lnTo>
                <a:lnTo>
                  <a:pt x="1175" y="1316"/>
                </a:lnTo>
                <a:lnTo>
                  <a:pt x="1175" y="1315"/>
                </a:lnTo>
                <a:lnTo>
                  <a:pt x="1175" y="1314"/>
                </a:lnTo>
                <a:lnTo>
                  <a:pt x="1175" y="1313"/>
                </a:lnTo>
                <a:lnTo>
                  <a:pt x="1175" y="1312"/>
                </a:lnTo>
                <a:lnTo>
                  <a:pt x="1175" y="1311"/>
                </a:lnTo>
                <a:lnTo>
                  <a:pt x="1176" y="1311"/>
                </a:lnTo>
                <a:lnTo>
                  <a:pt x="1176" y="1310"/>
                </a:lnTo>
                <a:lnTo>
                  <a:pt x="1176" y="1309"/>
                </a:lnTo>
                <a:lnTo>
                  <a:pt x="1177" y="1309"/>
                </a:lnTo>
                <a:lnTo>
                  <a:pt x="1177" y="1308"/>
                </a:lnTo>
                <a:lnTo>
                  <a:pt x="1178" y="1308"/>
                </a:lnTo>
                <a:lnTo>
                  <a:pt x="1180" y="1308"/>
                </a:lnTo>
                <a:lnTo>
                  <a:pt x="1180" y="1307"/>
                </a:lnTo>
                <a:lnTo>
                  <a:pt x="1181" y="1307"/>
                </a:lnTo>
                <a:lnTo>
                  <a:pt x="1180" y="1305"/>
                </a:lnTo>
                <a:lnTo>
                  <a:pt x="1180" y="1304"/>
                </a:lnTo>
                <a:lnTo>
                  <a:pt x="1179" y="1304"/>
                </a:lnTo>
                <a:lnTo>
                  <a:pt x="1178" y="1304"/>
                </a:lnTo>
                <a:lnTo>
                  <a:pt x="1177" y="1304"/>
                </a:lnTo>
                <a:lnTo>
                  <a:pt x="1176" y="1304"/>
                </a:lnTo>
                <a:lnTo>
                  <a:pt x="1175" y="1305"/>
                </a:lnTo>
                <a:lnTo>
                  <a:pt x="1174" y="1305"/>
                </a:lnTo>
                <a:lnTo>
                  <a:pt x="1173" y="1304"/>
                </a:lnTo>
                <a:lnTo>
                  <a:pt x="1172" y="1304"/>
                </a:lnTo>
                <a:lnTo>
                  <a:pt x="1172" y="1303"/>
                </a:lnTo>
                <a:lnTo>
                  <a:pt x="1171" y="1303"/>
                </a:lnTo>
                <a:lnTo>
                  <a:pt x="1171" y="1302"/>
                </a:lnTo>
                <a:lnTo>
                  <a:pt x="1172" y="1302"/>
                </a:lnTo>
                <a:lnTo>
                  <a:pt x="1172" y="1301"/>
                </a:lnTo>
                <a:lnTo>
                  <a:pt x="1173" y="1301"/>
                </a:lnTo>
                <a:lnTo>
                  <a:pt x="1173" y="1300"/>
                </a:lnTo>
                <a:lnTo>
                  <a:pt x="1173" y="1299"/>
                </a:lnTo>
                <a:lnTo>
                  <a:pt x="1173" y="1298"/>
                </a:lnTo>
                <a:lnTo>
                  <a:pt x="1174" y="1298"/>
                </a:lnTo>
                <a:lnTo>
                  <a:pt x="1175" y="1298"/>
                </a:lnTo>
                <a:lnTo>
                  <a:pt x="1174" y="1297"/>
                </a:lnTo>
                <a:lnTo>
                  <a:pt x="1173" y="1298"/>
                </a:lnTo>
                <a:lnTo>
                  <a:pt x="1173" y="1297"/>
                </a:lnTo>
                <a:lnTo>
                  <a:pt x="1173" y="1296"/>
                </a:lnTo>
                <a:lnTo>
                  <a:pt x="1174" y="1295"/>
                </a:lnTo>
                <a:lnTo>
                  <a:pt x="1176" y="1295"/>
                </a:lnTo>
                <a:lnTo>
                  <a:pt x="1176" y="1294"/>
                </a:lnTo>
                <a:lnTo>
                  <a:pt x="1175" y="1294"/>
                </a:lnTo>
                <a:lnTo>
                  <a:pt x="1175" y="1293"/>
                </a:lnTo>
                <a:lnTo>
                  <a:pt x="1175" y="1292"/>
                </a:lnTo>
                <a:lnTo>
                  <a:pt x="1174" y="1292"/>
                </a:lnTo>
                <a:lnTo>
                  <a:pt x="1174" y="1291"/>
                </a:lnTo>
                <a:lnTo>
                  <a:pt x="1173" y="1290"/>
                </a:lnTo>
                <a:lnTo>
                  <a:pt x="1173" y="1289"/>
                </a:lnTo>
                <a:lnTo>
                  <a:pt x="1173" y="1288"/>
                </a:lnTo>
                <a:lnTo>
                  <a:pt x="1173" y="1287"/>
                </a:lnTo>
                <a:lnTo>
                  <a:pt x="1173" y="1286"/>
                </a:lnTo>
                <a:lnTo>
                  <a:pt x="1172" y="1284"/>
                </a:lnTo>
                <a:lnTo>
                  <a:pt x="1172" y="1283"/>
                </a:lnTo>
                <a:lnTo>
                  <a:pt x="1171" y="1283"/>
                </a:lnTo>
                <a:lnTo>
                  <a:pt x="1171" y="1282"/>
                </a:lnTo>
                <a:lnTo>
                  <a:pt x="1171" y="1281"/>
                </a:lnTo>
                <a:lnTo>
                  <a:pt x="1170" y="1281"/>
                </a:lnTo>
                <a:lnTo>
                  <a:pt x="1170" y="1280"/>
                </a:lnTo>
                <a:lnTo>
                  <a:pt x="1170" y="1279"/>
                </a:lnTo>
                <a:lnTo>
                  <a:pt x="1170" y="1278"/>
                </a:lnTo>
                <a:lnTo>
                  <a:pt x="1170" y="1277"/>
                </a:lnTo>
                <a:lnTo>
                  <a:pt x="1170" y="1276"/>
                </a:lnTo>
                <a:lnTo>
                  <a:pt x="1170" y="1275"/>
                </a:lnTo>
                <a:lnTo>
                  <a:pt x="1170" y="1274"/>
                </a:lnTo>
                <a:lnTo>
                  <a:pt x="1169" y="1273"/>
                </a:lnTo>
                <a:lnTo>
                  <a:pt x="1169" y="1272"/>
                </a:lnTo>
                <a:lnTo>
                  <a:pt x="1168" y="1271"/>
                </a:lnTo>
                <a:lnTo>
                  <a:pt x="1168" y="1269"/>
                </a:lnTo>
                <a:lnTo>
                  <a:pt x="1169" y="1269"/>
                </a:lnTo>
                <a:lnTo>
                  <a:pt x="1169" y="1268"/>
                </a:lnTo>
                <a:lnTo>
                  <a:pt x="1170" y="1268"/>
                </a:lnTo>
                <a:lnTo>
                  <a:pt x="1170" y="1267"/>
                </a:lnTo>
                <a:lnTo>
                  <a:pt x="1171" y="1267"/>
                </a:lnTo>
                <a:lnTo>
                  <a:pt x="1171" y="1268"/>
                </a:lnTo>
                <a:lnTo>
                  <a:pt x="1172" y="1268"/>
                </a:lnTo>
                <a:lnTo>
                  <a:pt x="1172" y="1269"/>
                </a:lnTo>
                <a:lnTo>
                  <a:pt x="1175" y="1269"/>
                </a:lnTo>
                <a:lnTo>
                  <a:pt x="1176" y="1270"/>
                </a:lnTo>
                <a:lnTo>
                  <a:pt x="1177" y="1270"/>
                </a:lnTo>
                <a:lnTo>
                  <a:pt x="1178" y="1270"/>
                </a:lnTo>
                <a:lnTo>
                  <a:pt x="1178" y="1269"/>
                </a:lnTo>
                <a:lnTo>
                  <a:pt x="1177" y="1269"/>
                </a:lnTo>
                <a:lnTo>
                  <a:pt x="1177" y="1268"/>
                </a:lnTo>
                <a:lnTo>
                  <a:pt x="1178" y="1268"/>
                </a:lnTo>
                <a:lnTo>
                  <a:pt x="1179" y="1267"/>
                </a:lnTo>
                <a:lnTo>
                  <a:pt x="1180" y="1267"/>
                </a:lnTo>
                <a:lnTo>
                  <a:pt x="1181" y="1267"/>
                </a:lnTo>
                <a:lnTo>
                  <a:pt x="1182" y="1267"/>
                </a:lnTo>
                <a:lnTo>
                  <a:pt x="1181" y="1266"/>
                </a:lnTo>
                <a:lnTo>
                  <a:pt x="1180" y="1266"/>
                </a:lnTo>
                <a:lnTo>
                  <a:pt x="1179" y="1266"/>
                </a:lnTo>
                <a:lnTo>
                  <a:pt x="1179" y="1265"/>
                </a:lnTo>
                <a:lnTo>
                  <a:pt x="1178" y="1265"/>
                </a:lnTo>
                <a:lnTo>
                  <a:pt x="1177" y="1264"/>
                </a:lnTo>
                <a:lnTo>
                  <a:pt x="1175" y="1263"/>
                </a:lnTo>
                <a:lnTo>
                  <a:pt x="1173" y="1264"/>
                </a:lnTo>
                <a:lnTo>
                  <a:pt x="1172" y="1265"/>
                </a:lnTo>
                <a:lnTo>
                  <a:pt x="1171" y="1266"/>
                </a:lnTo>
                <a:lnTo>
                  <a:pt x="1170" y="1266"/>
                </a:lnTo>
                <a:lnTo>
                  <a:pt x="1170" y="1265"/>
                </a:lnTo>
                <a:lnTo>
                  <a:pt x="1169" y="1265"/>
                </a:lnTo>
                <a:lnTo>
                  <a:pt x="1169" y="1264"/>
                </a:lnTo>
                <a:lnTo>
                  <a:pt x="1169" y="1265"/>
                </a:lnTo>
                <a:lnTo>
                  <a:pt x="1168" y="1265"/>
                </a:lnTo>
                <a:lnTo>
                  <a:pt x="1167" y="1266"/>
                </a:lnTo>
                <a:lnTo>
                  <a:pt x="1167" y="1265"/>
                </a:lnTo>
                <a:lnTo>
                  <a:pt x="1167" y="1264"/>
                </a:lnTo>
                <a:lnTo>
                  <a:pt x="1166" y="1263"/>
                </a:lnTo>
                <a:lnTo>
                  <a:pt x="1166" y="1262"/>
                </a:lnTo>
                <a:lnTo>
                  <a:pt x="1166" y="1261"/>
                </a:lnTo>
                <a:lnTo>
                  <a:pt x="1165" y="1260"/>
                </a:lnTo>
                <a:lnTo>
                  <a:pt x="1165" y="1259"/>
                </a:lnTo>
                <a:lnTo>
                  <a:pt x="1164" y="1258"/>
                </a:lnTo>
                <a:lnTo>
                  <a:pt x="1164" y="1257"/>
                </a:lnTo>
                <a:lnTo>
                  <a:pt x="1163" y="1257"/>
                </a:lnTo>
                <a:lnTo>
                  <a:pt x="1163" y="1256"/>
                </a:lnTo>
                <a:lnTo>
                  <a:pt x="1162" y="1255"/>
                </a:lnTo>
                <a:lnTo>
                  <a:pt x="1161" y="1256"/>
                </a:lnTo>
                <a:lnTo>
                  <a:pt x="1160" y="1256"/>
                </a:lnTo>
                <a:lnTo>
                  <a:pt x="1159" y="1256"/>
                </a:lnTo>
                <a:lnTo>
                  <a:pt x="1159" y="1255"/>
                </a:lnTo>
                <a:lnTo>
                  <a:pt x="1159" y="1254"/>
                </a:lnTo>
                <a:lnTo>
                  <a:pt x="1159" y="1253"/>
                </a:lnTo>
                <a:lnTo>
                  <a:pt x="1159" y="1252"/>
                </a:lnTo>
                <a:lnTo>
                  <a:pt x="1159" y="1251"/>
                </a:lnTo>
                <a:lnTo>
                  <a:pt x="1158" y="1250"/>
                </a:lnTo>
                <a:lnTo>
                  <a:pt x="1156" y="1249"/>
                </a:lnTo>
                <a:lnTo>
                  <a:pt x="1156" y="1248"/>
                </a:lnTo>
                <a:lnTo>
                  <a:pt x="1155" y="1248"/>
                </a:lnTo>
                <a:lnTo>
                  <a:pt x="1155" y="1246"/>
                </a:lnTo>
                <a:lnTo>
                  <a:pt x="1155" y="1245"/>
                </a:lnTo>
                <a:lnTo>
                  <a:pt x="1155" y="1244"/>
                </a:lnTo>
                <a:lnTo>
                  <a:pt x="1154" y="1244"/>
                </a:lnTo>
                <a:lnTo>
                  <a:pt x="1154" y="1243"/>
                </a:lnTo>
                <a:lnTo>
                  <a:pt x="1154" y="1242"/>
                </a:lnTo>
                <a:lnTo>
                  <a:pt x="1154" y="1241"/>
                </a:lnTo>
                <a:lnTo>
                  <a:pt x="1153" y="1241"/>
                </a:lnTo>
                <a:lnTo>
                  <a:pt x="1153" y="1240"/>
                </a:lnTo>
                <a:lnTo>
                  <a:pt x="1153" y="1239"/>
                </a:lnTo>
                <a:lnTo>
                  <a:pt x="1153" y="1238"/>
                </a:lnTo>
                <a:lnTo>
                  <a:pt x="1152" y="1238"/>
                </a:lnTo>
                <a:lnTo>
                  <a:pt x="1152" y="1237"/>
                </a:lnTo>
                <a:lnTo>
                  <a:pt x="1153" y="1237"/>
                </a:lnTo>
                <a:lnTo>
                  <a:pt x="1153" y="1236"/>
                </a:lnTo>
                <a:lnTo>
                  <a:pt x="1154" y="1235"/>
                </a:lnTo>
                <a:lnTo>
                  <a:pt x="1153" y="1234"/>
                </a:lnTo>
                <a:lnTo>
                  <a:pt x="1154" y="1234"/>
                </a:lnTo>
                <a:lnTo>
                  <a:pt x="1155" y="1233"/>
                </a:lnTo>
                <a:lnTo>
                  <a:pt x="1154" y="1232"/>
                </a:lnTo>
                <a:lnTo>
                  <a:pt x="1155" y="1231"/>
                </a:lnTo>
                <a:lnTo>
                  <a:pt x="1155" y="1230"/>
                </a:lnTo>
                <a:lnTo>
                  <a:pt x="1154" y="1230"/>
                </a:lnTo>
                <a:lnTo>
                  <a:pt x="1154" y="1229"/>
                </a:lnTo>
                <a:lnTo>
                  <a:pt x="1154" y="1228"/>
                </a:lnTo>
                <a:lnTo>
                  <a:pt x="1153" y="1228"/>
                </a:lnTo>
                <a:lnTo>
                  <a:pt x="1152" y="1227"/>
                </a:lnTo>
                <a:lnTo>
                  <a:pt x="1151" y="1226"/>
                </a:lnTo>
                <a:lnTo>
                  <a:pt x="1150" y="1226"/>
                </a:lnTo>
                <a:lnTo>
                  <a:pt x="1150" y="1225"/>
                </a:lnTo>
                <a:lnTo>
                  <a:pt x="1149" y="1224"/>
                </a:lnTo>
                <a:lnTo>
                  <a:pt x="1148" y="1223"/>
                </a:lnTo>
                <a:lnTo>
                  <a:pt x="1148" y="1222"/>
                </a:lnTo>
                <a:lnTo>
                  <a:pt x="1147" y="1222"/>
                </a:lnTo>
                <a:lnTo>
                  <a:pt x="1146" y="1222"/>
                </a:lnTo>
                <a:lnTo>
                  <a:pt x="1146" y="1221"/>
                </a:lnTo>
                <a:lnTo>
                  <a:pt x="1145" y="1221"/>
                </a:lnTo>
                <a:lnTo>
                  <a:pt x="1144" y="1220"/>
                </a:lnTo>
                <a:lnTo>
                  <a:pt x="1143" y="1220"/>
                </a:lnTo>
                <a:lnTo>
                  <a:pt x="1142" y="1220"/>
                </a:lnTo>
                <a:lnTo>
                  <a:pt x="1141" y="1219"/>
                </a:lnTo>
                <a:lnTo>
                  <a:pt x="1140" y="1219"/>
                </a:lnTo>
                <a:lnTo>
                  <a:pt x="1139" y="1219"/>
                </a:lnTo>
                <a:lnTo>
                  <a:pt x="1138" y="1220"/>
                </a:lnTo>
                <a:lnTo>
                  <a:pt x="1137" y="1220"/>
                </a:lnTo>
                <a:lnTo>
                  <a:pt x="1137" y="1219"/>
                </a:lnTo>
                <a:lnTo>
                  <a:pt x="1136" y="1220"/>
                </a:lnTo>
                <a:lnTo>
                  <a:pt x="1135" y="1220"/>
                </a:lnTo>
                <a:lnTo>
                  <a:pt x="1134" y="1220"/>
                </a:lnTo>
                <a:lnTo>
                  <a:pt x="1133" y="1220"/>
                </a:lnTo>
                <a:lnTo>
                  <a:pt x="1131" y="1220"/>
                </a:lnTo>
                <a:lnTo>
                  <a:pt x="1130" y="1220"/>
                </a:lnTo>
                <a:lnTo>
                  <a:pt x="1129" y="1219"/>
                </a:lnTo>
                <a:lnTo>
                  <a:pt x="1128" y="1219"/>
                </a:lnTo>
                <a:lnTo>
                  <a:pt x="1127" y="1219"/>
                </a:lnTo>
                <a:lnTo>
                  <a:pt x="1125" y="1219"/>
                </a:lnTo>
                <a:lnTo>
                  <a:pt x="1124" y="1219"/>
                </a:lnTo>
                <a:lnTo>
                  <a:pt x="1123" y="1219"/>
                </a:lnTo>
                <a:lnTo>
                  <a:pt x="1122" y="1219"/>
                </a:lnTo>
                <a:lnTo>
                  <a:pt x="1121" y="1219"/>
                </a:lnTo>
                <a:lnTo>
                  <a:pt x="1120" y="1220"/>
                </a:lnTo>
                <a:lnTo>
                  <a:pt x="1119" y="1220"/>
                </a:lnTo>
                <a:lnTo>
                  <a:pt x="1117" y="1220"/>
                </a:lnTo>
                <a:lnTo>
                  <a:pt x="1116" y="1220"/>
                </a:lnTo>
                <a:lnTo>
                  <a:pt x="1115" y="1221"/>
                </a:lnTo>
                <a:lnTo>
                  <a:pt x="1115" y="1222"/>
                </a:lnTo>
                <a:lnTo>
                  <a:pt x="1114" y="1221"/>
                </a:lnTo>
                <a:lnTo>
                  <a:pt x="1113" y="1221"/>
                </a:lnTo>
                <a:lnTo>
                  <a:pt x="1112" y="1222"/>
                </a:lnTo>
                <a:lnTo>
                  <a:pt x="1111" y="1223"/>
                </a:lnTo>
                <a:lnTo>
                  <a:pt x="1111" y="1222"/>
                </a:lnTo>
                <a:lnTo>
                  <a:pt x="1110" y="1222"/>
                </a:lnTo>
                <a:lnTo>
                  <a:pt x="1110" y="1221"/>
                </a:lnTo>
                <a:lnTo>
                  <a:pt x="1110" y="1220"/>
                </a:lnTo>
                <a:lnTo>
                  <a:pt x="1109" y="1220"/>
                </a:lnTo>
                <a:lnTo>
                  <a:pt x="1108" y="1220"/>
                </a:lnTo>
                <a:lnTo>
                  <a:pt x="1107" y="1219"/>
                </a:lnTo>
                <a:lnTo>
                  <a:pt x="1106" y="1219"/>
                </a:lnTo>
                <a:lnTo>
                  <a:pt x="1105" y="1218"/>
                </a:lnTo>
                <a:lnTo>
                  <a:pt x="1104" y="1218"/>
                </a:lnTo>
                <a:lnTo>
                  <a:pt x="1103" y="1217"/>
                </a:lnTo>
                <a:lnTo>
                  <a:pt x="1103" y="1218"/>
                </a:lnTo>
                <a:lnTo>
                  <a:pt x="1102" y="1218"/>
                </a:lnTo>
                <a:lnTo>
                  <a:pt x="1101" y="1218"/>
                </a:lnTo>
                <a:lnTo>
                  <a:pt x="1101" y="1217"/>
                </a:lnTo>
                <a:lnTo>
                  <a:pt x="1100" y="1217"/>
                </a:lnTo>
                <a:lnTo>
                  <a:pt x="1099" y="1217"/>
                </a:lnTo>
                <a:lnTo>
                  <a:pt x="1100" y="1216"/>
                </a:lnTo>
                <a:lnTo>
                  <a:pt x="1101" y="1215"/>
                </a:lnTo>
                <a:lnTo>
                  <a:pt x="1101" y="1214"/>
                </a:lnTo>
                <a:lnTo>
                  <a:pt x="1100" y="1215"/>
                </a:lnTo>
                <a:lnTo>
                  <a:pt x="1099" y="1214"/>
                </a:lnTo>
                <a:lnTo>
                  <a:pt x="1099" y="1215"/>
                </a:lnTo>
                <a:lnTo>
                  <a:pt x="1098" y="1215"/>
                </a:lnTo>
                <a:lnTo>
                  <a:pt x="1097" y="1215"/>
                </a:lnTo>
                <a:lnTo>
                  <a:pt x="1097" y="1214"/>
                </a:lnTo>
                <a:lnTo>
                  <a:pt x="1098" y="1214"/>
                </a:lnTo>
                <a:lnTo>
                  <a:pt x="1097" y="1213"/>
                </a:lnTo>
                <a:lnTo>
                  <a:pt x="1096" y="1213"/>
                </a:lnTo>
                <a:lnTo>
                  <a:pt x="1096" y="1214"/>
                </a:lnTo>
                <a:lnTo>
                  <a:pt x="1096" y="1215"/>
                </a:lnTo>
                <a:lnTo>
                  <a:pt x="1095" y="1215"/>
                </a:lnTo>
                <a:lnTo>
                  <a:pt x="1094" y="1214"/>
                </a:lnTo>
                <a:lnTo>
                  <a:pt x="1094" y="1213"/>
                </a:lnTo>
                <a:lnTo>
                  <a:pt x="1093" y="1213"/>
                </a:lnTo>
                <a:lnTo>
                  <a:pt x="1093" y="1214"/>
                </a:lnTo>
                <a:lnTo>
                  <a:pt x="1092" y="1215"/>
                </a:lnTo>
                <a:lnTo>
                  <a:pt x="1092" y="1216"/>
                </a:lnTo>
                <a:lnTo>
                  <a:pt x="1091" y="1216"/>
                </a:lnTo>
                <a:lnTo>
                  <a:pt x="1090" y="1216"/>
                </a:lnTo>
                <a:lnTo>
                  <a:pt x="1090" y="1217"/>
                </a:lnTo>
                <a:lnTo>
                  <a:pt x="1089" y="1218"/>
                </a:lnTo>
                <a:lnTo>
                  <a:pt x="1089" y="1219"/>
                </a:lnTo>
                <a:lnTo>
                  <a:pt x="1089" y="1220"/>
                </a:lnTo>
                <a:lnTo>
                  <a:pt x="1088" y="1220"/>
                </a:lnTo>
                <a:lnTo>
                  <a:pt x="1087" y="1220"/>
                </a:lnTo>
                <a:lnTo>
                  <a:pt x="1087" y="1219"/>
                </a:lnTo>
                <a:lnTo>
                  <a:pt x="1086" y="1219"/>
                </a:lnTo>
                <a:lnTo>
                  <a:pt x="1085" y="1219"/>
                </a:lnTo>
                <a:lnTo>
                  <a:pt x="1086" y="1219"/>
                </a:lnTo>
                <a:lnTo>
                  <a:pt x="1086" y="1218"/>
                </a:lnTo>
                <a:lnTo>
                  <a:pt x="1086" y="1217"/>
                </a:lnTo>
                <a:lnTo>
                  <a:pt x="1087" y="1217"/>
                </a:lnTo>
                <a:lnTo>
                  <a:pt x="1087" y="1216"/>
                </a:lnTo>
                <a:lnTo>
                  <a:pt x="1088" y="1215"/>
                </a:lnTo>
                <a:lnTo>
                  <a:pt x="1088" y="1214"/>
                </a:lnTo>
                <a:lnTo>
                  <a:pt x="1088" y="1213"/>
                </a:lnTo>
                <a:lnTo>
                  <a:pt x="1088" y="1212"/>
                </a:lnTo>
                <a:lnTo>
                  <a:pt x="1089" y="1212"/>
                </a:lnTo>
                <a:lnTo>
                  <a:pt x="1089" y="1211"/>
                </a:lnTo>
                <a:lnTo>
                  <a:pt x="1088" y="1211"/>
                </a:lnTo>
                <a:lnTo>
                  <a:pt x="1087" y="1210"/>
                </a:lnTo>
                <a:lnTo>
                  <a:pt x="1087" y="1209"/>
                </a:lnTo>
                <a:lnTo>
                  <a:pt x="1087" y="1208"/>
                </a:lnTo>
                <a:lnTo>
                  <a:pt x="1088" y="1208"/>
                </a:lnTo>
                <a:lnTo>
                  <a:pt x="1087" y="1207"/>
                </a:lnTo>
                <a:lnTo>
                  <a:pt x="1087" y="1206"/>
                </a:lnTo>
                <a:lnTo>
                  <a:pt x="1087" y="1205"/>
                </a:lnTo>
                <a:lnTo>
                  <a:pt x="1087" y="1204"/>
                </a:lnTo>
                <a:lnTo>
                  <a:pt x="1087" y="1203"/>
                </a:lnTo>
                <a:lnTo>
                  <a:pt x="1086" y="1202"/>
                </a:lnTo>
                <a:lnTo>
                  <a:pt x="1085" y="1202"/>
                </a:lnTo>
                <a:lnTo>
                  <a:pt x="1084" y="1202"/>
                </a:lnTo>
                <a:lnTo>
                  <a:pt x="1083" y="1202"/>
                </a:lnTo>
                <a:lnTo>
                  <a:pt x="1083" y="1203"/>
                </a:lnTo>
                <a:lnTo>
                  <a:pt x="1082" y="1202"/>
                </a:lnTo>
                <a:lnTo>
                  <a:pt x="1081" y="1202"/>
                </a:lnTo>
                <a:lnTo>
                  <a:pt x="1080" y="1203"/>
                </a:lnTo>
                <a:lnTo>
                  <a:pt x="1080" y="1204"/>
                </a:lnTo>
                <a:lnTo>
                  <a:pt x="1080" y="1205"/>
                </a:lnTo>
                <a:lnTo>
                  <a:pt x="1079" y="1205"/>
                </a:lnTo>
                <a:lnTo>
                  <a:pt x="1078" y="1205"/>
                </a:lnTo>
                <a:lnTo>
                  <a:pt x="1078" y="1206"/>
                </a:lnTo>
                <a:lnTo>
                  <a:pt x="1077" y="1206"/>
                </a:lnTo>
                <a:lnTo>
                  <a:pt x="1077" y="1207"/>
                </a:lnTo>
                <a:lnTo>
                  <a:pt x="1077" y="1208"/>
                </a:lnTo>
                <a:lnTo>
                  <a:pt x="1078" y="1208"/>
                </a:lnTo>
                <a:lnTo>
                  <a:pt x="1077" y="1209"/>
                </a:lnTo>
                <a:lnTo>
                  <a:pt x="1077" y="1210"/>
                </a:lnTo>
                <a:lnTo>
                  <a:pt x="1076" y="1211"/>
                </a:lnTo>
                <a:lnTo>
                  <a:pt x="1076" y="1210"/>
                </a:lnTo>
                <a:lnTo>
                  <a:pt x="1075" y="1210"/>
                </a:lnTo>
                <a:lnTo>
                  <a:pt x="1074" y="1210"/>
                </a:lnTo>
                <a:lnTo>
                  <a:pt x="1072" y="1210"/>
                </a:lnTo>
                <a:lnTo>
                  <a:pt x="1072" y="1209"/>
                </a:lnTo>
                <a:lnTo>
                  <a:pt x="1071" y="1209"/>
                </a:lnTo>
                <a:lnTo>
                  <a:pt x="1070" y="1210"/>
                </a:lnTo>
                <a:lnTo>
                  <a:pt x="1069" y="1210"/>
                </a:lnTo>
                <a:lnTo>
                  <a:pt x="1068" y="1210"/>
                </a:lnTo>
                <a:lnTo>
                  <a:pt x="1067" y="1211"/>
                </a:lnTo>
                <a:lnTo>
                  <a:pt x="1066" y="1211"/>
                </a:lnTo>
                <a:lnTo>
                  <a:pt x="1065" y="1210"/>
                </a:lnTo>
                <a:lnTo>
                  <a:pt x="1064" y="1209"/>
                </a:lnTo>
                <a:lnTo>
                  <a:pt x="1063" y="1208"/>
                </a:lnTo>
                <a:lnTo>
                  <a:pt x="1062" y="1208"/>
                </a:lnTo>
                <a:lnTo>
                  <a:pt x="1061" y="1207"/>
                </a:lnTo>
                <a:lnTo>
                  <a:pt x="1060" y="1206"/>
                </a:lnTo>
                <a:lnTo>
                  <a:pt x="1060" y="1205"/>
                </a:lnTo>
                <a:lnTo>
                  <a:pt x="1061" y="1205"/>
                </a:lnTo>
                <a:lnTo>
                  <a:pt x="1061" y="1203"/>
                </a:lnTo>
                <a:lnTo>
                  <a:pt x="1060" y="1202"/>
                </a:lnTo>
                <a:lnTo>
                  <a:pt x="1059" y="1202"/>
                </a:lnTo>
                <a:lnTo>
                  <a:pt x="1059" y="1201"/>
                </a:lnTo>
                <a:lnTo>
                  <a:pt x="1058" y="1201"/>
                </a:lnTo>
                <a:lnTo>
                  <a:pt x="1057" y="1201"/>
                </a:lnTo>
                <a:lnTo>
                  <a:pt x="1056" y="1202"/>
                </a:lnTo>
                <a:lnTo>
                  <a:pt x="1055" y="1203"/>
                </a:lnTo>
                <a:lnTo>
                  <a:pt x="1055" y="1204"/>
                </a:lnTo>
                <a:lnTo>
                  <a:pt x="1054" y="1204"/>
                </a:lnTo>
                <a:lnTo>
                  <a:pt x="1052" y="1204"/>
                </a:lnTo>
                <a:lnTo>
                  <a:pt x="1052" y="1203"/>
                </a:lnTo>
                <a:lnTo>
                  <a:pt x="1051" y="1203"/>
                </a:lnTo>
                <a:lnTo>
                  <a:pt x="1050" y="1202"/>
                </a:lnTo>
                <a:lnTo>
                  <a:pt x="1050" y="1203"/>
                </a:lnTo>
                <a:lnTo>
                  <a:pt x="1049" y="1202"/>
                </a:lnTo>
                <a:lnTo>
                  <a:pt x="1048" y="1202"/>
                </a:lnTo>
                <a:lnTo>
                  <a:pt x="1047" y="1201"/>
                </a:lnTo>
                <a:lnTo>
                  <a:pt x="1047" y="1200"/>
                </a:lnTo>
                <a:lnTo>
                  <a:pt x="1047" y="1199"/>
                </a:lnTo>
                <a:lnTo>
                  <a:pt x="1048" y="1197"/>
                </a:lnTo>
                <a:lnTo>
                  <a:pt x="1049" y="1196"/>
                </a:lnTo>
                <a:lnTo>
                  <a:pt x="1049" y="1195"/>
                </a:lnTo>
                <a:lnTo>
                  <a:pt x="1048" y="1195"/>
                </a:lnTo>
                <a:lnTo>
                  <a:pt x="1048" y="1194"/>
                </a:lnTo>
                <a:lnTo>
                  <a:pt x="1049" y="1194"/>
                </a:lnTo>
                <a:lnTo>
                  <a:pt x="1049" y="1193"/>
                </a:lnTo>
                <a:lnTo>
                  <a:pt x="1049" y="1192"/>
                </a:lnTo>
                <a:lnTo>
                  <a:pt x="1050" y="1192"/>
                </a:lnTo>
                <a:lnTo>
                  <a:pt x="1050" y="1191"/>
                </a:lnTo>
                <a:lnTo>
                  <a:pt x="1050" y="1190"/>
                </a:lnTo>
                <a:lnTo>
                  <a:pt x="1051" y="1190"/>
                </a:lnTo>
                <a:lnTo>
                  <a:pt x="1051" y="1189"/>
                </a:lnTo>
                <a:lnTo>
                  <a:pt x="1050" y="1189"/>
                </a:lnTo>
                <a:lnTo>
                  <a:pt x="1050" y="1188"/>
                </a:lnTo>
                <a:lnTo>
                  <a:pt x="1049" y="1187"/>
                </a:lnTo>
                <a:lnTo>
                  <a:pt x="1049" y="1186"/>
                </a:lnTo>
                <a:lnTo>
                  <a:pt x="1048" y="1185"/>
                </a:lnTo>
                <a:lnTo>
                  <a:pt x="1047" y="1186"/>
                </a:lnTo>
                <a:lnTo>
                  <a:pt x="1046" y="1186"/>
                </a:lnTo>
                <a:lnTo>
                  <a:pt x="1045" y="1186"/>
                </a:lnTo>
                <a:lnTo>
                  <a:pt x="1044" y="1185"/>
                </a:lnTo>
                <a:lnTo>
                  <a:pt x="1044" y="1184"/>
                </a:lnTo>
                <a:lnTo>
                  <a:pt x="1044" y="1183"/>
                </a:lnTo>
                <a:lnTo>
                  <a:pt x="1044" y="1182"/>
                </a:lnTo>
                <a:lnTo>
                  <a:pt x="1044" y="1181"/>
                </a:lnTo>
                <a:lnTo>
                  <a:pt x="1045" y="1180"/>
                </a:lnTo>
                <a:lnTo>
                  <a:pt x="1046" y="1180"/>
                </a:lnTo>
                <a:lnTo>
                  <a:pt x="1046" y="1179"/>
                </a:lnTo>
                <a:lnTo>
                  <a:pt x="1046" y="1178"/>
                </a:lnTo>
                <a:lnTo>
                  <a:pt x="1047" y="1177"/>
                </a:lnTo>
                <a:lnTo>
                  <a:pt x="1048" y="1177"/>
                </a:lnTo>
                <a:lnTo>
                  <a:pt x="1048" y="1176"/>
                </a:lnTo>
                <a:lnTo>
                  <a:pt x="1048" y="1175"/>
                </a:lnTo>
                <a:lnTo>
                  <a:pt x="1047" y="1175"/>
                </a:lnTo>
                <a:lnTo>
                  <a:pt x="1047" y="1173"/>
                </a:lnTo>
                <a:lnTo>
                  <a:pt x="1047" y="1172"/>
                </a:lnTo>
                <a:lnTo>
                  <a:pt x="1046" y="1172"/>
                </a:lnTo>
                <a:lnTo>
                  <a:pt x="1045" y="1172"/>
                </a:lnTo>
                <a:lnTo>
                  <a:pt x="1044" y="1172"/>
                </a:lnTo>
                <a:lnTo>
                  <a:pt x="1044" y="1171"/>
                </a:lnTo>
                <a:lnTo>
                  <a:pt x="1045" y="1170"/>
                </a:lnTo>
                <a:lnTo>
                  <a:pt x="1045" y="1169"/>
                </a:lnTo>
                <a:lnTo>
                  <a:pt x="1045" y="1168"/>
                </a:lnTo>
                <a:lnTo>
                  <a:pt x="1046" y="1168"/>
                </a:lnTo>
                <a:lnTo>
                  <a:pt x="1047" y="1169"/>
                </a:lnTo>
                <a:lnTo>
                  <a:pt x="1048" y="1168"/>
                </a:lnTo>
                <a:lnTo>
                  <a:pt x="1049" y="1168"/>
                </a:lnTo>
                <a:lnTo>
                  <a:pt x="1050" y="1168"/>
                </a:lnTo>
                <a:lnTo>
                  <a:pt x="1050" y="1167"/>
                </a:lnTo>
                <a:lnTo>
                  <a:pt x="1049" y="1167"/>
                </a:lnTo>
                <a:lnTo>
                  <a:pt x="1050" y="1166"/>
                </a:lnTo>
                <a:lnTo>
                  <a:pt x="1050" y="1165"/>
                </a:lnTo>
                <a:lnTo>
                  <a:pt x="1049" y="1165"/>
                </a:lnTo>
                <a:lnTo>
                  <a:pt x="1048" y="1164"/>
                </a:lnTo>
                <a:lnTo>
                  <a:pt x="1048" y="1163"/>
                </a:lnTo>
                <a:lnTo>
                  <a:pt x="1047" y="1163"/>
                </a:lnTo>
                <a:lnTo>
                  <a:pt x="1046" y="1163"/>
                </a:lnTo>
                <a:lnTo>
                  <a:pt x="1045" y="1163"/>
                </a:lnTo>
                <a:lnTo>
                  <a:pt x="1045" y="1162"/>
                </a:lnTo>
                <a:lnTo>
                  <a:pt x="1044" y="1162"/>
                </a:lnTo>
                <a:lnTo>
                  <a:pt x="1044" y="1161"/>
                </a:lnTo>
                <a:lnTo>
                  <a:pt x="1045" y="1161"/>
                </a:lnTo>
                <a:lnTo>
                  <a:pt x="1045" y="1160"/>
                </a:lnTo>
                <a:lnTo>
                  <a:pt x="1045" y="1159"/>
                </a:lnTo>
                <a:lnTo>
                  <a:pt x="1045" y="1158"/>
                </a:lnTo>
                <a:lnTo>
                  <a:pt x="1045" y="1157"/>
                </a:lnTo>
                <a:lnTo>
                  <a:pt x="1045" y="1156"/>
                </a:lnTo>
                <a:lnTo>
                  <a:pt x="1045" y="1155"/>
                </a:lnTo>
                <a:lnTo>
                  <a:pt x="1044" y="1154"/>
                </a:lnTo>
                <a:lnTo>
                  <a:pt x="1043" y="1154"/>
                </a:lnTo>
                <a:lnTo>
                  <a:pt x="1042" y="1153"/>
                </a:lnTo>
                <a:lnTo>
                  <a:pt x="1041" y="1153"/>
                </a:lnTo>
                <a:lnTo>
                  <a:pt x="1041" y="1152"/>
                </a:lnTo>
                <a:lnTo>
                  <a:pt x="1039" y="1152"/>
                </a:lnTo>
                <a:lnTo>
                  <a:pt x="1038" y="1151"/>
                </a:lnTo>
                <a:lnTo>
                  <a:pt x="1037" y="1151"/>
                </a:lnTo>
                <a:lnTo>
                  <a:pt x="1036" y="1152"/>
                </a:lnTo>
                <a:lnTo>
                  <a:pt x="1035" y="1152"/>
                </a:lnTo>
                <a:lnTo>
                  <a:pt x="1034" y="1152"/>
                </a:lnTo>
                <a:lnTo>
                  <a:pt x="1033" y="1152"/>
                </a:lnTo>
                <a:lnTo>
                  <a:pt x="1032" y="1152"/>
                </a:lnTo>
                <a:lnTo>
                  <a:pt x="1031" y="1151"/>
                </a:lnTo>
                <a:lnTo>
                  <a:pt x="1030" y="1150"/>
                </a:lnTo>
                <a:lnTo>
                  <a:pt x="1029" y="1150"/>
                </a:lnTo>
                <a:lnTo>
                  <a:pt x="1029" y="1149"/>
                </a:lnTo>
                <a:lnTo>
                  <a:pt x="1029" y="1147"/>
                </a:lnTo>
                <a:lnTo>
                  <a:pt x="1029" y="1146"/>
                </a:lnTo>
                <a:lnTo>
                  <a:pt x="1029" y="1145"/>
                </a:lnTo>
                <a:lnTo>
                  <a:pt x="1029" y="1143"/>
                </a:lnTo>
                <a:lnTo>
                  <a:pt x="1028" y="1142"/>
                </a:lnTo>
                <a:lnTo>
                  <a:pt x="1028" y="1141"/>
                </a:lnTo>
                <a:lnTo>
                  <a:pt x="1028" y="1140"/>
                </a:lnTo>
                <a:lnTo>
                  <a:pt x="1028" y="1139"/>
                </a:lnTo>
                <a:lnTo>
                  <a:pt x="1027" y="1139"/>
                </a:lnTo>
                <a:lnTo>
                  <a:pt x="1027" y="1138"/>
                </a:lnTo>
                <a:lnTo>
                  <a:pt x="1028" y="1138"/>
                </a:lnTo>
                <a:lnTo>
                  <a:pt x="1027" y="1137"/>
                </a:lnTo>
                <a:lnTo>
                  <a:pt x="1026" y="1137"/>
                </a:lnTo>
                <a:lnTo>
                  <a:pt x="1024" y="1136"/>
                </a:lnTo>
                <a:lnTo>
                  <a:pt x="1024" y="1135"/>
                </a:lnTo>
                <a:lnTo>
                  <a:pt x="1023" y="1135"/>
                </a:lnTo>
                <a:lnTo>
                  <a:pt x="1020" y="1135"/>
                </a:lnTo>
                <a:lnTo>
                  <a:pt x="1019" y="1135"/>
                </a:lnTo>
                <a:lnTo>
                  <a:pt x="1018" y="1136"/>
                </a:lnTo>
                <a:lnTo>
                  <a:pt x="1018" y="1137"/>
                </a:lnTo>
                <a:lnTo>
                  <a:pt x="1018" y="1138"/>
                </a:lnTo>
                <a:lnTo>
                  <a:pt x="1018" y="1139"/>
                </a:lnTo>
                <a:lnTo>
                  <a:pt x="1017" y="1139"/>
                </a:lnTo>
                <a:lnTo>
                  <a:pt x="1017" y="1140"/>
                </a:lnTo>
                <a:lnTo>
                  <a:pt x="1017" y="1141"/>
                </a:lnTo>
                <a:lnTo>
                  <a:pt x="1016" y="1141"/>
                </a:lnTo>
                <a:lnTo>
                  <a:pt x="1015" y="1141"/>
                </a:lnTo>
                <a:lnTo>
                  <a:pt x="1015" y="1140"/>
                </a:lnTo>
                <a:lnTo>
                  <a:pt x="1014" y="1140"/>
                </a:lnTo>
                <a:lnTo>
                  <a:pt x="1013" y="1140"/>
                </a:lnTo>
                <a:lnTo>
                  <a:pt x="1011" y="1140"/>
                </a:lnTo>
                <a:lnTo>
                  <a:pt x="1011" y="1141"/>
                </a:lnTo>
                <a:lnTo>
                  <a:pt x="1010" y="1141"/>
                </a:lnTo>
                <a:lnTo>
                  <a:pt x="1010" y="1142"/>
                </a:lnTo>
                <a:lnTo>
                  <a:pt x="1009" y="1142"/>
                </a:lnTo>
                <a:lnTo>
                  <a:pt x="1009" y="1143"/>
                </a:lnTo>
                <a:lnTo>
                  <a:pt x="1009" y="1144"/>
                </a:lnTo>
                <a:lnTo>
                  <a:pt x="1009" y="1145"/>
                </a:lnTo>
                <a:lnTo>
                  <a:pt x="1008" y="1145"/>
                </a:lnTo>
                <a:lnTo>
                  <a:pt x="1007" y="1145"/>
                </a:lnTo>
                <a:lnTo>
                  <a:pt x="1006" y="1145"/>
                </a:lnTo>
                <a:lnTo>
                  <a:pt x="1005" y="1145"/>
                </a:lnTo>
                <a:lnTo>
                  <a:pt x="1004" y="1145"/>
                </a:lnTo>
                <a:lnTo>
                  <a:pt x="1003" y="1146"/>
                </a:lnTo>
                <a:lnTo>
                  <a:pt x="1002" y="1147"/>
                </a:lnTo>
                <a:lnTo>
                  <a:pt x="1002" y="1148"/>
                </a:lnTo>
                <a:lnTo>
                  <a:pt x="1001" y="1148"/>
                </a:lnTo>
                <a:lnTo>
                  <a:pt x="1000" y="1148"/>
                </a:lnTo>
                <a:lnTo>
                  <a:pt x="1000" y="1150"/>
                </a:lnTo>
                <a:lnTo>
                  <a:pt x="999" y="1150"/>
                </a:lnTo>
                <a:lnTo>
                  <a:pt x="998" y="1151"/>
                </a:lnTo>
                <a:lnTo>
                  <a:pt x="997" y="1151"/>
                </a:lnTo>
                <a:lnTo>
                  <a:pt x="997" y="1150"/>
                </a:lnTo>
                <a:lnTo>
                  <a:pt x="996" y="1150"/>
                </a:lnTo>
                <a:lnTo>
                  <a:pt x="996" y="1151"/>
                </a:lnTo>
                <a:lnTo>
                  <a:pt x="996" y="1152"/>
                </a:lnTo>
                <a:lnTo>
                  <a:pt x="995" y="1152"/>
                </a:lnTo>
                <a:lnTo>
                  <a:pt x="995" y="1153"/>
                </a:lnTo>
                <a:lnTo>
                  <a:pt x="995" y="1154"/>
                </a:lnTo>
                <a:lnTo>
                  <a:pt x="994" y="1153"/>
                </a:lnTo>
                <a:lnTo>
                  <a:pt x="993" y="1153"/>
                </a:lnTo>
                <a:lnTo>
                  <a:pt x="993" y="1154"/>
                </a:lnTo>
                <a:lnTo>
                  <a:pt x="992" y="1154"/>
                </a:lnTo>
                <a:lnTo>
                  <a:pt x="991" y="1154"/>
                </a:lnTo>
                <a:lnTo>
                  <a:pt x="991" y="1155"/>
                </a:lnTo>
                <a:lnTo>
                  <a:pt x="990" y="1155"/>
                </a:lnTo>
                <a:lnTo>
                  <a:pt x="990" y="1156"/>
                </a:lnTo>
                <a:lnTo>
                  <a:pt x="990" y="1157"/>
                </a:lnTo>
                <a:lnTo>
                  <a:pt x="991" y="1157"/>
                </a:lnTo>
                <a:lnTo>
                  <a:pt x="992" y="1158"/>
                </a:lnTo>
                <a:lnTo>
                  <a:pt x="993" y="1158"/>
                </a:lnTo>
                <a:lnTo>
                  <a:pt x="994" y="1159"/>
                </a:lnTo>
                <a:lnTo>
                  <a:pt x="994" y="1160"/>
                </a:lnTo>
                <a:lnTo>
                  <a:pt x="994" y="1161"/>
                </a:lnTo>
                <a:lnTo>
                  <a:pt x="995" y="1160"/>
                </a:lnTo>
                <a:lnTo>
                  <a:pt x="996" y="1160"/>
                </a:lnTo>
                <a:lnTo>
                  <a:pt x="996" y="1161"/>
                </a:lnTo>
                <a:lnTo>
                  <a:pt x="997" y="1161"/>
                </a:lnTo>
                <a:lnTo>
                  <a:pt x="996" y="1161"/>
                </a:lnTo>
                <a:lnTo>
                  <a:pt x="996" y="1162"/>
                </a:lnTo>
                <a:lnTo>
                  <a:pt x="997" y="1162"/>
                </a:lnTo>
                <a:lnTo>
                  <a:pt x="997" y="1163"/>
                </a:lnTo>
                <a:lnTo>
                  <a:pt x="996" y="1163"/>
                </a:lnTo>
                <a:lnTo>
                  <a:pt x="996" y="1164"/>
                </a:lnTo>
                <a:lnTo>
                  <a:pt x="996" y="1165"/>
                </a:lnTo>
                <a:lnTo>
                  <a:pt x="996" y="1166"/>
                </a:lnTo>
                <a:lnTo>
                  <a:pt x="995" y="1166"/>
                </a:lnTo>
                <a:lnTo>
                  <a:pt x="995" y="1165"/>
                </a:lnTo>
                <a:lnTo>
                  <a:pt x="995" y="1164"/>
                </a:lnTo>
                <a:lnTo>
                  <a:pt x="994" y="1164"/>
                </a:lnTo>
                <a:lnTo>
                  <a:pt x="993" y="1164"/>
                </a:lnTo>
                <a:lnTo>
                  <a:pt x="992" y="1164"/>
                </a:lnTo>
                <a:lnTo>
                  <a:pt x="992" y="1163"/>
                </a:lnTo>
                <a:lnTo>
                  <a:pt x="991" y="1162"/>
                </a:lnTo>
                <a:lnTo>
                  <a:pt x="990" y="1162"/>
                </a:lnTo>
                <a:lnTo>
                  <a:pt x="989" y="1162"/>
                </a:lnTo>
                <a:lnTo>
                  <a:pt x="988" y="1162"/>
                </a:lnTo>
                <a:lnTo>
                  <a:pt x="987" y="1162"/>
                </a:lnTo>
                <a:lnTo>
                  <a:pt x="986" y="1162"/>
                </a:lnTo>
                <a:lnTo>
                  <a:pt x="986" y="1163"/>
                </a:lnTo>
                <a:lnTo>
                  <a:pt x="986" y="1164"/>
                </a:lnTo>
                <a:lnTo>
                  <a:pt x="985" y="1164"/>
                </a:lnTo>
                <a:lnTo>
                  <a:pt x="984" y="1164"/>
                </a:lnTo>
                <a:lnTo>
                  <a:pt x="983" y="1164"/>
                </a:lnTo>
                <a:lnTo>
                  <a:pt x="982" y="1164"/>
                </a:lnTo>
                <a:lnTo>
                  <a:pt x="981" y="1164"/>
                </a:lnTo>
                <a:lnTo>
                  <a:pt x="980" y="1165"/>
                </a:lnTo>
                <a:lnTo>
                  <a:pt x="979" y="1165"/>
                </a:lnTo>
                <a:lnTo>
                  <a:pt x="978" y="1165"/>
                </a:lnTo>
                <a:lnTo>
                  <a:pt x="976" y="1165"/>
                </a:lnTo>
                <a:lnTo>
                  <a:pt x="975" y="1165"/>
                </a:lnTo>
                <a:lnTo>
                  <a:pt x="974" y="1164"/>
                </a:lnTo>
                <a:lnTo>
                  <a:pt x="973" y="1164"/>
                </a:lnTo>
                <a:lnTo>
                  <a:pt x="972" y="1165"/>
                </a:lnTo>
                <a:lnTo>
                  <a:pt x="971" y="1166"/>
                </a:lnTo>
                <a:lnTo>
                  <a:pt x="971" y="1167"/>
                </a:lnTo>
                <a:lnTo>
                  <a:pt x="971" y="1168"/>
                </a:lnTo>
                <a:lnTo>
                  <a:pt x="971" y="1169"/>
                </a:lnTo>
                <a:lnTo>
                  <a:pt x="970" y="1170"/>
                </a:lnTo>
                <a:lnTo>
                  <a:pt x="969" y="1171"/>
                </a:lnTo>
                <a:lnTo>
                  <a:pt x="969" y="1172"/>
                </a:lnTo>
                <a:lnTo>
                  <a:pt x="968" y="1173"/>
                </a:lnTo>
                <a:lnTo>
                  <a:pt x="968" y="1174"/>
                </a:lnTo>
                <a:lnTo>
                  <a:pt x="968" y="1175"/>
                </a:lnTo>
                <a:lnTo>
                  <a:pt x="968" y="1178"/>
                </a:lnTo>
                <a:lnTo>
                  <a:pt x="967" y="1178"/>
                </a:lnTo>
                <a:lnTo>
                  <a:pt x="967" y="1179"/>
                </a:lnTo>
                <a:lnTo>
                  <a:pt x="967" y="1178"/>
                </a:lnTo>
                <a:lnTo>
                  <a:pt x="966" y="1178"/>
                </a:lnTo>
                <a:lnTo>
                  <a:pt x="965" y="1179"/>
                </a:lnTo>
                <a:lnTo>
                  <a:pt x="964" y="1178"/>
                </a:lnTo>
                <a:lnTo>
                  <a:pt x="964" y="1177"/>
                </a:lnTo>
                <a:lnTo>
                  <a:pt x="963" y="1178"/>
                </a:lnTo>
                <a:lnTo>
                  <a:pt x="963" y="1179"/>
                </a:lnTo>
                <a:lnTo>
                  <a:pt x="962" y="1179"/>
                </a:lnTo>
                <a:lnTo>
                  <a:pt x="962" y="1178"/>
                </a:lnTo>
                <a:lnTo>
                  <a:pt x="961" y="1177"/>
                </a:lnTo>
                <a:lnTo>
                  <a:pt x="960" y="1177"/>
                </a:lnTo>
                <a:lnTo>
                  <a:pt x="960" y="1178"/>
                </a:lnTo>
                <a:lnTo>
                  <a:pt x="959" y="1179"/>
                </a:lnTo>
                <a:lnTo>
                  <a:pt x="959" y="1178"/>
                </a:lnTo>
                <a:lnTo>
                  <a:pt x="959" y="1177"/>
                </a:lnTo>
                <a:lnTo>
                  <a:pt x="960" y="1176"/>
                </a:lnTo>
                <a:lnTo>
                  <a:pt x="960" y="1175"/>
                </a:lnTo>
                <a:lnTo>
                  <a:pt x="959" y="1175"/>
                </a:lnTo>
                <a:lnTo>
                  <a:pt x="958" y="1175"/>
                </a:lnTo>
                <a:lnTo>
                  <a:pt x="958" y="1176"/>
                </a:lnTo>
                <a:lnTo>
                  <a:pt x="957" y="1177"/>
                </a:lnTo>
                <a:lnTo>
                  <a:pt x="956" y="1177"/>
                </a:lnTo>
                <a:lnTo>
                  <a:pt x="956" y="1176"/>
                </a:lnTo>
                <a:lnTo>
                  <a:pt x="955" y="1176"/>
                </a:lnTo>
                <a:lnTo>
                  <a:pt x="954" y="1176"/>
                </a:lnTo>
                <a:lnTo>
                  <a:pt x="954" y="1177"/>
                </a:lnTo>
                <a:lnTo>
                  <a:pt x="954" y="1178"/>
                </a:lnTo>
                <a:lnTo>
                  <a:pt x="953" y="1178"/>
                </a:lnTo>
                <a:lnTo>
                  <a:pt x="954" y="1179"/>
                </a:lnTo>
                <a:lnTo>
                  <a:pt x="953" y="1179"/>
                </a:lnTo>
                <a:lnTo>
                  <a:pt x="953" y="1178"/>
                </a:lnTo>
                <a:lnTo>
                  <a:pt x="952" y="1178"/>
                </a:lnTo>
                <a:lnTo>
                  <a:pt x="953" y="1178"/>
                </a:lnTo>
                <a:lnTo>
                  <a:pt x="953" y="1177"/>
                </a:lnTo>
                <a:lnTo>
                  <a:pt x="953" y="1176"/>
                </a:lnTo>
                <a:lnTo>
                  <a:pt x="952" y="1176"/>
                </a:lnTo>
                <a:lnTo>
                  <a:pt x="952" y="1177"/>
                </a:lnTo>
                <a:lnTo>
                  <a:pt x="952" y="1178"/>
                </a:lnTo>
                <a:lnTo>
                  <a:pt x="951" y="1178"/>
                </a:lnTo>
                <a:lnTo>
                  <a:pt x="950" y="1178"/>
                </a:lnTo>
                <a:lnTo>
                  <a:pt x="950" y="1179"/>
                </a:lnTo>
                <a:lnTo>
                  <a:pt x="951" y="1179"/>
                </a:lnTo>
                <a:lnTo>
                  <a:pt x="952" y="1179"/>
                </a:lnTo>
                <a:lnTo>
                  <a:pt x="951" y="1179"/>
                </a:lnTo>
                <a:lnTo>
                  <a:pt x="950" y="1179"/>
                </a:lnTo>
                <a:lnTo>
                  <a:pt x="949" y="1179"/>
                </a:lnTo>
                <a:lnTo>
                  <a:pt x="949" y="1180"/>
                </a:lnTo>
                <a:lnTo>
                  <a:pt x="948" y="1180"/>
                </a:lnTo>
                <a:lnTo>
                  <a:pt x="948" y="1179"/>
                </a:lnTo>
                <a:lnTo>
                  <a:pt x="949" y="1179"/>
                </a:lnTo>
                <a:lnTo>
                  <a:pt x="949" y="1178"/>
                </a:lnTo>
                <a:lnTo>
                  <a:pt x="948" y="1179"/>
                </a:lnTo>
                <a:lnTo>
                  <a:pt x="947" y="1178"/>
                </a:lnTo>
                <a:lnTo>
                  <a:pt x="947" y="1177"/>
                </a:lnTo>
                <a:lnTo>
                  <a:pt x="946" y="1177"/>
                </a:lnTo>
                <a:lnTo>
                  <a:pt x="945" y="1177"/>
                </a:lnTo>
                <a:lnTo>
                  <a:pt x="945" y="1178"/>
                </a:lnTo>
                <a:lnTo>
                  <a:pt x="945" y="1177"/>
                </a:lnTo>
                <a:lnTo>
                  <a:pt x="944" y="1176"/>
                </a:lnTo>
                <a:lnTo>
                  <a:pt x="942" y="1177"/>
                </a:lnTo>
                <a:lnTo>
                  <a:pt x="941" y="1177"/>
                </a:lnTo>
                <a:lnTo>
                  <a:pt x="941" y="1178"/>
                </a:lnTo>
                <a:lnTo>
                  <a:pt x="940" y="1178"/>
                </a:lnTo>
                <a:lnTo>
                  <a:pt x="940" y="1179"/>
                </a:lnTo>
                <a:lnTo>
                  <a:pt x="941" y="1179"/>
                </a:lnTo>
                <a:lnTo>
                  <a:pt x="942" y="1180"/>
                </a:lnTo>
                <a:lnTo>
                  <a:pt x="943" y="1180"/>
                </a:lnTo>
                <a:lnTo>
                  <a:pt x="943" y="1181"/>
                </a:lnTo>
                <a:lnTo>
                  <a:pt x="944" y="1182"/>
                </a:lnTo>
                <a:lnTo>
                  <a:pt x="945" y="1183"/>
                </a:lnTo>
                <a:lnTo>
                  <a:pt x="946" y="1183"/>
                </a:lnTo>
                <a:lnTo>
                  <a:pt x="946" y="1184"/>
                </a:lnTo>
                <a:lnTo>
                  <a:pt x="947" y="1185"/>
                </a:lnTo>
                <a:lnTo>
                  <a:pt x="947" y="1186"/>
                </a:lnTo>
                <a:lnTo>
                  <a:pt x="948" y="1187"/>
                </a:lnTo>
                <a:lnTo>
                  <a:pt x="948" y="1188"/>
                </a:lnTo>
                <a:lnTo>
                  <a:pt x="949" y="1189"/>
                </a:lnTo>
                <a:lnTo>
                  <a:pt x="950" y="1190"/>
                </a:lnTo>
                <a:lnTo>
                  <a:pt x="950" y="1191"/>
                </a:lnTo>
                <a:lnTo>
                  <a:pt x="951" y="1192"/>
                </a:lnTo>
                <a:lnTo>
                  <a:pt x="952" y="1192"/>
                </a:lnTo>
                <a:lnTo>
                  <a:pt x="952" y="1193"/>
                </a:lnTo>
                <a:lnTo>
                  <a:pt x="953" y="1193"/>
                </a:lnTo>
                <a:lnTo>
                  <a:pt x="953" y="1194"/>
                </a:lnTo>
                <a:lnTo>
                  <a:pt x="954" y="1195"/>
                </a:lnTo>
                <a:lnTo>
                  <a:pt x="954" y="1196"/>
                </a:lnTo>
                <a:lnTo>
                  <a:pt x="954" y="1197"/>
                </a:lnTo>
                <a:lnTo>
                  <a:pt x="953" y="1198"/>
                </a:lnTo>
                <a:lnTo>
                  <a:pt x="953" y="1199"/>
                </a:lnTo>
                <a:lnTo>
                  <a:pt x="952" y="1199"/>
                </a:lnTo>
                <a:lnTo>
                  <a:pt x="951" y="1200"/>
                </a:lnTo>
                <a:lnTo>
                  <a:pt x="951" y="1201"/>
                </a:lnTo>
                <a:lnTo>
                  <a:pt x="951" y="1202"/>
                </a:lnTo>
                <a:lnTo>
                  <a:pt x="953" y="1202"/>
                </a:lnTo>
                <a:lnTo>
                  <a:pt x="954" y="1202"/>
                </a:lnTo>
                <a:lnTo>
                  <a:pt x="955" y="1202"/>
                </a:lnTo>
                <a:lnTo>
                  <a:pt x="956" y="1202"/>
                </a:lnTo>
                <a:lnTo>
                  <a:pt x="956" y="1203"/>
                </a:lnTo>
                <a:lnTo>
                  <a:pt x="957" y="1203"/>
                </a:lnTo>
                <a:lnTo>
                  <a:pt x="957" y="1204"/>
                </a:lnTo>
                <a:lnTo>
                  <a:pt x="958" y="1204"/>
                </a:lnTo>
                <a:lnTo>
                  <a:pt x="959" y="1206"/>
                </a:lnTo>
                <a:lnTo>
                  <a:pt x="959" y="1207"/>
                </a:lnTo>
                <a:lnTo>
                  <a:pt x="959" y="1208"/>
                </a:lnTo>
                <a:lnTo>
                  <a:pt x="958" y="1208"/>
                </a:lnTo>
                <a:lnTo>
                  <a:pt x="957" y="1208"/>
                </a:lnTo>
                <a:lnTo>
                  <a:pt x="957" y="1209"/>
                </a:lnTo>
                <a:lnTo>
                  <a:pt x="956" y="1209"/>
                </a:lnTo>
                <a:lnTo>
                  <a:pt x="956" y="1210"/>
                </a:lnTo>
                <a:lnTo>
                  <a:pt x="955" y="1210"/>
                </a:lnTo>
                <a:lnTo>
                  <a:pt x="955" y="1212"/>
                </a:lnTo>
                <a:lnTo>
                  <a:pt x="956" y="1212"/>
                </a:lnTo>
                <a:lnTo>
                  <a:pt x="957" y="1212"/>
                </a:lnTo>
                <a:lnTo>
                  <a:pt x="958" y="1212"/>
                </a:lnTo>
                <a:lnTo>
                  <a:pt x="959" y="1211"/>
                </a:lnTo>
                <a:lnTo>
                  <a:pt x="959" y="1210"/>
                </a:lnTo>
                <a:lnTo>
                  <a:pt x="960" y="1209"/>
                </a:lnTo>
                <a:lnTo>
                  <a:pt x="961" y="1209"/>
                </a:lnTo>
                <a:lnTo>
                  <a:pt x="961" y="1210"/>
                </a:lnTo>
                <a:lnTo>
                  <a:pt x="961" y="1211"/>
                </a:lnTo>
                <a:lnTo>
                  <a:pt x="961" y="1212"/>
                </a:lnTo>
                <a:lnTo>
                  <a:pt x="960" y="1213"/>
                </a:lnTo>
                <a:lnTo>
                  <a:pt x="959" y="1215"/>
                </a:lnTo>
                <a:lnTo>
                  <a:pt x="959" y="1217"/>
                </a:lnTo>
                <a:lnTo>
                  <a:pt x="958" y="1218"/>
                </a:lnTo>
                <a:lnTo>
                  <a:pt x="959" y="1218"/>
                </a:lnTo>
                <a:lnTo>
                  <a:pt x="959" y="1219"/>
                </a:lnTo>
                <a:lnTo>
                  <a:pt x="959" y="1220"/>
                </a:lnTo>
                <a:lnTo>
                  <a:pt x="960" y="1221"/>
                </a:lnTo>
                <a:lnTo>
                  <a:pt x="960" y="1222"/>
                </a:lnTo>
                <a:lnTo>
                  <a:pt x="961" y="1223"/>
                </a:lnTo>
                <a:lnTo>
                  <a:pt x="961" y="1224"/>
                </a:lnTo>
                <a:lnTo>
                  <a:pt x="961" y="1225"/>
                </a:lnTo>
                <a:lnTo>
                  <a:pt x="961" y="1226"/>
                </a:lnTo>
                <a:lnTo>
                  <a:pt x="962" y="1226"/>
                </a:lnTo>
                <a:lnTo>
                  <a:pt x="963" y="1227"/>
                </a:lnTo>
                <a:lnTo>
                  <a:pt x="964" y="1227"/>
                </a:lnTo>
                <a:lnTo>
                  <a:pt x="965" y="1228"/>
                </a:lnTo>
                <a:lnTo>
                  <a:pt x="966" y="1228"/>
                </a:lnTo>
                <a:lnTo>
                  <a:pt x="967" y="1228"/>
                </a:lnTo>
                <a:lnTo>
                  <a:pt x="967" y="1229"/>
                </a:lnTo>
                <a:lnTo>
                  <a:pt x="968" y="1229"/>
                </a:lnTo>
                <a:lnTo>
                  <a:pt x="968" y="1230"/>
                </a:lnTo>
                <a:lnTo>
                  <a:pt x="969" y="1230"/>
                </a:lnTo>
                <a:lnTo>
                  <a:pt x="970" y="1230"/>
                </a:lnTo>
                <a:lnTo>
                  <a:pt x="971" y="1230"/>
                </a:lnTo>
                <a:lnTo>
                  <a:pt x="972" y="1231"/>
                </a:lnTo>
                <a:lnTo>
                  <a:pt x="972" y="1232"/>
                </a:lnTo>
                <a:lnTo>
                  <a:pt x="973" y="1233"/>
                </a:lnTo>
                <a:lnTo>
                  <a:pt x="974" y="1234"/>
                </a:lnTo>
                <a:lnTo>
                  <a:pt x="975" y="1234"/>
                </a:lnTo>
                <a:lnTo>
                  <a:pt x="975" y="1235"/>
                </a:lnTo>
                <a:lnTo>
                  <a:pt x="975" y="1236"/>
                </a:lnTo>
                <a:lnTo>
                  <a:pt x="974" y="1236"/>
                </a:lnTo>
                <a:lnTo>
                  <a:pt x="973" y="1236"/>
                </a:lnTo>
                <a:lnTo>
                  <a:pt x="972" y="1236"/>
                </a:lnTo>
                <a:lnTo>
                  <a:pt x="972" y="1237"/>
                </a:lnTo>
                <a:lnTo>
                  <a:pt x="972" y="1238"/>
                </a:lnTo>
                <a:lnTo>
                  <a:pt x="973" y="1238"/>
                </a:lnTo>
                <a:lnTo>
                  <a:pt x="973" y="1239"/>
                </a:lnTo>
                <a:lnTo>
                  <a:pt x="973" y="1240"/>
                </a:lnTo>
                <a:lnTo>
                  <a:pt x="972" y="1241"/>
                </a:lnTo>
                <a:lnTo>
                  <a:pt x="972" y="1242"/>
                </a:lnTo>
                <a:lnTo>
                  <a:pt x="973" y="1243"/>
                </a:lnTo>
                <a:lnTo>
                  <a:pt x="974" y="1243"/>
                </a:lnTo>
                <a:lnTo>
                  <a:pt x="974" y="1244"/>
                </a:lnTo>
                <a:lnTo>
                  <a:pt x="975" y="1245"/>
                </a:lnTo>
                <a:lnTo>
                  <a:pt x="975" y="1246"/>
                </a:lnTo>
                <a:lnTo>
                  <a:pt x="975" y="1247"/>
                </a:lnTo>
                <a:lnTo>
                  <a:pt x="975" y="1246"/>
                </a:lnTo>
                <a:lnTo>
                  <a:pt x="974" y="1246"/>
                </a:lnTo>
                <a:lnTo>
                  <a:pt x="974" y="1245"/>
                </a:lnTo>
                <a:lnTo>
                  <a:pt x="974" y="1244"/>
                </a:lnTo>
                <a:lnTo>
                  <a:pt x="973" y="1244"/>
                </a:lnTo>
                <a:lnTo>
                  <a:pt x="972" y="1244"/>
                </a:lnTo>
                <a:lnTo>
                  <a:pt x="972" y="1245"/>
                </a:lnTo>
                <a:lnTo>
                  <a:pt x="973" y="1245"/>
                </a:lnTo>
                <a:lnTo>
                  <a:pt x="974" y="1246"/>
                </a:lnTo>
                <a:lnTo>
                  <a:pt x="974" y="1247"/>
                </a:lnTo>
                <a:lnTo>
                  <a:pt x="973" y="1247"/>
                </a:lnTo>
                <a:lnTo>
                  <a:pt x="973" y="1246"/>
                </a:lnTo>
                <a:lnTo>
                  <a:pt x="972" y="1246"/>
                </a:lnTo>
                <a:lnTo>
                  <a:pt x="971" y="1246"/>
                </a:lnTo>
                <a:lnTo>
                  <a:pt x="971" y="1247"/>
                </a:lnTo>
                <a:lnTo>
                  <a:pt x="971" y="1248"/>
                </a:lnTo>
                <a:lnTo>
                  <a:pt x="970" y="1248"/>
                </a:lnTo>
                <a:lnTo>
                  <a:pt x="969" y="1249"/>
                </a:lnTo>
                <a:lnTo>
                  <a:pt x="968" y="1249"/>
                </a:lnTo>
                <a:lnTo>
                  <a:pt x="967" y="1249"/>
                </a:lnTo>
                <a:lnTo>
                  <a:pt x="967" y="1250"/>
                </a:lnTo>
                <a:lnTo>
                  <a:pt x="967" y="1251"/>
                </a:lnTo>
                <a:lnTo>
                  <a:pt x="966" y="1251"/>
                </a:lnTo>
                <a:lnTo>
                  <a:pt x="966" y="1252"/>
                </a:lnTo>
                <a:lnTo>
                  <a:pt x="965" y="1252"/>
                </a:lnTo>
                <a:lnTo>
                  <a:pt x="964" y="1251"/>
                </a:lnTo>
                <a:lnTo>
                  <a:pt x="963" y="1251"/>
                </a:lnTo>
                <a:lnTo>
                  <a:pt x="963" y="1252"/>
                </a:lnTo>
                <a:lnTo>
                  <a:pt x="963" y="1253"/>
                </a:lnTo>
                <a:lnTo>
                  <a:pt x="963" y="1254"/>
                </a:lnTo>
                <a:lnTo>
                  <a:pt x="962" y="1254"/>
                </a:lnTo>
                <a:lnTo>
                  <a:pt x="962" y="1253"/>
                </a:lnTo>
                <a:lnTo>
                  <a:pt x="961" y="1252"/>
                </a:lnTo>
                <a:lnTo>
                  <a:pt x="961" y="1251"/>
                </a:lnTo>
                <a:lnTo>
                  <a:pt x="960" y="1251"/>
                </a:lnTo>
                <a:lnTo>
                  <a:pt x="960" y="1252"/>
                </a:lnTo>
                <a:lnTo>
                  <a:pt x="959" y="1253"/>
                </a:lnTo>
                <a:lnTo>
                  <a:pt x="958" y="1253"/>
                </a:lnTo>
                <a:lnTo>
                  <a:pt x="957" y="1253"/>
                </a:lnTo>
                <a:lnTo>
                  <a:pt x="957" y="1252"/>
                </a:lnTo>
                <a:lnTo>
                  <a:pt x="956" y="1251"/>
                </a:lnTo>
                <a:lnTo>
                  <a:pt x="955" y="1251"/>
                </a:lnTo>
                <a:lnTo>
                  <a:pt x="954" y="1252"/>
                </a:lnTo>
                <a:lnTo>
                  <a:pt x="953" y="1252"/>
                </a:lnTo>
                <a:lnTo>
                  <a:pt x="953" y="1251"/>
                </a:lnTo>
                <a:lnTo>
                  <a:pt x="953" y="1250"/>
                </a:lnTo>
                <a:lnTo>
                  <a:pt x="952" y="1250"/>
                </a:lnTo>
                <a:lnTo>
                  <a:pt x="952" y="1251"/>
                </a:lnTo>
                <a:lnTo>
                  <a:pt x="951" y="1251"/>
                </a:lnTo>
                <a:lnTo>
                  <a:pt x="951" y="1252"/>
                </a:lnTo>
                <a:lnTo>
                  <a:pt x="952" y="1252"/>
                </a:lnTo>
                <a:lnTo>
                  <a:pt x="952" y="1253"/>
                </a:lnTo>
                <a:lnTo>
                  <a:pt x="951" y="1253"/>
                </a:lnTo>
                <a:lnTo>
                  <a:pt x="951" y="1254"/>
                </a:lnTo>
                <a:lnTo>
                  <a:pt x="950" y="1254"/>
                </a:lnTo>
                <a:lnTo>
                  <a:pt x="949" y="1254"/>
                </a:lnTo>
                <a:lnTo>
                  <a:pt x="949" y="1255"/>
                </a:lnTo>
                <a:lnTo>
                  <a:pt x="948" y="1255"/>
                </a:lnTo>
                <a:lnTo>
                  <a:pt x="948" y="1256"/>
                </a:lnTo>
                <a:lnTo>
                  <a:pt x="949" y="1256"/>
                </a:lnTo>
                <a:lnTo>
                  <a:pt x="949" y="1257"/>
                </a:lnTo>
                <a:lnTo>
                  <a:pt x="948" y="1257"/>
                </a:lnTo>
                <a:lnTo>
                  <a:pt x="948" y="1258"/>
                </a:lnTo>
                <a:lnTo>
                  <a:pt x="947" y="1258"/>
                </a:lnTo>
                <a:lnTo>
                  <a:pt x="947" y="1259"/>
                </a:lnTo>
                <a:lnTo>
                  <a:pt x="946" y="1259"/>
                </a:lnTo>
                <a:lnTo>
                  <a:pt x="946" y="1260"/>
                </a:lnTo>
                <a:lnTo>
                  <a:pt x="945" y="1260"/>
                </a:lnTo>
                <a:lnTo>
                  <a:pt x="944" y="1260"/>
                </a:lnTo>
                <a:lnTo>
                  <a:pt x="944" y="1261"/>
                </a:lnTo>
                <a:lnTo>
                  <a:pt x="944" y="1262"/>
                </a:lnTo>
                <a:lnTo>
                  <a:pt x="944" y="1263"/>
                </a:lnTo>
                <a:lnTo>
                  <a:pt x="945" y="1263"/>
                </a:lnTo>
                <a:lnTo>
                  <a:pt x="945" y="1264"/>
                </a:lnTo>
                <a:lnTo>
                  <a:pt x="945" y="1266"/>
                </a:lnTo>
                <a:lnTo>
                  <a:pt x="946" y="1267"/>
                </a:lnTo>
                <a:lnTo>
                  <a:pt x="946" y="1268"/>
                </a:lnTo>
                <a:lnTo>
                  <a:pt x="946" y="1269"/>
                </a:lnTo>
                <a:lnTo>
                  <a:pt x="946" y="1270"/>
                </a:lnTo>
                <a:lnTo>
                  <a:pt x="946" y="1271"/>
                </a:lnTo>
                <a:lnTo>
                  <a:pt x="947" y="1272"/>
                </a:lnTo>
                <a:lnTo>
                  <a:pt x="946" y="1273"/>
                </a:lnTo>
                <a:lnTo>
                  <a:pt x="946" y="1274"/>
                </a:lnTo>
                <a:lnTo>
                  <a:pt x="946" y="1275"/>
                </a:lnTo>
                <a:lnTo>
                  <a:pt x="945" y="1276"/>
                </a:lnTo>
                <a:lnTo>
                  <a:pt x="945" y="1275"/>
                </a:lnTo>
                <a:lnTo>
                  <a:pt x="944" y="1275"/>
                </a:lnTo>
                <a:lnTo>
                  <a:pt x="944" y="1274"/>
                </a:lnTo>
                <a:lnTo>
                  <a:pt x="943" y="1275"/>
                </a:lnTo>
                <a:lnTo>
                  <a:pt x="943" y="1274"/>
                </a:lnTo>
                <a:lnTo>
                  <a:pt x="942" y="1274"/>
                </a:lnTo>
                <a:lnTo>
                  <a:pt x="941" y="1273"/>
                </a:lnTo>
                <a:lnTo>
                  <a:pt x="940" y="1273"/>
                </a:lnTo>
                <a:lnTo>
                  <a:pt x="940" y="1272"/>
                </a:lnTo>
                <a:lnTo>
                  <a:pt x="940" y="1271"/>
                </a:lnTo>
                <a:lnTo>
                  <a:pt x="940" y="1270"/>
                </a:lnTo>
                <a:lnTo>
                  <a:pt x="939" y="1270"/>
                </a:lnTo>
                <a:lnTo>
                  <a:pt x="939" y="1269"/>
                </a:lnTo>
                <a:lnTo>
                  <a:pt x="938" y="1268"/>
                </a:lnTo>
                <a:lnTo>
                  <a:pt x="937" y="1268"/>
                </a:lnTo>
                <a:lnTo>
                  <a:pt x="936" y="1268"/>
                </a:lnTo>
                <a:lnTo>
                  <a:pt x="936" y="1267"/>
                </a:lnTo>
                <a:lnTo>
                  <a:pt x="936" y="1268"/>
                </a:lnTo>
                <a:lnTo>
                  <a:pt x="936" y="1267"/>
                </a:lnTo>
                <a:lnTo>
                  <a:pt x="936" y="1266"/>
                </a:lnTo>
                <a:lnTo>
                  <a:pt x="935" y="1266"/>
                </a:lnTo>
                <a:lnTo>
                  <a:pt x="935" y="1267"/>
                </a:lnTo>
                <a:lnTo>
                  <a:pt x="935" y="1268"/>
                </a:lnTo>
                <a:lnTo>
                  <a:pt x="935" y="1269"/>
                </a:lnTo>
                <a:lnTo>
                  <a:pt x="935" y="1270"/>
                </a:lnTo>
                <a:lnTo>
                  <a:pt x="935" y="1271"/>
                </a:lnTo>
                <a:lnTo>
                  <a:pt x="934" y="1271"/>
                </a:lnTo>
                <a:lnTo>
                  <a:pt x="934" y="1272"/>
                </a:lnTo>
                <a:lnTo>
                  <a:pt x="934" y="1273"/>
                </a:lnTo>
                <a:lnTo>
                  <a:pt x="934" y="1274"/>
                </a:lnTo>
                <a:lnTo>
                  <a:pt x="933" y="1274"/>
                </a:lnTo>
                <a:lnTo>
                  <a:pt x="933" y="1275"/>
                </a:lnTo>
                <a:lnTo>
                  <a:pt x="933" y="1276"/>
                </a:lnTo>
                <a:lnTo>
                  <a:pt x="934" y="1276"/>
                </a:lnTo>
                <a:lnTo>
                  <a:pt x="933" y="1276"/>
                </a:lnTo>
                <a:lnTo>
                  <a:pt x="933" y="1277"/>
                </a:lnTo>
                <a:lnTo>
                  <a:pt x="933" y="1278"/>
                </a:lnTo>
                <a:lnTo>
                  <a:pt x="932" y="1278"/>
                </a:lnTo>
                <a:lnTo>
                  <a:pt x="932" y="1279"/>
                </a:lnTo>
                <a:lnTo>
                  <a:pt x="931" y="1279"/>
                </a:lnTo>
                <a:lnTo>
                  <a:pt x="931" y="1278"/>
                </a:lnTo>
                <a:lnTo>
                  <a:pt x="930" y="1278"/>
                </a:lnTo>
                <a:lnTo>
                  <a:pt x="930" y="1279"/>
                </a:lnTo>
                <a:lnTo>
                  <a:pt x="929" y="1279"/>
                </a:lnTo>
                <a:lnTo>
                  <a:pt x="928" y="1279"/>
                </a:lnTo>
                <a:lnTo>
                  <a:pt x="928" y="1278"/>
                </a:lnTo>
                <a:lnTo>
                  <a:pt x="927" y="1278"/>
                </a:lnTo>
                <a:lnTo>
                  <a:pt x="926" y="1279"/>
                </a:lnTo>
                <a:lnTo>
                  <a:pt x="924" y="1278"/>
                </a:lnTo>
                <a:lnTo>
                  <a:pt x="923" y="1278"/>
                </a:lnTo>
                <a:lnTo>
                  <a:pt x="922" y="1278"/>
                </a:lnTo>
                <a:lnTo>
                  <a:pt x="921" y="1278"/>
                </a:lnTo>
                <a:lnTo>
                  <a:pt x="920" y="1279"/>
                </a:lnTo>
                <a:lnTo>
                  <a:pt x="919" y="1279"/>
                </a:lnTo>
                <a:lnTo>
                  <a:pt x="919" y="1280"/>
                </a:lnTo>
                <a:lnTo>
                  <a:pt x="917" y="1279"/>
                </a:lnTo>
                <a:lnTo>
                  <a:pt x="916" y="1279"/>
                </a:lnTo>
                <a:lnTo>
                  <a:pt x="916" y="1280"/>
                </a:lnTo>
                <a:lnTo>
                  <a:pt x="916" y="1281"/>
                </a:lnTo>
                <a:lnTo>
                  <a:pt x="915" y="1283"/>
                </a:lnTo>
                <a:lnTo>
                  <a:pt x="915" y="1284"/>
                </a:lnTo>
                <a:lnTo>
                  <a:pt x="914" y="1285"/>
                </a:lnTo>
                <a:lnTo>
                  <a:pt x="913" y="1285"/>
                </a:lnTo>
                <a:lnTo>
                  <a:pt x="912" y="1285"/>
                </a:lnTo>
                <a:lnTo>
                  <a:pt x="911" y="1286"/>
                </a:lnTo>
                <a:lnTo>
                  <a:pt x="910" y="1287"/>
                </a:lnTo>
                <a:lnTo>
                  <a:pt x="910" y="1288"/>
                </a:lnTo>
                <a:lnTo>
                  <a:pt x="910" y="1289"/>
                </a:lnTo>
                <a:lnTo>
                  <a:pt x="909" y="1290"/>
                </a:lnTo>
                <a:lnTo>
                  <a:pt x="908" y="1290"/>
                </a:lnTo>
                <a:lnTo>
                  <a:pt x="908" y="1289"/>
                </a:lnTo>
                <a:lnTo>
                  <a:pt x="907" y="1289"/>
                </a:lnTo>
                <a:lnTo>
                  <a:pt x="906" y="1289"/>
                </a:lnTo>
                <a:lnTo>
                  <a:pt x="906" y="1288"/>
                </a:lnTo>
                <a:lnTo>
                  <a:pt x="905" y="1288"/>
                </a:lnTo>
                <a:lnTo>
                  <a:pt x="904" y="1288"/>
                </a:lnTo>
                <a:lnTo>
                  <a:pt x="904" y="1286"/>
                </a:lnTo>
                <a:lnTo>
                  <a:pt x="905" y="1286"/>
                </a:lnTo>
                <a:lnTo>
                  <a:pt x="906" y="1286"/>
                </a:lnTo>
                <a:lnTo>
                  <a:pt x="906" y="1284"/>
                </a:lnTo>
                <a:lnTo>
                  <a:pt x="906" y="1283"/>
                </a:lnTo>
                <a:lnTo>
                  <a:pt x="906" y="1280"/>
                </a:lnTo>
                <a:lnTo>
                  <a:pt x="907" y="1280"/>
                </a:lnTo>
                <a:lnTo>
                  <a:pt x="906" y="1279"/>
                </a:lnTo>
                <a:lnTo>
                  <a:pt x="906" y="1278"/>
                </a:lnTo>
                <a:lnTo>
                  <a:pt x="905" y="1276"/>
                </a:lnTo>
                <a:lnTo>
                  <a:pt x="904" y="1275"/>
                </a:lnTo>
                <a:lnTo>
                  <a:pt x="902" y="1274"/>
                </a:lnTo>
                <a:lnTo>
                  <a:pt x="901" y="1273"/>
                </a:lnTo>
                <a:lnTo>
                  <a:pt x="900" y="1273"/>
                </a:lnTo>
                <a:lnTo>
                  <a:pt x="898" y="1271"/>
                </a:lnTo>
                <a:lnTo>
                  <a:pt x="898" y="1270"/>
                </a:lnTo>
                <a:lnTo>
                  <a:pt x="898" y="1269"/>
                </a:lnTo>
                <a:lnTo>
                  <a:pt x="898" y="1268"/>
                </a:lnTo>
                <a:lnTo>
                  <a:pt x="900" y="1268"/>
                </a:lnTo>
                <a:lnTo>
                  <a:pt x="900" y="1267"/>
                </a:lnTo>
                <a:lnTo>
                  <a:pt x="901" y="1267"/>
                </a:lnTo>
                <a:lnTo>
                  <a:pt x="902" y="1267"/>
                </a:lnTo>
                <a:lnTo>
                  <a:pt x="902" y="1266"/>
                </a:lnTo>
                <a:lnTo>
                  <a:pt x="904" y="1266"/>
                </a:lnTo>
                <a:lnTo>
                  <a:pt x="904" y="1267"/>
                </a:lnTo>
                <a:lnTo>
                  <a:pt x="905" y="1268"/>
                </a:lnTo>
                <a:lnTo>
                  <a:pt x="905" y="1267"/>
                </a:lnTo>
                <a:lnTo>
                  <a:pt x="906" y="1267"/>
                </a:lnTo>
                <a:lnTo>
                  <a:pt x="906" y="1266"/>
                </a:lnTo>
                <a:lnTo>
                  <a:pt x="906" y="1265"/>
                </a:lnTo>
                <a:lnTo>
                  <a:pt x="907" y="1265"/>
                </a:lnTo>
                <a:lnTo>
                  <a:pt x="908" y="1265"/>
                </a:lnTo>
                <a:lnTo>
                  <a:pt x="908" y="1264"/>
                </a:lnTo>
                <a:lnTo>
                  <a:pt x="908" y="1263"/>
                </a:lnTo>
                <a:lnTo>
                  <a:pt x="909" y="1263"/>
                </a:lnTo>
                <a:lnTo>
                  <a:pt x="910" y="1263"/>
                </a:lnTo>
                <a:lnTo>
                  <a:pt x="911" y="1263"/>
                </a:lnTo>
                <a:lnTo>
                  <a:pt x="911" y="1262"/>
                </a:lnTo>
                <a:lnTo>
                  <a:pt x="911" y="1261"/>
                </a:lnTo>
                <a:lnTo>
                  <a:pt x="910" y="1261"/>
                </a:lnTo>
                <a:lnTo>
                  <a:pt x="911" y="1260"/>
                </a:lnTo>
                <a:lnTo>
                  <a:pt x="911" y="1258"/>
                </a:lnTo>
                <a:lnTo>
                  <a:pt x="911" y="1257"/>
                </a:lnTo>
                <a:lnTo>
                  <a:pt x="912" y="1257"/>
                </a:lnTo>
                <a:lnTo>
                  <a:pt x="912" y="1256"/>
                </a:lnTo>
                <a:lnTo>
                  <a:pt x="911" y="1256"/>
                </a:lnTo>
                <a:lnTo>
                  <a:pt x="912" y="1255"/>
                </a:lnTo>
                <a:lnTo>
                  <a:pt x="912" y="1254"/>
                </a:lnTo>
                <a:lnTo>
                  <a:pt x="912" y="1253"/>
                </a:lnTo>
                <a:lnTo>
                  <a:pt x="913" y="1252"/>
                </a:lnTo>
                <a:lnTo>
                  <a:pt x="914" y="1252"/>
                </a:lnTo>
                <a:lnTo>
                  <a:pt x="914" y="1251"/>
                </a:lnTo>
                <a:lnTo>
                  <a:pt x="915" y="1251"/>
                </a:lnTo>
                <a:lnTo>
                  <a:pt x="915" y="1250"/>
                </a:lnTo>
                <a:lnTo>
                  <a:pt x="916" y="1249"/>
                </a:lnTo>
                <a:lnTo>
                  <a:pt x="915" y="1249"/>
                </a:lnTo>
                <a:lnTo>
                  <a:pt x="915" y="1248"/>
                </a:lnTo>
                <a:lnTo>
                  <a:pt x="916" y="1247"/>
                </a:lnTo>
                <a:lnTo>
                  <a:pt x="917" y="1247"/>
                </a:lnTo>
                <a:lnTo>
                  <a:pt x="918" y="1246"/>
                </a:lnTo>
                <a:lnTo>
                  <a:pt x="919" y="1246"/>
                </a:lnTo>
                <a:lnTo>
                  <a:pt x="917" y="1246"/>
                </a:lnTo>
                <a:lnTo>
                  <a:pt x="916" y="1245"/>
                </a:lnTo>
                <a:lnTo>
                  <a:pt x="916" y="1244"/>
                </a:lnTo>
                <a:lnTo>
                  <a:pt x="917" y="1243"/>
                </a:lnTo>
                <a:lnTo>
                  <a:pt x="917" y="1242"/>
                </a:lnTo>
                <a:lnTo>
                  <a:pt x="916" y="1242"/>
                </a:lnTo>
                <a:lnTo>
                  <a:pt x="915" y="1242"/>
                </a:lnTo>
                <a:lnTo>
                  <a:pt x="915" y="1241"/>
                </a:lnTo>
                <a:lnTo>
                  <a:pt x="914" y="1241"/>
                </a:lnTo>
                <a:lnTo>
                  <a:pt x="914" y="1240"/>
                </a:lnTo>
                <a:lnTo>
                  <a:pt x="914" y="1239"/>
                </a:lnTo>
                <a:lnTo>
                  <a:pt x="914" y="1238"/>
                </a:lnTo>
                <a:lnTo>
                  <a:pt x="914" y="1237"/>
                </a:lnTo>
                <a:lnTo>
                  <a:pt x="914" y="1236"/>
                </a:lnTo>
                <a:lnTo>
                  <a:pt x="915" y="1234"/>
                </a:lnTo>
                <a:lnTo>
                  <a:pt x="915" y="1233"/>
                </a:lnTo>
                <a:lnTo>
                  <a:pt x="915" y="1232"/>
                </a:lnTo>
                <a:lnTo>
                  <a:pt x="914" y="1232"/>
                </a:lnTo>
                <a:lnTo>
                  <a:pt x="914" y="1231"/>
                </a:lnTo>
                <a:lnTo>
                  <a:pt x="913" y="1230"/>
                </a:lnTo>
                <a:lnTo>
                  <a:pt x="912" y="1230"/>
                </a:lnTo>
                <a:lnTo>
                  <a:pt x="912" y="1229"/>
                </a:lnTo>
                <a:lnTo>
                  <a:pt x="913" y="1228"/>
                </a:lnTo>
                <a:lnTo>
                  <a:pt x="912" y="1228"/>
                </a:lnTo>
                <a:lnTo>
                  <a:pt x="910" y="1227"/>
                </a:lnTo>
                <a:lnTo>
                  <a:pt x="909" y="1226"/>
                </a:lnTo>
                <a:lnTo>
                  <a:pt x="909" y="1225"/>
                </a:lnTo>
                <a:lnTo>
                  <a:pt x="908" y="1225"/>
                </a:lnTo>
                <a:lnTo>
                  <a:pt x="908" y="1226"/>
                </a:lnTo>
                <a:lnTo>
                  <a:pt x="907" y="1226"/>
                </a:lnTo>
                <a:lnTo>
                  <a:pt x="907" y="1228"/>
                </a:lnTo>
                <a:lnTo>
                  <a:pt x="907" y="1229"/>
                </a:lnTo>
                <a:lnTo>
                  <a:pt x="907" y="1230"/>
                </a:lnTo>
                <a:lnTo>
                  <a:pt x="907" y="1231"/>
                </a:lnTo>
                <a:lnTo>
                  <a:pt x="906" y="1231"/>
                </a:lnTo>
                <a:lnTo>
                  <a:pt x="905" y="1232"/>
                </a:lnTo>
                <a:lnTo>
                  <a:pt x="904" y="1232"/>
                </a:lnTo>
                <a:lnTo>
                  <a:pt x="904" y="1231"/>
                </a:lnTo>
                <a:lnTo>
                  <a:pt x="902" y="1231"/>
                </a:lnTo>
                <a:lnTo>
                  <a:pt x="901" y="1231"/>
                </a:lnTo>
                <a:lnTo>
                  <a:pt x="900" y="1231"/>
                </a:lnTo>
                <a:lnTo>
                  <a:pt x="900" y="1232"/>
                </a:lnTo>
                <a:lnTo>
                  <a:pt x="899" y="1232"/>
                </a:lnTo>
                <a:lnTo>
                  <a:pt x="899" y="1233"/>
                </a:lnTo>
                <a:lnTo>
                  <a:pt x="898" y="1233"/>
                </a:lnTo>
                <a:lnTo>
                  <a:pt x="898" y="1235"/>
                </a:lnTo>
                <a:lnTo>
                  <a:pt x="898" y="1236"/>
                </a:lnTo>
                <a:lnTo>
                  <a:pt x="897" y="1236"/>
                </a:lnTo>
                <a:lnTo>
                  <a:pt x="897" y="1237"/>
                </a:lnTo>
                <a:lnTo>
                  <a:pt x="896" y="1237"/>
                </a:lnTo>
                <a:lnTo>
                  <a:pt x="896" y="1238"/>
                </a:lnTo>
                <a:lnTo>
                  <a:pt x="895" y="1238"/>
                </a:lnTo>
                <a:lnTo>
                  <a:pt x="894" y="1239"/>
                </a:lnTo>
                <a:lnTo>
                  <a:pt x="893" y="1238"/>
                </a:lnTo>
                <a:lnTo>
                  <a:pt x="892" y="1237"/>
                </a:lnTo>
                <a:lnTo>
                  <a:pt x="891" y="1238"/>
                </a:lnTo>
                <a:lnTo>
                  <a:pt x="890" y="1238"/>
                </a:lnTo>
                <a:lnTo>
                  <a:pt x="889" y="1238"/>
                </a:lnTo>
                <a:lnTo>
                  <a:pt x="888" y="1238"/>
                </a:lnTo>
                <a:lnTo>
                  <a:pt x="888" y="1237"/>
                </a:lnTo>
                <a:lnTo>
                  <a:pt x="887" y="1237"/>
                </a:lnTo>
                <a:lnTo>
                  <a:pt x="886" y="1237"/>
                </a:lnTo>
                <a:lnTo>
                  <a:pt x="886" y="1238"/>
                </a:lnTo>
                <a:lnTo>
                  <a:pt x="885" y="1239"/>
                </a:lnTo>
                <a:lnTo>
                  <a:pt x="884" y="1239"/>
                </a:lnTo>
                <a:lnTo>
                  <a:pt x="884" y="1238"/>
                </a:lnTo>
                <a:lnTo>
                  <a:pt x="883" y="1235"/>
                </a:lnTo>
                <a:lnTo>
                  <a:pt x="883" y="1234"/>
                </a:lnTo>
                <a:lnTo>
                  <a:pt x="884" y="1233"/>
                </a:lnTo>
                <a:lnTo>
                  <a:pt x="883" y="1233"/>
                </a:lnTo>
                <a:lnTo>
                  <a:pt x="883" y="1232"/>
                </a:lnTo>
                <a:lnTo>
                  <a:pt x="883" y="1231"/>
                </a:lnTo>
                <a:lnTo>
                  <a:pt x="884" y="1230"/>
                </a:lnTo>
                <a:lnTo>
                  <a:pt x="883" y="1230"/>
                </a:lnTo>
                <a:lnTo>
                  <a:pt x="883" y="1229"/>
                </a:lnTo>
                <a:lnTo>
                  <a:pt x="883" y="1228"/>
                </a:lnTo>
                <a:lnTo>
                  <a:pt x="883" y="1227"/>
                </a:lnTo>
                <a:lnTo>
                  <a:pt x="883" y="1226"/>
                </a:lnTo>
                <a:lnTo>
                  <a:pt x="883" y="1225"/>
                </a:lnTo>
                <a:lnTo>
                  <a:pt x="884" y="1225"/>
                </a:lnTo>
                <a:lnTo>
                  <a:pt x="884" y="1224"/>
                </a:lnTo>
                <a:lnTo>
                  <a:pt x="883" y="1223"/>
                </a:lnTo>
                <a:lnTo>
                  <a:pt x="883" y="1222"/>
                </a:lnTo>
                <a:lnTo>
                  <a:pt x="883" y="1221"/>
                </a:lnTo>
                <a:lnTo>
                  <a:pt x="883" y="1220"/>
                </a:lnTo>
                <a:lnTo>
                  <a:pt x="882" y="1220"/>
                </a:lnTo>
                <a:lnTo>
                  <a:pt x="881" y="1220"/>
                </a:lnTo>
                <a:lnTo>
                  <a:pt x="881" y="1219"/>
                </a:lnTo>
                <a:lnTo>
                  <a:pt x="880" y="1219"/>
                </a:lnTo>
                <a:lnTo>
                  <a:pt x="880" y="1218"/>
                </a:lnTo>
                <a:lnTo>
                  <a:pt x="881" y="1216"/>
                </a:lnTo>
                <a:lnTo>
                  <a:pt x="881" y="1215"/>
                </a:lnTo>
                <a:lnTo>
                  <a:pt x="880" y="1215"/>
                </a:lnTo>
                <a:lnTo>
                  <a:pt x="880" y="1214"/>
                </a:lnTo>
                <a:lnTo>
                  <a:pt x="879" y="1215"/>
                </a:lnTo>
                <a:lnTo>
                  <a:pt x="878" y="1215"/>
                </a:lnTo>
                <a:lnTo>
                  <a:pt x="877" y="1215"/>
                </a:lnTo>
                <a:lnTo>
                  <a:pt x="877" y="1213"/>
                </a:lnTo>
                <a:lnTo>
                  <a:pt x="877" y="1212"/>
                </a:lnTo>
                <a:lnTo>
                  <a:pt x="876" y="1212"/>
                </a:lnTo>
                <a:lnTo>
                  <a:pt x="875" y="1212"/>
                </a:lnTo>
                <a:lnTo>
                  <a:pt x="874" y="1212"/>
                </a:lnTo>
                <a:lnTo>
                  <a:pt x="873" y="1212"/>
                </a:lnTo>
                <a:lnTo>
                  <a:pt x="872" y="1212"/>
                </a:lnTo>
                <a:lnTo>
                  <a:pt x="872" y="1211"/>
                </a:lnTo>
                <a:lnTo>
                  <a:pt x="871" y="1211"/>
                </a:lnTo>
                <a:lnTo>
                  <a:pt x="870" y="1212"/>
                </a:lnTo>
                <a:lnTo>
                  <a:pt x="869" y="1212"/>
                </a:lnTo>
                <a:lnTo>
                  <a:pt x="868" y="1213"/>
                </a:lnTo>
                <a:lnTo>
                  <a:pt x="867" y="1213"/>
                </a:lnTo>
                <a:lnTo>
                  <a:pt x="866" y="1213"/>
                </a:lnTo>
                <a:lnTo>
                  <a:pt x="865" y="1213"/>
                </a:lnTo>
                <a:lnTo>
                  <a:pt x="864" y="1213"/>
                </a:lnTo>
                <a:lnTo>
                  <a:pt x="864" y="1214"/>
                </a:lnTo>
                <a:lnTo>
                  <a:pt x="864" y="1215"/>
                </a:lnTo>
                <a:lnTo>
                  <a:pt x="864" y="1216"/>
                </a:lnTo>
                <a:lnTo>
                  <a:pt x="863" y="1217"/>
                </a:lnTo>
                <a:lnTo>
                  <a:pt x="862" y="1217"/>
                </a:lnTo>
                <a:lnTo>
                  <a:pt x="860" y="1218"/>
                </a:lnTo>
                <a:lnTo>
                  <a:pt x="859" y="1218"/>
                </a:lnTo>
                <a:lnTo>
                  <a:pt x="858" y="1217"/>
                </a:lnTo>
                <a:lnTo>
                  <a:pt x="857" y="1217"/>
                </a:lnTo>
                <a:lnTo>
                  <a:pt x="856" y="1216"/>
                </a:lnTo>
                <a:lnTo>
                  <a:pt x="855" y="1216"/>
                </a:lnTo>
                <a:lnTo>
                  <a:pt x="855" y="1217"/>
                </a:lnTo>
                <a:lnTo>
                  <a:pt x="854" y="1216"/>
                </a:lnTo>
                <a:lnTo>
                  <a:pt x="853" y="1216"/>
                </a:lnTo>
                <a:lnTo>
                  <a:pt x="852" y="1216"/>
                </a:lnTo>
                <a:lnTo>
                  <a:pt x="852" y="1215"/>
                </a:lnTo>
                <a:lnTo>
                  <a:pt x="851" y="1215"/>
                </a:lnTo>
                <a:lnTo>
                  <a:pt x="851" y="1216"/>
                </a:lnTo>
                <a:lnTo>
                  <a:pt x="850" y="1215"/>
                </a:lnTo>
                <a:lnTo>
                  <a:pt x="849" y="1215"/>
                </a:lnTo>
                <a:lnTo>
                  <a:pt x="848" y="1215"/>
                </a:lnTo>
                <a:lnTo>
                  <a:pt x="847" y="1215"/>
                </a:lnTo>
                <a:lnTo>
                  <a:pt x="846" y="1214"/>
                </a:lnTo>
                <a:lnTo>
                  <a:pt x="845" y="1213"/>
                </a:lnTo>
                <a:lnTo>
                  <a:pt x="845" y="1212"/>
                </a:lnTo>
                <a:lnTo>
                  <a:pt x="844" y="1212"/>
                </a:lnTo>
                <a:lnTo>
                  <a:pt x="843" y="1212"/>
                </a:lnTo>
                <a:lnTo>
                  <a:pt x="842" y="1213"/>
                </a:lnTo>
                <a:lnTo>
                  <a:pt x="842" y="1214"/>
                </a:lnTo>
                <a:lnTo>
                  <a:pt x="841" y="1214"/>
                </a:lnTo>
                <a:lnTo>
                  <a:pt x="840" y="1214"/>
                </a:lnTo>
                <a:lnTo>
                  <a:pt x="839" y="1214"/>
                </a:lnTo>
                <a:lnTo>
                  <a:pt x="838" y="1214"/>
                </a:lnTo>
                <a:lnTo>
                  <a:pt x="838" y="1215"/>
                </a:lnTo>
                <a:lnTo>
                  <a:pt x="838" y="1216"/>
                </a:lnTo>
                <a:lnTo>
                  <a:pt x="837" y="1216"/>
                </a:lnTo>
                <a:lnTo>
                  <a:pt x="837" y="1215"/>
                </a:lnTo>
                <a:lnTo>
                  <a:pt x="836" y="1215"/>
                </a:lnTo>
                <a:lnTo>
                  <a:pt x="836" y="1214"/>
                </a:lnTo>
                <a:lnTo>
                  <a:pt x="837" y="1214"/>
                </a:lnTo>
                <a:lnTo>
                  <a:pt x="837" y="1213"/>
                </a:lnTo>
                <a:lnTo>
                  <a:pt x="837" y="1212"/>
                </a:lnTo>
                <a:lnTo>
                  <a:pt x="836" y="1211"/>
                </a:lnTo>
                <a:lnTo>
                  <a:pt x="836" y="1208"/>
                </a:lnTo>
                <a:lnTo>
                  <a:pt x="836" y="1207"/>
                </a:lnTo>
                <a:lnTo>
                  <a:pt x="837" y="1206"/>
                </a:lnTo>
                <a:lnTo>
                  <a:pt x="838" y="1206"/>
                </a:lnTo>
                <a:lnTo>
                  <a:pt x="838" y="1205"/>
                </a:lnTo>
                <a:lnTo>
                  <a:pt x="838" y="1204"/>
                </a:lnTo>
                <a:lnTo>
                  <a:pt x="839" y="1204"/>
                </a:lnTo>
                <a:lnTo>
                  <a:pt x="839" y="1203"/>
                </a:lnTo>
                <a:lnTo>
                  <a:pt x="839" y="1202"/>
                </a:lnTo>
                <a:lnTo>
                  <a:pt x="839" y="1201"/>
                </a:lnTo>
                <a:lnTo>
                  <a:pt x="839" y="1200"/>
                </a:lnTo>
                <a:lnTo>
                  <a:pt x="839" y="1199"/>
                </a:lnTo>
                <a:lnTo>
                  <a:pt x="840" y="1199"/>
                </a:lnTo>
                <a:lnTo>
                  <a:pt x="840" y="1198"/>
                </a:lnTo>
                <a:lnTo>
                  <a:pt x="839" y="1198"/>
                </a:lnTo>
                <a:lnTo>
                  <a:pt x="839" y="1197"/>
                </a:lnTo>
                <a:lnTo>
                  <a:pt x="838" y="1196"/>
                </a:lnTo>
                <a:lnTo>
                  <a:pt x="837" y="1195"/>
                </a:lnTo>
                <a:lnTo>
                  <a:pt x="836" y="1195"/>
                </a:lnTo>
                <a:lnTo>
                  <a:pt x="837" y="1194"/>
                </a:lnTo>
                <a:lnTo>
                  <a:pt x="836" y="1194"/>
                </a:lnTo>
                <a:lnTo>
                  <a:pt x="835" y="1193"/>
                </a:lnTo>
                <a:lnTo>
                  <a:pt x="835" y="1192"/>
                </a:lnTo>
                <a:lnTo>
                  <a:pt x="836" y="1192"/>
                </a:lnTo>
                <a:lnTo>
                  <a:pt x="836" y="1191"/>
                </a:lnTo>
                <a:lnTo>
                  <a:pt x="834" y="1191"/>
                </a:lnTo>
                <a:lnTo>
                  <a:pt x="834" y="1190"/>
                </a:lnTo>
                <a:lnTo>
                  <a:pt x="833" y="1190"/>
                </a:lnTo>
                <a:lnTo>
                  <a:pt x="832" y="1190"/>
                </a:lnTo>
                <a:lnTo>
                  <a:pt x="831" y="1190"/>
                </a:lnTo>
                <a:lnTo>
                  <a:pt x="831" y="1189"/>
                </a:lnTo>
                <a:lnTo>
                  <a:pt x="831" y="1188"/>
                </a:lnTo>
                <a:lnTo>
                  <a:pt x="830" y="1189"/>
                </a:lnTo>
                <a:lnTo>
                  <a:pt x="829" y="1189"/>
                </a:lnTo>
                <a:lnTo>
                  <a:pt x="828" y="1189"/>
                </a:lnTo>
                <a:lnTo>
                  <a:pt x="825" y="1188"/>
                </a:lnTo>
                <a:lnTo>
                  <a:pt x="825" y="1187"/>
                </a:lnTo>
                <a:lnTo>
                  <a:pt x="825" y="1186"/>
                </a:lnTo>
                <a:lnTo>
                  <a:pt x="825" y="1185"/>
                </a:lnTo>
                <a:lnTo>
                  <a:pt x="824" y="1185"/>
                </a:lnTo>
                <a:lnTo>
                  <a:pt x="823" y="1185"/>
                </a:lnTo>
                <a:lnTo>
                  <a:pt x="823" y="1184"/>
                </a:lnTo>
                <a:lnTo>
                  <a:pt x="822" y="1184"/>
                </a:lnTo>
                <a:lnTo>
                  <a:pt x="822" y="1183"/>
                </a:lnTo>
                <a:lnTo>
                  <a:pt x="821" y="1184"/>
                </a:lnTo>
                <a:lnTo>
                  <a:pt x="820" y="1184"/>
                </a:lnTo>
                <a:lnTo>
                  <a:pt x="819" y="1184"/>
                </a:lnTo>
                <a:lnTo>
                  <a:pt x="819" y="1183"/>
                </a:lnTo>
                <a:lnTo>
                  <a:pt x="819" y="1182"/>
                </a:lnTo>
                <a:lnTo>
                  <a:pt x="818" y="1182"/>
                </a:lnTo>
                <a:lnTo>
                  <a:pt x="818" y="1181"/>
                </a:lnTo>
                <a:lnTo>
                  <a:pt x="817" y="1180"/>
                </a:lnTo>
                <a:lnTo>
                  <a:pt x="817" y="1179"/>
                </a:lnTo>
                <a:lnTo>
                  <a:pt x="817" y="1178"/>
                </a:lnTo>
                <a:lnTo>
                  <a:pt x="817" y="1177"/>
                </a:lnTo>
                <a:lnTo>
                  <a:pt x="816" y="1176"/>
                </a:lnTo>
                <a:lnTo>
                  <a:pt x="815" y="1176"/>
                </a:lnTo>
                <a:lnTo>
                  <a:pt x="815" y="1175"/>
                </a:lnTo>
                <a:lnTo>
                  <a:pt x="814" y="1175"/>
                </a:lnTo>
                <a:lnTo>
                  <a:pt x="814" y="1174"/>
                </a:lnTo>
                <a:lnTo>
                  <a:pt x="814" y="1173"/>
                </a:lnTo>
                <a:lnTo>
                  <a:pt x="813" y="1173"/>
                </a:lnTo>
                <a:lnTo>
                  <a:pt x="813" y="1172"/>
                </a:lnTo>
                <a:lnTo>
                  <a:pt x="813" y="1171"/>
                </a:lnTo>
                <a:lnTo>
                  <a:pt x="813" y="1170"/>
                </a:lnTo>
                <a:lnTo>
                  <a:pt x="812" y="1169"/>
                </a:lnTo>
                <a:lnTo>
                  <a:pt x="811" y="1169"/>
                </a:lnTo>
                <a:lnTo>
                  <a:pt x="811" y="1168"/>
                </a:lnTo>
                <a:lnTo>
                  <a:pt x="810" y="1167"/>
                </a:lnTo>
                <a:lnTo>
                  <a:pt x="810" y="1166"/>
                </a:lnTo>
                <a:lnTo>
                  <a:pt x="810" y="1165"/>
                </a:lnTo>
                <a:lnTo>
                  <a:pt x="809" y="1165"/>
                </a:lnTo>
                <a:lnTo>
                  <a:pt x="808" y="1165"/>
                </a:lnTo>
                <a:lnTo>
                  <a:pt x="808" y="1163"/>
                </a:lnTo>
                <a:lnTo>
                  <a:pt x="808" y="1162"/>
                </a:lnTo>
                <a:lnTo>
                  <a:pt x="807" y="1161"/>
                </a:lnTo>
                <a:lnTo>
                  <a:pt x="807" y="1160"/>
                </a:lnTo>
                <a:lnTo>
                  <a:pt x="807" y="1159"/>
                </a:lnTo>
                <a:lnTo>
                  <a:pt x="807" y="1158"/>
                </a:lnTo>
                <a:lnTo>
                  <a:pt x="806" y="1158"/>
                </a:lnTo>
                <a:lnTo>
                  <a:pt x="805" y="1158"/>
                </a:lnTo>
                <a:lnTo>
                  <a:pt x="805" y="1157"/>
                </a:lnTo>
                <a:lnTo>
                  <a:pt x="805" y="1156"/>
                </a:lnTo>
                <a:lnTo>
                  <a:pt x="804" y="1156"/>
                </a:lnTo>
                <a:lnTo>
                  <a:pt x="804" y="1155"/>
                </a:lnTo>
                <a:lnTo>
                  <a:pt x="804" y="1154"/>
                </a:lnTo>
                <a:lnTo>
                  <a:pt x="803" y="1153"/>
                </a:lnTo>
                <a:lnTo>
                  <a:pt x="803" y="1152"/>
                </a:lnTo>
                <a:lnTo>
                  <a:pt x="802" y="1152"/>
                </a:lnTo>
                <a:lnTo>
                  <a:pt x="802" y="1151"/>
                </a:lnTo>
                <a:lnTo>
                  <a:pt x="802" y="1150"/>
                </a:lnTo>
                <a:lnTo>
                  <a:pt x="801" y="1149"/>
                </a:lnTo>
                <a:lnTo>
                  <a:pt x="800" y="1148"/>
                </a:lnTo>
                <a:lnTo>
                  <a:pt x="799" y="1148"/>
                </a:lnTo>
                <a:lnTo>
                  <a:pt x="799" y="1147"/>
                </a:lnTo>
                <a:lnTo>
                  <a:pt x="798" y="1147"/>
                </a:lnTo>
                <a:lnTo>
                  <a:pt x="797" y="1146"/>
                </a:lnTo>
                <a:lnTo>
                  <a:pt x="797" y="1144"/>
                </a:lnTo>
                <a:lnTo>
                  <a:pt x="798" y="1144"/>
                </a:lnTo>
                <a:lnTo>
                  <a:pt x="798" y="1143"/>
                </a:lnTo>
                <a:lnTo>
                  <a:pt x="799" y="1143"/>
                </a:lnTo>
                <a:lnTo>
                  <a:pt x="798" y="1143"/>
                </a:lnTo>
                <a:lnTo>
                  <a:pt x="799" y="1142"/>
                </a:lnTo>
                <a:lnTo>
                  <a:pt x="800" y="1141"/>
                </a:lnTo>
                <a:lnTo>
                  <a:pt x="800" y="1140"/>
                </a:lnTo>
                <a:lnTo>
                  <a:pt x="800" y="1139"/>
                </a:lnTo>
                <a:lnTo>
                  <a:pt x="801" y="1138"/>
                </a:lnTo>
                <a:lnTo>
                  <a:pt x="802" y="1137"/>
                </a:lnTo>
                <a:lnTo>
                  <a:pt x="801" y="1136"/>
                </a:lnTo>
                <a:lnTo>
                  <a:pt x="801" y="1135"/>
                </a:lnTo>
                <a:lnTo>
                  <a:pt x="801" y="1134"/>
                </a:lnTo>
                <a:lnTo>
                  <a:pt x="802" y="1134"/>
                </a:lnTo>
                <a:lnTo>
                  <a:pt x="802" y="1133"/>
                </a:lnTo>
                <a:lnTo>
                  <a:pt x="802" y="1132"/>
                </a:lnTo>
                <a:lnTo>
                  <a:pt x="802" y="1131"/>
                </a:lnTo>
                <a:lnTo>
                  <a:pt x="803" y="1131"/>
                </a:lnTo>
                <a:lnTo>
                  <a:pt x="803" y="1130"/>
                </a:lnTo>
                <a:lnTo>
                  <a:pt x="803" y="1129"/>
                </a:lnTo>
                <a:lnTo>
                  <a:pt x="803" y="1128"/>
                </a:lnTo>
                <a:lnTo>
                  <a:pt x="803" y="1127"/>
                </a:lnTo>
                <a:lnTo>
                  <a:pt x="804" y="1127"/>
                </a:lnTo>
                <a:lnTo>
                  <a:pt x="804" y="1128"/>
                </a:lnTo>
                <a:lnTo>
                  <a:pt x="805" y="1128"/>
                </a:lnTo>
                <a:lnTo>
                  <a:pt x="805" y="1127"/>
                </a:lnTo>
                <a:lnTo>
                  <a:pt x="806" y="1127"/>
                </a:lnTo>
                <a:lnTo>
                  <a:pt x="808" y="1126"/>
                </a:lnTo>
                <a:lnTo>
                  <a:pt x="809" y="1126"/>
                </a:lnTo>
                <a:lnTo>
                  <a:pt x="809" y="1125"/>
                </a:lnTo>
                <a:lnTo>
                  <a:pt x="810" y="1124"/>
                </a:lnTo>
                <a:lnTo>
                  <a:pt x="810" y="1123"/>
                </a:lnTo>
                <a:lnTo>
                  <a:pt x="811" y="1123"/>
                </a:lnTo>
                <a:lnTo>
                  <a:pt x="811" y="1121"/>
                </a:lnTo>
                <a:lnTo>
                  <a:pt x="812" y="1120"/>
                </a:lnTo>
                <a:lnTo>
                  <a:pt x="813" y="1120"/>
                </a:lnTo>
                <a:lnTo>
                  <a:pt x="813" y="1121"/>
                </a:lnTo>
                <a:lnTo>
                  <a:pt x="814" y="1121"/>
                </a:lnTo>
                <a:lnTo>
                  <a:pt x="815" y="1120"/>
                </a:lnTo>
                <a:lnTo>
                  <a:pt x="816" y="1120"/>
                </a:lnTo>
                <a:lnTo>
                  <a:pt x="817" y="1120"/>
                </a:lnTo>
                <a:lnTo>
                  <a:pt x="818" y="1120"/>
                </a:lnTo>
                <a:lnTo>
                  <a:pt x="818" y="1121"/>
                </a:lnTo>
                <a:lnTo>
                  <a:pt x="819" y="1121"/>
                </a:lnTo>
                <a:lnTo>
                  <a:pt x="820" y="1122"/>
                </a:lnTo>
                <a:lnTo>
                  <a:pt x="820" y="1121"/>
                </a:lnTo>
                <a:lnTo>
                  <a:pt x="821" y="1121"/>
                </a:lnTo>
                <a:lnTo>
                  <a:pt x="822" y="1121"/>
                </a:lnTo>
                <a:lnTo>
                  <a:pt x="823" y="1122"/>
                </a:lnTo>
                <a:lnTo>
                  <a:pt x="823" y="1123"/>
                </a:lnTo>
                <a:lnTo>
                  <a:pt x="824" y="1124"/>
                </a:lnTo>
                <a:lnTo>
                  <a:pt x="825" y="1124"/>
                </a:lnTo>
                <a:lnTo>
                  <a:pt x="825" y="1125"/>
                </a:lnTo>
                <a:lnTo>
                  <a:pt x="825" y="1126"/>
                </a:lnTo>
                <a:lnTo>
                  <a:pt x="826" y="1126"/>
                </a:lnTo>
                <a:lnTo>
                  <a:pt x="827" y="1126"/>
                </a:lnTo>
                <a:lnTo>
                  <a:pt x="828" y="1126"/>
                </a:lnTo>
                <a:lnTo>
                  <a:pt x="828" y="1127"/>
                </a:lnTo>
                <a:lnTo>
                  <a:pt x="828" y="1128"/>
                </a:lnTo>
                <a:lnTo>
                  <a:pt x="829" y="1127"/>
                </a:lnTo>
                <a:lnTo>
                  <a:pt x="830" y="1127"/>
                </a:lnTo>
                <a:lnTo>
                  <a:pt x="830" y="1128"/>
                </a:lnTo>
                <a:lnTo>
                  <a:pt x="831" y="1128"/>
                </a:lnTo>
                <a:lnTo>
                  <a:pt x="832" y="1128"/>
                </a:lnTo>
                <a:lnTo>
                  <a:pt x="832" y="1127"/>
                </a:lnTo>
                <a:lnTo>
                  <a:pt x="833" y="1128"/>
                </a:lnTo>
                <a:lnTo>
                  <a:pt x="834" y="1128"/>
                </a:lnTo>
                <a:lnTo>
                  <a:pt x="835" y="1127"/>
                </a:lnTo>
                <a:lnTo>
                  <a:pt x="835" y="1128"/>
                </a:lnTo>
                <a:lnTo>
                  <a:pt x="836" y="1128"/>
                </a:lnTo>
                <a:lnTo>
                  <a:pt x="837" y="1128"/>
                </a:lnTo>
                <a:lnTo>
                  <a:pt x="837" y="1127"/>
                </a:lnTo>
                <a:lnTo>
                  <a:pt x="838" y="1127"/>
                </a:lnTo>
                <a:lnTo>
                  <a:pt x="839" y="1128"/>
                </a:lnTo>
                <a:lnTo>
                  <a:pt x="840" y="1129"/>
                </a:lnTo>
                <a:lnTo>
                  <a:pt x="841" y="1129"/>
                </a:lnTo>
                <a:lnTo>
                  <a:pt x="841" y="1128"/>
                </a:lnTo>
                <a:lnTo>
                  <a:pt x="842" y="1127"/>
                </a:lnTo>
                <a:lnTo>
                  <a:pt x="843" y="1127"/>
                </a:lnTo>
                <a:lnTo>
                  <a:pt x="844" y="1128"/>
                </a:lnTo>
                <a:lnTo>
                  <a:pt x="845" y="1128"/>
                </a:lnTo>
                <a:lnTo>
                  <a:pt x="846" y="1128"/>
                </a:lnTo>
                <a:lnTo>
                  <a:pt x="847" y="1128"/>
                </a:lnTo>
                <a:lnTo>
                  <a:pt x="847" y="1129"/>
                </a:lnTo>
                <a:lnTo>
                  <a:pt x="847" y="1130"/>
                </a:lnTo>
                <a:lnTo>
                  <a:pt x="846" y="1130"/>
                </a:lnTo>
                <a:lnTo>
                  <a:pt x="846" y="1132"/>
                </a:lnTo>
                <a:lnTo>
                  <a:pt x="847" y="1133"/>
                </a:lnTo>
                <a:lnTo>
                  <a:pt x="848" y="1132"/>
                </a:lnTo>
                <a:lnTo>
                  <a:pt x="849" y="1132"/>
                </a:lnTo>
                <a:lnTo>
                  <a:pt x="849" y="1133"/>
                </a:lnTo>
                <a:lnTo>
                  <a:pt x="850" y="1133"/>
                </a:lnTo>
                <a:lnTo>
                  <a:pt x="849" y="1133"/>
                </a:lnTo>
                <a:lnTo>
                  <a:pt x="849" y="1134"/>
                </a:lnTo>
                <a:lnTo>
                  <a:pt x="850" y="1135"/>
                </a:lnTo>
                <a:lnTo>
                  <a:pt x="851" y="1135"/>
                </a:lnTo>
                <a:lnTo>
                  <a:pt x="852" y="1135"/>
                </a:lnTo>
                <a:lnTo>
                  <a:pt x="853" y="1136"/>
                </a:lnTo>
                <a:lnTo>
                  <a:pt x="855" y="1136"/>
                </a:lnTo>
                <a:lnTo>
                  <a:pt x="856" y="1136"/>
                </a:lnTo>
                <a:lnTo>
                  <a:pt x="856" y="1137"/>
                </a:lnTo>
                <a:lnTo>
                  <a:pt x="856" y="1138"/>
                </a:lnTo>
                <a:lnTo>
                  <a:pt x="856" y="1139"/>
                </a:lnTo>
                <a:lnTo>
                  <a:pt x="857" y="1139"/>
                </a:lnTo>
                <a:lnTo>
                  <a:pt x="858" y="1139"/>
                </a:lnTo>
                <a:lnTo>
                  <a:pt x="861" y="1139"/>
                </a:lnTo>
                <a:lnTo>
                  <a:pt x="862" y="1140"/>
                </a:lnTo>
                <a:lnTo>
                  <a:pt x="863" y="1141"/>
                </a:lnTo>
                <a:lnTo>
                  <a:pt x="864" y="1141"/>
                </a:lnTo>
                <a:lnTo>
                  <a:pt x="865" y="1141"/>
                </a:lnTo>
                <a:lnTo>
                  <a:pt x="865" y="1142"/>
                </a:lnTo>
                <a:lnTo>
                  <a:pt x="867" y="1142"/>
                </a:lnTo>
                <a:lnTo>
                  <a:pt x="868" y="1143"/>
                </a:lnTo>
                <a:lnTo>
                  <a:pt x="869" y="1143"/>
                </a:lnTo>
                <a:lnTo>
                  <a:pt x="870" y="1143"/>
                </a:lnTo>
                <a:lnTo>
                  <a:pt x="871" y="1143"/>
                </a:lnTo>
                <a:lnTo>
                  <a:pt x="872" y="1143"/>
                </a:lnTo>
                <a:lnTo>
                  <a:pt x="873" y="1144"/>
                </a:lnTo>
                <a:lnTo>
                  <a:pt x="873" y="1145"/>
                </a:lnTo>
                <a:lnTo>
                  <a:pt x="872" y="1145"/>
                </a:lnTo>
                <a:lnTo>
                  <a:pt x="872" y="1146"/>
                </a:lnTo>
                <a:lnTo>
                  <a:pt x="873" y="1146"/>
                </a:lnTo>
                <a:lnTo>
                  <a:pt x="874" y="1146"/>
                </a:lnTo>
                <a:lnTo>
                  <a:pt x="875" y="1146"/>
                </a:lnTo>
                <a:lnTo>
                  <a:pt x="876" y="1146"/>
                </a:lnTo>
                <a:lnTo>
                  <a:pt x="876" y="1145"/>
                </a:lnTo>
                <a:lnTo>
                  <a:pt x="877" y="1145"/>
                </a:lnTo>
                <a:lnTo>
                  <a:pt x="878" y="1144"/>
                </a:lnTo>
                <a:lnTo>
                  <a:pt x="878" y="1145"/>
                </a:lnTo>
                <a:lnTo>
                  <a:pt x="879" y="1145"/>
                </a:lnTo>
                <a:lnTo>
                  <a:pt x="880" y="1146"/>
                </a:lnTo>
                <a:lnTo>
                  <a:pt x="880" y="1147"/>
                </a:lnTo>
                <a:lnTo>
                  <a:pt x="881" y="1147"/>
                </a:lnTo>
                <a:lnTo>
                  <a:pt x="882" y="1147"/>
                </a:lnTo>
                <a:lnTo>
                  <a:pt x="882" y="1146"/>
                </a:lnTo>
                <a:lnTo>
                  <a:pt x="882" y="1147"/>
                </a:lnTo>
                <a:lnTo>
                  <a:pt x="883" y="1147"/>
                </a:lnTo>
                <a:lnTo>
                  <a:pt x="883" y="1148"/>
                </a:lnTo>
                <a:lnTo>
                  <a:pt x="884" y="1148"/>
                </a:lnTo>
                <a:lnTo>
                  <a:pt x="884" y="1149"/>
                </a:lnTo>
                <a:lnTo>
                  <a:pt x="885" y="1150"/>
                </a:lnTo>
                <a:lnTo>
                  <a:pt x="886" y="1150"/>
                </a:lnTo>
                <a:lnTo>
                  <a:pt x="887" y="1151"/>
                </a:lnTo>
                <a:lnTo>
                  <a:pt x="888" y="1151"/>
                </a:lnTo>
                <a:lnTo>
                  <a:pt x="889" y="1152"/>
                </a:lnTo>
                <a:lnTo>
                  <a:pt x="890" y="1152"/>
                </a:lnTo>
                <a:lnTo>
                  <a:pt x="890" y="1153"/>
                </a:lnTo>
                <a:lnTo>
                  <a:pt x="889" y="1154"/>
                </a:lnTo>
                <a:lnTo>
                  <a:pt x="889" y="1155"/>
                </a:lnTo>
                <a:lnTo>
                  <a:pt x="889" y="1156"/>
                </a:lnTo>
                <a:lnTo>
                  <a:pt x="890" y="1157"/>
                </a:lnTo>
                <a:lnTo>
                  <a:pt x="891" y="1158"/>
                </a:lnTo>
                <a:lnTo>
                  <a:pt x="892" y="1158"/>
                </a:lnTo>
                <a:lnTo>
                  <a:pt x="893" y="1158"/>
                </a:lnTo>
                <a:lnTo>
                  <a:pt x="894" y="1158"/>
                </a:lnTo>
                <a:lnTo>
                  <a:pt x="894" y="1157"/>
                </a:lnTo>
                <a:lnTo>
                  <a:pt x="895" y="1157"/>
                </a:lnTo>
                <a:lnTo>
                  <a:pt x="896" y="1158"/>
                </a:lnTo>
                <a:lnTo>
                  <a:pt x="896" y="1159"/>
                </a:lnTo>
                <a:lnTo>
                  <a:pt x="895" y="1160"/>
                </a:lnTo>
                <a:lnTo>
                  <a:pt x="895" y="1162"/>
                </a:lnTo>
                <a:lnTo>
                  <a:pt x="896" y="1162"/>
                </a:lnTo>
                <a:lnTo>
                  <a:pt x="896" y="1161"/>
                </a:lnTo>
                <a:lnTo>
                  <a:pt x="897" y="1161"/>
                </a:lnTo>
                <a:lnTo>
                  <a:pt x="897" y="1160"/>
                </a:lnTo>
                <a:lnTo>
                  <a:pt x="898" y="1160"/>
                </a:lnTo>
                <a:lnTo>
                  <a:pt x="898" y="1161"/>
                </a:lnTo>
                <a:lnTo>
                  <a:pt x="897" y="1161"/>
                </a:lnTo>
                <a:lnTo>
                  <a:pt x="898" y="1162"/>
                </a:lnTo>
                <a:lnTo>
                  <a:pt x="899" y="1162"/>
                </a:lnTo>
                <a:lnTo>
                  <a:pt x="899" y="1161"/>
                </a:lnTo>
                <a:lnTo>
                  <a:pt x="900" y="1161"/>
                </a:lnTo>
                <a:lnTo>
                  <a:pt x="900" y="1160"/>
                </a:lnTo>
                <a:lnTo>
                  <a:pt x="900" y="1159"/>
                </a:lnTo>
                <a:lnTo>
                  <a:pt x="901" y="1158"/>
                </a:lnTo>
                <a:lnTo>
                  <a:pt x="901" y="1157"/>
                </a:lnTo>
                <a:lnTo>
                  <a:pt x="902" y="1157"/>
                </a:lnTo>
                <a:lnTo>
                  <a:pt x="904" y="1157"/>
                </a:lnTo>
                <a:lnTo>
                  <a:pt x="904" y="1156"/>
                </a:lnTo>
                <a:lnTo>
                  <a:pt x="905" y="1156"/>
                </a:lnTo>
                <a:lnTo>
                  <a:pt x="906" y="1156"/>
                </a:lnTo>
                <a:lnTo>
                  <a:pt x="907" y="1156"/>
                </a:lnTo>
                <a:lnTo>
                  <a:pt x="909" y="1156"/>
                </a:lnTo>
                <a:lnTo>
                  <a:pt x="909" y="1157"/>
                </a:lnTo>
                <a:lnTo>
                  <a:pt x="910" y="1157"/>
                </a:lnTo>
                <a:lnTo>
                  <a:pt x="911" y="1156"/>
                </a:lnTo>
                <a:lnTo>
                  <a:pt x="912" y="1155"/>
                </a:lnTo>
                <a:lnTo>
                  <a:pt x="911" y="1154"/>
                </a:lnTo>
                <a:lnTo>
                  <a:pt x="911" y="1153"/>
                </a:lnTo>
                <a:lnTo>
                  <a:pt x="912" y="1153"/>
                </a:lnTo>
                <a:lnTo>
                  <a:pt x="913" y="1154"/>
                </a:lnTo>
                <a:lnTo>
                  <a:pt x="913" y="1155"/>
                </a:lnTo>
                <a:lnTo>
                  <a:pt x="914" y="1156"/>
                </a:lnTo>
                <a:lnTo>
                  <a:pt x="915" y="1156"/>
                </a:lnTo>
                <a:lnTo>
                  <a:pt x="916" y="1156"/>
                </a:lnTo>
                <a:lnTo>
                  <a:pt x="917" y="1156"/>
                </a:lnTo>
                <a:lnTo>
                  <a:pt x="917" y="1157"/>
                </a:lnTo>
                <a:lnTo>
                  <a:pt x="917" y="1156"/>
                </a:lnTo>
                <a:lnTo>
                  <a:pt x="918" y="1156"/>
                </a:lnTo>
                <a:lnTo>
                  <a:pt x="918" y="1157"/>
                </a:lnTo>
                <a:lnTo>
                  <a:pt x="918" y="1158"/>
                </a:lnTo>
                <a:lnTo>
                  <a:pt x="920" y="1158"/>
                </a:lnTo>
                <a:lnTo>
                  <a:pt x="921" y="1158"/>
                </a:lnTo>
                <a:lnTo>
                  <a:pt x="921" y="1159"/>
                </a:lnTo>
                <a:lnTo>
                  <a:pt x="922" y="1159"/>
                </a:lnTo>
                <a:lnTo>
                  <a:pt x="923" y="1159"/>
                </a:lnTo>
                <a:lnTo>
                  <a:pt x="923" y="1158"/>
                </a:lnTo>
                <a:lnTo>
                  <a:pt x="923" y="1157"/>
                </a:lnTo>
                <a:lnTo>
                  <a:pt x="923" y="1155"/>
                </a:lnTo>
                <a:lnTo>
                  <a:pt x="923" y="1154"/>
                </a:lnTo>
                <a:lnTo>
                  <a:pt x="924" y="1154"/>
                </a:lnTo>
                <a:lnTo>
                  <a:pt x="924" y="1153"/>
                </a:lnTo>
                <a:lnTo>
                  <a:pt x="923" y="1153"/>
                </a:lnTo>
                <a:lnTo>
                  <a:pt x="923" y="1152"/>
                </a:lnTo>
                <a:lnTo>
                  <a:pt x="924" y="1152"/>
                </a:lnTo>
                <a:lnTo>
                  <a:pt x="925" y="1152"/>
                </a:lnTo>
                <a:lnTo>
                  <a:pt x="926" y="1152"/>
                </a:lnTo>
                <a:lnTo>
                  <a:pt x="927" y="1153"/>
                </a:lnTo>
                <a:lnTo>
                  <a:pt x="928" y="1152"/>
                </a:lnTo>
                <a:lnTo>
                  <a:pt x="929" y="1151"/>
                </a:lnTo>
                <a:lnTo>
                  <a:pt x="929" y="1150"/>
                </a:lnTo>
                <a:lnTo>
                  <a:pt x="928" y="1150"/>
                </a:lnTo>
                <a:lnTo>
                  <a:pt x="929" y="1149"/>
                </a:lnTo>
                <a:lnTo>
                  <a:pt x="930" y="1149"/>
                </a:lnTo>
                <a:lnTo>
                  <a:pt x="930" y="1148"/>
                </a:lnTo>
                <a:lnTo>
                  <a:pt x="930" y="1147"/>
                </a:lnTo>
                <a:lnTo>
                  <a:pt x="930" y="1146"/>
                </a:lnTo>
                <a:lnTo>
                  <a:pt x="929" y="1146"/>
                </a:lnTo>
                <a:lnTo>
                  <a:pt x="929" y="1145"/>
                </a:lnTo>
                <a:lnTo>
                  <a:pt x="929" y="1144"/>
                </a:lnTo>
                <a:lnTo>
                  <a:pt x="930" y="1145"/>
                </a:lnTo>
                <a:lnTo>
                  <a:pt x="930" y="1144"/>
                </a:lnTo>
                <a:lnTo>
                  <a:pt x="931" y="1144"/>
                </a:lnTo>
                <a:lnTo>
                  <a:pt x="933" y="1144"/>
                </a:lnTo>
                <a:lnTo>
                  <a:pt x="934" y="1144"/>
                </a:lnTo>
                <a:lnTo>
                  <a:pt x="934" y="1143"/>
                </a:lnTo>
                <a:lnTo>
                  <a:pt x="934" y="1142"/>
                </a:lnTo>
                <a:lnTo>
                  <a:pt x="934" y="1141"/>
                </a:lnTo>
                <a:lnTo>
                  <a:pt x="934" y="1140"/>
                </a:lnTo>
                <a:lnTo>
                  <a:pt x="934" y="1139"/>
                </a:lnTo>
                <a:lnTo>
                  <a:pt x="934" y="1138"/>
                </a:lnTo>
                <a:lnTo>
                  <a:pt x="934" y="1137"/>
                </a:lnTo>
                <a:lnTo>
                  <a:pt x="935" y="1136"/>
                </a:lnTo>
                <a:lnTo>
                  <a:pt x="936" y="1136"/>
                </a:lnTo>
                <a:lnTo>
                  <a:pt x="937" y="1136"/>
                </a:lnTo>
                <a:lnTo>
                  <a:pt x="937" y="1137"/>
                </a:lnTo>
                <a:lnTo>
                  <a:pt x="938" y="1137"/>
                </a:lnTo>
                <a:lnTo>
                  <a:pt x="939" y="1137"/>
                </a:lnTo>
                <a:lnTo>
                  <a:pt x="941" y="1138"/>
                </a:lnTo>
                <a:lnTo>
                  <a:pt x="941" y="1139"/>
                </a:lnTo>
                <a:lnTo>
                  <a:pt x="942" y="1139"/>
                </a:lnTo>
                <a:lnTo>
                  <a:pt x="943" y="1139"/>
                </a:lnTo>
                <a:lnTo>
                  <a:pt x="943" y="1138"/>
                </a:lnTo>
                <a:lnTo>
                  <a:pt x="943" y="1137"/>
                </a:lnTo>
                <a:lnTo>
                  <a:pt x="943" y="1136"/>
                </a:lnTo>
                <a:lnTo>
                  <a:pt x="944" y="1136"/>
                </a:lnTo>
                <a:lnTo>
                  <a:pt x="944" y="1135"/>
                </a:lnTo>
                <a:lnTo>
                  <a:pt x="945" y="1135"/>
                </a:lnTo>
                <a:lnTo>
                  <a:pt x="945" y="1134"/>
                </a:lnTo>
                <a:lnTo>
                  <a:pt x="945" y="1133"/>
                </a:lnTo>
                <a:lnTo>
                  <a:pt x="945" y="1132"/>
                </a:lnTo>
                <a:lnTo>
                  <a:pt x="945" y="1131"/>
                </a:lnTo>
                <a:lnTo>
                  <a:pt x="946" y="1131"/>
                </a:lnTo>
                <a:lnTo>
                  <a:pt x="946" y="1130"/>
                </a:lnTo>
                <a:lnTo>
                  <a:pt x="947" y="1130"/>
                </a:lnTo>
                <a:lnTo>
                  <a:pt x="947" y="1129"/>
                </a:lnTo>
                <a:lnTo>
                  <a:pt x="947" y="1128"/>
                </a:lnTo>
                <a:lnTo>
                  <a:pt x="948" y="1128"/>
                </a:lnTo>
                <a:lnTo>
                  <a:pt x="948" y="1129"/>
                </a:lnTo>
                <a:lnTo>
                  <a:pt x="949" y="1129"/>
                </a:lnTo>
                <a:lnTo>
                  <a:pt x="950" y="1129"/>
                </a:lnTo>
                <a:lnTo>
                  <a:pt x="950" y="1130"/>
                </a:lnTo>
                <a:lnTo>
                  <a:pt x="951" y="1130"/>
                </a:lnTo>
                <a:lnTo>
                  <a:pt x="952" y="1130"/>
                </a:lnTo>
                <a:lnTo>
                  <a:pt x="953" y="1130"/>
                </a:lnTo>
                <a:lnTo>
                  <a:pt x="953" y="1129"/>
                </a:lnTo>
                <a:lnTo>
                  <a:pt x="954" y="1129"/>
                </a:lnTo>
                <a:lnTo>
                  <a:pt x="955" y="1128"/>
                </a:lnTo>
                <a:lnTo>
                  <a:pt x="954" y="1127"/>
                </a:lnTo>
                <a:lnTo>
                  <a:pt x="953" y="1126"/>
                </a:lnTo>
                <a:lnTo>
                  <a:pt x="953" y="1125"/>
                </a:lnTo>
                <a:lnTo>
                  <a:pt x="952" y="1124"/>
                </a:lnTo>
                <a:lnTo>
                  <a:pt x="951" y="1124"/>
                </a:lnTo>
                <a:lnTo>
                  <a:pt x="951" y="1123"/>
                </a:lnTo>
                <a:lnTo>
                  <a:pt x="950" y="1122"/>
                </a:lnTo>
                <a:lnTo>
                  <a:pt x="950" y="1121"/>
                </a:lnTo>
                <a:lnTo>
                  <a:pt x="950" y="1120"/>
                </a:lnTo>
                <a:lnTo>
                  <a:pt x="949" y="1120"/>
                </a:lnTo>
                <a:lnTo>
                  <a:pt x="949" y="1119"/>
                </a:lnTo>
                <a:lnTo>
                  <a:pt x="949" y="1118"/>
                </a:lnTo>
                <a:lnTo>
                  <a:pt x="948" y="1117"/>
                </a:lnTo>
                <a:lnTo>
                  <a:pt x="947" y="1116"/>
                </a:lnTo>
                <a:lnTo>
                  <a:pt x="947" y="1115"/>
                </a:lnTo>
                <a:lnTo>
                  <a:pt x="946" y="1115"/>
                </a:lnTo>
                <a:lnTo>
                  <a:pt x="946" y="1113"/>
                </a:lnTo>
                <a:lnTo>
                  <a:pt x="946" y="1112"/>
                </a:lnTo>
                <a:lnTo>
                  <a:pt x="945" y="1110"/>
                </a:lnTo>
                <a:lnTo>
                  <a:pt x="945" y="1109"/>
                </a:lnTo>
                <a:lnTo>
                  <a:pt x="945" y="1108"/>
                </a:lnTo>
                <a:lnTo>
                  <a:pt x="944" y="1108"/>
                </a:lnTo>
                <a:lnTo>
                  <a:pt x="943" y="1108"/>
                </a:lnTo>
                <a:lnTo>
                  <a:pt x="942" y="1108"/>
                </a:lnTo>
                <a:lnTo>
                  <a:pt x="942" y="1107"/>
                </a:lnTo>
                <a:lnTo>
                  <a:pt x="942" y="1106"/>
                </a:lnTo>
                <a:lnTo>
                  <a:pt x="941" y="1106"/>
                </a:lnTo>
                <a:lnTo>
                  <a:pt x="940" y="1106"/>
                </a:lnTo>
                <a:lnTo>
                  <a:pt x="938" y="1104"/>
                </a:lnTo>
                <a:lnTo>
                  <a:pt x="937" y="1104"/>
                </a:lnTo>
                <a:lnTo>
                  <a:pt x="936" y="1104"/>
                </a:lnTo>
                <a:lnTo>
                  <a:pt x="935" y="1104"/>
                </a:lnTo>
                <a:lnTo>
                  <a:pt x="934" y="1104"/>
                </a:lnTo>
                <a:lnTo>
                  <a:pt x="933" y="1104"/>
                </a:lnTo>
                <a:lnTo>
                  <a:pt x="932" y="1104"/>
                </a:lnTo>
                <a:lnTo>
                  <a:pt x="931" y="1104"/>
                </a:lnTo>
                <a:lnTo>
                  <a:pt x="930" y="1103"/>
                </a:lnTo>
                <a:lnTo>
                  <a:pt x="929" y="1103"/>
                </a:lnTo>
                <a:lnTo>
                  <a:pt x="928" y="1103"/>
                </a:lnTo>
                <a:lnTo>
                  <a:pt x="927" y="1103"/>
                </a:lnTo>
                <a:lnTo>
                  <a:pt x="926" y="1102"/>
                </a:lnTo>
                <a:lnTo>
                  <a:pt x="926" y="1101"/>
                </a:lnTo>
                <a:lnTo>
                  <a:pt x="926" y="1100"/>
                </a:lnTo>
                <a:lnTo>
                  <a:pt x="925" y="1100"/>
                </a:lnTo>
                <a:lnTo>
                  <a:pt x="924" y="1099"/>
                </a:lnTo>
                <a:lnTo>
                  <a:pt x="924" y="1098"/>
                </a:lnTo>
                <a:lnTo>
                  <a:pt x="924" y="1097"/>
                </a:lnTo>
                <a:lnTo>
                  <a:pt x="923" y="1097"/>
                </a:lnTo>
                <a:lnTo>
                  <a:pt x="922" y="1097"/>
                </a:lnTo>
                <a:lnTo>
                  <a:pt x="922" y="1096"/>
                </a:lnTo>
                <a:lnTo>
                  <a:pt x="921" y="1095"/>
                </a:lnTo>
                <a:lnTo>
                  <a:pt x="921" y="1094"/>
                </a:lnTo>
                <a:lnTo>
                  <a:pt x="921" y="1092"/>
                </a:lnTo>
                <a:lnTo>
                  <a:pt x="921" y="1091"/>
                </a:lnTo>
                <a:lnTo>
                  <a:pt x="921" y="1090"/>
                </a:lnTo>
                <a:lnTo>
                  <a:pt x="921" y="1088"/>
                </a:lnTo>
                <a:lnTo>
                  <a:pt x="920" y="1088"/>
                </a:lnTo>
                <a:lnTo>
                  <a:pt x="920" y="1087"/>
                </a:lnTo>
                <a:lnTo>
                  <a:pt x="921" y="1086"/>
                </a:lnTo>
                <a:lnTo>
                  <a:pt x="921" y="1085"/>
                </a:lnTo>
                <a:lnTo>
                  <a:pt x="922" y="1084"/>
                </a:lnTo>
                <a:lnTo>
                  <a:pt x="921" y="1084"/>
                </a:lnTo>
                <a:lnTo>
                  <a:pt x="921" y="1083"/>
                </a:lnTo>
                <a:lnTo>
                  <a:pt x="921" y="1082"/>
                </a:lnTo>
                <a:lnTo>
                  <a:pt x="921" y="1081"/>
                </a:lnTo>
                <a:lnTo>
                  <a:pt x="920" y="1080"/>
                </a:lnTo>
                <a:lnTo>
                  <a:pt x="921" y="1079"/>
                </a:lnTo>
                <a:lnTo>
                  <a:pt x="921" y="1078"/>
                </a:lnTo>
                <a:lnTo>
                  <a:pt x="921" y="1077"/>
                </a:lnTo>
                <a:lnTo>
                  <a:pt x="921" y="1076"/>
                </a:lnTo>
                <a:lnTo>
                  <a:pt x="921" y="1075"/>
                </a:lnTo>
                <a:lnTo>
                  <a:pt x="921" y="1074"/>
                </a:lnTo>
                <a:lnTo>
                  <a:pt x="921" y="1073"/>
                </a:lnTo>
                <a:lnTo>
                  <a:pt x="921" y="1072"/>
                </a:lnTo>
                <a:lnTo>
                  <a:pt x="921" y="1071"/>
                </a:lnTo>
                <a:lnTo>
                  <a:pt x="921" y="1070"/>
                </a:lnTo>
                <a:lnTo>
                  <a:pt x="921" y="1069"/>
                </a:lnTo>
                <a:lnTo>
                  <a:pt x="922" y="1068"/>
                </a:lnTo>
                <a:lnTo>
                  <a:pt x="922" y="1066"/>
                </a:lnTo>
                <a:lnTo>
                  <a:pt x="922" y="1065"/>
                </a:lnTo>
                <a:lnTo>
                  <a:pt x="922" y="1064"/>
                </a:lnTo>
                <a:lnTo>
                  <a:pt x="923" y="1064"/>
                </a:lnTo>
                <a:lnTo>
                  <a:pt x="923" y="1063"/>
                </a:lnTo>
                <a:lnTo>
                  <a:pt x="923" y="1062"/>
                </a:lnTo>
                <a:lnTo>
                  <a:pt x="922" y="1062"/>
                </a:lnTo>
                <a:lnTo>
                  <a:pt x="921" y="1059"/>
                </a:lnTo>
                <a:lnTo>
                  <a:pt x="922" y="1059"/>
                </a:lnTo>
                <a:lnTo>
                  <a:pt x="923" y="1058"/>
                </a:lnTo>
                <a:lnTo>
                  <a:pt x="923" y="1057"/>
                </a:lnTo>
                <a:lnTo>
                  <a:pt x="924" y="1057"/>
                </a:lnTo>
                <a:lnTo>
                  <a:pt x="926" y="1057"/>
                </a:lnTo>
                <a:lnTo>
                  <a:pt x="927" y="1057"/>
                </a:lnTo>
                <a:lnTo>
                  <a:pt x="928" y="1057"/>
                </a:lnTo>
                <a:lnTo>
                  <a:pt x="928" y="1056"/>
                </a:lnTo>
                <a:lnTo>
                  <a:pt x="929" y="1056"/>
                </a:lnTo>
                <a:lnTo>
                  <a:pt x="929" y="1057"/>
                </a:lnTo>
                <a:lnTo>
                  <a:pt x="930" y="1057"/>
                </a:lnTo>
                <a:lnTo>
                  <a:pt x="930" y="1056"/>
                </a:lnTo>
                <a:lnTo>
                  <a:pt x="930" y="1057"/>
                </a:lnTo>
                <a:lnTo>
                  <a:pt x="931" y="1057"/>
                </a:lnTo>
                <a:lnTo>
                  <a:pt x="931" y="1056"/>
                </a:lnTo>
                <a:lnTo>
                  <a:pt x="932" y="1056"/>
                </a:lnTo>
                <a:lnTo>
                  <a:pt x="933" y="1056"/>
                </a:lnTo>
                <a:lnTo>
                  <a:pt x="933" y="1057"/>
                </a:lnTo>
                <a:lnTo>
                  <a:pt x="934" y="1057"/>
                </a:lnTo>
                <a:lnTo>
                  <a:pt x="934" y="1058"/>
                </a:lnTo>
                <a:lnTo>
                  <a:pt x="935" y="1058"/>
                </a:lnTo>
                <a:lnTo>
                  <a:pt x="936" y="1058"/>
                </a:lnTo>
                <a:lnTo>
                  <a:pt x="937" y="1057"/>
                </a:lnTo>
                <a:lnTo>
                  <a:pt x="936" y="1057"/>
                </a:lnTo>
                <a:lnTo>
                  <a:pt x="936" y="1056"/>
                </a:lnTo>
                <a:lnTo>
                  <a:pt x="935" y="1056"/>
                </a:lnTo>
                <a:lnTo>
                  <a:pt x="935" y="1055"/>
                </a:lnTo>
                <a:lnTo>
                  <a:pt x="935" y="1054"/>
                </a:lnTo>
                <a:lnTo>
                  <a:pt x="935" y="1053"/>
                </a:lnTo>
                <a:lnTo>
                  <a:pt x="935" y="1052"/>
                </a:lnTo>
                <a:lnTo>
                  <a:pt x="936" y="1052"/>
                </a:lnTo>
                <a:lnTo>
                  <a:pt x="937" y="1052"/>
                </a:lnTo>
                <a:lnTo>
                  <a:pt x="937" y="1051"/>
                </a:lnTo>
                <a:lnTo>
                  <a:pt x="938" y="1050"/>
                </a:lnTo>
                <a:lnTo>
                  <a:pt x="938" y="1049"/>
                </a:lnTo>
                <a:lnTo>
                  <a:pt x="937" y="1049"/>
                </a:lnTo>
                <a:lnTo>
                  <a:pt x="938" y="1049"/>
                </a:lnTo>
                <a:lnTo>
                  <a:pt x="939" y="1048"/>
                </a:lnTo>
                <a:lnTo>
                  <a:pt x="939" y="1047"/>
                </a:lnTo>
                <a:lnTo>
                  <a:pt x="940" y="1047"/>
                </a:lnTo>
                <a:lnTo>
                  <a:pt x="940" y="1046"/>
                </a:lnTo>
                <a:lnTo>
                  <a:pt x="940" y="1045"/>
                </a:lnTo>
                <a:lnTo>
                  <a:pt x="941" y="1045"/>
                </a:lnTo>
                <a:lnTo>
                  <a:pt x="942" y="1045"/>
                </a:lnTo>
                <a:lnTo>
                  <a:pt x="942" y="1044"/>
                </a:lnTo>
                <a:lnTo>
                  <a:pt x="942" y="1043"/>
                </a:lnTo>
                <a:lnTo>
                  <a:pt x="943" y="1043"/>
                </a:lnTo>
                <a:lnTo>
                  <a:pt x="943" y="1042"/>
                </a:lnTo>
                <a:lnTo>
                  <a:pt x="944" y="1041"/>
                </a:lnTo>
                <a:lnTo>
                  <a:pt x="944" y="1042"/>
                </a:lnTo>
                <a:lnTo>
                  <a:pt x="945" y="1042"/>
                </a:lnTo>
                <a:lnTo>
                  <a:pt x="946" y="1042"/>
                </a:lnTo>
                <a:lnTo>
                  <a:pt x="947" y="1042"/>
                </a:lnTo>
                <a:lnTo>
                  <a:pt x="947" y="1041"/>
                </a:lnTo>
                <a:lnTo>
                  <a:pt x="948" y="1041"/>
                </a:lnTo>
                <a:lnTo>
                  <a:pt x="948" y="1040"/>
                </a:lnTo>
                <a:lnTo>
                  <a:pt x="948" y="1039"/>
                </a:lnTo>
                <a:lnTo>
                  <a:pt x="949" y="1039"/>
                </a:lnTo>
                <a:lnTo>
                  <a:pt x="952" y="1039"/>
                </a:lnTo>
                <a:lnTo>
                  <a:pt x="953" y="1039"/>
                </a:lnTo>
                <a:lnTo>
                  <a:pt x="953" y="1037"/>
                </a:lnTo>
                <a:lnTo>
                  <a:pt x="953" y="1036"/>
                </a:lnTo>
                <a:lnTo>
                  <a:pt x="954" y="1036"/>
                </a:lnTo>
                <a:lnTo>
                  <a:pt x="954" y="1037"/>
                </a:lnTo>
                <a:lnTo>
                  <a:pt x="955" y="1037"/>
                </a:lnTo>
                <a:lnTo>
                  <a:pt x="956" y="1037"/>
                </a:lnTo>
                <a:lnTo>
                  <a:pt x="957" y="1038"/>
                </a:lnTo>
                <a:lnTo>
                  <a:pt x="957" y="1037"/>
                </a:lnTo>
                <a:lnTo>
                  <a:pt x="958" y="1037"/>
                </a:lnTo>
                <a:lnTo>
                  <a:pt x="959" y="1037"/>
                </a:lnTo>
                <a:lnTo>
                  <a:pt x="960" y="1036"/>
                </a:lnTo>
                <a:lnTo>
                  <a:pt x="961" y="1035"/>
                </a:lnTo>
                <a:lnTo>
                  <a:pt x="962" y="1033"/>
                </a:lnTo>
                <a:lnTo>
                  <a:pt x="962" y="1032"/>
                </a:lnTo>
                <a:lnTo>
                  <a:pt x="962" y="1031"/>
                </a:lnTo>
                <a:lnTo>
                  <a:pt x="962" y="1030"/>
                </a:lnTo>
                <a:lnTo>
                  <a:pt x="963" y="1030"/>
                </a:lnTo>
                <a:lnTo>
                  <a:pt x="963" y="1029"/>
                </a:lnTo>
                <a:lnTo>
                  <a:pt x="963" y="1028"/>
                </a:lnTo>
                <a:lnTo>
                  <a:pt x="963" y="1027"/>
                </a:lnTo>
                <a:lnTo>
                  <a:pt x="964" y="1027"/>
                </a:lnTo>
                <a:lnTo>
                  <a:pt x="965" y="1027"/>
                </a:lnTo>
                <a:lnTo>
                  <a:pt x="965" y="1026"/>
                </a:lnTo>
                <a:lnTo>
                  <a:pt x="966" y="1026"/>
                </a:lnTo>
                <a:lnTo>
                  <a:pt x="966" y="1025"/>
                </a:lnTo>
                <a:lnTo>
                  <a:pt x="966" y="1024"/>
                </a:lnTo>
                <a:lnTo>
                  <a:pt x="966" y="1023"/>
                </a:lnTo>
                <a:lnTo>
                  <a:pt x="967" y="1023"/>
                </a:lnTo>
                <a:lnTo>
                  <a:pt x="968" y="1023"/>
                </a:lnTo>
                <a:lnTo>
                  <a:pt x="970" y="1023"/>
                </a:lnTo>
                <a:lnTo>
                  <a:pt x="971" y="1023"/>
                </a:lnTo>
                <a:lnTo>
                  <a:pt x="971" y="1022"/>
                </a:lnTo>
                <a:lnTo>
                  <a:pt x="972" y="1022"/>
                </a:lnTo>
                <a:lnTo>
                  <a:pt x="973" y="1021"/>
                </a:lnTo>
                <a:lnTo>
                  <a:pt x="972" y="1019"/>
                </a:lnTo>
                <a:lnTo>
                  <a:pt x="972" y="1018"/>
                </a:lnTo>
                <a:lnTo>
                  <a:pt x="971" y="1017"/>
                </a:lnTo>
                <a:lnTo>
                  <a:pt x="971" y="1016"/>
                </a:lnTo>
                <a:lnTo>
                  <a:pt x="971" y="1015"/>
                </a:lnTo>
                <a:lnTo>
                  <a:pt x="971" y="1014"/>
                </a:lnTo>
                <a:lnTo>
                  <a:pt x="970" y="1014"/>
                </a:lnTo>
                <a:lnTo>
                  <a:pt x="969" y="1014"/>
                </a:lnTo>
                <a:lnTo>
                  <a:pt x="969" y="1013"/>
                </a:lnTo>
                <a:lnTo>
                  <a:pt x="970" y="1012"/>
                </a:lnTo>
                <a:lnTo>
                  <a:pt x="969" y="1011"/>
                </a:lnTo>
                <a:lnTo>
                  <a:pt x="970" y="1010"/>
                </a:lnTo>
                <a:lnTo>
                  <a:pt x="969" y="1010"/>
                </a:lnTo>
                <a:lnTo>
                  <a:pt x="969" y="1009"/>
                </a:lnTo>
                <a:lnTo>
                  <a:pt x="968" y="1009"/>
                </a:lnTo>
                <a:lnTo>
                  <a:pt x="967" y="1007"/>
                </a:lnTo>
                <a:lnTo>
                  <a:pt x="966" y="1007"/>
                </a:lnTo>
                <a:lnTo>
                  <a:pt x="965" y="1007"/>
                </a:lnTo>
                <a:lnTo>
                  <a:pt x="964" y="1007"/>
                </a:lnTo>
                <a:lnTo>
                  <a:pt x="962" y="1006"/>
                </a:lnTo>
                <a:lnTo>
                  <a:pt x="960" y="1004"/>
                </a:lnTo>
                <a:lnTo>
                  <a:pt x="961" y="1004"/>
                </a:lnTo>
                <a:lnTo>
                  <a:pt x="961" y="1003"/>
                </a:lnTo>
                <a:lnTo>
                  <a:pt x="962" y="1003"/>
                </a:lnTo>
                <a:lnTo>
                  <a:pt x="963" y="1003"/>
                </a:lnTo>
                <a:lnTo>
                  <a:pt x="964" y="1003"/>
                </a:lnTo>
                <a:lnTo>
                  <a:pt x="964" y="1001"/>
                </a:lnTo>
                <a:lnTo>
                  <a:pt x="965" y="999"/>
                </a:lnTo>
                <a:lnTo>
                  <a:pt x="964" y="999"/>
                </a:lnTo>
                <a:lnTo>
                  <a:pt x="964" y="998"/>
                </a:lnTo>
                <a:lnTo>
                  <a:pt x="963" y="998"/>
                </a:lnTo>
                <a:lnTo>
                  <a:pt x="963" y="997"/>
                </a:lnTo>
                <a:lnTo>
                  <a:pt x="963" y="996"/>
                </a:lnTo>
                <a:lnTo>
                  <a:pt x="962" y="996"/>
                </a:lnTo>
                <a:lnTo>
                  <a:pt x="961" y="996"/>
                </a:lnTo>
                <a:lnTo>
                  <a:pt x="961" y="995"/>
                </a:lnTo>
                <a:lnTo>
                  <a:pt x="961" y="994"/>
                </a:lnTo>
                <a:lnTo>
                  <a:pt x="961" y="993"/>
                </a:lnTo>
                <a:lnTo>
                  <a:pt x="961" y="992"/>
                </a:lnTo>
                <a:lnTo>
                  <a:pt x="962" y="991"/>
                </a:lnTo>
                <a:lnTo>
                  <a:pt x="962" y="990"/>
                </a:lnTo>
                <a:lnTo>
                  <a:pt x="962" y="989"/>
                </a:lnTo>
                <a:lnTo>
                  <a:pt x="963" y="987"/>
                </a:lnTo>
                <a:lnTo>
                  <a:pt x="964" y="987"/>
                </a:lnTo>
                <a:lnTo>
                  <a:pt x="964" y="986"/>
                </a:lnTo>
                <a:lnTo>
                  <a:pt x="965" y="986"/>
                </a:lnTo>
                <a:lnTo>
                  <a:pt x="965" y="987"/>
                </a:lnTo>
                <a:lnTo>
                  <a:pt x="966" y="987"/>
                </a:lnTo>
                <a:lnTo>
                  <a:pt x="968" y="987"/>
                </a:lnTo>
                <a:lnTo>
                  <a:pt x="969" y="989"/>
                </a:lnTo>
                <a:lnTo>
                  <a:pt x="970" y="989"/>
                </a:lnTo>
                <a:lnTo>
                  <a:pt x="971" y="989"/>
                </a:lnTo>
                <a:lnTo>
                  <a:pt x="972" y="990"/>
                </a:lnTo>
                <a:lnTo>
                  <a:pt x="973" y="990"/>
                </a:lnTo>
                <a:lnTo>
                  <a:pt x="973" y="991"/>
                </a:lnTo>
                <a:lnTo>
                  <a:pt x="974" y="991"/>
                </a:lnTo>
                <a:lnTo>
                  <a:pt x="974" y="990"/>
                </a:lnTo>
                <a:lnTo>
                  <a:pt x="975" y="990"/>
                </a:lnTo>
                <a:lnTo>
                  <a:pt x="976" y="990"/>
                </a:lnTo>
                <a:lnTo>
                  <a:pt x="976" y="989"/>
                </a:lnTo>
                <a:lnTo>
                  <a:pt x="978" y="986"/>
                </a:lnTo>
                <a:lnTo>
                  <a:pt x="979" y="985"/>
                </a:lnTo>
                <a:lnTo>
                  <a:pt x="978" y="985"/>
                </a:lnTo>
                <a:lnTo>
                  <a:pt x="978" y="984"/>
                </a:lnTo>
                <a:lnTo>
                  <a:pt x="977" y="984"/>
                </a:lnTo>
                <a:lnTo>
                  <a:pt x="977" y="983"/>
                </a:lnTo>
                <a:lnTo>
                  <a:pt x="978" y="982"/>
                </a:lnTo>
                <a:lnTo>
                  <a:pt x="978" y="981"/>
                </a:lnTo>
                <a:lnTo>
                  <a:pt x="979" y="981"/>
                </a:lnTo>
                <a:lnTo>
                  <a:pt x="979" y="982"/>
                </a:lnTo>
                <a:lnTo>
                  <a:pt x="980" y="981"/>
                </a:lnTo>
                <a:lnTo>
                  <a:pt x="980" y="979"/>
                </a:lnTo>
                <a:lnTo>
                  <a:pt x="980" y="978"/>
                </a:lnTo>
                <a:lnTo>
                  <a:pt x="980" y="977"/>
                </a:lnTo>
                <a:lnTo>
                  <a:pt x="981" y="977"/>
                </a:lnTo>
                <a:lnTo>
                  <a:pt x="982" y="977"/>
                </a:lnTo>
                <a:lnTo>
                  <a:pt x="982" y="976"/>
                </a:lnTo>
                <a:lnTo>
                  <a:pt x="983" y="975"/>
                </a:lnTo>
                <a:lnTo>
                  <a:pt x="983" y="974"/>
                </a:lnTo>
                <a:lnTo>
                  <a:pt x="983" y="973"/>
                </a:lnTo>
                <a:lnTo>
                  <a:pt x="984" y="972"/>
                </a:lnTo>
                <a:lnTo>
                  <a:pt x="984" y="971"/>
                </a:lnTo>
                <a:lnTo>
                  <a:pt x="984" y="969"/>
                </a:lnTo>
                <a:lnTo>
                  <a:pt x="985" y="969"/>
                </a:lnTo>
                <a:lnTo>
                  <a:pt x="986" y="969"/>
                </a:lnTo>
                <a:lnTo>
                  <a:pt x="986" y="968"/>
                </a:lnTo>
                <a:lnTo>
                  <a:pt x="985" y="968"/>
                </a:lnTo>
                <a:lnTo>
                  <a:pt x="985" y="967"/>
                </a:lnTo>
                <a:lnTo>
                  <a:pt x="984" y="967"/>
                </a:lnTo>
                <a:lnTo>
                  <a:pt x="985" y="967"/>
                </a:lnTo>
                <a:lnTo>
                  <a:pt x="986" y="967"/>
                </a:lnTo>
                <a:lnTo>
                  <a:pt x="986" y="968"/>
                </a:lnTo>
                <a:lnTo>
                  <a:pt x="987" y="968"/>
                </a:lnTo>
                <a:lnTo>
                  <a:pt x="989" y="969"/>
                </a:lnTo>
                <a:lnTo>
                  <a:pt x="989" y="970"/>
                </a:lnTo>
                <a:lnTo>
                  <a:pt x="989" y="971"/>
                </a:lnTo>
                <a:lnTo>
                  <a:pt x="991" y="972"/>
                </a:lnTo>
                <a:lnTo>
                  <a:pt x="992" y="973"/>
                </a:lnTo>
                <a:lnTo>
                  <a:pt x="993" y="973"/>
                </a:lnTo>
                <a:lnTo>
                  <a:pt x="994" y="973"/>
                </a:lnTo>
                <a:lnTo>
                  <a:pt x="996" y="974"/>
                </a:lnTo>
                <a:lnTo>
                  <a:pt x="996" y="973"/>
                </a:lnTo>
                <a:lnTo>
                  <a:pt x="997" y="973"/>
                </a:lnTo>
                <a:lnTo>
                  <a:pt x="998" y="973"/>
                </a:lnTo>
                <a:lnTo>
                  <a:pt x="998" y="974"/>
                </a:lnTo>
                <a:lnTo>
                  <a:pt x="999" y="974"/>
                </a:lnTo>
                <a:lnTo>
                  <a:pt x="1000" y="974"/>
                </a:lnTo>
                <a:lnTo>
                  <a:pt x="1001" y="975"/>
                </a:lnTo>
                <a:lnTo>
                  <a:pt x="1001" y="974"/>
                </a:lnTo>
                <a:lnTo>
                  <a:pt x="1002" y="974"/>
                </a:lnTo>
                <a:lnTo>
                  <a:pt x="1002" y="975"/>
                </a:lnTo>
                <a:lnTo>
                  <a:pt x="1003" y="975"/>
                </a:lnTo>
                <a:lnTo>
                  <a:pt x="1003" y="974"/>
                </a:lnTo>
                <a:lnTo>
                  <a:pt x="1003" y="975"/>
                </a:lnTo>
                <a:lnTo>
                  <a:pt x="1004" y="975"/>
                </a:lnTo>
                <a:lnTo>
                  <a:pt x="1005" y="975"/>
                </a:lnTo>
                <a:lnTo>
                  <a:pt x="1005" y="976"/>
                </a:lnTo>
                <a:lnTo>
                  <a:pt x="1006" y="976"/>
                </a:lnTo>
                <a:lnTo>
                  <a:pt x="1006" y="977"/>
                </a:lnTo>
                <a:lnTo>
                  <a:pt x="1009" y="980"/>
                </a:lnTo>
                <a:lnTo>
                  <a:pt x="1010" y="979"/>
                </a:lnTo>
                <a:lnTo>
                  <a:pt x="1010" y="978"/>
                </a:lnTo>
                <a:lnTo>
                  <a:pt x="1011" y="978"/>
                </a:lnTo>
                <a:lnTo>
                  <a:pt x="1011" y="977"/>
                </a:lnTo>
                <a:lnTo>
                  <a:pt x="1012" y="977"/>
                </a:lnTo>
                <a:lnTo>
                  <a:pt x="1012" y="976"/>
                </a:lnTo>
                <a:lnTo>
                  <a:pt x="1013" y="976"/>
                </a:lnTo>
                <a:lnTo>
                  <a:pt x="1013" y="975"/>
                </a:lnTo>
                <a:lnTo>
                  <a:pt x="1013" y="974"/>
                </a:lnTo>
                <a:lnTo>
                  <a:pt x="1012" y="974"/>
                </a:lnTo>
                <a:lnTo>
                  <a:pt x="1011" y="975"/>
                </a:lnTo>
                <a:lnTo>
                  <a:pt x="1010" y="975"/>
                </a:lnTo>
                <a:lnTo>
                  <a:pt x="1009" y="975"/>
                </a:lnTo>
                <a:lnTo>
                  <a:pt x="1009" y="976"/>
                </a:lnTo>
                <a:lnTo>
                  <a:pt x="1008" y="976"/>
                </a:lnTo>
                <a:lnTo>
                  <a:pt x="1007" y="976"/>
                </a:lnTo>
                <a:lnTo>
                  <a:pt x="1007" y="975"/>
                </a:lnTo>
                <a:lnTo>
                  <a:pt x="1008" y="974"/>
                </a:lnTo>
                <a:lnTo>
                  <a:pt x="1009" y="974"/>
                </a:lnTo>
                <a:lnTo>
                  <a:pt x="1009" y="973"/>
                </a:lnTo>
                <a:lnTo>
                  <a:pt x="1010" y="973"/>
                </a:lnTo>
                <a:lnTo>
                  <a:pt x="1011" y="973"/>
                </a:lnTo>
                <a:lnTo>
                  <a:pt x="1011" y="972"/>
                </a:lnTo>
                <a:lnTo>
                  <a:pt x="1012" y="972"/>
                </a:lnTo>
                <a:lnTo>
                  <a:pt x="1013" y="972"/>
                </a:lnTo>
                <a:lnTo>
                  <a:pt x="1013" y="973"/>
                </a:lnTo>
                <a:lnTo>
                  <a:pt x="1013" y="972"/>
                </a:lnTo>
                <a:lnTo>
                  <a:pt x="1014" y="972"/>
                </a:lnTo>
                <a:lnTo>
                  <a:pt x="1014" y="971"/>
                </a:lnTo>
                <a:lnTo>
                  <a:pt x="1015" y="971"/>
                </a:lnTo>
                <a:lnTo>
                  <a:pt x="1015" y="972"/>
                </a:lnTo>
                <a:lnTo>
                  <a:pt x="1016" y="972"/>
                </a:lnTo>
                <a:lnTo>
                  <a:pt x="1016" y="971"/>
                </a:lnTo>
                <a:lnTo>
                  <a:pt x="1015" y="970"/>
                </a:lnTo>
                <a:lnTo>
                  <a:pt x="1015" y="969"/>
                </a:lnTo>
                <a:lnTo>
                  <a:pt x="1014" y="969"/>
                </a:lnTo>
                <a:lnTo>
                  <a:pt x="1014" y="968"/>
                </a:lnTo>
                <a:lnTo>
                  <a:pt x="1013" y="967"/>
                </a:lnTo>
                <a:lnTo>
                  <a:pt x="1012" y="967"/>
                </a:lnTo>
                <a:lnTo>
                  <a:pt x="1012" y="966"/>
                </a:lnTo>
                <a:lnTo>
                  <a:pt x="1012" y="965"/>
                </a:lnTo>
                <a:lnTo>
                  <a:pt x="1012" y="964"/>
                </a:lnTo>
                <a:lnTo>
                  <a:pt x="1011" y="964"/>
                </a:lnTo>
                <a:lnTo>
                  <a:pt x="1011" y="963"/>
                </a:lnTo>
                <a:lnTo>
                  <a:pt x="1012" y="961"/>
                </a:lnTo>
                <a:lnTo>
                  <a:pt x="1012" y="960"/>
                </a:lnTo>
                <a:lnTo>
                  <a:pt x="1012" y="959"/>
                </a:lnTo>
                <a:lnTo>
                  <a:pt x="1011" y="959"/>
                </a:lnTo>
                <a:lnTo>
                  <a:pt x="1010" y="959"/>
                </a:lnTo>
                <a:lnTo>
                  <a:pt x="1010" y="958"/>
                </a:lnTo>
                <a:lnTo>
                  <a:pt x="1009" y="958"/>
                </a:lnTo>
                <a:lnTo>
                  <a:pt x="1008" y="956"/>
                </a:lnTo>
                <a:lnTo>
                  <a:pt x="1008" y="955"/>
                </a:lnTo>
                <a:lnTo>
                  <a:pt x="1008" y="954"/>
                </a:lnTo>
                <a:lnTo>
                  <a:pt x="1007" y="953"/>
                </a:lnTo>
                <a:lnTo>
                  <a:pt x="1006" y="952"/>
                </a:lnTo>
                <a:lnTo>
                  <a:pt x="1005" y="951"/>
                </a:lnTo>
                <a:lnTo>
                  <a:pt x="1005" y="950"/>
                </a:lnTo>
                <a:lnTo>
                  <a:pt x="1005" y="949"/>
                </a:lnTo>
                <a:lnTo>
                  <a:pt x="1005" y="948"/>
                </a:lnTo>
                <a:lnTo>
                  <a:pt x="1005" y="947"/>
                </a:lnTo>
                <a:lnTo>
                  <a:pt x="1005" y="946"/>
                </a:lnTo>
                <a:lnTo>
                  <a:pt x="1004" y="946"/>
                </a:lnTo>
                <a:lnTo>
                  <a:pt x="1004" y="945"/>
                </a:lnTo>
                <a:lnTo>
                  <a:pt x="1004" y="944"/>
                </a:lnTo>
                <a:lnTo>
                  <a:pt x="1004" y="943"/>
                </a:lnTo>
                <a:lnTo>
                  <a:pt x="1005" y="942"/>
                </a:lnTo>
                <a:lnTo>
                  <a:pt x="1005" y="941"/>
                </a:lnTo>
                <a:lnTo>
                  <a:pt x="1005" y="940"/>
                </a:lnTo>
                <a:lnTo>
                  <a:pt x="1006" y="940"/>
                </a:lnTo>
                <a:lnTo>
                  <a:pt x="1007" y="939"/>
                </a:lnTo>
                <a:lnTo>
                  <a:pt x="1007" y="938"/>
                </a:lnTo>
                <a:lnTo>
                  <a:pt x="1007" y="937"/>
                </a:lnTo>
                <a:lnTo>
                  <a:pt x="1008" y="937"/>
                </a:lnTo>
                <a:lnTo>
                  <a:pt x="1009" y="937"/>
                </a:lnTo>
                <a:lnTo>
                  <a:pt x="1010" y="937"/>
                </a:lnTo>
                <a:lnTo>
                  <a:pt x="1010" y="936"/>
                </a:lnTo>
                <a:lnTo>
                  <a:pt x="1011" y="935"/>
                </a:lnTo>
                <a:lnTo>
                  <a:pt x="1012" y="934"/>
                </a:lnTo>
                <a:lnTo>
                  <a:pt x="1013" y="933"/>
                </a:lnTo>
                <a:lnTo>
                  <a:pt x="1013" y="932"/>
                </a:lnTo>
                <a:lnTo>
                  <a:pt x="1014" y="932"/>
                </a:lnTo>
                <a:lnTo>
                  <a:pt x="1015" y="932"/>
                </a:lnTo>
                <a:lnTo>
                  <a:pt x="1016" y="932"/>
                </a:lnTo>
                <a:lnTo>
                  <a:pt x="1016" y="933"/>
                </a:lnTo>
                <a:lnTo>
                  <a:pt x="1017" y="933"/>
                </a:lnTo>
                <a:lnTo>
                  <a:pt x="1018" y="933"/>
                </a:lnTo>
                <a:lnTo>
                  <a:pt x="1019" y="932"/>
                </a:lnTo>
                <a:lnTo>
                  <a:pt x="1020" y="932"/>
                </a:lnTo>
                <a:lnTo>
                  <a:pt x="1020" y="933"/>
                </a:lnTo>
                <a:lnTo>
                  <a:pt x="1021" y="933"/>
                </a:lnTo>
                <a:lnTo>
                  <a:pt x="1022" y="934"/>
                </a:lnTo>
                <a:lnTo>
                  <a:pt x="1023" y="934"/>
                </a:lnTo>
                <a:lnTo>
                  <a:pt x="1024" y="934"/>
                </a:lnTo>
                <a:lnTo>
                  <a:pt x="1024" y="933"/>
                </a:lnTo>
                <a:lnTo>
                  <a:pt x="1025" y="933"/>
                </a:lnTo>
                <a:lnTo>
                  <a:pt x="1026" y="934"/>
                </a:lnTo>
                <a:lnTo>
                  <a:pt x="1027" y="934"/>
                </a:lnTo>
                <a:lnTo>
                  <a:pt x="1028" y="934"/>
                </a:lnTo>
                <a:lnTo>
                  <a:pt x="1028" y="935"/>
                </a:lnTo>
                <a:lnTo>
                  <a:pt x="1028" y="936"/>
                </a:lnTo>
                <a:lnTo>
                  <a:pt x="1029" y="936"/>
                </a:lnTo>
                <a:lnTo>
                  <a:pt x="1030" y="936"/>
                </a:lnTo>
                <a:lnTo>
                  <a:pt x="1031" y="936"/>
                </a:lnTo>
                <a:lnTo>
                  <a:pt x="1031" y="935"/>
                </a:lnTo>
                <a:lnTo>
                  <a:pt x="1031" y="934"/>
                </a:lnTo>
                <a:lnTo>
                  <a:pt x="1031" y="933"/>
                </a:lnTo>
                <a:lnTo>
                  <a:pt x="1032" y="932"/>
                </a:lnTo>
                <a:lnTo>
                  <a:pt x="1032" y="931"/>
                </a:lnTo>
                <a:lnTo>
                  <a:pt x="1031" y="931"/>
                </a:lnTo>
                <a:lnTo>
                  <a:pt x="1031" y="930"/>
                </a:lnTo>
                <a:lnTo>
                  <a:pt x="1031" y="929"/>
                </a:lnTo>
                <a:lnTo>
                  <a:pt x="1031" y="928"/>
                </a:lnTo>
                <a:lnTo>
                  <a:pt x="1031" y="927"/>
                </a:lnTo>
                <a:lnTo>
                  <a:pt x="1031" y="925"/>
                </a:lnTo>
                <a:lnTo>
                  <a:pt x="1031" y="924"/>
                </a:lnTo>
                <a:lnTo>
                  <a:pt x="1031" y="923"/>
                </a:lnTo>
                <a:lnTo>
                  <a:pt x="1031" y="921"/>
                </a:lnTo>
                <a:lnTo>
                  <a:pt x="1032" y="920"/>
                </a:lnTo>
                <a:lnTo>
                  <a:pt x="1032" y="919"/>
                </a:lnTo>
                <a:lnTo>
                  <a:pt x="1032" y="918"/>
                </a:lnTo>
                <a:lnTo>
                  <a:pt x="1032" y="917"/>
                </a:lnTo>
                <a:lnTo>
                  <a:pt x="1033" y="916"/>
                </a:lnTo>
                <a:lnTo>
                  <a:pt x="1034" y="915"/>
                </a:lnTo>
                <a:lnTo>
                  <a:pt x="1033" y="914"/>
                </a:lnTo>
                <a:lnTo>
                  <a:pt x="1033" y="913"/>
                </a:lnTo>
                <a:lnTo>
                  <a:pt x="1032" y="912"/>
                </a:lnTo>
                <a:lnTo>
                  <a:pt x="1032" y="911"/>
                </a:lnTo>
                <a:lnTo>
                  <a:pt x="1033" y="910"/>
                </a:lnTo>
                <a:lnTo>
                  <a:pt x="1034" y="910"/>
                </a:lnTo>
                <a:lnTo>
                  <a:pt x="1034" y="909"/>
                </a:lnTo>
                <a:lnTo>
                  <a:pt x="1034" y="908"/>
                </a:lnTo>
                <a:lnTo>
                  <a:pt x="1032" y="908"/>
                </a:lnTo>
                <a:lnTo>
                  <a:pt x="1030" y="908"/>
                </a:lnTo>
                <a:lnTo>
                  <a:pt x="1030" y="907"/>
                </a:lnTo>
                <a:lnTo>
                  <a:pt x="1029" y="907"/>
                </a:lnTo>
                <a:lnTo>
                  <a:pt x="1029" y="905"/>
                </a:lnTo>
                <a:lnTo>
                  <a:pt x="1028" y="905"/>
                </a:lnTo>
                <a:lnTo>
                  <a:pt x="1027" y="905"/>
                </a:lnTo>
                <a:lnTo>
                  <a:pt x="1026" y="905"/>
                </a:lnTo>
                <a:lnTo>
                  <a:pt x="1026" y="904"/>
                </a:lnTo>
                <a:lnTo>
                  <a:pt x="1025" y="904"/>
                </a:lnTo>
                <a:lnTo>
                  <a:pt x="1025" y="903"/>
                </a:lnTo>
                <a:lnTo>
                  <a:pt x="1025" y="902"/>
                </a:lnTo>
                <a:lnTo>
                  <a:pt x="1026" y="902"/>
                </a:lnTo>
                <a:lnTo>
                  <a:pt x="1027" y="902"/>
                </a:lnTo>
                <a:lnTo>
                  <a:pt x="1028" y="902"/>
                </a:lnTo>
                <a:lnTo>
                  <a:pt x="1029" y="902"/>
                </a:lnTo>
                <a:lnTo>
                  <a:pt x="1030" y="901"/>
                </a:lnTo>
                <a:lnTo>
                  <a:pt x="1030" y="900"/>
                </a:lnTo>
                <a:lnTo>
                  <a:pt x="1031" y="900"/>
                </a:lnTo>
                <a:lnTo>
                  <a:pt x="1032" y="898"/>
                </a:lnTo>
                <a:lnTo>
                  <a:pt x="1032" y="897"/>
                </a:lnTo>
                <a:lnTo>
                  <a:pt x="1032" y="896"/>
                </a:lnTo>
                <a:lnTo>
                  <a:pt x="1032" y="895"/>
                </a:lnTo>
                <a:lnTo>
                  <a:pt x="1032" y="894"/>
                </a:lnTo>
                <a:lnTo>
                  <a:pt x="1034" y="894"/>
                </a:lnTo>
                <a:lnTo>
                  <a:pt x="1034" y="893"/>
                </a:lnTo>
                <a:lnTo>
                  <a:pt x="1034" y="892"/>
                </a:lnTo>
                <a:lnTo>
                  <a:pt x="1035" y="891"/>
                </a:lnTo>
                <a:lnTo>
                  <a:pt x="1036" y="890"/>
                </a:lnTo>
                <a:lnTo>
                  <a:pt x="1036" y="889"/>
                </a:lnTo>
                <a:lnTo>
                  <a:pt x="1037" y="889"/>
                </a:lnTo>
                <a:lnTo>
                  <a:pt x="1037" y="888"/>
                </a:lnTo>
                <a:lnTo>
                  <a:pt x="1038" y="888"/>
                </a:lnTo>
                <a:lnTo>
                  <a:pt x="1039" y="887"/>
                </a:lnTo>
                <a:lnTo>
                  <a:pt x="1041" y="888"/>
                </a:lnTo>
                <a:lnTo>
                  <a:pt x="1042" y="888"/>
                </a:lnTo>
                <a:lnTo>
                  <a:pt x="1044" y="888"/>
                </a:lnTo>
                <a:lnTo>
                  <a:pt x="1044" y="887"/>
                </a:lnTo>
                <a:lnTo>
                  <a:pt x="1044" y="886"/>
                </a:lnTo>
                <a:lnTo>
                  <a:pt x="1043" y="885"/>
                </a:lnTo>
                <a:lnTo>
                  <a:pt x="1043" y="886"/>
                </a:lnTo>
                <a:lnTo>
                  <a:pt x="1043" y="885"/>
                </a:lnTo>
                <a:lnTo>
                  <a:pt x="1042" y="885"/>
                </a:lnTo>
                <a:lnTo>
                  <a:pt x="1041" y="884"/>
                </a:lnTo>
                <a:lnTo>
                  <a:pt x="1040" y="884"/>
                </a:lnTo>
                <a:lnTo>
                  <a:pt x="1039" y="884"/>
                </a:lnTo>
                <a:lnTo>
                  <a:pt x="1040" y="883"/>
                </a:lnTo>
                <a:lnTo>
                  <a:pt x="1040" y="882"/>
                </a:lnTo>
                <a:lnTo>
                  <a:pt x="1040" y="881"/>
                </a:lnTo>
                <a:lnTo>
                  <a:pt x="1039" y="881"/>
                </a:lnTo>
                <a:lnTo>
                  <a:pt x="1039" y="880"/>
                </a:lnTo>
                <a:lnTo>
                  <a:pt x="1038" y="880"/>
                </a:lnTo>
                <a:lnTo>
                  <a:pt x="1037" y="880"/>
                </a:lnTo>
                <a:lnTo>
                  <a:pt x="1036" y="879"/>
                </a:lnTo>
                <a:lnTo>
                  <a:pt x="1036" y="878"/>
                </a:lnTo>
                <a:lnTo>
                  <a:pt x="1035" y="878"/>
                </a:lnTo>
                <a:lnTo>
                  <a:pt x="1035" y="877"/>
                </a:lnTo>
                <a:lnTo>
                  <a:pt x="1034" y="877"/>
                </a:lnTo>
                <a:lnTo>
                  <a:pt x="1033" y="877"/>
                </a:lnTo>
                <a:lnTo>
                  <a:pt x="1033" y="876"/>
                </a:lnTo>
                <a:lnTo>
                  <a:pt x="1032" y="876"/>
                </a:lnTo>
                <a:lnTo>
                  <a:pt x="1030" y="875"/>
                </a:lnTo>
                <a:lnTo>
                  <a:pt x="1029" y="873"/>
                </a:lnTo>
                <a:lnTo>
                  <a:pt x="1029" y="872"/>
                </a:lnTo>
                <a:lnTo>
                  <a:pt x="1028" y="872"/>
                </a:lnTo>
                <a:lnTo>
                  <a:pt x="1027" y="871"/>
                </a:lnTo>
                <a:lnTo>
                  <a:pt x="1027" y="870"/>
                </a:lnTo>
                <a:lnTo>
                  <a:pt x="1026" y="870"/>
                </a:lnTo>
                <a:lnTo>
                  <a:pt x="1025" y="870"/>
                </a:lnTo>
                <a:lnTo>
                  <a:pt x="1023" y="871"/>
                </a:lnTo>
                <a:lnTo>
                  <a:pt x="1022" y="870"/>
                </a:lnTo>
                <a:lnTo>
                  <a:pt x="1021" y="869"/>
                </a:lnTo>
                <a:lnTo>
                  <a:pt x="1021" y="868"/>
                </a:lnTo>
                <a:lnTo>
                  <a:pt x="1020" y="867"/>
                </a:lnTo>
                <a:lnTo>
                  <a:pt x="1020" y="866"/>
                </a:lnTo>
                <a:lnTo>
                  <a:pt x="1021" y="865"/>
                </a:lnTo>
                <a:lnTo>
                  <a:pt x="1020" y="865"/>
                </a:lnTo>
                <a:lnTo>
                  <a:pt x="1020" y="863"/>
                </a:lnTo>
                <a:lnTo>
                  <a:pt x="1019" y="862"/>
                </a:lnTo>
                <a:lnTo>
                  <a:pt x="1020" y="861"/>
                </a:lnTo>
                <a:lnTo>
                  <a:pt x="1020" y="860"/>
                </a:lnTo>
                <a:lnTo>
                  <a:pt x="1020" y="861"/>
                </a:lnTo>
                <a:lnTo>
                  <a:pt x="1018" y="860"/>
                </a:lnTo>
                <a:lnTo>
                  <a:pt x="1018" y="859"/>
                </a:lnTo>
                <a:lnTo>
                  <a:pt x="1018" y="858"/>
                </a:lnTo>
                <a:lnTo>
                  <a:pt x="1017" y="858"/>
                </a:lnTo>
                <a:lnTo>
                  <a:pt x="1016" y="857"/>
                </a:lnTo>
                <a:lnTo>
                  <a:pt x="1016" y="855"/>
                </a:lnTo>
                <a:lnTo>
                  <a:pt x="1016" y="854"/>
                </a:lnTo>
                <a:lnTo>
                  <a:pt x="1015" y="854"/>
                </a:lnTo>
                <a:lnTo>
                  <a:pt x="1014" y="853"/>
                </a:lnTo>
                <a:lnTo>
                  <a:pt x="1015" y="852"/>
                </a:lnTo>
                <a:lnTo>
                  <a:pt x="1015" y="851"/>
                </a:lnTo>
                <a:lnTo>
                  <a:pt x="1016" y="851"/>
                </a:lnTo>
                <a:lnTo>
                  <a:pt x="1017" y="851"/>
                </a:lnTo>
                <a:lnTo>
                  <a:pt x="1017" y="850"/>
                </a:lnTo>
                <a:lnTo>
                  <a:pt x="1017" y="849"/>
                </a:lnTo>
                <a:lnTo>
                  <a:pt x="1017" y="848"/>
                </a:lnTo>
                <a:lnTo>
                  <a:pt x="1016" y="847"/>
                </a:lnTo>
                <a:lnTo>
                  <a:pt x="1015" y="846"/>
                </a:lnTo>
                <a:lnTo>
                  <a:pt x="1014" y="845"/>
                </a:lnTo>
                <a:lnTo>
                  <a:pt x="1013" y="845"/>
                </a:lnTo>
                <a:lnTo>
                  <a:pt x="1012" y="843"/>
                </a:lnTo>
                <a:lnTo>
                  <a:pt x="1012" y="842"/>
                </a:lnTo>
                <a:lnTo>
                  <a:pt x="1012" y="840"/>
                </a:lnTo>
                <a:lnTo>
                  <a:pt x="1011" y="840"/>
                </a:lnTo>
                <a:lnTo>
                  <a:pt x="1012" y="839"/>
                </a:lnTo>
                <a:lnTo>
                  <a:pt x="1013" y="839"/>
                </a:lnTo>
                <a:lnTo>
                  <a:pt x="1014" y="839"/>
                </a:lnTo>
                <a:lnTo>
                  <a:pt x="1014" y="838"/>
                </a:lnTo>
                <a:lnTo>
                  <a:pt x="1013" y="837"/>
                </a:lnTo>
                <a:lnTo>
                  <a:pt x="1012" y="837"/>
                </a:lnTo>
                <a:lnTo>
                  <a:pt x="1011" y="836"/>
                </a:lnTo>
                <a:lnTo>
                  <a:pt x="1010" y="836"/>
                </a:lnTo>
                <a:lnTo>
                  <a:pt x="1009" y="835"/>
                </a:lnTo>
                <a:lnTo>
                  <a:pt x="1010" y="835"/>
                </a:lnTo>
                <a:lnTo>
                  <a:pt x="1010" y="834"/>
                </a:lnTo>
                <a:lnTo>
                  <a:pt x="1010" y="833"/>
                </a:lnTo>
                <a:lnTo>
                  <a:pt x="1009" y="833"/>
                </a:lnTo>
                <a:lnTo>
                  <a:pt x="1008" y="833"/>
                </a:lnTo>
                <a:lnTo>
                  <a:pt x="1006" y="833"/>
                </a:lnTo>
                <a:lnTo>
                  <a:pt x="1006" y="832"/>
                </a:lnTo>
                <a:lnTo>
                  <a:pt x="1005" y="831"/>
                </a:lnTo>
                <a:lnTo>
                  <a:pt x="1005" y="830"/>
                </a:lnTo>
                <a:lnTo>
                  <a:pt x="1004" y="830"/>
                </a:lnTo>
                <a:lnTo>
                  <a:pt x="1001" y="828"/>
                </a:lnTo>
                <a:lnTo>
                  <a:pt x="1001" y="827"/>
                </a:lnTo>
                <a:lnTo>
                  <a:pt x="1000" y="826"/>
                </a:lnTo>
                <a:lnTo>
                  <a:pt x="1000" y="825"/>
                </a:lnTo>
                <a:lnTo>
                  <a:pt x="999" y="825"/>
                </a:lnTo>
                <a:lnTo>
                  <a:pt x="999" y="824"/>
                </a:lnTo>
                <a:lnTo>
                  <a:pt x="998" y="823"/>
                </a:lnTo>
                <a:lnTo>
                  <a:pt x="998" y="822"/>
                </a:lnTo>
                <a:lnTo>
                  <a:pt x="999" y="822"/>
                </a:lnTo>
                <a:lnTo>
                  <a:pt x="999" y="821"/>
                </a:lnTo>
                <a:lnTo>
                  <a:pt x="998" y="821"/>
                </a:lnTo>
                <a:lnTo>
                  <a:pt x="998" y="819"/>
                </a:lnTo>
                <a:lnTo>
                  <a:pt x="999" y="818"/>
                </a:lnTo>
                <a:lnTo>
                  <a:pt x="999" y="817"/>
                </a:lnTo>
                <a:lnTo>
                  <a:pt x="1000" y="816"/>
                </a:lnTo>
                <a:lnTo>
                  <a:pt x="1000" y="817"/>
                </a:lnTo>
                <a:lnTo>
                  <a:pt x="1001" y="817"/>
                </a:lnTo>
                <a:lnTo>
                  <a:pt x="1002" y="817"/>
                </a:lnTo>
                <a:lnTo>
                  <a:pt x="1003" y="817"/>
                </a:lnTo>
                <a:lnTo>
                  <a:pt x="1003" y="816"/>
                </a:lnTo>
                <a:lnTo>
                  <a:pt x="1004" y="816"/>
                </a:lnTo>
                <a:lnTo>
                  <a:pt x="1005" y="815"/>
                </a:lnTo>
                <a:lnTo>
                  <a:pt x="1006" y="814"/>
                </a:lnTo>
                <a:lnTo>
                  <a:pt x="1006" y="813"/>
                </a:lnTo>
                <a:lnTo>
                  <a:pt x="1008" y="812"/>
                </a:lnTo>
                <a:lnTo>
                  <a:pt x="1009" y="813"/>
                </a:lnTo>
                <a:lnTo>
                  <a:pt x="1010" y="813"/>
                </a:lnTo>
                <a:lnTo>
                  <a:pt x="1009" y="811"/>
                </a:lnTo>
                <a:lnTo>
                  <a:pt x="1009" y="810"/>
                </a:lnTo>
                <a:lnTo>
                  <a:pt x="1008" y="810"/>
                </a:lnTo>
                <a:lnTo>
                  <a:pt x="1007" y="808"/>
                </a:lnTo>
                <a:lnTo>
                  <a:pt x="1006" y="808"/>
                </a:lnTo>
                <a:lnTo>
                  <a:pt x="1005" y="806"/>
                </a:lnTo>
                <a:lnTo>
                  <a:pt x="1004" y="805"/>
                </a:lnTo>
                <a:lnTo>
                  <a:pt x="1003" y="804"/>
                </a:lnTo>
                <a:lnTo>
                  <a:pt x="1003" y="803"/>
                </a:lnTo>
                <a:lnTo>
                  <a:pt x="1003" y="802"/>
                </a:lnTo>
                <a:lnTo>
                  <a:pt x="1002" y="802"/>
                </a:lnTo>
                <a:lnTo>
                  <a:pt x="1001" y="802"/>
                </a:lnTo>
                <a:lnTo>
                  <a:pt x="1001" y="801"/>
                </a:lnTo>
                <a:lnTo>
                  <a:pt x="1000" y="800"/>
                </a:lnTo>
                <a:lnTo>
                  <a:pt x="999" y="800"/>
                </a:lnTo>
                <a:lnTo>
                  <a:pt x="997" y="800"/>
                </a:lnTo>
                <a:lnTo>
                  <a:pt x="997" y="799"/>
                </a:lnTo>
                <a:lnTo>
                  <a:pt x="997" y="798"/>
                </a:lnTo>
                <a:lnTo>
                  <a:pt x="996" y="798"/>
                </a:lnTo>
                <a:lnTo>
                  <a:pt x="996" y="797"/>
                </a:lnTo>
                <a:lnTo>
                  <a:pt x="995" y="796"/>
                </a:lnTo>
                <a:lnTo>
                  <a:pt x="995" y="795"/>
                </a:lnTo>
                <a:lnTo>
                  <a:pt x="995" y="794"/>
                </a:lnTo>
                <a:lnTo>
                  <a:pt x="995" y="793"/>
                </a:lnTo>
                <a:lnTo>
                  <a:pt x="994" y="792"/>
                </a:lnTo>
                <a:lnTo>
                  <a:pt x="993" y="792"/>
                </a:lnTo>
                <a:lnTo>
                  <a:pt x="992" y="792"/>
                </a:lnTo>
                <a:lnTo>
                  <a:pt x="991" y="792"/>
                </a:lnTo>
                <a:lnTo>
                  <a:pt x="991" y="791"/>
                </a:lnTo>
                <a:lnTo>
                  <a:pt x="991" y="790"/>
                </a:lnTo>
                <a:lnTo>
                  <a:pt x="990" y="790"/>
                </a:lnTo>
                <a:lnTo>
                  <a:pt x="989" y="790"/>
                </a:lnTo>
                <a:lnTo>
                  <a:pt x="989" y="789"/>
                </a:lnTo>
                <a:lnTo>
                  <a:pt x="988" y="789"/>
                </a:lnTo>
                <a:lnTo>
                  <a:pt x="989" y="789"/>
                </a:lnTo>
                <a:lnTo>
                  <a:pt x="989" y="788"/>
                </a:lnTo>
                <a:lnTo>
                  <a:pt x="988" y="788"/>
                </a:lnTo>
                <a:lnTo>
                  <a:pt x="987" y="788"/>
                </a:lnTo>
                <a:lnTo>
                  <a:pt x="986" y="788"/>
                </a:lnTo>
                <a:lnTo>
                  <a:pt x="985" y="788"/>
                </a:lnTo>
                <a:lnTo>
                  <a:pt x="985" y="787"/>
                </a:lnTo>
                <a:lnTo>
                  <a:pt x="984" y="787"/>
                </a:lnTo>
                <a:lnTo>
                  <a:pt x="984" y="786"/>
                </a:lnTo>
                <a:lnTo>
                  <a:pt x="985" y="786"/>
                </a:lnTo>
                <a:lnTo>
                  <a:pt x="985" y="785"/>
                </a:lnTo>
                <a:lnTo>
                  <a:pt x="986" y="784"/>
                </a:lnTo>
                <a:lnTo>
                  <a:pt x="985" y="784"/>
                </a:lnTo>
                <a:lnTo>
                  <a:pt x="986" y="783"/>
                </a:lnTo>
                <a:lnTo>
                  <a:pt x="987" y="782"/>
                </a:lnTo>
                <a:lnTo>
                  <a:pt x="988" y="781"/>
                </a:lnTo>
                <a:lnTo>
                  <a:pt x="989" y="780"/>
                </a:lnTo>
                <a:lnTo>
                  <a:pt x="990" y="780"/>
                </a:lnTo>
                <a:lnTo>
                  <a:pt x="990" y="779"/>
                </a:lnTo>
                <a:lnTo>
                  <a:pt x="989" y="778"/>
                </a:lnTo>
                <a:lnTo>
                  <a:pt x="989" y="777"/>
                </a:lnTo>
                <a:lnTo>
                  <a:pt x="988" y="777"/>
                </a:lnTo>
                <a:lnTo>
                  <a:pt x="988" y="776"/>
                </a:lnTo>
                <a:lnTo>
                  <a:pt x="989" y="776"/>
                </a:lnTo>
                <a:lnTo>
                  <a:pt x="989" y="775"/>
                </a:lnTo>
                <a:lnTo>
                  <a:pt x="988" y="774"/>
                </a:lnTo>
                <a:lnTo>
                  <a:pt x="988" y="773"/>
                </a:lnTo>
                <a:lnTo>
                  <a:pt x="988" y="772"/>
                </a:lnTo>
                <a:lnTo>
                  <a:pt x="989" y="771"/>
                </a:lnTo>
                <a:lnTo>
                  <a:pt x="990" y="770"/>
                </a:lnTo>
                <a:lnTo>
                  <a:pt x="991" y="770"/>
                </a:lnTo>
                <a:lnTo>
                  <a:pt x="991" y="771"/>
                </a:lnTo>
                <a:lnTo>
                  <a:pt x="992" y="771"/>
                </a:lnTo>
                <a:lnTo>
                  <a:pt x="993" y="771"/>
                </a:lnTo>
                <a:lnTo>
                  <a:pt x="994" y="770"/>
                </a:lnTo>
                <a:lnTo>
                  <a:pt x="996" y="770"/>
                </a:lnTo>
                <a:lnTo>
                  <a:pt x="997" y="770"/>
                </a:lnTo>
                <a:lnTo>
                  <a:pt x="997" y="769"/>
                </a:lnTo>
                <a:lnTo>
                  <a:pt x="998" y="769"/>
                </a:lnTo>
                <a:lnTo>
                  <a:pt x="999" y="769"/>
                </a:lnTo>
                <a:lnTo>
                  <a:pt x="1000" y="769"/>
                </a:lnTo>
                <a:lnTo>
                  <a:pt x="1001" y="769"/>
                </a:lnTo>
                <a:lnTo>
                  <a:pt x="1002" y="769"/>
                </a:lnTo>
                <a:lnTo>
                  <a:pt x="1003" y="769"/>
                </a:lnTo>
                <a:lnTo>
                  <a:pt x="1004" y="769"/>
                </a:lnTo>
                <a:lnTo>
                  <a:pt x="1003" y="768"/>
                </a:lnTo>
                <a:lnTo>
                  <a:pt x="1003" y="767"/>
                </a:lnTo>
                <a:lnTo>
                  <a:pt x="1002" y="765"/>
                </a:lnTo>
                <a:lnTo>
                  <a:pt x="1002" y="764"/>
                </a:lnTo>
                <a:lnTo>
                  <a:pt x="1000" y="763"/>
                </a:lnTo>
                <a:lnTo>
                  <a:pt x="1000" y="761"/>
                </a:lnTo>
                <a:lnTo>
                  <a:pt x="1000" y="760"/>
                </a:lnTo>
                <a:lnTo>
                  <a:pt x="999" y="759"/>
                </a:lnTo>
                <a:lnTo>
                  <a:pt x="999" y="760"/>
                </a:lnTo>
                <a:lnTo>
                  <a:pt x="998" y="760"/>
                </a:lnTo>
                <a:lnTo>
                  <a:pt x="997" y="760"/>
                </a:lnTo>
                <a:lnTo>
                  <a:pt x="996" y="759"/>
                </a:lnTo>
                <a:lnTo>
                  <a:pt x="996" y="758"/>
                </a:lnTo>
                <a:lnTo>
                  <a:pt x="996" y="757"/>
                </a:lnTo>
                <a:lnTo>
                  <a:pt x="995" y="757"/>
                </a:lnTo>
                <a:lnTo>
                  <a:pt x="994" y="756"/>
                </a:lnTo>
                <a:lnTo>
                  <a:pt x="994" y="755"/>
                </a:lnTo>
                <a:lnTo>
                  <a:pt x="993" y="755"/>
                </a:lnTo>
                <a:lnTo>
                  <a:pt x="992" y="754"/>
                </a:lnTo>
                <a:lnTo>
                  <a:pt x="991" y="754"/>
                </a:lnTo>
                <a:lnTo>
                  <a:pt x="990" y="754"/>
                </a:lnTo>
                <a:lnTo>
                  <a:pt x="989" y="753"/>
                </a:lnTo>
                <a:lnTo>
                  <a:pt x="988" y="753"/>
                </a:lnTo>
                <a:lnTo>
                  <a:pt x="988" y="752"/>
                </a:lnTo>
                <a:lnTo>
                  <a:pt x="988" y="751"/>
                </a:lnTo>
                <a:lnTo>
                  <a:pt x="987" y="751"/>
                </a:lnTo>
                <a:lnTo>
                  <a:pt x="987" y="750"/>
                </a:lnTo>
                <a:lnTo>
                  <a:pt x="986" y="750"/>
                </a:lnTo>
                <a:lnTo>
                  <a:pt x="985" y="749"/>
                </a:lnTo>
                <a:lnTo>
                  <a:pt x="985" y="748"/>
                </a:lnTo>
                <a:lnTo>
                  <a:pt x="985" y="747"/>
                </a:lnTo>
                <a:lnTo>
                  <a:pt x="984" y="746"/>
                </a:lnTo>
                <a:lnTo>
                  <a:pt x="983" y="745"/>
                </a:lnTo>
                <a:lnTo>
                  <a:pt x="982" y="744"/>
                </a:lnTo>
                <a:lnTo>
                  <a:pt x="982" y="743"/>
                </a:lnTo>
                <a:lnTo>
                  <a:pt x="982" y="742"/>
                </a:lnTo>
                <a:lnTo>
                  <a:pt x="983" y="742"/>
                </a:lnTo>
                <a:lnTo>
                  <a:pt x="982" y="742"/>
                </a:lnTo>
                <a:lnTo>
                  <a:pt x="982" y="741"/>
                </a:lnTo>
                <a:lnTo>
                  <a:pt x="981" y="741"/>
                </a:lnTo>
                <a:lnTo>
                  <a:pt x="980" y="741"/>
                </a:lnTo>
                <a:lnTo>
                  <a:pt x="980" y="740"/>
                </a:lnTo>
                <a:lnTo>
                  <a:pt x="979" y="740"/>
                </a:lnTo>
                <a:lnTo>
                  <a:pt x="978" y="740"/>
                </a:lnTo>
                <a:lnTo>
                  <a:pt x="977" y="739"/>
                </a:lnTo>
                <a:lnTo>
                  <a:pt x="976" y="739"/>
                </a:lnTo>
                <a:lnTo>
                  <a:pt x="974" y="737"/>
                </a:lnTo>
                <a:lnTo>
                  <a:pt x="974" y="736"/>
                </a:lnTo>
                <a:lnTo>
                  <a:pt x="973" y="736"/>
                </a:lnTo>
                <a:lnTo>
                  <a:pt x="972" y="735"/>
                </a:lnTo>
                <a:lnTo>
                  <a:pt x="971" y="735"/>
                </a:lnTo>
                <a:lnTo>
                  <a:pt x="970" y="733"/>
                </a:lnTo>
                <a:lnTo>
                  <a:pt x="970" y="732"/>
                </a:lnTo>
                <a:lnTo>
                  <a:pt x="970" y="731"/>
                </a:lnTo>
                <a:lnTo>
                  <a:pt x="970" y="730"/>
                </a:lnTo>
                <a:lnTo>
                  <a:pt x="968" y="730"/>
                </a:lnTo>
                <a:lnTo>
                  <a:pt x="967" y="730"/>
                </a:lnTo>
                <a:lnTo>
                  <a:pt x="966" y="730"/>
                </a:lnTo>
                <a:lnTo>
                  <a:pt x="966" y="729"/>
                </a:lnTo>
                <a:lnTo>
                  <a:pt x="965" y="729"/>
                </a:lnTo>
                <a:lnTo>
                  <a:pt x="965" y="728"/>
                </a:lnTo>
                <a:lnTo>
                  <a:pt x="964" y="728"/>
                </a:lnTo>
                <a:lnTo>
                  <a:pt x="964" y="727"/>
                </a:lnTo>
                <a:lnTo>
                  <a:pt x="963" y="727"/>
                </a:lnTo>
                <a:lnTo>
                  <a:pt x="962" y="727"/>
                </a:lnTo>
                <a:lnTo>
                  <a:pt x="960" y="727"/>
                </a:lnTo>
                <a:lnTo>
                  <a:pt x="959" y="726"/>
                </a:lnTo>
                <a:lnTo>
                  <a:pt x="959" y="725"/>
                </a:lnTo>
                <a:lnTo>
                  <a:pt x="959" y="724"/>
                </a:lnTo>
                <a:lnTo>
                  <a:pt x="959" y="723"/>
                </a:lnTo>
                <a:lnTo>
                  <a:pt x="958" y="722"/>
                </a:lnTo>
                <a:lnTo>
                  <a:pt x="958" y="721"/>
                </a:lnTo>
                <a:lnTo>
                  <a:pt x="957" y="721"/>
                </a:lnTo>
                <a:lnTo>
                  <a:pt x="956" y="720"/>
                </a:lnTo>
                <a:lnTo>
                  <a:pt x="955" y="720"/>
                </a:lnTo>
                <a:lnTo>
                  <a:pt x="955" y="719"/>
                </a:lnTo>
                <a:lnTo>
                  <a:pt x="954" y="719"/>
                </a:lnTo>
                <a:lnTo>
                  <a:pt x="953" y="718"/>
                </a:lnTo>
                <a:lnTo>
                  <a:pt x="952" y="718"/>
                </a:lnTo>
                <a:lnTo>
                  <a:pt x="951" y="718"/>
                </a:lnTo>
                <a:lnTo>
                  <a:pt x="951" y="717"/>
                </a:lnTo>
                <a:lnTo>
                  <a:pt x="952" y="715"/>
                </a:lnTo>
                <a:lnTo>
                  <a:pt x="952" y="714"/>
                </a:lnTo>
                <a:lnTo>
                  <a:pt x="953" y="714"/>
                </a:lnTo>
                <a:lnTo>
                  <a:pt x="952" y="713"/>
                </a:lnTo>
                <a:lnTo>
                  <a:pt x="952" y="712"/>
                </a:lnTo>
                <a:lnTo>
                  <a:pt x="953" y="711"/>
                </a:lnTo>
                <a:lnTo>
                  <a:pt x="953" y="710"/>
                </a:lnTo>
                <a:lnTo>
                  <a:pt x="954" y="710"/>
                </a:lnTo>
                <a:lnTo>
                  <a:pt x="953" y="710"/>
                </a:lnTo>
                <a:lnTo>
                  <a:pt x="953" y="709"/>
                </a:lnTo>
                <a:lnTo>
                  <a:pt x="952" y="708"/>
                </a:lnTo>
                <a:lnTo>
                  <a:pt x="951" y="708"/>
                </a:lnTo>
                <a:lnTo>
                  <a:pt x="951" y="706"/>
                </a:lnTo>
                <a:lnTo>
                  <a:pt x="950" y="705"/>
                </a:lnTo>
                <a:lnTo>
                  <a:pt x="948" y="705"/>
                </a:lnTo>
                <a:lnTo>
                  <a:pt x="947" y="704"/>
                </a:lnTo>
                <a:lnTo>
                  <a:pt x="947" y="702"/>
                </a:lnTo>
                <a:lnTo>
                  <a:pt x="946" y="701"/>
                </a:lnTo>
                <a:lnTo>
                  <a:pt x="945" y="700"/>
                </a:lnTo>
                <a:lnTo>
                  <a:pt x="944" y="699"/>
                </a:lnTo>
                <a:lnTo>
                  <a:pt x="945" y="698"/>
                </a:lnTo>
                <a:lnTo>
                  <a:pt x="945" y="697"/>
                </a:lnTo>
                <a:lnTo>
                  <a:pt x="946" y="696"/>
                </a:lnTo>
                <a:lnTo>
                  <a:pt x="946" y="695"/>
                </a:lnTo>
                <a:lnTo>
                  <a:pt x="945" y="695"/>
                </a:lnTo>
                <a:lnTo>
                  <a:pt x="944" y="694"/>
                </a:lnTo>
                <a:lnTo>
                  <a:pt x="944" y="693"/>
                </a:lnTo>
                <a:lnTo>
                  <a:pt x="944" y="692"/>
                </a:lnTo>
                <a:lnTo>
                  <a:pt x="945" y="692"/>
                </a:lnTo>
                <a:lnTo>
                  <a:pt x="945" y="691"/>
                </a:lnTo>
                <a:lnTo>
                  <a:pt x="944" y="691"/>
                </a:lnTo>
                <a:lnTo>
                  <a:pt x="943" y="690"/>
                </a:lnTo>
                <a:lnTo>
                  <a:pt x="943" y="689"/>
                </a:lnTo>
                <a:lnTo>
                  <a:pt x="943" y="688"/>
                </a:lnTo>
                <a:lnTo>
                  <a:pt x="942" y="688"/>
                </a:lnTo>
                <a:lnTo>
                  <a:pt x="941" y="687"/>
                </a:lnTo>
                <a:lnTo>
                  <a:pt x="941" y="686"/>
                </a:lnTo>
                <a:lnTo>
                  <a:pt x="940" y="686"/>
                </a:lnTo>
                <a:lnTo>
                  <a:pt x="938" y="686"/>
                </a:lnTo>
                <a:lnTo>
                  <a:pt x="937" y="686"/>
                </a:lnTo>
                <a:lnTo>
                  <a:pt x="937" y="685"/>
                </a:lnTo>
                <a:lnTo>
                  <a:pt x="936" y="685"/>
                </a:lnTo>
                <a:lnTo>
                  <a:pt x="936" y="686"/>
                </a:lnTo>
                <a:lnTo>
                  <a:pt x="935" y="686"/>
                </a:lnTo>
                <a:lnTo>
                  <a:pt x="934" y="686"/>
                </a:lnTo>
                <a:lnTo>
                  <a:pt x="934" y="687"/>
                </a:lnTo>
                <a:lnTo>
                  <a:pt x="933" y="687"/>
                </a:lnTo>
                <a:lnTo>
                  <a:pt x="933" y="688"/>
                </a:lnTo>
                <a:lnTo>
                  <a:pt x="932" y="688"/>
                </a:lnTo>
                <a:lnTo>
                  <a:pt x="932" y="689"/>
                </a:lnTo>
                <a:lnTo>
                  <a:pt x="931" y="689"/>
                </a:lnTo>
                <a:lnTo>
                  <a:pt x="930" y="689"/>
                </a:lnTo>
                <a:lnTo>
                  <a:pt x="929" y="690"/>
                </a:lnTo>
                <a:lnTo>
                  <a:pt x="929" y="691"/>
                </a:lnTo>
                <a:lnTo>
                  <a:pt x="928" y="691"/>
                </a:lnTo>
                <a:lnTo>
                  <a:pt x="928" y="692"/>
                </a:lnTo>
                <a:lnTo>
                  <a:pt x="928" y="693"/>
                </a:lnTo>
                <a:lnTo>
                  <a:pt x="927" y="693"/>
                </a:lnTo>
                <a:lnTo>
                  <a:pt x="927" y="694"/>
                </a:lnTo>
                <a:lnTo>
                  <a:pt x="926" y="693"/>
                </a:lnTo>
                <a:lnTo>
                  <a:pt x="926" y="694"/>
                </a:lnTo>
                <a:lnTo>
                  <a:pt x="925" y="694"/>
                </a:lnTo>
                <a:lnTo>
                  <a:pt x="924" y="694"/>
                </a:lnTo>
                <a:lnTo>
                  <a:pt x="924" y="695"/>
                </a:lnTo>
                <a:lnTo>
                  <a:pt x="923" y="695"/>
                </a:lnTo>
                <a:lnTo>
                  <a:pt x="922" y="695"/>
                </a:lnTo>
                <a:lnTo>
                  <a:pt x="922" y="694"/>
                </a:lnTo>
                <a:lnTo>
                  <a:pt x="922" y="693"/>
                </a:lnTo>
                <a:lnTo>
                  <a:pt x="922" y="692"/>
                </a:lnTo>
                <a:lnTo>
                  <a:pt x="922" y="691"/>
                </a:lnTo>
                <a:lnTo>
                  <a:pt x="921" y="691"/>
                </a:lnTo>
                <a:lnTo>
                  <a:pt x="921" y="690"/>
                </a:lnTo>
                <a:lnTo>
                  <a:pt x="920" y="690"/>
                </a:lnTo>
                <a:lnTo>
                  <a:pt x="920" y="689"/>
                </a:lnTo>
                <a:lnTo>
                  <a:pt x="919" y="689"/>
                </a:lnTo>
                <a:lnTo>
                  <a:pt x="918" y="689"/>
                </a:lnTo>
                <a:lnTo>
                  <a:pt x="918" y="688"/>
                </a:lnTo>
                <a:lnTo>
                  <a:pt x="917" y="688"/>
                </a:lnTo>
                <a:lnTo>
                  <a:pt x="916" y="688"/>
                </a:lnTo>
                <a:lnTo>
                  <a:pt x="915" y="688"/>
                </a:lnTo>
                <a:lnTo>
                  <a:pt x="915" y="687"/>
                </a:lnTo>
                <a:lnTo>
                  <a:pt x="914" y="687"/>
                </a:lnTo>
                <a:lnTo>
                  <a:pt x="913" y="687"/>
                </a:lnTo>
                <a:lnTo>
                  <a:pt x="913" y="686"/>
                </a:lnTo>
                <a:lnTo>
                  <a:pt x="912" y="686"/>
                </a:lnTo>
                <a:lnTo>
                  <a:pt x="911" y="686"/>
                </a:lnTo>
                <a:lnTo>
                  <a:pt x="911" y="685"/>
                </a:lnTo>
                <a:lnTo>
                  <a:pt x="910" y="685"/>
                </a:lnTo>
                <a:lnTo>
                  <a:pt x="909" y="685"/>
                </a:lnTo>
                <a:lnTo>
                  <a:pt x="908" y="685"/>
                </a:lnTo>
                <a:lnTo>
                  <a:pt x="907" y="684"/>
                </a:lnTo>
                <a:lnTo>
                  <a:pt x="907" y="683"/>
                </a:lnTo>
                <a:lnTo>
                  <a:pt x="907" y="682"/>
                </a:lnTo>
                <a:lnTo>
                  <a:pt x="908" y="682"/>
                </a:lnTo>
                <a:lnTo>
                  <a:pt x="908" y="681"/>
                </a:lnTo>
                <a:lnTo>
                  <a:pt x="908" y="680"/>
                </a:lnTo>
                <a:lnTo>
                  <a:pt x="907" y="679"/>
                </a:lnTo>
                <a:lnTo>
                  <a:pt x="906" y="679"/>
                </a:lnTo>
                <a:lnTo>
                  <a:pt x="906" y="678"/>
                </a:lnTo>
                <a:lnTo>
                  <a:pt x="905" y="678"/>
                </a:lnTo>
                <a:lnTo>
                  <a:pt x="905" y="677"/>
                </a:lnTo>
                <a:lnTo>
                  <a:pt x="905" y="676"/>
                </a:lnTo>
                <a:lnTo>
                  <a:pt x="904" y="676"/>
                </a:lnTo>
                <a:lnTo>
                  <a:pt x="904" y="675"/>
                </a:lnTo>
                <a:lnTo>
                  <a:pt x="904" y="674"/>
                </a:lnTo>
                <a:lnTo>
                  <a:pt x="902" y="674"/>
                </a:lnTo>
                <a:lnTo>
                  <a:pt x="904" y="674"/>
                </a:lnTo>
                <a:lnTo>
                  <a:pt x="902" y="674"/>
                </a:lnTo>
                <a:lnTo>
                  <a:pt x="902" y="673"/>
                </a:lnTo>
                <a:lnTo>
                  <a:pt x="901" y="673"/>
                </a:lnTo>
                <a:lnTo>
                  <a:pt x="901" y="672"/>
                </a:lnTo>
                <a:lnTo>
                  <a:pt x="900" y="672"/>
                </a:lnTo>
                <a:lnTo>
                  <a:pt x="900" y="671"/>
                </a:lnTo>
                <a:lnTo>
                  <a:pt x="899" y="671"/>
                </a:lnTo>
                <a:lnTo>
                  <a:pt x="899" y="670"/>
                </a:lnTo>
                <a:lnTo>
                  <a:pt x="898" y="670"/>
                </a:lnTo>
                <a:lnTo>
                  <a:pt x="897" y="670"/>
                </a:lnTo>
                <a:lnTo>
                  <a:pt x="896" y="670"/>
                </a:lnTo>
                <a:lnTo>
                  <a:pt x="895" y="670"/>
                </a:lnTo>
                <a:lnTo>
                  <a:pt x="895" y="669"/>
                </a:lnTo>
                <a:lnTo>
                  <a:pt x="894" y="669"/>
                </a:lnTo>
                <a:lnTo>
                  <a:pt x="893" y="669"/>
                </a:lnTo>
                <a:lnTo>
                  <a:pt x="893" y="668"/>
                </a:lnTo>
                <a:lnTo>
                  <a:pt x="892" y="668"/>
                </a:lnTo>
                <a:lnTo>
                  <a:pt x="892" y="667"/>
                </a:lnTo>
                <a:lnTo>
                  <a:pt x="891" y="667"/>
                </a:lnTo>
                <a:lnTo>
                  <a:pt x="890" y="667"/>
                </a:lnTo>
                <a:lnTo>
                  <a:pt x="889" y="667"/>
                </a:lnTo>
                <a:lnTo>
                  <a:pt x="889" y="668"/>
                </a:lnTo>
                <a:lnTo>
                  <a:pt x="889" y="667"/>
                </a:lnTo>
                <a:lnTo>
                  <a:pt x="888" y="667"/>
                </a:lnTo>
                <a:lnTo>
                  <a:pt x="887" y="667"/>
                </a:lnTo>
                <a:lnTo>
                  <a:pt x="887" y="666"/>
                </a:lnTo>
                <a:lnTo>
                  <a:pt x="886" y="666"/>
                </a:lnTo>
                <a:lnTo>
                  <a:pt x="885" y="666"/>
                </a:lnTo>
                <a:lnTo>
                  <a:pt x="884" y="666"/>
                </a:lnTo>
                <a:lnTo>
                  <a:pt x="884" y="667"/>
                </a:lnTo>
                <a:lnTo>
                  <a:pt x="883" y="668"/>
                </a:lnTo>
                <a:lnTo>
                  <a:pt x="882" y="668"/>
                </a:lnTo>
                <a:lnTo>
                  <a:pt x="882" y="669"/>
                </a:lnTo>
                <a:lnTo>
                  <a:pt x="881" y="669"/>
                </a:lnTo>
                <a:lnTo>
                  <a:pt x="881" y="670"/>
                </a:lnTo>
                <a:lnTo>
                  <a:pt x="880" y="670"/>
                </a:lnTo>
                <a:lnTo>
                  <a:pt x="880" y="671"/>
                </a:lnTo>
                <a:lnTo>
                  <a:pt x="880" y="670"/>
                </a:lnTo>
                <a:lnTo>
                  <a:pt x="879" y="671"/>
                </a:lnTo>
                <a:lnTo>
                  <a:pt x="878" y="671"/>
                </a:lnTo>
                <a:lnTo>
                  <a:pt x="878" y="672"/>
                </a:lnTo>
                <a:lnTo>
                  <a:pt x="878" y="673"/>
                </a:lnTo>
                <a:lnTo>
                  <a:pt x="878" y="674"/>
                </a:lnTo>
                <a:lnTo>
                  <a:pt x="877" y="674"/>
                </a:lnTo>
                <a:lnTo>
                  <a:pt x="877" y="675"/>
                </a:lnTo>
                <a:lnTo>
                  <a:pt x="876" y="675"/>
                </a:lnTo>
                <a:lnTo>
                  <a:pt x="875" y="675"/>
                </a:lnTo>
                <a:lnTo>
                  <a:pt x="875" y="674"/>
                </a:lnTo>
                <a:lnTo>
                  <a:pt x="874" y="673"/>
                </a:lnTo>
                <a:lnTo>
                  <a:pt x="873" y="673"/>
                </a:lnTo>
                <a:lnTo>
                  <a:pt x="872" y="673"/>
                </a:lnTo>
                <a:lnTo>
                  <a:pt x="872" y="672"/>
                </a:lnTo>
                <a:lnTo>
                  <a:pt x="872" y="673"/>
                </a:lnTo>
                <a:lnTo>
                  <a:pt x="872" y="672"/>
                </a:lnTo>
                <a:lnTo>
                  <a:pt x="871" y="672"/>
                </a:lnTo>
                <a:lnTo>
                  <a:pt x="871" y="671"/>
                </a:lnTo>
                <a:lnTo>
                  <a:pt x="870" y="671"/>
                </a:lnTo>
                <a:lnTo>
                  <a:pt x="870" y="670"/>
                </a:lnTo>
                <a:lnTo>
                  <a:pt x="869" y="670"/>
                </a:lnTo>
                <a:lnTo>
                  <a:pt x="869" y="669"/>
                </a:lnTo>
                <a:lnTo>
                  <a:pt x="868" y="669"/>
                </a:lnTo>
                <a:lnTo>
                  <a:pt x="867" y="669"/>
                </a:lnTo>
                <a:lnTo>
                  <a:pt x="867" y="670"/>
                </a:lnTo>
                <a:lnTo>
                  <a:pt x="867" y="669"/>
                </a:lnTo>
                <a:lnTo>
                  <a:pt x="866" y="669"/>
                </a:lnTo>
                <a:lnTo>
                  <a:pt x="865" y="669"/>
                </a:lnTo>
                <a:lnTo>
                  <a:pt x="865" y="668"/>
                </a:lnTo>
                <a:lnTo>
                  <a:pt x="864" y="668"/>
                </a:lnTo>
                <a:lnTo>
                  <a:pt x="863" y="668"/>
                </a:lnTo>
                <a:lnTo>
                  <a:pt x="862" y="668"/>
                </a:lnTo>
                <a:lnTo>
                  <a:pt x="862" y="667"/>
                </a:lnTo>
                <a:lnTo>
                  <a:pt x="861" y="667"/>
                </a:lnTo>
                <a:lnTo>
                  <a:pt x="860" y="667"/>
                </a:lnTo>
                <a:lnTo>
                  <a:pt x="860" y="666"/>
                </a:lnTo>
                <a:lnTo>
                  <a:pt x="859" y="666"/>
                </a:lnTo>
                <a:lnTo>
                  <a:pt x="859" y="665"/>
                </a:lnTo>
                <a:lnTo>
                  <a:pt x="858" y="665"/>
                </a:lnTo>
                <a:lnTo>
                  <a:pt x="858" y="666"/>
                </a:lnTo>
                <a:lnTo>
                  <a:pt x="858" y="665"/>
                </a:lnTo>
                <a:lnTo>
                  <a:pt x="858" y="664"/>
                </a:lnTo>
                <a:lnTo>
                  <a:pt x="857" y="664"/>
                </a:lnTo>
                <a:lnTo>
                  <a:pt x="857" y="665"/>
                </a:lnTo>
                <a:lnTo>
                  <a:pt x="857" y="664"/>
                </a:lnTo>
                <a:lnTo>
                  <a:pt x="856" y="664"/>
                </a:lnTo>
                <a:lnTo>
                  <a:pt x="856" y="663"/>
                </a:lnTo>
                <a:lnTo>
                  <a:pt x="856" y="661"/>
                </a:lnTo>
                <a:lnTo>
                  <a:pt x="856" y="660"/>
                </a:lnTo>
                <a:lnTo>
                  <a:pt x="855" y="660"/>
                </a:lnTo>
                <a:lnTo>
                  <a:pt x="855" y="659"/>
                </a:lnTo>
                <a:lnTo>
                  <a:pt x="854" y="659"/>
                </a:lnTo>
                <a:lnTo>
                  <a:pt x="854" y="658"/>
                </a:lnTo>
                <a:lnTo>
                  <a:pt x="853" y="658"/>
                </a:lnTo>
                <a:lnTo>
                  <a:pt x="852" y="658"/>
                </a:lnTo>
                <a:lnTo>
                  <a:pt x="852" y="657"/>
                </a:lnTo>
                <a:lnTo>
                  <a:pt x="852" y="656"/>
                </a:lnTo>
                <a:lnTo>
                  <a:pt x="852" y="655"/>
                </a:lnTo>
                <a:lnTo>
                  <a:pt x="852" y="654"/>
                </a:lnTo>
                <a:lnTo>
                  <a:pt x="851" y="654"/>
                </a:lnTo>
                <a:lnTo>
                  <a:pt x="850" y="655"/>
                </a:lnTo>
                <a:lnTo>
                  <a:pt x="850" y="654"/>
                </a:lnTo>
                <a:lnTo>
                  <a:pt x="849" y="654"/>
                </a:lnTo>
                <a:lnTo>
                  <a:pt x="848" y="654"/>
                </a:lnTo>
                <a:lnTo>
                  <a:pt x="848" y="653"/>
                </a:lnTo>
                <a:lnTo>
                  <a:pt x="847" y="653"/>
                </a:lnTo>
                <a:lnTo>
                  <a:pt x="847" y="652"/>
                </a:lnTo>
                <a:lnTo>
                  <a:pt x="846" y="652"/>
                </a:lnTo>
                <a:lnTo>
                  <a:pt x="846" y="651"/>
                </a:lnTo>
                <a:lnTo>
                  <a:pt x="845" y="651"/>
                </a:lnTo>
                <a:lnTo>
                  <a:pt x="845" y="650"/>
                </a:lnTo>
                <a:lnTo>
                  <a:pt x="844" y="650"/>
                </a:lnTo>
                <a:lnTo>
                  <a:pt x="843" y="650"/>
                </a:lnTo>
                <a:lnTo>
                  <a:pt x="843" y="649"/>
                </a:lnTo>
                <a:lnTo>
                  <a:pt x="842" y="649"/>
                </a:lnTo>
                <a:lnTo>
                  <a:pt x="842" y="648"/>
                </a:lnTo>
                <a:lnTo>
                  <a:pt x="841" y="648"/>
                </a:lnTo>
                <a:lnTo>
                  <a:pt x="841" y="647"/>
                </a:lnTo>
                <a:lnTo>
                  <a:pt x="840" y="647"/>
                </a:lnTo>
                <a:lnTo>
                  <a:pt x="840" y="646"/>
                </a:lnTo>
                <a:lnTo>
                  <a:pt x="839" y="646"/>
                </a:lnTo>
                <a:lnTo>
                  <a:pt x="839" y="645"/>
                </a:lnTo>
                <a:lnTo>
                  <a:pt x="838" y="645"/>
                </a:lnTo>
                <a:lnTo>
                  <a:pt x="837" y="645"/>
                </a:lnTo>
                <a:lnTo>
                  <a:pt x="837" y="646"/>
                </a:lnTo>
                <a:lnTo>
                  <a:pt x="837" y="645"/>
                </a:lnTo>
                <a:lnTo>
                  <a:pt x="837" y="646"/>
                </a:lnTo>
                <a:lnTo>
                  <a:pt x="836" y="646"/>
                </a:lnTo>
                <a:lnTo>
                  <a:pt x="835" y="645"/>
                </a:lnTo>
                <a:lnTo>
                  <a:pt x="834" y="645"/>
                </a:lnTo>
                <a:lnTo>
                  <a:pt x="834" y="646"/>
                </a:lnTo>
                <a:lnTo>
                  <a:pt x="833" y="646"/>
                </a:lnTo>
                <a:lnTo>
                  <a:pt x="832" y="645"/>
                </a:lnTo>
                <a:lnTo>
                  <a:pt x="831" y="644"/>
                </a:lnTo>
                <a:lnTo>
                  <a:pt x="831" y="643"/>
                </a:lnTo>
                <a:lnTo>
                  <a:pt x="831" y="642"/>
                </a:lnTo>
                <a:lnTo>
                  <a:pt x="831" y="641"/>
                </a:lnTo>
                <a:lnTo>
                  <a:pt x="831" y="640"/>
                </a:lnTo>
                <a:lnTo>
                  <a:pt x="831" y="639"/>
                </a:lnTo>
                <a:lnTo>
                  <a:pt x="831" y="638"/>
                </a:lnTo>
                <a:lnTo>
                  <a:pt x="832" y="638"/>
                </a:lnTo>
                <a:lnTo>
                  <a:pt x="832" y="637"/>
                </a:lnTo>
                <a:lnTo>
                  <a:pt x="833" y="636"/>
                </a:lnTo>
                <a:lnTo>
                  <a:pt x="833" y="635"/>
                </a:lnTo>
                <a:lnTo>
                  <a:pt x="834" y="635"/>
                </a:lnTo>
                <a:lnTo>
                  <a:pt x="834" y="634"/>
                </a:lnTo>
                <a:lnTo>
                  <a:pt x="834" y="633"/>
                </a:lnTo>
                <a:lnTo>
                  <a:pt x="834" y="631"/>
                </a:lnTo>
                <a:lnTo>
                  <a:pt x="834" y="630"/>
                </a:lnTo>
                <a:lnTo>
                  <a:pt x="834" y="629"/>
                </a:lnTo>
                <a:lnTo>
                  <a:pt x="835" y="628"/>
                </a:lnTo>
                <a:lnTo>
                  <a:pt x="835" y="627"/>
                </a:lnTo>
                <a:lnTo>
                  <a:pt x="836" y="627"/>
                </a:lnTo>
                <a:lnTo>
                  <a:pt x="836" y="626"/>
                </a:lnTo>
                <a:lnTo>
                  <a:pt x="836" y="625"/>
                </a:lnTo>
                <a:lnTo>
                  <a:pt x="836" y="624"/>
                </a:lnTo>
                <a:lnTo>
                  <a:pt x="835" y="624"/>
                </a:lnTo>
                <a:lnTo>
                  <a:pt x="834" y="624"/>
                </a:lnTo>
                <a:lnTo>
                  <a:pt x="834" y="623"/>
                </a:lnTo>
                <a:lnTo>
                  <a:pt x="833" y="623"/>
                </a:lnTo>
                <a:lnTo>
                  <a:pt x="832" y="623"/>
                </a:lnTo>
                <a:lnTo>
                  <a:pt x="832" y="624"/>
                </a:lnTo>
                <a:lnTo>
                  <a:pt x="831" y="624"/>
                </a:lnTo>
                <a:lnTo>
                  <a:pt x="831" y="625"/>
                </a:lnTo>
                <a:lnTo>
                  <a:pt x="830" y="625"/>
                </a:lnTo>
                <a:lnTo>
                  <a:pt x="829" y="625"/>
                </a:lnTo>
                <a:lnTo>
                  <a:pt x="829" y="626"/>
                </a:lnTo>
                <a:lnTo>
                  <a:pt x="829" y="627"/>
                </a:lnTo>
                <a:lnTo>
                  <a:pt x="828" y="627"/>
                </a:lnTo>
                <a:lnTo>
                  <a:pt x="827" y="627"/>
                </a:lnTo>
                <a:lnTo>
                  <a:pt x="827" y="626"/>
                </a:lnTo>
                <a:lnTo>
                  <a:pt x="826" y="626"/>
                </a:lnTo>
                <a:lnTo>
                  <a:pt x="826" y="625"/>
                </a:lnTo>
                <a:lnTo>
                  <a:pt x="825" y="625"/>
                </a:lnTo>
                <a:lnTo>
                  <a:pt x="824" y="625"/>
                </a:lnTo>
                <a:lnTo>
                  <a:pt x="824" y="624"/>
                </a:lnTo>
                <a:lnTo>
                  <a:pt x="824" y="623"/>
                </a:lnTo>
                <a:lnTo>
                  <a:pt x="823" y="622"/>
                </a:lnTo>
                <a:lnTo>
                  <a:pt x="823" y="621"/>
                </a:lnTo>
                <a:lnTo>
                  <a:pt x="822" y="621"/>
                </a:lnTo>
                <a:lnTo>
                  <a:pt x="821" y="620"/>
                </a:lnTo>
                <a:lnTo>
                  <a:pt x="821" y="619"/>
                </a:lnTo>
                <a:lnTo>
                  <a:pt x="821" y="618"/>
                </a:lnTo>
                <a:lnTo>
                  <a:pt x="820" y="618"/>
                </a:lnTo>
                <a:lnTo>
                  <a:pt x="820" y="617"/>
                </a:lnTo>
                <a:lnTo>
                  <a:pt x="820" y="616"/>
                </a:lnTo>
                <a:lnTo>
                  <a:pt x="819" y="615"/>
                </a:lnTo>
                <a:lnTo>
                  <a:pt x="818" y="615"/>
                </a:lnTo>
                <a:lnTo>
                  <a:pt x="818" y="614"/>
                </a:lnTo>
                <a:lnTo>
                  <a:pt x="817" y="614"/>
                </a:lnTo>
                <a:lnTo>
                  <a:pt x="816" y="614"/>
                </a:lnTo>
                <a:lnTo>
                  <a:pt x="816" y="613"/>
                </a:lnTo>
                <a:lnTo>
                  <a:pt x="815" y="613"/>
                </a:lnTo>
                <a:lnTo>
                  <a:pt x="815" y="612"/>
                </a:lnTo>
                <a:lnTo>
                  <a:pt x="814" y="612"/>
                </a:lnTo>
                <a:lnTo>
                  <a:pt x="814" y="613"/>
                </a:lnTo>
                <a:lnTo>
                  <a:pt x="813" y="613"/>
                </a:lnTo>
                <a:lnTo>
                  <a:pt x="812" y="613"/>
                </a:lnTo>
                <a:lnTo>
                  <a:pt x="812" y="612"/>
                </a:lnTo>
                <a:lnTo>
                  <a:pt x="811" y="612"/>
                </a:lnTo>
                <a:lnTo>
                  <a:pt x="810" y="612"/>
                </a:lnTo>
                <a:lnTo>
                  <a:pt x="809" y="612"/>
                </a:lnTo>
                <a:lnTo>
                  <a:pt x="809" y="611"/>
                </a:lnTo>
                <a:lnTo>
                  <a:pt x="808" y="611"/>
                </a:lnTo>
                <a:lnTo>
                  <a:pt x="807" y="611"/>
                </a:lnTo>
                <a:lnTo>
                  <a:pt x="806" y="610"/>
                </a:lnTo>
                <a:lnTo>
                  <a:pt x="805" y="610"/>
                </a:lnTo>
                <a:lnTo>
                  <a:pt x="805" y="611"/>
                </a:lnTo>
                <a:lnTo>
                  <a:pt x="804" y="611"/>
                </a:lnTo>
                <a:lnTo>
                  <a:pt x="803" y="612"/>
                </a:lnTo>
                <a:lnTo>
                  <a:pt x="803" y="611"/>
                </a:lnTo>
                <a:lnTo>
                  <a:pt x="803" y="612"/>
                </a:lnTo>
                <a:lnTo>
                  <a:pt x="803" y="613"/>
                </a:lnTo>
                <a:lnTo>
                  <a:pt x="802" y="613"/>
                </a:lnTo>
                <a:lnTo>
                  <a:pt x="801" y="612"/>
                </a:lnTo>
                <a:lnTo>
                  <a:pt x="800" y="612"/>
                </a:lnTo>
                <a:lnTo>
                  <a:pt x="799" y="612"/>
                </a:lnTo>
                <a:lnTo>
                  <a:pt x="798" y="612"/>
                </a:lnTo>
                <a:lnTo>
                  <a:pt x="798" y="613"/>
                </a:lnTo>
                <a:lnTo>
                  <a:pt x="798" y="612"/>
                </a:lnTo>
                <a:lnTo>
                  <a:pt x="797" y="612"/>
                </a:lnTo>
                <a:lnTo>
                  <a:pt x="797" y="611"/>
                </a:lnTo>
                <a:lnTo>
                  <a:pt x="796" y="611"/>
                </a:lnTo>
                <a:lnTo>
                  <a:pt x="796" y="610"/>
                </a:lnTo>
                <a:lnTo>
                  <a:pt x="795" y="610"/>
                </a:lnTo>
                <a:lnTo>
                  <a:pt x="795" y="609"/>
                </a:lnTo>
                <a:lnTo>
                  <a:pt x="794" y="609"/>
                </a:lnTo>
                <a:lnTo>
                  <a:pt x="793" y="609"/>
                </a:lnTo>
                <a:lnTo>
                  <a:pt x="793" y="608"/>
                </a:lnTo>
                <a:lnTo>
                  <a:pt x="792" y="608"/>
                </a:lnTo>
                <a:lnTo>
                  <a:pt x="792" y="607"/>
                </a:lnTo>
                <a:lnTo>
                  <a:pt x="791" y="607"/>
                </a:lnTo>
                <a:lnTo>
                  <a:pt x="790" y="607"/>
                </a:lnTo>
                <a:lnTo>
                  <a:pt x="790" y="608"/>
                </a:lnTo>
                <a:lnTo>
                  <a:pt x="790" y="609"/>
                </a:lnTo>
                <a:lnTo>
                  <a:pt x="789" y="609"/>
                </a:lnTo>
                <a:lnTo>
                  <a:pt x="789" y="610"/>
                </a:lnTo>
                <a:lnTo>
                  <a:pt x="789" y="609"/>
                </a:lnTo>
                <a:lnTo>
                  <a:pt x="789" y="610"/>
                </a:lnTo>
                <a:lnTo>
                  <a:pt x="788" y="610"/>
                </a:lnTo>
                <a:lnTo>
                  <a:pt x="788" y="609"/>
                </a:lnTo>
                <a:lnTo>
                  <a:pt x="787" y="609"/>
                </a:lnTo>
                <a:lnTo>
                  <a:pt x="786" y="609"/>
                </a:lnTo>
                <a:lnTo>
                  <a:pt x="786" y="608"/>
                </a:lnTo>
                <a:lnTo>
                  <a:pt x="787" y="608"/>
                </a:lnTo>
                <a:lnTo>
                  <a:pt x="787" y="607"/>
                </a:lnTo>
                <a:lnTo>
                  <a:pt x="787" y="606"/>
                </a:lnTo>
                <a:lnTo>
                  <a:pt x="787" y="605"/>
                </a:lnTo>
                <a:lnTo>
                  <a:pt x="786" y="605"/>
                </a:lnTo>
                <a:lnTo>
                  <a:pt x="786" y="604"/>
                </a:lnTo>
                <a:lnTo>
                  <a:pt x="785" y="604"/>
                </a:lnTo>
                <a:lnTo>
                  <a:pt x="785" y="605"/>
                </a:lnTo>
                <a:lnTo>
                  <a:pt x="784" y="605"/>
                </a:lnTo>
                <a:lnTo>
                  <a:pt x="783" y="605"/>
                </a:lnTo>
                <a:lnTo>
                  <a:pt x="783" y="606"/>
                </a:lnTo>
                <a:lnTo>
                  <a:pt x="783" y="605"/>
                </a:lnTo>
                <a:lnTo>
                  <a:pt x="782" y="605"/>
                </a:lnTo>
                <a:lnTo>
                  <a:pt x="782" y="604"/>
                </a:lnTo>
                <a:lnTo>
                  <a:pt x="781" y="604"/>
                </a:lnTo>
                <a:lnTo>
                  <a:pt x="781" y="603"/>
                </a:lnTo>
                <a:lnTo>
                  <a:pt x="781" y="604"/>
                </a:lnTo>
                <a:lnTo>
                  <a:pt x="780" y="604"/>
                </a:lnTo>
                <a:lnTo>
                  <a:pt x="779" y="604"/>
                </a:lnTo>
                <a:lnTo>
                  <a:pt x="779" y="603"/>
                </a:lnTo>
                <a:lnTo>
                  <a:pt x="778" y="603"/>
                </a:lnTo>
                <a:lnTo>
                  <a:pt x="778" y="602"/>
                </a:lnTo>
                <a:lnTo>
                  <a:pt x="777" y="602"/>
                </a:lnTo>
                <a:lnTo>
                  <a:pt x="777" y="601"/>
                </a:lnTo>
                <a:lnTo>
                  <a:pt x="776" y="601"/>
                </a:lnTo>
                <a:lnTo>
                  <a:pt x="775" y="601"/>
                </a:lnTo>
                <a:lnTo>
                  <a:pt x="776" y="601"/>
                </a:lnTo>
                <a:lnTo>
                  <a:pt x="776" y="600"/>
                </a:lnTo>
                <a:lnTo>
                  <a:pt x="777" y="600"/>
                </a:lnTo>
                <a:lnTo>
                  <a:pt x="777" y="599"/>
                </a:lnTo>
                <a:lnTo>
                  <a:pt x="777" y="598"/>
                </a:lnTo>
                <a:lnTo>
                  <a:pt x="776" y="598"/>
                </a:lnTo>
                <a:lnTo>
                  <a:pt x="776" y="597"/>
                </a:lnTo>
                <a:lnTo>
                  <a:pt x="776" y="596"/>
                </a:lnTo>
                <a:lnTo>
                  <a:pt x="775" y="595"/>
                </a:lnTo>
                <a:lnTo>
                  <a:pt x="775" y="594"/>
                </a:lnTo>
                <a:lnTo>
                  <a:pt x="774" y="594"/>
                </a:lnTo>
                <a:lnTo>
                  <a:pt x="774" y="593"/>
                </a:lnTo>
                <a:lnTo>
                  <a:pt x="773" y="593"/>
                </a:lnTo>
                <a:lnTo>
                  <a:pt x="773" y="594"/>
                </a:lnTo>
                <a:lnTo>
                  <a:pt x="772" y="594"/>
                </a:lnTo>
                <a:lnTo>
                  <a:pt x="771" y="594"/>
                </a:lnTo>
                <a:lnTo>
                  <a:pt x="771" y="595"/>
                </a:lnTo>
                <a:lnTo>
                  <a:pt x="770" y="595"/>
                </a:lnTo>
                <a:lnTo>
                  <a:pt x="770" y="596"/>
                </a:lnTo>
                <a:lnTo>
                  <a:pt x="770" y="595"/>
                </a:lnTo>
                <a:lnTo>
                  <a:pt x="769" y="595"/>
                </a:lnTo>
                <a:lnTo>
                  <a:pt x="769" y="594"/>
                </a:lnTo>
                <a:lnTo>
                  <a:pt x="769" y="593"/>
                </a:lnTo>
                <a:lnTo>
                  <a:pt x="770" y="593"/>
                </a:lnTo>
                <a:lnTo>
                  <a:pt x="769" y="593"/>
                </a:lnTo>
                <a:lnTo>
                  <a:pt x="769" y="592"/>
                </a:lnTo>
                <a:lnTo>
                  <a:pt x="769" y="591"/>
                </a:lnTo>
                <a:lnTo>
                  <a:pt x="769" y="590"/>
                </a:lnTo>
                <a:lnTo>
                  <a:pt x="769" y="589"/>
                </a:lnTo>
                <a:lnTo>
                  <a:pt x="769" y="588"/>
                </a:lnTo>
                <a:lnTo>
                  <a:pt x="769" y="587"/>
                </a:lnTo>
                <a:lnTo>
                  <a:pt x="769" y="586"/>
                </a:lnTo>
                <a:lnTo>
                  <a:pt x="769" y="585"/>
                </a:lnTo>
                <a:lnTo>
                  <a:pt x="768" y="585"/>
                </a:lnTo>
                <a:lnTo>
                  <a:pt x="767" y="585"/>
                </a:lnTo>
                <a:lnTo>
                  <a:pt x="766" y="584"/>
                </a:lnTo>
                <a:lnTo>
                  <a:pt x="765" y="584"/>
                </a:lnTo>
                <a:lnTo>
                  <a:pt x="765" y="583"/>
                </a:lnTo>
                <a:lnTo>
                  <a:pt x="764" y="583"/>
                </a:lnTo>
                <a:lnTo>
                  <a:pt x="763" y="583"/>
                </a:lnTo>
                <a:lnTo>
                  <a:pt x="762" y="583"/>
                </a:lnTo>
                <a:lnTo>
                  <a:pt x="761" y="583"/>
                </a:lnTo>
                <a:lnTo>
                  <a:pt x="761" y="582"/>
                </a:lnTo>
                <a:lnTo>
                  <a:pt x="760" y="582"/>
                </a:lnTo>
                <a:lnTo>
                  <a:pt x="760" y="581"/>
                </a:lnTo>
                <a:lnTo>
                  <a:pt x="760" y="580"/>
                </a:lnTo>
                <a:lnTo>
                  <a:pt x="759" y="580"/>
                </a:lnTo>
                <a:lnTo>
                  <a:pt x="758" y="580"/>
                </a:lnTo>
                <a:lnTo>
                  <a:pt x="758" y="579"/>
                </a:lnTo>
                <a:lnTo>
                  <a:pt x="757" y="579"/>
                </a:lnTo>
                <a:lnTo>
                  <a:pt x="757" y="578"/>
                </a:lnTo>
                <a:lnTo>
                  <a:pt x="756" y="578"/>
                </a:lnTo>
                <a:lnTo>
                  <a:pt x="755" y="578"/>
                </a:lnTo>
                <a:lnTo>
                  <a:pt x="754" y="578"/>
                </a:lnTo>
                <a:lnTo>
                  <a:pt x="753" y="577"/>
                </a:lnTo>
                <a:lnTo>
                  <a:pt x="753" y="576"/>
                </a:lnTo>
                <a:lnTo>
                  <a:pt x="752" y="576"/>
                </a:lnTo>
                <a:lnTo>
                  <a:pt x="752" y="575"/>
                </a:lnTo>
                <a:lnTo>
                  <a:pt x="752" y="574"/>
                </a:lnTo>
                <a:lnTo>
                  <a:pt x="751" y="574"/>
                </a:lnTo>
                <a:lnTo>
                  <a:pt x="751" y="575"/>
                </a:lnTo>
                <a:lnTo>
                  <a:pt x="750" y="575"/>
                </a:lnTo>
                <a:lnTo>
                  <a:pt x="750" y="576"/>
                </a:lnTo>
                <a:lnTo>
                  <a:pt x="749" y="576"/>
                </a:lnTo>
                <a:lnTo>
                  <a:pt x="748" y="576"/>
                </a:lnTo>
                <a:lnTo>
                  <a:pt x="748" y="575"/>
                </a:lnTo>
                <a:lnTo>
                  <a:pt x="748" y="576"/>
                </a:lnTo>
                <a:lnTo>
                  <a:pt x="748" y="577"/>
                </a:lnTo>
                <a:lnTo>
                  <a:pt x="747" y="577"/>
                </a:lnTo>
                <a:lnTo>
                  <a:pt x="747" y="578"/>
                </a:lnTo>
                <a:lnTo>
                  <a:pt x="746" y="578"/>
                </a:lnTo>
                <a:lnTo>
                  <a:pt x="746" y="579"/>
                </a:lnTo>
                <a:lnTo>
                  <a:pt x="746" y="580"/>
                </a:lnTo>
                <a:lnTo>
                  <a:pt x="745" y="580"/>
                </a:lnTo>
                <a:lnTo>
                  <a:pt x="745" y="581"/>
                </a:lnTo>
                <a:lnTo>
                  <a:pt x="746" y="582"/>
                </a:lnTo>
                <a:lnTo>
                  <a:pt x="747" y="583"/>
                </a:lnTo>
                <a:lnTo>
                  <a:pt x="748" y="584"/>
                </a:lnTo>
                <a:lnTo>
                  <a:pt x="747" y="584"/>
                </a:lnTo>
                <a:lnTo>
                  <a:pt x="747" y="585"/>
                </a:lnTo>
                <a:lnTo>
                  <a:pt x="747" y="586"/>
                </a:lnTo>
                <a:lnTo>
                  <a:pt x="748" y="586"/>
                </a:lnTo>
                <a:lnTo>
                  <a:pt x="749" y="586"/>
                </a:lnTo>
                <a:lnTo>
                  <a:pt x="749" y="587"/>
                </a:lnTo>
                <a:lnTo>
                  <a:pt x="750" y="588"/>
                </a:lnTo>
                <a:lnTo>
                  <a:pt x="751" y="587"/>
                </a:lnTo>
                <a:lnTo>
                  <a:pt x="751" y="588"/>
                </a:lnTo>
                <a:lnTo>
                  <a:pt x="752" y="589"/>
                </a:lnTo>
                <a:lnTo>
                  <a:pt x="753" y="589"/>
                </a:lnTo>
                <a:lnTo>
                  <a:pt x="754" y="589"/>
                </a:lnTo>
                <a:lnTo>
                  <a:pt x="754" y="590"/>
                </a:lnTo>
                <a:lnTo>
                  <a:pt x="754" y="591"/>
                </a:lnTo>
                <a:lnTo>
                  <a:pt x="754" y="592"/>
                </a:lnTo>
                <a:lnTo>
                  <a:pt x="755" y="592"/>
                </a:lnTo>
                <a:lnTo>
                  <a:pt x="755" y="593"/>
                </a:lnTo>
                <a:lnTo>
                  <a:pt x="755" y="594"/>
                </a:lnTo>
                <a:lnTo>
                  <a:pt x="756" y="595"/>
                </a:lnTo>
                <a:lnTo>
                  <a:pt x="756" y="596"/>
                </a:lnTo>
                <a:lnTo>
                  <a:pt x="755" y="597"/>
                </a:lnTo>
                <a:lnTo>
                  <a:pt x="756" y="598"/>
                </a:lnTo>
                <a:lnTo>
                  <a:pt x="757" y="599"/>
                </a:lnTo>
                <a:lnTo>
                  <a:pt x="758" y="599"/>
                </a:lnTo>
                <a:lnTo>
                  <a:pt x="758" y="600"/>
                </a:lnTo>
                <a:lnTo>
                  <a:pt x="759" y="600"/>
                </a:lnTo>
                <a:lnTo>
                  <a:pt x="760" y="600"/>
                </a:lnTo>
                <a:lnTo>
                  <a:pt x="761" y="601"/>
                </a:lnTo>
                <a:lnTo>
                  <a:pt x="760" y="602"/>
                </a:lnTo>
                <a:lnTo>
                  <a:pt x="759" y="602"/>
                </a:lnTo>
                <a:lnTo>
                  <a:pt x="760" y="603"/>
                </a:lnTo>
                <a:lnTo>
                  <a:pt x="760" y="604"/>
                </a:lnTo>
                <a:lnTo>
                  <a:pt x="760" y="605"/>
                </a:lnTo>
                <a:lnTo>
                  <a:pt x="760" y="606"/>
                </a:lnTo>
                <a:lnTo>
                  <a:pt x="760" y="607"/>
                </a:lnTo>
                <a:lnTo>
                  <a:pt x="760" y="608"/>
                </a:lnTo>
                <a:lnTo>
                  <a:pt x="761" y="608"/>
                </a:lnTo>
                <a:lnTo>
                  <a:pt x="761" y="609"/>
                </a:lnTo>
                <a:lnTo>
                  <a:pt x="761" y="610"/>
                </a:lnTo>
                <a:lnTo>
                  <a:pt x="762" y="611"/>
                </a:lnTo>
                <a:lnTo>
                  <a:pt x="762" y="612"/>
                </a:lnTo>
                <a:lnTo>
                  <a:pt x="762" y="613"/>
                </a:lnTo>
                <a:lnTo>
                  <a:pt x="761" y="614"/>
                </a:lnTo>
                <a:lnTo>
                  <a:pt x="761" y="615"/>
                </a:lnTo>
                <a:lnTo>
                  <a:pt x="760" y="615"/>
                </a:lnTo>
                <a:lnTo>
                  <a:pt x="759" y="615"/>
                </a:lnTo>
                <a:lnTo>
                  <a:pt x="759" y="614"/>
                </a:lnTo>
                <a:lnTo>
                  <a:pt x="758" y="614"/>
                </a:lnTo>
                <a:lnTo>
                  <a:pt x="758" y="613"/>
                </a:lnTo>
                <a:lnTo>
                  <a:pt x="757" y="613"/>
                </a:lnTo>
                <a:lnTo>
                  <a:pt x="756" y="613"/>
                </a:lnTo>
                <a:lnTo>
                  <a:pt x="756" y="612"/>
                </a:lnTo>
                <a:lnTo>
                  <a:pt x="756" y="611"/>
                </a:lnTo>
                <a:lnTo>
                  <a:pt x="755" y="611"/>
                </a:lnTo>
                <a:lnTo>
                  <a:pt x="755" y="610"/>
                </a:lnTo>
                <a:lnTo>
                  <a:pt x="755" y="609"/>
                </a:lnTo>
                <a:lnTo>
                  <a:pt x="754" y="609"/>
                </a:lnTo>
                <a:lnTo>
                  <a:pt x="753" y="609"/>
                </a:lnTo>
                <a:lnTo>
                  <a:pt x="753" y="608"/>
                </a:lnTo>
                <a:lnTo>
                  <a:pt x="753" y="607"/>
                </a:lnTo>
                <a:lnTo>
                  <a:pt x="754" y="607"/>
                </a:lnTo>
                <a:lnTo>
                  <a:pt x="753" y="607"/>
                </a:lnTo>
                <a:lnTo>
                  <a:pt x="753" y="606"/>
                </a:lnTo>
                <a:lnTo>
                  <a:pt x="752" y="606"/>
                </a:lnTo>
                <a:lnTo>
                  <a:pt x="752" y="605"/>
                </a:lnTo>
                <a:lnTo>
                  <a:pt x="751" y="605"/>
                </a:lnTo>
                <a:lnTo>
                  <a:pt x="750" y="605"/>
                </a:lnTo>
                <a:lnTo>
                  <a:pt x="750" y="606"/>
                </a:lnTo>
                <a:lnTo>
                  <a:pt x="749" y="606"/>
                </a:lnTo>
                <a:lnTo>
                  <a:pt x="749" y="605"/>
                </a:lnTo>
                <a:lnTo>
                  <a:pt x="748" y="605"/>
                </a:lnTo>
                <a:lnTo>
                  <a:pt x="748" y="604"/>
                </a:lnTo>
                <a:lnTo>
                  <a:pt x="747" y="604"/>
                </a:lnTo>
                <a:lnTo>
                  <a:pt x="747" y="603"/>
                </a:lnTo>
                <a:lnTo>
                  <a:pt x="746" y="603"/>
                </a:lnTo>
                <a:lnTo>
                  <a:pt x="746" y="602"/>
                </a:lnTo>
                <a:lnTo>
                  <a:pt x="745" y="602"/>
                </a:lnTo>
                <a:lnTo>
                  <a:pt x="745" y="601"/>
                </a:lnTo>
                <a:lnTo>
                  <a:pt x="744" y="601"/>
                </a:lnTo>
                <a:lnTo>
                  <a:pt x="743" y="601"/>
                </a:lnTo>
                <a:lnTo>
                  <a:pt x="742" y="601"/>
                </a:lnTo>
                <a:lnTo>
                  <a:pt x="741" y="601"/>
                </a:lnTo>
                <a:lnTo>
                  <a:pt x="741" y="600"/>
                </a:lnTo>
                <a:lnTo>
                  <a:pt x="741" y="601"/>
                </a:lnTo>
                <a:lnTo>
                  <a:pt x="740" y="601"/>
                </a:lnTo>
                <a:lnTo>
                  <a:pt x="740" y="600"/>
                </a:lnTo>
                <a:lnTo>
                  <a:pt x="739" y="600"/>
                </a:lnTo>
                <a:lnTo>
                  <a:pt x="739" y="599"/>
                </a:lnTo>
                <a:lnTo>
                  <a:pt x="739" y="598"/>
                </a:lnTo>
                <a:lnTo>
                  <a:pt x="738" y="598"/>
                </a:lnTo>
                <a:lnTo>
                  <a:pt x="739" y="598"/>
                </a:lnTo>
                <a:lnTo>
                  <a:pt x="739" y="597"/>
                </a:lnTo>
                <a:lnTo>
                  <a:pt x="738" y="597"/>
                </a:lnTo>
                <a:lnTo>
                  <a:pt x="737" y="598"/>
                </a:lnTo>
                <a:lnTo>
                  <a:pt x="736" y="598"/>
                </a:lnTo>
                <a:lnTo>
                  <a:pt x="736" y="597"/>
                </a:lnTo>
                <a:lnTo>
                  <a:pt x="735" y="597"/>
                </a:lnTo>
                <a:lnTo>
                  <a:pt x="734" y="597"/>
                </a:lnTo>
                <a:lnTo>
                  <a:pt x="734" y="596"/>
                </a:lnTo>
                <a:lnTo>
                  <a:pt x="733" y="596"/>
                </a:lnTo>
                <a:lnTo>
                  <a:pt x="732" y="596"/>
                </a:lnTo>
                <a:lnTo>
                  <a:pt x="732" y="595"/>
                </a:lnTo>
                <a:lnTo>
                  <a:pt x="731" y="595"/>
                </a:lnTo>
                <a:lnTo>
                  <a:pt x="731" y="594"/>
                </a:lnTo>
                <a:lnTo>
                  <a:pt x="730" y="594"/>
                </a:lnTo>
                <a:lnTo>
                  <a:pt x="729" y="594"/>
                </a:lnTo>
                <a:lnTo>
                  <a:pt x="728" y="594"/>
                </a:lnTo>
                <a:lnTo>
                  <a:pt x="728" y="593"/>
                </a:lnTo>
                <a:lnTo>
                  <a:pt x="727" y="593"/>
                </a:lnTo>
                <a:lnTo>
                  <a:pt x="726" y="593"/>
                </a:lnTo>
                <a:lnTo>
                  <a:pt x="726" y="592"/>
                </a:lnTo>
                <a:lnTo>
                  <a:pt x="725" y="592"/>
                </a:lnTo>
                <a:lnTo>
                  <a:pt x="725" y="591"/>
                </a:lnTo>
                <a:lnTo>
                  <a:pt x="724" y="591"/>
                </a:lnTo>
                <a:lnTo>
                  <a:pt x="724" y="590"/>
                </a:lnTo>
                <a:lnTo>
                  <a:pt x="723" y="590"/>
                </a:lnTo>
                <a:lnTo>
                  <a:pt x="722" y="590"/>
                </a:lnTo>
                <a:lnTo>
                  <a:pt x="722" y="589"/>
                </a:lnTo>
                <a:lnTo>
                  <a:pt x="723" y="589"/>
                </a:lnTo>
                <a:lnTo>
                  <a:pt x="722" y="589"/>
                </a:lnTo>
                <a:lnTo>
                  <a:pt x="722" y="588"/>
                </a:lnTo>
                <a:lnTo>
                  <a:pt x="721" y="588"/>
                </a:lnTo>
                <a:lnTo>
                  <a:pt x="721" y="587"/>
                </a:lnTo>
                <a:lnTo>
                  <a:pt x="720" y="587"/>
                </a:lnTo>
                <a:lnTo>
                  <a:pt x="719" y="587"/>
                </a:lnTo>
                <a:lnTo>
                  <a:pt x="718" y="587"/>
                </a:lnTo>
                <a:lnTo>
                  <a:pt x="717" y="587"/>
                </a:lnTo>
                <a:lnTo>
                  <a:pt x="717" y="586"/>
                </a:lnTo>
                <a:lnTo>
                  <a:pt x="717" y="585"/>
                </a:lnTo>
                <a:lnTo>
                  <a:pt x="716" y="585"/>
                </a:lnTo>
                <a:lnTo>
                  <a:pt x="715" y="585"/>
                </a:lnTo>
                <a:lnTo>
                  <a:pt x="715" y="584"/>
                </a:lnTo>
                <a:lnTo>
                  <a:pt x="715" y="585"/>
                </a:lnTo>
                <a:lnTo>
                  <a:pt x="714" y="584"/>
                </a:lnTo>
                <a:lnTo>
                  <a:pt x="713" y="584"/>
                </a:lnTo>
                <a:lnTo>
                  <a:pt x="712" y="584"/>
                </a:lnTo>
                <a:lnTo>
                  <a:pt x="712" y="583"/>
                </a:lnTo>
                <a:lnTo>
                  <a:pt x="711" y="583"/>
                </a:lnTo>
                <a:lnTo>
                  <a:pt x="711" y="582"/>
                </a:lnTo>
                <a:lnTo>
                  <a:pt x="711" y="581"/>
                </a:lnTo>
                <a:lnTo>
                  <a:pt x="711" y="580"/>
                </a:lnTo>
                <a:lnTo>
                  <a:pt x="711" y="579"/>
                </a:lnTo>
                <a:lnTo>
                  <a:pt x="710" y="579"/>
                </a:lnTo>
                <a:lnTo>
                  <a:pt x="710" y="578"/>
                </a:lnTo>
                <a:lnTo>
                  <a:pt x="709" y="578"/>
                </a:lnTo>
                <a:lnTo>
                  <a:pt x="708" y="578"/>
                </a:lnTo>
                <a:lnTo>
                  <a:pt x="708" y="577"/>
                </a:lnTo>
                <a:lnTo>
                  <a:pt x="707" y="577"/>
                </a:lnTo>
                <a:lnTo>
                  <a:pt x="706" y="577"/>
                </a:lnTo>
                <a:lnTo>
                  <a:pt x="706" y="576"/>
                </a:lnTo>
                <a:lnTo>
                  <a:pt x="705" y="576"/>
                </a:lnTo>
                <a:lnTo>
                  <a:pt x="705" y="575"/>
                </a:lnTo>
                <a:lnTo>
                  <a:pt x="704" y="575"/>
                </a:lnTo>
                <a:lnTo>
                  <a:pt x="704" y="574"/>
                </a:lnTo>
                <a:lnTo>
                  <a:pt x="703" y="573"/>
                </a:lnTo>
                <a:lnTo>
                  <a:pt x="702" y="573"/>
                </a:lnTo>
                <a:lnTo>
                  <a:pt x="702" y="572"/>
                </a:lnTo>
                <a:lnTo>
                  <a:pt x="701" y="572"/>
                </a:lnTo>
                <a:lnTo>
                  <a:pt x="701" y="571"/>
                </a:lnTo>
                <a:lnTo>
                  <a:pt x="701" y="570"/>
                </a:lnTo>
                <a:lnTo>
                  <a:pt x="700" y="569"/>
                </a:lnTo>
                <a:lnTo>
                  <a:pt x="699" y="569"/>
                </a:lnTo>
                <a:lnTo>
                  <a:pt x="699" y="568"/>
                </a:lnTo>
                <a:lnTo>
                  <a:pt x="698" y="568"/>
                </a:lnTo>
                <a:lnTo>
                  <a:pt x="698" y="567"/>
                </a:lnTo>
                <a:lnTo>
                  <a:pt x="698" y="566"/>
                </a:lnTo>
                <a:lnTo>
                  <a:pt x="697" y="566"/>
                </a:lnTo>
                <a:lnTo>
                  <a:pt x="697" y="565"/>
                </a:lnTo>
                <a:lnTo>
                  <a:pt x="698" y="565"/>
                </a:lnTo>
                <a:lnTo>
                  <a:pt x="698" y="564"/>
                </a:lnTo>
                <a:lnTo>
                  <a:pt x="698" y="563"/>
                </a:lnTo>
                <a:lnTo>
                  <a:pt x="697" y="563"/>
                </a:lnTo>
                <a:lnTo>
                  <a:pt x="697" y="562"/>
                </a:lnTo>
                <a:lnTo>
                  <a:pt x="698" y="562"/>
                </a:lnTo>
                <a:lnTo>
                  <a:pt x="697" y="562"/>
                </a:lnTo>
                <a:lnTo>
                  <a:pt x="698" y="562"/>
                </a:lnTo>
                <a:lnTo>
                  <a:pt x="698" y="561"/>
                </a:lnTo>
                <a:lnTo>
                  <a:pt x="697" y="561"/>
                </a:lnTo>
                <a:lnTo>
                  <a:pt x="697" y="560"/>
                </a:lnTo>
                <a:lnTo>
                  <a:pt x="697" y="559"/>
                </a:lnTo>
                <a:lnTo>
                  <a:pt x="696" y="559"/>
                </a:lnTo>
                <a:lnTo>
                  <a:pt x="696" y="560"/>
                </a:lnTo>
                <a:lnTo>
                  <a:pt x="696" y="559"/>
                </a:lnTo>
                <a:lnTo>
                  <a:pt x="695" y="559"/>
                </a:lnTo>
                <a:lnTo>
                  <a:pt x="694" y="559"/>
                </a:lnTo>
                <a:lnTo>
                  <a:pt x="694" y="560"/>
                </a:lnTo>
                <a:lnTo>
                  <a:pt x="693" y="560"/>
                </a:lnTo>
                <a:lnTo>
                  <a:pt x="692" y="560"/>
                </a:lnTo>
                <a:lnTo>
                  <a:pt x="691" y="560"/>
                </a:lnTo>
                <a:lnTo>
                  <a:pt x="691" y="559"/>
                </a:lnTo>
                <a:lnTo>
                  <a:pt x="690" y="558"/>
                </a:lnTo>
                <a:lnTo>
                  <a:pt x="689" y="558"/>
                </a:lnTo>
                <a:lnTo>
                  <a:pt x="689" y="557"/>
                </a:lnTo>
                <a:lnTo>
                  <a:pt x="690" y="557"/>
                </a:lnTo>
                <a:lnTo>
                  <a:pt x="690" y="556"/>
                </a:lnTo>
                <a:lnTo>
                  <a:pt x="690" y="555"/>
                </a:lnTo>
                <a:lnTo>
                  <a:pt x="690" y="554"/>
                </a:lnTo>
                <a:lnTo>
                  <a:pt x="689" y="554"/>
                </a:lnTo>
                <a:lnTo>
                  <a:pt x="689" y="553"/>
                </a:lnTo>
                <a:lnTo>
                  <a:pt x="689" y="551"/>
                </a:lnTo>
                <a:lnTo>
                  <a:pt x="687" y="551"/>
                </a:lnTo>
                <a:lnTo>
                  <a:pt x="686" y="551"/>
                </a:lnTo>
                <a:lnTo>
                  <a:pt x="686" y="550"/>
                </a:lnTo>
                <a:lnTo>
                  <a:pt x="685" y="550"/>
                </a:lnTo>
                <a:lnTo>
                  <a:pt x="685" y="549"/>
                </a:lnTo>
                <a:lnTo>
                  <a:pt x="686" y="549"/>
                </a:lnTo>
                <a:lnTo>
                  <a:pt x="685" y="549"/>
                </a:lnTo>
                <a:lnTo>
                  <a:pt x="685" y="548"/>
                </a:lnTo>
                <a:lnTo>
                  <a:pt x="685" y="547"/>
                </a:lnTo>
                <a:lnTo>
                  <a:pt x="685" y="546"/>
                </a:lnTo>
                <a:lnTo>
                  <a:pt x="684" y="546"/>
                </a:lnTo>
                <a:lnTo>
                  <a:pt x="684" y="545"/>
                </a:lnTo>
                <a:lnTo>
                  <a:pt x="684" y="544"/>
                </a:lnTo>
                <a:lnTo>
                  <a:pt x="683" y="544"/>
                </a:lnTo>
                <a:lnTo>
                  <a:pt x="683" y="543"/>
                </a:lnTo>
                <a:lnTo>
                  <a:pt x="683" y="542"/>
                </a:lnTo>
                <a:lnTo>
                  <a:pt x="682" y="542"/>
                </a:lnTo>
                <a:lnTo>
                  <a:pt x="681" y="542"/>
                </a:lnTo>
                <a:lnTo>
                  <a:pt x="680" y="542"/>
                </a:lnTo>
                <a:lnTo>
                  <a:pt x="680" y="541"/>
                </a:lnTo>
                <a:lnTo>
                  <a:pt x="680" y="540"/>
                </a:lnTo>
                <a:lnTo>
                  <a:pt x="679" y="540"/>
                </a:lnTo>
                <a:lnTo>
                  <a:pt x="679" y="539"/>
                </a:lnTo>
                <a:lnTo>
                  <a:pt x="678" y="539"/>
                </a:lnTo>
                <a:lnTo>
                  <a:pt x="677" y="539"/>
                </a:lnTo>
                <a:lnTo>
                  <a:pt x="677" y="538"/>
                </a:lnTo>
                <a:lnTo>
                  <a:pt x="676" y="538"/>
                </a:lnTo>
                <a:lnTo>
                  <a:pt x="676" y="537"/>
                </a:lnTo>
                <a:lnTo>
                  <a:pt x="675" y="537"/>
                </a:lnTo>
                <a:lnTo>
                  <a:pt x="674" y="537"/>
                </a:lnTo>
                <a:lnTo>
                  <a:pt x="674" y="536"/>
                </a:lnTo>
                <a:lnTo>
                  <a:pt x="673" y="536"/>
                </a:lnTo>
                <a:lnTo>
                  <a:pt x="673" y="535"/>
                </a:lnTo>
                <a:lnTo>
                  <a:pt x="673" y="536"/>
                </a:lnTo>
                <a:lnTo>
                  <a:pt x="673" y="535"/>
                </a:lnTo>
                <a:lnTo>
                  <a:pt x="672" y="535"/>
                </a:lnTo>
                <a:lnTo>
                  <a:pt x="672" y="534"/>
                </a:lnTo>
                <a:lnTo>
                  <a:pt x="671" y="534"/>
                </a:lnTo>
                <a:lnTo>
                  <a:pt x="670" y="534"/>
                </a:lnTo>
                <a:lnTo>
                  <a:pt x="670" y="533"/>
                </a:lnTo>
                <a:lnTo>
                  <a:pt x="669" y="533"/>
                </a:lnTo>
                <a:lnTo>
                  <a:pt x="668" y="533"/>
                </a:lnTo>
                <a:lnTo>
                  <a:pt x="668" y="532"/>
                </a:lnTo>
                <a:lnTo>
                  <a:pt x="669" y="532"/>
                </a:lnTo>
                <a:lnTo>
                  <a:pt x="668" y="532"/>
                </a:lnTo>
                <a:lnTo>
                  <a:pt x="668" y="531"/>
                </a:lnTo>
                <a:lnTo>
                  <a:pt x="667" y="531"/>
                </a:lnTo>
                <a:lnTo>
                  <a:pt x="666" y="531"/>
                </a:lnTo>
                <a:lnTo>
                  <a:pt x="666" y="530"/>
                </a:lnTo>
                <a:lnTo>
                  <a:pt x="666" y="529"/>
                </a:lnTo>
                <a:lnTo>
                  <a:pt x="665" y="529"/>
                </a:lnTo>
                <a:lnTo>
                  <a:pt x="664" y="529"/>
                </a:lnTo>
                <a:lnTo>
                  <a:pt x="664" y="528"/>
                </a:lnTo>
                <a:lnTo>
                  <a:pt x="664" y="527"/>
                </a:lnTo>
                <a:lnTo>
                  <a:pt x="664" y="526"/>
                </a:lnTo>
                <a:lnTo>
                  <a:pt x="663" y="526"/>
                </a:lnTo>
                <a:lnTo>
                  <a:pt x="663" y="525"/>
                </a:lnTo>
                <a:lnTo>
                  <a:pt x="662" y="525"/>
                </a:lnTo>
                <a:lnTo>
                  <a:pt x="661" y="525"/>
                </a:lnTo>
                <a:lnTo>
                  <a:pt x="661" y="524"/>
                </a:lnTo>
                <a:lnTo>
                  <a:pt x="660" y="524"/>
                </a:lnTo>
                <a:lnTo>
                  <a:pt x="660" y="523"/>
                </a:lnTo>
                <a:lnTo>
                  <a:pt x="659" y="522"/>
                </a:lnTo>
                <a:lnTo>
                  <a:pt x="658" y="522"/>
                </a:lnTo>
                <a:lnTo>
                  <a:pt x="658" y="521"/>
                </a:lnTo>
                <a:lnTo>
                  <a:pt x="657" y="520"/>
                </a:lnTo>
                <a:lnTo>
                  <a:pt x="657" y="519"/>
                </a:lnTo>
                <a:lnTo>
                  <a:pt x="656" y="519"/>
                </a:lnTo>
                <a:lnTo>
                  <a:pt x="656" y="518"/>
                </a:lnTo>
                <a:lnTo>
                  <a:pt x="657" y="518"/>
                </a:lnTo>
                <a:lnTo>
                  <a:pt x="657" y="517"/>
                </a:lnTo>
                <a:lnTo>
                  <a:pt x="657" y="516"/>
                </a:lnTo>
                <a:lnTo>
                  <a:pt x="657" y="515"/>
                </a:lnTo>
                <a:lnTo>
                  <a:pt x="658" y="515"/>
                </a:lnTo>
                <a:lnTo>
                  <a:pt x="659" y="515"/>
                </a:lnTo>
                <a:lnTo>
                  <a:pt x="659" y="514"/>
                </a:lnTo>
                <a:lnTo>
                  <a:pt x="660" y="514"/>
                </a:lnTo>
                <a:lnTo>
                  <a:pt x="660" y="513"/>
                </a:lnTo>
                <a:lnTo>
                  <a:pt x="660" y="512"/>
                </a:lnTo>
                <a:lnTo>
                  <a:pt x="659" y="512"/>
                </a:lnTo>
                <a:lnTo>
                  <a:pt x="658" y="512"/>
                </a:lnTo>
                <a:lnTo>
                  <a:pt x="658" y="513"/>
                </a:lnTo>
                <a:lnTo>
                  <a:pt x="657" y="512"/>
                </a:lnTo>
                <a:lnTo>
                  <a:pt x="656" y="512"/>
                </a:lnTo>
                <a:lnTo>
                  <a:pt x="655" y="512"/>
                </a:lnTo>
                <a:lnTo>
                  <a:pt x="655" y="511"/>
                </a:lnTo>
                <a:lnTo>
                  <a:pt x="655" y="510"/>
                </a:lnTo>
                <a:lnTo>
                  <a:pt x="654" y="510"/>
                </a:lnTo>
                <a:lnTo>
                  <a:pt x="654" y="509"/>
                </a:lnTo>
                <a:lnTo>
                  <a:pt x="653" y="509"/>
                </a:lnTo>
                <a:lnTo>
                  <a:pt x="652" y="509"/>
                </a:lnTo>
                <a:lnTo>
                  <a:pt x="652" y="508"/>
                </a:lnTo>
                <a:lnTo>
                  <a:pt x="651" y="508"/>
                </a:lnTo>
                <a:lnTo>
                  <a:pt x="651" y="509"/>
                </a:lnTo>
                <a:lnTo>
                  <a:pt x="650" y="509"/>
                </a:lnTo>
                <a:lnTo>
                  <a:pt x="649" y="509"/>
                </a:lnTo>
                <a:lnTo>
                  <a:pt x="649" y="508"/>
                </a:lnTo>
                <a:lnTo>
                  <a:pt x="648" y="508"/>
                </a:lnTo>
                <a:lnTo>
                  <a:pt x="647" y="508"/>
                </a:lnTo>
                <a:lnTo>
                  <a:pt x="646" y="508"/>
                </a:lnTo>
                <a:lnTo>
                  <a:pt x="645" y="507"/>
                </a:lnTo>
                <a:lnTo>
                  <a:pt x="645" y="506"/>
                </a:lnTo>
                <a:lnTo>
                  <a:pt x="644" y="506"/>
                </a:lnTo>
                <a:lnTo>
                  <a:pt x="643" y="506"/>
                </a:lnTo>
                <a:lnTo>
                  <a:pt x="643" y="505"/>
                </a:lnTo>
                <a:lnTo>
                  <a:pt x="642" y="505"/>
                </a:lnTo>
                <a:lnTo>
                  <a:pt x="642" y="504"/>
                </a:lnTo>
                <a:lnTo>
                  <a:pt x="641" y="504"/>
                </a:lnTo>
                <a:lnTo>
                  <a:pt x="641" y="503"/>
                </a:lnTo>
                <a:lnTo>
                  <a:pt x="640" y="502"/>
                </a:lnTo>
                <a:lnTo>
                  <a:pt x="640" y="501"/>
                </a:lnTo>
                <a:lnTo>
                  <a:pt x="639" y="501"/>
                </a:lnTo>
                <a:lnTo>
                  <a:pt x="639" y="500"/>
                </a:lnTo>
                <a:lnTo>
                  <a:pt x="639" y="499"/>
                </a:lnTo>
                <a:lnTo>
                  <a:pt x="638" y="499"/>
                </a:lnTo>
                <a:lnTo>
                  <a:pt x="637" y="499"/>
                </a:lnTo>
                <a:lnTo>
                  <a:pt x="636" y="499"/>
                </a:lnTo>
                <a:lnTo>
                  <a:pt x="636" y="498"/>
                </a:lnTo>
                <a:lnTo>
                  <a:pt x="635" y="498"/>
                </a:lnTo>
                <a:lnTo>
                  <a:pt x="634" y="498"/>
                </a:lnTo>
                <a:lnTo>
                  <a:pt x="634" y="497"/>
                </a:lnTo>
                <a:lnTo>
                  <a:pt x="633" y="497"/>
                </a:lnTo>
                <a:lnTo>
                  <a:pt x="633" y="496"/>
                </a:lnTo>
                <a:lnTo>
                  <a:pt x="633" y="495"/>
                </a:lnTo>
                <a:lnTo>
                  <a:pt x="633" y="494"/>
                </a:lnTo>
                <a:lnTo>
                  <a:pt x="632" y="493"/>
                </a:lnTo>
                <a:lnTo>
                  <a:pt x="632" y="494"/>
                </a:lnTo>
                <a:lnTo>
                  <a:pt x="632" y="493"/>
                </a:lnTo>
                <a:lnTo>
                  <a:pt x="631" y="493"/>
                </a:lnTo>
                <a:lnTo>
                  <a:pt x="631" y="494"/>
                </a:lnTo>
                <a:lnTo>
                  <a:pt x="631" y="493"/>
                </a:lnTo>
                <a:lnTo>
                  <a:pt x="630" y="493"/>
                </a:lnTo>
                <a:lnTo>
                  <a:pt x="629" y="493"/>
                </a:lnTo>
                <a:lnTo>
                  <a:pt x="628" y="493"/>
                </a:lnTo>
                <a:lnTo>
                  <a:pt x="627" y="493"/>
                </a:lnTo>
                <a:lnTo>
                  <a:pt x="626" y="493"/>
                </a:lnTo>
                <a:lnTo>
                  <a:pt x="625" y="494"/>
                </a:lnTo>
                <a:lnTo>
                  <a:pt x="625" y="495"/>
                </a:lnTo>
                <a:lnTo>
                  <a:pt x="625" y="496"/>
                </a:lnTo>
                <a:lnTo>
                  <a:pt x="624" y="496"/>
                </a:lnTo>
                <a:lnTo>
                  <a:pt x="624" y="497"/>
                </a:lnTo>
                <a:lnTo>
                  <a:pt x="623" y="497"/>
                </a:lnTo>
                <a:lnTo>
                  <a:pt x="623" y="498"/>
                </a:lnTo>
                <a:lnTo>
                  <a:pt x="622" y="498"/>
                </a:lnTo>
                <a:lnTo>
                  <a:pt x="622" y="499"/>
                </a:lnTo>
                <a:lnTo>
                  <a:pt x="621" y="499"/>
                </a:lnTo>
                <a:lnTo>
                  <a:pt x="621" y="500"/>
                </a:lnTo>
                <a:lnTo>
                  <a:pt x="620" y="500"/>
                </a:lnTo>
                <a:lnTo>
                  <a:pt x="620" y="501"/>
                </a:lnTo>
                <a:lnTo>
                  <a:pt x="620" y="502"/>
                </a:lnTo>
                <a:lnTo>
                  <a:pt x="619" y="502"/>
                </a:lnTo>
                <a:lnTo>
                  <a:pt x="619" y="503"/>
                </a:lnTo>
                <a:lnTo>
                  <a:pt x="618" y="503"/>
                </a:lnTo>
                <a:lnTo>
                  <a:pt x="618" y="504"/>
                </a:lnTo>
                <a:lnTo>
                  <a:pt x="617" y="504"/>
                </a:lnTo>
                <a:lnTo>
                  <a:pt x="617" y="505"/>
                </a:lnTo>
                <a:lnTo>
                  <a:pt x="615" y="505"/>
                </a:lnTo>
                <a:lnTo>
                  <a:pt x="615" y="506"/>
                </a:lnTo>
                <a:lnTo>
                  <a:pt x="614" y="506"/>
                </a:lnTo>
                <a:lnTo>
                  <a:pt x="614" y="505"/>
                </a:lnTo>
                <a:lnTo>
                  <a:pt x="614" y="506"/>
                </a:lnTo>
                <a:lnTo>
                  <a:pt x="613" y="506"/>
                </a:lnTo>
                <a:lnTo>
                  <a:pt x="612" y="506"/>
                </a:lnTo>
                <a:lnTo>
                  <a:pt x="612" y="507"/>
                </a:lnTo>
                <a:lnTo>
                  <a:pt x="612" y="508"/>
                </a:lnTo>
                <a:lnTo>
                  <a:pt x="613" y="508"/>
                </a:lnTo>
                <a:lnTo>
                  <a:pt x="613" y="509"/>
                </a:lnTo>
                <a:lnTo>
                  <a:pt x="613" y="510"/>
                </a:lnTo>
                <a:lnTo>
                  <a:pt x="612" y="510"/>
                </a:lnTo>
                <a:lnTo>
                  <a:pt x="611" y="510"/>
                </a:lnTo>
                <a:lnTo>
                  <a:pt x="610" y="510"/>
                </a:lnTo>
                <a:lnTo>
                  <a:pt x="610" y="511"/>
                </a:lnTo>
                <a:lnTo>
                  <a:pt x="610" y="512"/>
                </a:lnTo>
                <a:lnTo>
                  <a:pt x="609" y="512"/>
                </a:lnTo>
                <a:lnTo>
                  <a:pt x="609" y="513"/>
                </a:lnTo>
                <a:lnTo>
                  <a:pt x="608" y="513"/>
                </a:lnTo>
                <a:lnTo>
                  <a:pt x="608" y="512"/>
                </a:lnTo>
                <a:lnTo>
                  <a:pt x="607" y="512"/>
                </a:lnTo>
                <a:lnTo>
                  <a:pt x="607" y="511"/>
                </a:lnTo>
                <a:lnTo>
                  <a:pt x="606" y="511"/>
                </a:lnTo>
                <a:lnTo>
                  <a:pt x="606" y="510"/>
                </a:lnTo>
                <a:lnTo>
                  <a:pt x="605" y="510"/>
                </a:lnTo>
                <a:lnTo>
                  <a:pt x="604" y="510"/>
                </a:lnTo>
                <a:lnTo>
                  <a:pt x="604" y="509"/>
                </a:lnTo>
                <a:lnTo>
                  <a:pt x="603" y="509"/>
                </a:lnTo>
                <a:lnTo>
                  <a:pt x="602" y="509"/>
                </a:lnTo>
                <a:lnTo>
                  <a:pt x="601" y="509"/>
                </a:lnTo>
                <a:lnTo>
                  <a:pt x="600" y="509"/>
                </a:lnTo>
                <a:lnTo>
                  <a:pt x="600" y="510"/>
                </a:lnTo>
                <a:lnTo>
                  <a:pt x="599" y="510"/>
                </a:lnTo>
                <a:lnTo>
                  <a:pt x="599" y="509"/>
                </a:lnTo>
                <a:lnTo>
                  <a:pt x="598" y="509"/>
                </a:lnTo>
                <a:lnTo>
                  <a:pt x="598" y="508"/>
                </a:lnTo>
                <a:lnTo>
                  <a:pt x="597" y="508"/>
                </a:lnTo>
                <a:lnTo>
                  <a:pt x="596" y="508"/>
                </a:lnTo>
                <a:lnTo>
                  <a:pt x="596" y="507"/>
                </a:lnTo>
                <a:lnTo>
                  <a:pt x="595" y="507"/>
                </a:lnTo>
                <a:lnTo>
                  <a:pt x="595" y="506"/>
                </a:lnTo>
                <a:lnTo>
                  <a:pt x="594" y="506"/>
                </a:lnTo>
                <a:lnTo>
                  <a:pt x="594" y="505"/>
                </a:lnTo>
                <a:lnTo>
                  <a:pt x="595" y="505"/>
                </a:lnTo>
                <a:lnTo>
                  <a:pt x="594" y="504"/>
                </a:lnTo>
                <a:lnTo>
                  <a:pt x="595" y="504"/>
                </a:lnTo>
                <a:lnTo>
                  <a:pt x="595" y="503"/>
                </a:lnTo>
                <a:lnTo>
                  <a:pt x="594" y="503"/>
                </a:lnTo>
                <a:lnTo>
                  <a:pt x="593" y="503"/>
                </a:lnTo>
                <a:lnTo>
                  <a:pt x="592" y="503"/>
                </a:lnTo>
                <a:lnTo>
                  <a:pt x="592" y="502"/>
                </a:lnTo>
                <a:lnTo>
                  <a:pt x="592" y="501"/>
                </a:lnTo>
                <a:lnTo>
                  <a:pt x="592" y="500"/>
                </a:lnTo>
                <a:lnTo>
                  <a:pt x="591" y="500"/>
                </a:lnTo>
                <a:lnTo>
                  <a:pt x="591" y="499"/>
                </a:lnTo>
                <a:lnTo>
                  <a:pt x="590" y="499"/>
                </a:lnTo>
                <a:lnTo>
                  <a:pt x="590" y="498"/>
                </a:lnTo>
                <a:lnTo>
                  <a:pt x="589" y="498"/>
                </a:lnTo>
                <a:lnTo>
                  <a:pt x="588" y="498"/>
                </a:lnTo>
                <a:lnTo>
                  <a:pt x="587" y="498"/>
                </a:lnTo>
                <a:lnTo>
                  <a:pt x="586" y="498"/>
                </a:lnTo>
                <a:lnTo>
                  <a:pt x="586" y="497"/>
                </a:lnTo>
                <a:lnTo>
                  <a:pt x="585" y="497"/>
                </a:lnTo>
                <a:lnTo>
                  <a:pt x="584" y="497"/>
                </a:lnTo>
                <a:lnTo>
                  <a:pt x="583" y="497"/>
                </a:lnTo>
                <a:lnTo>
                  <a:pt x="582" y="497"/>
                </a:lnTo>
                <a:lnTo>
                  <a:pt x="581" y="497"/>
                </a:lnTo>
                <a:lnTo>
                  <a:pt x="581" y="496"/>
                </a:lnTo>
                <a:lnTo>
                  <a:pt x="581" y="497"/>
                </a:lnTo>
                <a:lnTo>
                  <a:pt x="580" y="497"/>
                </a:lnTo>
                <a:lnTo>
                  <a:pt x="581" y="497"/>
                </a:lnTo>
                <a:lnTo>
                  <a:pt x="581" y="498"/>
                </a:lnTo>
                <a:lnTo>
                  <a:pt x="580" y="498"/>
                </a:lnTo>
                <a:lnTo>
                  <a:pt x="580" y="499"/>
                </a:lnTo>
                <a:lnTo>
                  <a:pt x="580" y="500"/>
                </a:lnTo>
                <a:lnTo>
                  <a:pt x="580" y="501"/>
                </a:lnTo>
                <a:lnTo>
                  <a:pt x="580" y="502"/>
                </a:lnTo>
                <a:lnTo>
                  <a:pt x="579" y="504"/>
                </a:lnTo>
                <a:lnTo>
                  <a:pt x="579" y="505"/>
                </a:lnTo>
                <a:lnTo>
                  <a:pt x="578" y="506"/>
                </a:lnTo>
                <a:lnTo>
                  <a:pt x="578" y="507"/>
                </a:lnTo>
                <a:lnTo>
                  <a:pt x="577" y="507"/>
                </a:lnTo>
                <a:lnTo>
                  <a:pt x="577" y="508"/>
                </a:lnTo>
                <a:lnTo>
                  <a:pt x="576" y="509"/>
                </a:lnTo>
                <a:lnTo>
                  <a:pt x="576" y="510"/>
                </a:lnTo>
                <a:lnTo>
                  <a:pt x="575" y="510"/>
                </a:lnTo>
                <a:lnTo>
                  <a:pt x="575" y="511"/>
                </a:lnTo>
                <a:lnTo>
                  <a:pt x="574" y="511"/>
                </a:lnTo>
                <a:lnTo>
                  <a:pt x="575" y="511"/>
                </a:lnTo>
                <a:lnTo>
                  <a:pt x="575" y="512"/>
                </a:lnTo>
                <a:lnTo>
                  <a:pt x="575" y="513"/>
                </a:lnTo>
                <a:lnTo>
                  <a:pt x="576" y="513"/>
                </a:lnTo>
                <a:lnTo>
                  <a:pt x="576" y="514"/>
                </a:lnTo>
                <a:lnTo>
                  <a:pt x="576" y="515"/>
                </a:lnTo>
                <a:lnTo>
                  <a:pt x="576" y="516"/>
                </a:lnTo>
                <a:lnTo>
                  <a:pt x="575" y="516"/>
                </a:lnTo>
                <a:lnTo>
                  <a:pt x="575" y="517"/>
                </a:lnTo>
                <a:lnTo>
                  <a:pt x="574" y="517"/>
                </a:lnTo>
                <a:lnTo>
                  <a:pt x="574" y="518"/>
                </a:lnTo>
                <a:lnTo>
                  <a:pt x="573" y="518"/>
                </a:lnTo>
                <a:lnTo>
                  <a:pt x="572" y="518"/>
                </a:lnTo>
                <a:lnTo>
                  <a:pt x="572" y="519"/>
                </a:lnTo>
                <a:lnTo>
                  <a:pt x="571" y="519"/>
                </a:lnTo>
                <a:lnTo>
                  <a:pt x="571" y="520"/>
                </a:lnTo>
                <a:lnTo>
                  <a:pt x="570" y="520"/>
                </a:lnTo>
                <a:lnTo>
                  <a:pt x="569" y="520"/>
                </a:lnTo>
                <a:lnTo>
                  <a:pt x="569" y="521"/>
                </a:lnTo>
                <a:lnTo>
                  <a:pt x="568" y="521"/>
                </a:lnTo>
                <a:lnTo>
                  <a:pt x="567" y="521"/>
                </a:lnTo>
                <a:lnTo>
                  <a:pt x="567" y="522"/>
                </a:lnTo>
                <a:lnTo>
                  <a:pt x="566" y="522"/>
                </a:lnTo>
                <a:lnTo>
                  <a:pt x="566" y="523"/>
                </a:lnTo>
                <a:lnTo>
                  <a:pt x="565" y="523"/>
                </a:lnTo>
                <a:lnTo>
                  <a:pt x="565" y="524"/>
                </a:lnTo>
                <a:lnTo>
                  <a:pt x="564" y="524"/>
                </a:lnTo>
                <a:lnTo>
                  <a:pt x="564" y="525"/>
                </a:lnTo>
                <a:lnTo>
                  <a:pt x="563" y="525"/>
                </a:lnTo>
                <a:lnTo>
                  <a:pt x="562" y="525"/>
                </a:lnTo>
                <a:lnTo>
                  <a:pt x="562" y="526"/>
                </a:lnTo>
                <a:lnTo>
                  <a:pt x="562" y="527"/>
                </a:lnTo>
                <a:lnTo>
                  <a:pt x="561" y="527"/>
                </a:lnTo>
                <a:lnTo>
                  <a:pt x="560" y="527"/>
                </a:lnTo>
                <a:lnTo>
                  <a:pt x="560" y="528"/>
                </a:lnTo>
                <a:lnTo>
                  <a:pt x="559" y="528"/>
                </a:lnTo>
                <a:lnTo>
                  <a:pt x="559" y="527"/>
                </a:lnTo>
                <a:lnTo>
                  <a:pt x="558" y="527"/>
                </a:lnTo>
                <a:lnTo>
                  <a:pt x="558" y="526"/>
                </a:lnTo>
                <a:lnTo>
                  <a:pt x="558" y="525"/>
                </a:lnTo>
                <a:lnTo>
                  <a:pt x="557" y="525"/>
                </a:lnTo>
                <a:lnTo>
                  <a:pt x="557" y="524"/>
                </a:lnTo>
                <a:lnTo>
                  <a:pt x="557" y="523"/>
                </a:lnTo>
                <a:lnTo>
                  <a:pt x="555" y="523"/>
                </a:lnTo>
                <a:lnTo>
                  <a:pt x="555" y="522"/>
                </a:lnTo>
                <a:lnTo>
                  <a:pt x="554" y="522"/>
                </a:lnTo>
                <a:lnTo>
                  <a:pt x="553" y="522"/>
                </a:lnTo>
                <a:lnTo>
                  <a:pt x="553" y="521"/>
                </a:lnTo>
                <a:lnTo>
                  <a:pt x="553" y="520"/>
                </a:lnTo>
                <a:lnTo>
                  <a:pt x="553" y="519"/>
                </a:lnTo>
                <a:lnTo>
                  <a:pt x="552" y="519"/>
                </a:lnTo>
                <a:lnTo>
                  <a:pt x="552" y="518"/>
                </a:lnTo>
                <a:lnTo>
                  <a:pt x="551" y="518"/>
                </a:lnTo>
                <a:lnTo>
                  <a:pt x="550" y="518"/>
                </a:lnTo>
                <a:lnTo>
                  <a:pt x="549" y="518"/>
                </a:lnTo>
                <a:lnTo>
                  <a:pt x="549" y="517"/>
                </a:lnTo>
                <a:lnTo>
                  <a:pt x="548" y="517"/>
                </a:lnTo>
                <a:lnTo>
                  <a:pt x="547" y="517"/>
                </a:lnTo>
                <a:lnTo>
                  <a:pt x="547" y="516"/>
                </a:lnTo>
                <a:lnTo>
                  <a:pt x="546" y="516"/>
                </a:lnTo>
                <a:lnTo>
                  <a:pt x="546" y="515"/>
                </a:lnTo>
                <a:lnTo>
                  <a:pt x="546" y="516"/>
                </a:lnTo>
                <a:lnTo>
                  <a:pt x="545" y="516"/>
                </a:lnTo>
                <a:lnTo>
                  <a:pt x="545" y="515"/>
                </a:lnTo>
                <a:lnTo>
                  <a:pt x="544" y="515"/>
                </a:lnTo>
                <a:lnTo>
                  <a:pt x="544" y="514"/>
                </a:lnTo>
                <a:lnTo>
                  <a:pt x="543" y="514"/>
                </a:lnTo>
                <a:lnTo>
                  <a:pt x="543" y="515"/>
                </a:lnTo>
                <a:lnTo>
                  <a:pt x="542" y="514"/>
                </a:lnTo>
                <a:lnTo>
                  <a:pt x="541" y="514"/>
                </a:lnTo>
                <a:lnTo>
                  <a:pt x="541" y="513"/>
                </a:lnTo>
                <a:lnTo>
                  <a:pt x="540" y="513"/>
                </a:lnTo>
                <a:lnTo>
                  <a:pt x="540" y="512"/>
                </a:lnTo>
                <a:lnTo>
                  <a:pt x="539" y="512"/>
                </a:lnTo>
                <a:lnTo>
                  <a:pt x="539" y="511"/>
                </a:lnTo>
                <a:lnTo>
                  <a:pt x="538" y="511"/>
                </a:lnTo>
                <a:lnTo>
                  <a:pt x="538" y="510"/>
                </a:lnTo>
                <a:lnTo>
                  <a:pt x="537" y="510"/>
                </a:lnTo>
                <a:lnTo>
                  <a:pt x="537" y="509"/>
                </a:lnTo>
                <a:lnTo>
                  <a:pt x="536" y="509"/>
                </a:lnTo>
                <a:lnTo>
                  <a:pt x="535" y="509"/>
                </a:lnTo>
                <a:lnTo>
                  <a:pt x="535" y="508"/>
                </a:lnTo>
                <a:lnTo>
                  <a:pt x="535" y="507"/>
                </a:lnTo>
                <a:lnTo>
                  <a:pt x="534" y="507"/>
                </a:lnTo>
                <a:lnTo>
                  <a:pt x="534" y="508"/>
                </a:lnTo>
                <a:lnTo>
                  <a:pt x="534" y="507"/>
                </a:lnTo>
                <a:lnTo>
                  <a:pt x="533" y="507"/>
                </a:lnTo>
                <a:lnTo>
                  <a:pt x="533" y="506"/>
                </a:lnTo>
                <a:lnTo>
                  <a:pt x="532" y="506"/>
                </a:lnTo>
                <a:lnTo>
                  <a:pt x="531" y="506"/>
                </a:lnTo>
                <a:lnTo>
                  <a:pt x="530" y="506"/>
                </a:lnTo>
                <a:lnTo>
                  <a:pt x="529" y="506"/>
                </a:lnTo>
                <a:lnTo>
                  <a:pt x="529" y="505"/>
                </a:lnTo>
                <a:lnTo>
                  <a:pt x="528" y="505"/>
                </a:lnTo>
                <a:lnTo>
                  <a:pt x="527" y="505"/>
                </a:lnTo>
                <a:lnTo>
                  <a:pt x="527" y="504"/>
                </a:lnTo>
                <a:lnTo>
                  <a:pt x="527" y="503"/>
                </a:lnTo>
                <a:lnTo>
                  <a:pt x="526" y="503"/>
                </a:lnTo>
                <a:lnTo>
                  <a:pt x="525" y="503"/>
                </a:lnTo>
                <a:lnTo>
                  <a:pt x="525" y="502"/>
                </a:lnTo>
                <a:lnTo>
                  <a:pt x="524" y="502"/>
                </a:lnTo>
                <a:lnTo>
                  <a:pt x="523" y="502"/>
                </a:lnTo>
                <a:lnTo>
                  <a:pt x="523" y="501"/>
                </a:lnTo>
                <a:lnTo>
                  <a:pt x="521" y="501"/>
                </a:lnTo>
                <a:lnTo>
                  <a:pt x="521" y="500"/>
                </a:lnTo>
                <a:lnTo>
                  <a:pt x="520" y="500"/>
                </a:lnTo>
                <a:lnTo>
                  <a:pt x="520" y="499"/>
                </a:lnTo>
                <a:lnTo>
                  <a:pt x="521" y="499"/>
                </a:lnTo>
                <a:lnTo>
                  <a:pt x="521" y="497"/>
                </a:lnTo>
                <a:lnTo>
                  <a:pt x="521" y="496"/>
                </a:lnTo>
                <a:lnTo>
                  <a:pt x="520" y="496"/>
                </a:lnTo>
                <a:lnTo>
                  <a:pt x="519" y="496"/>
                </a:lnTo>
                <a:lnTo>
                  <a:pt x="519" y="495"/>
                </a:lnTo>
                <a:lnTo>
                  <a:pt x="518" y="495"/>
                </a:lnTo>
                <a:lnTo>
                  <a:pt x="517" y="494"/>
                </a:lnTo>
                <a:lnTo>
                  <a:pt x="517" y="493"/>
                </a:lnTo>
                <a:lnTo>
                  <a:pt x="516" y="493"/>
                </a:lnTo>
                <a:lnTo>
                  <a:pt x="515" y="493"/>
                </a:lnTo>
                <a:lnTo>
                  <a:pt x="515" y="492"/>
                </a:lnTo>
                <a:lnTo>
                  <a:pt x="514" y="492"/>
                </a:lnTo>
                <a:lnTo>
                  <a:pt x="513" y="492"/>
                </a:lnTo>
                <a:lnTo>
                  <a:pt x="513" y="491"/>
                </a:lnTo>
                <a:lnTo>
                  <a:pt x="512" y="491"/>
                </a:lnTo>
                <a:lnTo>
                  <a:pt x="512" y="490"/>
                </a:lnTo>
                <a:lnTo>
                  <a:pt x="511" y="490"/>
                </a:lnTo>
                <a:lnTo>
                  <a:pt x="511" y="489"/>
                </a:lnTo>
                <a:lnTo>
                  <a:pt x="510" y="489"/>
                </a:lnTo>
                <a:lnTo>
                  <a:pt x="509" y="489"/>
                </a:lnTo>
                <a:lnTo>
                  <a:pt x="509" y="488"/>
                </a:lnTo>
                <a:lnTo>
                  <a:pt x="508" y="488"/>
                </a:lnTo>
                <a:lnTo>
                  <a:pt x="508" y="487"/>
                </a:lnTo>
                <a:lnTo>
                  <a:pt x="507" y="487"/>
                </a:lnTo>
                <a:lnTo>
                  <a:pt x="506" y="487"/>
                </a:lnTo>
                <a:lnTo>
                  <a:pt x="506" y="486"/>
                </a:lnTo>
                <a:lnTo>
                  <a:pt x="505" y="486"/>
                </a:lnTo>
                <a:lnTo>
                  <a:pt x="504" y="486"/>
                </a:lnTo>
                <a:lnTo>
                  <a:pt x="503" y="486"/>
                </a:lnTo>
                <a:lnTo>
                  <a:pt x="503" y="485"/>
                </a:lnTo>
                <a:lnTo>
                  <a:pt x="502" y="485"/>
                </a:lnTo>
                <a:lnTo>
                  <a:pt x="502" y="484"/>
                </a:lnTo>
                <a:lnTo>
                  <a:pt x="503" y="484"/>
                </a:lnTo>
                <a:lnTo>
                  <a:pt x="502" y="483"/>
                </a:lnTo>
                <a:lnTo>
                  <a:pt x="501" y="483"/>
                </a:lnTo>
                <a:lnTo>
                  <a:pt x="501" y="482"/>
                </a:lnTo>
                <a:lnTo>
                  <a:pt x="502" y="482"/>
                </a:lnTo>
                <a:lnTo>
                  <a:pt x="501" y="482"/>
                </a:lnTo>
                <a:lnTo>
                  <a:pt x="501" y="481"/>
                </a:lnTo>
                <a:lnTo>
                  <a:pt x="501" y="480"/>
                </a:lnTo>
                <a:lnTo>
                  <a:pt x="500" y="480"/>
                </a:lnTo>
                <a:lnTo>
                  <a:pt x="499" y="481"/>
                </a:lnTo>
                <a:lnTo>
                  <a:pt x="498" y="481"/>
                </a:lnTo>
                <a:lnTo>
                  <a:pt x="498" y="480"/>
                </a:lnTo>
                <a:lnTo>
                  <a:pt x="498" y="479"/>
                </a:lnTo>
                <a:lnTo>
                  <a:pt x="497" y="479"/>
                </a:lnTo>
                <a:lnTo>
                  <a:pt x="496" y="479"/>
                </a:lnTo>
                <a:lnTo>
                  <a:pt x="496" y="478"/>
                </a:lnTo>
                <a:lnTo>
                  <a:pt x="496" y="477"/>
                </a:lnTo>
                <a:lnTo>
                  <a:pt x="495" y="477"/>
                </a:lnTo>
                <a:lnTo>
                  <a:pt x="495" y="476"/>
                </a:lnTo>
                <a:lnTo>
                  <a:pt x="494" y="476"/>
                </a:lnTo>
                <a:lnTo>
                  <a:pt x="493" y="475"/>
                </a:lnTo>
                <a:lnTo>
                  <a:pt x="492" y="475"/>
                </a:lnTo>
                <a:lnTo>
                  <a:pt x="491" y="475"/>
                </a:lnTo>
                <a:lnTo>
                  <a:pt x="490" y="474"/>
                </a:lnTo>
                <a:lnTo>
                  <a:pt x="490" y="473"/>
                </a:lnTo>
                <a:lnTo>
                  <a:pt x="490" y="472"/>
                </a:lnTo>
                <a:lnTo>
                  <a:pt x="489" y="472"/>
                </a:lnTo>
                <a:lnTo>
                  <a:pt x="488" y="472"/>
                </a:lnTo>
                <a:lnTo>
                  <a:pt x="486" y="473"/>
                </a:lnTo>
                <a:lnTo>
                  <a:pt x="485" y="473"/>
                </a:lnTo>
                <a:lnTo>
                  <a:pt x="484" y="473"/>
                </a:lnTo>
                <a:lnTo>
                  <a:pt x="483" y="472"/>
                </a:lnTo>
                <a:lnTo>
                  <a:pt x="482" y="472"/>
                </a:lnTo>
                <a:lnTo>
                  <a:pt x="481" y="472"/>
                </a:lnTo>
                <a:lnTo>
                  <a:pt x="481" y="471"/>
                </a:lnTo>
                <a:lnTo>
                  <a:pt x="480" y="471"/>
                </a:lnTo>
                <a:lnTo>
                  <a:pt x="480" y="470"/>
                </a:lnTo>
                <a:lnTo>
                  <a:pt x="479" y="470"/>
                </a:lnTo>
                <a:lnTo>
                  <a:pt x="477" y="469"/>
                </a:lnTo>
                <a:lnTo>
                  <a:pt x="477" y="468"/>
                </a:lnTo>
                <a:lnTo>
                  <a:pt x="476" y="468"/>
                </a:lnTo>
                <a:lnTo>
                  <a:pt x="475" y="468"/>
                </a:lnTo>
                <a:lnTo>
                  <a:pt x="473" y="469"/>
                </a:lnTo>
                <a:lnTo>
                  <a:pt x="472" y="469"/>
                </a:lnTo>
                <a:lnTo>
                  <a:pt x="472" y="468"/>
                </a:lnTo>
                <a:lnTo>
                  <a:pt x="471" y="468"/>
                </a:lnTo>
                <a:lnTo>
                  <a:pt x="471" y="467"/>
                </a:lnTo>
                <a:lnTo>
                  <a:pt x="470" y="467"/>
                </a:lnTo>
                <a:lnTo>
                  <a:pt x="469" y="467"/>
                </a:lnTo>
                <a:lnTo>
                  <a:pt x="468" y="467"/>
                </a:lnTo>
                <a:lnTo>
                  <a:pt x="467" y="467"/>
                </a:lnTo>
                <a:lnTo>
                  <a:pt x="466" y="467"/>
                </a:lnTo>
                <a:lnTo>
                  <a:pt x="465" y="467"/>
                </a:lnTo>
                <a:lnTo>
                  <a:pt x="465" y="466"/>
                </a:lnTo>
                <a:lnTo>
                  <a:pt x="464" y="466"/>
                </a:lnTo>
                <a:lnTo>
                  <a:pt x="463" y="467"/>
                </a:lnTo>
                <a:lnTo>
                  <a:pt x="462" y="467"/>
                </a:lnTo>
                <a:lnTo>
                  <a:pt x="462" y="466"/>
                </a:lnTo>
                <a:lnTo>
                  <a:pt x="461" y="466"/>
                </a:lnTo>
                <a:lnTo>
                  <a:pt x="461" y="465"/>
                </a:lnTo>
                <a:lnTo>
                  <a:pt x="460" y="465"/>
                </a:lnTo>
                <a:lnTo>
                  <a:pt x="459" y="465"/>
                </a:lnTo>
                <a:lnTo>
                  <a:pt x="458" y="465"/>
                </a:lnTo>
                <a:lnTo>
                  <a:pt x="457" y="465"/>
                </a:lnTo>
                <a:lnTo>
                  <a:pt x="457" y="464"/>
                </a:lnTo>
                <a:lnTo>
                  <a:pt x="457" y="465"/>
                </a:lnTo>
                <a:lnTo>
                  <a:pt x="456" y="465"/>
                </a:lnTo>
                <a:lnTo>
                  <a:pt x="455" y="465"/>
                </a:lnTo>
                <a:lnTo>
                  <a:pt x="455" y="466"/>
                </a:lnTo>
                <a:lnTo>
                  <a:pt x="455" y="465"/>
                </a:lnTo>
                <a:lnTo>
                  <a:pt x="454" y="465"/>
                </a:lnTo>
                <a:lnTo>
                  <a:pt x="453" y="465"/>
                </a:lnTo>
                <a:lnTo>
                  <a:pt x="453" y="466"/>
                </a:lnTo>
                <a:lnTo>
                  <a:pt x="452" y="466"/>
                </a:lnTo>
                <a:lnTo>
                  <a:pt x="452" y="467"/>
                </a:lnTo>
                <a:lnTo>
                  <a:pt x="453" y="467"/>
                </a:lnTo>
                <a:lnTo>
                  <a:pt x="453" y="468"/>
                </a:lnTo>
                <a:lnTo>
                  <a:pt x="453" y="469"/>
                </a:lnTo>
                <a:lnTo>
                  <a:pt x="454" y="469"/>
                </a:lnTo>
                <a:lnTo>
                  <a:pt x="455" y="470"/>
                </a:lnTo>
                <a:lnTo>
                  <a:pt x="455" y="471"/>
                </a:lnTo>
                <a:lnTo>
                  <a:pt x="455" y="472"/>
                </a:lnTo>
                <a:lnTo>
                  <a:pt x="456" y="472"/>
                </a:lnTo>
                <a:lnTo>
                  <a:pt x="456" y="473"/>
                </a:lnTo>
                <a:lnTo>
                  <a:pt x="456" y="474"/>
                </a:lnTo>
                <a:lnTo>
                  <a:pt x="456" y="475"/>
                </a:lnTo>
                <a:lnTo>
                  <a:pt x="455" y="475"/>
                </a:lnTo>
                <a:lnTo>
                  <a:pt x="455" y="476"/>
                </a:lnTo>
                <a:lnTo>
                  <a:pt x="454" y="476"/>
                </a:lnTo>
                <a:lnTo>
                  <a:pt x="454" y="477"/>
                </a:lnTo>
                <a:lnTo>
                  <a:pt x="453" y="477"/>
                </a:lnTo>
                <a:lnTo>
                  <a:pt x="454" y="477"/>
                </a:lnTo>
                <a:lnTo>
                  <a:pt x="453" y="477"/>
                </a:lnTo>
                <a:lnTo>
                  <a:pt x="453" y="478"/>
                </a:lnTo>
                <a:lnTo>
                  <a:pt x="452" y="478"/>
                </a:lnTo>
                <a:lnTo>
                  <a:pt x="452" y="479"/>
                </a:lnTo>
                <a:lnTo>
                  <a:pt x="452" y="480"/>
                </a:lnTo>
                <a:lnTo>
                  <a:pt x="452" y="481"/>
                </a:lnTo>
                <a:lnTo>
                  <a:pt x="451" y="482"/>
                </a:lnTo>
                <a:lnTo>
                  <a:pt x="451" y="483"/>
                </a:lnTo>
                <a:lnTo>
                  <a:pt x="451" y="484"/>
                </a:lnTo>
                <a:lnTo>
                  <a:pt x="450" y="484"/>
                </a:lnTo>
                <a:lnTo>
                  <a:pt x="450" y="485"/>
                </a:lnTo>
                <a:lnTo>
                  <a:pt x="450" y="486"/>
                </a:lnTo>
                <a:lnTo>
                  <a:pt x="450" y="487"/>
                </a:lnTo>
                <a:lnTo>
                  <a:pt x="451" y="487"/>
                </a:lnTo>
                <a:lnTo>
                  <a:pt x="451" y="489"/>
                </a:lnTo>
                <a:lnTo>
                  <a:pt x="451" y="490"/>
                </a:lnTo>
                <a:lnTo>
                  <a:pt x="450" y="491"/>
                </a:lnTo>
                <a:lnTo>
                  <a:pt x="449" y="492"/>
                </a:lnTo>
                <a:lnTo>
                  <a:pt x="448" y="492"/>
                </a:lnTo>
                <a:lnTo>
                  <a:pt x="448" y="494"/>
                </a:lnTo>
                <a:lnTo>
                  <a:pt x="447" y="495"/>
                </a:lnTo>
                <a:lnTo>
                  <a:pt x="447" y="498"/>
                </a:lnTo>
                <a:lnTo>
                  <a:pt x="448" y="499"/>
                </a:lnTo>
                <a:lnTo>
                  <a:pt x="448" y="500"/>
                </a:lnTo>
                <a:lnTo>
                  <a:pt x="447" y="501"/>
                </a:lnTo>
                <a:lnTo>
                  <a:pt x="447" y="502"/>
                </a:lnTo>
                <a:lnTo>
                  <a:pt x="447" y="503"/>
                </a:lnTo>
                <a:lnTo>
                  <a:pt x="447" y="504"/>
                </a:lnTo>
                <a:lnTo>
                  <a:pt x="448" y="504"/>
                </a:lnTo>
                <a:lnTo>
                  <a:pt x="448" y="505"/>
                </a:lnTo>
                <a:lnTo>
                  <a:pt x="448" y="506"/>
                </a:lnTo>
                <a:lnTo>
                  <a:pt x="449" y="506"/>
                </a:lnTo>
                <a:lnTo>
                  <a:pt x="450" y="506"/>
                </a:lnTo>
                <a:lnTo>
                  <a:pt x="450" y="507"/>
                </a:lnTo>
                <a:lnTo>
                  <a:pt x="451" y="507"/>
                </a:lnTo>
                <a:lnTo>
                  <a:pt x="452" y="507"/>
                </a:lnTo>
                <a:lnTo>
                  <a:pt x="452" y="508"/>
                </a:lnTo>
                <a:lnTo>
                  <a:pt x="451" y="508"/>
                </a:lnTo>
                <a:lnTo>
                  <a:pt x="451" y="509"/>
                </a:lnTo>
                <a:lnTo>
                  <a:pt x="451" y="510"/>
                </a:lnTo>
                <a:lnTo>
                  <a:pt x="451" y="511"/>
                </a:lnTo>
                <a:lnTo>
                  <a:pt x="451" y="512"/>
                </a:lnTo>
                <a:lnTo>
                  <a:pt x="451" y="513"/>
                </a:lnTo>
                <a:lnTo>
                  <a:pt x="451" y="514"/>
                </a:lnTo>
                <a:lnTo>
                  <a:pt x="451" y="515"/>
                </a:lnTo>
                <a:lnTo>
                  <a:pt x="451" y="516"/>
                </a:lnTo>
                <a:lnTo>
                  <a:pt x="451" y="518"/>
                </a:lnTo>
                <a:lnTo>
                  <a:pt x="450" y="518"/>
                </a:lnTo>
                <a:lnTo>
                  <a:pt x="450" y="519"/>
                </a:lnTo>
                <a:lnTo>
                  <a:pt x="450" y="520"/>
                </a:lnTo>
                <a:lnTo>
                  <a:pt x="451" y="520"/>
                </a:lnTo>
                <a:lnTo>
                  <a:pt x="451" y="522"/>
                </a:lnTo>
                <a:lnTo>
                  <a:pt x="451" y="523"/>
                </a:lnTo>
                <a:lnTo>
                  <a:pt x="452" y="523"/>
                </a:lnTo>
                <a:lnTo>
                  <a:pt x="452" y="524"/>
                </a:lnTo>
                <a:lnTo>
                  <a:pt x="453" y="524"/>
                </a:lnTo>
                <a:lnTo>
                  <a:pt x="453" y="525"/>
                </a:lnTo>
                <a:lnTo>
                  <a:pt x="453" y="526"/>
                </a:lnTo>
                <a:lnTo>
                  <a:pt x="453" y="527"/>
                </a:lnTo>
                <a:lnTo>
                  <a:pt x="453" y="528"/>
                </a:lnTo>
                <a:lnTo>
                  <a:pt x="452" y="528"/>
                </a:lnTo>
                <a:lnTo>
                  <a:pt x="452" y="529"/>
                </a:lnTo>
                <a:lnTo>
                  <a:pt x="452" y="530"/>
                </a:lnTo>
                <a:lnTo>
                  <a:pt x="451" y="531"/>
                </a:lnTo>
                <a:lnTo>
                  <a:pt x="452" y="531"/>
                </a:lnTo>
                <a:lnTo>
                  <a:pt x="452" y="532"/>
                </a:lnTo>
                <a:lnTo>
                  <a:pt x="452" y="533"/>
                </a:lnTo>
                <a:lnTo>
                  <a:pt x="453" y="533"/>
                </a:lnTo>
                <a:lnTo>
                  <a:pt x="453" y="534"/>
                </a:lnTo>
                <a:lnTo>
                  <a:pt x="454" y="534"/>
                </a:lnTo>
                <a:lnTo>
                  <a:pt x="455" y="534"/>
                </a:lnTo>
                <a:lnTo>
                  <a:pt x="455" y="535"/>
                </a:lnTo>
                <a:lnTo>
                  <a:pt x="456" y="535"/>
                </a:lnTo>
                <a:lnTo>
                  <a:pt x="455" y="536"/>
                </a:lnTo>
                <a:lnTo>
                  <a:pt x="455" y="537"/>
                </a:lnTo>
                <a:lnTo>
                  <a:pt x="455" y="538"/>
                </a:lnTo>
                <a:lnTo>
                  <a:pt x="454" y="538"/>
                </a:lnTo>
                <a:lnTo>
                  <a:pt x="453" y="538"/>
                </a:lnTo>
                <a:lnTo>
                  <a:pt x="454" y="538"/>
                </a:lnTo>
                <a:lnTo>
                  <a:pt x="455" y="539"/>
                </a:lnTo>
                <a:lnTo>
                  <a:pt x="455" y="540"/>
                </a:lnTo>
                <a:lnTo>
                  <a:pt x="455" y="541"/>
                </a:lnTo>
                <a:lnTo>
                  <a:pt x="455" y="544"/>
                </a:lnTo>
                <a:lnTo>
                  <a:pt x="455" y="546"/>
                </a:lnTo>
                <a:lnTo>
                  <a:pt x="454" y="546"/>
                </a:lnTo>
                <a:lnTo>
                  <a:pt x="453" y="546"/>
                </a:lnTo>
                <a:lnTo>
                  <a:pt x="453" y="547"/>
                </a:lnTo>
                <a:lnTo>
                  <a:pt x="452" y="547"/>
                </a:lnTo>
                <a:lnTo>
                  <a:pt x="451" y="547"/>
                </a:lnTo>
                <a:lnTo>
                  <a:pt x="451" y="548"/>
                </a:lnTo>
                <a:lnTo>
                  <a:pt x="450" y="548"/>
                </a:lnTo>
                <a:lnTo>
                  <a:pt x="450" y="549"/>
                </a:lnTo>
                <a:lnTo>
                  <a:pt x="449" y="549"/>
                </a:lnTo>
                <a:lnTo>
                  <a:pt x="448" y="549"/>
                </a:lnTo>
                <a:lnTo>
                  <a:pt x="447" y="549"/>
                </a:lnTo>
                <a:lnTo>
                  <a:pt x="446" y="549"/>
                </a:lnTo>
                <a:lnTo>
                  <a:pt x="445" y="550"/>
                </a:lnTo>
                <a:lnTo>
                  <a:pt x="444" y="549"/>
                </a:lnTo>
                <a:lnTo>
                  <a:pt x="443" y="549"/>
                </a:lnTo>
                <a:lnTo>
                  <a:pt x="443" y="550"/>
                </a:lnTo>
                <a:lnTo>
                  <a:pt x="442" y="549"/>
                </a:lnTo>
                <a:lnTo>
                  <a:pt x="441" y="549"/>
                </a:lnTo>
                <a:lnTo>
                  <a:pt x="440" y="548"/>
                </a:lnTo>
                <a:lnTo>
                  <a:pt x="440" y="547"/>
                </a:lnTo>
                <a:lnTo>
                  <a:pt x="439" y="547"/>
                </a:lnTo>
                <a:lnTo>
                  <a:pt x="437" y="546"/>
                </a:lnTo>
                <a:lnTo>
                  <a:pt x="437" y="547"/>
                </a:lnTo>
                <a:lnTo>
                  <a:pt x="436" y="546"/>
                </a:lnTo>
                <a:lnTo>
                  <a:pt x="435" y="545"/>
                </a:lnTo>
                <a:lnTo>
                  <a:pt x="435" y="544"/>
                </a:lnTo>
                <a:lnTo>
                  <a:pt x="434" y="544"/>
                </a:lnTo>
                <a:lnTo>
                  <a:pt x="433" y="544"/>
                </a:lnTo>
                <a:lnTo>
                  <a:pt x="433" y="543"/>
                </a:lnTo>
                <a:lnTo>
                  <a:pt x="432" y="543"/>
                </a:lnTo>
                <a:lnTo>
                  <a:pt x="431" y="543"/>
                </a:lnTo>
                <a:lnTo>
                  <a:pt x="431" y="542"/>
                </a:lnTo>
                <a:lnTo>
                  <a:pt x="431" y="541"/>
                </a:lnTo>
                <a:lnTo>
                  <a:pt x="429" y="541"/>
                </a:lnTo>
                <a:lnTo>
                  <a:pt x="429" y="542"/>
                </a:lnTo>
                <a:lnTo>
                  <a:pt x="430" y="543"/>
                </a:lnTo>
                <a:lnTo>
                  <a:pt x="429" y="543"/>
                </a:lnTo>
                <a:lnTo>
                  <a:pt x="429" y="544"/>
                </a:lnTo>
                <a:lnTo>
                  <a:pt x="430" y="544"/>
                </a:lnTo>
                <a:lnTo>
                  <a:pt x="430" y="545"/>
                </a:lnTo>
                <a:lnTo>
                  <a:pt x="431" y="546"/>
                </a:lnTo>
                <a:lnTo>
                  <a:pt x="431" y="547"/>
                </a:lnTo>
                <a:lnTo>
                  <a:pt x="431" y="548"/>
                </a:lnTo>
                <a:lnTo>
                  <a:pt x="430" y="548"/>
                </a:lnTo>
                <a:lnTo>
                  <a:pt x="430" y="547"/>
                </a:lnTo>
                <a:lnTo>
                  <a:pt x="429" y="546"/>
                </a:lnTo>
                <a:lnTo>
                  <a:pt x="429" y="547"/>
                </a:lnTo>
                <a:lnTo>
                  <a:pt x="428" y="547"/>
                </a:lnTo>
                <a:lnTo>
                  <a:pt x="427" y="547"/>
                </a:lnTo>
                <a:lnTo>
                  <a:pt x="426" y="548"/>
                </a:lnTo>
                <a:lnTo>
                  <a:pt x="425" y="548"/>
                </a:lnTo>
                <a:lnTo>
                  <a:pt x="425" y="549"/>
                </a:lnTo>
                <a:lnTo>
                  <a:pt x="426" y="550"/>
                </a:lnTo>
                <a:lnTo>
                  <a:pt x="427" y="551"/>
                </a:lnTo>
                <a:lnTo>
                  <a:pt x="428" y="551"/>
                </a:lnTo>
                <a:lnTo>
                  <a:pt x="428" y="552"/>
                </a:lnTo>
                <a:lnTo>
                  <a:pt x="428" y="554"/>
                </a:lnTo>
                <a:lnTo>
                  <a:pt x="427" y="555"/>
                </a:lnTo>
                <a:lnTo>
                  <a:pt x="426" y="555"/>
                </a:lnTo>
                <a:lnTo>
                  <a:pt x="425" y="555"/>
                </a:lnTo>
                <a:lnTo>
                  <a:pt x="424" y="555"/>
                </a:lnTo>
                <a:lnTo>
                  <a:pt x="423" y="555"/>
                </a:lnTo>
                <a:lnTo>
                  <a:pt x="421" y="554"/>
                </a:lnTo>
                <a:lnTo>
                  <a:pt x="419" y="554"/>
                </a:lnTo>
                <a:lnTo>
                  <a:pt x="418" y="554"/>
                </a:lnTo>
                <a:lnTo>
                  <a:pt x="418" y="555"/>
                </a:lnTo>
                <a:lnTo>
                  <a:pt x="417" y="555"/>
                </a:lnTo>
                <a:lnTo>
                  <a:pt x="416" y="555"/>
                </a:lnTo>
                <a:lnTo>
                  <a:pt x="415" y="556"/>
                </a:lnTo>
                <a:lnTo>
                  <a:pt x="415" y="557"/>
                </a:lnTo>
                <a:lnTo>
                  <a:pt x="417" y="559"/>
                </a:lnTo>
                <a:lnTo>
                  <a:pt x="418" y="560"/>
                </a:lnTo>
                <a:lnTo>
                  <a:pt x="417" y="561"/>
                </a:lnTo>
                <a:lnTo>
                  <a:pt x="417" y="562"/>
                </a:lnTo>
                <a:lnTo>
                  <a:pt x="417" y="564"/>
                </a:lnTo>
                <a:lnTo>
                  <a:pt x="417" y="565"/>
                </a:lnTo>
                <a:lnTo>
                  <a:pt x="416" y="566"/>
                </a:lnTo>
                <a:lnTo>
                  <a:pt x="415" y="567"/>
                </a:lnTo>
                <a:lnTo>
                  <a:pt x="414" y="568"/>
                </a:lnTo>
                <a:lnTo>
                  <a:pt x="414" y="569"/>
                </a:lnTo>
                <a:lnTo>
                  <a:pt x="413" y="570"/>
                </a:lnTo>
                <a:lnTo>
                  <a:pt x="412" y="570"/>
                </a:lnTo>
                <a:lnTo>
                  <a:pt x="412" y="571"/>
                </a:lnTo>
                <a:lnTo>
                  <a:pt x="411" y="572"/>
                </a:lnTo>
                <a:lnTo>
                  <a:pt x="410" y="573"/>
                </a:lnTo>
                <a:lnTo>
                  <a:pt x="410" y="574"/>
                </a:lnTo>
                <a:lnTo>
                  <a:pt x="410" y="575"/>
                </a:lnTo>
                <a:lnTo>
                  <a:pt x="410" y="576"/>
                </a:lnTo>
                <a:lnTo>
                  <a:pt x="410" y="577"/>
                </a:lnTo>
                <a:lnTo>
                  <a:pt x="410" y="578"/>
                </a:lnTo>
                <a:lnTo>
                  <a:pt x="411" y="579"/>
                </a:lnTo>
                <a:lnTo>
                  <a:pt x="411" y="580"/>
                </a:lnTo>
                <a:lnTo>
                  <a:pt x="412" y="581"/>
                </a:lnTo>
                <a:lnTo>
                  <a:pt x="411" y="581"/>
                </a:lnTo>
                <a:lnTo>
                  <a:pt x="412" y="582"/>
                </a:lnTo>
                <a:lnTo>
                  <a:pt x="412" y="583"/>
                </a:lnTo>
                <a:lnTo>
                  <a:pt x="413" y="585"/>
                </a:lnTo>
                <a:lnTo>
                  <a:pt x="413" y="586"/>
                </a:lnTo>
                <a:lnTo>
                  <a:pt x="412" y="591"/>
                </a:lnTo>
                <a:lnTo>
                  <a:pt x="403" y="587"/>
                </a:lnTo>
                <a:lnTo>
                  <a:pt x="402" y="586"/>
                </a:lnTo>
                <a:lnTo>
                  <a:pt x="400" y="586"/>
                </a:lnTo>
                <a:lnTo>
                  <a:pt x="399" y="585"/>
                </a:lnTo>
                <a:lnTo>
                  <a:pt x="398" y="584"/>
                </a:lnTo>
                <a:lnTo>
                  <a:pt x="397" y="584"/>
                </a:lnTo>
                <a:lnTo>
                  <a:pt x="395" y="583"/>
                </a:lnTo>
                <a:lnTo>
                  <a:pt x="391" y="581"/>
                </a:lnTo>
                <a:lnTo>
                  <a:pt x="390" y="581"/>
                </a:lnTo>
                <a:lnTo>
                  <a:pt x="389" y="581"/>
                </a:lnTo>
                <a:lnTo>
                  <a:pt x="387" y="581"/>
                </a:lnTo>
                <a:lnTo>
                  <a:pt x="386" y="581"/>
                </a:lnTo>
                <a:lnTo>
                  <a:pt x="385" y="581"/>
                </a:lnTo>
                <a:lnTo>
                  <a:pt x="382" y="583"/>
                </a:lnTo>
                <a:lnTo>
                  <a:pt x="381" y="584"/>
                </a:lnTo>
                <a:lnTo>
                  <a:pt x="380" y="584"/>
                </a:lnTo>
                <a:lnTo>
                  <a:pt x="379" y="585"/>
                </a:lnTo>
                <a:lnTo>
                  <a:pt x="379" y="586"/>
                </a:lnTo>
                <a:lnTo>
                  <a:pt x="379" y="587"/>
                </a:lnTo>
                <a:lnTo>
                  <a:pt x="377" y="591"/>
                </a:lnTo>
                <a:lnTo>
                  <a:pt x="377" y="592"/>
                </a:lnTo>
                <a:lnTo>
                  <a:pt x="376" y="593"/>
                </a:lnTo>
                <a:lnTo>
                  <a:pt x="376" y="594"/>
                </a:lnTo>
                <a:lnTo>
                  <a:pt x="377" y="594"/>
                </a:lnTo>
                <a:lnTo>
                  <a:pt x="377" y="596"/>
                </a:lnTo>
                <a:lnTo>
                  <a:pt x="376" y="596"/>
                </a:lnTo>
                <a:lnTo>
                  <a:pt x="375" y="596"/>
                </a:lnTo>
                <a:lnTo>
                  <a:pt x="373" y="597"/>
                </a:lnTo>
                <a:lnTo>
                  <a:pt x="372" y="597"/>
                </a:lnTo>
                <a:lnTo>
                  <a:pt x="371" y="596"/>
                </a:lnTo>
                <a:lnTo>
                  <a:pt x="371" y="595"/>
                </a:lnTo>
                <a:lnTo>
                  <a:pt x="371" y="594"/>
                </a:lnTo>
                <a:lnTo>
                  <a:pt x="370" y="594"/>
                </a:lnTo>
                <a:lnTo>
                  <a:pt x="369" y="594"/>
                </a:lnTo>
                <a:lnTo>
                  <a:pt x="368" y="594"/>
                </a:lnTo>
                <a:lnTo>
                  <a:pt x="367" y="594"/>
                </a:lnTo>
                <a:lnTo>
                  <a:pt x="367" y="595"/>
                </a:lnTo>
                <a:lnTo>
                  <a:pt x="367" y="596"/>
                </a:lnTo>
                <a:lnTo>
                  <a:pt x="366" y="596"/>
                </a:lnTo>
                <a:lnTo>
                  <a:pt x="365" y="596"/>
                </a:lnTo>
                <a:lnTo>
                  <a:pt x="364" y="596"/>
                </a:lnTo>
                <a:lnTo>
                  <a:pt x="364" y="595"/>
                </a:lnTo>
                <a:lnTo>
                  <a:pt x="363" y="595"/>
                </a:lnTo>
                <a:lnTo>
                  <a:pt x="362" y="595"/>
                </a:lnTo>
                <a:lnTo>
                  <a:pt x="362" y="594"/>
                </a:lnTo>
                <a:lnTo>
                  <a:pt x="361" y="594"/>
                </a:lnTo>
                <a:lnTo>
                  <a:pt x="360" y="593"/>
                </a:lnTo>
                <a:lnTo>
                  <a:pt x="360" y="592"/>
                </a:lnTo>
                <a:lnTo>
                  <a:pt x="359" y="592"/>
                </a:lnTo>
                <a:lnTo>
                  <a:pt x="358" y="592"/>
                </a:lnTo>
                <a:lnTo>
                  <a:pt x="357" y="592"/>
                </a:lnTo>
                <a:lnTo>
                  <a:pt x="357" y="591"/>
                </a:lnTo>
                <a:lnTo>
                  <a:pt x="357" y="590"/>
                </a:lnTo>
                <a:lnTo>
                  <a:pt x="356" y="590"/>
                </a:lnTo>
                <a:lnTo>
                  <a:pt x="355" y="591"/>
                </a:lnTo>
                <a:lnTo>
                  <a:pt x="354" y="591"/>
                </a:lnTo>
                <a:lnTo>
                  <a:pt x="354" y="590"/>
                </a:lnTo>
                <a:lnTo>
                  <a:pt x="353" y="590"/>
                </a:lnTo>
                <a:lnTo>
                  <a:pt x="353" y="591"/>
                </a:lnTo>
                <a:lnTo>
                  <a:pt x="353" y="592"/>
                </a:lnTo>
                <a:lnTo>
                  <a:pt x="352" y="592"/>
                </a:lnTo>
                <a:lnTo>
                  <a:pt x="351" y="592"/>
                </a:lnTo>
                <a:lnTo>
                  <a:pt x="351" y="591"/>
                </a:lnTo>
                <a:lnTo>
                  <a:pt x="350" y="590"/>
                </a:lnTo>
                <a:lnTo>
                  <a:pt x="349" y="589"/>
                </a:lnTo>
                <a:lnTo>
                  <a:pt x="349" y="588"/>
                </a:lnTo>
                <a:lnTo>
                  <a:pt x="348" y="588"/>
                </a:lnTo>
                <a:lnTo>
                  <a:pt x="347" y="588"/>
                </a:lnTo>
                <a:lnTo>
                  <a:pt x="347" y="587"/>
                </a:lnTo>
                <a:lnTo>
                  <a:pt x="346" y="587"/>
                </a:lnTo>
                <a:lnTo>
                  <a:pt x="345" y="586"/>
                </a:lnTo>
                <a:lnTo>
                  <a:pt x="344" y="585"/>
                </a:lnTo>
                <a:lnTo>
                  <a:pt x="343" y="585"/>
                </a:lnTo>
                <a:lnTo>
                  <a:pt x="343" y="584"/>
                </a:lnTo>
                <a:lnTo>
                  <a:pt x="342" y="584"/>
                </a:lnTo>
                <a:lnTo>
                  <a:pt x="342" y="583"/>
                </a:lnTo>
                <a:lnTo>
                  <a:pt x="341" y="583"/>
                </a:lnTo>
                <a:lnTo>
                  <a:pt x="340" y="582"/>
                </a:lnTo>
                <a:lnTo>
                  <a:pt x="340" y="581"/>
                </a:lnTo>
                <a:lnTo>
                  <a:pt x="340" y="580"/>
                </a:lnTo>
                <a:lnTo>
                  <a:pt x="340" y="579"/>
                </a:lnTo>
                <a:lnTo>
                  <a:pt x="339" y="579"/>
                </a:lnTo>
                <a:lnTo>
                  <a:pt x="339" y="578"/>
                </a:lnTo>
                <a:lnTo>
                  <a:pt x="338" y="577"/>
                </a:lnTo>
                <a:lnTo>
                  <a:pt x="337" y="575"/>
                </a:lnTo>
                <a:lnTo>
                  <a:pt x="336" y="575"/>
                </a:lnTo>
                <a:lnTo>
                  <a:pt x="335" y="575"/>
                </a:lnTo>
                <a:lnTo>
                  <a:pt x="333" y="576"/>
                </a:lnTo>
                <a:lnTo>
                  <a:pt x="333" y="575"/>
                </a:lnTo>
                <a:lnTo>
                  <a:pt x="332" y="575"/>
                </a:lnTo>
                <a:lnTo>
                  <a:pt x="332" y="574"/>
                </a:lnTo>
                <a:lnTo>
                  <a:pt x="332" y="573"/>
                </a:lnTo>
                <a:lnTo>
                  <a:pt x="332" y="572"/>
                </a:lnTo>
                <a:lnTo>
                  <a:pt x="332" y="571"/>
                </a:lnTo>
                <a:lnTo>
                  <a:pt x="332" y="568"/>
                </a:lnTo>
                <a:lnTo>
                  <a:pt x="331" y="566"/>
                </a:lnTo>
                <a:lnTo>
                  <a:pt x="330" y="566"/>
                </a:lnTo>
                <a:lnTo>
                  <a:pt x="329" y="566"/>
                </a:lnTo>
                <a:lnTo>
                  <a:pt x="328" y="566"/>
                </a:lnTo>
                <a:lnTo>
                  <a:pt x="327" y="566"/>
                </a:lnTo>
                <a:lnTo>
                  <a:pt x="326" y="566"/>
                </a:lnTo>
                <a:lnTo>
                  <a:pt x="326" y="565"/>
                </a:lnTo>
                <a:lnTo>
                  <a:pt x="325" y="565"/>
                </a:lnTo>
                <a:lnTo>
                  <a:pt x="325" y="564"/>
                </a:lnTo>
                <a:lnTo>
                  <a:pt x="325" y="563"/>
                </a:lnTo>
                <a:lnTo>
                  <a:pt x="324" y="563"/>
                </a:lnTo>
                <a:lnTo>
                  <a:pt x="324" y="564"/>
                </a:lnTo>
                <a:lnTo>
                  <a:pt x="323" y="564"/>
                </a:lnTo>
                <a:lnTo>
                  <a:pt x="323" y="563"/>
                </a:lnTo>
                <a:lnTo>
                  <a:pt x="322" y="563"/>
                </a:lnTo>
                <a:lnTo>
                  <a:pt x="321" y="562"/>
                </a:lnTo>
                <a:lnTo>
                  <a:pt x="321" y="561"/>
                </a:lnTo>
                <a:lnTo>
                  <a:pt x="320" y="561"/>
                </a:lnTo>
                <a:lnTo>
                  <a:pt x="320" y="560"/>
                </a:lnTo>
                <a:lnTo>
                  <a:pt x="319" y="560"/>
                </a:lnTo>
                <a:lnTo>
                  <a:pt x="319" y="559"/>
                </a:lnTo>
                <a:lnTo>
                  <a:pt x="318" y="559"/>
                </a:lnTo>
                <a:lnTo>
                  <a:pt x="318" y="560"/>
                </a:lnTo>
                <a:lnTo>
                  <a:pt x="318" y="559"/>
                </a:lnTo>
                <a:lnTo>
                  <a:pt x="317" y="559"/>
                </a:lnTo>
                <a:lnTo>
                  <a:pt x="317" y="560"/>
                </a:lnTo>
                <a:lnTo>
                  <a:pt x="316" y="560"/>
                </a:lnTo>
                <a:lnTo>
                  <a:pt x="316" y="561"/>
                </a:lnTo>
                <a:lnTo>
                  <a:pt x="316" y="562"/>
                </a:lnTo>
                <a:lnTo>
                  <a:pt x="315" y="562"/>
                </a:lnTo>
                <a:lnTo>
                  <a:pt x="315" y="563"/>
                </a:lnTo>
                <a:lnTo>
                  <a:pt x="314" y="563"/>
                </a:lnTo>
                <a:lnTo>
                  <a:pt x="313" y="563"/>
                </a:lnTo>
                <a:lnTo>
                  <a:pt x="312" y="563"/>
                </a:lnTo>
                <a:lnTo>
                  <a:pt x="312" y="564"/>
                </a:lnTo>
                <a:lnTo>
                  <a:pt x="311" y="565"/>
                </a:lnTo>
                <a:lnTo>
                  <a:pt x="309" y="566"/>
                </a:lnTo>
                <a:lnTo>
                  <a:pt x="308" y="566"/>
                </a:lnTo>
                <a:lnTo>
                  <a:pt x="308" y="565"/>
                </a:lnTo>
                <a:lnTo>
                  <a:pt x="307" y="565"/>
                </a:lnTo>
                <a:lnTo>
                  <a:pt x="306" y="565"/>
                </a:lnTo>
                <a:lnTo>
                  <a:pt x="305" y="566"/>
                </a:lnTo>
                <a:lnTo>
                  <a:pt x="305" y="567"/>
                </a:lnTo>
                <a:lnTo>
                  <a:pt x="305" y="568"/>
                </a:lnTo>
                <a:lnTo>
                  <a:pt x="304" y="568"/>
                </a:lnTo>
                <a:lnTo>
                  <a:pt x="303" y="568"/>
                </a:lnTo>
                <a:lnTo>
                  <a:pt x="303" y="569"/>
                </a:lnTo>
                <a:lnTo>
                  <a:pt x="301" y="569"/>
                </a:lnTo>
                <a:lnTo>
                  <a:pt x="301" y="570"/>
                </a:lnTo>
                <a:lnTo>
                  <a:pt x="300" y="570"/>
                </a:lnTo>
                <a:lnTo>
                  <a:pt x="300" y="571"/>
                </a:lnTo>
                <a:lnTo>
                  <a:pt x="299" y="571"/>
                </a:lnTo>
                <a:lnTo>
                  <a:pt x="298" y="571"/>
                </a:lnTo>
                <a:lnTo>
                  <a:pt x="298" y="569"/>
                </a:lnTo>
                <a:lnTo>
                  <a:pt x="298" y="568"/>
                </a:lnTo>
                <a:lnTo>
                  <a:pt x="297" y="568"/>
                </a:lnTo>
                <a:lnTo>
                  <a:pt x="296" y="569"/>
                </a:lnTo>
                <a:lnTo>
                  <a:pt x="295" y="570"/>
                </a:lnTo>
                <a:lnTo>
                  <a:pt x="294" y="570"/>
                </a:lnTo>
                <a:lnTo>
                  <a:pt x="294" y="571"/>
                </a:lnTo>
                <a:lnTo>
                  <a:pt x="293" y="571"/>
                </a:lnTo>
                <a:lnTo>
                  <a:pt x="292" y="570"/>
                </a:lnTo>
                <a:lnTo>
                  <a:pt x="292" y="569"/>
                </a:lnTo>
                <a:lnTo>
                  <a:pt x="292" y="568"/>
                </a:lnTo>
                <a:lnTo>
                  <a:pt x="292" y="569"/>
                </a:lnTo>
                <a:lnTo>
                  <a:pt x="291" y="569"/>
                </a:lnTo>
                <a:lnTo>
                  <a:pt x="291" y="568"/>
                </a:lnTo>
                <a:lnTo>
                  <a:pt x="290" y="568"/>
                </a:lnTo>
                <a:lnTo>
                  <a:pt x="290" y="569"/>
                </a:lnTo>
                <a:lnTo>
                  <a:pt x="289" y="569"/>
                </a:lnTo>
                <a:lnTo>
                  <a:pt x="288" y="569"/>
                </a:lnTo>
                <a:lnTo>
                  <a:pt x="287" y="569"/>
                </a:lnTo>
                <a:lnTo>
                  <a:pt x="286" y="569"/>
                </a:lnTo>
                <a:lnTo>
                  <a:pt x="286" y="568"/>
                </a:lnTo>
                <a:lnTo>
                  <a:pt x="285" y="568"/>
                </a:lnTo>
                <a:lnTo>
                  <a:pt x="284" y="567"/>
                </a:lnTo>
                <a:lnTo>
                  <a:pt x="283" y="567"/>
                </a:lnTo>
                <a:lnTo>
                  <a:pt x="282" y="568"/>
                </a:lnTo>
                <a:lnTo>
                  <a:pt x="281" y="568"/>
                </a:lnTo>
                <a:lnTo>
                  <a:pt x="281" y="567"/>
                </a:lnTo>
                <a:lnTo>
                  <a:pt x="280" y="566"/>
                </a:lnTo>
                <a:lnTo>
                  <a:pt x="279" y="566"/>
                </a:lnTo>
                <a:lnTo>
                  <a:pt x="279" y="567"/>
                </a:lnTo>
                <a:lnTo>
                  <a:pt x="278" y="567"/>
                </a:lnTo>
                <a:lnTo>
                  <a:pt x="277" y="567"/>
                </a:lnTo>
                <a:lnTo>
                  <a:pt x="276" y="567"/>
                </a:lnTo>
                <a:lnTo>
                  <a:pt x="276" y="568"/>
                </a:lnTo>
                <a:lnTo>
                  <a:pt x="275" y="568"/>
                </a:lnTo>
                <a:lnTo>
                  <a:pt x="274" y="568"/>
                </a:lnTo>
                <a:lnTo>
                  <a:pt x="274" y="567"/>
                </a:lnTo>
                <a:lnTo>
                  <a:pt x="274" y="566"/>
                </a:lnTo>
                <a:lnTo>
                  <a:pt x="273" y="566"/>
                </a:lnTo>
                <a:lnTo>
                  <a:pt x="273" y="565"/>
                </a:lnTo>
                <a:lnTo>
                  <a:pt x="272" y="565"/>
                </a:lnTo>
                <a:lnTo>
                  <a:pt x="272" y="564"/>
                </a:lnTo>
                <a:lnTo>
                  <a:pt x="271" y="564"/>
                </a:lnTo>
                <a:lnTo>
                  <a:pt x="270" y="564"/>
                </a:lnTo>
                <a:lnTo>
                  <a:pt x="269" y="563"/>
                </a:lnTo>
                <a:lnTo>
                  <a:pt x="269" y="562"/>
                </a:lnTo>
                <a:lnTo>
                  <a:pt x="268" y="562"/>
                </a:lnTo>
                <a:lnTo>
                  <a:pt x="268" y="560"/>
                </a:lnTo>
                <a:lnTo>
                  <a:pt x="269" y="560"/>
                </a:lnTo>
                <a:lnTo>
                  <a:pt x="268" y="560"/>
                </a:lnTo>
                <a:lnTo>
                  <a:pt x="268" y="559"/>
                </a:lnTo>
                <a:lnTo>
                  <a:pt x="268" y="558"/>
                </a:lnTo>
                <a:lnTo>
                  <a:pt x="268" y="557"/>
                </a:lnTo>
                <a:lnTo>
                  <a:pt x="267" y="557"/>
                </a:lnTo>
                <a:lnTo>
                  <a:pt x="266" y="556"/>
                </a:lnTo>
                <a:lnTo>
                  <a:pt x="265" y="555"/>
                </a:lnTo>
                <a:lnTo>
                  <a:pt x="264" y="555"/>
                </a:lnTo>
                <a:lnTo>
                  <a:pt x="263" y="555"/>
                </a:lnTo>
                <a:lnTo>
                  <a:pt x="263" y="554"/>
                </a:lnTo>
                <a:lnTo>
                  <a:pt x="263" y="553"/>
                </a:lnTo>
                <a:lnTo>
                  <a:pt x="262" y="552"/>
                </a:lnTo>
                <a:lnTo>
                  <a:pt x="261" y="552"/>
                </a:lnTo>
                <a:lnTo>
                  <a:pt x="260" y="551"/>
                </a:lnTo>
                <a:lnTo>
                  <a:pt x="260" y="552"/>
                </a:lnTo>
                <a:lnTo>
                  <a:pt x="259" y="552"/>
                </a:lnTo>
                <a:lnTo>
                  <a:pt x="258" y="552"/>
                </a:lnTo>
                <a:lnTo>
                  <a:pt x="258" y="553"/>
                </a:lnTo>
                <a:lnTo>
                  <a:pt x="258" y="552"/>
                </a:lnTo>
                <a:lnTo>
                  <a:pt x="257" y="552"/>
                </a:lnTo>
                <a:lnTo>
                  <a:pt x="257" y="553"/>
                </a:lnTo>
                <a:lnTo>
                  <a:pt x="256" y="552"/>
                </a:lnTo>
                <a:lnTo>
                  <a:pt x="255" y="551"/>
                </a:lnTo>
                <a:lnTo>
                  <a:pt x="254" y="550"/>
                </a:lnTo>
                <a:lnTo>
                  <a:pt x="254" y="551"/>
                </a:lnTo>
                <a:lnTo>
                  <a:pt x="253" y="551"/>
                </a:lnTo>
                <a:lnTo>
                  <a:pt x="252" y="550"/>
                </a:lnTo>
                <a:lnTo>
                  <a:pt x="252" y="549"/>
                </a:lnTo>
                <a:lnTo>
                  <a:pt x="251" y="549"/>
                </a:lnTo>
                <a:lnTo>
                  <a:pt x="251" y="550"/>
                </a:lnTo>
                <a:lnTo>
                  <a:pt x="250" y="549"/>
                </a:lnTo>
                <a:lnTo>
                  <a:pt x="249" y="549"/>
                </a:lnTo>
                <a:lnTo>
                  <a:pt x="248" y="549"/>
                </a:lnTo>
                <a:lnTo>
                  <a:pt x="247" y="548"/>
                </a:lnTo>
                <a:lnTo>
                  <a:pt x="246" y="548"/>
                </a:lnTo>
                <a:lnTo>
                  <a:pt x="245" y="548"/>
                </a:lnTo>
                <a:lnTo>
                  <a:pt x="243" y="548"/>
                </a:lnTo>
                <a:lnTo>
                  <a:pt x="243" y="549"/>
                </a:lnTo>
                <a:lnTo>
                  <a:pt x="242" y="549"/>
                </a:lnTo>
                <a:lnTo>
                  <a:pt x="241" y="549"/>
                </a:lnTo>
                <a:lnTo>
                  <a:pt x="240" y="549"/>
                </a:lnTo>
                <a:lnTo>
                  <a:pt x="240" y="550"/>
                </a:lnTo>
                <a:lnTo>
                  <a:pt x="239" y="550"/>
                </a:lnTo>
                <a:lnTo>
                  <a:pt x="239" y="549"/>
                </a:lnTo>
                <a:lnTo>
                  <a:pt x="238" y="549"/>
                </a:lnTo>
                <a:lnTo>
                  <a:pt x="238" y="550"/>
                </a:lnTo>
                <a:lnTo>
                  <a:pt x="238" y="551"/>
                </a:lnTo>
                <a:lnTo>
                  <a:pt x="237" y="551"/>
                </a:lnTo>
                <a:lnTo>
                  <a:pt x="236" y="552"/>
                </a:lnTo>
                <a:lnTo>
                  <a:pt x="235" y="552"/>
                </a:lnTo>
                <a:lnTo>
                  <a:pt x="234" y="552"/>
                </a:lnTo>
                <a:lnTo>
                  <a:pt x="233" y="552"/>
                </a:lnTo>
                <a:lnTo>
                  <a:pt x="232" y="552"/>
                </a:lnTo>
                <a:lnTo>
                  <a:pt x="231" y="552"/>
                </a:lnTo>
                <a:lnTo>
                  <a:pt x="230" y="552"/>
                </a:lnTo>
                <a:lnTo>
                  <a:pt x="229" y="552"/>
                </a:lnTo>
                <a:lnTo>
                  <a:pt x="228" y="552"/>
                </a:lnTo>
                <a:lnTo>
                  <a:pt x="227" y="552"/>
                </a:lnTo>
                <a:lnTo>
                  <a:pt x="226" y="552"/>
                </a:lnTo>
                <a:lnTo>
                  <a:pt x="225" y="552"/>
                </a:lnTo>
                <a:lnTo>
                  <a:pt x="223" y="551"/>
                </a:lnTo>
                <a:lnTo>
                  <a:pt x="222" y="551"/>
                </a:lnTo>
                <a:lnTo>
                  <a:pt x="221" y="551"/>
                </a:lnTo>
                <a:lnTo>
                  <a:pt x="220" y="551"/>
                </a:lnTo>
                <a:lnTo>
                  <a:pt x="219" y="551"/>
                </a:lnTo>
                <a:lnTo>
                  <a:pt x="218" y="551"/>
                </a:lnTo>
                <a:lnTo>
                  <a:pt x="217" y="551"/>
                </a:lnTo>
                <a:lnTo>
                  <a:pt x="216" y="551"/>
                </a:lnTo>
                <a:lnTo>
                  <a:pt x="215" y="551"/>
                </a:lnTo>
                <a:lnTo>
                  <a:pt x="214" y="551"/>
                </a:lnTo>
                <a:lnTo>
                  <a:pt x="213" y="551"/>
                </a:lnTo>
                <a:lnTo>
                  <a:pt x="213" y="552"/>
                </a:lnTo>
                <a:lnTo>
                  <a:pt x="212" y="552"/>
                </a:lnTo>
                <a:lnTo>
                  <a:pt x="211" y="552"/>
                </a:lnTo>
                <a:lnTo>
                  <a:pt x="210" y="552"/>
                </a:lnTo>
                <a:lnTo>
                  <a:pt x="209" y="552"/>
                </a:lnTo>
                <a:lnTo>
                  <a:pt x="208" y="552"/>
                </a:lnTo>
                <a:lnTo>
                  <a:pt x="207" y="553"/>
                </a:lnTo>
                <a:lnTo>
                  <a:pt x="206" y="553"/>
                </a:lnTo>
                <a:lnTo>
                  <a:pt x="206" y="554"/>
                </a:lnTo>
                <a:lnTo>
                  <a:pt x="205" y="554"/>
                </a:lnTo>
                <a:lnTo>
                  <a:pt x="204" y="554"/>
                </a:lnTo>
                <a:lnTo>
                  <a:pt x="204" y="553"/>
                </a:lnTo>
                <a:lnTo>
                  <a:pt x="203" y="553"/>
                </a:lnTo>
                <a:lnTo>
                  <a:pt x="203" y="552"/>
                </a:lnTo>
                <a:lnTo>
                  <a:pt x="202" y="552"/>
                </a:lnTo>
                <a:lnTo>
                  <a:pt x="203" y="552"/>
                </a:lnTo>
                <a:lnTo>
                  <a:pt x="203" y="550"/>
                </a:lnTo>
                <a:lnTo>
                  <a:pt x="203" y="549"/>
                </a:lnTo>
                <a:lnTo>
                  <a:pt x="203" y="548"/>
                </a:lnTo>
                <a:lnTo>
                  <a:pt x="203" y="546"/>
                </a:lnTo>
                <a:lnTo>
                  <a:pt x="203" y="545"/>
                </a:lnTo>
                <a:lnTo>
                  <a:pt x="203" y="544"/>
                </a:lnTo>
                <a:lnTo>
                  <a:pt x="203" y="543"/>
                </a:lnTo>
                <a:lnTo>
                  <a:pt x="202" y="543"/>
                </a:lnTo>
                <a:lnTo>
                  <a:pt x="202" y="542"/>
                </a:lnTo>
                <a:lnTo>
                  <a:pt x="202" y="541"/>
                </a:lnTo>
                <a:lnTo>
                  <a:pt x="202" y="540"/>
                </a:lnTo>
                <a:lnTo>
                  <a:pt x="202" y="539"/>
                </a:lnTo>
                <a:lnTo>
                  <a:pt x="201" y="539"/>
                </a:lnTo>
                <a:lnTo>
                  <a:pt x="201" y="538"/>
                </a:lnTo>
                <a:lnTo>
                  <a:pt x="201" y="537"/>
                </a:lnTo>
                <a:lnTo>
                  <a:pt x="201" y="536"/>
                </a:lnTo>
                <a:lnTo>
                  <a:pt x="201" y="535"/>
                </a:lnTo>
                <a:lnTo>
                  <a:pt x="200" y="535"/>
                </a:lnTo>
                <a:lnTo>
                  <a:pt x="200" y="534"/>
                </a:lnTo>
                <a:lnTo>
                  <a:pt x="200" y="533"/>
                </a:lnTo>
                <a:lnTo>
                  <a:pt x="200" y="532"/>
                </a:lnTo>
                <a:lnTo>
                  <a:pt x="200" y="531"/>
                </a:lnTo>
                <a:lnTo>
                  <a:pt x="200" y="530"/>
                </a:lnTo>
                <a:lnTo>
                  <a:pt x="199" y="530"/>
                </a:lnTo>
                <a:lnTo>
                  <a:pt x="199" y="529"/>
                </a:lnTo>
                <a:lnTo>
                  <a:pt x="199" y="528"/>
                </a:lnTo>
                <a:lnTo>
                  <a:pt x="199" y="527"/>
                </a:lnTo>
                <a:lnTo>
                  <a:pt x="199" y="526"/>
                </a:lnTo>
                <a:lnTo>
                  <a:pt x="198" y="526"/>
                </a:lnTo>
                <a:lnTo>
                  <a:pt x="198" y="525"/>
                </a:lnTo>
                <a:lnTo>
                  <a:pt x="198" y="524"/>
                </a:lnTo>
                <a:lnTo>
                  <a:pt x="198" y="523"/>
                </a:lnTo>
                <a:lnTo>
                  <a:pt x="198" y="522"/>
                </a:lnTo>
                <a:lnTo>
                  <a:pt x="198" y="521"/>
                </a:lnTo>
                <a:lnTo>
                  <a:pt x="197" y="521"/>
                </a:lnTo>
                <a:lnTo>
                  <a:pt x="197" y="520"/>
                </a:lnTo>
                <a:lnTo>
                  <a:pt x="197" y="519"/>
                </a:lnTo>
                <a:lnTo>
                  <a:pt x="197" y="518"/>
                </a:lnTo>
                <a:lnTo>
                  <a:pt x="197" y="517"/>
                </a:lnTo>
                <a:lnTo>
                  <a:pt x="196" y="517"/>
                </a:lnTo>
                <a:lnTo>
                  <a:pt x="196" y="516"/>
                </a:lnTo>
                <a:lnTo>
                  <a:pt x="196" y="515"/>
                </a:lnTo>
                <a:lnTo>
                  <a:pt x="196" y="514"/>
                </a:lnTo>
                <a:lnTo>
                  <a:pt x="196" y="513"/>
                </a:lnTo>
                <a:lnTo>
                  <a:pt x="196" y="512"/>
                </a:lnTo>
                <a:lnTo>
                  <a:pt x="195" y="512"/>
                </a:lnTo>
                <a:lnTo>
                  <a:pt x="195" y="511"/>
                </a:lnTo>
                <a:lnTo>
                  <a:pt x="195" y="510"/>
                </a:lnTo>
                <a:lnTo>
                  <a:pt x="195" y="509"/>
                </a:lnTo>
                <a:lnTo>
                  <a:pt x="195" y="508"/>
                </a:lnTo>
                <a:lnTo>
                  <a:pt x="194" y="508"/>
                </a:lnTo>
                <a:lnTo>
                  <a:pt x="194" y="507"/>
                </a:lnTo>
                <a:lnTo>
                  <a:pt x="194" y="506"/>
                </a:lnTo>
                <a:lnTo>
                  <a:pt x="194" y="505"/>
                </a:lnTo>
                <a:lnTo>
                  <a:pt x="194" y="504"/>
                </a:lnTo>
                <a:lnTo>
                  <a:pt x="194" y="503"/>
                </a:lnTo>
                <a:lnTo>
                  <a:pt x="193" y="503"/>
                </a:lnTo>
                <a:lnTo>
                  <a:pt x="193" y="502"/>
                </a:lnTo>
                <a:lnTo>
                  <a:pt x="193" y="501"/>
                </a:lnTo>
                <a:lnTo>
                  <a:pt x="193" y="500"/>
                </a:lnTo>
                <a:lnTo>
                  <a:pt x="193" y="499"/>
                </a:lnTo>
                <a:lnTo>
                  <a:pt x="192" y="499"/>
                </a:lnTo>
                <a:lnTo>
                  <a:pt x="191" y="499"/>
                </a:lnTo>
                <a:lnTo>
                  <a:pt x="190" y="499"/>
                </a:lnTo>
                <a:lnTo>
                  <a:pt x="189" y="499"/>
                </a:lnTo>
                <a:lnTo>
                  <a:pt x="188" y="499"/>
                </a:lnTo>
                <a:lnTo>
                  <a:pt x="185" y="499"/>
                </a:lnTo>
                <a:lnTo>
                  <a:pt x="184" y="499"/>
                </a:lnTo>
                <a:lnTo>
                  <a:pt x="183" y="498"/>
                </a:lnTo>
                <a:lnTo>
                  <a:pt x="182" y="498"/>
                </a:lnTo>
                <a:lnTo>
                  <a:pt x="181" y="498"/>
                </a:lnTo>
                <a:lnTo>
                  <a:pt x="167" y="499"/>
                </a:lnTo>
                <a:lnTo>
                  <a:pt x="164" y="499"/>
                </a:lnTo>
                <a:lnTo>
                  <a:pt x="158" y="499"/>
                </a:lnTo>
                <a:lnTo>
                  <a:pt x="155" y="499"/>
                </a:lnTo>
                <a:lnTo>
                  <a:pt x="154" y="499"/>
                </a:lnTo>
                <a:lnTo>
                  <a:pt x="153" y="499"/>
                </a:lnTo>
                <a:lnTo>
                  <a:pt x="153" y="500"/>
                </a:lnTo>
                <a:lnTo>
                  <a:pt x="152" y="500"/>
                </a:lnTo>
                <a:lnTo>
                  <a:pt x="151" y="500"/>
                </a:lnTo>
                <a:lnTo>
                  <a:pt x="150" y="500"/>
                </a:lnTo>
                <a:lnTo>
                  <a:pt x="148" y="500"/>
                </a:lnTo>
                <a:lnTo>
                  <a:pt x="146" y="499"/>
                </a:lnTo>
                <a:lnTo>
                  <a:pt x="145" y="499"/>
                </a:lnTo>
                <a:lnTo>
                  <a:pt x="144" y="499"/>
                </a:lnTo>
                <a:lnTo>
                  <a:pt x="143" y="499"/>
                </a:lnTo>
                <a:lnTo>
                  <a:pt x="141" y="498"/>
                </a:lnTo>
                <a:lnTo>
                  <a:pt x="140" y="497"/>
                </a:lnTo>
                <a:lnTo>
                  <a:pt x="139" y="496"/>
                </a:lnTo>
                <a:lnTo>
                  <a:pt x="138" y="495"/>
                </a:lnTo>
                <a:lnTo>
                  <a:pt x="137" y="495"/>
                </a:lnTo>
                <a:lnTo>
                  <a:pt x="136" y="494"/>
                </a:lnTo>
                <a:lnTo>
                  <a:pt x="135" y="492"/>
                </a:lnTo>
                <a:lnTo>
                  <a:pt x="135" y="491"/>
                </a:lnTo>
                <a:lnTo>
                  <a:pt x="134" y="491"/>
                </a:lnTo>
                <a:lnTo>
                  <a:pt x="134" y="490"/>
                </a:lnTo>
                <a:lnTo>
                  <a:pt x="134" y="488"/>
                </a:lnTo>
                <a:lnTo>
                  <a:pt x="133" y="488"/>
                </a:lnTo>
                <a:lnTo>
                  <a:pt x="133" y="487"/>
                </a:lnTo>
                <a:lnTo>
                  <a:pt x="133" y="486"/>
                </a:lnTo>
                <a:lnTo>
                  <a:pt x="133" y="485"/>
                </a:lnTo>
                <a:lnTo>
                  <a:pt x="134" y="485"/>
                </a:lnTo>
                <a:lnTo>
                  <a:pt x="135" y="485"/>
                </a:lnTo>
                <a:lnTo>
                  <a:pt x="138" y="485"/>
                </a:lnTo>
                <a:lnTo>
                  <a:pt x="140" y="485"/>
                </a:lnTo>
                <a:lnTo>
                  <a:pt x="141" y="485"/>
                </a:lnTo>
                <a:lnTo>
                  <a:pt x="144" y="485"/>
                </a:lnTo>
                <a:lnTo>
                  <a:pt x="146" y="485"/>
                </a:lnTo>
                <a:lnTo>
                  <a:pt x="146" y="484"/>
                </a:lnTo>
                <a:lnTo>
                  <a:pt x="146" y="483"/>
                </a:lnTo>
                <a:lnTo>
                  <a:pt x="146" y="482"/>
                </a:lnTo>
                <a:lnTo>
                  <a:pt x="146" y="480"/>
                </a:lnTo>
                <a:lnTo>
                  <a:pt x="144" y="479"/>
                </a:lnTo>
                <a:lnTo>
                  <a:pt x="142" y="479"/>
                </a:lnTo>
                <a:lnTo>
                  <a:pt x="141" y="479"/>
                </a:lnTo>
                <a:lnTo>
                  <a:pt x="140" y="478"/>
                </a:lnTo>
                <a:lnTo>
                  <a:pt x="138" y="477"/>
                </a:lnTo>
                <a:lnTo>
                  <a:pt x="138" y="476"/>
                </a:lnTo>
                <a:lnTo>
                  <a:pt x="136" y="474"/>
                </a:lnTo>
                <a:lnTo>
                  <a:pt x="135" y="473"/>
                </a:lnTo>
                <a:lnTo>
                  <a:pt x="134" y="473"/>
                </a:lnTo>
                <a:lnTo>
                  <a:pt x="134" y="472"/>
                </a:lnTo>
                <a:lnTo>
                  <a:pt x="133" y="472"/>
                </a:lnTo>
                <a:lnTo>
                  <a:pt x="132" y="471"/>
                </a:lnTo>
                <a:lnTo>
                  <a:pt x="131" y="471"/>
                </a:lnTo>
                <a:lnTo>
                  <a:pt x="130" y="471"/>
                </a:lnTo>
                <a:lnTo>
                  <a:pt x="128" y="471"/>
                </a:lnTo>
                <a:lnTo>
                  <a:pt x="117" y="470"/>
                </a:lnTo>
                <a:lnTo>
                  <a:pt x="112" y="469"/>
                </a:lnTo>
                <a:lnTo>
                  <a:pt x="110" y="469"/>
                </a:lnTo>
                <a:lnTo>
                  <a:pt x="109" y="469"/>
                </a:lnTo>
                <a:lnTo>
                  <a:pt x="98" y="469"/>
                </a:lnTo>
                <a:lnTo>
                  <a:pt x="96" y="469"/>
                </a:lnTo>
                <a:lnTo>
                  <a:pt x="93" y="469"/>
                </a:lnTo>
                <a:lnTo>
                  <a:pt x="92" y="469"/>
                </a:lnTo>
                <a:lnTo>
                  <a:pt x="91" y="469"/>
                </a:lnTo>
                <a:lnTo>
                  <a:pt x="90" y="470"/>
                </a:lnTo>
                <a:lnTo>
                  <a:pt x="89" y="470"/>
                </a:lnTo>
                <a:lnTo>
                  <a:pt x="88" y="470"/>
                </a:lnTo>
                <a:lnTo>
                  <a:pt x="87" y="469"/>
                </a:lnTo>
                <a:lnTo>
                  <a:pt x="86" y="468"/>
                </a:lnTo>
                <a:lnTo>
                  <a:pt x="85" y="467"/>
                </a:lnTo>
                <a:lnTo>
                  <a:pt x="84" y="466"/>
                </a:lnTo>
                <a:lnTo>
                  <a:pt x="83" y="466"/>
                </a:lnTo>
                <a:lnTo>
                  <a:pt x="82" y="466"/>
                </a:lnTo>
                <a:lnTo>
                  <a:pt x="81" y="466"/>
                </a:lnTo>
                <a:lnTo>
                  <a:pt x="79" y="465"/>
                </a:lnTo>
                <a:lnTo>
                  <a:pt x="78" y="465"/>
                </a:lnTo>
                <a:lnTo>
                  <a:pt x="78" y="464"/>
                </a:lnTo>
                <a:lnTo>
                  <a:pt x="79" y="464"/>
                </a:lnTo>
                <a:lnTo>
                  <a:pt x="80" y="458"/>
                </a:lnTo>
                <a:lnTo>
                  <a:pt x="81" y="455"/>
                </a:lnTo>
                <a:lnTo>
                  <a:pt x="81" y="451"/>
                </a:lnTo>
                <a:lnTo>
                  <a:pt x="82" y="449"/>
                </a:lnTo>
                <a:lnTo>
                  <a:pt x="81" y="449"/>
                </a:lnTo>
                <a:lnTo>
                  <a:pt x="81" y="448"/>
                </a:lnTo>
                <a:lnTo>
                  <a:pt x="81" y="447"/>
                </a:lnTo>
                <a:lnTo>
                  <a:pt x="81" y="446"/>
                </a:lnTo>
                <a:lnTo>
                  <a:pt x="80" y="446"/>
                </a:lnTo>
                <a:lnTo>
                  <a:pt x="80" y="445"/>
                </a:lnTo>
                <a:lnTo>
                  <a:pt x="80" y="444"/>
                </a:lnTo>
                <a:lnTo>
                  <a:pt x="79" y="444"/>
                </a:lnTo>
                <a:lnTo>
                  <a:pt x="79" y="443"/>
                </a:lnTo>
                <a:lnTo>
                  <a:pt x="78" y="441"/>
                </a:lnTo>
                <a:lnTo>
                  <a:pt x="77" y="441"/>
                </a:lnTo>
                <a:lnTo>
                  <a:pt x="76" y="440"/>
                </a:lnTo>
                <a:lnTo>
                  <a:pt x="76" y="439"/>
                </a:lnTo>
                <a:lnTo>
                  <a:pt x="76" y="438"/>
                </a:lnTo>
                <a:lnTo>
                  <a:pt x="77" y="438"/>
                </a:lnTo>
                <a:lnTo>
                  <a:pt x="77" y="437"/>
                </a:lnTo>
                <a:lnTo>
                  <a:pt x="77" y="436"/>
                </a:lnTo>
                <a:lnTo>
                  <a:pt x="77" y="435"/>
                </a:lnTo>
                <a:lnTo>
                  <a:pt x="77" y="434"/>
                </a:lnTo>
                <a:lnTo>
                  <a:pt x="78" y="434"/>
                </a:lnTo>
                <a:lnTo>
                  <a:pt x="78" y="433"/>
                </a:lnTo>
                <a:lnTo>
                  <a:pt x="78" y="432"/>
                </a:lnTo>
                <a:lnTo>
                  <a:pt x="77" y="432"/>
                </a:lnTo>
                <a:lnTo>
                  <a:pt x="76" y="431"/>
                </a:lnTo>
                <a:lnTo>
                  <a:pt x="75" y="431"/>
                </a:lnTo>
                <a:lnTo>
                  <a:pt x="74" y="431"/>
                </a:lnTo>
                <a:lnTo>
                  <a:pt x="74" y="432"/>
                </a:lnTo>
                <a:lnTo>
                  <a:pt x="73" y="432"/>
                </a:lnTo>
                <a:lnTo>
                  <a:pt x="72" y="432"/>
                </a:lnTo>
                <a:lnTo>
                  <a:pt x="71" y="434"/>
                </a:lnTo>
                <a:lnTo>
                  <a:pt x="70" y="434"/>
                </a:lnTo>
                <a:lnTo>
                  <a:pt x="70" y="433"/>
                </a:lnTo>
                <a:lnTo>
                  <a:pt x="69" y="433"/>
                </a:lnTo>
                <a:lnTo>
                  <a:pt x="69" y="434"/>
                </a:lnTo>
                <a:lnTo>
                  <a:pt x="68" y="434"/>
                </a:lnTo>
                <a:lnTo>
                  <a:pt x="67" y="434"/>
                </a:lnTo>
                <a:lnTo>
                  <a:pt x="67" y="433"/>
                </a:lnTo>
                <a:lnTo>
                  <a:pt x="66" y="433"/>
                </a:lnTo>
                <a:lnTo>
                  <a:pt x="65" y="433"/>
                </a:lnTo>
                <a:lnTo>
                  <a:pt x="64" y="433"/>
                </a:lnTo>
                <a:lnTo>
                  <a:pt x="63" y="433"/>
                </a:lnTo>
                <a:lnTo>
                  <a:pt x="62" y="433"/>
                </a:lnTo>
                <a:lnTo>
                  <a:pt x="62" y="434"/>
                </a:lnTo>
                <a:lnTo>
                  <a:pt x="62" y="433"/>
                </a:lnTo>
                <a:lnTo>
                  <a:pt x="61" y="433"/>
                </a:lnTo>
                <a:lnTo>
                  <a:pt x="61" y="432"/>
                </a:lnTo>
                <a:lnTo>
                  <a:pt x="61" y="431"/>
                </a:lnTo>
                <a:lnTo>
                  <a:pt x="59" y="430"/>
                </a:lnTo>
                <a:lnTo>
                  <a:pt x="58" y="430"/>
                </a:lnTo>
                <a:lnTo>
                  <a:pt x="57" y="430"/>
                </a:lnTo>
                <a:lnTo>
                  <a:pt x="56" y="430"/>
                </a:lnTo>
                <a:lnTo>
                  <a:pt x="55" y="430"/>
                </a:lnTo>
                <a:lnTo>
                  <a:pt x="54" y="430"/>
                </a:lnTo>
                <a:lnTo>
                  <a:pt x="53" y="430"/>
                </a:lnTo>
                <a:lnTo>
                  <a:pt x="53" y="431"/>
                </a:lnTo>
                <a:lnTo>
                  <a:pt x="52" y="432"/>
                </a:lnTo>
                <a:lnTo>
                  <a:pt x="51" y="432"/>
                </a:lnTo>
                <a:lnTo>
                  <a:pt x="51" y="433"/>
                </a:lnTo>
                <a:lnTo>
                  <a:pt x="50" y="433"/>
                </a:lnTo>
                <a:lnTo>
                  <a:pt x="50" y="432"/>
                </a:lnTo>
                <a:lnTo>
                  <a:pt x="49" y="432"/>
                </a:lnTo>
                <a:lnTo>
                  <a:pt x="48" y="432"/>
                </a:lnTo>
                <a:lnTo>
                  <a:pt x="47" y="432"/>
                </a:lnTo>
                <a:lnTo>
                  <a:pt x="47" y="433"/>
                </a:lnTo>
                <a:lnTo>
                  <a:pt x="46" y="433"/>
                </a:lnTo>
                <a:lnTo>
                  <a:pt x="45" y="433"/>
                </a:lnTo>
                <a:lnTo>
                  <a:pt x="45" y="432"/>
                </a:lnTo>
                <a:lnTo>
                  <a:pt x="44" y="432"/>
                </a:lnTo>
                <a:lnTo>
                  <a:pt x="43" y="432"/>
                </a:lnTo>
                <a:lnTo>
                  <a:pt x="42" y="432"/>
                </a:lnTo>
                <a:lnTo>
                  <a:pt x="41" y="432"/>
                </a:lnTo>
                <a:lnTo>
                  <a:pt x="41" y="433"/>
                </a:lnTo>
                <a:lnTo>
                  <a:pt x="40" y="433"/>
                </a:lnTo>
                <a:lnTo>
                  <a:pt x="39" y="433"/>
                </a:lnTo>
                <a:lnTo>
                  <a:pt x="38" y="433"/>
                </a:lnTo>
                <a:lnTo>
                  <a:pt x="37" y="433"/>
                </a:lnTo>
                <a:lnTo>
                  <a:pt x="36" y="433"/>
                </a:lnTo>
                <a:lnTo>
                  <a:pt x="36" y="432"/>
                </a:lnTo>
                <a:lnTo>
                  <a:pt x="35" y="432"/>
                </a:lnTo>
                <a:lnTo>
                  <a:pt x="35" y="433"/>
                </a:lnTo>
                <a:lnTo>
                  <a:pt x="34" y="433"/>
                </a:lnTo>
                <a:lnTo>
                  <a:pt x="33" y="434"/>
                </a:lnTo>
                <a:lnTo>
                  <a:pt x="32" y="433"/>
                </a:lnTo>
                <a:lnTo>
                  <a:pt x="31" y="434"/>
                </a:lnTo>
                <a:lnTo>
                  <a:pt x="30" y="434"/>
                </a:lnTo>
                <a:lnTo>
                  <a:pt x="30" y="433"/>
                </a:lnTo>
                <a:lnTo>
                  <a:pt x="29" y="433"/>
                </a:lnTo>
                <a:lnTo>
                  <a:pt x="28" y="433"/>
                </a:lnTo>
                <a:lnTo>
                  <a:pt x="27" y="433"/>
                </a:lnTo>
                <a:lnTo>
                  <a:pt x="26" y="433"/>
                </a:lnTo>
                <a:lnTo>
                  <a:pt x="26" y="434"/>
                </a:lnTo>
                <a:lnTo>
                  <a:pt x="25" y="434"/>
                </a:lnTo>
                <a:lnTo>
                  <a:pt x="24" y="433"/>
                </a:lnTo>
                <a:lnTo>
                  <a:pt x="23" y="433"/>
                </a:lnTo>
                <a:lnTo>
                  <a:pt x="22" y="433"/>
                </a:lnTo>
                <a:lnTo>
                  <a:pt x="21" y="433"/>
                </a:lnTo>
                <a:lnTo>
                  <a:pt x="20" y="433"/>
                </a:lnTo>
                <a:lnTo>
                  <a:pt x="19" y="433"/>
                </a:lnTo>
                <a:lnTo>
                  <a:pt x="19" y="434"/>
                </a:lnTo>
                <a:lnTo>
                  <a:pt x="18" y="434"/>
                </a:lnTo>
                <a:lnTo>
                  <a:pt x="18" y="433"/>
                </a:lnTo>
                <a:lnTo>
                  <a:pt x="17" y="433"/>
                </a:lnTo>
                <a:lnTo>
                  <a:pt x="16" y="433"/>
                </a:lnTo>
                <a:lnTo>
                  <a:pt x="14" y="433"/>
                </a:lnTo>
                <a:lnTo>
                  <a:pt x="13" y="434"/>
                </a:lnTo>
                <a:lnTo>
                  <a:pt x="12" y="435"/>
                </a:lnTo>
                <a:lnTo>
                  <a:pt x="12" y="436"/>
                </a:lnTo>
                <a:lnTo>
                  <a:pt x="11" y="436"/>
                </a:lnTo>
                <a:lnTo>
                  <a:pt x="11" y="437"/>
                </a:lnTo>
                <a:lnTo>
                  <a:pt x="10" y="438"/>
                </a:lnTo>
                <a:lnTo>
                  <a:pt x="10" y="439"/>
                </a:lnTo>
                <a:lnTo>
                  <a:pt x="10" y="440"/>
                </a:lnTo>
                <a:lnTo>
                  <a:pt x="9" y="440"/>
                </a:lnTo>
                <a:lnTo>
                  <a:pt x="8" y="440"/>
                </a:lnTo>
                <a:lnTo>
                  <a:pt x="7" y="440"/>
                </a:lnTo>
                <a:lnTo>
                  <a:pt x="6" y="439"/>
                </a:lnTo>
                <a:lnTo>
                  <a:pt x="6" y="440"/>
                </a:lnTo>
                <a:lnTo>
                  <a:pt x="5" y="440"/>
                </a:lnTo>
                <a:lnTo>
                  <a:pt x="4" y="440"/>
                </a:lnTo>
                <a:lnTo>
                  <a:pt x="4" y="439"/>
                </a:lnTo>
                <a:lnTo>
                  <a:pt x="4" y="438"/>
                </a:lnTo>
                <a:lnTo>
                  <a:pt x="3" y="437"/>
                </a:lnTo>
                <a:lnTo>
                  <a:pt x="2" y="437"/>
                </a:lnTo>
                <a:lnTo>
                  <a:pt x="1" y="437"/>
                </a:lnTo>
                <a:lnTo>
                  <a:pt x="0" y="436"/>
                </a:lnTo>
                <a:lnTo>
                  <a:pt x="0" y="434"/>
                </a:lnTo>
                <a:lnTo>
                  <a:pt x="0" y="433"/>
                </a:lnTo>
                <a:lnTo>
                  <a:pt x="1" y="433"/>
                </a:lnTo>
                <a:lnTo>
                  <a:pt x="1" y="432"/>
                </a:lnTo>
                <a:lnTo>
                  <a:pt x="1" y="431"/>
                </a:lnTo>
                <a:lnTo>
                  <a:pt x="1" y="430"/>
                </a:lnTo>
                <a:lnTo>
                  <a:pt x="1" y="429"/>
                </a:lnTo>
                <a:lnTo>
                  <a:pt x="0" y="429"/>
                </a:lnTo>
                <a:lnTo>
                  <a:pt x="1" y="429"/>
                </a:lnTo>
                <a:lnTo>
                  <a:pt x="1" y="428"/>
                </a:lnTo>
                <a:lnTo>
                  <a:pt x="1" y="427"/>
                </a:lnTo>
                <a:lnTo>
                  <a:pt x="0" y="427"/>
                </a:lnTo>
                <a:lnTo>
                  <a:pt x="0" y="426"/>
                </a:lnTo>
                <a:lnTo>
                  <a:pt x="0" y="425"/>
                </a:lnTo>
                <a:lnTo>
                  <a:pt x="0" y="424"/>
                </a:lnTo>
                <a:lnTo>
                  <a:pt x="0" y="421"/>
                </a:lnTo>
                <a:lnTo>
                  <a:pt x="0" y="420"/>
                </a:lnTo>
                <a:lnTo>
                  <a:pt x="1" y="420"/>
                </a:lnTo>
                <a:lnTo>
                  <a:pt x="1" y="418"/>
                </a:lnTo>
                <a:lnTo>
                  <a:pt x="1" y="416"/>
                </a:lnTo>
                <a:lnTo>
                  <a:pt x="1" y="414"/>
                </a:lnTo>
                <a:lnTo>
                  <a:pt x="1" y="413"/>
                </a:lnTo>
                <a:lnTo>
                  <a:pt x="3" y="413"/>
                </a:lnTo>
                <a:lnTo>
                  <a:pt x="3" y="412"/>
                </a:lnTo>
                <a:lnTo>
                  <a:pt x="5" y="411"/>
                </a:lnTo>
                <a:lnTo>
                  <a:pt x="6" y="411"/>
                </a:lnTo>
                <a:lnTo>
                  <a:pt x="6" y="410"/>
                </a:lnTo>
                <a:lnTo>
                  <a:pt x="7" y="410"/>
                </a:lnTo>
                <a:lnTo>
                  <a:pt x="14" y="405"/>
                </a:lnTo>
                <a:lnTo>
                  <a:pt x="21" y="399"/>
                </a:lnTo>
                <a:lnTo>
                  <a:pt x="34" y="383"/>
                </a:lnTo>
                <a:lnTo>
                  <a:pt x="35" y="381"/>
                </a:lnTo>
                <a:lnTo>
                  <a:pt x="42" y="363"/>
                </a:lnTo>
                <a:lnTo>
                  <a:pt x="42" y="362"/>
                </a:lnTo>
                <a:lnTo>
                  <a:pt x="44" y="356"/>
                </a:lnTo>
                <a:lnTo>
                  <a:pt x="48" y="344"/>
                </a:lnTo>
                <a:lnTo>
                  <a:pt x="49" y="341"/>
                </a:lnTo>
                <a:lnTo>
                  <a:pt x="51" y="337"/>
                </a:lnTo>
                <a:lnTo>
                  <a:pt x="52" y="333"/>
                </a:lnTo>
                <a:lnTo>
                  <a:pt x="52" y="332"/>
                </a:lnTo>
                <a:lnTo>
                  <a:pt x="55" y="320"/>
                </a:lnTo>
                <a:lnTo>
                  <a:pt x="60" y="300"/>
                </a:lnTo>
                <a:lnTo>
                  <a:pt x="69" y="288"/>
                </a:lnTo>
                <a:lnTo>
                  <a:pt x="73" y="281"/>
                </a:lnTo>
                <a:lnTo>
                  <a:pt x="76" y="271"/>
                </a:lnTo>
                <a:lnTo>
                  <a:pt x="77" y="268"/>
                </a:lnTo>
                <a:lnTo>
                  <a:pt x="79" y="249"/>
                </a:lnTo>
                <a:lnTo>
                  <a:pt x="80" y="248"/>
                </a:lnTo>
                <a:lnTo>
                  <a:pt x="87" y="247"/>
                </a:lnTo>
                <a:lnTo>
                  <a:pt x="120" y="245"/>
                </a:lnTo>
                <a:lnTo>
                  <a:pt x="136" y="245"/>
                </a:lnTo>
                <a:lnTo>
                  <a:pt x="136" y="244"/>
                </a:lnTo>
                <a:lnTo>
                  <a:pt x="161" y="245"/>
                </a:lnTo>
                <a:lnTo>
                  <a:pt x="168" y="229"/>
                </a:lnTo>
                <a:lnTo>
                  <a:pt x="169" y="218"/>
                </a:lnTo>
                <a:lnTo>
                  <a:pt x="179" y="205"/>
                </a:lnTo>
                <a:lnTo>
                  <a:pt x="190" y="191"/>
                </a:lnTo>
                <a:lnTo>
                  <a:pt x="191" y="190"/>
                </a:lnTo>
                <a:lnTo>
                  <a:pt x="210" y="171"/>
                </a:lnTo>
                <a:lnTo>
                  <a:pt x="220" y="164"/>
                </a:lnTo>
                <a:lnTo>
                  <a:pt x="246" y="144"/>
                </a:lnTo>
                <a:lnTo>
                  <a:pt x="263" y="143"/>
                </a:lnTo>
                <a:lnTo>
                  <a:pt x="267" y="142"/>
                </a:lnTo>
                <a:lnTo>
                  <a:pt x="270" y="138"/>
                </a:lnTo>
                <a:lnTo>
                  <a:pt x="274" y="132"/>
                </a:lnTo>
                <a:lnTo>
                  <a:pt x="276" y="131"/>
                </a:lnTo>
                <a:lnTo>
                  <a:pt x="280" y="126"/>
                </a:lnTo>
                <a:lnTo>
                  <a:pt x="290" y="121"/>
                </a:lnTo>
                <a:lnTo>
                  <a:pt x="294" y="120"/>
                </a:lnTo>
                <a:lnTo>
                  <a:pt x="304" y="116"/>
                </a:lnTo>
                <a:lnTo>
                  <a:pt x="307" y="115"/>
                </a:lnTo>
                <a:lnTo>
                  <a:pt x="307" y="116"/>
                </a:lnTo>
                <a:lnTo>
                  <a:pt x="307" y="117"/>
                </a:lnTo>
                <a:lnTo>
                  <a:pt x="308" y="118"/>
                </a:lnTo>
                <a:lnTo>
                  <a:pt x="309" y="119"/>
                </a:lnTo>
                <a:lnTo>
                  <a:pt x="310" y="121"/>
                </a:lnTo>
                <a:lnTo>
                  <a:pt x="310" y="122"/>
                </a:lnTo>
                <a:lnTo>
                  <a:pt x="312" y="123"/>
                </a:lnTo>
                <a:lnTo>
                  <a:pt x="312" y="124"/>
                </a:lnTo>
                <a:lnTo>
                  <a:pt x="311" y="124"/>
                </a:lnTo>
                <a:lnTo>
                  <a:pt x="311" y="125"/>
                </a:lnTo>
                <a:lnTo>
                  <a:pt x="311" y="126"/>
                </a:lnTo>
                <a:lnTo>
                  <a:pt x="312" y="128"/>
                </a:lnTo>
                <a:lnTo>
                  <a:pt x="312" y="129"/>
                </a:lnTo>
                <a:lnTo>
                  <a:pt x="313" y="129"/>
                </a:lnTo>
                <a:lnTo>
                  <a:pt x="313" y="130"/>
                </a:lnTo>
                <a:lnTo>
                  <a:pt x="313" y="131"/>
                </a:lnTo>
                <a:lnTo>
                  <a:pt x="314" y="132"/>
                </a:lnTo>
                <a:lnTo>
                  <a:pt x="314" y="133"/>
                </a:lnTo>
                <a:lnTo>
                  <a:pt x="315" y="138"/>
                </a:lnTo>
                <a:lnTo>
                  <a:pt x="316" y="138"/>
                </a:lnTo>
                <a:lnTo>
                  <a:pt x="318" y="142"/>
                </a:lnTo>
                <a:lnTo>
                  <a:pt x="319" y="143"/>
                </a:lnTo>
                <a:lnTo>
                  <a:pt x="319" y="144"/>
                </a:lnTo>
                <a:lnTo>
                  <a:pt x="320" y="144"/>
                </a:lnTo>
                <a:lnTo>
                  <a:pt x="320" y="143"/>
                </a:lnTo>
                <a:lnTo>
                  <a:pt x="321" y="141"/>
                </a:lnTo>
                <a:lnTo>
                  <a:pt x="321" y="140"/>
                </a:lnTo>
                <a:lnTo>
                  <a:pt x="322" y="138"/>
                </a:lnTo>
                <a:lnTo>
                  <a:pt x="323" y="137"/>
                </a:lnTo>
                <a:lnTo>
                  <a:pt x="323" y="136"/>
                </a:lnTo>
                <a:lnTo>
                  <a:pt x="323" y="135"/>
                </a:lnTo>
                <a:lnTo>
                  <a:pt x="324" y="134"/>
                </a:lnTo>
                <a:lnTo>
                  <a:pt x="324" y="133"/>
                </a:lnTo>
                <a:lnTo>
                  <a:pt x="325" y="133"/>
                </a:lnTo>
                <a:lnTo>
                  <a:pt x="325" y="132"/>
                </a:lnTo>
                <a:lnTo>
                  <a:pt x="327" y="131"/>
                </a:lnTo>
                <a:lnTo>
                  <a:pt x="328" y="130"/>
                </a:lnTo>
                <a:lnTo>
                  <a:pt x="329" y="129"/>
                </a:lnTo>
                <a:lnTo>
                  <a:pt x="330" y="128"/>
                </a:lnTo>
                <a:lnTo>
                  <a:pt x="331" y="128"/>
                </a:lnTo>
                <a:lnTo>
                  <a:pt x="333" y="127"/>
                </a:lnTo>
                <a:lnTo>
                  <a:pt x="334" y="126"/>
                </a:lnTo>
                <a:lnTo>
                  <a:pt x="335" y="125"/>
                </a:lnTo>
                <a:lnTo>
                  <a:pt x="338" y="123"/>
                </a:lnTo>
                <a:lnTo>
                  <a:pt x="339" y="122"/>
                </a:lnTo>
                <a:lnTo>
                  <a:pt x="341" y="122"/>
                </a:lnTo>
                <a:lnTo>
                  <a:pt x="341" y="121"/>
                </a:lnTo>
                <a:lnTo>
                  <a:pt x="342" y="121"/>
                </a:lnTo>
                <a:lnTo>
                  <a:pt x="343" y="120"/>
                </a:lnTo>
                <a:lnTo>
                  <a:pt x="344" y="119"/>
                </a:lnTo>
                <a:lnTo>
                  <a:pt x="345" y="119"/>
                </a:lnTo>
                <a:lnTo>
                  <a:pt x="346" y="118"/>
                </a:lnTo>
                <a:lnTo>
                  <a:pt x="348" y="117"/>
                </a:lnTo>
                <a:lnTo>
                  <a:pt x="348" y="116"/>
                </a:lnTo>
                <a:lnTo>
                  <a:pt x="349" y="116"/>
                </a:lnTo>
                <a:lnTo>
                  <a:pt x="350" y="116"/>
                </a:lnTo>
                <a:lnTo>
                  <a:pt x="351" y="116"/>
                </a:lnTo>
                <a:lnTo>
                  <a:pt x="352" y="116"/>
                </a:lnTo>
                <a:lnTo>
                  <a:pt x="353" y="115"/>
                </a:lnTo>
                <a:lnTo>
                  <a:pt x="354" y="115"/>
                </a:lnTo>
                <a:lnTo>
                  <a:pt x="355" y="114"/>
                </a:lnTo>
                <a:lnTo>
                  <a:pt x="356" y="113"/>
                </a:lnTo>
                <a:lnTo>
                  <a:pt x="358" y="113"/>
                </a:lnTo>
                <a:lnTo>
                  <a:pt x="360" y="113"/>
                </a:lnTo>
                <a:lnTo>
                  <a:pt x="361" y="113"/>
                </a:lnTo>
                <a:lnTo>
                  <a:pt x="362" y="113"/>
                </a:lnTo>
                <a:lnTo>
                  <a:pt x="363" y="113"/>
                </a:lnTo>
                <a:lnTo>
                  <a:pt x="365" y="113"/>
                </a:lnTo>
                <a:lnTo>
                  <a:pt x="367" y="113"/>
                </a:lnTo>
                <a:lnTo>
                  <a:pt x="369" y="113"/>
                </a:lnTo>
                <a:lnTo>
                  <a:pt x="370" y="112"/>
                </a:lnTo>
                <a:lnTo>
                  <a:pt x="371" y="112"/>
                </a:lnTo>
                <a:lnTo>
                  <a:pt x="373" y="112"/>
                </a:lnTo>
                <a:lnTo>
                  <a:pt x="374" y="112"/>
                </a:lnTo>
                <a:lnTo>
                  <a:pt x="375" y="112"/>
                </a:lnTo>
                <a:lnTo>
                  <a:pt x="376" y="112"/>
                </a:lnTo>
                <a:lnTo>
                  <a:pt x="377" y="111"/>
                </a:lnTo>
                <a:lnTo>
                  <a:pt x="378" y="110"/>
                </a:lnTo>
                <a:lnTo>
                  <a:pt x="380" y="110"/>
                </a:lnTo>
                <a:lnTo>
                  <a:pt x="381" y="109"/>
                </a:lnTo>
                <a:lnTo>
                  <a:pt x="384" y="108"/>
                </a:lnTo>
                <a:lnTo>
                  <a:pt x="385" y="108"/>
                </a:lnTo>
                <a:lnTo>
                  <a:pt x="386" y="107"/>
                </a:lnTo>
                <a:lnTo>
                  <a:pt x="388" y="106"/>
                </a:lnTo>
                <a:lnTo>
                  <a:pt x="389" y="106"/>
                </a:lnTo>
                <a:lnTo>
                  <a:pt x="390" y="106"/>
                </a:lnTo>
                <a:lnTo>
                  <a:pt x="390" y="105"/>
                </a:lnTo>
                <a:lnTo>
                  <a:pt x="391" y="105"/>
                </a:lnTo>
                <a:lnTo>
                  <a:pt x="392" y="105"/>
                </a:lnTo>
                <a:lnTo>
                  <a:pt x="393" y="104"/>
                </a:lnTo>
                <a:lnTo>
                  <a:pt x="394" y="104"/>
                </a:lnTo>
                <a:lnTo>
                  <a:pt x="394" y="103"/>
                </a:lnTo>
                <a:lnTo>
                  <a:pt x="395" y="103"/>
                </a:lnTo>
                <a:lnTo>
                  <a:pt x="398" y="100"/>
                </a:lnTo>
                <a:lnTo>
                  <a:pt x="400" y="98"/>
                </a:lnTo>
                <a:lnTo>
                  <a:pt x="401" y="98"/>
                </a:lnTo>
                <a:lnTo>
                  <a:pt x="401" y="97"/>
                </a:lnTo>
                <a:lnTo>
                  <a:pt x="402" y="97"/>
                </a:lnTo>
                <a:lnTo>
                  <a:pt x="402" y="96"/>
                </a:lnTo>
                <a:lnTo>
                  <a:pt x="402" y="95"/>
                </a:lnTo>
                <a:lnTo>
                  <a:pt x="403" y="94"/>
                </a:lnTo>
                <a:lnTo>
                  <a:pt x="403" y="93"/>
                </a:lnTo>
                <a:lnTo>
                  <a:pt x="404" y="93"/>
                </a:lnTo>
                <a:lnTo>
                  <a:pt x="404" y="92"/>
                </a:lnTo>
                <a:lnTo>
                  <a:pt x="404" y="91"/>
                </a:lnTo>
                <a:lnTo>
                  <a:pt x="405" y="88"/>
                </a:lnTo>
                <a:lnTo>
                  <a:pt x="400" y="75"/>
                </a:lnTo>
                <a:lnTo>
                  <a:pt x="403" y="73"/>
                </a:lnTo>
                <a:lnTo>
                  <a:pt x="406" y="70"/>
                </a:lnTo>
                <a:lnTo>
                  <a:pt x="410" y="67"/>
                </a:lnTo>
                <a:lnTo>
                  <a:pt x="399" y="52"/>
                </a:lnTo>
                <a:lnTo>
                  <a:pt x="399" y="48"/>
                </a:lnTo>
                <a:lnTo>
                  <a:pt x="402" y="40"/>
                </a:lnTo>
                <a:lnTo>
                  <a:pt x="396" y="38"/>
                </a:lnTo>
                <a:lnTo>
                  <a:pt x="394" y="37"/>
                </a:lnTo>
                <a:lnTo>
                  <a:pt x="396" y="35"/>
                </a:lnTo>
                <a:lnTo>
                  <a:pt x="396" y="34"/>
                </a:lnTo>
                <a:lnTo>
                  <a:pt x="398" y="31"/>
                </a:lnTo>
                <a:lnTo>
                  <a:pt x="400" y="24"/>
                </a:lnTo>
                <a:lnTo>
                  <a:pt x="400" y="23"/>
                </a:lnTo>
                <a:lnTo>
                  <a:pt x="401" y="23"/>
                </a:lnTo>
                <a:lnTo>
                  <a:pt x="402" y="22"/>
                </a:lnTo>
                <a:lnTo>
                  <a:pt x="403" y="22"/>
                </a:lnTo>
                <a:lnTo>
                  <a:pt x="403" y="21"/>
                </a:lnTo>
                <a:lnTo>
                  <a:pt x="404" y="21"/>
                </a:lnTo>
                <a:lnTo>
                  <a:pt x="404" y="20"/>
                </a:lnTo>
                <a:lnTo>
                  <a:pt x="405" y="20"/>
                </a:lnTo>
                <a:lnTo>
                  <a:pt x="408" y="16"/>
                </a:lnTo>
                <a:lnTo>
                  <a:pt x="410" y="15"/>
                </a:lnTo>
                <a:lnTo>
                  <a:pt x="411" y="15"/>
                </a:lnTo>
                <a:lnTo>
                  <a:pt x="413" y="15"/>
                </a:lnTo>
                <a:lnTo>
                  <a:pt x="414" y="13"/>
                </a:lnTo>
                <a:lnTo>
                  <a:pt x="415" y="13"/>
                </a:lnTo>
                <a:lnTo>
                  <a:pt x="416" y="13"/>
                </a:lnTo>
                <a:lnTo>
                  <a:pt x="419" y="12"/>
                </a:lnTo>
                <a:lnTo>
                  <a:pt x="420" y="11"/>
                </a:lnTo>
                <a:lnTo>
                  <a:pt x="422" y="10"/>
                </a:lnTo>
                <a:lnTo>
                  <a:pt x="423" y="9"/>
                </a:lnTo>
                <a:lnTo>
                  <a:pt x="424" y="9"/>
                </a:lnTo>
                <a:lnTo>
                  <a:pt x="425" y="8"/>
                </a:lnTo>
                <a:lnTo>
                  <a:pt x="426" y="8"/>
                </a:lnTo>
                <a:lnTo>
                  <a:pt x="427" y="8"/>
                </a:lnTo>
                <a:lnTo>
                  <a:pt x="427" y="7"/>
                </a:lnTo>
                <a:lnTo>
                  <a:pt x="428" y="7"/>
                </a:lnTo>
                <a:lnTo>
                  <a:pt x="429" y="7"/>
                </a:lnTo>
                <a:lnTo>
                  <a:pt x="429" y="6"/>
                </a:lnTo>
                <a:lnTo>
                  <a:pt x="430" y="6"/>
                </a:lnTo>
                <a:lnTo>
                  <a:pt x="431" y="6"/>
                </a:lnTo>
                <a:lnTo>
                  <a:pt x="432" y="5"/>
                </a:lnTo>
                <a:lnTo>
                  <a:pt x="433" y="4"/>
                </a:lnTo>
                <a:lnTo>
                  <a:pt x="436" y="3"/>
                </a:lnTo>
                <a:lnTo>
                  <a:pt x="442" y="3"/>
                </a:lnTo>
                <a:lnTo>
                  <a:pt x="444" y="2"/>
                </a:lnTo>
                <a:lnTo>
                  <a:pt x="446" y="2"/>
                </a:lnTo>
                <a:lnTo>
                  <a:pt x="447" y="2"/>
                </a:lnTo>
                <a:lnTo>
                  <a:pt x="449" y="2"/>
                </a:lnTo>
                <a:lnTo>
                  <a:pt x="451" y="2"/>
                </a:lnTo>
                <a:lnTo>
                  <a:pt x="455" y="2"/>
                </a:lnTo>
                <a:lnTo>
                  <a:pt x="457" y="2"/>
                </a:lnTo>
                <a:lnTo>
                  <a:pt x="460" y="2"/>
                </a:lnTo>
                <a:lnTo>
                  <a:pt x="470" y="1"/>
                </a:lnTo>
                <a:lnTo>
                  <a:pt x="476" y="2"/>
                </a:lnTo>
                <a:lnTo>
                  <a:pt x="481" y="3"/>
                </a:lnTo>
                <a:lnTo>
                  <a:pt x="491" y="3"/>
                </a:lnTo>
                <a:lnTo>
                  <a:pt x="493" y="3"/>
                </a:lnTo>
                <a:lnTo>
                  <a:pt x="495" y="3"/>
                </a:lnTo>
                <a:lnTo>
                  <a:pt x="496" y="2"/>
                </a:lnTo>
                <a:lnTo>
                  <a:pt x="497" y="2"/>
                </a:lnTo>
                <a:lnTo>
                  <a:pt x="498" y="2"/>
                </a:lnTo>
                <a:lnTo>
                  <a:pt x="499" y="2"/>
                </a:lnTo>
                <a:lnTo>
                  <a:pt x="500" y="2"/>
                </a:lnTo>
                <a:lnTo>
                  <a:pt x="503" y="1"/>
                </a:lnTo>
                <a:lnTo>
                  <a:pt x="506" y="0"/>
                </a:lnTo>
                <a:lnTo>
                  <a:pt x="507" y="0"/>
                </a:lnTo>
                <a:lnTo>
                  <a:pt x="508" y="0"/>
                </a:lnTo>
                <a:lnTo>
                  <a:pt x="510" y="0"/>
                </a:lnTo>
                <a:lnTo>
                  <a:pt x="511" y="4"/>
                </a:lnTo>
                <a:lnTo>
                  <a:pt x="514" y="16"/>
                </a:lnTo>
                <a:moveTo>
                  <a:pt x="1347" y="983"/>
                </a:moveTo>
                <a:lnTo>
                  <a:pt x="1346" y="984"/>
                </a:lnTo>
                <a:lnTo>
                  <a:pt x="1346" y="983"/>
                </a:lnTo>
                <a:lnTo>
                  <a:pt x="1345" y="983"/>
                </a:lnTo>
                <a:lnTo>
                  <a:pt x="1345" y="984"/>
                </a:lnTo>
                <a:lnTo>
                  <a:pt x="1344" y="984"/>
                </a:lnTo>
                <a:lnTo>
                  <a:pt x="1343" y="984"/>
                </a:lnTo>
                <a:lnTo>
                  <a:pt x="1343" y="985"/>
                </a:lnTo>
                <a:lnTo>
                  <a:pt x="1342" y="985"/>
                </a:lnTo>
                <a:lnTo>
                  <a:pt x="1341" y="986"/>
                </a:lnTo>
                <a:lnTo>
                  <a:pt x="1340" y="986"/>
                </a:lnTo>
                <a:lnTo>
                  <a:pt x="1339" y="986"/>
                </a:lnTo>
                <a:lnTo>
                  <a:pt x="1338" y="986"/>
                </a:lnTo>
                <a:lnTo>
                  <a:pt x="1338" y="987"/>
                </a:lnTo>
                <a:lnTo>
                  <a:pt x="1337" y="987"/>
                </a:lnTo>
                <a:lnTo>
                  <a:pt x="1336" y="989"/>
                </a:lnTo>
                <a:lnTo>
                  <a:pt x="1336" y="987"/>
                </a:lnTo>
                <a:lnTo>
                  <a:pt x="1335" y="987"/>
                </a:lnTo>
                <a:lnTo>
                  <a:pt x="1334" y="987"/>
                </a:lnTo>
                <a:lnTo>
                  <a:pt x="1333" y="989"/>
                </a:lnTo>
                <a:lnTo>
                  <a:pt x="1333" y="990"/>
                </a:lnTo>
                <a:lnTo>
                  <a:pt x="1333" y="992"/>
                </a:lnTo>
                <a:lnTo>
                  <a:pt x="1334" y="993"/>
                </a:lnTo>
                <a:lnTo>
                  <a:pt x="1334" y="994"/>
                </a:lnTo>
                <a:lnTo>
                  <a:pt x="1334" y="993"/>
                </a:lnTo>
                <a:lnTo>
                  <a:pt x="1335" y="993"/>
                </a:lnTo>
                <a:lnTo>
                  <a:pt x="1337" y="992"/>
                </a:lnTo>
                <a:lnTo>
                  <a:pt x="1338" y="992"/>
                </a:lnTo>
                <a:lnTo>
                  <a:pt x="1339" y="992"/>
                </a:lnTo>
                <a:lnTo>
                  <a:pt x="1340" y="991"/>
                </a:lnTo>
                <a:lnTo>
                  <a:pt x="1341" y="991"/>
                </a:lnTo>
                <a:lnTo>
                  <a:pt x="1341" y="992"/>
                </a:lnTo>
                <a:lnTo>
                  <a:pt x="1342" y="991"/>
                </a:lnTo>
                <a:lnTo>
                  <a:pt x="1343" y="990"/>
                </a:lnTo>
                <a:lnTo>
                  <a:pt x="1344" y="990"/>
                </a:lnTo>
                <a:lnTo>
                  <a:pt x="1344" y="989"/>
                </a:lnTo>
                <a:lnTo>
                  <a:pt x="1345" y="989"/>
                </a:lnTo>
                <a:lnTo>
                  <a:pt x="1345" y="990"/>
                </a:lnTo>
                <a:lnTo>
                  <a:pt x="1346" y="989"/>
                </a:lnTo>
                <a:lnTo>
                  <a:pt x="1345" y="989"/>
                </a:lnTo>
                <a:lnTo>
                  <a:pt x="1345" y="987"/>
                </a:lnTo>
                <a:lnTo>
                  <a:pt x="1346" y="987"/>
                </a:lnTo>
                <a:lnTo>
                  <a:pt x="1346" y="986"/>
                </a:lnTo>
                <a:lnTo>
                  <a:pt x="1348" y="985"/>
                </a:lnTo>
                <a:lnTo>
                  <a:pt x="1349" y="986"/>
                </a:lnTo>
                <a:lnTo>
                  <a:pt x="1349" y="987"/>
                </a:lnTo>
                <a:lnTo>
                  <a:pt x="1350" y="989"/>
                </a:lnTo>
                <a:lnTo>
                  <a:pt x="1350" y="987"/>
                </a:lnTo>
                <a:lnTo>
                  <a:pt x="1350" y="986"/>
                </a:lnTo>
                <a:lnTo>
                  <a:pt x="1350" y="985"/>
                </a:lnTo>
                <a:lnTo>
                  <a:pt x="1350" y="984"/>
                </a:lnTo>
                <a:lnTo>
                  <a:pt x="1350" y="983"/>
                </a:lnTo>
                <a:lnTo>
                  <a:pt x="1351" y="983"/>
                </a:lnTo>
                <a:lnTo>
                  <a:pt x="1350" y="982"/>
                </a:lnTo>
                <a:lnTo>
                  <a:pt x="1349" y="982"/>
                </a:lnTo>
                <a:lnTo>
                  <a:pt x="1348" y="982"/>
                </a:lnTo>
                <a:lnTo>
                  <a:pt x="1347" y="983"/>
                </a:lnTo>
                <a:close/>
              </a:path>
            </a:pathLst>
          </a:custGeom>
          <a:solidFill>
            <a:srgbClr val="D45E35"/>
          </a:solidFill>
          <a:ln w="2520">
            <a:solidFill>
              <a:srgbClr val="FFFFFF"/>
            </a:solidFill>
            <a:round/>
          </a:ln>
        </p:spPr>
        <p:txBody>
          <a:bodyPr lIns="1080" tIns="1080" rIns="1080" bIns="108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938" name=""/>
          <p:cNvSpPr/>
          <p:nvPr/>
        </p:nvSpPr>
        <p:spPr>
          <a:xfrm>
            <a:off x="4740840" y="1917720"/>
            <a:ext cx="2520" cy="2520"/>
          </a:xfrm>
          <a:custGeom>
            <a:avLst/>
            <a:gdLst/>
            <a:ahLst/>
            <a:rect l="0" t="0" r="r" b="b"/>
            <a:pathLst>
              <a:path w="7" h="7">
                <a:moveTo>
                  <a:pt x="5" y="3"/>
                </a:moveTo>
                <a:lnTo>
                  <a:pt x="4" y="5"/>
                </a:lnTo>
                <a:lnTo>
                  <a:pt x="3" y="7"/>
                </a:lnTo>
                <a:lnTo>
                  <a:pt x="0" y="7"/>
                </a:lnTo>
                <a:lnTo>
                  <a:pt x="2" y="7"/>
                </a:lnTo>
                <a:lnTo>
                  <a:pt x="3" y="5"/>
                </a:lnTo>
                <a:lnTo>
                  <a:pt x="3" y="2"/>
                </a:lnTo>
                <a:lnTo>
                  <a:pt x="4" y="1"/>
                </a:lnTo>
                <a:lnTo>
                  <a:pt x="5" y="1"/>
                </a:lnTo>
                <a:lnTo>
                  <a:pt x="5" y="0"/>
                </a:lnTo>
                <a:lnTo>
                  <a:pt x="7" y="0"/>
                </a:lnTo>
                <a:lnTo>
                  <a:pt x="7" y="1"/>
                </a:lnTo>
                <a:lnTo>
                  <a:pt x="7" y="2"/>
                </a:lnTo>
                <a:lnTo>
                  <a:pt x="5" y="2"/>
                </a:lnTo>
                <a:lnTo>
                  <a:pt x="5" y="3"/>
                </a:lnTo>
                <a:close/>
              </a:path>
            </a:pathLst>
          </a:custGeom>
          <a:solidFill>
            <a:srgbClr val="9FBAD7"/>
          </a:solidFill>
          <a:ln w="2520">
            <a:solidFill>
              <a:srgbClr val="FFFFFF"/>
            </a:solidFill>
            <a:round/>
          </a:ln>
        </p:spPr>
        <p:txBody>
          <a:bodyPr lIns="1080" tIns="1080" rIns="1080" bIns="108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39" name=""/>
          <p:cNvSpPr/>
          <p:nvPr/>
        </p:nvSpPr>
        <p:spPr>
          <a:xfrm>
            <a:off x="4740120" y="1910160"/>
            <a:ext cx="360" cy="720"/>
          </a:xfrm>
          <a:custGeom>
            <a:avLst/>
            <a:gdLst/>
            <a:ahLst/>
            <a:rect l="0" t="0" r="r" b="b"/>
            <a:pathLst>
              <a:path w="1" h="2">
                <a:moveTo>
                  <a:pt x="1" y="1"/>
                </a:moveTo>
                <a:lnTo>
                  <a:pt x="1" y="2"/>
                </a:lnTo>
                <a:lnTo>
                  <a:pt x="1" y="1"/>
                </a:lnTo>
                <a:lnTo>
                  <a:pt x="0" y="1"/>
                </a:lnTo>
                <a:lnTo>
                  <a:pt x="0" y="0"/>
                </a:lnTo>
                <a:lnTo>
                  <a:pt x="1" y="0"/>
                </a:lnTo>
                <a:lnTo>
                  <a:pt x="1" y="1"/>
                </a:lnTo>
                <a:close/>
              </a:path>
            </a:pathLst>
          </a:custGeom>
          <a:solidFill>
            <a:srgbClr val="9FBAD7"/>
          </a:solidFill>
          <a:ln w="2520">
            <a:solidFill>
              <a:srgbClr val="FFFFFF"/>
            </a:solidFill>
            <a:round/>
          </a:ln>
        </p:spPr>
        <p:txBody>
          <a:bodyPr lIns="1080" tIns="-360" rIns="1080" bIns="-3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40" name=""/>
          <p:cNvSpPr/>
          <p:nvPr/>
        </p:nvSpPr>
        <p:spPr>
          <a:xfrm>
            <a:off x="4734000" y="1907640"/>
            <a:ext cx="720" cy="1440"/>
          </a:xfrm>
          <a:custGeom>
            <a:avLst/>
            <a:gdLst/>
            <a:ahLst/>
            <a:rect l="0" t="0" r="r" b="b"/>
            <a:pathLst>
              <a:path w="2" h="4">
                <a:moveTo>
                  <a:pt x="2" y="0"/>
                </a:moveTo>
                <a:lnTo>
                  <a:pt x="2" y="1"/>
                </a:lnTo>
                <a:lnTo>
                  <a:pt x="2" y="3"/>
                </a:lnTo>
                <a:lnTo>
                  <a:pt x="2" y="4"/>
                </a:lnTo>
                <a:lnTo>
                  <a:pt x="2" y="3"/>
                </a:lnTo>
                <a:lnTo>
                  <a:pt x="0" y="3"/>
                </a:lnTo>
                <a:lnTo>
                  <a:pt x="0" y="1"/>
                </a:lnTo>
                <a:lnTo>
                  <a:pt x="0" y="0"/>
                </a:lnTo>
                <a:lnTo>
                  <a:pt x="2" y="0"/>
                </a:lnTo>
                <a:close/>
              </a:path>
            </a:pathLst>
          </a:custGeom>
          <a:solidFill>
            <a:srgbClr val="9FBAD7"/>
          </a:solidFill>
          <a:ln w="2520">
            <a:solidFill>
              <a:srgbClr val="FFFFFF"/>
            </a:solidFill>
            <a:round/>
          </a:ln>
        </p:spPr>
        <p:txBody>
          <a:bodyPr lIns="1080" tIns="360" rIns="1080" bIns="3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41" name=""/>
          <p:cNvSpPr/>
          <p:nvPr/>
        </p:nvSpPr>
        <p:spPr>
          <a:xfrm>
            <a:off x="4731120" y="1904400"/>
            <a:ext cx="1440" cy="1800"/>
          </a:xfrm>
          <a:custGeom>
            <a:avLst/>
            <a:gdLst/>
            <a:ahLst/>
            <a:rect l="0" t="0" r="r" b="b"/>
            <a:pathLst>
              <a:path w="4" h="5">
                <a:moveTo>
                  <a:pt x="0" y="2"/>
                </a:moveTo>
                <a:lnTo>
                  <a:pt x="0" y="0"/>
                </a:lnTo>
                <a:lnTo>
                  <a:pt x="1" y="0"/>
                </a:lnTo>
                <a:lnTo>
                  <a:pt x="1" y="2"/>
                </a:lnTo>
                <a:lnTo>
                  <a:pt x="2" y="2"/>
                </a:lnTo>
                <a:lnTo>
                  <a:pt x="2" y="3"/>
                </a:lnTo>
                <a:lnTo>
                  <a:pt x="4" y="3"/>
                </a:lnTo>
                <a:lnTo>
                  <a:pt x="2" y="3"/>
                </a:lnTo>
                <a:lnTo>
                  <a:pt x="2" y="5"/>
                </a:lnTo>
                <a:lnTo>
                  <a:pt x="1" y="3"/>
                </a:lnTo>
                <a:lnTo>
                  <a:pt x="0" y="3"/>
                </a:lnTo>
                <a:lnTo>
                  <a:pt x="0" y="2"/>
                </a:lnTo>
                <a:close/>
              </a:path>
            </a:pathLst>
          </a:custGeom>
          <a:solidFill>
            <a:srgbClr val="9FBAD7"/>
          </a:solidFill>
          <a:ln w="2520">
            <a:solidFill>
              <a:srgbClr val="FFFFFF"/>
            </a:solidFill>
            <a:round/>
          </a:ln>
        </p:spPr>
        <p:txBody>
          <a:bodyPr lIns="1080" tIns="720" rIns="1080" bIns="7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42" name=""/>
          <p:cNvSpPr/>
          <p:nvPr/>
        </p:nvSpPr>
        <p:spPr>
          <a:xfrm>
            <a:off x="4733280" y="1903320"/>
            <a:ext cx="1800" cy="2160"/>
          </a:xfrm>
          <a:custGeom>
            <a:avLst/>
            <a:gdLst/>
            <a:ahLst/>
            <a:rect l="0" t="0" r="r" b="b"/>
            <a:pathLst>
              <a:path w="5" h="6">
                <a:moveTo>
                  <a:pt x="4" y="0"/>
                </a:moveTo>
                <a:lnTo>
                  <a:pt x="4" y="2"/>
                </a:lnTo>
                <a:lnTo>
                  <a:pt x="5" y="3"/>
                </a:lnTo>
                <a:lnTo>
                  <a:pt x="5" y="4"/>
                </a:lnTo>
                <a:lnTo>
                  <a:pt x="4" y="6"/>
                </a:lnTo>
                <a:lnTo>
                  <a:pt x="4" y="4"/>
                </a:lnTo>
                <a:lnTo>
                  <a:pt x="2" y="4"/>
                </a:lnTo>
                <a:lnTo>
                  <a:pt x="2" y="6"/>
                </a:lnTo>
                <a:lnTo>
                  <a:pt x="1" y="6"/>
                </a:lnTo>
                <a:lnTo>
                  <a:pt x="1" y="4"/>
                </a:lnTo>
                <a:lnTo>
                  <a:pt x="0" y="4"/>
                </a:lnTo>
                <a:lnTo>
                  <a:pt x="0" y="3"/>
                </a:lnTo>
                <a:lnTo>
                  <a:pt x="1" y="3"/>
                </a:lnTo>
                <a:lnTo>
                  <a:pt x="1" y="2"/>
                </a:lnTo>
                <a:lnTo>
                  <a:pt x="0" y="2"/>
                </a:lnTo>
                <a:lnTo>
                  <a:pt x="1" y="0"/>
                </a:lnTo>
                <a:lnTo>
                  <a:pt x="2" y="0"/>
                </a:lnTo>
                <a:lnTo>
                  <a:pt x="4" y="0"/>
                </a:lnTo>
                <a:close/>
              </a:path>
            </a:pathLst>
          </a:custGeom>
          <a:solidFill>
            <a:srgbClr val="9FBAD7"/>
          </a:solidFill>
          <a:ln w="2520">
            <a:solidFill>
              <a:srgbClr val="FFFFFF"/>
            </a:solidFill>
            <a:round/>
          </a:ln>
        </p:spPr>
        <p:txBody>
          <a:bodyPr lIns="1080" tIns="1080" rIns="1080" bIns="108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43" name=""/>
          <p:cNvSpPr/>
          <p:nvPr/>
        </p:nvSpPr>
        <p:spPr>
          <a:xfrm>
            <a:off x="4703760" y="1900800"/>
            <a:ext cx="1080" cy="1800"/>
          </a:xfrm>
          <a:custGeom>
            <a:avLst/>
            <a:gdLst/>
            <a:ahLst/>
            <a:rect l="0" t="0" r="r" b="b"/>
            <a:pathLst>
              <a:path w="3" h="5">
                <a:moveTo>
                  <a:pt x="3" y="1"/>
                </a:moveTo>
                <a:lnTo>
                  <a:pt x="2" y="1"/>
                </a:lnTo>
                <a:lnTo>
                  <a:pt x="2" y="3"/>
                </a:lnTo>
                <a:lnTo>
                  <a:pt x="2" y="4"/>
                </a:lnTo>
                <a:lnTo>
                  <a:pt x="3" y="4"/>
                </a:lnTo>
                <a:lnTo>
                  <a:pt x="3" y="5"/>
                </a:lnTo>
                <a:lnTo>
                  <a:pt x="3" y="4"/>
                </a:lnTo>
                <a:lnTo>
                  <a:pt x="2" y="4"/>
                </a:lnTo>
                <a:lnTo>
                  <a:pt x="2" y="3"/>
                </a:lnTo>
                <a:lnTo>
                  <a:pt x="0" y="3"/>
                </a:lnTo>
                <a:lnTo>
                  <a:pt x="0" y="1"/>
                </a:lnTo>
                <a:lnTo>
                  <a:pt x="2" y="1"/>
                </a:lnTo>
                <a:lnTo>
                  <a:pt x="0" y="1"/>
                </a:lnTo>
                <a:lnTo>
                  <a:pt x="2" y="0"/>
                </a:lnTo>
                <a:lnTo>
                  <a:pt x="2" y="1"/>
                </a:lnTo>
                <a:lnTo>
                  <a:pt x="3" y="1"/>
                </a:lnTo>
                <a:close/>
              </a:path>
            </a:pathLst>
          </a:custGeom>
          <a:solidFill>
            <a:srgbClr val="9FBAD7"/>
          </a:solidFill>
          <a:ln w="2520">
            <a:solidFill>
              <a:srgbClr val="FFFFFF"/>
            </a:solidFill>
            <a:round/>
          </a:ln>
        </p:spPr>
        <p:txBody>
          <a:bodyPr lIns="1080" tIns="720" rIns="1080" bIns="7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44" name=""/>
          <p:cNvSpPr/>
          <p:nvPr/>
        </p:nvSpPr>
        <p:spPr>
          <a:xfrm>
            <a:off x="4739400" y="1891800"/>
            <a:ext cx="3960" cy="4320"/>
          </a:xfrm>
          <a:custGeom>
            <a:avLst/>
            <a:gdLst/>
            <a:ahLst/>
            <a:rect l="0" t="0" r="r" b="b"/>
            <a:pathLst>
              <a:path w="11" h="12">
                <a:moveTo>
                  <a:pt x="5" y="0"/>
                </a:moveTo>
                <a:lnTo>
                  <a:pt x="5" y="1"/>
                </a:lnTo>
                <a:lnTo>
                  <a:pt x="6" y="1"/>
                </a:lnTo>
                <a:lnTo>
                  <a:pt x="7" y="1"/>
                </a:lnTo>
                <a:lnTo>
                  <a:pt x="8" y="1"/>
                </a:lnTo>
                <a:lnTo>
                  <a:pt x="8" y="2"/>
                </a:lnTo>
                <a:lnTo>
                  <a:pt x="9" y="2"/>
                </a:lnTo>
                <a:lnTo>
                  <a:pt x="9" y="1"/>
                </a:lnTo>
                <a:lnTo>
                  <a:pt x="9" y="2"/>
                </a:lnTo>
                <a:lnTo>
                  <a:pt x="9" y="1"/>
                </a:lnTo>
                <a:lnTo>
                  <a:pt x="9" y="2"/>
                </a:lnTo>
                <a:lnTo>
                  <a:pt x="9" y="1"/>
                </a:lnTo>
                <a:lnTo>
                  <a:pt x="9" y="2"/>
                </a:lnTo>
                <a:lnTo>
                  <a:pt x="9" y="1"/>
                </a:lnTo>
                <a:lnTo>
                  <a:pt x="11" y="1"/>
                </a:lnTo>
                <a:lnTo>
                  <a:pt x="11" y="2"/>
                </a:lnTo>
                <a:lnTo>
                  <a:pt x="11" y="3"/>
                </a:lnTo>
                <a:lnTo>
                  <a:pt x="11" y="4"/>
                </a:lnTo>
                <a:lnTo>
                  <a:pt x="11" y="5"/>
                </a:lnTo>
                <a:lnTo>
                  <a:pt x="9" y="5"/>
                </a:lnTo>
                <a:lnTo>
                  <a:pt x="9" y="6"/>
                </a:lnTo>
                <a:lnTo>
                  <a:pt x="9" y="7"/>
                </a:lnTo>
                <a:lnTo>
                  <a:pt x="8" y="7"/>
                </a:lnTo>
                <a:lnTo>
                  <a:pt x="9" y="7"/>
                </a:lnTo>
                <a:lnTo>
                  <a:pt x="9" y="8"/>
                </a:lnTo>
                <a:lnTo>
                  <a:pt x="8" y="8"/>
                </a:lnTo>
                <a:lnTo>
                  <a:pt x="7" y="8"/>
                </a:lnTo>
                <a:lnTo>
                  <a:pt x="7" y="9"/>
                </a:lnTo>
                <a:lnTo>
                  <a:pt x="7" y="11"/>
                </a:lnTo>
                <a:lnTo>
                  <a:pt x="6" y="11"/>
                </a:lnTo>
                <a:lnTo>
                  <a:pt x="6" y="12"/>
                </a:lnTo>
                <a:lnTo>
                  <a:pt x="5" y="12"/>
                </a:lnTo>
                <a:lnTo>
                  <a:pt x="6" y="12"/>
                </a:lnTo>
                <a:lnTo>
                  <a:pt x="5" y="12"/>
                </a:lnTo>
                <a:lnTo>
                  <a:pt x="4" y="12"/>
                </a:lnTo>
                <a:lnTo>
                  <a:pt x="3" y="12"/>
                </a:lnTo>
                <a:lnTo>
                  <a:pt x="2" y="12"/>
                </a:lnTo>
                <a:lnTo>
                  <a:pt x="2" y="11"/>
                </a:lnTo>
                <a:lnTo>
                  <a:pt x="1" y="11"/>
                </a:lnTo>
                <a:lnTo>
                  <a:pt x="1" y="9"/>
                </a:lnTo>
                <a:lnTo>
                  <a:pt x="1" y="11"/>
                </a:lnTo>
                <a:lnTo>
                  <a:pt x="2" y="11"/>
                </a:lnTo>
                <a:lnTo>
                  <a:pt x="2" y="9"/>
                </a:lnTo>
                <a:lnTo>
                  <a:pt x="1" y="9"/>
                </a:lnTo>
                <a:lnTo>
                  <a:pt x="2" y="9"/>
                </a:lnTo>
                <a:lnTo>
                  <a:pt x="1" y="9"/>
                </a:lnTo>
                <a:lnTo>
                  <a:pt x="2" y="9"/>
                </a:lnTo>
                <a:lnTo>
                  <a:pt x="2" y="8"/>
                </a:lnTo>
                <a:lnTo>
                  <a:pt x="1" y="8"/>
                </a:lnTo>
                <a:lnTo>
                  <a:pt x="1" y="9"/>
                </a:lnTo>
                <a:lnTo>
                  <a:pt x="1" y="8"/>
                </a:lnTo>
                <a:lnTo>
                  <a:pt x="0" y="8"/>
                </a:lnTo>
                <a:lnTo>
                  <a:pt x="0" y="7"/>
                </a:lnTo>
                <a:lnTo>
                  <a:pt x="0" y="6"/>
                </a:lnTo>
                <a:lnTo>
                  <a:pt x="1" y="6"/>
                </a:lnTo>
                <a:lnTo>
                  <a:pt x="2" y="6"/>
                </a:lnTo>
                <a:lnTo>
                  <a:pt x="2" y="5"/>
                </a:lnTo>
                <a:lnTo>
                  <a:pt x="1" y="5"/>
                </a:lnTo>
                <a:lnTo>
                  <a:pt x="2" y="5"/>
                </a:lnTo>
                <a:lnTo>
                  <a:pt x="2" y="4"/>
                </a:lnTo>
                <a:lnTo>
                  <a:pt x="2" y="5"/>
                </a:lnTo>
                <a:lnTo>
                  <a:pt x="2" y="4"/>
                </a:lnTo>
                <a:lnTo>
                  <a:pt x="3" y="4"/>
                </a:lnTo>
                <a:lnTo>
                  <a:pt x="3" y="3"/>
                </a:lnTo>
                <a:lnTo>
                  <a:pt x="3" y="2"/>
                </a:lnTo>
                <a:lnTo>
                  <a:pt x="4" y="2"/>
                </a:lnTo>
                <a:lnTo>
                  <a:pt x="4" y="3"/>
                </a:lnTo>
                <a:lnTo>
                  <a:pt x="4" y="2"/>
                </a:lnTo>
                <a:lnTo>
                  <a:pt x="5" y="2"/>
                </a:lnTo>
                <a:lnTo>
                  <a:pt x="4" y="2"/>
                </a:lnTo>
                <a:lnTo>
                  <a:pt x="4" y="1"/>
                </a:lnTo>
                <a:lnTo>
                  <a:pt x="4" y="0"/>
                </a:lnTo>
                <a:lnTo>
                  <a:pt x="5" y="0"/>
                </a:lnTo>
                <a:close/>
              </a:path>
            </a:pathLst>
          </a:custGeom>
          <a:solidFill>
            <a:srgbClr val="9FBAD7"/>
          </a:solidFill>
          <a:ln w="2520">
            <a:solidFill>
              <a:srgbClr val="FFFFFF"/>
            </a:solidFill>
            <a:round/>
          </a:ln>
        </p:spPr>
        <p:txBody>
          <a:bodyPr lIns="1080" tIns="1080" rIns="1080" bIns="108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45" name=""/>
          <p:cNvSpPr/>
          <p:nvPr/>
        </p:nvSpPr>
        <p:spPr>
          <a:xfrm>
            <a:off x="4736160" y="1893240"/>
            <a:ext cx="1800" cy="720"/>
          </a:xfrm>
          <a:custGeom>
            <a:avLst/>
            <a:gdLst/>
            <a:ahLst/>
            <a:rect l="0" t="0" r="r" b="b"/>
            <a:pathLst>
              <a:path w="5" h="2">
                <a:moveTo>
                  <a:pt x="2" y="0"/>
                </a:moveTo>
                <a:lnTo>
                  <a:pt x="3" y="0"/>
                </a:lnTo>
                <a:lnTo>
                  <a:pt x="3" y="2"/>
                </a:lnTo>
                <a:lnTo>
                  <a:pt x="5" y="2"/>
                </a:lnTo>
                <a:lnTo>
                  <a:pt x="3" y="2"/>
                </a:lnTo>
                <a:lnTo>
                  <a:pt x="2" y="2"/>
                </a:lnTo>
                <a:lnTo>
                  <a:pt x="2" y="0"/>
                </a:lnTo>
                <a:lnTo>
                  <a:pt x="2" y="2"/>
                </a:lnTo>
                <a:lnTo>
                  <a:pt x="2" y="0"/>
                </a:lnTo>
                <a:lnTo>
                  <a:pt x="0" y="0"/>
                </a:lnTo>
                <a:lnTo>
                  <a:pt x="2" y="0"/>
                </a:lnTo>
                <a:close/>
              </a:path>
            </a:pathLst>
          </a:custGeom>
          <a:solidFill>
            <a:srgbClr val="9FBAD7"/>
          </a:solidFill>
          <a:ln w="2520">
            <a:solidFill>
              <a:srgbClr val="FFFFFF"/>
            </a:solidFill>
            <a:round/>
          </a:ln>
        </p:spPr>
        <p:txBody>
          <a:bodyPr lIns="1080" tIns="-360" rIns="1080" bIns="-3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46" name=""/>
          <p:cNvSpPr/>
          <p:nvPr/>
        </p:nvSpPr>
        <p:spPr>
          <a:xfrm>
            <a:off x="4723920" y="1891440"/>
            <a:ext cx="2880" cy="2160"/>
          </a:xfrm>
          <a:custGeom>
            <a:avLst/>
            <a:gdLst/>
            <a:ahLst/>
            <a:rect l="0" t="0" r="r" b="b"/>
            <a:pathLst>
              <a:path w="8" h="6">
                <a:moveTo>
                  <a:pt x="8" y="2"/>
                </a:moveTo>
                <a:lnTo>
                  <a:pt x="6" y="2"/>
                </a:lnTo>
                <a:lnTo>
                  <a:pt x="6" y="3"/>
                </a:lnTo>
                <a:lnTo>
                  <a:pt x="5" y="3"/>
                </a:lnTo>
                <a:lnTo>
                  <a:pt x="4" y="3"/>
                </a:lnTo>
                <a:lnTo>
                  <a:pt x="3" y="5"/>
                </a:lnTo>
                <a:lnTo>
                  <a:pt x="2" y="5"/>
                </a:lnTo>
                <a:lnTo>
                  <a:pt x="2" y="6"/>
                </a:lnTo>
                <a:lnTo>
                  <a:pt x="0" y="6"/>
                </a:lnTo>
                <a:lnTo>
                  <a:pt x="0" y="5"/>
                </a:lnTo>
                <a:lnTo>
                  <a:pt x="0" y="3"/>
                </a:lnTo>
                <a:lnTo>
                  <a:pt x="0" y="1"/>
                </a:lnTo>
                <a:lnTo>
                  <a:pt x="0" y="0"/>
                </a:lnTo>
                <a:lnTo>
                  <a:pt x="2" y="0"/>
                </a:lnTo>
                <a:lnTo>
                  <a:pt x="3" y="0"/>
                </a:lnTo>
                <a:lnTo>
                  <a:pt x="3" y="1"/>
                </a:lnTo>
                <a:lnTo>
                  <a:pt x="4" y="1"/>
                </a:lnTo>
                <a:lnTo>
                  <a:pt x="6" y="1"/>
                </a:lnTo>
                <a:lnTo>
                  <a:pt x="6" y="2"/>
                </a:lnTo>
                <a:lnTo>
                  <a:pt x="8" y="2"/>
                </a:lnTo>
                <a:close/>
              </a:path>
            </a:pathLst>
          </a:custGeom>
          <a:solidFill>
            <a:srgbClr val="9FBAD7"/>
          </a:solidFill>
          <a:ln w="2520">
            <a:solidFill>
              <a:srgbClr val="FFFFFF"/>
            </a:solidFill>
            <a:round/>
          </a:ln>
        </p:spPr>
        <p:txBody>
          <a:bodyPr lIns="1080" tIns="1080" rIns="1080" bIns="108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47" name=""/>
          <p:cNvSpPr/>
          <p:nvPr/>
        </p:nvSpPr>
        <p:spPr>
          <a:xfrm>
            <a:off x="4726080" y="1886040"/>
            <a:ext cx="13320" cy="7560"/>
          </a:xfrm>
          <a:custGeom>
            <a:avLst/>
            <a:gdLst/>
            <a:ahLst/>
            <a:rect l="0" t="0" r="r" b="b"/>
            <a:pathLst>
              <a:path w="37" h="21">
                <a:moveTo>
                  <a:pt x="21" y="4"/>
                </a:moveTo>
                <a:lnTo>
                  <a:pt x="22" y="4"/>
                </a:lnTo>
                <a:lnTo>
                  <a:pt x="23" y="4"/>
                </a:lnTo>
                <a:lnTo>
                  <a:pt x="24" y="4"/>
                </a:lnTo>
                <a:lnTo>
                  <a:pt x="25" y="4"/>
                </a:lnTo>
                <a:lnTo>
                  <a:pt x="26" y="4"/>
                </a:lnTo>
                <a:lnTo>
                  <a:pt x="27" y="4"/>
                </a:lnTo>
                <a:lnTo>
                  <a:pt x="29" y="3"/>
                </a:lnTo>
                <a:lnTo>
                  <a:pt x="28" y="2"/>
                </a:lnTo>
                <a:lnTo>
                  <a:pt x="30" y="2"/>
                </a:lnTo>
                <a:lnTo>
                  <a:pt x="32" y="1"/>
                </a:lnTo>
                <a:lnTo>
                  <a:pt x="33" y="1"/>
                </a:lnTo>
                <a:lnTo>
                  <a:pt x="34" y="1"/>
                </a:lnTo>
                <a:lnTo>
                  <a:pt x="34" y="2"/>
                </a:lnTo>
                <a:lnTo>
                  <a:pt x="35" y="2"/>
                </a:lnTo>
                <a:lnTo>
                  <a:pt x="36" y="2"/>
                </a:lnTo>
                <a:lnTo>
                  <a:pt x="37" y="2"/>
                </a:lnTo>
                <a:lnTo>
                  <a:pt x="37" y="3"/>
                </a:lnTo>
                <a:lnTo>
                  <a:pt x="37" y="4"/>
                </a:lnTo>
                <a:lnTo>
                  <a:pt x="37" y="5"/>
                </a:lnTo>
                <a:lnTo>
                  <a:pt x="36" y="6"/>
                </a:lnTo>
                <a:lnTo>
                  <a:pt x="36" y="7"/>
                </a:lnTo>
                <a:lnTo>
                  <a:pt x="36" y="8"/>
                </a:lnTo>
                <a:lnTo>
                  <a:pt x="36" y="9"/>
                </a:lnTo>
                <a:lnTo>
                  <a:pt x="35" y="10"/>
                </a:lnTo>
                <a:lnTo>
                  <a:pt x="35" y="13"/>
                </a:lnTo>
                <a:lnTo>
                  <a:pt x="35" y="14"/>
                </a:lnTo>
                <a:lnTo>
                  <a:pt x="35" y="15"/>
                </a:lnTo>
                <a:lnTo>
                  <a:pt x="35" y="17"/>
                </a:lnTo>
                <a:lnTo>
                  <a:pt x="35" y="18"/>
                </a:lnTo>
                <a:lnTo>
                  <a:pt x="35" y="19"/>
                </a:lnTo>
                <a:lnTo>
                  <a:pt x="35" y="20"/>
                </a:lnTo>
                <a:lnTo>
                  <a:pt x="35" y="21"/>
                </a:lnTo>
                <a:lnTo>
                  <a:pt x="34" y="21"/>
                </a:lnTo>
                <a:lnTo>
                  <a:pt x="33" y="21"/>
                </a:lnTo>
                <a:lnTo>
                  <a:pt x="32" y="21"/>
                </a:lnTo>
                <a:lnTo>
                  <a:pt x="32" y="20"/>
                </a:lnTo>
                <a:lnTo>
                  <a:pt x="32" y="19"/>
                </a:lnTo>
                <a:lnTo>
                  <a:pt x="31" y="19"/>
                </a:lnTo>
                <a:lnTo>
                  <a:pt x="31" y="18"/>
                </a:lnTo>
                <a:lnTo>
                  <a:pt x="32" y="18"/>
                </a:lnTo>
                <a:lnTo>
                  <a:pt x="32" y="17"/>
                </a:lnTo>
                <a:lnTo>
                  <a:pt x="31" y="17"/>
                </a:lnTo>
                <a:lnTo>
                  <a:pt x="30" y="17"/>
                </a:lnTo>
                <a:lnTo>
                  <a:pt x="30" y="16"/>
                </a:lnTo>
                <a:lnTo>
                  <a:pt x="29" y="15"/>
                </a:lnTo>
                <a:lnTo>
                  <a:pt x="28" y="13"/>
                </a:lnTo>
                <a:lnTo>
                  <a:pt x="27" y="13"/>
                </a:lnTo>
                <a:lnTo>
                  <a:pt x="27" y="12"/>
                </a:lnTo>
                <a:lnTo>
                  <a:pt x="26" y="12"/>
                </a:lnTo>
                <a:lnTo>
                  <a:pt x="25" y="12"/>
                </a:lnTo>
                <a:lnTo>
                  <a:pt x="24" y="12"/>
                </a:lnTo>
                <a:lnTo>
                  <a:pt x="24" y="13"/>
                </a:lnTo>
                <a:lnTo>
                  <a:pt x="23" y="13"/>
                </a:lnTo>
                <a:lnTo>
                  <a:pt x="22" y="13"/>
                </a:lnTo>
                <a:lnTo>
                  <a:pt x="21" y="12"/>
                </a:lnTo>
                <a:lnTo>
                  <a:pt x="20" y="12"/>
                </a:lnTo>
                <a:lnTo>
                  <a:pt x="19" y="12"/>
                </a:lnTo>
                <a:lnTo>
                  <a:pt x="18" y="13"/>
                </a:lnTo>
                <a:lnTo>
                  <a:pt x="17" y="13"/>
                </a:lnTo>
                <a:lnTo>
                  <a:pt x="16" y="13"/>
                </a:lnTo>
                <a:lnTo>
                  <a:pt x="13" y="13"/>
                </a:lnTo>
                <a:lnTo>
                  <a:pt x="12" y="13"/>
                </a:lnTo>
                <a:lnTo>
                  <a:pt x="11" y="13"/>
                </a:lnTo>
                <a:lnTo>
                  <a:pt x="11" y="14"/>
                </a:lnTo>
                <a:lnTo>
                  <a:pt x="10" y="14"/>
                </a:lnTo>
                <a:lnTo>
                  <a:pt x="9" y="15"/>
                </a:lnTo>
                <a:lnTo>
                  <a:pt x="8" y="15"/>
                </a:lnTo>
                <a:lnTo>
                  <a:pt x="8" y="16"/>
                </a:lnTo>
                <a:lnTo>
                  <a:pt x="7" y="16"/>
                </a:lnTo>
                <a:lnTo>
                  <a:pt x="7" y="17"/>
                </a:lnTo>
                <a:lnTo>
                  <a:pt x="6" y="17"/>
                </a:lnTo>
                <a:lnTo>
                  <a:pt x="5" y="17"/>
                </a:lnTo>
                <a:lnTo>
                  <a:pt x="4" y="17"/>
                </a:lnTo>
                <a:lnTo>
                  <a:pt x="3" y="18"/>
                </a:lnTo>
                <a:lnTo>
                  <a:pt x="2" y="18"/>
                </a:lnTo>
                <a:lnTo>
                  <a:pt x="1" y="18"/>
                </a:lnTo>
                <a:lnTo>
                  <a:pt x="0" y="19"/>
                </a:lnTo>
                <a:lnTo>
                  <a:pt x="0" y="18"/>
                </a:lnTo>
                <a:lnTo>
                  <a:pt x="1" y="18"/>
                </a:lnTo>
                <a:lnTo>
                  <a:pt x="1" y="17"/>
                </a:lnTo>
                <a:lnTo>
                  <a:pt x="0" y="17"/>
                </a:lnTo>
                <a:lnTo>
                  <a:pt x="1" y="16"/>
                </a:lnTo>
                <a:lnTo>
                  <a:pt x="2" y="14"/>
                </a:lnTo>
                <a:lnTo>
                  <a:pt x="3" y="14"/>
                </a:lnTo>
                <a:lnTo>
                  <a:pt x="3" y="13"/>
                </a:lnTo>
                <a:lnTo>
                  <a:pt x="3" y="12"/>
                </a:lnTo>
                <a:lnTo>
                  <a:pt x="3" y="10"/>
                </a:lnTo>
                <a:lnTo>
                  <a:pt x="4" y="10"/>
                </a:lnTo>
                <a:lnTo>
                  <a:pt x="5" y="8"/>
                </a:lnTo>
                <a:lnTo>
                  <a:pt x="6" y="8"/>
                </a:lnTo>
                <a:lnTo>
                  <a:pt x="7" y="8"/>
                </a:lnTo>
                <a:lnTo>
                  <a:pt x="7" y="9"/>
                </a:lnTo>
                <a:lnTo>
                  <a:pt x="8" y="8"/>
                </a:lnTo>
                <a:lnTo>
                  <a:pt x="9" y="8"/>
                </a:lnTo>
                <a:lnTo>
                  <a:pt x="8" y="8"/>
                </a:lnTo>
                <a:lnTo>
                  <a:pt x="7" y="7"/>
                </a:lnTo>
                <a:lnTo>
                  <a:pt x="7" y="6"/>
                </a:lnTo>
                <a:lnTo>
                  <a:pt x="7" y="5"/>
                </a:lnTo>
                <a:lnTo>
                  <a:pt x="8" y="5"/>
                </a:lnTo>
                <a:lnTo>
                  <a:pt x="8" y="4"/>
                </a:lnTo>
                <a:lnTo>
                  <a:pt x="7" y="4"/>
                </a:lnTo>
                <a:lnTo>
                  <a:pt x="7" y="3"/>
                </a:lnTo>
                <a:lnTo>
                  <a:pt x="6" y="3"/>
                </a:lnTo>
                <a:lnTo>
                  <a:pt x="7" y="3"/>
                </a:lnTo>
                <a:lnTo>
                  <a:pt x="8" y="3"/>
                </a:lnTo>
                <a:lnTo>
                  <a:pt x="9" y="3"/>
                </a:lnTo>
                <a:lnTo>
                  <a:pt x="9" y="2"/>
                </a:lnTo>
                <a:lnTo>
                  <a:pt x="10" y="2"/>
                </a:lnTo>
                <a:lnTo>
                  <a:pt x="11" y="2"/>
                </a:lnTo>
                <a:lnTo>
                  <a:pt x="12" y="2"/>
                </a:lnTo>
                <a:lnTo>
                  <a:pt x="13" y="2"/>
                </a:lnTo>
                <a:lnTo>
                  <a:pt x="14" y="2"/>
                </a:lnTo>
                <a:lnTo>
                  <a:pt x="14" y="1"/>
                </a:lnTo>
                <a:lnTo>
                  <a:pt x="16" y="0"/>
                </a:lnTo>
                <a:lnTo>
                  <a:pt x="17" y="0"/>
                </a:lnTo>
                <a:lnTo>
                  <a:pt x="18" y="0"/>
                </a:lnTo>
                <a:lnTo>
                  <a:pt x="19" y="0"/>
                </a:lnTo>
                <a:lnTo>
                  <a:pt x="19" y="1"/>
                </a:lnTo>
                <a:lnTo>
                  <a:pt x="20" y="1"/>
                </a:lnTo>
                <a:lnTo>
                  <a:pt x="20" y="2"/>
                </a:lnTo>
                <a:lnTo>
                  <a:pt x="21" y="3"/>
                </a:lnTo>
                <a:lnTo>
                  <a:pt x="21" y="4"/>
                </a:lnTo>
                <a:close/>
              </a:path>
            </a:pathLst>
          </a:custGeom>
          <a:solidFill>
            <a:srgbClr val="9FBAD7"/>
          </a:solidFill>
          <a:ln w="2520">
            <a:solidFill>
              <a:srgbClr val="FFFFFF"/>
            </a:solidFill>
            <a:round/>
          </a:ln>
        </p:spPr>
        <p:txBody>
          <a:bodyPr lIns="1080" tIns="1080" rIns="1080" bIns="108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48" name=""/>
          <p:cNvSpPr/>
          <p:nvPr/>
        </p:nvSpPr>
        <p:spPr>
          <a:xfrm>
            <a:off x="4733280" y="1886400"/>
            <a:ext cx="1800" cy="1440"/>
          </a:xfrm>
          <a:custGeom>
            <a:avLst/>
            <a:gdLst/>
            <a:ahLst/>
            <a:rect l="0" t="0" r="r" b="b"/>
            <a:pathLst>
              <a:path w="5" h="4">
                <a:moveTo>
                  <a:pt x="0" y="2"/>
                </a:moveTo>
                <a:lnTo>
                  <a:pt x="2" y="0"/>
                </a:lnTo>
                <a:lnTo>
                  <a:pt x="5" y="4"/>
                </a:lnTo>
                <a:lnTo>
                  <a:pt x="2" y="4"/>
                </a:lnTo>
                <a:lnTo>
                  <a:pt x="0" y="2"/>
                </a:lnTo>
                <a:close/>
              </a:path>
            </a:pathLst>
          </a:custGeom>
          <a:solidFill>
            <a:srgbClr val="9FBAD7"/>
          </a:solidFill>
          <a:ln w="2520">
            <a:solidFill>
              <a:srgbClr val="FFFFFF"/>
            </a:solidFill>
            <a:round/>
          </a:ln>
        </p:spPr>
        <p:txBody>
          <a:bodyPr lIns="1080" tIns="360" rIns="1080" bIns="3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49" name=""/>
          <p:cNvSpPr/>
          <p:nvPr/>
        </p:nvSpPr>
        <p:spPr>
          <a:xfrm>
            <a:off x="4731840" y="1884960"/>
            <a:ext cx="1800" cy="1440"/>
          </a:xfrm>
          <a:custGeom>
            <a:avLst/>
            <a:gdLst/>
            <a:ahLst/>
            <a:rect l="0" t="0" r="r" b="b"/>
            <a:pathLst>
              <a:path w="5" h="4">
                <a:moveTo>
                  <a:pt x="4" y="4"/>
                </a:moveTo>
                <a:lnTo>
                  <a:pt x="3" y="2"/>
                </a:lnTo>
                <a:lnTo>
                  <a:pt x="1" y="2"/>
                </a:lnTo>
                <a:lnTo>
                  <a:pt x="0" y="2"/>
                </a:lnTo>
                <a:lnTo>
                  <a:pt x="1" y="2"/>
                </a:lnTo>
                <a:lnTo>
                  <a:pt x="3" y="0"/>
                </a:lnTo>
                <a:lnTo>
                  <a:pt x="4" y="0"/>
                </a:lnTo>
                <a:lnTo>
                  <a:pt x="5" y="0"/>
                </a:lnTo>
                <a:lnTo>
                  <a:pt x="5" y="2"/>
                </a:lnTo>
                <a:lnTo>
                  <a:pt x="5" y="4"/>
                </a:lnTo>
                <a:lnTo>
                  <a:pt x="4" y="4"/>
                </a:lnTo>
                <a:close/>
              </a:path>
            </a:pathLst>
          </a:custGeom>
          <a:solidFill>
            <a:srgbClr val="9FBAD7"/>
          </a:solidFill>
          <a:ln w="2520">
            <a:solidFill>
              <a:srgbClr val="FFFFFF"/>
            </a:solidFill>
            <a:round/>
          </a:ln>
        </p:spPr>
        <p:txBody>
          <a:bodyPr lIns="1080" tIns="360" rIns="1080" bIns="3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50" name=""/>
          <p:cNvSpPr/>
          <p:nvPr/>
        </p:nvSpPr>
        <p:spPr>
          <a:xfrm>
            <a:off x="4732920" y="1882440"/>
            <a:ext cx="1440" cy="1440"/>
          </a:xfrm>
          <a:custGeom>
            <a:avLst/>
            <a:gdLst/>
            <a:ahLst/>
            <a:rect l="0" t="0" r="r" b="b"/>
            <a:pathLst>
              <a:path w="4" h="4">
                <a:moveTo>
                  <a:pt x="3" y="4"/>
                </a:moveTo>
                <a:lnTo>
                  <a:pt x="2" y="4"/>
                </a:lnTo>
                <a:lnTo>
                  <a:pt x="0" y="4"/>
                </a:lnTo>
                <a:lnTo>
                  <a:pt x="0" y="2"/>
                </a:lnTo>
                <a:lnTo>
                  <a:pt x="2" y="2"/>
                </a:lnTo>
                <a:lnTo>
                  <a:pt x="2" y="0"/>
                </a:lnTo>
                <a:lnTo>
                  <a:pt x="3" y="0"/>
                </a:lnTo>
                <a:lnTo>
                  <a:pt x="4" y="0"/>
                </a:lnTo>
                <a:lnTo>
                  <a:pt x="4" y="2"/>
                </a:lnTo>
                <a:lnTo>
                  <a:pt x="4" y="4"/>
                </a:lnTo>
                <a:lnTo>
                  <a:pt x="3" y="4"/>
                </a:lnTo>
                <a:close/>
              </a:path>
            </a:pathLst>
          </a:custGeom>
          <a:solidFill>
            <a:srgbClr val="9FBAD7"/>
          </a:solidFill>
          <a:ln w="2520">
            <a:solidFill>
              <a:srgbClr val="FFFFFF"/>
            </a:solidFill>
            <a:round/>
          </a:ln>
        </p:spPr>
        <p:txBody>
          <a:bodyPr lIns="1080" tIns="360" rIns="1080" bIns="3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51" name=""/>
          <p:cNvSpPr/>
          <p:nvPr/>
        </p:nvSpPr>
        <p:spPr>
          <a:xfrm>
            <a:off x="4733280" y="1879920"/>
            <a:ext cx="8640" cy="6120"/>
          </a:xfrm>
          <a:custGeom>
            <a:avLst/>
            <a:gdLst/>
            <a:ahLst/>
            <a:rect l="0" t="0" r="r" b="b"/>
            <a:pathLst>
              <a:path w="24" h="17">
                <a:moveTo>
                  <a:pt x="10" y="4"/>
                </a:moveTo>
                <a:lnTo>
                  <a:pt x="9" y="4"/>
                </a:lnTo>
                <a:lnTo>
                  <a:pt x="9" y="5"/>
                </a:lnTo>
                <a:lnTo>
                  <a:pt x="10" y="5"/>
                </a:lnTo>
                <a:lnTo>
                  <a:pt x="11" y="5"/>
                </a:lnTo>
                <a:lnTo>
                  <a:pt x="11" y="4"/>
                </a:lnTo>
                <a:lnTo>
                  <a:pt x="12" y="3"/>
                </a:lnTo>
                <a:lnTo>
                  <a:pt x="13" y="3"/>
                </a:lnTo>
                <a:lnTo>
                  <a:pt x="14" y="3"/>
                </a:lnTo>
                <a:lnTo>
                  <a:pt x="15" y="2"/>
                </a:lnTo>
                <a:lnTo>
                  <a:pt x="16" y="2"/>
                </a:lnTo>
                <a:lnTo>
                  <a:pt x="18" y="2"/>
                </a:lnTo>
                <a:lnTo>
                  <a:pt x="19" y="2"/>
                </a:lnTo>
                <a:lnTo>
                  <a:pt x="19" y="3"/>
                </a:lnTo>
                <a:lnTo>
                  <a:pt x="21" y="2"/>
                </a:lnTo>
                <a:lnTo>
                  <a:pt x="22" y="2"/>
                </a:lnTo>
                <a:lnTo>
                  <a:pt x="23" y="1"/>
                </a:lnTo>
                <a:lnTo>
                  <a:pt x="23" y="0"/>
                </a:lnTo>
                <a:lnTo>
                  <a:pt x="24" y="0"/>
                </a:lnTo>
                <a:lnTo>
                  <a:pt x="24" y="1"/>
                </a:lnTo>
                <a:lnTo>
                  <a:pt x="24" y="2"/>
                </a:lnTo>
                <a:lnTo>
                  <a:pt x="24" y="4"/>
                </a:lnTo>
                <a:lnTo>
                  <a:pt x="23" y="4"/>
                </a:lnTo>
                <a:lnTo>
                  <a:pt x="22" y="7"/>
                </a:lnTo>
                <a:lnTo>
                  <a:pt x="22" y="8"/>
                </a:lnTo>
                <a:lnTo>
                  <a:pt x="22" y="9"/>
                </a:lnTo>
                <a:lnTo>
                  <a:pt x="21" y="9"/>
                </a:lnTo>
                <a:lnTo>
                  <a:pt x="21" y="10"/>
                </a:lnTo>
                <a:lnTo>
                  <a:pt x="21" y="11"/>
                </a:lnTo>
                <a:lnTo>
                  <a:pt x="19" y="12"/>
                </a:lnTo>
                <a:lnTo>
                  <a:pt x="19" y="13"/>
                </a:lnTo>
                <a:lnTo>
                  <a:pt x="19" y="15"/>
                </a:lnTo>
                <a:lnTo>
                  <a:pt x="18" y="16"/>
                </a:lnTo>
                <a:lnTo>
                  <a:pt x="17" y="16"/>
                </a:lnTo>
                <a:lnTo>
                  <a:pt x="15" y="17"/>
                </a:lnTo>
                <a:lnTo>
                  <a:pt x="14" y="17"/>
                </a:lnTo>
                <a:lnTo>
                  <a:pt x="13" y="16"/>
                </a:lnTo>
                <a:lnTo>
                  <a:pt x="13" y="15"/>
                </a:lnTo>
                <a:lnTo>
                  <a:pt x="14" y="15"/>
                </a:lnTo>
                <a:lnTo>
                  <a:pt x="13" y="14"/>
                </a:lnTo>
                <a:lnTo>
                  <a:pt x="13" y="13"/>
                </a:lnTo>
                <a:lnTo>
                  <a:pt x="12" y="13"/>
                </a:lnTo>
                <a:lnTo>
                  <a:pt x="12" y="14"/>
                </a:lnTo>
                <a:lnTo>
                  <a:pt x="11" y="13"/>
                </a:lnTo>
                <a:lnTo>
                  <a:pt x="11" y="12"/>
                </a:lnTo>
                <a:lnTo>
                  <a:pt x="11" y="11"/>
                </a:lnTo>
                <a:lnTo>
                  <a:pt x="11" y="10"/>
                </a:lnTo>
                <a:lnTo>
                  <a:pt x="11" y="9"/>
                </a:lnTo>
                <a:lnTo>
                  <a:pt x="11" y="8"/>
                </a:lnTo>
                <a:lnTo>
                  <a:pt x="11" y="9"/>
                </a:lnTo>
                <a:lnTo>
                  <a:pt x="10" y="10"/>
                </a:lnTo>
                <a:lnTo>
                  <a:pt x="9" y="10"/>
                </a:lnTo>
                <a:lnTo>
                  <a:pt x="9" y="9"/>
                </a:lnTo>
                <a:lnTo>
                  <a:pt x="8" y="9"/>
                </a:lnTo>
                <a:lnTo>
                  <a:pt x="8" y="10"/>
                </a:lnTo>
                <a:lnTo>
                  <a:pt x="8" y="11"/>
                </a:lnTo>
                <a:lnTo>
                  <a:pt x="7" y="11"/>
                </a:lnTo>
                <a:lnTo>
                  <a:pt x="6" y="10"/>
                </a:lnTo>
                <a:lnTo>
                  <a:pt x="5" y="10"/>
                </a:lnTo>
                <a:lnTo>
                  <a:pt x="4" y="10"/>
                </a:lnTo>
                <a:lnTo>
                  <a:pt x="3" y="9"/>
                </a:lnTo>
                <a:lnTo>
                  <a:pt x="3" y="8"/>
                </a:lnTo>
                <a:lnTo>
                  <a:pt x="3" y="7"/>
                </a:lnTo>
                <a:lnTo>
                  <a:pt x="2" y="8"/>
                </a:lnTo>
                <a:lnTo>
                  <a:pt x="1" y="8"/>
                </a:lnTo>
                <a:lnTo>
                  <a:pt x="0" y="8"/>
                </a:lnTo>
                <a:lnTo>
                  <a:pt x="0" y="7"/>
                </a:lnTo>
                <a:lnTo>
                  <a:pt x="1" y="7"/>
                </a:lnTo>
                <a:lnTo>
                  <a:pt x="0" y="7"/>
                </a:lnTo>
                <a:lnTo>
                  <a:pt x="0" y="5"/>
                </a:lnTo>
                <a:lnTo>
                  <a:pt x="2" y="5"/>
                </a:lnTo>
                <a:lnTo>
                  <a:pt x="3" y="5"/>
                </a:lnTo>
                <a:lnTo>
                  <a:pt x="3" y="4"/>
                </a:lnTo>
                <a:lnTo>
                  <a:pt x="4" y="4"/>
                </a:lnTo>
                <a:lnTo>
                  <a:pt x="5" y="3"/>
                </a:lnTo>
                <a:lnTo>
                  <a:pt x="4" y="3"/>
                </a:lnTo>
                <a:lnTo>
                  <a:pt x="4" y="2"/>
                </a:lnTo>
                <a:lnTo>
                  <a:pt x="6" y="2"/>
                </a:lnTo>
                <a:lnTo>
                  <a:pt x="8" y="1"/>
                </a:lnTo>
                <a:lnTo>
                  <a:pt x="9" y="2"/>
                </a:lnTo>
                <a:lnTo>
                  <a:pt x="10" y="2"/>
                </a:lnTo>
                <a:lnTo>
                  <a:pt x="10" y="3"/>
                </a:lnTo>
                <a:lnTo>
                  <a:pt x="10" y="4"/>
                </a:lnTo>
                <a:close/>
              </a:path>
            </a:pathLst>
          </a:custGeom>
          <a:solidFill>
            <a:srgbClr val="9FBAD7"/>
          </a:solidFill>
          <a:ln w="2520">
            <a:solidFill>
              <a:srgbClr val="FFFFFF"/>
            </a:solidFill>
            <a:round/>
          </a:ln>
        </p:spPr>
        <p:txBody>
          <a:bodyPr lIns="1080" tIns="1080" rIns="1080" bIns="108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52" name=""/>
          <p:cNvSpPr/>
          <p:nvPr/>
        </p:nvSpPr>
        <p:spPr>
          <a:xfrm>
            <a:off x="4736520" y="1880280"/>
            <a:ext cx="360" cy="360"/>
          </a:xfrm>
          <a:custGeom>
            <a:avLst/>
            <a:gdLst/>
            <a:ahLst/>
            <a:rect l="0" t="0" r="r" b="b"/>
            <a:pathLst>
              <a:path w="1" h="1">
                <a:moveTo>
                  <a:pt x="0" y="0"/>
                </a:moveTo>
                <a:lnTo>
                  <a:pt x="1" y="0"/>
                </a:lnTo>
                <a:lnTo>
                  <a:pt x="1" y="1"/>
                </a:lnTo>
                <a:lnTo>
                  <a:pt x="0" y="0"/>
                </a:lnTo>
                <a:close/>
              </a:path>
            </a:pathLst>
          </a:custGeom>
          <a:solidFill>
            <a:srgbClr val="9FBAD7"/>
          </a:solidFill>
          <a:ln w="2520">
            <a:solidFill>
              <a:srgbClr val="FFFFFF"/>
            </a:solidFill>
            <a:round/>
          </a:ln>
        </p:spPr>
        <p:txBody>
          <a:bodyPr lIns="1080" tIns="-720" rIns="1080" bIns="-7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53" name=""/>
          <p:cNvSpPr/>
          <p:nvPr/>
        </p:nvSpPr>
        <p:spPr>
          <a:xfrm>
            <a:off x="4765680" y="1870560"/>
            <a:ext cx="720" cy="1080"/>
          </a:xfrm>
          <a:custGeom>
            <a:avLst/>
            <a:gdLst/>
            <a:ahLst/>
            <a:rect l="0" t="0" r="r" b="b"/>
            <a:pathLst>
              <a:path w="2" h="3">
                <a:moveTo>
                  <a:pt x="2" y="2"/>
                </a:moveTo>
                <a:lnTo>
                  <a:pt x="0" y="2"/>
                </a:lnTo>
                <a:lnTo>
                  <a:pt x="0" y="3"/>
                </a:lnTo>
                <a:lnTo>
                  <a:pt x="0" y="2"/>
                </a:lnTo>
                <a:lnTo>
                  <a:pt x="0" y="0"/>
                </a:lnTo>
                <a:lnTo>
                  <a:pt x="2" y="0"/>
                </a:lnTo>
                <a:lnTo>
                  <a:pt x="2" y="2"/>
                </a:lnTo>
                <a:close/>
              </a:path>
            </a:pathLst>
          </a:custGeom>
          <a:solidFill>
            <a:srgbClr val="9FBAD7"/>
          </a:solidFill>
          <a:ln w="2520">
            <a:solidFill>
              <a:srgbClr val="FFFFFF"/>
            </a:solidFill>
            <a:round/>
          </a:ln>
        </p:spPr>
        <p:txBody>
          <a:bodyPr lIns="1080" tIns="0" rIns="108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54" name=""/>
          <p:cNvSpPr/>
          <p:nvPr/>
        </p:nvSpPr>
        <p:spPr>
          <a:xfrm>
            <a:off x="4759200" y="1865520"/>
            <a:ext cx="720" cy="1440"/>
          </a:xfrm>
          <a:custGeom>
            <a:avLst/>
            <a:gdLst/>
            <a:ahLst/>
            <a:rect l="0" t="0" r="r" b="b"/>
            <a:pathLst>
              <a:path w="2" h="4">
                <a:moveTo>
                  <a:pt x="2" y="2"/>
                </a:moveTo>
                <a:lnTo>
                  <a:pt x="2" y="4"/>
                </a:lnTo>
                <a:lnTo>
                  <a:pt x="0" y="4"/>
                </a:lnTo>
                <a:lnTo>
                  <a:pt x="0" y="2"/>
                </a:lnTo>
                <a:lnTo>
                  <a:pt x="0" y="0"/>
                </a:lnTo>
                <a:lnTo>
                  <a:pt x="0" y="2"/>
                </a:lnTo>
                <a:lnTo>
                  <a:pt x="2" y="2"/>
                </a:lnTo>
                <a:lnTo>
                  <a:pt x="2" y="4"/>
                </a:lnTo>
                <a:lnTo>
                  <a:pt x="2" y="2"/>
                </a:lnTo>
                <a:close/>
              </a:path>
            </a:pathLst>
          </a:custGeom>
          <a:solidFill>
            <a:srgbClr val="9FBAD7"/>
          </a:solidFill>
          <a:ln w="2520">
            <a:solidFill>
              <a:srgbClr val="FFFFFF"/>
            </a:solidFill>
            <a:round/>
          </a:ln>
        </p:spPr>
        <p:txBody>
          <a:bodyPr lIns="1080" tIns="360" rIns="1080" bIns="3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55" name=""/>
          <p:cNvSpPr/>
          <p:nvPr/>
        </p:nvSpPr>
        <p:spPr>
          <a:xfrm>
            <a:off x="4808520" y="1859760"/>
            <a:ext cx="1440" cy="1080"/>
          </a:xfrm>
          <a:custGeom>
            <a:avLst/>
            <a:gdLst/>
            <a:ahLst/>
            <a:rect l="0" t="0" r="r" b="b"/>
            <a:pathLst>
              <a:path w="4" h="3">
                <a:moveTo>
                  <a:pt x="3" y="2"/>
                </a:moveTo>
                <a:lnTo>
                  <a:pt x="2" y="2"/>
                </a:lnTo>
                <a:lnTo>
                  <a:pt x="0" y="3"/>
                </a:lnTo>
                <a:lnTo>
                  <a:pt x="0" y="2"/>
                </a:lnTo>
                <a:lnTo>
                  <a:pt x="0" y="0"/>
                </a:lnTo>
                <a:lnTo>
                  <a:pt x="2" y="0"/>
                </a:lnTo>
                <a:lnTo>
                  <a:pt x="3" y="0"/>
                </a:lnTo>
                <a:lnTo>
                  <a:pt x="4" y="0"/>
                </a:lnTo>
                <a:lnTo>
                  <a:pt x="4" y="2"/>
                </a:lnTo>
                <a:lnTo>
                  <a:pt x="3" y="2"/>
                </a:lnTo>
                <a:close/>
              </a:path>
            </a:pathLst>
          </a:custGeom>
          <a:solidFill>
            <a:srgbClr val="9FBAD7"/>
          </a:solidFill>
          <a:ln w="2520">
            <a:solidFill>
              <a:srgbClr val="FFFFFF"/>
            </a:solidFill>
            <a:round/>
          </a:ln>
        </p:spPr>
        <p:txBody>
          <a:bodyPr lIns="1080" tIns="0" rIns="108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56" name=""/>
          <p:cNvSpPr/>
          <p:nvPr/>
        </p:nvSpPr>
        <p:spPr>
          <a:xfrm>
            <a:off x="4792320" y="1855800"/>
            <a:ext cx="9360" cy="5400"/>
          </a:xfrm>
          <a:custGeom>
            <a:avLst/>
            <a:gdLst/>
            <a:ahLst/>
            <a:rect l="0" t="0" r="r" b="b"/>
            <a:pathLst>
              <a:path w="26" h="15">
                <a:moveTo>
                  <a:pt x="17" y="2"/>
                </a:moveTo>
                <a:lnTo>
                  <a:pt x="18" y="2"/>
                </a:lnTo>
                <a:lnTo>
                  <a:pt x="19" y="1"/>
                </a:lnTo>
                <a:lnTo>
                  <a:pt x="19" y="0"/>
                </a:lnTo>
                <a:lnTo>
                  <a:pt x="19" y="1"/>
                </a:lnTo>
                <a:lnTo>
                  <a:pt x="20" y="1"/>
                </a:lnTo>
                <a:lnTo>
                  <a:pt x="20" y="2"/>
                </a:lnTo>
                <a:lnTo>
                  <a:pt x="21" y="2"/>
                </a:lnTo>
                <a:lnTo>
                  <a:pt x="21" y="1"/>
                </a:lnTo>
                <a:lnTo>
                  <a:pt x="22" y="1"/>
                </a:lnTo>
                <a:lnTo>
                  <a:pt x="23" y="0"/>
                </a:lnTo>
                <a:lnTo>
                  <a:pt x="23" y="1"/>
                </a:lnTo>
                <a:lnTo>
                  <a:pt x="24" y="1"/>
                </a:lnTo>
                <a:lnTo>
                  <a:pt x="24" y="2"/>
                </a:lnTo>
                <a:lnTo>
                  <a:pt x="25" y="2"/>
                </a:lnTo>
                <a:lnTo>
                  <a:pt x="25" y="1"/>
                </a:lnTo>
                <a:lnTo>
                  <a:pt x="26" y="2"/>
                </a:lnTo>
                <a:lnTo>
                  <a:pt x="26" y="3"/>
                </a:lnTo>
                <a:lnTo>
                  <a:pt x="25" y="5"/>
                </a:lnTo>
                <a:lnTo>
                  <a:pt x="25" y="6"/>
                </a:lnTo>
                <a:lnTo>
                  <a:pt x="24" y="6"/>
                </a:lnTo>
                <a:lnTo>
                  <a:pt x="23" y="6"/>
                </a:lnTo>
                <a:lnTo>
                  <a:pt x="21" y="7"/>
                </a:lnTo>
                <a:lnTo>
                  <a:pt x="20" y="7"/>
                </a:lnTo>
                <a:lnTo>
                  <a:pt x="20" y="8"/>
                </a:lnTo>
                <a:lnTo>
                  <a:pt x="19" y="8"/>
                </a:lnTo>
                <a:lnTo>
                  <a:pt x="18" y="8"/>
                </a:lnTo>
                <a:lnTo>
                  <a:pt x="17" y="8"/>
                </a:lnTo>
                <a:lnTo>
                  <a:pt x="18" y="7"/>
                </a:lnTo>
                <a:lnTo>
                  <a:pt x="17" y="7"/>
                </a:lnTo>
                <a:lnTo>
                  <a:pt x="16" y="7"/>
                </a:lnTo>
                <a:lnTo>
                  <a:pt x="15" y="8"/>
                </a:lnTo>
                <a:lnTo>
                  <a:pt x="14" y="8"/>
                </a:lnTo>
                <a:lnTo>
                  <a:pt x="13" y="9"/>
                </a:lnTo>
                <a:lnTo>
                  <a:pt x="12" y="10"/>
                </a:lnTo>
                <a:lnTo>
                  <a:pt x="11" y="11"/>
                </a:lnTo>
                <a:lnTo>
                  <a:pt x="10" y="12"/>
                </a:lnTo>
                <a:lnTo>
                  <a:pt x="9" y="13"/>
                </a:lnTo>
                <a:lnTo>
                  <a:pt x="8" y="14"/>
                </a:lnTo>
                <a:lnTo>
                  <a:pt x="7" y="14"/>
                </a:lnTo>
                <a:lnTo>
                  <a:pt x="7" y="13"/>
                </a:lnTo>
                <a:lnTo>
                  <a:pt x="6" y="13"/>
                </a:lnTo>
                <a:lnTo>
                  <a:pt x="5" y="14"/>
                </a:lnTo>
                <a:lnTo>
                  <a:pt x="4" y="14"/>
                </a:lnTo>
                <a:lnTo>
                  <a:pt x="4" y="15"/>
                </a:lnTo>
                <a:lnTo>
                  <a:pt x="3" y="15"/>
                </a:lnTo>
                <a:lnTo>
                  <a:pt x="2" y="15"/>
                </a:lnTo>
                <a:lnTo>
                  <a:pt x="0" y="15"/>
                </a:lnTo>
                <a:lnTo>
                  <a:pt x="2" y="15"/>
                </a:lnTo>
                <a:lnTo>
                  <a:pt x="0" y="14"/>
                </a:lnTo>
                <a:lnTo>
                  <a:pt x="2" y="14"/>
                </a:lnTo>
                <a:lnTo>
                  <a:pt x="3" y="14"/>
                </a:lnTo>
                <a:lnTo>
                  <a:pt x="2" y="13"/>
                </a:lnTo>
                <a:lnTo>
                  <a:pt x="3" y="13"/>
                </a:lnTo>
                <a:lnTo>
                  <a:pt x="4" y="13"/>
                </a:lnTo>
                <a:lnTo>
                  <a:pt x="4" y="12"/>
                </a:lnTo>
                <a:lnTo>
                  <a:pt x="3" y="11"/>
                </a:lnTo>
                <a:lnTo>
                  <a:pt x="4" y="11"/>
                </a:lnTo>
                <a:lnTo>
                  <a:pt x="4" y="10"/>
                </a:lnTo>
                <a:lnTo>
                  <a:pt x="5" y="10"/>
                </a:lnTo>
                <a:lnTo>
                  <a:pt x="6" y="9"/>
                </a:lnTo>
                <a:lnTo>
                  <a:pt x="6" y="8"/>
                </a:lnTo>
                <a:lnTo>
                  <a:pt x="7" y="7"/>
                </a:lnTo>
                <a:lnTo>
                  <a:pt x="6" y="6"/>
                </a:lnTo>
                <a:lnTo>
                  <a:pt x="6" y="5"/>
                </a:lnTo>
                <a:lnTo>
                  <a:pt x="5" y="5"/>
                </a:lnTo>
                <a:lnTo>
                  <a:pt x="4" y="5"/>
                </a:lnTo>
                <a:lnTo>
                  <a:pt x="4" y="3"/>
                </a:lnTo>
                <a:lnTo>
                  <a:pt x="4" y="2"/>
                </a:lnTo>
                <a:lnTo>
                  <a:pt x="5" y="1"/>
                </a:lnTo>
                <a:lnTo>
                  <a:pt x="6" y="1"/>
                </a:lnTo>
                <a:lnTo>
                  <a:pt x="6" y="2"/>
                </a:lnTo>
                <a:lnTo>
                  <a:pt x="7" y="2"/>
                </a:lnTo>
                <a:lnTo>
                  <a:pt x="8" y="3"/>
                </a:lnTo>
                <a:lnTo>
                  <a:pt x="9" y="3"/>
                </a:lnTo>
                <a:lnTo>
                  <a:pt x="9" y="2"/>
                </a:lnTo>
                <a:lnTo>
                  <a:pt x="11" y="2"/>
                </a:lnTo>
                <a:lnTo>
                  <a:pt x="11" y="3"/>
                </a:lnTo>
                <a:lnTo>
                  <a:pt x="11" y="2"/>
                </a:lnTo>
                <a:lnTo>
                  <a:pt x="12" y="1"/>
                </a:lnTo>
                <a:lnTo>
                  <a:pt x="13" y="1"/>
                </a:lnTo>
                <a:lnTo>
                  <a:pt x="14" y="0"/>
                </a:lnTo>
                <a:lnTo>
                  <a:pt x="15" y="0"/>
                </a:lnTo>
                <a:lnTo>
                  <a:pt x="15" y="1"/>
                </a:lnTo>
                <a:lnTo>
                  <a:pt x="17" y="2"/>
                </a:lnTo>
                <a:close/>
              </a:path>
            </a:pathLst>
          </a:custGeom>
          <a:solidFill>
            <a:srgbClr val="9FBAD7"/>
          </a:solidFill>
          <a:ln w="2520">
            <a:solidFill>
              <a:srgbClr val="FFFFFF"/>
            </a:solidFill>
            <a:round/>
          </a:ln>
        </p:spPr>
        <p:txBody>
          <a:bodyPr lIns="1080" tIns="1080" rIns="1080" bIns="108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57" name=""/>
          <p:cNvSpPr/>
          <p:nvPr/>
        </p:nvSpPr>
        <p:spPr>
          <a:xfrm>
            <a:off x="4806720" y="1857240"/>
            <a:ext cx="360" cy="720"/>
          </a:xfrm>
          <a:custGeom>
            <a:avLst/>
            <a:gdLst/>
            <a:ahLst/>
            <a:rect l="0" t="0" r="r" b="b"/>
            <a:pathLst>
              <a:path w="1" h="2">
                <a:moveTo>
                  <a:pt x="1" y="1"/>
                </a:moveTo>
                <a:lnTo>
                  <a:pt x="0" y="2"/>
                </a:lnTo>
                <a:lnTo>
                  <a:pt x="0" y="0"/>
                </a:lnTo>
                <a:lnTo>
                  <a:pt x="0" y="1"/>
                </a:lnTo>
                <a:lnTo>
                  <a:pt x="1" y="1"/>
                </a:lnTo>
                <a:close/>
              </a:path>
            </a:pathLst>
          </a:custGeom>
          <a:solidFill>
            <a:srgbClr val="9FBAD7"/>
          </a:solidFill>
          <a:ln w="2520">
            <a:solidFill>
              <a:srgbClr val="FFFFFF"/>
            </a:solidFill>
            <a:round/>
          </a:ln>
        </p:spPr>
        <p:txBody>
          <a:bodyPr lIns="1080" tIns="-360" rIns="1080" bIns="-3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58" name=""/>
          <p:cNvSpPr/>
          <p:nvPr/>
        </p:nvSpPr>
        <p:spPr>
          <a:xfrm>
            <a:off x="4805640" y="1855800"/>
            <a:ext cx="720" cy="1440"/>
          </a:xfrm>
          <a:custGeom>
            <a:avLst/>
            <a:gdLst/>
            <a:ahLst/>
            <a:rect l="0" t="0" r="r" b="b"/>
            <a:pathLst>
              <a:path w="2" h="4">
                <a:moveTo>
                  <a:pt x="0" y="0"/>
                </a:moveTo>
                <a:lnTo>
                  <a:pt x="2" y="0"/>
                </a:lnTo>
                <a:lnTo>
                  <a:pt x="2" y="2"/>
                </a:lnTo>
                <a:lnTo>
                  <a:pt x="0" y="4"/>
                </a:lnTo>
                <a:lnTo>
                  <a:pt x="0" y="2"/>
                </a:lnTo>
                <a:lnTo>
                  <a:pt x="0" y="0"/>
                </a:lnTo>
                <a:close/>
              </a:path>
            </a:pathLst>
          </a:custGeom>
          <a:solidFill>
            <a:srgbClr val="9FBAD7"/>
          </a:solidFill>
          <a:ln w="2520">
            <a:solidFill>
              <a:srgbClr val="FFFFFF"/>
            </a:solidFill>
            <a:round/>
          </a:ln>
        </p:spPr>
        <p:txBody>
          <a:bodyPr lIns="1080" tIns="360" rIns="1080" bIns="3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59" name=""/>
          <p:cNvSpPr/>
          <p:nvPr/>
        </p:nvSpPr>
        <p:spPr>
          <a:xfrm>
            <a:off x="4791240" y="1854360"/>
            <a:ext cx="1080" cy="1440"/>
          </a:xfrm>
          <a:custGeom>
            <a:avLst/>
            <a:gdLst/>
            <a:ahLst/>
            <a:rect l="0" t="0" r="r" b="b"/>
            <a:pathLst>
              <a:path w="3" h="4">
                <a:moveTo>
                  <a:pt x="3" y="1"/>
                </a:moveTo>
                <a:lnTo>
                  <a:pt x="3" y="3"/>
                </a:lnTo>
                <a:lnTo>
                  <a:pt x="1" y="4"/>
                </a:lnTo>
                <a:lnTo>
                  <a:pt x="0" y="4"/>
                </a:lnTo>
                <a:lnTo>
                  <a:pt x="0" y="3"/>
                </a:lnTo>
                <a:lnTo>
                  <a:pt x="0" y="1"/>
                </a:lnTo>
                <a:lnTo>
                  <a:pt x="0" y="0"/>
                </a:lnTo>
                <a:lnTo>
                  <a:pt x="1" y="0"/>
                </a:lnTo>
                <a:lnTo>
                  <a:pt x="3" y="1"/>
                </a:lnTo>
                <a:close/>
              </a:path>
            </a:pathLst>
          </a:custGeom>
          <a:solidFill>
            <a:srgbClr val="9FBAD7"/>
          </a:solidFill>
          <a:ln w="2520">
            <a:solidFill>
              <a:srgbClr val="FFFFFF"/>
            </a:solidFill>
            <a:round/>
          </a:ln>
        </p:spPr>
        <p:txBody>
          <a:bodyPr lIns="1080" tIns="360" rIns="1080" bIns="3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60" name=""/>
          <p:cNvSpPr/>
          <p:nvPr/>
        </p:nvSpPr>
        <p:spPr>
          <a:xfrm>
            <a:off x="4792680" y="1854360"/>
            <a:ext cx="720" cy="1440"/>
          </a:xfrm>
          <a:custGeom>
            <a:avLst/>
            <a:gdLst/>
            <a:ahLst/>
            <a:rect l="0" t="0" r="r" b="b"/>
            <a:pathLst>
              <a:path w="2" h="4">
                <a:moveTo>
                  <a:pt x="0" y="0"/>
                </a:moveTo>
                <a:lnTo>
                  <a:pt x="2" y="4"/>
                </a:lnTo>
                <a:lnTo>
                  <a:pt x="0" y="3"/>
                </a:lnTo>
                <a:lnTo>
                  <a:pt x="0" y="1"/>
                </a:lnTo>
                <a:lnTo>
                  <a:pt x="0" y="0"/>
                </a:lnTo>
                <a:close/>
              </a:path>
            </a:pathLst>
          </a:custGeom>
          <a:solidFill>
            <a:srgbClr val="9FBAD7"/>
          </a:solidFill>
          <a:ln w="2520">
            <a:solidFill>
              <a:srgbClr val="FFFFFF"/>
            </a:solidFill>
            <a:round/>
          </a:ln>
        </p:spPr>
        <p:txBody>
          <a:bodyPr lIns="1080" tIns="360" rIns="1080" bIns="3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61" name=""/>
          <p:cNvSpPr/>
          <p:nvPr/>
        </p:nvSpPr>
        <p:spPr>
          <a:xfrm>
            <a:off x="4791960" y="1852920"/>
            <a:ext cx="360" cy="720"/>
          </a:xfrm>
          <a:custGeom>
            <a:avLst/>
            <a:gdLst/>
            <a:ahLst/>
            <a:rect l="0" t="0" r="r" b="b"/>
            <a:pathLst>
              <a:path w="1" h="2">
                <a:moveTo>
                  <a:pt x="1" y="0"/>
                </a:moveTo>
                <a:lnTo>
                  <a:pt x="1" y="1"/>
                </a:lnTo>
                <a:lnTo>
                  <a:pt x="1" y="2"/>
                </a:lnTo>
                <a:lnTo>
                  <a:pt x="0" y="2"/>
                </a:lnTo>
                <a:lnTo>
                  <a:pt x="0" y="1"/>
                </a:lnTo>
                <a:lnTo>
                  <a:pt x="1" y="1"/>
                </a:lnTo>
                <a:lnTo>
                  <a:pt x="1" y="0"/>
                </a:lnTo>
                <a:close/>
              </a:path>
            </a:pathLst>
          </a:custGeom>
          <a:solidFill>
            <a:srgbClr val="9FBAD7"/>
          </a:solidFill>
          <a:ln w="2520">
            <a:solidFill>
              <a:srgbClr val="FFFFFF"/>
            </a:solidFill>
            <a:round/>
          </a:ln>
        </p:spPr>
        <p:txBody>
          <a:bodyPr lIns="1080" tIns="-360" rIns="1080" bIns="-3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62" name=""/>
          <p:cNvSpPr/>
          <p:nvPr/>
        </p:nvSpPr>
        <p:spPr>
          <a:xfrm>
            <a:off x="4791960" y="1852560"/>
            <a:ext cx="360" cy="360"/>
          </a:xfrm>
          <a:custGeom>
            <a:avLst/>
            <a:gdLst/>
            <a:ahLst/>
            <a:rect l="0" t="0" r="r" b="b"/>
            <a:pathLst>
              <a:path w="1" h="1">
                <a:moveTo>
                  <a:pt x="0" y="0"/>
                </a:moveTo>
                <a:lnTo>
                  <a:pt x="1" y="0"/>
                </a:lnTo>
                <a:lnTo>
                  <a:pt x="1" y="1"/>
                </a:lnTo>
                <a:lnTo>
                  <a:pt x="0" y="1"/>
                </a:lnTo>
                <a:lnTo>
                  <a:pt x="0" y="0"/>
                </a:lnTo>
                <a:close/>
              </a:path>
            </a:pathLst>
          </a:custGeom>
          <a:solidFill>
            <a:srgbClr val="9FBAD7"/>
          </a:solidFill>
          <a:ln w="2520">
            <a:solidFill>
              <a:srgbClr val="FFFFFF"/>
            </a:solidFill>
            <a:round/>
          </a:ln>
        </p:spPr>
        <p:txBody>
          <a:bodyPr lIns="1080" tIns="-720" rIns="1080" bIns="-7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63" name=""/>
          <p:cNvSpPr/>
          <p:nvPr/>
        </p:nvSpPr>
        <p:spPr>
          <a:xfrm>
            <a:off x="4835160" y="1856520"/>
            <a:ext cx="1440" cy="1080"/>
          </a:xfrm>
          <a:custGeom>
            <a:avLst/>
            <a:gdLst/>
            <a:ahLst/>
            <a:rect l="0" t="0" r="r" b="b"/>
            <a:pathLst>
              <a:path w="4" h="3">
                <a:moveTo>
                  <a:pt x="0" y="3"/>
                </a:moveTo>
                <a:lnTo>
                  <a:pt x="1" y="3"/>
                </a:lnTo>
                <a:lnTo>
                  <a:pt x="1" y="1"/>
                </a:lnTo>
                <a:lnTo>
                  <a:pt x="3" y="0"/>
                </a:lnTo>
                <a:lnTo>
                  <a:pt x="4" y="0"/>
                </a:lnTo>
                <a:lnTo>
                  <a:pt x="4" y="1"/>
                </a:lnTo>
                <a:lnTo>
                  <a:pt x="3" y="3"/>
                </a:lnTo>
                <a:lnTo>
                  <a:pt x="1" y="3"/>
                </a:lnTo>
                <a:lnTo>
                  <a:pt x="0" y="3"/>
                </a:lnTo>
                <a:close/>
              </a:path>
            </a:pathLst>
          </a:custGeom>
          <a:solidFill>
            <a:srgbClr val="9FBAD7"/>
          </a:solidFill>
          <a:ln w="2520">
            <a:solidFill>
              <a:srgbClr val="FFFFFF"/>
            </a:solidFill>
            <a:round/>
          </a:ln>
        </p:spPr>
        <p:txBody>
          <a:bodyPr lIns="1080" tIns="0" rIns="108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64" name=""/>
          <p:cNvSpPr/>
          <p:nvPr/>
        </p:nvSpPr>
        <p:spPr>
          <a:xfrm>
            <a:off x="4825800" y="1856520"/>
            <a:ext cx="1440" cy="1440"/>
          </a:xfrm>
          <a:custGeom>
            <a:avLst/>
            <a:gdLst/>
            <a:ahLst/>
            <a:rect l="0" t="0" r="r" b="b"/>
            <a:pathLst>
              <a:path w="4" h="4">
                <a:moveTo>
                  <a:pt x="0" y="2"/>
                </a:moveTo>
                <a:lnTo>
                  <a:pt x="0" y="0"/>
                </a:lnTo>
                <a:lnTo>
                  <a:pt x="1" y="0"/>
                </a:lnTo>
                <a:lnTo>
                  <a:pt x="3" y="0"/>
                </a:lnTo>
                <a:lnTo>
                  <a:pt x="4" y="0"/>
                </a:lnTo>
                <a:lnTo>
                  <a:pt x="3" y="2"/>
                </a:lnTo>
                <a:lnTo>
                  <a:pt x="1" y="2"/>
                </a:lnTo>
                <a:lnTo>
                  <a:pt x="1" y="4"/>
                </a:lnTo>
                <a:lnTo>
                  <a:pt x="1" y="2"/>
                </a:lnTo>
                <a:lnTo>
                  <a:pt x="0" y="2"/>
                </a:lnTo>
                <a:close/>
              </a:path>
            </a:pathLst>
          </a:custGeom>
          <a:solidFill>
            <a:srgbClr val="9FBAD7"/>
          </a:solidFill>
          <a:ln w="2520">
            <a:solidFill>
              <a:srgbClr val="FFFFFF"/>
            </a:solidFill>
            <a:round/>
          </a:ln>
        </p:spPr>
        <p:txBody>
          <a:bodyPr lIns="1080" tIns="360" rIns="1080" bIns="3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65" name=""/>
          <p:cNvSpPr/>
          <p:nvPr/>
        </p:nvSpPr>
        <p:spPr>
          <a:xfrm>
            <a:off x="4828680" y="1855800"/>
            <a:ext cx="1440" cy="1440"/>
          </a:xfrm>
          <a:custGeom>
            <a:avLst/>
            <a:gdLst/>
            <a:ahLst/>
            <a:rect l="0" t="0" r="r" b="b"/>
            <a:pathLst>
              <a:path w="4" h="4">
                <a:moveTo>
                  <a:pt x="3" y="2"/>
                </a:moveTo>
                <a:lnTo>
                  <a:pt x="1" y="2"/>
                </a:lnTo>
                <a:lnTo>
                  <a:pt x="3" y="4"/>
                </a:lnTo>
                <a:lnTo>
                  <a:pt x="1" y="4"/>
                </a:lnTo>
                <a:lnTo>
                  <a:pt x="0" y="4"/>
                </a:lnTo>
                <a:lnTo>
                  <a:pt x="0" y="2"/>
                </a:lnTo>
                <a:lnTo>
                  <a:pt x="1" y="2"/>
                </a:lnTo>
                <a:lnTo>
                  <a:pt x="3" y="0"/>
                </a:lnTo>
                <a:lnTo>
                  <a:pt x="4" y="2"/>
                </a:lnTo>
                <a:lnTo>
                  <a:pt x="3" y="2"/>
                </a:lnTo>
                <a:close/>
              </a:path>
            </a:pathLst>
          </a:custGeom>
          <a:solidFill>
            <a:srgbClr val="9FBAD7"/>
          </a:solidFill>
          <a:ln w="2520">
            <a:solidFill>
              <a:srgbClr val="FFFFFF"/>
            </a:solidFill>
            <a:round/>
          </a:ln>
        </p:spPr>
        <p:txBody>
          <a:bodyPr lIns="1080" tIns="360" rIns="1080" bIns="3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66" name=""/>
          <p:cNvSpPr/>
          <p:nvPr/>
        </p:nvSpPr>
        <p:spPr>
          <a:xfrm>
            <a:off x="4829400" y="1855440"/>
            <a:ext cx="360" cy="360"/>
          </a:xfrm>
          <a:custGeom>
            <a:avLst/>
            <a:gdLst/>
            <a:ahLst/>
            <a:rect l="0" t="0" r="r" b="b"/>
            <a:pathLst>
              <a:path w="1" h="1">
                <a:moveTo>
                  <a:pt x="1" y="1"/>
                </a:moveTo>
                <a:lnTo>
                  <a:pt x="0" y="1"/>
                </a:lnTo>
                <a:lnTo>
                  <a:pt x="0" y="0"/>
                </a:lnTo>
                <a:lnTo>
                  <a:pt x="1" y="0"/>
                </a:lnTo>
                <a:lnTo>
                  <a:pt x="1" y="1"/>
                </a:lnTo>
                <a:close/>
              </a:path>
            </a:pathLst>
          </a:custGeom>
          <a:solidFill>
            <a:srgbClr val="9FBAD7"/>
          </a:solidFill>
          <a:ln w="2520">
            <a:solidFill>
              <a:srgbClr val="FFFFFF"/>
            </a:solidFill>
            <a:round/>
          </a:ln>
        </p:spPr>
        <p:txBody>
          <a:bodyPr lIns="1080" tIns="-720" rIns="1080" bIns="-7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67" name=""/>
          <p:cNvSpPr/>
          <p:nvPr/>
        </p:nvSpPr>
        <p:spPr>
          <a:xfrm>
            <a:off x="4838040" y="1854720"/>
            <a:ext cx="2160" cy="1800"/>
          </a:xfrm>
          <a:custGeom>
            <a:avLst/>
            <a:gdLst/>
            <a:ahLst/>
            <a:rect l="0" t="0" r="r" b="b"/>
            <a:pathLst>
              <a:path w="6" h="5">
                <a:moveTo>
                  <a:pt x="6" y="3"/>
                </a:moveTo>
                <a:lnTo>
                  <a:pt x="5" y="3"/>
                </a:lnTo>
                <a:lnTo>
                  <a:pt x="3" y="5"/>
                </a:lnTo>
                <a:lnTo>
                  <a:pt x="3" y="3"/>
                </a:lnTo>
                <a:lnTo>
                  <a:pt x="2" y="3"/>
                </a:lnTo>
                <a:lnTo>
                  <a:pt x="1" y="5"/>
                </a:lnTo>
                <a:lnTo>
                  <a:pt x="1" y="3"/>
                </a:lnTo>
                <a:lnTo>
                  <a:pt x="1" y="2"/>
                </a:lnTo>
                <a:lnTo>
                  <a:pt x="0" y="3"/>
                </a:lnTo>
                <a:lnTo>
                  <a:pt x="0" y="2"/>
                </a:lnTo>
                <a:lnTo>
                  <a:pt x="1" y="2"/>
                </a:lnTo>
                <a:lnTo>
                  <a:pt x="2" y="2"/>
                </a:lnTo>
                <a:lnTo>
                  <a:pt x="2" y="0"/>
                </a:lnTo>
                <a:lnTo>
                  <a:pt x="3" y="0"/>
                </a:lnTo>
                <a:lnTo>
                  <a:pt x="3" y="2"/>
                </a:lnTo>
                <a:lnTo>
                  <a:pt x="5" y="2"/>
                </a:lnTo>
                <a:lnTo>
                  <a:pt x="6" y="2"/>
                </a:lnTo>
                <a:lnTo>
                  <a:pt x="6" y="3"/>
                </a:lnTo>
                <a:close/>
              </a:path>
            </a:pathLst>
          </a:custGeom>
          <a:solidFill>
            <a:srgbClr val="9FBAD7"/>
          </a:solidFill>
          <a:ln w="2520">
            <a:solidFill>
              <a:srgbClr val="FFFFFF"/>
            </a:solidFill>
            <a:round/>
          </a:ln>
        </p:spPr>
        <p:txBody>
          <a:bodyPr lIns="1080" tIns="720" rIns="1080" bIns="7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68" name=""/>
          <p:cNvSpPr/>
          <p:nvPr/>
        </p:nvSpPr>
        <p:spPr>
          <a:xfrm>
            <a:off x="4823280" y="1851120"/>
            <a:ext cx="6480" cy="6480"/>
          </a:xfrm>
          <a:custGeom>
            <a:avLst/>
            <a:gdLst/>
            <a:ahLst/>
            <a:rect l="0" t="0" r="r" b="b"/>
            <a:pathLst>
              <a:path w="18" h="18">
                <a:moveTo>
                  <a:pt x="17" y="0"/>
                </a:moveTo>
                <a:lnTo>
                  <a:pt x="17" y="2"/>
                </a:lnTo>
                <a:lnTo>
                  <a:pt x="18" y="3"/>
                </a:lnTo>
                <a:lnTo>
                  <a:pt x="17" y="4"/>
                </a:lnTo>
                <a:lnTo>
                  <a:pt x="17" y="5"/>
                </a:lnTo>
                <a:lnTo>
                  <a:pt x="16" y="5"/>
                </a:lnTo>
                <a:lnTo>
                  <a:pt x="14" y="6"/>
                </a:lnTo>
                <a:lnTo>
                  <a:pt x="14" y="7"/>
                </a:lnTo>
                <a:lnTo>
                  <a:pt x="14" y="8"/>
                </a:lnTo>
                <a:lnTo>
                  <a:pt x="14" y="9"/>
                </a:lnTo>
                <a:lnTo>
                  <a:pt x="15" y="9"/>
                </a:lnTo>
                <a:lnTo>
                  <a:pt x="15" y="10"/>
                </a:lnTo>
                <a:lnTo>
                  <a:pt x="16" y="10"/>
                </a:lnTo>
                <a:lnTo>
                  <a:pt x="17" y="10"/>
                </a:lnTo>
                <a:lnTo>
                  <a:pt x="18" y="10"/>
                </a:lnTo>
                <a:lnTo>
                  <a:pt x="17" y="11"/>
                </a:lnTo>
                <a:lnTo>
                  <a:pt x="16" y="11"/>
                </a:lnTo>
                <a:lnTo>
                  <a:pt x="15" y="11"/>
                </a:lnTo>
                <a:lnTo>
                  <a:pt x="14" y="11"/>
                </a:lnTo>
                <a:lnTo>
                  <a:pt x="14" y="12"/>
                </a:lnTo>
                <a:lnTo>
                  <a:pt x="14" y="13"/>
                </a:lnTo>
                <a:lnTo>
                  <a:pt x="13" y="13"/>
                </a:lnTo>
                <a:lnTo>
                  <a:pt x="12" y="13"/>
                </a:lnTo>
                <a:lnTo>
                  <a:pt x="12" y="14"/>
                </a:lnTo>
                <a:lnTo>
                  <a:pt x="13" y="14"/>
                </a:lnTo>
                <a:lnTo>
                  <a:pt x="13" y="15"/>
                </a:lnTo>
                <a:lnTo>
                  <a:pt x="12" y="15"/>
                </a:lnTo>
                <a:lnTo>
                  <a:pt x="12" y="14"/>
                </a:lnTo>
                <a:lnTo>
                  <a:pt x="11" y="14"/>
                </a:lnTo>
                <a:lnTo>
                  <a:pt x="11" y="15"/>
                </a:lnTo>
                <a:lnTo>
                  <a:pt x="10" y="15"/>
                </a:lnTo>
                <a:lnTo>
                  <a:pt x="10" y="14"/>
                </a:lnTo>
                <a:lnTo>
                  <a:pt x="9" y="14"/>
                </a:lnTo>
                <a:lnTo>
                  <a:pt x="8" y="14"/>
                </a:lnTo>
                <a:lnTo>
                  <a:pt x="7" y="13"/>
                </a:lnTo>
                <a:lnTo>
                  <a:pt x="6" y="13"/>
                </a:lnTo>
                <a:lnTo>
                  <a:pt x="6" y="14"/>
                </a:lnTo>
                <a:lnTo>
                  <a:pt x="5" y="15"/>
                </a:lnTo>
                <a:lnTo>
                  <a:pt x="4" y="15"/>
                </a:lnTo>
                <a:lnTo>
                  <a:pt x="3" y="15"/>
                </a:lnTo>
                <a:lnTo>
                  <a:pt x="3" y="16"/>
                </a:lnTo>
                <a:lnTo>
                  <a:pt x="4" y="17"/>
                </a:lnTo>
                <a:lnTo>
                  <a:pt x="5" y="17"/>
                </a:lnTo>
                <a:lnTo>
                  <a:pt x="6" y="17"/>
                </a:lnTo>
                <a:lnTo>
                  <a:pt x="5" y="17"/>
                </a:lnTo>
                <a:lnTo>
                  <a:pt x="5" y="18"/>
                </a:lnTo>
                <a:lnTo>
                  <a:pt x="5" y="17"/>
                </a:lnTo>
                <a:lnTo>
                  <a:pt x="4" y="18"/>
                </a:lnTo>
                <a:lnTo>
                  <a:pt x="4" y="17"/>
                </a:lnTo>
                <a:lnTo>
                  <a:pt x="3" y="17"/>
                </a:lnTo>
                <a:lnTo>
                  <a:pt x="1" y="18"/>
                </a:lnTo>
                <a:lnTo>
                  <a:pt x="0" y="18"/>
                </a:lnTo>
                <a:lnTo>
                  <a:pt x="0" y="17"/>
                </a:lnTo>
                <a:lnTo>
                  <a:pt x="1" y="17"/>
                </a:lnTo>
                <a:lnTo>
                  <a:pt x="1" y="16"/>
                </a:lnTo>
                <a:lnTo>
                  <a:pt x="3" y="16"/>
                </a:lnTo>
                <a:lnTo>
                  <a:pt x="1" y="16"/>
                </a:lnTo>
                <a:lnTo>
                  <a:pt x="3" y="16"/>
                </a:lnTo>
                <a:lnTo>
                  <a:pt x="3" y="15"/>
                </a:lnTo>
                <a:lnTo>
                  <a:pt x="1" y="15"/>
                </a:lnTo>
                <a:lnTo>
                  <a:pt x="1" y="14"/>
                </a:lnTo>
                <a:lnTo>
                  <a:pt x="3" y="13"/>
                </a:lnTo>
                <a:lnTo>
                  <a:pt x="1" y="13"/>
                </a:lnTo>
                <a:lnTo>
                  <a:pt x="3" y="12"/>
                </a:lnTo>
                <a:lnTo>
                  <a:pt x="4" y="13"/>
                </a:lnTo>
                <a:lnTo>
                  <a:pt x="4" y="12"/>
                </a:lnTo>
                <a:lnTo>
                  <a:pt x="5" y="12"/>
                </a:lnTo>
                <a:lnTo>
                  <a:pt x="6" y="11"/>
                </a:lnTo>
                <a:lnTo>
                  <a:pt x="7" y="10"/>
                </a:lnTo>
                <a:lnTo>
                  <a:pt x="7" y="9"/>
                </a:lnTo>
                <a:lnTo>
                  <a:pt x="6" y="9"/>
                </a:lnTo>
                <a:lnTo>
                  <a:pt x="5" y="9"/>
                </a:lnTo>
                <a:lnTo>
                  <a:pt x="5" y="8"/>
                </a:lnTo>
                <a:lnTo>
                  <a:pt x="6" y="8"/>
                </a:lnTo>
                <a:lnTo>
                  <a:pt x="6" y="7"/>
                </a:lnTo>
                <a:lnTo>
                  <a:pt x="7" y="7"/>
                </a:lnTo>
                <a:lnTo>
                  <a:pt x="8" y="7"/>
                </a:lnTo>
                <a:lnTo>
                  <a:pt x="9" y="5"/>
                </a:lnTo>
                <a:lnTo>
                  <a:pt x="8" y="5"/>
                </a:lnTo>
                <a:lnTo>
                  <a:pt x="8" y="4"/>
                </a:lnTo>
                <a:lnTo>
                  <a:pt x="10" y="3"/>
                </a:lnTo>
                <a:lnTo>
                  <a:pt x="11" y="3"/>
                </a:lnTo>
                <a:lnTo>
                  <a:pt x="12" y="3"/>
                </a:lnTo>
                <a:lnTo>
                  <a:pt x="12" y="2"/>
                </a:lnTo>
                <a:lnTo>
                  <a:pt x="12" y="3"/>
                </a:lnTo>
                <a:lnTo>
                  <a:pt x="13" y="3"/>
                </a:lnTo>
                <a:lnTo>
                  <a:pt x="13" y="2"/>
                </a:lnTo>
                <a:lnTo>
                  <a:pt x="14" y="2"/>
                </a:lnTo>
                <a:lnTo>
                  <a:pt x="14" y="0"/>
                </a:lnTo>
                <a:lnTo>
                  <a:pt x="15" y="0"/>
                </a:lnTo>
                <a:lnTo>
                  <a:pt x="16" y="0"/>
                </a:lnTo>
                <a:lnTo>
                  <a:pt x="16" y="2"/>
                </a:lnTo>
                <a:lnTo>
                  <a:pt x="16" y="0"/>
                </a:lnTo>
                <a:lnTo>
                  <a:pt x="17" y="0"/>
                </a:lnTo>
                <a:close/>
              </a:path>
            </a:pathLst>
          </a:custGeom>
          <a:solidFill>
            <a:srgbClr val="9FBAD7"/>
          </a:solidFill>
          <a:ln w="2520">
            <a:solidFill>
              <a:srgbClr val="FFFFFF"/>
            </a:solidFill>
            <a:round/>
          </a:ln>
        </p:spPr>
        <p:txBody>
          <a:bodyPr lIns="1080" tIns="1080" rIns="1080" bIns="108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69" name=""/>
          <p:cNvSpPr/>
          <p:nvPr/>
        </p:nvSpPr>
        <p:spPr>
          <a:xfrm>
            <a:off x="4819320" y="1852920"/>
            <a:ext cx="1440" cy="2160"/>
          </a:xfrm>
          <a:custGeom>
            <a:avLst/>
            <a:gdLst/>
            <a:ahLst/>
            <a:rect l="0" t="0" r="r" b="b"/>
            <a:pathLst>
              <a:path w="4" h="6">
                <a:moveTo>
                  <a:pt x="4" y="5"/>
                </a:moveTo>
                <a:lnTo>
                  <a:pt x="3" y="6"/>
                </a:lnTo>
                <a:lnTo>
                  <a:pt x="2" y="6"/>
                </a:lnTo>
                <a:lnTo>
                  <a:pt x="0" y="5"/>
                </a:lnTo>
                <a:lnTo>
                  <a:pt x="0" y="4"/>
                </a:lnTo>
                <a:lnTo>
                  <a:pt x="2" y="4"/>
                </a:lnTo>
                <a:lnTo>
                  <a:pt x="2" y="3"/>
                </a:lnTo>
                <a:lnTo>
                  <a:pt x="3" y="3"/>
                </a:lnTo>
                <a:lnTo>
                  <a:pt x="3" y="2"/>
                </a:lnTo>
                <a:lnTo>
                  <a:pt x="3" y="0"/>
                </a:lnTo>
                <a:lnTo>
                  <a:pt x="4" y="0"/>
                </a:lnTo>
                <a:lnTo>
                  <a:pt x="4" y="2"/>
                </a:lnTo>
                <a:lnTo>
                  <a:pt x="4" y="3"/>
                </a:lnTo>
                <a:lnTo>
                  <a:pt x="4" y="4"/>
                </a:lnTo>
                <a:lnTo>
                  <a:pt x="3" y="5"/>
                </a:lnTo>
                <a:lnTo>
                  <a:pt x="4" y="5"/>
                </a:lnTo>
                <a:close/>
              </a:path>
            </a:pathLst>
          </a:custGeom>
          <a:solidFill>
            <a:srgbClr val="9FBAD7"/>
          </a:solidFill>
          <a:ln w="2520">
            <a:solidFill>
              <a:srgbClr val="FFFFFF"/>
            </a:solidFill>
            <a:round/>
          </a:ln>
        </p:spPr>
        <p:txBody>
          <a:bodyPr lIns="1080" tIns="1080" rIns="1080" bIns="108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70" name=""/>
          <p:cNvSpPr/>
          <p:nvPr/>
        </p:nvSpPr>
        <p:spPr>
          <a:xfrm>
            <a:off x="4830840" y="1847520"/>
            <a:ext cx="7560" cy="10080"/>
          </a:xfrm>
          <a:custGeom>
            <a:avLst/>
            <a:gdLst/>
            <a:ahLst/>
            <a:rect l="0" t="0" r="r" b="b"/>
            <a:pathLst>
              <a:path w="21" h="28">
                <a:moveTo>
                  <a:pt x="21" y="1"/>
                </a:moveTo>
                <a:lnTo>
                  <a:pt x="21" y="2"/>
                </a:lnTo>
                <a:lnTo>
                  <a:pt x="21" y="3"/>
                </a:lnTo>
                <a:lnTo>
                  <a:pt x="20" y="3"/>
                </a:lnTo>
                <a:lnTo>
                  <a:pt x="20" y="4"/>
                </a:lnTo>
                <a:lnTo>
                  <a:pt x="19" y="4"/>
                </a:lnTo>
                <a:lnTo>
                  <a:pt x="18" y="4"/>
                </a:lnTo>
                <a:lnTo>
                  <a:pt x="18" y="5"/>
                </a:lnTo>
                <a:lnTo>
                  <a:pt x="16" y="5"/>
                </a:lnTo>
                <a:lnTo>
                  <a:pt x="15" y="5"/>
                </a:lnTo>
                <a:lnTo>
                  <a:pt x="16" y="5"/>
                </a:lnTo>
                <a:lnTo>
                  <a:pt x="15" y="6"/>
                </a:lnTo>
                <a:lnTo>
                  <a:pt x="15" y="7"/>
                </a:lnTo>
                <a:lnTo>
                  <a:pt x="14" y="8"/>
                </a:lnTo>
                <a:lnTo>
                  <a:pt x="15" y="9"/>
                </a:lnTo>
                <a:lnTo>
                  <a:pt x="14" y="9"/>
                </a:lnTo>
                <a:lnTo>
                  <a:pt x="14" y="10"/>
                </a:lnTo>
                <a:lnTo>
                  <a:pt x="13" y="10"/>
                </a:lnTo>
                <a:lnTo>
                  <a:pt x="13" y="11"/>
                </a:lnTo>
                <a:lnTo>
                  <a:pt x="13" y="13"/>
                </a:lnTo>
                <a:lnTo>
                  <a:pt x="13" y="14"/>
                </a:lnTo>
                <a:lnTo>
                  <a:pt x="14" y="14"/>
                </a:lnTo>
                <a:lnTo>
                  <a:pt x="14" y="15"/>
                </a:lnTo>
                <a:lnTo>
                  <a:pt x="14" y="16"/>
                </a:lnTo>
                <a:lnTo>
                  <a:pt x="15" y="16"/>
                </a:lnTo>
                <a:lnTo>
                  <a:pt x="15" y="17"/>
                </a:lnTo>
                <a:lnTo>
                  <a:pt x="14" y="18"/>
                </a:lnTo>
                <a:lnTo>
                  <a:pt x="13" y="19"/>
                </a:lnTo>
                <a:lnTo>
                  <a:pt x="13" y="20"/>
                </a:lnTo>
                <a:lnTo>
                  <a:pt x="13" y="21"/>
                </a:lnTo>
                <a:lnTo>
                  <a:pt x="12" y="21"/>
                </a:lnTo>
                <a:lnTo>
                  <a:pt x="12" y="22"/>
                </a:lnTo>
                <a:lnTo>
                  <a:pt x="13" y="22"/>
                </a:lnTo>
                <a:lnTo>
                  <a:pt x="13" y="23"/>
                </a:lnTo>
                <a:lnTo>
                  <a:pt x="14" y="23"/>
                </a:lnTo>
                <a:lnTo>
                  <a:pt x="14" y="24"/>
                </a:lnTo>
                <a:lnTo>
                  <a:pt x="14" y="25"/>
                </a:lnTo>
                <a:lnTo>
                  <a:pt x="14" y="24"/>
                </a:lnTo>
                <a:lnTo>
                  <a:pt x="15" y="24"/>
                </a:lnTo>
                <a:lnTo>
                  <a:pt x="15" y="25"/>
                </a:lnTo>
                <a:lnTo>
                  <a:pt x="15" y="26"/>
                </a:lnTo>
                <a:lnTo>
                  <a:pt x="14" y="26"/>
                </a:lnTo>
                <a:lnTo>
                  <a:pt x="14" y="27"/>
                </a:lnTo>
                <a:lnTo>
                  <a:pt x="13" y="27"/>
                </a:lnTo>
                <a:lnTo>
                  <a:pt x="12" y="27"/>
                </a:lnTo>
                <a:lnTo>
                  <a:pt x="12" y="28"/>
                </a:lnTo>
                <a:lnTo>
                  <a:pt x="11" y="28"/>
                </a:lnTo>
                <a:lnTo>
                  <a:pt x="10" y="28"/>
                </a:lnTo>
                <a:lnTo>
                  <a:pt x="11" y="28"/>
                </a:lnTo>
                <a:lnTo>
                  <a:pt x="10" y="28"/>
                </a:lnTo>
                <a:lnTo>
                  <a:pt x="9" y="28"/>
                </a:lnTo>
                <a:lnTo>
                  <a:pt x="9" y="27"/>
                </a:lnTo>
                <a:lnTo>
                  <a:pt x="10" y="27"/>
                </a:lnTo>
                <a:lnTo>
                  <a:pt x="10" y="26"/>
                </a:lnTo>
                <a:lnTo>
                  <a:pt x="11" y="26"/>
                </a:lnTo>
                <a:lnTo>
                  <a:pt x="10" y="25"/>
                </a:lnTo>
                <a:lnTo>
                  <a:pt x="9" y="25"/>
                </a:lnTo>
                <a:lnTo>
                  <a:pt x="9" y="26"/>
                </a:lnTo>
                <a:lnTo>
                  <a:pt x="8" y="26"/>
                </a:lnTo>
                <a:lnTo>
                  <a:pt x="8" y="25"/>
                </a:lnTo>
                <a:lnTo>
                  <a:pt x="9" y="25"/>
                </a:lnTo>
                <a:lnTo>
                  <a:pt x="8" y="24"/>
                </a:lnTo>
                <a:lnTo>
                  <a:pt x="8" y="23"/>
                </a:lnTo>
                <a:lnTo>
                  <a:pt x="9" y="23"/>
                </a:lnTo>
                <a:lnTo>
                  <a:pt x="8" y="23"/>
                </a:lnTo>
                <a:lnTo>
                  <a:pt x="8" y="22"/>
                </a:lnTo>
                <a:lnTo>
                  <a:pt x="8" y="23"/>
                </a:lnTo>
                <a:lnTo>
                  <a:pt x="7" y="23"/>
                </a:lnTo>
                <a:lnTo>
                  <a:pt x="7" y="24"/>
                </a:lnTo>
                <a:lnTo>
                  <a:pt x="6" y="24"/>
                </a:lnTo>
                <a:lnTo>
                  <a:pt x="4" y="24"/>
                </a:lnTo>
                <a:lnTo>
                  <a:pt x="4" y="23"/>
                </a:lnTo>
                <a:lnTo>
                  <a:pt x="4" y="22"/>
                </a:lnTo>
                <a:lnTo>
                  <a:pt x="6" y="22"/>
                </a:lnTo>
                <a:lnTo>
                  <a:pt x="6" y="21"/>
                </a:lnTo>
                <a:lnTo>
                  <a:pt x="7" y="20"/>
                </a:lnTo>
                <a:lnTo>
                  <a:pt x="7" y="19"/>
                </a:lnTo>
                <a:lnTo>
                  <a:pt x="7" y="18"/>
                </a:lnTo>
                <a:lnTo>
                  <a:pt x="8" y="18"/>
                </a:lnTo>
                <a:lnTo>
                  <a:pt x="9" y="18"/>
                </a:lnTo>
                <a:lnTo>
                  <a:pt x="9" y="19"/>
                </a:lnTo>
                <a:lnTo>
                  <a:pt x="10" y="19"/>
                </a:lnTo>
                <a:lnTo>
                  <a:pt x="10" y="18"/>
                </a:lnTo>
                <a:lnTo>
                  <a:pt x="11" y="18"/>
                </a:lnTo>
                <a:lnTo>
                  <a:pt x="11" y="17"/>
                </a:lnTo>
                <a:lnTo>
                  <a:pt x="10" y="17"/>
                </a:lnTo>
                <a:lnTo>
                  <a:pt x="10" y="16"/>
                </a:lnTo>
                <a:lnTo>
                  <a:pt x="11" y="16"/>
                </a:lnTo>
                <a:lnTo>
                  <a:pt x="11" y="15"/>
                </a:lnTo>
                <a:lnTo>
                  <a:pt x="11" y="14"/>
                </a:lnTo>
                <a:lnTo>
                  <a:pt x="11" y="15"/>
                </a:lnTo>
                <a:lnTo>
                  <a:pt x="11" y="14"/>
                </a:lnTo>
                <a:lnTo>
                  <a:pt x="10" y="14"/>
                </a:lnTo>
                <a:lnTo>
                  <a:pt x="10" y="15"/>
                </a:lnTo>
                <a:lnTo>
                  <a:pt x="9" y="14"/>
                </a:lnTo>
                <a:lnTo>
                  <a:pt x="8" y="14"/>
                </a:lnTo>
                <a:lnTo>
                  <a:pt x="7" y="14"/>
                </a:lnTo>
                <a:lnTo>
                  <a:pt x="6" y="15"/>
                </a:lnTo>
                <a:lnTo>
                  <a:pt x="6" y="16"/>
                </a:lnTo>
                <a:lnTo>
                  <a:pt x="4" y="16"/>
                </a:lnTo>
                <a:lnTo>
                  <a:pt x="3" y="15"/>
                </a:lnTo>
                <a:lnTo>
                  <a:pt x="2" y="15"/>
                </a:lnTo>
                <a:lnTo>
                  <a:pt x="1" y="15"/>
                </a:lnTo>
                <a:lnTo>
                  <a:pt x="2" y="15"/>
                </a:lnTo>
                <a:lnTo>
                  <a:pt x="1" y="15"/>
                </a:lnTo>
                <a:lnTo>
                  <a:pt x="1" y="14"/>
                </a:lnTo>
                <a:lnTo>
                  <a:pt x="2" y="13"/>
                </a:lnTo>
                <a:lnTo>
                  <a:pt x="2" y="14"/>
                </a:lnTo>
                <a:lnTo>
                  <a:pt x="2" y="13"/>
                </a:lnTo>
                <a:lnTo>
                  <a:pt x="2" y="11"/>
                </a:lnTo>
                <a:lnTo>
                  <a:pt x="1" y="11"/>
                </a:lnTo>
                <a:lnTo>
                  <a:pt x="1" y="13"/>
                </a:lnTo>
                <a:lnTo>
                  <a:pt x="1" y="11"/>
                </a:lnTo>
                <a:lnTo>
                  <a:pt x="0" y="11"/>
                </a:lnTo>
                <a:lnTo>
                  <a:pt x="1" y="11"/>
                </a:lnTo>
                <a:lnTo>
                  <a:pt x="1" y="10"/>
                </a:lnTo>
                <a:lnTo>
                  <a:pt x="2" y="10"/>
                </a:lnTo>
                <a:lnTo>
                  <a:pt x="3" y="10"/>
                </a:lnTo>
                <a:lnTo>
                  <a:pt x="3" y="9"/>
                </a:lnTo>
                <a:lnTo>
                  <a:pt x="2" y="9"/>
                </a:lnTo>
                <a:lnTo>
                  <a:pt x="3" y="8"/>
                </a:lnTo>
                <a:lnTo>
                  <a:pt x="4" y="8"/>
                </a:lnTo>
                <a:lnTo>
                  <a:pt x="6" y="8"/>
                </a:lnTo>
                <a:lnTo>
                  <a:pt x="6" y="7"/>
                </a:lnTo>
                <a:lnTo>
                  <a:pt x="7" y="7"/>
                </a:lnTo>
                <a:lnTo>
                  <a:pt x="8" y="7"/>
                </a:lnTo>
                <a:lnTo>
                  <a:pt x="8" y="8"/>
                </a:lnTo>
                <a:lnTo>
                  <a:pt x="7" y="8"/>
                </a:lnTo>
                <a:lnTo>
                  <a:pt x="7" y="9"/>
                </a:lnTo>
                <a:lnTo>
                  <a:pt x="8" y="9"/>
                </a:lnTo>
                <a:lnTo>
                  <a:pt x="8" y="8"/>
                </a:lnTo>
                <a:lnTo>
                  <a:pt x="9" y="8"/>
                </a:lnTo>
                <a:lnTo>
                  <a:pt x="9" y="7"/>
                </a:lnTo>
                <a:lnTo>
                  <a:pt x="9" y="6"/>
                </a:lnTo>
                <a:lnTo>
                  <a:pt x="10" y="6"/>
                </a:lnTo>
                <a:lnTo>
                  <a:pt x="10" y="5"/>
                </a:lnTo>
                <a:lnTo>
                  <a:pt x="9" y="5"/>
                </a:lnTo>
                <a:lnTo>
                  <a:pt x="9" y="4"/>
                </a:lnTo>
                <a:lnTo>
                  <a:pt x="10" y="4"/>
                </a:lnTo>
                <a:lnTo>
                  <a:pt x="10" y="3"/>
                </a:lnTo>
                <a:lnTo>
                  <a:pt x="9" y="3"/>
                </a:lnTo>
                <a:lnTo>
                  <a:pt x="10" y="2"/>
                </a:lnTo>
                <a:lnTo>
                  <a:pt x="10" y="3"/>
                </a:lnTo>
                <a:lnTo>
                  <a:pt x="11" y="3"/>
                </a:lnTo>
                <a:lnTo>
                  <a:pt x="12" y="3"/>
                </a:lnTo>
                <a:lnTo>
                  <a:pt x="12" y="2"/>
                </a:lnTo>
                <a:lnTo>
                  <a:pt x="13" y="2"/>
                </a:lnTo>
                <a:lnTo>
                  <a:pt x="14" y="2"/>
                </a:lnTo>
                <a:lnTo>
                  <a:pt x="15" y="2"/>
                </a:lnTo>
                <a:lnTo>
                  <a:pt x="15" y="1"/>
                </a:lnTo>
                <a:lnTo>
                  <a:pt x="16" y="1"/>
                </a:lnTo>
                <a:lnTo>
                  <a:pt x="16" y="0"/>
                </a:lnTo>
                <a:lnTo>
                  <a:pt x="17" y="0"/>
                </a:lnTo>
                <a:lnTo>
                  <a:pt x="18" y="1"/>
                </a:lnTo>
                <a:lnTo>
                  <a:pt x="19" y="1"/>
                </a:lnTo>
                <a:lnTo>
                  <a:pt x="20" y="1"/>
                </a:lnTo>
                <a:lnTo>
                  <a:pt x="21" y="1"/>
                </a:lnTo>
                <a:close/>
              </a:path>
            </a:pathLst>
          </a:custGeom>
          <a:solidFill>
            <a:srgbClr val="9FBAD7"/>
          </a:solidFill>
          <a:ln w="2520">
            <a:solidFill>
              <a:srgbClr val="FFFFFF"/>
            </a:solidFill>
            <a:round/>
          </a:ln>
        </p:spPr>
        <p:txBody>
          <a:bodyPr lIns="1080" tIns="1080" rIns="1080" bIns="108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71" name=""/>
          <p:cNvSpPr/>
          <p:nvPr/>
        </p:nvSpPr>
        <p:spPr>
          <a:xfrm>
            <a:off x="4829760" y="1851120"/>
            <a:ext cx="720" cy="1440"/>
          </a:xfrm>
          <a:custGeom>
            <a:avLst/>
            <a:gdLst/>
            <a:ahLst/>
            <a:rect l="0" t="0" r="r" b="b"/>
            <a:pathLst>
              <a:path w="2" h="4">
                <a:moveTo>
                  <a:pt x="0" y="2"/>
                </a:moveTo>
                <a:lnTo>
                  <a:pt x="0" y="0"/>
                </a:lnTo>
                <a:lnTo>
                  <a:pt x="2" y="0"/>
                </a:lnTo>
                <a:lnTo>
                  <a:pt x="2" y="2"/>
                </a:lnTo>
                <a:lnTo>
                  <a:pt x="0" y="4"/>
                </a:lnTo>
                <a:lnTo>
                  <a:pt x="0" y="2"/>
                </a:lnTo>
                <a:close/>
              </a:path>
            </a:pathLst>
          </a:custGeom>
          <a:solidFill>
            <a:srgbClr val="9FBAD7"/>
          </a:solidFill>
          <a:ln w="2520">
            <a:solidFill>
              <a:srgbClr val="FFFFFF"/>
            </a:solidFill>
            <a:round/>
          </a:ln>
        </p:spPr>
        <p:txBody>
          <a:bodyPr lIns="1080" tIns="360" rIns="1080" bIns="3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72" name=""/>
          <p:cNvSpPr/>
          <p:nvPr/>
        </p:nvSpPr>
        <p:spPr>
          <a:xfrm>
            <a:off x="4843440" y="1842120"/>
            <a:ext cx="2160" cy="2160"/>
          </a:xfrm>
          <a:custGeom>
            <a:avLst/>
            <a:gdLst/>
            <a:ahLst/>
            <a:rect l="0" t="0" r="r" b="b"/>
            <a:pathLst>
              <a:path w="6" h="6">
                <a:moveTo>
                  <a:pt x="3" y="4"/>
                </a:moveTo>
                <a:lnTo>
                  <a:pt x="2" y="4"/>
                </a:lnTo>
                <a:lnTo>
                  <a:pt x="2" y="5"/>
                </a:lnTo>
                <a:lnTo>
                  <a:pt x="2" y="6"/>
                </a:lnTo>
                <a:lnTo>
                  <a:pt x="2" y="5"/>
                </a:lnTo>
                <a:lnTo>
                  <a:pt x="1" y="5"/>
                </a:lnTo>
                <a:lnTo>
                  <a:pt x="1" y="4"/>
                </a:lnTo>
                <a:lnTo>
                  <a:pt x="1" y="3"/>
                </a:lnTo>
                <a:lnTo>
                  <a:pt x="0" y="3"/>
                </a:lnTo>
                <a:lnTo>
                  <a:pt x="1" y="2"/>
                </a:lnTo>
                <a:lnTo>
                  <a:pt x="2" y="2"/>
                </a:lnTo>
                <a:lnTo>
                  <a:pt x="3" y="0"/>
                </a:lnTo>
                <a:lnTo>
                  <a:pt x="5" y="0"/>
                </a:lnTo>
                <a:lnTo>
                  <a:pt x="5" y="2"/>
                </a:lnTo>
                <a:lnTo>
                  <a:pt x="6" y="3"/>
                </a:lnTo>
                <a:lnTo>
                  <a:pt x="6" y="4"/>
                </a:lnTo>
                <a:lnTo>
                  <a:pt x="5" y="4"/>
                </a:lnTo>
                <a:lnTo>
                  <a:pt x="5" y="5"/>
                </a:lnTo>
                <a:lnTo>
                  <a:pt x="3" y="4"/>
                </a:lnTo>
                <a:close/>
              </a:path>
            </a:pathLst>
          </a:custGeom>
          <a:solidFill>
            <a:srgbClr val="9FBAD7"/>
          </a:solidFill>
          <a:ln w="2520">
            <a:solidFill>
              <a:srgbClr val="FFFFFF"/>
            </a:solidFill>
            <a:round/>
          </a:ln>
        </p:spPr>
        <p:txBody>
          <a:bodyPr lIns="1080" tIns="1080" rIns="1080" bIns="108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73" name=""/>
          <p:cNvSpPr/>
          <p:nvPr/>
        </p:nvSpPr>
        <p:spPr>
          <a:xfrm>
            <a:off x="4848840" y="1842120"/>
            <a:ext cx="3240" cy="2160"/>
          </a:xfrm>
          <a:custGeom>
            <a:avLst/>
            <a:gdLst/>
            <a:ahLst/>
            <a:rect l="0" t="0" r="r" b="b"/>
            <a:pathLst>
              <a:path w="9" h="6">
                <a:moveTo>
                  <a:pt x="5" y="2"/>
                </a:moveTo>
                <a:lnTo>
                  <a:pt x="6" y="2"/>
                </a:lnTo>
                <a:lnTo>
                  <a:pt x="8" y="2"/>
                </a:lnTo>
                <a:lnTo>
                  <a:pt x="8" y="0"/>
                </a:lnTo>
                <a:lnTo>
                  <a:pt x="9" y="0"/>
                </a:lnTo>
                <a:lnTo>
                  <a:pt x="9" y="2"/>
                </a:lnTo>
                <a:lnTo>
                  <a:pt x="8" y="3"/>
                </a:lnTo>
                <a:lnTo>
                  <a:pt x="6" y="3"/>
                </a:lnTo>
                <a:lnTo>
                  <a:pt x="6" y="4"/>
                </a:lnTo>
                <a:lnTo>
                  <a:pt x="6" y="3"/>
                </a:lnTo>
                <a:lnTo>
                  <a:pt x="5" y="3"/>
                </a:lnTo>
                <a:lnTo>
                  <a:pt x="4" y="3"/>
                </a:lnTo>
                <a:lnTo>
                  <a:pt x="3" y="3"/>
                </a:lnTo>
                <a:lnTo>
                  <a:pt x="3" y="4"/>
                </a:lnTo>
                <a:lnTo>
                  <a:pt x="2" y="4"/>
                </a:lnTo>
                <a:lnTo>
                  <a:pt x="2" y="5"/>
                </a:lnTo>
                <a:lnTo>
                  <a:pt x="1" y="6"/>
                </a:lnTo>
                <a:lnTo>
                  <a:pt x="1" y="5"/>
                </a:lnTo>
                <a:lnTo>
                  <a:pt x="0" y="4"/>
                </a:lnTo>
                <a:lnTo>
                  <a:pt x="0" y="3"/>
                </a:lnTo>
                <a:lnTo>
                  <a:pt x="0" y="2"/>
                </a:lnTo>
                <a:lnTo>
                  <a:pt x="1" y="2"/>
                </a:lnTo>
                <a:lnTo>
                  <a:pt x="1" y="0"/>
                </a:lnTo>
                <a:lnTo>
                  <a:pt x="2" y="2"/>
                </a:lnTo>
                <a:lnTo>
                  <a:pt x="3" y="2"/>
                </a:lnTo>
                <a:lnTo>
                  <a:pt x="3" y="0"/>
                </a:lnTo>
                <a:lnTo>
                  <a:pt x="4" y="0"/>
                </a:lnTo>
                <a:lnTo>
                  <a:pt x="3" y="0"/>
                </a:lnTo>
                <a:lnTo>
                  <a:pt x="4" y="0"/>
                </a:lnTo>
                <a:lnTo>
                  <a:pt x="5" y="2"/>
                </a:lnTo>
                <a:close/>
              </a:path>
            </a:pathLst>
          </a:custGeom>
          <a:solidFill>
            <a:srgbClr val="9FBAD7"/>
          </a:solidFill>
          <a:ln w="2520">
            <a:solidFill>
              <a:srgbClr val="FFFFFF"/>
            </a:solidFill>
            <a:round/>
          </a:ln>
        </p:spPr>
        <p:txBody>
          <a:bodyPr lIns="1080" tIns="1080" rIns="1080" bIns="108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74" name=""/>
          <p:cNvSpPr/>
          <p:nvPr/>
        </p:nvSpPr>
        <p:spPr>
          <a:xfrm>
            <a:off x="4848120" y="1839240"/>
            <a:ext cx="1800" cy="2160"/>
          </a:xfrm>
          <a:custGeom>
            <a:avLst/>
            <a:gdLst/>
            <a:ahLst/>
            <a:rect l="0" t="0" r="r" b="b"/>
            <a:pathLst>
              <a:path w="5" h="6">
                <a:moveTo>
                  <a:pt x="1" y="3"/>
                </a:moveTo>
                <a:lnTo>
                  <a:pt x="3" y="3"/>
                </a:lnTo>
                <a:lnTo>
                  <a:pt x="3" y="2"/>
                </a:lnTo>
                <a:lnTo>
                  <a:pt x="3" y="1"/>
                </a:lnTo>
                <a:lnTo>
                  <a:pt x="4" y="0"/>
                </a:lnTo>
                <a:lnTo>
                  <a:pt x="5" y="1"/>
                </a:lnTo>
                <a:lnTo>
                  <a:pt x="5" y="2"/>
                </a:lnTo>
                <a:lnTo>
                  <a:pt x="4" y="2"/>
                </a:lnTo>
                <a:lnTo>
                  <a:pt x="4" y="3"/>
                </a:lnTo>
                <a:lnTo>
                  <a:pt x="3" y="3"/>
                </a:lnTo>
                <a:lnTo>
                  <a:pt x="3" y="5"/>
                </a:lnTo>
                <a:lnTo>
                  <a:pt x="1" y="6"/>
                </a:lnTo>
                <a:lnTo>
                  <a:pt x="0" y="6"/>
                </a:lnTo>
                <a:lnTo>
                  <a:pt x="1" y="6"/>
                </a:lnTo>
                <a:lnTo>
                  <a:pt x="1" y="5"/>
                </a:lnTo>
                <a:lnTo>
                  <a:pt x="1" y="3"/>
                </a:lnTo>
                <a:close/>
              </a:path>
            </a:pathLst>
          </a:custGeom>
          <a:solidFill>
            <a:srgbClr val="9FBAD7"/>
          </a:solidFill>
          <a:ln w="2520">
            <a:solidFill>
              <a:srgbClr val="FFFFFF"/>
            </a:solidFill>
            <a:round/>
          </a:ln>
        </p:spPr>
        <p:txBody>
          <a:bodyPr lIns="1080" tIns="1080" rIns="1080" bIns="108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75" name=""/>
          <p:cNvSpPr/>
          <p:nvPr/>
        </p:nvSpPr>
        <p:spPr>
          <a:xfrm>
            <a:off x="4815720" y="1838520"/>
            <a:ext cx="360" cy="360"/>
          </a:xfrm>
          <a:custGeom>
            <a:avLst/>
            <a:gdLst/>
            <a:ahLst/>
            <a:rect l="0" t="0" r="r" b="b"/>
            <a:pathLst>
              <a:path w="1" h="1">
                <a:moveTo>
                  <a:pt x="0" y="1"/>
                </a:moveTo>
                <a:lnTo>
                  <a:pt x="0" y="0"/>
                </a:lnTo>
                <a:lnTo>
                  <a:pt x="1" y="0"/>
                </a:lnTo>
                <a:lnTo>
                  <a:pt x="1" y="1"/>
                </a:lnTo>
                <a:lnTo>
                  <a:pt x="0" y="1"/>
                </a:lnTo>
                <a:close/>
              </a:path>
            </a:pathLst>
          </a:custGeom>
          <a:solidFill>
            <a:srgbClr val="9FBAD7"/>
          </a:solidFill>
          <a:ln w="2520">
            <a:solidFill>
              <a:srgbClr val="FFFFFF"/>
            </a:solidFill>
            <a:round/>
          </a:ln>
        </p:spPr>
        <p:txBody>
          <a:bodyPr lIns="1080" tIns="-720" rIns="1080" bIns="-7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76" name=""/>
          <p:cNvSpPr/>
          <p:nvPr/>
        </p:nvSpPr>
        <p:spPr>
          <a:xfrm>
            <a:off x="4849920" y="1838520"/>
            <a:ext cx="720" cy="720"/>
          </a:xfrm>
          <a:custGeom>
            <a:avLst/>
            <a:gdLst/>
            <a:ahLst/>
            <a:rect l="0" t="0" r="r" b="b"/>
            <a:pathLst>
              <a:path w="2" h="2">
                <a:moveTo>
                  <a:pt x="0" y="0"/>
                </a:moveTo>
                <a:lnTo>
                  <a:pt x="2" y="0"/>
                </a:lnTo>
                <a:lnTo>
                  <a:pt x="0" y="0"/>
                </a:lnTo>
                <a:lnTo>
                  <a:pt x="2" y="2"/>
                </a:lnTo>
                <a:lnTo>
                  <a:pt x="0" y="2"/>
                </a:lnTo>
                <a:lnTo>
                  <a:pt x="0" y="0"/>
                </a:lnTo>
                <a:close/>
              </a:path>
            </a:pathLst>
          </a:custGeom>
          <a:solidFill>
            <a:srgbClr val="9FBAD7"/>
          </a:solidFill>
          <a:ln w="2520">
            <a:solidFill>
              <a:srgbClr val="FFFFFF"/>
            </a:solidFill>
            <a:round/>
          </a:ln>
        </p:spPr>
        <p:txBody>
          <a:bodyPr lIns="1080" tIns="-360" rIns="1080" bIns="-3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77" name=""/>
          <p:cNvSpPr/>
          <p:nvPr/>
        </p:nvSpPr>
        <p:spPr>
          <a:xfrm>
            <a:off x="4816440" y="1836360"/>
            <a:ext cx="0" cy="720"/>
          </a:xfrm>
          <a:custGeom>
            <a:avLst/>
            <a:gdLst/>
            <a:ahLst/>
            <a:rect l="0" t="0" r="r" b="b"/>
            <a:pathLst>
              <a:path w="0" h="2">
                <a:moveTo>
                  <a:pt x="0" y="1"/>
                </a:moveTo>
                <a:lnTo>
                  <a:pt x="0" y="0"/>
                </a:lnTo>
                <a:lnTo>
                  <a:pt x="0" y="1"/>
                </a:lnTo>
                <a:lnTo>
                  <a:pt x="0" y="2"/>
                </a:lnTo>
                <a:lnTo>
                  <a:pt x="0" y="1"/>
                </a:lnTo>
                <a:close/>
              </a:path>
            </a:pathLst>
          </a:custGeom>
          <a:solidFill>
            <a:srgbClr val="9FBAD7"/>
          </a:solidFill>
          <a:ln w="2520">
            <a:solidFill>
              <a:srgbClr val="FFFFFF"/>
            </a:solidFill>
            <a:round/>
          </a:ln>
        </p:spPr>
        <p:txBody>
          <a:bodyPr lIns="1080" tIns="-360" rIns="1080" bIns="-3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78" name=""/>
          <p:cNvSpPr/>
          <p:nvPr/>
        </p:nvSpPr>
        <p:spPr>
          <a:xfrm>
            <a:off x="4871160" y="1832760"/>
            <a:ext cx="720" cy="1080"/>
          </a:xfrm>
          <a:custGeom>
            <a:avLst/>
            <a:gdLst/>
            <a:ahLst/>
            <a:rect l="0" t="0" r="r" b="b"/>
            <a:pathLst>
              <a:path w="2" h="3">
                <a:moveTo>
                  <a:pt x="2" y="1"/>
                </a:moveTo>
                <a:lnTo>
                  <a:pt x="2" y="0"/>
                </a:lnTo>
                <a:lnTo>
                  <a:pt x="0" y="0"/>
                </a:lnTo>
                <a:lnTo>
                  <a:pt x="2" y="0"/>
                </a:lnTo>
                <a:lnTo>
                  <a:pt x="2" y="1"/>
                </a:lnTo>
                <a:lnTo>
                  <a:pt x="2" y="3"/>
                </a:lnTo>
                <a:lnTo>
                  <a:pt x="0" y="3"/>
                </a:lnTo>
                <a:lnTo>
                  <a:pt x="2" y="1"/>
                </a:lnTo>
                <a:close/>
              </a:path>
            </a:pathLst>
          </a:custGeom>
          <a:solidFill>
            <a:srgbClr val="9FBAD7"/>
          </a:solidFill>
          <a:ln w="2520">
            <a:solidFill>
              <a:srgbClr val="FFFFFF"/>
            </a:solidFill>
            <a:round/>
          </a:ln>
        </p:spPr>
        <p:txBody>
          <a:bodyPr lIns="1080" tIns="0" rIns="108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79" name=""/>
          <p:cNvSpPr/>
          <p:nvPr/>
        </p:nvSpPr>
        <p:spPr>
          <a:xfrm>
            <a:off x="4861440" y="1832040"/>
            <a:ext cx="720" cy="1080"/>
          </a:xfrm>
          <a:custGeom>
            <a:avLst/>
            <a:gdLst/>
            <a:ahLst/>
            <a:rect l="0" t="0" r="r" b="b"/>
            <a:pathLst>
              <a:path w="2" h="3">
                <a:moveTo>
                  <a:pt x="0" y="1"/>
                </a:moveTo>
                <a:lnTo>
                  <a:pt x="2" y="1"/>
                </a:lnTo>
                <a:lnTo>
                  <a:pt x="2" y="0"/>
                </a:lnTo>
                <a:lnTo>
                  <a:pt x="2" y="1"/>
                </a:lnTo>
                <a:lnTo>
                  <a:pt x="0" y="3"/>
                </a:lnTo>
                <a:lnTo>
                  <a:pt x="0" y="1"/>
                </a:lnTo>
                <a:close/>
              </a:path>
            </a:pathLst>
          </a:custGeom>
          <a:solidFill>
            <a:srgbClr val="9FBAD7"/>
          </a:solidFill>
          <a:ln w="2520">
            <a:solidFill>
              <a:srgbClr val="FFFFFF"/>
            </a:solidFill>
            <a:round/>
          </a:ln>
        </p:spPr>
        <p:txBody>
          <a:bodyPr lIns="1080" tIns="0" rIns="108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80" name=""/>
          <p:cNvSpPr/>
          <p:nvPr/>
        </p:nvSpPr>
        <p:spPr>
          <a:xfrm>
            <a:off x="4863240" y="1831680"/>
            <a:ext cx="1080" cy="1080"/>
          </a:xfrm>
          <a:custGeom>
            <a:avLst/>
            <a:gdLst/>
            <a:ahLst/>
            <a:rect l="0" t="0" r="r" b="b"/>
            <a:pathLst>
              <a:path w="3" h="3">
                <a:moveTo>
                  <a:pt x="0" y="0"/>
                </a:moveTo>
                <a:lnTo>
                  <a:pt x="1" y="0"/>
                </a:lnTo>
                <a:lnTo>
                  <a:pt x="3" y="3"/>
                </a:lnTo>
                <a:lnTo>
                  <a:pt x="1" y="3"/>
                </a:lnTo>
                <a:lnTo>
                  <a:pt x="0" y="0"/>
                </a:lnTo>
                <a:close/>
              </a:path>
            </a:pathLst>
          </a:custGeom>
          <a:solidFill>
            <a:srgbClr val="9FBAD7"/>
          </a:solidFill>
          <a:ln w="2520">
            <a:solidFill>
              <a:srgbClr val="FFFFFF"/>
            </a:solidFill>
            <a:round/>
          </a:ln>
        </p:spPr>
        <p:txBody>
          <a:bodyPr lIns="1080" tIns="0" rIns="108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81" name=""/>
          <p:cNvSpPr/>
          <p:nvPr/>
        </p:nvSpPr>
        <p:spPr>
          <a:xfrm>
            <a:off x="4860720" y="1831680"/>
            <a:ext cx="1440" cy="720"/>
          </a:xfrm>
          <a:custGeom>
            <a:avLst/>
            <a:gdLst/>
            <a:ahLst/>
            <a:rect l="0" t="0" r="r" b="b"/>
            <a:pathLst>
              <a:path w="4" h="2">
                <a:moveTo>
                  <a:pt x="2" y="0"/>
                </a:moveTo>
                <a:lnTo>
                  <a:pt x="4" y="0"/>
                </a:lnTo>
                <a:lnTo>
                  <a:pt x="2" y="0"/>
                </a:lnTo>
                <a:lnTo>
                  <a:pt x="2" y="2"/>
                </a:lnTo>
                <a:lnTo>
                  <a:pt x="0" y="2"/>
                </a:lnTo>
                <a:lnTo>
                  <a:pt x="2" y="0"/>
                </a:lnTo>
                <a:close/>
              </a:path>
            </a:pathLst>
          </a:custGeom>
          <a:solidFill>
            <a:srgbClr val="9FBAD7"/>
          </a:solidFill>
          <a:ln w="2520">
            <a:solidFill>
              <a:srgbClr val="FFFFFF"/>
            </a:solidFill>
            <a:round/>
          </a:ln>
        </p:spPr>
        <p:txBody>
          <a:bodyPr lIns="1080" tIns="-360" rIns="1080" bIns="-3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82" name=""/>
          <p:cNvSpPr/>
          <p:nvPr/>
        </p:nvSpPr>
        <p:spPr>
          <a:xfrm>
            <a:off x="4867560" y="1823400"/>
            <a:ext cx="360" cy="0"/>
          </a:xfrm>
          <a:custGeom>
            <a:avLst/>
            <a:gdLst/>
            <a:ahLst/>
            <a:rect l="0" t="0" r="r" b="b"/>
            <a:pathLst>
              <a:path w="1" h="0">
                <a:moveTo>
                  <a:pt x="1" y="0"/>
                </a:moveTo>
                <a:lnTo>
                  <a:pt x="0" y="0"/>
                </a:lnTo>
                <a:lnTo>
                  <a:pt x="1" y="0"/>
                </a:lnTo>
                <a:close/>
              </a:path>
            </a:pathLst>
          </a:custGeom>
          <a:solidFill>
            <a:srgbClr val="9FBAD7"/>
          </a:solidFill>
          <a:ln w="2520">
            <a:solidFill>
              <a:srgbClr val="FFFFFF"/>
            </a:solidFill>
            <a:round/>
          </a:ln>
        </p:spPr>
        <p:txBody>
          <a:bodyPr lIns="1080" tIns="-1080" rIns="1080" bIns="-108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83" name=""/>
          <p:cNvSpPr/>
          <p:nvPr/>
        </p:nvSpPr>
        <p:spPr>
          <a:xfrm>
            <a:off x="4866840" y="1821600"/>
            <a:ext cx="720" cy="1440"/>
          </a:xfrm>
          <a:custGeom>
            <a:avLst/>
            <a:gdLst/>
            <a:ahLst/>
            <a:rect l="0" t="0" r="r" b="b"/>
            <a:pathLst>
              <a:path w="2" h="4">
                <a:moveTo>
                  <a:pt x="0" y="2"/>
                </a:moveTo>
                <a:lnTo>
                  <a:pt x="0" y="0"/>
                </a:lnTo>
                <a:lnTo>
                  <a:pt x="0" y="2"/>
                </a:lnTo>
                <a:lnTo>
                  <a:pt x="2" y="2"/>
                </a:lnTo>
                <a:lnTo>
                  <a:pt x="0" y="4"/>
                </a:lnTo>
                <a:lnTo>
                  <a:pt x="0" y="2"/>
                </a:lnTo>
                <a:close/>
              </a:path>
            </a:pathLst>
          </a:custGeom>
          <a:solidFill>
            <a:srgbClr val="9FBAD7"/>
          </a:solidFill>
          <a:ln w="2520">
            <a:solidFill>
              <a:srgbClr val="FFFFFF"/>
            </a:solidFill>
            <a:round/>
          </a:ln>
        </p:spPr>
        <p:txBody>
          <a:bodyPr lIns="1080" tIns="360" rIns="1080" bIns="3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84" name=""/>
          <p:cNvSpPr/>
          <p:nvPr/>
        </p:nvSpPr>
        <p:spPr>
          <a:xfrm>
            <a:off x="4867560" y="1814400"/>
            <a:ext cx="2520" cy="2880"/>
          </a:xfrm>
          <a:custGeom>
            <a:avLst/>
            <a:gdLst/>
            <a:ahLst/>
            <a:rect l="0" t="0" r="r" b="b"/>
            <a:pathLst>
              <a:path w="7" h="8">
                <a:moveTo>
                  <a:pt x="7" y="1"/>
                </a:moveTo>
                <a:lnTo>
                  <a:pt x="7" y="2"/>
                </a:lnTo>
                <a:lnTo>
                  <a:pt x="6" y="2"/>
                </a:lnTo>
                <a:lnTo>
                  <a:pt x="6" y="3"/>
                </a:lnTo>
                <a:lnTo>
                  <a:pt x="7" y="3"/>
                </a:lnTo>
                <a:lnTo>
                  <a:pt x="7" y="5"/>
                </a:lnTo>
                <a:lnTo>
                  <a:pt x="6" y="5"/>
                </a:lnTo>
                <a:lnTo>
                  <a:pt x="5" y="5"/>
                </a:lnTo>
                <a:lnTo>
                  <a:pt x="5" y="6"/>
                </a:lnTo>
                <a:lnTo>
                  <a:pt x="5" y="7"/>
                </a:lnTo>
                <a:lnTo>
                  <a:pt x="4" y="7"/>
                </a:lnTo>
                <a:lnTo>
                  <a:pt x="3" y="8"/>
                </a:lnTo>
                <a:lnTo>
                  <a:pt x="1" y="8"/>
                </a:lnTo>
                <a:lnTo>
                  <a:pt x="0" y="6"/>
                </a:lnTo>
                <a:lnTo>
                  <a:pt x="0" y="3"/>
                </a:lnTo>
                <a:lnTo>
                  <a:pt x="0" y="2"/>
                </a:lnTo>
                <a:lnTo>
                  <a:pt x="1" y="2"/>
                </a:lnTo>
                <a:lnTo>
                  <a:pt x="1" y="3"/>
                </a:lnTo>
                <a:lnTo>
                  <a:pt x="3" y="2"/>
                </a:lnTo>
                <a:lnTo>
                  <a:pt x="4" y="2"/>
                </a:lnTo>
                <a:lnTo>
                  <a:pt x="4" y="1"/>
                </a:lnTo>
                <a:lnTo>
                  <a:pt x="5" y="1"/>
                </a:lnTo>
                <a:lnTo>
                  <a:pt x="6" y="0"/>
                </a:lnTo>
                <a:lnTo>
                  <a:pt x="6" y="1"/>
                </a:lnTo>
                <a:lnTo>
                  <a:pt x="7" y="1"/>
                </a:lnTo>
                <a:close/>
              </a:path>
            </a:pathLst>
          </a:custGeom>
          <a:solidFill>
            <a:srgbClr val="9FBAD7"/>
          </a:solidFill>
          <a:ln w="2520">
            <a:solidFill>
              <a:srgbClr val="FFFFFF"/>
            </a:solidFill>
            <a:round/>
          </a:ln>
        </p:spPr>
        <p:txBody>
          <a:bodyPr lIns="1080" tIns="1080" rIns="1080" bIns="108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85" name=""/>
          <p:cNvSpPr/>
          <p:nvPr/>
        </p:nvSpPr>
        <p:spPr>
          <a:xfrm>
            <a:off x="4867560" y="1807560"/>
            <a:ext cx="1800" cy="1800"/>
          </a:xfrm>
          <a:custGeom>
            <a:avLst/>
            <a:gdLst/>
            <a:ahLst/>
            <a:rect l="0" t="0" r="r" b="b"/>
            <a:pathLst>
              <a:path w="5" h="5">
                <a:moveTo>
                  <a:pt x="3" y="1"/>
                </a:moveTo>
                <a:lnTo>
                  <a:pt x="4" y="0"/>
                </a:lnTo>
                <a:lnTo>
                  <a:pt x="4" y="1"/>
                </a:lnTo>
                <a:lnTo>
                  <a:pt x="5" y="2"/>
                </a:lnTo>
                <a:lnTo>
                  <a:pt x="4" y="2"/>
                </a:lnTo>
                <a:lnTo>
                  <a:pt x="1" y="5"/>
                </a:lnTo>
                <a:lnTo>
                  <a:pt x="0" y="4"/>
                </a:lnTo>
                <a:lnTo>
                  <a:pt x="1" y="2"/>
                </a:lnTo>
                <a:lnTo>
                  <a:pt x="3" y="1"/>
                </a:lnTo>
                <a:close/>
              </a:path>
            </a:pathLst>
          </a:custGeom>
          <a:solidFill>
            <a:srgbClr val="9FBAD7"/>
          </a:solidFill>
          <a:ln w="2520">
            <a:solidFill>
              <a:srgbClr val="FFFFFF"/>
            </a:solidFill>
            <a:round/>
          </a:ln>
        </p:spPr>
        <p:txBody>
          <a:bodyPr lIns="1080" tIns="720" rIns="1080" bIns="7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86" name=""/>
          <p:cNvSpPr/>
          <p:nvPr/>
        </p:nvSpPr>
        <p:spPr>
          <a:xfrm>
            <a:off x="4865040" y="1801440"/>
            <a:ext cx="5760" cy="7200"/>
          </a:xfrm>
          <a:custGeom>
            <a:avLst/>
            <a:gdLst/>
            <a:ahLst/>
            <a:rect l="0" t="0" r="r" b="b"/>
            <a:pathLst>
              <a:path w="16" h="20">
                <a:moveTo>
                  <a:pt x="7" y="3"/>
                </a:moveTo>
                <a:lnTo>
                  <a:pt x="8" y="4"/>
                </a:lnTo>
                <a:lnTo>
                  <a:pt x="8" y="3"/>
                </a:lnTo>
                <a:lnTo>
                  <a:pt x="10" y="3"/>
                </a:lnTo>
                <a:lnTo>
                  <a:pt x="11" y="5"/>
                </a:lnTo>
                <a:lnTo>
                  <a:pt x="12" y="6"/>
                </a:lnTo>
                <a:lnTo>
                  <a:pt x="12" y="7"/>
                </a:lnTo>
                <a:lnTo>
                  <a:pt x="12" y="8"/>
                </a:lnTo>
                <a:lnTo>
                  <a:pt x="13" y="8"/>
                </a:lnTo>
                <a:lnTo>
                  <a:pt x="12" y="8"/>
                </a:lnTo>
                <a:lnTo>
                  <a:pt x="12" y="10"/>
                </a:lnTo>
                <a:lnTo>
                  <a:pt x="13" y="8"/>
                </a:lnTo>
                <a:lnTo>
                  <a:pt x="14" y="11"/>
                </a:lnTo>
                <a:lnTo>
                  <a:pt x="15" y="13"/>
                </a:lnTo>
                <a:lnTo>
                  <a:pt x="15" y="15"/>
                </a:lnTo>
                <a:lnTo>
                  <a:pt x="15" y="16"/>
                </a:lnTo>
                <a:lnTo>
                  <a:pt x="16" y="17"/>
                </a:lnTo>
                <a:lnTo>
                  <a:pt x="16" y="18"/>
                </a:lnTo>
                <a:lnTo>
                  <a:pt x="16" y="19"/>
                </a:lnTo>
                <a:lnTo>
                  <a:pt x="16" y="20"/>
                </a:lnTo>
                <a:lnTo>
                  <a:pt x="15" y="18"/>
                </a:lnTo>
                <a:lnTo>
                  <a:pt x="13" y="17"/>
                </a:lnTo>
                <a:lnTo>
                  <a:pt x="13" y="16"/>
                </a:lnTo>
                <a:lnTo>
                  <a:pt x="13" y="15"/>
                </a:lnTo>
                <a:lnTo>
                  <a:pt x="12" y="13"/>
                </a:lnTo>
                <a:lnTo>
                  <a:pt x="11" y="12"/>
                </a:lnTo>
                <a:lnTo>
                  <a:pt x="11" y="11"/>
                </a:lnTo>
                <a:lnTo>
                  <a:pt x="12" y="10"/>
                </a:lnTo>
                <a:lnTo>
                  <a:pt x="11" y="11"/>
                </a:lnTo>
                <a:lnTo>
                  <a:pt x="8" y="8"/>
                </a:lnTo>
                <a:lnTo>
                  <a:pt x="7" y="7"/>
                </a:lnTo>
                <a:lnTo>
                  <a:pt x="6" y="7"/>
                </a:lnTo>
                <a:lnTo>
                  <a:pt x="6" y="6"/>
                </a:lnTo>
                <a:lnTo>
                  <a:pt x="5" y="6"/>
                </a:lnTo>
                <a:lnTo>
                  <a:pt x="4" y="5"/>
                </a:lnTo>
                <a:lnTo>
                  <a:pt x="3" y="4"/>
                </a:lnTo>
                <a:lnTo>
                  <a:pt x="3" y="5"/>
                </a:lnTo>
                <a:lnTo>
                  <a:pt x="2" y="4"/>
                </a:lnTo>
                <a:lnTo>
                  <a:pt x="1" y="4"/>
                </a:lnTo>
                <a:lnTo>
                  <a:pt x="1" y="3"/>
                </a:lnTo>
                <a:lnTo>
                  <a:pt x="0" y="2"/>
                </a:lnTo>
                <a:lnTo>
                  <a:pt x="0" y="1"/>
                </a:lnTo>
                <a:lnTo>
                  <a:pt x="1" y="1"/>
                </a:lnTo>
                <a:lnTo>
                  <a:pt x="2" y="1"/>
                </a:lnTo>
                <a:lnTo>
                  <a:pt x="3" y="2"/>
                </a:lnTo>
                <a:lnTo>
                  <a:pt x="4" y="1"/>
                </a:lnTo>
                <a:lnTo>
                  <a:pt x="5" y="0"/>
                </a:lnTo>
                <a:lnTo>
                  <a:pt x="7" y="1"/>
                </a:lnTo>
                <a:lnTo>
                  <a:pt x="7" y="2"/>
                </a:lnTo>
                <a:lnTo>
                  <a:pt x="8" y="2"/>
                </a:lnTo>
                <a:lnTo>
                  <a:pt x="7" y="3"/>
                </a:lnTo>
                <a:close/>
              </a:path>
            </a:pathLst>
          </a:custGeom>
          <a:solidFill>
            <a:srgbClr val="9FBAD7"/>
          </a:solidFill>
          <a:ln w="2520">
            <a:solidFill>
              <a:srgbClr val="FFFFFF"/>
            </a:solidFill>
            <a:round/>
          </a:ln>
        </p:spPr>
        <p:txBody>
          <a:bodyPr lIns="1080" tIns="1080" rIns="1080" bIns="108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87" name=""/>
          <p:cNvSpPr/>
          <p:nvPr/>
        </p:nvSpPr>
        <p:spPr>
          <a:xfrm>
            <a:off x="4700520" y="1674720"/>
            <a:ext cx="314640" cy="252000"/>
          </a:xfrm>
          <a:custGeom>
            <a:avLst/>
            <a:gdLst/>
            <a:ahLst/>
            <a:rect l="0" t="0" r="r" b="b"/>
            <a:pathLst>
              <a:path w="874" h="700">
                <a:moveTo>
                  <a:pt x="395" y="7"/>
                </a:moveTo>
                <a:lnTo>
                  <a:pt x="395" y="8"/>
                </a:lnTo>
                <a:lnTo>
                  <a:pt x="395" y="9"/>
                </a:lnTo>
                <a:lnTo>
                  <a:pt x="396" y="9"/>
                </a:lnTo>
                <a:lnTo>
                  <a:pt x="396" y="8"/>
                </a:lnTo>
                <a:lnTo>
                  <a:pt x="397" y="8"/>
                </a:lnTo>
                <a:lnTo>
                  <a:pt x="398" y="8"/>
                </a:lnTo>
                <a:lnTo>
                  <a:pt x="400" y="10"/>
                </a:lnTo>
                <a:lnTo>
                  <a:pt x="401" y="9"/>
                </a:lnTo>
                <a:lnTo>
                  <a:pt x="401" y="10"/>
                </a:lnTo>
                <a:lnTo>
                  <a:pt x="402" y="10"/>
                </a:lnTo>
                <a:lnTo>
                  <a:pt x="402" y="12"/>
                </a:lnTo>
                <a:lnTo>
                  <a:pt x="402" y="13"/>
                </a:lnTo>
                <a:lnTo>
                  <a:pt x="403" y="14"/>
                </a:lnTo>
                <a:lnTo>
                  <a:pt x="404" y="14"/>
                </a:lnTo>
                <a:lnTo>
                  <a:pt x="405" y="14"/>
                </a:lnTo>
                <a:lnTo>
                  <a:pt x="406" y="14"/>
                </a:lnTo>
                <a:lnTo>
                  <a:pt x="407" y="14"/>
                </a:lnTo>
                <a:lnTo>
                  <a:pt x="408" y="14"/>
                </a:lnTo>
                <a:lnTo>
                  <a:pt x="409" y="15"/>
                </a:lnTo>
                <a:lnTo>
                  <a:pt x="409" y="17"/>
                </a:lnTo>
                <a:lnTo>
                  <a:pt x="411" y="18"/>
                </a:lnTo>
                <a:lnTo>
                  <a:pt x="411" y="19"/>
                </a:lnTo>
                <a:lnTo>
                  <a:pt x="412" y="19"/>
                </a:lnTo>
                <a:lnTo>
                  <a:pt x="412" y="18"/>
                </a:lnTo>
                <a:lnTo>
                  <a:pt x="413" y="18"/>
                </a:lnTo>
                <a:lnTo>
                  <a:pt x="413" y="17"/>
                </a:lnTo>
                <a:lnTo>
                  <a:pt x="414" y="17"/>
                </a:lnTo>
                <a:lnTo>
                  <a:pt x="414" y="18"/>
                </a:lnTo>
                <a:lnTo>
                  <a:pt x="415" y="18"/>
                </a:lnTo>
                <a:lnTo>
                  <a:pt x="415" y="17"/>
                </a:lnTo>
                <a:lnTo>
                  <a:pt x="416" y="16"/>
                </a:lnTo>
                <a:lnTo>
                  <a:pt x="418" y="17"/>
                </a:lnTo>
                <a:lnTo>
                  <a:pt x="419" y="17"/>
                </a:lnTo>
                <a:lnTo>
                  <a:pt x="420" y="17"/>
                </a:lnTo>
                <a:lnTo>
                  <a:pt x="419" y="18"/>
                </a:lnTo>
                <a:lnTo>
                  <a:pt x="420" y="18"/>
                </a:lnTo>
                <a:lnTo>
                  <a:pt x="420" y="19"/>
                </a:lnTo>
                <a:lnTo>
                  <a:pt x="421" y="18"/>
                </a:lnTo>
                <a:lnTo>
                  <a:pt x="422" y="17"/>
                </a:lnTo>
                <a:lnTo>
                  <a:pt x="423" y="17"/>
                </a:lnTo>
                <a:lnTo>
                  <a:pt x="423" y="18"/>
                </a:lnTo>
                <a:lnTo>
                  <a:pt x="425" y="19"/>
                </a:lnTo>
                <a:lnTo>
                  <a:pt x="426" y="19"/>
                </a:lnTo>
                <a:lnTo>
                  <a:pt x="427" y="19"/>
                </a:lnTo>
                <a:lnTo>
                  <a:pt x="428" y="20"/>
                </a:lnTo>
                <a:lnTo>
                  <a:pt x="428" y="21"/>
                </a:lnTo>
                <a:lnTo>
                  <a:pt x="427" y="23"/>
                </a:lnTo>
                <a:lnTo>
                  <a:pt x="428" y="23"/>
                </a:lnTo>
                <a:lnTo>
                  <a:pt x="429" y="23"/>
                </a:lnTo>
                <a:lnTo>
                  <a:pt x="431" y="22"/>
                </a:lnTo>
                <a:lnTo>
                  <a:pt x="431" y="21"/>
                </a:lnTo>
                <a:lnTo>
                  <a:pt x="432" y="21"/>
                </a:lnTo>
                <a:lnTo>
                  <a:pt x="433" y="21"/>
                </a:lnTo>
                <a:lnTo>
                  <a:pt x="434" y="20"/>
                </a:lnTo>
                <a:lnTo>
                  <a:pt x="435" y="21"/>
                </a:lnTo>
                <a:lnTo>
                  <a:pt x="436" y="21"/>
                </a:lnTo>
                <a:lnTo>
                  <a:pt x="437" y="20"/>
                </a:lnTo>
                <a:lnTo>
                  <a:pt x="437" y="19"/>
                </a:lnTo>
                <a:lnTo>
                  <a:pt x="438" y="19"/>
                </a:lnTo>
                <a:lnTo>
                  <a:pt x="439" y="19"/>
                </a:lnTo>
                <a:lnTo>
                  <a:pt x="439" y="20"/>
                </a:lnTo>
                <a:lnTo>
                  <a:pt x="440" y="19"/>
                </a:lnTo>
                <a:lnTo>
                  <a:pt x="440" y="18"/>
                </a:lnTo>
                <a:lnTo>
                  <a:pt x="439" y="18"/>
                </a:lnTo>
                <a:lnTo>
                  <a:pt x="440" y="17"/>
                </a:lnTo>
                <a:lnTo>
                  <a:pt x="442" y="17"/>
                </a:lnTo>
                <a:lnTo>
                  <a:pt x="443" y="17"/>
                </a:lnTo>
                <a:lnTo>
                  <a:pt x="442" y="17"/>
                </a:lnTo>
                <a:lnTo>
                  <a:pt x="442" y="16"/>
                </a:lnTo>
                <a:lnTo>
                  <a:pt x="444" y="16"/>
                </a:lnTo>
                <a:lnTo>
                  <a:pt x="445" y="16"/>
                </a:lnTo>
                <a:lnTo>
                  <a:pt x="446" y="15"/>
                </a:lnTo>
                <a:lnTo>
                  <a:pt x="447" y="15"/>
                </a:lnTo>
                <a:lnTo>
                  <a:pt x="447" y="16"/>
                </a:lnTo>
                <a:lnTo>
                  <a:pt x="448" y="17"/>
                </a:lnTo>
                <a:lnTo>
                  <a:pt x="449" y="18"/>
                </a:lnTo>
                <a:lnTo>
                  <a:pt x="448" y="19"/>
                </a:lnTo>
                <a:lnTo>
                  <a:pt x="449" y="19"/>
                </a:lnTo>
                <a:lnTo>
                  <a:pt x="450" y="19"/>
                </a:lnTo>
                <a:lnTo>
                  <a:pt x="451" y="19"/>
                </a:lnTo>
                <a:lnTo>
                  <a:pt x="451" y="18"/>
                </a:lnTo>
                <a:lnTo>
                  <a:pt x="451" y="19"/>
                </a:lnTo>
                <a:lnTo>
                  <a:pt x="452" y="19"/>
                </a:lnTo>
                <a:lnTo>
                  <a:pt x="453" y="19"/>
                </a:lnTo>
                <a:lnTo>
                  <a:pt x="455" y="19"/>
                </a:lnTo>
                <a:lnTo>
                  <a:pt x="456" y="19"/>
                </a:lnTo>
                <a:lnTo>
                  <a:pt x="456" y="17"/>
                </a:lnTo>
                <a:lnTo>
                  <a:pt x="456" y="16"/>
                </a:lnTo>
                <a:lnTo>
                  <a:pt x="456" y="15"/>
                </a:lnTo>
                <a:lnTo>
                  <a:pt x="457" y="15"/>
                </a:lnTo>
                <a:lnTo>
                  <a:pt x="457" y="14"/>
                </a:lnTo>
                <a:lnTo>
                  <a:pt x="460" y="13"/>
                </a:lnTo>
                <a:lnTo>
                  <a:pt x="461" y="13"/>
                </a:lnTo>
                <a:lnTo>
                  <a:pt x="462" y="12"/>
                </a:lnTo>
                <a:lnTo>
                  <a:pt x="463" y="8"/>
                </a:lnTo>
                <a:lnTo>
                  <a:pt x="463" y="7"/>
                </a:lnTo>
                <a:lnTo>
                  <a:pt x="463" y="6"/>
                </a:lnTo>
                <a:lnTo>
                  <a:pt x="463" y="4"/>
                </a:lnTo>
                <a:lnTo>
                  <a:pt x="466" y="3"/>
                </a:lnTo>
                <a:lnTo>
                  <a:pt x="468" y="3"/>
                </a:lnTo>
                <a:lnTo>
                  <a:pt x="468" y="4"/>
                </a:lnTo>
                <a:lnTo>
                  <a:pt x="469" y="4"/>
                </a:lnTo>
                <a:lnTo>
                  <a:pt x="470" y="3"/>
                </a:lnTo>
                <a:lnTo>
                  <a:pt x="471" y="3"/>
                </a:lnTo>
                <a:lnTo>
                  <a:pt x="471" y="2"/>
                </a:lnTo>
                <a:lnTo>
                  <a:pt x="471" y="1"/>
                </a:lnTo>
                <a:lnTo>
                  <a:pt x="473" y="2"/>
                </a:lnTo>
                <a:lnTo>
                  <a:pt x="475" y="3"/>
                </a:lnTo>
                <a:lnTo>
                  <a:pt x="475" y="2"/>
                </a:lnTo>
                <a:lnTo>
                  <a:pt x="476" y="2"/>
                </a:lnTo>
                <a:lnTo>
                  <a:pt x="476" y="3"/>
                </a:lnTo>
                <a:lnTo>
                  <a:pt x="477" y="3"/>
                </a:lnTo>
                <a:lnTo>
                  <a:pt x="476" y="4"/>
                </a:lnTo>
                <a:lnTo>
                  <a:pt x="475" y="5"/>
                </a:lnTo>
                <a:lnTo>
                  <a:pt x="475" y="6"/>
                </a:lnTo>
                <a:lnTo>
                  <a:pt x="474" y="6"/>
                </a:lnTo>
                <a:lnTo>
                  <a:pt x="474" y="7"/>
                </a:lnTo>
                <a:lnTo>
                  <a:pt x="475" y="8"/>
                </a:lnTo>
                <a:lnTo>
                  <a:pt x="477" y="8"/>
                </a:lnTo>
                <a:lnTo>
                  <a:pt x="478" y="9"/>
                </a:lnTo>
                <a:lnTo>
                  <a:pt x="478" y="10"/>
                </a:lnTo>
                <a:lnTo>
                  <a:pt x="479" y="10"/>
                </a:lnTo>
                <a:lnTo>
                  <a:pt x="480" y="9"/>
                </a:lnTo>
                <a:lnTo>
                  <a:pt x="481" y="9"/>
                </a:lnTo>
                <a:lnTo>
                  <a:pt x="481" y="8"/>
                </a:lnTo>
                <a:lnTo>
                  <a:pt x="481" y="9"/>
                </a:lnTo>
                <a:lnTo>
                  <a:pt x="482" y="9"/>
                </a:lnTo>
                <a:lnTo>
                  <a:pt x="481" y="9"/>
                </a:lnTo>
                <a:lnTo>
                  <a:pt x="481" y="10"/>
                </a:lnTo>
                <a:lnTo>
                  <a:pt x="480" y="11"/>
                </a:lnTo>
                <a:lnTo>
                  <a:pt x="481" y="11"/>
                </a:lnTo>
                <a:lnTo>
                  <a:pt x="482" y="12"/>
                </a:lnTo>
                <a:lnTo>
                  <a:pt x="481" y="12"/>
                </a:lnTo>
                <a:lnTo>
                  <a:pt x="481" y="13"/>
                </a:lnTo>
                <a:lnTo>
                  <a:pt x="482" y="13"/>
                </a:lnTo>
                <a:lnTo>
                  <a:pt x="482" y="14"/>
                </a:lnTo>
                <a:lnTo>
                  <a:pt x="482" y="15"/>
                </a:lnTo>
                <a:lnTo>
                  <a:pt x="481" y="16"/>
                </a:lnTo>
                <a:lnTo>
                  <a:pt x="480" y="16"/>
                </a:lnTo>
                <a:lnTo>
                  <a:pt x="481" y="18"/>
                </a:lnTo>
                <a:lnTo>
                  <a:pt x="482" y="18"/>
                </a:lnTo>
                <a:lnTo>
                  <a:pt x="483" y="18"/>
                </a:lnTo>
                <a:lnTo>
                  <a:pt x="484" y="19"/>
                </a:lnTo>
                <a:lnTo>
                  <a:pt x="483" y="19"/>
                </a:lnTo>
                <a:lnTo>
                  <a:pt x="482" y="19"/>
                </a:lnTo>
                <a:lnTo>
                  <a:pt x="481" y="19"/>
                </a:lnTo>
                <a:lnTo>
                  <a:pt x="481" y="20"/>
                </a:lnTo>
                <a:lnTo>
                  <a:pt x="481" y="21"/>
                </a:lnTo>
                <a:lnTo>
                  <a:pt x="481" y="22"/>
                </a:lnTo>
                <a:lnTo>
                  <a:pt x="481" y="23"/>
                </a:lnTo>
                <a:lnTo>
                  <a:pt x="480" y="23"/>
                </a:lnTo>
                <a:lnTo>
                  <a:pt x="480" y="24"/>
                </a:lnTo>
                <a:lnTo>
                  <a:pt x="481" y="24"/>
                </a:lnTo>
                <a:lnTo>
                  <a:pt x="481" y="25"/>
                </a:lnTo>
                <a:lnTo>
                  <a:pt x="482" y="25"/>
                </a:lnTo>
                <a:lnTo>
                  <a:pt x="481" y="26"/>
                </a:lnTo>
                <a:lnTo>
                  <a:pt x="482" y="26"/>
                </a:lnTo>
                <a:lnTo>
                  <a:pt x="482" y="27"/>
                </a:lnTo>
                <a:lnTo>
                  <a:pt x="483" y="26"/>
                </a:lnTo>
                <a:lnTo>
                  <a:pt x="483" y="25"/>
                </a:lnTo>
                <a:lnTo>
                  <a:pt x="484" y="24"/>
                </a:lnTo>
                <a:lnTo>
                  <a:pt x="484" y="23"/>
                </a:lnTo>
                <a:lnTo>
                  <a:pt x="485" y="23"/>
                </a:lnTo>
                <a:lnTo>
                  <a:pt x="486" y="23"/>
                </a:lnTo>
                <a:lnTo>
                  <a:pt x="487" y="23"/>
                </a:lnTo>
                <a:lnTo>
                  <a:pt x="488" y="23"/>
                </a:lnTo>
                <a:lnTo>
                  <a:pt x="488" y="22"/>
                </a:lnTo>
                <a:lnTo>
                  <a:pt x="489" y="21"/>
                </a:lnTo>
                <a:lnTo>
                  <a:pt x="489" y="20"/>
                </a:lnTo>
                <a:lnTo>
                  <a:pt x="490" y="20"/>
                </a:lnTo>
                <a:lnTo>
                  <a:pt x="491" y="19"/>
                </a:lnTo>
                <a:lnTo>
                  <a:pt x="492" y="19"/>
                </a:lnTo>
                <a:lnTo>
                  <a:pt x="494" y="18"/>
                </a:lnTo>
                <a:lnTo>
                  <a:pt x="495" y="18"/>
                </a:lnTo>
                <a:lnTo>
                  <a:pt x="495" y="17"/>
                </a:lnTo>
                <a:lnTo>
                  <a:pt x="496" y="17"/>
                </a:lnTo>
                <a:lnTo>
                  <a:pt x="497" y="17"/>
                </a:lnTo>
                <a:lnTo>
                  <a:pt x="497" y="18"/>
                </a:lnTo>
                <a:lnTo>
                  <a:pt x="498" y="18"/>
                </a:lnTo>
                <a:lnTo>
                  <a:pt x="499" y="18"/>
                </a:lnTo>
                <a:lnTo>
                  <a:pt x="499" y="17"/>
                </a:lnTo>
                <a:lnTo>
                  <a:pt x="500" y="16"/>
                </a:lnTo>
                <a:lnTo>
                  <a:pt x="501" y="17"/>
                </a:lnTo>
                <a:lnTo>
                  <a:pt x="501" y="18"/>
                </a:lnTo>
                <a:lnTo>
                  <a:pt x="501" y="19"/>
                </a:lnTo>
                <a:lnTo>
                  <a:pt x="502" y="19"/>
                </a:lnTo>
                <a:lnTo>
                  <a:pt x="502" y="18"/>
                </a:lnTo>
                <a:lnTo>
                  <a:pt x="503" y="18"/>
                </a:lnTo>
                <a:lnTo>
                  <a:pt x="504" y="19"/>
                </a:lnTo>
                <a:lnTo>
                  <a:pt x="504" y="18"/>
                </a:lnTo>
                <a:lnTo>
                  <a:pt x="505" y="18"/>
                </a:lnTo>
                <a:lnTo>
                  <a:pt x="506" y="18"/>
                </a:lnTo>
                <a:lnTo>
                  <a:pt x="507" y="19"/>
                </a:lnTo>
                <a:lnTo>
                  <a:pt x="508" y="19"/>
                </a:lnTo>
                <a:lnTo>
                  <a:pt x="509" y="19"/>
                </a:lnTo>
                <a:lnTo>
                  <a:pt x="509" y="18"/>
                </a:lnTo>
                <a:lnTo>
                  <a:pt x="510" y="18"/>
                </a:lnTo>
                <a:lnTo>
                  <a:pt x="511" y="18"/>
                </a:lnTo>
                <a:lnTo>
                  <a:pt x="512" y="19"/>
                </a:lnTo>
                <a:lnTo>
                  <a:pt x="513" y="19"/>
                </a:lnTo>
                <a:lnTo>
                  <a:pt x="513" y="18"/>
                </a:lnTo>
                <a:lnTo>
                  <a:pt x="512" y="18"/>
                </a:lnTo>
                <a:lnTo>
                  <a:pt x="512" y="17"/>
                </a:lnTo>
                <a:lnTo>
                  <a:pt x="513" y="17"/>
                </a:lnTo>
                <a:lnTo>
                  <a:pt x="514" y="17"/>
                </a:lnTo>
                <a:lnTo>
                  <a:pt x="514" y="16"/>
                </a:lnTo>
                <a:lnTo>
                  <a:pt x="513" y="16"/>
                </a:lnTo>
                <a:lnTo>
                  <a:pt x="513" y="15"/>
                </a:lnTo>
                <a:lnTo>
                  <a:pt x="513" y="13"/>
                </a:lnTo>
                <a:lnTo>
                  <a:pt x="514" y="12"/>
                </a:lnTo>
                <a:lnTo>
                  <a:pt x="515" y="13"/>
                </a:lnTo>
                <a:lnTo>
                  <a:pt x="516" y="13"/>
                </a:lnTo>
                <a:lnTo>
                  <a:pt x="517" y="13"/>
                </a:lnTo>
                <a:lnTo>
                  <a:pt x="518" y="13"/>
                </a:lnTo>
                <a:lnTo>
                  <a:pt x="519" y="13"/>
                </a:lnTo>
                <a:lnTo>
                  <a:pt x="520" y="13"/>
                </a:lnTo>
                <a:lnTo>
                  <a:pt x="521" y="14"/>
                </a:lnTo>
                <a:lnTo>
                  <a:pt x="521" y="15"/>
                </a:lnTo>
                <a:lnTo>
                  <a:pt x="522" y="15"/>
                </a:lnTo>
                <a:lnTo>
                  <a:pt x="522" y="14"/>
                </a:lnTo>
                <a:lnTo>
                  <a:pt x="524" y="13"/>
                </a:lnTo>
                <a:lnTo>
                  <a:pt x="524" y="12"/>
                </a:lnTo>
                <a:lnTo>
                  <a:pt x="525" y="12"/>
                </a:lnTo>
                <a:lnTo>
                  <a:pt x="526" y="12"/>
                </a:lnTo>
                <a:lnTo>
                  <a:pt x="526" y="11"/>
                </a:lnTo>
                <a:lnTo>
                  <a:pt x="527" y="11"/>
                </a:lnTo>
                <a:lnTo>
                  <a:pt x="527" y="10"/>
                </a:lnTo>
                <a:lnTo>
                  <a:pt x="527" y="8"/>
                </a:lnTo>
                <a:lnTo>
                  <a:pt x="528" y="8"/>
                </a:lnTo>
                <a:lnTo>
                  <a:pt x="528" y="7"/>
                </a:lnTo>
                <a:lnTo>
                  <a:pt x="528" y="6"/>
                </a:lnTo>
                <a:lnTo>
                  <a:pt x="528" y="5"/>
                </a:lnTo>
                <a:lnTo>
                  <a:pt x="529" y="5"/>
                </a:lnTo>
                <a:lnTo>
                  <a:pt x="530" y="5"/>
                </a:lnTo>
                <a:lnTo>
                  <a:pt x="530" y="6"/>
                </a:lnTo>
                <a:lnTo>
                  <a:pt x="531" y="6"/>
                </a:lnTo>
                <a:lnTo>
                  <a:pt x="532" y="6"/>
                </a:lnTo>
                <a:lnTo>
                  <a:pt x="533" y="6"/>
                </a:lnTo>
                <a:lnTo>
                  <a:pt x="534" y="6"/>
                </a:lnTo>
                <a:lnTo>
                  <a:pt x="534" y="5"/>
                </a:lnTo>
                <a:lnTo>
                  <a:pt x="535" y="5"/>
                </a:lnTo>
                <a:lnTo>
                  <a:pt x="536" y="4"/>
                </a:lnTo>
                <a:lnTo>
                  <a:pt x="535" y="3"/>
                </a:lnTo>
                <a:lnTo>
                  <a:pt x="535" y="2"/>
                </a:lnTo>
                <a:lnTo>
                  <a:pt x="536" y="2"/>
                </a:lnTo>
                <a:lnTo>
                  <a:pt x="537" y="2"/>
                </a:lnTo>
                <a:lnTo>
                  <a:pt x="537" y="1"/>
                </a:lnTo>
                <a:lnTo>
                  <a:pt x="538" y="0"/>
                </a:lnTo>
                <a:lnTo>
                  <a:pt x="539" y="0"/>
                </a:lnTo>
                <a:lnTo>
                  <a:pt x="540" y="0"/>
                </a:lnTo>
                <a:lnTo>
                  <a:pt x="541" y="1"/>
                </a:lnTo>
                <a:lnTo>
                  <a:pt x="542" y="1"/>
                </a:lnTo>
                <a:lnTo>
                  <a:pt x="543" y="1"/>
                </a:lnTo>
                <a:lnTo>
                  <a:pt x="543" y="2"/>
                </a:lnTo>
                <a:lnTo>
                  <a:pt x="544" y="1"/>
                </a:lnTo>
                <a:lnTo>
                  <a:pt x="544" y="2"/>
                </a:lnTo>
                <a:lnTo>
                  <a:pt x="543" y="2"/>
                </a:lnTo>
                <a:lnTo>
                  <a:pt x="543" y="3"/>
                </a:lnTo>
                <a:lnTo>
                  <a:pt x="543" y="4"/>
                </a:lnTo>
                <a:lnTo>
                  <a:pt x="544" y="4"/>
                </a:lnTo>
                <a:lnTo>
                  <a:pt x="544" y="3"/>
                </a:lnTo>
                <a:lnTo>
                  <a:pt x="544" y="2"/>
                </a:lnTo>
                <a:lnTo>
                  <a:pt x="545" y="2"/>
                </a:lnTo>
                <a:lnTo>
                  <a:pt x="546" y="3"/>
                </a:lnTo>
                <a:lnTo>
                  <a:pt x="546" y="4"/>
                </a:lnTo>
                <a:lnTo>
                  <a:pt x="546" y="5"/>
                </a:lnTo>
                <a:lnTo>
                  <a:pt x="547" y="5"/>
                </a:lnTo>
                <a:lnTo>
                  <a:pt x="547" y="6"/>
                </a:lnTo>
                <a:lnTo>
                  <a:pt x="546" y="6"/>
                </a:lnTo>
                <a:lnTo>
                  <a:pt x="547" y="7"/>
                </a:lnTo>
                <a:lnTo>
                  <a:pt x="548" y="6"/>
                </a:lnTo>
                <a:lnTo>
                  <a:pt x="548" y="7"/>
                </a:lnTo>
                <a:lnTo>
                  <a:pt x="549" y="8"/>
                </a:lnTo>
                <a:lnTo>
                  <a:pt x="549" y="9"/>
                </a:lnTo>
                <a:lnTo>
                  <a:pt x="550" y="9"/>
                </a:lnTo>
                <a:lnTo>
                  <a:pt x="550" y="10"/>
                </a:lnTo>
                <a:lnTo>
                  <a:pt x="551" y="10"/>
                </a:lnTo>
                <a:lnTo>
                  <a:pt x="551" y="11"/>
                </a:lnTo>
                <a:lnTo>
                  <a:pt x="552" y="11"/>
                </a:lnTo>
                <a:lnTo>
                  <a:pt x="553" y="10"/>
                </a:lnTo>
                <a:lnTo>
                  <a:pt x="554" y="10"/>
                </a:lnTo>
                <a:lnTo>
                  <a:pt x="555" y="10"/>
                </a:lnTo>
                <a:lnTo>
                  <a:pt x="555" y="11"/>
                </a:lnTo>
                <a:lnTo>
                  <a:pt x="556" y="11"/>
                </a:lnTo>
                <a:lnTo>
                  <a:pt x="556" y="12"/>
                </a:lnTo>
                <a:lnTo>
                  <a:pt x="557" y="12"/>
                </a:lnTo>
                <a:lnTo>
                  <a:pt x="557" y="11"/>
                </a:lnTo>
                <a:lnTo>
                  <a:pt x="557" y="10"/>
                </a:lnTo>
                <a:lnTo>
                  <a:pt x="558" y="10"/>
                </a:lnTo>
                <a:lnTo>
                  <a:pt x="559" y="10"/>
                </a:lnTo>
                <a:lnTo>
                  <a:pt x="559" y="11"/>
                </a:lnTo>
                <a:lnTo>
                  <a:pt x="560" y="11"/>
                </a:lnTo>
                <a:lnTo>
                  <a:pt x="560" y="12"/>
                </a:lnTo>
                <a:lnTo>
                  <a:pt x="561" y="12"/>
                </a:lnTo>
                <a:lnTo>
                  <a:pt x="562" y="13"/>
                </a:lnTo>
                <a:lnTo>
                  <a:pt x="562" y="14"/>
                </a:lnTo>
                <a:lnTo>
                  <a:pt x="562" y="15"/>
                </a:lnTo>
                <a:lnTo>
                  <a:pt x="563" y="15"/>
                </a:lnTo>
                <a:lnTo>
                  <a:pt x="564" y="16"/>
                </a:lnTo>
                <a:lnTo>
                  <a:pt x="565" y="18"/>
                </a:lnTo>
                <a:lnTo>
                  <a:pt x="564" y="18"/>
                </a:lnTo>
                <a:lnTo>
                  <a:pt x="564" y="19"/>
                </a:lnTo>
                <a:lnTo>
                  <a:pt x="565" y="20"/>
                </a:lnTo>
                <a:lnTo>
                  <a:pt x="564" y="20"/>
                </a:lnTo>
                <a:lnTo>
                  <a:pt x="564" y="21"/>
                </a:lnTo>
                <a:lnTo>
                  <a:pt x="565" y="21"/>
                </a:lnTo>
                <a:lnTo>
                  <a:pt x="565" y="22"/>
                </a:lnTo>
                <a:lnTo>
                  <a:pt x="564" y="22"/>
                </a:lnTo>
                <a:lnTo>
                  <a:pt x="563" y="22"/>
                </a:lnTo>
                <a:lnTo>
                  <a:pt x="563" y="21"/>
                </a:lnTo>
                <a:lnTo>
                  <a:pt x="562" y="22"/>
                </a:lnTo>
                <a:lnTo>
                  <a:pt x="561" y="23"/>
                </a:lnTo>
                <a:lnTo>
                  <a:pt x="560" y="23"/>
                </a:lnTo>
                <a:lnTo>
                  <a:pt x="560" y="24"/>
                </a:lnTo>
                <a:lnTo>
                  <a:pt x="559" y="24"/>
                </a:lnTo>
                <a:lnTo>
                  <a:pt x="560" y="25"/>
                </a:lnTo>
                <a:lnTo>
                  <a:pt x="560" y="26"/>
                </a:lnTo>
                <a:lnTo>
                  <a:pt x="559" y="26"/>
                </a:lnTo>
                <a:lnTo>
                  <a:pt x="558" y="26"/>
                </a:lnTo>
                <a:lnTo>
                  <a:pt x="558" y="27"/>
                </a:lnTo>
                <a:lnTo>
                  <a:pt x="558" y="28"/>
                </a:lnTo>
                <a:lnTo>
                  <a:pt x="559" y="28"/>
                </a:lnTo>
                <a:lnTo>
                  <a:pt x="559" y="29"/>
                </a:lnTo>
                <a:lnTo>
                  <a:pt x="560" y="30"/>
                </a:lnTo>
                <a:lnTo>
                  <a:pt x="561" y="30"/>
                </a:lnTo>
                <a:lnTo>
                  <a:pt x="562" y="31"/>
                </a:lnTo>
                <a:lnTo>
                  <a:pt x="562" y="30"/>
                </a:lnTo>
                <a:lnTo>
                  <a:pt x="563" y="30"/>
                </a:lnTo>
                <a:lnTo>
                  <a:pt x="563" y="31"/>
                </a:lnTo>
                <a:lnTo>
                  <a:pt x="564" y="31"/>
                </a:lnTo>
                <a:lnTo>
                  <a:pt x="565" y="31"/>
                </a:lnTo>
                <a:lnTo>
                  <a:pt x="565" y="32"/>
                </a:lnTo>
                <a:lnTo>
                  <a:pt x="564" y="33"/>
                </a:lnTo>
                <a:lnTo>
                  <a:pt x="565" y="33"/>
                </a:lnTo>
                <a:lnTo>
                  <a:pt x="565" y="34"/>
                </a:lnTo>
                <a:lnTo>
                  <a:pt x="566" y="35"/>
                </a:lnTo>
                <a:lnTo>
                  <a:pt x="565" y="35"/>
                </a:lnTo>
                <a:lnTo>
                  <a:pt x="565" y="36"/>
                </a:lnTo>
                <a:lnTo>
                  <a:pt x="564" y="36"/>
                </a:lnTo>
                <a:lnTo>
                  <a:pt x="563" y="36"/>
                </a:lnTo>
                <a:lnTo>
                  <a:pt x="563" y="37"/>
                </a:lnTo>
                <a:lnTo>
                  <a:pt x="562" y="38"/>
                </a:lnTo>
                <a:lnTo>
                  <a:pt x="562" y="37"/>
                </a:lnTo>
                <a:lnTo>
                  <a:pt x="561" y="38"/>
                </a:lnTo>
                <a:lnTo>
                  <a:pt x="560" y="38"/>
                </a:lnTo>
                <a:lnTo>
                  <a:pt x="559" y="38"/>
                </a:lnTo>
                <a:lnTo>
                  <a:pt x="558" y="38"/>
                </a:lnTo>
                <a:lnTo>
                  <a:pt x="558" y="39"/>
                </a:lnTo>
                <a:lnTo>
                  <a:pt x="558" y="38"/>
                </a:lnTo>
                <a:lnTo>
                  <a:pt x="557" y="38"/>
                </a:lnTo>
                <a:lnTo>
                  <a:pt x="557" y="39"/>
                </a:lnTo>
                <a:lnTo>
                  <a:pt x="557" y="40"/>
                </a:lnTo>
                <a:lnTo>
                  <a:pt x="557" y="41"/>
                </a:lnTo>
                <a:lnTo>
                  <a:pt x="557" y="42"/>
                </a:lnTo>
                <a:lnTo>
                  <a:pt x="556" y="42"/>
                </a:lnTo>
                <a:lnTo>
                  <a:pt x="555" y="42"/>
                </a:lnTo>
                <a:lnTo>
                  <a:pt x="555" y="43"/>
                </a:lnTo>
                <a:lnTo>
                  <a:pt x="554" y="43"/>
                </a:lnTo>
                <a:lnTo>
                  <a:pt x="553" y="43"/>
                </a:lnTo>
                <a:lnTo>
                  <a:pt x="551" y="42"/>
                </a:lnTo>
                <a:lnTo>
                  <a:pt x="550" y="42"/>
                </a:lnTo>
                <a:lnTo>
                  <a:pt x="550" y="43"/>
                </a:lnTo>
                <a:lnTo>
                  <a:pt x="549" y="43"/>
                </a:lnTo>
                <a:lnTo>
                  <a:pt x="549" y="42"/>
                </a:lnTo>
                <a:lnTo>
                  <a:pt x="547" y="42"/>
                </a:lnTo>
                <a:lnTo>
                  <a:pt x="547" y="43"/>
                </a:lnTo>
                <a:lnTo>
                  <a:pt x="546" y="43"/>
                </a:lnTo>
                <a:lnTo>
                  <a:pt x="545" y="43"/>
                </a:lnTo>
                <a:lnTo>
                  <a:pt x="545" y="44"/>
                </a:lnTo>
                <a:lnTo>
                  <a:pt x="545" y="45"/>
                </a:lnTo>
                <a:lnTo>
                  <a:pt x="544" y="46"/>
                </a:lnTo>
                <a:lnTo>
                  <a:pt x="544" y="47"/>
                </a:lnTo>
                <a:lnTo>
                  <a:pt x="543" y="47"/>
                </a:lnTo>
                <a:lnTo>
                  <a:pt x="544" y="48"/>
                </a:lnTo>
                <a:lnTo>
                  <a:pt x="544" y="49"/>
                </a:lnTo>
                <a:lnTo>
                  <a:pt x="543" y="49"/>
                </a:lnTo>
                <a:lnTo>
                  <a:pt x="544" y="50"/>
                </a:lnTo>
                <a:lnTo>
                  <a:pt x="543" y="50"/>
                </a:lnTo>
                <a:lnTo>
                  <a:pt x="542" y="51"/>
                </a:lnTo>
                <a:lnTo>
                  <a:pt x="542" y="50"/>
                </a:lnTo>
                <a:lnTo>
                  <a:pt x="541" y="50"/>
                </a:lnTo>
                <a:lnTo>
                  <a:pt x="541" y="51"/>
                </a:lnTo>
                <a:lnTo>
                  <a:pt x="540" y="52"/>
                </a:lnTo>
                <a:lnTo>
                  <a:pt x="541" y="52"/>
                </a:lnTo>
                <a:lnTo>
                  <a:pt x="541" y="53"/>
                </a:lnTo>
                <a:lnTo>
                  <a:pt x="540" y="53"/>
                </a:lnTo>
                <a:lnTo>
                  <a:pt x="539" y="53"/>
                </a:lnTo>
                <a:lnTo>
                  <a:pt x="538" y="53"/>
                </a:lnTo>
                <a:lnTo>
                  <a:pt x="537" y="53"/>
                </a:lnTo>
                <a:lnTo>
                  <a:pt x="536" y="53"/>
                </a:lnTo>
                <a:lnTo>
                  <a:pt x="536" y="54"/>
                </a:lnTo>
                <a:lnTo>
                  <a:pt x="535" y="54"/>
                </a:lnTo>
                <a:lnTo>
                  <a:pt x="534" y="55"/>
                </a:lnTo>
                <a:lnTo>
                  <a:pt x="535" y="56"/>
                </a:lnTo>
                <a:lnTo>
                  <a:pt x="535" y="57"/>
                </a:lnTo>
                <a:lnTo>
                  <a:pt x="534" y="57"/>
                </a:lnTo>
                <a:lnTo>
                  <a:pt x="534" y="58"/>
                </a:lnTo>
                <a:lnTo>
                  <a:pt x="533" y="58"/>
                </a:lnTo>
                <a:lnTo>
                  <a:pt x="532" y="58"/>
                </a:lnTo>
                <a:lnTo>
                  <a:pt x="531" y="58"/>
                </a:lnTo>
                <a:lnTo>
                  <a:pt x="530" y="58"/>
                </a:lnTo>
                <a:lnTo>
                  <a:pt x="531" y="59"/>
                </a:lnTo>
                <a:lnTo>
                  <a:pt x="531" y="60"/>
                </a:lnTo>
                <a:lnTo>
                  <a:pt x="531" y="59"/>
                </a:lnTo>
                <a:lnTo>
                  <a:pt x="531" y="60"/>
                </a:lnTo>
                <a:lnTo>
                  <a:pt x="530" y="60"/>
                </a:lnTo>
                <a:lnTo>
                  <a:pt x="529" y="60"/>
                </a:lnTo>
                <a:lnTo>
                  <a:pt x="528" y="61"/>
                </a:lnTo>
                <a:lnTo>
                  <a:pt x="528" y="62"/>
                </a:lnTo>
                <a:lnTo>
                  <a:pt x="528" y="63"/>
                </a:lnTo>
                <a:lnTo>
                  <a:pt x="529" y="64"/>
                </a:lnTo>
                <a:lnTo>
                  <a:pt x="529" y="65"/>
                </a:lnTo>
                <a:lnTo>
                  <a:pt x="528" y="65"/>
                </a:lnTo>
                <a:lnTo>
                  <a:pt x="528" y="66"/>
                </a:lnTo>
                <a:lnTo>
                  <a:pt x="528" y="67"/>
                </a:lnTo>
                <a:lnTo>
                  <a:pt x="529" y="67"/>
                </a:lnTo>
                <a:lnTo>
                  <a:pt x="529" y="68"/>
                </a:lnTo>
                <a:lnTo>
                  <a:pt x="530" y="68"/>
                </a:lnTo>
                <a:lnTo>
                  <a:pt x="530" y="70"/>
                </a:lnTo>
                <a:lnTo>
                  <a:pt x="529" y="71"/>
                </a:lnTo>
                <a:lnTo>
                  <a:pt x="528" y="71"/>
                </a:lnTo>
                <a:lnTo>
                  <a:pt x="528" y="72"/>
                </a:lnTo>
                <a:lnTo>
                  <a:pt x="528" y="73"/>
                </a:lnTo>
                <a:lnTo>
                  <a:pt x="527" y="73"/>
                </a:lnTo>
                <a:lnTo>
                  <a:pt x="526" y="73"/>
                </a:lnTo>
                <a:lnTo>
                  <a:pt x="527" y="74"/>
                </a:lnTo>
                <a:lnTo>
                  <a:pt x="526" y="74"/>
                </a:lnTo>
                <a:lnTo>
                  <a:pt x="525" y="75"/>
                </a:lnTo>
                <a:lnTo>
                  <a:pt x="525" y="76"/>
                </a:lnTo>
                <a:lnTo>
                  <a:pt x="525" y="77"/>
                </a:lnTo>
                <a:lnTo>
                  <a:pt x="524" y="77"/>
                </a:lnTo>
                <a:lnTo>
                  <a:pt x="525" y="78"/>
                </a:lnTo>
                <a:lnTo>
                  <a:pt x="524" y="78"/>
                </a:lnTo>
                <a:lnTo>
                  <a:pt x="524" y="79"/>
                </a:lnTo>
                <a:lnTo>
                  <a:pt x="523" y="80"/>
                </a:lnTo>
                <a:lnTo>
                  <a:pt x="524" y="80"/>
                </a:lnTo>
                <a:lnTo>
                  <a:pt x="524" y="81"/>
                </a:lnTo>
                <a:lnTo>
                  <a:pt x="524" y="82"/>
                </a:lnTo>
                <a:lnTo>
                  <a:pt x="523" y="82"/>
                </a:lnTo>
                <a:lnTo>
                  <a:pt x="522" y="83"/>
                </a:lnTo>
                <a:lnTo>
                  <a:pt x="522" y="84"/>
                </a:lnTo>
                <a:lnTo>
                  <a:pt x="523" y="84"/>
                </a:lnTo>
                <a:lnTo>
                  <a:pt x="524" y="85"/>
                </a:lnTo>
                <a:lnTo>
                  <a:pt x="524" y="86"/>
                </a:lnTo>
                <a:lnTo>
                  <a:pt x="523" y="86"/>
                </a:lnTo>
                <a:lnTo>
                  <a:pt x="524" y="87"/>
                </a:lnTo>
                <a:lnTo>
                  <a:pt x="523" y="87"/>
                </a:lnTo>
                <a:lnTo>
                  <a:pt x="523" y="88"/>
                </a:lnTo>
                <a:lnTo>
                  <a:pt x="522" y="89"/>
                </a:lnTo>
                <a:lnTo>
                  <a:pt x="521" y="89"/>
                </a:lnTo>
                <a:lnTo>
                  <a:pt x="520" y="90"/>
                </a:lnTo>
                <a:lnTo>
                  <a:pt x="519" y="90"/>
                </a:lnTo>
                <a:lnTo>
                  <a:pt x="518" y="90"/>
                </a:lnTo>
                <a:lnTo>
                  <a:pt x="517" y="91"/>
                </a:lnTo>
                <a:lnTo>
                  <a:pt x="517" y="93"/>
                </a:lnTo>
                <a:lnTo>
                  <a:pt x="517" y="94"/>
                </a:lnTo>
                <a:lnTo>
                  <a:pt x="516" y="94"/>
                </a:lnTo>
                <a:lnTo>
                  <a:pt x="515" y="94"/>
                </a:lnTo>
                <a:lnTo>
                  <a:pt x="515" y="95"/>
                </a:lnTo>
                <a:lnTo>
                  <a:pt x="514" y="95"/>
                </a:lnTo>
                <a:lnTo>
                  <a:pt x="513" y="95"/>
                </a:lnTo>
                <a:lnTo>
                  <a:pt x="512" y="95"/>
                </a:lnTo>
                <a:lnTo>
                  <a:pt x="510" y="96"/>
                </a:lnTo>
                <a:lnTo>
                  <a:pt x="509" y="96"/>
                </a:lnTo>
                <a:lnTo>
                  <a:pt x="509" y="97"/>
                </a:lnTo>
                <a:lnTo>
                  <a:pt x="508" y="97"/>
                </a:lnTo>
                <a:lnTo>
                  <a:pt x="508" y="96"/>
                </a:lnTo>
                <a:lnTo>
                  <a:pt x="507" y="96"/>
                </a:lnTo>
                <a:lnTo>
                  <a:pt x="506" y="96"/>
                </a:lnTo>
                <a:lnTo>
                  <a:pt x="506" y="97"/>
                </a:lnTo>
                <a:lnTo>
                  <a:pt x="505" y="97"/>
                </a:lnTo>
                <a:lnTo>
                  <a:pt x="505" y="96"/>
                </a:lnTo>
                <a:lnTo>
                  <a:pt x="504" y="97"/>
                </a:lnTo>
                <a:lnTo>
                  <a:pt x="504" y="98"/>
                </a:lnTo>
                <a:lnTo>
                  <a:pt x="505" y="98"/>
                </a:lnTo>
                <a:lnTo>
                  <a:pt x="506" y="99"/>
                </a:lnTo>
                <a:lnTo>
                  <a:pt x="507" y="100"/>
                </a:lnTo>
                <a:lnTo>
                  <a:pt x="506" y="100"/>
                </a:lnTo>
                <a:lnTo>
                  <a:pt x="507" y="100"/>
                </a:lnTo>
                <a:lnTo>
                  <a:pt x="507" y="101"/>
                </a:lnTo>
                <a:lnTo>
                  <a:pt x="506" y="101"/>
                </a:lnTo>
                <a:lnTo>
                  <a:pt x="507" y="101"/>
                </a:lnTo>
                <a:lnTo>
                  <a:pt x="506" y="100"/>
                </a:lnTo>
                <a:lnTo>
                  <a:pt x="505" y="101"/>
                </a:lnTo>
                <a:lnTo>
                  <a:pt x="506" y="102"/>
                </a:lnTo>
                <a:lnTo>
                  <a:pt x="507" y="102"/>
                </a:lnTo>
                <a:lnTo>
                  <a:pt x="507" y="101"/>
                </a:lnTo>
                <a:lnTo>
                  <a:pt x="508" y="101"/>
                </a:lnTo>
                <a:lnTo>
                  <a:pt x="509" y="101"/>
                </a:lnTo>
                <a:lnTo>
                  <a:pt x="509" y="102"/>
                </a:lnTo>
                <a:lnTo>
                  <a:pt x="510" y="102"/>
                </a:lnTo>
                <a:lnTo>
                  <a:pt x="511" y="102"/>
                </a:lnTo>
                <a:lnTo>
                  <a:pt x="512" y="103"/>
                </a:lnTo>
                <a:lnTo>
                  <a:pt x="514" y="102"/>
                </a:lnTo>
                <a:lnTo>
                  <a:pt x="514" y="101"/>
                </a:lnTo>
                <a:lnTo>
                  <a:pt x="515" y="102"/>
                </a:lnTo>
                <a:lnTo>
                  <a:pt x="516" y="102"/>
                </a:lnTo>
                <a:lnTo>
                  <a:pt x="516" y="103"/>
                </a:lnTo>
                <a:lnTo>
                  <a:pt x="517" y="103"/>
                </a:lnTo>
                <a:lnTo>
                  <a:pt x="518" y="103"/>
                </a:lnTo>
                <a:lnTo>
                  <a:pt x="519" y="104"/>
                </a:lnTo>
                <a:lnTo>
                  <a:pt x="518" y="104"/>
                </a:lnTo>
                <a:lnTo>
                  <a:pt x="519" y="104"/>
                </a:lnTo>
                <a:lnTo>
                  <a:pt x="520" y="106"/>
                </a:lnTo>
                <a:lnTo>
                  <a:pt x="520" y="107"/>
                </a:lnTo>
                <a:lnTo>
                  <a:pt x="521" y="108"/>
                </a:lnTo>
                <a:lnTo>
                  <a:pt x="521" y="109"/>
                </a:lnTo>
                <a:lnTo>
                  <a:pt x="522" y="110"/>
                </a:lnTo>
                <a:lnTo>
                  <a:pt x="523" y="110"/>
                </a:lnTo>
                <a:lnTo>
                  <a:pt x="524" y="109"/>
                </a:lnTo>
                <a:lnTo>
                  <a:pt x="524" y="110"/>
                </a:lnTo>
                <a:lnTo>
                  <a:pt x="525" y="109"/>
                </a:lnTo>
                <a:lnTo>
                  <a:pt x="525" y="108"/>
                </a:lnTo>
                <a:lnTo>
                  <a:pt x="526" y="108"/>
                </a:lnTo>
                <a:lnTo>
                  <a:pt x="527" y="109"/>
                </a:lnTo>
                <a:lnTo>
                  <a:pt x="527" y="110"/>
                </a:lnTo>
                <a:lnTo>
                  <a:pt x="527" y="109"/>
                </a:lnTo>
                <a:lnTo>
                  <a:pt x="527" y="108"/>
                </a:lnTo>
                <a:lnTo>
                  <a:pt x="526" y="108"/>
                </a:lnTo>
                <a:lnTo>
                  <a:pt x="528" y="107"/>
                </a:lnTo>
                <a:lnTo>
                  <a:pt x="528" y="108"/>
                </a:lnTo>
                <a:lnTo>
                  <a:pt x="527" y="108"/>
                </a:lnTo>
                <a:lnTo>
                  <a:pt x="527" y="109"/>
                </a:lnTo>
                <a:lnTo>
                  <a:pt x="528" y="108"/>
                </a:lnTo>
                <a:lnTo>
                  <a:pt x="529" y="109"/>
                </a:lnTo>
                <a:lnTo>
                  <a:pt x="530" y="110"/>
                </a:lnTo>
                <a:lnTo>
                  <a:pt x="531" y="111"/>
                </a:lnTo>
                <a:lnTo>
                  <a:pt x="532" y="110"/>
                </a:lnTo>
                <a:lnTo>
                  <a:pt x="532" y="111"/>
                </a:lnTo>
                <a:lnTo>
                  <a:pt x="532" y="112"/>
                </a:lnTo>
                <a:lnTo>
                  <a:pt x="532" y="113"/>
                </a:lnTo>
                <a:lnTo>
                  <a:pt x="532" y="114"/>
                </a:lnTo>
                <a:lnTo>
                  <a:pt x="533" y="114"/>
                </a:lnTo>
                <a:lnTo>
                  <a:pt x="534" y="115"/>
                </a:lnTo>
                <a:lnTo>
                  <a:pt x="534" y="116"/>
                </a:lnTo>
                <a:lnTo>
                  <a:pt x="534" y="117"/>
                </a:lnTo>
                <a:lnTo>
                  <a:pt x="534" y="118"/>
                </a:lnTo>
                <a:lnTo>
                  <a:pt x="534" y="119"/>
                </a:lnTo>
                <a:lnTo>
                  <a:pt x="535" y="118"/>
                </a:lnTo>
                <a:lnTo>
                  <a:pt x="535" y="119"/>
                </a:lnTo>
                <a:lnTo>
                  <a:pt x="536" y="119"/>
                </a:lnTo>
                <a:lnTo>
                  <a:pt x="537" y="119"/>
                </a:lnTo>
                <a:lnTo>
                  <a:pt x="537" y="120"/>
                </a:lnTo>
                <a:lnTo>
                  <a:pt x="538" y="120"/>
                </a:lnTo>
                <a:lnTo>
                  <a:pt x="538" y="119"/>
                </a:lnTo>
                <a:lnTo>
                  <a:pt x="539" y="118"/>
                </a:lnTo>
                <a:lnTo>
                  <a:pt x="540" y="118"/>
                </a:lnTo>
                <a:lnTo>
                  <a:pt x="540" y="117"/>
                </a:lnTo>
                <a:lnTo>
                  <a:pt x="541" y="117"/>
                </a:lnTo>
                <a:lnTo>
                  <a:pt x="542" y="116"/>
                </a:lnTo>
                <a:lnTo>
                  <a:pt x="542" y="115"/>
                </a:lnTo>
                <a:lnTo>
                  <a:pt x="543" y="114"/>
                </a:lnTo>
                <a:lnTo>
                  <a:pt x="542" y="114"/>
                </a:lnTo>
                <a:lnTo>
                  <a:pt x="543" y="114"/>
                </a:lnTo>
                <a:lnTo>
                  <a:pt x="544" y="113"/>
                </a:lnTo>
                <a:lnTo>
                  <a:pt x="545" y="113"/>
                </a:lnTo>
                <a:lnTo>
                  <a:pt x="545" y="112"/>
                </a:lnTo>
                <a:lnTo>
                  <a:pt x="546" y="112"/>
                </a:lnTo>
                <a:lnTo>
                  <a:pt x="547" y="111"/>
                </a:lnTo>
                <a:lnTo>
                  <a:pt x="548" y="109"/>
                </a:lnTo>
                <a:lnTo>
                  <a:pt x="549" y="109"/>
                </a:lnTo>
                <a:lnTo>
                  <a:pt x="549" y="110"/>
                </a:lnTo>
                <a:lnTo>
                  <a:pt x="550" y="111"/>
                </a:lnTo>
                <a:lnTo>
                  <a:pt x="551" y="112"/>
                </a:lnTo>
                <a:lnTo>
                  <a:pt x="552" y="112"/>
                </a:lnTo>
                <a:lnTo>
                  <a:pt x="553" y="112"/>
                </a:lnTo>
                <a:lnTo>
                  <a:pt x="553" y="111"/>
                </a:lnTo>
                <a:lnTo>
                  <a:pt x="554" y="111"/>
                </a:lnTo>
                <a:lnTo>
                  <a:pt x="555" y="111"/>
                </a:lnTo>
                <a:lnTo>
                  <a:pt x="556" y="112"/>
                </a:lnTo>
                <a:lnTo>
                  <a:pt x="556" y="111"/>
                </a:lnTo>
                <a:lnTo>
                  <a:pt x="556" y="110"/>
                </a:lnTo>
                <a:lnTo>
                  <a:pt x="556" y="109"/>
                </a:lnTo>
                <a:lnTo>
                  <a:pt x="557" y="108"/>
                </a:lnTo>
                <a:lnTo>
                  <a:pt x="558" y="108"/>
                </a:lnTo>
                <a:lnTo>
                  <a:pt x="558" y="107"/>
                </a:lnTo>
                <a:lnTo>
                  <a:pt x="559" y="106"/>
                </a:lnTo>
                <a:lnTo>
                  <a:pt x="560" y="107"/>
                </a:lnTo>
                <a:lnTo>
                  <a:pt x="561" y="107"/>
                </a:lnTo>
                <a:lnTo>
                  <a:pt x="561" y="106"/>
                </a:lnTo>
                <a:lnTo>
                  <a:pt x="562" y="106"/>
                </a:lnTo>
                <a:lnTo>
                  <a:pt x="563" y="105"/>
                </a:lnTo>
                <a:lnTo>
                  <a:pt x="564" y="105"/>
                </a:lnTo>
                <a:lnTo>
                  <a:pt x="564" y="106"/>
                </a:lnTo>
                <a:lnTo>
                  <a:pt x="565" y="106"/>
                </a:lnTo>
                <a:lnTo>
                  <a:pt x="564" y="106"/>
                </a:lnTo>
                <a:lnTo>
                  <a:pt x="565" y="107"/>
                </a:lnTo>
                <a:lnTo>
                  <a:pt x="565" y="108"/>
                </a:lnTo>
                <a:lnTo>
                  <a:pt x="566" y="109"/>
                </a:lnTo>
                <a:lnTo>
                  <a:pt x="566" y="110"/>
                </a:lnTo>
                <a:lnTo>
                  <a:pt x="567" y="110"/>
                </a:lnTo>
                <a:lnTo>
                  <a:pt x="568" y="110"/>
                </a:lnTo>
                <a:lnTo>
                  <a:pt x="569" y="111"/>
                </a:lnTo>
                <a:lnTo>
                  <a:pt x="570" y="111"/>
                </a:lnTo>
                <a:lnTo>
                  <a:pt x="570" y="110"/>
                </a:lnTo>
                <a:lnTo>
                  <a:pt x="570" y="109"/>
                </a:lnTo>
                <a:lnTo>
                  <a:pt x="570" y="108"/>
                </a:lnTo>
                <a:lnTo>
                  <a:pt x="571" y="108"/>
                </a:lnTo>
                <a:lnTo>
                  <a:pt x="572" y="107"/>
                </a:lnTo>
                <a:lnTo>
                  <a:pt x="572" y="106"/>
                </a:lnTo>
                <a:lnTo>
                  <a:pt x="572" y="105"/>
                </a:lnTo>
                <a:lnTo>
                  <a:pt x="572" y="104"/>
                </a:lnTo>
                <a:lnTo>
                  <a:pt x="571" y="103"/>
                </a:lnTo>
                <a:lnTo>
                  <a:pt x="571" y="102"/>
                </a:lnTo>
                <a:lnTo>
                  <a:pt x="571" y="101"/>
                </a:lnTo>
                <a:lnTo>
                  <a:pt x="571" y="100"/>
                </a:lnTo>
                <a:lnTo>
                  <a:pt x="572" y="100"/>
                </a:lnTo>
                <a:lnTo>
                  <a:pt x="573" y="100"/>
                </a:lnTo>
                <a:lnTo>
                  <a:pt x="574" y="100"/>
                </a:lnTo>
                <a:lnTo>
                  <a:pt x="575" y="100"/>
                </a:lnTo>
                <a:lnTo>
                  <a:pt x="575" y="101"/>
                </a:lnTo>
                <a:lnTo>
                  <a:pt x="576" y="101"/>
                </a:lnTo>
                <a:lnTo>
                  <a:pt x="577" y="100"/>
                </a:lnTo>
                <a:lnTo>
                  <a:pt x="578" y="100"/>
                </a:lnTo>
                <a:lnTo>
                  <a:pt x="578" y="101"/>
                </a:lnTo>
                <a:lnTo>
                  <a:pt x="579" y="101"/>
                </a:lnTo>
                <a:lnTo>
                  <a:pt x="579" y="100"/>
                </a:lnTo>
                <a:lnTo>
                  <a:pt x="580" y="100"/>
                </a:lnTo>
                <a:lnTo>
                  <a:pt x="580" y="101"/>
                </a:lnTo>
                <a:lnTo>
                  <a:pt x="581" y="101"/>
                </a:lnTo>
                <a:lnTo>
                  <a:pt x="581" y="102"/>
                </a:lnTo>
                <a:lnTo>
                  <a:pt x="582" y="102"/>
                </a:lnTo>
                <a:lnTo>
                  <a:pt x="583" y="102"/>
                </a:lnTo>
                <a:lnTo>
                  <a:pt x="583" y="101"/>
                </a:lnTo>
                <a:lnTo>
                  <a:pt x="585" y="100"/>
                </a:lnTo>
                <a:lnTo>
                  <a:pt x="586" y="101"/>
                </a:lnTo>
                <a:lnTo>
                  <a:pt x="586" y="102"/>
                </a:lnTo>
                <a:lnTo>
                  <a:pt x="586" y="103"/>
                </a:lnTo>
                <a:lnTo>
                  <a:pt x="587" y="104"/>
                </a:lnTo>
                <a:lnTo>
                  <a:pt x="587" y="105"/>
                </a:lnTo>
                <a:lnTo>
                  <a:pt x="588" y="105"/>
                </a:lnTo>
                <a:lnTo>
                  <a:pt x="589" y="104"/>
                </a:lnTo>
                <a:lnTo>
                  <a:pt x="589" y="103"/>
                </a:lnTo>
                <a:lnTo>
                  <a:pt x="590" y="103"/>
                </a:lnTo>
                <a:lnTo>
                  <a:pt x="590" y="102"/>
                </a:lnTo>
                <a:lnTo>
                  <a:pt x="590" y="101"/>
                </a:lnTo>
                <a:lnTo>
                  <a:pt x="590" y="100"/>
                </a:lnTo>
                <a:lnTo>
                  <a:pt x="591" y="99"/>
                </a:lnTo>
                <a:lnTo>
                  <a:pt x="591" y="98"/>
                </a:lnTo>
                <a:lnTo>
                  <a:pt x="590" y="98"/>
                </a:lnTo>
                <a:lnTo>
                  <a:pt x="590" y="97"/>
                </a:lnTo>
                <a:lnTo>
                  <a:pt x="591" y="96"/>
                </a:lnTo>
                <a:lnTo>
                  <a:pt x="591" y="95"/>
                </a:lnTo>
                <a:lnTo>
                  <a:pt x="591" y="94"/>
                </a:lnTo>
                <a:lnTo>
                  <a:pt x="591" y="93"/>
                </a:lnTo>
                <a:lnTo>
                  <a:pt x="591" y="92"/>
                </a:lnTo>
                <a:lnTo>
                  <a:pt x="592" y="92"/>
                </a:lnTo>
                <a:lnTo>
                  <a:pt x="592" y="91"/>
                </a:lnTo>
                <a:lnTo>
                  <a:pt x="594" y="91"/>
                </a:lnTo>
                <a:lnTo>
                  <a:pt x="594" y="93"/>
                </a:lnTo>
                <a:lnTo>
                  <a:pt x="595" y="93"/>
                </a:lnTo>
                <a:lnTo>
                  <a:pt x="596" y="93"/>
                </a:lnTo>
                <a:lnTo>
                  <a:pt x="597" y="92"/>
                </a:lnTo>
                <a:lnTo>
                  <a:pt x="597" y="91"/>
                </a:lnTo>
                <a:lnTo>
                  <a:pt x="598" y="91"/>
                </a:lnTo>
                <a:lnTo>
                  <a:pt x="599" y="90"/>
                </a:lnTo>
                <a:lnTo>
                  <a:pt x="600" y="90"/>
                </a:lnTo>
                <a:lnTo>
                  <a:pt x="601" y="89"/>
                </a:lnTo>
                <a:lnTo>
                  <a:pt x="602" y="89"/>
                </a:lnTo>
                <a:lnTo>
                  <a:pt x="603" y="89"/>
                </a:lnTo>
                <a:lnTo>
                  <a:pt x="604" y="89"/>
                </a:lnTo>
                <a:lnTo>
                  <a:pt x="604" y="90"/>
                </a:lnTo>
                <a:lnTo>
                  <a:pt x="605" y="90"/>
                </a:lnTo>
                <a:lnTo>
                  <a:pt x="605" y="89"/>
                </a:lnTo>
                <a:lnTo>
                  <a:pt x="606" y="88"/>
                </a:lnTo>
                <a:lnTo>
                  <a:pt x="607" y="87"/>
                </a:lnTo>
                <a:lnTo>
                  <a:pt x="607" y="86"/>
                </a:lnTo>
                <a:lnTo>
                  <a:pt x="606" y="86"/>
                </a:lnTo>
                <a:lnTo>
                  <a:pt x="607" y="86"/>
                </a:lnTo>
                <a:lnTo>
                  <a:pt x="607" y="85"/>
                </a:lnTo>
                <a:lnTo>
                  <a:pt x="607" y="84"/>
                </a:lnTo>
                <a:lnTo>
                  <a:pt x="608" y="84"/>
                </a:lnTo>
                <a:lnTo>
                  <a:pt x="608" y="85"/>
                </a:lnTo>
                <a:lnTo>
                  <a:pt x="609" y="85"/>
                </a:lnTo>
                <a:lnTo>
                  <a:pt x="610" y="85"/>
                </a:lnTo>
                <a:lnTo>
                  <a:pt x="611" y="86"/>
                </a:lnTo>
                <a:lnTo>
                  <a:pt x="612" y="86"/>
                </a:lnTo>
                <a:lnTo>
                  <a:pt x="611" y="87"/>
                </a:lnTo>
                <a:lnTo>
                  <a:pt x="613" y="88"/>
                </a:lnTo>
                <a:lnTo>
                  <a:pt x="614" y="88"/>
                </a:lnTo>
                <a:lnTo>
                  <a:pt x="614" y="89"/>
                </a:lnTo>
                <a:lnTo>
                  <a:pt x="615" y="88"/>
                </a:lnTo>
                <a:lnTo>
                  <a:pt x="615" y="89"/>
                </a:lnTo>
                <a:lnTo>
                  <a:pt x="616" y="89"/>
                </a:lnTo>
                <a:lnTo>
                  <a:pt x="617" y="88"/>
                </a:lnTo>
                <a:lnTo>
                  <a:pt x="616" y="88"/>
                </a:lnTo>
                <a:lnTo>
                  <a:pt x="616" y="87"/>
                </a:lnTo>
                <a:lnTo>
                  <a:pt x="617" y="87"/>
                </a:lnTo>
                <a:lnTo>
                  <a:pt x="618" y="87"/>
                </a:lnTo>
                <a:lnTo>
                  <a:pt x="618" y="86"/>
                </a:lnTo>
                <a:lnTo>
                  <a:pt x="619" y="86"/>
                </a:lnTo>
                <a:lnTo>
                  <a:pt x="620" y="86"/>
                </a:lnTo>
                <a:lnTo>
                  <a:pt x="620" y="85"/>
                </a:lnTo>
                <a:lnTo>
                  <a:pt x="621" y="85"/>
                </a:lnTo>
                <a:lnTo>
                  <a:pt x="622" y="85"/>
                </a:lnTo>
                <a:lnTo>
                  <a:pt x="624" y="85"/>
                </a:lnTo>
                <a:lnTo>
                  <a:pt x="624" y="84"/>
                </a:lnTo>
                <a:lnTo>
                  <a:pt x="623" y="84"/>
                </a:lnTo>
                <a:lnTo>
                  <a:pt x="623" y="83"/>
                </a:lnTo>
                <a:lnTo>
                  <a:pt x="624" y="82"/>
                </a:lnTo>
                <a:lnTo>
                  <a:pt x="625" y="82"/>
                </a:lnTo>
                <a:lnTo>
                  <a:pt x="626" y="81"/>
                </a:lnTo>
                <a:lnTo>
                  <a:pt x="627" y="81"/>
                </a:lnTo>
                <a:lnTo>
                  <a:pt x="627" y="80"/>
                </a:lnTo>
                <a:lnTo>
                  <a:pt x="628" y="80"/>
                </a:lnTo>
                <a:lnTo>
                  <a:pt x="629" y="80"/>
                </a:lnTo>
                <a:lnTo>
                  <a:pt x="629" y="79"/>
                </a:lnTo>
                <a:lnTo>
                  <a:pt x="630" y="79"/>
                </a:lnTo>
                <a:lnTo>
                  <a:pt x="631" y="79"/>
                </a:lnTo>
                <a:lnTo>
                  <a:pt x="632" y="79"/>
                </a:lnTo>
                <a:lnTo>
                  <a:pt x="632" y="78"/>
                </a:lnTo>
                <a:lnTo>
                  <a:pt x="632" y="77"/>
                </a:lnTo>
                <a:lnTo>
                  <a:pt x="632" y="76"/>
                </a:lnTo>
                <a:lnTo>
                  <a:pt x="633" y="76"/>
                </a:lnTo>
                <a:lnTo>
                  <a:pt x="634" y="76"/>
                </a:lnTo>
                <a:lnTo>
                  <a:pt x="635" y="75"/>
                </a:lnTo>
                <a:lnTo>
                  <a:pt x="636" y="75"/>
                </a:lnTo>
                <a:lnTo>
                  <a:pt x="637" y="75"/>
                </a:lnTo>
                <a:lnTo>
                  <a:pt x="637" y="76"/>
                </a:lnTo>
                <a:lnTo>
                  <a:pt x="638" y="76"/>
                </a:lnTo>
                <a:lnTo>
                  <a:pt x="639" y="76"/>
                </a:lnTo>
                <a:lnTo>
                  <a:pt x="640" y="76"/>
                </a:lnTo>
                <a:lnTo>
                  <a:pt x="641" y="77"/>
                </a:lnTo>
                <a:lnTo>
                  <a:pt x="642" y="77"/>
                </a:lnTo>
                <a:lnTo>
                  <a:pt x="643" y="77"/>
                </a:lnTo>
                <a:lnTo>
                  <a:pt x="643" y="76"/>
                </a:lnTo>
                <a:lnTo>
                  <a:pt x="643" y="75"/>
                </a:lnTo>
                <a:lnTo>
                  <a:pt x="643" y="74"/>
                </a:lnTo>
                <a:lnTo>
                  <a:pt x="643" y="73"/>
                </a:lnTo>
                <a:lnTo>
                  <a:pt x="644" y="72"/>
                </a:lnTo>
                <a:lnTo>
                  <a:pt x="644" y="73"/>
                </a:lnTo>
                <a:lnTo>
                  <a:pt x="645" y="72"/>
                </a:lnTo>
                <a:lnTo>
                  <a:pt x="646" y="72"/>
                </a:lnTo>
                <a:lnTo>
                  <a:pt x="646" y="71"/>
                </a:lnTo>
                <a:lnTo>
                  <a:pt x="647" y="70"/>
                </a:lnTo>
                <a:lnTo>
                  <a:pt x="648" y="69"/>
                </a:lnTo>
                <a:lnTo>
                  <a:pt x="648" y="70"/>
                </a:lnTo>
                <a:lnTo>
                  <a:pt x="649" y="70"/>
                </a:lnTo>
                <a:lnTo>
                  <a:pt x="650" y="70"/>
                </a:lnTo>
                <a:lnTo>
                  <a:pt x="651" y="71"/>
                </a:lnTo>
                <a:lnTo>
                  <a:pt x="652" y="72"/>
                </a:lnTo>
                <a:lnTo>
                  <a:pt x="653" y="72"/>
                </a:lnTo>
                <a:lnTo>
                  <a:pt x="654" y="73"/>
                </a:lnTo>
                <a:lnTo>
                  <a:pt x="654" y="72"/>
                </a:lnTo>
                <a:lnTo>
                  <a:pt x="655" y="72"/>
                </a:lnTo>
                <a:lnTo>
                  <a:pt x="656" y="72"/>
                </a:lnTo>
                <a:lnTo>
                  <a:pt x="656" y="73"/>
                </a:lnTo>
                <a:lnTo>
                  <a:pt x="657" y="73"/>
                </a:lnTo>
                <a:lnTo>
                  <a:pt x="657" y="74"/>
                </a:lnTo>
                <a:lnTo>
                  <a:pt x="658" y="74"/>
                </a:lnTo>
                <a:lnTo>
                  <a:pt x="659" y="75"/>
                </a:lnTo>
                <a:lnTo>
                  <a:pt x="659" y="76"/>
                </a:lnTo>
                <a:lnTo>
                  <a:pt x="660" y="76"/>
                </a:lnTo>
                <a:lnTo>
                  <a:pt x="660" y="77"/>
                </a:lnTo>
                <a:lnTo>
                  <a:pt x="660" y="78"/>
                </a:lnTo>
                <a:lnTo>
                  <a:pt x="661" y="78"/>
                </a:lnTo>
                <a:lnTo>
                  <a:pt x="662" y="78"/>
                </a:lnTo>
                <a:lnTo>
                  <a:pt x="663" y="78"/>
                </a:lnTo>
                <a:lnTo>
                  <a:pt x="662" y="79"/>
                </a:lnTo>
                <a:lnTo>
                  <a:pt x="662" y="80"/>
                </a:lnTo>
                <a:lnTo>
                  <a:pt x="663" y="80"/>
                </a:lnTo>
                <a:lnTo>
                  <a:pt x="664" y="81"/>
                </a:lnTo>
                <a:lnTo>
                  <a:pt x="665" y="81"/>
                </a:lnTo>
                <a:lnTo>
                  <a:pt x="666" y="81"/>
                </a:lnTo>
                <a:lnTo>
                  <a:pt x="666" y="83"/>
                </a:lnTo>
                <a:lnTo>
                  <a:pt x="667" y="84"/>
                </a:lnTo>
                <a:lnTo>
                  <a:pt x="667" y="85"/>
                </a:lnTo>
                <a:lnTo>
                  <a:pt x="667" y="86"/>
                </a:lnTo>
                <a:lnTo>
                  <a:pt x="667" y="87"/>
                </a:lnTo>
                <a:lnTo>
                  <a:pt x="668" y="87"/>
                </a:lnTo>
                <a:lnTo>
                  <a:pt x="668" y="88"/>
                </a:lnTo>
                <a:lnTo>
                  <a:pt x="669" y="89"/>
                </a:lnTo>
                <a:lnTo>
                  <a:pt x="669" y="90"/>
                </a:lnTo>
                <a:lnTo>
                  <a:pt x="670" y="90"/>
                </a:lnTo>
                <a:lnTo>
                  <a:pt x="671" y="89"/>
                </a:lnTo>
                <a:lnTo>
                  <a:pt x="671" y="90"/>
                </a:lnTo>
                <a:lnTo>
                  <a:pt x="672" y="90"/>
                </a:lnTo>
                <a:lnTo>
                  <a:pt x="673" y="89"/>
                </a:lnTo>
                <a:lnTo>
                  <a:pt x="673" y="88"/>
                </a:lnTo>
                <a:lnTo>
                  <a:pt x="674" y="88"/>
                </a:lnTo>
                <a:lnTo>
                  <a:pt x="674" y="89"/>
                </a:lnTo>
                <a:lnTo>
                  <a:pt x="675" y="89"/>
                </a:lnTo>
                <a:lnTo>
                  <a:pt x="676" y="89"/>
                </a:lnTo>
                <a:lnTo>
                  <a:pt x="676" y="90"/>
                </a:lnTo>
                <a:lnTo>
                  <a:pt x="677" y="90"/>
                </a:lnTo>
                <a:lnTo>
                  <a:pt x="677" y="89"/>
                </a:lnTo>
                <a:lnTo>
                  <a:pt x="678" y="89"/>
                </a:lnTo>
                <a:lnTo>
                  <a:pt x="679" y="89"/>
                </a:lnTo>
                <a:lnTo>
                  <a:pt x="679" y="90"/>
                </a:lnTo>
                <a:lnTo>
                  <a:pt x="680" y="90"/>
                </a:lnTo>
                <a:lnTo>
                  <a:pt x="681" y="90"/>
                </a:lnTo>
                <a:lnTo>
                  <a:pt x="682" y="91"/>
                </a:lnTo>
                <a:lnTo>
                  <a:pt x="682" y="92"/>
                </a:lnTo>
                <a:lnTo>
                  <a:pt x="683" y="92"/>
                </a:lnTo>
                <a:lnTo>
                  <a:pt x="683" y="93"/>
                </a:lnTo>
                <a:lnTo>
                  <a:pt x="683" y="94"/>
                </a:lnTo>
                <a:lnTo>
                  <a:pt x="682" y="95"/>
                </a:lnTo>
                <a:lnTo>
                  <a:pt x="682" y="96"/>
                </a:lnTo>
                <a:lnTo>
                  <a:pt x="683" y="96"/>
                </a:lnTo>
                <a:lnTo>
                  <a:pt x="683" y="97"/>
                </a:lnTo>
                <a:lnTo>
                  <a:pt x="684" y="97"/>
                </a:lnTo>
                <a:lnTo>
                  <a:pt x="685" y="97"/>
                </a:lnTo>
                <a:lnTo>
                  <a:pt x="686" y="97"/>
                </a:lnTo>
                <a:lnTo>
                  <a:pt x="686" y="98"/>
                </a:lnTo>
                <a:lnTo>
                  <a:pt x="687" y="98"/>
                </a:lnTo>
                <a:lnTo>
                  <a:pt x="689" y="97"/>
                </a:lnTo>
                <a:lnTo>
                  <a:pt x="690" y="97"/>
                </a:lnTo>
                <a:lnTo>
                  <a:pt x="691" y="96"/>
                </a:lnTo>
                <a:lnTo>
                  <a:pt x="692" y="96"/>
                </a:lnTo>
                <a:lnTo>
                  <a:pt x="693" y="95"/>
                </a:lnTo>
                <a:lnTo>
                  <a:pt x="693" y="94"/>
                </a:lnTo>
                <a:lnTo>
                  <a:pt x="694" y="94"/>
                </a:lnTo>
                <a:lnTo>
                  <a:pt x="694" y="93"/>
                </a:lnTo>
                <a:lnTo>
                  <a:pt x="695" y="93"/>
                </a:lnTo>
                <a:lnTo>
                  <a:pt x="696" y="93"/>
                </a:lnTo>
                <a:lnTo>
                  <a:pt x="697" y="94"/>
                </a:lnTo>
                <a:lnTo>
                  <a:pt x="697" y="93"/>
                </a:lnTo>
                <a:lnTo>
                  <a:pt x="698" y="93"/>
                </a:lnTo>
                <a:lnTo>
                  <a:pt x="699" y="93"/>
                </a:lnTo>
                <a:lnTo>
                  <a:pt x="699" y="94"/>
                </a:lnTo>
                <a:lnTo>
                  <a:pt x="700" y="94"/>
                </a:lnTo>
                <a:lnTo>
                  <a:pt x="700" y="93"/>
                </a:lnTo>
                <a:lnTo>
                  <a:pt x="701" y="93"/>
                </a:lnTo>
                <a:lnTo>
                  <a:pt x="702" y="93"/>
                </a:lnTo>
                <a:lnTo>
                  <a:pt x="703" y="93"/>
                </a:lnTo>
                <a:lnTo>
                  <a:pt x="702" y="92"/>
                </a:lnTo>
                <a:lnTo>
                  <a:pt x="701" y="92"/>
                </a:lnTo>
                <a:lnTo>
                  <a:pt x="701" y="91"/>
                </a:lnTo>
                <a:lnTo>
                  <a:pt x="701" y="90"/>
                </a:lnTo>
                <a:lnTo>
                  <a:pt x="700" y="90"/>
                </a:lnTo>
                <a:lnTo>
                  <a:pt x="700" y="89"/>
                </a:lnTo>
                <a:lnTo>
                  <a:pt x="699" y="89"/>
                </a:lnTo>
                <a:lnTo>
                  <a:pt x="698" y="88"/>
                </a:lnTo>
                <a:lnTo>
                  <a:pt x="697" y="88"/>
                </a:lnTo>
                <a:lnTo>
                  <a:pt x="697" y="87"/>
                </a:lnTo>
                <a:lnTo>
                  <a:pt x="696" y="87"/>
                </a:lnTo>
                <a:lnTo>
                  <a:pt x="696" y="86"/>
                </a:lnTo>
                <a:lnTo>
                  <a:pt x="695" y="86"/>
                </a:lnTo>
                <a:lnTo>
                  <a:pt x="695" y="85"/>
                </a:lnTo>
                <a:lnTo>
                  <a:pt x="694" y="85"/>
                </a:lnTo>
                <a:lnTo>
                  <a:pt x="694" y="84"/>
                </a:lnTo>
                <a:lnTo>
                  <a:pt x="694" y="83"/>
                </a:lnTo>
                <a:lnTo>
                  <a:pt x="693" y="82"/>
                </a:lnTo>
                <a:lnTo>
                  <a:pt x="693" y="81"/>
                </a:lnTo>
                <a:lnTo>
                  <a:pt x="692" y="81"/>
                </a:lnTo>
                <a:lnTo>
                  <a:pt x="691" y="81"/>
                </a:lnTo>
                <a:lnTo>
                  <a:pt x="690" y="81"/>
                </a:lnTo>
                <a:lnTo>
                  <a:pt x="691" y="81"/>
                </a:lnTo>
                <a:lnTo>
                  <a:pt x="692" y="80"/>
                </a:lnTo>
                <a:lnTo>
                  <a:pt x="692" y="79"/>
                </a:lnTo>
                <a:lnTo>
                  <a:pt x="693" y="79"/>
                </a:lnTo>
                <a:lnTo>
                  <a:pt x="693" y="80"/>
                </a:lnTo>
                <a:lnTo>
                  <a:pt x="695" y="80"/>
                </a:lnTo>
                <a:lnTo>
                  <a:pt x="695" y="79"/>
                </a:lnTo>
                <a:lnTo>
                  <a:pt x="694" y="79"/>
                </a:lnTo>
                <a:lnTo>
                  <a:pt x="695" y="78"/>
                </a:lnTo>
                <a:lnTo>
                  <a:pt x="695" y="77"/>
                </a:lnTo>
                <a:lnTo>
                  <a:pt x="695" y="76"/>
                </a:lnTo>
                <a:lnTo>
                  <a:pt x="694" y="76"/>
                </a:lnTo>
                <a:lnTo>
                  <a:pt x="694" y="77"/>
                </a:lnTo>
                <a:lnTo>
                  <a:pt x="693" y="76"/>
                </a:lnTo>
                <a:lnTo>
                  <a:pt x="692" y="76"/>
                </a:lnTo>
                <a:lnTo>
                  <a:pt x="691" y="76"/>
                </a:lnTo>
                <a:lnTo>
                  <a:pt x="691" y="75"/>
                </a:lnTo>
                <a:lnTo>
                  <a:pt x="691" y="74"/>
                </a:lnTo>
                <a:lnTo>
                  <a:pt x="691" y="73"/>
                </a:lnTo>
                <a:lnTo>
                  <a:pt x="690" y="73"/>
                </a:lnTo>
                <a:lnTo>
                  <a:pt x="689" y="73"/>
                </a:lnTo>
                <a:lnTo>
                  <a:pt x="689" y="72"/>
                </a:lnTo>
                <a:lnTo>
                  <a:pt x="689" y="71"/>
                </a:lnTo>
                <a:lnTo>
                  <a:pt x="689" y="70"/>
                </a:lnTo>
                <a:lnTo>
                  <a:pt x="690" y="70"/>
                </a:lnTo>
                <a:lnTo>
                  <a:pt x="689" y="69"/>
                </a:lnTo>
                <a:lnTo>
                  <a:pt x="690" y="69"/>
                </a:lnTo>
                <a:lnTo>
                  <a:pt x="690" y="68"/>
                </a:lnTo>
                <a:lnTo>
                  <a:pt x="691" y="68"/>
                </a:lnTo>
                <a:lnTo>
                  <a:pt x="691" y="67"/>
                </a:lnTo>
                <a:lnTo>
                  <a:pt x="690" y="67"/>
                </a:lnTo>
                <a:lnTo>
                  <a:pt x="690" y="66"/>
                </a:lnTo>
                <a:lnTo>
                  <a:pt x="689" y="65"/>
                </a:lnTo>
                <a:lnTo>
                  <a:pt x="690" y="65"/>
                </a:lnTo>
                <a:lnTo>
                  <a:pt x="690" y="64"/>
                </a:lnTo>
                <a:lnTo>
                  <a:pt x="690" y="63"/>
                </a:lnTo>
                <a:lnTo>
                  <a:pt x="690" y="62"/>
                </a:lnTo>
                <a:lnTo>
                  <a:pt x="690" y="61"/>
                </a:lnTo>
                <a:lnTo>
                  <a:pt x="690" y="60"/>
                </a:lnTo>
                <a:lnTo>
                  <a:pt x="690" y="59"/>
                </a:lnTo>
                <a:lnTo>
                  <a:pt x="691" y="59"/>
                </a:lnTo>
                <a:lnTo>
                  <a:pt x="691" y="60"/>
                </a:lnTo>
                <a:lnTo>
                  <a:pt x="691" y="59"/>
                </a:lnTo>
                <a:lnTo>
                  <a:pt x="692" y="59"/>
                </a:lnTo>
                <a:lnTo>
                  <a:pt x="691" y="59"/>
                </a:lnTo>
                <a:lnTo>
                  <a:pt x="691" y="58"/>
                </a:lnTo>
                <a:lnTo>
                  <a:pt x="691" y="57"/>
                </a:lnTo>
                <a:lnTo>
                  <a:pt x="692" y="57"/>
                </a:lnTo>
                <a:lnTo>
                  <a:pt x="691" y="57"/>
                </a:lnTo>
                <a:lnTo>
                  <a:pt x="690" y="56"/>
                </a:lnTo>
                <a:lnTo>
                  <a:pt x="691" y="56"/>
                </a:lnTo>
                <a:lnTo>
                  <a:pt x="692" y="56"/>
                </a:lnTo>
                <a:lnTo>
                  <a:pt x="693" y="56"/>
                </a:lnTo>
                <a:lnTo>
                  <a:pt x="693" y="55"/>
                </a:lnTo>
                <a:lnTo>
                  <a:pt x="693" y="54"/>
                </a:lnTo>
                <a:lnTo>
                  <a:pt x="692" y="53"/>
                </a:lnTo>
                <a:lnTo>
                  <a:pt x="693" y="53"/>
                </a:lnTo>
                <a:lnTo>
                  <a:pt x="693" y="52"/>
                </a:lnTo>
                <a:lnTo>
                  <a:pt x="693" y="51"/>
                </a:lnTo>
                <a:lnTo>
                  <a:pt x="694" y="50"/>
                </a:lnTo>
                <a:lnTo>
                  <a:pt x="694" y="49"/>
                </a:lnTo>
                <a:lnTo>
                  <a:pt x="695" y="49"/>
                </a:lnTo>
                <a:lnTo>
                  <a:pt x="696" y="50"/>
                </a:lnTo>
                <a:lnTo>
                  <a:pt x="696" y="49"/>
                </a:lnTo>
                <a:lnTo>
                  <a:pt x="697" y="50"/>
                </a:lnTo>
                <a:lnTo>
                  <a:pt x="698" y="50"/>
                </a:lnTo>
                <a:lnTo>
                  <a:pt x="698" y="51"/>
                </a:lnTo>
                <a:lnTo>
                  <a:pt x="699" y="51"/>
                </a:lnTo>
                <a:lnTo>
                  <a:pt x="700" y="51"/>
                </a:lnTo>
                <a:lnTo>
                  <a:pt x="700" y="52"/>
                </a:lnTo>
                <a:lnTo>
                  <a:pt x="699" y="52"/>
                </a:lnTo>
                <a:lnTo>
                  <a:pt x="699" y="53"/>
                </a:lnTo>
                <a:lnTo>
                  <a:pt x="700" y="53"/>
                </a:lnTo>
                <a:lnTo>
                  <a:pt x="699" y="53"/>
                </a:lnTo>
                <a:lnTo>
                  <a:pt x="699" y="54"/>
                </a:lnTo>
                <a:lnTo>
                  <a:pt x="699" y="55"/>
                </a:lnTo>
                <a:lnTo>
                  <a:pt x="700" y="55"/>
                </a:lnTo>
                <a:lnTo>
                  <a:pt x="700" y="54"/>
                </a:lnTo>
                <a:lnTo>
                  <a:pt x="701" y="54"/>
                </a:lnTo>
                <a:lnTo>
                  <a:pt x="702" y="54"/>
                </a:lnTo>
                <a:lnTo>
                  <a:pt x="703" y="54"/>
                </a:lnTo>
                <a:lnTo>
                  <a:pt x="703" y="53"/>
                </a:lnTo>
                <a:lnTo>
                  <a:pt x="704" y="52"/>
                </a:lnTo>
                <a:lnTo>
                  <a:pt x="705" y="52"/>
                </a:lnTo>
                <a:lnTo>
                  <a:pt x="704" y="51"/>
                </a:lnTo>
                <a:lnTo>
                  <a:pt x="703" y="51"/>
                </a:lnTo>
                <a:lnTo>
                  <a:pt x="702" y="51"/>
                </a:lnTo>
                <a:lnTo>
                  <a:pt x="702" y="50"/>
                </a:lnTo>
                <a:lnTo>
                  <a:pt x="701" y="49"/>
                </a:lnTo>
                <a:lnTo>
                  <a:pt x="701" y="48"/>
                </a:lnTo>
                <a:lnTo>
                  <a:pt x="702" y="48"/>
                </a:lnTo>
                <a:lnTo>
                  <a:pt x="701" y="47"/>
                </a:lnTo>
                <a:lnTo>
                  <a:pt x="700" y="46"/>
                </a:lnTo>
                <a:lnTo>
                  <a:pt x="701" y="45"/>
                </a:lnTo>
                <a:lnTo>
                  <a:pt x="702" y="46"/>
                </a:lnTo>
                <a:lnTo>
                  <a:pt x="702" y="45"/>
                </a:lnTo>
                <a:lnTo>
                  <a:pt x="703" y="45"/>
                </a:lnTo>
                <a:lnTo>
                  <a:pt x="703" y="46"/>
                </a:lnTo>
                <a:lnTo>
                  <a:pt x="704" y="46"/>
                </a:lnTo>
                <a:lnTo>
                  <a:pt x="705" y="46"/>
                </a:lnTo>
                <a:lnTo>
                  <a:pt x="706" y="46"/>
                </a:lnTo>
                <a:lnTo>
                  <a:pt x="706" y="47"/>
                </a:lnTo>
                <a:lnTo>
                  <a:pt x="707" y="47"/>
                </a:lnTo>
                <a:lnTo>
                  <a:pt x="708" y="46"/>
                </a:lnTo>
                <a:lnTo>
                  <a:pt x="709" y="47"/>
                </a:lnTo>
                <a:lnTo>
                  <a:pt x="711" y="47"/>
                </a:lnTo>
                <a:lnTo>
                  <a:pt x="712" y="47"/>
                </a:lnTo>
                <a:lnTo>
                  <a:pt x="712" y="46"/>
                </a:lnTo>
                <a:lnTo>
                  <a:pt x="712" y="47"/>
                </a:lnTo>
                <a:lnTo>
                  <a:pt x="713" y="48"/>
                </a:lnTo>
                <a:lnTo>
                  <a:pt x="713" y="49"/>
                </a:lnTo>
                <a:lnTo>
                  <a:pt x="714" y="48"/>
                </a:lnTo>
                <a:lnTo>
                  <a:pt x="714" y="49"/>
                </a:lnTo>
                <a:lnTo>
                  <a:pt x="715" y="49"/>
                </a:lnTo>
                <a:lnTo>
                  <a:pt x="716" y="48"/>
                </a:lnTo>
                <a:lnTo>
                  <a:pt x="717" y="47"/>
                </a:lnTo>
                <a:lnTo>
                  <a:pt x="718" y="48"/>
                </a:lnTo>
                <a:lnTo>
                  <a:pt x="718" y="49"/>
                </a:lnTo>
                <a:lnTo>
                  <a:pt x="719" y="49"/>
                </a:lnTo>
                <a:lnTo>
                  <a:pt x="720" y="49"/>
                </a:lnTo>
                <a:lnTo>
                  <a:pt x="720" y="50"/>
                </a:lnTo>
                <a:lnTo>
                  <a:pt x="720" y="51"/>
                </a:lnTo>
                <a:lnTo>
                  <a:pt x="721" y="51"/>
                </a:lnTo>
                <a:lnTo>
                  <a:pt x="721" y="52"/>
                </a:lnTo>
                <a:lnTo>
                  <a:pt x="722" y="53"/>
                </a:lnTo>
                <a:lnTo>
                  <a:pt x="723" y="53"/>
                </a:lnTo>
                <a:lnTo>
                  <a:pt x="723" y="54"/>
                </a:lnTo>
                <a:lnTo>
                  <a:pt x="724" y="54"/>
                </a:lnTo>
                <a:lnTo>
                  <a:pt x="724" y="53"/>
                </a:lnTo>
                <a:lnTo>
                  <a:pt x="725" y="53"/>
                </a:lnTo>
                <a:lnTo>
                  <a:pt x="726" y="54"/>
                </a:lnTo>
                <a:lnTo>
                  <a:pt x="726" y="55"/>
                </a:lnTo>
                <a:lnTo>
                  <a:pt x="727" y="55"/>
                </a:lnTo>
                <a:lnTo>
                  <a:pt x="727" y="54"/>
                </a:lnTo>
                <a:lnTo>
                  <a:pt x="726" y="53"/>
                </a:lnTo>
                <a:lnTo>
                  <a:pt x="727" y="53"/>
                </a:lnTo>
                <a:lnTo>
                  <a:pt x="728" y="53"/>
                </a:lnTo>
                <a:lnTo>
                  <a:pt x="729" y="53"/>
                </a:lnTo>
                <a:lnTo>
                  <a:pt x="730" y="53"/>
                </a:lnTo>
                <a:lnTo>
                  <a:pt x="731" y="53"/>
                </a:lnTo>
                <a:lnTo>
                  <a:pt x="732" y="54"/>
                </a:lnTo>
                <a:lnTo>
                  <a:pt x="733" y="53"/>
                </a:lnTo>
                <a:lnTo>
                  <a:pt x="734" y="53"/>
                </a:lnTo>
                <a:lnTo>
                  <a:pt x="734" y="52"/>
                </a:lnTo>
                <a:lnTo>
                  <a:pt x="735" y="52"/>
                </a:lnTo>
                <a:lnTo>
                  <a:pt x="735" y="51"/>
                </a:lnTo>
                <a:lnTo>
                  <a:pt x="736" y="50"/>
                </a:lnTo>
                <a:lnTo>
                  <a:pt x="736" y="49"/>
                </a:lnTo>
                <a:lnTo>
                  <a:pt x="737" y="49"/>
                </a:lnTo>
                <a:lnTo>
                  <a:pt x="738" y="49"/>
                </a:lnTo>
                <a:lnTo>
                  <a:pt x="738" y="50"/>
                </a:lnTo>
                <a:lnTo>
                  <a:pt x="739" y="51"/>
                </a:lnTo>
                <a:lnTo>
                  <a:pt x="740" y="52"/>
                </a:lnTo>
                <a:lnTo>
                  <a:pt x="741" y="52"/>
                </a:lnTo>
                <a:lnTo>
                  <a:pt x="742" y="53"/>
                </a:lnTo>
                <a:lnTo>
                  <a:pt x="741" y="53"/>
                </a:lnTo>
                <a:lnTo>
                  <a:pt x="742" y="54"/>
                </a:lnTo>
                <a:lnTo>
                  <a:pt x="742" y="55"/>
                </a:lnTo>
                <a:lnTo>
                  <a:pt x="743" y="55"/>
                </a:lnTo>
                <a:lnTo>
                  <a:pt x="743" y="54"/>
                </a:lnTo>
                <a:lnTo>
                  <a:pt x="744" y="54"/>
                </a:lnTo>
                <a:lnTo>
                  <a:pt x="745" y="54"/>
                </a:lnTo>
                <a:lnTo>
                  <a:pt x="745" y="55"/>
                </a:lnTo>
                <a:lnTo>
                  <a:pt x="744" y="56"/>
                </a:lnTo>
                <a:lnTo>
                  <a:pt x="744" y="58"/>
                </a:lnTo>
                <a:lnTo>
                  <a:pt x="743" y="58"/>
                </a:lnTo>
                <a:lnTo>
                  <a:pt x="744" y="58"/>
                </a:lnTo>
                <a:lnTo>
                  <a:pt x="745" y="59"/>
                </a:lnTo>
                <a:lnTo>
                  <a:pt x="746" y="59"/>
                </a:lnTo>
                <a:lnTo>
                  <a:pt x="746" y="58"/>
                </a:lnTo>
                <a:lnTo>
                  <a:pt x="747" y="58"/>
                </a:lnTo>
                <a:lnTo>
                  <a:pt x="748" y="58"/>
                </a:lnTo>
                <a:lnTo>
                  <a:pt x="750" y="57"/>
                </a:lnTo>
                <a:lnTo>
                  <a:pt x="751" y="57"/>
                </a:lnTo>
                <a:lnTo>
                  <a:pt x="752" y="56"/>
                </a:lnTo>
                <a:lnTo>
                  <a:pt x="754" y="54"/>
                </a:lnTo>
                <a:lnTo>
                  <a:pt x="755" y="54"/>
                </a:lnTo>
                <a:lnTo>
                  <a:pt x="756" y="53"/>
                </a:lnTo>
                <a:lnTo>
                  <a:pt x="757" y="52"/>
                </a:lnTo>
                <a:lnTo>
                  <a:pt x="757" y="51"/>
                </a:lnTo>
                <a:lnTo>
                  <a:pt x="757" y="50"/>
                </a:lnTo>
                <a:lnTo>
                  <a:pt x="756" y="49"/>
                </a:lnTo>
                <a:lnTo>
                  <a:pt x="757" y="49"/>
                </a:lnTo>
                <a:lnTo>
                  <a:pt x="757" y="48"/>
                </a:lnTo>
                <a:lnTo>
                  <a:pt x="758" y="47"/>
                </a:lnTo>
                <a:lnTo>
                  <a:pt x="759" y="48"/>
                </a:lnTo>
                <a:lnTo>
                  <a:pt x="759" y="47"/>
                </a:lnTo>
                <a:lnTo>
                  <a:pt x="759" y="46"/>
                </a:lnTo>
                <a:lnTo>
                  <a:pt x="760" y="46"/>
                </a:lnTo>
                <a:lnTo>
                  <a:pt x="761" y="46"/>
                </a:lnTo>
                <a:lnTo>
                  <a:pt x="761" y="47"/>
                </a:lnTo>
                <a:lnTo>
                  <a:pt x="761" y="48"/>
                </a:lnTo>
                <a:lnTo>
                  <a:pt x="762" y="49"/>
                </a:lnTo>
                <a:lnTo>
                  <a:pt x="763" y="49"/>
                </a:lnTo>
                <a:lnTo>
                  <a:pt x="764" y="49"/>
                </a:lnTo>
                <a:lnTo>
                  <a:pt x="765" y="50"/>
                </a:lnTo>
                <a:lnTo>
                  <a:pt x="764" y="50"/>
                </a:lnTo>
                <a:lnTo>
                  <a:pt x="764" y="51"/>
                </a:lnTo>
                <a:lnTo>
                  <a:pt x="763" y="51"/>
                </a:lnTo>
                <a:lnTo>
                  <a:pt x="762" y="52"/>
                </a:lnTo>
                <a:lnTo>
                  <a:pt x="761" y="52"/>
                </a:lnTo>
                <a:lnTo>
                  <a:pt x="760" y="53"/>
                </a:lnTo>
                <a:lnTo>
                  <a:pt x="760" y="54"/>
                </a:lnTo>
                <a:lnTo>
                  <a:pt x="760" y="55"/>
                </a:lnTo>
                <a:lnTo>
                  <a:pt x="760" y="56"/>
                </a:lnTo>
                <a:lnTo>
                  <a:pt x="761" y="56"/>
                </a:lnTo>
                <a:lnTo>
                  <a:pt x="761" y="57"/>
                </a:lnTo>
                <a:lnTo>
                  <a:pt x="762" y="57"/>
                </a:lnTo>
                <a:lnTo>
                  <a:pt x="763" y="57"/>
                </a:lnTo>
                <a:lnTo>
                  <a:pt x="763" y="58"/>
                </a:lnTo>
                <a:lnTo>
                  <a:pt x="764" y="58"/>
                </a:lnTo>
                <a:lnTo>
                  <a:pt x="765" y="59"/>
                </a:lnTo>
                <a:lnTo>
                  <a:pt x="766" y="59"/>
                </a:lnTo>
                <a:lnTo>
                  <a:pt x="766" y="60"/>
                </a:lnTo>
                <a:lnTo>
                  <a:pt x="766" y="62"/>
                </a:lnTo>
                <a:lnTo>
                  <a:pt x="765" y="62"/>
                </a:lnTo>
                <a:lnTo>
                  <a:pt x="766" y="63"/>
                </a:lnTo>
                <a:lnTo>
                  <a:pt x="767" y="63"/>
                </a:lnTo>
                <a:lnTo>
                  <a:pt x="767" y="64"/>
                </a:lnTo>
                <a:lnTo>
                  <a:pt x="768" y="64"/>
                </a:lnTo>
                <a:lnTo>
                  <a:pt x="768" y="63"/>
                </a:lnTo>
                <a:lnTo>
                  <a:pt x="768" y="64"/>
                </a:lnTo>
                <a:lnTo>
                  <a:pt x="769" y="64"/>
                </a:lnTo>
                <a:lnTo>
                  <a:pt x="769" y="65"/>
                </a:lnTo>
                <a:lnTo>
                  <a:pt x="769" y="66"/>
                </a:lnTo>
                <a:lnTo>
                  <a:pt x="771" y="66"/>
                </a:lnTo>
                <a:lnTo>
                  <a:pt x="771" y="65"/>
                </a:lnTo>
                <a:lnTo>
                  <a:pt x="772" y="65"/>
                </a:lnTo>
                <a:lnTo>
                  <a:pt x="773" y="65"/>
                </a:lnTo>
                <a:lnTo>
                  <a:pt x="774" y="65"/>
                </a:lnTo>
                <a:lnTo>
                  <a:pt x="775" y="65"/>
                </a:lnTo>
                <a:lnTo>
                  <a:pt x="775" y="66"/>
                </a:lnTo>
                <a:lnTo>
                  <a:pt x="776" y="67"/>
                </a:lnTo>
                <a:lnTo>
                  <a:pt x="777" y="68"/>
                </a:lnTo>
                <a:lnTo>
                  <a:pt x="776" y="69"/>
                </a:lnTo>
                <a:lnTo>
                  <a:pt x="777" y="70"/>
                </a:lnTo>
                <a:lnTo>
                  <a:pt x="777" y="71"/>
                </a:lnTo>
                <a:lnTo>
                  <a:pt x="778" y="71"/>
                </a:lnTo>
                <a:lnTo>
                  <a:pt x="778" y="72"/>
                </a:lnTo>
                <a:lnTo>
                  <a:pt x="778" y="73"/>
                </a:lnTo>
                <a:lnTo>
                  <a:pt x="779" y="73"/>
                </a:lnTo>
                <a:lnTo>
                  <a:pt x="779" y="74"/>
                </a:lnTo>
                <a:lnTo>
                  <a:pt x="778" y="74"/>
                </a:lnTo>
                <a:lnTo>
                  <a:pt x="778" y="75"/>
                </a:lnTo>
                <a:lnTo>
                  <a:pt x="778" y="76"/>
                </a:lnTo>
                <a:lnTo>
                  <a:pt x="778" y="77"/>
                </a:lnTo>
                <a:lnTo>
                  <a:pt x="779" y="78"/>
                </a:lnTo>
                <a:lnTo>
                  <a:pt x="780" y="78"/>
                </a:lnTo>
                <a:lnTo>
                  <a:pt x="781" y="79"/>
                </a:lnTo>
                <a:lnTo>
                  <a:pt x="781" y="78"/>
                </a:lnTo>
                <a:lnTo>
                  <a:pt x="782" y="78"/>
                </a:lnTo>
                <a:lnTo>
                  <a:pt x="783" y="78"/>
                </a:lnTo>
                <a:lnTo>
                  <a:pt x="783" y="77"/>
                </a:lnTo>
                <a:lnTo>
                  <a:pt x="783" y="78"/>
                </a:lnTo>
                <a:lnTo>
                  <a:pt x="784" y="78"/>
                </a:lnTo>
                <a:lnTo>
                  <a:pt x="784" y="77"/>
                </a:lnTo>
                <a:lnTo>
                  <a:pt x="785" y="76"/>
                </a:lnTo>
                <a:lnTo>
                  <a:pt x="785" y="75"/>
                </a:lnTo>
                <a:lnTo>
                  <a:pt x="786" y="75"/>
                </a:lnTo>
                <a:lnTo>
                  <a:pt x="786" y="74"/>
                </a:lnTo>
                <a:lnTo>
                  <a:pt x="787" y="74"/>
                </a:lnTo>
                <a:lnTo>
                  <a:pt x="788" y="73"/>
                </a:lnTo>
                <a:lnTo>
                  <a:pt x="788" y="72"/>
                </a:lnTo>
                <a:lnTo>
                  <a:pt x="789" y="72"/>
                </a:lnTo>
                <a:lnTo>
                  <a:pt x="790" y="72"/>
                </a:lnTo>
                <a:lnTo>
                  <a:pt x="791" y="72"/>
                </a:lnTo>
                <a:lnTo>
                  <a:pt x="791" y="73"/>
                </a:lnTo>
                <a:lnTo>
                  <a:pt x="792" y="73"/>
                </a:lnTo>
                <a:lnTo>
                  <a:pt x="792" y="72"/>
                </a:lnTo>
                <a:lnTo>
                  <a:pt x="793" y="72"/>
                </a:lnTo>
                <a:lnTo>
                  <a:pt x="793" y="71"/>
                </a:lnTo>
                <a:lnTo>
                  <a:pt x="794" y="71"/>
                </a:lnTo>
                <a:lnTo>
                  <a:pt x="795" y="71"/>
                </a:lnTo>
                <a:lnTo>
                  <a:pt x="796" y="70"/>
                </a:lnTo>
                <a:lnTo>
                  <a:pt x="797" y="70"/>
                </a:lnTo>
                <a:lnTo>
                  <a:pt x="798" y="70"/>
                </a:lnTo>
                <a:lnTo>
                  <a:pt x="799" y="70"/>
                </a:lnTo>
                <a:lnTo>
                  <a:pt x="800" y="70"/>
                </a:lnTo>
                <a:lnTo>
                  <a:pt x="801" y="70"/>
                </a:lnTo>
                <a:lnTo>
                  <a:pt x="800" y="69"/>
                </a:lnTo>
                <a:lnTo>
                  <a:pt x="801" y="69"/>
                </a:lnTo>
                <a:lnTo>
                  <a:pt x="802" y="69"/>
                </a:lnTo>
                <a:lnTo>
                  <a:pt x="803" y="68"/>
                </a:lnTo>
                <a:lnTo>
                  <a:pt x="804" y="68"/>
                </a:lnTo>
                <a:lnTo>
                  <a:pt x="805" y="68"/>
                </a:lnTo>
                <a:lnTo>
                  <a:pt x="806" y="69"/>
                </a:lnTo>
                <a:lnTo>
                  <a:pt x="807" y="69"/>
                </a:lnTo>
                <a:lnTo>
                  <a:pt x="807" y="68"/>
                </a:lnTo>
                <a:lnTo>
                  <a:pt x="808" y="68"/>
                </a:lnTo>
                <a:lnTo>
                  <a:pt x="808" y="67"/>
                </a:lnTo>
                <a:lnTo>
                  <a:pt x="809" y="66"/>
                </a:lnTo>
                <a:lnTo>
                  <a:pt x="810" y="66"/>
                </a:lnTo>
                <a:lnTo>
                  <a:pt x="811" y="66"/>
                </a:lnTo>
                <a:lnTo>
                  <a:pt x="812" y="66"/>
                </a:lnTo>
                <a:lnTo>
                  <a:pt x="812" y="67"/>
                </a:lnTo>
                <a:lnTo>
                  <a:pt x="813" y="67"/>
                </a:lnTo>
                <a:lnTo>
                  <a:pt x="813" y="68"/>
                </a:lnTo>
                <a:lnTo>
                  <a:pt x="813" y="69"/>
                </a:lnTo>
                <a:lnTo>
                  <a:pt x="813" y="70"/>
                </a:lnTo>
                <a:lnTo>
                  <a:pt x="812" y="70"/>
                </a:lnTo>
                <a:lnTo>
                  <a:pt x="812" y="71"/>
                </a:lnTo>
                <a:lnTo>
                  <a:pt x="812" y="72"/>
                </a:lnTo>
                <a:lnTo>
                  <a:pt x="812" y="73"/>
                </a:lnTo>
                <a:lnTo>
                  <a:pt x="811" y="74"/>
                </a:lnTo>
                <a:lnTo>
                  <a:pt x="810" y="75"/>
                </a:lnTo>
                <a:lnTo>
                  <a:pt x="810" y="76"/>
                </a:lnTo>
                <a:lnTo>
                  <a:pt x="810" y="77"/>
                </a:lnTo>
                <a:lnTo>
                  <a:pt x="809" y="77"/>
                </a:lnTo>
                <a:lnTo>
                  <a:pt x="809" y="78"/>
                </a:lnTo>
                <a:lnTo>
                  <a:pt x="808" y="78"/>
                </a:lnTo>
                <a:lnTo>
                  <a:pt x="808" y="79"/>
                </a:lnTo>
                <a:lnTo>
                  <a:pt x="809" y="79"/>
                </a:lnTo>
                <a:lnTo>
                  <a:pt x="809" y="80"/>
                </a:lnTo>
                <a:lnTo>
                  <a:pt x="809" y="81"/>
                </a:lnTo>
                <a:lnTo>
                  <a:pt x="808" y="81"/>
                </a:lnTo>
                <a:lnTo>
                  <a:pt x="808" y="82"/>
                </a:lnTo>
                <a:lnTo>
                  <a:pt x="808" y="83"/>
                </a:lnTo>
                <a:lnTo>
                  <a:pt x="809" y="84"/>
                </a:lnTo>
                <a:lnTo>
                  <a:pt x="810" y="84"/>
                </a:lnTo>
                <a:lnTo>
                  <a:pt x="811" y="84"/>
                </a:lnTo>
                <a:lnTo>
                  <a:pt x="811" y="85"/>
                </a:lnTo>
                <a:lnTo>
                  <a:pt x="812" y="87"/>
                </a:lnTo>
                <a:lnTo>
                  <a:pt x="813" y="88"/>
                </a:lnTo>
                <a:lnTo>
                  <a:pt x="814" y="89"/>
                </a:lnTo>
                <a:lnTo>
                  <a:pt x="815" y="89"/>
                </a:lnTo>
                <a:lnTo>
                  <a:pt x="816" y="89"/>
                </a:lnTo>
                <a:lnTo>
                  <a:pt x="816" y="90"/>
                </a:lnTo>
                <a:lnTo>
                  <a:pt x="817" y="89"/>
                </a:lnTo>
                <a:lnTo>
                  <a:pt x="818" y="89"/>
                </a:lnTo>
                <a:lnTo>
                  <a:pt x="818" y="88"/>
                </a:lnTo>
                <a:lnTo>
                  <a:pt x="819" y="89"/>
                </a:lnTo>
                <a:lnTo>
                  <a:pt x="819" y="90"/>
                </a:lnTo>
                <a:lnTo>
                  <a:pt x="820" y="90"/>
                </a:lnTo>
                <a:lnTo>
                  <a:pt x="820" y="91"/>
                </a:lnTo>
                <a:lnTo>
                  <a:pt x="821" y="91"/>
                </a:lnTo>
                <a:lnTo>
                  <a:pt x="821" y="92"/>
                </a:lnTo>
                <a:lnTo>
                  <a:pt x="822" y="92"/>
                </a:lnTo>
                <a:lnTo>
                  <a:pt x="822" y="93"/>
                </a:lnTo>
                <a:lnTo>
                  <a:pt x="821" y="93"/>
                </a:lnTo>
                <a:lnTo>
                  <a:pt x="821" y="94"/>
                </a:lnTo>
                <a:lnTo>
                  <a:pt x="820" y="94"/>
                </a:lnTo>
                <a:lnTo>
                  <a:pt x="819" y="95"/>
                </a:lnTo>
                <a:lnTo>
                  <a:pt x="820" y="96"/>
                </a:lnTo>
                <a:lnTo>
                  <a:pt x="820" y="97"/>
                </a:lnTo>
                <a:lnTo>
                  <a:pt x="821" y="97"/>
                </a:lnTo>
                <a:lnTo>
                  <a:pt x="822" y="97"/>
                </a:lnTo>
                <a:lnTo>
                  <a:pt x="822" y="98"/>
                </a:lnTo>
                <a:lnTo>
                  <a:pt x="823" y="99"/>
                </a:lnTo>
                <a:lnTo>
                  <a:pt x="824" y="100"/>
                </a:lnTo>
                <a:lnTo>
                  <a:pt x="824" y="101"/>
                </a:lnTo>
                <a:lnTo>
                  <a:pt x="825" y="101"/>
                </a:lnTo>
                <a:lnTo>
                  <a:pt x="826" y="101"/>
                </a:lnTo>
                <a:lnTo>
                  <a:pt x="827" y="102"/>
                </a:lnTo>
                <a:lnTo>
                  <a:pt x="828" y="103"/>
                </a:lnTo>
                <a:lnTo>
                  <a:pt x="828" y="104"/>
                </a:lnTo>
                <a:lnTo>
                  <a:pt x="827" y="104"/>
                </a:lnTo>
                <a:lnTo>
                  <a:pt x="827" y="105"/>
                </a:lnTo>
                <a:lnTo>
                  <a:pt x="828" y="105"/>
                </a:lnTo>
                <a:lnTo>
                  <a:pt x="828" y="106"/>
                </a:lnTo>
                <a:lnTo>
                  <a:pt x="827" y="106"/>
                </a:lnTo>
                <a:lnTo>
                  <a:pt x="828" y="106"/>
                </a:lnTo>
                <a:lnTo>
                  <a:pt x="829" y="107"/>
                </a:lnTo>
                <a:lnTo>
                  <a:pt x="829" y="108"/>
                </a:lnTo>
                <a:lnTo>
                  <a:pt x="830" y="109"/>
                </a:lnTo>
                <a:lnTo>
                  <a:pt x="831" y="109"/>
                </a:lnTo>
                <a:lnTo>
                  <a:pt x="831" y="110"/>
                </a:lnTo>
                <a:lnTo>
                  <a:pt x="830" y="110"/>
                </a:lnTo>
                <a:lnTo>
                  <a:pt x="830" y="111"/>
                </a:lnTo>
                <a:lnTo>
                  <a:pt x="830" y="112"/>
                </a:lnTo>
                <a:lnTo>
                  <a:pt x="830" y="113"/>
                </a:lnTo>
                <a:lnTo>
                  <a:pt x="831" y="113"/>
                </a:lnTo>
                <a:lnTo>
                  <a:pt x="831" y="114"/>
                </a:lnTo>
                <a:lnTo>
                  <a:pt x="832" y="114"/>
                </a:lnTo>
                <a:lnTo>
                  <a:pt x="833" y="114"/>
                </a:lnTo>
                <a:lnTo>
                  <a:pt x="834" y="114"/>
                </a:lnTo>
                <a:lnTo>
                  <a:pt x="834" y="115"/>
                </a:lnTo>
                <a:lnTo>
                  <a:pt x="834" y="116"/>
                </a:lnTo>
                <a:lnTo>
                  <a:pt x="834" y="117"/>
                </a:lnTo>
                <a:lnTo>
                  <a:pt x="834" y="118"/>
                </a:lnTo>
                <a:lnTo>
                  <a:pt x="834" y="119"/>
                </a:lnTo>
                <a:lnTo>
                  <a:pt x="834" y="120"/>
                </a:lnTo>
                <a:lnTo>
                  <a:pt x="834" y="121"/>
                </a:lnTo>
                <a:lnTo>
                  <a:pt x="834" y="122"/>
                </a:lnTo>
                <a:lnTo>
                  <a:pt x="835" y="122"/>
                </a:lnTo>
                <a:lnTo>
                  <a:pt x="836" y="122"/>
                </a:lnTo>
                <a:lnTo>
                  <a:pt x="837" y="122"/>
                </a:lnTo>
                <a:lnTo>
                  <a:pt x="837" y="123"/>
                </a:lnTo>
                <a:lnTo>
                  <a:pt x="838" y="123"/>
                </a:lnTo>
                <a:lnTo>
                  <a:pt x="838" y="124"/>
                </a:lnTo>
                <a:lnTo>
                  <a:pt x="839" y="124"/>
                </a:lnTo>
                <a:lnTo>
                  <a:pt x="840" y="125"/>
                </a:lnTo>
                <a:lnTo>
                  <a:pt x="841" y="125"/>
                </a:lnTo>
                <a:lnTo>
                  <a:pt x="841" y="126"/>
                </a:lnTo>
                <a:lnTo>
                  <a:pt x="842" y="126"/>
                </a:lnTo>
                <a:lnTo>
                  <a:pt x="842" y="127"/>
                </a:lnTo>
                <a:lnTo>
                  <a:pt x="841" y="127"/>
                </a:lnTo>
                <a:lnTo>
                  <a:pt x="841" y="128"/>
                </a:lnTo>
                <a:lnTo>
                  <a:pt x="840" y="128"/>
                </a:lnTo>
                <a:lnTo>
                  <a:pt x="840" y="129"/>
                </a:lnTo>
                <a:lnTo>
                  <a:pt x="839" y="129"/>
                </a:lnTo>
                <a:lnTo>
                  <a:pt x="839" y="130"/>
                </a:lnTo>
                <a:lnTo>
                  <a:pt x="838" y="130"/>
                </a:lnTo>
                <a:lnTo>
                  <a:pt x="838" y="131"/>
                </a:lnTo>
                <a:lnTo>
                  <a:pt x="837" y="131"/>
                </a:lnTo>
                <a:lnTo>
                  <a:pt x="837" y="132"/>
                </a:lnTo>
                <a:lnTo>
                  <a:pt x="836" y="133"/>
                </a:lnTo>
                <a:lnTo>
                  <a:pt x="836" y="134"/>
                </a:lnTo>
                <a:lnTo>
                  <a:pt x="836" y="135"/>
                </a:lnTo>
                <a:lnTo>
                  <a:pt x="835" y="136"/>
                </a:lnTo>
                <a:lnTo>
                  <a:pt x="835" y="137"/>
                </a:lnTo>
                <a:lnTo>
                  <a:pt x="835" y="138"/>
                </a:lnTo>
                <a:lnTo>
                  <a:pt x="836" y="139"/>
                </a:lnTo>
                <a:lnTo>
                  <a:pt x="835" y="139"/>
                </a:lnTo>
                <a:lnTo>
                  <a:pt x="836" y="140"/>
                </a:lnTo>
                <a:lnTo>
                  <a:pt x="836" y="141"/>
                </a:lnTo>
                <a:lnTo>
                  <a:pt x="836" y="142"/>
                </a:lnTo>
                <a:lnTo>
                  <a:pt x="837" y="142"/>
                </a:lnTo>
                <a:lnTo>
                  <a:pt x="837" y="143"/>
                </a:lnTo>
                <a:lnTo>
                  <a:pt x="838" y="143"/>
                </a:lnTo>
                <a:lnTo>
                  <a:pt x="839" y="143"/>
                </a:lnTo>
                <a:lnTo>
                  <a:pt x="839" y="144"/>
                </a:lnTo>
                <a:lnTo>
                  <a:pt x="839" y="145"/>
                </a:lnTo>
                <a:lnTo>
                  <a:pt x="838" y="145"/>
                </a:lnTo>
                <a:lnTo>
                  <a:pt x="838" y="146"/>
                </a:lnTo>
                <a:lnTo>
                  <a:pt x="839" y="146"/>
                </a:lnTo>
                <a:lnTo>
                  <a:pt x="839" y="147"/>
                </a:lnTo>
                <a:lnTo>
                  <a:pt x="840" y="148"/>
                </a:lnTo>
                <a:lnTo>
                  <a:pt x="839" y="148"/>
                </a:lnTo>
                <a:lnTo>
                  <a:pt x="839" y="149"/>
                </a:lnTo>
                <a:lnTo>
                  <a:pt x="840" y="149"/>
                </a:lnTo>
                <a:lnTo>
                  <a:pt x="840" y="148"/>
                </a:lnTo>
                <a:lnTo>
                  <a:pt x="841" y="148"/>
                </a:lnTo>
                <a:lnTo>
                  <a:pt x="842" y="149"/>
                </a:lnTo>
                <a:lnTo>
                  <a:pt x="843" y="149"/>
                </a:lnTo>
                <a:lnTo>
                  <a:pt x="843" y="150"/>
                </a:lnTo>
                <a:lnTo>
                  <a:pt x="842" y="150"/>
                </a:lnTo>
                <a:lnTo>
                  <a:pt x="842" y="151"/>
                </a:lnTo>
                <a:lnTo>
                  <a:pt x="842" y="152"/>
                </a:lnTo>
                <a:lnTo>
                  <a:pt x="842" y="153"/>
                </a:lnTo>
                <a:lnTo>
                  <a:pt x="843" y="153"/>
                </a:lnTo>
                <a:lnTo>
                  <a:pt x="844" y="155"/>
                </a:lnTo>
                <a:lnTo>
                  <a:pt x="844" y="156"/>
                </a:lnTo>
                <a:lnTo>
                  <a:pt x="844" y="157"/>
                </a:lnTo>
                <a:lnTo>
                  <a:pt x="843" y="158"/>
                </a:lnTo>
                <a:lnTo>
                  <a:pt x="843" y="159"/>
                </a:lnTo>
                <a:lnTo>
                  <a:pt x="842" y="159"/>
                </a:lnTo>
                <a:lnTo>
                  <a:pt x="841" y="160"/>
                </a:lnTo>
                <a:lnTo>
                  <a:pt x="842" y="160"/>
                </a:lnTo>
                <a:lnTo>
                  <a:pt x="842" y="161"/>
                </a:lnTo>
                <a:lnTo>
                  <a:pt x="842" y="162"/>
                </a:lnTo>
                <a:lnTo>
                  <a:pt x="843" y="162"/>
                </a:lnTo>
                <a:lnTo>
                  <a:pt x="844" y="163"/>
                </a:lnTo>
                <a:lnTo>
                  <a:pt x="844" y="164"/>
                </a:lnTo>
                <a:lnTo>
                  <a:pt x="844" y="165"/>
                </a:lnTo>
                <a:lnTo>
                  <a:pt x="844" y="166"/>
                </a:lnTo>
                <a:lnTo>
                  <a:pt x="843" y="166"/>
                </a:lnTo>
                <a:lnTo>
                  <a:pt x="842" y="167"/>
                </a:lnTo>
                <a:lnTo>
                  <a:pt x="843" y="167"/>
                </a:lnTo>
                <a:lnTo>
                  <a:pt x="844" y="168"/>
                </a:lnTo>
                <a:lnTo>
                  <a:pt x="845" y="168"/>
                </a:lnTo>
                <a:lnTo>
                  <a:pt x="845" y="167"/>
                </a:lnTo>
                <a:lnTo>
                  <a:pt x="846" y="167"/>
                </a:lnTo>
                <a:lnTo>
                  <a:pt x="848" y="167"/>
                </a:lnTo>
                <a:lnTo>
                  <a:pt x="850" y="169"/>
                </a:lnTo>
                <a:lnTo>
                  <a:pt x="851" y="170"/>
                </a:lnTo>
                <a:lnTo>
                  <a:pt x="851" y="171"/>
                </a:lnTo>
                <a:lnTo>
                  <a:pt x="852" y="171"/>
                </a:lnTo>
                <a:lnTo>
                  <a:pt x="852" y="172"/>
                </a:lnTo>
                <a:lnTo>
                  <a:pt x="851" y="173"/>
                </a:lnTo>
                <a:lnTo>
                  <a:pt x="850" y="173"/>
                </a:lnTo>
                <a:lnTo>
                  <a:pt x="851" y="174"/>
                </a:lnTo>
                <a:lnTo>
                  <a:pt x="852" y="174"/>
                </a:lnTo>
                <a:lnTo>
                  <a:pt x="852" y="175"/>
                </a:lnTo>
                <a:lnTo>
                  <a:pt x="852" y="176"/>
                </a:lnTo>
                <a:lnTo>
                  <a:pt x="853" y="178"/>
                </a:lnTo>
                <a:lnTo>
                  <a:pt x="854" y="179"/>
                </a:lnTo>
                <a:lnTo>
                  <a:pt x="855" y="180"/>
                </a:lnTo>
                <a:lnTo>
                  <a:pt x="855" y="181"/>
                </a:lnTo>
                <a:lnTo>
                  <a:pt x="855" y="182"/>
                </a:lnTo>
                <a:lnTo>
                  <a:pt x="855" y="183"/>
                </a:lnTo>
                <a:lnTo>
                  <a:pt x="855" y="184"/>
                </a:lnTo>
                <a:lnTo>
                  <a:pt x="856" y="184"/>
                </a:lnTo>
                <a:lnTo>
                  <a:pt x="855" y="184"/>
                </a:lnTo>
                <a:lnTo>
                  <a:pt x="855" y="185"/>
                </a:lnTo>
                <a:lnTo>
                  <a:pt x="855" y="186"/>
                </a:lnTo>
                <a:lnTo>
                  <a:pt x="857" y="188"/>
                </a:lnTo>
                <a:lnTo>
                  <a:pt x="858" y="188"/>
                </a:lnTo>
                <a:lnTo>
                  <a:pt x="859" y="189"/>
                </a:lnTo>
                <a:lnTo>
                  <a:pt x="860" y="189"/>
                </a:lnTo>
                <a:lnTo>
                  <a:pt x="861" y="190"/>
                </a:lnTo>
                <a:lnTo>
                  <a:pt x="862" y="190"/>
                </a:lnTo>
                <a:lnTo>
                  <a:pt x="864" y="191"/>
                </a:lnTo>
                <a:lnTo>
                  <a:pt x="865" y="191"/>
                </a:lnTo>
                <a:lnTo>
                  <a:pt x="865" y="192"/>
                </a:lnTo>
                <a:lnTo>
                  <a:pt x="866" y="192"/>
                </a:lnTo>
                <a:lnTo>
                  <a:pt x="867" y="191"/>
                </a:lnTo>
                <a:lnTo>
                  <a:pt x="868" y="191"/>
                </a:lnTo>
                <a:lnTo>
                  <a:pt x="868" y="192"/>
                </a:lnTo>
                <a:lnTo>
                  <a:pt x="869" y="192"/>
                </a:lnTo>
                <a:lnTo>
                  <a:pt x="869" y="193"/>
                </a:lnTo>
                <a:lnTo>
                  <a:pt x="870" y="193"/>
                </a:lnTo>
                <a:lnTo>
                  <a:pt x="871" y="193"/>
                </a:lnTo>
                <a:lnTo>
                  <a:pt x="873" y="194"/>
                </a:lnTo>
                <a:lnTo>
                  <a:pt x="874" y="195"/>
                </a:lnTo>
                <a:lnTo>
                  <a:pt x="873" y="195"/>
                </a:lnTo>
                <a:lnTo>
                  <a:pt x="871" y="196"/>
                </a:lnTo>
                <a:lnTo>
                  <a:pt x="871" y="197"/>
                </a:lnTo>
                <a:lnTo>
                  <a:pt x="869" y="198"/>
                </a:lnTo>
                <a:lnTo>
                  <a:pt x="868" y="199"/>
                </a:lnTo>
                <a:lnTo>
                  <a:pt x="868" y="200"/>
                </a:lnTo>
                <a:lnTo>
                  <a:pt x="867" y="201"/>
                </a:lnTo>
                <a:lnTo>
                  <a:pt x="867" y="202"/>
                </a:lnTo>
                <a:lnTo>
                  <a:pt x="867" y="203"/>
                </a:lnTo>
                <a:lnTo>
                  <a:pt x="866" y="203"/>
                </a:lnTo>
                <a:lnTo>
                  <a:pt x="865" y="203"/>
                </a:lnTo>
                <a:lnTo>
                  <a:pt x="864" y="204"/>
                </a:lnTo>
                <a:lnTo>
                  <a:pt x="864" y="203"/>
                </a:lnTo>
                <a:lnTo>
                  <a:pt x="864" y="204"/>
                </a:lnTo>
                <a:lnTo>
                  <a:pt x="863" y="204"/>
                </a:lnTo>
                <a:lnTo>
                  <a:pt x="863" y="205"/>
                </a:lnTo>
                <a:lnTo>
                  <a:pt x="862" y="206"/>
                </a:lnTo>
                <a:lnTo>
                  <a:pt x="862" y="205"/>
                </a:lnTo>
                <a:lnTo>
                  <a:pt x="862" y="204"/>
                </a:lnTo>
                <a:lnTo>
                  <a:pt x="862" y="202"/>
                </a:lnTo>
                <a:lnTo>
                  <a:pt x="861" y="202"/>
                </a:lnTo>
                <a:lnTo>
                  <a:pt x="862" y="201"/>
                </a:lnTo>
                <a:lnTo>
                  <a:pt x="862" y="200"/>
                </a:lnTo>
                <a:lnTo>
                  <a:pt x="861" y="200"/>
                </a:lnTo>
                <a:lnTo>
                  <a:pt x="861" y="199"/>
                </a:lnTo>
                <a:lnTo>
                  <a:pt x="860" y="198"/>
                </a:lnTo>
                <a:lnTo>
                  <a:pt x="860" y="197"/>
                </a:lnTo>
                <a:lnTo>
                  <a:pt x="858" y="197"/>
                </a:lnTo>
                <a:lnTo>
                  <a:pt x="857" y="197"/>
                </a:lnTo>
                <a:lnTo>
                  <a:pt x="856" y="197"/>
                </a:lnTo>
                <a:lnTo>
                  <a:pt x="855" y="197"/>
                </a:lnTo>
                <a:lnTo>
                  <a:pt x="855" y="196"/>
                </a:lnTo>
                <a:lnTo>
                  <a:pt x="855" y="197"/>
                </a:lnTo>
                <a:lnTo>
                  <a:pt x="854" y="197"/>
                </a:lnTo>
                <a:lnTo>
                  <a:pt x="854" y="198"/>
                </a:lnTo>
                <a:lnTo>
                  <a:pt x="853" y="198"/>
                </a:lnTo>
                <a:lnTo>
                  <a:pt x="853" y="197"/>
                </a:lnTo>
                <a:lnTo>
                  <a:pt x="852" y="197"/>
                </a:lnTo>
                <a:lnTo>
                  <a:pt x="851" y="197"/>
                </a:lnTo>
                <a:lnTo>
                  <a:pt x="850" y="196"/>
                </a:lnTo>
                <a:lnTo>
                  <a:pt x="850" y="197"/>
                </a:lnTo>
                <a:lnTo>
                  <a:pt x="849" y="198"/>
                </a:lnTo>
                <a:lnTo>
                  <a:pt x="848" y="198"/>
                </a:lnTo>
                <a:lnTo>
                  <a:pt x="848" y="199"/>
                </a:lnTo>
                <a:lnTo>
                  <a:pt x="847" y="199"/>
                </a:lnTo>
                <a:lnTo>
                  <a:pt x="847" y="201"/>
                </a:lnTo>
                <a:lnTo>
                  <a:pt x="848" y="201"/>
                </a:lnTo>
                <a:lnTo>
                  <a:pt x="847" y="201"/>
                </a:lnTo>
                <a:lnTo>
                  <a:pt x="848" y="200"/>
                </a:lnTo>
                <a:lnTo>
                  <a:pt x="849" y="200"/>
                </a:lnTo>
                <a:lnTo>
                  <a:pt x="849" y="201"/>
                </a:lnTo>
                <a:lnTo>
                  <a:pt x="849" y="202"/>
                </a:lnTo>
                <a:lnTo>
                  <a:pt x="849" y="203"/>
                </a:lnTo>
                <a:lnTo>
                  <a:pt x="848" y="203"/>
                </a:lnTo>
                <a:lnTo>
                  <a:pt x="847" y="204"/>
                </a:lnTo>
                <a:lnTo>
                  <a:pt x="848" y="205"/>
                </a:lnTo>
                <a:lnTo>
                  <a:pt x="848" y="206"/>
                </a:lnTo>
                <a:lnTo>
                  <a:pt x="848" y="207"/>
                </a:lnTo>
                <a:lnTo>
                  <a:pt x="849" y="207"/>
                </a:lnTo>
                <a:lnTo>
                  <a:pt x="849" y="206"/>
                </a:lnTo>
                <a:lnTo>
                  <a:pt x="849" y="205"/>
                </a:lnTo>
                <a:lnTo>
                  <a:pt x="850" y="205"/>
                </a:lnTo>
                <a:lnTo>
                  <a:pt x="851" y="205"/>
                </a:lnTo>
                <a:lnTo>
                  <a:pt x="852" y="205"/>
                </a:lnTo>
                <a:lnTo>
                  <a:pt x="852" y="204"/>
                </a:lnTo>
                <a:lnTo>
                  <a:pt x="853" y="204"/>
                </a:lnTo>
                <a:lnTo>
                  <a:pt x="854" y="204"/>
                </a:lnTo>
                <a:lnTo>
                  <a:pt x="855" y="205"/>
                </a:lnTo>
                <a:lnTo>
                  <a:pt x="855" y="206"/>
                </a:lnTo>
                <a:lnTo>
                  <a:pt x="854" y="206"/>
                </a:lnTo>
                <a:lnTo>
                  <a:pt x="853" y="207"/>
                </a:lnTo>
                <a:lnTo>
                  <a:pt x="852" y="207"/>
                </a:lnTo>
                <a:lnTo>
                  <a:pt x="852" y="208"/>
                </a:lnTo>
                <a:lnTo>
                  <a:pt x="852" y="211"/>
                </a:lnTo>
                <a:lnTo>
                  <a:pt x="852" y="212"/>
                </a:lnTo>
                <a:lnTo>
                  <a:pt x="851" y="212"/>
                </a:lnTo>
                <a:lnTo>
                  <a:pt x="850" y="211"/>
                </a:lnTo>
                <a:lnTo>
                  <a:pt x="849" y="212"/>
                </a:lnTo>
                <a:lnTo>
                  <a:pt x="848" y="211"/>
                </a:lnTo>
                <a:lnTo>
                  <a:pt x="847" y="211"/>
                </a:lnTo>
                <a:lnTo>
                  <a:pt x="846" y="211"/>
                </a:lnTo>
                <a:lnTo>
                  <a:pt x="845" y="210"/>
                </a:lnTo>
                <a:lnTo>
                  <a:pt x="845" y="209"/>
                </a:lnTo>
                <a:lnTo>
                  <a:pt x="846" y="209"/>
                </a:lnTo>
                <a:lnTo>
                  <a:pt x="847" y="208"/>
                </a:lnTo>
                <a:lnTo>
                  <a:pt x="848" y="208"/>
                </a:lnTo>
                <a:lnTo>
                  <a:pt x="847" y="208"/>
                </a:lnTo>
                <a:lnTo>
                  <a:pt x="846" y="208"/>
                </a:lnTo>
                <a:lnTo>
                  <a:pt x="845" y="208"/>
                </a:lnTo>
                <a:lnTo>
                  <a:pt x="845" y="209"/>
                </a:lnTo>
                <a:lnTo>
                  <a:pt x="844" y="209"/>
                </a:lnTo>
                <a:lnTo>
                  <a:pt x="843" y="207"/>
                </a:lnTo>
                <a:lnTo>
                  <a:pt x="842" y="207"/>
                </a:lnTo>
                <a:lnTo>
                  <a:pt x="839" y="207"/>
                </a:lnTo>
                <a:lnTo>
                  <a:pt x="838" y="208"/>
                </a:lnTo>
                <a:lnTo>
                  <a:pt x="839" y="208"/>
                </a:lnTo>
                <a:lnTo>
                  <a:pt x="840" y="209"/>
                </a:lnTo>
                <a:lnTo>
                  <a:pt x="839" y="211"/>
                </a:lnTo>
                <a:lnTo>
                  <a:pt x="838" y="214"/>
                </a:lnTo>
                <a:lnTo>
                  <a:pt x="838" y="215"/>
                </a:lnTo>
                <a:lnTo>
                  <a:pt x="837" y="214"/>
                </a:lnTo>
                <a:lnTo>
                  <a:pt x="837" y="215"/>
                </a:lnTo>
                <a:lnTo>
                  <a:pt x="837" y="216"/>
                </a:lnTo>
                <a:lnTo>
                  <a:pt x="837" y="217"/>
                </a:lnTo>
                <a:lnTo>
                  <a:pt x="837" y="218"/>
                </a:lnTo>
                <a:lnTo>
                  <a:pt x="838" y="218"/>
                </a:lnTo>
                <a:lnTo>
                  <a:pt x="839" y="218"/>
                </a:lnTo>
                <a:lnTo>
                  <a:pt x="839" y="219"/>
                </a:lnTo>
                <a:lnTo>
                  <a:pt x="839" y="220"/>
                </a:lnTo>
                <a:lnTo>
                  <a:pt x="838" y="220"/>
                </a:lnTo>
                <a:lnTo>
                  <a:pt x="838" y="219"/>
                </a:lnTo>
                <a:lnTo>
                  <a:pt x="837" y="219"/>
                </a:lnTo>
                <a:lnTo>
                  <a:pt x="836" y="220"/>
                </a:lnTo>
                <a:lnTo>
                  <a:pt x="835" y="221"/>
                </a:lnTo>
                <a:lnTo>
                  <a:pt x="834" y="221"/>
                </a:lnTo>
                <a:lnTo>
                  <a:pt x="833" y="221"/>
                </a:lnTo>
                <a:lnTo>
                  <a:pt x="834" y="221"/>
                </a:lnTo>
                <a:lnTo>
                  <a:pt x="835" y="221"/>
                </a:lnTo>
                <a:lnTo>
                  <a:pt x="837" y="221"/>
                </a:lnTo>
                <a:lnTo>
                  <a:pt x="838" y="221"/>
                </a:lnTo>
                <a:lnTo>
                  <a:pt x="838" y="222"/>
                </a:lnTo>
                <a:lnTo>
                  <a:pt x="838" y="223"/>
                </a:lnTo>
                <a:lnTo>
                  <a:pt x="837" y="223"/>
                </a:lnTo>
                <a:lnTo>
                  <a:pt x="837" y="224"/>
                </a:lnTo>
                <a:lnTo>
                  <a:pt x="838" y="225"/>
                </a:lnTo>
                <a:lnTo>
                  <a:pt x="839" y="225"/>
                </a:lnTo>
                <a:lnTo>
                  <a:pt x="838" y="226"/>
                </a:lnTo>
                <a:lnTo>
                  <a:pt x="838" y="225"/>
                </a:lnTo>
                <a:lnTo>
                  <a:pt x="837" y="225"/>
                </a:lnTo>
                <a:lnTo>
                  <a:pt x="836" y="226"/>
                </a:lnTo>
                <a:lnTo>
                  <a:pt x="836" y="227"/>
                </a:lnTo>
                <a:lnTo>
                  <a:pt x="835" y="228"/>
                </a:lnTo>
                <a:lnTo>
                  <a:pt x="835" y="229"/>
                </a:lnTo>
                <a:lnTo>
                  <a:pt x="835" y="230"/>
                </a:lnTo>
                <a:lnTo>
                  <a:pt x="834" y="229"/>
                </a:lnTo>
                <a:lnTo>
                  <a:pt x="833" y="229"/>
                </a:lnTo>
                <a:lnTo>
                  <a:pt x="833" y="228"/>
                </a:lnTo>
                <a:lnTo>
                  <a:pt x="832" y="228"/>
                </a:lnTo>
                <a:lnTo>
                  <a:pt x="832" y="229"/>
                </a:lnTo>
                <a:lnTo>
                  <a:pt x="832" y="230"/>
                </a:lnTo>
                <a:lnTo>
                  <a:pt x="833" y="230"/>
                </a:lnTo>
                <a:lnTo>
                  <a:pt x="834" y="231"/>
                </a:lnTo>
                <a:lnTo>
                  <a:pt x="833" y="232"/>
                </a:lnTo>
                <a:lnTo>
                  <a:pt x="832" y="233"/>
                </a:lnTo>
                <a:lnTo>
                  <a:pt x="832" y="234"/>
                </a:lnTo>
                <a:lnTo>
                  <a:pt x="831" y="235"/>
                </a:lnTo>
                <a:lnTo>
                  <a:pt x="831" y="236"/>
                </a:lnTo>
                <a:lnTo>
                  <a:pt x="831" y="237"/>
                </a:lnTo>
                <a:lnTo>
                  <a:pt x="830" y="237"/>
                </a:lnTo>
                <a:lnTo>
                  <a:pt x="830" y="238"/>
                </a:lnTo>
                <a:lnTo>
                  <a:pt x="829" y="238"/>
                </a:lnTo>
                <a:lnTo>
                  <a:pt x="828" y="237"/>
                </a:lnTo>
                <a:lnTo>
                  <a:pt x="828" y="238"/>
                </a:lnTo>
                <a:lnTo>
                  <a:pt x="828" y="239"/>
                </a:lnTo>
                <a:lnTo>
                  <a:pt x="827" y="240"/>
                </a:lnTo>
                <a:lnTo>
                  <a:pt x="827" y="241"/>
                </a:lnTo>
                <a:lnTo>
                  <a:pt x="828" y="241"/>
                </a:lnTo>
                <a:lnTo>
                  <a:pt x="829" y="242"/>
                </a:lnTo>
                <a:lnTo>
                  <a:pt x="829" y="243"/>
                </a:lnTo>
                <a:lnTo>
                  <a:pt x="830" y="243"/>
                </a:lnTo>
                <a:lnTo>
                  <a:pt x="830" y="245"/>
                </a:lnTo>
                <a:lnTo>
                  <a:pt x="830" y="246"/>
                </a:lnTo>
                <a:lnTo>
                  <a:pt x="830" y="247"/>
                </a:lnTo>
                <a:lnTo>
                  <a:pt x="831" y="248"/>
                </a:lnTo>
                <a:lnTo>
                  <a:pt x="831" y="249"/>
                </a:lnTo>
                <a:lnTo>
                  <a:pt x="832" y="249"/>
                </a:lnTo>
                <a:lnTo>
                  <a:pt x="833" y="249"/>
                </a:lnTo>
                <a:lnTo>
                  <a:pt x="834" y="248"/>
                </a:lnTo>
                <a:lnTo>
                  <a:pt x="835" y="248"/>
                </a:lnTo>
                <a:lnTo>
                  <a:pt x="835" y="249"/>
                </a:lnTo>
                <a:lnTo>
                  <a:pt x="834" y="249"/>
                </a:lnTo>
                <a:lnTo>
                  <a:pt x="833" y="250"/>
                </a:lnTo>
                <a:lnTo>
                  <a:pt x="833" y="251"/>
                </a:lnTo>
                <a:lnTo>
                  <a:pt x="834" y="251"/>
                </a:lnTo>
                <a:lnTo>
                  <a:pt x="834" y="252"/>
                </a:lnTo>
                <a:lnTo>
                  <a:pt x="833" y="252"/>
                </a:lnTo>
                <a:lnTo>
                  <a:pt x="832" y="252"/>
                </a:lnTo>
                <a:lnTo>
                  <a:pt x="831" y="252"/>
                </a:lnTo>
                <a:lnTo>
                  <a:pt x="831" y="251"/>
                </a:lnTo>
                <a:lnTo>
                  <a:pt x="831" y="250"/>
                </a:lnTo>
                <a:lnTo>
                  <a:pt x="830" y="250"/>
                </a:lnTo>
                <a:lnTo>
                  <a:pt x="830" y="251"/>
                </a:lnTo>
                <a:lnTo>
                  <a:pt x="829" y="251"/>
                </a:lnTo>
                <a:lnTo>
                  <a:pt x="829" y="250"/>
                </a:lnTo>
                <a:lnTo>
                  <a:pt x="828" y="250"/>
                </a:lnTo>
                <a:lnTo>
                  <a:pt x="827" y="249"/>
                </a:lnTo>
                <a:lnTo>
                  <a:pt x="827" y="248"/>
                </a:lnTo>
                <a:lnTo>
                  <a:pt x="827" y="247"/>
                </a:lnTo>
                <a:lnTo>
                  <a:pt x="826" y="247"/>
                </a:lnTo>
                <a:lnTo>
                  <a:pt x="825" y="247"/>
                </a:lnTo>
                <a:lnTo>
                  <a:pt x="825" y="246"/>
                </a:lnTo>
                <a:lnTo>
                  <a:pt x="824" y="246"/>
                </a:lnTo>
                <a:lnTo>
                  <a:pt x="824" y="247"/>
                </a:lnTo>
                <a:lnTo>
                  <a:pt x="824" y="248"/>
                </a:lnTo>
                <a:lnTo>
                  <a:pt x="825" y="248"/>
                </a:lnTo>
                <a:lnTo>
                  <a:pt x="826" y="247"/>
                </a:lnTo>
                <a:lnTo>
                  <a:pt x="827" y="248"/>
                </a:lnTo>
                <a:lnTo>
                  <a:pt x="827" y="249"/>
                </a:lnTo>
                <a:lnTo>
                  <a:pt x="826" y="249"/>
                </a:lnTo>
                <a:lnTo>
                  <a:pt x="825" y="249"/>
                </a:lnTo>
                <a:lnTo>
                  <a:pt x="824" y="249"/>
                </a:lnTo>
                <a:lnTo>
                  <a:pt x="823" y="249"/>
                </a:lnTo>
                <a:lnTo>
                  <a:pt x="823" y="250"/>
                </a:lnTo>
                <a:lnTo>
                  <a:pt x="822" y="250"/>
                </a:lnTo>
                <a:lnTo>
                  <a:pt x="821" y="251"/>
                </a:lnTo>
                <a:lnTo>
                  <a:pt x="820" y="252"/>
                </a:lnTo>
                <a:lnTo>
                  <a:pt x="820" y="253"/>
                </a:lnTo>
                <a:lnTo>
                  <a:pt x="818" y="255"/>
                </a:lnTo>
                <a:lnTo>
                  <a:pt x="818" y="256"/>
                </a:lnTo>
                <a:lnTo>
                  <a:pt x="818" y="257"/>
                </a:lnTo>
                <a:lnTo>
                  <a:pt x="818" y="258"/>
                </a:lnTo>
                <a:lnTo>
                  <a:pt x="817" y="260"/>
                </a:lnTo>
                <a:lnTo>
                  <a:pt x="816" y="260"/>
                </a:lnTo>
                <a:lnTo>
                  <a:pt x="815" y="260"/>
                </a:lnTo>
                <a:lnTo>
                  <a:pt x="814" y="259"/>
                </a:lnTo>
                <a:lnTo>
                  <a:pt x="815" y="259"/>
                </a:lnTo>
                <a:lnTo>
                  <a:pt x="814" y="258"/>
                </a:lnTo>
                <a:lnTo>
                  <a:pt x="813" y="258"/>
                </a:lnTo>
                <a:lnTo>
                  <a:pt x="812" y="258"/>
                </a:lnTo>
                <a:lnTo>
                  <a:pt x="812" y="259"/>
                </a:lnTo>
                <a:lnTo>
                  <a:pt x="812" y="258"/>
                </a:lnTo>
                <a:lnTo>
                  <a:pt x="811" y="258"/>
                </a:lnTo>
                <a:lnTo>
                  <a:pt x="812" y="257"/>
                </a:lnTo>
                <a:lnTo>
                  <a:pt x="812" y="256"/>
                </a:lnTo>
                <a:lnTo>
                  <a:pt x="813" y="256"/>
                </a:lnTo>
                <a:lnTo>
                  <a:pt x="813" y="254"/>
                </a:lnTo>
                <a:lnTo>
                  <a:pt x="812" y="254"/>
                </a:lnTo>
                <a:lnTo>
                  <a:pt x="812" y="255"/>
                </a:lnTo>
                <a:lnTo>
                  <a:pt x="812" y="256"/>
                </a:lnTo>
                <a:lnTo>
                  <a:pt x="811" y="256"/>
                </a:lnTo>
                <a:lnTo>
                  <a:pt x="811" y="257"/>
                </a:lnTo>
                <a:lnTo>
                  <a:pt x="810" y="257"/>
                </a:lnTo>
                <a:lnTo>
                  <a:pt x="809" y="258"/>
                </a:lnTo>
                <a:lnTo>
                  <a:pt x="808" y="259"/>
                </a:lnTo>
                <a:lnTo>
                  <a:pt x="807" y="260"/>
                </a:lnTo>
                <a:lnTo>
                  <a:pt x="806" y="261"/>
                </a:lnTo>
                <a:lnTo>
                  <a:pt x="806" y="262"/>
                </a:lnTo>
                <a:lnTo>
                  <a:pt x="805" y="263"/>
                </a:lnTo>
                <a:lnTo>
                  <a:pt x="805" y="264"/>
                </a:lnTo>
                <a:lnTo>
                  <a:pt x="804" y="265"/>
                </a:lnTo>
                <a:lnTo>
                  <a:pt x="804" y="266"/>
                </a:lnTo>
                <a:lnTo>
                  <a:pt x="804" y="267"/>
                </a:lnTo>
                <a:lnTo>
                  <a:pt x="804" y="268"/>
                </a:lnTo>
                <a:lnTo>
                  <a:pt x="804" y="269"/>
                </a:lnTo>
                <a:lnTo>
                  <a:pt x="805" y="270"/>
                </a:lnTo>
                <a:lnTo>
                  <a:pt x="806" y="270"/>
                </a:lnTo>
                <a:lnTo>
                  <a:pt x="806" y="271"/>
                </a:lnTo>
                <a:lnTo>
                  <a:pt x="807" y="271"/>
                </a:lnTo>
                <a:lnTo>
                  <a:pt x="807" y="272"/>
                </a:lnTo>
                <a:lnTo>
                  <a:pt x="806" y="272"/>
                </a:lnTo>
                <a:lnTo>
                  <a:pt x="806" y="273"/>
                </a:lnTo>
                <a:lnTo>
                  <a:pt x="806" y="275"/>
                </a:lnTo>
                <a:lnTo>
                  <a:pt x="807" y="276"/>
                </a:lnTo>
                <a:lnTo>
                  <a:pt x="807" y="277"/>
                </a:lnTo>
                <a:lnTo>
                  <a:pt x="807" y="276"/>
                </a:lnTo>
                <a:lnTo>
                  <a:pt x="808" y="277"/>
                </a:lnTo>
                <a:lnTo>
                  <a:pt x="808" y="278"/>
                </a:lnTo>
                <a:lnTo>
                  <a:pt x="808" y="279"/>
                </a:lnTo>
                <a:lnTo>
                  <a:pt x="809" y="280"/>
                </a:lnTo>
                <a:lnTo>
                  <a:pt x="808" y="281"/>
                </a:lnTo>
                <a:lnTo>
                  <a:pt x="808" y="282"/>
                </a:lnTo>
                <a:lnTo>
                  <a:pt x="807" y="283"/>
                </a:lnTo>
                <a:lnTo>
                  <a:pt x="807" y="282"/>
                </a:lnTo>
                <a:lnTo>
                  <a:pt x="806" y="282"/>
                </a:lnTo>
                <a:lnTo>
                  <a:pt x="805" y="282"/>
                </a:lnTo>
                <a:lnTo>
                  <a:pt x="804" y="283"/>
                </a:lnTo>
                <a:lnTo>
                  <a:pt x="804" y="284"/>
                </a:lnTo>
                <a:lnTo>
                  <a:pt x="804" y="285"/>
                </a:lnTo>
                <a:lnTo>
                  <a:pt x="804" y="286"/>
                </a:lnTo>
                <a:lnTo>
                  <a:pt x="804" y="287"/>
                </a:lnTo>
                <a:lnTo>
                  <a:pt x="803" y="287"/>
                </a:lnTo>
                <a:lnTo>
                  <a:pt x="803" y="289"/>
                </a:lnTo>
                <a:lnTo>
                  <a:pt x="803" y="290"/>
                </a:lnTo>
                <a:lnTo>
                  <a:pt x="802" y="291"/>
                </a:lnTo>
                <a:lnTo>
                  <a:pt x="801" y="291"/>
                </a:lnTo>
                <a:lnTo>
                  <a:pt x="800" y="291"/>
                </a:lnTo>
                <a:lnTo>
                  <a:pt x="799" y="290"/>
                </a:lnTo>
                <a:lnTo>
                  <a:pt x="798" y="290"/>
                </a:lnTo>
                <a:lnTo>
                  <a:pt x="797" y="290"/>
                </a:lnTo>
                <a:lnTo>
                  <a:pt x="796" y="291"/>
                </a:lnTo>
                <a:lnTo>
                  <a:pt x="795" y="291"/>
                </a:lnTo>
                <a:lnTo>
                  <a:pt x="794" y="292"/>
                </a:lnTo>
                <a:lnTo>
                  <a:pt x="793" y="292"/>
                </a:lnTo>
                <a:lnTo>
                  <a:pt x="792" y="292"/>
                </a:lnTo>
                <a:lnTo>
                  <a:pt x="791" y="292"/>
                </a:lnTo>
                <a:lnTo>
                  <a:pt x="791" y="293"/>
                </a:lnTo>
                <a:lnTo>
                  <a:pt x="790" y="293"/>
                </a:lnTo>
                <a:lnTo>
                  <a:pt x="789" y="293"/>
                </a:lnTo>
                <a:lnTo>
                  <a:pt x="789" y="294"/>
                </a:lnTo>
                <a:lnTo>
                  <a:pt x="788" y="294"/>
                </a:lnTo>
                <a:lnTo>
                  <a:pt x="788" y="293"/>
                </a:lnTo>
                <a:lnTo>
                  <a:pt x="787" y="293"/>
                </a:lnTo>
                <a:lnTo>
                  <a:pt x="785" y="293"/>
                </a:lnTo>
                <a:lnTo>
                  <a:pt x="784" y="292"/>
                </a:lnTo>
                <a:lnTo>
                  <a:pt x="783" y="292"/>
                </a:lnTo>
                <a:lnTo>
                  <a:pt x="782" y="292"/>
                </a:lnTo>
                <a:lnTo>
                  <a:pt x="782" y="291"/>
                </a:lnTo>
                <a:lnTo>
                  <a:pt x="781" y="291"/>
                </a:lnTo>
                <a:lnTo>
                  <a:pt x="781" y="290"/>
                </a:lnTo>
                <a:lnTo>
                  <a:pt x="780" y="290"/>
                </a:lnTo>
                <a:lnTo>
                  <a:pt x="778" y="291"/>
                </a:lnTo>
                <a:lnTo>
                  <a:pt x="777" y="291"/>
                </a:lnTo>
                <a:lnTo>
                  <a:pt x="775" y="292"/>
                </a:lnTo>
                <a:lnTo>
                  <a:pt x="774" y="293"/>
                </a:lnTo>
                <a:lnTo>
                  <a:pt x="773" y="294"/>
                </a:lnTo>
                <a:lnTo>
                  <a:pt x="772" y="295"/>
                </a:lnTo>
                <a:lnTo>
                  <a:pt x="771" y="296"/>
                </a:lnTo>
                <a:lnTo>
                  <a:pt x="769" y="297"/>
                </a:lnTo>
                <a:lnTo>
                  <a:pt x="769" y="298"/>
                </a:lnTo>
                <a:lnTo>
                  <a:pt x="768" y="299"/>
                </a:lnTo>
                <a:lnTo>
                  <a:pt x="768" y="300"/>
                </a:lnTo>
                <a:lnTo>
                  <a:pt x="767" y="300"/>
                </a:lnTo>
                <a:lnTo>
                  <a:pt x="766" y="303"/>
                </a:lnTo>
                <a:lnTo>
                  <a:pt x="765" y="303"/>
                </a:lnTo>
                <a:lnTo>
                  <a:pt x="765" y="304"/>
                </a:lnTo>
                <a:lnTo>
                  <a:pt x="762" y="307"/>
                </a:lnTo>
                <a:lnTo>
                  <a:pt x="761" y="307"/>
                </a:lnTo>
                <a:lnTo>
                  <a:pt x="761" y="308"/>
                </a:lnTo>
                <a:lnTo>
                  <a:pt x="760" y="309"/>
                </a:lnTo>
                <a:lnTo>
                  <a:pt x="759" y="309"/>
                </a:lnTo>
                <a:lnTo>
                  <a:pt x="757" y="310"/>
                </a:lnTo>
                <a:lnTo>
                  <a:pt x="757" y="311"/>
                </a:lnTo>
                <a:lnTo>
                  <a:pt x="756" y="311"/>
                </a:lnTo>
                <a:lnTo>
                  <a:pt x="755" y="311"/>
                </a:lnTo>
                <a:lnTo>
                  <a:pt x="755" y="310"/>
                </a:lnTo>
                <a:lnTo>
                  <a:pt x="755" y="309"/>
                </a:lnTo>
                <a:lnTo>
                  <a:pt x="754" y="308"/>
                </a:lnTo>
                <a:lnTo>
                  <a:pt x="751" y="308"/>
                </a:lnTo>
                <a:lnTo>
                  <a:pt x="750" y="308"/>
                </a:lnTo>
                <a:lnTo>
                  <a:pt x="749" y="308"/>
                </a:lnTo>
                <a:lnTo>
                  <a:pt x="747" y="309"/>
                </a:lnTo>
                <a:lnTo>
                  <a:pt x="746" y="310"/>
                </a:lnTo>
                <a:lnTo>
                  <a:pt x="746" y="311"/>
                </a:lnTo>
                <a:lnTo>
                  <a:pt x="745" y="311"/>
                </a:lnTo>
                <a:lnTo>
                  <a:pt x="744" y="311"/>
                </a:lnTo>
                <a:lnTo>
                  <a:pt x="743" y="312"/>
                </a:lnTo>
                <a:lnTo>
                  <a:pt x="742" y="313"/>
                </a:lnTo>
                <a:lnTo>
                  <a:pt x="741" y="314"/>
                </a:lnTo>
                <a:lnTo>
                  <a:pt x="740" y="315"/>
                </a:lnTo>
                <a:lnTo>
                  <a:pt x="739" y="315"/>
                </a:lnTo>
                <a:lnTo>
                  <a:pt x="740" y="314"/>
                </a:lnTo>
                <a:lnTo>
                  <a:pt x="739" y="314"/>
                </a:lnTo>
                <a:lnTo>
                  <a:pt x="739" y="315"/>
                </a:lnTo>
                <a:lnTo>
                  <a:pt x="738" y="315"/>
                </a:lnTo>
                <a:lnTo>
                  <a:pt x="737" y="315"/>
                </a:lnTo>
                <a:lnTo>
                  <a:pt x="736" y="315"/>
                </a:lnTo>
                <a:lnTo>
                  <a:pt x="735" y="316"/>
                </a:lnTo>
                <a:lnTo>
                  <a:pt x="735" y="317"/>
                </a:lnTo>
                <a:lnTo>
                  <a:pt x="734" y="317"/>
                </a:lnTo>
                <a:lnTo>
                  <a:pt x="734" y="318"/>
                </a:lnTo>
                <a:lnTo>
                  <a:pt x="733" y="317"/>
                </a:lnTo>
                <a:lnTo>
                  <a:pt x="732" y="317"/>
                </a:lnTo>
                <a:lnTo>
                  <a:pt x="731" y="317"/>
                </a:lnTo>
                <a:lnTo>
                  <a:pt x="730" y="317"/>
                </a:lnTo>
                <a:lnTo>
                  <a:pt x="730" y="318"/>
                </a:lnTo>
                <a:lnTo>
                  <a:pt x="729" y="319"/>
                </a:lnTo>
                <a:lnTo>
                  <a:pt x="728" y="319"/>
                </a:lnTo>
                <a:lnTo>
                  <a:pt x="728" y="320"/>
                </a:lnTo>
                <a:lnTo>
                  <a:pt x="727" y="320"/>
                </a:lnTo>
                <a:lnTo>
                  <a:pt x="726" y="322"/>
                </a:lnTo>
                <a:lnTo>
                  <a:pt x="726" y="323"/>
                </a:lnTo>
                <a:lnTo>
                  <a:pt x="725" y="325"/>
                </a:lnTo>
                <a:lnTo>
                  <a:pt x="724" y="325"/>
                </a:lnTo>
                <a:lnTo>
                  <a:pt x="723" y="325"/>
                </a:lnTo>
                <a:lnTo>
                  <a:pt x="723" y="324"/>
                </a:lnTo>
                <a:lnTo>
                  <a:pt x="722" y="324"/>
                </a:lnTo>
                <a:lnTo>
                  <a:pt x="721" y="323"/>
                </a:lnTo>
                <a:lnTo>
                  <a:pt x="722" y="322"/>
                </a:lnTo>
                <a:lnTo>
                  <a:pt x="722" y="321"/>
                </a:lnTo>
                <a:lnTo>
                  <a:pt x="722" y="320"/>
                </a:lnTo>
                <a:lnTo>
                  <a:pt x="722" y="319"/>
                </a:lnTo>
                <a:lnTo>
                  <a:pt x="722" y="318"/>
                </a:lnTo>
                <a:lnTo>
                  <a:pt x="721" y="318"/>
                </a:lnTo>
                <a:lnTo>
                  <a:pt x="721" y="317"/>
                </a:lnTo>
                <a:lnTo>
                  <a:pt x="720" y="317"/>
                </a:lnTo>
                <a:lnTo>
                  <a:pt x="721" y="316"/>
                </a:lnTo>
                <a:lnTo>
                  <a:pt x="720" y="316"/>
                </a:lnTo>
                <a:lnTo>
                  <a:pt x="720" y="315"/>
                </a:lnTo>
                <a:lnTo>
                  <a:pt x="721" y="315"/>
                </a:lnTo>
                <a:lnTo>
                  <a:pt x="721" y="316"/>
                </a:lnTo>
                <a:lnTo>
                  <a:pt x="722" y="316"/>
                </a:lnTo>
                <a:lnTo>
                  <a:pt x="723" y="317"/>
                </a:lnTo>
                <a:lnTo>
                  <a:pt x="723" y="316"/>
                </a:lnTo>
                <a:lnTo>
                  <a:pt x="722" y="315"/>
                </a:lnTo>
                <a:lnTo>
                  <a:pt x="721" y="315"/>
                </a:lnTo>
                <a:lnTo>
                  <a:pt x="720" y="315"/>
                </a:lnTo>
                <a:lnTo>
                  <a:pt x="719" y="315"/>
                </a:lnTo>
                <a:lnTo>
                  <a:pt x="718" y="314"/>
                </a:lnTo>
                <a:lnTo>
                  <a:pt x="718" y="313"/>
                </a:lnTo>
                <a:lnTo>
                  <a:pt x="717" y="313"/>
                </a:lnTo>
                <a:lnTo>
                  <a:pt x="716" y="313"/>
                </a:lnTo>
                <a:lnTo>
                  <a:pt x="715" y="312"/>
                </a:lnTo>
                <a:lnTo>
                  <a:pt x="714" y="312"/>
                </a:lnTo>
                <a:lnTo>
                  <a:pt x="712" y="312"/>
                </a:lnTo>
                <a:lnTo>
                  <a:pt x="711" y="312"/>
                </a:lnTo>
                <a:lnTo>
                  <a:pt x="710" y="312"/>
                </a:lnTo>
                <a:lnTo>
                  <a:pt x="709" y="313"/>
                </a:lnTo>
                <a:lnTo>
                  <a:pt x="708" y="313"/>
                </a:lnTo>
                <a:lnTo>
                  <a:pt x="708" y="312"/>
                </a:lnTo>
                <a:lnTo>
                  <a:pt x="709" y="312"/>
                </a:lnTo>
                <a:lnTo>
                  <a:pt x="709" y="311"/>
                </a:lnTo>
                <a:lnTo>
                  <a:pt x="709" y="310"/>
                </a:lnTo>
                <a:lnTo>
                  <a:pt x="708" y="310"/>
                </a:lnTo>
                <a:lnTo>
                  <a:pt x="707" y="309"/>
                </a:lnTo>
                <a:lnTo>
                  <a:pt x="706" y="310"/>
                </a:lnTo>
                <a:lnTo>
                  <a:pt x="705" y="310"/>
                </a:lnTo>
                <a:lnTo>
                  <a:pt x="704" y="310"/>
                </a:lnTo>
                <a:lnTo>
                  <a:pt x="703" y="310"/>
                </a:lnTo>
                <a:lnTo>
                  <a:pt x="702" y="310"/>
                </a:lnTo>
                <a:lnTo>
                  <a:pt x="701" y="311"/>
                </a:lnTo>
                <a:lnTo>
                  <a:pt x="700" y="311"/>
                </a:lnTo>
                <a:lnTo>
                  <a:pt x="699" y="312"/>
                </a:lnTo>
                <a:lnTo>
                  <a:pt x="698" y="312"/>
                </a:lnTo>
                <a:lnTo>
                  <a:pt x="697" y="313"/>
                </a:lnTo>
                <a:lnTo>
                  <a:pt x="697" y="314"/>
                </a:lnTo>
                <a:lnTo>
                  <a:pt x="696" y="314"/>
                </a:lnTo>
                <a:lnTo>
                  <a:pt x="696" y="315"/>
                </a:lnTo>
                <a:lnTo>
                  <a:pt x="694" y="316"/>
                </a:lnTo>
                <a:lnTo>
                  <a:pt x="694" y="317"/>
                </a:lnTo>
                <a:lnTo>
                  <a:pt x="693" y="318"/>
                </a:lnTo>
                <a:lnTo>
                  <a:pt x="693" y="319"/>
                </a:lnTo>
                <a:lnTo>
                  <a:pt x="692" y="319"/>
                </a:lnTo>
                <a:lnTo>
                  <a:pt x="693" y="319"/>
                </a:lnTo>
                <a:lnTo>
                  <a:pt x="693" y="320"/>
                </a:lnTo>
                <a:lnTo>
                  <a:pt x="692" y="321"/>
                </a:lnTo>
                <a:lnTo>
                  <a:pt x="691" y="322"/>
                </a:lnTo>
                <a:lnTo>
                  <a:pt x="691" y="323"/>
                </a:lnTo>
                <a:lnTo>
                  <a:pt x="691" y="324"/>
                </a:lnTo>
                <a:lnTo>
                  <a:pt x="690" y="324"/>
                </a:lnTo>
                <a:lnTo>
                  <a:pt x="689" y="325"/>
                </a:lnTo>
                <a:lnTo>
                  <a:pt x="690" y="325"/>
                </a:lnTo>
                <a:lnTo>
                  <a:pt x="690" y="326"/>
                </a:lnTo>
                <a:lnTo>
                  <a:pt x="689" y="327"/>
                </a:lnTo>
                <a:lnTo>
                  <a:pt x="690" y="329"/>
                </a:lnTo>
                <a:lnTo>
                  <a:pt x="691" y="330"/>
                </a:lnTo>
                <a:lnTo>
                  <a:pt x="691" y="331"/>
                </a:lnTo>
                <a:lnTo>
                  <a:pt x="692" y="332"/>
                </a:lnTo>
                <a:lnTo>
                  <a:pt x="693" y="331"/>
                </a:lnTo>
                <a:lnTo>
                  <a:pt x="693" y="330"/>
                </a:lnTo>
                <a:lnTo>
                  <a:pt x="694" y="328"/>
                </a:lnTo>
                <a:lnTo>
                  <a:pt x="693" y="328"/>
                </a:lnTo>
                <a:lnTo>
                  <a:pt x="693" y="327"/>
                </a:lnTo>
                <a:lnTo>
                  <a:pt x="694" y="327"/>
                </a:lnTo>
                <a:lnTo>
                  <a:pt x="695" y="328"/>
                </a:lnTo>
                <a:lnTo>
                  <a:pt x="696" y="328"/>
                </a:lnTo>
                <a:lnTo>
                  <a:pt x="697" y="327"/>
                </a:lnTo>
                <a:lnTo>
                  <a:pt x="698" y="326"/>
                </a:lnTo>
                <a:lnTo>
                  <a:pt x="698" y="327"/>
                </a:lnTo>
                <a:lnTo>
                  <a:pt x="698" y="328"/>
                </a:lnTo>
                <a:lnTo>
                  <a:pt x="698" y="327"/>
                </a:lnTo>
                <a:lnTo>
                  <a:pt x="698" y="328"/>
                </a:lnTo>
                <a:lnTo>
                  <a:pt x="699" y="328"/>
                </a:lnTo>
                <a:lnTo>
                  <a:pt x="698" y="328"/>
                </a:lnTo>
                <a:lnTo>
                  <a:pt x="698" y="329"/>
                </a:lnTo>
                <a:lnTo>
                  <a:pt x="697" y="329"/>
                </a:lnTo>
                <a:lnTo>
                  <a:pt x="696" y="330"/>
                </a:lnTo>
                <a:lnTo>
                  <a:pt x="695" y="331"/>
                </a:lnTo>
                <a:lnTo>
                  <a:pt x="695" y="332"/>
                </a:lnTo>
                <a:lnTo>
                  <a:pt x="694" y="332"/>
                </a:lnTo>
                <a:lnTo>
                  <a:pt x="694" y="333"/>
                </a:lnTo>
                <a:lnTo>
                  <a:pt x="694" y="334"/>
                </a:lnTo>
                <a:lnTo>
                  <a:pt x="694" y="335"/>
                </a:lnTo>
                <a:lnTo>
                  <a:pt x="695" y="336"/>
                </a:lnTo>
                <a:lnTo>
                  <a:pt x="696" y="336"/>
                </a:lnTo>
                <a:lnTo>
                  <a:pt x="696" y="337"/>
                </a:lnTo>
                <a:lnTo>
                  <a:pt x="697" y="337"/>
                </a:lnTo>
                <a:lnTo>
                  <a:pt x="696" y="337"/>
                </a:lnTo>
                <a:lnTo>
                  <a:pt x="695" y="338"/>
                </a:lnTo>
                <a:lnTo>
                  <a:pt x="696" y="338"/>
                </a:lnTo>
                <a:lnTo>
                  <a:pt x="696" y="339"/>
                </a:lnTo>
                <a:lnTo>
                  <a:pt x="695" y="338"/>
                </a:lnTo>
                <a:lnTo>
                  <a:pt x="694" y="337"/>
                </a:lnTo>
                <a:lnTo>
                  <a:pt x="693" y="337"/>
                </a:lnTo>
                <a:lnTo>
                  <a:pt x="692" y="338"/>
                </a:lnTo>
                <a:lnTo>
                  <a:pt x="691" y="337"/>
                </a:lnTo>
                <a:lnTo>
                  <a:pt x="690" y="337"/>
                </a:lnTo>
                <a:lnTo>
                  <a:pt x="689" y="337"/>
                </a:lnTo>
                <a:lnTo>
                  <a:pt x="689" y="336"/>
                </a:lnTo>
                <a:lnTo>
                  <a:pt x="688" y="336"/>
                </a:lnTo>
                <a:lnTo>
                  <a:pt x="687" y="336"/>
                </a:lnTo>
                <a:lnTo>
                  <a:pt x="686" y="336"/>
                </a:lnTo>
                <a:lnTo>
                  <a:pt x="686" y="335"/>
                </a:lnTo>
                <a:lnTo>
                  <a:pt x="685" y="335"/>
                </a:lnTo>
                <a:lnTo>
                  <a:pt x="684" y="335"/>
                </a:lnTo>
                <a:lnTo>
                  <a:pt x="683" y="334"/>
                </a:lnTo>
                <a:lnTo>
                  <a:pt x="681" y="335"/>
                </a:lnTo>
                <a:lnTo>
                  <a:pt x="680" y="335"/>
                </a:lnTo>
                <a:lnTo>
                  <a:pt x="679" y="335"/>
                </a:lnTo>
                <a:lnTo>
                  <a:pt x="678" y="336"/>
                </a:lnTo>
                <a:lnTo>
                  <a:pt x="678" y="337"/>
                </a:lnTo>
                <a:lnTo>
                  <a:pt x="676" y="337"/>
                </a:lnTo>
                <a:lnTo>
                  <a:pt x="675" y="337"/>
                </a:lnTo>
                <a:lnTo>
                  <a:pt x="673" y="337"/>
                </a:lnTo>
                <a:lnTo>
                  <a:pt x="673" y="336"/>
                </a:lnTo>
                <a:lnTo>
                  <a:pt x="672" y="336"/>
                </a:lnTo>
                <a:lnTo>
                  <a:pt x="671" y="336"/>
                </a:lnTo>
                <a:lnTo>
                  <a:pt x="670" y="335"/>
                </a:lnTo>
                <a:lnTo>
                  <a:pt x="670" y="334"/>
                </a:lnTo>
                <a:lnTo>
                  <a:pt x="669" y="335"/>
                </a:lnTo>
                <a:lnTo>
                  <a:pt x="669" y="334"/>
                </a:lnTo>
                <a:lnTo>
                  <a:pt x="668" y="333"/>
                </a:lnTo>
                <a:lnTo>
                  <a:pt x="668" y="332"/>
                </a:lnTo>
                <a:lnTo>
                  <a:pt x="668" y="331"/>
                </a:lnTo>
                <a:lnTo>
                  <a:pt x="669" y="331"/>
                </a:lnTo>
                <a:lnTo>
                  <a:pt x="668" y="330"/>
                </a:lnTo>
                <a:lnTo>
                  <a:pt x="668" y="329"/>
                </a:lnTo>
                <a:lnTo>
                  <a:pt x="669" y="329"/>
                </a:lnTo>
                <a:lnTo>
                  <a:pt x="669" y="328"/>
                </a:lnTo>
                <a:lnTo>
                  <a:pt x="669" y="329"/>
                </a:lnTo>
                <a:lnTo>
                  <a:pt x="670" y="329"/>
                </a:lnTo>
                <a:lnTo>
                  <a:pt x="671" y="329"/>
                </a:lnTo>
                <a:lnTo>
                  <a:pt x="672" y="329"/>
                </a:lnTo>
                <a:lnTo>
                  <a:pt x="673" y="329"/>
                </a:lnTo>
                <a:lnTo>
                  <a:pt x="673" y="330"/>
                </a:lnTo>
                <a:lnTo>
                  <a:pt x="674" y="330"/>
                </a:lnTo>
                <a:lnTo>
                  <a:pt x="675" y="329"/>
                </a:lnTo>
                <a:lnTo>
                  <a:pt x="676" y="329"/>
                </a:lnTo>
                <a:lnTo>
                  <a:pt x="676" y="328"/>
                </a:lnTo>
                <a:lnTo>
                  <a:pt x="677" y="328"/>
                </a:lnTo>
                <a:lnTo>
                  <a:pt x="678" y="327"/>
                </a:lnTo>
                <a:lnTo>
                  <a:pt x="677" y="327"/>
                </a:lnTo>
                <a:lnTo>
                  <a:pt x="677" y="326"/>
                </a:lnTo>
                <a:lnTo>
                  <a:pt x="676" y="325"/>
                </a:lnTo>
                <a:lnTo>
                  <a:pt x="676" y="324"/>
                </a:lnTo>
                <a:lnTo>
                  <a:pt x="675" y="324"/>
                </a:lnTo>
                <a:lnTo>
                  <a:pt x="674" y="324"/>
                </a:lnTo>
                <a:lnTo>
                  <a:pt x="673" y="324"/>
                </a:lnTo>
                <a:lnTo>
                  <a:pt x="673" y="325"/>
                </a:lnTo>
                <a:lnTo>
                  <a:pt x="672" y="326"/>
                </a:lnTo>
                <a:lnTo>
                  <a:pt x="671" y="326"/>
                </a:lnTo>
                <a:lnTo>
                  <a:pt x="670" y="326"/>
                </a:lnTo>
                <a:lnTo>
                  <a:pt x="670" y="327"/>
                </a:lnTo>
                <a:lnTo>
                  <a:pt x="671" y="327"/>
                </a:lnTo>
                <a:lnTo>
                  <a:pt x="671" y="328"/>
                </a:lnTo>
                <a:lnTo>
                  <a:pt x="670" y="328"/>
                </a:lnTo>
                <a:lnTo>
                  <a:pt x="668" y="327"/>
                </a:lnTo>
                <a:lnTo>
                  <a:pt x="668" y="326"/>
                </a:lnTo>
                <a:lnTo>
                  <a:pt x="667" y="326"/>
                </a:lnTo>
                <a:lnTo>
                  <a:pt x="665" y="325"/>
                </a:lnTo>
                <a:lnTo>
                  <a:pt x="664" y="325"/>
                </a:lnTo>
                <a:lnTo>
                  <a:pt x="663" y="325"/>
                </a:lnTo>
                <a:lnTo>
                  <a:pt x="662" y="325"/>
                </a:lnTo>
                <a:lnTo>
                  <a:pt x="661" y="325"/>
                </a:lnTo>
                <a:lnTo>
                  <a:pt x="659" y="325"/>
                </a:lnTo>
                <a:lnTo>
                  <a:pt x="659" y="326"/>
                </a:lnTo>
                <a:lnTo>
                  <a:pt x="658" y="326"/>
                </a:lnTo>
                <a:lnTo>
                  <a:pt x="657" y="326"/>
                </a:lnTo>
                <a:lnTo>
                  <a:pt x="656" y="326"/>
                </a:lnTo>
                <a:lnTo>
                  <a:pt x="655" y="326"/>
                </a:lnTo>
                <a:lnTo>
                  <a:pt x="654" y="327"/>
                </a:lnTo>
                <a:lnTo>
                  <a:pt x="654" y="326"/>
                </a:lnTo>
                <a:lnTo>
                  <a:pt x="655" y="326"/>
                </a:lnTo>
                <a:lnTo>
                  <a:pt x="654" y="325"/>
                </a:lnTo>
                <a:lnTo>
                  <a:pt x="654" y="324"/>
                </a:lnTo>
                <a:lnTo>
                  <a:pt x="655" y="324"/>
                </a:lnTo>
                <a:lnTo>
                  <a:pt x="656" y="323"/>
                </a:lnTo>
                <a:lnTo>
                  <a:pt x="658" y="322"/>
                </a:lnTo>
                <a:lnTo>
                  <a:pt x="658" y="321"/>
                </a:lnTo>
                <a:lnTo>
                  <a:pt x="659" y="320"/>
                </a:lnTo>
                <a:lnTo>
                  <a:pt x="660" y="320"/>
                </a:lnTo>
                <a:lnTo>
                  <a:pt x="660" y="319"/>
                </a:lnTo>
                <a:lnTo>
                  <a:pt x="660" y="318"/>
                </a:lnTo>
                <a:lnTo>
                  <a:pt x="661" y="318"/>
                </a:lnTo>
                <a:lnTo>
                  <a:pt x="661" y="317"/>
                </a:lnTo>
                <a:lnTo>
                  <a:pt x="662" y="317"/>
                </a:lnTo>
                <a:lnTo>
                  <a:pt x="662" y="316"/>
                </a:lnTo>
                <a:lnTo>
                  <a:pt x="663" y="316"/>
                </a:lnTo>
                <a:lnTo>
                  <a:pt x="663" y="315"/>
                </a:lnTo>
                <a:lnTo>
                  <a:pt x="663" y="313"/>
                </a:lnTo>
                <a:lnTo>
                  <a:pt x="663" y="312"/>
                </a:lnTo>
                <a:lnTo>
                  <a:pt x="663" y="311"/>
                </a:lnTo>
                <a:lnTo>
                  <a:pt x="663" y="310"/>
                </a:lnTo>
                <a:lnTo>
                  <a:pt x="664" y="309"/>
                </a:lnTo>
                <a:lnTo>
                  <a:pt x="663" y="309"/>
                </a:lnTo>
                <a:lnTo>
                  <a:pt x="663" y="310"/>
                </a:lnTo>
                <a:lnTo>
                  <a:pt x="663" y="311"/>
                </a:lnTo>
                <a:lnTo>
                  <a:pt x="662" y="311"/>
                </a:lnTo>
                <a:lnTo>
                  <a:pt x="662" y="310"/>
                </a:lnTo>
                <a:lnTo>
                  <a:pt x="661" y="310"/>
                </a:lnTo>
                <a:lnTo>
                  <a:pt x="661" y="311"/>
                </a:lnTo>
                <a:lnTo>
                  <a:pt x="662" y="311"/>
                </a:lnTo>
                <a:lnTo>
                  <a:pt x="662" y="312"/>
                </a:lnTo>
                <a:lnTo>
                  <a:pt x="662" y="313"/>
                </a:lnTo>
                <a:lnTo>
                  <a:pt x="662" y="314"/>
                </a:lnTo>
                <a:lnTo>
                  <a:pt x="662" y="315"/>
                </a:lnTo>
                <a:lnTo>
                  <a:pt x="661" y="315"/>
                </a:lnTo>
                <a:lnTo>
                  <a:pt x="661" y="316"/>
                </a:lnTo>
                <a:lnTo>
                  <a:pt x="660" y="316"/>
                </a:lnTo>
                <a:lnTo>
                  <a:pt x="659" y="317"/>
                </a:lnTo>
                <a:lnTo>
                  <a:pt x="659" y="318"/>
                </a:lnTo>
                <a:lnTo>
                  <a:pt x="659" y="319"/>
                </a:lnTo>
                <a:lnTo>
                  <a:pt x="658" y="319"/>
                </a:lnTo>
                <a:lnTo>
                  <a:pt x="658" y="320"/>
                </a:lnTo>
                <a:lnTo>
                  <a:pt x="657" y="320"/>
                </a:lnTo>
                <a:lnTo>
                  <a:pt x="657" y="321"/>
                </a:lnTo>
                <a:lnTo>
                  <a:pt x="657" y="322"/>
                </a:lnTo>
                <a:lnTo>
                  <a:pt x="656" y="322"/>
                </a:lnTo>
                <a:lnTo>
                  <a:pt x="655" y="322"/>
                </a:lnTo>
                <a:lnTo>
                  <a:pt x="655" y="321"/>
                </a:lnTo>
                <a:lnTo>
                  <a:pt x="654" y="321"/>
                </a:lnTo>
                <a:lnTo>
                  <a:pt x="653" y="321"/>
                </a:lnTo>
                <a:lnTo>
                  <a:pt x="652" y="321"/>
                </a:lnTo>
                <a:lnTo>
                  <a:pt x="651" y="321"/>
                </a:lnTo>
                <a:lnTo>
                  <a:pt x="650" y="321"/>
                </a:lnTo>
                <a:lnTo>
                  <a:pt x="649" y="321"/>
                </a:lnTo>
                <a:lnTo>
                  <a:pt x="649" y="322"/>
                </a:lnTo>
                <a:lnTo>
                  <a:pt x="648" y="322"/>
                </a:lnTo>
                <a:lnTo>
                  <a:pt x="647" y="322"/>
                </a:lnTo>
                <a:lnTo>
                  <a:pt x="647" y="323"/>
                </a:lnTo>
                <a:lnTo>
                  <a:pt x="647" y="324"/>
                </a:lnTo>
                <a:lnTo>
                  <a:pt x="646" y="324"/>
                </a:lnTo>
                <a:lnTo>
                  <a:pt x="646" y="325"/>
                </a:lnTo>
                <a:lnTo>
                  <a:pt x="646" y="326"/>
                </a:lnTo>
                <a:lnTo>
                  <a:pt x="648" y="326"/>
                </a:lnTo>
                <a:lnTo>
                  <a:pt x="649" y="327"/>
                </a:lnTo>
                <a:lnTo>
                  <a:pt x="648" y="328"/>
                </a:lnTo>
                <a:lnTo>
                  <a:pt x="647" y="328"/>
                </a:lnTo>
                <a:lnTo>
                  <a:pt x="647" y="327"/>
                </a:lnTo>
                <a:lnTo>
                  <a:pt x="646" y="327"/>
                </a:lnTo>
                <a:lnTo>
                  <a:pt x="645" y="327"/>
                </a:lnTo>
                <a:lnTo>
                  <a:pt x="645" y="326"/>
                </a:lnTo>
                <a:lnTo>
                  <a:pt x="644" y="325"/>
                </a:lnTo>
                <a:lnTo>
                  <a:pt x="645" y="325"/>
                </a:lnTo>
                <a:lnTo>
                  <a:pt x="644" y="324"/>
                </a:lnTo>
                <a:lnTo>
                  <a:pt x="643" y="324"/>
                </a:lnTo>
                <a:lnTo>
                  <a:pt x="642" y="325"/>
                </a:lnTo>
                <a:lnTo>
                  <a:pt x="641" y="325"/>
                </a:lnTo>
                <a:lnTo>
                  <a:pt x="640" y="325"/>
                </a:lnTo>
                <a:lnTo>
                  <a:pt x="639" y="326"/>
                </a:lnTo>
                <a:lnTo>
                  <a:pt x="638" y="327"/>
                </a:lnTo>
                <a:lnTo>
                  <a:pt x="636" y="327"/>
                </a:lnTo>
                <a:lnTo>
                  <a:pt x="635" y="327"/>
                </a:lnTo>
                <a:lnTo>
                  <a:pt x="634" y="328"/>
                </a:lnTo>
                <a:lnTo>
                  <a:pt x="633" y="328"/>
                </a:lnTo>
                <a:lnTo>
                  <a:pt x="632" y="327"/>
                </a:lnTo>
                <a:lnTo>
                  <a:pt x="632" y="328"/>
                </a:lnTo>
                <a:lnTo>
                  <a:pt x="632" y="329"/>
                </a:lnTo>
                <a:lnTo>
                  <a:pt x="632" y="330"/>
                </a:lnTo>
                <a:lnTo>
                  <a:pt x="632" y="331"/>
                </a:lnTo>
                <a:lnTo>
                  <a:pt x="632" y="332"/>
                </a:lnTo>
                <a:lnTo>
                  <a:pt x="632" y="333"/>
                </a:lnTo>
                <a:lnTo>
                  <a:pt x="631" y="334"/>
                </a:lnTo>
                <a:lnTo>
                  <a:pt x="630" y="334"/>
                </a:lnTo>
                <a:lnTo>
                  <a:pt x="629" y="335"/>
                </a:lnTo>
                <a:lnTo>
                  <a:pt x="629" y="336"/>
                </a:lnTo>
                <a:lnTo>
                  <a:pt x="629" y="337"/>
                </a:lnTo>
                <a:lnTo>
                  <a:pt x="630" y="337"/>
                </a:lnTo>
                <a:lnTo>
                  <a:pt x="631" y="337"/>
                </a:lnTo>
                <a:lnTo>
                  <a:pt x="631" y="338"/>
                </a:lnTo>
                <a:lnTo>
                  <a:pt x="631" y="339"/>
                </a:lnTo>
                <a:lnTo>
                  <a:pt x="630" y="339"/>
                </a:lnTo>
                <a:lnTo>
                  <a:pt x="629" y="339"/>
                </a:lnTo>
                <a:lnTo>
                  <a:pt x="628" y="340"/>
                </a:lnTo>
                <a:lnTo>
                  <a:pt x="626" y="341"/>
                </a:lnTo>
                <a:lnTo>
                  <a:pt x="626" y="342"/>
                </a:lnTo>
                <a:lnTo>
                  <a:pt x="625" y="342"/>
                </a:lnTo>
                <a:lnTo>
                  <a:pt x="625" y="341"/>
                </a:lnTo>
                <a:lnTo>
                  <a:pt x="624" y="341"/>
                </a:lnTo>
                <a:lnTo>
                  <a:pt x="623" y="341"/>
                </a:lnTo>
                <a:lnTo>
                  <a:pt x="622" y="341"/>
                </a:lnTo>
                <a:lnTo>
                  <a:pt x="622" y="340"/>
                </a:lnTo>
                <a:lnTo>
                  <a:pt x="621" y="339"/>
                </a:lnTo>
                <a:lnTo>
                  <a:pt x="621" y="338"/>
                </a:lnTo>
                <a:lnTo>
                  <a:pt x="622" y="338"/>
                </a:lnTo>
                <a:lnTo>
                  <a:pt x="622" y="337"/>
                </a:lnTo>
                <a:lnTo>
                  <a:pt x="622" y="336"/>
                </a:lnTo>
                <a:lnTo>
                  <a:pt x="621" y="336"/>
                </a:lnTo>
                <a:lnTo>
                  <a:pt x="619" y="335"/>
                </a:lnTo>
                <a:lnTo>
                  <a:pt x="618" y="335"/>
                </a:lnTo>
                <a:lnTo>
                  <a:pt x="617" y="335"/>
                </a:lnTo>
                <a:lnTo>
                  <a:pt x="616" y="335"/>
                </a:lnTo>
                <a:lnTo>
                  <a:pt x="615" y="335"/>
                </a:lnTo>
                <a:lnTo>
                  <a:pt x="614" y="335"/>
                </a:lnTo>
                <a:lnTo>
                  <a:pt x="613" y="334"/>
                </a:lnTo>
                <a:lnTo>
                  <a:pt x="613" y="333"/>
                </a:lnTo>
                <a:lnTo>
                  <a:pt x="612" y="333"/>
                </a:lnTo>
                <a:lnTo>
                  <a:pt x="612" y="334"/>
                </a:lnTo>
                <a:lnTo>
                  <a:pt x="611" y="334"/>
                </a:lnTo>
                <a:lnTo>
                  <a:pt x="611" y="335"/>
                </a:lnTo>
                <a:lnTo>
                  <a:pt x="612" y="335"/>
                </a:lnTo>
                <a:lnTo>
                  <a:pt x="613" y="336"/>
                </a:lnTo>
                <a:lnTo>
                  <a:pt x="613" y="337"/>
                </a:lnTo>
                <a:lnTo>
                  <a:pt x="613" y="338"/>
                </a:lnTo>
                <a:lnTo>
                  <a:pt x="614" y="338"/>
                </a:lnTo>
                <a:lnTo>
                  <a:pt x="614" y="339"/>
                </a:lnTo>
                <a:lnTo>
                  <a:pt x="615" y="339"/>
                </a:lnTo>
                <a:lnTo>
                  <a:pt x="616" y="339"/>
                </a:lnTo>
                <a:lnTo>
                  <a:pt x="617" y="339"/>
                </a:lnTo>
                <a:lnTo>
                  <a:pt x="617" y="338"/>
                </a:lnTo>
                <a:lnTo>
                  <a:pt x="618" y="338"/>
                </a:lnTo>
                <a:lnTo>
                  <a:pt x="618" y="339"/>
                </a:lnTo>
                <a:lnTo>
                  <a:pt x="619" y="340"/>
                </a:lnTo>
                <a:lnTo>
                  <a:pt x="620" y="340"/>
                </a:lnTo>
                <a:lnTo>
                  <a:pt x="622" y="341"/>
                </a:lnTo>
                <a:lnTo>
                  <a:pt x="623" y="342"/>
                </a:lnTo>
                <a:lnTo>
                  <a:pt x="624" y="342"/>
                </a:lnTo>
                <a:lnTo>
                  <a:pt x="624" y="343"/>
                </a:lnTo>
                <a:lnTo>
                  <a:pt x="623" y="344"/>
                </a:lnTo>
                <a:lnTo>
                  <a:pt x="622" y="345"/>
                </a:lnTo>
                <a:lnTo>
                  <a:pt x="621" y="346"/>
                </a:lnTo>
                <a:lnTo>
                  <a:pt x="620" y="347"/>
                </a:lnTo>
                <a:lnTo>
                  <a:pt x="619" y="348"/>
                </a:lnTo>
                <a:lnTo>
                  <a:pt x="619" y="350"/>
                </a:lnTo>
                <a:lnTo>
                  <a:pt x="618" y="351"/>
                </a:lnTo>
                <a:lnTo>
                  <a:pt x="618" y="352"/>
                </a:lnTo>
                <a:lnTo>
                  <a:pt x="617" y="353"/>
                </a:lnTo>
                <a:lnTo>
                  <a:pt x="617" y="354"/>
                </a:lnTo>
                <a:lnTo>
                  <a:pt x="617" y="355"/>
                </a:lnTo>
                <a:lnTo>
                  <a:pt x="617" y="356"/>
                </a:lnTo>
                <a:lnTo>
                  <a:pt x="617" y="357"/>
                </a:lnTo>
                <a:lnTo>
                  <a:pt x="619" y="358"/>
                </a:lnTo>
                <a:lnTo>
                  <a:pt x="619" y="359"/>
                </a:lnTo>
                <a:lnTo>
                  <a:pt x="619" y="360"/>
                </a:lnTo>
                <a:lnTo>
                  <a:pt x="618" y="360"/>
                </a:lnTo>
                <a:lnTo>
                  <a:pt x="617" y="360"/>
                </a:lnTo>
                <a:lnTo>
                  <a:pt x="616" y="361"/>
                </a:lnTo>
                <a:lnTo>
                  <a:pt x="615" y="361"/>
                </a:lnTo>
                <a:lnTo>
                  <a:pt x="615" y="360"/>
                </a:lnTo>
                <a:lnTo>
                  <a:pt x="616" y="360"/>
                </a:lnTo>
                <a:lnTo>
                  <a:pt x="616" y="359"/>
                </a:lnTo>
                <a:lnTo>
                  <a:pt x="616" y="358"/>
                </a:lnTo>
                <a:lnTo>
                  <a:pt x="616" y="357"/>
                </a:lnTo>
                <a:lnTo>
                  <a:pt x="616" y="356"/>
                </a:lnTo>
                <a:lnTo>
                  <a:pt x="615" y="356"/>
                </a:lnTo>
                <a:lnTo>
                  <a:pt x="615" y="355"/>
                </a:lnTo>
                <a:lnTo>
                  <a:pt x="614" y="355"/>
                </a:lnTo>
                <a:lnTo>
                  <a:pt x="613" y="355"/>
                </a:lnTo>
                <a:lnTo>
                  <a:pt x="612" y="355"/>
                </a:lnTo>
                <a:lnTo>
                  <a:pt x="612" y="354"/>
                </a:lnTo>
                <a:lnTo>
                  <a:pt x="611" y="354"/>
                </a:lnTo>
                <a:lnTo>
                  <a:pt x="610" y="355"/>
                </a:lnTo>
                <a:lnTo>
                  <a:pt x="608" y="355"/>
                </a:lnTo>
                <a:lnTo>
                  <a:pt x="608" y="356"/>
                </a:lnTo>
                <a:lnTo>
                  <a:pt x="607" y="356"/>
                </a:lnTo>
                <a:lnTo>
                  <a:pt x="606" y="356"/>
                </a:lnTo>
                <a:lnTo>
                  <a:pt x="605" y="357"/>
                </a:lnTo>
                <a:lnTo>
                  <a:pt x="605" y="356"/>
                </a:lnTo>
                <a:lnTo>
                  <a:pt x="604" y="356"/>
                </a:lnTo>
                <a:lnTo>
                  <a:pt x="603" y="356"/>
                </a:lnTo>
                <a:lnTo>
                  <a:pt x="602" y="356"/>
                </a:lnTo>
                <a:lnTo>
                  <a:pt x="601" y="356"/>
                </a:lnTo>
                <a:lnTo>
                  <a:pt x="601" y="357"/>
                </a:lnTo>
                <a:lnTo>
                  <a:pt x="600" y="357"/>
                </a:lnTo>
                <a:lnTo>
                  <a:pt x="599" y="357"/>
                </a:lnTo>
                <a:lnTo>
                  <a:pt x="599" y="356"/>
                </a:lnTo>
                <a:lnTo>
                  <a:pt x="598" y="356"/>
                </a:lnTo>
                <a:lnTo>
                  <a:pt x="597" y="356"/>
                </a:lnTo>
                <a:lnTo>
                  <a:pt x="597" y="355"/>
                </a:lnTo>
                <a:lnTo>
                  <a:pt x="598" y="354"/>
                </a:lnTo>
                <a:lnTo>
                  <a:pt x="598" y="353"/>
                </a:lnTo>
                <a:lnTo>
                  <a:pt x="598" y="352"/>
                </a:lnTo>
                <a:lnTo>
                  <a:pt x="598" y="351"/>
                </a:lnTo>
                <a:lnTo>
                  <a:pt x="598" y="350"/>
                </a:lnTo>
                <a:lnTo>
                  <a:pt x="597" y="350"/>
                </a:lnTo>
                <a:lnTo>
                  <a:pt x="596" y="350"/>
                </a:lnTo>
                <a:lnTo>
                  <a:pt x="596" y="349"/>
                </a:lnTo>
                <a:lnTo>
                  <a:pt x="597" y="348"/>
                </a:lnTo>
                <a:lnTo>
                  <a:pt x="597" y="347"/>
                </a:lnTo>
                <a:lnTo>
                  <a:pt x="597" y="346"/>
                </a:lnTo>
                <a:lnTo>
                  <a:pt x="598" y="346"/>
                </a:lnTo>
                <a:lnTo>
                  <a:pt x="598" y="345"/>
                </a:lnTo>
                <a:lnTo>
                  <a:pt x="598" y="344"/>
                </a:lnTo>
                <a:lnTo>
                  <a:pt x="597" y="343"/>
                </a:lnTo>
                <a:lnTo>
                  <a:pt x="596" y="342"/>
                </a:lnTo>
                <a:lnTo>
                  <a:pt x="596" y="341"/>
                </a:lnTo>
                <a:lnTo>
                  <a:pt x="596" y="340"/>
                </a:lnTo>
                <a:lnTo>
                  <a:pt x="596" y="339"/>
                </a:lnTo>
                <a:lnTo>
                  <a:pt x="596" y="338"/>
                </a:lnTo>
                <a:lnTo>
                  <a:pt x="597" y="338"/>
                </a:lnTo>
                <a:lnTo>
                  <a:pt x="597" y="337"/>
                </a:lnTo>
                <a:lnTo>
                  <a:pt x="598" y="336"/>
                </a:lnTo>
                <a:lnTo>
                  <a:pt x="599" y="335"/>
                </a:lnTo>
                <a:lnTo>
                  <a:pt x="600" y="335"/>
                </a:lnTo>
                <a:lnTo>
                  <a:pt x="602" y="333"/>
                </a:lnTo>
                <a:lnTo>
                  <a:pt x="603" y="333"/>
                </a:lnTo>
                <a:lnTo>
                  <a:pt x="604" y="333"/>
                </a:lnTo>
                <a:lnTo>
                  <a:pt x="605" y="332"/>
                </a:lnTo>
                <a:lnTo>
                  <a:pt x="606" y="331"/>
                </a:lnTo>
                <a:lnTo>
                  <a:pt x="605" y="330"/>
                </a:lnTo>
                <a:lnTo>
                  <a:pt x="604" y="330"/>
                </a:lnTo>
                <a:lnTo>
                  <a:pt x="603" y="329"/>
                </a:lnTo>
                <a:lnTo>
                  <a:pt x="602" y="328"/>
                </a:lnTo>
                <a:lnTo>
                  <a:pt x="602" y="327"/>
                </a:lnTo>
                <a:lnTo>
                  <a:pt x="601" y="327"/>
                </a:lnTo>
                <a:lnTo>
                  <a:pt x="600" y="326"/>
                </a:lnTo>
                <a:lnTo>
                  <a:pt x="599" y="326"/>
                </a:lnTo>
                <a:lnTo>
                  <a:pt x="600" y="326"/>
                </a:lnTo>
                <a:lnTo>
                  <a:pt x="601" y="327"/>
                </a:lnTo>
                <a:lnTo>
                  <a:pt x="601" y="328"/>
                </a:lnTo>
                <a:lnTo>
                  <a:pt x="600" y="328"/>
                </a:lnTo>
                <a:lnTo>
                  <a:pt x="600" y="327"/>
                </a:lnTo>
                <a:lnTo>
                  <a:pt x="599" y="327"/>
                </a:lnTo>
                <a:lnTo>
                  <a:pt x="599" y="326"/>
                </a:lnTo>
                <a:lnTo>
                  <a:pt x="598" y="326"/>
                </a:lnTo>
                <a:lnTo>
                  <a:pt x="598" y="327"/>
                </a:lnTo>
                <a:lnTo>
                  <a:pt x="599" y="327"/>
                </a:lnTo>
                <a:lnTo>
                  <a:pt x="599" y="328"/>
                </a:lnTo>
                <a:lnTo>
                  <a:pt x="599" y="329"/>
                </a:lnTo>
                <a:lnTo>
                  <a:pt x="599" y="330"/>
                </a:lnTo>
                <a:lnTo>
                  <a:pt x="599" y="331"/>
                </a:lnTo>
                <a:lnTo>
                  <a:pt x="599" y="332"/>
                </a:lnTo>
                <a:lnTo>
                  <a:pt x="598" y="332"/>
                </a:lnTo>
                <a:lnTo>
                  <a:pt x="597" y="333"/>
                </a:lnTo>
                <a:lnTo>
                  <a:pt x="596" y="334"/>
                </a:lnTo>
                <a:lnTo>
                  <a:pt x="595" y="334"/>
                </a:lnTo>
                <a:lnTo>
                  <a:pt x="595" y="333"/>
                </a:lnTo>
                <a:lnTo>
                  <a:pt x="594" y="333"/>
                </a:lnTo>
                <a:lnTo>
                  <a:pt x="593" y="333"/>
                </a:lnTo>
                <a:lnTo>
                  <a:pt x="593" y="332"/>
                </a:lnTo>
                <a:lnTo>
                  <a:pt x="593" y="331"/>
                </a:lnTo>
                <a:lnTo>
                  <a:pt x="592" y="331"/>
                </a:lnTo>
                <a:lnTo>
                  <a:pt x="592" y="332"/>
                </a:lnTo>
                <a:lnTo>
                  <a:pt x="591" y="332"/>
                </a:lnTo>
                <a:lnTo>
                  <a:pt x="590" y="332"/>
                </a:lnTo>
                <a:lnTo>
                  <a:pt x="589" y="332"/>
                </a:lnTo>
                <a:lnTo>
                  <a:pt x="589" y="333"/>
                </a:lnTo>
                <a:lnTo>
                  <a:pt x="589" y="334"/>
                </a:lnTo>
                <a:lnTo>
                  <a:pt x="588" y="334"/>
                </a:lnTo>
                <a:lnTo>
                  <a:pt x="587" y="334"/>
                </a:lnTo>
                <a:lnTo>
                  <a:pt x="586" y="335"/>
                </a:lnTo>
                <a:lnTo>
                  <a:pt x="585" y="336"/>
                </a:lnTo>
                <a:lnTo>
                  <a:pt x="584" y="336"/>
                </a:lnTo>
                <a:lnTo>
                  <a:pt x="584" y="337"/>
                </a:lnTo>
                <a:lnTo>
                  <a:pt x="584" y="338"/>
                </a:lnTo>
                <a:lnTo>
                  <a:pt x="583" y="338"/>
                </a:lnTo>
                <a:lnTo>
                  <a:pt x="580" y="340"/>
                </a:lnTo>
                <a:lnTo>
                  <a:pt x="578" y="341"/>
                </a:lnTo>
                <a:lnTo>
                  <a:pt x="576" y="342"/>
                </a:lnTo>
                <a:lnTo>
                  <a:pt x="575" y="342"/>
                </a:lnTo>
                <a:lnTo>
                  <a:pt x="575" y="343"/>
                </a:lnTo>
                <a:lnTo>
                  <a:pt x="576" y="343"/>
                </a:lnTo>
                <a:lnTo>
                  <a:pt x="576" y="344"/>
                </a:lnTo>
                <a:lnTo>
                  <a:pt x="576" y="345"/>
                </a:lnTo>
                <a:lnTo>
                  <a:pt x="577" y="345"/>
                </a:lnTo>
                <a:lnTo>
                  <a:pt x="577" y="346"/>
                </a:lnTo>
                <a:lnTo>
                  <a:pt x="577" y="347"/>
                </a:lnTo>
                <a:lnTo>
                  <a:pt x="576" y="347"/>
                </a:lnTo>
                <a:lnTo>
                  <a:pt x="575" y="346"/>
                </a:lnTo>
                <a:lnTo>
                  <a:pt x="575" y="345"/>
                </a:lnTo>
                <a:lnTo>
                  <a:pt x="574" y="345"/>
                </a:lnTo>
                <a:lnTo>
                  <a:pt x="573" y="345"/>
                </a:lnTo>
                <a:lnTo>
                  <a:pt x="572" y="344"/>
                </a:lnTo>
                <a:lnTo>
                  <a:pt x="571" y="344"/>
                </a:lnTo>
                <a:lnTo>
                  <a:pt x="571" y="345"/>
                </a:lnTo>
                <a:lnTo>
                  <a:pt x="572" y="346"/>
                </a:lnTo>
                <a:lnTo>
                  <a:pt x="573" y="347"/>
                </a:lnTo>
                <a:lnTo>
                  <a:pt x="573" y="348"/>
                </a:lnTo>
                <a:lnTo>
                  <a:pt x="572" y="348"/>
                </a:lnTo>
                <a:lnTo>
                  <a:pt x="571" y="348"/>
                </a:lnTo>
                <a:lnTo>
                  <a:pt x="570" y="348"/>
                </a:lnTo>
                <a:lnTo>
                  <a:pt x="569" y="349"/>
                </a:lnTo>
                <a:lnTo>
                  <a:pt x="570" y="349"/>
                </a:lnTo>
                <a:lnTo>
                  <a:pt x="570" y="350"/>
                </a:lnTo>
                <a:lnTo>
                  <a:pt x="569" y="350"/>
                </a:lnTo>
                <a:lnTo>
                  <a:pt x="569" y="351"/>
                </a:lnTo>
                <a:lnTo>
                  <a:pt x="568" y="352"/>
                </a:lnTo>
                <a:lnTo>
                  <a:pt x="569" y="353"/>
                </a:lnTo>
                <a:lnTo>
                  <a:pt x="570" y="353"/>
                </a:lnTo>
                <a:lnTo>
                  <a:pt x="570" y="352"/>
                </a:lnTo>
                <a:lnTo>
                  <a:pt x="571" y="352"/>
                </a:lnTo>
                <a:lnTo>
                  <a:pt x="572" y="352"/>
                </a:lnTo>
                <a:lnTo>
                  <a:pt x="573" y="352"/>
                </a:lnTo>
                <a:lnTo>
                  <a:pt x="574" y="352"/>
                </a:lnTo>
                <a:lnTo>
                  <a:pt x="575" y="352"/>
                </a:lnTo>
                <a:lnTo>
                  <a:pt x="576" y="352"/>
                </a:lnTo>
                <a:lnTo>
                  <a:pt x="577" y="352"/>
                </a:lnTo>
                <a:lnTo>
                  <a:pt x="577" y="351"/>
                </a:lnTo>
                <a:lnTo>
                  <a:pt x="577" y="350"/>
                </a:lnTo>
                <a:lnTo>
                  <a:pt x="578" y="350"/>
                </a:lnTo>
                <a:lnTo>
                  <a:pt x="579" y="351"/>
                </a:lnTo>
                <a:lnTo>
                  <a:pt x="580" y="351"/>
                </a:lnTo>
                <a:lnTo>
                  <a:pt x="579" y="352"/>
                </a:lnTo>
                <a:lnTo>
                  <a:pt x="579" y="353"/>
                </a:lnTo>
                <a:lnTo>
                  <a:pt x="578" y="353"/>
                </a:lnTo>
                <a:lnTo>
                  <a:pt x="578" y="354"/>
                </a:lnTo>
                <a:lnTo>
                  <a:pt x="578" y="355"/>
                </a:lnTo>
                <a:lnTo>
                  <a:pt x="578" y="356"/>
                </a:lnTo>
                <a:lnTo>
                  <a:pt x="577" y="357"/>
                </a:lnTo>
                <a:lnTo>
                  <a:pt x="576" y="357"/>
                </a:lnTo>
                <a:lnTo>
                  <a:pt x="574" y="359"/>
                </a:lnTo>
                <a:lnTo>
                  <a:pt x="573" y="359"/>
                </a:lnTo>
                <a:lnTo>
                  <a:pt x="573" y="360"/>
                </a:lnTo>
                <a:lnTo>
                  <a:pt x="572" y="360"/>
                </a:lnTo>
                <a:lnTo>
                  <a:pt x="571" y="360"/>
                </a:lnTo>
                <a:lnTo>
                  <a:pt x="571" y="359"/>
                </a:lnTo>
                <a:lnTo>
                  <a:pt x="570" y="360"/>
                </a:lnTo>
                <a:lnTo>
                  <a:pt x="569" y="361"/>
                </a:lnTo>
                <a:lnTo>
                  <a:pt x="569" y="362"/>
                </a:lnTo>
                <a:lnTo>
                  <a:pt x="570" y="363"/>
                </a:lnTo>
                <a:lnTo>
                  <a:pt x="570" y="364"/>
                </a:lnTo>
                <a:lnTo>
                  <a:pt x="569" y="364"/>
                </a:lnTo>
                <a:lnTo>
                  <a:pt x="570" y="365"/>
                </a:lnTo>
                <a:lnTo>
                  <a:pt x="572" y="365"/>
                </a:lnTo>
                <a:lnTo>
                  <a:pt x="573" y="364"/>
                </a:lnTo>
                <a:lnTo>
                  <a:pt x="573" y="363"/>
                </a:lnTo>
                <a:lnTo>
                  <a:pt x="572" y="363"/>
                </a:lnTo>
                <a:lnTo>
                  <a:pt x="573" y="363"/>
                </a:lnTo>
                <a:lnTo>
                  <a:pt x="574" y="362"/>
                </a:lnTo>
                <a:lnTo>
                  <a:pt x="575" y="362"/>
                </a:lnTo>
                <a:lnTo>
                  <a:pt x="576" y="364"/>
                </a:lnTo>
                <a:lnTo>
                  <a:pt x="577" y="364"/>
                </a:lnTo>
                <a:lnTo>
                  <a:pt x="577" y="365"/>
                </a:lnTo>
                <a:lnTo>
                  <a:pt x="578" y="365"/>
                </a:lnTo>
                <a:lnTo>
                  <a:pt x="579" y="365"/>
                </a:lnTo>
                <a:lnTo>
                  <a:pt x="580" y="365"/>
                </a:lnTo>
                <a:lnTo>
                  <a:pt x="582" y="365"/>
                </a:lnTo>
                <a:lnTo>
                  <a:pt x="583" y="365"/>
                </a:lnTo>
                <a:lnTo>
                  <a:pt x="582" y="365"/>
                </a:lnTo>
                <a:lnTo>
                  <a:pt x="582" y="366"/>
                </a:lnTo>
                <a:lnTo>
                  <a:pt x="583" y="367"/>
                </a:lnTo>
                <a:lnTo>
                  <a:pt x="584" y="367"/>
                </a:lnTo>
                <a:lnTo>
                  <a:pt x="585" y="368"/>
                </a:lnTo>
                <a:lnTo>
                  <a:pt x="585" y="369"/>
                </a:lnTo>
                <a:lnTo>
                  <a:pt x="584" y="370"/>
                </a:lnTo>
                <a:lnTo>
                  <a:pt x="583" y="371"/>
                </a:lnTo>
                <a:lnTo>
                  <a:pt x="582" y="371"/>
                </a:lnTo>
                <a:lnTo>
                  <a:pt x="582" y="372"/>
                </a:lnTo>
                <a:lnTo>
                  <a:pt x="581" y="372"/>
                </a:lnTo>
                <a:lnTo>
                  <a:pt x="581" y="371"/>
                </a:lnTo>
                <a:lnTo>
                  <a:pt x="580" y="371"/>
                </a:lnTo>
                <a:lnTo>
                  <a:pt x="580" y="372"/>
                </a:lnTo>
                <a:lnTo>
                  <a:pt x="579" y="372"/>
                </a:lnTo>
                <a:lnTo>
                  <a:pt x="578" y="373"/>
                </a:lnTo>
                <a:lnTo>
                  <a:pt x="578" y="374"/>
                </a:lnTo>
                <a:lnTo>
                  <a:pt x="577" y="374"/>
                </a:lnTo>
                <a:lnTo>
                  <a:pt x="577" y="373"/>
                </a:lnTo>
                <a:lnTo>
                  <a:pt x="576" y="373"/>
                </a:lnTo>
                <a:lnTo>
                  <a:pt x="575" y="373"/>
                </a:lnTo>
                <a:lnTo>
                  <a:pt x="575" y="374"/>
                </a:lnTo>
                <a:lnTo>
                  <a:pt x="574" y="375"/>
                </a:lnTo>
                <a:lnTo>
                  <a:pt x="574" y="376"/>
                </a:lnTo>
                <a:lnTo>
                  <a:pt x="573" y="377"/>
                </a:lnTo>
                <a:lnTo>
                  <a:pt x="571" y="378"/>
                </a:lnTo>
                <a:lnTo>
                  <a:pt x="571" y="377"/>
                </a:lnTo>
                <a:lnTo>
                  <a:pt x="570" y="377"/>
                </a:lnTo>
                <a:lnTo>
                  <a:pt x="570" y="376"/>
                </a:lnTo>
                <a:lnTo>
                  <a:pt x="569" y="376"/>
                </a:lnTo>
                <a:lnTo>
                  <a:pt x="569" y="375"/>
                </a:lnTo>
                <a:lnTo>
                  <a:pt x="569" y="374"/>
                </a:lnTo>
                <a:lnTo>
                  <a:pt x="569" y="373"/>
                </a:lnTo>
                <a:lnTo>
                  <a:pt x="568" y="373"/>
                </a:lnTo>
                <a:lnTo>
                  <a:pt x="568" y="372"/>
                </a:lnTo>
                <a:lnTo>
                  <a:pt x="568" y="371"/>
                </a:lnTo>
                <a:lnTo>
                  <a:pt x="567" y="371"/>
                </a:lnTo>
                <a:lnTo>
                  <a:pt x="567" y="370"/>
                </a:lnTo>
                <a:lnTo>
                  <a:pt x="568" y="370"/>
                </a:lnTo>
                <a:lnTo>
                  <a:pt x="568" y="369"/>
                </a:lnTo>
                <a:lnTo>
                  <a:pt x="568" y="367"/>
                </a:lnTo>
                <a:lnTo>
                  <a:pt x="567" y="366"/>
                </a:lnTo>
                <a:lnTo>
                  <a:pt x="566" y="365"/>
                </a:lnTo>
                <a:lnTo>
                  <a:pt x="565" y="364"/>
                </a:lnTo>
                <a:lnTo>
                  <a:pt x="565" y="363"/>
                </a:lnTo>
                <a:lnTo>
                  <a:pt x="563" y="363"/>
                </a:lnTo>
                <a:lnTo>
                  <a:pt x="562" y="363"/>
                </a:lnTo>
                <a:lnTo>
                  <a:pt x="561" y="363"/>
                </a:lnTo>
                <a:lnTo>
                  <a:pt x="562" y="362"/>
                </a:lnTo>
                <a:lnTo>
                  <a:pt x="561" y="361"/>
                </a:lnTo>
                <a:lnTo>
                  <a:pt x="561" y="360"/>
                </a:lnTo>
                <a:lnTo>
                  <a:pt x="560" y="360"/>
                </a:lnTo>
                <a:lnTo>
                  <a:pt x="559" y="359"/>
                </a:lnTo>
                <a:lnTo>
                  <a:pt x="558" y="358"/>
                </a:lnTo>
                <a:lnTo>
                  <a:pt x="557" y="358"/>
                </a:lnTo>
                <a:lnTo>
                  <a:pt x="556" y="358"/>
                </a:lnTo>
                <a:lnTo>
                  <a:pt x="554" y="359"/>
                </a:lnTo>
                <a:lnTo>
                  <a:pt x="553" y="359"/>
                </a:lnTo>
                <a:lnTo>
                  <a:pt x="552" y="360"/>
                </a:lnTo>
                <a:lnTo>
                  <a:pt x="551" y="360"/>
                </a:lnTo>
                <a:lnTo>
                  <a:pt x="551" y="361"/>
                </a:lnTo>
                <a:lnTo>
                  <a:pt x="550" y="361"/>
                </a:lnTo>
                <a:lnTo>
                  <a:pt x="549" y="361"/>
                </a:lnTo>
                <a:lnTo>
                  <a:pt x="548" y="360"/>
                </a:lnTo>
                <a:lnTo>
                  <a:pt x="548" y="361"/>
                </a:lnTo>
                <a:lnTo>
                  <a:pt x="547" y="361"/>
                </a:lnTo>
                <a:lnTo>
                  <a:pt x="546" y="361"/>
                </a:lnTo>
                <a:lnTo>
                  <a:pt x="546" y="362"/>
                </a:lnTo>
                <a:lnTo>
                  <a:pt x="545" y="362"/>
                </a:lnTo>
                <a:lnTo>
                  <a:pt x="545" y="363"/>
                </a:lnTo>
                <a:lnTo>
                  <a:pt x="546" y="363"/>
                </a:lnTo>
                <a:lnTo>
                  <a:pt x="546" y="365"/>
                </a:lnTo>
                <a:lnTo>
                  <a:pt x="545" y="365"/>
                </a:lnTo>
                <a:lnTo>
                  <a:pt x="544" y="364"/>
                </a:lnTo>
                <a:lnTo>
                  <a:pt x="543" y="363"/>
                </a:lnTo>
                <a:lnTo>
                  <a:pt x="542" y="363"/>
                </a:lnTo>
                <a:lnTo>
                  <a:pt x="542" y="364"/>
                </a:lnTo>
                <a:lnTo>
                  <a:pt x="539" y="367"/>
                </a:lnTo>
                <a:lnTo>
                  <a:pt x="538" y="368"/>
                </a:lnTo>
                <a:lnTo>
                  <a:pt x="538" y="369"/>
                </a:lnTo>
                <a:lnTo>
                  <a:pt x="537" y="369"/>
                </a:lnTo>
                <a:lnTo>
                  <a:pt x="537" y="368"/>
                </a:lnTo>
                <a:lnTo>
                  <a:pt x="536" y="368"/>
                </a:lnTo>
                <a:lnTo>
                  <a:pt x="534" y="368"/>
                </a:lnTo>
                <a:lnTo>
                  <a:pt x="533" y="368"/>
                </a:lnTo>
                <a:lnTo>
                  <a:pt x="532" y="368"/>
                </a:lnTo>
                <a:lnTo>
                  <a:pt x="531" y="368"/>
                </a:lnTo>
                <a:lnTo>
                  <a:pt x="529" y="368"/>
                </a:lnTo>
                <a:lnTo>
                  <a:pt x="528" y="369"/>
                </a:lnTo>
                <a:lnTo>
                  <a:pt x="528" y="370"/>
                </a:lnTo>
                <a:lnTo>
                  <a:pt x="527" y="370"/>
                </a:lnTo>
                <a:lnTo>
                  <a:pt x="526" y="370"/>
                </a:lnTo>
                <a:lnTo>
                  <a:pt x="525" y="371"/>
                </a:lnTo>
                <a:lnTo>
                  <a:pt x="524" y="372"/>
                </a:lnTo>
                <a:lnTo>
                  <a:pt x="523" y="372"/>
                </a:lnTo>
                <a:lnTo>
                  <a:pt x="521" y="372"/>
                </a:lnTo>
                <a:lnTo>
                  <a:pt x="520" y="372"/>
                </a:lnTo>
                <a:lnTo>
                  <a:pt x="520" y="373"/>
                </a:lnTo>
                <a:lnTo>
                  <a:pt x="520" y="374"/>
                </a:lnTo>
                <a:lnTo>
                  <a:pt x="519" y="374"/>
                </a:lnTo>
                <a:lnTo>
                  <a:pt x="518" y="374"/>
                </a:lnTo>
                <a:lnTo>
                  <a:pt x="518" y="375"/>
                </a:lnTo>
                <a:lnTo>
                  <a:pt x="517" y="375"/>
                </a:lnTo>
                <a:lnTo>
                  <a:pt x="517" y="376"/>
                </a:lnTo>
                <a:lnTo>
                  <a:pt x="516" y="376"/>
                </a:lnTo>
                <a:lnTo>
                  <a:pt x="515" y="376"/>
                </a:lnTo>
                <a:lnTo>
                  <a:pt x="514" y="376"/>
                </a:lnTo>
                <a:lnTo>
                  <a:pt x="514" y="375"/>
                </a:lnTo>
                <a:lnTo>
                  <a:pt x="514" y="374"/>
                </a:lnTo>
                <a:lnTo>
                  <a:pt x="512" y="374"/>
                </a:lnTo>
                <a:lnTo>
                  <a:pt x="511" y="374"/>
                </a:lnTo>
                <a:lnTo>
                  <a:pt x="511" y="373"/>
                </a:lnTo>
                <a:lnTo>
                  <a:pt x="510" y="373"/>
                </a:lnTo>
                <a:lnTo>
                  <a:pt x="510" y="374"/>
                </a:lnTo>
                <a:lnTo>
                  <a:pt x="505" y="375"/>
                </a:lnTo>
                <a:lnTo>
                  <a:pt x="504" y="375"/>
                </a:lnTo>
                <a:lnTo>
                  <a:pt x="504" y="379"/>
                </a:lnTo>
                <a:lnTo>
                  <a:pt x="503" y="380"/>
                </a:lnTo>
                <a:lnTo>
                  <a:pt x="503" y="381"/>
                </a:lnTo>
                <a:lnTo>
                  <a:pt x="501" y="380"/>
                </a:lnTo>
                <a:lnTo>
                  <a:pt x="500" y="381"/>
                </a:lnTo>
                <a:lnTo>
                  <a:pt x="499" y="382"/>
                </a:lnTo>
                <a:lnTo>
                  <a:pt x="498" y="383"/>
                </a:lnTo>
                <a:lnTo>
                  <a:pt x="499" y="384"/>
                </a:lnTo>
                <a:lnTo>
                  <a:pt x="498" y="385"/>
                </a:lnTo>
                <a:lnTo>
                  <a:pt x="497" y="385"/>
                </a:lnTo>
                <a:lnTo>
                  <a:pt x="497" y="384"/>
                </a:lnTo>
                <a:lnTo>
                  <a:pt x="496" y="382"/>
                </a:lnTo>
                <a:lnTo>
                  <a:pt x="495" y="380"/>
                </a:lnTo>
                <a:lnTo>
                  <a:pt x="494" y="379"/>
                </a:lnTo>
                <a:lnTo>
                  <a:pt x="494" y="378"/>
                </a:lnTo>
                <a:lnTo>
                  <a:pt x="494" y="377"/>
                </a:lnTo>
                <a:lnTo>
                  <a:pt x="495" y="376"/>
                </a:lnTo>
                <a:lnTo>
                  <a:pt x="496" y="375"/>
                </a:lnTo>
                <a:lnTo>
                  <a:pt x="497" y="374"/>
                </a:lnTo>
                <a:lnTo>
                  <a:pt x="497" y="373"/>
                </a:lnTo>
                <a:lnTo>
                  <a:pt x="495" y="373"/>
                </a:lnTo>
                <a:lnTo>
                  <a:pt x="494" y="372"/>
                </a:lnTo>
                <a:lnTo>
                  <a:pt x="494" y="371"/>
                </a:lnTo>
                <a:lnTo>
                  <a:pt x="493" y="372"/>
                </a:lnTo>
                <a:lnTo>
                  <a:pt x="494" y="375"/>
                </a:lnTo>
                <a:lnTo>
                  <a:pt x="493" y="376"/>
                </a:lnTo>
                <a:lnTo>
                  <a:pt x="492" y="372"/>
                </a:lnTo>
                <a:lnTo>
                  <a:pt x="491" y="371"/>
                </a:lnTo>
                <a:lnTo>
                  <a:pt x="490" y="370"/>
                </a:lnTo>
                <a:lnTo>
                  <a:pt x="491" y="369"/>
                </a:lnTo>
                <a:lnTo>
                  <a:pt x="490" y="369"/>
                </a:lnTo>
                <a:lnTo>
                  <a:pt x="489" y="369"/>
                </a:lnTo>
                <a:lnTo>
                  <a:pt x="489" y="368"/>
                </a:lnTo>
                <a:lnTo>
                  <a:pt x="490" y="368"/>
                </a:lnTo>
                <a:lnTo>
                  <a:pt x="488" y="365"/>
                </a:lnTo>
                <a:lnTo>
                  <a:pt x="486" y="366"/>
                </a:lnTo>
                <a:lnTo>
                  <a:pt x="485" y="363"/>
                </a:lnTo>
                <a:lnTo>
                  <a:pt x="483" y="361"/>
                </a:lnTo>
                <a:lnTo>
                  <a:pt x="481" y="358"/>
                </a:lnTo>
                <a:lnTo>
                  <a:pt x="481" y="357"/>
                </a:lnTo>
                <a:lnTo>
                  <a:pt x="480" y="357"/>
                </a:lnTo>
                <a:lnTo>
                  <a:pt x="479" y="356"/>
                </a:lnTo>
                <a:lnTo>
                  <a:pt x="479" y="355"/>
                </a:lnTo>
                <a:lnTo>
                  <a:pt x="479" y="353"/>
                </a:lnTo>
                <a:lnTo>
                  <a:pt x="478" y="352"/>
                </a:lnTo>
                <a:lnTo>
                  <a:pt x="479" y="352"/>
                </a:lnTo>
                <a:lnTo>
                  <a:pt x="479" y="351"/>
                </a:lnTo>
                <a:lnTo>
                  <a:pt x="479" y="350"/>
                </a:lnTo>
                <a:lnTo>
                  <a:pt x="479" y="349"/>
                </a:lnTo>
                <a:lnTo>
                  <a:pt x="480" y="349"/>
                </a:lnTo>
                <a:lnTo>
                  <a:pt x="479" y="349"/>
                </a:lnTo>
                <a:lnTo>
                  <a:pt x="478" y="350"/>
                </a:lnTo>
                <a:lnTo>
                  <a:pt x="477" y="350"/>
                </a:lnTo>
                <a:lnTo>
                  <a:pt x="476" y="349"/>
                </a:lnTo>
                <a:lnTo>
                  <a:pt x="475" y="349"/>
                </a:lnTo>
                <a:lnTo>
                  <a:pt x="475" y="348"/>
                </a:lnTo>
                <a:lnTo>
                  <a:pt x="474" y="349"/>
                </a:lnTo>
                <a:lnTo>
                  <a:pt x="474" y="348"/>
                </a:lnTo>
                <a:lnTo>
                  <a:pt x="473" y="348"/>
                </a:lnTo>
                <a:lnTo>
                  <a:pt x="473" y="347"/>
                </a:lnTo>
                <a:lnTo>
                  <a:pt x="473" y="348"/>
                </a:lnTo>
                <a:lnTo>
                  <a:pt x="473" y="349"/>
                </a:lnTo>
                <a:lnTo>
                  <a:pt x="473" y="350"/>
                </a:lnTo>
                <a:lnTo>
                  <a:pt x="469" y="350"/>
                </a:lnTo>
                <a:lnTo>
                  <a:pt x="468" y="350"/>
                </a:lnTo>
                <a:lnTo>
                  <a:pt x="468" y="349"/>
                </a:lnTo>
                <a:lnTo>
                  <a:pt x="467" y="349"/>
                </a:lnTo>
                <a:lnTo>
                  <a:pt x="467" y="348"/>
                </a:lnTo>
                <a:lnTo>
                  <a:pt x="462" y="349"/>
                </a:lnTo>
                <a:lnTo>
                  <a:pt x="461" y="350"/>
                </a:lnTo>
                <a:lnTo>
                  <a:pt x="460" y="351"/>
                </a:lnTo>
                <a:lnTo>
                  <a:pt x="457" y="351"/>
                </a:lnTo>
                <a:lnTo>
                  <a:pt x="456" y="351"/>
                </a:lnTo>
                <a:lnTo>
                  <a:pt x="455" y="351"/>
                </a:lnTo>
                <a:lnTo>
                  <a:pt x="454" y="350"/>
                </a:lnTo>
                <a:lnTo>
                  <a:pt x="453" y="351"/>
                </a:lnTo>
                <a:lnTo>
                  <a:pt x="454" y="352"/>
                </a:lnTo>
                <a:lnTo>
                  <a:pt x="455" y="352"/>
                </a:lnTo>
                <a:lnTo>
                  <a:pt x="456" y="353"/>
                </a:lnTo>
                <a:lnTo>
                  <a:pt x="455" y="353"/>
                </a:lnTo>
                <a:lnTo>
                  <a:pt x="456" y="354"/>
                </a:lnTo>
                <a:lnTo>
                  <a:pt x="457" y="356"/>
                </a:lnTo>
                <a:lnTo>
                  <a:pt x="458" y="357"/>
                </a:lnTo>
                <a:lnTo>
                  <a:pt x="460" y="357"/>
                </a:lnTo>
                <a:lnTo>
                  <a:pt x="461" y="358"/>
                </a:lnTo>
                <a:lnTo>
                  <a:pt x="462" y="359"/>
                </a:lnTo>
                <a:lnTo>
                  <a:pt x="463" y="360"/>
                </a:lnTo>
                <a:lnTo>
                  <a:pt x="464" y="360"/>
                </a:lnTo>
                <a:lnTo>
                  <a:pt x="465" y="361"/>
                </a:lnTo>
                <a:lnTo>
                  <a:pt x="466" y="362"/>
                </a:lnTo>
                <a:lnTo>
                  <a:pt x="466" y="363"/>
                </a:lnTo>
                <a:lnTo>
                  <a:pt x="467" y="364"/>
                </a:lnTo>
                <a:lnTo>
                  <a:pt x="467" y="365"/>
                </a:lnTo>
                <a:lnTo>
                  <a:pt x="467" y="366"/>
                </a:lnTo>
                <a:lnTo>
                  <a:pt x="468" y="367"/>
                </a:lnTo>
                <a:lnTo>
                  <a:pt x="469" y="368"/>
                </a:lnTo>
                <a:lnTo>
                  <a:pt x="468" y="369"/>
                </a:lnTo>
                <a:lnTo>
                  <a:pt x="465" y="372"/>
                </a:lnTo>
                <a:lnTo>
                  <a:pt x="464" y="371"/>
                </a:lnTo>
                <a:lnTo>
                  <a:pt x="463" y="369"/>
                </a:lnTo>
                <a:lnTo>
                  <a:pt x="462" y="369"/>
                </a:lnTo>
                <a:lnTo>
                  <a:pt x="461" y="368"/>
                </a:lnTo>
                <a:lnTo>
                  <a:pt x="460" y="369"/>
                </a:lnTo>
                <a:lnTo>
                  <a:pt x="460" y="368"/>
                </a:lnTo>
                <a:lnTo>
                  <a:pt x="460" y="369"/>
                </a:lnTo>
                <a:lnTo>
                  <a:pt x="458" y="369"/>
                </a:lnTo>
                <a:lnTo>
                  <a:pt x="457" y="370"/>
                </a:lnTo>
                <a:lnTo>
                  <a:pt x="458" y="370"/>
                </a:lnTo>
                <a:lnTo>
                  <a:pt x="457" y="371"/>
                </a:lnTo>
                <a:lnTo>
                  <a:pt x="456" y="371"/>
                </a:lnTo>
                <a:lnTo>
                  <a:pt x="455" y="371"/>
                </a:lnTo>
                <a:lnTo>
                  <a:pt x="455" y="372"/>
                </a:lnTo>
                <a:lnTo>
                  <a:pt x="456" y="372"/>
                </a:lnTo>
                <a:lnTo>
                  <a:pt x="457" y="371"/>
                </a:lnTo>
                <a:lnTo>
                  <a:pt x="460" y="371"/>
                </a:lnTo>
                <a:lnTo>
                  <a:pt x="461" y="371"/>
                </a:lnTo>
                <a:lnTo>
                  <a:pt x="462" y="371"/>
                </a:lnTo>
                <a:lnTo>
                  <a:pt x="463" y="372"/>
                </a:lnTo>
                <a:lnTo>
                  <a:pt x="464" y="373"/>
                </a:lnTo>
                <a:lnTo>
                  <a:pt x="464" y="374"/>
                </a:lnTo>
                <a:lnTo>
                  <a:pt x="465" y="374"/>
                </a:lnTo>
                <a:lnTo>
                  <a:pt x="465" y="375"/>
                </a:lnTo>
                <a:lnTo>
                  <a:pt x="465" y="376"/>
                </a:lnTo>
                <a:lnTo>
                  <a:pt x="465" y="378"/>
                </a:lnTo>
                <a:lnTo>
                  <a:pt x="465" y="379"/>
                </a:lnTo>
                <a:lnTo>
                  <a:pt x="466" y="381"/>
                </a:lnTo>
                <a:lnTo>
                  <a:pt x="464" y="381"/>
                </a:lnTo>
                <a:lnTo>
                  <a:pt x="463" y="381"/>
                </a:lnTo>
                <a:lnTo>
                  <a:pt x="462" y="381"/>
                </a:lnTo>
                <a:lnTo>
                  <a:pt x="462" y="380"/>
                </a:lnTo>
                <a:lnTo>
                  <a:pt x="461" y="380"/>
                </a:lnTo>
                <a:lnTo>
                  <a:pt x="461" y="378"/>
                </a:lnTo>
                <a:lnTo>
                  <a:pt x="461" y="377"/>
                </a:lnTo>
                <a:lnTo>
                  <a:pt x="460" y="376"/>
                </a:lnTo>
                <a:lnTo>
                  <a:pt x="460" y="375"/>
                </a:lnTo>
                <a:lnTo>
                  <a:pt x="458" y="374"/>
                </a:lnTo>
                <a:lnTo>
                  <a:pt x="457" y="374"/>
                </a:lnTo>
                <a:lnTo>
                  <a:pt x="458" y="374"/>
                </a:lnTo>
                <a:lnTo>
                  <a:pt x="458" y="375"/>
                </a:lnTo>
                <a:lnTo>
                  <a:pt x="460" y="377"/>
                </a:lnTo>
                <a:lnTo>
                  <a:pt x="460" y="378"/>
                </a:lnTo>
                <a:lnTo>
                  <a:pt x="461" y="381"/>
                </a:lnTo>
                <a:lnTo>
                  <a:pt x="461" y="382"/>
                </a:lnTo>
                <a:lnTo>
                  <a:pt x="461" y="383"/>
                </a:lnTo>
                <a:lnTo>
                  <a:pt x="460" y="383"/>
                </a:lnTo>
                <a:lnTo>
                  <a:pt x="460" y="384"/>
                </a:lnTo>
                <a:lnTo>
                  <a:pt x="460" y="386"/>
                </a:lnTo>
                <a:lnTo>
                  <a:pt x="461" y="386"/>
                </a:lnTo>
                <a:lnTo>
                  <a:pt x="461" y="387"/>
                </a:lnTo>
                <a:lnTo>
                  <a:pt x="461" y="388"/>
                </a:lnTo>
                <a:lnTo>
                  <a:pt x="461" y="389"/>
                </a:lnTo>
                <a:lnTo>
                  <a:pt x="461" y="391"/>
                </a:lnTo>
                <a:lnTo>
                  <a:pt x="460" y="392"/>
                </a:lnTo>
                <a:lnTo>
                  <a:pt x="458" y="393"/>
                </a:lnTo>
                <a:lnTo>
                  <a:pt x="458" y="394"/>
                </a:lnTo>
                <a:lnTo>
                  <a:pt x="460" y="396"/>
                </a:lnTo>
                <a:lnTo>
                  <a:pt x="461" y="395"/>
                </a:lnTo>
                <a:lnTo>
                  <a:pt x="462" y="396"/>
                </a:lnTo>
                <a:lnTo>
                  <a:pt x="464" y="396"/>
                </a:lnTo>
                <a:lnTo>
                  <a:pt x="465" y="396"/>
                </a:lnTo>
                <a:lnTo>
                  <a:pt x="465" y="397"/>
                </a:lnTo>
                <a:lnTo>
                  <a:pt x="466" y="397"/>
                </a:lnTo>
                <a:lnTo>
                  <a:pt x="467" y="397"/>
                </a:lnTo>
                <a:lnTo>
                  <a:pt x="467" y="398"/>
                </a:lnTo>
                <a:lnTo>
                  <a:pt x="467" y="399"/>
                </a:lnTo>
                <a:lnTo>
                  <a:pt x="467" y="400"/>
                </a:lnTo>
                <a:lnTo>
                  <a:pt x="466" y="400"/>
                </a:lnTo>
                <a:lnTo>
                  <a:pt x="465" y="400"/>
                </a:lnTo>
                <a:lnTo>
                  <a:pt x="464" y="400"/>
                </a:lnTo>
                <a:lnTo>
                  <a:pt x="464" y="401"/>
                </a:lnTo>
                <a:lnTo>
                  <a:pt x="463" y="401"/>
                </a:lnTo>
                <a:lnTo>
                  <a:pt x="463" y="402"/>
                </a:lnTo>
                <a:lnTo>
                  <a:pt x="465" y="403"/>
                </a:lnTo>
                <a:lnTo>
                  <a:pt x="465" y="404"/>
                </a:lnTo>
                <a:lnTo>
                  <a:pt x="466" y="404"/>
                </a:lnTo>
                <a:lnTo>
                  <a:pt x="465" y="405"/>
                </a:lnTo>
                <a:lnTo>
                  <a:pt x="464" y="405"/>
                </a:lnTo>
                <a:lnTo>
                  <a:pt x="463" y="405"/>
                </a:lnTo>
                <a:lnTo>
                  <a:pt x="462" y="405"/>
                </a:lnTo>
                <a:lnTo>
                  <a:pt x="462" y="407"/>
                </a:lnTo>
                <a:lnTo>
                  <a:pt x="462" y="408"/>
                </a:lnTo>
                <a:lnTo>
                  <a:pt x="462" y="409"/>
                </a:lnTo>
                <a:lnTo>
                  <a:pt x="462" y="410"/>
                </a:lnTo>
                <a:lnTo>
                  <a:pt x="462" y="411"/>
                </a:lnTo>
                <a:lnTo>
                  <a:pt x="463" y="411"/>
                </a:lnTo>
                <a:lnTo>
                  <a:pt x="463" y="412"/>
                </a:lnTo>
                <a:lnTo>
                  <a:pt x="464" y="412"/>
                </a:lnTo>
                <a:lnTo>
                  <a:pt x="464" y="413"/>
                </a:lnTo>
                <a:lnTo>
                  <a:pt x="465" y="413"/>
                </a:lnTo>
                <a:lnTo>
                  <a:pt x="464" y="414"/>
                </a:lnTo>
                <a:lnTo>
                  <a:pt x="464" y="415"/>
                </a:lnTo>
                <a:lnTo>
                  <a:pt x="463" y="415"/>
                </a:lnTo>
                <a:lnTo>
                  <a:pt x="462" y="415"/>
                </a:lnTo>
                <a:lnTo>
                  <a:pt x="461" y="416"/>
                </a:lnTo>
                <a:lnTo>
                  <a:pt x="460" y="418"/>
                </a:lnTo>
                <a:lnTo>
                  <a:pt x="458" y="418"/>
                </a:lnTo>
                <a:lnTo>
                  <a:pt x="457" y="418"/>
                </a:lnTo>
                <a:lnTo>
                  <a:pt x="457" y="419"/>
                </a:lnTo>
                <a:lnTo>
                  <a:pt x="457" y="420"/>
                </a:lnTo>
                <a:lnTo>
                  <a:pt x="457" y="421"/>
                </a:lnTo>
                <a:lnTo>
                  <a:pt x="456" y="421"/>
                </a:lnTo>
                <a:lnTo>
                  <a:pt x="456" y="422"/>
                </a:lnTo>
                <a:lnTo>
                  <a:pt x="456" y="424"/>
                </a:lnTo>
                <a:lnTo>
                  <a:pt x="457" y="424"/>
                </a:lnTo>
                <a:lnTo>
                  <a:pt x="458" y="425"/>
                </a:lnTo>
                <a:lnTo>
                  <a:pt x="460" y="427"/>
                </a:lnTo>
                <a:lnTo>
                  <a:pt x="460" y="428"/>
                </a:lnTo>
                <a:lnTo>
                  <a:pt x="461" y="431"/>
                </a:lnTo>
                <a:lnTo>
                  <a:pt x="461" y="432"/>
                </a:lnTo>
                <a:lnTo>
                  <a:pt x="460" y="432"/>
                </a:lnTo>
                <a:lnTo>
                  <a:pt x="461" y="432"/>
                </a:lnTo>
                <a:lnTo>
                  <a:pt x="461" y="433"/>
                </a:lnTo>
                <a:lnTo>
                  <a:pt x="462" y="434"/>
                </a:lnTo>
                <a:lnTo>
                  <a:pt x="461" y="434"/>
                </a:lnTo>
                <a:lnTo>
                  <a:pt x="462" y="435"/>
                </a:lnTo>
                <a:lnTo>
                  <a:pt x="462" y="436"/>
                </a:lnTo>
                <a:lnTo>
                  <a:pt x="461" y="435"/>
                </a:lnTo>
                <a:lnTo>
                  <a:pt x="460" y="435"/>
                </a:lnTo>
                <a:lnTo>
                  <a:pt x="458" y="435"/>
                </a:lnTo>
                <a:lnTo>
                  <a:pt x="457" y="435"/>
                </a:lnTo>
                <a:lnTo>
                  <a:pt x="455" y="437"/>
                </a:lnTo>
                <a:lnTo>
                  <a:pt x="454" y="436"/>
                </a:lnTo>
                <a:lnTo>
                  <a:pt x="453" y="436"/>
                </a:lnTo>
                <a:lnTo>
                  <a:pt x="452" y="435"/>
                </a:lnTo>
                <a:lnTo>
                  <a:pt x="451" y="435"/>
                </a:lnTo>
                <a:lnTo>
                  <a:pt x="451" y="434"/>
                </a:lnTo>
                <a:lnTo>
                  <a:pt x="450" y="434"/>
                </a:lnTo>
                <a:lnTo>
                  <a:pt x="449" y="433"/>
                </a:lnTo>
                <a:lnTo>
                  <a:pt x="449" y="432"/>
                </a:lnTo>
                <a:lnTo>
                  <a:pt x="449" y="431"/>
                </a:lnTo>
                <a:lnTo>
                  <a:pt x="447" y="428"/>
                </a:lnTo>
                <a:lnTo>
                  <a:pt x="445" y="425"/>
                </a:lnTo>
                <a:lnTo>
                  <a:pt x="444" y="425"/>
                </a:lnTo>
                <a:lnTo>
                  <a:pt x="442" y="425"/>
                </a:lnTo>
                <a:lnTo>
                  <a:pt x="443" y="427"/>
                </a:lnTo>
                <a:lnTo>
                  <a:pt x="441" y="428"/>
                </a:lnTo>
                <a:lnTo>
                  <a:pt x="439" y="430"/>
                </a:lnTo>
                <a:lnTo>
                  <a:pt x="438" y="429"/>
                </a:lnTo>
                <a:lnTo>
                  <a:pt x="438" y="428"/>
                </a:lnTo>
                <a:lnTo>
                  <a:pt x="437" y="428"/>
                </a:lnTo>
                <a:lnTo>
                  <a:pt x="437" y="429"/>
                </a:lnTo>
                <a:lnTo>
                  <a:pt x="438" y="431"/>
                </a:lnTo>
                <a:lnTo>
                  <a:pt x="439" y="432"/>
                </a:lnTo>
                <a:lnTo>
                  <a:pt x="439" y="434"/>
                </a:lnTo>
                <a:lnTo>
                  <a:pt x="439" y="435"/>
                </a:lnTo>
                <a:lnTo>
                  <a:pt x="440" y="435"/>
                </a:lnTo>
                <a:lnTo>
                  <a:pt x="440" y="436"/>
                </a:lnTo>
                <a:lnTo>
                  <a:pt x="441" y="436"/>
                </a:lnTo>
                <a:lnTo>
                  <a:pt x="442" y="437"/>
                </a:lnTo>
                <a:lnTo>
                  <a:pt x="443" y="437"/>
                </a:lnTo>
                <a:lnTo>
                  <a:pt x="444" y="437"/>
                </a:lnTo>
                <a:lnTo>
                  <a:pt x="444" y="438"/>
                </a:lnTo>
                <a:lnTo>
                  <a:pt x="444" y="439"/>
                </a:lnTo>
                <a:lnTo>
                  <a:pt x="443" y="441"/>
                </a:lnTo>
                <a:lnTo>
                  <a:pt x="443" y="442"/>
                </a:lnTo>
                <a:lnTo>
                  <a:pt x="442" y="442"/>
                </a:lnTo>
                <a:lnTo>
                  <a:pt x="442" y="443"/>
                </a:lnTo>
                <a:lnTo>
                  <a:pt x="442" y="445"/>
                </a:lnTo>
                <a:lnTo>
                  <a:pt x="443" y="445"/>
                </a:lnTo>
                <a:lnTo>
                  <a:pt x="444" y="445"/>
                </a:lnTo>
                <a:lnTo>
                  <a:pt x="444" y="446"/>
                </a:lnTo>
                <a:lnTo>
                  <a:pt x="443" y="446"/>
                </a:lnTo>
                <a:lnTo>
                  <a:pt x="443" y="445"/>
                </a:lnTo>
                <a:lnTo>
                  <a:pt x="443" y="446"/>
                </a:lnTo>
                <a:lnTo>
                  <a:pt x="442" y="446"/>
                </a:lnTo>
                <a:lnTo>
                  <a:pt x="441" y="446"/>
                </a:lnTo>
                <a:lnTo>
                  <a:pt x="441" y="447"/>
                </a:lnTo>
                <a:lnTo>
                  <a:pt x="440" y="447"/>
                </a:lnTo>
                <a:lnTo>
                  <a:pt x="440" y="448"/>
                </a:lnTo>
                <a:lnTo>
                  <a:pt x="439" y="449"/>
                </a:lnTo>
                <a:lnTo>
                  <a:pt x="439" y="448"/>
                </a:lnTo>
                <a:lnTo>
                  <a:pt x="438" y="448"/>
                </a:lnTo>
                <a:lnTo>
                  <a:pt x="437" y="447"/>
                </a:lnTo>
                <a:lnTo>
                  <a:pt x="437" y="446"/>
                </a:lnTo>
                <a:lnTo>
                  <a:pt x="434" y="446"/>
                </a:lnTo>
                <a:lnTo>
                  <a:pt x="434" y="447"/>
                </a:lnTo>
                <a:lnTo>
                  <a:pt x="433" y="447"/>
                </a:lnTo>
                <a:lnTo>
                  <a:pt x="432" y="447"/>
                </a:lnTo>
                <a:lnTo>
                  <a:pt x="431" y="447"/>
                </a:lnTo>
                <a:lnTo>
                  <a:pt x="430" y="447"/>
                </a:lnTo>
                <a:lnTo>
                  <a:pt x="430" y="445"/>
                </a:lnTo>
                <a:lnTo>
                  <a:pt x="430" y="444"/>
                </a:lnTo>
                <a:lnTo>
                  <a:pt x="429" y="444"/>
                </a:lnTo>
                <a:lnTo>
                  <a:pt x="428" y="442"/>
                </a:lnTo>
                <a:lnTo>
                  <a:pt x="428" y="441"/>
                </a:lnTo>
                <a:lnTo>
                  <a:pt x="428" y="439"/>
                </a:lnTo>
                <a:lnTo>
                  <a:pt x="427" y="438"/>
                </a:lnTo>
                <a:lnTo>
                  <a:pt x="426" y="437"/>
                </a:lnTo>
                <a:lnTo>
                  <a:pt x="426" y="438"/>
                </a:lnTo>
                <a:lnTo>
                  <a:pt x="427" y="439"/>
                </a:lnTo>
                <a:lnTo>
                  <a:pt x="427" y="440"/>
                </a:lnTo>
                <a:lnTo>
                  <a:pt x="427" y="441"/>
                </a:lnTo>
                <a:lnTo>
                  <a:pt x="427" y="442"/>
                </a:lnTo>
                <a:lnTo>
                  <a:pt x="427" y="443"/>
                </a:lnTo>
                <a:lnTo>
                  <a:pt x="426" y="443"/>
                </a:lnTo>
                <a:lnTo>
                  <a:pt x="425" y="443"/>
                </a:lnTo>
                <a:lnTo>
                  <a:pt x="425" y="444"/>
                </a:lnTo>
                <a:lnTo>
                  <a:pt x="424" y="445"/>
                </a:lnTo>
                <a:lnTo>
                  <a:pt x="424" y="446"/>
                </a:lnTo>
                <a:lnTo>
                  <a:pt x="425" y="446"/>
                </a:lnTo>
                <a:lnTo>
                  <a:pt x="425" y="447"/>
                </a:lnTo>
                <a:lnTo>
                  <a:pt x="425" y="448"/>
                </a:lnTo>
                <a:lnTo>
                  <a:pt x="425" y="449"/>
                </a:lnTo>
                <a:lnTo>
                  <a:pt x="427" y="454"/>
                </a:lnTo>
                <a:lnTo>
                  <a:pt x="428" y="454"/>
                </a:lnTo>
                <a:lnTo>
                  <a:pt x="429" y="455"/>
                </a:lnTo>
                <a:lnTo>
                  <a:pt x="429" y="456"/>
                </a:lnTo>
                <a:lnTo>
                  <a:pt x="430" y="457"/>
                </a:lnTo>
                <a:lnTo>
                  <a:pt x="430" y="458"/>
                </a:lnTo>
                <a:lnTo>
                  <a:pt x="431" y="457"/>
                </a:lnTo>
                <a:lnTo>
                  <a:pt x="431" y="458"/>
                </a:lnTo>
                <a:lnTo>
                  <a:pt x="431" y="459"/>
                </a:lnTo>
                <a:lnTo>
                  <a:pt x="431" y="458"/>
                </a:lnTo>
                <a:lnTo>
                  <a:pt x="430" y="458"/>
                </a:lnTo>
                <a:lnTo>
                  <a:pt x="430" y="459"/>
                </a:lnTo>
                <a:lnTo>
                  <a:pt x="429" y="459"/>
                </a:lnTo>
                <a:lnTo>
                  <a:pt x="429" y="460"/>
                </a:lnTo>
                <a:lnTo>
                  <a:pt x="430" y="460"/>
                </a:lnTo>
                <a:lnTo>
                  <a:pt x="431" y="460"/>
                </a:lnTo>
                <a:lnTo>
                  <a:pt x="431" y="461"/>
                </a:lnTo>
                <a:lnTo>
                  <a:pt x="430" y="461"/>
                </a:lnTo>
                <a:lnTo>
                  <a:pt x="429" y="461"/>
                </a:lnTo>
                <a:lnTo>
                  <a:pt x="429" y="462"/>
                </a:lnTo>
                <a:lnTo>
                  <a:pt x="428" y="464"/>
                </a:lnTo>
                <a:lnTo>
                  <a:pt x="427" y="464"/>
                </a:lnTo>
                <a:lnTo>
                  <a:pt x="426" y="463"/>
                </a:lnTo>
                <a:lnTo>
                  <a:pt x="425" y="463"/>
                </a:lnTo>
                <a:lnTo>
                  <a:pt x="425" y="462"/>
                </a:lnTo>
                <a:lnTo>
                  <a:pt x="424" y="462"/>
                </a:lnTo>
                <a:lnTo>
                  <a:pt x="424" y="461"/>
                </a:lnTo>
                <a:lnTo>
                  <a:pt x="424" y="460"/>
                </a:lnTo>
                <a:lnTo>
                  <a:pt x="422" y="461"/>
                </a:lnTo>
                <a:lnTo>
                  <a:pt x="422" y="460"/>
                </a:lnTo>
                <a:lnTo>
                  <a:pt x="422" y="458"/>
                </a:lnTo>
                <a:lnTo>
                  <a:pt x="422" y="457"/>
                </a:lnTo>
                <a:lnTo>
                  <a:pt x="423" y="457"/>
                </a:lnTo>
                <a:lnTo>
                  <a:pt x="423" y="456"/>
                </a:lnTo>
                <a:lnTo>
                  <a:pt x="424" y="455"/>
                </a:lnTo>
                <a:lnTo>
                  <a:pt x="423" y="455"/>
                </a:lnTo>
                <a:lnTo>
                  <a:pt x="422" y="455"/>
                </a:lnTo>
                <a:lnTo>
                  <a:pt x="422" y="456"/>
                </a:lnTo>
                <a:lnTo>
                  <a:pt x="421" y="457"/>
                </a:lnTo>
                <a:lnTo>
                  <a:pt x="420" y="457"/>
                </a:lnTo>
                <a:lnTo>
                  <a:pt x="420" y="456"/>
                </a:lnTo>
                <a:lnTo>
                  <a:pt x="421" y="455"/>
                </a:lnTo>
                <a:lnTo>
                  <a:pt x="421" y="454"/>
                </a:lnTo>
                <a:lnTo>
                  <a:pt x="422" y="454"/>
                </a:lnTo>
                <a:lnTo>
                  <a:pt x="421" y="454"/>
                </a:lnTo>
                <a:lnTo>
                  <a:pt x="422" y="453"/>
                </a:lnTo>
                <a:lnTo>
                  <a:pt x="421" y="453"/>
                </a:lnTo>
                <a:lnTo>
                  <a:pt x="420" y="454"/>
                </a:lnTo>
                <a:lnTo>
                  <a:pt x="421" y="454"/>
                </a:lnTo>
                <a:lnTo>
                  <a:pt x="420" y="455"/>
                </a:lnTo>
                <a:lnTo>
                  <a:pt x="419" y="455"/>
                </a:lnTo>
                <a:lnTo>
                  <a:pt x="419" y="454"/>
                </a:lnTo>
                <a:lnTo>
                  <a:pt x="418" y="454"/>
                </a:lnTo>
                <a:lnTo>
                  <a:pt x="417" y="454"/>
                </a:lnTo>
                <a:lnTo>
                  <a:pt x="416" y="453"/>
                </a:lnTo>
                <a:lnTo>
                  <a:pt x="415" y="451"/>
                </a:lnTo>
                <a:lnTo>
                  <a:pt x="414" y="451"/>
                </a:lnTo>
                <a:lnTo>
                  <a:pt x="414" y="450"/>
                </a:lnTo>
                <a:lnTo>
                  <a:pt x="413" y="449"/>
                </a:lnTo>
                <a:lnTo>
                  <a:pt x="412" y="448"/>
                </a:lnTo>
                <a:lnTo>
                  <a:pt x="412" y="447"/>
                </a:lnTo>
                <a:lnTo>
                  <a:pt x="410" y="446"/>
                </a:lnTo>
                <a:lnTo>
                  <a:pt x="410" y="445"/>
                </a:lnTo>
                <a:lnTo>
                  <a:pt x="409" y="445"/>
                </a:lnTo>
                <a:lnTo>
                  <a:pt x="409" y="444"/>
                </a:lnTo>
                <a:lnTo>
                  <a:pt x="408" y="443"/>
                </a:lnTo>
                <a:lnTo>
                  <a:pt x="408" y="442"/>
                </a:lnTo>
                <a:lnTo>
                  <a:pt x="407" y="441"/>
                </a:lnTo>
                <a:lnTo>
                  <a:pt x="407" y="440"/>
                </a:lnTo>
                <a:lnTo>
                  <a:pt x="407" y="439"/>
                </a:lnTo>
                <a:lnTo>
                  <a:pt x="407" y="438"/>
                </a:lnTo>
                <a:lnTo>
                  <a:pt x="407" y="437"/>
                </a:lnTo>
                <a:lnTo>
                  <a:pt x="407" y="436"/>
                </a:lnTo>
                <a:lnTo>
                  <a:pt x="407" y="435"/>
                </a:lnTo>
                <a:lnTo>
                  <a:pt x="408" y="434"/>
                </a:lnTo>
                <a:lnTo>
                  <a:pt x="408" y="431"/>
                </a:lnTo>
                <a:lnTo>
                  <a:pt x="407" y="431"/>
                </a:lnTo>
                <a:lnTo>
                  <a:pt x="407" y="430"/>
                </a:lnTo>
                <a:lnTo>
                  <a:pt x="406" y="428"/>
                </a:lnTo>
                <a:lnTo>
                  <a:pt x="406" y="427"/>
                </a:lnTo>
                <a:lnTo>
                  <a:pt x="406" y="426"/>
                </a:lnTo>
                <a:lnTo>
                  <a:pt x="406" y="425"/>
                </a:lnTo>
                <a:lnTo>
                  <a:pt x="406" y="424"/>
                </a:lnTo>
                <a:lnTo>
                  <a:pt x="406" y="423"/>
                </a:lnTo>
                <a:lnTo>
                  <a:pt x="407" y="423"/>
                </a:lnTo>
                <a:lnTo>
                  <a:pt x="407" y="422"/>
                </a:lnTo>
                <a:lnTo>
                  <a:pt x="408" y="422"/>
                </a:lnTo>
                <a:lnTo>
                  <a:pt x="408" y="421"/>
                </a:lnTo>
                <a:lnTo>
                  <a:pt x="407" y="422"/>
                </a:lnTo>
                <a:lnTo>
                  <a:pt x="406" y="423"/>
                </a:lnTo>
                <a:lnTo>
                  <a:pt x="405" y="424"/>
                </a:lnTo>
                <a:lnTo>
                  <a:pt x="405" y="423"/>
                </a:lnTo>
                <a:lnTo>
                  <a:pt x="404" y="423"/>
                </a:lnTo>
                <a:lnTo>
                  <a:pt x="404" y="422"/>
                </a:lnTo>
                <a:lnTo>
                  <a:pt x="403" y="422"/>
                </a:lnTo>
                <a:lnTo>
                  <a:pt x="403" y="421"/>
                </a:lnTo>
                <a:lnTo>
                  <a:pt x="402" y="421"/>
                </a:lnTo>
                <a:lnTo>
                  <a:pt x="402" y="422"/>
                </a:lnTo>
                <a:lnTo>
                  <a:pt x="403" y="422"/>
                </a:lnTo>
                <a:lnTo>
                  <a:pt x="403" y="423"/>
                </a:lnTo>
                <a:lnTo>
                  <a:pt x="403" y="424"/>
                </a:lnTo>
                <a:lnTo>
                  <a:pt x="403" y="425"/>
                </a:lnTo>
                <a:lnTo>
                  <a:pt x="403" y="426"/>
                </a:lnTo>
                <a:lnTo>
                  <a:pt x="404" y="428"/>
                </a:lnTo>
                <a:lnTo>
                  <a:pt x="403" y="429"/>
                </a:lnTo>
                <a:lnTo>
                  <a:pt x="402" y="430"/>
                </a:lnTo>
                <a:lnTo>
                  <a:pt x="404" y="431"/>
                </a:lnTo>
                <a:lnTo>
                  <a:pt x="402" y="434"/>
                </a:lnTo>
                <a:lnTo>
                  <a:pt x="401" y="435"/>
                </a:lnTo>
                <a:lnTo>
                  <a:pt x="397" y="433"/>
                </a:lnTo>
                <a:lnTo>
                  <a:pt x="396" y="436"/>
                </a:lnTo>
                <a:lnTo>
                  <a:pt x="397" y="437"/>
                </a:lnTo>
                <a:lnTo>
                  <a:pt x="397" y="438"/>
                </a:lnTo>
                <a:lnTo>
                  <a:pt x="397" y="439"/>
                </a:lnTo>
                <a:lnTo>
                  <a:pt x="396" y="440"/>
                </a:lnTo>
                <a:lnTo>
                  <a:pt x="397" y="440"/>
                </a:lnTo>
                <a:lnTo>
                  <a:pt x="397" y="441"/>
                </a:lnTo>
                <a:lnTo>
                  <a:pt x="396" y="440"/>
                </a:lnTo>
                <a:lnTo>
                  <a:pt x="396" y="441"/>
                </a:lnTo>
                <a:lnTo>
                  <a:pt x="395" y="441"/>
                </a:lnTo>
                <a:lnTo>
                  <a:pt x="396" y="441"/>
                </a:lnTo>
                <a:lnTo>
                  <a:pt x="396" y="447"/>
                </a:lnTo>
                <a:lnTo>
                  <a:pt x="397" y="447"/>
                </a:lnTo>
                <a:lnTo>
                  <a:pt x="397" y="448"/>
                </a:lnTo>
                <a:lnTo>
                  <a:pt x="398" y="450"/>
                </a:lnTo>
                <a:lnTo>
                  <a:pt x="398" y="451"/>
                </a:lnTo>
                <a:lnTo>
                  <a:pt x="398" y="452"/>
                </a:lnTo>
                <a:lnTo>
                  <a:pt x="398" y="453"/>
                </a:lnTo>
                <a:lnTo>
                  <a:pt x="398" y="454"/>
                </a:lnTo>
                <a:lnTo>
                  <a:pt x="399" y="455"/>
                </a:lnTo>
                <a:lnTo>
                  <a:pt x="399" y="456"/>
                </a:lnTo>
                <a:lnTo>
                  <a:pt x="399" y="457"/>
                </a:lnTo>
                <a:lnTo>
                  <a:pt x="398" y="458"/>
                </a:lnTo>
                <a:lnTo>
                  <a:pt x="397" y="459"/>
                </a:lnTo>
                <a:lnTo>
                  <a:pt x="396" y="459"/>
                </a:lnTo>
                <a:lnTo>
                  <a:pt x="395" y="460"/>
                </a:lnTo>
                <a:lnTo>
                  <a:pt x="395" y="461"/>
                </a:lnTo>
                <a:lnTo>
                  <a:pt x="395" y="462"/>
                </a:lnTo>
                <a:lnTo>
                  <a:pt x="394" y="463"/>
                </a:lnTo>
                <a:lnTo>
                  <a:pt x="394" y="464"/>
                </a:lnTo>
                <a:lnTo>
                  <a:pt x="394" y="465"/>
                </a:lnTo>
                <a:lnTo>
                  <a:pt x="392" y="466"/>
                </a:lnTo>
                <a:lnTo>
                  <a:pt x="391" y="466"/>
                </a:lnTo>
                <a:lnTo>
                  <a:pt x="391" y="467"/>
                </a:lnTo>
                <a:lnTo>
                  <a:pt x="390" y="468"/>
                </a:lnTo>
                <a:lnTo>
                  <a:pt x="389" y="468"/>
                </a:lnTo>
                <a:lnTo>
                  <a:pt x="388" y="468"/>
                </a:lnTo>
                <a:lnTo>
                  <a:pt x="388" y="470"/>
                </a:lnTo>
                <a:lnTo>
                  <a:pt x="387" y="470"/>
                </a:lnTo>
                <a:lnTo>
                  <a:pt x="386" y="470"/>
                </a:lnTo>
                <a:lnTo>
                  <a:pt x="385" y="470"/>
                </a:lnTo>
                <a:lnTo>
                  <a:pt x="384" y="470"/>
                </a:lnTo>
                <a:lnTo>
                  <a:pt x="383" y="469"/>
                </a:lnTo>
                <a:lnTo>
                  <a:pt x="383" y="468"/>
                </a:lnTo>
                <a:lnTo>
                  <a:pt x="383" y="467"/>
                </a:lnTo>
                <a:lnTo>
                  <a:pt x="383" y="466"/>
                </a:lnTo>
                <a:lnTo>
                  <a:pt x="382" y="466"/>
                </a:lnTo>
                <a:lnTo>
                  <a:pt x="381" y="466"/>
                </a:lnTo>
                <a:lnTo>
                  <a:pt x="380" y="466"/>
                </a:lnTo>
                <a:lnTo>
                  <a:pt x="380" y="465"/>
                </a:lnTo>
                <a:lnTo>
                  <a:pt x="379" y="463"/>
                </a:lnTo>
                <a:lnTo>
                  <a:pt x="379" y="462"/>
                </a:lnTo>
                <a:lnTo>
                  <a:pt x="378" y="462"/>
                </a:lnTo>
                <a:lnTo>
                  <a:pt x="378" y="461"/>
                </a:lnTo>
                <a:lnTo>
                  <a:pt x="379" y="461"/>
                </a:lnTo>
                <a:lnTo>
                  <a:pt x="379" y="460"/>
                </a:lnTo>
                <a:lnTo>
                  <a:pt x="378" y="460"/>
                </a:lnTo>
                <a:lnTo>
                  <a:pt x="377" y="459"/>
                </a:lnTo>
                <a:lnTo>
                  <a:pt x="375" y="458"/>
                </a:lnTo>
                <a:lnTo>
                  <a:pt x="375" y="457"/>
                </a:lnTo>
                <a:lnTo>
                  <a:pt x="374" y="457"/>
                </a:lnTo>
                <a:lnTo>
                  <a:pt x="374" y="458"/>
                </a:lnTo>
                <a:lnTo>
                  <a:pt x="375" y="458"/>
                </a:lnTo>
                <a:lnTo>
                  <a:pt x="375" y="459"/>
                </a:lnTo>
                <a:lnTo>
                  <a:pt x="373" y="459"/>
                </a:lnTo>
                <a:lnTo>
                  <a:pt x="372" y="460"/>
                </a:lnTo>
                <a:lnTo>
                  <a:pt x="371" y="460"/>
                </a:lnTo>
                <a:lnTo>
                  <a:pt x="370" y="460"/>
                </a:lnTo>
                <a:lnTo>
                  <a:pt x="369" y="460"/>
                </a:lnTo>
                <a:lnTo>
                  <a:pt x="369" y="461"/>
                </a:lnTo>
                <a:lnTo>
                  <a:pt x="367" y="462"/>
                </a:lnTo>
                <a:lnTo>
                  <a:pt x="366" y="463"/>
                </a:lnTo>
                <a:lnTo>
                  <a:pt x="365" y="464"/>
                </a:lnTo>
                <a:lnTo>
                  <a:pt x="365" y="465"/>
                </a:lnTo>
                <a:lnTo>
                  <a:pt x="366" y="466"/>
                </a:lnTo>
                <a:lnTo>
                  <a:pt x="365" y="467"/>
                </a:lnTo>
                <a:lnTo>
                  <a:pt x="364" y="467"/>
                </a:lnTo>
                <a:lnTo>
                  <a:pt x="363" y="467"/>
                </a:lnTo>
                <a:lnTo>
                  <a:pt x="362" y="468"/>
                </a:lnTo>
                <a:lnTo>
                  <a:pt x="361" y="467"/>
                </a:lnTo>
                <a:lnTo>
                  <a:pt x="361" y="468"/>
                </a:lnTo>
                <a:lnTo>
                  <a:pt x="360" y="469"/>
                </a:lnTo>
                <a:lnTo>
                  <a:pt x="359" y="470"/>
                </a:lnTo>
                <a:lnTo>
                  <a:pt x="359" y="471"/>
                </a:lnTo>
                <a:lnTo>
                  <a:pt x="359" y="473"/>
                </a:lnTo>
                <a:lnTo>
                  <a:pt x="358" y="473"/>
                </a:lnTo>
                <a:lnTo>
                  <a:pt x="357" y="473"/>
                </a:lnTo>
                <a:lnTo>
                  <a:pt x="356" y="474"/>
                </a:lnTo>
                <a:lnTo>
                  <a:pt x="356" y="476"/>
                </a:lnTo>
                <a:lnTo>
                  <a:pt x="355" y="476"/>
                </a:lnTo>
                <a:lnTo>
                  <a:pt x="355" y="477"/>
                </a:lnTo>
                <a:lnTo>
                  <a:pt x="354" y="478"/>
                </a:lnTo>
                <a:lnTo>
                  <a:pt x="355" y="480"/>
                </a:lnTo>
                <a:lnTo>
                  <a:pt x="355" y="481"/>
                </a:lnTo>
                <a:lnTo>
                  <a:pt x="354" y="481"/>
                </a:lnTo>
                <a:lnTo>
                  <a:pt x="353" y="481"/>
                </a:lnTo>
                <a:lnTo>
                  <a:pt x="352" y="481"/>
                </a:lnTo>
                <a:lnTo>
                  <a:pt x="352" y="482"/>
                </a:lnTo>
                <a:lnTo>
                  <a:pt x="352" y="483"/>
                </a:lnTo>
                <a:lnTo>
                  <a:pt x="351" y="483"/>
                </a:lnTo>
                <a:lnTo>
                  <a:pt x="350" y="484"/>
                </a:lnTo>
                <a:lnTo>
                  <a:pt x="349" y="484"/>
                </a:lnTo>
                <a:lnTo>
                  <a:pt x="348" y="485"/>
                </a:lnTo>
                <a:lnTo>
                  <a:pt x="346" y="485"/>
                </a:lnTo>
                <a:lnTo>
                  <a:pt x="346" y="486"/>
                </a:lnTo>
                <a:lnTo>
                  <a:pt x="345" y="486"/>
                </a:lnTo>
                <a:lnTo>
                  <a:pt x="344" y="485"/>
                </a:lnTo>
                <a:lnTo>
                  <a:pt x="343" y="485"/>
                </a:lnTo>
                <a:lnTo>
                  <a:pt x="342" y="485"/>
                </a:lnTo>
                <a:lnTo>
                  <a:pt x="342" y="484"/>
                </a:lnTo>
                <a:lnTo>
                  <a:pt x="342" y="483"/>
                </a:lnTo>
                <a:lnTo>
                  <a:pt x="341" y="483"/>
                </a:lnTo>
                <a:lnTo>
                  <a:pt x="341" y="484"/>
                </a:lnTo>
                <a:lnTo>
                  <a:pt x="340" y="484"/>
                </a:lnTo>
                <a:lnTo>
                  <a:pt x="339" y="483"/>
                </a:lnTo>
                <a:lnTo>
                  <a:pt x="338" y="483"/>
                </a:lnTo>
                <a:lnTo>
                  <a:pt x="337" y="483"/>
                </a:lnTo>
                <a:lnTo>
                  <a:pt x="337" y="482"/>
                </a:lnTo>
                <a:lnTo>
                  <a:pt x="336" y="482"/>
                </a:lnTo>
                <a:lnTo>
                  <a:pt x="335" y="482"/>
                </a:lnTo>
                <a:lnTo>
                  <a:pt x="335" y="481"/>
                </a:lnTo>
                <a:lnTo>
                  <a:pt x="334" y="481"/>
                </a:lnTo>
                <a:lnTo>
                  <a:pt x="333" y="480"/>
                </a:lnTo>
                <a:lnTo>
                  <a:pt x="332" y="480"/>
                </a:lnTo>
                <a:lnTo>
                  <a:pt x="331" y="480"/>
                </a:lnTo>
                <a:lnTo>
                  <a:pt x="330" y="480"/>
                </a:lnTo>
                <a:lnTo>
                  <a:pt x="329" y="480"/>
                </a:lnTo>
                <a:lnTo>
                  <a:pt x="329" y="479"/>
                </a:lnTo>
                <a:lnTo>
                  <a:pt x="328" y="479"/>
                </a:lnTo>
                <a:lnTo>
                  <a:pt x="328" y="478"/>
                </a:lnTo>
                <a:lnTo>
                  <a:pt x="327" y="478"/>
                </a:lnTo>
                <a:lnTo>
                  <a:pt x="327" y="477"/>
                </a:lnTo>
                <a:lnTo>
                  <a:pt x="327" y="476"/>
                </a:lnTo>
                <a:lnTo>
                  <a:pt x="327" y="475"/>
                </a:lnTo>
                <a:lnTo>
                  <a:pt x="326" y="475"/>
                </a:lnTo>
                <a:lnTo>
                  <a:pt x="326" y="474"/>
                </a:lnTo>
                <a:lnTo>
                  <a:pt x="326" y="473"/>
                </a:lnTo>
                <a:lnTo>
                  <a:pt x="326" y="471"/>
                </a:lnTo>
                <a:lnTo>
                  <a:pt x="326" y="470"/>
                </a:lnTo>
                <a:lnTo>
                  <a:pt x="326" y="469"/>
                </a:lnTo>
                <a:lnTo>
                  <a:pt x="326" y="468"/>
                </a:lnTo>
                <a:lnTo>
                  <a:pt x="326" y="467"/>
                </a:lnTo>
                <a:lnTo>
                  <a:pt x="327" y="466"/>
                </a:lnTo>
                <a:lnTo>
                  <a:pt x="328" y="465"/>
                </a:lnTo>
                <a:lnTo>
                  <a:pt x="329" y="465"/>
                </a:lnTo>
                <a:lnTo>
                  <a:pt x="329" y="464"/>
                </a:lnTo>
                <a:lnTo>
                  <a:pt x="330" y="464"/>
                </a:lnTo>
                <a:lnTo>
                  <a:pt x="331" y="464"/>
                </a:lnTo>
                <a:lnTo>
                  <a:pt x="332" y="464"/>
                </a:lnTo>
                <a:lnTo>
                  <a:pt x="333" y="464"/>
                </a:lnTo>
                <a:lnTo>
                  <a:pt x="333" y="463"/>
                </a:lnTo>
                <a:lnTo>
                  <a:pt x="334" y="463"/>
                </a:lnTo>
                <a:lnTo>
                  <a:pt x="335" y="463"/>
                </a:lnTo>
                <a:lnTo>
                  <a:pt x="336" y="463"/>
                </a:lnTo>
                <a:lnTo>
                  <a:pt x="336" y="462"/>
                </a:lnTo>
                <a:lnTo>
                  <a:pt x="335" y="463"/>
                </a:lnTo>
                <a:lnTo>
                  <a:pt x="334" y="462"/>
                </a:lnTo>
                <a:lnTo>
                  <a:pt x="333" y="462"/>
                </a:lnTo>
                <a:lnTo>
                  <a:pt x="332" y="462"/>
                </a:lnTo>
                <a:lnTo>
                  <a:pt x="331" y="462"/>
                </a:lnTo>
                <a:lnTo>
                  <a:pt x="330" y="462"/>
                </a:lnTo>
                <a:lnTo>
                  <a:pt x="330" y="463"/>
                </a:lnTo>
                <a:lnTo>
                  <a:pt x="330" y="464"/>
                </a:lnTo>
                <a:lnTo>
                  <a:pt x="329" y="464"/>
                </a:lnTo>
                <a:lnTo>
                  <a:pt x="329" y="465"/>
                </a:lnTo>
                <a:lnTo>
                  <a:pt x="328" y="465"/>
                </a:lnTo>
                <a:lnTo>
                  <a:pt x="327" y="465"/>
                </a:lnTo>
                <a:lnTo>
                  <a:pt x="327" y="466"/>
                </a:lnTo>
                <a:lnTo>
                  <a:pt x="326" y="466"/>
                </a:lnTo>
                <a:lnTo>
                  <a:pt x="325" y="467"/>
                </a:lnTo>
                <a:lnTo>
                  <a:pt x="325" y="468"/>
                </a:lnTo>
                <a:lnTo>
                  <a:pt x="325" y="467"/>
                </a:lnTo>
                <a:lnTo>
                  <a:pt x="325" y="468"/>
                </a:lnTo>
                <a:lnTo>
                  <a:pt x="325" y="467"/>
                </a:lnTo>
                <a:lnTo>
                  <a:pt x="324" y="467"/>
                </a:lnTo>
                <a:lnTo>
                  <a:pt x="324" y="466"/>
                </a:lnTo>
                <a:lnTo>
                  <a:pt x="324" y="465"/>
                </a:lnTo>
                <a:lnTo>
                  <a:pt x="323" y="465"/>
                </a:lnTo>
                <a:lnTo>
                  <a:pt x="323" y="464"/>
                </a:lnTo>
                <a:lnTo>
                  <a:pt x="323" y="463"/>
                </a:lnTo>
                <a:lnTo>
                  <a:pt x="322" y="462"/>
                </a:lnTo>
                <a:lnTo>
                  <a:pt x="321" y="461"/>
                </a:lnTo>
                <a:lnTo>
                  <a:pt x="321" y="460"/>
                </a:lnTo>
                <a:lnTo>
                  <a:pt x="321" y="459"/>
                </a:lnTo>
                <a:lnTo>
                  <a:pt x="321" y="458"/>
                </a:lnTo>
                <a:lnTo>
                  <a:pt x="320" y="458"/>
                </a:lnTo>
                <a:lnTo>
                  <a:pt x="320" y="457"/>
                </a:lnTo>
                <a:lnTo>
                  <a:pt x="320" y="456"/>
                </a:lnTo>
                <a:lnTo>
                  <a:pt x="321" y="455"/>
                </a:lnTo>
                <a:lnTo>
                  <a:pt x="321" y="454"/>
                </a:lnTo>
                <a:lnTo>
                  <a:pt x="321" y="455"/>
                </a:lnTo>
                <a:lnTo>
                  <a:pt x="321" y="454"/>
                </a:lnTo>
                <a:lnTo>
                  <a:pt x="321" y="453"/>
                </a:lnTo>
                <a:lnTo>
                  <a:pt x="322" y="453"/>
                </a:lnTo>
                <a:lnTo>
                  <a:pt x="322" y="452"/>
                </a:lnTo>
                <a:lnTo>
                  <a:pt x="322" y="451"/>
                </a:lnTo>
                <a:lnTo>
                  <a:pt x="323" y="451"/>
                </a:lnTo>
                <a:lnTo>
                  <a:pt x="323" y="450"/>
                </a:lnTo>
                <a:lnTo>
                  <a:pt x="322" y="449"/>
                </a:lnTo>
                <a:lnTo>
                  <a:pt x="322" y="448"/>
                </a:lnTo>
                <a:lnTo>
                  <a:pt x="322" y="449"/>
                </a:lnTo>
                <a:lnTo>
                  <a:pt x="322" y="450"/>
                </a:lnTo>
                <a:lnTo>
                  <a:pt x="322" y="451"/>
                </a:lnTo>
                <a:lnTo>
                  <a:pt x="321" y="452"/>
                </a:lnTo>
                <a:lnTo>
                  <a:pt x="320" y="452"/>
                </a:lnTo>
                <a:lnTo>
                  <a:pt x="320" y="453"/>
                </a:lnTo>
                <a:lnTo>
                  <a:pt x="320" y="454"/>
                </a:lnTo>
                <a:lnTo>
                  <a:pt x="320" y="455"/>
                </a:lnTo>
                <a:lnTo>
                  <a:pt x="319" y="455"/>
                </a:lnTo>
                <a:lnTo>
                  <a:pt x="319" y="456"/>
                </a:lnTo>
                <a:lnTo>
                  <a:pt x="319" y="457"/>
                </a:lnTo>
                <a:lnTo>
                  <a:pt x="319" y="458"/>
                </a:lnTo>
                <a:lnTo>
                  <a:pt x="320" y="459"/>
                </a:lnTo>
                <a:lnTo>
                  <a:pt x="320" y="460"/>
                </a:lnTo>
                <a:lnTo>
                  <a:pt x="321" y="461"/>
                </a:lnTo>
                <a:lnTo>
                  <a:pt x="321" y="462"/>
                </a:lnTo>
                <a:lnTo>
                  <a:pt x="321" y="463"/>
                </a:lnTo>
                <a:lnTo>
                  <a:pt x="322" y="464"/>
                </a:lnTo>
                <a:lnTo>
                  <a:pt x="322" y="465"/>
                </a:lnTo>
                <a:lnTo>
                  <a:pt x="322" y="466"/>
                </a:lnTo>
                <a:lnTo>
                  <a:pt x="323" y="466"/>
                </a:lnTo>
                <a:lnTo>
                  <a:pt x="323" y="467"/>
                </a:lnTo>
                <a:lnTo>
                  <a:pt x="323" y="468"/>
                </a:lnTo>
                <a:lnTo>
                  <a:pt x="324" y="469"/>
                </a:lnTo>
                <a:lnTo>
                  <a:pt x="324" y="470"/>
                </a:lnTo>
                <a:lnTo>
                  <a:pt x="324" y="471"/>
                </a:lnTo>
                <a:lnTo>
                  <a:pt x="324" y="472"/>
                </a:lnTo>
                <a:lnTo>
                  <a:pt x="325" y="472"/>
                </a:lnTo>
                <a:lnTo>
                  <a:pt x="324" y="472"/>
                </a:lnTo>
                <a:lnTo>
                  <a:pt x="325" y="473"/>
                </a:lnTo>
                <a:lnTo>
                  <a:pt x="325" y="474"/>
                </a:lnTo>
                <a:lnTo>
                  <a:pt x="325" y="475"/>
                </a:lnTo>
                <a:lnTo>
                  <a:pt x="325" y="476"/>
                </a:lnTo>
                <a:lnTo>
                  <a:pt x="325" y="477"/>
                </a:lnTo>
                <a:lnTo>
                  <a:pt x="326" y="477"/>
                </a:lnTo>
                <a:lnTo>
                  <a:pt x="326" y="478"/>
                </a:lnTo>
                <a:lnTo>
                  <a:pt x="326" y="479"/>
                </a:lnTo>
                <a:lnTo>
                  <a:pt x="326" y="480"/>
                </a:lnTo>
                <a:lnTo>
                  <a:pt x="326" y="482"/>
                </a:lnTo>
                <a:lnTo>
                  <a:pt x="327" y="482"/>
                </a:lnTo>
                <a:lnTo>
                  <a:pt x="326" y="482"/>
                </a:lnTo>
                <a:lnTo>
                  <a:pt x="326" y="483"/>
                </a:lnTo>
                <a:lnTo>
                  <a:pt x="326" y="484"/>
                </a:lnTo>
                <a:lnTo>
                  <a:pt x="327" y="484"/>
                </a:lnTo>
                <a:lnTo>
                  <a:pt x="327" y="485"/>
                </a:lnTo>
                <a:lnTo>
                  <a:pt x="326" y="485"/>
                </a:lnTo>
                <a:lnTo>
                  <a:pt x="326" y="486"/>
                </a:lnTo>
                <a:lnTo>
                  <a:pt x="326" y="487"/>
                </a:lnTo>
                <a:lnTo>
                  <a:pt x="326" y="488"/>
                </a:lnTo>
                <a:lnTo>
                  <a:pt x="326" y="489"/>
                </a:lnTo>
                <a:lnTo>
                  <a:pt x="326" y="490"/>
                </a:lnTo>
                <a:lnTo>
                  <a:pt x="325" y="490"/>
                </a:lnTo>
                <a:lnTo>
                  <a:pt x="324" y="490"/>
                </a:lnTo>
                <a:lnTo>
                  <a:pt x="323" y="491"/>
                </a:lnTo>
                <a:lnTo>
                  <a:pt x="322" y="491"/>
                </a:lnTo>
                <a:lnTo>
                  <a:pt x="321" y="491"/>
                </a:lnTo>
                <a:lnTo>
                  <a:pt x="320" y="491"/>
                </a:lnTo>
                <a:lnTo>
                  <a:pt x="320" y="492"/>
                </a:lnTo>
                <a:lnTo>
                  <a:pt x="319" y="492"/>
                </a:lnTo>
                <a:lnTo>
                  <a:pt x="319" y="493"/>
                </a:lnTo>
                <a:lnTo>
                  <a:pt x="320" y="493"/>
                </a:lnTo>
                <a:lnTo>
                  <a:pt x="319" y="493"/>
                </a:lnTo>
                <a:lnTo>
                  <a:pt x="319" y="494"/>
                </a:lnTo>
                <a:lnTo>
                  <a:pt x="319" y="493"/>
                </a:lnTo>
                <a:lnTo>
                  <a:pt x="319" y="492"/>
                </a:lnTo>
                <a:lnTo>
                  <a:pt x="317" y="492"/>
                </a:lnTo>
                <a:lnTo>
                  <a:pt x="317" y="493"/>
                </a:lnTo>
                <a:lnTo>
                  <a:pt x="316" y="493"/>
                </a:lnTo>
                <a:lnTo>
                  <a:pt x="316" y="494"/>
                </a:lnTo>
                <a:lnTo>
                  <a:pt x="315" y="494"/>
                </a:lnTo>
                <a:lnTo>
                  <a:pt x="315" y="495"/>
                </a:lnTo>
                <a:lnTo>
                  <a:pt x="315" y="494"/>
                </a:lnTo>
                <a:lnTo>
                  <a:pt x="314" y="494"/>
                </a:lnTo>
                <a:lnTo>
                  <a:pt x="313" y="494"/>
                </a:lnTo>
                <a:lnTo>
                  <a:pt x="313" y="495"/>
                </a:lnTo>
                <a:lnTo>
                  <a:pt x="312" y="495"/>
                </a:lnTo>
                <a:lnTo>
                  <a:pt x="311" y="495"/>
                </a:lnTo>
                <a:lnTo>
                  <a:pt x="310" y="495"/>
                </a:lnTo>
                <a:lnTo>
                  <a:pt x="309" y="495"/>
                </a:lnTo>
                <a:lnTo>
                  <a:pt x="308" y="495"/>
                </a:lnTo>
                <a:lnTo>
                  <a:pt x="307" y="495"/>
                </a:lnTo>
                <a:lnTo>
                  <a:pt x="306" y="495"/>
                </a:lnTo>
                <a:lnTo>
                  <a:pt x="306" y="494"/>
                </a:lnTo>
                <a:lnTo>
                  <a:pt x="307" y="494"/>
                </a:lnTo>
                <a:lnTo>
                  <a:pt x="307" y="493"/>
                </a:lnTo>
                <a:lnTo>
                  <a:pt x="307" y="492"/>
                </a:lnTo>
                <a:lnTo>
                  <a:pt x="306" y="492"/>
                </a:lnTo>
                <a:lnTo>
                  <a:pt x="306" y="491"/>
                </a:lnTo>
                <a:lnTo>
                  <a:pt x="305" y="491"/>
                </a:lnTo>
                <a:lnTo>
                  <a:pt x="304" y="491"/>
                </a:lnTo>
                <a:lnTo>
                  <a:pt x="303" y="492"/>
                </a:lnTo>
                <a:lnTo>
                  <a:pt x="303" y="491"/>
                </a:lnTo>
                <a:lnTo>
                  <a:pt x="303" y="490"/>
                </a:lnTo>
                <a:lnTo>
                  <a:pt x="302" y="490"/>
                </a:lnTo>
                <a:lnTo>
                  <a:pt x="301" y="490"/>
                </a:lnTo>
                <a:lnTo>
                  <a:pt x="300" y="489"/>
                </a:lnTo>
                <a:lnTo>
                  <a:pt x="300" y="488"/>
                </a:lnTo>
                <a:lnTo>
                  <a:pt x="301" y="488"/>
                </a:lnTo>
                <a:lnTo>
                  <a:pt x="301" y="487"/>
                </a:lnTo>
                <a:lnTo>
                  <a:pt x="301" y="486"/>
                </a:lnTo>
                <a:lnTo>
                  <a:pt x="301" y="485"/>
                </a:lnTo>
                <a:lnTo>
                  <a:pt x="301" y="484"/>
                </a:lnTo>
                <a:lnTo>
                  <a:pt x="300" y="484"/>
                </a:lnTo>
                <a:lnTo>
                  <a:pt x="299" y="484"/>
                </a:lnTo>
                <a:lnTo>
                  <a:pt x="299" y="483"/>
                </a:lnTo>
                <a:lnTo>
                  <a:pt x="298" y="483"/>
                </a:lnTo>
                <a:lnTo>
                  <a:pt x="297" y="483"/>
                </a:lnTo>
                <a:lnTo>
                  <a:pt x="294" y="483"/>
                </a:lnTo>
                <a:lnTo>
                  <a:pt x="291" y="484"/>
                </a:lnTo>
                <a:lnTo>
                  <a:pt x="290" y="485"/>
                </a:lnTo>
                <a:lnTo>
                  <a:pt x="289" y="485"/>
                </a:lnTo>
                <a:lnTo>
                  <a:pt x="288" y="485"/>
                </a:lnTo>
                <a:lnTo>
                  <a:pt x="288" y="486"/>
                </a:lnTo>
                <a:lnTo>
                  <a:pt x="286" y="487"/>
                </a:lnTo>
                <a:lnTo>
                  <a:pt x="285" y="487"/>
                </a:lnTo>
                <a:lnTo>
                  <a:pt x="285" y="486"/>
                </a:lnTo>
                <a:lnTo>
                  <a:pt x="282" y="486"/>
                </a:lnTo>
                <a:lnTo>
                  <a:pt x="281" y="486"/>
                </a:lnTo>
                <a:lnTo>
                  <a:pt x="279" y="486"/>
                </a:lnTo>
                <a:lnTo>
                  <a:pt x="279" y="487"/>
                </a:lnTo>
                <a:lnTo>
                  <a:pt x="281" y="487"/>
                </a:lnTo>
                <a:lnTo>
                  <a:pt x="282" y="487"/>
                </a:lnTo>
                <a:lnTo>
                  <a:pt x="283" y="488"/>
                </a:lnTo>
                <a:lnTo>
                  <a:pt x="282" y="488"/>
                </a:lnTo>
                <a:lnTo>
                  <a:pt x="282" y="489"/>
                </a:lnTo>
                <a:lnTo>
                  <a:pt x="281" y="489"/>
                </a:lnTo>
                <a:lnTo>
                  <a:pt x="280" y="489"/>
                </a:lnTo>
                <a:lnTo>
                  <a:pt x="279" y="489"/>
                </a:lnTo>
                <a:lnTo>
                  <a:pt x="279" y="490"/>
                </a:lnTo>
                <a:lnTo>
                  <a:pt x="278" y="490"/>
                </a:lnTo>
                <a:lnTo>
                  <a:pt x="277" y="491"/>
                </a:lnTo>
                <a:lnTo>
                  <a:pt x="276" y="491"/>
                </a:lnTo>
                <a:lnTo>
                  <a:pt x="275" y="492"/>
                </a:lnTo>
                <a:lnTo>
                  <a:pt x="274" y="492"/>
                </a:lnTo>
                <a:lnTo>
                  <a:pt x="273" y="493"/>
                </a:lnTo>
                <a:lnTo>
                  <a:pt x="272" y="494"/>
                </a:lnTo>
                <a:lnTo>
                  <a:pt x="272" y="495"/>
                </a:lnTo>
                <a:lnTo>
                  <a:pt x="272" y="494"/>
                </a:lnTo>
                <a:lnTo>
                  <a:pt x="272" y="493"/>
                </a:lnTo>
                <a:lnTo>
                  <a:pt x="273" y="493"/>
                </a:lnTo>
                <a:lnTo>
                  <a:pt x="274" y="492"/>
                </a:lnTo>
                <a:lnTo>
                  <a:pt x="273" y="492"/>
                </a:lnTo>
                <a:lnTo>
                  <a:pt x="273" y="493"/>
                </a:lnTo>
                <a:lnTo>
                  <a:pt x="272" y="493"/>
                </a:lnTo>
                <a:lnTo>
                  <a:pt x="272" y="494"/>
                </a:lnTo>
                <a:lnTo>
                  <a:pt x="271" y="494"/>
                </a:lnTo>
                <a:lnTo>
                  <a:pt x="271" y="495"/>
                </a:lnTo>
                <a:lnTo>
                  <a:pt x="270" y="495"/>
                </a:lnTo>
                <a:lnTo>
                  <a:pt x="270" y="496"/>
                </a:lnTo>
                <a:lnTo>
                  <a:pt x="270" y="495"/>
                </a:lnTo>
                <a:lnTo>
                  <a:pt x="269" y="495"/>
                </a:lnTo>
                <a:lnTo>
                  <a:pt x="269" y="496"/>
                </a:lnTo>
                <a:lnTo>
                  <a:pt x="268" y="497"/>
                </a:lnTo>
                <a:lnTo>
                  <a:pt x="267" y="498"/>
                </a:lnTo>
                <a:lnTo>
                  <a:pt x="266" y="498"/>
                </a:lnTo>
                <a:lnTo>
                  <a:pt x="266" y="499"/>
                </a:lnTo>
                <a:lnTo>
                  <a:pt x="265" y="499"/>
                </a:lnTo>
                <a:lnTo>
                  <a:pt x="265" y="500"/>
                </a:lnTo>
                <a:lnTo>
                  <a:pt x="264" y="500"/>
                </a:lnTo>
                <a:lnTo>
                  <a:pt x="263" y="500"/>
                </a:lnTo>
                <a:lnTo>
                  <a:pt x="263" y="501"/>
                </a:lnTo>
                <a:lnTo>
                  <a:pt x="262" y="501"/>
                </a:lnTo>
                <a:lnTo>
                  <a:pt x="261" y="501"/>
                </a:lnTo>
                <a:lnTo>
                  <a:pt x="261" y="502"/>
                </a:lnTo>
                <a:lnTo>
                  <a:pt x="260" y="502"/>
                </a:lnTo>
                <a:lnTo>
                  <a:pt x="260" y="501"/>
                </a:lnTo>
                <a:lnTo>
                  <a:pt x="259" y="501"/>
                </a:lnTo>
                <a:lnTo>
                  <a:pt x="258" y="501"/>
                </a:lnTo>
                <a:lnTo>
                  <a:pt x="257" y="501"/>
                </a:lnTo>
                <a:lnTo>
                  <a:pt x="257" y="500"/>
                </a:lnTo>
                <a:lnTo>
                  <a:pt x="257" y="499"/>
                </a:lnTo>
                <a:lnTo>
                  <a:pt x="257" y="498"/>
                </a:lnTo>
                <a:lnTo>
                  <a:pt x="258" y="498"/>
                </a:lnTo>
                <a:lnTo>
                  <a:pt x="258" y="497"/>
                </a:lnTo>
                <a:lnTo>
                  <a:pt x="257" y="497"/>
                </a:lnTo>
                <a:lnTo>
                  <a:pt x="258" y="497"/>
                </a:lnTo>
                <a:lnTo>
                  <a:pt x="257" y="497"/>
                </a:lnTo>
                <a:lnTo>
                  <a:pt x="257" y="498"/>
                </a:lnTo>
                <a:lnTo>
                  <a:pt x="256" y="498"/>
                </a:lnTo>
                <a:lnTo>
                  <a:pt x="256" y="499"/>
                </a:lnTo>
                <a:lnTo>
                  <a:pt x="255" y="499"/>
                </a:lnTo>
                <a:lnTo>
                  <a:pt x="255" y="498"/>
                </a:lnTo>
                <a:lnTo>
                  <a:pt x="254" y="498"/>
                </a:lnTo>
                <a:lnTo>
                  <a:pt x="255" y="497"/>
                </a:lnTo>
                <a:lnTo>
                  <a:pt x="256" y="496"/>
                </a:lnTo>
                <a:lnTo>
                  <a:pt x="257" y="496"/>
                </a:lnTo>
                <a:lnTo>
                  <a:pt x="258" y="495"/>
                </a:lnTo>
                <a:lnTo>
                  <a:pt x="257" y="495"/>
                </a:lnTo>
                <a:lnTo>
                  <a:pt x="257" y="494"/>
                </a:lnTo>
                <a:lnTo>
                  <a:pt x="256" y="494"/>
                </a:lnTo>
                <a:lnTo>
                  <a:pt x="255" y="495"/>
                </a:lnTo>
                <a:lnTo>
                  <a:pt x="255" y="494"/>
                </a:lnTo>
                <a:lnTo>
                  <a:pt x="256" y="494"/>
                </a:lnTo>
                <a:lnTo>
                  <a:pt x="257" y="493"/>
                </a:lnTo>
                <a:lnTo>
                  <a:pt x="258" y="493"/>
                </a:lnTo>
                <a:lnTo>
                  <a:pt x="257" y="493"/>
                </a:lnTo>
                <a:lnTo>
                  <a:pt x="256" y="493"/>
                </a:lnTo>
                <a:lnTo>
                  <a:pt x="255" y="493"/>
                </a:lnTo>
                <a:lnTo>
                  <a:pt x="255" y="494"/>
                </a:lnTo>
                <a:lnTo>
                  <a:pt x="254" y="494"/>
                </a:lnTo>
                <a:lnTo>
                  <a:pt x="254" y="495"/>
                </a:lnTo>
                <a:lnTo>
                  <a:pt x="253" y="495"/>
                </a:lnTo>
                <a:lnTo>
                  <a:pt x="253" y="494"/>
                </a:lnTo>
                <a:lnTo>
                  <a:pt x="253" y="493"/>
                </a:lnTo>
                <a:lnTo>
                  <a:pt x="253" y="492"/>
                </a:lnTo>
                <a:lnTo>
                  <a:pt x="254" y="491"/>
                </a:lnTo>
                <a:lnTo>
                  <a:pt x="253" y="491"/>
                </a:lnTo>
                <a:lnTo>
                  <a:pt x="253" y="492"/>
                </a:lnTo>
                <a:lnTo>
                  <a:pt x="252" y="492"/>
                </a:lnTo>
                <a:lnTo>
                  <a:pt x="252" y="493"/>
                </a:lnTo>
                <a:lnTo>
                  <a:pt x="252" y="492"/>
                </a:lnTo>
                <a:lnTo>
                  <a:pt x="251" y="491"/>
                </a:lnTo>
                <a:lnTo>
                  <a:pt x="252" y="491"/>
                </a:lnTo>
                <a:lnTo>
                  <a:pt x="252" y="490"/>
                </a:lnTo>
                <a:lnTo>
                  <a:pt x="252" y="489"/>
                </a:lnTo>
                <a:lnTo>
                  <a:pt x="252" y="490"/>
                </a:lnTo>
                <a:lnTo>
                  <a:pt x="251" y="490"/>
                </a:lnTo>
                <a:lnTo>
                  <a:pt x="251" y="491"/>
                </a:lnTo>
                <a:lnTo>
                  <a:pt x="250" y="491"/>
                </a:lnTo>
                <a:lnTo>
                  <a:pt x="250" y="492"/>
                </a:lnTo>
                <a:lnTo>
                  <a:pt x="249" y="492"/>
                </a:lnTo>
                <a:lnTo>
                  <a:pt x="249" y="491"/>
                </a:lnTo>
                <a:lnTo>
                  <a:pt x="248" y="491"/>
                </a:lnTo>
                <a:lnTo>
                  <a:pt x="248" y="490"/>
                </a:lnTo>
                <a:lnTo>
                  <a:pt x="247" y="491"/>
                </a:lnTo>
                <a:lnTo>
                  <a:pt x="246" y="491"/>
                </a:lnTo>
                <a:lnTo>
                  <a:pt x="246" y="492"/>
                </a:lnTo>
                <a:lnTo>
                  <a:pt x="245" y="492"/>
                </a:lnTo>
                <a:lnTo>
                  <a:pt x="244" y="492"/>
                </a:lnTo>
                <a:lnTo>
                  <a:pt x="243" y="492"/>
                </a:lnTo>
                <a:lnTo>
                  <a:pt x="242" y="492"/>
                </a:lnTo>
                <a:lnTo>
                  <a:pt x="241" y="491"/>
                </a:lnTo>
                <a:lnTo>
                  <a:pt x="241" y="490"/>
                </a:lnTo>
                <a:lnTo>
                  <a:pt x="242" y="490"/>
                </a:lnTo>
                <a:lnTo>
                  <a:pt x="241" y="490"/>
                </a:lnTo>
                <a:lnTo>
                  <a:pt x="241" y="491"/>
                </a:lnTo>
                <a:lnTo>
                  <a:pt x="241" y="492"/>
                </a:lnTo>
                <a:lnTo>
                  <a:pt x="240" y="492"/>
                </a:lnTo>
                <a:lnTo>
                  <a:pt x="240" y="491"/>
                </a:lnTo>
                <a:lnTo>
                  <a:pt x="239" y="491"/>
                </a:lnTo>
                <a:lnTo>
                  <a:pt x="239" y="492"/>
                </a:lnTo>
                <a:lnTo>
                  <a:pt x="240" y="492"/>
                </a:lnTo>
                <a:lnTo>
                  <a:pt x="240" y="493"/>
                </a:lnTo>
                <a:lnTo>
                  <a:pt x="241" y="493"/>
                </a:lnTo>
                <a:lnTo>
                  <a:pt x="242" y="493"/>
                </a:lnTo>
                <a:lnTo>
                  <a:pt x="242" y="494"/>
                </a:lnTo>
                <a:lnTo>
                  <a:pt x="241" y="494"/>
                </a:lnTo>
                <a:lnTo>
                  <a:pt x="242" y="494"/>
                </a:lnTo>
                <a:lnTo>
                  <a:pt x="243" y="494"/>
                </a:lnTo>
                <a:lnTo>
                  <a:pt x="243" y="495"/>
                </a:lnTo>
                <a:lnTo>
                  <a:pt x="244" y="495"/>
                </a:lnTo>
                <a:lnTo>
                  <a:pt x="244" y="496"/>
                </a:lnTo>
                <a:lnTo>
                  <a:pt x="243" y="496"/>
                </a:lnTo>
                <a:lnTo>
                  <a:pt x="243" y="495"/>
                </a:lnTo>
                <a:lnTo>
                  <a:pt x="243" y="496"/>
                </a:lnTo>
                <a:lnTo>
                  <a:pt x="244" y="496"/>
                </a:lnTo>
                <a:lnTo>
                  <a:pt x="245" y="496"/>
                </a:lnTo>
                <a:lnTo>
                  <a:pt x="245" y="497"/>
                </a:lnTo>
                <a:lnTo>
                  <a:pt x="245" y="498"/>
                </a:lnTo>
                <a:lnTo>
                  <a:pt x="246" y="498"/>
                </a:lnTo>
                <a:lnTo>
                  <a:pt x="246" y="497"/>
                </a:lnTo>
                <a:lnTo>
                  <a:pt x="246" y="496"/>
                </a:lnTo>
                <a:lnTo>
                  <a:pt x="247" y="497"/>
                </a:lnTo>
                <a:lnTo>
                  <a:pt x="248" y="497"/>
                </a:lnTo>
                <a:lnTo>
                  <a:pt x="249" y="497"/>
                </a:lnTo>
                <a:lnTo>
                  <a:pt x="250" y="497"/>
                </a:lnTo>
                <a:lnTo>
                  <a:pt x="251" y="498"/>
                </a:lnTo>
                <a:lnTo>
                  <a:pt x="252" y="498"/>
                </a:lnTo>
                <a:lnTo>
                  <a:pt x="252" y="499"/>
                </a:lnTo>
                <a:lnTo>
                  <a:pt x="252" y="500"/>
                </a:lnTo>
                <a:lnTo>
                  <a:pt x="252" y="501"/>
                </a:lnTo>
                <a:lnTo>
                  <a:pt x="252" y="502"/>
                </a:lnTo>
                <a:lnTo>
                  <a:pt x="251" y="502"/>
                </a:lnTo>
                <a:lnTo>
                  <a:pt x="251" y="503"/>
                </a:lnTo>
                <a:lnTo>
                  <a:pt x="252" y="503"/>
                </a:lnTo>
                <a:lnTo>
                  <a:pt x="252" y="504"/>
                </a:lnTo>
                <a:lnTo>
                  <a:pt x="251" y="505"/>
                </a:lnTo>
                <a:lnTo>
                  <a:pt x="251" y="506"/>
                </a:lnTo>
                <a:lnTo>
                  <a:pt x="251" y="507"/>
                </a:lnTo>
                <a:lnTo>
                  <a:pt x="250" y="507"/>
                </a:lnTo>
                <a:lnTo>
                  <a:pt x="249" y="507"/>
                </a:lnTo>
                <a:lnTo>
                  <a:pt x="249" y="508"/>
                </a:lnTo>
                <a:lnTo>
                  <a:pt x="250" y="508"/>
                </a:lnTo>
                <a:lnTo>
                  <a:pt x="250" y="509"/>
                </a:lnTo>
                <a:lnTo>
                  <a:pt x="251" y="509"/>
                </a:lnTo>
                <a:lnTo>
                  <a:pt x="252" y="509"/>
                </a:lnTo>
                <a:lnTo>
                  <a:pt x="252" y="510"/>
                </a:lnTo>
                <a:lnTo>
                  <a:pt x="250" y="510"/>
                </a:lnTo>
                <a:lnTo>
                  <a:pt x="248" y="510"/>
                </a:lnTo>
                <a:lnTo>
                  <a:pt x="247" y="510"/>
                </a:lnTo>
                <a:lnTo>
                  <a:pt x="246" y="511"/>
                </a:lnTo>
                <a:lnTo>
                  <a:pt x="245" y="511"/>
                </a:lnTo>
                <a:lnTo>
                  <a:pt x="244" y="512"/>
                </a:lnTo>
                <a:lnTo>
                  <a:pt x="243" y="512"/>
                </a:lnTo>
                <a:lnTo>
                  <a:pt x="242" y="513"/>
                </a:lnTo>
                <a:lnTo>
                  <a:pt x="240" y="514"/>
                </a:lnTo>
                <a:lnTo>
                  <a:pt x="240" y="515"/>
                </a:lnTo>
                <a:lnTo>
                  <a:pt x="239" y="515"/>
                </a:lnTo>
                <a:lnTo>
                  <a:pt x="239" y="516"/>
                </a:lnTo>
                <a:lnTo>
                  <a:pt x="239" y="517"/>
                </a:lnTo>
                <a:lnTo>
                  <a:pt x="239" y="518"/>
                </a:lnTo>
                <a:lnTo>
                  <a:pt x="239" y="519"/>
                </a:lnTo>
                <a:lnTo>
                  <a:pt x="239" y="520"/>
                </a:lnTo>
                <a:lnTo>
                  <a:pt x="239" y="521"/>
                </a:lnTo>
                <a:lnTo>
                  <a:pt x="239" y="522"/>
                </a:lnTo>
                <a:lnTo>
                  <a:pt x="238" y="522"/>
                </a:lnTo>
                <a:lnTo>
                  <a:pt x="237" y="522"/>
                </a:lnTo>
                <a:lnTo>
                  <a:pt x="236" y="523"/>
                </a:lnTo>
                <a:lnTo>
                  <a:pt x="236" y="524"/>
                </a:lnTo>
                <a:lnTo>
                  <a:pt x="235" y="524"/>
                </a:lnTo>
                <a:lnTo>
                  <a:pt x="236" y="523"/>
                </a:lnTo>
                <a:lnTo>
                  <a:pt x="235" y="523"/>
                </a:lnTo>
                <a:lnTo>
                  <a:pt x="235" y="522"/>
                </a:lnTo>
                <a:lnTo>
                  <a:pt x="234" y="521"/>
                </a:lnTo>
                <a:lnTo>
                  <a:pt x="233" y="521"/>
                </a:lnTo>
                <a:lnTo>
                  <a:pt x="232" y="521"/>
                </a:lnTo>
                <a:lnTo>
                  <a:pt x="232" y="520"/>
                </a:lnTo>
                <a:lnTo>
                  <a:pt x="231" y="520"/>
                </a:lnTo>
                <a:lnTo>
                  <a:pt x="231" y="521"/>
                </a:lnTo>
                <a:lnTo>
                  <a:pt x="232" y="521"/>
                </a:lnTo>
                <a:lnTo>
                  <a:pt x="233" y="522"/>
                </a:lnTo>
                <a:lnTo>
                  <a:pt x="234" y="522"/>
                </a:lnTo>
                <a:lnTo>
                  <a:pt x="235" y="523"/>
                </a:lnTo>
                <a:lnTo>
                  <a:pt x="234" y="523"/>
                </a:lnTo>
                <a:lnTo>
                  <a:pt x="234" y="522"/>
                </a:lnTo>
                <a:lnTo>
                  <a:pt x="233" y="522"/>
                </a:lnTo>
                <a:lnTo>
                  <a:pt x="231" y="522"/>
                </a:lnTo>
                <a:lnTo>
                  <a:pt x="230" y="522"/>
                </a:lnTo>
                <a:lnTo>
                  <a:pt x="229" y="523"/>
                </a:lnTo>
                <a:lnTo>
                  <a:pt x="227" y="523"/>
                </a:lnTo>
                <a:lnTo>
                  <a:pt x="227" y="524"/>
                </a:lnTo>
                <a:lnTo>
                  <a:pt x="226" y="524"/>
                </a:lnTo>
                <a:lnTo>
                  <a:pt x="226" y="525"/>
                </a:lnTo>
                <a:lnTo>
                  <a:pt x="225" y="525"/>
                </a:lnTo>
                <a:lnTo>
                  <a:pt x="224" y="526"/>
                </a:lnTo>
                <a:lnTo>
                  <a:pt x="223" y="525"/>
                </a:lnTo>
                <a:lnTo>
                  <a:pt x="224" y="525"/>
                </a:lnTo>
                <a:lnTo>
                  <a:pt x="224" y="524"/>
                </a:lnTo>
                <a:lnTo>
                  <a:pt x="224" y="523"/>
                </a:lnTo>
                <a:lnTo>
                  <a:pt x="223" y="524"/>
                </a:lnTo>
                <a:lnTo>
                  <a:pt x="221" y="524"/>
                </a:lnTo>
                <a:lnTo>
                  <a:pt x="220" y="525"/>
                </a:lnTo>
                <a:lnTo>
                  <a:pt x="219" y="525"/>
                </a:lnTo>
                <a:lnTo>
                  <a:pt x="218" y="526"/>
                </a:lnTo>
                <a:lnTo>
                  <a:pt x="217" y="526"/>
                </a:lnTo>
                <a:lnTo>
                  <a:pt x="216" y="526"/>
                </a:lnTo>
                <a:lnTo>
                  <a:pt x="216" y="527"/>
                </a:lnTo>
                <a:lnTo>
                  <a:pt x="215" y="527"/>
                </a:lnTo>
                <a:lnTo>
                  <a:pt x="215" y="526"/>
                </a:lnTo>
                <a:lnTo>
                  <a:pt x="214" y="525"/>
                </a:lnTo>
                <a:lnTo>
                  <a:pt x="213" y="525"/>
                </a:lnTo>
                <a:lnTo>
                  <a:pt x="214" y="524"/>
                </a:lnTo>
                <a:lnTo>
                  <a:pt x="215" y="524"/>
                </a:lnTo>
                <a:lnTo>
                  <a:pt x="215" y="525"/>
                </a:lnTo>
                <a:lnTo>
                  <a:pt x="216" y="525"/>
                </a:lnTo>
                <a:lnTo>
                  <a:pt x="216" y="524"/>
                </a:lnTo>
                <a:lnTo>
                  <a:pt x="217" y="524"/>
                </a:lnTo>
                <a:lnTo>
                  <a:pt x="216" y="524"/>
                </a:lnTo>
                <a:lnTo>
                  <a:pt x="215" y="524"/>
                </a:lnTo>
                <a:lnTo>
                  <a:pt x="214" y="524"/>
                </a:lnTo>
                <a:lnTo>
                  <a:pt x="215" y="523"/>
                </a:lnTo>
                <a:lnTo>
                  <a:pt x="214" y="523"/>
                </a:lnTo>
                <a:lnTo>
                  <a:pt x="213" y="522"/>
                </a:lnTo>
                <a:lnTo>
                  <a:pt x="213" y="521"/>
                </a:lnTo>
                <a:lnTo>
                  <a:pt x="212" y="520"/>
                </a:lnTo>
                <a:lnTo>
                  <a:pt x="212" y="519"/>
                </a:lnTo>
                <a:lnTo>
                  <a:pt x="211" y="519"/>
                </a:lnTo>
                <a:lnTo>
                  <a:pt x="212" y="519"/>
                </a:lnTo>
                <a:lnTo>
                  <a:pt x="212" y="520"/>
                </a:lnTo>
                <a:lnTo>
                  <a:pt x="211" y="519"/>
                </a:lnTo>
                <a:lnTo>
                  <a:pt x="211" y="518"/>
                </a:lnTo>
                <a:lnTo>
                  <a:pt x="211" y="517"/>
                </a:lnTo>
                <a:lnTo>
                  <a:pt x="210" y="517"/>
                </a:lnTo>
                <a:lnTo>
                  <a:pt x="210" y="518"/>
                </a:lnTo>
                <a:lnTo>
                  <a:pt x="210" y="519"/>
                </a:lnTo>
                <a:lnTo>
                  <a:pt x="211" y="519"/>
                </a:lnTo>
                <a:lnTo>
                  <a:pt x="211" y="520"/>
                </a:lnTo>
                <a:lnTo>
                  <a:pt x="211" y="521"/>
                </a:lnTo>
                <a:lnTo>
                  <a:pt x="211" y="522"/>
                </a:lnTo>
                <a:lnTo>
                  <a:pt x="211" y="523"/>
                </a:lnTo>
                <a:lnTo>
                  <a:pt x="212" y="523"/>
                </a:lnTo>
                <a:lnTo>
                  <a:pt x="212" y="524"/>
                </a:lnTo>
                <a:lnTo>
                  <a:pt x="211" y="524"/>
                </a:lnTo>
                <a:lnTo>
                  <a:pt x="210" y="524"/>
                </a:lnTo>
                <a:lnTo>
                  <a:pt x="210" y="525"/>
                </a:lnTo>
                <a:lnTo>
                  <a:pt x="209" y="525"/>
                </a:lnTo>
                <a:lnTo>
                  <a:pt x="209" y="524"/>
                </a:lnTo>
                <a:lnTo>
                  <a:pt x="208" y="524"/>
                </a:lnTo>
                <a:lnTo>
                  <a:pt x="207" y="524"/>
                </a:lnTo>
                <a:lnTo>
                  <a:pt x="206" y="524"/>
                </a:lnTo>
                <a:lnTo>
                  <a:pt x="206" y="523"/>
                </a:lnTo>
                <a:lnTo>
                  <a:pt x="204" y="523"/>
                </a:lnTo>
                <a:lnTo>
                  <a:pt x="203" y="524"/>
                </a:lnTo>
                <a:lnTo>
                  <a:pt x="204" y="524"/>
                </a:lnTo>
                <a:lnTo>
                  <a:pt x="205" y="524"/>
                </a:lnTo>
                <a:lnTo>
                  <a:pt x="206" y="524"/>
                </a:lnTo>
                <a:lnTo>
                  <a:pt x="206" y="525"/>
                </a:lnTo>
                <a:lnTo>
                  <a:pt x="207" y="525"/>
                </a:lnTo>
                <a:lnTo>
                  <a:pt x="208" y="525"/>
                </a:lnTo>
                <a:lnTo>
                  <a:pt x="209" y="525"/>
                </a:lnTo>
                <a:lnTo>
                  <a:pt x="208" y="525"/>
                </a:lnTo>
                <a:lnTo>
                  <a:pt x="208" y="526"/>
                </a:lnTo>
                <a:lnTo>
                  <a:pt x="207" y="526"/>
                </a:lnTo>
                <a:lnTo>
                  <a:pt x="206" y="526"/>
                </a:lnTo>
                <a:lnTo>
                  <a:pt x="205" y="527"/>
                </a:lnTo>
                <a:lnTo>
                  <a:pt x="204" y="527"/>
                </a:lnTo>
                <a:lnTo>
                  <a:pt x="203" y="528"/>
                </a:lnTo>
                <a:lnTo>
                  <a:pt x="202" y="529"/>
                </a:lnTo>
                <a:lnTo>
                  <a:pt x="201" y="530"/>
                </a:lnTo>
                <a:lnTo>
                  <a:pt x="200" y="532"/>
                </a:lnTo>
                <a:lnTo>
                  <a:pt x="199" y="533"/>
                </a:lnTo>
                <a:lnTo>
                  <a:pt x="198" y="533"/>
                </a:lnTo>
                <a:lnTo>
                  <a:pt x="197" y="534"/>
                </a:lnTo>
                <a:lnTo>
                  <a:pt x="196" y="535"/>
                </a:lnTo>
                <a:lnTo>
                  <a:pt x="196" y="536"/>
                </a:lnTo>
                <a:lnTo>
                  <a:pt x="195" y="536"/>
                </a:lnTo>
                <a:lnTo>
                  <a:pt x="194" y="536"/>
                </a:lnTo>
                <a:lnTo>
                  <a:pt x="194" y="537"/>
                </a:lnTo>
                <a:lnTo>
                  <a:pt x="193" y="538"/>
                </a:lnTo>
                <a:lnTo>
                  <a:pt x="192" y="539"/>
                </a:lnTo>
                <a:lnTo>
                  <a:pt x="191" y="539"/>
                </a:lnTo>
                <a:lnTo>
                  <a:pt x="190" y="539"/>
                </a:lnTo>
                <a:lnTo>
                  <a:pt x="190" y="540"/>
                </a:lnTo>
                <a:lnTo>
                  <a:pt x="190" y="539"/>
                </a:lnTo>
                <a:lnTo>
                  <a:pt x="190" y="538"/>
                </a:lnTo>
                <a:lnTo>
                  <a:pt x="190" y="537"/>
                </a:lnTo>
                <a:lnTo>
                  <a:pt x="189" y="536"/>
                </a:lnTo>
                <a:lnTo>
                  <a:pt x="190" y="536"/>
                </a:lnTo>
                <a:lnTo>
                  <a:pt x="191" y="537"/>
                </a:lnTo>
                <a:lnTo>
                  <a:pt x="192" y="537"/>
                </a:lnTo>
                <a:lnTo>
                  <a:pt x="193" y="537"/>
                </a:lnTo>
                <a:lnTo>
                  <a:pt x="193" y="536"/>
                </a:lnTo>
                <a:lnTo>
                  <a:pt x="193" y="535"/>
                </a:lnTo>
                <a:lnTo>
                  <a:pt x="192" y="534"/>
                </a:lnTo>
                <a:lnTo>
                  <a:pt x="193" y="533"/>
                </a:lnTo>
                <a:lnTo>
                  <a:pt x="193" y="532"/>
                </a:lnTo>
                <a:lnTo>
                  <a:pt x="194" y="532"/>
                </a:lnTo>
                <a:lnTo>
                  <a:pt x="195" y="531"/>
                </a:lnTo>
                <a:lnTo>
                  <a:pt x="194" y="531"/>
                </a:lnTo>
                <a:lnTo>
                  <a:pt x="193" y="531"/>
                </a:lnTo>
                <a:lnTo>
                  <a:pt x="193" y="530"/>
                </a:lnTo>
                <a:lnTo>
                  <a:pt x="192" y="530"/>
                </a:lnTo>
                <a:lnTo>
                  <a:pt x="191" y="530"/>
                </a:lnTo>
                <a:lnTo>
                  <a:pt x="192" y="529"/>
                </a:lnTo>
                <a:lnTo>
                  <a:pt x="191" y="529"/>
                </a:lnTo>
                <a:lnTo>
                  <a:pt x="190" y="529"/>
                </a:lnTo>
                <a:lnTo>
                  <a:pt x="190" y="530"/>
                </a:lnTo>
                <a:lnTo>
                  <a:pt x="189" y="530"/>
                </a:lnTo>
                <a:lnTo>
                  <a:pt x="188" y="530"/>
                </a:lnTo>
                <a:lnTo>
                  <a:pt x="187" y="529"/>
                </a:lnTo>
                <a:lnTo>
                  <a:pt x="187" y="530"/>
                </a:lnTo>
                <a:lnTo>
                  <a:pt x="186" y="528"/>
                </a:lnTo>
                <a:lnTo>
                  <a:pt x="185" y="528"/>
                </a:lnTo>
                <a:lnTo>
                  <a:pt x="184" y="528"/>
                </a:lnTo>
                <a:lnTo>
                  <a:pt x="183" y="528"/>
                </a:lnTo>
                <a:lnTo>
                  <a:pt x="183" y="529"/>
                </a:lnTo>
                <a:lnTo>
                  <a:pt x="182" y="529"/>
                </a:lnTo>
                <a:lnTo>
                  <a:pt x="182" y="528"/>
                </a:lnTo>
                <a:lnTo>
                  <a:pt x="181" y="528"/>
                </a:lnTo>
                <a:lnTo>
                  <a:pt x="181" y="529"/>
                </a:lnTo>
                <a:lnTo>
                  <a:pt x="182" y="529"/>
                </a:lnTo>
                <a:lnTo>
                  <a:pt x="181" y="529"/>
                </a:lnTo>
                <a:lnTo>
                  <a:pt x="181" y="530"/>
                </a:lnTo>
                <a:lnTo>
                  <a:pt x="182" y="530"/>
                </a:lnTo>
                <a:lnTo>
                  <a:pt x="183" y="529"/>
                </a:lnTo>
                <a:lnTo>
                  <a:pt x="184" y="529"/>
                </a:lnTo>
                <a:lnTo>
                  <a:pt x="185" y="529"/>
                </a:lnTo>
                <a:lnTo>
                  <a:pt x="186" y="530"/>
                </a:lnTo>
                <a:lnTo>
                  <a:pt x="187" y="530"/>
                </a:lnTo>
                <a:lnTo>
                  <a:pt x="187" y="531"/>
                </a:lnTo>
                <a:lnTo>
                  <a:pt x="187" y="532"/>
                </a:lnTo>
                <a:lnTo>
                  <a:pt x="186" y="532"/>
                </a:lnTo>
                <a:lnTo>
                  <a:pt x="185" y="532"/>
                </a:lnTo>
                <a:lnTo>
                  <a:pt x="184" y="532"/>
                </a:lnTo>
                <a:lnTo>
                  <a:pt x="183" y="532"/>
                </a:lnTo>
                <a:lnTo>
                  <a:pt x="182" y="532"/>
                </a:lnTo>
                <a:lnTo>
                  <a:pt x="181" y="533"/>
                </a:lnTo>
                <a:lnTo>
                  <a:pt x="180" y="533"/>
                </a:lnTo>
                <a:lnTo>
                  <a:pt x="179" y="533"/>
                </a:lnTo>
                <a:lnTo>
                  <a:pt x="178" y="534"/>
                </a:lnTo>
                <a:lnTo>
                  <a:pt x="176" y="534"/>
                </a:lnTo>
                <a:lnTo>
                  <a:pt x="175" y="534"/>
                </a:lnTo>
                <a:lnTo>
                  <a:pt x="175" y="535"/>
                </a:lnTo>
                <a:lnTo>
                  <a:pt x="175" y="534"/>
                </a:lnTo>
                <a:lnTo>
                  <a:pt x="174" y="534"/>
                </a:lnTo>
                <a:lnTo>
                  <a:pt x="173" y="534"/>
                </a:lnTo>
                <a:lnTo>
                  <a:pt x="172" y="534"/>
                </a:lnTo>
                <a:lnTo>
                  <a:pt x="172" y="535"/>
                </a:lnTo>
                <a:lnTo>
                  <a:pt x="171" y="535"/>
                </a:lnTo>
                <a:lnTo>
                  <a:pt x="170" y="535"/>
                </a:lnTo>
                <a:lnTo>
                  <a:pt x="170" y="534"/>
                </a:lnTo>
                <a:lnTo>
                  <a:pt x="169" y="534"/>
                </a:lnTo>
                <a:lnTo>
                  <a:pt x="169" y="533"/>
                </a:lnTo>
                <a:lnTo>
                  <a:pt x="170" y="533"/>
                </a:lnTo>
                <a:lnTo>
                  <a:pt x="170" y="532"/>
                </a:lnTo>
                <a:lnTo>
                  <a:pt x="169" y="532"/>
                </a:lnTo>
                <a:lnTo>
                  <a:pt x="168" y="533"/>
                </a:lnTo>
                <a:lnTo>
                  <a:pt x="168" y="532"/>
                </a:lnTo>
                <a:lnTo>
                  <a:pt x="167" y="532"/>
                </a:lnTo>
                <a:lnTo>
                  <a:pt x="167" y="531"/>
                </a:lnTo>
                <a:lnTo>
                  <a:pt x="168" y="530"/>
                </a:lnTo>
                <a:lnTo>
                  <a:pt x="168" y="529"/>
                </a:lnTo>
                <a:lnTo>
                  <a:pt x="167" y="529"/>
                </a:lnTo>
                <a:lnTo>
                  <a:pt x="166" y="529"/>
                </a:lnTo>
                <a:lnTo>
                  <a:pt x="164" y="528"/>
                </a:lnTo>
                <a:lnTo>
                  <a:pt x="163" y="528"/>
                </a:lnTo>
                <a:lnTo>
                  <a:pt x="163" y="529"/>
                </a:lnTo>
                <a:lnTo>
                  <a:pt x="162" y="529"/>
                </a:lnTo>
                <a:lnTo>
                  <a:pt x="162" y="528"/>
                </a:lnTo>
                <a:lnTo>
                  <a:pt x="162" y="527"/>
                </a:lnTo>
                <a:lnTo>
                  <a:pt x="162" y="526"/>
                </a:lnTo>
                <a:lnTo>
                  <a:pt x="162" y="527"/>
                </a:lnTo>
                <a:lnTo>
                  <a:pt x="162" y="528"/>
                </a:lnTo>
                <a:lnTo>
                  <a:pt x="161" y="528"/>
                </a:lnTo>
                <a:lnTo>
                  <a:pt x="161" y="529"/>
                </a:lnTo>
                <a:lnTo>
                  <a:pt x="160" y="529"/>
                </a:lnTo>
                <a:lnTo>
                  <a:pt x="159" y="530"/>
                </a:lnTo>
                <a:lnTo>
                  <a:pt x="159" y="531"/>
                </a:lnTo>
                <a:lnTo>
                  <a:pt x="158" y="531"/>
                </a:lnTo>
                <a:lnTo>
                  <a:pt x="159" y="531"/>
                </a:lnTo>
                <a:lnTo>
                  <a:pt x="158" y="532"/>
                </a:lnTo>
                <a:lnTo>
                  <a:pt x="158" y="533"/>
                </a:lnTo>
                <a:lnTo>
                  <a:pt x="159" y="533"/>
                </a:lnTo>
                <a:lnTo>
                  <a:pt x="160" y="533"/>
                </a:lnTo>
                <a:lnTo>
                  <a:pt x="160" y="534"/>
                </a:lnTo>
                <a:lnTo>
                  <a:pt x="161" y="534"/>
                </a:lnTo>
                <a:lnTo>
                  <a:pt x="161" y="533"/>
                </a:lnTo>
                <a:lnTo>
                  <a:pt x="162" y="533"/>
                </a:lnTo>
                <a:lnTo>
                  <a:pt x="163" y="533"/>
                </a:lnTo>
                <a:lnTo>
                  <a:pt x="163" y="534"/>
                </a:lnTo>
                <a:lnTo>
                  <a:pt x="164" y="534"/>
                </a:lnTo>
                <a:lnTo>
                  <a:pt x="164" y="533"/>
                </a:lnTo>
                <a:lnTo>
                  <a:pt x="164" y="532"/>
                </a:lnTo>
                <a:lnTo>
                  <a:pt x="165" y="532"/>
                </a:lnTo>
                <a:lnTo>
                  <a:pt x="166" y="533"/>
                </a:lnTo>
                <a:lnTo>
                  <a:pt x="167" y="533"/>
                </a:lnTo>
                <a:lnTo>
                  <a:pt x="169" y="534"/>
                </a:lnTo>
                <a:lnTo>
                  <a:pt x="169" y="535"/>
                </a:lnTo>
                <a:lnTo>
                  <a:pt x="168" y="535"/>
                </a:lnTo>
                <a:lnTo>
                  <a:pt x="167" y="535"/>
                </a:lnTo>
                <a:lnTo>
                  <a:pt x="166" y="536"/>
                </a:lnTo>
                <a:lnTo>
                  <a:pt x="164" y="536"/>
                </a:lnTo>
                <a:lnTo>
                  <a:pt x="163" y="537"/>
                </a:lnTo>
                <a:lnTo>
                  <a:pt x="162" y="537"/>
                </a:lnTo>
                <a:lnTo>
                  <a:pt x="161" y="538"/>
                </a:lnTo>
                <a:lnTo>
                  <a:pt x="159" y="539"/>
                </a:lnTo>
                <a:lnTo>
                  <a:pt x="158" y="540"/>
                </a:lnTo>
                <a:lnTo>
                  <a:pt x="157" y="540"/>
                </a:lnTo>
                <a:lnTo>
                  <a:pt x="156" y="540"/>
                </a:lnTo>
                <a:lnTo>
                  <a:pt x="155" y="541"/>
                </a:lnTo>
                <a:lnTo>
                  <a:pt x="154" y="541"/>
                </a:lnTo>
                <a:lnTo>
                  <a:pt x="154" y="542"/>
                </a:lnTo>
                <a:lnTo>
                  <a:pt x="153" y="542"/>
                </a:lnTo>
                <a:lnTo>
                  <a:pt x="152" y="542"/>
                </a:lnTo>
                <a:lnTo>
                  <a:pt x="152" y="541"/>
                </a:lnTo>
                <a:lnTo>
                  <a:pt x="152" y="542"/>
                </a:lnTo>
                <a:lnTo>
                  <a:pt x="151" y="542"/>
                </a:lnTo>
                <a:lnTo>
                  <a:pt x="150" y="542"/>
                </a:lnTo>
                <a:lnTo>
                  <a:pt x="149" y="542"/>
                </a:lnTo>
                <a:lnTo>
                  <a:pt x="149" y="543"/>
                </a:lnTo>
                <a:lnTo>
                  <a:pt x="148" y="543"/>
                </a:lnTo>
                <a:lnTo>
                  <a:pt x="147" y="544"/>
                </a:lnTo>
                <a:lnTo>
                  <a:pt x="147" y="545"/>
                </a:lnTo>
                <a:lnTo>
                  <a:pt x="146" y="545"/>
                </a:lnTo>
                <a:lnTo>
                  <a:pt x="146" y="546"/>
                </a:lnTo>
                <a:lnTo>
                  <a:pt x="145" y="546"/>
                </a:lnTo>
                <a:lnTo>
                  <a:pt x="144" y="546"/>
                </a:lnTo>
                <a:lnTo>
                  <a:pt x="143" y="546"/>
                </a:lnTo>
                <a:lnTo>
                  <a:pt x="142" y="546"/>
                </a:lnTo>
                <a:lnTo>
                  <a:pt x="141" y="546"/>
                </a:lnTo>
                <a:lnTo>
                  <a:pt x="140" y="546"/>
                </a:lnTo>
                <a:lnTo>
                  <a:pt x="139" y="546"/>
                </a:lnTo>
                <a:lnTo>
                  <a:pt x="138" y="546"/>
                </a:lnTo>
                <a:lnTo>
                  <a:pt x="138" y="545"/>
                </a:lnTo>
                <a:lnTo>
                  <a:pt x="137" y="545"/>
                </a:lnTo>
                <a:lnTo>
                  <a:pt x="136" y="545"/>
                </a:lnTo>
                <a:lnTo>
                  <a:pt x="135" y="545"/>
                </a:lnTo>
                <a:lnTo>
                  <a:pt x="134" y="545"/>
                </a:lnTo>
                <a:lnTo>
                  <a:pt x="135" y="545"/>
                </a:lnTo>
                <a:lnTo>
                  <a:pt x="134" y="545"/>
                </a:lnTo>
                <a:lnTo>
                  <a:pt x="133" y="545"/>
                </a:lnTo>
                <a:lnTo>
                  <a:pt x="132" y="546"/>
                </a:lnTo>
                <a:lnTo>
                  <a:pt x="131" y="546"/>
                </a:lnTo>
                <a:lnTo>
                  <a:pt x="130" y="547"/>
                </a:lnTo>
                <a:lnTo>
                  <a:pt x="129" y="548"/>
                </a:lnTo>
                <a:lnTo>
                  <a:pt x="129" y="547"/>
                </a:lnTo>
                <a:lnTo>
                  <a:pt x="128" y="547"/>
                </a:lnTo>
                <a:lnTo>
                  <a:pt x="128" y="548"/>
                </a:lnTo>
                <a:lnTo>
                  <a:pt x="128" y="549"/>
                </a:lnTo>
                <a:lnTo>
                  <a:pt x="127" y="549"/>
                </a:lnTo>
                <a:lnTo>
                  <a:pt x="126" y="550"/>
                </a:lnTo>
                <a:lnTo>
                  <a:pt x="125" y="551"/>
                </a:lnTo>
                <a:lnTo>
                  <a:pt x="125" y="552"/>
                </a:lnTo>
                <a:lnTo>
                  <a:pt x="124" y="552"/>
                </a:lnTo>
                <a:lnTo>
                  <a:pt x="123" y="553"/>
                </a:lnTo>
                <a:lnTo>
                  <a:pt x="123" y="554"/>
                </a:lnTo>
                <a:lnTo>
                  <a:pt x="122" y="555"/>
                </a:lnTo>
                <a:lnTo>
                  <a:pt x="121" y="556"/>
                </a:lnTo>
                <a:lnTo>
                  <a:pt x="121" y="557"/>
                </a:lnTo>
                <a:lnTo>
                  <a:pt x="121" y="558"/>
                </a:lnTo>
                <a:lnTo>
                  <a:pt x="120" y="559"/>
                </a:lnTo>
                <a:lnTo>
                  <a:pt x="119" y="561"/>
                </a:lnTo>
                <a:lnTo>
                  <a:pt x="119" y="562"/>
                </a:lnTo>
                <a:lnTo>
                  <a:pt x="119" y="563"/>
                </a:lnTo>
                <a:lnTo>
                  <a:pt x="118" y="564"/>
                </a:lnTo>
                <a:lnTo>
                  <a:pt x="118" y="565"/>
                </a:lnTo>
                <a:lnTo>
                  <a:pt x="117" y="566"/>
                </a:lnTo>
                <a:lnTo>
                  <a:pt x="116" y="567"/>
                </a:lnTo>
                <a:lnTo>
                  <a:pt x="116" y="568"/>
                </a:lnTo>
                <a:lnTo>
                  <a:pt x="115" y="568"/>
                </a:lnTo>
                <a:lnTo>
                  <a:pt x="114" y="569"/>
                </a:lnTo>
                <a:lnTo>
                  <a:pt x="113" y="569"/>
                </a:lnTo>
                <a:lnTo>
                  <a:pt x="112" y="568"/>
                </a:lnTo>
                <a:lnTo>
                  <a:pt x="112" y="569"/>
                </a:lnTo>
                <a:lnTo>
                  <a:pt x="110" y="569"/>
                </a:lnTo>
                <a:lnTo>
                  <a:pt x="109" y="569"/>
                </a:lnTo>
                <a:lnTo>
                  <a:pt x="107" y="569"/>
                </a:lnTo>
                <a:lnTo>
                  <a:pt x="106" y="570"/>
                </a:lnTo>
                <a:lnTo>
                  <a:pt x="105" y="570"/>
                </a:lnTo>
                <a:lnTo>
                  <a:pt x="104" y="571"/>
                </a:lnTo>
                <a:lnTo>
                  <a:pt x="103" y="571"/>
                </a:lnTo>
                <a:lnTo>
                  <a:pt x="102" y="571"/>
                </a:lnTo>
                <a:lnTo>
                  <a:pt x="101" y="570"/>
                </a:lnTo>
                <a:lnTo>
                  <a:pt x="100" y="570"/>
                </a:lnTo>
                <a:lnTo>
                  <a:pt x="99" y="570"/>
                </a:lnTo>
                <a:lnTo>
                  <a:pt x="98" y="570"/>
                </a:lnTo>
                <a:lnTo>
                  <a:pt x="97" y="570"/>
                </a:lnTo>
                <a:lnTo>
                  <a:pt x="97" y="571"/>
                </a:lnTo>
                <a:lnTo>
                  <a:pt x="96" y="571"/>
                </a:lnTo>
                <a:lnTo>
                  <a:pt x="95" y="571"/>
                </a:lnTo>
                <a:lnTo>
                  <a:pt x="94" y="572"/>
                </a:lnTo>
                <a:lnTo>
                  <a:pt x="94" y="573"/>
                </a:lnTo>
                <a:lnTo>
                  <a:pt x="94" y="574"/>
                </a:lnTo>
                <a:lnTo>
                  <a:pt x="93" y="574"/>
                </a:lnTo>
                <a:lnTo>
                  <a:pt x="92" y="574"/>
                </a:lnTo>
                <a:lnTo>
                  <a:pt x="91" y="573"/>
                </a:lnTo>
                <a:lnTo>
                  <a:pt x="92" y="572"/>
                </a:lnTo>
                <a:lnTo>
                  <a:pt x="92" y="571"/>
                </a:lnTo>
                <a:lnTo>
                  <a:pt x="92" y="570"/>
                </a:lnTo>
                <a:lnTo>
                  <a:pt x="93" y="569"/>
                </a:lnTo>
                <a:lnTo>
                  <a:pt x="93" y="568"/>
                </a:lnTo>
                <a:lnTo>
                  <a:pt x="93" y="567"/>
                </a:lnTo>
                <a:lnTo>
                  <a:pt x="92" y="567"/>
                </a:lnTo>
                <a:lnTo>
                  <a:pt x="91" y="567"/>
                </a:lnTo>
                <a:lnTo>
                  <a:pt x="91" y="566"/>
                </a:lnTo>
                <a:lnTo>
                  <a:pt x="90" y="565"/>
                </a:lnTo>
                <a:lnTo>
                  <a:pt x="90" y="564"/>
                </a:lnTo>
                <a:lnTo>
                  <a:pt x="90" y="563"/>
                </a:lnTo>
                <a:lnTo>
                  <a:pt x="91" y="563"/>
                </a:lnTo>
                <a:lnTo>
                  <a:pt x="91" y="562"/>
                </a:lnTo>
                <a:lnTo>
                  <a:pt x="92" y="561"/>
                </a:lnTo>
                <a:lnTo>
                  <a:pt x="93" y="560"/>
                </a:lnTo>
                <a:lnTo>
                  <a:pt x="93" y="559"/>
                </a:lnTo>
                <a:lnTo>
                  <a:pt x="92" y="559"/>
                </a:lnTo>
                <a:lnTo>
                  <a:pt x="92" y="560"/>
                </a:lnTo>
                <a:lnTo>
                  <a:pt x="91" y="560"/>
                </a:lnTo>
                <a:lnTo>
                  <a:pt x="90" y="559"/>
                </a:lnTo>
                <a:lnTo>
                  <a:pt x="90" y="558"/>
                </a:lnTo>
                <a:lnTo>
                  <a:pt x="90" y="557"/>
                </a:lnTo>
                <a:lnTo>
                  <a:pt x="90" y="556"/>
                </a:lnTo>
                <a:lnTo>
                  <a:pt x="90" y="554"/>
                </a:lnTo>
                <a:lnTo>
                  <a:pt x="90" y="553"/>
                </a:lnTo>
                <a:lnTo>
                  <a:pt x="90" y="552"/>
                </a:lnTo>
                <a:lnTo>
                  <a:pt x="90" y="550"/>
                </a:lnTo>
                <a:lnTo>
                  <a:pt x="90" y="549"/>
                </a:lnTo>
                <a:lnTo>
                  <a:pt x="90" y="551"/>
                </a:lnTo>
                <a:lnTo>
                  <a:pt x="90" y="552"/>
                </a:lnTo>
                <a:lnTo>
                  <a:pt x="89" y="552"/>
                </a:lnTo>
                <a:lnTo>
                  <a:pt x="88" y="551"/>
                </a:lnTo>
                <a:lnTo>
                  <a:pt x="87" y="551"/>
                </a:lnTo>
                <a:lnTo>
                  <a:pt x="87" y="550"/>
                </a:lnTo>
                <a:lnTo>
                  <a:pt x="86" y="550"/>
                </a:lnTo>
                <a:lnTo>
                  <a:pt x="86" y="549"/>
                </a:lnTo>
                <a:lnTo>
                  <a:pt x="85" y="549"/>
                </a:lnTo>
                <a:lnTo>
                  <a:pt x="85" y="548"/>
                </a:lnTo>
                <a:lnTo>
                  <a:pt x="85" y="547"/>
                </a:lnTo>
                <a:lnTo>
                  <a:pt x="84" y="547"/>
                </a:lnTo>
                <a:lnTo>
                  <a:pt x="84" y="546"/>
                </a:lnTo>
                <a:lnTo>
                  <a:pt x="84" y="547"/>
                </a:lnTo>
                <a:lnTo>
                  <a:pt x="83" y="546"/>
                </a:lnTo>
                <a:lnTo>
                  <a:pt x="83" y="547"/>
                </a:lnTo>
                <a:lnTo>
                  <a:pt x="84" y="548"/>
                </a:lnTo>
                <a:lnTo>
                  <a:pt x="84" y="549"/>
                </a:lnTo>
                <a:lnTo>
                  <a:pt x="85" y="550"/>
                </a:lnTo>
                <a:lnTo>
                  <a:pt x="85" y="551"/>
                </a:lnTo>
                <a:lnTo>
                  <a:pt x="86" y="551"/>
                </a:lnTo>
                <a:lnTo>
                  <a:pt x="86" y="552"/>
                </a:lnTo>
                <a:lnTo>
                  <a:pt x="86" y="553"/>
                </a:lnTo>
                <a:lnTo>
                  <a:pt x="87" y="554"/>
                </a:lnTo>
                <a:lnTo>
                  <a:pt x="87" y="555"/>
                </a:lnTo>
                <a:lnTo>
                  <a:pt x="88" y="556"/>
                </a:lnTo>
                <a:lnTo>
                  <a:pt x="88" y="557"/>
                </a:lnTo>
                <a:lnTo>
                  <a:pt x="87" y="557"/>
                </a:lnTo>
                <a:lnTo>
                  <a:pt x="86" y="557"/>
                </a:lnTo>
                <a:lnTo>
                  <a:pt x="86" y="558"/>
                </a:lnTo>
                <a:lnTo>
                  <a:pt x="86" y="559"/>
                </a:lnTo>
                <a:lnTo>
                  <a:pt x="87" y="559"/>
                </a:lnTo>
                <a:lnTo>
                  <a:pt x="87" y="558"/>
                </a:lnTo>
                <a:lnTo>
                  <a:pt x="87" y="557"/>
                </a:lnTo>
                <a:lnTo>
                  <a:pt x="88" y="557"/>
                </a:lnTo>
                <a:lnTo>
                  <a:pt x="88" y="559"/>
                </a:lnTo>
                <a:lnTo>
                  <a:pt x="88" y="560"/>
                </a:lnTo>
                <a:lnTo>
                  <a:pt x="89" y="560"/>
                </a:lnTo>
                <a:lnTo>
                  <a:pt x="89" y="561"/>
                </a:lnTo>
                <a:lnTo>
                  <a:pt x="89" y="562"/>
                </a:lnTo>
                <a:lnTo>
                  <a:pt x="89" y="561"/>
                </a:lnTo>
                <a:lnTo>
                  <a:pt x="88" y="561"/>
                </a:lnTo>
                <a:lnTo>
                  <a:pt x="88" y="562"/>
                </a:lnTo>
                <a:lnTo>
                  <a:pt x="87" y="563"/>
                </a:lnTo>
                <a:lnTo>
                  <a:pt x="87" y="564"/>
                </a:lnTo>
                <a:lnTo>
                  <a:pt x="86" y="563"/>
                </a:lnTo>
                <a:lnTo>
                  <a:pt x="86" y="564"/>
                </a:lnTo>
                <a:lnTo>
                  <a:pt x="86" y="565"/>
                </a:lnTo>
                <a:lnTo>
                  <a:pt x="87" y="566"/>
                </a:lnTo>
                <a:lnTo>
                  <a:pt x="87" y="565"/>
                </a:lnTo>
                <a:lnTo>
                  <a:pt x="88" y="566"/>
                </a:lnTo>
                <a:lnTo>
                  <a:pt x="88" y="567"/>
                </a:lnTo>
                <a:lnTo>
                  <a:pt x="88" y="568"/>
                </a:lnTo>
                <a:lnTo>
                  <a:pt x="89" y="568"/>
                </a:lnTo>
                <a:lnTo>
                  <a:pt x="90" y="568"/>
                </a:lnTo>
                <a:lnTo>
                  <a:pt x="90" y="569"/>
                </a:lnTo>
                <a:lnTo>
                  <a:pt x="90" y="570"/>
                </a:lnTo>
                <a:lnTo>
                  <a:pt x="90" y="571"/>
                </a:lnTo>
                <a:lnTo>
                  <a:pt x="90" y="572"/>
                </a:lnTo>
                <a:lnTo>
                  <a:pt x="89" y="572"/>
                </a:lnTo>
                <a:lnTo>
                  <a:pt x="89" y="573"/>
                </a:lnTo>
                <a:lnTo>
                  <a:pt x="90" y="573"/>
                </a:lnTo>
                <a:lnTo>
                  <a:pt x="89" y="574"/>
                </a:lnTo>
                <a:lnTo>
                  <a:pt x="89" y="575"/>
                </a:lnTo>
                <a:lnTo>
                  <a:pt x="88" y="576"/>
                </a:lnTo>
                <a:lnTo>
                  <a:pt x="88" y="577"/>
                </a:lnTo>
                <a:lnTo>
                  <a:pt x="88" y="578"/>
                </a:lnTo>
                <a:lnTo>
                  <a:pt x="88" y="579"/>
                </a:lnTo>
                <a:lnTo>
                  <a:pt x="88" y="580"/>
                </a:lnTo>
                <a:lnTo>
                  <a:pt x="88" y="581"/>
                </a:lnTo>
                <a:lnTo>
                  <a:pt x="87" y="582"/>
                </a:lnTo>
                <a:lnTo>
                  <a:pt x="86" y="582"/>
                </a:lnTo>
                <a:lnTo>
                  <a:pt x="85" y="581"/>
                </a:lnTo>
                <a:lnTo>
                  <a:pt x="85" y="580"/>
                </a:lnTo>
                <a:lnTo>
                  <a:pt x="85" y="581"/>
                </a:lnTo>
                <a:lnTo>
                  <a:pt x="84" y="581"/>
                </a:lnTo>
                <a:lnTo>
                  <a:pt x="84" y="582"/>
                </a:lnTo>
                <a:lnTo>
                  <a:pt x="83" y="582"/>
                </a:lnTo>
                <a:lnTo>
                  <a:pt x="83" y="583"/>
                </a:lnTo>
                <a:lnTo>
                  <a:pt x="83" y="584"/>
                </a:lnTo>
                <a:lnTo>
                  <a:pt x="82" y="584"/>
                </a:lnTo>
                <a:lnTo>
                  <a:pt x="82" y="585"/>
                </a:lnTo>
                <a:lnTo>
                  <a:pt x="81" y="585"/>
                </a:lnTo>
                <a:lnTo>
                  <a:pt x="80" y="585"/>
                </a:lnTo>
                <a:lnTo>
                  <a:pt x="79" y="585"/>
                </a:lnTo>
                <a:lnTo>
                  <a:pt x="79" y="584"/>
                </a:lnTo>
                <a:lnTo>
                  <a:pt x="78" y="584"/>
                </a:lnTo>
                <a:lnTo>
                  <a:pt x="78" y="585"/>
                </a:lnTo>
                <a:lnTo>
                  <a:pt x="77" y="585"/>
                </a:lnTo>
                <a:lnTo>
                  <a:pt x="77" y="586"/>
                </a:lnTo>
                <a:lnTo>
                  <a:pt x="76" y="586"/>
                </a:lnTo>
                <a:lnTo>
                  <a:pt x="75" y="586"/>
                </a:lnTo>
                <a:lnTo>
                  <a:pt x="74" y="587"/>
                </a:lnTo>
                <a:lnTo>
                  <a:pt x="73" y="587"/>
                </a:lnTo>
                <a:lnTo>
                  <a:pt x="72" y="588"/>
                </a:lnTo>
                <a:lnTo>
                  <a:pt x="71" y="588"/>
                </a:lnTo>
                <a:lnTo>
                  <a:pt x="71" y="587"/>
                </a:lnTo>
                <a:lnTo>
                  <a:pt x="70" y="587"/>
                </a:lnTo>
                <a:lnTo>
                  <a:pt x="69" y="587"/>
                </a:lnTo>
                <a:lnTo>
                  <a:pt x="69" y="588"/>
                </a:lnTo>
                <a:lnTo>
                  <a:pt x="70" y="588"/>
                </a:lnTo>
                <a:lnTo>
                  <a:pt x="70" y="589"/>
                </a:lnTo>
                <a:lnTo>
                  <a:pt x="69" y="590"/>
                </a:lnTo>
                <a:lnTo>
                  <a:pt x="69" y="592"/>
                </a:lnTo>
                <a:lnTo>
                  <a:pt x="69" y="593"/>
                </a:lnTo>
                <a:lnTo>
                  <a:pt x="69" y="594"/>
                </a:lnTo>
                <a:lnTo>
                  <a:pt x="68" y="594"/>
                </a:lnTo>
                <a:lnTo>
                  <a:pt x="68" y="595"/>
                </a:lnTo>
                <a:lnTo>
                  <a:pt x="68" y="596"/>
                </a:lnTo>
                <a:lnTo>
                  <a:pt x="67" y="596"/>
                </a:lnTo>
                <a:lnTo>
                  <a:pt x="67" y="595"/>
                </a:lnTo>
                <a:lnTo>
                  <a:pt x="67" y="594"/>
                </a:lnTo>
                <a:lnTo>
                  <a:pt x="66" y="594"/>
                </a:lnTo>
                <a:lnTo>
                  <a:pt x="66" y="593"/>
                </a:lnTo>
                <a:lnTo>
                  <a:pt x="66" y="592"/>
                </a:lnTo>
                <a:lnTo>
                  <a:pt x="66" y="590"/>
                </a:lnTo>
                <a:lnTo>
                  <a:pt x="66" y="589"/>
                </a:lnTo>
                <a:lnTo>
                  <a:pt x="66" y="587"/>
                </a:lnTo>
                <a:lnTo>
                  <a:pt x="67" y="587"/>
                </a:lnTo>
                <a:lnTo>
                  <a:pt x="67" y="586"/>
                </a:lnTo>
                <a:lnTo>
                  <a:pt x="66" y="586"/>
                </a:lnTo>
                <a:lnTo>
                  <a:pt x="65" y="586"/>
                </a:lnTo>
                <a:lnTo>
                  <a:pt x="65" y="585"/>
                </a:lnTo>
                <a:lnTo>
                  <a:pt x="64" y="586"/>
                </a:lnTo>
                <a:lnTo>
                  <a:pt x="64" y="587"/>
                </a:lnTo>
                <a:lnTo>
                  <a:pt x="65" y="587"/>
                </a:lnTo>
                <a:lnTo>
                  <a:pt x="65" y="589"/>
                </a:lnTo>
                <a:lnTo>
                  <a:pt x="65" y="590"/>
                </a:lnTo>
                <a:lnTo>
                  <a:pt x="65" y="592"/>
                </a:lnTo>
                <a:lnTo>
                  <a:pt x="65" y="593"/>
                </a:lnTo>
                <a:lnTo>
                  <a:pt x="64" y="593"/>
                </a:lnTo>
                <a:lnTo>
                  <a:pt x="63" y="592"/>
                </a:lnTo>
                <a:lnTo>
                  <a:pt x="63" y="593"/>
                </a:lnTo>
                <a:lnTo>
                  <a:pt x="62" y="593"/>
                </a:lnTo>
                <a:lnTo>
                  <a:pt x="63" y="593"/>
                </a:lnTo>
                <a:lnTo>
                  <a:pt x="64" y="593"/>
                </a:lnTo>
                <a:lnTo>
                  <a:pt x="64" y="594"/>
                </a:lnTo>
                <a:lnTo>
                  <a:pt x="64" y="595"/>
                </a:lnTo>
                <a:lnTo>
                  <a:pt x="64" y="596"/>
                </a:lnTo>
                <a:lnTo>
                  <a:pt x="64" y="595"/>
                </a:lnTo>
                <a:lnTo>
                  <a:pt x="63" y="596"/>
                </a:lnTo>
                <a:lnTo>
                  <a:pt x="63" y="597"/>
                </a:lnTo>
                <a:lnTo>
                  <a:pt x="63" y="598"/>
                </a:lnTo>
                <a:lnTo>
                  <a:pt x="62" y="599"/>
                </a:lnTo>
                <a:lnTo>
                  <a:pt x="61" y="600"/>
                </a:lnTo>
                <a:lnTo>
                  <a:pt x="62" y="601"/>
                </a:lnTo>
                <a:lnTo>
                  <a:pt x="63" y="601"/>
                </a:lnTo>
                <a:lnTo>
                  <a:pt x="62" y="601"/>
                </a:lnTo>
                <a:lnTo>
                  <a:pt x="61" y="602"/>
                </a:lnTo>
                <a:lnTo>
                  <a:pt x="61" y="603"/>
                </a:lnTo>
                <a:lnTo>
                  <a:pt x="60" y="603"/>
                </a:lnTo>
                <a:lnTo>
                  <a:pt x="59" y="603"/>
                </a:lnTo>
                <a:lnTo>
                  <a:pt x="60" y="603"/>
                </a:lnTo>
                <a:lnTo>
                  <a:pt x="60" y="604"/>
                </a:lnTo>
                <a:lnTo>
                  <a:pt x="61" y="604"/>
                </a:lnTo>
                <a:lnTo>
                  <a:pt x="61" y="605"/>
                </a:lnTo>
                <a:lnTo>
                  <a:pt x="61" y="606"/>
                </a:lnTo>
                <a:lnTo>
                  <a:pt x="61" y="607"/>
                </a:lnTo>
                <a:lnTo>
                  <a:pt x="60" y="608"/>
                </a:lnTo>
                <a:lnTo>
                  <a:pt x="60" y="609"/>
                </a:lnTo>
                <a:lnTo>
                  <a:pt x="60" y="610"/>
                </a:lnTo>
                <a:lnTo>
                  <a:pt x="61" y="610"/>
                </a:lnTo>
                <a:lnTo>
                  <a:pt x="61" y="611"/>
                </a:lnTo>
                <a:lnTo>
                  <a:pt x="61" y="612"/>
                </a:lnTo>
                <a:lnTo>
                  <a:pt x="61" y="613"/>
                </a:lnTo>
                <a:lnTo>
                  <a:pt x="62" y="614"/>
                </a:lnTo>
                <a:lnTo>
                  <a:pt x="63" y="615"/>
                </a:lnTo>
                <a:lnTo>
                  <a:pt x="63" y="616"/>
                </a:lnTo>
                <a:lnTo>
                  <a:pt x="64" y="617"/>
                </a:lnTo>
                <a:lnTo>
                  <a:pt x="64" y="618"/>
                </a:lnTo>
                <a:lnTo>
                  <a:pt x="65" y="619"/>
                </a:lnTo>
                <a:lnTo>
                  <a:pt x="64" y="619"/>
                </a:lnTo>
                <a:lnTo>
                  <a:pt x="64" y="620"/>
                </a:lnTo>
                <a:lnTo>
                  <a:pt x="63" y="620"/>
                </a:lnTo>
                <a:lnTo>
                  <a:pt x="63" y="621"/>
                </a:lnTo>
                <a:lnTo>
                  <a:pt x="64" y="621"/>
                </a:lnTo>
                <a:lnTo>
                  <a:pt x="65" y="620"/>
                </a:lnTo>
                <a:lnTo>
                  <a:pt x="66" y="620"/>
                </a:lnTo>
                <a:lnTo>
                  <a:pt x="67" y="619"/>
                </a:lnTo>
                <a:lnTo>
                  <a:pt x="68" y="619"/>
                </a:lnTo>
                <a:lnTo>
                  <a:pt x="69" y="619"/>
                </a:lnTo>
                <a:lnTo>
                  <a:pt x="70" y="619"/>
                </a:lnTo>
                <a:lnTo>
                  <a:pt x="71" y="619"/>
                </a:lnTo>
                <a:lnTo>
                  <a:pt x="71" y="620"/>
                </a:lnTo>
                <a:lnTo>
                  <a:pt x="72" y="620"/>
                </a:lnTo>
                <a:lnTo>
                  <a:pt x="73" y="620"/>
                </a:lnTo>
                <a:lnTo>
                  <a:pt x="73" y="621"/>
                </a:lnTo>
                <a:lnTo>
                  <a:pt x="74" y="621"/>
                </a:lnTo>
                <a:lnTo>
                  <a:pt x="74" y="620"/>
                </a:lnTo>
                <a:lnTo>
                  <a:pt x="75" y="620"/>
                </a:lnTo>
                <a:lnTo>
                  <a:pt x="76" y="620"/>
                </a:lnTo>
                <a:lnTo>
                  <a:pt x="76" y="619"/>
                </a:lnTo>
                <a:lnTo>
                  <a:pt x="79" y="619"/>
                </a:lnTo>
                <a:lnTo>
                  <a:pt x="80" y="619"/>
                </a:lnTo>
                <a:lnTo>
                  <a:pt x="81" y="619"/>
                </a:lnTo>
                <a:lnTo>
                  <a:pt x="81" y="620"/>
                </a:lnTo>
                <a:lnTo>
                  <a:pt x="82" y="620"/>
                </a:lnTo>
                <a:lnTo>
                  <a:pt x="83" y="621"/>
                </a:lnTo>
                <a:lnTo>
                  <a:pt x="84" y="621"/>
                </a:lnTo>
                <a:lnTo>
                  <a:pt x="84" y="622"/>
                </a:lnTo>
                <a:lnTo>
                  <a:pt x="85" y="622"/>
                </a:lnTo>
                <a:lnTo>
                  <a:pt x="86" y="622"/>
                </a:lnTo>
                <a:lnTo>
                  <a:pt x="87" y="622"/>
                </a:lnTo>
                <a:lnTo>
                  <a:pt x="87" y="623"/>
                </a:lnTo>
                <a:lnTo>
                  <a:pt x="88" y="623"/>
                </a:lnTo>
                <a:lnTo>
                  <a:pt x="87" y="622"/>
                </a:lnTo>
                <a:lnTo>
                  <a:pt x="88" y="622"/>
                </a:lnTo>
                <a:lnTo>
                  <a:pt x="88" y="623"/>
                </a:lnTo>
                <a:lnTo>
                  <a:pt x="89" y="623"/>
                </a:lnTo>
                <a:lnTo>
                  <a:pt x="88" y="623"/>
                </a:lnTo>
                <a:lnTo>
                  <a:pt x="89" y="623"/>
                </a:lnTo>
                <a:lnTo>
                  <a:pt x="89" y="624"/>
                </a:lnTo>
                <a:lnTo>
                  <a:pt x="89" y="625"/>
                </a:lnTo>
                <a:lnTo>
                  <a:pt x="88" y="625"/>
                </a:lnTo>
                <a:lnTo>
                  <a:pt x="88" y="626"/>
                </a:lnTo>
                <a:lnTo>
                  <a:pt x="89" y="626"/>
                </a:lnTo>
                <a:lnTo>
                  <a:pt x="89" y="627"/>
                </a:lnTo>
                <a:lnTo>
                  <a:pt x="89" y="628"/>
                </a:lnTo>
                <a:lnTo>
                  <a:pt x="90" y="628"/>
                </a:lnTo>
                <a:lnTo>
                  <a:pt x="90" y="629"/>
                </a:lnTo>
                <a:lnTo>
                  <a:pt x="90" y="631"/>
                </a:lnTo>
                <a:lnTo>
                  <a:pt x="90" y="632"/>
                </a:lnTo>
                <a:lnTo>
                  <a:pt x="89" y="632"/>
                </a:lnTo>
                <a:lnTo>
                  <a:pt x="89" y="635"/>
                </a:lnTo>
                <a:lnTo>
                  <a:pt x="89" y="636"/>
                </a:lnTo>
                <a:lnTo>
                  <a:pt x="89" y="635"/>
                </a:lnTo>
                <a:lnTo>
                  <a:pt x="88" y="636"/>
                </a:lnTo>
                <a:lnTo>
                  <a:pt x="87" y="636"/>
                </a:lnTo>
                <a:lnTo>
                  <a:pt x="86" y="636"/>
                </a:lnTo>
                <a:lnTo>
                  <a:pt x="85" y="635"/>
                </a:lnTo>
                <a:lnTo>
                  <a:pt x="85" y="634"/>
                </a:lnTo>
                <a:lnTo>
                  <a:pt x="84" y="634"/>
                </a:lnTo>
                <a:lnTo>
                  <a:pt x="83" y="633"/>
                </a:lnTo>
                <a:lnTo>
                  <a:pt x="84" y="633"/>
                </a:lnTo>
                <a:lnTo>
                  <a:pt x="84" y="632"/>
                </a:lnTo>
                <a:lnTo>
                  <a:pt x="83" y="632"/>
                </a:lnTo>
                <a:lnTo>
                  <a:pt x="83" y="631"/>
                </a:lnTo>
                <a:lnTo>
                  <a:pt x="83" y="630"/>
                </a:lnTo>
                <a:lnTo>
                  <a:pt x="82" y="629"/>
                </a:lnTo>
                <a:lnTo>
                  <a:pt x="82" y="628"/>
                </a:lnTo>
                <a:lnTo>
                  <a:pt x="81" y="628"/>
                </a:lnTo>
                <a:lnTo>
                  <a:pt x="82" y="628"/>
                </a:lnTo>
                <a:lnTo>
                  <a:pt x="81" y="628"/>
                </a:lnTo>
                <a:lnTo>
                  <a:pt x="82" y="628"/>
                </a:lnTo>
                <a:lnTo>
                  <a:pt x="82" y="629"/>
                </a:lnTo>
                <a:lnTo>
                  <a:pt x="82" y="630"/>
                </a:lnTo>
                <a:lnTo>
                  <a:pt x="82" y="631"/>
                </a:lnTo>
                <a:lnTo>
                  <a:pt x="82" y="632"/>
                </a:lnTo>
                <a:lnTo>
                  <a:pt x="81" y="632"/>
                </a:lnTo>
                <a:lnTo>
                  <a:pt x="80" y="633"/>
                </a:lnTo>
                <a:lnTo>
                  <a:pt x="80" y="632"/>
                </a:lnTo>
                <a:lnTo>
                  <a:pt x="80" y="633"/>
                </a:lnTo>
                <a:lnTo>
                  <a:pt x="80" y="634"/>
                </a:lnTo>
                <a:lnTo>
                  <a:pt x="79" y="633"/>
                </a:lnTo>
                <a:lnTo>
                  <a:pt x="79" y="634"/>
                </a:lnTo>
                <a:lnTo>
                  <a:pt x="80" y="634"/>
                </a:lnTo>
                <a:lnTo>
                  <a:pt x="81" y="634"/>
                </a:lnTo>
                <a:lnTo>
                  <a:pt x="81" y="633"/>
                </a:lnTo>
                <a:lnTo>
                  <a:pt x="82" y="633"/>
                </a:lnTo>
                <a:lnTo>
                  <a:pt x="82" y="632"/>
                </a:lnTo>
                <a:lnTo>
                  <a:pt x="82" y="633"/>
                </a:lnTo>
                <a:lnTo>
                  <a:pt x="82" y="634"/>
                </a:lnTo>
                <a:lnTo>
                  <a:pt x="82" y="635"/>
                </a:lnTo>
                <a:lnTo>
                  <a:pt x="82" y="636"/>
                </a:lnTo>
                <a:lnTo>
                  <a:pt x="83" y="637"/>
                </a:lnTo>
                <a:lnTo>
                  <a:pt x="83" y="638"/>
                </a:lnTo>
                <a:lnTo>
                  <a:pt x="82" y="638"/>
                </a:lnTo>
                <a:lnTo>
                  <a:pt x="81" y="638"/>
                </a:lnTo>
                <a:lnTo>
                  <a:pt x="80" y="639"/>
                </a:lnTo>
                <a:lnTo>
                  <a:pt x="80" y="640"/>
                </a:lnTo>
                <a:lnTo>
                  <a:pt x="79" y="640"/>
                </a:lnTo>
                <a:lnTo>
                  <a:pt x="79" y="639"/>
                </a:lnTo>
                <a:lnTo>
                  <a:pt x="79" y="640"/>
                </a:lnTo>
                <a:lnTo>
                  <a:pt x="78" y="640"/>
                </a:lnTo>
                <a:lnTo>
                  <a:pt x="79" y="640"/>
                </a:lnTo>
                <a:lnTo>
                  <a:pt x="79" y="641"/>
                </a:lnTo>
                <a:lnTo>
                  <a:pt x="79" y="642"/>
                </a:lnTo>
                <a:lnTo>
                  <a:pt x="79" y="643"/>
                </a:lnTo>
                <a:lnTo>
                  <a:pt x="78" y="643"/>
                </a:lnTo>
                <a:lnTo>
                  <a:pt x="78" y="644"/>
                </a:lnTo>
                <a:lnTo>
                  <a:pt x="79" y="644"/>
                </a:lnTo>
                <a:lnTo>
                  <a:pt x="79" y="643"/>
                </a:lnTo>
                <a:lnTo>
                  <a:pt x="80" y="643"/>
                </a:lnTo>
                <a:lnTo>
                  <a:pt x="80" y="642"/>
                </a:lnTo>
                <a:lnTo>
                  <a:pt x="81" y="642"/>
                </a:lnTo>
                <a:lnTo>
                  <a:pt x="81" y="641"/>
                </a:lnTo>
                <a:lnTo>
                  <a:pt x="82" y="640"/>
                </a:lnTo>
                <a:lnTo>
                  <a:pt x="82" y="641"/>
                </a:lnTo>
                <a:lnTo>
                  <a:pt x="82" y="640"/>
                </a:lnTo>
                <a:lnTo>
                  <a:pt x="82" y="641"/>
                </a:lnTo>
                <a:lnTo>
                  <a:pt x="83" y="641"/>
                </a:lnTo>
                <a:lnTo>
                  <a:pt x="83" y="642"/>
                </a:lnTo>
                <a:lnTo>
                  <a:pt x="83" y="643"/>
                </a:lnTo>
                <a:lnTo>
                  <a:pt x="83" y="644"/>
                </a:lnTo>
                <a:lnTo>
                  <a:pt x="83" y="645"/>
                </a:lnTo>
                <a:lnTo>
                  <a:pt x="83" y="646"/>
                </a:lnTo>
                <a:lnTo>
                  <a:pt x="83" y="645"/>
                </a:lnTo>
                <a:lnTo>
                  <a:pt x="84" y="645"/>
                </a:lnTo>
                <a:lnTo>
                  <a:pt x="83" y="645"/>
                </a:lnTo>
                <a:lnTo>
                  <a:pt x="83" y="644"/>
                </a:lnTo>
                <a:lnTo>
                  <a:pt x="83" y="643"/>
                </a:lnTo>
                <a:lnTo>
                  <a:pt x="84" y="643"/>
                </a:lnTo>
                <a:lnTo>
                  <a:pt x="84" y="642"/>
                </a:lnTo>
                <a:lnTo>
                  <a:pt x="84" y="643"/>
                </a:lnTo>
                <a:lnTo>
                  <a:pt x="85" y="643"/>
                </a:lnTo>
                <a:lnTo>
                  <a:pt x="86" y="643"/>
                </a:lnTo>
                <a:lnTo>
                  <a:pt x="86" y="644"/>
                </a:lnTo>
                <a:lnTo>
                  <a:pt x="87" y="644"/>
                </a:lnTo>
                <a:lnTo>
                  <a:pt x="87" y="643"/>
                </a:lnTo>
                <a:lnTo>
                  <a:pt x="87" y="644"/>
                </a:lnTo>
                <a:lnTo>
                  <a:pt x="87" y="645"/>
                </a:lnTo>
                <a:lnTo>
                  <a:pt x="88" y="645"/>
                </a:lnTo>
                <a:lnTo>
                  <a:pt x="88" y="644"/>
                </a:lnTo>
                <a:lnTo>
                  <a:pt x="88" y="643"/>
                </a:lnTo>
                <a:lnTo>
                  <a:pt x="88" y="642"/>
                </a:lnTo>
                <a:lnTo>
                  <a:pt x="89" y="642"/>
                </a:lnTo>
                <a:lnTo>
                  <a:pt x="90" y="643"/>
                </a:lnTo>
                <a:lnTo>
                  <a:pt x="89" y="643"/>
                </a:lnTo>
                <a:lnTo>
                  <a:pt x="90" y="643"/>
                </a:lnTo>
                <a:lnTo>
                  <a:pt x="90" y="644"/>
                </a:lnTo>
                <a:lnTo>
                  <a:pt x="89" y="645"/>
                </a:lnTo>
                <a:lnTo>
                  <a:pt x="90" y="645"/>
                </a:lnTo>
                <a:lnTo>
                  <a:pt x="91" y="644"/>
                </a:lnTo>
                <a:lnTo>
                  <a:pt x="92" y="644"/>
                </a:lnTo>
                <a:lnTo>
                  <a:pt x="92" y="643"/>
                </a:lnTo>
                <a:lnTo>
                  <a:pt x="92" y="642"/>
                </a:lnTo>
                <a:lnTo>
                  <a:pt x="93" y="642"/>
                </a:lnTo>
                <a:lnTo>
                  <a:pt x="94" y="642"/>
                </a:lnTo>
                <a:lnTo>
                  <a:pt x="95" y="642"/>
                </a:lnTo>
                <a:lnTo>
                  <a:pt x="95" y="641"/>
                </a:lnTo>
                <a:lnTo>
                  <a:pt x="96" y="641"/>
                </a:lnTo>
                <a:lnTo>
                  <a:pt x="97" y="642"/>
                </a:lnTo>
                <a:lnTo>
                  <a:pt x="97" y="643"/>
                </a:lnTo>
                <a:lnTo>
                  <a:pt x="98" y="643"/>
                </a:lnTo>
                <a:lnTo>
                  <a:pt x="98" y="644"/>
                </a:lnTo>
                <a:lnTo>
                  <a:pt x="98" y="643"/>
                </a:lnTo>
                <a:lnTo>
                  <a:pt x="98" y="642"/>
                </a:lnTo>
                <a:lnTo>
                  <a:pt x="98" y="641"/>
                </a:lnTo>
                <a:lnTo>
                  <a:pt x="98" y="640"/>
                </a:lnTo>
                <a:lnTo>
                  <a:pt x="99" y="640"/>
                </a:lnTo>
                <a:lnTo>
                  <a:pt x="99" y="641"/>
                </a:lnTo>
                <a:lnTo>
                  <a:pt x="100" y="641"/>
                </a:lnTo>
                <a:lnTo>
                  <a:pt x="100" y="642"/>
                </a:lnTo>
                <a:lnTo>
                  <a:pt x="100" y="643"/>
                </a:lnTo>
                <a:lnTo>
                  <a:pt x="101" y="643"/>
                </a:lnTo>
                <a:lnTo>
                  <a:pt x="101" y="644"/>
                </a:lnTo>
                <a:lnTo>
                  <a:pt x="101" y="645"/>
                </a:lnTo>
                <a:lnTo>
                  <a:pt x="101" y="646"/>
                </a:lnTo>
                <a:lnTo>
                  <a:pt x="102" y="646"/>
                </a:lnTo>
                <a:lnTo>
                  <a:pt x="102" y="647"/>
                </a:lnTo>
                <a:lnTo>
                  <a:pt x="102" y="648"/>
                </a:lnTo>
                <a:lnTo>
                  <a:pt x="102" y="649"/>
                </a:lnTo>
                <a:lnTo>
                  <a:pt x="102" y="651"/>
                </a:lnTo>
                <a:lnTo>
                  <a:pt x="102" y="652"/>
                </a:lnTo>
                <a:lnTo>
                  <a:pt x="101" y="651"/>
                </a:lnTo>
                <a:lnTo>
                  <a:pt x="100" y="651"/>
                </a:lnTo>
                <a:lnTo>
                  <a:pt x="99" y="651"/>
                </a:lnTo>
                <a:lnTo>
                  <a:pt x="99" y="652"/>
                </a:lnTo>
                <a:lnTo>
                  <a:pt x="99" y="651"/>
                </a:lnTo>
                <a:lnTo>
                  <a:pt x="99" y="652"/>
                </a:lnTo>
                <a:lnTo>
                  <a:pt x="98" y="652"/>
                </a:lnTo>
                <a:lnTo>
                  <a:pt x="98" y="651"/>
                </a:lnTo>
                <a:lnTo>
                  <a:pt x="97" y="651"/>
                </a:lnTo>
                <a:lnTo>
                  <a:pt x="97" y="650"/>
                </a:lnTo>
                <a:lnTo>
                  <a:pt x="98" y="650"/>
                </a:lnTo>
                <a:lnTo>
                  <a:pt x="97" y="650"/>
                </a:lnTo>
                <a:lnTo>
                  <a:pt x="97" y="649"/>
                </a:lnTo>
                <a:lnTo>
                  <a:pt x="96" y="649"/>
                </a:lnTo>
                <a:lnTo>
                  <a:pt x="96" y="648"/>
                </a:lnTo>
                <a:lnTo>
                  <a:pt x="97" y="648"/>
                </a:lnTo>
                <a:lnTo>
                  <a:pt x="97" y="647"/>
                </a:lnTo>
                <a:lnTo>
                  <a:pt x="96" y="647"/>
                </a:lnTo>
                <a:lnTo>
                  <a:pt x="96" y="646"/>
                </a:lnTo>
                <a:lnTo>
                  <a:pt x="96" y="645"/>
                </a:lnTo>
                <a:lnTo>
                  <a:pt x="96" y="646"/>
                </a:lnTo>
                <a:lnTo>
                  <a:pt x="95" y="646"/>
                </a:lnTo>
                <a:lnTo>
                  <a:pt x="95" y="645"/>
                </a:lnTo>
                <a:lnTo>
                  <a:pt x="94" y="645"/>
                </a:lnTo>
                <a:lnTo>
                  <a:pt x="94" y="646"/>
                </a:lnTo>
                <a:lnTo>
                  <a:pt x="93" y="646"/>
                </a:lnTo>
                <a:lnTo>
                  <a:pt x="92" y="646"/>
                </a:lnTo>
                <a:lnTo>
                  <a:pt x="92" y="647"/>
                </a:lnTo>
                <a:lnTo>
                  <a:pt x="92" y="648"/>
                </a:lnTo>
                <a:lnTo>
                  <a:pt x="91" y="648"/>
                </a:lnTo>
                <a:lnTo>
                  <a:pt x="91" y="649"/>
                </a:lnTo>
                <a:lnTo>
                  <a:pt x="92" y="649"/>
                </a:lnTo>
                <a:lnTo>
                  <a:pt x="92" y="650"/>
                </a:lnTo>
                <a:lnTo>
                  <a:pt x="92" y="651"/>
                </a:lnTo>
                <a:lnTo>
                  <a:pt x="93" y="651"/>
                </a:lnTo>
                <a:lnTo>
                  <a:pt x="93" y="652"/>
                </a:lnTo>
                <a:lnTo>
                  <a:pt x="94" y="652"/>
                </a:lnTo>
                <a:lnTo>
                  <a:pt x="94" y="651"/>
                </a:lnTo>
                <a:lnTo>
                  <a:pt x="94" y="652"/>
                </a:lnTo>
                <a:lnTo>
                  <a:pt x="95" y="652"/>
                </a:lnTo>
                <a:lnTo>
                  <a:pt x="96" y="653"/>
                </a:lnTo>
                <a:lnTo>
                  <a:pt x="97" y="653"/>
                </a:lnTo>
                <a:lnTo>
                  <a:pt x="97" y="654"/>
                </a:lnTo>
                <a:lnTo>
                  <a:pt x="98" y="654"/>
                </a:lnTo>
                <a:lnTo>
                  <a:pt x="99" y="654"/>
                </a:lnTo>
                <a:lnTo>
                  <a:pt x="99" y="653"/>
                </a:lnTo>
                <a:lnTo>
                  <a:pt x="99" y="652"/>
                </a:lnTo>
                <a:lnTo>
                  <a:pt x="100" y="652"/>
                </a:lnTo>
                <a:lnTo>
                  <a:pt x="101" y="652"/>
                </a:lnTo>
                <a:lnTo>
                  <a:pt x="102" y="653"/>
                </a:lnTo>
                <a:lnTo>
                  <a:pt x="102" y="654"/>
                </a:lnTo>
                <a:lnTo>
                  <a:pt x="103" y="654"/>
                </a:lnTo>
                <a:lnTo>
                  <a:pt x="103" y="655"/>
                </a:lnTo>
                <a:lnTo>
                  <a:pt x="104" y="655"/>
                </a:lnTo>
                <a:lnTo>
                  <a:pt x="104" y="656"/>
                </a:lnTo>
                <a:lnTo>
                  <a:pt x="105" y="657"/>
                </a:lnTo>
                <a:lnTo>
                  <a:pt x="105" y="658"/>
                </a:lnTo>
                <a:lnTo>
                  <a:pt x="104" y="658"/>
                </a:lnTo>
                <a:lnTo>
                  <a:pt x="105" y="658"/>
                </a:lnTo>
                <a:lnTo>
                  <a:pt x="106" y="658"/>
                </a:lnTo>
                <a:lnTo>
                  <a:pt x="106" y="659"/>
                </a:lnTo>
                <a:lnTo>
                  <a:pt x="106" y="660"/>
                </a:lnTo>
                <a:lnTo>
                  <a:pt x="107" y="661"/>
                </a:lnTo>
                <a:lnTo>
                  <a:pt x="107" y="662"/>
                </a:lnTo>
                <a:lnTo>
                  <a:pt x="108" y="663"/>
                </a:lnTo>
                <a:lnTo>
                  <a:pt x="108" y="664"/>
                </a:lnTo>
                <a:lnTo>
                  <a:pt x="109" y="664"/>
                </a:lnTo>
                <a:lnTo>
                  <a:pt x="109" y="665"/>
                </a:lnTo>
                <a:lnTo>
                  <a:pt x="108" y="665"/>
                </a:lnTo>
                <a:lnTo>
                  <a:pt x="108" y="666"/>
                </a:lnTo>
                <a:lnTo>
                  <a:pt x="108" y="667"/>
                </a:lnTo>
                <a:lnTo>
                  <a:pt x="108" y="668"/>
                </a:lnTo>
                <a:lnTo>
                  <a:pt x="108" y="669"/>
                </a:lnTo>
                <a:lnTo>
                  <a:pt x="107" y="669"/>
                </a:lnTo>
                <a:lnTo>
                  <a:pt x="107" y="671"/>
                </a:lnTo>
                <a:lnTo>
                  <a:pt x="106" y="671"/>
                </a:lnTo>
                <a:lnTo>
                  <a:pt x="106" y="672"/>
                </a:lnTo>
                <a:lnTo>
                  <a:pt x="105" y="672"/>
                </a:lnTo>
                <a:lnTo>
                  <a:pt x="105" y="673"/>
                </a:lnTo>
                <a:lnTo>
                  <a:pt x="104" y="673"/>
                </a:lnTo>
                <a:lnTo>
                  <a:pt x="104" y="674"/>
                </a:lnTo>
                <a:lnTo>
                  <a:pt x="103" y="674"/>
                </a:lnTo>
                <a:lnTo>
                  <a:pt x="103" y="675"/>
                </a:lnTo>
                <a:lnTo>
                  <a:pt x="102" y="675"/>
                </a:lnTo>
                <a:lnTo>
                  <a:pt x="102" y="676"/>
                </a:lnTo>
                <a:lnTo>
                  <a:pt x="102" y="677"/>
                </a:lnTo>
                <a:lnTo>
                  <a:pt x="102" y="678"/>
                </a:lnTo>
                <a:lnTo>
                  <a:pt x="102" y="679"/>
                </a:lnTo>
                <a:lnTo>
                  <a:pt x="101" y="679"/>
                </a:lnTo>
                <a:lnTo>
                  <a:pt x="101" y="680"/>
                </a:lnTo>
                <a:lnTo>
                  <a:pt x="100" y="680"/>
                </a:lnTo>
                <a:lnTo>
                  <a:pt x="100" y="681"/>
                </a:lnTo>
                <a:lnTo>
                  <a:pt x="99" y="681"/>
                </a:lnTo>
                <a:lnTo>
                  <a:pt x="99" y="682"/>
                </a:lnTo>
                <a:lnTo>
                  <a:pt x="99" y="683"/>
                </a:lnTo>
                <a:lnTo>
                  <a:pt x="98" y="684"/>
                </a:lnTo>
                <a:lnTo>
                  <a:pt x="97" y="684"/>
                </a:lnTo>
                <a:lnTo>
                  <a:pt x="97" y="685"/>
                </a:lnTo>
                <a:lnTo>
                  <a:pt x="96" y="685"/>
                </a:lnTo>
                <a:lnTo>
                  <a:pt x="95" y="686"/>
                </a:lnTo>
                <a:lnTo>
                  <a:pt x="94" y="687"/>
                </a:lnTo>
                <a:lnTo>
                  <a:pt x="93" y="687"/>
                </a:lnTo>
                <a:lnTo>
                  <a:pt x="91" y="687"/>
                </a:lnTo>
                <a:lnTo>
                  <a:pt x="91" y="686"/>
                </a:lnTo>
                <a:lnTo>
                  <a:pt x="91" y="687"/>
                </a:lnTo>
                <a:lnTo>
                  <a:pt x="90" y="687"/>
                </a:lnTo>
                <a:lnTo>
                  <a:pt x="90" y="688"/>
                </a:lnTo>
                <a:lnTo>
                  <a:pt x="89" y="688"/>
                </a:lnTo>
                <a:lnTo>
                  <a:pt x="88" y="689"/>
                </a:lnTo>
                <a:lnTo>
                  <a:pt x="88" y="690"/>
                </a:lnTo>
                <a:lnTo>
                  <a:pt x="87" y="690"/>
                </a:lnTo>
                <a:lnTo>
                  <a:pt x="86" y="692"/>
                </a:lnTo>
                <a:lnTo>
                  <a:pt x="85" y="692"/>
                </a:lnTo>
                <a:lnTo>
                  <a:pt x="84" y="693"/>
                </a:lnTo>
                <a:lnTo>
                  <a:pt x="83" y="693"/>
                </a:lnTo>
                <a:lnTo>
                  <a:pt x="82" y="693"/>
                </a:lnTo>
                <a:lnTo>
                  <a:pt x="81" y="693"/>
                </a:lnTo>
                <a:lnTo>
                  <a:pt x="80" y="693"/>
                </a:lnTo>
                <a:lnTo>
                  <a:pt x="80" y="694"/>
                </a:lnTo>
                <a:lnTo>
                  <a:pt x="80" y="695"/>
                </a:lnTo>
                <a:lnTo>
                  <a:pt x="80" y="696"/>
                </a:lnTo>
                <a:lnTo>
                  <a:pt x="80" y="695"/>
                </a:lnTo>
                <a:lnTo>
                  <a:pt x="79" y="695"/>
                </a:lnTo>
                <a:lnTo>
                  <a:pt x="79" y="694"/>
                </a:lnTo>
                <a:lnTo>
                  <a:pt x="79" y="693"/>
                </a:lnTo>
                <a:lnTo>
                  <a:pt x="78" y="693"/>
                </a:lnTo>
                <a:lnTo>
                  <a:pt x="77" y="693"/>
                </a:lnTo>
                <a:lnTo>
                  <a:pt x="76" y="693"/>
                </a:lnTo>
                <a:lnTo>
                  <a:pt x="75" y="693"/>
                </a:lnTo>
                <a:lnTo>
                  <a:pt x="75" y="692"/>
                </a:lnTo>
                <a:lnTo>
                  <a:pt x="76" y="692"/>
                </a:lnTo>
                <a:lnTo>
                  <a:pt x="74" y="692"/>
                </a:lnTo>
                <a:lnTo>
                  <a:pt x="72" y="691"/>
                </a:lnTo>
                <a:lnTo>
                  <a:pt x="71" y="691"/>
                </a:lnTo>
                <a:lnTo>
                  <a:pt x="72" y="692"/>
                </a:lnTo>
                <a:lnTo>
                  <a:pt x="73" y="692"/>
                </a:lnTo>
                <a:lnTo>
                  <a:pt x="73" y="693"/>
                </a:lnTo>
                <a:lnTo>
                  <a:pt x="72" y="693"/>
                </a:lnTo>
                <a:lnTo>
                  <a:pt x="72" y="692"/>
                </a:lnTo>
                <a:lnTo>
                  <a:pt x="71" y="692"/>
                </a:lnTo>
                <a:lnTo>
                  <a:pt x="70" y="692"/>
                </a:lnTo>
                <a:lnTo>
                  <a:pt x="69" y="692"/>
                </a:lnTo>
                <a:lnTo>
                  <a:pt x="68" y="693"/>
                </a:lnTo>
                <a:lnTo>
                  <a:pt x="69" y="694"/>
                </a:lnTo>
                <a:lnTo>
                  <a:pt x="68" y="695"/>
                </a:lnTo>
                <a:lnTo>
                  <a:pt x="68" y="696"/>
                </a:lnTo>
                <a:lnTo>
                  <a:pt x="67" y="696"/>
                </a:lnTo>
                <a:lnTo>
                  <a:pt x="64" y="697"/>
                </a:lnTo>
                <a:lnTo>
                  <a:pt x="63" y="697"/>
                </a:lnTo>
                <a:lnTo>
                  <a:pt x="61" y="697"/>
                </a:lnTo>
                <a:lnTo>
                  <a:pt x="60" y="697"/>
                </a:lnTo>
                <a:lnTo>
                  <a:pt x="60" y="696"/>
                </a:lnTo>
                <a:lnTo>
                  <a:pt x="60" y="695"/>
                </a:lnTo>
                <a:lnTo>
                  <a:pt x="59" y="695"/>
                </a:lnTo>
                <a:lnTo>
                  <a:pt x="59" y="694"/>
                </a:lnTo>
                <a:lnTo>
                  <a:pt x="57" y="694"/>
                </a:lnTo>
                <a:lnTo>
                  <a:pt x="56" y="694"/>
                </a:lnTo>
                <a:lnTo>
                  <a:pt x="55" y="694"/>
                </a:lnTo>
                <a:lnTo>
                  <a:pt x="53" y="693"/>
                </a:lnTo>
                <a:lnTo>
                  <a:pt x="53" y="692"/>
                </a:lnTo>
                <a:lnTo>
                  <a:pt x="53" y="691"/>
                </a:lnTo>
                <a:lnTo>
                  <a:pt x="52" y="691"/>
                </a:lnTo>
                <a:lnTo>
                  <a:pt x="51" y="691"/>
                </a:lnTo>
                <a:lnTo>
                  <a:pt x="50" y="691"/>
                </a:lnTo>
                <a:lnTo>
                  <a:pt x="50" y="692"/>
                </a:lnTo>
                <a:lnTo>
                  <a:pt x="49" y="692"/>
                </a:lnTo>
                <a:lnTo>
                  <a:pt x="48" y="693"/>
                </a:lnTo>
                <a:lnTo>
                  <a:pt x="47" y="692"/>
                </a:lnTo>
                <a:lnTo>
                  <a:pt x="46" y="692"/>
                </a:lnTo>
                <a:lnTo>
                  <a:pt x="46" y="693"/>
                </a:lnTo>
                <a:lnTo>
                  <a:pt x="47" y="694"/>
                </a:lnTo>
                <a:lnTo>
                  <a:pt x="45" y="694"/>
                </a:lnTo>
                <a:lnTo>
                  <a:pt x="45" y="693"/>
                </a:lnTo>
                <a:lnTo>
                  <a:pt x="44" y="692"/>
                </a:lnTo>
                <a:lnTo>
                  <a:pt x="43" y="691"/>
                </a:lnTo>
                <a:lnTo>
                  <a:pt x="42" y="691"/>
                </a:lnTo>
                <a:lnTo>
                  <a:pt x="42" y="692"/>
                </a:lnTo>
                <a:lnTo>
                  <a:pt x="42" y="693"/>
                </a:lnTo>
                <a:lnTo>
                  <a:pt x="41" y="694"/>
                </a:lnTo>
                <a:lnTo>
                  <a:pt x="40" y="694"/>
                </a:lnTo>
                <a:lnTo>
                  <a:pt x="38" y="697"/>
                </a:lnTo>
                <a:lnTo>
                  <a:pt x="38" y="698"/>
                </a:lnTo>
                <a:lnTo>
                  <a:pt x="37" y="698"/>
                </a:lnTo>
                <a:lnTo>
                  <a:pt x="37" y="699"/>
                </a:lnTo>
                <a:lnTo>
                  <a:pt x="37" y="700"/>
                </a:lnTo>
                <a:lnTo>
                  <a:pt x="36" y="700"/>
                </a:lnTo>
                <a:lnTo>
                  <a:pt x="35" y="700"/>
                </a:lnTo>
                <a:lnTo>
                  <a:pt x="35" y="698"/>
                </a:lnTo>
                <a:lnTo>
                  <a:pt x="35" y="697"/>
                </a:lnTo>
                <a:lnTo>
                  <a:pt x="35" y="695"/>
                </a:lnTo>
                <a:lnTo>
                  <a:pt x="36" y="694"/>
                </a:lnTo>
                <a:lnTo>
                  <a:pt x="37" y="693"/>
                </a:lnTo>
                <a:lnTo>
                  <a:pt x="37" y="692"/>
                </a:lnTo>
                <a:lnTo>
                  <a:pt x="37" y="691"/>
                </a:lnTo>
                <a:lnTo>
                  <a:pt x="37" y="690"/>
                </a:lnTo>
                <a:lnTo>
                  <a:pt x="36" y="689"/>
                </a:lnTo>
                <a:lnTo>
                  <a:pt x="36" y="688"/>
                </a:lnTo>
                <a:lnTo>
                  <a:pt x="35" y="686"/>
                </a:lnTo>
                <a:lnTo>
                  <a:pt x="35" y="685"/>
                </a:lnTo>
                <a:lnTo>
                  <a:pt x="34" y="684"/>
                </a:lnTo>
                <a:lnTo>
                  <a:pt x="33" y="684"/>
                </a:lnTo>
                <a:lnTo>
                  <a:pt x="32" y="683"/>
                </a:lnTo>
                <a:lnTo>
                  <a:pt x="31" y="683"/>
                </a:lnTo>
                <a:lnTo>
                  <a:pt x="31" y="684"/>
                </a:lnTo>
                <a:lnTo>
                  <a:pt x="30" y="683"/>
                </a:lnTo>
                <a:lnTo>
                  <a:pt x="30" y="682"/>
                </a:lnTo>
                <a:lnTo>
                  <a:pt x="29" y="681"/>
                </a:lnTo>
                <a:lnTo>
                  <a:pt x="29" y="680"/>
                </a:lnTo>
                <a:lnTo>
                  <a:pt x="29" y="679"/>
                </a:lnTo>
                <a:lnTo>
                  <a:pt x="29" y="678"/>
                </a:lnTo>
                <a:lnTo>
                  <a:pt x="30" y="678"/>
                </a:lnTo>
                <a:lnTo>
                  <a:pt x="31" y="678"/>
                </a:lnTo>
                <a:lnTo>
                  <a:pt x="32" y="677"/>
                </a:lnTo>
                <a:lnTo>
                  <a:pt x="32" y="675"/>
                </a:lnTo>
                <a:lnTo>
                  <a:pt x="32" y="674"/>
                </a:lnTo>
                <a:lnTo>
                  <a:pt x="33" y="674"/>
                </a:lnTo>
                <a:lnTo>
                  <a:pt x="33" y="675"/>
                </a:lnTo>
                <a:lnTo>
                  <a:pt x="34" y="675"/>
                </a:lnTo>
                <a:lnTo>
                  <a:pt x="35" y="675"/>
                </a:lnTo>
                <a:lnTo>
                  <a:pt x="35" y="676"/>
                </a:lnTo>
                <a:lnTo>
                  <a:pt x="35" y="675"/>
                </a:lnTo>
                <a:lnTo>
                  <a:pt x="36" y="675"/>
                </a:lnTo>
                <a:lnTo>
                  <a:pt x="36" y="676"/>
                </a:lnTo>
                <a:lnTo>
                  <a:pt x="36" y="677"/>
                </a:lnTo>
                <a:lnTo>
                  <a:pt x="37" y="677"/>
                </a:lnTo>
                <a:lnTo>
                  <a:pt x="38" y="678"/>
                </a:lnTo>
                <a:lnTo>
                  <a:pt x="39" y="678"/>
                </a:lnTo>
                <a:lnTo>
                  <a:pt x="40" y="678"/>
                </a:lnTo>
                <a:lnTo>
                  <a:pt x="40" y="677"/>
                </a:lnTo>
                <a:lnTo>
                  <a:pt x="41" y="677"/>
                </a:lnTo>
                <a:lnTo>
                  <a:pt x="41" y="678"/>
                </a:lnTo>
                <a:lnTo>
                  <a:pt x="40" y="678"/>
                </a:lnTo>
                <a:lnTo>
                  <a:pt x="40" y="679"/>
                </a:lnTo>
                <a:lnTo>
                  <a:pt x="40" y="680"/>
                </a:lnTo>
                <a:lnTo>
                  <a:pt x="40" y="681"/>
                </a:lnTo>
                <a:lnTo>
                  <a:pt x="41" y="681"/>
                </a:lnTo>
                <a:lnTo>
                  <a:pt x="41" y="682"/>
                </a:lnTo>
                <a:lnTo>
                  <a:pt x="42" y="683"/>
                </a:lnTo>
                <a:lnTo>
                  <a:pt x="42" y="682"/>
                </a:lnTo>
                <a:lnTo>
                  <a:pt x="42" y="683"/>
                </a:lnTo>
                <a:lnTo>
                  <a:pt x="42" y="684"/>
                </a:lnTo>
                <a:lnTo>
                  <a:pt x="42" y="685"/>
                </a:lnTo>
                <a:lnTo>
                  <a:pt x="43" y="685"/>
                </a:lnTo>
                <a:lnTo>
                  <a:pt x="43" y="684"/>
                </a:lnTo>
                <a:lnTo>
                  <a:pt x="44" y="684"/>
                </a:lnTo>
                <a:lnTo>
                  <a:pt x="44" y="683"/>
                </a:lnTo>
                <a:lnTo>
                  <a:pt x="43" y="683"/>
                </a:lnTo>
                <a:lnTo>
                  <a:pt x="43" y="682"/>
                </a:lnTo>
                <a:lnTo>
                  <a:pt x="43" y="681"/>
                </a:lnTo>
                <a:lnTo>
                  <a:pt x="43" y="680"/>
                </a:lnTo>
                <a:lnTo>
                  <a:pt x="42" y="680"/>
                </a:lnTo>
                <a:lnTo>
                  <a:pt x="43" y="680"/>
                </a:lnTo>
                <a:lnTo>
                  <a:pt x="43" y="679"/>
                </a:lnTo>
                <a:lnTo>
                  <a:pt x="44" y="679"/>
                </a:lnTo>
                <a:lnTo>
                  <a:pt x="44" y="678"/>
                </a:lnTo>
                <a:lnTo>
                  <a:pt x="45" y="678"/>
                </a:lnTo>
                <a:lnTo>
                  <a:pt x="45" y="677"/>
                </a:lnTo>
                <a:lnTo>
                  <a:pt x="45" y="676"/>
                </a:lnTo>
                <a:lnTo>
                  <a:pt x="46" y="676"/>
                </a:lnTo>
                <a:lnTo>
                  <a:pt x="46" y="675"/>
                </a:lnTo>
                <a:lnTo>
                  <a:pt x="45" y="675"/>
                </a:lnTo>
                <a:lnTo>
                  <a:pt x="45" y="674"/>
                </a:lnTo>
                <a:lnTo>
                  <a:pt x="44" y="673"/>
                </a:lnTo>
                <a:lnTo>
                  <a:pt x="43" y="672"/>
                </a:lnTo>
                <a:lnTo>
                  <a:pt x="42" y="672"/>
                </a:lnTo>
                <a:lnTo>
                  <a:pt x="42" y="673"/>
                </a:lnTo>
                <a:lnTo>
                  <a:pt x="41" y="673"/>
                </a:lnTo>
                <a:lnTo>
                  <a:pt x="41" y="672"/>
                </a:lnTo>
                <a:lnTo>
                  <a:pt x="41" y="671"/>
                </a:lnTo>
                <a:lnTo>
                  <a:pt x="41" y="670"/>
                </a:lnTo>
                <a:lnTo>
                  <a:pt x="40" y="670"/>
                </a:lnTo>
                <a:lnTo>
                  <a:pt x="40" y="669"/>
                </a:lnTo>
                <a:lnTo>
                  <a:pt x="39" y="670"/>
                </a:lnTo>
                <a:lnTo>
                  <a:pt x="39" y="671"/>
                </a:lnTo>
                <a:lnTo>
                  <a:pt x="38" y="672"/>
                </a:lnTo>
                <a:lnTo>
                  <a:pt x="38" y="673"/>
                </a:lnTo>
                <a:lnTo>
                  <a:pt x="37" y="673"/>
                </a:lnTo>
                <a:lnTo>
                  <a:pt x="37" y="672"/>
                </a:lnTo>
                <a:lnTo>
                  <a:pt x="37" y="671"/>
                </a:lnTo>
                <a:lnTo>
                  <a:pt x="37" y="670"/>
                </a:lnTo>
                <a:lnTo>
                  <a:pt x="36" y="669"/>
                </a:lnTo>
                <a:lnTo>
                  <a:pt x="36" y="668"/>
                </a:lnTo>
                <a:lnTo>
                  <a:pt x="36" y="667"/>
                </a:lnTo>
                <a:lnTo>
                  <a:pt x="36" y="666"/>
                </a:lnTo>
                <a:lnTo>
                  <a:pt x="35" y="666"/>
                </a:lnTo>
                <a:lnTo>
                  <a:pt x="36" y="667"/>
                </a:lnTo>
                <a:lnTo>
                  <a:pt x="35" y="667"/>
                </a:lnTo>
                <a:lnTo>
                  <a:pt x="35" y="668"/>
                </a:lnTo>
                <a:lnTo>
                  <a:pt x="35" y="669"/>
                </a:lnTo>
                <a:lnTo>
                  <a:pt x="35" y="670"/>
                </a:lnTo>
                <a:lnTo>
                  <a:pt x="36" y="670"/>
                </a:lnTo>
                <a:lnTo>
                  <a:pt x="36" y="671"/>
                </a:lnTo>
                <a:lnTo>
                  <a:pt x="35" y="672"/>
                </a:lnTo>
                <a:lnTo>
                  <a:pt x="35" y="673"/>
                </a:lnTo>
                <a:lnTo>
                  <a:pt x="34" y="674"/>
                </a:lnTo>
                <a:lnTo>
                  <a:pt x="34" y="673"/>
                </a:lnTo>
                <a:lnTo>
                  <a:pt x="34" y="672"/>
                </a:lnTo>
                <a:lnTo>
                  <a:pt x="34" y="671"/>
                </a:lnTo>
                <a:lnTo>
                  <a:pt x="34" y="670"/>
                </a:lnTo>
                <a:lnTo>
                  <a:pt x="33" y="670"/>
                </a:lnTo>
                <a:lnTo>
                  <a:pt x="33" y="669"/>
                </a:lnTo>
                <a:lnTo>
                  <a:pt x="33" y="668"/>
                </a:lnTo>
                <a:lnTo>
                  <a:pt x="32" y="668"/>
                </a:lnTo>
                <a:lnTo>
                  <a:pt x="32" y="667"/>
                </a:lnTo>
                <a:lnTo>
                  <a:pt x="31" y="667"/>
                </a:lnTo>
                <a:lnTo>
                  <a:pt x="31" y="666"/>
                </a:lnTo>
                <a:lnTo>
                  <a:pt x="30" y="666"/>
                </a:lnTo>
                <a:lnTo>
                  <a:pt x="30" y="667"/>
                </a:lnTo>
                <a:lnTo>
                  <a:pt x="29" y="667"/>
                </a:lnTo>
                <a:lnTo>
                  <a:pt x="28" y="667"/>
                </a:lnTo>
                <a:lnTo>
                  <a:pt x="28" y="666"/>
                </a:lnTo>
                <a:lnTo>
                  <a:pt x="27" y="665"/>
                </a:lnTo>
                <a:lnTo>
                  <a:pt x="26" y="665"/>
                </a:lnTo>
                <a:lnTo>
                  <a:pt x="26" y="666"/>
                </a:lnTo>
                <a:lnTo>
                  <a:pt x="25" y="666"/>
                </a:lnTo>
                <a:lnTo>
                  <a:pt x="24" y="666"/>
                </a:lnTo>
                <a:lnTo>
                  <a:pt x="24" y="665"/>
                </a:lnTo>
                <a:lnTo>
                  <a:pt x="23" y="665"/>
                </a:lnTo>
                <a:lnTo>
                  <a:pt x="22" y="665"/>
                </a:lnTo>
                <a:lnTo>
                  <a:pt x="22" y="664"/>
                </a:lnTo>
                <a:lnTo>
                  <a:pt x="22" y="663"/>
                </a:lnTo>
                <a:lnTo>
                  <a:pt x="21" y="662"/>
                </a:lnTo>
                <a:lnTo>
                  <a:pt x="21" y="661"/>
                </a:lnTo>
                <a:lnTo>
                  <a:pt x="20" y="661"/>
                </a:lnTo>
                <a:lnTo>
                  <a:pt x="21" y="661"/>
                </a:lnTo>
                <a:lnTo>
                  <a:pt x="22" y="660"/>
                </a:lnTo>
                <a:lnTo>
                  <a:pt x="23" y="659"/>
                </a:lnTo>
                <a:lnTo>
                  <a:pt x="24" y="659"/>
                </a:lnTo>
                <a:lnTo>
                  <a:pt x="23" y="659"/>
                </a:lnTo>
                <a:lnTo>
                  <a:pt x="23" y="658"/>
                </a:lnTo>
                <a:lnTo>
                  <a:pt x="23" y="659"/>
                </a:lnTo>
                <a:lnTo>
                  <a:pt x="22" y="660"/>
                </a:lnTo>
                <a:lnTo>
                  <a:pt x="22" y="659"/>
                </a:lnTo>
                <a:lnTo>
                  <a:pt x="22" y="658"/>
                </a:lnTo>
                <a:lnTo>
                  <a:pt x="22" y="657"/>
                </a:lnTo>
                <a:lnTo>
                  <a:pt x="22" y="656"/>
                </a:lnTo>
                <a:lnTo>
                  <a:pt x="21" y="655"/>
                </a:lnTo>
                <a:lnTo>
                  <a:pt x="21" y="654"/>
                </a:lnTo>
                <a:lnTo>
                  <a:pt x="20" y="654"/>
                </a:lnTo>
                <a:lnTo>
                  <a:pt x="20" y="653"/>
                </a:lnTo>
                <a:lnTo>
                  <a:pt x="19" y="652"/>
                </a:lnTo>
                <a:lnTo>
                  <a:pt x="19" y="651"/>
                </a:lnTo>
                <a:lnTo>
                  <a:pt x="18" y="650"/>
                </a:lnTo>
                <a:lnTo>
                  <a:pt x="17" y="650"/>
                </a:lnTo>
                <a:lnTo>
                  <a:pt x="17" y="649"/>
                </a:lnTo>
                <a:lnTo>
                  <a:pt x="16" y="649"/>
                </a:lnTo>
                <a:lnTo>
                  <a:pt x="15" y="649"/>
                </a:lnTo>
                <a:lnTo>
                  <a:pt x="14" y="649"/>
                </a:lnTo>
                <a:lnTo>
                  <a:pt x="14" y="650"/>
                </a:lnTo>
                <a:lnTo>
                  <a:pt x="13" y="650"/>
                </a:lnTo>
                <a:lnTo>
                  <a:pt x="12" y="650"/>
                </a:lnTo>
                <a:lnTo>
                  <a:pt x="11" y="650"/>
                </a:lnTo>
                <a:lnTo>
                  <a:pt x="11" y="649"/>
                </a:lnTo>
                <a:lnTo>
                  <a:pt x="12" y="649"/>
                </a:lnTo>
                <a:lnTo>
                  <a:pt x="12" y="648"/>
                </a:lnTo>
                <a:lnTo>
                  <a:pt x="11" y="647"/>
                </a:lnTo>
                <a:lnTo>
                  <a:pt x="11" y="645"/>
                </a:lnTo>
                <a:lnTo>
                  <a:pt x="12" y="644"/>
                </a:lnTo>
                <a:lnTo>
                  <a:pt x="13" y="644"/>
                </a:lnTo>
                <a:lnTo>
                  <a:pt x="13" y="643"/>
                </a:lnTo>
                <a:lnTo>
                  <a:pt x="13" y="642"/>
                </a:lnTo>
                <a:lnTo>
                  <a:pt x="14" y="642"/>
                </a:lnTo>
                <a:lnTo>
                  <a:pt x="15" y="642"/>
                </a:lnTo>
                <a:lnTo>
                  <a:pt x="16" y="642"/>
                </a:lnTo>
                <a:lnTo>
                  <a:pt x="17" y="643"/>
                </a:lnTo>
                <a:lnTo>
                  <a:pt x="18" y="643"/>
                </a:lnTo>
                <a:lnTo>
                  <a:pt x="18" y="642"/>
                </a:lnTo>
                <a:lnTo>
                  <a:pt x="19" y="642"/>
                </a:lnTo>
                <a:lnTo>
                  <a:pt x="20" y="642"/>
                </a:lnTo>
                <a:lnTo>
                  <a:pt x="20" y="641"/>
                </a:lnTo>
                <a:lnTo>
                  <a:pt x="20" y="640"/>
                </a:lnTo>
                <a:lnTo>
                  <a:pt x="20" y="641"/>
                </a:lnTo>
                <a:lnTo>
                  <a:pt x="19" y="641"/>
                </a:lnTo>
                <a:lnTo>
                  <a:pt x="19" y="640"/>
                </a:lnTo>
                <a:lnTo>
                  <a:pt x="20" y="640"/>
                </a:lnTo>
                <a:lnTo>
                  <a:pt x="20" y="639"/>
                </a:lnTo>
                <a:lnTo>
                  <a:pt x="20" y="640"/>
                </a:lnTo>
                <a:lnTo>
                  <a:pt x="21" y="640"/>
                </a:lnTo>
                <a:lnTo>
                  <a:pt x="21" y="639"/>
                </a:lnTo>
                <a:lnTo>
                  <a:pt x="20" y="639"/>
                </a:lnTo>
                <a:lnTo>
                  <a:pt x="18" y="639"/>
                </a:lnTo>
                <a:lnTo>
                  <a:pt x="17" y="639"/>
                </a:lnTo>
                <a:lnTo>
                  <a:pt x="17" y="641"/>
                </a:lnTo>
                <a:lnTo>
                  <a:pt x="17" y="642"/>
                </a:lnTo>
                <a:lnTo>
                  <a:pt x="17" y="643"/>
                </a:lnTo>
                <a:lnTo>
                  <a:pt x="16" y="642"/>
                </a:lnTo>
                <a:lnTo>
                  <a:pt x="17" y="642"/>
                </a:lnTo>
                <a:lnTo>
                  <a:pt x="16" y="641"/>
                </a:lnTo>
                <a:lnTo>
                  <a:pt x="16" y="642"/>
                </a:lnTo>
                <a:lnTo>
                  <a:pt x="16" y="641"/>
                </a:lnTo>
                <a:lnTo>
                  <a:pt x="15" y="641"/>
                </a:lnTo>
                <a:lnTo>
                  <a:pt x="14" y="641"/>
                </a:lnTo>
                <a:lnTo>
                  <a:pt x="14" y="640"/>
                </a:lnTo>
                <a:lnTo>
                  <a:pt x="13" y="639"/>
                </a:lnTo>
                <a:lnTo>
                  <a:pt x="12" y="638"/>
                </a:lnTo>
                <a:lnTo>
                  <a:pt x="12" y="637"/>
                </a:lnTo>
                <a:lnTo>
                  <a:pt x="11" y="637"/>
                </a:lnTo>
                <a:lnTo>
                  <a:pt x="11" y="636"/>
                </a:lnTo>
                <a:lnTo>
                  <a:pt x="11" y="635"/>
                </a:lnTo>
                <a:lnTo>
                  <a:pt x="12" y="635"/>
                </a:lnTo>
                <a:lnTo>
                  <a:pt x="12" y="634"/>
                </a:lnTo>
                <a:lnTo>
                  <a:pt x="12" y="633"/>
                </a:lnTo>
                <a:lnTo>
                  <a:pt x="12" y="632"/>
                </a:lnTo>
                <a:lnTo>
                  <a:pt x="12" y="631"/>
                </a:lnTo>
                <a:lnTo>
                  <a:pt x="13" y="631"/>
                </a:lnTo>
                <a:lnTo>
                  <a:pt x="13" y="630"/>
                </a:lnTo>
                <a:lnTo>
                  <a:pt x="12" y="629"/>
                </a:lnTo>
                <a:lnTo>
                  <a:pt x="12" y="628"/>
                </a:lnTo>
                <a:lnTo>
                  <a:pt x="12" y="627"/>
                </a:lnTo>
                <a:lnTo>
                  <a:pt x="9" y="628"/>
                </a:lnTo>
                <a:lnTo>
                  <a:pt x="10" y="628"/>
                </a:lnTo>
                <a:lnTo>
                  <a:pt x="9" y="628"/>
                </a:lnTo>
                <a:lnTo>
                  <a:pt x="9" y="629"/>
                </a:lnTo>
                <a:lnTo>
                  <a:pt x="9" y="628"/>
                </a:lnTo>
                <a:lnTo>
                  <a:pt x="8" y="628"/>
                </a:lnTo>
                <a:lnTo>
                  <a:pt x="8" y="629"/>
                </a:lnTo>
                <a:lnTo>
                  <a:pt x="8" y="630"/>
                </a:lnTo>
                <a:lnTo>
                  <a:pt x="8" y="629"/>
                </a:lnTo>
                <a:lnTo>
                  <a:pt x="7" y="628"/>
                </a:lnTo>
                <a:lnTo>
                  <a:pt x="7" y="627"/>
                </a:lnTo>
                <a:lnTo>
                  <a:pt x="6" y="627"/>
                </a:lnTo>
                <a:lnTo>
                  <a:pt x="6" y="626"/>
                </a:lnTo>
                <a:lnTo>
                  <a:pt x="5" y="626"/>
                </a:lnTo>
                <a:lnTo>
                  <a:pt x="5" y="625"/>
                </a:lnTo>
                <a:lnTo>
                  <a:pt x="5" y="624"/>
                </a:lnTo>
                <a:lnTo>
                  <a:pt x="4" y="624"/>
                </a:lnTo>
                <a:lnTo>
                  <a:pt x="3" y="623"/>
                </a:lnTo>
                <a:lnTo>
                  <a:pt x="3" y="622"/>
                </a:lnTo>
                <a:lnTo>
                  <a:pt x="2" y="622"/>
                </a:lnTo>
                <a:lnTo>
                  <a:pt x="2" y="621"/>
                </a:lnTo>
                <a:lnTo>
                  <a:pt x="1" y="621"/>
                </a:lnTo>
                <a:lnTo>
                  <a:pt x="1" y="620"/>
                </a:lnTo>
                <a:lnTo>
                  <a:pt x="1" y="619"/>
                </a:lnTo>
                <a:lnTo>
                  <a:pt x="1" y="618"/>
                </a:lnTo>
                <a:lnTo>
                  <a:pt x="0" y="617"/>
                </a:lnTo>
                <a:lnTo>
                  <a:pt x="0" y="616"/>
                </a:lnTo>
                <a:lnTo>
                  <a:pt x="0" y="615"/>
                </a:lnTo>
                <a:lnTo>
                  <a:pt x="0" y="614"/>
                </a:lnTo>
                <a:lnTo>
                  <a:pt x="0" y="612"/>
                </a:lnTo>
                <a:lnTo>
                  <a:pt x="0" y="611"/>
                </a:lnTo>
                <a:lnTo>
                  <a:pt x="0" y="610"/>
                </a:lnTo>
                <a:lnTo>
                  <a:pt x="0" y="609"/>
                </a:lnTo>
                <a:lnTo>
                  <a:pt x="1" y="609"/>
                </a:lnTo>
                <a:lnTo>
                  <a:pt x="1" y="610"/>
                </a:lnTo>
                <a:lnTo>
                  <a:pt x="2" y="610"/>
                </a:lnTo>
                <a:lnTo>
                  <a:pt x="2" y="609"/>
                </a:lnTo>
                <a:lnTo>
                  <a:pt x="1" y="609"/>
                </a:lnTo>
                <a:lnTo>
                  <a:pt x="1" y="608"/>
                </a:lnTo>
                <a:lnTo>
                  <a:pt x="1" y="607"/>
                </a:lnTo>
                <a:lnTo>
                  <a:pt x="1" y="606"/>
                </a:lnTo>
                <a:lnTo>
                  <a:pt x="2" y="606"/>
                </a:lnTo>
                <a:lnTo>
                  <a:pt x="2" y="605"/>
                </a:lnTo>
                <a:lnTo>
                  <a:pt x="2" y="604"/>
                </a:lnTo>
                <a:lnTo>
                  <a:pt x="2" y="603"/>
                </a:lnTo>
                <a:lnTo>
                  <a:pt x="2" y="602"/>
                </a:lnTo>
                <a:lnTo>
                  <a:pt x="3" y="602"/>
                </a:lnTo>
                <a:lnTo>
                  <a:pt x="4" y="602"/>
                </a:lnTo>
                <a:lnTo>
                  <a:pt x="4" y="601"/>
                </a:lnTo>
                <a:lnTo>
                  <a:pt x="4" y="600"/>
                </a:lnTo>
                <a:lnTo>
                  <a:pt x="4" y="599"/>
                </a:lnTo>
                <a:lnTo>
                  <a:pt x="4" y="598"/>
                </a:lnTo>
                <a:lnTo>
                  <a:pt x="5" y="597"/>
                </a:lnTo>
                <a:lnTo>
                  <a:pt x="5" y="596"/>
                </a:lnTo>
                <a:lnTo>
                  <a:pt x="5" y="595"/>
                </a:lnTo>
                <a:lnTo>
                  <a:pt x="4" y="595"/>
                </a:lnTo>
                <a:lnTo>
                  <a:pt x="4" y="594"/>
                </a:lnTo>
                <a:lnTo>
                  <a:pt x="3" y="592"/>
                </a:lnTo>
                <a:lnTo>
                  <a:pt x="2" y="592"/>
                </a:lnTo>
                <a:lnTo>
                  <a:pt x="1" y="589"/>
                </a:lnTo>
                <a:lnTo>
                  <a:pt x="0" y="588"/>
                </a:lnTo>
                <a:lnTo>
                  <a:pt x="0" y="587"/>
                </a:lnTo>
                <a:lnTo>
                  <a:pt x="1" y="586"/>
                </a:lnTo>
                <a:lnTo>
                  <a:pt x="2" y="584"/>
                </a:lnTo>
                <a:lnTo>
                  <a:pt x="4" y="582"/>
                </a:lnTo>
                <a:lnTo>
                  <a:pt x="5" y="580"/>
                </a:lnTo>
                <a:lnTo>
                  <a:pt x="6" y="580"/>
                </a:lnTo>
                <a:lnTo>
                  <a:pt x="6" y="579"/>
                </a:lnTo>
                <a:lnTo>
                  <a:pt x="7" y="578"/>
                </a:lnTo>
                <a:lnTo>
                  <a:pt x="7" y="579"/>
                </a:lnTo>
                <a:lnTo>
                  <a:pt x="7" y="580"/>
                </a:lnTo>
                <a:lnTo>
                  <a:pt x="7" y="581"/>
                </a:lnTo>
                <a:lnTo>
                  <a:pt x="8" y="581"/>
                </a:lnTo>
                <a:lnTo>
                  <a:pt x="8" y="582"/>
                </a:lnTo>
                <a:lnTo>
                  <a:pt x="9" y="582"/>
                </a:lnTo>
                <a:lnTo>
                  <a:pt x="10" y="582"/>
                </a:lnTo>
                <a:lnTo>
                  <a:pt x="10" y="583"/>
                </a:lnTo>
                <a:lnTo>
                  <a:pt x="11" y="583"/>
                </a:lnTo>
                <a:lnTo>
                  <a:pt x="11" y="582"/>
                </a:lnTo>
                <a:lnTo>
                  <a:pt x="10" y="582"/>
                </a:lnTo>
                <a:lnTo>
                  <a:pt x="9" y="582"/>
                </a:lnTo>
                <a:lnTo>
                  <a:pt x="9" y="581"/>
                </a:lnTo>
                <a:lnTo>
                  <a:pt x="8" y="581"/>
                </a:lnTo>
                <a:lnTo>
                  <a:pt x="8" y="580"/>
                </a:lnTo>
                <a:lnTo>
                  <a:pt x="8" y="579"/>
                </a:lnTo>
                <a:lnTo>
                  <a:pt x="9" y="578"/>
                </a:lnTo>
                <a:lnTo>
                  <a:pt x="10" y="578"/>
                </a:lnTo>
                <a:lnTo>
                  <a:pt x="10" y="577"/>
                </a:lnTo>
                <a:lnTo>
                  <a:pt x="10" y="576"/>
                </a:lnTo>
                <a:lnTo>
                  <a:pt x="11" y="576"/>
                </a:lnTo>
                <a:lnTo>
                  <a:pt x="11" y="575"/>
                </a:lnTo>
                <a:lnTo>
                  <a:pt x="11" y="574"/>
                </a:lnTo>
                <a:lnTo>
                  <a:pt x="11" y="573"/>
                </a:lnTo>
                <a:lnTo>
                  <a:pt x="11" y="571"/>
                </a:lnTo>
                <a:lnTo>
                  <a:pt x="11" y="570"/>
                </a:lnTo>
                <a:lnTo>
                  <a:pt x="11" y="569"/>
                </a:lnTo>
                <a:lnTo>
                  <a:pt x="10" y="568"/>
                </a:lnTo>
                <a:lnTo>
                  <a:pt x="10" y="567"/>
                </a:lnTo>
                <a:lnTo>
                  <a:pt x="11" y="567"/>
                </a:lnTo>
                <a:lnTo>
                  <a:pt x="11" y="566"/>
                </a:lnTo>
                <a:lnTo>
                  <a:pt x="11" y="565"/>
                </a:lnTo>
                <a:lnTo>
                  <a:pt x="11" y="564"/>
                </a:lnTo>
                <a:lnTo>
                  <a:pt x="11" y="563"/>
                </a:lnTo>
                <a:lnTo>
                  <a:pt x="11" y="562"/>
                </a:lnTo>
                <a:lnTo>
                  <a:pt x="10" y="561"/>
                </a:lnTo>
                <a:lnTo>
                  <a:pt x="10" y="560"/>
                </a:lnTo>
                <a:lnTo>
                  <a:pt x="9" y="559"/>
                </a:lnTo>
                <a:lnTo>
                  <a:pt x="9" y="558"/>
                </a:lnTo>
                <a:lnTo>
                  <a:pt x="10" y="558"/>
                </a:lnTo>
                <a:lnTo>
                  <a:pt x="10" y="557"/>
                </a:lnTo>
                <a:lnTo>
                  <a:pt x="11" y="558"/>
                </a:lnTo>
                <a:lnTo>
                  <a:pt x="11" y="559"/>
                </a:lnTo>
                <a:lnTo>
                  <a:pt x="12" y="560"/>
                </a:lnTo>
                <a:lnTo>
                  <a:pt x="12" y="559"/>
                </a:lnTo>
                <a:lnTo>
                  <a:pt x="13" y="559"/>
                </a:lnTo>
                <a:lnTo>
                  <a:pt x="13" y="560"/>
                </a:lnTo>
                <a:lnTo>
                  <a:pt x="13" y="559"/>
                </a:lnTo>
                <a:lnTo>
                  <a:pt x="13" y="558"/>
                </a:lnTo>
                <a:lnTo>
                  <a:pt x="14" y="558"/>
                </a:lnTo>
                <a:lnTo>
                  <a:pt x="16" y="558"/>
                </a:lnTo>
                <a:lnTo>
                  <a:pt x="17" y="558"/>
                </a:lnTo>
                <a:lnTo>
                  <a:pt x="18" y="558"/>
                </a:lnTo>
                <a:lnTo>
                  <a:pt x="18" y="557"/>
                </a:lnTo>
                <a:lnTo>
                  <a:pt x="21" y="557"/>
                </a:lnTo>
                <a:lnTo>
                  <a:pt x="22" y="556"/>
                </a:lnTo>
                <a:lnTo>
                  <a:pt x="25" y="556"/>
                </a:lnTo>
                <a:lnTo>
                  <a:pt x="26" y="556"/>
                </a:lnTo>
                <a:lnTo>
                  <a:pt x="27" y="556"/>
                </a:lnTo>
                <a:lnTo>
                  <a:pt x="28" y="556"/>
                </a:lnTo>
                <a:lnTo>
                  <a:pt x="27" y="555"/>
                </a:lnTo>
                <a:lnTo>
                  <a:pt x="26" y="554"/>
                </a:lnTo>
                <a:lnTo>
                  <a:pt x="26" y="553"/>
                </a:lnTo>
                <a:lnTo>
                  <a:pt x="26" y="552"/>
                </a:lnTo>
                <a:lnTo>
                  <a:pt x="27" y="550"/>
                </a:lnTo>
                <a:lnTo>
                  <a:pt x="27" y="549"/>
                </a:lnTo>
                <a:lnTo>
                  <a:pt x="28" y="549"/>
                </a:lnTo>
                <a:lnTo>
                  <a:pt x="28" y="548"/>
                </a:lnTo>
                <a:lnTo>
                  <a:pt x="29" y="548"/>
                </a:lnTo>
                <a:lnTo>
                  <a:pt x="29" y="547"/>
                </a:lnTo>
                <a:lnTo>
                  <a:pt x="29" y="546"/>
                </a:lnTo>
                <a:lnTo>
                  <a:pt x="29" y="547"/>
                </a:lnTo>
                <a:lnTo>
                  <a:pt x="28" y="547"/>
                </a:lnTo>
                <a:lnTo>
                  <a:pt x="28" y="546"/>
                </a:lnTo>
                <a:lnTo>
                  <a:pt x="27" y="546"/>
                </a:lnTo>
                <a:lnTo>
                  <a:pt x="28" y="545"/>
                </a:lnTo>
                <a:lnTo>
                  <a:pt x="27" y="545"/>
                </a:lnTo>
                <a:lnTo>
                  <a:pt x="27" y="544"/>
                </a:lnTo>
                <a:lnTo>
                  <a:pt x="26" y="544"/>
                </a:lnTo>
                <a:lnTo>
                  <a:pt x="26" y="543"/>
                </a:lnTo>
                <a:lnTo>
                  <a:pt x="27" y="543"/>
                </a:lnTo>
                <a:lnTo>
                  <a:pt x="28" y="543"/>
                </a:lnTo>
                <a:lnTo>
                  <a:pt x="28" y="542"/>
                </a:lnTo>
                <a:lnTo>
                  <a:pt x="27" y="542"/>
                </a:lnTo>
                <a:lnTo>
                  <a:pt x="25" y="543"/>
                </a:lnTo>
                <a:lnTo>
                  <a:pt x="25" y="544"/>
                </a:lnTo>
                <a:lnTo>
                  <a:pt x="23" y="544"/>
                </a:lnTo>
                <a:lnTo>
                  <a:pt x="22" y="544"/>
                </a:lnTo>
                <a:lnTo>
                  <a:pt x="21" y="544"/>
                </a:lnTo>
                <a:lnTo>
                  <a:pt x="21" y="545"/>
                </a:lnTo>
                <a:lnTo>
                  <a:pt x="20" y="545"/>
                </a:lnTo>
                <a:lnTo>
                  <a:pt x="17" y="545"/>
                </a:lnTo>
                <a:lnTo>
                  <a:pt x="16" y="544"/>
                </a:lnTo>
                <a:lnTo>
                  <a:pt x="15" y="544"/>
                </a:lnTo>
                <a:lnTo>
                  <a:pt x="14" y="544"/>
                </a:lnTo>
                <a:lnTo>
                  <a:pt x="13" y="543"/>
                </a:lnTo>
                <a:lnTo>
                  <a:pt x="12" y="543"/>
                </a:lnTo>
                <a:lnTo>
                  <a:pt x="12" y="542"/>
                </a:lnTo>
                <a:lnTo>
                  <a:pt x="13" y="542"/>
                </a:lnTo>
                <a:lnTo>
                  <a:pt x="13" y="541"/>
                </a:lnTo>
                <a:lnTo>
                  <a:pt x="13" y="540"/>
                </a:lnTo>
                <a:lnTo>
                  <a:pt x="12" y="540"/>
                </a:lnTo>
                <a:lnTo>
                  <a:pt x="12" y="539"/>
                </a:lnTo>
                <a:lnTo>
                  <a:pt x="12" y="538"/>
                </a:lnTo>
                <a:lnTo>
                  <a:pt x="11" y="537"/>
                </a:lnTo>
                <a:lnTo>
                  <a:pt x="12" y="536"/>
                </a:lnTo>
                <a:lnTo>
                  <a:pt x="11" y="536"/>
                </a:lnTo>
                <a:lnTo>
                  <a:pt x="12" y="536"/>
                </a:lnTo>
                <a:lnTo>
                  <a:pt x="12" y="535"/>
                </a:lnTo>
                <a:lnTo>
                  <a:pt x="11" y="535"/>
                </a:lnTo>
                <a:lnTo>
                  <a:pt x="10" y="535"/>
                </a:lnTo>
                <a:lnTo>
                  <a:pt x="9" y="533"/>
                </a:lnTo>
                <a:lnTo>
                  <a:pt x="9" y="532"/>
                </a:lnTo>
                <a:lnTo>
                  <a:pt x="8" y="532"/>
                </a:lnTo>
                <a:lnTo>
                  <a:pt x="8" y="531"/>
                </a:lnTo>
                <a:lnTo>
                  <a:pt x="9" y="530"/>
                </a:lnTo>
                <a:lnTo>
                  <a:pt x="10" y="530"/>
                </a:lnTo>
                <a:lnTo>
                  <a:pt x="10" y="529"/>
                </a:lnTo>
                <a:lnTo>
                  <a:pt x="9" y="529"/>
                </a:lnTo>
                <a:lnTo>
                  <a:pt x="9" y="530"/>
                </a:lnTo>
                <a:lnTo>
                  <a:pt x="8" y="530"/>
                </a:lnTo>
                <a:lnTo>
                  <a:pt x="7" y="530"/>
                </a:lnTo>
                <a:lnTo>
                  <a:pt x="7" y="529"/>
                </a:lnTo>
                <a:lnTo>
                  <a:pt x="6" y="529"/>
                </a:lnTo>
                <a:lnTo>
                  <a:pt x="6" y="530"/>
                </a:lnTo>
                <a:lnTo>
                  <a:pt x="6" y="529"/>
                </a:lnTo>
                <a:lnTo>
                  <a:pt x="5" y="527"/>
                </a:lnTo>
                <a:lnTo>
                  <a:pt x="5" y="526"/>
                </a:lnTo>
                <a:lnTo>
                  <a:pt x="5" y="524"/>
                </a:lnTo>
                <a:lnTo>
                  <a:pt x="5" y="523"/>
                </a:lnTo>
                <a:lnTo>
                  <a:pt x="6" y="523"/>
                </a:lnTo>
                <a:lnTo>
                  <a:pt x="6" y="522"/>
                </a:lnTo>
                <a:lnTo>
                  <a:pt x="6" y="521"/>
                </a:lnTo>
                <a:lnTo>
                  <a:pt x="7" y="520"/>
                </a:lnTo>
                <a:lnTo>
                  <a:pt x="7" y="519"/>
                </a:lnTo>
                <a:lnTo>
                  <a:pt x="7" y="518"/>
                </a:lnTo>
                <a:lnTo>
                  <a:pt x="8" y="517"/>
                </a:lnTo>
                <a:lnTo>
                  <a:pt x="9" y="517"/>
                </a:lnTo>
                <a:lnTo>
                  <a:pt x="9" y="518"/>
                </a:lnTo>
                <a:lnTo>
                  <a:pt x="10" y="520"/>
                </a:lnTo>
                <a:lnTo>
                  <a:pt x="10" y="521"/>
                </a:lnTo>
                <a:lnTo>
                  <a:pt x="11" y="522"/>
                </a:lnTo>
                <a:lnTo>
                  <a:pt x="12" y="523"/>
                </a:lnTo>
                <a:lnTo>
                  <a:pt x="12" y="522"/>
                </a:lnTo>
                <a:lnTo>
                  <a:pt x="12" y="521"/>
                </a:lnTo>
                <a:lnTo>
                  <a:pt x="13" y="520"/>
                </a:lnTo>
                <a:lnTo>
                  <a:pt x="14" y="521"/>
                </a:lnTo>
                <a:lnTo>
                  <a:pt x="16" y="521"/>
                </a:lnTo>
                <a:lnTo>
                  <a:pt x="17" y="521"/>
                </a:lnTo>
                <a:lnTo>
                  <a:pt x="17" y="520"/>
                </a:lnTo>
                <a:lnTo>
                  <a:pt x="19" y="520"/>
                </a:lnTo>
                <a:lnTo>
                  <a:pt x="20" y="519"/>
                </a:lnTo>
                <a:lnTo>
                  <a:pt x="21" y="519"/>
                </a:lnTo>
                <a:lnTo>
                  <a:pt x="22" y="519"/>
                </a:lnTo>
                <a:lnTo>
                  <a:pt x="23" y="519"/>
                </a:lnTo>
                <a:lnTo>
                  <a:pt x="24" y="519"/>
                </a:lnTo>
                <a:lnTo>
                  <a:pt x="25" y="517"/>
                </a:lnTo>
                <a:lnTo>
                  <a:pt x="25" y="515"/>
                </a:lnTo>
                <a:lnTo>
                  <a:pt x="24" y="514"/>
                </a:lnTo>
                <a:lnTo>
                  <a:pt x="24" y="515"/>
                </a:lnTo>
                <a:lnTo>
                  <a:pt x="24" y="514"/>
                </a:lnTo>
                <a:lnTo>
                  <a:pt x="25" y="512"/>
                </a:lnTo>
                <a:lnTo>
                  <a:pt x="26" y="512"/>
                </a:lnTo>
                <a:lnTo>
                  <a:pt x="26" y="509"/>
                </a:lnTo>
                <a:lnTo>
                  <a:pt x="26" y="508"/>
                </a:lnTo>
                <a:lnTo>
                  <a:pt x="27" y="508"/>
                </a:lnTo>
                <a:lnTo>
                  <a:pt x="28" y="508"/>
                </a:lnTo>
                <a:lnTo>
                  <a:pt x="27" y="507"/>
                </a:lnTo>
                <a:lnTo>
                  <a:pt x="27" y="506"/>
                </a:lnTo>
                <a:lnTo>
                  <a:pt x="27" y="505"/>
                </a:lnTo>
                <a:lnTo>
                  <a:pt x="28" y="504"/>
                </a:lnTo>
                <a:lnTo>
                  <a:pt x="28" y="503"/>
                </a:lnTo>
                <a:lnTo>
                  <a:pt x="27" y="503"/>
                </a:lnTo>
                <a:lnTo>
                  <a:pt x="27" y="501"/>
                </a:lnTo>
                <a:lnTo>
                  <a:pt x="27" y="498"/>
                </a:lnTo>
                <a:lnTo>
                  <a:pt x="28" y="497"/>
                </a:lnTo>
                <a:lnTo>
                  <a:pt x="28" y="495"/>
                </a:lnTo>
                <a:lnTo>
                  <a:pt x="28" y="494"/>
                </a:lnTo>
                <a:lnTo>
                  <a:pt x="30" y="492"/>
                </a:lnTo>
                <a:lnTo>
                  <a:pt x="31" y="491"/>
                </a:lnTo>
                <a:lnTo>
                  <a:pt x="32" y="491"/>
                </a:lnTo>
                <a:lnTo>
                  <a:pt x="33" y="490"/>
                </a:lnTo>
                <a:lnTo>
                  <a:pt x="32" y="490"/>
                </a:lnTo>
                <a:lnTo>
                  <a:pt x="33" y="489"/>
                </a:lnTo>
                <a:lnTo>
                  <a:pt x="34" y="489"/>
                </a:lnTo>
                <a:lnTo>
                  <a:pt x="35" y="489"/>
                </a:lnTo>
                <a:lnTo>
                  <a:pt x="35" y="490"/>
                </a:lnTo>
                <a:lnTo>
                  <a:pt x="36" y="490"/>
                </a:lnTo>
                <a:lnTo>
                  <a:pt x="37" y="490"/>
                </a:lnTo>
                <a:lnTo>
                  <a:pt x="38" y="490"/>
                </a:lnTo>
                <a:lnTo>
                  <a:pt x="39" y="490"/>
                </a:lnTo>
                <a:lnTo>
                  <a:pt x="40" y="491"/>
                </a:lnTo>
                <a:lnTo>
                  <a:pt x="40" y="492"/>
                </a:lnTo>
                <a:lnTo>
                  <a:pt x="41" y="492"/>
                </a:lnTo>
                <a:lnTo>
                  <a:pt x="43" y="491"/>
                </a:lnTo>
                <a:lnTo>
                  <a:pt x="45" y="490"/>
                </a:lnTo>
                <a:lnTo>
                  <a:pt x="45" y="489"/>
                </a:lnTo>
                <a:lnTo>
                  <a:pt x="45" y="488"/>
                </a:lnTo>
                <a:lnTo>
                  <a:pt x="46" y="488"/>
                </a:lnTo>
                <a:lnTo>
                  <a:pt x="46" y="489"/>
                </a:lnTo>
                <a:lnTo>
                  <a:pt x="46" y="490"/>
                </a:lnTo>
                <a:lnTo>
                  <a:pt x="47" y="490"/>
                </a:lnTo>
                <a:lnTo>
                  <a:pt x="47" y="489"/>
                </a:lnTo>
                <a:lnTo>
                  <a:pt x="47" y="488"/>
                </a:lnTo>
                <a:lnTo>
                  <a:pt x="49" y="486"/>
                </a:lnTo>
                <a:lnTo>
                  <a:pt x="50" y="486"/>
                </a:lnTo>
                <a:lnTo>
                  <a:pt x="51" y="487"/>
                </a:lnTo>
                <a:lnTo>
                  <a:pt x="51" y="488"/>
                </a:lnTo>
                <a:lnTo>
                  <a:pt x="51" y="487"/>
                </a:lnTo>
                <a:lnTo>
                  <a:pt x="52" y="486"/>
                </a:lnTo>
                <a:lnTo>
                  <a:pt x="54" y="486"/>
                </a:lnTo>
                <a:lnTo>
                  <a:pt x="55" y="486"/>
                </a:lnTo>
                <a:lnTo>
                  <a:pt x="56" y="486"/>
                </a:lnTo>
                <a:lnTo>
                  <a:pt x="57" y="486"/>
                </a:lnTo>
                <a:lnTo>
                  <a:pt x="58" y="486"/>
                </a:lnTo>
                <a:lnTo>
                  <a:pt x="60" y="486"/>
                </a:lnTo>
                <a:lnTo>
                  <a:pt x="59" y="487"/>
                </a:lnTo>
                <a:lnTo>
                  <a:pt x="60" y="487"/>
                </a:lnTo>
                <a:lnTo>
                  <a:pt x="61" y="488"/>
                </a:lnTo>
                <a:lnTo>
                  <a:pt x="62" y="488"/>
                </a:lnTo>
                <a:lnTo>
                  <a:pt x="63" y="488"/>
                </a:lnTo>
                <a:lnTo>
                  <a:pt x="65" y="488"/>
                </a:lnTo>
                <a:lnTo>
                  <a:pt x="66" y="487"/>
                </a:lnTo>
                <a:lnTo>
                  <a:pt x="66" y="486"/>
                </a:lnTo>
                <a:lnTo>
                  <a:pt x="67" y="486"/>
                </a:lnTo>
                <a:lnTo>
                  <a:pt x="68" y="486"/>
                </a:lnTo>
                <a:lnTo>
                  <a:pt x="69" y="484"/>
                </a:lnTo>
                <a:lnTo>
                  <a:pt x="69" y="483"/>
                </a:lnTo>
                <a:lnTo>
                  <a:pt x="70" y="483"/>
                </a:lnTo>
                <a:lnTo>
                  <a:pt x="70" y="484"/>
                </a:lnTo>
                <a:lnTo>
                  <a:pt x="71" y="484"/>
                </a:lnTo>
                <a:lnTo>
                  <a:pt x="72" y="484"/>
                </a:lnTo>
                <a:lnTo>
                  <a:pt x="72" y="485"/>
                </a:lnTo>
                <a:lnTo>
                  <a:pt x="73" y="485"/>
                </a:lnTo>
                <a:lnTo>
                  <a:pt x="73" y="486"/>
                </a:lnTo>
                <a:lnTo>
                  <a:pt x="74" y="486"/>
                </a:lnTo>
                <a:lnTo>
                  <a:pt x="75" y="486"/>
                </a:lnTo>
                <a:lnTo>
                  <a:pt x="76" y="486"/>
                </a:lnTo>
                <a:lnTo>
                  <a:pt x="77" y="486"/>
                </a:lnTo>
                <a:lnTo>
                  <a:pt x="79" y="486"/>
                </a:lnTo>
                <a:lnTo>
                  <a:pt x="80" y="486"/>
                </a:lnTo>
                <a:lnTo>
                  <a:pt x="81" y="486"/>
                </a:lnTo>
                <a:lnTo>
                  <a:pt x="81" y="485"/>
                </a:lnTo>
                <a:lnTo>
                  <a:pt x="81" y="484"/>
                </a:lnTo>
                <a:lnTo>
                  <a:pt x="82" y="484"/>
                </a:lnTo>
                <a:lnTo>
                  <a:pt x="82" y="483"/>
                </a:lnTo>
                <a:lnTo>
                  <a:pt x="81" y="482"/>
                </a:lnTo>
                <a:lnTo>
                  <a:pt x="81" y="481"/>
                </a:lnTo>
                <a:lnTo>
                  <a:pt x="80" y="481"/>
                </a:lnTo>
                <a:lnTo>
                  <a:pt x="80" y="480"/>
                </a:lnTo>
                <a:lnTo>
                  <a:pt x="79" y="480"/>
                </a:lnTo>
                <a:lnTo>
                  <a:pt x="80" y="480"/>
                </a:lnTo>
                <a:lnTo>
                  <a:pt x="80" y="481"/>
                </a:lnTo>
                <a:lnTo>
                  <a:pt x="79" y="481"/>
                </a:lnTo>
                <a:lnTo>
                  <a:pt x="79" y="480"/>
                </a:lnTo>
                <a:lnTo>
                  <a:pt x="79" y="479"/>
                </a:lnTo>
                <a:lnTo>
                  <a:pt x="80" y="478"/>
                </a:lnTo>
                <a:lnTo>
                  <a:pt x="81" y="478"/>
                </a:lnTo>
                <a:lnTo>
                  <a:pt x="80" y="477"/>
                </a:lnTo>
                <a:lnTo>
                  <a:pt x="79" y="476"/>
                </a:lnTo>
                <a:lnTo>
                  <a:pt x="78" y="476"/>
                </a:lnTo>
                <a:lnTo>
                  <a:pt x="76" y="475"/>
                </a:lnTo>
                <a:lnTo>
                  <a:pt x="76" y="474"/>
                </a:lnTo>
                <a:lnTo>
                  <a:pt x="77" y="473"/>
                </a:lnTo>
                <a:lnTo>
                  <a:pt x="77" y="471"/>
                </a:lnTo>
                <a:lnTo>
                  <a:pt x="77" y="470"/>
                </a:lnTo>
                <a:lnTo>
                  <a:pt x="76" y="469"/>
                </a:lnTo>
                <a:lnTo>
                  <a:pt x="75" y="468"/>
                </a:lnTo>
                <a:lnTo>
                  <a:pt x="75" y="467"/>
                </a:lnTo>
                <a:lnTo>
                  <a:pt x="75" y="466"/>
                </a:lnTo>
                <a:lnTo>
                  <a:pt x="76" y="466"/>
                </a:lnTo>
                <a:lnTo>
                  <a:pt x="76" y="465"/>
                </a:lnTo>
                <a:lnTo>
                  <a:pt x="75" y="464"/>
                </a:lnTo>
                <a:lnTo>
                  <a:pt x="76" y="463"/>
                </a:lnTo>
                <a:lnTo>
                  <a:pt x="76" y="462"/>
                </a:lnTo>
                <a:lnTo>
                  <a:pt x="76" y="461"/>
                </a:lnTo>
                <a:lnTo>
                  <a:pt x="75" y="461"/>
                </a:lnTo>
                <a:lnTo>
                  <a:pt x="75" y="460"/>
                </a:lnTo>
                <a:lnTo>
                  <a:pt x="75" y="459"/>
                </a:lnTo>
                <a:lnTo>
                  <a:pt x="76" y="460"/>
                </a:lnTo>
                <a:lnTo>
                  <a:pt x="77" y="460"/>
                </a:lnTo>
                <a:lnTo>
                  <a:pt x="77" y="459"/>
                </a:lnTo>
                <a:lnTo>
                  <a:pt x="76" y="456"/>
                </a:lnTo>
                <a:lnTo>
                  <a:pt x="76" y="455"/>
                </a:lnTo>
                <a:lnTo>
                  <a:pt x="75" y="455"/>
                </a:lnTo>
                <a:lnTo>
                  <a:pt x="74" y="455"/>
                </a:lnTo>
                <a:lnTo>
                  <a:pt x="73" y="454"/>
                </a:lnTo>
                <a:lnTo>
                  <a:pt x="72" y="453"/>
                </a:lnTo>
                <a:lnTo>
                  <a:pt x="72" y="451"/>
                </a:lnTo>
                <a:lnTo>
                  <a:pt x="73" y="449"/>
                </a:lnTo>
                <a:lnTo>
                  <a:pt x="74" y="447"/>
                </a:lnTo>
                <a:lnTo>
                  <a:pt x="75" y="447"/>
                </a:lnTo>
                <a:lnTo>
                  <a:pt x="75" y="449"/>
                </a:lnTo>
                <a:lnTo>
                  <a:pt x="78" y="451"/>
                </a:lnTo>
                <a:lnTo>
                  <a:pt x="79" y="450"/>
                </a:lnTo>
                <a:lnTo>
                  <a:pt x="80" y="450"/>
                </a:lnTo>
                <a:lnTo>
                  <a:pt x="79" y="450"/>
                </a:lnTo>
                <a:lnTo>
                  <a:pt x="79" y="449"/>
                </a:lnTo>
                <a:lnTo>
                  <a:pt x="80" y="448"/>
                </a:lnTo>
                <a:lnTo>
                  <a:pt x="81" y="448"/>
                </a:lnTo>
                <a:lnTo>
                  <a:pt x="81" y="447"/>
                </a:lnTo>
                <a:lnTo>
                  <a:pt x="82" y="447"/>
                </a:lnTo>
                <a:lnTo>
                  <a:pt x="81" y="446"/>
                </a:lnTo>
                <a:lnTo>
                  <a:pt x="82" y="445"/>
                </a:lnTo>
                <a:lnTo>
                  <a:pt x="83" y="445"/>
                </a:lnTo>
                <a:lnTo>
                  <a:pt x="84" y="445"/>
                </a:lnTo>
                <a:lnTo>
                  <a:pt x="86" y="447"/>
                </a:lnTo>
                <a:lnTo>
                  <a:pt x="87" y="448"/>
                </a:lnTo>
                <a:lnTo>
                  <a:pt x="87" y="449"/>
                </a:lnTo>
                <a:lnTo>
                  <a:pt x="88" y="449"/>
                </a:lnTo>
                <a:lnTo>
                  <a:pt x="89" y="449"/>
                </a:lnTo>
                <a:lnTo>
                  <a:pt x="89" y="450"/>
                </a:lnTo>
                <a:lnTo>
                  <a:pt x="91" y="451"/>
                </a:lnTo>
                <a:lnTo>
                  <a:pt x="91" y="452"/>
                </a:lnTo>
                <a:lnTo>
                  <a:pt x="92" y="453"/>
                </a:lnTo>
                <a:lnTo>
                  <a:pt x="93" y="453"/>
                </a:lnTo>
                <a:lnTo>
                  <a:pt x="94" y="452"/>
                </a:lnTo>
                <a:lnTo>
                  <a:pt x="95" y="452"/>
                </a:lnTo>
                <a:lnTo>
                  <a:pt x="96" y="451"/>
                </a:lnTo>
                <a:lnTo>
                  <a:pt x="96" y="450"/>
                </a:lnTo>
                <a:lnTo>
                  <a:pt x="96" y="449"/>
                </a:lnTo>
                <a:lnTo>
                  <a:pt x="97" y="449"/>
                </a:lnTo>
                <a:lnTo>
                  <a:pt x="97" y="448"/>
                </a:lnTo>
                <a:lnTo>
                  <a:pt x="98" y="447"/>
                </a:lnTo>
                <a:lnTo>
                  <a:pt x="98" y="446"/>
                </a:lnTo>
                <a:lnTo>
                  <a:pt x="99" y="446"/>
                </a:lnTo>
                <a:lnTo>
                  <a:pt x="100" y="446"/>
                </a:lnTo>
                <a:lnTo>
                  <a:pt x="102" y="447"/>
                </a:lnTo>
                <a:lnTo>
                  <a:pt x="103" y="447"/>
                </a:lnTo>
                <a:lnTo>
                  <a:pt x="104" y="447"/>
                </a:lnTo>
                <a:lnTo>
                  <a:pt x="105" y="447"/>
                </a:lnTo>
                <a:lnTo>
                  <a:pt x="104" y="449"/>
                </a:lnTo>
                <a:lnTo>
                  <a:pt x="104" y="450"/>
                </a:lnTo>
                <a:lnTo>
                  <a:pt x="105" y="450"/>
                </a:lnTo>
                <a:lnTo>
                  <a:pt x="105" y="451"/>
                </a:lnTo>
                <a:lnTo>
                  <a:pt x="106" y="450"/>
                </a:lnTo>
                <a:lnTo>
                  <a:pt x="107" y="450"/>
                </a:lnTo>
                <a:lnTo>
                  <a:pt x="108" y="450"/>
                </a:lnTo>
                <a:lnTo>
                  <a:pt x="108" y="451"/>
                </a:lnTo>
                <a:lnTo>
                  <a:pt x="109" y="451"/>
                </a:lnTo>
                <a:lnTo>
                  <a:pt x="110" y="451"/>
                </a:lnTo>
                <a:lnTo>
                  <a:pt x="110" y="450"/>
                </a:lnTo>
                <a:lnTo>
                  <a:pt x="111" y="449"/>
                </a:lnTo>
                <a:lnTo>
                  <a:pt x="112" y="449"/>
                </a:lnTo>
                <a:lnTo>
                  <a:pt x="114" y="448"/>
                </a:lnTo>
                <a:lnTo>
                  <a:pt x="113" y="446"/>
                </a:lnTo>
                <a:lnTo>
                  <a:pt x="112" y="444"/>
                </a:lnTo>
                <a:lnTo>
                  <a:pt x="111" y="444"/>
                </a:lnTo>
                <a:lnTo>
                  <a:pt x="110" y="443"/>
                </a:lnTo>
                <a:lnTo>
                  <a:pt x="110" y="441"/>
                </a:lnTo>
                <a:lnTo>
                  <a:pt x="110" y="439"/>
                </a:lnTo>
                <a:lnTo>
                  <a:pt x="111" y="439"/>
                </a:lnTo>
                <a:lnTo>
                  <a:pt x="112" y="439"/>
                </a:lnTo>
                <a:lnTo>
                  <a:pt x="114" y="438"/>
                </a:lnTo>
                <a:lnTo>
                  <a:pt x="115" y="437"/>
                </a:lnTo>
                <a:lnTo>
                  <a:pt x="115" y="436"/>
                </a:lnTo>
                <a:lnTo>
                  <a:pt x="115" y="435"/>
                </a:lnTo>
                <a:lnTo>
                  <a:pt x="116" y="435"/>
                </a:lnTo>
                <a:lnTo>
                  <a:pt x="117" y="435"/>
                </a:lnTo>
                <a:lnTo>
                  <a:pt x="117" y="434"/>
                </a:lnTo>
                <a:lnTo>
                  <a:pt x="118" y="433"/>
                </a:lnTo>
                <a:lnTo>
                  <a:pt x="118" y="432"/>
                </a:lnTo>
                <a:lnTo>
                  <a:pt x="119" y="432"/>
                </a:lnTo>
                <a:lnTo>
                  <a:pt x="120" y="433"/>
                </a:lnTo>
                <a:lnTo>
                  <a:pt x="120" y="434"/>
                </a:lnTo>
                <a:lnTo>
                  <a:pt x="123" y="434"/>
                </a:lnTo>
                <a:lnTo>
                  <a:pt x="125" y="434"/>
                </a:lnTo>
                <a:lnTo>
                  <a:pt x="126" y="433"/>
                </a:lnTo>
                <a:lnTo>
                  <a:pt x="126" y="432"/>
                </a:lnTo>
                <a:lnTo>
                  <a:pt x="126" y="431"/>
                </a:lnTo>
                <a:lnTo>
                  <a:pt x="125" y="431"/>
                </a:lnTo>
                <a:lnTo>
                  <a:pt x="124" y="431"/>
                </a:lnTo>
                <a:lnTo>
                  <a:pt x="124" y="429"/>
                </a:lnTo>
                <a:lnTo>
                  <a:pt x="123" y="428"/>
                </a:lnTo>
                <a:lnTo>
                  <a:pt x="122" y="428"/>
                </a:lnTo>
                <a:lnTo>
                  <a:pt x="121" y="427"/>
                </a:lnTo>
                <a:lnTo>
                  <a:pt x="121" y="426"/>
                </a:lnTo>
                <a:lnTo>
                  <a:pt x="121" y="425"/>
                </a:lnTo>
                <a:lnTo>
                  <a:pt x="121" y="424"/>
                </a:lnTo>
                <a:lnTo>
                  <a:pt x="120" y="424"/>
                </a:lnTo>
                <a:lnTo>
                  <a:pt x="119" y="423"/>
                </a:lnTo>
                <a:lnTo>
                  <a:pt x="118" y="423"/>
                </a:lnTo>
                <a:lnTo>
                  <a:pt x="118" y="424"/>
                </a:lnTo>
                <a:lnTo>
                  <a:pt x="116" y="423"/>
                </a:lnTo>
                <a:lnTo>
                  <a:pt x="116" y="422"/>
                </a:lnTo>
                <a:lnTo>
                  <a:pt x="116" y="421"/>
                </a:lnTo>
                <a:lnTo>
                  <a:pt x="116" y="420"/>
                </a:lnTo>
                <a:lnTo>
                  <a:pt x="116" y="419"/>
                </a:lnTo>
                <a:lnTo>
                  <a:pt x="116" y="418"/>
                </a:lnTo>
                <a:lnTo>
                  <a:pt x="116" y="417"/>
                </a:lnTo>
                <a:lnTo>
                  <a:pt x="116" y="415"/>
                </a:lnTo>
                <a:lnTo>
                  <a:pt x="116" y="413"/>
                </a:lnTo>
                <a:lnTo>
                  <a:pt x="115" y="413"/>
                </a:lnTo>
                <a:lnTo>
                  <a:pt x="114" y="413"/>
                </a:lnTo>
                <a:lnTo>
                  <a:pt x="113" y="413"/>
                </a:lnTo>
                <a:lnTo>
                  <a:pt x="114" y="412"/>
                </a:lnTo>
                <a:lnTo>
                  <a:pt x="113" y="411"/>
                </a:lnTo>
                <a:lnTo>
                  <a:pt x="113" y="410"/>
                </a:lnTo>
                <a:lnTo>
                  <a:pt x="112" y="410"/>
                </a:lnTo>
                <a:lnTo>
                  <a:pt x="113" y="409"/>
                </a:lnTo>
                <a:lnTo>
                  <a:pt x="114" y="409"/>
                </a:lnTo>
                <a:lnTo>
                  <a:pt x="114" y="410"/>
                </a:lnTo>
                <a:lnTo>
                  <a:pt x="115" y="410"/>
                </a:lnTo>
                <a:lnTo>
                  <a:pt x="116" y="411"/>
                </a:lnTo>
                <a:lnTo>
                  <a:pt x="117" y="411"/>
                </a:lnTo>
                <a:lnTo>
                  <a:pt x="119" y="410"/>
                </a:lnTo>
                <a:lnTo>
                  <a:pt x="120" y="409"/>
                </a:lnTo>
                <a:lnTo>
                  <a:pt x="119" y="408"/>
                </a:lnTo>
                <a:lnTo>
                  <a:pt x="119" y="406"/>
                </a:lnTo>
                <a:lnTo>
                  <a:pt x="119" y="404"/>
                </a:lnTo>
                <a:lnTo>
                  <a:pt x="120" y="403"/>
                </a:lnTo>
                <a:lnTo>
                  <a:pt x="121" y="404"/>
                </a:lnTo>
                <a:lnTo>
                  <a:pt x="122" y="403"/>
                </a:lnTo>
                <a:lnTo>
                  <a:pt x="121" y="402"/>
                </a:lnTo>
                <a:lnTo>
                  <a:pt x="121" y="400"/>
                </a:lnTo>
                <a:lnTo>
                  <a:pt x="120" y="400"/>
                </a:lnTo>
                <a:lnTo>
                  <a:pt x="120" y="399"/>
                </a:lnTo>
                <a:lnTo>
                  <a:pt x="119" y="399"/>
                </a:lnTo>
                <a:lnTo>
                  <a:pt x="120" y="398"/>
                </a:lnTo>
                <a:lnTo>
                  <a:pt x="121" y="398"/>
                </a:lnTo>
                <a:lnTo>
                  <a:pt x="121" y="397"/>
                </a:lnTo>
                <a:lnTo>
                  <a:pt x="121" y="396"/>
                </a:lnTo>
                <a:lnTo>
                  <a:pt x="121" y="395"/>
                </a:lnTo>
                <a:lnTo>
                  <a:pt x="122" y="394"/>
                </a:lnTo>
                <a:lnTo>
                  <a:pt x="123" y="395"/>
                </a:lnTo>
                <a:lnTo>
                  <a:pt x="124" y="396"/>
                </a:lnTo>
                <a:lnTo>
                  <a:pt x="125" y="397"/>
                </a:lnTo>
                <a:lnTo>
                  <a:pt x="125" y="398"/>
                </a:lnTo>
                <a:lnTo>
                  <a:pt x="126" y="398"/>
                </a:lnTo>
                <a:lnTo>
                  <a:pt x="126" y="397"/>
                </a:lnTo>
                <a:lnTo>
                  <a:pt x="126" y="396"/>
                </a:lnTo>
                <a:lnTo>
                  <a:pt x="127" y="395"/>
                </a:lnTo>
                <a:lnTo>
                  <a:pt x="128" y="395"/>
                </a:lnTo>
                <a:lnTo>
                  <a:pt x="129" y="395"/>
                </a:lnTo>
                <a:lnTo>
                  <a:pt x="129" y="394"/>
                </a:lnTo>
                <a:lnTo>
                  <a:pt x="130" y="394"/>
                </a:lnTo>
                <a:lnTo>
                  <a:pt x="131" y="394"/>
                </a:lnTo>
                <a:lnTo>
                  <a:pt x="131" y="395"/>
                </a:lnTo>
                <a:lnTo>
                  <a:pt x="132" y="395"/>
                </a:lnTo>
                <a:lnTo>
                  <a:pt x="132" y="394"/>
                </a:lnTo>
                <a:lnTo>
                  <a:pt x="133" y="394"/>
                </a:lnTo>
                <a:lnTo>
                  <a:pt x="134" y="394"/>
                </a:lnTo>
                <a:lnTo>
                  <a:pt x="135" y="394"/>
                </a:lnTo>
                <a:lnTo>
                  <a:pt x="136" y="394"/>
                </a:lnTo>
                <a:lnTo>
                  <a:pt x="137" y="393"/>
                </a:lnTo>
                <a:lnTo>
                  <a:pt x="137" y="392"/>
                </a:lnTo>
                <a:lnTo>
                  <a:pt x="137" y="391"/>
                </a:lnTo>
                <a:lnTo>
                  <a:pt x="137" y="390"/>
                </a:lnTo>
                <a:lnTo>
                  <a:pt x="138" y="390"/>
                </a:lnTo>
                <a:lnTo>
                  <a:pt x="138" y="391"/>
                </a:lnTo>
                <a:lnTo>
                  <a:pt x="140" y="391"/>
                </a:lnTo>
                <a:lnTo>
                  <a:pt x="141" y="391"/>
                </a:lnTo>
                <a:lnTo>
                  <a:pt x="142" y="391"/>
                </a:lnTo>
                <a:lnTo>
                  <a:pt x="143" y="390"/>
                </a:lnTo>
                <a:lnTo>
                  <a:pt x="144" y="390"/>
                </a:lnTo>
                <a:lnTo>
                  <a:pt x="144" y="389"/>
                </a:lnTo>
                <a:lnTo>
                  <a:pt x="144" y="388"/>
                </a:lnTo>
                <a:lnTo>
                  <a:pt x="144" y="387"/>
                </a:lnTo>
                <a:lnTo>
                  <a:pt x="145" y="387"/>
                </a:lnTo>
                <a:lnTo>
                  <a:pt x="146" y="386"/>
                </a:lnTo>
                <a:lnTo>
                  <a:pt x="147" y="386"/>
                </a:lnTo>
                <a:lnTo>
                  <a:pt x="148" y="387"/>
                </a:lnTo>
                <a:lnTo>
                  <a:pt x="149" y="387"/>
                </a:lnTo>
                <a:lnTo>
                  <a:pt x="149" y="386"/>
                </a:lnTo>
                <a:lnTo>
                  <a:pt x="150" y="386"/>
                </a:lnTo>
                <a:lnTo>
                  <a:pt x="150" y="385"/>
                </a:lnTo>
                <a:lnTo>
                  <a:pt x="152" y="385"/>
                </a:lnTo>
                <a:lnTo>
                  <a:pt x="153" y="385"/>
                </a:lnTo>
                <a:lnTo>
                  <a:pt x="154" y="385"/>
                </a:lnTo>
                <a:lnTo>
                  <a:pt x="155" y="385"/>
                </a:lnTo>
                <a:lnTo>
                  <a:pt x="156" y="384"/>
                </a:lnTo>
                <a:lnTo>
                  <a:pt x="156" y="383"/>
                </a:lnTo>
                <a:lnTo>
                  <a:pt x="156" y="382"/>
                </a:lnTo>
                <a:lnTo>
                  <a:pt x="157" y="382"/>
                </a:lnTo>
                <a:lnTo>
                  <a:pt x="157" y="383"/>
                </a:lnTo>
                <a:lnTo>
                  <a:pt x="157" y="382"/>
                </a:lnTo>
                <a:lnTo>
                  <a:pt x="158" y="381"/>
                </a:lnTo>
                <a:lnTo>
                  <a:pt x="159" y="380"/>
                </a:lnTo>
                <a:lnTo>
                  <a:pt x="159" y="379"/>
                </a:lnTo>
                <a:lnTo>
                  <a:pt x="159" y="378"/>
                </a:lnTo>
                <a:lnTo>
                  <a:pt x="158" y="378"/>
                </a:lnTo>
                <a:lnTo>
                  <a:pt x="158" y="377"/>
                </a:lnTo>
                <a:lnTo>
                  <a:pt x="157" y="376"/>
                </a:lnTo>
                <a:lnTo>
                  <a:pt x="156" y="376"/>
                </a:lnTo>
                <a:lnTo>
                  <a:pt x="155" y="375"/>
                </a:lnTo>
                <a:lnTo>
                  <a:pt x="155" y="374"/>
                </a:lnTo>
                <a:lnTo>
                  <a:pt x="158" y="374"/>
                </a:lnTo>
                <a:lnTo>
                  <a:pt x="159" y="374"/>
                </a:lnTo>
                <a:lnTo>
                  <a:pt x="159" y="373"/>
                </a:lnTo>
                <a:lnTo>
                  <a:pt x="160" y="373"/>
                </a:lnTo>
                <a:lnTo>
                  <a:pt x="161" y="373"/>
                </a:lnTo>
                <a:lnTo>
                  <a:pt x="162" y="373"/>
                </a:lnTo>
                <a:lnTo>
                  <a:pt x="162" y="372"/>
                </a:lnTo>
                <a:lnTo>
                  <a:pt x="163" y="373"/>
                </a:lnTo>
                <a:lnTo>
                  <a:pt x="164" y="373"/>
                </a:lnTo>
                <a:lnTo>
                  <a:pt x="165" y="373"/>
                </a:lnTo>
                <a:lnTo>
                  <a:pt x="166" y="373"/>
                </a:lnTo>
                <a:lnTo>
                  <a:pt x="166" y="372"/>
                </a:lnTo>
                <a:lnTo>
                  <a:pt x="167" y="372"/>
                </a:lnTo>
                <a:lnTo>
                  <a:pt x="167" y="373"/>
                </a:lnTo>
                <a:lnTo>
                  <a:pt x="168" y="372"/>
                </a:lnTo>
                <a:lnTo>
                  <a:pt x="169" y="372"/>
                </a:lnTo>
                <a:lnTo>
                  <a:pt x="170" y="373"/>
                </a:lnTo>
                <a:lnTo>
                  <a:pt x="171" y="373"/>
                </a:lnTo>
                <a:lnTo>
                  <a:pt x="172" y="372"/>
                </a:lnTo>
                <a:lnTo>
                  <a:pt x="172" y="371"/>
                </a:lnTo>
                <a:lnTo>
                  <a:pt x="174" y="371"/>
                </a:lnTo>
                <a:lnTo>
                  <a:pt x="175" y="370"/>
                </a:lnTo>
                <a:lnTo>
                  <a:pt x="176" y="370"/>
                </a:lnTo>
                <a:lnTo>
                  <a:pt x="176" y="369"/>
                </a:lnTo>
                <a:lnTo>
                  <a:pt x="176" y="368"/>
                </a:lnTo>
                <a:lnTo>
                  <a:pt x="176" y="367"/>
                </a:lnTo>
                <a:lnTo>
                  <a:pt x="177" y="366"/>
                </a:lnTo>
                <a:lnTo>
                  <a:pt x="178" y="366"/>
                </a:lnTo>
                <a:lnTo>
                  <a:pt x="178" y="365"/>
                </a:lnTo>
                <a:lnTo>
                  <a:pt x="179" y="365"/>
                </a:lnTo>
                <a:lnTo>
                  <a:pt x="180" y="365"/>
                </a:lnTo>
                <a:lnTo>
                  <a:pt x="180" y="364"/>
                </a:lnTo>
                <a:lnTo>
                  <a:pt x="181" y="364"/>
                </a:lnTo>
                <a:lnTo>
                  <a:pt x="182" y="363"/>
                </a:lnTo>
                <a:lnTo>
                  <a:pt x="182" y="362"/>
                </a:lnTo>
                <a:lnTo>
                  <a:pt x="182" y="361"/>
                </a:lnTo>
                <a:lnTo>
                  <a:pt x="183" y="361"/>
                </a:lnTo>
                <a:lnTo>
                  <a:pt x="183" y="360"/>
                </a:lnTo>
                <a:lnTo>
                  <a:pt x="184" y="359"/>
                </a:lnTo>
                <a:lnTo>
                  <a:pt x="184" y="358"/>
                </a:lnTo>
                <a:lnTo>
                  <a:pt x="185" y="357"/>
                </a:lnTo>
                <a:lnTo>
                  <a:pt x="186" y="357"/>
                </a:lnTo>
                <a:lnTo>
                  <a:pt x="186" y="356"/>
                </a:lnTo>
                <a:lnTo>
                  <a:pt x="186" y="355"/>
                </a:lnTo>
                <a:lnTo>
                  <a:pt x="187" y="355"/>
                </a:lnTo>
                <a:lnTo>
                  <a:pt x="188" y="355"/>
                </a:lnTo>
                <a:lnTo>
                  <a:pt x="188" y="354"/>
                </a:lnTo>
                <a:lnTo>
                  <a:pt x="189" y="353"/>
                </a:lnTo>
                <a:lnTo>
                  <a:pt x="190" y="352"/>
                </a:lnTo>
                <a:lnTo>
                  <a:pt x="190" y="351"/>
                </a:lnTo>
                <a:lnTo>
                  <a:pt x="190" y="350"/>
                </a:lnTo>
                <a:lnTo>
                  <a:pt x="191" y="349"/>
                </a:lnTo>
                <a:lnTo>
                  <a:pt x="191" y="347"/>
                </a:lnTo>
                <a:lnTo>
                  <a:pt x="191" y="346"/>
                </a:lnTo>
                <a:lnTo>
                  <a:pt x="191" y="345"/>
                </a:lnTo>
                <a:lnTo>
                  <a:pt x="190" y="345"/>
                </a:lnTo>
                <a:lnTo>
                  <a:pt x="190" y="344"/>
                </a:lnTo>
                <a:lnTo>
                  <a:pt x="190" y="343"/>
                </a:lnTo>
                <a:lnTo>
                  <a:pt x="190" y="342"/>
                </a:lnTo>
                <a:lnTo>
                  <a:pt x="191" y="342"/>
                </a:lnTo>
                <a:lnTo>
                  <a:pt x="191" y="341"/>
                </a:lnTo>
                <a:lnTo>
                  <a:pt x="193" y="340"/>
                </a:lnTo>
                <a:lnTo>
                  <a:pt x="194" y="339"/>
                </a:lnTo>
                <a:lnTo>
                  <a:pt x="194" y="338"/>
                </a:lnTo>
                <a:lnTo>
                  <a:pt x="193" y="338"/>
                </a:lnTo>
                <a:lnTo>
                  <a:pt x="192" y="337"/>
                </a:lnTo>
                <a:lnTo>
                  <a:pt x="193" y="336"/>
                </a:lnTo>
                <a:lnTo>
                  <a:pt x="194" y="336"/>
                </a:lnTo>
                <a:lnTo>
                  <a:pt x="195" y="335"/>
                </a:lnTo>
                <a:lnTo>
                  <a:pt x="195" y="334"/>
                </a:lnTo>
                <a:lnTo>
                  <a:pt x="196" y="333"/>
                </a:lnTo>
                <a:lnTo>
                  <a:pt x="197" y="333"/>
                </a:lnTo>
                <a:lnTo>
                  <a:pt x="197" y="332"/>
                </a:lnTo>
                <a:lnTo>
                  <a:pt x="197" y="331"/>
                </a:lnTo>
                <a:lnTo>
                  <a:pt x="196" y="331"/>
                </a:lnTo>
                <a:lnTo>
                  <a:pt x="196" y="330"/>
                </a:lnTo>
                <a:lnTo>
                  <a:pt x="197" y="329"/>
                </a:lnTo>
                <a:lnTo>
                  <a:pt x="197" y="328"/>
                </a:lnTo>
                <a:lnTo>
                  <a:pt x="196" y="328"/>
                </a:lnTo>
                <a:lnTo>
                  <a:pt x="196" y="329"/>
                </a:lnTo>
                <a:lnTo>
                  <a:pt x="195" y="329"/>
                </a:lnTo>
                <a:lnTo>
                  <a:pt x="194" y="329"/>
                </a:lnTo>
                <a:lnTo>
                  <a:pt x="193" y="329"/>
                </a:lnTo>
                <a:lnTo>
                  <a:pt x="192" y="329"/>
                </a:lnTo>
                <a:lnTo>
                  <a:pt x="190" y="327"/>
                </a:lnTo>
                <a:lnTo>
                  <a:pt x="190" y="326"/>
                </a:lnTo>
                <a:lnTo>
                  <a:pt x="190" y="323"/>
                </a:lnTo>
                <a:lnTo>
                  <a:pt x="191" y="322"/>
                </a:lnTo>
                <a:lnTo>
                  <a:pt x="190" y="322"/>
                </a:lnTo>
                <a:lnTo>
                  <a:pt x="190" y="321"/>
                </a:lnTo>
                <a:lnTo>
                  <a:pt x="190" y="320"/>
                </a:lnTo>
                <a:lnTo>
                  <a:pt x="189" y="320"/>
                </a:lnTo>
                <a:lnTo>
                  <a:pt x="189" y="319"/>
                </a:lnTo>
                <a:lnTo>
                  <a:pt x="190" y="318"/>
                </a:lnTo>
                <a:lnTo>
                  <a:pt x="191" y="318"/>
                </a:lnTo>
                <a:lnTo>
                  <a:pt x="192" y="317"/>
                </a:lnTo>
                <a:lnTo>
                  <a:pt x="191" y="316"/>
                </a:lnTo>
                <a:lnTo>
                  <a:pt x="191" y="317"/>
                </a:lnTo>
                <a:lnTo>
                  <a:pt x="190" y="316"/>
                </a:lnTo>
                <a:lnTo>
                  <a:pt x="190" y="315"/>
                </a:lnTo>
                <a:lnTo>
                  <a:pt x="190" y="314"/>
                </a:lnTo>
                <a:lnTo>
                  <a:pt x="190" y="312"/>
                </a:lnTo>
                <a:lnTo>
                  <a:pt x="190" y="311"/>
                </a:lnTo>
                <a:lnTo>
                  <a:pt x="191" y="311"/>
                </a:lnTo>
                <a:lnTo>
                  <a:pt x="189" y="310"/>
                </a:lnTo>
                <a:lnTo>
                  <a:pt x="189" y="309"/>
                </a:lnTo>
                <a:lnTo>
                  <a:pt x="188" y="308"/>
                </a:lnTo>
                <a:lnTo>
                  <a:pt x="188" y="307"/>
                </a:lnTo>
                <a:lnTo>
                  <a:pt x="188" y="306"/>
                </a:lnTo>
                <a:lnTo>
                  <a:pt x="188" y="305"/>
                </a:lnTo>
                <a:lnTo>
                  <a:pt x="188" y="304"/>
                </a:lnTo>
                <a:lnTo>
                  <a:pt x="187" y="303"/>
                </a:lnTo>
                <a:lnTo>
                  <a:pt x="187" y="304"/>
                </a:lnTo>
                <a:lnTo>
                  <a:pt x="186" y="304"/>
                </a:lnTo>
                <a:lnTo>
                  <a:pt x="185" y="303"/>
                </a:lnTo>
                <a:lnTo>
                  <a:pt x="186" y="303"/>
                </a:lnTo>
                <a:lnTo>
                  <a:pt x="186" y="301"/>
                </a:lnTo>
                <a:lnTo>
                  <a:pt x="187" y="301"/>
                </a:lnTo>
                <a:lnTo>
                  <a:pt x="187" y="300"/>
                </a:lnTo>
                <a:lnTo>
                  <a:pt x="188" y="299"/>
                </a:lnTo>
                <a:lnTo>
                  <a:pt x="189" y="298"/>
                </a:lnTo>
                <a:lnTo>
                  <a:pt x="188" y="298"/>
                </a:lnTo>
                <a:lnTo>
                  <a:pt x="188" y="297"/>
                </a:lnTo>
                <a:lnTo>
                  <a:pt x="187" y="297"/>
                </a:lnTo>
                <a:lnTo>
                  <a:pt x="187" y="296"/>
                </a:lnTo>
                <a:lnTo>
                  <a:pt x="187" y="295"/>
                </a:lnTo>
                <a:lnTo>
                  <a:pt x="187" y="294"/>
                </a:lnTo>
                <a:lnTo>
                  <a:pt x="187" y="293"/>
                </a:lnTo>
                <a:lnTo>
                  <a:pt x="188" y="293"/>
                </a:lnTo>
                <a:lnTo>
                  <a:pt x="188" y="292"/>
                </a:lnTo>
                <a:lnTo>
                  <a:pt x="188" y="291"/>
                </a:lnTo>
                <a:lnTo>
                  <a:pt x="189" y="290"/>
                </a:lnTo>
                <a:lnTo>
                  <a:pt x="190" y="289"/>
                </a:lnTo>
                <a:lnTo>
                  <a:pt x="190" y="288"/>
                </a:lnTo>
                <a:lnTo>
                  <a:pt x="189" y="287"/>
                </a:lnTo>
                <a:lnTo>
                  <a:pt x="188" y="287"/>
                </a:lnTo>
                <a:lnTo>
                  <a:pt x="189" y="286"/>
                </a:lnTo>
                <a:lnTo>
                  <a:pt x="189" y="285"/>
                </a:lnTo>
                <a:lnTo>
                  <a:pt x="189" y="284"/>
                </a:lnTo>
                <a:lnTo>
                  <a:pt x="189" y="283"/>
                </a:lnTo>
                <a:lnTo>
                  <a:pt x="189" y="282"/>
                </a:lnTo>
                <a:lnTo>
                  <a:pt x="190" y="282"/>
                </a:lnTo>
                <a:lnTo>
                  <a:pt x="189" y="281"/>
                </a:lnTo>
                <a:lnTo>
                  <a:pt x="189" y="280"/>
                </a:lnTo>
                <a:lnTo>
                  <a:pt x="190" y="280"/>
                </a:lnTo>
                <a:lnTo>
                  <a:pt x="190" y="279"/>
                </a:lnTo>
                <a:lnTo>
                  <a:pt x="190" y="278"/>
                </a:lnTo>
                <a:lnTo>
                  <a:pt x="191" y="278"/>
                </a:lnTo>
                <a:lnTo>
                  <a:pt x="193" y="278"/>
                </a:lnTo>
                <a:lnTo>
                  <a:pt x="193" y="277"/>
                </a:lnTo>
                <a:lnTo>
                  <a:pt x="194" y="276"/>
                </a:lnTo>
                <a:lnTo>
                  <a:pt x="195" y="275"/>
                </a:lnTo>
                <a:lnTo>
                  <a:pt x="196" y="274"/>
                </a:lnTo>
                <a:lnTo>
                  <a:pt x="197" y="273"/>
                </a:lnTo>
                <a:lnTo>
                  <a:pt x="197" y="272"/>
                </a:lnTo>
                <a:lnTo>
                  <a:pt x="198" y="271"/>
                </a:lnTo>
                <a:lnTo>
                  <a:pt x="198" y="270"/>
                </a:lnTo>
                <a:lnTo>
                  <a:pt x="199" y="268"/>
                </a:lnTo>
                <a:lnTo>
                  <a:pt x="199" y="267"/>
                </a:lnTo>
                <a:lnTo>
                  <a:pt x="199" y="266"/>
                </a:lnTo>
                <a:lnTo>
                  <a:pt x="200" y="265"/>
                </a:lnTo>
                <a:lnTo>
                  <a:pt x="200" y="262"/>
                </a:lnTo>
                <a:lnTo>
                  <a:pt x="199" y="262"/>
                </a:lnTo>
                <a:lnTo>
                  <a:pt x="199" y="260"/>
                </a:lnTo>
                <a:lnTo>
                  <a:pt x="199" y="259"/>
                </a:lnTo>
                <a:lnTo>
                  <a:pt x="199" y="257"/>
                </a:lnTo>
                <a:lnTo>
                  <a:pt x="201" y="257"/>
                </a:lnTo>
                <a:lnTo>
                  <a:pt x="202" y="257"/>
                </a:lnTo>
                <a:lnTo>
                  <a:pt x="204" y="256"/>
                </a:lnTo>
                <a:lnTo>
                  <a:pt x="205" y="256"/>
                </a:lnTo>
                <a:lnTo>
                  <a:pt x="206" y="256"/>
                </a:lnTo>
                <a:lnTo>
                  <a:pt x="206" y="255"/>
                </a:lnTo>
                <a:lnTo>
                  <a:pt x="207" y="255"/>
                </a:lnTo>
                <a:lnTo>
                  <a:pt x="207" y="256"/>
                </a:lnTo>
                <a:lnTo>
                  <a:pt x="208" y="256"/>
                </a:lnTo>
                <a:lnTo>
                  <a:pt x="209" y="255"/>
                </a:lnTo>
                <a:lnTo>
                  <a:pt x="210" y="254"/>
                </a:lnTo>
                <a:lnTo>
                  <a:pt x="212" y="254"/>
                </a:lnTo>
                <a:lnTo>
                  <a:pt x="212" y="255"/>
                </a:lnTo>
                <a:lnTo>
                  <a:pt x="213" y="255"/>
                </a:lnTo>
                <a:lnTo>
                  <a:pt x="214" y="255"/>
                </a:lnTo>
                <a:lnTo>
                  <a:pt x="214" y="254"/>
                </a:lnTo>
                <a:lnTo>
                  <a:pt x="214" y="253"/>
                </a:lnTo>
                <a:lnTo>
                  <a:pt x="214" y="252"/>
                </a:lnTo>
                <a:lnTo>
                  <a:pt x="214" y="251"/>
                </a:lnTo>
                <a:lnTo>
                  <a:pt x="215" y="250"/>
                </a:lnTo>
                <a:lnTo>
                  <a:pt x="216" y="250"/>
                </a:lnTo>
                <a:lnTo>
                  <a:pt x="216" y="249"/>
                </a:lnTo>
                <a:lnTo>
                  <a:pt x="216" y="248"/>
                </a:lnTo>
                <a:lnTo>
                  <a:pt x="217" y="247"/>
                </a:lnTo>
                <a:lnTo>
                  <a:pt x="218" y="247"/>
                </a:lnTo>
                <a:lnTo>
                  <a:pt x="219" y="247"/>
                </a:lnTo>
                <a:lnTo>
                  <a:pt x="219" y="246"/>
                </a:lnTo>
                <a:lnTo>
                  <a:pt x="219" y="244"/>
                </a:lnTo>
                <a:lnTo>
                  <a:pt x="218" y="244"/>
                </a:lnTo>
                <a:lnTo>
                  <a:pt x="217" y="244"/>
                </a:lnTo>
                <a:lnTo>
                  <a:pt x="217" y="245"/>
                </a:lnTo>
                <a:lnTo>
                  <a:pt x="216" y="244"/>
                </a:lnTo>
                <a:lnTo>
                  <a:pt x="215" y="244"/>
                </a:lnTo>
                <a:lnTo>
                  <a:pt x="214" y="244"/>
                </a:lnTo>
                <a:lnTo>
                  <a:pt x="213" y="243"/>
                </a:lnTo>
                <a:lnTo>
                  <a:pt x="214" y="242"/>
                </a:lnTo>
                <a:lnTo>
                  <a:pt x="215" y="241"/>
                </a:lnTo>
                <a:lnTo>
                  <a:pt x="214" y="239"/>
                </a:lnTo>
                <a:lnTo>
                  <a:pt x="214" y="237"/>
                </a:lnTo>
                <a:lnTo>
                  <a:pt x="214" y="236"/>
                </a:lnTo>
                <a:lnTo>
                  <a:pt x="214" y="235"/>
                </a:lnTo>
                <a:lnTo>
                  <a:pt x="215" y="235"/>
                </a:lnTo>
                <a:lnTo>
                  <a:pt x="217" y="232"/>
                </a:lnTo>
                <a:lnTo>
                  <a:pt x="217" y="231"/>
                </a:lnTo>
                <a:lnTo>
                  <a:pt x="217" y="229"/>
                </a:lnTo>
                <a:lnTo>
                  <a:pt x="218" y="229"/>
                </a:lnTo>
                <a:lnTo>
                  <a:pt x="219" y="229"/>
                </a:lnTo>
                <a:lnTo>
                  <a:pt x="219" y="230"/>
                </a:lnTo>
                <a:lnTo>
                  <a:pt x="220" y="231"/>
                </a:lnTo>
                <a:lnTo>
                  <a:pt x="221" y="231"/>
                </a:lnTo>
                <a:lnTo>
                  <a:pt x="222" y="231"/>
                </a:lnTo>
                <a:lnTo>
                  <a:pt x="222" y="230"/>
                </a:lnTo>
                <a:lnTo>
                  <a:pt x="222" y="229"/>
                </a:lnTo>
                <a:lnTo>
                  <a:pt x="223" y="228"/>
                </a:lnTo>
                <a:lnTo>
                  <a:pt x="224" y="228"/>
                </a:lnTo>
                <a:lnTo>
                  <a:pt x="224" y="229"/>
                </a:lnTo>
                <a:lnTo>
                  <a:pt x="225" y="230"/>
                </a:lnTo>
                <a:lnTo>
                  <a:pt x="226" y="231"/>
                </a:lnTo>
                <a:lnTo>
                  <a:pt x="226" y="230"/>
                </a:lnTo>
                <a:lnTo>
                  <a:pt x="228" y="231"/>
                </a:lnTo>
                <a:lnTo>
                  <a:pt x="229" y="231"/>
                </a:lnTo>
                <a:lnTo>
                  <a:pt x="230" y="231"/>
                </a:lnTo>
                <a:lnTo>
                  <a:pt x="231" y="232"/>
                </a:lnTo>
                <a:lnTo>
                  <a:pt x="233" y="231"/>
                </a:lnTo>
                <a:lnTo>
                  <a:pt x="234" y="231"/>
                </a:lnTo>
                <a:lnTo>
                  <a:pt x="235" y="231"/>
                </a:lnTo>
                <a:lnTo>
                  <a:pt x="235" y="232"/>
                </a:lnTo>
                <a:lnTo>
                  <a:pt x="236" y="232"/>
                </a:lnTo>
                <a:lnTo>
                  <a:pt x="236" y="231"/>
                </a:lnTo>
                <a:lnTo>
                  <a:pt x="236" y="230"/>
                </a:lnTo>
                <a:lnTo>
                  <a:pt x="236" y="229"/>
                </a:lnTo>
                <a:lnTo>
                  <a:pt x="237" y="229"/>
                </a:lnTo>
                <a:lnTo>
                  <a:pt x="237" y="228"/>
                </a:lnTo>
                <a:lnTo>
                  <a:pt x="237" y="227"/>
                </a:lnTo>
                <a:lnTo>
                  <a:pt x="236" y="225"/>
                </a:lnTo>
                <a:lnTo>
                  <a:pt x="237" y="224"/>
                </a:lnTo>
                <a:lnTo>
                  <a:pt x="237" y="223"/>
                </a:lnTo>
                <a:lnTo>
                  <a:pt x="236" y="223"/>
                </a:lnTo>
                <a:lnTo>
                  <a:pt x="235" y="223"/>
                </a:lnTo>
                <a:lnTo>
                  <a:pt x="235" y="222"/>
                </a:lnTo>
                <a:lnTo>
                  <a:pt x="235" y="221"/>
                </a:lnTo>
                <a:lnTo>
                  <a:pt x="236" y="218"/>
                </a:lnTo>
                <a:lnTo>
                  <a:pt x="238" y="218"/>
                </a:lnTo>
                <a:lnTo>
                  <a:pt x="239" y="219"/>
                </a:lnTo>
                <a:lnTo>
                  <a:pt x="240" y="218"/>
                </a:lnTo>
                <a:lnTo>
                  <a:pt x="240" y="217"/>
                </a:lnTo>
                <a:lnTo>
                  <a:pt x="240" y="216"/>
                </a:lnTo>
                <a:lnTo>
                  <a:pt x="240" y="215"/>
                </a:lnTo>
                <a:lnTo>
                  <a:pt x="239" y="215"/>
                </a:lnTo>
                <a:lnTo>
                  <a:pt x="239" y="214"/>
                </a:lnTo>
                <a:lnTo>
                  <a:pt x="240" y="213"/>
                </a:lnTo>
                <a:lnTo>
                  <a:pt x="241" y="214"/>
                </a:lnTo>
                <a:lnTo>
                  <a:pt x="242" y="214"/>
                </a:lnTo>
                <a:lnTo>
                  <a:pt x="243" y="214"/>
                </a:lnTo>
                <a:lnTo>
                  <a:pt x="245" y="213"/>
                </a:lnTo>
                <a:lnTo>
                  <a:pt x="246" y="213"/>
                </a:lnTo>
                <a:lnTo>
                  <a:pt x="247" y="212"/>
                </a:lnTo>
                <a:lnTo>
                  <a:pt x="247" y="211"/>
                </a:lnTo>
                <a:lnTo>
                  <a:pt x="247" y="210"/>
                </a:lnTo>
                <a:lnTo>
                  <a:pt x="248" y="210"/>
                </a:lnTo>
                <a:lnTo>
                  <a:pt x="248" y="209"/>
                </a:lnTo>
                <a:lnTo>
                  <a:pt x="249" y="209"/>
                </a:lnTo>
                <a:lnTo>
                  <a:pt x="250" y="208"/>
                </a:lnTo>
                <a:lnTo>
                  <a:pt x="249" y="208"/>
                </a:lnTo>
                <a:lnTo>
                  <a:pt x="249" y="207"/>
                </a:lnTo>
                <a:lnTo>
                  <a:pt x="248" y="207"/>
                </a:lnTo>
                <a:lnTo>
                  <a:pt x="248" y="206"/>
                </a:lnTo>
                <a:lnTo>
                  <a:pt x="247" y="206"/>
                </a:lnTo>
                <a:lnTo>
                  <a:pt x="247" y="205"/>
                </a:lnTo>
                <a:lnTo>
                  <a:pt x="247" y="204"/>
                </a:lnTo>
                <a:lnTo>
                  <a:pt x="247" y="202"/>
                </a:lnTo>
                <a:lnTo>
                  <a:pt x="246" y="201"/>
                </a:lnTo>
                <a:lnTo>
                  <a:pt x="245" y="200"/>
                </a:lnTo>
                <a:lnTo>
                  <a:pt x="244" y="198"/>
                </a:lnTo>
                <a:lnTo>
                  <a:pt x="243" y="197"/>
                </a:lnTo>
                <a:lnTo>
                  <a:pt x="242" y="194"/>
                </a:lnTo>
                <a:lnTo>
                  <a:pt x="241" y="194"/>
                </a:lnTo>
                <a:lnTo>
                  <a:pt x="241" y="193"/>
                </a:lnTo>
                <a:lnTo>
                  <a:pt x="241" y="190"/>
                </a:lnTo>
                <a:lnTo>
                  <a:pt x="241" y="189"/>
                </a:lnTo>
                <a:lnTo>
                  <a:pt x="242" y="186"/>
                </a:lnTo>
                <a:lnTo>
                  <a:pt x="241" y="185"/>
                </a:lnTo>
                <a:lnTo>
                  <a:pt x="240" y="185"/>
                </a:lnTo>
                <a:lnTo>
                  <a:pt x="240" y="184"/>
                </a:lnTo>
                <a:lnTo>
                  <a:pt x="239" y="184"/>
                </a:lnTo>
                <a:lnTo>
                  <a:pt x="239" y="183"/>
                </a:lnTo>
                <a:lnTo>
                  <a:pt x="240" y="181"/>
                </a:lnTo>
                <a:lnTo>
                  <a:pt x="240" y="179"/>
                </a:lnTo>
                <a:lnTo>
                  <a:pt x="240" y="178"/>
                </a:lnTo>
                <a:lnTo>
                  <a:pt x="240" y="177"/>
                </a:lnTo>
                <a:lnTo>
                  <a:pt x="241" y="178"/>
                </a:lnTo>
                <a:lnTo>
                  <a:pt x="242" y="178"/>
                </a:lnTo>
                <a:lnTo>
                  <a:pt x="244" y="178"/>
                </a:lnTo>
                <a:lnTo>
                  <a:pt x="245" y="177"/>
                </a:lnTo>
                <a:lnTo>
                  <a:pt x="245" y="176"/>
                </a:lnTo>
                <a:lnTo>
                  <a:pt x="246" y="176"/>
                </a:lnTo>
                <a:lnTo>
                  <a:pt x="247" y="177"/>
                </a:lnTo>
                <a:lnTo>
                  <a:pt x="247" y="176"/>
                </a:lnTo>
                <a:lnTo>
                  <a:pt x="247" y="175"/>
                </a:lnTo>
                <a:lnTo>
                  <a:pt x="248" y="175"/>
                </a:lnTo>
                <a:lnTo>
                  <a:pt x="249" y="174"/>
                </a:lnTo>
                <a:lnTo>
                  <a:pt x="249" y="173"/>
                </a:lnTo>
                <a:lnTo>
                  <a:pt x="249" y="172"/>
                </a:lnTo>
                <a:lnTo>
                  <a:pt x="250" y="172"/>
                </a:lnTo>
                <a:lnTo>
                  <a:pt x="251" y="172"/>
                </a:lnTo>
                <a:lnTo>
                  <a:pt x="251" y="173"/>
                </a:lnTo>
                <a:lnTo>
                  <a:pt x="252" y="173"/>
                </a:lnTo>
                <a:lnTo>
                  <a:pt x="253" y="172"/>
                </a:lnTo>
                <a:lnTo>
                  <a:pt x="253" y="171"/>
                </a:lnTo>
                <a:lnTo>
                  <a:pt x="253" y="170"/>
                </a:lnTo>
                <a:lnTo>
                  <a:pt x="254" y="170"/>
                </a:lnTo>
                <a:lnTo>
                  <a:pt x="254" y="169"/>
                </a:lnTo>
                <a:lnTo>
                  <a:pt x="255" y="169"/>
                </a:lnTo>
                <a:lnTo>
                  <a:pt x="255" y="168"/>
                </a:lnTo>
                <a:lnTo>
                  <a:pt x="256" y="168"/>
                </a:lnTo>
                <a:lnTo>
                  <a:pt x="257" y="168"/>
                </a:lnTo>
                <a:lnTo>
                  <a:pt x="257" y="167"/>
                </a:lnTo>
                <a:lnTo>
                  <a:pt x="257" y="166"/>
                </a:lnTo>
                <a:lnTo>
                  <a:pt x="258" y="165"/>
                </a:lnTo>
                <a:lnTo>
                  <a:pt x="259" y="165"/>
                </a:lnTo>
                <a:lnTo>
                  <a:pt x="259" y="164"/>
                </a:lnTo>
                <a:lnTo>
                  <a:pt x="259" y="163"/>
                </a:lnTo>
                <a:lnTo>
                  <a:pt x="260" y="162"/>
                </a:lnTo>
                <a:lnTo>
                  <a:pt x="260" y="158"/>
                </a:lnTo>
                <a:lnTo>
                  <a:pt x="260" y="156"/>
                </a:lnTo>
                <a:lnTo>
                  <a:pt x="260" y="155"/>
                </a:lnTo>
                <a:lnTo>
                  <a:pt x="259" y="155"/>
                </a:lnTo>
                <a:lnTo>
                  <a:pt x="259" y="156"/>
                </a:lnTo>
                <a:lnTo>
                  <a:pt x="258" y="156"/>
                </a:lnTo>
                <a:lnTo>
                  <a:pt x="258" y="155"/>
                </a:lnTo>
                <a:lnTo>
                  <a:pt x="257" y="155"/>
                </a:lnTo>
                <a:lnTo>
                  <a:pt x="257" y="154"/>
                </a:lnTo>
                <a:lnTo>
                  <a:pt x="257" y="153"/>
                </a:lnTo>
                <a:lnTo>
                  <a:pt x="257" y="152"/>
                </a:lnTo>
                <a:lnTo>
                  <a:pt x="256" y="150"/>
                </a:lnTo>
                <a:lnTo>
                  <a:pt x="255" y="149"/>
                </a:lnTo>
                <a:lnTo>
                  <a:pt x="254" y="148"/>
                </a:lnTo>
                <a:lnTo>
                  <a:pt x="253" y="148"/>
                </a:lnTo>
                <a:lnTo>
                  <a:pt x="252" y="147"/>
                </a:lnTo>
                <a:lnTo>
                  <a:pt x="251" y="147"/>
                </a:lnTo>
                <a:lnTo>
                  <a:pt x="250" y="146"/>
                </a:lnTo>
                <a:lnTo>
                  <a:pt x="250" y="145"/>
                </a:lnTo>
                <a:lnTo>
                  <a:pt x="250" y="144"/>
                </a:lnTo>
                <a:lnTo>
                  <a:pt x="251" y="143"/>
                </a:lnTo>
                <a:lnTo>
                  <a:pt x="252" y="142"/>
                </a:lnTo>
                <a:lnTo>
                  <a:pt x="253" y="141"/>
                </a:lnTo>
                <a:lnTo>
                  <a:pt x="252" y="141"/>
                </a:lnTo>
                <a:lnTo>
                  <a:pt x="252" y="140"/>
                </a:lnTo>
                <a:lnTo>
                  <a:pt x="252" y="139"/>
                </a:lnTo>
                <a:lnTo>
                  <a:pt x="252" y="138"/>
                </a:lnTo>
                <a:lnTo>
                  <a:pt x="252" y="137"/>
                </a:lnTo>
                <a:lnTo>
                  <a:pt x="251" y="136"/>
                </a:lnTo>
                <a:lnTo>
                  <a:pt x="251" y="135"/>
                </a:lnTo>
                <a:lnTo>
                  <a:pt x="250" y="135"/>
                </a:lnTo>
                <a:lnTo>
                  <a:pt x="249" y="134"/>
                </a:lnTo>
                <a:lnTo>
                  <a:pt x="249" y="133"/>
                </a:lnTo>
                <a:lnTo>
                  <a:pt x="248" y="132"/>
                </a:lnTo>
                <a:lnTo>
                  <a:pt x="247" y="132"/>
                </a:lnTo>
                <a:lnTo>
                  <a:pt x="246" y="131"/>
                </a:lnTo>
                <a:lnTo>
                  <a:pt x="245" y="131"/>
                </a:lnTo>
                <a:lnTo>
                  <a:pt x="245" y="130"/>
                </a:lnTo>
                <a:lnTo>
                  <a:pt x="244" y="130"/>
                </a:lnTo>
                <a:lnTo>
                  <a:pt x="243" y="129"/>
                </a:lnTo>
                <a:lnTo>
                  <a:pt x="243" y="128"/>
                </a:lnTo>
                <a:lnTo>
                  <a:pt x="243" y="127"/>
                </a:lnTo>
                <a:lnTo>
                  <a:pt x="242" y="126"/>
                </a:lnTo>
                <a:lnTo>
                  <a:pt x="243" y="124"/>
                </a:lnTo>
                <a:lnTo>
                  <a:pt x="244" y="124"/>
                </a:lnTo>
                <a:lnTo>
                  <a:pt x="245" y="124"/>
                </a:lnTo>
                <a:lnTo>
                  <a:pt x="245" y="123"/>
                </a:lnTo>
                <a:lnTo>
                  <a:pt x="244" y="121"/>
                </a:lnTo>
                <a:lnTo>
                  <a:pt x="244" y="120"/>
                </a:lnTo>
                <a:lnTo>
                  <a:pt x="243" y="119"/>
                </a:lnTo>
                <a:lnTo>
                  <a:pt x="243" y="118"/>
                </a:lnTo>
                <a:lnTo>
                  <a:pt x="244" y="118"/>
                </a:lnTo>
                <a:lnTo>
                  <a:pt x="244" y="117"/>
                </a:lnTo>
                <a:lnTo>
                  <a:pt x="245" y="117"/>
                </a:lnTo>
                <a:lnTo>
                  <a:pt x="245" y="116"/>
                </a:lnTo>
                <a:lnTo>
                  <a:pt x="245" y="114"/>
                </a:lnTo>
                <a:lnTo>
                  <a:pt x="246" y="113"/>
                </a:lnTo>
                <a:lnTo>
                  <a:pt x="247" y="113"/>
                </a:lnTo>
                <a:lnTo>
                  <a:pt x="248" y="113"/>
                </a:lnTo>
                <a:lnTo>
                  <a:pt x="249" y="112"/>
                </a:lnTo>
                <a:lnTo>
                  <a:pt x="250" y="112"/>
                </a:lnTo>
                <a:lnTo>
                  <a:pt x="251" y="112"/>
                </a:lnTo>
                <a:lnTo>
                  <a:pt x="252" y="112"/>
                </a:lnTo>
                <a:lnTo>
                  <a:pt x="252" y="111"/>
                </a:lnTo>
                <a:lnTo>
                  <a:pt x="253" y="110"/>
                </a:lnTo>
                <a:lnTo>
                  <a:pt x="253" y="109"/>
                </a:lnTo>
                <a:lnTo>
                  <a:pt x="253" y="108"/>
                </a:lnTo>
                <a:lnTo>
                  <a:pt x="253" y="107"/>
                </a:lnTo>
                <a:lnTo>
                  <a:pt x="253" y="106"/>
                </a:lnTo>
                <a:lnTo>
                  <a:pt x="254" y="106"/>
                </a:lnTo>
                <a:lnTo>
                  <a:pt x="255" y="106"/>
                </a:lnTo>
                <a:lnTo>
                  <a:pt x="255" y="105"/>
                </a:lnTo>
                <a:lnTo>
                  <a:pt x="256" y="103"/>
                </a:lnTo>
                <a:lnTo>
                  <a:pt x="257" y="103"/>
                </a:lnTo>
                <a:lnTo>
                  <a:pt x="257" y="102"/>
                </a:lnTo>
                <a:lnTo>
                  <a:pt x="258" y="102"/>
                </a:lnTo>
                <a:lnTo>
                  <a:pt x="259" y="102"/>
                </a:lnTo>
                <a:lnTo>
                  <a:pt x="260" y="100"/>
                </a:lnTo>
                <a:lnTo>
                  <a:pt x="261" y="99"/>
                </a:lnTo>
                <a:lnTo>
                  <a:pt x="262" y="98"/>
                </a:lnTo>
                <a:lnTo>
                  <a:pt x="264" y="97"/>
                </a:lnTo>
                <a:lnTo>
                  <a:pt x="265" y="96"/>
                </a:lnTo>
                <a:lnTo>
                  <a:pt x="265" y="97"/>
                </a:lnTo>
                <a:lnTo>
                  <a:pt x="266" y="97"/>
                </a:lnTo>
                <a:lnTo>
                  <a:pt x="267" y="97"/>
                </a:lnTo>
                <a:lnTo>
                  <a:pt x="267" y="96"/>
                </a:lnTo>
                <a:lnTo>
                  <a:pt x="268" y="96"/>
                </a:lnTo>
                <a:lnTo>
                  <a:pt x="267" y="96"/>
                </a:lnTo>
                <a:lnTo>
                  <a:pt x="268" y="96"/>
                </a:lnTo>
                <a:lnTo>
                  <a:pt x="268" y="95"/>
                </a:lnTo>
                <a:lnTo>
                  <a:pt x="268" y="94"/>
                </a:lnTo>
                <a:lnTo>
                  <a:pt x="268" y="93"/>
                </a:lnTo>
                <a:lnTo>
                  <a:pt x="267" y="91"/>
                </a:lnTo>
                <a:lnTo>
                  <a:pt x="268" y="90"/>
                </a:lnTo>
                <a:lnTo>
                  <a:pt x="268" y="89"/>
                </a:lnTo>
                <a:lnTo>
                  <a:pt x="268" y="88"/>
                </a:lnTo>
                <a:lnTo>
                  <a:pt x="268" y="86"/>
                </a:lnTo>
                <a:lnTo>
                  <a:pt x="268" y="85"/>
                </a:lnTo>
                <a:lnTo>
                  <a:pt x="267" y="85"/>
                </a:lnTo>
                <a:lnTo>
                  <a:pt x="265" y="85"/>
                </a:lnTo>
                <a:lnTo>
                  <a:pt x="264" y="85"/>
                </a:lnTo>
                <a:lnTo>
                  <a:pt x="264" y="84"/>
                </a:lnTo>
                <a:lnTo>
                  <a:pt x="264" y="83"/>
                </a:lnTo>
                <a:lnTo>
                  <a:pt x="263" y="83"/>
                </a:lnTo>
                <a:lnTo>
                  <a:pt x="262" y="83"/>
                </a:lnTo>
                <a:lnTo>
                  <a:pt x="262" y="82"/>
                </a:lnTo>
                <a:lnTo>
                  <a:pt x="262" y="81"/>
                </a:lnTo>
                <a:lnTo>
                  <a:pt x="261" y="78"/>
                </a:lnTo>
                <a:lnTo>
                  <a:pt x="262" y="78"/>
                </a:lnTo>
                <a:lnTo>
                  <a:pt x="263" y="77"/>
                </a:lnTo>
                <a:lnTo>
                  <a:pt x="264" y="75"/>
                </a:lnTo>
                <a:lnTo>
                  <a:pt x="264" y="74"/>
                </a:lnTo>
                <a:lnTo>
                  <a:pt x="265" y="73"/>
                </a:lnTo>
                <a:lnTo>
                  <a:pt x="264" y="72"/>
                </a:lnTo>
                <a:lnTo>
                  <a:pt x="264" y="71"/>
                </a:lnTo>
                <a:lnTo>
                  <a:pt x="264" y="70"/>
                </a:lnTo>
                <a:lnTo>
                  <a:pt x="264" y="69"/>
                </a:lnTo>
                <a:lnTo>
                  <a:pt x="265" y="67"/>
                </a:lnTo>
                <a:lnTo>
                  <a:pt x="265" y="64"/>
                </a:lnTo>
                <a:lnTo>
                  <a:pt x="266" y="60"/>
                </a:lnTo>
                <a:lnTo>
                  <a:pt x="266" y="59"/>
                </a:lnTo>
                <a:lnTo>
                  <a:pt x="266" y="58"/>
                </a:lnTo>
                <a:lnTo>
                  <a:pt x="267" y="56"/>
                </a:lnTo>
                <a:lnTo>
                  <a:pt x="267" y="55"/>
                </a:lnTo>
                <a:lnTo>
                  <a:pt x="267" y="53"/>
                </a:lnTo>
                <a:lnTo>
                  <a:pt x="268" y="52"/>
                </a:lnTo>
                <a:lnTo>
                  <a:pt x="269" y="52"/>
                </a:lnTo>
                <a:lnTo>
                  <a:pt x="271" y="53"/>
                </a:lnTo>
                <a:lnTo>
                  <a:pt x="271" y="52"/>
                </a:lnTo>
                <a:lnTo>
                  <a:pt x="272" y="52"/>
                </a:lnTo>
                <a:lnTo>
                  <a:pt x="274" y="52"/>
                </a:lnTo>
                <a:lnTo>
                  <a:pt x="275" y="54"/>
                </a:lnTo>
                <a:lnTo>
                  <a:pt x="276" y="55"/>
                </a:lnTo>
                <a:lnTo>
                  <a:pt x="277" y="55"/>
                </a:lnTo>
                <a:lnTo>
                  <a:pt x="278" y="54"/>
                </a:lnTo>
                <a:lnTo>
                  <a:pt x="279" y="55"/>
                </a:lnTo>
                <a:lnTo>
                  <a:pt x="281" y="55"/>
                </a:lnTo>
                <a:lnTo>
                  <a:pt x="282" y="55"/>
                </a:lnTo>
                <a:lnTo>
                  <a:pt x="281" y="55"/>
                </a:lnTo>
                <a:lnTo>
                  <a:pt x="281" y="54"/>
                </a:lnTo>
                <a:lnTo>
                  <a:pt x="282" y="53"/>
                </a:lnTo>
                <a:lnTo>
                  <a:pt x="283" y="53"/>
                </a:lnTo>
                <a:lnTo>
                  <a:pt x="284" y="53"/>
                </a:lnTo>
                <a:lnTo>
                  <a:pt x="286" y="52"/>
                </a:lnTo>
                <a:lnTo>
                  <a:pt x="286" y="51"/>
                </a:lnTo>
                <a:lnTo>
                  <a:pt x="288" y="50"/>
                </a:lnTo>
                <a:lnTo>
                  <a:pt x="289" y="51"/>
                </a:lnTo>
                <a:lnTo>
                  <a:pt x="289" y="52"/>
                </a:lnTo>
                <a:lnTo>
                  <a:pt x="290" y="52"/>
                </a:lnTo>
                <a:lnTo>
                  <a:pt x="290" y="53"/>
                </a:lnTo>
                <a:lnTo>
                  <a:pt x="291" y="54"/>
                </a:lnTo>
                <a:lnTo>
                  <a:pt x="291" y="55"/>
                </a:lnTo>
                <a:lnTo>
                  <a:pt x="291" y="56"/>
                </a:lnTo>
                <a:lnTo>
                  <a:pt x="293" y="57"/>
                </a:lnTo>
                <a:lnTo>
                  <a:pt x="294" y="57"/>
                </a:lnTo>
                <a:lnTo>
                  <a:pt x="294" y="56"/>
                </a:lnTo>
                <a:lnTo>
                  <a:pt x="295" y="55"/>
                </a:lnTo>
                <a:lnTo>
                  <a:pt x="295" y="54"/>
                </a:lnTo>
                <a:lnTo>
                  <a:pt x="296" y="53"/>
                </a:lnTo>
                <a:lnTo>
                  <a:pt x="296" y="52"/>
                </a:lnTo>
                <a:lnTo>
                  <a:pt x="296" y="51"/>
                </a:lnTo>
                <a:lnTo>
                  <a:pt x="297" y="50"/>
                </a:lnTo>
                <a:lnTo>
                  <a:pt x="298" y="51"/>
                </a:lnTo>
                <a:lnTo>
                  <a:pt x="299" y="52"/>
                </a:lnTo>
                <a:lnTo>
                  <a:pt x="298" y="53"/>
                </a:lnTo>
                <a:lnTo>
                  <a:pt x="298" y="54"/>
                </a:lnTo>
                <a:lnTo>
                  <a:pt x="299" y="55"/>
                </a:lnTo>
                <a:lnTo>
                  <a:pt x="300" y="55"/>
                </a:lnTo>
                <a:lnTo>
                  <a:pt x="301" y="55"/>
                </a:lnTo>
                <a:lnTo>
                  <a:pt x="301" y="54"/>
                </a:lnTo>
                <a:lnTo>
                  <a:pt x="304" y="55"/>
                </a:lnTo>
                <a:lnTo>
                  <a:pt x="304" y="56"/>
                </a:lnTo>
                <a:lnTo>
                  <a:pt x="305" y="56"/>
                </a:lnTo>
                <a:lnTo>
                  <a:pt x="306" y="56"/>
                </a:lnTo>
                <a:lnTo>
                  <a:pt x="309" y="56"/>
                </a:lnTo>
                <a:lnTo>
                  <a:pt x="310" y="57"/>
                </a:lnTo>
                <a:lnTo>
                  <a:pt x="312" y="57"/>
                </a:lnTo>
                <a:lnTo>
                  <a:pt x="316" y="57"/>
                </a:lnTo>
                <a:lnTo>
                  <a:pt x="318" y="55"/>
                </a:lnTo>
                <a:lnTo>
                  <a:pt x="319" y="54"/>
                </a:lnTo>
                <a:lnTo>
                  <a:pt x="321" y="54"/>
                </a:lnTo>
                <a:lnTo>
                  <a:pt x="321" y="55"/>
                </a:lnTo>
                <a:lnTo>
                  <a:pt x="322" y="55"/>
                </a:lnTo>
                <a:lnTo>
                  <a:pt x="323" y="55"/>
                </a:lnTo>
                <a:lnTo>
                  <a:pt x="324" y="58"/>
                </a:lnTo>
                <a:lnTo>
                  <a:pt x="325" y="58"/>
                </a:lnTo>
                <a:lnTo>
                  <a:pt x="326" y="59"/>
                </a:lnTo>
                <a:lnTo>
                  <a:pt x="327" y="60"/>
                </a:lnTo>
                <a:lnTo>
                  <a:pt x="327" y="61"/>
                </a:lnTo>
                <a:lnTo>
                  <a:pt x="328" y="61"/>
                </a:lnTo>
                <a:lnTo>
                  <a:pt x="329" y="61"/>
                </a:lnTo>
                <a:lnTo>
                  <a:pt x="330" y="62"/>
                </a:lnTo>
                <a:lnTo>
                  <a:pt x="331" y="65"/>
                </a:lnTo>
                <a:lnTo>
                  <a:pt x="330" y="66"/>
                </a:lnTo>
                <a:lnTo>
                  <a:pt x="330" y="67"/>
                </a:lnTo>
                <a:lnTo>
                  <a:pt x="330" y="68"/>
                </a:lnTo>
                <a:lnTo>
                  <a:pt x="330" y="69"/>
                </a:lnTo>
                <a:lnTo>
                  <a:pt x="331" y="70"/>
                </a:lnTo>
                <a:lnTo>
                  <a:pt x="332" y="70"/>
                </a:lnTo>
                <a:lnTo>
                  <a:pt x="332" y="71"/>
                </a:lnTo>
                <a:lnTo>
                  <a:pt x="334" y="72"/>
                </a:lnTo>
                <a:lnTo>
                  <a:pt x="334" y="73"/>
                </a:lnTo>
                <a:lnTo>
                  <a:pt x="334" y="74"/>
                </a:lnTo>
                <a:lnTo>
                  <a:pt x="334" y="76"/>
                </a:lnTo>
                <a:lnTo>
                  <a:pt x="334" y="77"/>
                </a:lnTo>
                <a:lnTo>
                  <a:pt x="335" y="77"/>
                </a:lnTo>
                <a:lnTo>
                  <a:pt x="336" y="77"/>
                </a:lnTo>
                <a:lnTo>
                  <a:pt x="338" y="77"/>
                </a:lnTo>
                <a:lnTo>
                  <a:pt x="339" y="78"/>
                </a:lnTo>
                <a:lnTo>
                  <a:pt x="339" y="80"/>
                </a:lnTo>
                <a:lnTo>
                  <a:pt x="340" y="81"/>
                </a:lnTo>
                <a:lnTo>
                  <a:pt x="340" y="82"/>
                </a:lnTo>
                <a:lnTo>
                  <a:pt x="340" y="83"/>
                </a:lnTo>
                <a:lnTo>
                  <a:pt x="339" y="84"/>
                </a:lnTo>
                <a:lnTo>
                  <a:pt x="340" y="84"/>
                </a:lnTo>
                <a:lnTo>
                  <a:pt x="341" y="85"/>
                </a:lnTo>
                <a:lnTo>
                  <a:pt x="342" y="85"/>
                </a:lnTo>
                <a:lnTo>
                  <a:pt x="344" y="84"/>
                </a:lnTo>
                <a:lnTo>
                  <a:pt x="345" y="84"/>
                </a:lnTo>
                <a:lnTo>
                  <a:pt x="346" y="84"/>
                </a:lnTo>
                <a:lnTo>
                  <a:pt x="347" y="84"/>
                </a:lnTo>
                <a:lnTo>
                  <a:pt x="349" y="83"/>
                </a:lnTo>
                <a:lnTo>
                  <a:pt x="349" y="84"/>
                </a:lnTo>
                <a:lnTo>
                  <a:pt x="350" y="83"/>
                </a:lnTo>
                <a:lnTo>
                  <a:pt x="350" y="82"/>
                </a:lnTo>
                <a:lnTo>
                  <a:pt x="351" y="81"/>
                </a:lnTo>
                <a:lnTo>
                  <a:pt x="354" y="80"/>
                </a:lnTo>
                <a:lnTo>
                  <a:pt x="356" y="80"/>
                </a:lnTo>
                <a:lnTo>
                  <a:pt x="357" y="80"/>
                </a:lnTo>
                <a:lnTo>
                  <a:pt x="358" y="80"/>
                </a:lnTo>
                <a:lnTo>
                  <a:pt x="359" y="80"/>
                </a:lnTo>
                <a:lnTo>
                  <a:pt x="359" y="79"/>
                </a:lnTo>
                <a:lnTo>
                  <a:pt x="360" y="79"/>
                </a:lnTo>
                <a:lnTo>
                  <a:pt x="360" y="80"/>
                </a:lnTo>
                <a:lnTo>
                  <a:pt x="361" y="80"/>
                </a:lnTo>
                <a:lnTo>
                  <a:pt x="362" y="79"/>
                </a:lnTo>
                <a:lnTo>
                  <a:pt x="363" y="79"/>
                </a:lnTo>
                <a:lnTo>
                  <a:pt x="363" y="78"/>
                </a:lnTo>
                <a:lnTo>
                  <a:pt x="364" y="78"/>
                </a:lnTo>
                <a:lnTo>
                  <a:pt x="364" y="79"/>
                </a:lnTo>
                <a:lnTo>
                  <a:pt x="364" y="78"/>
                </a:lnTo>
                <a:lnTo>
                  <a:pt x="363" y="77"/>
                </a:lnTo>
                <a:lnTo>
                  <a:pt x="364" y="77"/>
                </a:lnTo>
                <a:lnTo>
                  <a:pt x="364" y="76"/>
                </a:lnTo>
                <a:lnTo>
                  <a:pt x="365" y="76"/>
                </a:lnTo>
                <a:lnTo>
                  <a:pt x="366" y="76"/>
                </a:lnTo>
                <a:lnTo>
                  <a:pt x="366" y="75"/>
                </a:lnTo>
                <a:lnTo>
                  <a:pt x="365" y="75"/>
                </a:lnTo>
                <a:lnTo>
                  <a:pt x="364" y="74"/>
                </a:lnTo>
                <a:lnTo>
                  <a:pt x="365" y="74"/>
                </a:lnTo>
                <a:lnTo>
                  <a:pt x="365" y="71"/>
                </a:lnTo>
                <a:lnTo>
                  <a:pt x="364" y="71"/>
                </a:lnTo>
                <a:lnTo>
                  <a:pt x="363" y="70"/>
                </a:lnTo>
                <a:lnTo>
                  <a:pt x="362" y="69"/>
                </a:lnTo>
                <a:lnTo>
                  <a:pt x="362" y="68"/>
                </a:lnTo>
                <a:lnTo>
                  <a:pt x="363" y="68"/>
                </a:lnTo>
                <a:lnTo>
                  <a:pt x="363" y="67"/>
                </a:lnTo>
                <a:lnTo>
                  <a:pt x="362" y="66"/>
                </a:lnTo>
                <a:lnTo>
                  <a:pt x="361" y="66"/>
                </a:lnTo>
                <a:lnTo>
                  <a:pt x="361" y="65"/>
                </a:lnTo>
                <a:lnTo>
                  <a:pt x="362" y="64"/>
                </a:lnTo>
                <a:lnTo>
                  <a:pt x="362" y="63"/>
                </a:lnTo>
                <a:lnTo>
                  <a:pt x="363" y="63"/>
                </a:lnTo>
                <a:lnTo>
                  <a:pt x="363" y="61"/>
                </a:lnTo>
                <a:lnTo>
                  <a:pt x="363" y="60"/>
                </a:lnTo>
                <a:lnTo>
                  <a:pt x="364" y="59"/>
                </a:lnTo>
                <a:lnTo>
                  <a:pt x="365" y="58"/>
                </a:lnTo>
                <a:lnTo>
                  <a:pt x="364" y="58"/>
                </a:lnTo>
                <a:lnTo>
                  <a:pt x="361" y="54"/>
                </a:lnTo>
                <a:lnTo>
                  <a:pt x="360" y="53"/>
                </a:lnTo>
                <a:lnTo>
                  <a:pt x="359" y="53"/>
                </a:lnTo>
                <a:lnTo>
                  <a:pt x="359" y="52"/>
                </a:lnTo>
                <a:lnTo>
                  <a:pt x="358" y="51"/>
                </a:lnTo>
                <a:lnTo>
                  <a:pt x="359" y="49"/>
                </a:lnTo>
                <a:lnTo>
                  <a:pt x="359" y="48"/>
                </a:lnTo>
                <a:lnTo>
                  <a:pt x="360" y="47"/>
                </a:lnTo>
                <a:lnTo>
                  <a:pt x="361" y="46"/>
                </a:lnTo>
                <a:lnTo>
                  <a:pt x="363" y="45"/>
                </a:lnTo>
                <a:lnTo>
                  <a:pt x="364" y="45"/>
                </a:lnTo>
                <a:lnTo>
                  <a:pt x="365" y="44"/>
                </a:lnTo>
                <a:lnTo>
                  <a:pt x="366" y="44"/>
                </a:lnTo>
                <a:lnTo>
                  <a:pt x="366" y="43"/>
                </a:lnTo>
                <a:lnTo>
                  <a:pt x="366" y="42"/>
                </a:lnTo>
                <a:lnTo>
                  <a:pt x="365" y="42"/>
                </a:lnTo>
                <a:lnTo>
                  <a:pt x="364" y="42"/>
                </a:lnTo>
                <a:lnTo>
                  <a:pt x="363" y="42"/>
                </a:lnTo>
                <a:lnTo>
                  <a:pt x="363" y="41"/>
                </a:lnTo>
                <a:lnTo>
                  <a:pt x="363" y="40"/>
                </a:lnTo>
                <a:lnTo>
                  <a:pt x="362" y="40"/>
                </a:lnTo>
                <a:lnTo>
                  <a:pt x="362" y="39"/>
                </a:lnTo>
                <a:lnTo>
                  <a:pt x="361" y="39"/>
                </a:lnTo>
                <a:lnTo>
                  <a:pt x="361" y="38"/>
                </a:lnTo>
                <a:lnTo>
                  <a:pt x="358" y="38"/>
                </a:lnTo>
                <a:lnTo>
                  <a:pt x="357" y="37"/>
                </a:lnTo>
                <a:lnTo>
                  <a:pt x="356" y="37"/>
                </a:lnTo>
                <a:lnTo>
                  <a:pt x="355" y="38"/>
                </a:lnTo>
                <a:lnTo>
                  <a:pt x="353" y="38"/>
                </a:lnTo>
                <a:lnTo>
                  <a:pt x="353" y="39"/>
                </a:lnTo>
                <a:lnTo>
                  <a:pt x="353" y="38"/>
                </a:lnTo>
                <a:lnTo>
                  <a:pt x="352" y="38"/>
                </a:lnTo>
                <a:lnTo>
                  <a:pt x="351" y="38"/>
                </a:lnTo>
                <a:lnTo>
                  <a:pt x="351" y="39"/>
                </a:lnTo>
                <a:lnTo>
                  <a:pt x="350" y="39"/>
                </a:lnTo>
                <a:lnTo>
                  <a:pt x="349" y="39"/>
                </a:lnTo>
                <a:lnTo>
                  <a:pt x="347" y="38"/>
                </a:lnTo>
                <a:lnTo>
                  <a:pt x="347" y="39"/>
                </a:lnTo>
                <a:lnTo>
                  <a:pt x="346" y="39"/>
                </a:lnTo>
                <a:lnTo>
                  <a:pt x="346" y="38"/>
                </a:lnTo>
                <a:lnTo>
                  <a:pt x="345" y="38"/>
                </a:lnTo>
                <a:lnTo>
                  <a:pt x="346" y="37"/>
                </a:lnTo>
                <a:lnTo>
                  <a:pt x="346" y="35"/>
                </a:lnTo>
                <a:lnTo>
                  <a:pt x="345" y="35"/>
                </a:lnTo>
                <a:lnTo>
                  <a:pt x="345" y="34"/>
                </a:lnTo>
                <a:lnTo>
                  <a:pt x="344" y="33"/>
                </a:lnTo>
                <a:lnTo>
                  <a:pt x="344" y="31"/>
                </a:lnTo>
                <a:lnTo>
                  <a:pt x="344" y="29"/>
                </a:lnTo>
                <a:lnTo>
                  <a:pt x="343" y="29"/>
                </a:lnTo>
                <a:lnTo>
                  <a:pt x="343" y="28"/>
                </a:lnTo>
                <a:lnTo>
                  <a:pt x="343" y="27"/>
                </a:lnTo>
                <a:lnTo>
                  <a:pt x="344" y="27"/>
                </a:lnTo>
                <a:lnTo>
                  <a:pt x="345" y="28"/>
                </a:lnTo>
                <a:lnTo>
                  <a:pt x="346" y="28"/>
                </a:lnTo>
                <a:lnTo>
                  <a:pt x="348" y="26"/>
                </a:lnTo>
                <a:lnTo>
                  <a:pt x="348" y="27"/>
                </a:lnTo>
                <a:lnTo>
                  <a:pt x="349" y="29"/>
                </a:lnTo>
                <a:lnTo>
                  <a:pt x="349" y="30"/>
                </a:lnTo>
                <a:lnTo>
                  <a:pt x="350" y="31"/>
                </a:lnTo>
                <a:lnTo>
                  <a:pt x="352" y="32"/>
                </a:lnTo>
                <a:lnTo>
                  <a:pt x="352" y="31"/>
                </a:lnTo>
                <a:lnTo>
                  <a:pt x="352" y="30"/>
                </a:lnTo>
                <a:lnTo>
                  <a:pt x="352" y="28"/>
                </a:lnTo>
                <a:lnTo>
                  <a:pt x="355" y="26"/>
                </a:lnTo>
                <a:lnTo>
                  <a:pt x="356" y="26"/>
                </a:lnTo>
                <a:lnTo>
                  <a:pt x="356" y="25"/>
                </a:lnTo>
                <a:lnTo>
                  <a:pt x="356" y="24"/>
                </a:lnTo>
                <a:lnTo>
                  <a:pt x="357" y="24"/>
                </a:lnTo>
                <a:lnTo>
                  <a:pt x="358" y="24"/>
                </a:lnTo>
                <a:lnTo>
                  <a:pt x="359" y="24"/>
                </a:lnTo>
                <a:lnTo>
                  <a:pt x="360" y="24"/>
                </a:lnTo>
                <a:lnTo>
                  <a:pt x="362" y="25"/>
                </a:lnTo>
                <a:lnTo>
                  <a:pt x="363" y="25"/>
                </a:lnTo>
                <a:lnTo>
                  <a:pt x="363" y="24"/>
                </a:lnTo>
                <a:lnTo>
                  <a:pt x="364" y="23"/>
                </a:lnTo>
                <a:lnTo>
                  <a:pt x="364" y="22"/>
                </a:lnTo>
                <a:lnTo>
                  <a:pt x="365" y="22"/>
                </a:lnTo>
                <a:lnTo>
                  <a:pt x="366" y="20"/>
                </a:lnTo>
                <a:lnTo>
                  <a:pt x="367" y="20"/>
                </a:lnTo>
                <a:lnTo>
                  <a:pt x="368" y="20"/>
                </a:lnTo>
                <a:lnTo>
                  <a:pt x="369" y="19"/>
                </a:lnTo>
                <a:lnTo>
                  <a:pt x="369" y="18"/>
                </a:lnTo>
                <a:lnTo>
                  <a:pt x="370" y="17"/>
                </a:lnTo>
                <a:lnTo>
                  <a:pt x="370" y="15"/>
                </a:lnTo>
                <a:lnTo>
                  <a:pt x="371" y="14"/>
                </a:lnTo>
                <a:lnTo>
                  <a:pt x="372" y="14"/>
                </a:lnTo>
                <a:lnTo>
                  <a:pt x="373" y="15"/>
                </a:lnTo>
                <a:lnTo>
                  <a:pt x="375" y="15"/>
                </a:lnTo>
                <a:lnTo>
                  <a:pt x="375" y="14"/>
                </a:lnTo>
                <a:lnTo>
                  <a:pt x="374" y="13"/>
                </a:lnTo>
                <a:lnTo>
                  <a:pt x="374" y="12"/>
                </a:lnTo>
                <a:lnTo>
                  <a:pt x="373" y="12"/>
                </a:lnTo>
                <a:lnTo>
                  <a:pt x="373" y="11"/>
                </a:lnTo>
                <a:lnTo>
                  <a:pt x="373" y="9"/>
                </a:lnTo>
                <a:lnTo>
                  <a:pt x="374" y="8"/>
                </a:lnTo>
                <a:lnTo>
                  <a:pt x="375" y="8"/>
                </a:lnTo>
                <a:lnTo>
                  <a:pt x="376" y="8"/>
                </a:lnTo>
                <a:lnTo>
                  <a:pt x="377" y="8"/>
                </a:lnTo>
                <a:lnTo>
                  <a:pt x="377" y="7"/>
                </a:lnTo>
                <a:lnTo>
                  <a:pt x="376" y="7"/>
                </a:lnTo>
                <a:lnTo>
                  <a:pt x="375" y="7"/>
                </a:lnTo>
                <a:lnTo>
                  <a:pt x="376" y="5"/>
                </a:lnTo>
                <a:lnTo>
                  <a:pt x="377" y="5"/>
                </a:lnTo>
                <a:lnTo>
                  <a:pt x="377" y="4"/>
                </a:lnTo>
                <a:lnTo>
                  <a:pt x="377" y="5"/>
                </a:lnTo>
                <a:lnTo>
                  <a:pt x="378" y="5"/>
                </a:lnTo>
                <a:lnTo>
                  <a:pt x="378" y="6"/>
                </a:lnTo>
                <a:lnTo>
                  <a:pt x="379" y="6"/>
                </a:lnTo>
                <a:lnTo>
                  <a:pt x="380" y="7"/>
                </a:lnTo>
                <a:lnTo>
                  <a:pt x="381" y="6"/>
                </a:lnTo>
                <a:lnTo>
                  <a:pt x="382" y="6"/>
                </a:lnTo>
                <a:lnTo>
                  <a:pt x="383" y="5"/>
                </a:lnTo>
                <a:lnTo>
                  <a:pt x="383" y="3"/>
                </a:lnTo>
                <a:lnTo>
                  <a:pt x="385" y="2"/>
                </a:lnTo>
                <a:lnTo>
                  <a:pt x="386" y="1"/>
                </a:lnTo>
                <a:lnTo>
                  <a:pt x="387" y="1"/>
                </a:lnTo>
                <a:lnTo>
                  <a:pt x="388" y="2"/>
                </a:lnTo>
                <a:lnTo>
                  <a:pt x="388" y="3"/>
                </a:lnTo>
                <a:lnTo>
                  <a:pt x="389" y="3"/>
                </a:lnTo>
                <a:lnTo>
                  <a:pt x="389" y="2"/>
                </a:lnTo>
                <a:lnTo>
                  <a:pt x="390" y="2"/>
                </a:lnTo>
                <a:lnTo>
                  <a:pt x="391" y="3"/>
                </a:lnTo>
                <a:lnTo>
                  <a:pt x="392" y="3"/>
                </a:lnTo>
                <a:lnTo>
                  <a:pt x="392" y="2"/>
                </a:lnTo>
                <a:lnTo>
                  <a:pt x="392" y="1"/>
                </a:lnTo>
                <a:lnTo>
                  <a:pt x="392" y="0"/>
                </a:lnTo>
                <a:lnTo>
                  <a:pt x="393" y="0"/>
                </a:lnTo>
                <a:lnTo>
                  <a:pt x="394" y="0"/>
                </a:lnTo>
                <a:lnTo>
                  <a:pt x="393" y="1"/>
                </a:lnTo>
                <a:lnTo>
                  <a:pt x="393" y="2"/>
                </a:lnTo>
                <a:lnTo>
                  <a:pt x="394" y="2"/>
                </a:lnTo>
                <a:lnTo>
                  <a:pt x="394" y="3"/>
                </a:lnTo>
                <a:lnTo>
                  <a:pt x="395" y="6"/>
                </a:lnTo>
                <a:lnTo>
                  <a:pt x="395" y="7"/>
                </a:lnTo>
                <a:close/>
              </a:path>
            </a:pathLst>
          </a:custGeom>
          <a:solidFill>
            <a:srgbClr val="9FBAD7"/>
          </a:solidFill>
          <a:ln w="2520">
            <a:solidFill>
              <a:srgbClr val="FFFFFF"/>
            </a:solidFill>
            <a:round/>
          </a:ln>
        </p:spPr>
        <p:txBody>
          <a:bodyPr lIns="1080" tIns="1080" rIns="1080" bIns="108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88" name=""/>
          <p:cNvSpPr/>
          <p:nvPr/>
        </p:nvSpPr>
        <p:spPr>
          <a:xfrm>
            <a:off x="4886640" y="1838880"/>
            <a:ext cx="1800" cy="1440"/>
          </a:xfrm>
          <a:custGeom>
            <a:avLst/>
            <a:gdLst/>
            <a:ahLst/>
            <a:rect l="0" t="0" r="r" b="b"/>
            <a:pathLst>
              <a:path w="5" h="4">
                <a:moveTo>
                  <a:pt x="0" y="4"/>
                </a:moveTo>
                <a:lnTo>
                  <a:pt x="2" y="4"/>
                </a:lnTo>
                <a:lnTo>
                  <a:pt x="2" y="2"/>
                </a:lnTo>
                <a:lnTo>
                  <a:pt x="2" y="1"/>
                </a:lnTo>
                <a:lnTo>
                  <a:pt x="3" y="0"/>
                </a:lnTo>
                <a:lnTo>
                  <a:pt x="5" y="0"/>
                </a:lnTo>
                <a:lnTo>
                  <a:pt x="3" y="0"/>
                </a:lnTo>
                <a:lnTo>
                  <a:pt x="3" y="1"/>
                </a:lnTo>
                <a:lnTo>
                  <a:pt x="2" y="1"/>
                </a:lnTo>
                <a:lnTo>
                  <a:pt x="2" y="2"/>
                </a:lnTo>
                <a:lnTo>
                  <a:pt x="2" y="4"/>
                </a:lnTo>
                <a:lnTo>
                  <a:pt x="0" y="4"/>
                </a:lnTo>
                <a:close/>
              </a:path>
            </a:pathLst>
          </a:custGeom>
          <a:solidFill>
            <a:srgbClr val="9FBAD7"/>
          </a:solidFill>
          <a:ln w="2520">
            <a:solidFill>
              <a:srgbClr val="FFFFFF"/>
            </a:solidFill>
            <a:round/>
          </a:ln>
        </p:spPr>
        <p:txBody>
          <a:bodyPr lIns="1080" tIns="360" rIns="1080" bIns="3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89" name=""/>
          <p:cNvSpPr/>
          <p:nvPr/>
        </p:nvSpPr>
        <p:spPr>
          <a:xfrm>
            <a:off x="4887720" y="1837080"/>
            <a:ext cx="2520" cy="1800"/>
          </a:xfrm>
          <a:custGeom>
            <a:avLst/>
            <a:gdLst/>
            <a:ahLst/>
            <a:rect l="0" t="0" r="r" b="b"/>
            <a:pathLst>
              <a:path w="7" h="5">
                <a:moveTo>
                  <a:pt x="5" y="0"/>
                </a:moveTo>
                <a:lnTo>
                  <a:pt x="4" y="1"/>
                </a:lnTo>
                <a:lnTo>
                  <a:pt x="5" y="1"/>
                </a:lnTo>
                <a:lnTo>
                  <a:pt x="7" y="1"/>
                </a:lnTo>
                <a:lnTo>
                  <a:pt x="5" y="2"/>
                </a:lnTo>
                <a:lnTo>
                  <a:pt x="4" y="2"/>
                </a:lnTo>
                <a:lnTo>
                  <a:pt x="3" y="2"/>
                </a:lnTo>
                <a:lnTo>
                  <a:pt x="2" y="4"/>
                </a:lnTo>
                <a:lnTo>
                  <a:pt x="2" y="5"/>
                </a:lnTo>
                <a:lnTo>
                  <a:pt x="0" y="5"/>
                </a:lnTo>
                <a:lnTo>
                  <a:pt x="0" y="4"/>
                </a:lnTo>
                <a:lnTo>
                  <a:pt x="2" y="2"/>
                </a:lnTo>
                <a:lnTo>
                  <a:pt x="3" y="2"/>
                </a:lnTo>
                <a:lnTo>
                  <a:pt x="4" y="1"/>
                </a:lnTo>
                <a:lnTo>
                  <a:pt x="4" y="0"/>
                </a:lnTo>
                <a:lnTo>
                  <a:pt x="5" y="0"/>
                </a:lnTo>
                <a:close/>
              </a:path>
            </a:pathLst>
          </a:custGeom>
          <a:solidFill>
            <a:srgbClr val="9FBAD7"/>
          </a:solidFill>
          <a:ln w="2520">
            <a:solidFill>
              <a:srgbClr val="FFFFFF"/>
            </a:solidFill>
            <a:round/>
          </a:ln>
        </p:spPr>
        <p:txBody>
          <a:bodyPr lIns="1080" tIns="720" rIns="1080" bIns="7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90" name=""/>
          <p:cNvSpPr/>
          <p:nvPr/>
        </p:nvSpPr>
        <p:spPr>
          <a:xfrm>
            <a:off x="4873680" y="1836360"/>
            <a:ext cx="1800" cy="1800"/>
          </a:xfrm>
          <a:custGeom>
            <a:avLst/>
            <a:gdLst/>
            <a:ahLst/>
            <a:rect l="0" t="0" r="r" b="b"/>
            <a:pathLst>
              <a:path w="5" h="5">
                <a:moveTo>
                  <a:pt x="5" y="0"/>
                </a:moveTo>
                <a:lnTo>
                  <a:pt x="5" y="2"/>
                </a:lnTo>
                <a:lnTo>
                  <a:pt x="3" y="2"/>
                </a:lnTo>
                <a:lnTo>
                  <a:pt x="5" y="2"/>
                </a:lnTo>
                <a:lnTo>
                  <a:pt x="5" y="4"/>
                </a:lnTo>
                <a:lnTo>
                  <a:pt x="3" y="4"/>
                </a:lnTo>
                <a:lnTo>
                  <a:pt x="2" y="4"/>
                </a:lnTo>
                <a:lnTo>
                  <a:pt x="2" y="5"/>
                </a:lnTo>
                <a:lnTo>
                  <a:pt x="1" y="5"/>
                </a:lnTo>
                <a:lnTo>
                  <a:pt x="1" y="4"/>
                </a:lnTo>
                <a:lnTo>
                  <a:pt x="1" y="3"/>
                </a:lnTo>
                <a:lnTo>
                  <a:pt x="0" y="3"/>
                </a:lnTo>
                <a:lnTo>
                  <a:pt x="0" y="2"/>
                </a:lnTo>
                <a:lnTo>
                  <a:pt x="1" y="2"/>
                </a:lnTo>
                <a:lnTo>
                  <a:pt x="0" y="2"/>
                </a:lnTo>
                <a:lnTo>
                  <a:pt x="0" y="0"/>
                </a:lnTo>
                <a:lnTo>
                  <a:pt x="1" y="0"/>
                </a:lnTo>
                <a:lnTo>
                  <a:pt x="2" y="0"/>
                </a:lnTo>
                <a:lnTo>
                  <a:pt x="3" y="0"/>
                </a:lnTo>
                <a:lnTo>
                  <a:pt x="5" y="0"/>
                </a:lnTo>
                <a:close/>
              </a:path>
            </a:pathLst>
          </a:custGeom>
          <a:solidFill>
            <a:srgbClr val="9FBAD7"/>
          </a:solidFill>
          <a:ln w="2520">
            <a:solidFill>
              <a:srgbClr val="FFFFFF"/>
            </a:solidFill>
            <a:round/>
          </a:ln>
        </p:spPr>
        <p:txBody>
          <a:bodyPr lIns="1080" tIns="720" rIns="1080" bIns="7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91" name=""/>
          <p:cNvSpPr/>
          <p:nvPr/>
        </p:nvSpPr>
        <p:spPr>
          <a:xfrm>
            <a:off x="4872240" y="1836000"/>
            <a:ext cx="1440" cy="1440"/>
          </a:xfrm>
          <a:custGeom>
            <a:avLst/>
            <a:gdLst/>
            <a:ahLst/>
            <a:rect l="0" t="0" r="r" b="b"/>
            <a:pathLst>
              <a:path w="4" h="4">
                <a:moveTo>
                  <a:pt x="4" y="4"/>
                </a:moveTo>
                <a:lnTo>
                  <a:pt x="4" y="3"/>
                </a:lnTo>
                <a:lnTo>
                  <a:pt x="3" y="4"/>
                </a:lnTo>
                <a:lnTo>
                  <a:pt x="2" y="4"/>
                </a:lnTo>
                <a:lnTo>
                  <a:pt x="0" y="4"/>
                </a:lnTo>
                <a:lnTo>
                  <a:pt x="0" y="3"/>
                </a:lnTo>
                <a:lnTo>
                  <a:pt x="2" y="0"/>
                </a:lnTo>
                <a:lnTo>
                  <a:pt x="3" y="0"/>
                </a:lnTo>
                <a:lnTo>
                  <a:pt x="4" y="1"/>
                </a:lnTo>
                <a:lnTo>
                  <a:pt x="4" y="3"/>
                </a:lnTo>
                <a:lnTo>
                  <a:pt x="4" y="4"/>
                </a:lnTo>
                <a:close/>
              </a:path>
            </a:pathLst>
          </a:custGeom>
          <a:solidFill>
            <a:srgbClr val="9FBAD7"/>
          </a:solidFill>
          <a:ln w="2520">
            <a:solidFill>
              <a:srgbClr val="FFFFFF"/>
            </a:solidFill>
            <a:round/>
          </a:ln>
        </p:spPr>
        <p:txBody>
          <a:bodyPr lIns="1080" tIns="360" rIns="1080" bIns="3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92" name=""/>
          <p:cNvSpPr/>
          <p:nvPr/>
        </p:nvSpPr>
        <p:spPr>
          <a:xfrm>
            <a:off x="4874760" y="1834200"/>
            <a:ext cx="1800" cy="1800"/>
          </a:xfrm>
          <a:custGeom>
            <a:avLst/>
            <a:gdLst/>
            <a:ahLst/>
            <a:rect l="0" t="0" r="r" b="b"/>
            <a:pathLst>
              <a:path w="5" h="5">
                <a:moveTo>
                  <a:pt x="5" y="1"/>
                </a:moveTo>
                <a:lnTo>
                  <a:pt x="5" y="2"/>
                </a:lnTo>
                <a:lnTo>
                  <a:pt x="5" y="4"/>
                </a:lnTo>
                <a:lnTo>
                  <a:pt x="4" y="4"/>
                </a:lnTo>
                <a:lnTo>
                  <a:pt x="4" y="5"/>
                </a:lnTo>
                <a:lnTo>
                  <a:pt x="3" y="5"/>
                </a:lnTo>
                <a:lnTo>
                  <a:pt x="3" y="4"/>
                </a:lnTo>
                <a:lnTo>
                  <a:pt x="2" y="4"/>
                </a:lnTo>
                <a:lnTo>
                  <a:pt x="2" y="2"/>
                </a:lnTo>
                <a:lnTo>
                  <a:pt x="0" y="2"/>
                </a:lnTo>
                <a:lnTo>
                  <a:pt x="0" y="1"/>
                </a:lnTo>
                <a:lnTo>
                  <a:pt x="2" y="1"/>
                </a:lnTo>
                <a:lnTo>
                  <a:pt x="3" y="1"/>
                </a:lnTo>
                <a:lnTo>
                  <a:pt x="4" y="1"/>
                </a:lnTo>
                <a:lnTo>
                  <a:pt x="4" y="0"/>
                </a:lnTo>
                <a:lnTo>
                  <a:pt x="5" y="0"/>
                </a:lnTo>
                <a:lnTo>
                  <a:pt x="5" y="1"/>
                </a:lnTo>
                <a:close/>
              </a:path>
            </a:pathLst>
          </a:custGeom>
          <a:solidFill>
            <a:srgbClr val="9FBAD7"/>
          </a:solidFill>
          <a:ln w="2520">
            <a:solidFill>
              <a:srgbClr val="FFFFFF"/>
            </a:solidFill>
            <a:round/>
          </a:ln>
        </p:spPr>
        <p:txBody>
          <a:bodyPr lIns="1080" tIns="720" rIns="1080" bIns="7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93" name=""/>
          <p:cNvSpPr/>
          <p:nvPr/>
        </p:nvSpPr>
        <p:spPr>
          <a:xfrm>
            <a:off x="4891680" y="1833840"/>
            <a:ext cx="1080" cy="1440"/>
          </a:xfrm>
          <a:custGeom>
            <a:avLst/>
            <a:gdLst/>
            <a:ahLst/>
            <a:rect l="0" t="0" r="r" b="b"/>
            <a:pathLst>
              <a:path w="3" h="4">
                <a:moveTo>
                  <a:pt x="3" y="2"/>
                </a:moveTo>
                <a:lnTo>
                  <a:pt x="2" y="2"/>
                </a:lnTo>
                <a:lnTo>
                  <a:pt x="0" y="2"/>
                </a:lnTo>
                <a:lnTo>
                  <a:pt x="0" y="4"/>
                </a:lnTo>
                <a:lnTo>
                  <a:pt x="0" y="2"/>
                </a:lnTo>
                <a:lnTo>
                  <a:pt x="2" y="2"/>
                </a:lnTo>
                <a:lnTo>
                  <a:pt x="2" y="0"/>
                </a:lnTo>
                <a:lnTo>
                  <a:pt x="3" y="0"/>
                </a:lnTo>
                <a:lnTo>
                  <a:pt x="3" y="2"/>
                </a:lnTo>
                <a:close/>
              </a:path>
            </a:pathLst>
          </a:custGeom>
          <a:solidFill>
            <a:srgbClr val="9FBAD7"/>
          </a:solidFill>
          <a:ln w="2520">
            <a:solidFill>
              <a:srgbClr val="FFFFFF"/>
            </a:solidFill>
            <a:round/>
          </a:ln>
        </p:spPr>
        <p:txBody>
          <a:bodyPr lIns="1080" tIns="360" rIns="1080" bIns="3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94" name=""/>
          <p:cNvSpPr/>
          <p:nvPr/>
        </p:nvSpPr>
        <p:spPr>
          <a:xfrm>
            <a:off x="4878360" y="1833480"/>
            <a:ext cx="1080" cy="1440"/>
          </a:xfrm>
          <a:custGeom>
            <a:avLst/>
            <a:gdLst/>
            <a:ahLst/>
            <a:rect l="0" t="0" r="r" b="b"/>
            <a:pathLst>
              <a:path w="3" h="4">
                <a:moveTo>
                  <a:pt x="1" y="2"/>
                </a:moveTo>
                <a:lnTo>
                  <a:pt x="3" y="2"/>
                </a:lnTo>
                <a:lnTo>
                  <a:pt x="3" y="4"/>
                </a:lnTo>
                <a:lnTo>
                  <a:pt x="1" y="4"/>
                </a:lnTo>
                <a:lnTo>
                  <a:pt x="0" y="4"/>
                </a:lnTo>
                <a:lnTo>
                  <a:pt x="0" y="2"/>
                </a:lnTo>
                <a:lnTo>
                  <a:pt x="0" y="0"/>
                </a:lnTo>
                <a:lnTo>
                  <a:pt x="0" y="2"/>
                </a:lnTo>
                <a:lnTo>
                  <a:pt x="1" y="2"/>
                </a:lnTo>
                <a:close/>
              </a:path>
            </a:pathLst>
          </a:custGeom>
          <a:solidFill>
            <a:srgbClr val="9FBAD7"/>
          </a:solidFill>
          <a:ln w="2520">
            <a:solidFill>
              <a:srgbClr val="FFFFFF"/>
            </a:solidFill>
            <a:round/>
          </a:ln>
        </p:spPr>
        <p:txBody>
          <a:bodyPr lIns="1080" tIns="360" rIns="1080" bIns="3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95" name=""/>
          <p:cNvSpPr/>
          <p:nvPr/>
        </p:nvSpPr>
        <p:spPr>
          <a:xfrm>
            <a:off x="4877280" y="1833480"/>
            <a:ext cx="720" cy="360"/>
          </a:xfrm>
          <a:custGeom>
            <a:avLst/>
            <a:gdLst/>
            <a:ahLst/>
            <a:rect l="0" t="0" r="r" b="b"/>
            <a:pathLst>
              <a:path w="2" h="1">
                <a:moveTo>
                  <a:pt x="2" y="1"/>
                </a:moveTo>
                <a:lnTo>
                  <a:pt x="1" y="1"/>
                </a:lnTo>
                <a:lnTo>
                  <a:pt x="0" y="1"/>
                </a:lnTo>
                <a:lnTo>
                  <a:pt x="1" y="1"/>
                </a:lnTo>
                <a:lnTo>
                  <a:pt x="1" y="0"/>
                </a:lnTo>
                <a:lnTo>
                  <a:pt x="1" y="1"/>
                </a:lnTo>
                <a:lnTo>
                  <a:pt x="2" y="1"/>
                </a:lnTo>
                <a:close/>
              </a:path>
            </a:pathLst>
          </a:custGeom>
          <a:solidFill>
            <a:srgbClr val="9FBAD7"/>
          </a:solidFill>
          <a:ln w="2520">
            <a:solidFill>
              <a:srgbClr val="FFFFFF"/>
            </a:solidFill>
            <a:round/>
          </a:ln>
        </p:spPr>
        <p:txBody>
          <a:bodyPr lIns="1080" tIns="-720" rIns="1080" bIns="-7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96" name=""/>
          <p:cNvSpPr/>
          <p:nvPr/>
        </p:nvSpPr>
        <p:spPr>
          <a:xfrm>
            <a:off x="4872600" y="1832760"/>
            <a:ext cx="1800" cy="1440"/>
          </a:xfrm>
          <a:custGeom>
            <a:avLst/>
            <a:gdLst/>
            <a:ahLst/>
            <a:rect l="0" t="0" r="r" b="b"/>
            <a:pathLst>
              <a:path w="5" h="4">
                <a:moveTo>
                  <a:pt x="4" y="1"/>
                </a:moveTo>
                <a:lnTo>
                  <a:pt x="2" y="3"/>
                </a:lnTo>
                <a:lnTo>
                  <a:pt x="4" y="3"/>
                </a:lnTo>
                <a:lnTo>
                  <a:pt x="4" y="1"/>
                </a:lnTo>
                <a:lnTo>
                  <a:pt x="5" y="1"/>
                </a:lnTo>
                <a:lnTo>
                  <a:pt x="5" y="3"/>
                </a:lnTo>
                <a:lnTo>
                  <a:pt x="4" y="4"/>
                </a:lnTo>
                <a:lnTo>
                  <a:pt x="2" y="4"/>
                </a:lnTo>
                <a:lnTo>
                  <a:pt x="1" y="4"/>
                </a:lnTo>
                <a:lnTo>
                  <a:pt x="1" y="3"/>
                </a:lnTo>
                <a:lnTo>
                  <a:pt x="0" y="3"/>
                </a:lnTo>
                <a:lnTo>
                  <a:pt x="0" y="1"/>
                </a:lnTo>
                <a:lnTo>
                  <a:pt x="1" y="1"/>
                </a:lnTo>
                <a:lnTo>
                  <a:pt x="2" y="0"/>
                </a:lnTo>
                <a:lnTo>
                  <a:pt x="4" y="0"/>
                </a:lnTo>
                <a:lnTo>
                  <a:pt x="4" y="1"/>
                </a:lnTo>
                <a:close/>
              </a:path>
            </a:pathLst>
          </a:custGeom>
          <a:solidFill>
            <a:srgbClr val="9FBAD7"/>
          </a:solidFill>
          <a:ln w="2520">
            <a:solidFill>
              <a:srgbClr val="FFFFFF"/>
            </a:solidFill>
            <a:round/>
          </a:ln>
        </p:spPr>
        <p:txBody>
          <a:bodyPr lIns="1080" tIns="360" rIns="1080" bIns="3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97" name=""/>
          <p:cNvSpPr/>
          <p:nvPr/>
        </p:nvSpPr>
        <p:spPr>
          <a:xfrm>
            <a:off x="4872240" y="1832400"/>
            <a:ext cx="360" cy="360"/>
          </a:xfrm>
          <a:custGeom>
            <a:avLst/>
            <a:gdLst/>
            <a:ahLst/>
            <a:rect l="0" t="0" r="r" b="b"/>
            <a:pathLst>
              <a:path w="1" h="1">
                <a:moveTo>
                  <a:pt x="1" y="0"/>
                </a:moveTo>
                <a:lnTo>
                  <a:pt x="1" y="1"/>
                </a:lnTo>
                <a:lnTo>
                  <a:pt x="0" y="0"/>
                </a:lnTo>
                <a:lnTo>
                  <a:pt x="1" y="0"/>
                </a:lnTo>
                <a:close/>
              </a:path>
            </a:pathLst>
          </a:custGeom>
          <a:solidFill>
            <a:srgbClr val="9FBAD7"/>
          </a:solidFill>
          <a:ln w="2520">
            <a:solidFill>
              <a:srgbClr val="FFFFFF"/>
            </a:solidFill>
            <a:round/>
          </a:ln>
        </p:spPr>
        <p:txBody>
          <a:bodyPr lIns="1080" tIns="-720" rIns="1080" bIns="-7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98" name=""/>
          <p:cNvSpPr/>
          <p:nvPr/>
        </p:nvSpPr>
        <p:spPr>
          <a:xfrm>
            <a:off x="4881600" y="1831680"/>
            <a:ext cx="720" cy="720"/>
          </a:xfrm>
          <a:custGeom>
            <a:avLst/>
            <a:gdLst/>
            <a:ahLst/>
            <a:rect l="0" t="0" r="r" b="b"/>
            <a:pathLst>
              <a:path w="2" h="2">
                <a:moveTo>
                  <a:pt x="2" y="0"/>
                </a:moveTo>
                <a:lnTo>
                  <a:pt x="2" y="2"/>
                </a:lnTo>
                <a:lnTo>
                  <a:pt x="0" y="2"/>
                </a:lnTo>
                <a:lnTo>
                  <a:pt x="2" y="0"/>
                </a:lnTo>
                <a:close/>
              </a:path>
            </a:pathLst>
          </a:custGeom>
          <a:solidFill>
            <a:srgbClr val="9FBAD7"/>
          </a:solidFill>
          <a:ln w="2520">
            <a:solidFill>
              <a:srgbClr val="FFFFFF"/>
            </a:solidFill>
            <a:round/>
          </a:ln>
        </p:spPr>
        <p:txBody>
          <a:bodyPr lIns="1080" tIns="-360" rIns="1080" bIns="-3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99" name=""/>
          <p:cNvSpPr/>
          <p:nvPr/>
        </p:nvSpPr>
        <p:spPr>
          <a:xfrm>
            <a:off x="4885920" y="1831320"/>
            <a:ext cx="1440" cy="1440"/>
          </a:xfrm>
          <a:custGeom>
            <a:avLst/>
            <a:gdLst/>
            <a:ahLst/>
            <a:rect l="0" t="0" r="r" b="b"/>
            <a:pathLst>
              <a:path w="4" h="4">
                <a:moveTo>
                  <a:pt x="2" y="4"/>
                </a:moveTo>
                <a:lnTo>
                  <a:pt x="0" y="4"/>
                </a:lnTo>
                <a:lnTo>
                  <a:pt x="0" y="2"/>
                </a:lnTo>
                <a:lnTo>
                  <a:pt x="2" y="2"/>
                </a:lnTo>
                <a:lnTo>
                  <a:pt x="2" y="0"/>
                </a:lnTo>
                <a:lnTo>
                  <a:pt x="2" y="2"/>
                </a:lnTo>
                <a:lnTo>
                  <a:pt x="4" y="2"/>
                </a:lnTo>
                <a:lnTo>
                  <a:pt x="2" y="2"/>
                </a:lnTo>
                <a:lnTo>
                  <a:pt x="2" y="4"/>
                </a:lnTo>
                <a:close/>
              </a:path>
            </a:pathLst>
          </a:custGeom>
          <a:solidFill>
            <a:srgbClr val="9FBAD7"/>
          </a:solidFill>
          <a:ln w="2520">
            <a:solidFill>
              <a:srgbClr val="FFFFFF"/>
            </a:solidFill>
            <a:round/>
          </a:ln>
        </p:spPr>
        <p:txBody>
          <a:bodyPr lIns="1080" tIns="360" rIns="1080" bIns="3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00" name=""/>
          <p:cNvSpPr/>
          <p:nvPr/>
        </p:nvSpPr>
        <p:spPr>
          <a:xfrm>
            <a:off x="4882320" y="1831320"/>
            <a:ext cx="1080" cy="1080"/>
          </a:xfrm>
          <a:custGeom>
            <a:avLst/>
            <a:gdLst/>
            <a:ahLst/>
            <a:rect l="0" t="0" r="r" b="b"/>
            <a:pathLst>
              <a:path w="3" h="3">
                <a:moveTo>
                  <a:pt x="0" y="1"/>
                </a:moveTo>
                <a:lnTo>
                  <a:pt x="0" y="0"/>
                </a:lnTo>
                <a:lnTo>
                  <a:pt x="2" y="0"/>
                </a:lnTo>
                <a:lnTo>
                  <a:pt x="3" y="1"/>
                </a:lnTo>
                <a:lnTo>
                  <a:pt x="2" y="1"/>
                </a:lnTo>
                <a:lnTo>
                  <a:pt x="0" y="3"/>
                </a:lnTo>
                <a:lnTo>
                  <a:pt x="0" y="1"/>
                </a:lnTo>
                <a:close/>
              </a:path>
            </a:pathLst>
          </a:custGeom>
          <a:solidFill>
            <a:srgbClr val="9FBAD7"/>
          </a:solidFill>
          <a:ln w="2520">
            <a:solidFill>
              <a:srgbClr val="FFFFFF"/>
            </a:solidFill>
            <a:round/>
          </a:ln>
        </p:spPr>
        <p:txBody>
          <a:bodyPr lIns="1080" tIns="0" rIns="108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01" name=""/>
          <p:cNvSpPr/>
          <p:nvPr/>
        </p:nvSpPr>
        <p:spPr>
          <a:xfrm>
            <a:off x="4886280" y="1830960"/>
            <a:ext cx="360" cy="360"/>
          </a:xfrm>
          <a:custGeom>
            <a:avLst/>
            <a:gdLst/>
            <a:ahLst/>
            <a:rect l="0" t="0" r="r" b="b"/>
            <a:pathLst>
              <a:path w="1" h="1">
                <a:moveTo>
                  <a:pt x="1" y="0"/>
                </a:moveTo>
                <a:lnTo>
                  <a:pt x="1" y="1"/>
                </a:lnTo>
                <a:lnTo>
                  <a:pt x="0" y="1"/>
                </a:lnTo>
                <a:lnTo>
                  <a:pt x="0" y="0"/>
                </a:lnTo>
                <a:lnTo>
                  <a:pt x="1" y="0"/>
                </a:lnTo>
                <a:close/>
              </a:path>
            </a:pathLst>
          </a:custGeom>
          <a:solidFill>
            <a:srgbClr val="9FBAD7"/>
          </a:solidFill>
          <a:ln w="2520">
            <a:solidFill>
              <a:srgbClr val="FFFFFF"/>
            </a:solidFill>
            <a:round/>
          </a:ln>
        </p:spPr>
        <p:txBody>
          <a:bodyPr lIns="1080" tIns="-720" rIns="1080" bIns="-7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02" name=""/>
          <p:cNvSpPr/>
          <p:nvPr/>
        </p:nvSpPr>
        <p:spPr>
          <a:xfrm>
            <a:off x="4885200" y="1830960"/>
            <a:ext cx="1440" cy="1440"/>
          </a:xfrm>
          <a:custGeom>
            <a:avLst/>
            <a:gdLst/>
            <a:ahLst/>
            <a:rect l="0" t="0" r="r" b="b"/>
            <a:pathLst>
              <a:path w="4" h="4">
                <a:moveTo>
                  <a:pt x="2" y="4"/>
                </a:moveTo>
                <a:lnTo>
                  <a:pt x="2" y="2"/>
                </a:lnTo>
                <a:lnTo>
                  <a:pt x="0" y="0"/>
                </a:lnTo>
                <a:lnTo>
                  <a:pt x="2" y="0"/>
                </a:lnTo>
                <a:lnTo>
                  <a:pt x="4" y="0"/>
                </a:lnTo>
                <a:lnTo>
                  <a:pt x="4" y="2"/>
                </a:lnTo>
                <a:lnTo>
                  <a:pt x="2" y="4"/>
                </a:lnTo>
                <a:close/>
              </a:path>
            </a:pathLst>
          </a:custGeom>
          <a:solidFill>
            <a:srgbClr val="9FBAD7"/>
          </a:solidFill>
          <a:ln w="2520">
            <a:solidFill>
              <a:srgbClr val="FFFFFF"/>
            </a:solidFill>
            <a:round/>
          </a:ln>
        </p:spPr>
        <p:txBody>
          <a:bodyPr lIns="1080" tIns="360" rIns="1080" bIns="3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03" name=""/>
          <p:cNvSpPr/>
          <p:nvPr/>
        </p:nvSpPr>
        <p:spPr>
          <a:xfrm>
            <a:off x="4884480" y="1830240"/>
            <a:ext cx="1440" cy="1440"/>
          </a:xfrm>
          <a:custGeom>
            <a:avLst/>
            <a:gdLst/>
            <a:ahLst/>
            <a:rect l="0" t="0" r="r" b="b"/>
            <a:pathLst>
              <a:path w="4" h="4">
                <a:moveTo>
                  <a:pt x="0" y="2"/>
                </a:moveTo>
                <a:lnTo>
                  <a:pt x="2" y="2"/>
                </a:lnTo>
                <a:lnTo>
                  <a:pt x="2" y="0"/>
                </a:lnTo>
                <a:lnTo>
                  <a:pt x="2" y="2"/>
                </a:lnTo>
                <a:lnTo>
                  <a:pt x="4" y="2"/>
                </a:lnTo>
                <a:lnTo>
                  <a:pt x="2" y="4"/>
                </a:lnTo>
                <a:lnTo>
                  <a:pt x="0" y="2"/>
                </a:lnTo>
                <a:close/>
              </a:path>
            </a:pathLst>
          </a:custGeom>
          <a:solidFill>
            <a:srgbClr val="9FBAD7"/>
          </a:solidFill>
          <a:ln w="2520">
            <a:solidFill>
              <a:srgbClr val="FFFFFF"/>
            </a:solidFill>
            <a:round/>
          </a:ln>
        </p:spPr>
        <p:txBody>
          <a:bodyPr lIns="1080" tIns="360" rIns="1080" bIns="3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04" name=""/>
          <p:cNvSpPr/>
          <p:nvPr/>
        </p:nvSpPr>
        <p:spPr>
          <a:xfrm>
            <a:off x="4872600" y="1829880"/>
            <a:ext cx="720" cy="720"/>
          </a:xfrm>
          <a:custGeom>
            <a:avLst/>
            <a:gdLst/>
            <a:ahLst/>
            <a:rect l="0" t="0" r="r" b="b"/>
            <a:pathLst>
              <a:path w="2" h="2">
                <a:moveTo>
                  <a:pt x="0" y="0"/>
                </a:moveTo>
                <a:lnTo>
                  <a:pt x="2" y="0"/>
                </a:lnTo>
                <a:lnTo>
                  <a:pt x="2" y="2"/>
                </a:lnTo>
                <a:lnTo>
                  <a:pt x="0" y="0"/>
                </a:lnTo>
                <a:close/>
              </a:path>
            </a:pathLst>
          </a:custGeom>
          <a:solidFill>
            <a:srgbClr val="9FBAD7"/>
          </a:solidFill>
          <a:ln w="2520">
            <a:solidFill>
              <a:srgbClr val="FFFFFF"/>
            </a:solidFill>
            <a:round/>
          </a:ln>
        </p:spPr>
        <p:txBody>
          <a:bodyPr lIns="1080" tIns="-360" rIns="1080" bIns="-3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05" name=""/>
          <p:cNvSpPr/>
          <p:nvPr/>
        </p:nvSpPr>
        <p:spPr>
          <a:xfrm>
            <a:off x="4886640" y="1828080"/>
            <a:ext cx="1440" cy="1800"/>
          </a:xfrm>
          <a:custGeom>
            <a:avLst/>
            <a:gdLst/>
            <a:ahLst/>
            <a:rect l="0" t="0" r="r" b="b"/>
            <a:pathLst>
              <a:path w="4" h="5">
                <a:moveTo>
                  <a:pt x="4" y="3"/>
                </a:moveTo>
                <a:lnTo>
                  <a:pt x="4" y="5"/>
                </a:lnTo>
                <a:lnTo>
                  <a:pt x="2" y="3"/>
                </a:lnTo>
                <a:lnTo>
                  <a:pt x="1" y="3"/>
                </a:lnTo>
                <a:lnTo>
                  <a:pt x="0" y="3"/>
                </a:lnTo>
                <a:lnTo>
                  <a:pt x="0" y="2"/>
                </a:lnTo>
                <a:lnTo>
                  <a:pt x="1" y="2"/>
                </a:lnTo>
                <a:lnTo>
                  <a:pt x="1" y="0"/>
                </a:lnTo>
                <a:lnTo>
                  <a:pt x="2" y="0"/>
                </a:lnTo>
                <a:lnTo>
                  <a:pt x="4" y="2"/>
                </a:lnTo>
                <a:lnTo>
                  <a:pt x="4" y="3"/>
                </a:lnTo>
                <a:close/>
              </a:path>
            </a:pathLst>
          </a:custGeom>
          <a:solidFill>
            <a:srgbClr val="9FBAD7"/>
          </a:solidFill>
          <a:ln w="2520">
            <a:solidFill>
              <a:srgbClr val="FFFFFF"/>
            </a:solidFill>
            <a:round/>
          </a:ln>
        </p:spPr>
        <p:txBody>
          <a:bodyPr lIns="1080" tIns="720" rIns="1080" bIns="7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06" name=""/>
          <p:cNvSpPr/>
          <p:nvPr/>
        </p:nvSpPr>
        <p:spPr>
          <a:xfrm>
            <a:off x="4880520" y="1827720"/>
            <a:ext cx="1440" cy="1440"/>
          </a:xfrm>
          <a:custGeom>
            <a:avLst/>
            <a:gdLst/>
            <a:ahLst/>
            <a:rect l="0" t="0" r="r" b="b"/>
            <a:pathLst>
              <a:path w="4" h="4">
                <a:moveTo>
                  <a:pt x="0" y="2"/>
                </a:moveTo>
                <a:lnTo>
                  <a:pt x="2" y="2"/>
                </a:lnTo>
                <a:lnTo>
                  <a:pt x="2" y="0"/>
                </a:lnTo>
                <a:lnTo>
                  <a:pt x="2" y="2"/>
                </a:lnTo>
                <a:lnTo>
                  <a:pt x="4" y="2"/>
                </a:lnTo>
                <a:lnTo>
                  <a:pt x="2" y="4"/>
                </a:lnTo>
                <a:lnTo>
                  <a:pt x="0" y="4"/>
                </a:lnTo>
                <a:lnTo>
                  <a:pt x="0" y="2"/>
                </a:lnTo>
                <a:close/>
              </a:path>
            </a:pathLst>
          </a:custGeom>
          <a:solidFill>
            <a:srgbClr val="9FBAD7"/>
          </a:solidFill>
          <a:ln w="2520">
            <a:solidFill>
              <a:srgbClr val="FFFFFF"/>
            </a:solidFill>
            <a:round/>
          </a:ln>
        </p:spPr>
        <p:txBody>
          <a:bodyPr lIns="1080" tIns="360" rIns="1080" bIns="3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07" name=""/>
          <p:cNvSpPr/>
          <p:nvPr/>
        </p:nvSpPr>
        <p:spPr>
          <a:xfrm>
            <a:off x="4872600" y="1827720"/>
            <a:ext cx="1440" cy="720"/>
          </a:xfrm>
          <a:custGeom>
            <a:avLst/>
            <a:gdLst/>
            <a:ahLst/>
            <a:rect l="0" t="0" r="r" b="b"/>
            <a:pathLst>
              <a:path w="4" h="2">
                <a:moveTo>
                  <a:pt x="2" y="2"/>
                </a:moveTo>
                <a:lnTo>
                  <a:pt x="0" y="2"/>
                </a:lnTo>
                <a:lnTo>
                  <a:pt x="0" y="0"/>
                </a:lnTo>
                <a:lnTo>
                  <a:pt x="2" y="0"/>
                </a:lnTo>
                <a:lnTo>
                  <a:pt x="4" y="0"/>
                </a:lnTo>
                <a:lnTo>
                  <a:pt x="2" y="2"/>
                </a:lnTo>
                <a:close/>
              </a:path>
            </a:pathLst>
          </a:custGeom>
          <a:solidFill>
            <a:srgbClr val="9FBAD7"/>
          </a:solidFill>
          <a:ln w="2520">
            <a:solidFill>
              <a:srgbClr val="FFFFFF"/>
            </a:solidFill>
            <a:round/>
          </a:ln>
        </p:spPr>
        <p:txBody>
          <a:bodyPr lIns="1080" tIns="-360" rIns="1080" bIns="-3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08" name=""/>
          <p:cNvSpPr/>
          <p:nvPr/>
        </p:nvSpPr>
        <p:spPr>
          <a:xfrm>
            <a:off x="4877280" y="1826640"/>
            <a:ext cx="1800" cy="2160"/>
          </a:xfrm>
          <a:custGeom>
            <a:avLst/>
            <a:gdLst/>
            <a:ahLst/>
            <a:rect l="0" t="0" r="r" b="b"/>
            <a:pathLst>
              <a:path w="5" h="6">
                <a:moveTo>
                  <a:pt x="3" y="6"/>
                </a:moveTo>
                <a:lnTo>
                  <a:pt x="2" y="6"/>
                </a:lnTo>
                <a:lnTo>
                  <a:pt x="2" y="5"/>
                </a:lnTo>
                <a:lnTo>
                  <a:pt x="0" y="5"/>
                </a:lnTo>
                <a:lnTo>
                  <a:pt x="0" y="3"/>
                </a:lnTo>
                <a:lnTo>
                  <a:pt x="2" y="3"/>
                </a:lnTo>
                <a:lnTo>
                  <a:pt x="2" y="2"/>
                </a:lnTo>
                <a:lnTo>
                  <a:pt x="2" y="1"/>
                </a:lnTo>
                <a:lnTo>
                  <a:pt x="0" y="1"/>
                </a:lnTo>
                <a:lnTo>
                  <a:pt x="0" y="0"/>
                </a:lnTo>
                <a:lnTo>
                  <a:pt x="2" y="0"/>
                </a:lnTo>
                <a:lnTo>
                  <a:pt x="2" y="2"/>
                </a:lnTo>
                <a:lnTo>
                  <a:pt x="3" y="2"/>
                </a:lnTo>
                <a:lnTo>
                  <a:pt x="5" y="2"/>
                </a:lnTo>
                <a:lnTo>
                  <a:pt x="5" y="3"/>
                </a:lnTo>
                <a:lnTo>
                  <a:pt x="3" y="5"/>
                </a:lnTo>
                <a:lnTo>
                  <a:pt x="3" y="6"/>
                </a:lnTo>
                <a:close/>
              </a:path>
            </a:pathLst>
          </a:custGeom>
          <a:solidFill>
            <a:srgbClr val="9FBAD7"/>
          </a:solidFill>
          <a:ln w="2520">
            <a:solidFill>
              <a:srgbClr val="FFFFFF"/>
            </a:solidFill>
            <a:round/>
          </a:ln>
        </p:spPr>
        <p:txBody>
          <a:bodyPr lIns="1080" tIns="1080" rIns="1080" bIns="108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09" name=""/>
          <p:cNvSpPr/>
          <p:nvPr/>
        </p:nvSpPr>
        <p:spPr>
          <a:xfrm>
            <a:off x="4876560" y="1825920"/>
            <a:ext cx="1080" cy="1080"/>
          </a:xfrm>
          <a:custGeom>
            <a:avLst/>
            <a:gdLst/>
            <a:ahLst/>
            <a:rect l="0" t="0" r="r" b="b"/>
            <a:pathLst>
              <a:path w="3" h="3">
                <a:moveTo>
                  <a:pt x="3" y="3"/>
                </a:moveTo>
                <a:lnTo>
                  <a:pt x="0" y="3"/>
                </a:lnTo>
                <a:lnTo>
                  <a:pt x="0" y="2"/>
                </a:lnTo>
                <a:lnTo>
                  <a:pt x="0" y="0"/>
                </a:lnTo>
                <a:lnTo>
                  <a:pt x="2" y="0"/>
                </a:lnTo>
                <a:lnTo>
                  <a:pt x="2" y="2"/>
                </a:lnTo>
                <a:lnTo>
                  <a:pt x="3" y="3"/>
                </a:lnTo>
                <a:close/>
              </a:path>
            </a:pathLst>
          </a:custGeom>
          <a:solidFill>
            <a:srgbClr val="9FBAD7"/>
          </a:solidFill>
          <a:ln w="2520">
            <a:solidFill>
              <a:srgbClr val="FFFFFF"/>
            </a:solidFill>
            <a:round/>
          </a:ln>
        </p:spPr>
        <p:txBody>
          <a:bodyPr lIns="1080" tIns="0" rIns="108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10" name=""/>
          <p:cNvSpPr/>
          <p:nvPr/>
        </p:nvSpPr>
        <p:spPr>
          <a:xfrm>
            <a:off x="4874760" y="1814760"/>
            <a:ext cx="2520" cy="1440"/>
          </a:xfrm>
          <a:custGeom>
            <a:avLst/>
            <a:gdLst/>
            <a:ahLst/>
            <a:rect l="0" t="0" r="r" b="b"/>
            <a:pathLst>
              <a:path w="7" h="4">
                <a:moveTo>
                  <a:pt x="5" y="2"/>
                </a:moveTo>
                <a:lnTo>
                  <a:pt x="7" y="3"/>
                </a:lnTo>
                <a:lnTo>
                  <a:pt x="7" y="4"/>
                </a:lnTo>
                <a:lnTo>
                  <a:pt x="5" y="4"/>
                </a:lnTo>
                <a:lnTo>
                  <a:pt x="4" y="3"/>
                </a:lnTo>
                <a:lnTo>
                  <a:pt x="3" y="3"/>
                </a:lnTo>
                <a:lnTo>
                  <a:pt x="3" y="2"/>
                </a:lnTo>
                <a:lnTo>
                  <a:pt x="2" y="2"/>
                </a:lnTo>
                <a:lnTo>
                  <a:pt x="0" y="2"/>
                </a:lnTo>
                <a:lnTo>
                  <a:pt x="2" y="0"/>
                </a:lnTo>
                <a:lnTo>
                  <a:pt x="2" y="2"/>
                </a:lnTo>
                <a:lnTo>
                  <a:pt x="3" y="2"/>
                </a:lnTo>
                <a:lnTo>
                  <a:pt x="3" y="0"/>
                </a:lnTo>
                <a:lnTo>
                  <a:pt x="4" y="0"/>
                </a:lnTo>
                <a:lnTo>
                  <a:pt x="5" y="0"/>
                </a:lnTo>
                <a:lnTo>
                  <a:pt x="5" y="2"/>
                </a:lnTo>
                <a:close/>
              </a:path>
            </a:pathLst>
          </a:custGeom>
          <a:solidFill>
            <a:srgbClr val="9FBAD7"/>
          </a:solidFill>
          <a:ln w="2520">
            <a:solidFill>
              <a:srgbClr val="FFFFFF"/>
            </a:solidFill>
            <a:round/>
          </a:ln>
        </p:spPr>
        <p:txBody>
          <a:bodyPr lIns="1080" tIns="360" rIns="1080" bIns="3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11" name=""/>
          <p:cNvSpPr/>
          <p:nvPr/>
        </p:nvSpPr>
        <p:spPr>
          <a:xfrm>
            <a:off x="4876920" y="1810800"/>
            <a:ext cx="720" cy="720"/>
          </a:xfrm>
          <a:custGeom>
            <a:avLst/>
            <a:gdLst/>
            <a:ahLst/>
            <a:rect l="0" t="0" r="r" b="b"/>
            <a:pathLst>
              <a:path w="2" h="2">
                <a:moveTo>
                  <a:pt x="0" y="0"/>
                </a:moveTo>
                <a:lnTo>
                  <a:pt x="2" y="2"/>
                </a:lnTo>
                <a:lnTo>
                  <a:pt x="0" y="2"/>
                </a:lnTo>
                <a:lnTo>
                  <a:pt x="0" y="0"/>
                </a:lnTo>
                <a:close/>
              </a:path>
            </a:pathLst>
          </a:custGeom>
          <a:solidFill>
            <a:srgbClr val="9FBAD7"/>
          </a:solidFill>
          <a:ln w="2520">
            <a:solidFill>
              <a:srgbClr val="FFFFFF"/>
            </a:solidFill>
            <a:round/>
          </a:ln>
        </p:spPr>
        <p:txBody>
          <a:bodyPr lIns="1080" tIns="-360" rIns="1080" bIns="-3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12" name=""/>
          <p:cNvSpPr/>
          <p:nvPr/>
        </p:nvSpPr>
        <p:spPr>
          <a:xfrm>
            <a:off x="4876920" y="1810080"/>
            <a:ext cx="1440" cy="1440"/>
          </a:xfrm>
          <a:custGeom>
            <a:avLst/>
            <a:gdLst/>
            <a:ahLst/>
            <a:rect l="0" t="0" r="r" b="b"/>
            <a:pathLst>
              <a:path w="4" h="4">
                <a:moveTo>
                  <a:pt x="0" y="2"/>
                </a:moveTo>
                <a:lnTo>
                  <a:pt x="0" y="0"/>
                </a:lnTo>
                <a:lnTo>
                  <a:pt x="2" y="2"/>
                </a:lnTo>
                <a:lnTo>
                  <a:pt x="4" y="2"/>
                </a:lnTo>
                <a:lnTo>
                  <a:pt x="4" y="4"/>
                </a:lnTo>
                <a:lnTo>
                  <a:pt x="2" y="4"/>
                </a:lnTo>
                <a:lnTo>
                  <a:pt x="0" y="2"/>
                </a:lnTo>
                <a:close/>
              </a:path>
            </a:pathLst>
          </a:custGeom>
          <a:solidFill>
            <a:srgbClr val="9FBAD7"/>
          </a:solidFill>
          <a:ln w="2520">
            <a:solidFill>
              <a:srgbClr val="FFFFFF"/>
            </a:solidFill>
            <a:round/>
          </a:ln>
        </p:spPr>
        <p:txBody>
          <a:bodyPr lIns="1080" tIns="360" rIns="1080" bIns="3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13" name=""/>
          <p:cNvSpPr/>
          <p:nvPr/>
        </p:nvSpPr>
        <p:spPr>
          <a:xfrm>
            <a:off x="4891320" y="1832400"/>
            <a:ext cx="2880" cy="1800"/>
          </a:xfrm>
          <a:custGeom>
            <a:avLst/>
            <a:gdLst/>
            <a:ahLst/>
            <a:rect l="0" t="0" r="r" b="b"/>
            <a:pathLst>
              <a:path w="8" h="5">
                <a:moveTo>
                  <a:pt x="6" y="3"/>
                </a:moveTo>
                <a:lnTo>
                  <a:pt x="5" y="5"/>
                </a:lnTo>
                <a:lnTo>
                  <a:pt x="4" y="5"/>
                </a:lnTo>
                <a:lnTo>
                  <a:pt x="3" y="5"/>
                </a:lnTo>
                <a:lnTo>
                  <a:pt x="2" y="5"/>
                </a:lnTo>
                <a:lnTo>
                  <a:pt x="0" y="5"/>
                </a:lnTo>
                <a:lnTo>
                  <a:pt x="2" y="3"/>
                </a:lnTo>
                <a:lnTo>
                  <a:pt x="3" y="3"/>
                </a:lnTo>
                <a:lnTo>
                  <a:pt x="4" y="3"/>
                </a:lnTo>
                <a:lnTo>
                  <a:pt x="4" y="2"/>
                </a:lnTo>
                <a:lnTo>
                  <a:pt x="5" y="2"/>
                </a:lnTo>
                <a:lnTo>
                  <a:pt x="6" y="0"/>
                </a:lnTo>
                <a:lnTo>
                  <a:pt x="6" y="2"/>
                </a:lnTo>
                <a:lnTo>
                  <a:pt x="8" y="2"/>
                </a:lnTo>
                <a:lnTo>
                  <a:pt x="6" y="3"/>
                </a:lnTo>
                <a:close/>
              </a:path>
            </a:pathLst>
          </a:custGeom>
          <a:solidFill>
            <a:srgbClr val="9FBAD7"/>
          </a:solidFill>
          <a:ln w="2520">
            <a:solidFill>
              <a:srgbClr val="FFFFFF"/>
            </a:solidFill>
            <a:round/>
          </a:ln>
        </p:spPr>
        <p:txBody>
          <a:bodyPr lIns="1080" tIns="720" rIns="1080" bIns="7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14" name=""/>
          <p:cNvSpPr/>
          <p:nvPr/>
        </p:nvSpPr>
        <p:spPr>
          <a:xfrm>
            <a:off x="4893480" y="1831680"/>
            <a:ext cx="2520" cy="1440"/>
          </a:xfrm>
          <a:custGeom>
            <a:avLst/>
            <a:gdLst/>
            <a:ahLst/>
            <a:rect l="0" t="0" r="r" b="b"/>
            <a:pathLst>
              <a:path w="7" h="4">
                <a:moveTo>
                  <a:pt x="4" y="1"/>
                </a:moveTo>
                <a:lnTo>
                  <a:pt x="6" y="1"/>
                </a:lnTo>
                <a:lnTo>
                  <a:pt x="6" y="0"/>
                </a:lnTo>
                <a:lnTo>
                  <a:pt x="6" y="1"/>
                </a:lnTo>
                <a:lnTo>
                  <a:pt x="6" y="3"/>
                </a:lnTo>
                <a:lnTo>
                  <a:pt x="7" y="3"/>
                </a:lnTo>
                <a:lnTo>
                  <a:pt x="7" y="4"/>
                </a:lnTo>
                <a:lnTo>
                  <a:pt x="6" y="4"/>
                </a:lnTo>
                <a:lnTo>
                  <a:pt x="3" y="4"/>
                </a:lnTo>
                <a:lnTo>
                  <a:pt x="2" y="4"/>
                </a:lnTo>
                <a:lnTo>
                  <a:pt x="1" y="4"/>
                </a:lnTo>
                <a:lnTo>
                  <a:pt x="0" y="3"/>
                </a:lnTo>
                <a:lnTo>
                  <a:pt x="1" y="1"/>
                </a:lnTo>
                <a:lnTo>
                  <a:pt x="2" y="1"/>
                </a:lnTo>
                <a:lnTo>
                  <a:pt x="4" y="1"/>
                </a:lnTo>
                <a:close/>
              </a:path>
            </a:pathLst>
          </a:custGeom>
          <a:solidFill>
            <a:srgbClr val="9FBAD7"/>
          </a:solidFill>
          <a:ln w="2520">
            <a:solidFill>
              <a:srgbClr val="FFFFFF"/>
            </a:solidFill>
            <a:round/>
          </a:ln>
        </p:spPr>
        <p:txBody>
          <a:bodyPr lIns="1080" tIns="360" rIns="1080" bIns="3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15" name=""/>
          <p:cNvSpPr/>
          <p:nvPr/>
        </p:nvSpPr>
        <p:spPr>
          <a:xfrm>
            <a:off x="4895280" y="1829160"/>
            <a:ext cx="4680" cy="2880"/>
          </a:xfrm>
          <a:custGeom>
            <a:avLst/>
            <a:gdLst/>
            <a:ahLst/>
            <a:rect l="0" t="0" r="r" b="b"/>
            <a:pathLst>
              <a:path w="13" h="8">
                <a:moveTo>
                  <a:pt x="13" y="0"/>
                </a:moveTo>
                <a:lnTo>
                  <a:pt x="12" y="1"/>
                </a:lnTo>
                <a:lnTo>
                  <a:pt x="11" y="1"/>
                </a:lnTo>
                <a:lnTo>
                  <a:pt x="11" y="2"/>
                </a:lnTo>
                <a:lnTo>
                  <a:pt x="10" y="3"/>
                </a:lnTo>
                <a:lnTo>
                  <a:pt x="8" y="3"/>
                </a:lnTo>
                <a:lnTo>
                  <a:pt x="8" y="5"/>
                </a:lnTo>
                <a:lnTo>
                  <a:pt x="7" y="5"/>
                </a:lnTo>
                <a:lnTo>
                  <a:pt x="6" y="6"/>
                </a:lnTo>
                <a:lnTo>
                  <a:pt x="5" y="6"/>
                </a:lnTo>
                <a:lnTo>
                  <a:pt x="3" y="6"/>
                </a:lnTo>
                <a:lnTo>
                  <a:pt x="2" y="6"/>
                </a:lnTo>
                <a:lnTo>
                  <a:pt x="2" y="7"/>
                </a:lnTo>
                <a:lnTo>
                  <a:pt x="2" y="8"/>
                </a:lnTo>
                <a:lnTo>
                  <a:pt x="1" y="8"/>
                </a:lnTo>
                <a:lnTo>
                  <a:pt x="1" y="7"/>
                </a:lnTo>
                <a:lnTo>
                  <a:pt x="0" y="7"/>
                </a:lnTo>
                <a:lnTo>
                  <a:pt x="1" y="6"/>
                </a:lnTo>
                <a:lnTo>
                  <a:pt x="2" y="6"/>
                </a:lnTo>
                <a:lnTo>
                  <a:pt x="2" y="5"/>
                </a:lnTo>
                <a:lnTo>
                  <a:pt x="3" y="5"/>
                </a:lnTo>
                <a:lnTo>
                  <a:pt x="5" y="5"/>
                </a:lnTo>
                <a:lnTo>
                  <a:pt x="5" y="3"/>
                </a:lnTo>
                <a:lnTo>
                  <a:pt x="6" y="3"/>
                </a:lnTo>
                <a:lnTo>
                  <a:pt x="7" y="3"/>
                </a:lnTo>
                <a:lnTo>
                  <a:pt x="6" y="3"/>
                </a:lnTo>
                <a:lnTo>
                  <a:pt x="7" y="2"/>
                </a:lnTo>
                <a:lnTo>
                  <a:pt x="8" y="2"/>
                </a:lnTo>
                <a:lnTo>
                  <a:pt x="9" y="2"/>
                </a:lnTo>
                <a:lnTo>
                  <a:pt x="10" y="2"/>
                </a:lnTo>
                <a:lnTo>
                  <a:pt x="11" y="2"/>
                </a:lnTo>
                <a:lnTo>
                  <a:pt x="11" y="1"/>
                </a:lnTo>
                <a:lnTo>
                  <a:pt x="11" y="0"/>
                </a:lnTo>
                <a:lnTo>
                  <a:pt x="12" y="0"/>
                </a:lnTo>
                <a:lnTo>
                  <a:pt x="13" y="0"/>
                </a:lnTo>
                <a:close/>
              </a:path>
            </a:pathLst>
          </a:custGeom>
          <a:solidFill>
            <a:srgbClr val="9FBAD7"/>
          </a:solidFill>
          <a:ln w="2520">
            <a:solidFill>
              <a:srgbClr val="FFFFFF"/>
            </a:solidFill>
            <a:round/>
          </a:ln>
        </p:spPr>
        <p:txBody>
          <a:bodyPr lIns="1080" tIns="1080" rIns="1080" bIns="108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16" name=""/>
          <p:cNvSpPr/>
          <p:nvPr/>
        </p:nvSpPr>
        <p:spPr>
          <a:xfrm>
            <a:off x="4911840" y="1810440"/>
            <a:ext cx="1440" cy="1080"/>
          </a:xfrm>
          <a:custGeom>
            <a:avLst/>
            <a:gdLst/>
            <a:ahLst/>
            <a:rect l="0" t="0" r="r" b="b"/>
            <a:pathLst>
              <a:path w="4" h="3">
                <a:moveTo>
                  <a:pt x="4" y="0"/>
                </a:moveTo>
                <a:lnTo>
                  <a:pt x="2" y="0"/>
                </a:lnTo>
                <a:lnTo>
                  <a:pt x="2" y="1"/>
                </a:lnTo>
                <a:lnTo>
                  <a:pt x="0" y="1"/>
                </a:lnTo>
                <a:lnTo>
                  <a:pt x="0" y="3"/>
                </a:lnTo>
                <a:lnTo>
                  <a:pt x="0" y="1"/>
                </a:lnTo>
                <a:lnTo>
                  <a:pt x="0" y="0"/>
                </a:lnTo>
                <a:lnTo>
                  <a:pt x="2" y="0"/>
                </a:lnTo>
                <a:lnTo>
                  <a:pt x="4" y="0"/>
                </a:lnTo>
                <a:close/>
              </a:path>
            </a:pathLst>
          </a:custGeom>
          <a:solidFill>
            <a:srgbClr val="9FBAD7"/>
          </a:solidFill>
          <a:ln w="2520">
            <a:solidFill>
              <a:srgbClr val="FFFFFF"/>
            </a:solidFill>
            <a:round/>
          </a:ln>
        </p:spPr>
        <p:txBody>
          <a:bodyPr lIns="1080" tIns="0" rIns="108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17" name=""/>
          <p:cNvSpPr/>
          <p:nvPr/>
        </p:nvSpPr>
        <p:spPr>
          <a:xfrm>
            <a:off x="4910760" y="1809000"/>
            <a:ext cx="1800" cy="1440"/>
          </a:xfrm>
          <a:custGeom>
            <a:avLst/>
            <a:gdLst/>
            <a:ahLst/>
            <a:rect l="0" t="0" r="r" b="b"/>
            <a:pathLst>
              <a:path w="5" h="4">
                <a:moveTo>
                  <a:pt x="4" y="1"/>
                </a:moveTo>
                <a:lnTo>
                  <a:pt x="5" y="1"/>
                </a:lnTo>
                <a:lnTo>
                  <a:pt x="4" y="3"/>
                </a:lnTo>
                <a:lnTo>
                  <a:pt x="3" y="3"/>
                </a:lnTo>
                <a:lnTo>
                  <a:pt x="3" y="4"/>
                </a:lnTo>
                <a:lnTo>
                  <a:pt x="2" y="4"/>
                </a:lnTo>
                <a:lnTo>
                  <a:pt x="0" y="4"/>
                </a:lnTo>
                <a:lnTo>
                  <a:pt x="0" y="3"/>
                </a:lnTo>
                <a:lnTo>
                  <a:pt x="0" y="1"/>
                </a:lnTo>
                <a:lnTo>
                  <a:pt x="0" y="3"/>
                </a:lnTo>
                <a:lnTo>
                  <a:pt x="0" y="1"/>
                </a:lnTo>
                <a:lnTo>
                  <a:pt x="2" y="1"/>
                </a:lnTo>
                <a:lnTo>
                  <a:pt x="2" y="0"/>
                </a:lnTo>
                <a:lnTo>
                  <a:pt x="3" y="0"/>
                </a:lnTo>
                <a:lnTo>
                  <a:pt x="3" y="1"/>
                </a:lnTo>
                <a:lnTo>
                  <a:pt x="4" y="1"/>
                </a:lnTo>
                <a:close/>
              </a:path>
            </a:pathLst>
          </a:custGeom>
          <a:solidFill>
            <a:srgbClr val="9FBAD7"/>
          </a:solidFill>
          <a:ln w="2520">
            <a:solidFill>
              <a:srgbClr val="FFFFFF"/>
            </a:solidFill>
            <a:round/>
          </a:ln>
        </p:spPr>
        <p:txBody>
          <a:bodyPr lIns="1080" tIns="360" rIns="1080" bIns="3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18" name=""/>
          <p:cNvSpPr/>
          <p:nvPr/>
        </p:nvSpPr>
        <p:spPr>
          <a:xfrm>
            <a:off x="4919760" y="1806120"/>
            <a:ext cx="1440" cy="1440"/>
          </a:xfrm>
          <a:custGeom>
            <a:avLst/>
            <a:gdLst/>
            <a:ahLst/>
            <a:rect l="0" t="0" r="r" b="b"/>
            <a:pathLst>
              <a:path w="4" h="4">
                <a:moveTo>
                  <a:pt x="4" y="0"/>
                </a:moveTo>
                <a:lnTo>
                  <a:pt x="4" y="2"/>
                </a:lnTo>
                <a:lnTo>
                  <a:pt x="2" y="2"/>
                </a:lnTo>
                <a:lnTo>
                  <a:pt x="2" y="4"/>
                </a:lnTo>
                <a:lnTo>
                  <a:pt x="0" y="4"/>
                </a:lnTo>
                <a:lnTo>
                  <a:pt x="0" y="2"/>
                </a:lnTo>
                <a:lnTo>
                  <a:pt x="0" y="0"/>
                </a:lnTo>
                <a:lnTo>
                  <a:pt x="2" y="0"/>
                </a:lnTo>
                <a:lnTo>
                  <a:pt x="2" y="2"/>
                </a:lnTo>
                <a:lnTo>
                  <a:pt x="4" y="0"/>
                </a:lnTo>
                <a:close/>
              </a:path>
            </a:pathLst>
          </a:custGeom>
          <a:solidFill>
            <a:srgbClr val="9FBAD7"/>
          </a:solidFill>
          <a:ln w="2520">
            <a:solidFill>
              <a:srgbClr val="FFFFFF"/>
            </a:solidFill>
            <a:round/>
          </a:ln>
        </p:spPr>
        <p:txBody>
          <a:bodyPr lIns="1080" tIns="360" rIns="1080" bIns="3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19" name=""/>
          <p:cNvSpPr/>
          <p:nvPr/>
        </p:nvSpPr>
        <p:spPr>
          <a:xfrm>
            <a:off x="4910760" y="1803960"/>
            <a:ext cx="1440" cy="1440"/>
          </a:xfrm>
          <a:custGeom>
            <a:avLst/>
            <a:gdLst/>
            <a:ahLst/>
            <a:rect l="0" t="0" r="r" b="b"/>
            <a:pathLst>
              <a:path w="4" h="4">
                <a:moveTo>
                  <a:pt x="1" y="0"/>
                </a:moveTo>
                <a:lnTo>
                  <a:pt x="1" y="2"/>
                </a:lnTo>
                <a:lnTo>
                  <a:pt x="3" y="2"/>
                </a:lnTo>
                <a:lnTo>
                  <a:pt x="4" y="2"/>
                </a:lnTo>
                <a:lnTo>
                  <a:pt x="4" y="3"/>
                </a:lnTo>
                <a:lnTo>
                  <a:pt x="4" y="4"/>
                </a:lnTo>
                <a:lnTo>
                  <a:pt x="4" y="3"/>
                </a:lnTo>
                <a:lnTo>
                  <a:pt x="3" y="3"/>
                </a:lnTo>
                <a:lnTo>
                  <a:pt x="3" y="2"/>
                </a:lnTo>
                <a:lnTo>
                  <a:pt x="1" y="2"/>
                </a:lnTo>
                <a:lnTo>
                  <a:pt x="0" y="2"/>
                </a:lnTo>
                <a:lnTo>
                  <a:pt x="0" y="0"/>
                </a:lnTo>
                <a:lnTo>
                  <a:pt x="1" y="0"/>
                </a:lnTo>
                <a:close/>
              </a:path>
            </a:pathLst>
          </a:custGeom>
          <a:solidFill>
            <a:srgbClr val="9FBAD7"/>
          </a:solidFill>
          <a:ln w="2520">
            <a:solidFill>
              <a:srgbClr val="FFFFFF"/>
            </a:solidFill>
            <a:round/>
          </a:ln>
        </p:spPr>
        <p:txBody>
          <a:bodyPr lIns="1080" tIns="360" rIns="1080" bIns="3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20" name=""/>
          <p:cNvSpPr/>
          <p:nvPr/>
        </p:nvSpPr>
        <p:spPr>
          <a:xfrm>
            <a:off x="4914360" y="1803600"/>
            <a:ext cx="360" cy="360"/>
          </a:xfrm>
          <a:custGeom>
            <a:avLst/>
            <a:gdLst/>
            <a:ahLst/>
            <a:rect l="0" t="0" r="r" b="b"/>
            <a:pathLst>
              <a:path w="1" h="1">
                <a:moveTo>
                  <a:pt x="1" y="1"/>
                </a:moveTo>
                <a:lnTo>
                  <a:pt x="0" y="1"/>
                </a:lnTo>
                <a:lnTo>
                  <a:pt x="0" y="0"/>
                </a:lnTo>
                <a:lnTo>
                  <a:pt x="1" y="0"/>
                </a:lnTo>
                <a:lnTo>
                  <a:pt x="1" y="1"/>
                </a:lnTo>
                <a:close/>
              </a:path>
            </a:pathLst>
          </a:custGeom>
          <a:solidFill>
            <a:srgbClr val="9FBAD7"/>
          </a:solidFill>
          <a:ln w="2520">
            <a:solidFill>
              <a:srgbClr val="FFFFFF"/>
            </a:solidFill>
            <a:round/>
          </a:ln>
        </p:spPr>
        <p:txBody>
          <a:bodyPr lIns="1080" tIns="-720" rIns="1080" bIns="-7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21" name=""/>
          <p:cNvSpPr/>
          <p:nvPr/>
        </p:nvSpPr>
        <p:spPr>
          <a:xfrm>
            <a:off x="4911120" y="1800360"/>
            <a:ext cx="0" cy="360"/>
          </a:xfrm>
          <a:custGeom>
            <a:avLst/>
            <a:gdLst/>
            <a:ahLst/>
            <a:rect l="0" t="0" r="r" b="b"/>
            <a:pathLst>
              <a:path w="0" h="1">
                <a:moveTo>
                  <a:pt x="0" y="1"/>
                </a:moveTo>
                <a:lnTo>
                  <a:pt x="0" y="0"/>
                </a:lnTo>
                <a:lnTo>
                  <a:pt x="0" y="1"/>
                </a:lnTo>
                <a:close/>
              </a:path>
            </a:pathLst>
          </a:custGeom>
          <a:solidFill>
            <a:srgbClr val="9FBAD7"/>
          </a:solidFill>
          <a:ln w="2520">
            <a:solidFill>
              <a:srgbClr val="FFFFFF"/>
            </a:solidFill>
            <a:round/>
          </a:ln>
        </p:spPr>
        <p:txBody>
          <a:bodyPr lIns="1080" tIns="-720" rIns="1080" bIns="-7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22" name=""/>
          <p:cNvSpPr/>
          <p:nvPr/>
        </p:nvSpPr>
        <p:spPr>
          <a:xfrm>
            <a:off x="4908960" y="1800000"/>
            <a:ext cx="1440" cy="1440"/>
          </a:xfrm>
          <a:custGeom>
            <a:avLst/>
            <a:gdLst/>
            <a:ahLst/>
            <a:rect l="0" t="0" r="r" b="b"/>
            <a:pathLst>
              <a:path w="4" h="4">
                <a:moveTo>
                  <a:pt x="2" y="0"/>
                </a:moveTo>
                <a:lnTo>
                  <a:pt x="4" y="0"/>
                </a:lnTo>
                <a:lnTo>
                  <a:pt x="4" y="2"/>
                </a:lnTo>
                <a:lnTo>
                  <a:pt x="2" y="2"/>
                </a:lnTo>
                <a:lnTo>
                  <a:pt x="2" y="4"/>
                </a:lnTo>
                <a:lnTo>
                  <a:pt x="0" y="4"/>
                </a:lnTo>
                <a:lnTo>
                  <a:pt x="0" y="2"/>
                </a:lnTo>
                <a:lnTo>
                  <a:pt x="2" y="2"/>
                </a:lnTo>
                <a:lnTo>
                  <a:pt x="2" y="0"/>
                </a:lnTo>
                <a:close/>
              </a:path>
            </a:pathLst>
          </a:custGeom>
          <a:solidFill>
            <a:srgbClr val="9FBAD7"/>
          </a:solidFill>
          <a:ln w="2520">
            <a:solidFill>
              <a:srgbClr val="FFFFFF"/>
            </a:solidFill>
            <a:round/>
          </a:ln>
        </p:spPr>
        <p:txBody>
          <a:bodyPr lIns="1080" tIns="360" rIns="1080" bIns="3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23" name=""/>
          <p:cNvSpPr/>
          <p:nvPr/>
        </p:nvSpPr>
        <p:spPr>
          <a:xfrm>
            <a:off x="4910760" y="1799640"/>
            <a:ext cx="360" cy="720"/>
          </a:xfrm>
          <a:custGeom>
            <a:avLst/>
            <a:gdLst/>
            <a:ahLst/>
            <a:rect l="0" t="0" r="r" b="b"/>
            <a:pathLst>
              <a:path w="1" h="2">
                <a:moveTo>
                  <a:pt x="1" y="1"/>
                </a:moveTo>
                <a:lnTo>
                  <a:pt x="1" y="0"/>
                </a:lnTo>
                <a:lnTo>
                  <a:pt x="1" y="1"/>
                </a:lnTo>
                <a:lnTo>
                  <a:pt x="1" y="2"/>
                </a:lnTo>
                <a:lnTo>
                  <a:pt x="0" y="2"/>
                </a:lnTo>
                <a:lnTo>
                  <a:pt x="0" y="1"/>
                </a:lnTo>
                <a:lnTo>
                  <a:pt x="1" y="1"/>
                </a:lnTo>
                <a:close/>
              </a:path>
            </a:pathLst>
          </a:custGeom>
          <a:solidFill>
            <a:srgbClr val="9FBAD7"/>
          </a:solidFill>
          <a:ln w="2520">
            <a:solidFill>
              <a:srgbClr val="FFFFFF"/>
            </a:solidFill>
            <a:round/>
          </a:ln>
        </p:spPr>
        <p:txBody>
          <a:bodyPr lIns="1080" tIns="-360" rIns="1080" bIns="-3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24" name=""/>
          <p:cNvSpPr/>
          <p:nvPr/>
        </p:nvSpPr>
        <p:spPr>
          <a:xfrm>
            <a:off x="4908240" y="1798200"/>
            <a:ext cx="360" cy="360"/>
          </a:xfrm>
          <a:custGeom>
            <a:avLst/>
            <a:gdLst/>
            <a:ahLst/>
            <a:rect l="0" t="0" r="r" b="b"/>
            <a:pathLst>
              <a:path w="1" h="1">
                <a:moveTo>
                  <a:pt x="1" y="1"/>
                </a:moveTo>
                <a:lnTo>
                  <a:pt x="0" y="1"/>
                </a:lnTo>
                <a:lnTo>
                  <a:pt x="0" y="0"/>
                </a:lnTo>
                <a:lnTo>
                  <a:pt x="1" y="0"/>
                </a:lnTo>
                <a:lnTo>
                  <a:pt x="1" y="1"/>
                </a:lnTo>
                <a:close/>
              </a:path>
            </a:pathLst>
          </a:custGeom>
          <a:solidFill>
            <a:srgbClr val="9FBAD7"/>
          </a:solidFill>
          <a:ln w="2520">
            <a:solidFill>
              <a:srgbClr val="FFFFFF"/>
            </a:solidFill>
            <a:round/>
          </a:ln>
        </p:spPr>
        <p:txBody>
          <a:bodyPr lIns="1080" tIns="-720" rIns="1080" bIns="-7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25" name=""/>
          <p:cNvSpPr/>
          <p:nvPr/>
        </p:nvSpPr>
        <p:spPr>
          <a:xfrm>
            <a:off x="4950720" y="1796760"/>
            <a:ext cx="0" cy="360"/>
          </a:xfrm>
          <a:custGeom>
            <a:avLst/>
            <a:gdLst/>
            <a:ahLst/>
            <a:rect l="0" t="0" r="r" b="b"/>
            <a:pathLst>
              <a:path w="0" h="1">
                <a:moveTo>
                  <a:pt x="0" y="0"/>
                </a:moveTo>
                <a:lnTo>
                  <a:pt x="0" y="1"/>
                </a:lnTo>
                <a:lnTo>
                  <a:pt x="0" y="0"/>
                </a:lnTo>
                <a:close/>
              </a:path>
            </a:pathLst>
          </a:custGeom>
          <a:solidFill>
            <a:srgbClr val="9FBAD7"/>
          </a:solidFill>
          <a:ln w="2520">
            <a:solidFill>
              <a:srgbClr val="FFFFFF"/>
            </a:solidFill>
            <a:round/>
          </a:ln>
        </p:spPr>
        <p:txBody>
          <a:bodyPr lIns="1080" tIns="-720" rIns="1080" bIns="-7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26" name=""/>
          <p:cNvSpPr/>
          <p:nvPr/>
        </p:nvSpPr>
        <p:spPr>
          <a:xfrm>
            <a:off x="4923000" y="1796040"/>
            <a:ext cx="1080" cy="1440"/>
          </a:xfrm>
          <a:custGeom>
            <a:avLst/>
            <a:gdLst/>
            <a:ahLst/>
            <a:rect l="0" t="0" r="r" b="b"/>
            <a:pathLst>
              <a:path w="3" h="4">
                <a:moveTo>
                  <a:pt x="3" y="0"/>
                </a:moveTo>
                <a:lnTo>
                  <a:pt x="3" y="1"/>
                </a:lnTo>
                <a:lnTo>
                  <a:pt x="3" y="4"/>
                </a:lnTo>
                <a:lnTo>
                  <a:pt x="1" y="3"/>
                </a:lnTo>
                <a:lnTo>
                  <a:pt x="0" y="3"/>
                </a:lnTo>
                <a:lnTo>
                  <a:pt x="0" y="1"/>
                </a:lnTo>
                <a:lnTo>
                  <a:pt x="0" y="0"/>
                </a:lnTo>
                <a:lnTo>
                  <a:pt x="1" y="0"/>
                </a:lnTo>
                <a:lnTo>
                  <a:pt x="3" y="0"/>
                </a:lnTo>
                <a:close/>
              </a:path>
            </a:pathLst>
          </a:custGeom>
          <a:solidFill>
            <a:srgbClr val="9FBAD7"/>
          </a:solidFill>
          <a:ln w="2520">
            <a:solidFill>
              <a:srgbClr val="FFFFFF"/>
            </a:solidFill>
            <a:round/>
          </a:ln>
        </p:spPr>
        <p:txBody>
          <a:bodyPr lIns="1080" tIns="360" rIns="1080" bIns="3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27" name=""/>
          <p:cNvSpPr/>
          <p:nvPr/>
        </p:nvSpPr>
        <p:spPr>
          <a:xfrm>
            <a:off x="4933800" y="1794240"/>
            <a:ext cx="360" cy="360"/>
          </a:xfrm>
          <a:custGeom>
            <a:avLst/>
            <a:gdLst/>
            <a:ahLst/>
            <a:rect l="0" t="0" r="r" b="b"/>
            <a:pathLst>
              <a:path w="1" h="1">
                <a:moveTo>
                  <a:pt x="1" y="1"/>
                </a:moveTo>
                <a:lnTo>
                  <a:pt x="0" y="1"/>
                </a:lnTo>
                <a:lnTo>
                  <a:pt x="0" y="0"/>
                </a:lnTo>
                <a:lnTo>
                  <a:pt x="1" y="0"/>
                </a:lnTo>
                <a:lnTo>
                  <a:pt x="1" y="1"/>
                </a:lnTo>
                <a:close/>
              </a:path>
            </a:pathLst>
          </a:custGeom>
          <a:solidFill>
            <a:srgbClr val="9FBAD7"/>
          </a:solidFill>
          <a:ln w="2520">
            <a:solidFill>
              <a:srgbClr val="FFFFFF"/>
            </a:solidFill>
            <a:round/>
          </a:ln>
        </p:spPr>
        <p:txBody>
          <a:bodyPr lIns="1080" tIns="-720" rIns="1080" bIns="-7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28" name=""/>
          <p:cNvSpPr/>
          <p:nvPr/>
        </p:nvSpPr>
        <p:spPr>
          <a:xfrm>
            <a:off x="4930200" y="1792800"/>
            <a:ext cx="720" cy="1440"/>
          </a:xfrm>
          <a:custGeom>
            <a:avLst/>
            <a:gdLst/>
            <a:ahLst/>
            <a:rect l="0" t="0" r="r" b="b"/>
            <a:pathLst>
              <a:path w="2" h="4">
                <a:moveTo>
                  <a:pt x="0" y="4"/>
                </a:moveTo>
                <a:lnTo>
                  <a:pt x="0" y="2"/>
                </a:lnTo>
                <a:lnTo>
                  <a:pt x="0" y="0"/>
                </a:lnTo>
                <a:lnTo>
                  <a:pt x="2" y="0"/>
                </a:lnTo>
                <a:lnTo>
                  <a:pt x="2" y="2"/>
                </a:lnTo>
                <a:lnTo>
                  <a:pt x="0" y="2"/>
                </a:lnTo>
                <a:lnTo>
                  <a:pt x="0" y="4"/>
                </a:lnTo>
                <a:close/>
              </a:path>
            </a:pathLst>
          </a:custGeom>
          <a:solidFill>
            <a:srgbClr val="9FBAD7"/>
          </a:solidFill>
          <a:ln w="2520">
            <a:solidFill>
              <a:srgbClr val="FFFFFF"/>
            </a:solidFill>
            <a:round/>
          </a:ln>
        </p:spPr>
        <p:txBody>
          <a:bodyPr lIns="1080" tIns="360" rIns="1080" bIns="3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29" name=""/>
          <p:cNvSpPr/>
          <p:nvPr/>
        </p:nvSpPr>
        <p:spPr>
          <a:xfrm>
            <a:off x="4938120" y="1786680"/>
            <a:ext cx="360" cy="0"/>
          </a:xfrm>
          <a:custGeom>
            <a:avLst/>
            <a:gdLst/>
            <a:ahLst/>
            <a:rect l="0" t="0" r="r" b="b"/>
            <a:pathLst>
              <a:path w="1" h="0">
                <a:moveTo>
                  <a:pt x="1" y="0"/>
                </a:moveTo>
                <a:lnTo>
                  <a:pt x="0" y="0"/>
                </a:lnTo>
                <a:lnTo>
                  <a:pt x="1" y="0"/>
                </a:lnTo>
                <a:close/>
              </a:path>
            </a:pathLst>
          </a:custGeom>
          <a:solidFill>
            <a:srgbClr val="9FBAD7"/>
          </a:solidFill>
          <a:ln w="2520">
            <a:solidFill>
              <a:srgbClr val="FFFFFF"/>
            </a:solidFill>
            <a:round/>
          </a:ln>
        </p:spPr>
        <p:txBody>
          <a:bodyPr lIns="1080" tIns="-1080" rIns="1080" bIns="-108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30" name=""/>
          <p:cNvSpPr/>
          <p:nvPr/>
        </p:nvSpPr>
        <p:spPr>
          <a:xfrm>
            <a:off x="5020560" y="1760400"/>
            <a:ext cx="360" cy="720"/>
          </a:xfrm>
          <a:custGeom>
            <a:avLst/>
            <a:gdLst/>
            <a:ahLst/>
            <a:rect l="0" t="0" r="r" b="b"/>
            <a:pathLst>
              <a:path w="1" h="2">
                <a:moveTo>
                  <a:pt x="0" y="2"/>
                </a:moveTo>
                <a:lnTo>
                  <a:pt x="0" y="1"/>
                </a:lnTo>
                <a:lnTo>
                  <a:pt x="1" y="0"/>
                </a:lnTo>
                <a:lnTo>
                  <a:pt x="1" y="1"/>
                </a:lnTo>
                <a:lnTo>
                  <a:pt x="1" y="2"/>
                </a:lnTo>
                <a:lnTo>
                  <a:pt x="0" y="2"/>
                </a:lnTo>
                <a:close/>
              </a:path>
            </a:pathLst>
          </a:custGeom>
          <a:solidFill>
            <a:srgbClr val="9FBAD7"/>
          </a:solidFill>
          <a:ln w="2520">
            <a:solidFill>
              <a:srgbClr val="FFFFFF"/>
            </a:solidFill>
            <a:round/>
          </a:ln>
        </p:spPr>
        <p:txBody>
          <a:bodyPr lIns="1080" tIns="-360" rIns="1080" bIns="-3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31" name=""/>
          <p:cNvSpPr/>
          <p:nvPr/>
        </p:nvSpPr>
        <p:spPr>
          <a:xfrm>
            <a:off x="5021280" y="1759680"/>
            <a:ext cx="360" cy="360"/>
          </a:xfrm>
          <a:custGeom>
            <a:avLst/>
            <a:gdLst/>
            <a:ahLst/>
            <a:rect l="0" t="0" r="r" b="b"/>
            <a:pathLst>
              <a:path w="1" h="1">
                <a:moveTo>
                  <a:pt x="1" y="1"/>
                </a:moveTo>
                <a:lnTo>
                  <a:pt x="0" y="1"/>
                </a:lnTo>
                <a:lnTo>
                  <a:pt x="0" y="0"/>
                </a:lnTo>
                <a:lnTo>
                  <a:pt x="1" y="1"/>
                </a:lnTo>
                <a:close/>
              </a:path>
            </a:pathLst>
          </a:custGeom>
          <a:solidFill>
            <a:srgbClr val="9FBAD7"/>
          </a:solidFill>
          <a:ln w="2520">
            <a:solidFill>
              <a:srgbClr val="FFFFFF"/>
            </a:solidFill>
            <a:round/>
          </a:ln>
        </p:spPr>
        <p:txBody>
          <a:bodyPr lIns="1080" tIns="-720" rIns="1080" bIns="-7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32" name=""/>
          <p:cNvSpPr/>
          <p:nvPr/>
        </p:nvSpPr>
        <p:spPr>
          <a:xfrm>
            <a:off x="5005080" y="1751400"/>
            <a:ext cx="9360" cy="4680"/>
          </a:xfrm>
          <a:custGeom>
            <a:avLst/>
            <a:gdLst/>
            <a:ahLst/>
            <a:rect l="0" t="0" r="r" b="b"/>
            <a:pathLst>
              <a:path w="26" h="13">
                <a:moveTo>
                  <a:pt x="23" y="2"/>
                </a:moveTo>
                <a:lnTo>
                  <a:pt x="22" y="2"/>
                </a:lnTo>
                <a:lnTo>
                  <a:pt x="22" y="4"/>
                </a:lnTo>
                <a:lnTo>
                  <a:pt x="23" y="4"/>
                </a:lnTo>
                <a:lnTo>
                  <a:pt x="24" y="4"/>
                </a:lnTo>
                <a:lnTo>
                  <a:pt x="24" y="5"/>
                </a:lnTo>
                <a:lnTo>
                  <a:pt x="25" y="5"/>
                </a:lnTo>
                <a:lnTo>
                  <a:pt x="26" y="5"/>
                </a:lnTo>
                <a:lnTo>
                  <a:pt x="26" y="6"/>
                </a:lnTo>
                <a:lnTo>
                  <a:pt x="25" y="5"/>
                </a:lnTo>
                <a:lnTo>
                  <a:pt x="25" y="6"/>
                </a:lnTo>
                <a:lnTo>
                  <a:pt x="24" y="5"/>
                </a:lnTo>
                <a:lnTo>
                  <a:pt x="24" y="6"/>
                </a:lnTo>
                <a:lnTo>
                  <a:pt x="24" y="7"/>
                </a:lnTo>
                <a:lnTo>
                  <a:pt x="24" y="8"/>
                </a:lnTo>
                <a:lnTo>
                  <a:pt x="24" y="9"/>
                </a:lnTo>
                <a:lnTo>
                  <a:pt x="25" y="9"/>
                </a:lnTo>
                <a:lnTo>
                  <a:pt x="25" y="10"/>
                </a:lnTo>
                <a:lnTo>
                  <a:pt x="25" y="11"/>
                </a:lnTo>
                <a:lnTo>
                  <a:pt x="25" y="12"/>
                </a:lnTo>
                <a:lnTo>
                  <a:pt x="24" y="12"/>
                </a:lnTo>
                <a:lnTo>
                  <a:pt x="24" y="11"/>
                </a:lnTo>
                <a:lnTo>
                  <a:pt x="24" y="12"/>
                </a:lnTo>
                <a:lnTo>
                  <a:pt x="23" y="13"/>
                </a:lnTo>
                <a:lnTo>
                  <a:pt x="23" y="12"/>
                </a:lnTo>
                <a:lnTo>
                  <a:pt x="22" y="11"/>
                </a:lnTo>
                <a:lnTo>
                  <a:pt x="22" y="12"/>
                </a:lnTo>
                <a:lnTo>
                  <a:pt x="21" y="12"/>
                </a:lnTo>
                <a:lnTo>
                  <a:pt x="21" y="13"/>
                </a:lnTo>
                <a:lnTo>
                  <a:pt x="21" y="12"/>
                </a:lnTo>
                <a:lnTo>
                  <a:pt x="21" y="11"/>
                </a:lnTo>
                <a:lnTo>
                  <a:pt x="20" y="11"/>
                </a:lnTo>
                <a:lnTo>
                  <a:pt x="19" y="11"/>
                </a:lnTo>
                <a:lnTo>
                  <a:pt x="18" y="11"/>
                </a:lnTo>
                <a:lnTo>
                  <a:pt x="17" y="11"/>
                </a:lnTo>
                <a:lnTo>
                  <a:pt x="16" y="11"/>
                </a:lnTo>
                <a:lnTo>
                  <a:pt x="16" y="12"/>
                </a:lnTo>
                <a:lnTo>
                  <a:pt x="15" y="12"/>
                </a:lnTo>
                <a:lnTo>
                  <a:pt x="14" y="12"/>
                </a:lnTo>
                <a:lnTo>
                  <a:pt x="13" y="12"/>
                </a:lnTo>
                <a:lnTo>
                  <a:pt x="12" y="12"/>
                </a:lnTo>
                <a:lnTo>
                  <a:pt x="12" y="11"/>
                </a:lnTo>
                <a:lnTo>
                  <a:pt x="10" y="11"/>
                </a:lnTo>
                <a:lnTo>
                  <a:pt x="9" y="11"/>
                </a:lnTo>
                <a:lnTo>
                  <a:pt x="8" y="11"/>
                </a:lnTo>
                <a:lnTo>
                  <a:pt x="6" y="11"/>
                </a:lnTo>
                <a:lnTo>
                  <a:pt x="6" y="12"/>
                </a:lnTo>
                <a:lnTo>
                  <a:pt x="3" y="12"/>
                </a:lnTo>
                <a:lnTo>
                  <a:pt x="3" y="11"/>
                </a:lnTo>
                <a:lnTo>
                  <a:pt x="2" y="11"/>
                </a:lnTo>
                <a:lnTo>
                  <a:pt x="1" y="11"/>
                </a:lnTo>
                <a:lnTo>
                  <a:pt x="0" y="11"/>
                </a:lnTo>
                <a:lnTo>
                  <a:pt x="0" y="10"/>
                </a:lnTo>
                <a:lnTo>
                  <a:pt x="1" y="9"/>
                </a:lnTo>
                <a:lnTo>
                  <a:pt x="1" y="8"/>
                </a:lnTo>
                <a:lnTo>
                  <a:pt x="2" y="8"/>
                </a:lnTo>
                <a:lnTo>
                  <a:pt x="3" y="7"/>
                </a:lnTo>
                <a:lnTo>
                  <a:pt x="3" y="6"/>
                </a:lnTo>
                <a:lnTo>
                  <a:pt x="4" y="6"/>
                </a:lnTo>
                <a:lnTo>
                  <a:pt x="6" y="6"/>
                </a:lnTo>
                <a:lnTo>
                  <a:pt x="7" y="6"/>
                </a:lnTo>
                <a:lnTo>
                  <a:pt x="8" y="6"/>
                </a:lnTo>
                <a:lnTo>
                  <a:pt x="8" y="7"/>
                </a:lnTo>
                <a:lnTo>
                  <a:pt x="9" y="8"/>
                </a:lnTo>
                <a:lnTo>
                  <a:pt x="10" y="9"/>
                </a:lnTo>
                <a:lnTo>
                  <a:pt x="11" y="9"/>
                </a:lnTo>
                <a:lnTo>
                  <a:pt x="11" y="8"/>
                </a:lnTo>
                <a:lnTo>
                  <a:pt x="11" y="7"/>
                </a:lnTo>
                <a:lnTo>
                  <a:pt x="12" y="7"/>
                </a:lnTo>
                <a:lnTo>
                  <a:pt x="12" y="6"/>
                </a:lnTo>
                <a:lnTo>
                  <a:pt x="13" y="6"/>
                </a:lnTo>
                <a:lnTo>
                  <a:pt x="13" y="5"/>
                </a:lnTo>
                <a:lnTo>
                  <a:pt x="13" y="4"/>
                </a:lnTo>
                <a:lnTo>
                  <a:pt x="14" y="2"/>
                </a:lnTo>
                <a:lnTo>
                  <a:pt x="15" y="2"/>
                </a:lnTo>
                <a:lnTo>
                  <a:pt x="16" y="2"/>
                </a:lnTo>
                <a:lnTo>
                  <a:pt x="17" y="2"/>
                </a:lnTo>
                <a:lnTo>
                  <a:pt x="17" y="4"/>
                </a:lnTo>
                <a:lnTo>
                  <a:pt x="18" y="4"/>
                </a:lnTo>
                <a:lnTo>
                  <a:pt x="18" y="5"/>
                </a:lnTo>
                <a:lnTo>
                  <a:pt x="19" y="4"/>
                </a:lnTo>
                <a:lnTo>
                  <a:pt x="20" y="4"/>
                </a:lnTo>
                <a:lnTo>
                  <a:pt x="20" y="2"/>
                </a:lnTo>
                <a:lnTo>
                  <a:pt x="20" y="1"/>
                </a:lnTo>
                <a:lnTo>
                  <a:pt x="21" y="1"/>
                </a:lnTo>
                <a:lnTo>
                  <a:pt x="22" y="0"/>
                </a:lnTo>
                <a:lnTo>
                  <a:pt x="23" y="1"/>
                </a:lnTo>
                <a:lnTo>
                  <a:pt x="23" y="2"/>
                </a:lnTo>
                <a:close/>
              </a:path>
            </a:pathLst>
          </a:custGeom>
          <a:solidFill>
            <a:srgbClr val="9FBAD7"/>
          </a:solidFill>
          <a:ln w="2520">
            <a:solidFill>
              <a:srgbClr val="FFFFFF"/>
            </a:solidFill>
            <a:round/>
          </a:ln>
        </p:spPr>
        <p:txBody>
          <a:bodyPr lIns="1080" tIns="1080" rIns="1080" bIns="108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33" name=""/>
          <p:cNvSpPr/>
          <p:nvPr/>
        </p:nvSpPr>
        <p:spPr>
          <a:xfrm>
            <a:off x="5011560" y="1751760"/>
            <a:ext cx="360" cy="360"/>
          </a:xfrm>
          <a:custGeom>
            <a:avLst/>
            <a:gdLst/>
            <a:ahLst/>
            <a:rect l="0" t="0" r="r" b="b"/>
            <a:pathLst>
              <a:path w="1" h="1">
                <a:moveTo>
                  <a:pt x="0" y="0"/>
                </a:moveTo>
                <a:lnTo>
                  <a:pt x="1" y="0"/>
                </a:lnTo>
                <a:lnTo>
                  <a:pt x="0" y="1"/>
                </a:lnTo>
                <a:lnTo>
                  <a:pt x="0" y="0"/>
                </a:lnTo>
                <a:close/>
              </a:path>
            </a:pathLst>
          </a:custGeom>
          <a:solidFill>
            <a:srgbClr val="9FBAD7"/>
          </a:solidFill>
          <a:ln w="2520">
            <a:solidFill>
              <a:srgbClr val="FFFFFF"/>
            </a:solidFill>
            <a:round/>
          </a:ln>
        </p:spPr>
        <p:txBody>
          <a:bodyPr lIns="1080" tIns="-720" rIns="1080" bIns="-7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34" name=""/>
          <p:cNvSpPr/>
          <p:nvPr/>
        </p:nvSpPr>
        <p:spPr>
          <a:xfrm>
            <a:off x="5009400" y="1747440"/>
            <a:ext cx="1440" cy="1440"/>
          </a:xfrm>
          <a:custGeom>
            <a:avLst/>
            <a:gdLst/>
            <a:ahLst/>
            <a:rect l="0" t="0" r="r" b="b"/>
            <a:pathLst>
              <a:path w="4" h="4">
                <a:moveTo>
                  <a:pt x="4" y="2"/>
                </a:moveTo>
                <a:lnTo>
                  <a:pt x="4" y="4"/>
                </a:lnTo>
                <a:lnTo>
                  <a:pt x="3" y="4"/>
                </a:lnTo>
                <a:lnTo>
                  <a:pt x="1" y="4"/>
                </a:lnTo>
                <a:lnTo>
                  <a:pt x="0" y="2"/>
                </a:lnTo>
                <a:lnTo>
                  <a:pt x="0" y="0"/>
                </a:lnTo>
                <a:lnTo>
                  <a:pt x="1" y="0"/>
                </a:lnTo>
                <a:lnTo>
                  <a:pt x="3" y="0"/>
                </a:lnTo>
                <a:lnTo>
                  <a:pt x="4" y="2"/>
                </a:lnTo>
                <a:close/>
              </a:path>
            </a:pathLst>
          </a:custGeom>
          <a:solidFill>
            <a:srgbClr val="9FBAD7"/>
          </a:solidFill>
          <a:ln w="2520">
            <a:solidFill>
              <a:srgbClr val="FFFFFF"/>
            </a:solidFill>
            <a:round/>
          </a:ln>
        </p:spPr>
        <p:txBody>
          <a:bodyPr lIns="1080" tIns="360" rIns="1080" bIns="3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35" name=""/>
          <p:cNvSpPr/>
          <p:nvPr/>
        </p:nvSpPr>
        <p:spPr>
          <a:xfrm>
            <a:off x="5007600" y="1747440"/>
            <a:ext cx="1800" cy="1080"/>
          </a:xfrm>
          <a:custGeom>
            <a:avLst/>
            <a:gdLst/>
            <a:ahLst/>
            <a:rect l="0" t="0" r="r" b="b"/>
            <a:pathLst>
              <a:path w="5" h="3">
                <a:moveTo>
                  <a:pt x="5" y="2"/>
                </a:moveTo>
                <a:lnTo>
                  <a:pt x="3" y="3"/>
                </a:lnTo>
                <a:lnTo>
                  <a:pt x="2" y="3"/>
                </a:lnTo>
                <a:lnTo>
                  <a:pt x="0" y="2"/>
                </a:lnTo>
                <a:lnTo>
                  <a:pt x="0" y="0"/>
                </a:lnTo>
                <a:lnTo>
                  <a:pt x="2" y="0"/>
                </a:lnTo>
                <a:lnTo>
                  <a:pt x="2" y="2"/>
                </a:lnTo>
                <a:lnTo>
                  <a:pt x="3" y="2"/>
                </a:lnTo>
                <a:lnTo>
                  <a:pt x="3" y="0"/>
                </a:lnTo>
                <a:lnTo>
                  <a:pt x="5" y="0"/>
                </a:lnTo>
                <a:lnTo>
                  <a:pt x="5" y="2"/>
                </a:lnTo>
                <a:close/>
              </a:path>
            </a:pathLst>
          </a:custGeom>
          <a:solidFill>
            <a:srgbClr val="9FBAD7"/>
          </a:solidFill>
          <a:ln w="2520">
            <a:solidFill>
              <a:srgbClr val="FFFFFF"/>
            </a:solidFill>
            <a:round/>
          </a:ln>
        </p:spPr>
        <p:txBody>
          <a:bodyPr lIns="1080" tIns="0" rIns="108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36" name=""/>
          <p:cNvSpPr/>
          <p:nvPr/>
        </p:nvSpPr>
        <p:spPr>
          <a:xfrm>
            <a:off x="4640760" y="1863000"/>
            <a:ext cx="2880" cy="6120"/>
          </a:xfrm>
          <a:custGeom>
            <a:avLst/>
            <a:gdLst/>
            <a:ahLst/>
            <a:rect l="0" t="0" r="r" b="b"/>
            <a:pathLst>
              <a:path w="8" h="17">
                <a:moveTo>
                  <a:pt x="6" y="5"/>
                </a:moveTo>
                <a:lnTo>
                  <a:pt x="5" y="5"/>
                </a:lnTo>
                <a:lnTo>
                  <a:pt x="4" y="6"/>
                </a:lnTo>
                <a:lnTo>
                  <a:pt x="4" y="7"/>
                </a:lnTo>
                <a:lnTo>
                  <a:pt x="4" y="9"/>
                </a:lnTo>
                <a:lnTo>
                  <a:pt x="5" y="10"/>
                </a:lnTo>
                <a:lnTo>
                  <a:pt x="5" y="11"/>
                </a:lnTo>
                <a:lnTo>
                  <a:pt x="4" y="11"/>
                </a:lnTo>
                <a:lnTo>
                  <a:pt x="4" y="12"/>
                </a:lnTo>
                <a:lnTo>
                  <a:pt x="3" y="13"/>
                </a:lnTo>
                <a:lnTo>
                  <a:pt x="2" y="13"/>
                </a:lnTo>
                <a:lnTo>
                  <a:pt x="2" y="14"/>
                </a:lnTo>
                <a:lnTo>
                  <a:pt x="3" y="14"/>
                </a:lnTo>
                <a:lnTo>
                  <a:pt x="3" y="15"/>
                </a:lnTo>
                <a:lnTo>
                  <a:pt x="4" y="15"/>
                </a:lnTo>
                <a:lnTo>
                  <a:pt x="3" y="17"/>
                </a:lnTo>
                <a:lnTo>
                  <a:pt x="2" y="17"/>
                </a:lnTo>
                <a:lnTo>
                  <a:pt x="2" y="16"/>
                </a:lnTo>
                <a:lnTo>
                  <a:pt x="1" y="16"/>
                </a:lnTo>
                <a:lnTo>
                  <a:pt x="1" y="15"/>
                </a:lnTo>
                <a:lnTo>
                  <a:pt x="1" y="14"/>
                </a:lnTo>
                <a:lnTo>
                  <a:pt x="1" y="13"/>
                </a:lnTo>
                <a:lnTo>
                  <a:pt x="0" y="11"/>
                </a:lnTo>
                <a:lnTo>
                  <a:pt x="0" y="10"/>
                </a:lnTo>
                <a:lnTo>
                  <a:pt x="0" y="9"/>
                </a:lnTo>
                <a:lnTo>
                  <a:pt x="1" y="9"/>
                </a:lnTo>
                <a:lnTo>
                  <a:pt x="2" y="9"/>
                </a:lnTo>
                <a:lnTo>
                  <a:pt x="2" y="7"/>
                </a:lnTo>
                <a:lnTo>
                  <a:pt x="2" y="6"/>
                </a:lnTo>
                <a:lnTo>
                  <a:pt x="2" y="5"/>
                </a:lnTo>
                <a:lnTo>
                  <a:pt x="3" y="4"/>
                </a:lnTo>
                <a:lnTo>
                  <a:pt x="3" y="3"/>
                </a:lnTo>
                <a:lnTo>
                  <a:pt x="3" y="2"/>
                </a:lnTo>
                <a:lnTo>
                  <a:pt x="3" y="1"/>
                </a:lnTo>
                <a:lnTo>
                  <a:pt x="4" y="1"/>
                </a:lnTo>
                <a:lnTo>
                  <a:pt x="4" y="0"/>
                </a:lnTo>
                <a:lnTo>
                  <a:pt x="5" y="1"/>
                </a:lnTo>
                <a:lnTo>
                  <a:pt x="5" y="2"/>
                </a:lnTo>
                <a:lnTo>
                  <a:pt x="6" y="2"/>
                </a:lnTo>
                <a:lnTo>
                  <a:pt x="8" y="3"/>
                </a:lnTo>
                <a:lnTo>
                  <a:pt x="8" y="4"/>
                </a:lnTo>
                <a:lnTo>
                  <a:pt x="6" y="5"/>
                </a:lnTo>
                <a:close/>
              </a:path>
            </a:pathLst>
          </a:custGeom>
          <a:solidFill>
            <a:srgbClr val="EBAB90"/>
          </a:solidFill>
          <a:ln w="2520">
            <a:solidFill>
              <a:srgbClr val="FFFFFF"/>
            </a:solidFill>
            <a:round/>
          </a:ln>
        </p:spPr>
        <p:txBody>
          <a:bodyPr lIns="1080" tIns="1080" rIns="1080" bIns="108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37" name=""/>
          <p:cNvSpPr/>
          <p:nvPr/>
        </p:nvSpPr>
        <p:spPr>
          <a:xfrm>
            <a:off x="4641480" y="1863360"/>
            <a:ext cx="0" cy="360"/>
          </a:xfrm>
          <a:custGeom>
            <a:avLst/>
            <a:gdLst/>
            <a:ahLst/>
            <a:rect l="0" t="0" r="r" b="b"/>
            <a:pathLst>
              <a:path w="0" h="1">
                <a:moveTo>
                  <a:pt x="0" y="1"/>
                </a:moveTo>
                <a:lnTo>
                  <a:pt x="0" y="0"/>
                </a:lnTo>
                <a:lnTo>
                  <a:pt x="0" y="1"/>
                </a:lnTo>
                <a:close/>
              </a:path>
            </a:pathLst>
          </a:custGeom>
          <a:solidFill>
            <a:srgbClr val="EBAB90"/>
          </a:solidFill>
          <a:ln w="2520">
            <a:solidFill>
              <a:srgbClr val="FFFFFF"/>
            </a:solidFill>
            <a:round/>
          </a:ln>
        </p:spPr>
        <p:txBody>
          <a:bodyPr lIns="1080" tIns="-720" rIns="1080" bIns="-7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38" name=""/>
          <p:cNvSpPr/>
          <p:nvPr/>
        </p:nvSpPr>
        <p:spPr>
          <a:xfrm>
            <a:off x="4640760" y="1861920"/>
            <a:ext cx="360" cy="720"/>
          </a:xfrm>
          <a:custGeom>
            <a:avLst/>
            <a:gdLst/>
            <a:ahLst/>
            <a:rect l="0" t="0" r="r" b="b"/>
            <a:pathLst>
              <a:path w="1" h="2">
                <a:moveTo>
                  <a:pt x="0" y="2"/>
                </a:moveTo>
                <a:lnTo>
                  <a:pt x="0" y="0"/>
                </a:lnTo>
                <a:lnTo>
                  <a:pt x="1" y="0"/>
                </a:lnTo>
                <a:lnTo>
                  <a:pt x="1" y="1"/>
                </a:lnTo>
                <a:lnTo>
                  <a:pt x="1" y="2"/>
                </a:lnTo>
                <a:lnTo>
                  <a:pt x="0" y="2"/>
                </a:lnTo>
                <a:close/>
              </a:path>
            </a:pathLst>
          </a:custGeom>
          <a:solidFill>
            <a:srgbClr val="EBAB90"/>
          </a:solidFill>
          <a:ln w="2520">
            <a:solidFill>
              <a:srgbClr val="FFFFFF"/>
            </a:solidFill>
            <a:round/>
          </a:ln>
        </p:spPr>
        <p:txBody>
          <a:bodyPr lIns="1080" tIns="-360" rIns="1080" bIns="-3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39" name=""/>
          <p:cNvSpPr/>
          <p:nvPr/>
        </p:nvSpPr>
        <p:spPr>
          <a:xfrm>
            <a:off x="4651200" y="1860120"/>
            <a:ext cx="1800" cy="1440"/>
          </a:xfrm>
          <a:custGeom>
            <a:avLst/>
            <a:gdLst/>
            <a:ahLst/>
            <a:rect l="0" t="0" r="r" b="b"/>
            <a:pathLst>
              <a:path w="5" h="4">
                <a:moveTo>
                  <a:pt x="5" y="0"/>
                </a:moveTo>
                <a:lnTo>
                  <a:pt x="5" y="2"/>
                </a:lnTo>
                <a:lnTo>
                  <a:pt x="3" y="3"/>
                </a:lnTo>
                <a:lnTo>
                  <a:pt x="3" y="4"/>
                </a:lnTo>
                <a:lnTo>
                  <a:pt x="3" y="3"/>
                </a:lnTo>
                <a:lnTo>
                  <a:pt x="2" y="3"/>
                </a:lnTo>
                <a:lnTo>
                  <a:pt x="2" y="2"/>
                </a:lnTo>
                <a:lnTo>
                  <a:pt x="0" y="0"/>
                </a:lnTo>
                <a:lnTo>
                  <a:pt x="2" y="0"/>
                </a:lnTo>
                <a:lnTo>
                  <a:pt x="3" y="0"/>
                </a:lnTo>
                <a:lnTo>
                  <a:pt x="5" y="0"/>
                </a:lnTo>
                <a:close/>
              </a:path>
            </a:pathLst>
          </a:custGeom>
          <a:solidFill>
            <a:srgbClr val="EBAB90"/>
          </a:solidFill>
          <a:ln w="2520">
            <a:solidFill>
              <a:srgbClr val="FFFFFF"/>
            </a:solidFill>
            <a:round/>
          </a:ln>
        </p:spPr>
        <p:txBody>
          <a:bodyPr lIns="1080" tIns="360" rIns="1080" bIns="3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40" name=""/>
          <p:cNvSpPr/>
          <p:nvPr/>
        </p:nvSpPr>
        <p:spPr>
          <a:xfrm>
            <a:off x="4651200" y="1859400"/>
            <a:ext cx="0" cy="720"/>
          </a:xfrm>
          <a:custGeom>
            <a:avLst/>
            <a:gdLst/>
            <a:ahLst/>
            <a:rect l="0" t="0" r="r" b="b"/>
            <a:pathLst>
              <a:path w="0" h="2">
                <a:moveTo>
                  <a:pt x="0" y="1"/>
                </a:moveTo>
                <a:lnTo>
                  <a:pt x="0" y="0"/>
                </a:lnTo>
                <a:lnTo>
                  <a:pt x="0" y="1"/>
                </a:lnTo>
                <a:lnTo>
                  <a:pt x="0" y="2"/>
                </a:lnTo>
                <a:lnTo>
                  <a:pt x="0" y="1"/>
                </a:lnTo>
                <a:close/>
              </a:path>
            </a:pathLst>
          </a:custGeom>
          <a:solidFill>
            <a:srgbClr val="EBAB90"/>
          </a:solidFill>
          <a:ln w="2520">
            <a:solidFill>
              <a:srgbClr val="FFFFFF"/>
            </a:solidFill>
            <a:round/>
          </a:ln>
        </p:spPr>
        <p:txBody>
          <a:bodyPr lIns="1080" tIns="-360" rIns="1080" bIns="-3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41" name=""/>
          <p:cNvSpPr/>
          <p:nvPr/>
        </p:nvSpPr>
        <p:spPr>
          <a:xfrm>
            <a:off x="4650840" y="1858680"/>
            <a:ext cx="1440" cy="1080"/>
          </a:xfrm>
          <a:custGeom>
            <a:avLst/>
            <a:gdLst/>
            <a:ahLst/>
            <a:rect l="0" t="0" r="r" b="b"/>
            <a:pathLst>
              <a:path w="4" h="3">
                <a:moveTo>
                  <a:pt x="3" y="3"/>
                </a:moveTo>
                <a:lnTo>
                  <a:pt x="2" y="3"/>
                </a:lnTo>
                <a:lnTo>
                  <a:pt x="0" y="1"/>
                </a:lnTo>
                <a:lnTo>
                  <a:pt x="0" y="0"/>
                </a:lnTo>
                <a:lnTo>
                  <a:pt x="2" y="0"/>
                </a:lnTo>
                <a:lnTo>
                  <a:pt x="3" y="0"/>
                </a:lnTo>
                <a:lnTo>
                  <a:pt x="4" y="1"/>
                </a:lnTo>
                <a:lnTo>
                  <a:pt x="4" y="3"/>
                </a:lnTo>
                <a:lnTo>
                  <a:pt x="3" y="3"/>
                </a:lnTo>
                <a:close/>
              </a:path>
            </a:pathLst>
          </a:custGeom>
          <a:solidFill>
            <a:srgbClr val="EBAB90"/>
          </a:solidFill>
          <a:ln w="2520">
            <a:solidFill>
              <a:srgbClr val="FFFFFF"/>
            </a:solidFill>
            <a:round/>
          </a:ln>
        </p:spPr>
        <p:txBody>
          <a:bodyPr lIns="1080" tIns="0" rIns="108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42" name=""/>
          <p:cNvSpPr/>
          <p:nvPr/>
        </p:nvSpPr>
        <p:spPr>
          <a:xfrm>
            <a:off x="4650840" y="1858320"/>
            <a:ext cx="720" cy="720"/>
          </a:xfrm>
          <a:custGeom>
            <a:avLst/>
            <a:gdLst/>
            <a:ahLst/>
            <a:rect l="0" t="0" r="r" b="b"/>
            <a:pathLst>
              <a:path w="2" h="2">
                <a:moveTo>
                  <a:pt x="0" y="2"/>
                </a:moveTo>
                <a:lnTo>
                  <a:pt x="0" y="0"/>
                </a:lnTo>
                <a:lnTo>
                  <a:pt x="2" y="0"/>
                </a:lnTo>
                <a:lnTo>
                  <a:pt x="2" y="2"/>
                </a:lnTo>
                <a:lnTo>
                  <a:pt x="0" y="2"/>
                </a:lnTo>
                <a:close/>
              </a:path>
            </a:pathLst>
          </a:custGeom>
          <a:solidFill>
            <a:srgbClr val="EBAB90"/>
          </a:solidFill>
          <a:ln w="2520">
            <a:solidFill>
              <a:srgbClr val="FFFFFF"/>
            </a:solidFill>
            <a:round/>
          </a:ln>
        </p:spPr>
        <p:txBody>
          <a:bodyPr lIns="1080" tIns="-360" rIns="1080" bIns="-3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43" name=""/>
          <p:cNvSpPr/>
          <p:nvPr/>
        </p:nvSpPr>
        <p:spPr>
          <a:xfrm>
            <a:off x="4472280" y="1641600"/>
            <a:ext cx="322200" cy="233280"/>
          </a:xfrm>
          <a:custGeom>
            <a:avLst/>
            <a:gdLst/>
            <a:ahLst/>
            <a:rect l="0" t="0" r="r" b="b"/>
            <a:pathLst>
              <a:path w="895" h="648">
                <a:moveTo>
                  <a:pt x="757" y="6"/>
                </a:moveTo>
                <a:lnTo>
                  <a:pt x="759" y="6"/>
                </a:lnTo>
                <a:lnTo>
                  <a:pt x="760" y="6"/>
                </a:lnTo>
                <a:lnTo>
                  <a:pt x="760" y="7"/>
                </a:lnTo>
                <a:lnTo>
                  <a:pt x="762" y="8"/>
                </a:lnTo>
                <a:lnTo>
                  <a:pt x="762" y="7"/>
                </a:lnTo>
                <a:lnTo>
                  <a:pt x="763" y="7"/>
                </a:lnTo>
                <a:lnTo>
                  <a:pt x="763" y="8"/>
                </a:lnTo>
                <a:lnTo>
                  <a:pt x="764" y="8"/>
                </a:lnTo>
                <a:lnTo>
                  <a:pt x="765" y="8"/>
                </a:lnTo>
                <a:lnTo>
                  <a:pt x="765" y="9"/>
                </a:lnTo>
                <a:lnTo>
                  <a:pt x="766" y="9"/>
                </a:lnTo>
                <a:lnTo>
                  <a:pt x="767" y="9"/>
                </a:lnTo>
                <a:lnTo>
                  <a:pt x="767" y="10"/>
                </a:lnTo>
                <a:lnTo>
                  <a:pt x="768" y="10"/>
                </a:lnTo>
                <a:lnTo>
                  <a:pt x="768" y="9"/>
                </a:lnTo>
                <a:lnTo>
                  <a:pt x="769" y="9"/>
                </a:lnTo>
                <a:lnTo>
                  <a:pt x="770" y="9"/>
                </a:lnTo>
                <a:lnTo>
                  <a:pt x="772" y="9"/>
                </a:lnTo>
                <a:lnTo>
                  <a:pt x="774" y="9"/>
                </a:lnTo>
                <a:lnTo>
                  <a:pt x="775" y="9"/>
                </a:lnTo>
                <a:lnTo>
                  <a:pt x="775" y="8"/>
                </a:lnTo>
                <a:lnTo>
                  <a:pt x="776" y="8"/>
                </a:lnTo>
                <a:lnTo>
                  <a:pt x="777" y="9"/>
                </a:lnTo>
                <a:lnTo>
                  <a:pt x="778" y="9"/>
                </a:lnTo>
                <a:lnTo>
                  <a:pt x="779" y="9"/>
                </a:lnTo>
                <a:lnTo>
                  <a:pt x="779" y="10"/>
                </a:lnTo>
                <a:lnTo>
                  <a:pt x="779" y="11"/>
                </a:lnTo>
                <a:lnTo>
                  <a:pt x="779" y="12"/>
                </a:lnTo>
                <a:lnTo>
                  <a:pt x="780" y="14"/>
                </a:lnTo>
                <a:lnTo>
                  <a:pt x="781" y="14"/>
                </a:lnTo>
                <a:lnTo>
                  <a:pt x="781" y="13"/>
                </a:lnTo>
                <a:lnTo>
                  <a:pt x="782" y="13"/>
                </a:lnTo>
                <a:lnTo>
                  <a:pt x="782" y="14"/>
                </a:lnTo>
                <a:lnTo>
                  <a:pt x="783" y="14"/>
                </a:lnTo>
                <a:lnTo>
                  <a:pt x="784" y="14"/>
                </a:lnTo>
                <a:lnTo>
                  <a:pt x="785" y="13"/>
                </a:lnTo>
                <a:lnTo>
                  <a:pt x="786" y="13"/>
                </a:lnTo>
                <a:lnTo>
                  <a:pt x="786" y="12"/>
                </a:lnTo>
                <a:lnTo>
                  <a:pt x="788" y="12"/>
                </a:lnTo>
                <a:lnTo>
                  <a:pt x="788" y="13"/>
                </a:lnTo>
                <a:lnTo>
                  <a:pt x="789" y="14"/>
                </a:lnTo>
                <a:lnTo>
                  <a:pt x="789" y="15"/>
                </a:lnTo>
                <a:lnTo>
                  <a:pt x="790" y="17"/>
                </a:lnTo>
                <a:lnTo>
                  <a:pt x="789" y="17"/>
                </a:lnTo>
                <a:lnTo>
                  <a:pt x="789" y="18"/>
                </a:lnTo>
                <a:lnTo>
                  <a:pt x="789" y="19"/>
                </a:lnTo>
                <a:lnTo>
                  <a:pt x="788" y="20"/>
                </a:lnTo>
                <a:lnTo>
                  <a:pt x="787" y="21"/>
                </a:lnTo>
                <a:lnTo>
                  <a:pt x="787" y="23"/>
                </a:lnTo>
                <a:lnTo>
                  <a:pt x="788" y="23"/>
                </a:lnTo>
                <a:lnTo>
                  <a:pt x="788" y="24"/>
                </a:lnTo>
                <a:lnTo>
                  <a:pt x="788" y="25"/>
                </a:lnTo>
                <a:lnTo>
                  <a:pt x="788" y="26"/>
                </a:lnTo>
                <a:lnTo>
                  <a:pt x="787" y="26"/>
                </a:lnTo>
                <a:lnTo>
                  <a:pt x="787" y="27"/>
                </a:lnTo>
                <a:lnTo>
                  <a:pt x="787" y="28"/>
                </a:lnTo>
                <a:lnTo>
                  <a:pt x="786" y="29"/>
                </a:lnTo>
                <a:lnTo>
                  <a:pt x="787" y="30"/>
                </a:lnTo>
                <a:lnTo>
                  <a:pt x="788" y="31"/>
                </a:lnTo>
                <a:lnTo>
                  <a:pt x="788" y="32"/>
                </a:lnTo>
                <a:lnTo>
                  <a:pt x="788" y="33"/>
                </a:lnTo>
                <a:lnTo>
                  <a:pt x="787" y="33"/>
                </a:lnTo>
                <a:lnTo>
                  <a:pt x="787" y="34"/>
                </a:lnTo>
                <a:lnTo>
                  <a:pt x="787" y="35"/>
                </a:lnTo>
                <a:lnTo>
                  <a:pt x="786" y="37"/>
                </a:lnTo>
                <a:lnTo>
                  <a:pt x="786" y="38"/>
                </a:lnTo>
                <a:lnTo>
                  <a:pt x="787" y="39"/>
                </a:lnTo>
                <a:lnTo>
                  <a:pt x="788" y="40"/>
                </a:lnTo>
                <a:lnTo>
                  <a:pt x="788" y="41"/>
                </a:lnTo>
                <a:lnTo>
                  <a:pt x="788" y="42"/>
                </a:lnTo>
                <a:lnTo>
                  <a:pt x="788" y="41"/>
                </a:lnTo>
                <a:lnTo>
                  <a:pt x="787" y="41"/>
                </a:lnTo>
                <a:lnTo>
                  <a:pt x="787" y="40"/>
                </a:lnTo>
                <a:lnTo>
                  <a:pt x="785" y="41"/>
                </a:lnTo>
                <a:lnTo>
                  <a:pt x="784" y="41"/>
                </a:lnTo>
                <a:lnTo>
                  <a:pt x="784" y="43"/>
                </a:lnTo>
                <a:lnTo>
                  <a:pt x="784" y="44"/>
                </a:lnTo>
                <a:lnTo>
                  <a:pt x="783" y="45"/>
                </a:lnTo>
                <a:lnTo>
                  <a:pt x="783" y="46"/>
                </a:lnTo>
                <a:lnTo>
                  <a:pt x="782" y="47"/>
                </a:lnTo>
                <a:lnTo>
                  <a:pt x="782" y="50"/>
                </a:lnTo>
                <a:lnTo>
                  <a:pt x="782" y="51"/>
                </a:lnTo>
                <a:lnTo>
                  <a:pt x="781" y="51"/>
                </a:lnTo>
                <a:lnTo>
                  <a:pt x="781" y="52"/>
                </a:lnTo>
                <a:lnTo>
                  <a:pt x="781" y="53"/>
                </a:lnTo>
                <a:lnTo>
                  <a:pt x="781" y="54"/>
                </a:lnTo>
                <a:lnTo>
                  <a:pt x="782" y="54"/>
                </a:lnTo>
                <a:lnTo>
                  <a:pt x="782" y="55"/>
                </a:lnTo>
                <a:lnTo>
                  <a:pt x="783" y="55"/>
                </a:lnTo>
                <a:lnTo>
                  <a:pt x="783" y="56"/>
                </a:lnTo>
                <a:lnTo>
                  <a:pt x="784" y="56"/>
                </a:lnTo>
                <a:lnTo>
                  <a:pt x="784" y="57"/>
                </a:lnTo>
                <a:lnTo>
                  <a:pt x="785" y="58"/>
                </a:lnTo>
                <a:lnTo>
                  <a:pt x="785" y="59"/>
                </a:lnTo>
                <a:lnTo>
                  <a:pt x="784" y="59"/>
                </a:lnTo>
                <a:lnTo>
                  <a:pt x="784" y="60"/>
                </a:lnTo>
                <a:lnTo>
                  <a:pt x="785" y="60"/>
                </a:lnTo>
                <a:lnTo>
                  <a:pt x="785" y="61"/>
                </a:lnTo>
                <a:lnTo>
                  <a:pt x="786" y="61"/>
                </a:lnTo>
                <a:lnTo>
                  <a:pt x="787" y="61"/>
                </a:lnTo>
                <a:lnTo>
                  <a:pt x="787" y="62"/>
                </a:lnTo>
                <a:lnTo>
                  <a:pt x="788" y="63"/>
                </a:lnTo>
                <a:lnTo>
                  <a:pt x="788" y="64"/>
                </a:lnTo>
                <a:lnTo>
                  <a:pt x="788" y="65"/>
                </a:lnTo>
                <a:lnTo>
                  <a:pt x="789" y="65"/>
                </a:lnTo>
                <a:lnTo>
                  <a:pt x="790" y="65"/>
                </a:lnTo>
                <a:lnTo>
                  <a:pt x="792" y="65"/>
                </a:lnTo>
                <a:lnTo>
                  <a:pt x="792" y="66"/>
                </a:lnTo>
                <a:lnTo>
                  <a:pt x="793" y="66"/>
                </a:lnTo>
                <a:lnTo>
                  <a:pt x="793" y="65"/>
                </a:lnTo>
                <a:lnTo>
                  <a:pt x="792" y="65"/>
                </a:lnTo>
                <a:lnTo>
                  <a:pt x="793" y="64"/>
                </a:lnTo>
                <a:lnTo>
                  <a:pt x="793" y="63"/>
                </a:lnTo>
                <a:lnTo>
                  <a:pt x="794" y="61"/>
                </a:lnTo>
                <a:lnTo>
                  <a:pt x="795" y="61"/>
                </a:lnTo>
                <a:lnTo>
                  <a:pt x="796" y="61"/>
                </a:lnTo>
                <a:lnTo>
                  <a:pt x="796" y="60"/>
                </a:lnTo>
                <a:lnTo>
                  <a:pt x="797" y="59"/>
                </a:lnTo>
                <a:lnTo>
                  <a:pt x="798" y="59"/>
                </a:lnTo>
                <a:lnTo>
                  <a:pt x="799" y="60"/>
                </a:lnTo>
                <a:lnTo>
                  <a:pt x="800" y="60"/>
                </a:lnTo>
                <a:lnTo>
                  <a:pt x="801" y="60"/>
                </a:lnTo>
                <a:lnTo>
                  <a:pt x="801" y="59"/>
                </a:lnTo>
                <a:lnTo>
                  <a:pt x="802" y="59"/>
                </a:lnTo>
                <a:lnTo>
                  <a:pt x="803" y="59"/>
                </a:lnTo>
                <a:lnTo>
                  <a:pt x="803" y="60"/>
                </a:lnTo>
                <a:lnTo>
                  <a:pt x="802" y="60"/>
                </a:lnTo>
                <a:lnTo>
                  <a:pt x="803" y="61"/>
                </a:lnTo>
                <a:lnTo>
                  <a:pt x="804" y="61"/>
                </a:lnTo>
                <a:lnTo>
                  <a:pt x="805" y="61"/>
                </a:lnTo>
                <a:lnTo>
                  <a:pt x="806" y="61"/>
                </a:lnTo>
                <a:lnTo>
                  <a:pt x="806" y="62"/>
                </a:lnTo>
                <a:lnTo>
                  <a:pt x="807" y="62"/>
                </a:lnTo>
                <a:lnTo>
                  <a:pt x="808" y="61"/>
                </a:lnTo>
                <a:lnTo>
                  <a:pt x="809" y="61"/>
                </a:lnTo>
                <a:lnTo>
                  <a:pt x="810" y="61"/>
                </a:lnTo>
                <a:lnTo>
                  <a:pt x="811" y="61"/>
                </a:lnTo>
                <a:lnTo>
                  <a:pt x="811" y="60"/>
                </a:lnTo>
                <a:lnTo>
                  <a:pt x="812" y="60"/>
                </a:lnTo>
                <a:lnTo>
                  <a:pt x="812" y="61"/>
                </a:lnTo>
                <a:lnTo>
                  <a:pt x="812" y="62"/>
                </a:lnTo>
                <a:lnTo>
                  <a:pt x="813" y="62"/>
                </a:lnTo>
                <a:lnTo>
                  <a:pt x="814" y="62"/>
                </a:lnTo>
                <a:lnTo>
                  <a:pt x="816" y="62"/>
                </a:lnTo>
                <a:lnTo>
                  <a:pt x="816" y="63"/>
                </a:lnTo>
                <a:lnTo>
                  <a:pt x="815" y="64"/>
                </a:lnTo>
                <a:lnTo>
                  <a:pt x="814" y="64"/>
                </a:lnTo>
                <a:lnTo>
                  <a:pt x="813" y="64"/>
                </a:lnTo>
                <a:lnTo>
                  <a:pt x="812" y="64"/>
                </a:lnTo>
                <a:lnTo>
                  <a:pt x="812" y="65"/>
                </a:lnTo>
                <a:lnTo>
                  <a:pt x="812" y="66"/>
                </a:lnTo>
                <a:lnTo>
                  <a:pt x="812" y="65"/>
                </a:lnTo>
                <a:lnTo>
                  <a:pt x="811" y="65"/>
                </a:lnTo>
                <a:lnTo>
                  <a:pt x="811" y="66"/>
                </a:lnTo>
                <a:lnTo>
                  <a:pt x="809" y="66"/>
                </a:lnTo>
                <a:lnTo>
                  <a:pt x="809" y="67"/>
                </a:lnTo>
                <a:lnTo>
                  <a:pt x="808" y="68"/>
                </a:lnTo>
                <a:lnTo>
                  <a:pt x="808" y="69"/>
                </a:lnTo>
                <a:lnTo>
                  <a:pt x="809" y="69"/>
                </a:lnTo>
                <a:lnTo>
                  <a:pt x="809" y="70"/>
                </a:lnTo>
                <a:lnTo>
                  <a:pt x="810" y="69"/>
                </a:lnTo>
                <a:lnTo>
                  <a:pt x="810" y="71"/>
                </a:lnTo>
                <a:lnTo>
                  <a:pt x="810" y="72"/>
                </a:lnTo>
                <a:lnTo>
                  <a:pt x="810" y="74"/>
                </a:lnTo>
                <a:lnTo>
                  <a:pt x="811" y="74"/>
                </a:lnTo>
                <a:lnTo>
                  <a:pt x="811" y="75"/>
                </a:lnTo>
                <a:lnTo>
                  <a:pt x="811" y="76"/>
                </a:lnTo>
                <a:lnTo>
                  <a:pt x="809" y="76"/>
                </a:lnTo>
                <a:lnTo>
                  <a:pt x="807" y="76"/>
                </a:lnTo>
                <a:lnTo>
                  <a:pt x="806" y="77"/>
                </a:lnTo>
                <a:lnTo>
                  <a:pt x="806" y="78"/>
                </a:lnTo>
                <a:lnTo>
                  <a:pt x="807" y="78"/>
                </a:lnTo>
                <a:lnTo>
                  <a:pt x="807" y="79"/>
                </a:lnTo>
                <a:lnTo>
                  <a:pt x="806" y="79"/>
                </a:lnTo>
                <a:lnTo>
                  <a:pt x="805" y="80"/>
                </a:lnTo>
                <a:lnTo>
                  <a:pt x="804" y="80"/>
                </a:lnTo>
                <a:lnTo>
                  <a:pt x="803" y="80"/>
                </a:lnTo>
                <a:lnTo>
                  <a:pt x="801" y="81"/>
                </a:lnTo>
                <a:lnTo>
                  <a:pt x="800" y="82"/>
                </a:lnTo>
                <a:lnTo>
                  <a:pt x="799" y="82"/>
                </a:lnTo>
                <a:lnTo>
                  <a:pt x="799" y="81"/>
                </a:lnTo>
                <a:lnTo>
                  <a:pt x="798" y="81"/>
                </a:lnTo>
                <a:lnTo>
                  <a:pt x="797" y="82"/>
                </a:lnTo>
                <a:lnTo>
                  <a:pt x="796" y="83"/>
                </a:lnTo>
                <a:lnTo>
                  <a:pt x="796" y="84"/>
                </a:lnTo>
                <a:lnTo>
                  <a:pt x="796" y="85"/>
                </a:lnTo>
                <a:lnTo>
                  <a:pt x="796" y="86"/>
                </a:lnTo>
                <a:lnTo>
                  <a:pt x="796" y="87"/>
                </a:lnTo>
                <a:lnTo>
                  <a:pt x="797" y="87"/>
                </a:lnTo>
                <a:lnTo>
                  <a:pt x="797" y="88"/>
                </a:lnTo>
                <a:lnTo>
                  <a:pt x="797" y="89"/>
                </a:lnTo>
                <a:lnTo>
                  <a:pt x="797" y="90"/>
                </a:lnTo>
                <a:lnTo>
                  <a:pt x="797" y="91"/>
                </a:lnTo>
                <a:lnTo>
                  <a:pt x="796" y="92"/>
                </a:lnTo>
                <a:lnTo>
                  <a:pt x="797" y="93"/>
                </a:lnTo>
                <a:lnTo>
                  <a:pt x="798" y="94"/>
                </a:lnTo>
                <a:lnTo>
                  <a:pt x="799" y="95"/>
                </a:lnTo>
                <a:lnTo>
                  <a:pt x="799" y="96"/>
                </a:lnTo>
                <a:lnTo>
                  <a:pt x="800" y="96"/>
                </a:lnTo>
                <a:lnTo>
                  <a:pt x="800" y="97"/>
                </a:lnTo>
                <a:lnTo>
                  <a:pt x="801" y="97"/>
                </a:lnTo>
                <a:lnTo>
                  <a:pt x="801" y="98"/>
                </a:lnTo>
                <a:lnTo>
                  <a:pt x="800" y="98"/>
                </a:lnTo>
                <a:lnTo>
                  <a:pt x="800" y="99"/>
                </a:lnTo>
                <a:lnTo>
                  <a:pt x="799" y="100"/>
                </a:lnTo>
                <a:lnTo>
                  <a:pt x="799" y="103"/>
                </a:lnTo>
                <a:lnTo>
                  <a:pt x="799" y="105"/>
                </a:lnTo>
                <a:lnTo>
                  <a:pt x="799" y="106"/>
                </a:lnTo>
                <a:lnTo>
                  <a:pt x="800" y="107"/>
                </a:lnTo>
                <a:lnTo>
                  <a:pt x="800" y="108"/>
                </a:lnTo>
                <a:lnTo>
                  <a:pt x="799" y="111"/>
                </a:lnTo>
                <a:lnTo>
                  <a:pt x="799" y="112"/>
                </a:lnTo>
                <a:lnTo>
                  <a:pt x="799" y="113"/>
                </a:lnTo>
                <a:lnTo>
                  <a:pt x="798" y="113"/>
                </a:lnTo>
                <a:lnTo>
                  <a:pt x="797" y="114"/>
                </a:lnTo>
                <a:lnTo>
                  <a:pt x="797" y="115"/>
                </a:lnTo>
                <a:lnTo>
                  <a:pt x="797" y="116"/>
                </a:lnTo>
                <a:lnTo>
                  <a:pt x="797" y="117"/>
                </a:lnTo>
                <a:lnTo>
                  <a:pt x="797" y="118"/>
                </a:lnTo>
                <a:lnTo>
                  <a:pt x="796" y="120"/>
                </a:lnTo>
                <a:lnTo>
                  <a:pt x="794" y="121"/>
                </a:lnTo>
                <a:lnTo>
                  <a:pt x="793" y="121"/>
                </a:lnTo>
                <a:lnTo>
                  <a:pt x="793" y="122"/>
                </a:lnTo>
                <a:lnTo>
                  <a:pt x="793" y="123"/>
                </a:lnTo>
                <a:lnTo>
                  <a:pt x="792" y="124"/>
                </a:lnTo>
                <a:lnTo>
                  <a:pt x="792" y="125"/>
                </a:lnTo>
                <a:lnTo>
                  <a:pt x="790" y="127"/>
                </a:lnTo>
                <a:lnTo>
                  <a:pt x="790" y="128"/>
                </a:lnTo>
                <a:lnTo>
                  <a:pt x="789" y="128"/>
                </a:lnTo>
                <a:lnTo>
                  <a:pt x="788" y="129"/>
                </a:lnTo>
                <a:lnTo>
                  <a:pt x="787" y="129"/>
                </a:lnTo>
                <a:lnTo>
                  <a:pt x="785" y="129"/>
                </a:lnTo>
                <a:lnTo>
                  <a:pt x="784" y="129"/>
                </a:lnTo>
                <a:lnTo>
                  <a:pt x="783" y="130"/>
                </a:lnTo>
                <a:lnTo>
                  <a:pt x="782" y="132"/>
                </a:lnTo>
                <a:lnTo>
                  <a:pt x="782" y="133"/>
                </a:lnTo>
                <a:lnTo>
                  <a:pt x="781" y="134"/>
                </a:lnTo>
                <a:lnTo>
                  <a:pt x="781" y="135"/>
                </a:lnTo>
                <a:lnTo>
                  <a:pt x="780" y="137"/>
                </a:lnTo>
                <a:lnTo>
                  <a:pt x="779" y="138"/>
                </a:lnTo>
                <a:lnTo>
                  <a:pt x="778" y="138"/>
                </a:lnTo>
                <a:lnTo>
                  <a:pt x="778" y="139"/>
                </a:lnTo>
                <a:lnTo>
                  <a:pt x="777" y="139"/>
                </a:lnTo>
                <a:lnTo>
                  <a:pt x="776" y="139"/>
                </a:lnTo>
                <a:lnTo>
                  <a:pt x="776" y="140"/>
                </a:lnTo>
                <a:lnTo>
                  <a:pt x="775" y="140"/>
                </a:lnTo>
                <a:lnTo>
                  <a:pt x="775" y="141"/>
                </a:lnTo>
                <a:lnTo>
                  <a:pt x="776" y="142"/>
                </a:lnTo>
                <a:lnTo>
                  <a:pt x="776" y="143"/>
                </a:lnTo>
                <a:lnTo>
                  <a:pt x="777" y="143"/>
                </a:lnTo>
                <a:lnTo>
                  <a:pt x="776" y="143"/>
                </a:lnTo>
                <a:lnTo>
                  <a:pt x="776" y="144"/>
                </a:lnTo>
                <a:lnTo>
                  <a:pt x="777" y="145"/>
                </a:lnTo>
                <a:lnTo>
                  <a:pt x="777" y="146"/>
                </a:lnTo>
                <a:lnTo>
                  <a:pt x="777" y="147"/>
                </a:lnTo>
                <a:lnTo>
                  <a:pt x="777" y="149"/>
                </a:lnTo>
                <a:lnTo>
                  <a:pt x="776" y="150"/>
                </a:lnTo>
                <a:lnTo>
                  <a:pt x="774" y="151"/>
                </a:lnTo>
                <a:lnTo>
                  <a:pt x="773" y="152"/>
                </a:lnTo>
                <a:lnTo>
                  <a:pt x="772" y="152"/>
                </a:lnTo>
                <a:lnTo>
                  <a:pt x="771" y="153"/>
                </a:lnTo>
                <a:lnTo>
                  <a:pt x="770" y="153"/>
                </a:lnTo>
                <a:lnTo>
                  <a:pt x="769" y="154"/>
                </a:lnTo>
                <a:lnTo>
                  <a:pt x="768" y="155"/>
                </a:lnTo>
                <a:lnTo>
                  <a:pt x="767" y="155"/>
                </a:lnTo>
                <a:lnTo>
                  <a:pt x="766" y="156"/>
                </a:lnTo>
                <a:lnTo>
                  <a:pt x="765" y="156"/>
                </a:lnTo>
                <a:lnTo>
                  <a:pt x="764" y="157"/>
                </a:lnTo>
                <a:lnTo>
                  <a:pt x="765" y="158"/>
                </a:lnTo>
                <a:lnTo>
                  <a:pt x="764" y="159"/>
                </a:lnTo>
                <a:lnTo>
                  <a:pt x="763" y="160"/>
                </a:lnTo>
                <a:lnTo>
                  <a:pt x="763" y="162"/>
                </a:lnTo>
                <a:lnTo>
                  <a:pt x="762" y="164"/>
                </a:lnTo>
                <a:lnTo>
                  <a:pt x="763" y="164"/>
                </a:lnTo>
                <a:lnTo>
                  <a:pt x="763" y="165"/>
                </a:lnTo>
                <a:lnTo>
                  <a:pt x="762" y="166"/>
                </a:lnTo>
                <a:lnTo>
                  <a:pt x="761" y="167"/>
                </a:lnTo>
                <a:lnTo>
                  <a:pt x="761" y="168"/>
                </a:lnTo>
                <a:lnTo>
                  <a:pt x="761" y="169"/>
                </a:lnTo>
                <a:lnTo>
                  <a:pt x="760" y="170"/>
                </a:lnTo>
                <a:lnTo>
                  <a:pt x="760" y="172"/>
                </a:lnTo>
                <a:lnTo>
                  <a:pt x="760" y="173"/>
                </a:lnTo>
                <a:lnTo>
                  <a:pt x="760" y="174"/>
                </a:lnTo>
                <a:lnTo>
                  <a:pt x="760" y="175"/>
                </a:lnTo>
                <a:lnTo>
                  <a:pt x="760" y="176"/>
                </a:lnTo>
                <a:lnTo>
                  <a:pt x="761" y="177"/>
                </a:lnTo>
                <a:lnTo>
                  <a:pt x="761" y="178"/>
                </a:lnTo>
                <a:lnTo>
                  <a:pt x="762" y="178"/>
                </a:lnTo>
                <a:lnTo>
                  <a:pt x="763" y="179"/>
                </a:lnTo>
                <a:lnTo>
                  <a:pt x="763" y="180"/>
                </a:lnTo>
                <a:lnTo>
                  <a:pt x="763" y="181"/>
                </a:lnTo>
                <a:lnTo>
                  <a:pt x="762" y="181"/>
                </a:lnTo>
                <a:lnTo>
                  <a:pt x="762" y="182"/>
                </a:lnTo>
                <a:lnTo>
                  <a:pt x="763" y="182"/>
                </a:lnTo>
                <a:lnTo>
                  <a:pt x="764" y="182"/>
                </a:lnTo>
                <a:lnTo>
                  <a:pt x="765" y="182"/>
                </a:lnTo>
                <a:lnTo>
                  <a:pt x="765" y="183"/>
                </a:lnTo>
                <a:lnTo>
                  <a:pt x="765" y="184"/>
                </a:lnTo>
                <a:lnTo>
                  <a:pt x="765" y="185"/>
                </a:lnTo>
                <a:lnTo>
                  <a:pt x="765" y="186"/>
                </a:lnTo>
                <a:lnTo>
                  <a:pt x="764" y="187"/>
                </a:lnTo>
                <a:lnTo>
                  <a:pt x="764" y="188"/>
                </a:lnTo>
                <a:lnTo>
                  <a:pt x="764" y="189"/>
                </a:lnTo>
                <a:lnTo>
                  <a:pt x="765" y="188"/>
                </a:lnTo>
                <a:lnTo>
                  <a:pt x="765" y="187"/>
                </a:lnTo>
                <a:lnTo>
                  <a:pt x="766" y="187"/>
                </a:lnTo>
                <a:lnTo>
                  <a:pt x="767" y="188"/>
                </a:lnTo>
                <a:lnTo>
                  <a:pt x="768" y="188"/>
                </a:lnTo>
                <a:lnTo>
                  <a:pt x="768" y="187"/>
                </a:lnTo>
                <a:lnTo>
                  <a:pt x="768" y="186"/>
                </a:lnTo>
                <a:lnTo>
                  <a:pt x="769" y="186"/>
                </a:lnTo>
                <a:lnTo>
                  <a:pt x="770" y="186"/>
                </a:lnTo>
                <a:lnTo>
                  <a:pt x="771" y="186"/>
                </a:lnTo>
                <a:lnTo>
                  <a:pt x="772" y="187"/>
                </a:lnTo>
                <a:lnTo>
                  <a:pt x="772" y="186"/>
                </a:lnTo>
                <a:lnTo>
                  <a:pt x="775" y="185"/>
                </a:lnTo>
                <a:lnTo>
                  <a:pt x="776" y="184"/>
                </a:lnTo>
                <a:lnTo>
                  <a:pt x="777" y="184"/>
                </a:lnTo>
                <a:lnTo>
                  <a:pt x="777" y="185"/>
                </a:lnTo>
                <a:lnTo>
                  <a:pt x="778" y="185"/>
                </a:lnTo>
                <a:lnTo>
                  <a:pt x="778" y="184"/>
                </a:lnTo>
                <a:lnTo>
                  <a:pt x="778" y="183"/>
                </a:lnTo>
                <a:lnTo>
                  <a:pt x="777" y="181"/>
                </a:lnTo>
                <a:lnTo>
                  <a:pt x="777" y="180"/>
                </a:lnTo>
                <a:lnTo>
                  <a:pt x="778" y="179"/>
                </a:lnTo>
                <a:lnTo>
                  <a:pt x="778" y="178"/>
                </a:lnTo>
                <a:lnTo>
                  <a:pt x="778" y="176"/>
                </a:lnTo>
                <a:lnTo>
                  <a:pt x="778" y="175"/>
                </a:lnTo>
                <a:lnTo>
                  <a:pt x="778" y="174"/>
                </a:lnTo>
                <a:lnTo>
                  <a:pt x="778" y="173"/>
                </a:lnTo>
                <a:lnTo>
                  <a:pt x="778" y="172"/>
                </a:lnTo>
                <a:lnTo>
                  <a:pt x="779" y="171"/>
                </a:lnTo>
                <a:lnTo>
                  <a:pt x="781" y="171"/>
                </a:lnTo>
                <a:lnTo>
                  <a:pt x="782" y="171"/>
                </a:lnTo>
                <a:lnTo>
                  <a:pt x="783" y="170"/>
                </a:lnTo>
                <a:lnTo>
                  <a:pt x="783" y="169"/>
                </a:lnTo>
                <a:lnTo>
                  <a:pt x="785" y="168"/>
                </a:lnTo>
                <a:lnTo>
                  <a:pt x="787" y="168"/>
                </a:lnTo>
                <a:lnTo>
                  <a:pt x="788" y="167"/>
                </a:lnTo>
                <a:lnTo>
                  <a:pt x="789" y="167"/>
                </a:lnTo>
                <a:lnTo>
                  <a:pt x="789" y="166"/>
                </a:lnTo>
                <a:lnTo>
                  <a:pt x="789" y="165"/>
                </a:lnTo>
                <a:lnTo>
                  <a:pt x="790" y="165"/>
                </a:lnTo>
                <a:lnTo>
                  <a:pt x="791" y="163"/>
                </a:lnTo>
                <a:lnTo>
                  <a:pt x="791" y="162"/>
                </a:lnTo>
                <a:lnTo>
                  <a:pt x="791" y="161"/>
                </a:lnTo>
                <a:lnTo>
                  <a:pt x="793" y="160"/>
                </a:lnTo>
                <a:lnTo>
                  <a:pt x="794" y="160"/>
                </a:lnTo>
                <a:lnTo>
                  <a:pt x="794" y="159"/>
                </a:lnTo>
                <a:lnTo>
                  <a:pt x="795" y="159"/>
                </a:lnTo>
                <a:lnTo>
                  <a:pt x="796" y="157"/>
                </a:lnTo>
                <a:lnTo>
                  <a:pt x="797" y="157"/>
                </a:lnTo>
                <a:lnTo>
                  <a:pt x="798" y="157"/>
                </a:lnTo>
                <a:lnTo>
                  <a:pt x="798" y="158"/>
                </a:lnTo>
                <a:lnTo>
                  <a:pt x="799" y="160"/>
                </a:lnTo>
                <a:lnTo>
                  <a:pt x="800" y="160"/>
                </a:lnTo>
                <a:lnTo>
                  <a:pt x="802" y="161"/>
                </a:lnTo>
                <a:lnTo>
                  <a:pt x="802" y="162"/>
                </a:lnTo>
                <a:lnTo>
                  <a:pt x="804" y="162"/>
                </a:lnTo>
                <a:lnTo>
                  <a:pt x="806" y="162"/>
                </a:lnTo>
                <a:lnTo>
                  <a:pt x="807" y="162"/>
                </a:lnTo>
                <a:lnTo>
                  <a:pt x="808" y="161"/>
                </a:lnTo>
                <a:lnTo>
                  <a:pt x="808" y="160"/>
                </a:lnTo>
                <a:lnTo>
                  <a:pt x="808" y="159"/>
                </a:lnTo>
                <a:lnTo>
                  <a:pt x="810" y="158"/>
                </a:lnTo>
                <a:lnTo>
                  <a:pt x="812" y="158"/>
                </a:lnTo>
                <a:lnTo>
                  <a:pt x="812" y="159"/>
                </a:lnTo>
                <a:lnTo>
                  <a:pt x="812" y="161"/>
                </a:lnTo>
                <a:lnTo>
                  <a:pt x="813" y="161"/>
                </a:lnTo>
                <a:lnTo>
                  <a:pt x="814" y="161"/>
                </a:lnTo>
                <a:lnTo>
                  <a:pt x="815" y="161"/>
                </a:lnTo>
                <a:lnTo>
                  <a:pt x="815" y="163"/>
                </a:lnTo>
                <a:lnTo>
                  <a:pt x="814" y="164"/>
                </a:lnTo>
                <a:lnTo>
                  <a:pt x="815" y="165"/>
                </a:lnTo>
                <a:lnTo>
                  <a:pt x="815" y="167"/>
                </a:lnTo>
                <a:lnTo>
                  <a:pt x="814" y="167"/>
                </a:lnTo>
                <a:lnTo>
                  <a:pt x="814" y="168"/>
                </a:lnTo>
                <a:lnTo>
                  <a:pt x="814" y="169"/>
                </a:lnTo>
                <a:lnTo>
                  <a:pt x="814" y="170"/>
                </a:lnTo>
                <a:lnTo>
                  <a:pt x="815" y="170"/>
                </a:lnTo>
                <a:lnTo>
                  <a:pt x="817" y="170"/>
                </a:lnTo>
                <a:lnTo>
                  <a:pt x="818" y="170"/>
                </a:lnTo>
                <a:lnTo>
                  <a:pt x="819" y="170"/>
                </a:lnTo>
                <a:lnTo>
                  <a:pt x="820" y="170"/>
                </a:lnTo>
                <a:lnTo>
                  <a:pt x="820" y="171"/>
                </a:lnTo>
                <a:lnTo>
                  <a:pt x="820" y="173"/>
                </a:lnTo>
                <a:lnTo>
                  <a:pt x="820" y="174"/>
                </a:lnTo>
                <a:lnTo>
                  <a:pt x="820" y="175"/>
                </a:lnTo>
                <a:lnTo>
                  <a:pt x="819" y="175"/>
                </a:lnTo>
                <a:lnTo>
                  <a:pt x="818" y="175"/>
                </a:lnTo>
                <a:lnTo>
                  <a:pt x="818" y="176"/>
                </a:lnTo>
                <a:lnTo>
                  <a:pt x="817" y="176"/>
                </a:lnTo>
                <a:lnTo>
                  <a:pt x="817" y="177"/>
                </a:lnTo>
                <a:lnTo>
                  <a:pt x="816" y="178"/>
                </a:lnTo>
                <a:lnTo>
                  <a:pt x="816" y="179"/>
                </a:lnTo>
                <a:lnTo>
                  <a:pt x="817" y="179"/>
                </a:lnTo>
                <a:lnTo>
                  <a:pt x="818" y="180"/>
                </a:lnTo>
                <a:lnTo>
                  <a:pt x="818" y="181"/>
                </a:lnTo>
                <a:lnTo>
                  <a:pt x="819" y="181"/>
                </a:lnTo>
                <a:lnTo>
                  <a:pt x="820" y="181"/>
                </a:lnTo>
                <a:lnTo>
                  <a:pt x="821" y="183"/>
                </a:lnTo>
                <a:lnTo>
                  <a:pt x="820" y="183"/>
                </a:lnTo>
                <a:lnTo>
                  <a:pt x="820" y="184"/>
                </a:lnTo>
                <a:lnTo>
                  <a:pt x="820" y="185"/>
                </a:lnTo>
                <a:lnTo>
                  <a:pt x="819" y="187"/>
                </a:lnTo>
                <a:lnTo>
                  <a:pt x="819" y="188"/>
                </a:lnTo>
                <a:lnTo>
                  <a:pt x="820" y="188"/>
                </a:lnTo>
                <a:lnTo>
                  <a:pt x="821" y="188"/>
                </a:lnTo>
                <a:lnTo>
                  <a:pt x="820" y="189"/>
                </a:lnTo>
                <a:lnTo>
                  <a:pt x="820" y="190"/>
                </a:lnTo>
                <a:lnTo>
                  <a:pt x="820" y="193"/>
                </a:lnTo>
                <a:lnTo>
                  <a:pt x="821" y="195"/>
                </a:lnTo>
                <a:lnTo>
                  <a:pt x="822" y="196"/>
                </a:lnTo>
                <a:lnTo>
                  <a:pt x="823" y="196"/>
                </a:lnTo>
                <a:lnTo>
                  <a:pt x="823" y="198"/>
                </a:lnTo>
                <a:lnTo>
                  <a:pt x="824" y="198"/>
                </a:lnTo>
                <a:lnTo>
                  <a:pt x="824" y="199"/>
                </a:lnTo>
                <a:lnTo>
                  <a:pt x="824" y="201"/>
                </a:lnTo>
                <a:lnTo>
                  <a:pt x="824" y="203"/>
                </a:lnTo>
                <a:lnTo>
                  <a:pt x="823" y="203"/>
                </a:lnTo>
                <a:lnTo>
                  <a:pt x="822" y="206"/>
                </a:lnTo>
                <a:lnTo>
                  <a:pt x="821" y="206"/>
                </a:lnTo>
                <a:lnTo>
                  <a:pt x="821" y="207"/>
                </a:lnTo>
                <a:lnTo>
                  <a:pt x="822" y="207"/>
                </a:lnTo>
                <a:lnTo>
                  <a:pt x="822" y="208"/>
                </a:lnTo>
                <a:lnTo>
                  <a:pt x="822" y="209"/>
                </a:lnTo>
                <a:lnTo>
                  <a:pt x="821" y="209"/>
                </a:lnTo>
                <a:lnTo>
                  <a:pt x="820" y="210"/>
                </a:lnTo>
                <a:lnTo>
                  <a:pt x="820" y="211"/>
                </a:lnTo>
                <a:lnTo>
                  <a:pt x="820" y="212"/>
                </a:lnTo>
                <a:lnTo>
                  <a:pt x="819" y="213"/>
                </a:lnTo>
                <a:lnTo>
                  <a:pt x="818" y="214"/>
                </a:lnTo>
                <a:lnTo>
                  <a:pt x="818" y="215"/>
                </a:lnTo>
                <a:lnTo>
                  <a:pt x="819" y="215"/>
                </a:lnTo>
                <a:lnTo>
                  <a:pt x="820" y="215"/>
                </a:lnTo>
                <a:lnTo>
                  <a:pt x="821" y="215"/>
                </a:lnTo>
                <a:lnTo>
                  <a:pt x="821" y="216"/>
                </a:lnTo>
                <a:lnTo>
                  <a:pt x="821" y="217"/>
                </a:lnTo>
                <a:lnTo>
                  <a:pt x="823" y="217"/>
                </a:lnTo>
                <a:lnTo>
                  <a:pt x="823" y="216"/>
                </a:lnTo>
                <a:lnTo>
                  <a:pt x="824" y="216"/>
                </a:lnTo>
                <a:lnTo>
                  <a:pt x="825" y="216"/>
                </a:lnTo>
                <a:lnTo>
                  <a:pt x="826" y="216"/>
                </a:lnTo>
                <a:lnTo>
                  <a:pt x="827" y="216"/>
                </a:lnTo>
                <a:lnTo>
                  <a:pt x="827" y="217"/>
                </a:lnTo>
                <a:lnTo>
                  <a:pt x="827" y="216"/>
                </a:lnTo>
                <a:lnTo>
                  <a:pt x="829" y="218"/>
                </a:lnTo>
                <a:lnTo>
                  <a:pt x="829" y="219"/>
                </a:lnTo>
                <a:lnTo>
                  <a:pt x="830" y="219"/>
                </a:lnTo>
                <a:lnTo>
                  <a:pt x="831" y="219"/>
                </a:lnTo>
                <a:lnTo>
                  <a:pt x="833" y="218"/>
                </a:lnTo>
                <a:lnTo>
                  <a:pt x="834" y="219"/>
                </a:lnTo>
                <a:lnTo>
                  <a:pt x="835" y="219"/>
                </a:lnTo>
                <a:lnTo>
                  <a:pt x="836" y="218"/>
                </a:lnTo>
                <a:lnTo>
                  <a:pt x="835" y="218"/>
                </a:lnTo>
                <a:lnTo>
                  <a:pt x="836" y="215"/>
                </a:lnTo>
                <a:lnTo>
                  <a:pt x="836" y="214"/>
                </a:lnTo>
                <a:lnTo>
                  <a:pt x="837" y="213"/>
                </a:lnTo>
                <a:lnTo>
                  <a:pt x="837" y="212"/>
                </a:lnTo>
                <a:lnTo>
                  <a:pt x="838" y="212"/>
                </a:lnTo>
                <a:lnTo>
                  <a:pt x="839" y="212"/>
                </a:lnTo>
                <a:lnTo>
                  <a:pt x="842" y="213"/>
                </a:lnTo>
                <a:lnTo>
                  <a:pt x="843" y="213"/>
                </a:lnTo>
                <a:lnTo>
                  <a:pt x="843" y="212"/>
                </a:lnTo>
                <a:lnTo>
                  <a:pt x="844" y="211"/>
                </a:lnTo>
                <a:lnTo>
                  <a:pt x="844" y="210"/>
                </a:lnTo>
                <a:lnTo>
                  <a:pt x="843" y="210"/>
                </a:lnTo>
                <a:lnTo>
                  <a:pt x="843" y="209"/>
                </a:lnTo>
                <a:lnTo>
                  <a:pt x="843" y="208"/>
                </a:lnTo>
                <a:lnTo>
                  <a:pt x="844" y="207"/>
                </a:lnTo>
                <a:lnTo>
                  <a:pt x="844" y="206"/>
                </a:lnTo>
                <a:lnTo>
                  <a:pt x="844" y="205"/>
                </a:lnTo>
                <a:lnTo>
                  <a:pt x="845" y="204"/>
                </a:lnTo>
                <a:lnTo>
                  <a:pt x="845" y="203"/>
                </a:lnTo>
                <a:lnTo>
                  <a:pt x="846" y="201"/>
                </a:lnTo>
                <a:lnTo>
                  <a:pt x="847" y="201"/>
                </a:lnTo>
                <a:lnTo>
                  <a:pt x="848" y="200"/>
                </a:lnTo>
                <a:lnTo>
                  <a:pt x="850" y="199"/>
                </a:lnTo>
                <a:lnTo>
                  <a:pt x="851" y="199"/>
                </a:lnTo>
                <a:lnTo>
                  <a:pt x="852" y="200"/>
                </a:lnTo>
                <a:lnTo>
                  <a:pt x="853" y="200"/>
                </a:lnTo>
                <a:lnTo>
                  <a:pt x="854" y="200"/>
                </a:lnTo>
                <a:lnTo>
                  <a:pt x="856" y="200"/>
                </a:lnTo>
                <a:lnTo>
                  <a:pt x="857" y="199"/>
                </a:lnTo>
                <a:lnTo>
                  <a:pt x="858" y="198"/>
                </a:lnTo>
                <a:lnTo>
                  <a:pt x="859" y="198"/>
                </a:lnTo>
                <a:lnTo>
                  <a:pt x="859" y="199"/>
                </a:lnTo>
                <a:lnTo>
                  <a:pt x="862" y="200"/>
                </a:lnTo>
                <a:lnTo>
                  <a:pt x="863" y="200"/>
                </a:lnTo>
                <a:lnTo>
                  <a:pt x="864" y="200"/>
                </a:lnTo>
                <a:lnTo>
                  <a:pt x="865" y="199"/>
                </a:lnTo>
                <a:lnTo>
                  <a:pt x="866" y="199"/>
                </a:lnTo>
                <a:lnTo>
                  <a:pt x="867" y="200"/>
                </a:lnTo>
                <a:lnTo>
                  <a:pt x="869" y="199"/>
                </a:lnTo>
                <a:lnTo>
                  <a:pt x="869" y="201"/>
                </a:lnTo>
                <a:lnTo>
                  <a:pt x="870" y="201"/>
                </a:lnTo>
                <a:lnTo>
                  <a:pt x="870" y="202"/>
                </a:lnTo>
                <a:lnTo>
                  <a:pt x="871" y="202"/>
                </a:lnTo>
                <a:lnTo>
                  <a:pt x="871" y="201"/>
                </a:lnTo>
                <a:lnTo>
                  <a:pt x="872" y="201"/>
                </a:lnTo>
                <a:lnTo>
                  <a:pt x="872" y="200"/>
                </a:lnTo>
                <a:lnTo>
                  <a:pt x="873" y="200"/>
                </a:lnTo>
                <a:lnTo>
                  <a:pt x="875" y="200"/>
                </a:lnTo>
                <a:lnTo>
                  <a:pt x="876" y="200"/>
                </a:lnTo>
                <a:lnTo>
                  <a:pt x="876" y="201"/>
                </a:lnTo>
                <a:lnTo>
                  <a:pt x="877" y="201"/>
                </a:lnTo>
                <a:lnTo>
                  <a:pt x="878" y="201"/>
                </a:lnTo>
                <a:lnTo>
                  <a:pt x="878" y="200"/>
                </a:lnTo>
                <a:lnTo>
                  <a:pt x="878" y="199"/>
                </a:lnTo>
                <a:lnTo>
                  <a:pt x="880" y="199"/>
                </a:lnTo>
                <a:lnTo>
                  <a:pt x="880" y="200"/>
                </a:lnTo>
                <a:lnTo>
                  <a:pt x="881" y="200"/>
                </a:lnTo>
                <a:lnTo>
                  <a:pt x="882" y="200"/>
                </a:lnTo>
                <a:lnTo>
                  <a:pt x="883" y="200"/>
                </a:lnTo>
                <a:lnTo>
                  <a:pt x="884" y="201"/>
                </a:lnTo>
                <a:lnTo>
                  <a:pt x="886" y="202"/>
                </a:lnTo>
                <a:lnTo>
                  <a:pt x="887" y="203"/>
                </a:lnTo>
                <a:lnTo>
                  <a:pt x="887" y="204"/>
                </a:lnTo>
                <a:lnTo>
                  <a:pt x="886" y="204"/>
                </a:lnTo>
                <a:lnTo>
                  <a:pt x="885" y="204"/>
                </a:lnTo>
                <a:lnTo>
                  <a:pt x="884" y="204"/>
                </a:lnTo>
                <a:lnTo>
                  <a:pt x="883" y="205"/>
                </a:lnTo>
                <a:lnTo>
                  <a:pt x="882" y="205"/>
                </a:lnTo>
                <a:lnTo>
                  <a:pt x="881" y="205"/>
                </a:lnTo>
                <a:lnTo>
                  <a:pt x="880" y="206"/>
                </a:lnTo>
                <a:lnTo>
                  <a:pt x="880" y="208"/>
                </a:lnTo>
                <a:lnTo>
                  <a:pt x="880" y="209"/>
                </a:lnTo>
                <a:lnTo>
                  <a:pt x="879" y="209"/>
                </a:lnTo>
                <a:lnTo>
                  <a:pt x="879" y="210"/>
                </a:lnTo>
                <a:lnTo>
                  <a:pt x="878" y="210"/>
                </a:lnTo>
                <a:lnTo>
                  <a:pt x="878" y="211"/>
                </a:lnTo>
                <a:lnTo>
                  <a:pt x="879" y="212"/>
                </a:lnTo>
                <a:lnTo>
                  <a:pt x="879" y="213"/>
                </a:lnTo>
                <a:lnTo>
                  <a:pt x="880" y="215"/>
                </a:lnTo>
                <a:lnTo>
                  <a:pt x="880" y="216"/>
                </a:lnTo>
                <a:lnTo>
                  <a:pt x="879" y="216"/>
                </a:lnTo>
                <a:lnTo>
                  <a:pt x="878" y="216"/>
                </a:lnTo>
                <a:lnTo>
                  <a:pt x="877" y="218"/>
                </a:lnTo>
                <a:lnTo>
                  <a:pt x="878" y="219"/>
                </a:lnTo>
                <a:lnTo>
                  <a:pt x="878" y="220"/>
                </a:lnTo>
                <a:lnTo>
                  <a:pt x="878" y="221"/>
                </a:lnTo>
                <a:lnTo>
                  <a:pt x="879" y="222"/>
                </a:lnTo>
                <a:lnTo>
                  <a:pt x="880" y="222"/>
                </a:lnTo>
                <a:lnTo>
                  <a:pt x="880" y="223"/>
                </a:lnTo>
                <a:lnTo>
                  <a:pt x="881" y="223"/>
                </a:lnTo>
                <a:lnTo>
                  <a:pt x="882" y="224"/>
                </a:lnTo>
                <a:lnTo>
                  <a:pt x="883" y="224"/>
                </a:lnTo>
                <a:lnTo>
                  <a:pt x="884" y="225"/>
                </a:lnTo>
                <a:lnTo>
                  <a:pt x="884" y="226"/>
                </a:lnTo>
                <a:lnTo>
                  <a:pt x="885" y="227"/>
                </a:lnTo>
                <a:lnTo>
                  <a:pt x="886" y="227"/>
                </a:lnTo>
                <a:lnTo>
                  <a:pt x="886" y="228"/>
                </a:lnTo>
                <a:lnTo>
                  <a:pt x="887" y="229"/>
                </a:lnTo>
                <a:lnTo>
                  <a:pt x="887" y="230"/>
                </a:lnTo>
                <a:lnTo>
                  <a:pt x="887" y="231"/>
                </a:lnTo>
                <a:lnTo>
                  <a:pt x="887" y="232"/>
                </a:lnTo>
                <a:lnTo>
                  <a:pt x="887" y="233"/>
                </a:lnTo>
                <a:lnTo>
                  <a:pt x="888" y="233"/>
                </a:lnTo>
                <a:lnTo>
                  <a:pt x="887" y="234"/>
                </a:lnTo>
                <a:lnTo>
                  <a:pt x="886" y="235"/>
                </a:lnTo>
                <a:lnTo>
                  <a:pt x="885" y="236"/>
                </a:lnTo>
                <a:lnTo>
                  <a:pt x="885" y="237"/>
                </a:lnTo>
                <a:lnTo>
                  <a:pt x="885" y="238"/>
                </a:lnTo>
                <a:lnTo>
                  <a:pt x="886" y="239"/>
                </a:lnTo>
                <a:lnTo>
                  <a:pt x="887" y="239"/>
                </a:lnTo>
                <a:lnTo>
                  <a:pt x="888" y="240"/>
                </a:lnTo>
                <a:lnTo>
                  <a:pt x="889" y="240"/>
                </a:lnTo>
                <a:lnTo>
                  <a:pt x="890" y="241"/>
                </a:lnTo>
                <a:lnTo>
                  <a:pt x="891" y="242"/>
                </a:lnTo>
                <a:lnTo>
                  <a:pt x="892" y="244"/>
                </a:lnTo>
                <a:lnTo>
                  <a:pt x="892" y="245"/>
                </a:lnTo>
                <a:lnTo>
                  <a:pt x="892" y="246"/>
                </a:lnTo>
                <a:lnTo>
                  <a:pt x="892" y="247"/>
                </a:lnTo>
                <a:lnTo>
                  <a:pt x="893" y="247"/>
                </a:lnTo>
                <a:lnTo>
                  <a:pt x="893" y="248"/>
                </a:lnTo>
                <a:lnTo>
                  <a:pt x="894" y="248"/>
                </a:lnTo>
                <a:lnTo>
                  <a:pt x="894" y="247"/>
                </a:lnTo>
                <a:lnTo>
                  <a:pt x="895" y="247"/>
                </a:lnTo>
                <a:lnTo>
                  <a:pt x="895" y="248"/>
                </a:lnTo>
                <a:lnTo>
                  <a:pt x="895" y="250"/>
                </a:lnTo>
                <a:lnTo>
                  <a:pt x="895" y="254"/>
                </a:lnTo>
                <a:lnTo>
                  <a:pt x="894" y="255"/>
                </a:lnTo>
                <a:lnTo>
                  <a:pt x="894" y="256"/>
                </a:lnTo>
                <a:lnTo>
                  <a:pt x="894" y="257"/>
                </a:lnTo>
                <a:lnTo>
                  <a:pt x="893" y="257"/>
                </a:lnTo>
                <a:lnTo>
                  <a:pt x="892" y="258"/>
                </a:lnTo>
                <a:lnTo>
                  <a:pt x="892" y="259"/>
                </a:lnTo>
                <a:lnTo>
                  <a:pt x="892" y="260"/>
                </a:lnTo>
                <a:lnTo>
                  <a:pt x="891" y="260"/>
                </a:lnTo>
                <a:lnTo>
                  <a:pt x="890" y="260"/>
                </a:lnTo>
                <a:lnTo>
                  <a:pt x="890" y="261"/>
                </a:lnTo>
                <a:lnTo>
                  <a:pt x="889" y="261"/>
                </a:lnTo>
                <a:lnTo>
                  <a:pt x="889" y="262"/>
                </a:lnTo>
                <a:lnTo>
                  <a:pt x="888" y="262"/>
                </a:lnTo>
                <a:lnTo>
                  <a:pt x="888" y="263"/>
                </a:lnTo>
                <a:lnTo>
                  <a:pt x="888" y="264"/>
                </a:lnTo>
                <a:lnTo>
                  <a:pt x="887" y="265"/>
                </a:lnTo>
                <a:lnTo>
                  <a:pt x="886" y="265"/>
                </a:lnTo>
                <a:lnTo>
                  <a:pt x="886" y="264"/>
                </a:lnTo>
                <a:lnTo>
                  <a:pt x="885" y="264"/>
                </a:lnTo>
                <a:lnTo>
                  <a:pt x="884" y="264"/>
                </a:lnTo>
                <a:lnTo>
                  <a:pt x="884" y="265"/>
                </a:lnTo>
                <a:lnTo>
                  <a:pt x="884" y="266"/>
                </a:lnTo>
                <a:lnTo>
                  <a:pt x="883" y="267"/>
                </a:lnTo>
                <a:lnTo>
                  <a:pt x="882" y="267"/>
                </a:lnTo>
                <a:lnTo>
                  <a:pt x="882" y="268"/>
                </a:lnTo>
                <a:lnTo>
                  <a:pt x="882" y="269"/>
                </a:lnTo>
                <a:lnTo>
                  <a:pt x="881" y="268"/>
                </a:lnTo>
                <a:lnTo>
                  <a:pt x="880" y="268"/>
                </a:lnTo>
                <a:lnTo>
                  <a:pt x="880" y="269"/>
                </a:lnTo>
                <a:lnTo>
                  <a:pt x="879" y="270"/>
                </a:lnTo>
                <a:lnTo>
                  <a:pt x="877" y="270"/>
                </a:lnTo>
                <a:lnTo>
                  <a:pt x="876" y="270"/>
                </a:lnTo>
                <a:lnTo>
                  <a:pt x="875" y="269"/>
                </a:lnTo>
                <a:lnTo>
                  <a:pt x="875" y="270"/>
                </a:lnTo>
                <a:lnTo>
                  <a:pt x="875" y="271"/>
                </a:lnTo>
                <a:lnTo>
                  <a:pt x="875" y="273"/>
                </a:lnTo>
                <a:lnTo>
                  <a:pt x="874" y="275"/>
                </a:lnTo>
                <a:lnTo>
                  <a:pt x="874" y="276"/>
                </a:lnTo>
                <a:lnTo>
                  <a:pt x="875" y="276"/>
                </a:lnTo>
                <a:lnTo>
                  <a:pt x="875" y="277"/>
                </a:lnTo>
                <a:lnTo>
                  <a:pt x="876" y="277"/>
                </a:lnTo>
                <a:lnTo>
                  <a:pt x="877" y="278"/>
                </a:lnTo>
                <a:lnTo>
                  <a:pt x="876" y="281"/>
                </a:lnTo>
                <a:lnTo>
                  <a:pt x="876" y="282"/>
                </a:lnTo>
                <a:lnTo>
                  <a:pt x="876" y="286"/>
                </a:lnTo>
                <a:lnTo>
                  <a:pt x="876" y="287"/>
                </a:lnTo>
                <a:lnTo>
                  <a:pt x="877" y="287"/>
                </a:lnTo>
                <a:lnTo>
                  <a:pt x="878" y="290"/>
                </a:lnTo>
                <a:lnTo>
                  <a:pt x="879" y="291"/>
                </a:lnTo>
                <a:lnTo>
                  <a:pt x="880" y="293"/>
                </a:lnTo>
                <a:lnTo>
                  <a:pt x="881" y="294"/>
                </a:lnTo>
                <a:lnTo>
                  <a:pt x="882" y="295"/>
                </a:lnTo>
                <a:lnTo>
                  <a:pt x="882" y="297"/>
                </a:lnTo>
                <a:lnTo>
                  <a:pt x="882" y="298"/>
                </a:lnTo>
                <a:lnTo>
                  <a:pt x="882" y="299"/>
                </a:lnTo>
                <a:lnTo>
                  <a:pt x="883" y="299"/>
                </a:lnTo>
                <a:lnTo>
                  <a:pt x="883" y="300"/>
                </a:lnTo>
                <a:lnTo>
                  <a:pt x="884" y="300"/>
                </a:lnTo>
                <a:lnTo>
                  <a:pt x="884" y="301"/>
                </a:lnTo>
                <a:lnTo>
                  <a:pt x="885" y="301"/>
                </a:lnTo>
                <a:lnTo>
                  <a:pt x="884" y="302"/>
                </a:lnTo>
                <a:lnTo>
                  <a:pt x="883" y="302"/>
                </a:lnTo>
                <a:lnTo>
                  <a:pt x="883" y="303"/>
                </a:lnTo>
                <a:lnTo>
                  <a:pt x="882" y="303"/>
                </a:lnTo>
                <a:lnTo>
                  <a:pt x="882" y="304"/>
                </a:lnTo>
                <a:lnTo>
                  <a:pt x="882" y="305"/>
                </a:lnTo>
                <a:lnTo>
                  <a:pt x="881" y="306"/>
                </a:lnTo>
                <a:lnTo>
                  <a:pt x="880" y="306"/>
                </a:lnTo>
                <a:lnTo>
                  <a:pt x="878" y="307"/>
                </a:lnTo>
                <a:lnTo>
                  <a:pt x="877" y="307"/>
                </a:lnTo>
                <a:lnTo>
                  <a:pt x="876" y="307"/>
                </a:lnTo>
                <a:lnTo>
                  <a:pt x="875" y="306"/>
                </a:lnTo>
                <a:lnTo>
                  <a:pt x="874" y="307"/>
                </a:lnTo>
                <a:lnTo>
                  <a:pt x="874" y="308"/>
                </a:lnTo>
                <a:lnTo>
                  <a:pt x="875" y="308"/>
                </a:lnTo>
                <a:lnTo>
                  <a:pt x="875" y="309"/>
                </a:lnTo>
                <a:lnTo>
                  <a:pt x="875" y="310"/>
                </a:lnTo>
                <a:lnTo>
                  <a:pt x="875" y="311"/>
                </a:lnTo>
                <a:lnTo>
                  <a:pt x="874" y="312"/>
                </a:lnTo>
                <a:lnTo>
                  <a:pt x="873" y="311"/>
                </a:lnTo>
                <a:lnTo>
                  <a:pt x="871" y="311"/>
                </a:lnTo>
                <a:lnTo>
                  <a:pt x="870" y="314"/>
                </a:lnTo>
                <a:lnTo>
                  <a:pt x="870" y="315"/>
                </a:lnTo>
                <a:lnTo>
                  <a:pt x="870" y="316"/>
                </a:lnTo>
                <a:lnTo>
                  <a:pt x="871" y="316"/>
                </a:lnTo>
                <a:lnTo>
                  <a:pt x="872" y="316"/>
                </a:lnTo>
                <a:lnTo>
                  <a:pt x="872" y="317"/>
                </a:lnTo>
                <a:lnTo>
                  <a:pt x="871" y="318"/>
                </a:lnTo>
                <a:lnTo>
                  <a:pt x="872" y="320"/>
                </a:lnTo>
                <a:lnTo>
                  <a:pt x="872" y="321"/>
                </a:lnTo>
                <a:lnTo>
                  <a:pt x="872" y="322"/>
                </a:lnTo>
                <a:lnTo>
                  <a:pt x="871" y="322"/>
                </a:lnTo>
                <a:lnTo>
                  <a:pt x="871" y="323"/>
                </a:lnTo>
                <a:lnTo>
                  <a:pt x="871" y="324"/>
                </a:lnTo>
                <a:lnTo>
                  <a:pt x="871" y="325"/>
                </a:lnTo>
                <a:lnTo>
                  <a:pt x="870" y="325"/>
                </a:lnTo>
                <a:lnTo>
                  <a:pt x="870" y="324"/>
                </a:lnTo>
                <a:lnTo>
                  <a:pt x="869" y="324"/>
                </a:lnTo>
                <a:lnTo>
                  <a:pt x="868" y="324"/>
                </a:lnTo>
                <a:lnTo>
                  <a:pt x="866" y="325"/>
                </a:lnTo>
                <a:lnTo>
                  <a:pt x="865" y="324"/>
                </a:lnTo>
                <a:lnTo>
                  <a:pt x="864" y="324"/>
                </a:lnTo>
                <a:lnTo>
                  <a:pt x="863" y="324"/>
                </a:lnTo>
                <a:lnTo>
                  <a:pt x="861" y="323"/>
                </a:lnTo>
                <a:lnTo>
                  <a:pt x="861" y="324"/>
                </a:lnTo>
                <a:lnTo>
                  <a:pt x="860" y="323"/>
                </a:lnTo>
                <a:lnTo>
                  <a:pt x="859" y="322"/>
                </a:lnTo>
                <a:lnTo>
                  <a:pt x="859" y="321"/>
                </a:lnTo>
                <a:lnTo>
                  <a:pt x="858" y="321"/>
                </a:lnTo>
                <a:lnTo>
                  <a:pt x="857" y="322"/>
                </a:lnTo>
                <a:lnTo>
                  <a:pt x="857" y="323"/>
                </a:lnTo>
                <a:lnTo>
                  <a:pt x="857" y="324"/>
                </a:lnTo>
                <a:lnTo>
                  <a:pt x="856" y="324"/>
                </a:lnTo>
                <a:lnTo>
                  <a:pt x="855" y="324"/>
                </a:lnTo>
                <a:lnTo>
                  <a:pt x="854" y="323"/>
                </a:lnTo>
                <a:lnTo>
                  <a:pt x="854" y="322"/>
                </a:lnTo>
                <a:lnTo>
                  <a:pt x="853" y="322"/>
                </a:lnTo>
                <a:lnTo>
                  <a:pt x="852" y="322"/>
                </a:lnTo>
                <a:lnTo>
                  <a:pt x="852" y="324"/>
                </a:lnTo>
                <a:lnTo>
                  <a:pt x="852" y="325"/>
                </a:lnTo>
                <a:lnTo>
                  <a:pt x="850" y="328"/>
                </a:lnTo>
                <a:lnTo>
                  <a:pt x="849" y="328"/>
                </a:lnTo>
                <a:lnTo>
                  <a:pt x="849" y="329"/>
                </a:lnTo>
                <a:lnTo>
                  <a:pt x="849" y="330"/>
                </a:lnTo>
                <a:lnTo>
                  <a:pt x="849" y="332"/>
                </a:lnTo>
                <a:lnTo>
                  <a:pt x="850" y="334"/>
                </a:lnTo>
                <a:lnTo>
                  <a:pt x="849" y="335"/>
                </a:lnTo>
                <a:lnTo>
                  <a:pt x="848" y="336"/>
                </a:lnTo>
                <a:lnTo>
                  <a:pt x="849" y="337"/>
                </a:lnTo>
                <a:lnTo>
                  <a:pt x="850" y="337"/>
                </a:lnTo>
                <a:lnTo>
                  <a:pt x="851" y="337"/>
                </a:lnTo>
                <a:lnTo>
                  <a:pt x="852" y="338"/>
                </a:lnTo>
                <a:lnTo>
                  <a:pt x="852" y="337"/>
                </a:lnTo>
                <a:lnTo>
                  <a:pt x="853" y="337"/>
                </a:lnTo>
                <a:lnTo>
                  <a:pt x="854" y="337"/>
                </a:lnTo>
                <a:lnTo>
                  <a:pt x="854" y="339"/>
                </a:lnTo>
                <a:lnTo>
                  <a:pt x="854" y="340"/>
                </a:lnTo>
                <a:lnTo>
                  <a:pt x="853" y="340"/>
                </a:lnTo>
                <a:lnTo>
                  <a:pt x="852" y="340"/>
                </a:lnTo>
                <a:lnTo>
                  <a:pt x="851" y="341"/>
                </a:lnTo>
                <a:lnTo>
                  <a:pt x="851" y="342"/>
                </a:lnTo>
                <a:lnTo>
                  <a:pt x="851" y="343"/>
                </a:lnTo>
                <a:lnTo>
                  <a:pt x="850" y="343"/>
                </a:lnTo>
                <a:lnTo>
                  <a:pt x="849" y="344"/>
                </a:lnTo>
                <a:lnTo>
                  <a:pt x="849" y="345"/>
                </a:lnTo>
                <a:lnTo>
                  <a:pt x="849" y="346"/>
                </a:lnTo>
                <a:lnTo>
                  <a:pt x="849" y="347"/>
                </a:lnTo>
                <a:lnTo>
                  <a:pt x="849" y="348"/>
                </a:lnTo>
                <a:lnTo>
                  <a:pt x="848" y="348"/>
                </a:lnTo>
                <a:lnTo>
                  <a:pt x="847" y="348"/>
                </a:lnTo>
                <a:lnTo>
                  <a:pt x="847" y="347"/>
                </a:lnTo>
                <a:lnTo>
                  <a:pt x="845" y="347"/>
                </a:lnTo>
                <a:lnTo>
                  <a:pt x="844" y="348"/>
                </a:lnTo>
                <a:lnTo>
                  <a:pt x="843" y="349"/>
                </a:lnTo>
                <a:lnTo>
                  <a:pt x="842" y="349"/>
                </a:lnTo>
                <a:lnTo>
                  <a:pt x="842" y="348"/>
                </a:lnTo>
                <a:lnTo>
                  <a:pt x="841" y="348"/>
                </a:lnTo>
                <a:lnTo>
                  <a:pt x="841" y="349"/>
                </a:lnTo>
                <a:lnTo>
                  <a:pt x="840" y="349"/>
                </a:lnTo>
                <a:lnTo>
                  <a:pt x="839" y="349"/>
                </a:lnTo>
                <a:lnTo>
                  <a:pt x="837" y="350"/>
                </a:lnTo>
                <a:lnTo>
                  <a:pt x="836" y="350"/>
                </a:lnTo>
                <a:lnTo>
                  <a:pt x="834" y="350"/>
                </a:lnTo>
                <a:lnTo>
                  <a:pt x="834" y="352"/>
                </a:lnTo>
                <a:lnTo>
                  <a:pt x="834" y="353"/>
                </a:lnTo>
                <a:lnTo>
                  <a:pt x="834" y="355"/>
                </a:lnTo>
                <a:lnTo>
                  <a:pt x="835" y="355"/>
                </a:lnTo>
                <a:lnTo>
                  <a:pt x="835" y="358"/>
                </a:lnTo>
                <a:lnTo>
                  <a:pt x="834" y="359"/>
                </a:lnTo>
                <a:lnTo>
                  <a:pt x="834" y="360"/>
                </a:lnTo>
                <a:lnTo>
                  <a:pt x="834" y="361"/>
                </a:lnTo>
                <a:lnTo>
                  <a:pt x="833" y="363"/>
                </a:lnTo>
                <a:lnTo>
                  <a:pt x="833" y="364"/>
                </a:lnTo>
                <a:lnTo>
                  <a:pt x="832" y="365"/>
                </a:lnTo>
                <a:lnTo>
                  <a:pt x="832" y="366"/>
                </a:lnTo>
                <a:lnTo>
                  <a:pt x="831" y="367"/>
                </a:lnTo>
                <a:lnTo>
                  <a:pt x="830" y="368"/>
                </a:lnTo>
                <a:lnTo>
                  <a:pt x="829" y="369"/>
                </a:lnTo>
                <a:lnTo>
                  <a:pt x="828" y="370"/>
                </a:lnTo>
                <a:lnTo>
                  <a:pt x="828" y="371"/>
                </a:lnTo>
                <a:lnTo>
                  <a:pt x="826" y="371"/>
                </a:lnTo>
                <a:lnTo>
                  <a:pt x="825" y="371"/>
                </a:lnTo>
                <a:lnTo>
                  <a:pt x="825" y="372"/>
                </a:lnTo>
                <a:lnTo>
                  <a:pt x="825" y="373"/>
                </a:lnTo>
                <a:lnTo>
                  <a:pt x="824" y="373"/>
                </a:lnTo>
                <a:lnTo>
                  <a:pt x="824" y="374"/>
                </a:lnTo>
                <a:lnTo>
                  <a:pt x="825" y="375"/>
                </a:lnTo>
                <a:lnTo>
                  <a:pt x="824" y="375"/>
                </a:lnTo>
                <a:lnTo>
                  <a:pt x="824" y="376"/>
                </a:lnTo>
                <a:lnTo>
                  <a:pt x="824" y="377"/>
                </a:lnTo>
                <a:lnTo>
                  <a:pt x="824" y="378"/>
                </a:lnTo>
                <a:lnTo>
                  <a:pt x="824" y="379"/>
                </a:lnTo>
                <a:lnTo>
                  <a:pt x="823" y="380"/>
                </a:lnTo>
                <a:lnTo>
                  <a:pt x="824" y="380"/>
                </a:lnTo>
                <a:lnTo>
                  <a:pt x="825" y="381"/>
                </a:lnTo>
                <a:lnTo>
                  <a:pt x="825" y="382"/>
                </a:lnTo>
                <a:lnTo>
                  <a:pt x="824" y="383"/>
                </a:lnTo>
                <a:lnTo>
                  <a:pt x="823" y="384"/>
                </a:lnTo>
                <a:lnTo>
                  <a:pt x="823" y="385"/>
                </a:lnTo>
                <a:lnTo>
                  <a:pt x="823" y="386"/>
                </a:lnTo>
                <a:lnTo>
                  <a:pt x="822" y="386"/>
                </a:lnTo>
                <a:lnTo>
                  <a:pt x="822" y="387"/>
                </a:lnTo>
                <a:lnTo>
                  <a:pt x="822" y="388"/>
                </a:lnTo>
                <a:lnTo>
                  <a:pt x="822" y="389"/>
                </a:lnTo>
                <a:lnTo>
                  <a:pt x="822" y="390"/>
                </a:lnTo>
                <a:lnTo>
                  <a:pt x="823" y="390"/>
                </a:lnTo>
                <a:lnTo>
                  <a:pt x="823" y="391"/>
                </a:lnTo>
                <a:lnTo>
                  <a:pt x="824" y="391"/>
                </a:lnTo>
                <a:lnTo>
                  <a:pt x="823" y="392"/>
                </a:lnTo>
                <a:lnTo>
                  <a:pt x="822" y="393"/>
                </a:lnTo>
                <a:lnTo>
                  <a:pt x="822" y="394"/>
                </a:lnTo>
                <a:lnTo>
                  <a:pt x="821" y="394"/>
                </a:lnTo>
                <a:lnTo>
                  <a:pt x="821" y="396"/>
                </a:lnTo>
                <a:lnTo>
                  <a:pt x="820" y="396"/>
                </a:lnTo>
                <a:lnTo>
                  <a:pt x="821" y="397"/>
                </a:lnTo>
                <a:lnTo>
                  <a:pt x="822" y="397"/>
                </a:lnTo>
                <a:lnTo>
                  <a:pt x="822" y="396"/>
                </a:lnTo>
                <a:lnTo>
                  <a:pt x="823" y="397"/>
                </a:lnTo>
                <a:lnTo>
                  <a:pt x="823" y="398"/>
                </a:lnTo>
                <a:lnTo>
                  <a:pt x="823" y="399"/>
                </a:lnTo>
                <a:lnTo>
                  <a:pt x="823" y="400"/>
                </a:lnTo>
                <a:lnTo>
                  <a:pt x="823" y="401"/>
                </a:lnTo>
                <a:lnTo>
                  <a:pt x="824" y="402"/>
                </a:lnTo>
                <a:lnTo>
                  <a:pt x="824" y="403"/>
                </a:lnTo>
                <a:lnTo>
                  <a:pt x="826" y="404"/>
                </a:lnTo>
                <a:lnTo>
                  <a:pt x="825" y="404"/>
                </a:lnTo>
                <a:lnTo>
                  <a:pt x="825" y="405"/>
                </a:lnTo>
                <a:lnTo>
                  <a:pt x="825" y="407"/>
                </a:lnTo>
                <a:lnTo>
                  <a:pt x="825" y="408"/>
                </a:lnTo>
                <a:lnTo>
                  <a:pt x="825" y="409"/>
                </a:lnTo>
                <a:lnTo>
                  <a:pt x="826" y="410"/>
                </a:lnTo>
                <a:lnTo>
                  <a:pt x="826" y="409"/>
                </a:lnTo>
                <a:lnTo>
                  <a:pt x="827" y="410"/>
                </a:lnTo>
                <a:lnTo>
                  <a:pt x="826" y="411"/>
                </a:lnTo>
                <a:lnTo>
                  <a:pt x="825" y="411"/>
                </a:lnTo>
                <a:lnTo>
                  <a:pt x="824" y="412"/>
                </a:lnTo>
                <a:lnTo>
                  <a:pt x="824" y="413"/>
                </a:lnTo>
                <a:lnTo>
                  <a:pt x="825" y="413"/>
                </a:lnTo>
                <a:lnTo>
                  <a:pt x="825" y="414"/>
                </a:lnTo>
                <a:lnTo>
                  <a:pt x="825" y="415"/>
                </a:lnTo>
                <a:lnTo>
                  <a:pt x="826" y="415"/>
                </a:lnTo>
                <a:lnTo>
                  <a:pt x="825" y="416"/>
                </a:lnTo>
                <a:lnTo>
                  <a:pt x="825" y="419"/>
                </a:lnTo>
                <a:lnTo>
                  <a:pt x="825" y="420"/>
                </a:lnTo>
                <a:lnTo>
                  <a:pt x="827" y="422"/>
                </a:lnTo>
                <a:lnTo>
                  <a:pt x="828" y="422"/>
                </a:lnTo>
                <a:lnTo>
                  <a:pt x="829" y="422"/>
                </a:lnTo>
                <a:lnTo>
                  <a:pt x="830" y="422"/>
                </a:lnTo>
                <a:lnTo>
                  <a:pt x="831" y="422"/>
                </a:lnTo>
                <a:lnTo>
                  <a:pt x="831" y="421"/>
                </a:lnTo>
                <a:lnTo>
                  <a:pt x="832" y="421"/>
                </a:lnTo>
                <a:lnTo>
                  <a:pt x="832" y="422"/>
                </a:lnTo>
                <a:lnTo>
                  <a:pt x="831" y="423"/>
                </a:lnTo>
                <a:lnTo>
                  <a:pt x="831" y="424"/>
                </a:lnTo>
                <a:lnTo>
                  <a:pt x="832" y="424"/>
                </a:lnTo>
                <a:lnTo>
                  <a:pt x="832" y="425"/>
                </a:lnTo>
                <a:lnTo>
                  <a:pt x="832" y="426"/>
                </a:lnTo>
                <a:lnTo>
                  <a:pt x="831" y="426"/>
                </a:lnTo>
                <a:lnTo>
                  <a:pt x="830" y="427"/>
                </a:lnTo>
                <a:lnTo>
                  <a:pt x="830" y="428"/>
                </a:lnTo>
                <a:lnTo>
                  <a:pt x="829" y="429"/>
                </a:lnTo>
                <a:lnTo>
                  <a:pt x="828" y="429"/>
                </a:lnTo>
                <a:lnTo>
                  <a:pt x="827" y="430"/>
                </a:lnTo>
                <a:lnTo>
                  <a:pt x="828" y="431"/>
                </a:lnTo>
                <a:lnTo>
                  <a:pt x="829" y="431"/>
                </a:lnTo>
                <a:lnTo>
                  <a:pt x="829" y="432"/>
                </a:lnTo>
                <a:lnTo>
                  <a:pt x="828" y="433"/>
                </a:lnTo>
                <a:lnTo>
                  <a:pt x="826" y="434"/>
                </a:lnTo>
                <a:lnTo>
                  <a:pt x="826" y="435"/>
                </a:lnTo>
                <a:lnTo>
                  <a:pt x="825" y="435"/>
                </a:lnTo>
                <a:lnTo>
                  <a:pt x="825" y="436"/>
                </a:lnTo>
                <a:lnTo>
                  <a:pt x="825" y="437"/>
                </a:lnTo>
                <a:lnTo>
                  <a:pt x="825" y="438"/>
                </a:lnTo>
                <a:lnTo>
                  <a:pt x="826" y="438"/>
                </a:lnTo>
                <a:lnTo>
                  <a:pt x="826" y="439"/>
                </a:lnTo>
                <a:lnTo>
                  <a:pt x="826" y="440"/>
                </a:lnTo>
                <a:lnTo>
                  <a:pt x="826" y="442"/>
                </a:lnTo>
                <a:lnTo>
                  <a:pt x="825" y="443"/>
                </a:lnTo>
                <a:lnTo>
                  <a:pt x="825" y="444"/>
                </a:lnTo>
                <a:lnTo>
                  <a:pt x="825" y="445"/>
                </a:lnTo>
                <a:lnTo>
                  <a:pt x="824" y="446"/>
                </a:lnTo>
                <a:lnTo>
                  <a:pt x="823" y="447"/>
                </a:lnTo>
                <a:lnTo>
                  <a:pt x="823" y="448"/>
                </a:lnTo>
                <a:lnTo>
                  <a:pt x="822" y="448"/>
                </a:lnTo>
                <a:lnTo>
                  <a:pt x="821" y="448"/>
                </a:lnTo>
                <a:lnTo>
                  <a:pt x="821" y="449"/>
                </a:lnTo>
                <a:lnTo>
                  <a:pt x="821" y="450"/>
                </a:lnTo>
                <a:lnTo>
                  <a:pt x="820" y="450"/>
                </a:lnTo>
                <a:lnTo>
                  <a:pt x="819" y="451"/>
                </a:lnTo>
                <a:lnTo>
                  <a:pt x="819" y="452"/>
                </a:lnTo>
                <a:lnTo>
                  <a:pt x="818" y="453"/>
                </a:lnTo>
                <a:lnTo>
                  <a:pt x="818" y="454"/>
                </a:lnTo>
                <a:lnTo>
                  <a:pt x="817" y="454"/>
                </a:lnTo>
                <a:lnTo>
                  <a:pt x="817" y="455"/>
                </a:lnTo>
                <a:lnTo>
                  <a:pt x="817" y="456"/>
                </a:lnTo>
                <a:lnTo>
                  <a:pt x="816" y="457"/>
                </a:lnTo>
                <a:lnTo>
                  <a:pt x="815" y="457"/>
                </a:lnTo>
                <a:lnTo>
                  <a:pt x="815" y="458"/>
                </a:lnTo>
                <a:lnTo>
                  <a:pt x="814" y="458"/>
                </a:lnTo>
                <a:lnTo>
                  <a:pt x="813" y="458"/>
                </a:lnTo>
                <a:lnTo>
                  <a:pt x="813" y="459"/>
                </a:lnTo>
                <a:lnTo>
                  <a:pt x="812" y="459"/>
                </a:lnTo>
                <a:lnTo>
                  <a:pt x="811" y="460"/>
                </a:lnTo>
                <a:lnTo>
                  <a:pt x="811" y="461"/>
                </a:lnTo>
                <a:lnTo>
                  <a:pt x="811" y="462"/>
                </a:lnTo>
                <a:lnTo>
                  <a:pt x="811" y="463"/>
                </a:lnTo>
                <a:lnTo>
                  <a:pt x="810" y="463"/>
                </a:lnTo>
                <a:lnTo>
                  <a:pt x="809" y="464"/>
                </a:lnTo>
                <a:lnTo>
                  <a:pt x="807" y="464"/>
                </a:lnTo>
                <a:lnTo>
                  <a:pt x="807" y="465"/>
                </a:lnTo>
                <a:lnTo>
                  <a:pt x="806" y="466"/>
                </a:lnTo>
                <a:lnTo>
                  <a:pt x="805" y="466"/>
                </a:lnTo>
                <a:lnTo>
                  <a:pt x="804" y="465"/>
                </a:lnTo>
                <a:lnTo>
                  <a:pt x="803" y="465"/>
                </a:lnTo>
                <a:lnTo>
                  <a:pt x="802" y="466"/>
                </a:lnTo>
                <a:lnTo>
                  <a:pt x="802" y="465"/>
                </a:lnTo>
                <a:lnTo>
                  <a:pt x="801" y="465"/>
                </a:lnTo>
                <a:lnTo>
                  <a:pt x="801" y="466"/>
                </a:lnTo>
                <a:lnTo>
                  <a:pt x="800" y="466"/>
                </a:lnTo>
                <a:lnTo>
                  <a:pt x="799" y="466"/>
                </a:lnTo>
                <a:lnTo>
                  <a:pt x="798" y="466"/>
                </a:lnTo>
                <a:lnTo>
                  <a:pt x="797" y="465"/>
                </a:lnTo>
                <a:lnTo>
                  <a:pt x="797" y="466"/>
                </a:lnTo>
                <a:lnTo>
                  <a:pt x="796" y="466"/>
                </a:lnTo>
                <a:lnTo>
                  <a:pt x="795" y="466"/>
                </a:lnTo>
                <a:lnTo>
                  <a:pt x="794" y="466"/>
                </a:lnTo>
                <a:lnTo>
                  <a:pt x="794" y="467"/>
                </a:lnTo>
                <a:lnTo>
                  <a:pt x="793" y="467"/>
                </a:lnTo>
                <a:lnTo>
                  <a:pt x="790" y="467"/>
                </a:lnTo>
                <a:lnTo>
                  <a:pt x="790" y="468"/>
                </a:lnTo>
                <a:lnTo>
                  <a:pt x="791" y="469"/>
                </a:lnTo>
                <a:lnTo>
                  <a:pt x="792" y="469"/>
                </a:lnTo>
                <a:lnTo>
                  <a:pt x="793" y="470"/>
                </a:lnTo>
                <a:lnTo>
                  <a:pt x="793" y="471"/>
                </a:lnTo>
                <a:lnTo>
                  <a:pt x="794" y="471"/>
                </a:lnTo>
                <a:lnTo>
                  <a:pt x="794" y="472"/>
                </a:lnTo>
                <a:lnTo>
                  <a:pt x="794" y="473"/>
                </a:lnTo>
                <a:lnTo>
                  <a:pt x="793" y="474"/>
                </a:lnTo>
                <a:lnTo>
                  <a:pt x="792" y="475"/>
                </a:lnTo>
                <a:lnTo>
                  <a:pt x="792" y="476"/>
                </a:lnTo>
                <a:lnTo>
                  <a:pt x="792" y="475"/>
                </a:lnTo>
                <a:lnTo>
                  <a:pt x="791" y="475"/>
                </a:lnTo>
                <a:lnTo>
                  <a:pt x="791" y="476"/>
                </a:lnTo>
                <a:lnTo>
                  <a:pt x="791" y="477"/>
                </a:lnTo>
                <a:lnTo>
                  <a:pt x="790" y="478"/>
                </a:lnTo>
                <a:lnTo>
                  <a:pt x="789" y="478"/>
                </a:lnTo>
                <a:lnTo>
                  <a:pt x="788" y="478"/>
                </a:lnTo>
                <a:lnTo>
                  <a:pt x="787" y="478"/>
                </a:lnTo>
                <a:lnTo>
                  <a:pt x="785" y="478"/>
                </a:lnTo>
                <a:lnTo>
                  <a:pt x="785" y="479"/>
                </a:lnTo>
                <a:lnTo>
                  <a:pt x="784" y="479"/>
                </a:lnTo>
                <a:lnTo>
                  <a:pt x="784" y="480"/>
                </a:lnTo>
                <a:lnTo>
                  <a:pt x="783" y="480"/>
                </a:lnTo>
                <a:lnTo>
                  <a:pt x="782" y="479"/>
                </a:lnTo>
                <a:lnTo>
                  <a:pt x="781" y="479"/>
                </a:lnTo>
                <a:lnTo>
                  <a:pt x="780" y="480"/>
                </a:lnTo>
                <a:lnTo>
                  <a:pt x="779" y="480"/>
                </a:lnTo>
                <a:lnTo>
                  <a:pt x="779" y="481"/>
                </a:lnTo>
                <a:lnTo>
                  <a:pt x="779" y="482"/>
                </a:lnTo>
                <a:lnTo>
                  <a:pt x="779" y="483"/>
                </a:lnTo>
                <a:lnTo>
                  <a:pt x="778" y="483"/>
                </a:lnTo>
                <a:lnTo>
                  <a:pt x="777" y="484"/>
                </a:lnTo>
                <a:lnTo>
                  <a:pt x="776" y="484"/>
                </a:lnTo>
                <a:lnTo>
                  <a:pt x="775" y="484"/>
                </a:lnTo>
                <a:lnTo>
                  <a:pt x="773" y="484"/>
                </a:lnTo>
                <a:lnTo>
                  <a:pt x="773" y="483"/>
                </a:lnTo>
                <a:lnTo>
                  <a:pt x="772" y="483"/>
                </a:lnTo>
                <a:lnTo>
                  <a:pt x="772" y="484"/>
                </a:lnTo>
                <a:lnTo>
                  <a:pt x="772" y="485"/>
                </a:lnTo>
                <a:lnTo>
                  <a:pt x="772" y="486"/>
                </a:lnTo>
                <a:lnTo>
                  <a:pt x="771" y="487"/>
                </a:lnTo>
                <a:lnTo>
                  <a:pt x="770" y="487"/>
                </a:lnTo>
                <a:lnTo>
                  <a:pt x="769" y="487"/>
                </a:lnTo>
                <a:lnTo>
                  <a:pt x="768" y="487"/>
                </a:lnTo>
                <a:lnTo>
                  <a:pt x="767" y="487"/>
                </a:lnTo>
                <a:lnTo>
                  <a:pt x="767" y="488"/>
                </a:lnTo>
                <a:lnTo>
                  <a:pt x="766" y="488"/>
                </a:lnTo>
                <a:lnTo>
                  <a:pt x="766" y="487"/>
                </a:lnTo>
                <a:lnTo>
                  <a:pt x="765" y="487"/>
                </a:lnTo>
                <a:lnTo>
                  <a:pt x="764" y="487"/>
                </a:lnTo>
                <a:lnTo>
                  <a:pt x="764" y="488"/>
                </a:lnTo>
                <a:lnTo>
                  <a:pt x="763" y="488"/>
                </a:lnTo>
                <a:lnTo>
                  <a:pt x="762" y="488"/>
                </a:lnTo>
                <a:lnTo>
                  <a:pt x="761" y="489"/>
                </a:lnTo>
                <a:lnTo>
                  <a:pt x="761" y="490"/>
                </a:lnTo>
                <a:lnTo>
                  <a:pt x="761" y="491"/>
                </a:lnTo>
                <a:lnTo>
                  <a:pt x="760" y="491"/>
                </a:lnTo>
                <a:lnTo>
                  <a:pt x="760" y="490"/>
                </a:lnTo>
                <a:lnTo>
                  <a:pt x="759" y="489"/>
                </a:lnTo>
                <a:lnTo>
                  <a:pt x="758" y="488"/>
                </a:lnTo>
                <a:lnTo>
                  <a:pt x="757" y="487"/>
                </a:lnTo>
                <a:lnTo>
                  <a:pt x="756" y="488"/>
                </a:lnTo>
                <a:lnTo>
                  <a:pt x="756" y="489"/>
                </a:lnTo>
                <a:lnTo>
                  <a:pt x="756" y="490"/>
                </a:lnTo>
                <a:lnTo>
                  <a:pt x="756" y="491"/>
                </a:lnTo>
                <a:lnTo>
                  <a:pt x="755" y="491"/>
                </a:lnTo>
                <a:lnTo>
                  <a:pt x="754" y="492"/>
                </a:lnTo>
                <a:lnTo>
                  <a:pt x="755" y="492"/>
                </a:lnTo>
                <a:lnTo>
                  <a:pt x="755" y="493"/>
                </a:lnTo>
                <a:lnTo>
                  <a:pt x="756" y="493"/>
                </a:lnTo>
                <a:lnTo>
                  <a:pt x="756" y="495"/>
                </a:lnTo>
                <a:lnTo>
                  <a:pt x="757" y="496"/>
                </a:lnTo>
                <a:lnTo>
                  <a:pt x="756" y="497"/>
                </a:lnTo>
                <a:lnTo>
                  <a:pt x="755" y="496"/>
                </a:lnTo>
                <a:lnTo>
                  <a:pt x="754" y="497"/>
                </a:lnTo>
                <a:lnTo>
                  <a:pt x="754" y="499"/>
                </a:lnTo>
                <a:lnTo>
                  <a:pt x="754" y="501"/>
                </a:lnTo>
                <a:lnTo>
                  <a:pt x="755" y="502"/>
                </a:lnTo>
                <a:lnTo>
                  <a:pt x="754" y="503"/>
                </a:lnTo>
                <a:lnTo>
                  <a:pt x="752" y="504"/>
                </a:lnTo>
                <a:lnTo>
                  <a:pt x="751" y="504"/>
                </a:lnTo>
                <a:lnTo>
                  <a:pt x="750" y="503"/>
                </a:lnTo>
                <a:lnTo>
                  <a:pt x="749" y="503"/>
                </a:lnTo>
                <a:lnTo>
                  <a:pt x="749" y="502"/>
                </a:lnTo>
                <a:lnTo>
                  <a:pt x="748" y="502"/>
                </a:lnTo>
                <a:lnTo>
                  <a:pt x="747" y="503"/>
                </a:lnTo>
                <a:lnTo>
                  <a:pt x="748" y="503"/>
                </a:lnTo>
                <a:lnTo>
                  <a:pt x="748" y="504"/>
                </a:lnTo>
                <a:lnTo>
                  <a:pt x="749" y="505"/>
                </a:lnTo>
                <a:lnTo>
                  <a:pt x="748" y="506"/>
                </a:lnTo>
                <a:lnTo>
                  <a:pt x="749" y="506"/>
                </a:lnTo>
                <a:lnTo>
                  <a:pt x="750" y="506"/>
                </a:lnTo>
                <a:lnTo>
                  <a:pt x="751" y="506"/>
                </a:lnTo>
                <a:lnTo>
                  <a:pt x="751" y="508"/>
                </a:lnTo>
                <a:lnTo>
                  <a:pt x="751" y="510"/>
                </a:lnTo>
                <a:lnTo>
                  <a:pt x="751" y="511"/>
                </a:lnTo>
                <a:lnTo>
                  <a:pt x="751" y="512"/>
                </a:lnTo>
                <a:lnTo>
                  <a:pt x="751" y="513"/>
                </a:lnTo>
                <a:lnTo>
                  <a:pt x="751" y="514"/>
                </a:lnTo>
                <a:lnTo>
                  <a:pt x="751" y="515"/>
                </a:lnTo>
                <a:lnTo>
                  <a:pt x="751" y="516"/>
                </a:lnTo>
                <a:lnTo>
                  <a:pt x="753" y="517"/>
                </a:lnTo>
                <a:lnTo>
                  <a:pt x="753" y="516"/>
                </a:lnTo>
                <a:lnTo>
                  <a:pt x="754" y="516"/>
                </a:lnTo>
                <a:lnTo>
                  <a:pt x="755" y="517"/>
                </a:lnTo>
                <a:lnTo>
                  <a:pt x="756" y="517"/>
                </a:lnTo>
                <a:lnTo>
                  <a:pt x="756" y="518"/>
                </a:lnTo>
                <a:lnTo>
                  <a:pt x="756" y="519"/>
                </a:lnTo>
                <a:lnTo>
                  <a:pt x="756" y="520"/>
                </a:lnTo>
                <a:lnTo>
                  <a:pt x="757" y="521"/>
                </a:lnTo>
                <a:lnTo>
                  <a:pt x="758" y="521"/>
                </a:lnTo>
                <a:lnTo>
                  <a:pt x="759" y="522"/>
                </a:lnTo>
                <a:lnTo>
                  <a:pt x="759" y="524"/>
                </a:lnTo>
                <a:lnTo>
                  <a:pt x="760" y="524"/>
                </a:lnTo>
                <a:lnTo>
                  <a:pt x="761" y="524"/>
                </a:lnTo>
                <a:lnTo>
                  <a:pt x="761" y="525"/>
                </a:lnTo>
                <a:lnTo>
                  <a:pt x="761" y="526"/>
                </a:lnTo>
                <a:lnTo>
                  <a:pt x="760" y="527"/>
                </a:lnTo>
                <a:lnTo>
                  <a:pt x="758" y="527"/>
                </a:lnTo>
                <a:lnTo>
                  <a:pt x="755" y="527"/>
                </a:lnTo>
                <a:lnTo>
                  <a:pt x="755" y="526"/>
                </a:lnTo>
                <a:lnTo>
                  <a:pt x="754" y="525"/>
                </a:lnTo>
                <a:lnTo>
                  <a:pt x="753" y="525"/>
                </a:lnTo>
                <a:lnTo>
                  <a:pt x="753" y="526"/>
                </a:lnTo>
                <a:lnTo>
                  <a:pt x="752" y="527"/>
                </a:lnTo>
                <a:lnTo>
                  <a:pt x="752" y="528"/>
                </a:lnTo>
                <a:lnTo>
                  <a:pt x="751" y="528"/>
                </a:lnTo>
                <a:lnTo>
                  <a:pt x="750" y="528"/>
                </a:lnTo>
                <a:lnTo>
                  <a:pt x="750" y="529"/>
                </a:lnTo>
                <a:lnTo>
                  <a:pt x="750" y="530"/>
                </a:lnTo>
                <a:lnTo>
                  <a:pt x="749" y="531"/>
                </a:lnTo>
                <a:lnTo>
                  <a:pt x="747" y="532"/>
                </a:lnTo>
                <a:lnTo>
                  <a:pt x="746" y="532"/>
                </a:lnTo>
                <a:lnTo>
                  <a:pt x="745" y="532"/>
                </a:lnTo>
                <a:lnTo>
                  <a:pt x="745" y="534"/>
                </a:lnTo>
                <a:lnTo>
                  <a:pt x="745" y="536"/>
                </a:lnTo>
                <a:lnTo>
                  <a:pt x="746" y="537"/>
                </a:lnTo>
                <a:lnTo>
                  <a:pt x="747" y="537"/>
                </a:lnTo>
                <a:lnTo>
                  <a:pt x="748" y="539"/>
                </a:lnTo>
                <a:lnTo>
                  <a:pt x="749" y="541"/>
                </a:lnTo>
                <a:lnTo>
                  <a:pt x="747" y="542"/>
                </a:lnTo>
                <a:lnTo>
                  <a:pt x="746" y="542"/>
                </a:lnTo>
                <a:lnTo>
                  <a:pt x="745" y="543"/>
                </a:lnTo>
                <a:lnTo>
                  <a:pt x="745" y="544"/>
                </a:lnTo>
                <a:lnTo>
                  <a:pt x="744" y="544"/>
                </a:lnTo>
                <a:lnTo>
                  <a:pt x="743" y="544"/>
                </a:lnTo>
                <a:lnTo>
                  <a:pt x="743" y="543"/>
                </a:lnTo>
                <a:lnTo>
                  <a:pt x="742" y="543"/>
                </a:lnTo>
                <a:lnTo>
                  <a:pt x="741" y="543"/>
                </a:lnTo>
                <a:lnTo>
                  <a:pt x="740" y="544"/>
                </a:lnTo>
                <a:lnTo>
                  <a:pt x="740" y="543"/>
                </a:lnTo>
                <a:lnTo>
                  <a:pt x="739" y="543"/>
                </a:lnTo>
                <a:lnTo>
                  <a:pt x="739" y="542"/>
                </a:lnTo>
                <a:lnTo>
                  <a:pt x="740" y="540"/>
                </a:lnTo>
                <a:lnTo>
                  <a:pt x="739" y="540"/>
                </a:lnTo>
                <a:lnTo>
                  <a:pt x="738" y="540"/>
                </a:lnTo>
                <a:lnTo>
                  <a:pt x="737" y="540"/>
                </a:lnTo>
                <a:lnTo>
                  <a:pt x="735" y="539"/>
                </a:lnTo>
                <a:lnTo>
                  <a:pt x="734" y="539"/>
                </a:lnTo>
                <a:lnTo>
                  <a:pt x="733" y="539"/>
                </a:lnTo>
                <a:lnTo>
                  <a:pt x="733" y="540"/>
                </a:lnTo>
                <a:lnTo>
                  <a:pt x="732" y="541"/>
                </a:lnTo>
                <a:lnTo>
                  <a:pt x="732" y="542"/>
                </a:lnTo>
                <a:lnTo>
                  <a:pt x="731" y="542"/>
                </a:lnTo>
                <a:lnTo>
                  <a:pt x="731" y="543"/>
                </a:lnTo>
                <a:lnTo>
                  <a:pt x="731" y="544"/>
                </a:lnTo>
                <a:lnTo>
                  <a:pt x="730" y="545"/>
                </a:lnTo>
                <a:lnTo>
                  <a:pt x="729" y="545"/>
                </a:lnTo>
                <a:lnTo>
                  <a:pt x="728" y="546"/>
                </a:lnTo>
                <a:lnTo>
                  <a:pt x="727" y="546"/>
                </a:lnTo>
                <a:lnTo>
                  <a:pt x="726" y="545"/>
                </a:lnTo>
                <a:lnTo>
                  <a:pt x="726" y="544"/>
                </a:lnTo>
                <a:lnTo>
                  <a:pt x="724" y="543"/>
                </a:lnTo>
                <a:lnTo>
                  <a:pt x="724" y="542"/>
                </a:lnTo>
                <a:lnTo>
                  <a:pt x="723" y="542"/>
                </a:lnTo>
                <a:lnTo>
                  <a:pt x="722" y="542"/>
                </a:lnTo>
                <a:lnTo>
                  <a:pt x="722" y="541"/>
                </a:lnTo>
                <a:lnTo>
                  <a:pt x="721" y="540"/>
                </a:lnTo>
                <a:lnTo>
                  <a:pt x="719" y="538"/>
                </a:lnTo>
                <a:lnTo>
                  <a:pt x="718" y="538"/>
                </a:lnTo>
                <a:lnTo>
                  <a:pt x="717" y="538"/>
                </a:lnTo>
                <a:lnTo>
                  <a:pt x="716" y="539"/>
                </a:lnTo>
                <a:lnTo>
                  <a:pt x="717" y="540"/>
                </a:lnTo>
                <a:lnTo>
                  <a:pt x="716" y="540"/>
                </a:lnTo>
                <a:lnTo>
                  <a:pt x="716" y="541"/>
                </a:lnTo>
                <a:lnTo>
                  <a:pt x="715" y="541"/>
                </a:lnTo>
                <a:lnTo>
                  <a:pt x="714" y="542"/>
                </a:lnTo>
                <a:lnTo>
                  <a:pt x="714" y="543"/>
                </a:lnTo>
                <a:lnTo>
                  <a:pt x="715" y="543"/>
                </a:lnTo>
                <a:lnTo>
                  <a:pt x="714" y="543"/>
                </a:lnTo>
                <a:lnTo>
                  <a:pt x="713" y="544"/>
                </a:lnTo>
                <a:lnTo>
                  <a:pt x="710" y="542"/>
                </a:lnTo>
                <a:lnTo>
                  <a:pt x="710" y="540"/>
                </a:lnTo>
                <a:lnTo>
                  <a:pt x="709" y="540"/>
                </a:lnTo>
                <a:lnTo>
                  <a:pt x="708" y="542"/>
                </a:lnTo>
                <a:lnTo>
                  <a:pt x="707" y="544"/>
                </a:lnTo>
                <a:lnTo>
                  <a:pt x="707" y="546"/>
                </a:lnTo>
                <a:lnTo>
                  <a:pt x="708" y="547"/>
                </a:lnTo>
                <a:lnTo>
                  <a:pt x="709" y="548"/>
                </a:lnTo>
                <a:lnTo>
                  <a:pt x="710" y="548"/>
                </a:lnTo>
                <a:lnTo>
                  <a:pt x="711" y="548"/>
                </a:lnTo>
                <a:lnTo>
                  <a:pt x="711" y="549"/>
                </a:lnTo>
                <a:lnTo>
                  <a:pt x="712" y="552"/>
                </a:lnTo>
                <a:lnTo>
                  <a:pt x="712" y="553"/>
                </a:lnTo>
                <a:lnTo>
                  <a:pt x="711" y="553"/>
                </a:lnTo>
                <a:lnTo>
                  <a:pt x="710" y="552"/>
                </a:lnTo>
                <a:lnTo>
                  <a:pt x="710" y="553"/>
                </a:lnTo>
                <a:lnTo>
                  <a:pt x="710" y="554"/>
                </a:lnTo>
                <a:lnTo>
                  <a:pt x="711" y="554"/>
                </a:lnTo>
                <a:lnTo>
                  <a:pt x="711" y="555"/>
                </a:lnTo>
                <a:lnTo>
                  <a:pt x="711" y="556"/>
                </a:lnTo>
                <a:lnTo>
                  <a:pt x="710" y="557"/>
                </a:lnTo>
                <a:lnTo>
                  <a:pt x="711" y="558"/>
                </a:lnTo>
                <a:lnTo>
                  <a:pt x="711" y="559"/>
                </a:lnTo>
                <a:lnTo>
                  <a:pt x="710" y="559"/>
                </a:lnTo>
                <a:lnTo>
                  <a:pt x="710" y="560"/>
                </a:lnTo>
                <a:lnTo>
                  <a:pt x="710" y="561"/>
                </a:lnTo>
                <a:lnTo>
                  <a:pt x="711" y="562"/>
                </a:lnTo>
                <a:lnTo>
                  <a:pt x="712" y="563"/>
                </a:lnTo>
                <a:lnTo>
                  <a:pt x="712" y="564"/>
                </a:lnTo>
                <a:lnTo>
                  <a:pt x="712" y="566"/>
                </a:lnTo>
                <a:lnTo>
                  <a:pt x="711" y="567"/>
                </a:lnTo>
                <a:lnTo>
                  <a:pt x="711" y="568"/>
                </a:lnTo>
                <a:lnTo>
                  <a:pt x="713" y="569"/>
                </a:lnTo>
                <a:lnTo>
                  <a:pt x="714" y="569"/>
                </a:lnTo>
                <a:lnTo>
                  <a:pt x="715" y="570"/>
                </a:lnTo>
                <a:lnTo>
                  <a:pt x="716" y="571"/>
                </a:lnTo>
                <a:lnTo>
                  <a:pt x="715" y="571"/>
                </a:lnTo>
                <a:lnTo>
                  <a:pt x="714" y="572"/>
                </a:lnTo>
                <a:lnTo>
                  <a:pt x="714" y="573"/>
                </a:lnTo>
                <a:lnTo>
                  <a:pt x="714" y="574"/>
                </a:lnTo>
                <a:lnTo>
                  <a:pt x="715" y="574"/>
                </a:lnTo>
                <a:lnTo>
                  <a:pt x="715" y="573"/>
                </a:lnTo>
                <a:lnTo>
                  <a:pt x="714" y="573"/>
                </a:lnTo>
                <a:lnTo>
                  <a:pt x="715" y="573"/>
                </a:lnTo>
                <a:lnTo>
                  <a:pt x="715" y="574"/>
                </a:lnTo>
                <a:lnTo>
                  <a:pt x="716" y="574"/>
                </a:lnTo>
                <a:lnTo>
                  <a:pt x="716" y="575"/>
                </a:lnTo>
                <a:lnTo>
                  <a:pt x="717" y="576"/>
                </a:lnTo>
                <a:lnTo>
                  <a:pt x="717" y="577"/>
                </a:lnTo>
                <a:lnTo>
                  <a:pt x="716" y="577"/>
                </a:lnTo>
                <a:lnTo>
                  <a:pt x="716" y="578"/>
                </a:lnTo>
                <a:lnTo>
                  <a:pt x="716" y="579"/>
                </a:lnTo>
                <a:lnTo>
                  <a:pt x="715" y="579"/>
                </a:lnTo>
                <a:lnTo>
                  <a:pt x="714" y="579"/>
                </a:lnTo>
                <a:lnTo>
                  <a:pt x="712" y="579"/>
                </a:lnTo>
                <a:lnTo>
                  <a:pt x="711" y="579"/>
                </a:lnTo>
                <a:lnTo>
                  <a:pt x="710" y="579"/>
                </a:lnTo>
                <a:lnTo>
                  <a:pt x="709" y="579"/>
                </a:lnTo>
                <a:lnTo>
                  <a:pt x="708" y="579"/>
                </a:lnTo>
                <a:lnTo>
                  <a:pt x="708" y="578"/>
                </a:lnTo>
                <a:lnTo>
                  <a:pt x="707" y="578"/>
                </a:lnTo>
                <a:lnTo>
                  <a:pt x="707" y="577"/>
                </a:lnTo>
                <a:lnTo>
                  <a:pt x="706" y="577"/>
                </a:lnTo>
                <a:lnTo>
                  <a:pt x="705" y="577"/>
                </a:lnTo>
                <a:lnTo>
                  <a:pt x="705" y="576"/>
                </a:lnTo>
                <a:lnTo>
                  <a:pt x="704" y="576"/>
                </a:lnTo>
                <a:lnTo>
                  <a:pt x="704" y="577"/>
                </a:lnTo>
                <a:lnTo>
                  <a:pt x="703" y="579"/>
                </a:lnTo>
                <a:lnTo>
                  <a:pt x="702" y="579"/>
                </a:lnTo>
                <a:lnTo>
                  <a:pt x="701" y="579"/>
                </a:lnTo>
                <a:lnTo>
                  <a:pt x="701" y="580"/>
                </a:lnTo>
                <a:lnTo>
                  <a:pt x="700" y="581"/>
                </a:lnTo>
                <a:lnTo>
                  <a:pt x="698" y="581"/>
                </a:lnTo>
                <a:lnTo>
                  <a:pt x="697" y="581"/>
                </a:lnTo>
                <a:lnTo>
                  <a:pt x="696" y="581"/>
                </a:lnTo>
                <a:lnTo>
                  <a:pt x="695" y="580"/>
                </a:lnTo>
                <a:lnTo>
                  <a:pt x="694" y="580"/>
                </a:lnTo>
                <a:lnTo>
                  <a:pt x="695" y="579"/>
                </a:lnTo>
                <a:lnTo>
                  <a:pt x="693" y="579"/>
                </a:lnTo>
                <a:lnTo>
                  <a:pt x="692" y="579"/>
                </a:lnTo>
                <a:lnTo>
                  <a:pt x="691" y="579"/>
                </a:lnTo>
                <a:lnTo>
                  <a:pt x="690" y="579"/>
                </a:lnTo>
                <a:lnTo>
                  <a:pt x="689" y="579"/>
                </a:lnTo>
                <a:lnTo>
                  <a:pt x="687" y="579"/>
                </a:lnTo>
                <a:lnTo>
                  <a:pt x="686" y="580"/>
                </a:lnTo>
                <a:lnTo>
                  <a:pt x="686" y="581"/>
                </a:lnTo>
                <a:lnTo>
                  <a:pt x="686" y="580"/>
                </a:lnTo>
                <a:lnTo>
                  <a:pt x="685" y="579"/>
                </a:lnTo>
                <a:lnTo>
                  <a:pt x="684" y="579"/>
                </a:lnTo>
                <a:lnTo>
                  <a:pt x="682" y="581"/>
                </a:lnTo>
                <a:lnTo>
                  <a:pt x="682" y="582"/>
                </a:lnTo>
                <a:lnTo>
                  <a:pt x="682" y="583"/>
                </a:lnTo>
                <a:lnTo>
                  <a:pt x="681" y="583"/>
                </a:lnTo>
                <a:lnTo>
                  <a:pt x="681" y="582"/>
                </a:lnTo>
                <a:lnTo>
                  <a:pt x="681" y="581"/>
                </a:lnTo>
                <a:lnTo>
                  <a:pt x="680" y="581"/>
                </a:lnTo>
                <a:lnTo>
                  <a:pt x="680" y="582"/>
                </a:lnTo>
                <a:lnTo>
                  <a:pt x="680" y="583"/>
                </a:lnTo>
                <a:lnTo>
                  <a:pt x="678" y="584"/>
                </a:lnTo>
                <a:lnTo>
                  <a:pt x="676" y="585"/>
                </a:lnTo>
                <a:lnTo>
                  <a:pt x="675" y="585"/>
                </a:lnTo>
                <a:lnTo>
                  <a:pt x="675" y="584"/>
                </a:lnTo>
                <a:lnTo>
                  <a:pt x="674" y="583"/>
                </a:lnTo>
                <a:lnTo>
                  <a:pt x="673" y="583"/>
                </a:lnTo>
                <a:lnTo>
                  <a:pt x="672" y="583"/>
                </a:lnTo>
                <a:lnTo>
                  <a:pt x="671" y="583"/>
                </a:lnTo>
                <a:lnTo>
                  <a:pt x="670" y="583"/>
                </a:lnTo>
                <a:lnTo>
                  <a:pt x="670" y="582"/>
                </a:lnTo>
                <a:lnTo>
                  <a:pt x="669" y="582"/>
                </a:lnTo>
                <a:lnTo>
                  <a:pt x="668" y="582"/>
                </a:lnTo>
                <a:lnTo>
                  <a:pt x="667" y="583"/>
                </a:lnTo>
                <a:lnTo>
                  <a:pt x="668" y="583"/>
                </a:lnTo>
                <a:lnTo>
                  <a:pt x="667" y="584"/>
                </a:lnTo>
                <a:lnTo>
                  <a:pt x="666" y="584"/>
                </a:lnTo>
                <a:lnTo>
                  <a:pt x="665" y="585"/>
                </a:lnTo>
                <a:lnTo>
                  <a:pt x="663" y="587"/>
                </a:lnTo>
                <a:lnTo>
                  <a:pt x="663" y="588"/>
                </a:lnTo>
                <a:lnTo>
                  <a:pt x="663" y="590"/>
                </a:lnTo>
                <a:lnTo>
                  <a:pt x="662" y="591"/>
                </a:lnTo>
                <a:lnTo>
                  <a:pt x="662" y="594"/>
                </a:lnTo>
                <a:lnTo>
                  <a:pt x="662" y="596"/>
                </a:lnTo>
                <a:lnTo>
                  <a:pt x="663" y="596"/>
                </a:lnTo>
                <a:lnTo>
                  <a:pt x="663" y="597"/>
                </a:lnTo>
                <a:lnTo>
                  <a:pt x="662" y="598"/>
                </a:lnTo>
                <a:lnTo>
                  <a:pt x="662" y="599"/>
                </a:lnTo>
                <a:lnTo>
                  <a:pt x="662" y="600"/>
                </a:lnTo>
                <a:lnTo>
                  <a:pt x="663" y="601"/>
                </a:lnTo>
                <a:lnTo>
                  <a:pt x="662" y="601"/>
                </a:lnTo>
                <a:lnTo>
                  <a:pt x="661" y="601"/>
                </a:lnTo>
                <a:lnTo>
                  <a:pt x="661" y="602"/>
                </a:lnTo>
                <a:lnTo>
                  <a:pt x="661" y="605"/>
                </a:lnTo>
                <a:lnTo>
                  <a:pt x="660" y="605"/>
                </a:lnTo>
                <a:lnTo>
                  <a:pt x="659" y="607"/>
                </a:lnTo>
                <a:lnTo>
                  <a:pt x="659" y="608"/>
                </a:lnTo>
                <a:lnTo>
                  <a:pt x="659" y="607"/>
                </a:lnTo>
                <a:lnTo>
                  <a:pt x="660" y="608"/>
                </a:lnTo>
                <a:lnTo>
                  <a:pt x="660" y="610"/>
                </a:lnTo>
                <a:lnTo>
                  <a:pt x="659" y="612"/>
                </a:lnTo>
                <a:lnTo>
                  <a:pt x="658" y="612"/>
                </a:lnTo>
                <a:lnTo>
                  <a:pt x="657" y="612"/>
                </a:lnTo>
                <a:lnTo>
                  <a:pt x="656" y="612"/>
                </a:lnTo>
                <a:lnTo>
                  <a:pt x="655" y="612"/>
                </a:lnTo>
                <a:lnTo>
                  <a:pt x="654" y="613"/>
                </a:lnTo>
                <a:lnTo>
                  <a:pt x="652" y="613"/>
                </a:lnTo>
                <a:lnTo>
                  <a:pt x="652" y="614"/>
                </a:lnTo>
                <a:lnTo>
                  <a:pt x="651" y="614"/>
                </a:lnTo>
                <a:lnTo>
                  <a:pt x="649" y="614"/>
                </a:lnTo>
                <a:lnTo>
                  <a:pt x="648" y="613"/>
                </a:lnTo>
                <a:lnTo>
                  <a:pt x="647" y="614"/>
                </a:lnTo>
                <a:lnTo>
                  <a:pt x="647" y="615"/>
                </a:lnTo>
                <a:lnTo>
                  <a:pt x="647" y="616"/>
                </a:lnTo>
                <a:lnTo>
                  <a:pt x="646" y="615"/>
                </a:lnTo>
                <a:lnTo>
                  <a:pt x="645" y="614"/>
                </a:lnTo>
                <a:lnTo>
                  <a:pt x="645" y="613"/>
                </a:lnTo>
                <a:lnTo>
                  <a:pt x="644" y="611"/>
                </a:lnTo>
                <a:lnTo>
                  <a:pt x="644" y="610"/>
                </a:lnTo>
                <a:lnTo>
                  <a:pt x="643" y="610"/>
                </a:lnTo>
                <a:lnTo>
                  <a:pt x="642" y="611"/>
                </a:lnTo>
                <a:lnTo>
                  <a:pt x="642" y="612"/>
                </a:lnTo>
                <a:lnTo>
                  <a:pt x="642" y="613"/>
                </a:lnTo>
                <a:lnTo>
                  <a:pt x="641" y="614"/>
                </a:lnTo>
                <a:lnTo>
                  <a:pt x="641" y="615"/>
                </a:lnTo>
                <a:lnTo>
                  <a:pt x="641" y="616"/>
                </a:lnTo>
                <a:lnTo>
                  <a:pt x="640" y="616"/>
                </a:lnTo>
                <a:lnTo>
                  <a:pt x="640" y="617"/>
                </a:lnTo>
                <a:lnTo>
                  <a:pt x="640" y="619"/>
                </a:lnTo>
                <a:lnTo>
                  <a:pt x="640" y="620"/>
                </a:lnTo>
                <a:lnTo>
                  <a:pt x="641" y="622"/>
                </a:lnTo>
                <a:lnTo>
                  <a:pt x="641" y="623"/>
                </a:lnTo>
                <a:lnTo>
                  <a:pt x="641" y="624"/>
                </a:lnTo>
                <a:lnTo>
                  <a:pt x="641" y="625"/>
                </a:lnTo>
                <a:lnTo>
                  <a:pt x="641" y="626"/>
                </a:lnTo>
                <a:lnTo>
                  <a:pt x="642" y="626"/>
                </a:lnTo>
                <a:lnTo>
                  <a:pt x="642" y="627"/>
                </a:lnTo>
                <a:lnTo>
                  <a:pt x="642" y="628"/>
                </a:lnTo>
                <a:lnTo>
                  <a:pt x="643" y="628"/>
                </a:lnTo>
                <a:lnTo>
                  <a:pt x="642" y="628"/>
                </a:lnTo>
                <a:lnTo>
                  <a:pt x="642" y="629"/>
                </a:lnTo>
                <a:lnTo>
                  <a:pt x="643" y="630"/>
                </a:lnTo>
                <a:lnTo>
                  <a:pt x="643" y="631"/>
                </a:lnTo>
                <a:lnTo>
                  <a:pt x="643" y="632"/>
                </a:lnTo>
                <a:lnTo>
                  <a:pt x="644" y="632"/>
                </a:lnTo>
                <a:lnTo>
                  <a:pt x="644" y="633"/>
                </a:lnTo>
                <a:lnTo>
                  <a:pt x="644" y="634"/>
                </a:lnTo>
                <a:lnTo>
                  <a:pt x="644" y="633"/>
                </a:lnTo>
                <a:lnTo>
                  <a:pt x="643" y="633"/>
                </a:lnTo>
                <a:lnTo>
                  <a:pt x="643" y="632"/>
                </a:lnTo>
                <a:lnTo>
                  <a:pt x="643" y="633"/>
                </a:lnTo>
                <a:lnTo>
                  <a:pt x="642" y="633"/>
                </a:lnTo>
                <a:lnTo>
                  <a:pt x="643" y="634"/>
                </a:lnTo>
                <a:lnTo>
                  <a:pt x="643" y="635"/>
                </a:lnTo>
                <a:lnTo>
                  <a:pt x="643" y="636"/>
                </a:lnTo>
                <a:lnTo>
                  <a:pt x="643" y="637"/>
                </a:lnTo>
                <a:lnTo>
                  <a:pt x="642" y="637"/>
                </a:lnTo>
                <a:lnTo>
                  <a:pt x="641" y="637"/>
                </a:lnTo>
                <a:lnTo>
                  <a:pt x="640" y="637"/>
                </a:lnTo>
                <a:lnTo>
                  <a:pt x="640" y="636"/>
                </a:lnTo>
                <a:lnTo>
                  <a:pt x="639" y="636"/>
                </a:lnTo>
                <a:lnTo>
                  <a:pt x="639" y="637"/>
                </a:lnTo>
                <a:lnTo>
                  <a:pt x="639" y="636"/>
                </a:lnTo>
                <a:lnTo>
                  <a:pt x="638" y="636"/>
                </a:lnTo>
                <a:lnTo>
                  <a:pt x="638" y="635"/>
                </a:lnTo>
                <a:lnTo>
                  <a:pt x="637" y="635"/>
                </a:lnTo>
                <a:lnTo>
                  <a:pt x="636" y="635"/>
                </a:lnTo>
                <a:lnTo>
                  <a:pt x="636" y="634"/>
                </a:lnTo>
                <a:lnTo>
                  <a:pt x="635" y="634"/>
                </a:lnTo>
                <a:lnTo>
                  <a:pt x="635" y="633"/>
                </a:lnTo>
                <a:lnTo>
                  <a:pt x="634" y="633"/>
                </a:lnTo>
                <a:lnTo>
                  <a:pt x="633" y="633"/>
                </a:lnTo>
                <a:lnTo>
                  <a:pt x="632" y="632"/>
                </a:lnTo>
                <a:lnTo>
                  <a:pt x="631" y="631"/>
                </a:lnTo>
                <a:lnTo>
                  <a:pt x="630" y="631"/>
                </a:lnTo>
                <a:lnTo>
                  <a:pt x="630" y="630"/>
                </a:lnTo>
                <a:lnTo>
                  <a:pt x="631" y="630"/>
                </a:lnTo>
                <a:lnTo>
                  <a:pt x="631" y="629"/>
                </a:lnTo>
                <a:lnTo>
                  <a:pt x="632" y="629"/>
                </a:lnTo>
                <a:lnTo>
                  <a:pt x="632" y="626"/>
                </a:lnTo>
                <a:lnTo>
                  <a:pt x="632" y="624"/>
                </a:lnTo>
                <a:lnTo>
                  <a:pt x="632" y="623"/>
                </a:lnTo>
                <a:lnTo>
                  <a:pt x="632" y="622"/>
                </a:lnTo>
                <a:lnTo>
                  <a:pt x="632" y="621"/>
                </a:lnTo>
                <a:lnTo>
                  <a:pt x="631" y="621"/>
                </a:lnTo>
                <a:lnTo>
                  <a:pt x="631" y="620"/>
                </a:lnTo>
                <a:lnTo>
                  <a:pt x="632" y="620"/>
                </a:lnTo>
                <a:lnTo>
                  <a:pt x="632" y="619"/>
                </a:lnTo>
                <a:lnTo>
                  <a:pt x="632" y="620"/>
                </a:lnTo>
                <a:lnTo>
                  <a:pt x="633" y="620"/>
                </a:lnTo>
                <a:lnTo>
                  <a:pt x="633" y="619"/>
                </a:lnTo>
                <a:lnTo>
                  <a:pt x="632" y="619"/>
                </a:lnTo>
                <a:lnTo>
                  <a:pt x="633" y="618"/>
                </a:lnTo>
                <a:lnTo>
                  <a:pt x="632" y="618"/>
                </a:lnTo>
                <a:lnTo>
                  <a:pt x="632" y="619"/>
                </a:lnTo>
                <a:lnTo>
                  <a:pt x="631" y="619"/>
                </a:lnTo>
                <a:lnTo>
                  <a:pt x="630" y="619"/>
                </a:lnTo>
                <a:lnTo>
                  <a:pt x="630" y="620"/>
                </a:lnTo>
                <a:lnTo>
                  <a:pt x="629" y="620"/>
                </a:lnTo>
                <a:lnTo>
                  <a:pt x="629" y="621"/>
                </a:lnTo>
                <a:lnTo>
                  <a:pt x="629" y="620"/>
                </a:lnTo>
                <a:lnTo>
                  <a:pt x="628" y="621"/>
                </a:lnTo>
                <a:lnTo>
                  <a:pt x="628" y="622"/>
                </a:lnTo>
                <a:lnTo>
                  <a:pt x="627" y="623"/>
                </a:lnTo>
                <a:lnTo>
                  <a:pt x="628" y="623"/>
                </a:lnTo>
                <a:lnTo>
                  <a:pt x="627" y="623"/>
                </a:lnTo>
                <a:lnTo>
                  <a:pt x="628" y="623"/>
                </a:lnTo>
                <a:lnTo>
                  <a:pt x="628" y="624"/>
                </a:lnTo>
                <a:lnTo>
                  <a:pt x="627" y="624"/>
                </a:lnTo>
                <a:lnTo>
                  <a:pt x="627" y="625"/>
                </a:lnTo>
                <a:lnTo>
                  <a:pt x="628" y="625"/>
                </a:lnTo>
                <a:lnTo>
                  <a:pt x="627" y="625"/>
                </a:lnTo>
                <a:lnTo>
                  <a:pt x="626" y="624"/>
                </a:lnTo>
                <a:lnTo>
                  <a:pt x="625" y="624"/>
                </a:lnTo>
                <a:lnTo>
                  <a:pt x="624" y="623"/>
                </a:lnTo>
                <a:lnTo>
                  <a:pt x="624" y="622"/>
                </a:lnTo>
                <a:lnTo>
                  <a:pt x="625" y="622"/>
                </a:lnTo>
                <a:lnTo>
                  <a:pt x="625" y="621"/>
                </a:lnTo>
                <a:lnTo>
                  <a:pt x="625" y="620"/>
                </a:lnTo>
                <a:lnTo>
                  <a:pt x="624" y="620"/>
                </a:lnTo>
                <a:lnTo>
                  <a:pt x="624" y="619"/>
                </a:lnTo>
                <a:lnTo>
                  <a:pt x="624" y="618"/>
                </a:lnTo>
                <a:lnTo>
                  <a:pt x="623" y="618"/>
                </a:lnTo>
                <a:lnTo>
                  <a:pt x="624" y="618"/>
                </a:lnTo>
                <a:lnTo>
                  <a:pt x="624" y="615"/>
                </a:lnTo>
                <a:lnTo>
                  <a:pt x="625" y="615"/>
                </a:lnTo>
                <a:lnTo>
                  <a:pt x="625" y="614"/>
                </a:lnTo>
                <a:lnTo>
                  <a:pt x="624" y="614"/>
                </a:lnTo>
                <a:lnTo>
                  <a:pt x="624" y="615"/>
                </a:lnTo>
                <a:lnTo>
                  <a:pt x="623" y="615"/>
                </a:lnTo>
                <a:lnTo>
                  <a:pt x="623" y="616"/>
                </a:lnTo>
                <a:lnTo>
                  <a:pt x="622" y="616"/>
                </a:lnTo>
                <a:lnTo>
                  <a:pt x="622" y="617"/>
                </a:lnTo>
                <a:lnTo>
                  <a:pt x="621" y="617"/>
                </a:lnTo>
                <a:lnTo>
                  <a:pt x="621" y="616"/>
                </a:lnTo>
                <a:lnTo>
                  <a:pt x="621" y="615"/>
                </a:lnTo>
                <a:lnTo>
                  <a:pt x="621" y="614"/>
                </a:lnTo>
                <a:lnTo>
                  <a:pt x="620" y="614"/>
                </a:lnTo>
                <a:lnTo>
                  <a:pt x="619" y="614"/>
                </a:lnTo>
                <a:lnTo>
                  <a:pt x="619" y="613"/>
                </a:lnTo>
                <a:lnTo>
                  <a:pt x="620" y="613"/>
                </a:lnTo>
                <a:lnTo>
                  <a:pt x="620" y="612"/>
                </a:lnTo>
                <a:lnTo>
                  <a:pt x="619" y="612"/>
                </a:lnTo>
                <a:lnTo>
                  <a:pt x="618" y="612"/>
                </a:lnTo>
                <a:lnTo>
                  <a:pt x="618" y="611"/>
                </a:lnTo>
                <a:lnTo>
                  <a:pt x="619" y="611"/>
                </a:lnTo>
                <a:lnTo>
                  <a:pt x="619" y="610"/>
                </a:lnTo>
                <a:lnTo>
                  <a:pt x="618" y="610"/>
                </a:lnTo>
                <a:lnTo>
                  <a:pt x="618" y="611"/>
                </a:lnTo>
                <a:lnTo>
                  <a:pt x="618" y="610"/>
                </a:lnTo>
                <a:lnTo>
                  <a:pt x="619" y="610"/>
                </a:lnTo>
                <a:lnTo>
                  <a:pt x="619" y="609"/>
                </a:lnTo>
                <a:lnTo>
                  <a:pt x="618" y="609"/>
                </a:lnTo>
                <a:lnTo>
                  <a:pt x="618" y="610"/>
                </a:lnTo>
                <a:lnTo>
                  <a:pt x="618" y="609"/>
                </a:lnTo>
                <a:lnTo>
                  <a:pt x="618" y="610"/>
                </a:lnTo>
                <a:lnTo>
                  <a:pt x="618" y="609"/>
                </a:lnTo>
                <a:lnTo>
                  <a:pt x="617" y="609"/>
                </a:lnTo>
                <a:lnTo>
                  <a:pt x="617" y="608"/>
                </a:lnTo>
                <a:lnTo>
                  <a:pt x="617" y="607"/>
                </a:lnTo>
                <a:lnTo>
                  <a:pt x="617" y="606"/>
                </a:lnTo>
                <a:lnTo>
                  <a:pt x="618" y="606"/>
                </a:lnTo>
                <a:lnTo>
                  <a:pt x="618" y="605"/>
                </a:lnTo>
                <a:lnTo>
                  <a:pt x="619" y="605"/>
                </a:lnTo>
                <a:lnTo>
                  <a:pt x="620" y="605"/>
                </a:lnTo>
                <a:lnTo>
                  <a:pt x="621" y="605"/>
                </a:lnTo>
                <a:lnTo>
                  <a:pt x="621" y="604"/>
                </a:lnTo>
                <a:lnTo>
                  <a:pt x="621" y="603"/>
                </a:lnTo>
                <a:lnTo>
                  <a:pt x="622" y="604"/>
                </a:lnTo>
                <a:lnTo>
                  <a:pt x="622" y="603"/>
                </a:lnTo>
                <a:lnTo>
                  <a:pt x="622" y="602"/>
                </a:lnTo>
                <a:lnTo>
                  <a:pt x="623" y="602"/>
                </a:lnTo>
                <a:lnTo>
                  <a:pt x="622" y="602"/>
                </a:lnTo>
                <a:lnTo>
                  <a:pt x="621" y="602"/>
                </a:lnTo>
                <a:lnTo>
                  <a:pt x="621" y="603"/>
                </a:lnTo>
                <a:lnTo>
                  <a:pt x="620" y="603"/>
                </a:lnTo>
                <a:lnTo>
                  <a:pt x="620" y="602"/>
                </a:lnTo>
                <a:lnTo>
                  <a:pt x="619" y="603"/>
                </a:lnTo>
                <a:lnTo>
                  <a:pt x="619" y="604"/>
                </a:lnTo>
                <a:lnTo>
                  <a:pt x="619" y="603"/>
                </a:lnTo>
                <a:lnTo>
                  <a:pt x="617" y="603"/>
                </a:lnTo>
                <a:lnTo>
                  <a:pt x="616" y="604"/>
                </a:lnTo>
                <a:lnTo>
                  <a:pt x="616" y="603"/>
                </a:lnTo>
                <a:lnTo>
                  <a:pt x="616" y="604"/>
                </a:lnTo>
                <a:lnTo>
                  <a:pt x="615" y="604"/>
                </a:lnTo>
                <a:lnTo>
                  <a:pt x="615" y="605"/>
                </a:lnTo>
                <a:lnTo>
                  <a:pt x="614" y="605"/>
                </a:lnTo>
                <a:lnTo>
                  <a:pt x="614" y="606"/>
                </a:lnTo>
                <a:lnTo>
                  <a:pt x="613" y="607"/>
                </a:lnTo>
                <a:lnTo>
                  <a:pt x="614" y="607"/>
                </a:lnTo>
                <a:lnTo>
                  <a:pt x="613" y="608"/>
                </a:lnTo>
                <a:lnTo>
                  <a:pt x="613" y="607"/>
                </a:lnTo>
                <a:lnTo>
                  <a:pt x="612" y="607"/>
                </a:lnTo>
                <a:lnTo>
                  <a:pt x="612" y="608"/>
                </a:lnTo>
                <a:lnTo>
                  <a:pt x="611" y="608"/>
                </a:lnTo>
                <a:lnTo>
                  <a:pt x="610" y="608"/>
                </a:lnTo>
                <a:lnTo>
                  <a:pt x="611" y="608"/>
                </a:lnTo>
                <a:lnTo>
                  <a:pt x="611" y="609"/>
                </a:lnTo>
                <a:lnTo>
                  <a:pt x="612" y="609"/>
                </a:lnTo>
                <a:lnTo>
                  <a:pt x="611" y="609"/>
                </a:lnTo>
                <a:lnTo>
                  <a:pt x="611" y="610"/>
                </a:lnTo>
                <a:lnTo>
                  <a:pt x="612" y="610"/>
                </a:lnTo>
                <a:lnTo>
                  <a:pt x="612" y="609"/>
                </a:lnTo>
                <a:lnTo>
                  <a:pt x="612" y="610"/>
                </a:lnTo>
                <a:lnTo>
                  <a:pt x="612" y="609"/>
                </a:lnTo>
                <a:lnTo>
                  <a:pt x="613" y="609"/>
                </a:lnTo>
                <a:lnTo>
                  <a:pt x="613" y="610"/>
                </a:lnTo>
                <a:lnTo>
                  <a:pt x="614" y="610"/>
                </a:lnTo>
                <a:lnTo>
                  <a:pt x="615" y="610"/>
                </a:lnTo>
                <a:lnTo>
                  <a:pt x="614" y="610"/>
                </a:lnTo>
                <a:lnTo>
                  <a:pt x="614" y="611"/>
                </a:lnTo>
                <a:lnTo>
                  <a:pt x="614" y="612"/>
                </a:lnTo>
                <a:lnTo>
                  <a:pt x="615" y="612"/>
                </a:lnTo>
                <a:lnTo>
                  <a:pt x="615" y="613"/>
                </a:lnTo>
                <a:lnTo>
                  <a:pt x="615" y="614"/>
                </a:lnTo>
                <a:lnTo>
                  <a:pt x="614" y="614"/>
                </a:lnTo>
                <a:lnTo>
                  <a:pt x="613" y="614"/>
                </a:lnTo>
                <a:lnTo>
                  <a:pt x="611" y="614"/>
                </a:lnTo>
                <a:lnTo>
                  <a:pt x="610" y="613"/>
                </a:lnTo>
                <a:lnTo>
                  <a:pt x="609" y="613"/>
                </a:lnTo>
                <a:lnTo>
                  <a:pt x="609" y="614"/>
                </a:lnTo>
                <a:lnTo>
                  <a:pt x="610" y="614"/>
                </a:lnTo>
                <a:lnTo>
                  <a:pt x="611" y="614"/>
                </a:lnTo>
                <a:lnTo>
                  <a:pt x="611" y="615"/>
                </a:lnTo>
                <a:lnTo>
                  <a:pt x="613" y="615"/>
                </a:lnTo>
                <a:lnTo>
                  <a:pt x="614" y="615"/>
                </a:lnTo>
                <a:lnTo>
                  <a:pt x="615" y="615"/>
                </a:lnTo>
                <a:lnTo>
                  <a:pt x="615" y="616"/>
                </a:lnTo>
                <a:lnTo>
                  <a:pt x="616" y="616"/>
                </a:lnTo>
                <a:lnTo>
                  <a:pt x="616" y="617"/>
                </a:lnTo>
                <a:lnTo>
                  <a:pt x="617" y="618"/>
                </a:lnTo>
                <a:lnTo>
                  <a:pt x="618" y="619"/>
                </a:lnTo>
                <a:lnTo>
                  <a:pt x="619" y="619"/>
                </a:lnTo>
                <a:lnTo>
                  <a:pt x="619" y="620"/>
                </a:lnTo>
                <a:lnTo>
                  <a:pt x="620" y="620"/>
                </a:lnTo>
                <a:lnTo>
                  <a:pt x="619" y="621"/>
                </a:lnTo>
                <a:lnTo>
                  <a:pt x="620" y="621"/>
                </a:lnTo>
                <a:lnTo>
                  <a:pt x="620" y="622"/>
                </a:lnTo>
                <a:lnTo>
                  <a:pt x="621" y="622"/>
                </a:lnTo>
                <a:lnTo>
                  <a:pt x="621" y="623"/>
                </a:lnTo>
                <a:lnTo>
                  <a:pt x="621" y="624"/>
                </a:lnTo>
                <a:lnTo>
                  <a:pt x="620" y="624"/>
                </a:lnTo>
                <a:lnTo>
                  <a:pt x="620" y="623"/>
                </a:lnTo>
                <a:lnTo>
                  <a:pt x="620" y="624"/>
                </a:lnTo>
                <a:lnTo>
                  <a:pt x="621" y="624"/>
                </a:lnTo>
                <a:lnTo>
                  <a:pt x="621" y="625"/>
                </a:lnTo>
                <a:lnTo>
                  <a:pt x="621" y="626"/>
                </a:lnTo>
                <a:lnTo>
                  <a:pt x="619" y="626"/>
                </a:lnTo>
                <a:lnTo>
                  <a:pt x="619" y="627"/>
                </a:lnTo>
                <a:lnTo>
                  <a:pt x="619" y="628"/>
                </a:lnTo>
                <a:lnTo>
                  <a:pt x="619" y="629"/>
                </a:lnTo>
                <a:lnTo>
                  <a:pt x="619" y="630"/>
                </a:lnTo>
                <a:lnTo>
                  <a:pt x="618" y="630"/>
                </a:lnTo>
                <a:lnTo>
                  <a:pt x="618" y="631"/>
                </a:lnTo>
                <a:lnTo>
                  <a:pt x="617" y="632"/>
                </a:lnTo>
                <a:lnTo>
                  <a:pt x="617" y="633"/>
                </a:lnTo>
                <a:lnTo>
                  <a:pt x="618" y="633"/>
                </a:lnTo>
                <a:lnTo>
                  <a:pt x="618" y="634"/>
                </a:lnTo>
                <a:lnTo>
                  <a:pt x="618" y="635"/>
                </a:lnTo>
                <a:lnTo>
                  <a:pt x="618" y="636"/>
                </a:lnTo>
                <a:lnTo>
                  <a:pt x="614" y="635"/>
                </a:lnTo>
                <a:lnTo>
                  <a:pt x="613" y="635"/>
                </a:lnTo>
                <a:lnTo>
                  <a:pt x="612" y="635"/>
                </a:lnTo>
                <a:lnTo>
                  <a:pt x="612" y="636"/>
                </a:lnTo>
                <a:lnTo>
                  <a:pt x="611" y="636"/>
                </a:lnTo>
                <a:lnTo>
                  <a:pt x="610" y="637"/>
                </a:lnTo>
                <a:lnTo>
                  <a:pt x="609" y="637"/>
                </a:lnTo>
                <a:lnTo>
                  <a:pt x="609" y="638"/>
                </a:lnTo>
                <a:lnTo>
                  <a:pt x="608" y="638"/>
                </a:lnTo>
                <a:lnTo>
                  <a:pt x="607" y="638"/>
                </a:lnTo>
                <a:lnTo>
                  <a:pt x="607" y="637"/>
                </a:lnTo>
                <a:lnTo>
                  <a:pt x="606" y="638"/>
                </a:lnTo>
                <a:lnTo>
                  <a:pt x="606" y="639"/>
                </a:lnTo>
                <a:lnTo>
                  <a:pt x="605" y="639"/>
                </a:lnTo>
                <a:lnTo>
                  <a:pt x="604" y="639"/>
                </a:lnTo>
                <a:lnTo>
                  <a:pt x="603" y="640"/>
                </a:lnTo>
                <a:lnTo>
                  <a:pt x="602" y="640"/>
                </a:lnTo>
                <a:lnTo>
                  <a:pt x="601" y="640"/>
                </a:lnTo>
                <a:lnTo>
                  <a:pt x="600" y="640"/>
                </a:lnTo>
                <a:lnTo>
                  <a:pt x="600" y="639"/>
                </a:lnTo>
                <a:lnTo>
                  <a:pt x="599" y="639"/>
                </a:lnTo>
                <a:lnTo>
                  <a:pt x="598" y="639"/>
                </a:lnTo>
                <a:lnTo>
                  <a:pt x="598" y="640"/>
                </a:lnTo>
                <a:lnTo>
                  <a:pt x="597" y="640"/>
                </a:lnTo>
                <a:lnTo>
                  <a:pt x="595" y="640"/>
                </a:lnTo>
                <a:lnTo>
                  <a:pt x="594" y="640"/>
                </a:lnTo>
                <a:lnTo>
                  <a:pt x="593" y="641"/>
                </a:lnTo>
                <a:lnTo>
                  <a:pt x="592" y="641"/>
                </a:lnTo>
                <a:lnTo>
                  <a:pt x="591" y="641"/>
                </a:lnTo>
                <a:lnTo>
                  <a:pt x="591" y="640"/>
                </a:lnTo>
                <a:lnTo>
                  <a:pt x="592" y="640"/>
                </a:lnTo>
                <a:lnTo>
                  <a:pt x="592" y="639"/>
                </a:lnTo>
                <a:lnTo>
                  <a:pt x="591" y="638"/>
                </a:lnTo>
                <a:lnTo>
                  <a:pt x="591" y="637"/>
                </a:lnTo>
                <a:lnTo>
                  <a:pt x="591" y="638"/>
                </a:lnTo>
                <a:lnTo>
                  <a:pt x="591" y="639"/>
                </a:lnTo>
                <a:lnTo>
                  <a:pt x="590" y="640"/>
                </a:lnTo>
                <a:lnTo>
                  <a:pt x="589" y="641"/>
                </a:lnTo>
                <a:lnTo>
                  <a:pt x="588" y="641"/>
                </a:lnTo>
                <a:lnTo>
                  <a:pt x="588" y="642"/>
                </a:lnTo>
                <a:lnTo>
                  <a:pt x="587" y="642"/>
                </a:lnTo>
                <a:lnTo>
                  <a:pt x="586" y="643"/>
                </a:lnTo>
                <a:lnTo>
                  <a:pt x="585" y="643"/>
                </a:lnTo>
                <a:lnTo>
                  <a:pt x="583" y="644"/>
                </a:lnTo>
                <a:lnTo>
                  <a:pt x="582" y="644"/>
                </a:lnTo>
                <a:lnTo>
                  <a:pt x="581" y="644"/>
                </a:lnTo>
                <a:lnTo>
                  <a:pt x="581" y="643"/>
                </a:lnTo>
                <a:lnTo>
                  <a:pt x="580" y="642"/>
                </a:lnTo>
                <a:lnTo>
                  <a:pt x="580" y="641"/>
                </a:lnTo>
                <a:lnTo>
                  <a:pt x="580" y="640"/>
                </a:lnTo>
                <a:lnTo>
                  <a:pt x="581" y="640"/>
                </a:lnTo>
                <a:lnTo>
                  <a:pt x="581" y="639"/>
                </a:lnTo>
                <a:lnTo>
                  <a:pt x="581" y="638"/>
                </a:lnTo>
                <a:lnTo>
                  <a:pt x="581" y="637"/>
                </a:lnTo>
                <a:lnTo>
                  <a:pt x="580" y="637"/>
                </a:lnTo>
                <a:lnTo>
                  <a:pt x="580" y="638"/>
                </a:lnTo>
                <a:lnTo>
                  <a:pt x="580" y="639"/>
                </a:lnTo>
                <a:lnTo>
                  <a:pt x="580" y="640"/>
                </a:lnTo>
                <a:lnTo>
                  <a:pt x="579" y="640"/>
                </a:lnTo>
                <a:lnTo>
                  <a:pt x="579" y="641"/>
                </a:lnTo>
                <a:lnTo>
                  <a:pt x="579" y="642"/>
                </a:lnTo>
                <a:lnTo>
                  <a:pt x="579" y="643"/>
                </a:lnTo>
                <a:lnTo>
                  <a:pt x="579" y="644"/>
                </a:lnTo>
                <a:lnTo>
                  <a:pt x="579" y="645"/>
                </a:lnTo>
                <a:lnTo>
                  <a:pt x="578" y="645"/>
                </a:lnTo>
                <a:lnTo>
                  <a:pt x="576" y="645"/>
                </a:lnTo>
                <a:lnTo>
                  <a:pt x="575" y="645"/>
                </a:lnTo>
                <a:lnTo>
                  <a:pt x="574" y="646"/>
                </a:lnTo>
                <a:lnTo>
                  <a:pt x="573" y="647"/>
                </a:lnTo>
                <a:lnTo>
                  <a:pt x="573" y="646"/>
                </a:lnTo>
                <a:lnTo>
                  <a:pt x="571" y="646"/>
                </a:lnTo>
                <a:lnTo>
                  <a:pt x="570" y="646"/>
                </a:lnTo>
                <a:lnTo>
                  <a:pt x="570" y="647"/>
                </a:lnTo>
                <a:lnTo>
                  <a:pt x="571" y="647"/>
                </a:lnTo>
                <a:lnTo>
                  <a:pt x="571" y="648"/>
                </a:lnTo>
                <a:lnTo>
                  <a:pt x="570" y="648"/>
                </a:lnTo>
                <a:lnTo>
                  <a:pt x="570" y="647"/>
                </a:lnTo>
                <a:lnTo>
                  <a:pt x="569" y="647"/>
                </a:lnTo>
                <a:lnTo>
                  <a:pt x="568" y="647"/>
                </a:lnTo>
                <a:lnTo>
                  <a:pt x="567" y="647"/>
                </a:lnTo>
                <a:lnTo>
                  <a:pt x="567" y="646"/>
                </a:lnTo>
                <a:lnTo>
                  <a:pt x="566" y="646"/>
                </a:lnTo>
                <a:lnTo>
                  <a:pt x="566" y="645"/>
                </a:lnTo>
                <a:lnTo>
                  <a:pt x="566" y="646"/>
                </a:lnTo>
                <a:lnTo>
                  <a:pt x="565" y="646"/>
                </a:lnTo>
                <a:lnTo>
                  <a:pt x="564" y="645"/>
                </a:lnTo>
                <a:lnTo>
                  <a:pt x="563" y="645"/>
                </a:lnTo>
                <a:lnTo>
                  <a:pt x="562" y="645"/>
                </a:lnTo>
                <a:lnTo>
                  <a:pt x="562" y="644"/>
                </a:lnTo>
                <a:lnTo>
                  <a:pt x="561" y="644"/>
                </a:lnTo>
                <a:lnTo>
                  <a:pt x="560" y="644"/>
                </a:lnTo>
                <a:lnTo>
                  <a:pt x="559" y="643"/>
                </a:lnTo>
                <a:lnTo>
                  <a:pt x="558" y="643"/>
                </a:lnTo>
                <a:lnTo>
                  <a:pt x="557" y="644"/>
                </a:lnTo>
                <a:lnTo>
                  <a:pt x="557" y="643"/>
                </a:lnTo>
                <a:lnTo>
                  <a:pt x="556" y="642"/>
                </a:lnTo>
                <a:lnTo>
                  <a:pt x="557" y="642"/>
                </a:lnTo>
                <a:lnTo>
                  <a:pt x="557" y="641"/>
                </a:lnTo>
                <a:lnTo>
                  <a:pt x="558" y="640"/>
                </a:lnTo>
                <a:lnTo>
                  <a:pt x="557" y="640"/>
                </a:lnTo>
                <a:lnTo>
                  <a:pt x="558" y="640"/>
                </a:lnTo>
                <a:lnTo>
                  <a:pt x="559" y="639"/>
                </a:lnTo>
                <a:lnTo>
                  <a:pt x="560" y="637"/>
                </a:lnTo>
                <a:lnTo>
                  <a:pt x="561" y="638"/>
                </a:lnTo>
                <a:lnTo>
                  <a:pt x="562" y="638"/>
                </a:lnTo>
                <a:lnTo>
                  <a:pt x="563" y="638"/>
                </a:lnTo>
                <a:lnTo>
                  <a:pt x="564" y="637"/>
                </a:lnTo>
                <a:lnTo>
                  <a:pt x="566" y="637"/>
                </a:lnTo>
                <a:lnTo>
                  <a:pt x="567" y="636"/>
                </a:lnTo>
                <a:lnTo>
                  <a:pt x="568" y="636"/>
                </a:lnTo>
                <a:lnTo>
                  <a:pt x="568" y="635"/>
                </a:lnTo>
                <a:lnTo>
                  <a:pt x="569" y="635"/>
                </a:lnTo>
                <a:lnTo>
                  <a:pt x="569" y="634"/>
                </a:lnTo>
                <a:lnTo>
                  <a:pt x="570" y="633"/>
                </a:lnTo>
                <a:lnTo>
                  <a:pt x="571" y="632"/>
                </a:lnTo>
                <a:lnTo>
                  <a:pt x="571" y="631"/>
                </a:lnTo>
                <a:lnTo>
                  <a:pt x="571" y="630"/>
                </a:lnTo>
                <a:lnTo>
                  <a:pt x="570" y="630"/>
                </a:lnTo>
                <a:lnTo>
                  <a:pt x="570" y="629"/>
                </a:lnTo>
                <a:lnTo>
                  <a:pt x="570" y="630"/>
                </a:lnTo>
                <a:lnTo>
                  <a:pt x="570" y="629"/>
                </a:lnTo>
                <a:lnTo>
                  <a:pt x="569" y="629"/>
                </a:lnTo>
                <a:lnTo>
                  <a:pt x="569" y="628"/>
                </a:lnTo>
                <a:lnTo>
                  <a:pt x="570" y="628"/>
                </a:lnTo>
                <a:lnTo>
                  <a:pt x="569" y="628"/>
                </a:lnTo>
                <a:lnTo>
                  <a:pt x="569" y="627"/>
                </a:lnTo>
                <a:lnTo>
                  <a:pt x="569" y="628"/>
                </a:lnTo>
                <a:lnTo>
                  <a:pt x="569" y="627"/>
                </a:lnTo>
                <a:lnTo>
                  <a:pt x="569" y="626"/>
                </a:lnTo>
                <a:lnTo>
                  <a:pt x="569" y="625"/>
                </a:lnTo>
                <a:lnTo>
                  <a:pt x="568" y="625"/>
                </a:lnTo>
                <a:lnTo>
                  <a:pt x="567" y="625"/>
                </a:lnTo>
                <a:lnTo>
                  <a:pt x="567" y="626"/>
                </a:lnTo>
                <a:lnTo>
                  <a:pt x="567" y="625"/>
                </a:lnTo>
                <a:lnTo>
                  <a:pt x="566" y="625"/>
                </a:lnTo>
                <a:lnTo>
                  <a:pt x="565" y="625"/>
                </a:lnTo>
                <a:lnTo>
                  <a:pt x="564" y="625"/>
                </a:lnTo>
                <a:lnTo>
                  <a:pt x="563" y="625"/>
                </a:lnTo>
                <a:lnTo>
                  <a:pt x="562" y="625"/>
                </a:lnTo>
                <a:lnTo>
                  <a:pt x="561" y="625"/>
                </a:lnTo>
                <a:lnTo>
                  <a:pt x="561" y="624"/>
                </a:lnTo>
                <a:lnTo>
                  <a:pt x="560" y="624"/>
                </a:lnTo>
                <a:lnTo>
                  <a:pt x="560" y="623"/>
                </a:lnTo>
                <a:lnTo>
                  <a:pt x="559" y="623"/>
                </a:lnTo>
                <a:lnTo>
                  <a:pt x="559" y="622"/>
                </a:lnTo>
                <a:lnTo>
                  <a:pt x="559" y="621"/>
                </a:lnTo>
                <a:lnTo>
                  <a:pt x="559" y="620"/>
                </a:lnTo>
                <a:lnTo>
                  <a:pt x="559" y="619"/>
                </a:lnTo>
                <a:lnTo>
                  <a:pt x="560" y="619"/>
                </a:lnTo>
                <a:lnTo>
                  <a:pt x="561" y="619"/>
                </a:lnTo>
                <a:lnTo>
                  <a:pt x="562" y="619"/>
                </a:lnTo>
                <a:lnTo>
                  <a:pt x="562" y="618"/>
                </a:lnTo>
                <a:lnTo>
                  <a:pt x="562" y="617"/>
                </a:lnTo>
                <a:lnTo>
                  <a:pt x="563" y="617"/>
                </a:lnTo>
                <a:lnTo>
                  <a:pt x="563" y="616"/>
                </a:lnTo>
                <a:lnTo>
                  <a:pt x="563" y="617"/>
                </a:lnTo>
                <a:lnTo>
                  <a:pt x="564" y="616"/>
                </a:lnTo>
                <a:lnTo>
                  <a:pt x="564" y="615"/>
                </a:lnTo>
                <a:lnTo>
                  <a:pt x="565" y="615"/>
                </a:lnTo>
                <a:lnTo>
                  <a:pt x="564" y="615"/>
                </a:lnTo>
                <a:lnTo>
                  <a:pt x="563" y="616"/>
                </a:lnTo>
                <a:lnTo>
                  <a:pt x="562" y="616"/>
                </a:lnTo>
                <a:lnTo>
                  <a:pt x="562" y="617"/>
                </a:lnTo>
                <a:lnTo>
                  <a:pt x="561" y="618"/>
                </a:lnTo>
                <a:lnTo>
                  <a:pt x="560" y="618"/>
                </a:lnTo>
                <a:lnTo>
                  <a:pt x="559" y="619"/>
                </a:lnTo>
                <a:lnTo>
                  <a:pt x="559" y="620"/>
                </a:lnTo>
                <a:lnTo>
                  <a:pt x="559" y="621"/>
                </a:lnTo>
                <a:lnTo>
                  <a:pt x="559" y="622"/>
                </a:lnTo>
                <a:lnTo>
                  <a:pt x="559" y="623"/>
                </a:lnTo>
                <a:lnTo>
                  <a:pt x="559" y="624"/>
                </a:lnTo>
                <a:lnTo>
                  <a:pt x="558" y="624"/>
                </a:lnTo>
                <a:lnTo>
                  <a:pt x="557" y="624"/>
                </a:lnTo>
                <a:lnTo>
                  <a:pt x="557" y="623"/>
                </a:lnTo>
                <a:lnTo>
                  <a:pt x="556" y="623"/>
                </a:lnTo>
                <a:lnTo>
                  <a:pt x="557" y="622"/>
                </a:lnTo>
                <a:lnTo>
                  <a:pt x="557" y="621"/>
                </a:lnTo>
                <a:lnTo>
                  <a:pt x="558" y="621"/>
                </a:lnTo>
                <a:lnTo>
                  <a:pt x="558" y="620"/>
                </a:lnTo>
                <a:lnTo>
                  <a:pt x="558" y="619"/>
                </a:lnTo>
                <a:lnTo>
                  <a:pt x="559" y="619"/>
                </a:lnTo>
                <a:lnTo>
                  <a:pt x="559" y="618"/>
                </a:lnTo>
                <a:lnTo>
                  <a:pt x="559" y="617"/>
                </a:lnTo>
                <a:lnTo>
                  <a:pt x="559" y="616"/>
                </a:lnTo>
                <a:lnTo>
                  <a:pt x="560" y="615"/>
                </a:lnTo>
                <a:lnTo>
                  <a:pt x="561" y="615"/>
                </a:lnTo>
                <a:lnTo>
                  <a:pt x="560" y="615"/>
                </a:lnTo>
                <a:lnTo>
                  <a:pt x="559" y="615"/>
                </a:lnTo>
                <a:lnTo>
                  <a:pt x="559" y="616"/>
                </a:lnTo>
                <a:lnTo>
                  <a:pt x="558" y="616"/>
                </a:lnTo>
                <a:lnTo>
                  <a:pt x="558" y="617"/>
                </a:lnTo>
                <a:lnTo>
                  <a:pt x="558" y="618"/>
                </a:lnTo>
                <a:lnTo>
                  <a:pt x="558" y="619"/>
                </a:lnTo>
                <a:lnTo>
                  <a:pt x="557" y="620"/>
                </a:lnTo>
                <a:lnTo>
                  <a:pt x="556" y="620"/>
                </a:lnTo>
                <a:lnTo>
                  <a:pt x="555" y="620"/>
                </a:lnTo>
                <a:lnTo>
                  <a:pt x="555" y="621"/>
                </a:lnTo>
                <a:lnTo>
                  <a:pt x="554" y="621"/>
                </a:lnTo>
                <a:lnTo>
                  <a:pt x="553" y="621"/>
                </a:lnTo>
                <a:lnTo>
                  <a:pt x="552" y="621"/>
                </a:lnTo>
                <a:lnTo>
                  <a:pt x="552" y="622"/>
                </a:lnTo>
                <a:lnTo>
                  <a:pt x="551" y="623"/>
                </a:lnTo>
                <a:lnTo>
                  <a:pt x="549" y="623"/>
                </a:lnTo>
                <a:lnTo>
                  <a:pt x="548" y="623"/>
                </a:lnTo>
                <a:lnTo>
                  <a:pt x="548" y="624"/>
                </a:lnTo>
                <a:lnTo>
                  <a:pt x="547" y="624"/>
                </a:lnTo>
                <a:lnTo>
                  <a:pt x="546" y="624"/>
                </a:lnTo>
                <a:lnTo>
                  <a:pt x="545" y="624"/>
                </a:lnTo>
                <a:lnTo>
                  <a:pt x="545" y="623"/>
                </a:lnTo>
                <a:lnTo>
                  <a:pt x="544" y="623"/>
                </a:lnTo>
                <a:lnTo>
                  <a:pt x="543" y="623"/>
                </a:lnTo>
                <a:lnTo>
                  <a:pt x="542" y="623"/>
                </a:lnTo>
                <a:lnTo>
                  <a:pt x="542" y="622"/>
                </a:lnTo>
                <a:lnTo>
                  <a:pt x="541" y="622"/>
                </a:lnTo>
                <a:lnTo>
                  <a:pt x="539" y="622"/>
                </a:lnTo>
                <a:lnTo>
                  <a:pt x="538" y="622"/>
                </a:lnTo>
                <a:lnTo>
                  <a:pt x="538" y="620"/>
                </a:lnTo>
                <a:lnTo>
                  <a:pt x="538" y="619"/>
                </a:lnTo>
                <a:lnTo>
                  <a:pt x="537" y="619"/>
                </a:lnTo>
                <a:lnTo>
                  <a:pt x="537" y="618"/>
                </a:lnTo>
                <a:lnTo>
                  <a:pt x="536" y="618"/>
                </a:lnTo>
                <a:lnTo>
                  <a:pt x="536" y="617"/>
                </a:lnTo>
                <a:lnTo>
                  <a:pt x="535" y="616"/>
                </a:lnTo>
                <a:lnTo>
                  <a:pt x="535" y="617"/>
                </a:lnTo>
                <a:lnTo>
                  <a:pt x="534" y="616"/>
                </a:lnTo>
                <a:lnTo>
                  <a:pt x="533" y="615"/>
                </a:lnTo>
                <a:lnTo>
                  <a:pt x="531" y="614"/>
                </a:lnTo>
                <a:lnTo>
                  <a:pt x="531" y="613"/>
                </a:lnTo>
                <a:lnTo>
                  <a:pt x="531" y="612"/>
                </a:lnTo>
                <a:lnTo>
                  <a:pt x="532" y="611"/>
                </a:lnTo>
                <a:lnTo>
                  <a:pt x="533" y="611"/>
                </a:lnTo>
                <a:lnTo>
                  <a:pt x="533" y="610"/>
                </a:lnTo>
                <a:lnTo>
                  <a:pt x="533" y="609"/>
                </a:lnTo>
                <a:lnTo>
                  <a:pt x="532" y="609"/>
                </a:lnTo>
                <a:lnTo>
                  <a:pt x="532" y="608"/>
                </a:lnTo>
                <a:lnTo>
                  <a:pt x="532" y="607"/>
                </a:lnTo>
                <a:lnTo>
                  <a:pt x="532" y="606"/>
                </a:lnTo>
                <a:lnTo>
                  <a:pt x="533" y="606"/>
                </a:lnTo>
                <a:lnTo>
                  <a:pt x="534" y="606"/>
                </a:lnTo>
                <a:lnTo>
                  <a:pt x="534" y="607"/>
                </a:lnTo>
                <a:lnTo>
                  <a:pt x="535" y="607"/>
                </a:lnTo>
                <a:lnTo>
                  <a:pt x="536" y="606"/>
                </a:lnTo>
                <a:lnTo>
                  <a:pt x="537" y="605"/>
                </a:lnTo>
                <a:lnTo>
                  <a:pt x="537" y="604"/>
                </a:lnTo>
                <a:lnTo>
                  <a:pt x="536" y="605"/>
                </a:lnTo>
                <a:lnTo>
                  <a:pt x="535" y="605"/>
                </a:lnTo>
                <a:lnTo>
                  <a:pt x="535" y="604"/>
                </a:lnTo>
                <a:lnTo>
                  <a:pt x="535" y="603"/>
                </a:lnTo>
                <a:lnTo>
                  <a:pt x="536" y="603"/>
                </a:lnTo>
                <a:lnTo>
                  <a:pt x="535" y="603"/>
                </a:lnTo>
                <a:lnTo>
                  <a:pt x="535" y="604"/>
                </a:lnTo>
                <a:lnTo>
                  <a:pt x="534" y="605"/>
                </a:lnTo>
                <a:lnTo>
                  <a:pt x="533" y="605"/>
                </a:lnTo>
                <a:lnTo>
                  <a:pt x="532" y="605"/>
                </a:lnTo>
                <a:lnTo>
                  <a:pt x="533" y="604"/>
                </a:lnTo>
                <a:lnTo>
                  <a:pt x="532" y="604"/>
                </a:lnTo>
                <a:lnTo>
                  <a:pt x="532" y="603"/>
                </a:lnTo>
                <a:lnTo>
                  <a:pt x="532" y="602"/>
                </a:lnTo>
                <a:lnTo>
                  <a:pt x="532" y="601"/>
                </a:lnTo>
                <a:lnTo>
                  <a:pt x="531" y="601"/>
                </a:lnTo>
                <a:lnTo>
                  <a:pt x="531" y="602"/>
                </a:lnTo>
                <a:lnTo>
                  <a:pt x="531" y="601"/>
                </a:lnTo>
                <a:lnTo>
                  <a:pt x="530" y="601"/>
                </a:lnTo>
                <a:lnTo>
                  <a:pt x="530" y="600"/>
                </a:lnTo>
                <a:lnTo>
                  <a:pt x="530" y="599"/>
                </a:lnTo>
                <a:lnTo>
                  <a:pt x="530" y="598"/>
                </a:lnTo>
                <a:lnTo>
                  <a:pt x="529" y="598"/>
                </a:lnTo>
                <a:lnTo>
                  <a:pt x="529" y="599"/>
                </a:lnTo>
                <a:lnTo>
                  <a:pt x="528" y="598"/>
                </a:lnTo>
                <a:lnTo>
                  <a:pt x="527" y="597"/>
                </a:lnTo>
                <a:lnTo>
                  <a:pt x="527" y="598"/>
                </a:lnTo>
                <a:lnTo>
                  <a:pt x="528" y="598"/>
                </a:lnTo>
                <a:lnTo>
                  <a:pt x="528" y="599"/>
                </a:lnTo>
                <a:lnTo>
                  <a:pt x="529" y="599"/>
                </a:lnTo>
                <a:lnTo>
                  <a:pt x="530" y="599"/>
                </a:lnTo>
                <a:lnTo>
                  <a:pt x="530" y="600"/>
                </a:lnTo>
                <a:lnTo>
                  <a:pt x="530" y="601"/>
                </a:lnTo>
                <a:lnTo>
                  <a:pt x="530" y="602"/>
                </a:lnTo>
                <a:lnTo>
                  <a:pt x="529" y="602"/>
                </a:lnTo>
                <a:lnTo>
                  <a:pt x="529" y="601"/>
                </a:lnTo>
                <a:lnTo>
                  <a:pt x="528" y="600"/>
                </a:lnTo>
                <a:lnTo>
                  <a:pt x="527" y="600"/>
                </a:lnTo>
                <a:lnTo>
                  <a:pt x="528" y="600"/>
                </a:lnTo>
                <a:lnTo>
                  <a:pt x="528" y="601"/>
                </a:lnTo>
                <a:lnTo>
                  <a:pt x="529" y="601"/>
                </a:lnTo>
                <a:lnTo>
                  <a:pt x="529" y="602"/>
                </a:lnTo>
                <a:lnTo>
                  <a:pt x="530" y="602"/>
                </a:lnTo>
                <a:lnTo>
                  <a:pt x="531" y="603"/>
                </a:lnTo>
                <a:lnTo>
                  <a:pt x="531" y="604"/>
                </a:lnTo>
                <a:lnTo>
                  <a:pt x="531" y="606"/>
                </a:lnTo>
                <a:lnTo>
                  <a:pt x="531" y="607"/>
                </a:lnTo>
                <a:lnTo>
                  <a:pt x="530" y="607"/>
                </a:lnTo>
                <a:lnTo>
                  <a:pt x="530" y="608"/>
                </a:lnTo>
                <a:lnTo>
                  <a:pt x="530" y="609"/>
                </a:lnTo>
                <a:lnTo>
                  <a:pt x="529" y="608"/>
                </a:lnTo>
                <a:lnTo>
                  <a:pt x="529" y="609"/>
                </a:lnTo>
                <a:lnTo>
                  <a:pt x="530" y="610"/>
                </a:lnTo>
                <a:lnTo>
                  <a:pt x="530" y="611"/>
                </a:lnTo>
                <a:lnTo>
                  <a:pt x="529" y="611"/>
                </a:lnTo>
                <a:lnTo>
                  <a:pt x="528" y="610"/>
                </a:lnTo>
                <a:lnTo>
                  <a:pt x="527" y="610"/>
                </a:lnTo>
                <a:lnTo>
                  <a:pt x="527" y="611"/>
                </a:lnTo>
                <a:lnTo>
                  <a:pt x="528" y="611"/>
                </a:lnTo>
                <a:lnTo>
                  <a:pt x="529" y="612"/>
                </a:lnTo>
                <a:lnTo>
                  <a:pt x="528" y="612"/>
                </a:lnTo>
                <a:lnTo>
                  <a:pt x="528" y="613"/>
                </a:lnTo>
                <a:lnTo>
                  <a:pt x="529" y="613"/>
                </a:lnTo>
                <a:lnTo>
                  <a:pt x="529" y="614"/>
                </a:lnTo>
                <a:lnTo>
                  <a:pt x="530" y="614"/>
                </a:lnTo>
                <a:lnTo>
                  <a:pt x="530" y="615"/>
                </a:lnTo>
                <a:lnTo>
                  <a:pt x="530" y="616"/>
                </a:lnTo>
                <a:lnTo>
                  <a:pt x="530" y="617"/>
                </a:lnTo>
                <a:lnTo>
                  <a:pt x="530" y="618"/>
                </a:lnTo>
                <a:lnTo>
                  <a:pt x="531" y="618"/>
                </a:lnTo>
                <a:lnTo>
                  <a:pt x="532" y="619"/>
                </a:lnTo>
                <a:lnTo>
                  <a:pt x="533" y="619"/>
                </a:lnTo>
                <a:lnTo>
                  <a:pt x="533" y="620"/>
                </a:lnTo>
                <a:lnTo>
                  <a:pt x="533" y="621"/>
                </a:lnTo>
                <a:lnTo>
                  <a:pt x="532" y="621"/>
                </a:lnTo>
                <a:lnTo>
                  <a:pt x="531" y="621"/>
                </a:lnTo>
                <a:lnTo>
                  <a:pt x="531" y="622"/>
                </a:lnTo>
                <a:lnTo>
                  <a:pt x="530" y="622"/>
                </a:lnTo>
                <a:lnTo>
                  <a:pt x="529" y="622"/>
                </a:lnTo>
                <a:lnTo>
                  <a:pt x="528" y="622"/>
                </a:lnTo>
                <a:lnTo>
                  <a:pt x="528" y="621"/>
                </a:lnTo>
                <a:lnTo>
                  <a:pt x="527" y="621"/>
                </a:lnTo>
                <a:lnTo>
                  <a:pt x="527" y="620"/>
                </a:lnTo>
                <a:lnTo>
                  <a:pt x="526" y="620"/>
                </a:lnTo>
                <a:lnTo>
                  <a:pt x="526" y="621"/>
                </a:lnTo>
                <a:lnTo>
                  <a:pt x="525" y="620"/>
                </a:lnTo>
                <a:lnTo>
                  <a:pt x="524" y="620"/>
                </a:lnTo>
                <a:lnTo>
                  <a:pt x="523" y="620"/>
                </a:lnTo>
                <a:lnTo>
                  <a:pt x="522" y="621"/>
                </a:lnTo>
                <a:lnTo>
                  <a:pt x="522" y="622"/>
                </a:lnTo>
                <a:lnTo>
                  <a:pt x="521" y="622"/>
                </a:lnTo>
                <a:lnTo>
                  <a:pt x="520" y="622"/>
                </a:lnTo>
                <a:lnTo>
                  <a:pt x="519" y="622"/>
                </a:lnTo>
                <a:lnTo>
                  <a:pt x="519" y="623"/>
                </a:lnTo>
                <a:lnTo>
                  <a:pt x="518" y="623"/>
                </a:lnTo>
                <a:lnTo>
                  <a:pt x="518" y="624"/>
                </a:lnTo>
                <a:lnTo>
                  <a:pt x="518" y="623"/>
                </a:lnTo>
                <a:lnTo>
                  <a:pt x="517" y="623"/>
                </a:lnTo>
                <a:lnTo>
                  <a:pt x="517" y="621"/>
                </a:lnTo>
                <a:lnTo>
                  <a:pt x="517" y="620"/>
                </a:lnTo>
                <a:lnTo>
                  <a:pt x="517" y="619"/>
                </a:lnTo>
                <a:lnTo>
                  <a:pt x="516" y="619"/>
                </a:lnTo>
                <a:lnTo>
                  <a:pt x="515" y="619"/>
                </a:lnTo>
                <a:lnTo>
                  <a:pt x="514" y="619"/>
                </a:lnTo>
                <a:lnTo>
                  <a:pt x="514" y="618"/>
                </a:lnTo>
                <a:lnTo>
                  <a:pt x="514" y="619"/>
                </a:lnTo>
                <a:lnTo>
                  <a:pt x="514" y="618"/>
                </a:lnTo>
                <a:lnTo>
                  <a:pt x="514" y="617"/>
                </a:lnTo>
                <a:lnTo>
                  <a:pt x="514" y="616"/>
                </a:lnTo>
                <a:lnTo>
                  <a:pt x="514" y="617"/>
                </a:lnTo>
                <a:lnTo>
                  <a:pt x="515" y="617"/>
                </a:lnTo>
                <a:lnTo>
                  <a:pt x="516" y="617"/>
                </a:lnTo>
                <a:lnTo>
                  <a:pt x="516" y="616"/>
                </a:lnTo>
                <a:lnTo>
                  <a:pt x="515" y="615"/>
                </a:lnTo>
                <a:lnTo>
                  <a:pt x="514" y="614"/>
                </a:lnTo>
                <a:lnTo>
                  <a:pt x="513" y="614"/>
                </a:lnTo>
                <a:lnTo>
                  <a:pt x="513" y="613"/>
                </a:lnTo>
                <a:lnTo>
                  <a:pt x="514" y="612"/>
                </a:lnTo>
                <a:lnTo>
                  <a:pt x="514" y="611"/>
                </a:lnTo>
                <a:lnTo>
                  <a:pt x="514" y="610"/>
                </a:lnTo>
                <a:lnTo>
                  <a:pt x="514" y="608"/>
                </a:lnTo>
                <a:lnTo>
                  <a:pt x="514" y="609"/>
                </a:lnTo>
                <a:lnTo>
                  <a:pt x="513" y="610"/>
                </a:lnTo>
                <a:lnTo>
                  <a:pt x="512" y="611"/>
                </a:lnTo>
                <a:lnTo>
                  <a:pt x="512" y="612"/>
                </a:lnTo>
                <a:lnTo>
                  <a:pt x="512" y="613"/>
                </a:lnTo>
                <a:lnTo>
                  <a:pt x="511" y="612"/>
                </a:lnTo>
                <a:lnTo>
                  <a:pt x="510" y="612"/>
                </a:lnTo>
                <a:lnTo>
                  <a:pt x="510" y="611"/>
                </a:lnTo>
                <a:lnTo>
                  <a:pt x="509" y="610"/>
                </a:lnTo>
                <a:lnTo>
                  <a:pt x="509" y="611"/>
                </a:lnTo>
                <a:lnTo>
                  <a:pt x="508" y="611"/>
                </a:lnTo>
                <a:lnTo>
                  <a:pt x="508" y="610"/>
                </a:lnTo>
                <a:lnTo>
                  <a:pt x="507" y="611"/>
                </a:lnTo>
                <a:lnTo>
                  <a:pt x="509" y="611"/>
                </a:lnTo>
                <a:lnTo>
                  <a:pt x="509" y="612"/>
                </a:lnTo>
                <a:lnTo>
                  <a:pt x="509" y="613"/>
                </a:lnTo>
                <a:lnTo>
                  <a:pt x="509" y="614"/>
                </a:lnTo>
                <a:lnTo>
                  <a:pt x="510" y="616"/>
                </a:lnTo>
                <a:lnTo>
                  <a:pt x="508" y="618"/>
                </a:lnTo>
                <a:lnTo>
                  <a:pt x="507" y="617"/>
                </a:lnTo>
                <a:lnTo>
                  <a:pt x="505" y="615"/>
                </a:lnTo>
                <a:lnTo>
                  <a:pt x="505" y="614"/>
                </a:lnTo>
                <a:lnTo>
                  <a:pt x="505" y="613"/>
                </a:lnTo>
                <a:lnTo>
                  <a:pt x="505" y="612"/>
                </a:lnTo>
                <a:lnTo>
                  <a:pt x="505" y="611"/>
                </a:lnTo>
                <a:lnTo>
                  <a:pt x="505" y="609"/>
                </a:lnTo>
                <a:lnTo>
                  <a:pt x="505" y="608"/>
                </a:lnTo>
                <a:lnTo>
                  <a:pt x="505" y="607"/>
                </a:lnTo>
                <a:lnTo>
                  <a:pt x="506" y="606"/>
                </a:lnTo>
                <a:lnTo>
                  <a:pt x="506" y="605"/>
                </a:lnTo>
                <a:lnTo>
                  <a:pt x="506" y="604"/>
                </a:lnTo>
                <a:lnTo>
                  <a:pt x="507" y="603"/>
                </a:lnTo>
                <a:lnTo>
                  <a:pt x="508" y="602"/>
                </a:lnTo>
                <a:lnTo>
                  <a:pt x="508" y="601"/>
                </a:lnTo>
                <a:lnTo>
                  <a:pt x="509" y="601"/>
                </a:lnTo>
                <a:lnTo>
                  <a:pt x="509" y="600"/>
                </a:lnTo>
                <a:lnTo>
                  <a:pt x="508" y="602"/>
                </a:lnTo>
                <a:lnTo>
                  <a:pt x="507" y="602"/>
                </a:lnTo>
                <a:lnTo>
                  <a:pt x="507" y="601"/>
                </a:lnTo>
                <a:lnTo>
                  <a:pt x="506" y="601"/>
                </a:lnTo>
                <a:lnTo>
                  <a:pt x="506" y="600"/>
                </a:lnTo>
                <a:lnTo>
                  <a:pt x="506" y="599"/>
                </a:lnTo>
                <a:lnTo>
                  <a:pt x="506" y="600"/>
                </a:lnTo>
                <a:lnTo>
                  <a:pt x="506" y="601"/>
                </a:lnTo>
                <a:lnTo>
                  <a:pt x="506" y="602"/>
                </a:lnTo>
                <a:lnTo>
                  <a:pt x="506" y="603"/>
                </a:lnTo>
                <a:lnTo>
                  <a:pt x="506" y="604"/>
                </a:lnTo>
                <a:lnTo>
                  <a:pt x="505" y="604"/>
                </a:lnTo>
                <a:lnTo>
                  <a:pt x="505" y="605"/>
                </a:lnTo>
                <a:lnTo>
                  <a:pt x="504" y="604"/>
                </a:lnTo>
                <a:lnTo>
                  <a:pt x="504" y="603"/>
                </a:lnTo>
                <a:lnTo>
                  <a:pt x="503" y="603"/>
                </a:lnTo>
                <a:lnTo>
                  <a:pt x="503" y="604"/>
                </a:lnTo>
                <a:lnTo>
                  <a:pt x="504" y="604"/>
                </a:lnTo>
                <a:lnTo>
                  <a:pt x="504" y="605"/>
                </a:lnTo>
                <a:lnTo>
                  <a:pt x="505" y="605"/>
                </a:lnTo>
                <a:lnTo>
                  <a:pt x="505" y="606"/>
                </a:lnTo>
                <a:lnTo>
                  <a:pt x="504" y="606"/>
                </a:lnTo>
                <a:lnTo>
                  <a:pt x="504" y="607"/>
                </a:lnTo>
                <a:lnTo>
                  <a:pt x="504" y="609"/>
                </a:lnTo>
                <a:lnTo>
                  <a:pt x="503" y="612"/>
                </a:lnTo>
                <a:lnTo>
                  <a:pt x="502" y="612"/>
                </a:lnTo>
                <a:lnTo>
                  <a:pt x="503" y="613"/>
                </a:lnTo>
                <a:lnTo>
                  <a:pt x="502" y="613"/>
                </a:lnTo>
                <a:lnTo>
                  <a:pt x="501" y="613"/>
                </a:lnTo>
                <a:lnTo>
                  <a:pt x="501" y="612"/>
                </a:lnTo>
                <a:lnTo>
                  <a:pt x="500" y="611"/>
                </a:lnTo>
                <a:lnTo>
                  <a:pt x="500" y="610"/>
                </a:lnTo>
                <a:lnTo>
                  <a:pt x="500" y="609"/>
                </a:lnTo>
                <a:lnTo>
                  <a:pt x="500" y="608"/>
                </a:lnTo>
                <a:lnTo>
                  <a:pt x="500" y="607"/>
                </a:lnTo>
                <a:lnTo>
                  <a:pt x="499" y="606"/>
                </a:lnTo>
                <a:lnTo>
                  <a:pt x="499" y="605"/>
                </a:lnTo>
                <a:lnTo>
                  <a:pt x="499" y="604"/>
                </a:lnTo>
                <a:lnTo>
                  <a:pt x="498" y="604"/>
                </a:lnTo>
                <a:lnTo>
                  <a:pt x="497" y="604"/>
                </a:lnTo>
                <a:lnTo>
                  <a:pt x="497" y="603"/>
                </a:lnTo>
                <a:lnTo>
                  <a:pt x="496" y="603"/>
                </a:lnTo>
                <a:lnTo>
                  <a:pt x="496" y="602"/>
                </a:lnTo>
                <a:lnTo>
                  <a:pt x="495" y="602"/>
                </a:lnTo>
                <a:lnTo>
                  <a:pt x="495" y="601"/>
                </a:lnTo>
                <a:lnTo>
                  <a:pt x="496" y="600"/>
                </a:lnTo>
                <a:lnTo>
                  <a:pt x="497" y="600"/>
                </a:lnTo>
                <a:lnTo>
                  <a:pt x="498" y="600"/>
                </a:lnTo>
                <a:lnTo>
                  <a:pt x="497" y="599"/>
                </a:lnTo>
                <a:lnTo>
                  <a:pt x="498" y="599"/>
                </a:lnTo>
                <a:lnTo>
                  <a:pt x="498" y="598"/>
                </a:lnTo>
                <a:lnTo>
                  <a:pt x="499" y="598"/>
                </a:lnTo>
                <a:lnTo>
                  <a:pt x="499" y="597"/>
                </a:lnTo>
                <a:lnTo>
                  <a:pt x="500" y="597"/>
                </a:lnTo>
                <a:lnTo>
                  <a:pt x="500" y="596"/>
                </a:lnTo>
                <a:lnTo>
                  <a:pt x="500" y="595"/>
                </a:lnTo>
                <a:lnTo>
                  <a:pt x="501" y="595"/>
                </a:lnTo>
                <a:lnTo>
                  <a:pt x="501" y="594"/>
                </a:lnTo>
                <a:lnTo>
                  <a:pt x="501" y="593"/>
                </a:lnTo>
                <a:lnTo>
                  <a:pt x="500" y="593"/>
                </a:lnTo>
                <a:lnTo>
                  <a:pt x="500" y="592"/>
                </a:lnTo>
                <a:lnTo>
                  <a:pt x="501" y="591"/>
                </a:lnTo>
                <a:lnTo>
                  <a:pt x="502" y="591"/>
                </a:lnTo>
                <a:lnTo>
                  <a:pt x="502" y="590"/>
                </a:lnTo>
                <a:lnTo>
                  <a:pt x="503" y="590"/>
                </a:lnTo>
                <a:lnTo>
                  <a:pt x="504" y="590"/>
                </a:lnTo>
                <a:lnTo>
                  <a:pt x="503" y="589"/>
                </a:lnTo>
                <a:lnTo>
                  <a:pt x="503" y="588"/>
                </a:lnTo>
                <a:lnTo>
                  <a:pt x="502" y="588"/>
                </a:lnTo>
                <a:lnTo>
                  <a:pt x="501" y="588"/>
                </a:lnTo>
                <a:lnTo>
                  <a:pt x="500" y="588"/>
                </a:lnTo>
                <a:lnTo>
                  <a:pt x="500" y="587"/>
                </a:lnTo>
                <a:lnTo>
                  <a:pt x="500" y="588"/>
                </a:lnTo>
                <a:lnTo>
                  <a:pt x="499" y="588"/>
                </a:lnTo>
                <a:lnTo>
                  <a:pt x="499" y="589"/>
                </a:lnTo>
                <a:lnTo>
                  <a:pt x="498" y="589"/>
                </a:lnTo>
                <a:lnTo>
                  <a:pt x="497" y="589"/>
                </a:lnTo>
                <a:lnTo>
                  <a:pt x="496" y="589"/>
                </a:lnTo>
                <a:lnTo>
                  <a:pt x="495" y="589"/>
                </a:lnTo>
                <a:lnTo>
                  <a:pt x="495" y="588"/>
                </a:lnTo>
                <a:lnTo>
                  <a:pt x="494" y="588"/>
                </a:lnTo>
                <a:lnTo>
                  <a:pt x="494" y="589"/>
                </a:lnTo>
                <a:lnTo>
                  <a:pt x="493" y="589"/>
                </a:lnTo>
                <a:lnTo>
                  <a:pt x="493" y="587"/>
                </a:lnTo>
                <a:lnTo>
                  <a:pt x="494" y="586"/>
                </a:lnTo>
                <a:lnTo>
                  <a:pt x="493" y="586"/>
                </a:lnTo>
                <a:lnTo>
                  <a:pt x="492" y="587"/>
                </a:lnTo>
                <a:lnTo>
                  <a:pt x="492" y="588"/>
                </a:lnTo>
                <a:lnTo>
                  <a:pt x="491" y="588"/>
                </a:lnTo>
                <a:lnTo>
                  <a:pt x="491" y="589"/>
                </a:lnTo>
                <a:lnTo>
                  <a:pt x="490" y="590"/>
                </a:lnTo>
                <a:lnTo>
                  <a:pt x="489" y="590"/>
                </a:lnTo>
                <a:lnTo>
                  <a:pt x="488" y="590"/>
                </a:lnTo>
                <a:lnTo>
                  <a:pt x="487" y="590"/>
                </a:lnTo>
                <a:lnTo>
                  <a:pt x="488" y="590"/>
                </a:lnTo>
                <a:lnTo>
                  <a:pt x="488" y="591"/>
                </a:lnTo>
                <a:lnTo>
                  <a:pt x="488" y="592"/>
                </a:lnTo>
                <a:lnTo>
                  <a:pt x="485" y="592"/>
                </a:lnTo>
                <a:lnTo>
                  <a:pt x="486" y="592"/>
                </a:lnTo>
                <a:lnTo>
                  <a:pt x="486" y="593"/>
                </a:lnTo>
                <a:lnTo>
                  <a:pt x="487" y="593"/>
                </a:lnTo>
                <a:lnTo>
                  <a:pt x="487" y="594"/>
                </a:lnTo>
                <a:lnTo>
                  <a:pt x="487" y="595"/>
                </a:lnTo>
                <a:lnTo>
                  <a:pt x="486" y="595"/>
                </a:lnTo>
                <a:lnTo>
                  <a:pt x="485" y="595"/>
                </a:lnTo>
                <a:lnTo>
                  <a:pt x="484" y="594"/>
                </a:lnTo>
                <a:lnTo>
                  <a:pt x="483" y="594"/>
                </a:lnTo>
                <a:lnTo>
                  <a:pt x="483" y="593"/>
                </a:lnTo>
                <a:lnTo>
                  <a:pt x="483" y="592"/>
                </a:lnTo>
                <a:lnTo>
                  <a:pt x="483" y="591"/>
                </a:lnTo>
                <a:lnTo>
                  <a:pt x="482" y="591"/>
                </a:lnTo>
                <a:lnTo>
                  <a:pt x="482" y="592"/>
                </a:lnTo>
                <a:lnTo>
                  <a:pt x="482" y="593"/>
                </a:lnTo>
                <a:lnTo>
                  <a:pt x="483" y="593"/>
                </a:lnTo>
                <a:lnTo>
                  <a:pt x="483" y="594"/>
                </a:lnTo>
                <a:lnTo>
                  <a:pt x="484" y="595"/>
                </a:lnTo>
                <a:lnTo>
                  <a:pt x="484" y="596"/>
                </a:lnTo>
                <a:lnTo>
                  <a:pt x="485" y="596"/>
                </a:lnTo>
                <a:lnTo>
                  <a:pt x="485" y="597"/>
                </a:lnTo>
                <a:lnTo>
                  <a:pt x="486" y="597"/>
                </a:lnTo>
                <a:lnTo>
                  <a:pt x="487" y="597"/>
                </a:lnTo>
                <a:lnTo>
                  <a:pt x="487" y="598"/>
                </a:lnTo>
                <a:lnTo>
                  <a:pt x="488" y="598"/>
                </a:lnTo>
                <a:lnTo>
                  <a:pt x="488" y="599"/>
                </a:lnTo>
                <a:lnTo>
                  <a:pt x="488" y="600"/>
                </a:lnTo>
                <a:lnTo>
                  <a:pt x="489" y="601"/>
                </a:lnTo>
                <a:lnTo>
                  <a:pt x="489" y="602"/>
                </a:lnTo>
                <a:lnTo>
                  <a:pt x="489" y="603"/>
                </a:lnTo>
                <a:lnTo>
                  <a:pt x="490" y="603"/>
                </a:lnTo>
                <a:lnTo>
                  <a:pt x="490" y="604"/>
                </a:lnTo>
                <a:lnTo>
                  <a:pt x="489" y="604"/>
                </a:lnTo>
                <a:lnTo>
                  <a:pt x="490" y="605"/>
                </a:lnTo>
                <a:lnTo>
                  <a:pt x="490" y="604"/>
                </a:lnTo>
                <a:lnTo>
                  <a:pt x="491" y="604"/>
                </a:lnTo>
                <a:lnTo>
                  <a:pt x="491" y="605"/>
                </a:lnTo>
                <a:lnTo>
                  <a:pt x="491" y="606"/>
                </a:lnTo>
                <a:lnTo>
                  <a:pt x="492" y="607"/>
                </a:lnTo>
                <a:lnTo>
                  <a:pt x="493" y="606"/>
                </a:lnTo>
                <a:lnTo>
                  <a:pt x="493" y="607"/>
                </a:lnTo>
                <a:lnTo>
                  <a:pt x="494" y="607"/>
                </a:lnTo>
                <a:lnTo>
                  <a:pt x="494" y="606"/>
                </a:lnTo>
                <a:lnTo>
                  <a:pt x="494" y="607"/>
                </a:lnTo>
                <a:lnTo>
                  <a:pt x="493" y="608"/>
                </a:lnTo>
                <a:lnTo>
                  <a:pt x="493" y="609"/>
                </a:lnTo>
                <a:lnTo>
                  <a:pt x="492" y="609"/>
                </a:lnTo>
                <a:lnTo>
                  <a:pt x="491" y="609"/>
                </a:lnTo>
                <a:lnTo>
                  <a:pt x="491" y="610"/>
                </a:lnTo>
                <a:lnTo>
                  <a:pt x="490" y="610"/>
                </a:lnTo>
                <a:lnTo>
                  <a:pt x="490" y="611"/>
                </a:lnTo>
                <a:lnTo>
                  <a:pt x="490" y="610"/>
                </a:lnTo>
                <a:lnTo>
                  <a:pt x="489" y="610"/>
                </a:lnTo>
                <a:lnTo>
                  <a:pt x="490" y="610"/>
                </a:lnTo>
                <a:lnTo>
                  <a:pt x="490" y="609"/>
                </a:lnTo>
                <a:lnTo>
                  <a:pt x="489" y="609"/>
                </a:lnTo>
                <a:lnTo>
                  <a:pt x="489" y="610"/>
                </a:lnTo>
                <a:lnTo>
                  <a:pt x="489" y="609"/>
                </a:lnTo>
                <a:lnTo>
                  <a:pt x="489" y="608"/>
                </a:lnTo>
                <a:lnTo>
                  <a:pt x="489" y="607"/>
                </a:lnTo>
                <a:lnTo>
                  <a:pt x="489" y="606"/>
                </a:lnTo>
                <a:lnTo>
                  <a:pt x="488" y="606"/>
                </a:lnTo>
                <a:lnTo>
                  <a:pt x="488" y="607"/>
                </a:lnTo>
                <a:lnTo>
                  <a:pt x="488" y="609"/>
                </a:lnTo>
                <a:lnTo>
                  <a:pt x="488" y="610"/>
                </a:lnTo>
                <a:lnTo>
                  <a:pt x="489" y="610"/>
                </a:lnTo>
                <a:lnTo>
                  <a:pt x="490" y="611"/>
                </a:lnTo>
                <a:lnTo>
                  <a:pt x="489" y="612"/>
                </a:lnTo>
                <a:lnTo>
                  <a:pt x="488" y="612"/>
                </a:lnTo>
                <a:lnTo>
                  <a:pt x="489" y="613"/>
                </a:lnTo>
                <a:lnTo>
                  <a:pt x="490" y="613"/>
                </a:lnTo>
                <a:lnTo>
                  <a:pt x="489" y="612"/>
                </a:lnTo>
                <a:lnTo>
                  <a:pt x="490" y="611"/>
                </a:lnTo>
                <a:lnTo>
                  <a:pt x="490" y="612"/>
                </a:lnTo>
                <a:lnTo>
                  <a:pt x="491" y="612"/>
                </a:lnTo>
                <a:lnTo>
                  <a:pt x="491" y="611"/>
                </a:lnTo>
                <a:lnTo>
                  <a:pt x="492" y="611"/>
                </a:lnTo>
                <a:lnTo>
                  <a:pt x="492" y="610"/>
                </a:lnTo>
                <a:lnTo>
                  <a:pt x="493" y="610"/>
                </a:lnTo>
                <a:lnTo>
                  <a:pt x="494" y="610"/>
                </a:lnTo>
                <a:lnTo>
                  <a:pt x="494" y="611"/>
                </a:lnTo>
                <a:lnTo>
                  <a:pt x="494" y="612"/>
                </a:lnTo>
                <a:lnTo>
                  <a:pt x="493" y="612"/>
                </a:lnTo>
                <a:lnTo>
                  <a:pt x="493" y="613"/>
                </a:lnTo>
                <a:lnTo>
                  <a:pt x="493" y="614"/>
                </a:lnTo>
                <a:lnTo>
                  <a:pt x="492" y="614"/>
                </a:lnTo>
                <a:lnTo>
                  <a:pt x="492" y="615"/>
                </a:lnTo>
                <a:lnTo>
                  <a:pt x="493" y="615"/>
                </a:lnTo>
                <a:lnTo>
                  <a:pt x="493" y="614"/>
                </a:lnTo>
                <a:lnTo>
                  <a:pt x="494" y="614"/>
                </a:lnTo>
                <a:lnTo>
                  <a:pt x="495" y="614"/>
                </a:lnTo>
                <a:lnTo>
                  <a:pt x="495" y="613"/>
                </a:lnTo>
                <a:lnTo>
                  <a:pt x="495" y="612"/>
                </a:lnTo>
                <a:lnTo>
                  <a:pt x="496" y="612"/>
                </a:lnTo>
                <a:lnTo>
                  <a:pt x="496" y="613"/>
                </a:lnTo>
                <a:lnTo>
                  <a:pt x="497" y="613"/>
                </a:lnTo>
                <a:lnTo>
                  <a:pt x="497" y="614"/>
                </a:lnTo>
                <a:lnTo>
                  <a:pt x="497" y="615"/>
                </a:lnTo>
                <a:lnTo>
                  <a:pt x="497" y="616"/>
                </a:lnTo>
                <a:lnTo>
                  <a:pt x="496" y="616"/>
                </a:lnTo>
                <a:lnTo>
                  <a:pt x="496" y="617"/>
                </a:lnTo>
                <a:lnTo>
                  <a:pt x="497" y="617"/>
                </a:lnTo>
                <a:lnTo>
                  <a:pt x="496" y="618"/>
                </a:lnTo>
                <a:lnTo>
                  <a:pt x="496" y="617"/>
                </a:lnTo>
                <a:lnTo>
                  <a:pt x="495" y="617"/>
                </a:lnTo>
                <a:lnTo>
                  <a:pt x="495" y="618"/>
                </a:lnTo>
                <a:lnTo>
                  <a:pt x="494" y="618"/>
                </a:lnTo>
                <a:lnTo>
                  <a:pt x="494" y="619"/>
                </a:lnTo>
                <a:lnTo>
                  <a:pt x="495" y="619"/>
                </a:lnTo>
                <a:lnTo>
                  <a:pt x="495" y="618"/>
                </a:lnTo>
                <a:lnTo>
                  <a:pt x="496" y="618"/>
                </a:lnTo>
                <a:lnTo>
                  <a:pt x="495" y="619"/>
                </a:lnTo>
                <a:lnTo>
                  <a:pt x="495" y="620"/>
                </a:lnTo>
                <a:lnTo>
                  <a:pt x="495" y="621"/>
                </a:lnTo>
                <a:lnTo>
                  <a:pt x="494" y="621"/>
                </a:lnTo>
                <a:lnTo>
                  <a:pt x="493" y="621"/>
                </a:lnTo>
                <a:lnTo>
                  <a:pt x="492" y="621"/>
                </a:lnTo>
                <a:lnTo>
                  <a:pt x="491" y="621"/>
                </a:lnTo>
                <a:lnTo>
                  <a:pt x="491" y="622"/>
                </a:lnTo>
                <a:lnTo>
                  <a:pt x="492" y="622"/>
                </a:lnTo>
                <a:lnTo>
                  <a:pt x="493" y="622"/>
                </a:lnTo>
                <a:lnTo>
                  <a:pt x="492" y="623"/>
                </a:lnTo>
                <a:lnTo>
                  <a:pt x="493" y="623"/>
                </a:lnTo>
                <a:lnTo>
                  <a:pt x="492" y="624"/>
                </a:lnTo>
                <a:lnTo>
                  <a:pt x="491" y="625"/>
                </a:lnTo>
                <a:lnTo>
                  <a:pt x="491" y="626"/>
                </a:lnTo>
                <a:lnTo>
                  <a:pt x="491" y="627"/>
                </a:lnTo>
                <a:lnTo>
                  <a:pt x="490" y="627"/>
                </a:lnTo>
                <a:lnTo>
                  <a:pt x="488" y="628"/>
                </a:lnTo>
                <a:lnTo>
                  <a:pt x="487" y="628"/>
                </a:lnTo>
                <a:lnTo>
                  <a:pt x="486" y="628"/>
                </a:lnTo>
                <a:lnTo>
                  <a:pt x="486" y="627"/>
                </a:lnTo>
                <a:lnTo>
                  <a:pt x="487" y="626"/>
                </a:lnTo>
                <a:lnTo>
                  <a:pt x="487" y="625"/>
                </a:lnTo>
                <a:lnTo>
                  <a:pt x="488" y="625"/>
                </a:lnTo>
                <a:lnTo>
                  <a:pt x="488" y="624"/>
                </a:lnTo>
                <a:lnTo>
                  <a:pt x="487" y="624"/>
                </a:lnTo>
                <a:lnTo>
                  <a:pt x="487" y="625"/>
                </a:lnTo>
                <a:lnTo>
                  <a:pt x="487" y="626"/>
                </a:lnTo>
                <a:lnTo>
                  <a:pt x="487" y="625"/>
                </a:lnTo>
                <a:lnTo>
                  <a:pt x="486" y="625"/>
                </a:lnTo>
                <a:lnTo>
                  <a:pt x="486" y="626"/>
                </a:lnTo>
                <a:lnTo>
                  <a:pt x="486" y="627"/>
                </a:lnTo>
                <a:lnTo>
                  <a:pt x="486" y="628"/>
                </a:lnTo>
                <a:lnTo>
                  <a:pt x="486" y="629"/>
                </a:lnTo>
                <a:lnTo>
                  <a:pt x="486" y="630"/>
                </a:lnTo>
                <a:lnTo>
                  <a:pt x="485" y="630"/>
                </a:lnTo>
                <a:lnTo>
                  <a:pt x="486" y="630"/>
                </a:lnTo>
                <a:lnTo>
                  <a:pt x="486" y="631"/>
                </a:lnTo>
                <a:lnTo>
                  <a:pt x="485" y="631"/>
                </a:lnTo>
                <a:lnTo>
                  <a:pt x="484" y="631"/>
                </a:lnTo>
                <a:lnTo>
                  <a:pt x="483" y="631"/>
                </a:lnTo>
                <a:lnTo>
                  <a:pt x="483" y="632"/>
                </a:lnTo>
                <a:lnTo>
                  <a:pt x="482" y="632"/>
                </a:lnTo>
                <a:lnTo>
                  <a:pt x="480" y="632"/>
                </a:lnTo>
                <a:lnTo>
                  <a:pt x="479" y="632"/>
                </a:lnTo>
                <a:lnTo>
                  <a:pt x="478" y="632"/>
                </a:lnTo>
                <a:lnTo>
                  <a:pt x="478" y="633"/>
                </a:lnTo>
                <a:lnTo>
                  <a:pt x="477" y="633"/>
                </a:lnTo>
                <a:lnTo>
                  <a:pt x="477" y="634"/>
                </a:lnTo>
                <a:lnTo>
                  <a:pt x="474" y="634"/>
                </a:lnTo>
                <a:lnTo>
                  <a:pt x="474" y="633"/>
                </a:lnTo>
                <a:lnTo>
                  <a:pt x="474" y="632"/>
                </a:lnTo>
                <a:lnTo>
                  <a:pt x="474" y="630"/>
                </a:lnTo>
                <a:lnTo>
                  <a:pt x="475" y="630"/>
                </a:lnTo>
                <a:lnTo>
                  <a:pt x="477" y="630"/>
                </a:lnTo>
                <a:lnTo>
                  <a:pt x="477" y="629"/>
                </a:lnTo>
                <a:lnTo>
                  <a:pt x="476" y="628"/>
                </a:lnTo>
                <a:lnTo>
                  <a:pt x="475" y="627"/>
                </a:lnTo>
                <a:lnTo>
                  <a:pt x="476" y="627"/>
                </a:lnTo>
                <a:lnTo>
                  <a:pt x="477" y="627"/>
                </a:lnTo>
                <a:lnTo>
                  <a:pt x="477" y="626"/>
                </a:lnTo>
                <a:lnTo>
                  <a:pt x="478" y="626"/>
                </a:lnTo>
                <a:lnTo>
                  <a:pt x="479" y="626"/>
                </a:lnTo>
                <a:lnTo>
                  <a:pt x="480" y="626"/>
                </a:lnTo>
                <a:lnTo>
                  <a:pt x="481" y="626"/>
                </a:lnTo>
                <a:lnTo>
                  <a:pt x="481" y="625"/>
                </a:lnTo>
                <a:lnTo>
                  <a:pt x="482" y="625"/>
                </a:lnTo>
                <a:lnTo>
                  <a:pt x="482" y="624"/>
                </a:lnTo>
                <a:lnTo>
                  <a:pt x="481" y="624"/>
                </a:lnTo>
                <a:lnTo>
                  <a:pt x="481" y="625"/>
                </a:lnTo>
                <a:lnTo>
                  <a:pt x="480" y="625"/>
                </a:lnTo>
                <a:lnTo>
                  <a:pt x="479" y="625"/>
                </a:lnTo>
                <a:lnTo>
                  <a:pt x="479" y="624"/>
                </a:lnTo>
                <a:lnTo>
                  <a:pt x="478" y="624"/>
                </a:lnTo>
                <a:lnTo>
                  <a:pt x="479" y="624"/>
                </a:lnTo>
                <a:lnTo>
                  <a:pt x="479" y="623"/>
                </a:lnTo>
                <a:lnTo>
                  <a:pt x="479" y="622"/>
                </a:lnTo>
                <a:lnTo>
                  <a:pt x="480" y="622"/>
                </a:lnTo>
                <a:lnTo>
                  <a:pt x="480" y="621"/>
                </a:lnTo>
                <a:lnTo>
                  <a:pt x="481" y="621"/>
                </a:lnTo>
                <a:lnTo>
                  <a:pt x="481" y="620"/>
                </a:lnTo>
                <a:lnTo>
                  <a:pt x="482" y="619"/>
                </a:lnTo>
                <a:lnTo>
                  <a:pt x="483" y="619"/>
                </a:lnTo>
                <a:lnTo>
                  <a:pt x="483" y="618"/>
                </a:lnTo>
                <a:lnTo>
                  <a:pt x="484" y="618"/>
                </a:lnTo>
                <a:lnTo>
                  <a:pt x="485" y="618"/>
                </a:lnTo>
                <a:lnTo>
                  <a:pt x="485" y="617"/>
                </a:lnTo>
                <a:lnTo>
                  <a:pt x="484" y="617"/>
                </a:lnTo>
                <a:lnTo>
                  <a:pt x="483" y="617"/>
                </a:lnTo>
                <a:lnTo>
                  <a:pt x="482" y="618"/>
                </a:lnTo>
                <a:lnTo>
                  <a:pt x="481" y="618"/>
                </a:lnTo>
                <a:lnTo>
                  <a:pt x="480" y="619"/>
                </a:lnTo>
                <a:lnTo>
                  <a:pt x="479" y="619"/>
                </a:lnTo>
                <a:lnTo>
                  <a:pt x="479" y="620"/>
                </a:lnTo>
                <a:lnTo>
                  <a:pt x="478" y="620"/>
                </a:lnTo>
                <a:lnTo>
                  <a:pt x="478" y="619"/>
                </a:lnTo>
                <a:lnTo>
                  <a:pt x="479" y="619"/>
                </a:lnTo>
                <a:lnTo>
                  <a:pt x="479" y="618"/>
                </a:lnTo>
                <a:lnTo>
                  <a:pt x="479" y="617"/>
                </a:lnTo>
                <a:lnTo>
                  <a:pt x="480" y="617"/>
                </a:lnTo>
                <a:lnTo>
                  <a:pt x="480" y="616"/>
                </a:lnTo>
                <a:lnTo>
                  <a:pt x="480" y="615"/>
                </a:lnTo>
                <a:lnTo>
                  <a:pt x="481" y="615"/>
                </a:lnTo>
                <a:lnTo>
                  <a:pt x="481" y="614"/>
                </a:lnTo>
                <a:lnTo>
                  <a:pt x="481" y="615"/>
                </a:lnTo>
                <a:lnTo>
                  <a:pt x="480" y="615"/>
                </a:lnTo>
                <a:lnTo>
                  <a:pt x="480" y="614"/>
                </a:lnTo>
                <a:lnTo>
                  <a:pt x="479" y="614"/>
                </a:lnTo>
                <a:lnTo>
                  <a:pt x="479" y="615"/>
                </a:lnTo>
                <a:lnTo>
                  <a:pt x="479" y="616"/>
                </a:lnTo>
                <a:lnTo>
                  <a:pt x="479" y="617"/>
                </a:lnTo>
                <a:lnTo>
                  <a:pt x="478" y="617"/>
                </a:lnTo>
                <a:lnTo>
                  <a:pt x="476" y="618"/>
                </a:lnTo>
                <a:lnTo>
                  <a:pt x="475" y="618"/>
                </a:lnTo>
                <a:lnTo>
                  <a:pt x="475" y="617"/>
                </a:lnTo>
                <a:lnTo>
                  <a:pt x="474" y="617"/>
                </a:lnTo>
                <a:lnTo>
                  <a:pt x="475" y="617"/>
                </a:lnTo>
                <a:lnTo>
                  <a:pt x="475" y="618"/>
                </a:lnTo>
                <a:lnTo>
                  <a:pt x="474" y="618"/>
                </a:lnTo>
                <a:lnTo>
                  <a:pt x="474" y="617"/>
                </a:lnTo>
                <a:lnTo>
                  <a:pt x="473" y="617"/>
                </a:lnTo>
                <a:lnTo>
                  <a:pt x="473" y="616"/>
                </a:lnTo>
                <a:lnTo>
                  <a:pt x="473" y="615"/>
                </a:lnTo>
                <a:lnTo>
                  <a:pt x="472" y="616"/>
                </a:lnTo>
                <a:lnTo>
                  <a:pt x="471" y="616"/>
                </a:lnTo>
                <a:lnTo>
                  <a:pt x="471" y="617"/>
                </a:lnTo>
                <a:lnTo>
                  <a:pt x="471" y="616"/>
                </a:lnTo>
                <a:lnTo>
                  <a:pt x="470" y="616"/>
                </a:lnTo>
                <a:lnTo>
                  <a:pt x="469" y="616"/>
                </a:lnTo>
                <a:lnTo>
                  <a:pt x="469" y="615"/>
                </a:lnTo>
                <a:lnTo>
                  <a:pt x="468" y="615"/>
                </a:lnTo>
                <a:lnTo>
                  <a:pt x="469" y="615"/>
                </a:lnTo>
                <a:lnTo>
                  <a:pt x="469" y="614"/>
                </a:lnTo>
                <a:lnTo>
                  <a:pt x="469" y="613"/>
                </a:lnTo>
                <a:lnTo>
                  <a:pt x="469" y="612"/>
                </a:lnTo>
                <a:lnTo>
                  <a:pt x="468" y="612"/>
                </a:lnTo>
                <a:lnTo>
                  <a:pt x="468" y="613"/>
                </a:lnTo>
                <a:lnTo>
                  <a:pt x="467" y="614"/>
                </a:lnTo>
                <a:lnTo>
                  <a:pt x="468" y="615"/>
                </a:lnTo>
                <a:lnTo>
                  <a:pt x="469" y="616"/>
                </a:lnTo>
                <a:lnTo>
                  <a:pt x="469" y="618"/>
                </a:lnTo>
                <a:lnTo>
                  <a:pt x="468" y="618"/>
                </a:lnTo>
                <a:lnTo>
                  <a:pt x="468" y="619"/>
                </a:lnTo>
                <a:lnTo>
                  <a:pt x="468" y="618"/>
                </a:lnTo>
                <a:lnTo>
                  <a:pt x="468" y="617"/>
                </a:lnTo>
                <a:lnTo>
                  <a:pt x="467" y="617"/>
                </a:lnTo>
                <a:lnTo>
                  <a:pt x="467" y="616"/>
                </a:lnTo>
                <a:lnTo>
                  <a:pt x="468" y="616"/>
                </a:lnTo>
                <a:lnTo>
                  <a:pt x="467" y="616"/>
                </a:lnTo>
                <a:lnTo>
                  <a:pt x="467" y="617"/>
                </a:lnTo>
                <a:lnTo>
                  <a:pt x="466" y="618"/>
                </a:lnTo>
                <a:lnTo>
                  <a:pt x="466" y="619"/>
                </a:lnTo>
                <a:lnTo>
                  <a:pt x="466" y="620"/>
                </a:lnTo>
                <a:lnTo>
                  <a:pt x="467" y="620"/>
                </a:lnTo>
                <a:lnTo>
                  <a:pt x="467" y="621"/>
                </a:lnTo>
                <a:lnTo>
                  <a:pt x="468" y="622"/>
                </a:lnTo>
                <a:lnTo>
                  <a:pt x="467" y="622"/>
                </a:lnTo>
                <a:lnTo>
                  <a:pt x="467" y="623"/>
                </a:lnTo>
                <a:lnTo>
                  <a:pt x="466" y="623"/>
                </a:lnTo>
                <a:lnTo>
                  <a:pt x="466" y="624"/>
                </a:lnTo>
                <a:lnTo>
                  <a:pt x="467" y="624"/>
                </a:lnTo>
                <a:lnTo>
                  <a:pt x="467" y="625"/>
                </a:lnTo>
                <a:lnTo>
                  <a:pt x="466" y="625"/>
                </a:lnTo>
                <a:lnTo>
                  <a:pt x="465" y="626"/>
                </a:lnTo>
                <a:lnTo>
                  <a:pt x="465" y="627"/>
                </a:lnTo>
                <a:lnTo>
                  <a:pt x="465" y="628"/>
                </a:lnTo>
                <a:lnTo>
                  <a:pt x="466" y="627"/>
                </a:lnTo>
                <a:lnTo>
                  <a:pt x="467" y="627"/>
                </a:lnTo>
                <a:lnTo>
                  <a:pt x="468" y="628"/>
                </a:lnTo>
                <a:lnTo>
                  <a:pt x="467" y="628"/>
                </a:lnTo>
                <a:lnTo>
                  <a:pt x="467" y="629"/>
                </a:lnTo>
                <a:lnTo>
                  <a:pt x="467" y="630"/>
                </a:lnTo>
                <a:lnTo>
                  <a:pt x="466" y="630"/>
                </a:lnTo>
                <a:lnTo>
                  <a:pt x="466" y="631"/>
                </a:lnTo>
                <a:lnTo>
                  <a:pt x="465" y="632"/>
                </a:lnTo>
                <a:lnTo>
                  <a:pt x="464" y="632"/>
                </a:lnTo>
                <a:lnTo>
                  <a:pt x="464" y="633"/>
                </a:lnTo>
                <a:lnTo>
                  <a:pt x="464" y="634"/>
                </a:lnTo>
                <a:lnTo>
                  <a:pt x="463" y="634"/>
                </a:lnTo>
                <a:lnTo>
                  <a:pt x="462" y="634"/>
                </a:lnTo>
                <a:lnTo>
                  <a:pt x="461" y="635"/>
                </a:lnTo>
                <a:lnTo>
                  <a:pt x="460" y="635"/>
                </a:lnTo>
                <a:lnTo>
                  <a:pt x="460" y="636"/>
                </a:lnTo>
                <a:lnTo>
                  <a:pt x="460" y="637"/>
                </a:lnTo>
                <a:lnTo>
                  <a:pt x="459" y="637"/>
                </a:lnTo>
                <a:lnTo>
                  <a:pt x="457" y="638"/>
                </a:lnTo>
                <a:lnTo>
                  <a:pt x="456" y="639"/>
                </a:lnTo>
                <a:lnTo>
                  <a:pt x="455" y="640"/>
                </a:lnTo>
                <a:lnTo>
                  <a:pt x="454" y="639"/>
                </a:lnTo>
                <a:lnTo>
                  <a:pt x="454" y="638"/>
                </a:lnTo>
                <a:lnTo>
                  <a:pt x="455" y="638"/>
                </a:lnTo>
                <a:lnTo>
                  <a:pt x="455" y="637"/>
                </a:lnTo>
                <a:lnTo>
                  <a:pt x="456" y="636"/>
                </a:lnTo>
                <a:lnTo>
                  <a:pt x="456" y="635"/>
                </a:lnTo>
                <a:lnTo>
                  <a:pt x="457" y="635"/>
                </a:lnTo>
                <a:lnTo>
                  <a:pt x="458" y="635"/>
                </a:lnTo>
                <a:lnTo>
                  <a:pt x="458" y="634"/>
                </a:lnTo>
                <a:lnTo>
                  <a:pt x="460" y="630"/>
                </a:lnTo>
                <a:lnTo>
                  <a:pt x="460" y="629"/>
                </a:lnTo>
                <a:lnTo>
                  <a:pt x="461" y="628"/>
                </a:lnTo>
                <a:lnTo>
                  <a:pt x="461" y="627"/>
                </a:lnTo>
                <a:lnTo>
                  <a:pt x="460" y="627"/>
                </a:lnTo>
                <a:lnTo>
                  <a:pt x="460" y="628"/>
                </a:lnTo>
                <a:lnTo>
                  <a:pt x="459" y="628"/>
                </a:lnTo>
                <a:lnTo>
                  <a:pt x="458" y="627"/>
                </a:lnTo>
                <a:lnTo>
                  <a:pt x="458" y="625"/>
                </a:lnTo>
                <a:lnTo>
                  <a:pt x="457" y="624"/>
                </a:lnTo>
                <a:lnTo>
                  <a:pt x="457" y="625"/>
                </a:lnTo>
                <a:lnTo>
                  <a:pt x="456" y="625"/>
                </a:lnTo>
                <a:lnTo>
                  <a:pt x="455" y="625"/>
                </a:lnTo>
                <a:lnTo>
                  <a:pt x="456" y="624"/>
                </a:lnTo>
                <a:lnTo>
                  <a:pt x="455" y="624"/>
                </a:lnTo>
                <a:lnTo>
                  <a:pt x="454" y="624"/>
                </a:lnTo>
                <a:lnTo>
                  <a:pt x="454" y="625"/>
                </a:lnTo>
                <a:lnTo>
                  <a:pt x="454" y="626"/>
                </a:lnTo>
                <a:lnTo>
                  <a:pt x="453" y="626"/>
                </a:lnTo>
                <a:lnTo>
                  <a:pt x="453" y="627"/>
                </a:lnTo>
                <a:lnTo>
                  <a:pt x="453" y="626"/>
                </a:lnTo>
                <a:lnTo>
                  <a:pt x="452" y="626"/>
                </a:lnTo>
                <a:lnTo>
                  <a:pt x="452" y="627"/>
                </a:lnTo>
                <a:lnTo>
                  <a:pt x="451" y="627"/>
                </a:lnTo>
                <a:lnTo>
                  <a:pt x="450" y="627"/>
                </a:lnTo>
                <a:lnTo>
                  <a:pt x="449" y="627"/>
                </a:lnTo>
                <a:lnTo>
                  <a:pt x="448" y="627"/>
                </a:lnTo>
                <a:lnTo>
                  <a:pt x="449" y="628"/>
                </a:lnTo>
                <a:lnTo>
                  <a:pt x="450" y="628"/>
                </a:lnTo>
                <a:lnTo>
                  <a:pt x="450" y="629"/>
                </a:lnTo>
                <a:lnTo>
                  <a:pt x="449" y="629"/>
                </a:lnTo>
                <a:lnTo>
                  <a:pt x="449" y="630"/>
                </a:lnTo>
                <a:lnTo>
                  <a:pt x="448" y="630"/>
                </a:lnTo>
                <a:lnTo>
                  <a:pt x="447" y="630"/>
                </a:lnTo>
                <a:lnTo>
                  <a:pt x="447" y="631"/>
                </a:lnTo>
                <a:lnTo>
                  <a:pt x="446" y="631"/>
                </a:lnTo>
                <a:lnTo>
                  <a:pt x="445" y="631"/>
                </a:lnTo>
                <a:lnTo>
                  <a:pt x="445" y="630"/>
                </a:lnTo>
                <a:lnTo>
                  <a:pt x="445" y="631"/>
                </a:lnTo>
                <a:lnTo>
                  <a:pt x="445" y="632"/>
                </a:lnTo>
                <a:lnTo>
                  <a:pt x="445" y="633"/>
                </a:lnTo>
                <a:lnTo>
                  <a:pt x="447" y="633"/>
                </a:lnTo>
                <a:lnTo>
                  <a:pt x="447" y="634"/>
                </a:lnTo>
                <a:lnTo>
                  <a:pt x="448" y="634"/>
                </a:lnTo>
                <a:lnTo>
                  <a:pt x="449" y="634"/>
                </a:lnTo>
                <a:lnTo>
                  <a:pt x="450" y="635"/>
                </a:lnTo>
                <a:lnTo>
                  <a:pt x="451" y="635"/>
                </a:lnTo>
                <a:lnTo>
                  <a:pt x="451" y="636"/>
                </a:lnTo>
                <a:lnTo>
                  <a:pt x="450" y="636"/>
                </a:lnTo>
                <a:lnTo>
                  <a:pt x="449" y="636"/>
                </a:lnTo>
                <a:lnTo>
                  <a:pt x="448" y="637"/>
                </a:lnTo>
                <a:lnTo>
                  <a:pt x="447" y="637"/>
                </a:lnTo>
                <a:lnTo>
                  <a:pt x="446" y="637"/>
                </a:lnTo>
                <a:lnTo>
                  <a:pt x="445" y="637"/>
                </a:lnTo>
                <a:lnTo>
                  <a:pt x="443" y="638"/>
                </a:lnTo>
                <a:lnTo>
                  <a:pt x="443" y="637"/>
                </a:lnTo>
                <a:lnTo>
                  <a:pt x="444" y="637"/>
                </a:lnTo>
                <a:lnTo>
                  <a:pt x="445" y="637"/>
                </a:lnTo>
                <a:lnTo>
                  <a:pt x="445" y="636"/>
                </a:lnTo>
                <a:lnTo>
                  <a:pt x="444" y="636"/>
                </a:lnTo>
                <a:lnTo>
                  <a:pt x="442" y="636"/>
                </a:lnTo>
                <a:lnTo>
                  <a:pt x="441" y="636"/>
                </a:lnTo>
                <a:lnTo>
                  <a:pt x="441" y="635"/>
                </a:lnTo>
                <a:lnTo>
                  <a:pt x="439" y="634"/>
                </a:lnTo>
                <a:lnTo>
                  <a:pt x="438" y="634"/>
                </a:lnTo>
                <a:lnTo>
                  <a:pt x="439" y="634"/>
                </a:lnTo>
                <a:lnTo>
                  <a:pt x="439" y="635"/>
                </a:lnTo>
                <a:lnTo>
                  <a:pt x="438" y="635"/>
                </a:lnTo>
                <a:lnTo>
                  <a:pt x="438" y="636"/>
                </a:lnTo>
                <a:lnTo>
                  <a:pt x="437" y="636"/>
                </a:lnTo>
                <a:lnTo>
                  <a:pt x="436" y="636"/>
                </a:lnTo>
                <a:lnTo>
                  <a:pt x="435" y="636"/>
                </a:lnTo>
                <a:lnTo>
                  <a:pt x="435" y="635"/>
                </a:lnTo>
                <a:lnTo>
                  <a:pt x="434" y="635"/>
                </a:lnTo>
                <a:lnTo>
                  <a:pt x="434" y="634"/>
                </a:lnTo>
                <a:lnTo>
                  <a:pt x="433" y="634"/>
                </a:lnTo>
                <a:lnTo>
                  <a:pt x="432" y="634"/>
                </a:lnTo>
                <a:lnTo>
                  <a:pt x="431" y="634"/>
                </a:lnTo>
                <a:lnTo>
                  <a:pt x="430" y="635"/>
                </a:lnTo>
                <a:lnTo>
                  <a:pt x="430" y="634"/>
                </a:lnTo>
                <a:lnTo>
                  <a:pt x="429" y="634"/>
                </a:lnTo>
                <a:lnTo>
                  <a:pt x="428" y="635"/>
                </a:lnTo>
                <a:lnTo>
                  <a:pt x="427" y="635"/>
                </a:lnTo>
                <a:lnTo>
                  <a:pt x="426" y="635"/>
                </a:lnTo>
                <a:lnTo>
                  <a:pt x="426" y="636"/>
                </a:lnTo>
                <a:lnTo>
                  <a:pt x="425" y="636"/>
                </a:lnTo>
                <a:lnTo>
                  <a:pt x="425" y="635"/>
                </a:lnTo>
                <a:lnTo>
                  <a:pt x="425" y="636"/>
                </a:lnTo>
                <a:lnTo>
                  <a:pt x="424" y="636"/>
                </a:lnTo>
                <a:lnTo>
                  <a:pt x="423" y="636"/>
                </a:lnTo>
                <a:lnTo>
                  <a:pt x="422" y="635"/>
                </a:lnTo>
                <a:lnTo>
                  <a:pt x="422" y="634"/>
                </a:lnTo>
                <a:lnTo>
                  <a:pt x="422" y="633"/>
                </a:lnTo>
                <a:lnTo>
                  <a:pt x="421" y="633"/>
                </a:lnTo>
                <a:lnTo>
                  <a:pt x="421" y="632"/>
                </a:lnTo>
                <a:lnTo>
                  <a:pt x="421" y="631"/>
                </a:lnTo>
                <a:lnTo>
                  <a:pt x="420" y="631"/>
                </a:lnTo>
                <a:lnTo>
                  <a:pt x="420" y="630"/>
                </a:lnTo>
                <a:lnTo>
                  <a:pt x="419" y="630"/>
                </a:lnTo>
                <a:lnTo>
                  <a:pt x="418" y="630"/>
                </a:lnTo>
                <a:lnTo>
                  <a:pt x="417" y="630"/>
                </a:lnTo>
                <a:lnTo>
                  <a:pt x="417" y="629"/>
                </a:lnTo>
                <a:lnTo>
                  <a:pt x="417" y="630"/>
                </a:lnTo>
                <a:lnTo>
                  <a:pt x="416" y="630"/>
                </a:lnTo>
                <a:lnTo>
                  <a:pt x="416" y="629"/>
                </a:lnTo>
                <a:lnTo>
                  <a:pt x="415" y="629"/>
                </a:lnTo>
                <a:lnTo>
                  <a:pt x="415" y="628"/>
                </a:lnTo>
                <a:lnTo>
                  <a:pt x="415" y="627"/>
                </a:lnTo>
                <a:lnTo>
                  <a:pt x="414" y="627"/>
                </a:lnTo>
                <a:lnTo>
                  <a:pt x="415" y="627"/>
                </a:lnTo>
                <a:lnTo>
                  <a:pt x="415" y="626"/>
                </a:lnTo>
                <a:lnTo>
                  <a:pt x="414" y="626"/>
                </a:lnTo>
                <a:lnTo>
                  <a:pt x="414" y="625"/>
                </a:lnTo>
                <a:lnTo>
                  <a:pt x="415" y="625"/>
                </a:lnTo>
                <a:lnTo>
                  <a:pt x="414" y="625"/>
                </a:lnTo>
                <a:lnTo>
                  <a:pt x="413" y="625"/>
                </a:lnTo>
                <a:lnTo>
                  <a:pt x="413" y="624"/>
                </a:lnTo>
                <a:lnTo>
                  <a:pt x="413" y="623"/>
                </a:lnTo>
                <a:lnTo>
                  <a:pt x="412" y="623"/>
                </a:lnTo>
                <a:lnTo>
                  <a:pt x="412" y="622"/>
                </a:lnTo>
                <a:lnTo>
                  <a:pt x="411" y="622"/>
                </a:lnTo>
                <a:lnTo>
                  <a:pt x="411" y="621"/>
                </a:lnTo>
                <a:lnTo>
                  <a:pt x="411" y="622"/>
                </a:lnTo>
                <a:lnTo>
                  <a:pt x="410" y="622"/>
                </a:lnTo>
                <a:lnTo>
                  <a:pt x="409" y="622"/>
                </a:lnTo>
                <a:lnTo>
                  <a:pt x="409" y="623"/>
                </a:lnTo>
                <a:lnTo>
                  <a:pt x="408" y="623"/>
                </a:lnTo>
                <a:lnTo>
                  <a:pt x="408" y="622"/>
                </a:lnTo>
                <a:lnTo>
                  <a:pt x="407" y="622"/>
                </a:lnTo>
                <a:lnTo>
                  <a:pt x="406" y="622"/>
                </a:lnTo>
                <a:lnTo>
                  <a:pt x="406" y="621"/>
                </a:lnTo>
                <a:lnTo>
                  <a:pt x="405" y="621"/>
                </a:lnTo>
                <a:lnTo>
                  <a:pt x="404" y="621"/>
                </a:lnTo>
                <a:lnTo>
                  <a:pt x="404" y="622"/>
                </a:lnTo>
                <a:lnTo>
                  <a:pt x="403" y="622"/>
                </a:lnTo>
                <a:lnTo>
                  <a:pt x="402" y="621"/>
                </a:lnTo>
                <a:lnTo>
                  <a:pt x="402" y="622"/>
                </a:lnTo>
                <a:lnTo>
                  <a:pt x="401" y="622"/>
                </a:lnTo>
                <a:lnTo>
                  <a:pt x="401" y="623"/>
                </a:lnTo>
                <a:lnTo>
                  <a:pt x="400" y="623"/>
                </a:lnTo>
                <a:lnTo>
                  <a:pt x="401" y="623"/>
                </a:lnTo>
                <a:lnTo>
                  <a:pt x="400" y="623"/>
                </a:lnTo>
                <a:lnTo>
                  <a:pt x="399" y="623"/>
                </a:lnTo>
                <a:lnTo>
                  <a:pt x="398" y="623"/>
                </a:lnTo>
                <a:lnTo>
                  <a:pt x="398" y="624"/>
                </a:lnTo>
                <a:lnTo>
                  <a:pt x="397" y="624"/>
                </a:lnTo>
                <a:lnTo>
                  <a:pt x="396" y="624"/>
                </a:lnTo>
                <a:lnTo>
                  <a:pt x="396" y="625"/>
                </a:lnTo>
                <a:lnTo>
                  <a:pt x="395" y="625"/>
                </a:lnTo>
                <a:lnTo>
                  <a:pt x="394" y="625"/>
                </a:lnTo>
                <a:lnTo>
                  <a:pt x="394" y="626"/>
                </a:lnTo>
                <a:lnTo>
                  <a:pt x="393" y="626"/>
                </a:lnTo>
                <a:lnTo>
                  <a:pt x="393" y="627"/>
                </a:lnTo>
                <a:lnTo>
                  <a:pt x="392" y="627"/>
                </a:lnTo>
                <a:lnTo>
                  <a:pt x="391" y="627"/>
                </a:lnTo>
                <a:lnTo>
                  <a:pt x="390" y="627"/>
                </a:lnTo>
                <a:lnTo>
                  <a:pt x="391" y="627"/>
                </a:lnTo>
                <a:lnTo>
                  <a:pt x="390" y="627"/>
                </a:lnTo>
                <a:lnTo>
                  <a:pt x="390" y="628"/>
                </a:lnTo>
                <a:lnTo>
                  <a:pt x="389" y="628"/>
                </a:lnTo>
                <a:lnTo>
                  <a:pt x="389" y="627"/>
                </a:lnTo>
                <a:lnTo>
                  <a:pt x="388" y="627"/>
                </a:lnTo>
                <a:lnTo>
                  <a:pt x="387" y="627"/>
                </a:lnTo>
                <a:lnTo>
                  <a:pt x="387" y="628"/>
                </a:lnTo>
                <a:lnTo>
                  <a:pt x="386" y="628"/>
                </a:lnTo>
                <a:lnTo>
                  <a:pt x="385" y="628"/>
                </a:lnTo>
                <a:lnTo>
                  <a:pt x="383" y="628"/>
                </a:lnTo>
                <a:lnTo>
                  <a:pt x="382" y="628"/>
                </a:lnTo>
                <a:lnTo>
                  <a:pt x="381" y="628"/>
                </a:lnTo>
                <a:lnTo>
                  <a:pt x="380" y="629"/>
                </a:lnTo>
                <a:lnTo>
                  <a:pt x="379" y="629"/>
                </a:lnTo>
                <a:lnTo>
                  <a:pt x="379" y="628"/>
                </a:lnTo>
                <a:lnTo>
                  <a:pt x="378" y="628"/>
                </a:lnTo>
                <a:lnTo>
                  <a:pt x="378" y="627"/>
                </a:lnTo>
                <a:lnTo>
                  <a:pt x="377" y="627"/>
                </a:lnTo>
                <a:lnTo>
                  <a:pt x="376" y="627"/>
                </a:lnTo>
                <a:lnTo>
                  <a:pt x="376" y="628"/>
                </a:lnTo>
                <a:lnTo>
                  <a:pt x="375" y="628"/>
                </a:lnTo>
                <a:lnTo>
                  <a:pt x="374" y="628"/>
                </a:lnTo>
                <a:lnTo>
                  <a:pt x="374" y="629"/>
                </a:lnTo>
                <a:lnTo>
                  <a:pt x="374" y="630"/>
                </a:lnTo>
                <a:lnTo>
                  <a:pt x="373" y="630"/>
                </a:lnTo>
                <a:lnTo>
                  <a:pt x="373" y="631"/>
                </a:lnTo>
                <a:lnTo>
                  <a:pt x="372" y="631"/>
                </a:lnTo>
                <a:lnTo>
                  <a:pt x="372" y="630"/>
                </a:lnTo>
                <a:lnTo>
                  <a:pt x="372" y="631"/>
                </a:lnTo>
                <a:lnTo>
                  <a:pt x="371" y="631"/>
                </a:lnTo>
                <a:lnTo>
                  <a:pt x="370" y="631"/>
                </a:lnTo>
                <a:lnTo>
                  <a:pt x="370" y="630"/>
                </a:lnTo>
                <a:lnTo>
                  <a:pt x="369" y="630"/>
                </a:lnTo>
                <a:lnTo>
                  <a:pt x="368" y="630"/>
                </a:lnTo>
                <a:lnTo>
                  <a:pt x="367" y="630"/>
                </a:lnTo>
                <a:lnTo>
                  <a:pt x="366" y="630"/>
                </a:lnTo>
                <a:lnTo>
                  <a:pt x="366" y="629"/>
                </a:lnTo>
                <a:lnTo>
                  <a:pt x="367" y="629"/>
                </a:lnTo>
                <a:lnTo>
                  <a:pt x="367" y="628"/>
                </a:lnTo>
                <a:lnTo>
                  <a:pt x="367" y="627"/>
                </a:lnTo>
                <a:lnTo>
                  <a:pt x="367" y="626"/>
                </a:lnTo>
                <a:lnTo>
                  <a:pt x="366" y="626"/>
                </a:lnTo>
                <a:lnTo>
                  <a:pt x="366" y="625"/>
                </a:lnTo>
                <a:lnTo>
                  <a:pt x="366" y="624"/>
                </a:lnTo>
                <a:lnTo>
                  <a:pt x="366" y="623"/>
                </a:lnTo>
                <a:lnTo>
                  <a:pt x="365" y="623"/>
                </a:lnTo>
                <a:lnTo>
                  <a:pt x="365" y="622"/>
                </a:lnTo>
                <a:lnTo>
                  <a:pt x="364" y="622"/>
                </a:lnTo>
                <a:lnTo>
                  <a:pt x="363" y="622"/>
                </a:lnTo>
                <a:lnTo>
                  <a:pt x="362" y="622"/>
                </a:lnTo>
                <a:lnTo>
                  <a:pt x="361" y="622"/>
                </a:lnTo>
                <a:lnTo>
                  <a:pt x="361" y="623"/>
                </a:lnTo>
                <a:lnTo>
                  <a:pt x="361" y="622"/>
                </a:lnTo>
                <a:lnTo>
                  <a:pt x="361" y="623"/>
                </a:lnTo>
                <a:lnTo>
                  <a:pt x="360" y="623"/>
                </a:lnTo>
                <a:lnTo>
                  <a:pt x="359" y="623"/>
                </a:lnTo>
                <a:lnTo>
                  <a:pt x="359" y="624"/>
                </a:lnTo>
                <a:lnTo>
                  <a:pt x="358" y="624"/>
                </a:lnTo>
                <a:lnTo>
                  <a:pt x="358" y="625"/>
                </a:lnTo>
                <a:lnTo>
                  <a:pt x="357" y="625"/>
                </a:lnTo>
                <a:lnTo>
                  <a:pt x="358" y="625"/>
                </a:lnTo>
                <a:lnTo>
                  <a:pt x="358" y="626"/>
                </a:lnTo>
                <a:lnTo>
                  <a:pt x="357" y="626"/>
                </a:lnTo>
                <a:lnTo>
                  <a:pt x="356" y="626"/>
                </a:lnTo>
                <a:lnTo>
                  <a:pt x="357" y="627"/>
                </a:lnTo>
                <a:lnTo>
                  <a:pt x="356" y="627"/>
                </a:lnTo>
                <a:lnTo>
                  <a:pt x="355" y="627"/>
                </a:lnTo>
                <a:lnTo>
                  <a:pt x="355" y="628"/>
                </a:lnTo>
                <a:lnTo>
                  <a:pt x="355" y="629"/>
                </a:lnTo>
                <a:lnTo>
                  <a:pt x="354" y="630"/>
                </a:lnTo>
                <a:lnTo>
                  <a:pt x="353" y="630"/>
                </a:lnTo>
                <a:lnTo>
                  <a:pt x="352" y="630"/>
                </a:lnTo>
                <a:lnTo>
                  <a:pt x="351" y="630"/>
                </a:lnTo>
                <a:lnTo>
                  <a:pt x="351" y="629"/>
                </a:lnTo>
                <a:lnTo>
                  <a:pt x="350" y="629"/>
                </a:lnTo>
                <a:lnTo>
                  <a:pt x="351" y="629"/>
                </a:lnTo>
                <a:lnTo>
                  <a:pt x="351" y="628"/>
                </a:lnTo>
                <a:lnTo>
                  <a:pt x="351" y="627"/>
                </a:lnTo>
                <a:lnTo>
                  <a:pt x="350" y="627"/>
                </a:lnTo>
                <a:lnTo>
                  <a:pt x="350" y="626"/>
                </a:lnTo>
                <a:lnTo>
                  <a:pt x="351" y="626"/>
                </a:lnTo>
                <a:lnTo>
                  <a:pt x="351" y="625"/>
                </a:lnTo>
                <a:lnTo>
                  <a:pt x="351" y="624"/>
                </a:lnTo>
                <a:lnTo>
                  <a:pt x="351" y="623"/>
                </a:lnTo>
                <a:lnTo>
                  <a:pt x="350" y="623"/>
                </a:lnTo>
                <a:lnTo>
                  <a:pt x="351" y="623"/>
                </a:lnTo>
                <a:lnTo>
                  <a:pt x="351" y="622"/>
                </a:lnTo>
                <a:lnTo>
                  <a:pt x="350" y="622"/>
                </a:lnTo>
                <a:lnTo>
                  <a:pt x="351" y="622"/>
                </a:lnTo>
                <a:lnTo>
                  <a:pt x="350" y="622"/>
                </a:lnTo>
                <a:lnTo>
                  <a:pt x="350" y="621"/>
                </a:lnTo>
                <a:lnTo>
                  <a:pt x="349" y="621"/>
                </a:lnTo>
                <a:lnTo>
                  <a:pt x="349" y="620"/>
                </a:lnTo>
                <a:lnTo>
                  <a:pt x="349" y="619"/>
                </a:lnTo>
                <a:lnTo>
                  <a:pt x="348" y="619"/>
                </a:lnTo>
                <a:lnTo>
                  <a:pt x="348" y="618"/>
                </a:lnTo>
                <a:lnTo>
                  <a:pt x="347" y="618"/>
                </a:lnTo>
                <a:lnTo>
                  <a:pt x="347" y="617"/>
                </a:lnTo>
                <a:lnTo>
                  <a:pt x="346" y="617"/>
                </a:lnTo>
                <a:lnTo>
                  <a:pt x="346" y="616"/>
                </a:lnTo>
                <a:lnTo>
                  <a:pt x="346" y="615"/>
                </a:lnTo>
                <a:lnTo>
                  <a:pt x="346" y="614"/>
                </a:lnTo>
                <a:lnTo>
                  <a:pt x="345" y="614"/>
                </a:lnTo>
                <a:lnTo>
                  <a:pt x="344" y="614"/>
                </a:lnTo>
                <a:lnTo>
                  <a:pt x="344" y="613"/>
                </a:lnTo>
                <a:lnTo>
                  <a:pt x="344" y="612"/>
                </a:lnTo>
                <a:lnTo>
                  <a:pt x="343" y="612"/>
                </a:lnTo>
                <a:lnTo>
                  <a:pt x="342" y="612"/>
                </a:lnTo>
                <a:lnTo>
                  <a:pt x="342" y="613"/>
                </a:lnTo>
                <a:lnTo>
                  <a:pt x="341" y="613"/>
                </a:lnTo>
                <a:lnTo>
                  <a:pt x="340" y="613"/>
                </a:lnTo>
                <a:lnTo>
                  <a:pt x="340" y="614"/>
                </a:lnTo>
                <a:lnTo>
                  <a:pt x="339" y="614"/>
                </a:lnTo>
                <a:lnTo>
                  <a:pt x="338" y="614"/>
                </a:lnTo>
                <a:lnTo>
                  <a:pt x="338" y="615"/>
                </a:lnTo>
                <a:lnTo>
                  <a:pt x="337" y="615"/>
                </a:lnTo>
                <a:lnTo>
                  <a:pt x="337" y="616"/>
                </a:lnTo>
                <a:lnTo>
                  <a:pt x="337" y="617"/>
                </a:lnTo>
                <a:lnTo>
                  <a:pt x="336" y="617"/>
                </a:lnTo>
                <a:lnTo>
                  <a:pt x="335" y="617"/>
                </a:lnTo>
                <a:lnTo>
                  <a:pt x="334" y="617"/>
                </a:lnTo>
                <a:lnTo>
                  <a:pt x="333" y="617"/>
                </a:lnTo>
                <a:lnTo>
                  <a:pt x="333" y="616"/>
                </a:lnTo>
                <a:lnTo>
                  <a:pt x="332" y="616"/>
                </a:lnTo>
                <a:lnTo>
                  <a:pt x="332" y="615"/>
                </a:lnTo>
                <a:lnTo>
                  <a:pt x="331" y="615"/>
                </a:lnTo>
                <a:lnTo>
                  <a:pt x="331" y="614"/>
                </a:lnTo>
                <a:lnTo>
                  <a:pt x="331" y="613"/>
                </a:lnTo>
                <a:lnTo>
                  <a:pt x="330" y="613"/>
                </a:lnTo>
                <a:lnTo>
                  <a:pt x="330" y="612"/>
                </a:lnTo>
                <a:lnTo>
                  <a:pt x="329" y="612"/>
                </a:lnTo>
                <a:lnTo>
                  <a:pt x="328" y="612"/>
                </a:lnTo>
                <a:lnTo>
                  <a:pt x="328" y="611"/>
                </a:lnTo>
                <a:lnTo>
                  <a:pt x="327" y="611"/>
                </a:lnTo>
                <a:lnTo>
                  <a:pt x="326" y="611"/>
                </a:lnTo>
                <a:lnTo>
                  <a:pt x="326" y="610"/>
                </a:lnTo>
                <a:lnTo>
                  <a:pt x="325" y="610"/>
                </a:lnTo>
                <a:lnTo>
                  <a:pt x="324" y="610"/>
                </a:lnTo>
                <a:lnTo>
                  <a:pt x="323" y="610"/>
                </a:lnTo>
                <a:lnTo>
                  <a:pt x="323" y="609"/>
                </a:lnTo>
                <a:lnTo>
                  <a:pt x="323" y="608"/>
                </a:lnTo>
                <a:lnTo>
                  <a:pt x="322" y="608"/>
                </a:lnTo>
                <a:lnTo>
                  <a:pt x="321" y="608"/>
                </a:lnTo>
                <a:lnTo>
                  <a:pt x="321" y="607"/>
                </a:lnTo>
                <a:lnTo>
                  <a:pt x="320" y="607"/>
                </a:lnTo>
                <a:lnTo>
                  <a:pt x="320" y="606"/>
                </a:lnTo>
                <a:lnTo>
                  <a:pt x="319" y="606"/>
                </a:lnTo>
                <a:lnTo>
                  <a:pt x="318" y="606"/>
                </a:lnTo>
                <a:lnTo>
                  <a:pt x="318" y="605"/>
                </a:lnTo>
                <a:lnTo>
                  <a:pt x="317" y="605"/>
                </a:lnTo>
                <a:lnTo>
                  <a:pt x="317" y="604"/>
                </a:lnTo>
                <a:lnTo>
                  <a:pt x="316" y="604"/>
                </a:lnTo>
                <a:lnTo>
                  <a:pt x="314" y="604"/>
                </a:lnTo>
                <a:lnTo>
                  <a:pt x="313" y="604"/>
                </a:lnTo>
                <a:lnTo>
                  <a:pt x="312" y="604"/>
                </a:lnTo>
                <a:lnTo>
                  <a:pt x="311" y="604"/>
                </a:lnTo>
                <a:lnTo>
                  <a:pt x="311" y="603"/>
                </a:lnTo>
                <a:lnTo>
                  <a:pt x="310" y="603"/>
                </a:lnTo>
                <a:lnTo>
                  <a:pt x="309" y="603"/>
                </a:lnTo>
                <a:lnTo>
                  <a:pt x="309" y="602"/>
                </a:lnTo>
                <a:lnTo>
                  <a:pt x="308" y="602"/>
                </a:lnTo>
                <a:lnTo>
                  <a:pt x="307" y="602"/>
                </a:lnTo>
                <a:lnTo>
                  <a:pt x="307" y="600"/>
                </a:lnTo>
                <a:lnTo>
                  <a:pt x="307" y="599"/>
                </a:lnTo>
                <a:lnTo>
                  <a:pt x="308" y="599"/>
                </a:lnTo>
                <a:lnTo>
                  <a:pt x="308" y="598"/>
                </a:lnTo>
                <a:lnTo>
                  <a:pt x="309" y="598"/>
                </a:lnTo>
                <a:lnTo>
                  <a:pt x="309" y="597"/>
                </a:lnTo>
                <a:lnTo>
                  <a:pt x="310" y="597"/>
                </a:lnTo>
                <a:lnTo>
                  <a:pt x="310" y="596"/>
                </a:lnTo>
                <a:lnTo>
                  <a:pt x="311" y="596"/>
                </a:lnTo>
                <a:lnTo>
                  <a:pt x="311" y="595"/>
                </a:lnTo>
                <a:lnTo>
                  <a:pt x="312" y="595"/>
                </a:lnTo>
                <a:lnTo>
                  <a:pt x="313" y="595"/>
                </a:lnTo>
                <a:lnTo>
                  <a:pt x="313" y="594"/>
                </a:lnTo>
                <a:lnTo>
                  <a:pt x="314" y="594"/>
                </a:lnTo>
                <a:lnTo>
                  <a:pt x="314" y="593"/>
                </a:lnTo>
                <a:lnTo>
                  <a:pt x="314" y="592"/>
                </a:lnTo>
                <a:lnTo>
                  <a:pt x="313" y="592"/>
                </a:lnTo>
                <a:lnTo>
                  <a:pt x="314" y="592"/>
                </a:lnTo>
                <a:lnTo>
                  <a:pt x="313" y="592"/>
                </a:lnTo>
                <a:lnTo>
                  <a:pt x="313" y="591"/>
                </a:lnTo>
                <a:lnTo>
                  <a:pt x="313" y="590"/>
                </a:lnTo>
                <a:lnTo>
                  <a:pt x="312" y="590"/>
                </a:lnTo>
                <a:lnTo>
                  <a:pt x="312" y="589"/>
                </a:lnTo>
                <a:lnTo>
                  <a:pt x="311" y="589"/>
                </a:lnTo>
                <a:lnTo>
                  <a:pt x="311" y="588"/>
                </a:lnTo>
                <a:lnTo>
                  <a:pt x="310" y="588"/>
                </a:lnTo>
                <a:lnTo>
                  <a:pt x="309" y="588"/>
                </a:lnTo>
                <a:lnTo>
                  <a:pt x="309" y="587"/>
                </a:lnTo>
                <a:lnTo>
                  <a:pt x="308" y="587"/>
                </a:lnTo>
                <a:lnTo>
                  <a:pt x="307" y="587"/>
                </a:lnTo>
                <a:lnTo>
                  <a:pt x="306" y="587"/>
                </a:lnTo>
                <a:lnTo>
                  <a:pt x="305" y="587"/>
                </a:lnTo>
                <a:lnTo>
                  <a:pt x="305" y="586"/>
                </a:lnTo>
                <a:lnTo>
                  <a:pt x="305" y="587"/>
                </a:lnTo>
                <a:lnTo>
                  <a:pt x="305" y="588"/>
                </a:lnTo>
                <a:lnTo>
                  <a:pt x="304" y="588"/>
                </a:lnTo>
                <a:lnTo>
                  <a:pt x="304" y="589"/>
                </a:lnTo>
                <a:lnTo>
                  <a:pt x="304" y="590"/>
                </a:lnTo>
                <a:lnTo>
                  <a:pt x="303" y="590"/>
                </a:lnTo>
                <a:lnTo>
                  <a:pt x="302" y="590"/>
                </a:lnTo>
                <a:lnTo>
                  <a:pt x="301" y="590"/>
                </a:lnTo>
                <a:lnTo>
                  <a:pt x="301" y="589"/>
                </a:lnTo>
                <a:lnTo>
                  <a:pt x="300" y="589"/>
                </a:lnTo>
                <a:lnTo>
                  <a:pt x="299" y="589"/>
                </a:lnTo>
                <a:lnTo>
                  <a:pt x="298" y="589"/>
                </a:lnTo>
                <a:lnTo>
                  <a:pt x="298" y="588"/>
                </a:lnTo>
                <a:lnTo>
                  <a:pt x="298" y="587"/>
                </a:lnTo>
                <a:lnTo>
                  <a:pt x="297" y="587"/>
                </a:lnTo>
                <a:lnTo>
                  <a:pt x="297" y="586"/>
                </a:lnTo>
                <a:lnTo>
                  <a:pt x="297" y="585"/>
                </a:lnTo>
                <a:lnTo>
                  <a:pt x="297" y="584"/>
                </a:lnTo>
                <a:lnTo>
                  <a:pt x="296" y="584"/>
                </a:lnTo>
                <a:lnTo>
                  <a:pt x="296" y="583"/>
                </a:lnTo>
                <a:lnTo>
                  <a:pt x="296" y="584"/>
                </a:lnTo>
                <a:lnTo>
                  <a:pt x="295" y="584"/>
                </a:lnTo>
                <a:lnTo>
                  <a:pt x="294" y="584"/>
                </a:lnTo>
                <a:lnTo>
                  <a:pt x="294" y="583"/>
                </a:lnTo>
                <a:lnTo>
                  <a:pt x="293" y="583"/>
                </a:lnTo>
                <a:lnTo>
                  <a:pt x="292" y="583"/>
                </a:lnTo>
                <a:lnTo>
                  <a:pt x="291" y="583"/>
                </a:lnTo>
                <a:lnTo>
                  <a:pt x="290" y="583"/>
                </a:lnTo>
                <a:lnTo>
                  <a:pt x="289" y="583"/>
                </a:lnTo>
                <a:lnTo>
                  <a:pt x="288" y="583"/>
                </a:lnTo>
                <a:lnTo>
                  <a:pt x="287" y="583"/>
                </a:lnTo>
                <a:lnTo>
                  <a:pt x="286" y="583"/>
                </a:lnTo>
                <a:lnTo>
                  <a:pt x="286" y="584"/>
                </a:lnTo>
                <a:lnTo>
                  <a:pt x="285" y="584"/>
                </a:lnTo>
                <a:lnTo>
                  <a:pt x="284" y="584"/>
                </a:lnTo>
                <a:lnTo>
                  <a:pt x="283" y="584"/>
                </a:lnTo>
                <a:lnTo>
                  <a:pt x="283" y="583"/>
                </a:lnTo>
                <a:lnTo>
                  <a:pt x="282" y="583"/>
                </a:lnTo>
                <a:lnTo>
                  <a:pt x="282" y="582"/>
                </a:lnTo>
                <a:lnTo>
                  <a:pt x="281" y="582"/>
                </a:lnTo>
                <a:lnTo>
                  <a:pt x="282" y="582"/>
                </a:lnTo>
                <a:lnTo>
                  <a:pt x="281" y="582"/>
                </a:lnTo>
                <a:lnTo>
                  <a:pt x="280" y="582"/>
                </a:lnTo>
                <a:lnTo>
                  <a:pt x="281" y="582"/>
                </a:lnTo>
                <a:lnTo>
                  <a:pt x="280" y="582"/>
                </a:lnTo>
                <a:lnTo>
                  <a:pt x="280" y="581"/>
                </a:lnTo>
                <a:lnTo>
                  <a:pt x="280" y="580"/>
                </a:lnTo>
                <a:lnTo>
                  <a:pt x="279" y="580"/>
                </a:lnTo>
                <a:lnTo>
                  <a:pt x="279" y="579"/>
                </a:lnTo>
                <a:lnTo>
                  <a:pt x="279" y="580"/>
                </a:lnTo>
                <a:lnTo>
                  <a:pt x="279" y="579"/>
                </a:lnTo>
                <a:lnTo>
                  <a:pt x="278" y="579"/>
                </a:lnTo>
                <a:lnTo>
                  <a:pt x="277" y="579"/>
                </a:lnTo>
                <a:lnTo>
                  <a:pt x="276" y="579"/>
                </a:lnTo>
                <a:lnTo>
                  <a:pt x="276" y="580"/>
                </a:lnTo>
                <a:lnTo>
                  <a:pt x="275" y="580"/>
                </a:lnTo>
                <a:lnTo>
                  <a:pt x="274" y="580"/>
                </a:lnTo>
                <a:lnTo>
                  <a:pt x="274" y="581"/>
                </a:lnTo>
                <a:lnTo>
                  <a:pt x="274" y="582"/>
                </a:lnTo>
                <a:lnTo>
                  <a:pt x="273" y="582"/>
                </a:lnTo>
                <a:lnTo>
                  <a:pt x="273" y="583"/>
                </a:lnTo>
                <a:lnTo>
                  <a:pt x="273" y="584"/>
                </a:lnTo>
                <a:lnTo>
                  <a:pt x="272" y="584"/>
                </a:lnTo>
                <a:lnTo>
                  <a:pt x="271" y="584"/>
                </a:lnTo>
                <a:lnTo>
                  <a:pt x="271" y="585"/>
                </a:lnTo>
                <a:lnTo>
                  <a:pt x="270" y="585"/>
                </a:lnTo>
                <a:lnTo>
                  <a:pt x="270" y="586"/>
                </a:lnTo>
                <a:lnTo>
                  <a:pt x="269" y="586"/>
                </a:lnTo>
                <a:lnTo>
                  <a:pt x="269" y="585"/>
                </a:lnTo>
                <a:lnTo>
                  <a:pt x="269" y="584"/>
                </a:lnTo>
                <a:lnTo>
                  <a:pt x="268" y="584"/>
                </a:lnTo>
                <a:lnTo>
                  <a:pt x="268" y="583"/>
                </a:lnTo>
                <a:lnTo>
                  <a:pt x="268" y="581"/>
                </a:lnTo>
                <a:lnTo>
                  <a:pt x="268" y="580"/>
                </a:lnTo>
                <a:lnTo>
                  <a:pt x="269" y="580"/>
                </a:lnTo>
                <a:lnTo>
                  <a:pt x="268" y="580"/>
                </a:lnTo>
                <a:lnTo>
                  <a:pt x="269" y="580"/>
                </a:lnTo>
                <a:lnTo>
                  <a:pt x="269" y="579"/>
                </a:lnTo>
                <a:lnTo>
                  <a:pt x="270" y="579"/>
                </a:lnTo>
                <a:lnTo>
                  <a:pt x="270" y="578"/>
                </a:lnTo>
                <a:lnTo>
                  <a:pt x="271" y="578"/>
                </a:lnTo>
                <a:lnTo>
                  <a:pt x="271" y="577"/>
                </a:lnTo>
                <a:lnTo>
                  <a:pt x="271" y="576"/>
                </a:lnTo>
                <a:lnTo>
                  <a:pt x="270" y="576"/>
                </a:lnTo>
                <a:lnTo>
                  <a:pt x="271" y="576"/>
                </a:lnTo>
                <a:lnTo>
                  <a:pt x="270" y="576"/>
                </a:lnTo>
                <a:lnTo>
                  <a:pt x="269" y="575"/>
                </a:lnTo>
                <a:lnTo>
                  <a:pt x="270" y="575"/>
                </a:lnTo>
                <a:lnTo>
                  <a:pt x="270" y="574"/>
                </a:lnTo>
                <a:lnTo>
                  <a:pt x="269" y="574"/>
                </a:lnTo>
                <a:lnTo>
                  <a:pt x="270" y="574"/>
                </a:lnTo>
                <a:lnTo>
                  <a:pt x="270" y="573"/>
                </a:lnTo>
                <a:lnTo>
                  <a:pt x="271" y="573"/>
                </a:lnTo>
                <a:lnTo>
                  <a:pt x="270" y="572"/>
                </a:lnTo>
                <a:lnTo>
                  <a:pt x="270" y="571"/>
                </a:lnTo>
                <a:lnTo>
                  <a:pt x="270" y="570"/>
                </a:lnTo>
                <a:lnTo>
                  <a:pt x="271" y="570"/>
                </a:lnTo>
                <a:lnTo>
                  <a:pt x="271" y="569"/>
                </a:lnTo>
                <a:lnTo>
                  <a:pt x="271" y="568"/>
                </a:lnTo>
                <a:lnTo>
                  <a:pt x="270" y="568"/>
                </a:lnTo>
                <a:lnTo>
                  <a:pt x="270" y="567"/>
                </a:lnTo>
                <a:lnTo>
                  <a:pt x="269" y="567"/>
                </a:lnTo>
                <a:lnTo>
                  <a:pt x="269" y="566"/>
                </a:lnTo>
                <a:lnTo>
                  <a:pt x="269" y="565"/>
                </a:lnTo>
                <a:lnTo>
                  <a:pt x="269" y="564"/>
                </a:lnTo>
                <a:lnTo>
                  <a:pt x="268" y="564"/>
                </a:lnTo>
                <a:lnTo>
                  <a:pt x="268" y="563"/>
                </a:lnTo>
                <a:lnTo>
                  <a:pt x="269" y="563"/>
                </a:lnTo>
                <a:lnTo>
                  <a:pt x="269" y="562"/>
                </a:lnTo>
                <a:lnTo>
                  <a:pt x="269" y="561"/>
                </a:lnTo>
                <a:lnTo>
                  <a:pt x="270" y="561"/>
                </a:lnTo>
                <a:lnTo>
                  <a:pt x="270" y="560"/>
                </a:lnTo>
                <a:lnTo>
                  <a:pt x="269" y="560"/>
                </a:lnTo>
                <a:lnTo>
                  <a:pt x="268" y="560"/>
                </a:lnTo>
                <a:lnTo>
                  <a:pt x="268" y="559"/>
                </a:lnTo>
                <a:lnTo>
                  <a:pt x="267" y="559"/>
                </a:lnTo>
                <a:lnTo>
                  <a:pt x="267" y="558"/>
                </a:lnTo>
                <a:lnTo>
                  <a:pt x="266" y="558"/>
                </a:lnTo>
                <a:lnTo>
                  <a:pt x="266" y="557"/>
                </a:lnTo>
                <a:lnTo>
                  <a:pt x="267" y="557"/>
                </a:lnTo>
                <a:lnTo>
                  <a:pt x="267" y="556"/>
                </a:lnTo>
                <a:lnTo>
                  <a:pt x="267" y="555"/>
                </a:lnTo>
                <a:lnTo>
                  <a:pt x="268" y="555"/>
                </a:lnTo>
                <a:lnTo>
                  <a:pt x="269" y="555"/>
                </a:lnTo>
                <a:lnTo>
                  <a:pt x="269" y="554"/>
                </a:lnTo>
                <a:lnTo>
                  <a:pt x="269" y="553"/>
                </a:lnTo>
                <a:lnTo>
                  <a:pt x="270" y="553"/>
                </a:lnTo>
                <a:lnTo>
                  <a:pt x="269" y="553"/>
                </a:lnTo>
                <a:lnTo>
                  <a:pt x="269" y="552"/>
                </a:lnTo>
                <a:lnTo>
                  <a:pt x="269" y="551"/>
                </a:lnTo>
                <a:lnTo>
                  <a:pt x="268" y="551"/>
                </a:lnTo>
                <a:lnTo>
                  <a:pt x="269" y="551"/>
                </a:lnTo>
                <a:lnTo>
                  <a:pt x="269" y="550"/>
                </a:lnTo>
                <a:lnTo>
                  <a:pt x="268" y="550"/>
                </a:lnTo>
                <a:lnTo>
                  <a:pt x="268" y="549"/>
                </a:lnTo>
                <a:lnTo>
                  <a:pt x="268" y="548"/>
                </a:lnTo>
                <a:lnTo>
                  <a:pt x="267" y="547"/>
                </a:lnTo>
                <a:lnTo>
                  <a:pt x="268" y="547"/>
                </a:lnTo>
                <a:lnTo>
                  <a:pt x="268" y="546"/>
                </a:lnTo>
                <a:lnTo>
                  <a:pt x="268" y="545"/>
                </a:lnTo>
                <a:lnTo>
                  <a:pt x="267" y="545"/>
                </a:lnTo>
                <a:lnTo>
                  <a:pt x="266" y="545"/>
                </a:lnTo>
                <a:lnTo>
                  <a:pt x="265" y="545"/>
                </a:lnTo>
                <a:lnTo>
                  <a:pt x="265" y="544"/>
                </a:lnTo>
                <a:lnTo>
                  <a:pt x="265" y="543"/>
                </a:lnTo>
                <a:lnTo>
                  <a:pt x="265" y="542"/>
                </a:lnTo>
                <a:lnTo>
                  <a:pt x="265" y="541"/>
                </a:lnTo>
                <a:lnTo>
                  <a:pt x="264" y="541"/>
                </a:lnTo>
                <a:lnTo>
                  <a:pt x="264" y="540"/>
                </a:lnTo>
                <a:lnTo>
                  <a:pt x="264" y="539"/>
                </a:lnTo>
                <a:lnTo>
                  <a:pt x="264" y="538"/>
                </a:lnTo>
                <a:lnTo>
                  <a:pt x="263" y="538"/>
                </a:lnTo>
                <a:lnTo>
                  <a:pt x="262" y="538"/>
                </a:lnTo>
                <a:lnTo>
                  <a:pt x="261" y="538"/>
                </a:lnTo>
                <a:lnTo>
                  <a:pt x="260" y="538"/>
                </a:lnTo>
                <a:lnTo>
                  <a:pt x="260" y="539"/>
                </a:lnTo>
                <a:lnTo>
                  <a:pt x="259" y="539"/>
                </a:lnTo>
                <a:lnTo>
                  <a:pt x="259" y="538"/>
                </a:lnTo>
                <a:lnTo>
                  <a:pt x="258" y="538"/>
                </a:lnTo>
                <a:lnTo>
                  <a:pt x="257" y="538"/>
                </a:lnTo>
                <a:lnTo>
                  <a:pt x="256" y="538"/>
                </a:lnTo>
                <a:lnTo>
                  <a:pt x="256" y="537"/>
                </a:lnTo>
                <a:lnTo>
                  <a:pt x="256" y="538"/>
                </a:lnTo>
                <a:lnTo>
                  <a:pt x="255" y="538"/>
                </a:lnTo>
                <a:lnTo>
                  <a:pt x="254" y="538"/>
                </a:lnTo>
                <a:lnTo>
                  <a:pt x="255" y="538"/>
                </a:lnTo>
                <a:lnTo>
                  <a:pt x="255" y="537"/>
                </a:lnTo>
                <a:lnTo>
                  <a:pt x="254" y="537"/>
                </a:lnTo>
                <a:lnTo>
                  <a:pt x="254" y="538"/>
                </a:lnTo>
                <a:lnTo>
                  <a:pt x="253" y="537"/>
                </a:lnTo>
                <a:lnTo>
                  <a:pt x="252" y="537"/>
                </a:lnTo>
                <a:lnTo>
                  <a:pt x="252" y="536"/>
                </a:lnTo>
                <a:lnTo>
                  <a:pt x="253" y="536"/>
                </a:lnTo>
                <a:lnTo>
                  <a:pt x="252" y="536"/>
                </a:lnTo>
                <a:lnTo>
                  <a:pt x="253" y="536"/>
                </a:lnTo>
                <a:lnTo>
                  <a:pt x="253" y="535"/>
                </a:lnTo>
                <a:lnTo>
                  <a:pt x="254" y="535"/>
                </a:lnTo>
                <a:lnTo>
                  <a:pt x="254" y="534"/>
                </a:lnTo>
                <a:lnTo>
                  <a:pt x="255" y="534"/>
                </a:lnTo>
                <a:lnTo>
                  <a:pt x="255" y="533"/>
                </a:lnTo>
                <a:lnTo>
                  <a:pt x="255" y="532"/>
                </a:lnTo>
                <a:lnTo>
                  <a:pt x="255" y="531"/>
                </a:lnTo>
                <a:lnTo>
                  <a:pt x="254" y="531"/>
                </a:lnTo>
                <a:lnTo>
                  <a:pt x="254" y="530"/>
                </a:lnTo>
                <a:lnTo>
                  <a:pt x="253" y="530"/>
                </a:lnTo>
                <a:lnTo>
                  <a:pt x="254" y="530"/>
                </a:lnTo>
                <a:lnTo>
                  <a:pt x="254" y="529"/>
                </a:lnTo>
                <a:lnTo>
                  <a:pt x="253" y="529"/>
                </a:lnTo>
                <a:lnTo>
                  <a:pt x="253" y="528"/>
                </a:lnTo>
                <a:lnTo>
                  <a:pt x="252" y="528"/>
                </a:lnTo>
                <a:lnTo>
                  <a:pt x="252" y="527"/>
                </a:lnTo>
                <a:lnTo>
                  <a:pt x="253" y="527"/>
                </a:lnTo>
                <a:lnTo>
                  <a:pt x="253" y="526"/>
                </a:lnTo>
                <a:lnTo>
                  <a:pt x="253" y="525"/>
                </a:lnTo>
                <a:lnTo>
                  <a:pt x="253" y="524"/>
                </a:lnTo>
                <a:lnTo>
                  <a:pt x="252" y="524"/>
                </a:lnTo>
                <a:lnTo>
                  <a:pt x="252" y="523"/>
                </a:lnTo>
                <a:lnTo>
                  <a:pt x="252" y="522"/>
                </a:lnTo>
                <a:lnTo>
                  <a:pt x="253" y="522"/>
                </a:lnTo>
                <a:lnTo>
                  <a:pt x="253" y="521"/>
                </a:lnTo>
                <a:lnTo>
                  <a:pt x="254" y="521"/>
                </a:lnTo>
                <a:lnTo>
                  <a:pt x="254" y="522"/>
                </a:lnTo>
                <a:lnTo>
                  <a:pt x="254" y="521"/>
                </a:lnTo>
                <a:lnTo>
                  <a:pt x="255" y="521"/>
                </a:lnTo>
                <a:lnTo>
                  <a:pt x="255" y="520"/>
                </a:lnTo>
                <a:lnTo>
                  <a:pt x="255" y="519"/>
                </a:lnTo>
                <a:lnTo>
                  <a:pt x="255" y="518"/>
                </a:lnTo>
                <a:lnTo>
                  <a:pt x="255" y="516"/>
                </a:lnTo>
                <a:lnTo>
                  <a:pt x="255" y="515"/>
                </a:lnTo>
                <a:lnTo>
                  <a:pt x="255" y="514"/>
                </a:lnTo>
                <a:lnTo>
                  <a:pt x="255" y="513"/>
                </a:lnTo>
                <a:lnTo>
                  <a:pt x="256" y="513"/>
                </a:lnTo>
                <a:lnTo>
                  <a:pt x="256" y="512"/>
                </a:lnTo>
                <a:lnTo>
                  <a:pt x="256" y="511"/>
                </a:lnTo>
                <a:lnTo>
                  <a:pt x="257" y="511"/>
                </a:lnTo>
                <a:lnTo>
                  <a:pt x="257" y="510"/>
                </a:lnTo>
                <a:lnTo>
                  <a:pt x="257" y="509"/>
                </a:lnTo>
                <a:lnTo>
                  <a:pt x="257" y="508"/>
                </a:lnTo>
                <a:lnTo>
                  <a:pt x="257" y="507"/>
                </a:lnTo>
                <a:lnTo>
                  <a:pt x="258" y="507"/>
                </a:lnTo>
                <a:lnTo>
                  <a:pt x="257" y="507"/>
                </a:lnTo>
                <a:lnTo>
                  <a:pt x="257" y="506"/>
                </a:lnTo>
                <a:lnTo>
                  <a:pt x="257" y="505"/>
                </a:lnTo>
                <a:lnTo>
                  <a:pt x="258" y="505"/>
                </a:lnTo>
                <a:lnTo>
                  <a:pt x="258" y="504"/>
                </a:lnTo>
                <a:lnTo>
                  <a:pt x="259" y="504"/>
                </a:lnTo>
                <a:lnTo>
                  <a:pt x="260" y="504"/>
                </a:lnTo>
                <a:lnTo>
                  <a:pt x="261" y="504"/>
                </a:lnTo>
                <a:lnTo>
                  <a:pt x="261" y="505"/>
                </a:lnTo>
                <a:lnTo>
                  <a:pt x="261" y="506"/>
                </a:lnTo>
                <a:lnTo>
                  <a:pt x="261" y="507"/>
                </a:lnTo>
                <a:lnTo>
                  <a:pt x="262" y="507"/>
                </a:lnTo>
                <a:lnTo>
                  <a:pt x="262" y="508"/>
                </a:lnTo>
                <a:lnTo>
                  <a:pt x="263" y="508"/>
                </a:lnTo>
                <a:lnTo>
                  <a:pt x="264" y="508"/>
                </a:lnTo>
                <a:lnTo>
                  <a:pt x="265" y="508"/>
                </a:lnTo>
                <a:lnTo>
                  <a:pt x="265" y="507"/>
                </a:lnTo>
                <a:lnTo>
                  <a:pt x="266" y="507"/>
                </a:lnTo>
                <a:lnTo>
                  <a:pt x="267" y="507"/>
                </a:lnTo>
                <a:lnTo>
                  <a:pt x="268" y="507"/>
                </a:lnTo>
                <a:lnTo>
                  <a:pt x="269" y="507"/>
                </a:lnTo>
                <a:lnTo>
                  <a:pt x="270" y="507"/>
                </a:lnTo>
                <a:lnTo>
                  <a:pt x="271" y="507"/>
                </a:lnTo>
                <a:lnTo>
                  <a:pt x="271" y="506"/>
                </a:lnTo>
                <a:lnTo>
                  <a:pt x="272" y="506"/>
                </a:lnTo>
                <a:lnTo>
                  <a:pt x="272" y="505"/>
                </a:lnTo>
                <a:lnTo>
                  <a:pt x="272" y="504"/>
                </a:lnTo>
                <a:lnTo>
                  <a:pt x="271" y="504"/>
                </a:lnTo>
                <a:lnTo>
                  <a:pt x="271" y="503"/>
                </a:lnTo>
                <a:lnTo>
                  <a:pt x="270" y="503"/>
                </a:lnTo>
                <a:lnTo>
                  <a:pt x="271" y="503"/>
                </a:lnTo>
                <a:lnTo>
                  <a:pt x="271" y="502"/>
                </a:lnTo>
                <a:lnTo>
                  <a:pt x="272" y="502"/>
                </a:lnTo>
                <a:lnTo>
                  <a:pt x="271" y="502"/>
                </a:lnTo>
                <a:lnTo>
                  <a:pt x="272" y="502"/>
                </a:lnTo>
                <a:lnTo>
                  <a:pt x="272" y="501"/>
                </a:lnTo>
                <a:lnTo>
                  <a:pt x="272" y="500"/>
                </a:lnTo>
                <a:lnTo>
                  <a:pt x="271" y="500"/>
                </a:lnTo>
                <a:lnTo>
                  <a:pt x="271" y="499"/>
                </a:lnTo>
                <a:lnTo>
                  <a:pt x="272" y="499"/>
                </a:lnTo>
                <a:lnTo>
                  <a:pt x="272" y="498"/>
                </a:lnTo>
                <a:lnTo>
                  <a:pt x="273" y="498"/>
                </a:lnTo>
                <a:lnTo>
                  <a:pt x="272" y="498"/>
                </a:lnTo>
                <a:lnTo>
                  <a:pt x="272" y="497"/>
                </a:lnTo>
                <a:lnTo>
                  <a:pt x="273" y="497"/>
                </a:lnTo>
                <a:lnTo>
                  <a:pt x="273" y="496"/>
                </a:lnTo>
                <a:lnTo>
                  <a:pt x="274" y="496"/>
                </a:lnTo>
                <a:lnTo>
                  <a:pt x="274" y="495"/>
                </a:lnTo>
                <a:lnTo>
                  <a:pt x="275" y="495"/>
                </a:lnTo>
                <a:lnTo>
                  <a:pt x="275" y="494"/>
                </a:lnTo>
                <a:lnTo>
                  <a:pt x="276" y="494"/>
                </a:lnTo>
                <a:lnTo>
                  <a:pt x="276" y="493"/>
                </a:lnTo>
                <a:lnTo>
                  <a:pt x="275" y="493"/>
                </a:lnTo>
                <a:lnTo>
                  <a:pt x="275" y="492"/>
                </a:lnTo>
                <a:lnTo>
                  <a:pt x="276" y="492"/>
                </a:lnTo>
                <a:lnTo>
                  <a:pt x="276" y="491"/>
                </a:lnTo>
                <a:lnTo>
                  <a:pt x="277" y="491"/>
                </a:lnTo>
                <a:lnTo>
                  <a:pt x="278" y="491"/>
                </a:lnTo>
                <a:lnTo>
                  <a:pt x="278" y="490"/>
                </a:lnTo>
                <a:lnTo>
                  <a:pt x="277" y="490"/>
                </a:lnTo>
                <a:lnTo>
                  <a:pt x="276" y="490"/>
                </a:lnTo>
                <a:lnTo>
                  <a:pt x="276" y="489"/>
                </a:lnTo>
                <a:lnTo>
                  <a:pt x="276" y="490"/>
                </a:lnTo>
                <a:lnTo>
                  <a:pt x="276" y="489"/>
                </a:lnTo>
                <a:lnTo>
                  <a:pt x="276" y="488"/>
                </a:lnTo>
                <a:lnTo>
                  <a:pt x="276" y="487"/>
                </a:lnTo>
                <a:lnTo>
                  <a:pt x="277" y="487"/>
                </a:lnTo>
                <a:lnTo>
                  <a:pt x="276" y="487"/>
                </a:lnTo>
                <a:lnTo>
                  <a:pt x="276" y="486"/>
                </a:lnTo>
                <a:lnTo>
                  <a:pt x="277" y="486"/>
                </a:lnTo>
                <a:lnTo>
                  <a:pt x="278" y="486"/>
                </a:lnTo>
                <a:lnTo>
                  <a:pt x="277" y="486"/>
                </a:lnTo>
                <a:lnTo>
                  <a:pt x="277" y="485"/>
                </a:lnTo>
                <a:lnTo>
                  <a:pt x="278" y="485"/>
                </a:lnTo>
                <a:lnTo>
                  <a:pt x="279" y="485"/>
                </a:lnTo>
                <a:lnTo>
                  <a:pt x="279" y="484"/>
                </a:lnTo>
                <a:lnTo>
                  <a:pt x="278" y="484"/>
                </a:lnTo>
                <a:lnTo>
                  <a:pt x="278" y="483"/>
                </a:lnTo>
                <a:lnTo>
                  <a:pt x="279" y="483"/>
                </a:lnTo>
                <a:lnTo>
                  <a:pt x="279" y="484"/>
                </a:lnTo>
                <a:lnTo>
                  <a:pt x="279" y="483"/>
                </a:lnTo>
                <a:lnTo>
                  <a:pt x="280" y="483"/>
                </a:lnTo>
                <a:lnTo>
                  <a:pt x="279" y="483"/>
                </a:lnTo>
                <a:lnTo>
                  <a:pt x="280" y="483"/>
                </a:lnTo>
                <a:lnTo>
                  <a:pt x="281" y="483"/>
                </a:lnTo>
                <a:lnTo>
                  <a:pt x="282" y="483"/>
                </a:lnTo>
                <a:lnTo>
                  <a:pt x="282" y="482"/>
                </a:lnTo>
                <a:lnTo>
                  <a:pt x="283" y="482"/>
                </a:lnTo>
                <a:lnTo>
                  <a:pt x="283" y="481"/>
                </a:lnTo>
                <a:lnTo>
                  <a:pt x="283" y="480"/>
                </a:lnTo>
                <a:lnTo>
                  <a:pt x="284" y="480"/>
                </a:lnTo>
                <a:lnTo>
                  <a:pt x="284" y="479"/>
                </a:lnTo>
                <a:lnTo>
                  <a:pt x="285" y="479"/>
                </a:lnTo>
                <a:lnTo>
                  <a:pt x="285" y="478"/>
                </a:lnTo>
                <a:lnTo>
                  <a:pt x="284" y="478"/>
                </a:lnTo>
                <a:lnTo>
                  <a:pt x="285" y="478"/>
                </a:lnTo>
                <a:lnTo>
                  <a:pt x="284" y="478"/>
                </a:lnTo>
                <a:lnTo>
                  <a:pt x="283" y="477"/>
                </a:lnTo>
                <a:lnTo>
                  <a:pt x="282" y="477"/>
                </a:lnTo>
                <a:lnTo>
                  <a:pt x="282" y="476"/>
                </a:lnTo>
                <a:lnTo>
                  <a:pt x="281" y="476"/>
                </a:lnTo>
                <a:lnTo>
                  <a:pt x="280" y="476"/>
                </a:lnTo>
                <a:lnTo>
                  <a:pt x="280" y="477"/>
                </a:lnTo>
                <a:lnTo>
                  <a:pt x="279" y="477"/>
                </a:lnTo>
                <a:lnTo>
                  <a:pt x="278" y="477"/>
                </a:lnTo>
                <a:lnTo>
                  <a:pt x="277" y="477"/>
                </a:lnTo>
                <a:lnTo>
                  <a:pt x="276" y="477"/>
                </a:lnTo>
                <a:lnTo>
                  <a:pt x="276" y="478"/>
                </a:lnTo>
                <a:lnTo>
                  <a:pt x="276" y="477"/>
                </a:lnTo>
                <a:lnTo>
                  <a:pt x="276" y="476"/>
                </a:lnTo>
                <a:lnTo>
                  <a:pt x="276" y="475"/>
                </a:lnTo>
                <a:lnTo>
                  <a:pt x="275" y="475"/>
                </a:lnTo>
                <a:lnTo>
                  <a:pt x="274" y="475"/>
                </a:lnTo>
                <a:lnTo>
                  <a:pt x="274" y="474"/>
                </a:lnTo>
                <a:lnTo>
                  <a:pt x="273" y="474"/>
                </a:lnTo>
                <a:lnTo>
                  <a:pt x="273" y="473"/>
                </a:lnTo>
                <a:lnTo>
                  <a:pt x="272" y="473"/>
                </a:lnTo>
                <a:lnTo>
                  <a:pt x="271" y="473"/>
                </a:lnTo>
                <a:lnTo>
                  <a:pt x="271" y="472"/>
                </a:lnTo>
                <a:lnTo>
                  <a:pt x="270" y="472"/>
                </a:lnTo>
                <a:lnTo>
                  <a:pt x="270" y="471"/>
                </a:lnTo>
                <a:lnTo>
                  <a:pt x="269" y="471"/>
                </a:lnTo>
                <a:lnTo>
                  <a:pt x="269" y="470"/>
                </a:lnTo>
                <a:lnTo>
                  <a:pt x="270" y="470"/>
                </a:lnTo>
                <a:lnTo>
                  <a:pt x="270" y="469"/>
                </a:lnTo>
                <a:lnTo>
                  <a:pt x="269" y="469"/>
                </a:lnTo>
                <a:lnTo>
                  <a:pt x="269" y="468"/>
                </a:lnTo>
                <a:lnTo>
                  <a:pt x="268" y="468"/>
                </a:lnTo>
                <a:lnTo>
                  <a:pt x="267" y="468"/>
                </a:lnTo>
                <a:lnTo>
                  <a:pt x="266" y="468"/>
                </a:lnTo>
                <a:lnTo>
                  <a:pt x="265" y="468"/>
                </a:lnTo>
                <a:lnTo>
                  <a:pt x="265" y="467"/>
                </a:lnTo>
                <a:lnTo>
                  <a:pt x="265" y="468"/>
                </a:lnTo>
                <a:lnTo>
                  <a:pt x="265" y="467"/>
                </a:lnTo>
                <a:lnTo>
                  <a:pt x="264" y="467"/>
                </a:lnTo>
                <a:lnTo>
                  <a:pt x="264" y="468"/>
                </a:lnTo>
                <a:lnTo>
                  <a:pt x="264" y="469"/>
                </a:lnTo>
                <a:lnTo>
                  <a:pt x="264" y="470"/>
                </a:lnTo>
                <a:lnTo>
                  <a:pt x="263" y="470"/>
                </a:lnTo>
                <a:lnTo>
                  <a:pt x="263" y="471"/>
                </a:lnTo>
                <a:lnTo>
                  <a:pt x="262" y="471"/>
                </a:lnTo>
                <a:lnTo>
                  <a:pt x="262" y="470"/>
                </a:lnTo>
                <a:lnTo>
                  <a:pt x="261" y="470"/>
                </a:lnTo>
                <a:lnTo>
                  <a:pt x="262" y="470"/>
                </a:lnTo>
                <a:lnTo>
                  <a:pt x="261" y="470"/>
                </a:lnTo>
                <a:lnTo>
                  <a:pt x="260" y="470"/>
                </a:lnTo>
                <a:lnTo>
                  <a:pt x="261" y="470"/>
                </a:lnTo>
                <a:lnTo>
                  <a:pt x="261" y="469"/>
                </a:lnTo>
                <a:lnTo>
                  <a:pt x="261" y="468"/>
                </a:lnTo>
                <a:lnTo>
                  <a:pt x="260" y="468"/>
                </a:lnTo>
                <a:lnTo>
                  <a:pt x="260" y="469"/>
                </a:lnTo>
                <a:lnTo>
                  <a:pt x="260" y="468"/>
                </a:lnTo>
                <a:lnTo>
                  <a:pt x="259" y="468"/>
                </a:lnTo>
                <a:lnTo>
                  <a:pt x="259" y="467"/>
                </a:lnTo>
                <a:lnTo>
                  <a:pt x="258" y="467"/>
                </a:lnTo>
                <a:lnTo>
                  <a:pt x="258" y="466"/>
                </a:lnTo>
                <a:lnTo>
                  <a:pt x="257" y="466"/>
                </a:lnTo>
                <a:lnTo>
                  <a:pt x="257" y="465"/>
                </a:lnTo>
                <a:lnTo>
                  <a:pt x="257" y="464"/>
                </a:lnTo>
                <a:lnTo>
                  <a:pt x="257" y="463"/>
                </a:lnTo>
                <a:lnTo>
                  <a:pt x="256" y="463"/>
                </a:lnTo>
                <a:lnTo>
                  <a:pt x="255" y="463"/>
                </a:lnTo>
                <a:lnTo>
                  <a:pt x="255" y="462"/>
                </a:lnTo>
                <a:lnTo>
                  <a:pt x="255" y="463"/>
                </a:lnTo>
                <a:lnTo>
                  <a:pt x="254" y="463"/>
                </a:lnTo>
                <a:lnTo>
                  <a:pt x="254" y="464"/>
                </a:lnTo>
                <a:lnTo>
                  <a:pt x="253" y="464"/>
                </a:lnTo>
                <a:lnTo>
                  <a:pt x="253" y="463"/>
                </a:lnTo>
                <a:lnTo>
                  <a:pt x="253" y="464"/>
                </a:lnTo>
                <a:lnTo>
                  <a:pt x="252" y="464"/>
                </a:lnTo>
                <a:lnTo>
                  <a:pt x="251" y="464"/>
                </a:lnTo>
                <a:lnTo>
                  <a:pt x="250" y="464"/>
                </a:lnTo>
                <a:lnTo>
                  <a:pt x="250" y="463"/>
                </a:lnTo>
                <a:lnTo>
                  <a:pt x="249" y="463"/>
                </a:lnTo>
                <a:lnTo>
                  <a:pt x="249" y="462"/>
                </a:lnTo>
                <a:lnTo>
                  <a:pt x="249" y="461"/>
                </a:lnTo>
                <a:lnTo>
                  <a:pt x="249" y="462"/>
                </a:lnTo>
                <a:lnTo>
                  <a:pt x="248" y="462"/>
                </a:lnTo>
                <a:lnTo>
                  <a:pt x="248" y="461"/>
                </a:lnTo>
                <a:lnTo>
                  <a:pt x="248" y="462"/>
                </a:lnTo>
                <a:lnTo>
                  <a:pt x="247" y="462"/>
                </a:lnTo>
                <a:lnTo>
                  <a:pt x="247" y="461"/>
                </a:lnTo>
                <a:lnTo>
                  <a:pt x="246" y="461"/>
                </a:lnTo>
                <a:lnTo>
                  <a:pt x="245" y="461"/>
                </a:lnTo>
                <a:lnTo>
                  <a:pt x="245" y="462"/>
                </a:lnTo>
                <a:lnTo>
                  <a:pt x="245" y="463"/>
                </a:lnTo>
                <a:lnTo>
                  <a:pt x="244" y="463"/>
                </a:lnTo>
                <a:lnTo>
                  <a:pt x="244" y="464"/>
                </a:lnTo>
                <a:lnTo>
                  <a:pt x="244" y="465"/>
                </a:lnTo>
                <a:lnTo>
                  <a:pt x="245" y="465"/>
                </a:lnTo>
                <a:lnTo>
                  <a:pt x="244" y="465"/>
                </a:lnTo>
                <a:lnTo>
                  <a:pt x="244" y="466"/>
                </a:lnTo>
                <a:lnTo>
                  <a:pt x="243" y="466"/>
                </a:lnTo>
                <a:lnTo>
                  <a:pt x="243" y="467"/>
                </a:lnTo>
                <a:lnTo>
                  <a:pt x="242" y="467"/>
                </a:lnTo>
                <a:lnTo>
                  <a:pt x="242" y="466"/>
                </a:lnTo>
                <a:lnTo>
                  <a:pt x="241" y="466"/>
                </a:lnTo>
                <a:lnTo>
                  <a:pt x="241" y="467"/>
                </a:lnTo>
                <a:lnTo>
                  <a:pt x="240" y="467"/>
                </a:lnTo>
                <a:lnTo>
                  <a:pt x="239" y="467"/>
                </a:lnTo>
                <a:lnTo>
                  <a:pt x="239" y="466"/>
                </a:lnTo>
                <a:lnTo>
                  <a:pt x="238" y="466"/>
                </a:lnTo>
                <a:lnTo>
                  <a:pt x="238" y="467"/>
                </a:lnTo>
                <a:lnTo>
                  <a:pt x="238" y="466"/>
                </a:lnTo>
                <a:lnTo>
                  <a:pt x="238" y="467"/>
                </a:lnTo>
                <a:lnTo>
                  <a:pt x="237" y="467"/>
                </a:lnTo>
                <a:lnTo>
                  <a:pt x="237" y="468"/>
                </a:lnTo>
                <a:lnTo>
                  <a:pt x="238" y="468"/>
                </a:lnTo>
                <a:lnTo>
                  <a:pt x="237" y="468"/>
                </a:lnTo>
                <a:lnTo>
                  <a:pt x="237" y="469"/>
                </a:lnTo>
                <a:lnTo>
                  <a:pt x="236" y="469"/>
                </a:lnTo>
                <a:lnTo>
                  <a:pt x="235" y="469"/>
                </a:lnTo>
                <a:lnTo>
                  <a:pt x="235" y="468"/>
                </a:lnTo>
                <a:lnTo>
                  <a:pt x="234" y="468"/>
                </a:lnTo>
                <a:lnTo>
                  <a:pt x="233" y="468"/>
                </a:lnTo>
                <a:lnTo>
                  <a:pt x="233" y="469"/>
                </a:lnTo>
                <a:lnTo>
                  <a:pt x="234" y="469"/>
                </a:lnTo>
                <a:lnTo>
                  <a:pt x="234" y="470"/>
                </a:lnTo>
                <a:lnTo>
                  <a:pt x="233" y="470"/>
                </a:lnTo>
                <a:lnTo>
                  <a:pt x="232" y="470"/>
                </a:lnTo>
                <a:lnTo>
                  <a:pt x="232" y="469"/>
                </a:lnTo>
                <a:lnTo>
                  <a:pt x="232" y="470"/>
                </a:lnTo>
                <a:lnTo>
                  <a:pt x="231" y="470"/>
                </a:lnTo>
                <a:lnTo>
                  <a:pt x="231" y="469"/>
                </a:lnTo>
                <a:lnTo>
                  <a:pt x="230" y="469"/>
                </a:lnTo>
                <a:lnTo>
                  <a:pt x="229" y="469"/>
                </a:lnTo>
                <a:lnTo>
                  <a:pt x="228" y="469"/>
                </a:lnTo>
                <a:lnTo>
                  <a:pt x="228" y="470"/>
                </a:lnTo>
                <a:lnTo>
                  <a:pt x="228" y="471"/>
                </a:lnTo>
                <a:lnTo>
                  <a:pt x="228" y="472"/>
                </a:lnTo>
                <a:lnTo>
                  <a:pt x="227" y="472"/>
                </a:lnTo>
                <a:lnTo>
                  <a:pt x="226" y="473"/>
                </a:lnTo>
                <a:lnTo>
                  <a:pt x="226" y="472"/>
                </a:lnTo>
                <a:lnTo>
                  <a:pt x="225" y="472"/>
                </a:lnTo>
                <a:lnTo>
                  <a:pt x="224" y="472"/>
                </a:lnTo>
                <a:lnTo>
                  <a:pt x="224" y="471"/>
                </a:lnTo>
                <a:lnTo>
                  <a:pt x="223" y="470"/>
                </a:lnTo>
                <a:lnTo>
                  <a:pt x="223" y="471"/>
                </a:lnTo>
                <a:lnTo>
                  <a:pt x="222" y="472"/>
                </a:lnTo>
                <a:lnTo>
                  <a:pt x="222" y="471"/>
                </a:lnTo>
                <a:lnTo>
                  <a:pt x="222" y="472"/>
                </a:lnTo>
                <a:lnTo>
                  <a:pt x="221" y="472"/>
                </a:lnTo>
                <a:lnTo>
                  <a:pt x="221" y="471"/>
                </a:lnTo>
                <a:lnTo>
                  <a:pt x="220" y="471"/>
                </a:lnTo>
                <a:lnTo>
                  <a:pt x="220" y="470"/>
                </a:lnTo>
                <a:lnTo>
                  <a:pt x="219" y="470"/>
                </a:lnTo>
                <a:lnTo>
                  <a:pt x="219" y="471"/>
                </a:lnTo>
                <a:lnTo>
                  <a:pt x="218" y="471"/>
                </a:lnTo>
                <a:lnTo>
                  <a:pt x="217" y="471"/>
                </a:lnTo>
                <a:lnTo>
                  <a:pt x="217" y="470"/>
                </a:lnTo>
                <a:lnTo>
                  <a:pt x="216" y="470"/>
                </a:lnTo>
                <a:lnTo>
                  <a:pt x="215" y="470"/>
                </a:lnTo>
                <a:lnTo>
                  <a:pt x="216" y="470"/>
                </a:lnTo>
                <a:lnTo>
                  <a:pt x="216" y="469"/>
                </a:lnTo>
                <a:lnTo>
                  <a:pt x="215" y="469"/>
                </a:lnTo>
                <a:lnTo>
                  <a:pt x="214" y="469"/>
                </a:lnTo>
                <a:lnTo>
                  <a:pt x="214" y="468"/>
                </a:lnTo>
                <a:lnTo>
                  <a:pt x="215" y="468"/>
                </a:lnTo>
                <a:lnTo>
                  <a:pt x="215" y="467"/>
                </a:lnTo>
                <a:lnTo>
                  <a:pt x="216" y="467"/>
                </a:lnTo>
                <a:lnTo>
                  <a:pt x="216" y="466"/>
                </a:lnTo>
                <a:lnTo>
                  <a:pt x="216" y="465"/>
                </a:lnTo>
                <a:lnTo>
                  <a:pt x="215" y="465"/>
                </a:lnTo>
                <a:lnTo>
                  <a:pt x="215" y="464"/>
                </a:lnTo>
                <a:lnTo>
                  <a:pt x="214" y="465"/>
                </a:lnTo>
                <a:lnTo>
                  <a:pt x="214" y="464"/>
                </a:lnTo>
                <a:lnTo>
                  <a:pt x="214" y="463"/>
                </a:lnTo>
                <a:lnTo>
                  <a:pt x="213" y="463"/>
                </a:lnTo>
                <a:lnTo>
                  <a:pt x="213" y="462"/>
                </a:lnTo>
                <a:lnTo>
                  <a:pt x="212" y="462"/>
                </a:lnTo>
                <a:lnTo>
                  <a:pt x="212" y="461"/>
                </a:lnTo>
                <a:lnTo>
                  <a:pt x="213" y="461"/>
                </a:lnTo>
                <a:lnTo>
                  <a:pt x="212" y="461"/>
                </a:lnTo>
                <a:lnTo>
                  <a:pt x="213" y="461"/>
                </a:lnTo>
                <a:lnTo>
                  <a:pt x="212" y="461"/>
                </a:lnTo>
                <a:lnTo>
                  <a:pt x="212" y="460"/>
                </a:lnTo>
                <a:lnTo>
                  <a:pt x="211" y="460"/>
                </a:lnTo>
                <a:lnTo>
                  <a:pt x="211" y="459"/>
                </a:lnTo>
                <a:lnTo>
                  <a:pt x="210" y="459"/>
                </a:lnTo>
                <a:lnTo>
                  <a:pt x="210" y="458"/>
                </a:lnTo>
                <a:lnTo>
                  <a:pt x="209" y="458"/>
                </a:lnTo>
                <a:lnTo>
                  <a:pt x="209" y="457"/>
                </a:lnTo>
                <a:lnTo>
                  <a:pt x="208" y="457"/>
                </a:lnTo>
                <a:lnTo>
                  <a:pt x="208" y="456"/>
                </a:lnTo>
                <a:lnTo>
                  <a:pt x="208" y="457"/>
                </a:lnTo>
                <a:lnTo>
                  <a:pt x="207" y="457"/>
                </a:lnTo>
                <a:lnTo>
                  <a:pt x="207" y="456"/>
                </a:lnTo>
                <a:lnTo>
                  <a:pt x="206" y="456"/>
                </a:lnTo>
                <a:lnTo>
                  <a:pt x="206" y="457"/>
                </a:lnTo>
                <a:lnTo>
                  <a:pt x="205" y="457"/>
                </a:lnTo>
                <a:lnTo>
                  <a:pt x="204" y="457"/>
                </a:lnTo>
                <a:lnTo>
                  <a:pt x="204" y="456"/>
                </a:lnTo>
                <a:lnTo>
                  <a:pt x="203" y="456"/>
                </a:lnTo>
                <a:lnTo>
                  <a:pt x="202" y="456"/>
                </a:lnTo>
                <a:lnTo>
                  <a:pt x="202" y="455"/>
                </a:lnTo>
                <a:lnTo>
                  <a:pt x="201" y="455"/>
                </a:lnTo>
                <a:lnTo>
                  <a:pt x="200" y="455"/>
                </a:lnTo>
                <a:lnTo>
                  <a:pt x="200" y="456"/>
                </a:lnTo>
                <a:lnTo>
                  <a:pt x="199" y="456"/>
                </a:lnTo>
                <a:lnTo>
                  <a:pt x="198" y="456"/>
                </a:lnTo>
                <a:lnTo>
                  <a:pt x="198" y="457"/>
                </a:lnTo>
                <a:lnTo>
                  <a:pt x="198" y="456"/>
                </a:lnTo>
                <a:lnTo>
                  <a:pt x="197" y="456"/>
                </a:lnTo>
                <a:lnTo>
                  <a:pt x="196" y="456"/>
                </a:lnTo>
                <a:lnTo>
                  <a:pt x="196" y="457"/>
                </a:lnTo>
                <a:lnTo>
                  <a:pt x="196" y="456"/>
                </a:lnTo>
                <a:lnTo>
                  <a:pt x="196" y="455"/>
                </a:lnTo>
                <a:lnTo>
                  <a:pt x="195" y="455"/>
                </a:lnTo>
                <a:lnTo>
                  <a:pt x="195" y="456"/>
                </a:lnTo>
                <a:lnTo>
                  <a:pt x="195" y="455"/>
                </a:lnTo>
                <a:lnTo>
                  <a:pt x="194" y="455"/>
                </a:lnTo>
                <a:lnTo>
                  <a:pt x="193" y="455"/>
                </a:lnTo>
                <a:lnTo>
                  <a:pt x="192" y="456"/>
                </a:lnTo>
                <a:lnTo>
                  <a:pt x="191" y="456"/>
                </a:lnTo>
                <a:lnTo>
                  <a:pt x="190" y="456"/>
                </a:lnTo>
                <a:lnTo>
                  <a:pt x="189" y="456"/>
                </a:lnTo>
                <a:lnTo>
                  <a:pt x="188" y="456"/>
                </a:lnTo>
                <a:lnTo>
                  <a:pt x="187" y="456"/>
                </a:lnTo>
                <a:lnTo>
                  <a:pt x="186" y="456"/>
                </a:lnTo>
                <a:lnTo>
                  <a:pt x="184" y="456"/>
                </a:lnTo>
                <a:lnTo>
                  <a:pt x="184" y="457"/>
                </a:lnTo>
                <a:lnTo>
                  <a:pt x="185" y="457"/>
                </a:lnTo>
                <a:lnTo>
                  <a:pt x="185" y="458"/>
                </a:lnTo>
                <a:lnTo>
                  <a:pt x="185" y="459"/>
                </a:lnTo>
                <a:lnTo>
                  <a:pt x="185" y="460"/>
                </a:lnTo>
                <a:lnTo>
                  <a:pt x="185" y="461"/>
                </a:lnTo>
                <a:lnTo>
                  <a:pt x="184" y="461"/>
                </a:lnTo>
                <a:lnTo>
                  <a:pt x="184" y="462"/>
                </a:lnTo>
                <a:lnTo>
                  <a:pt x="183" y="462"/>
                </a:lnTo>
                <a:lnTo>
                  <a:pt x="182" y="462"/>
                </a:lnTo>
                <a:lnTo>
                  <a:pt x="181" y="462"/>
                </a:lnTo>
                <a:lnTo>
                  <a:pt x="181" y="461"/>
                </a:lnTo>
                <a:lnTo>
                  <a:pt x="180" y="461"/>
                </a:lnTo>
                <a:lnTo>
                  <a:pt x="179" y="461"/>
                </a:lnTo>
                <a:lnTo>
                  <a:pt x="179" y="463"/>
                </a:lnTo>
                <a:lnTo>
                  <a:pt x="178" y="463"/>
                </a:lnTo>
                <a:lnTo>
                  <a:pt x="177" y="463"/>
                </a:lnTo>
                <a:lnTo>
                  <a:pt x="177" y="462"/>
                </a:lnTo>
                <a:lnTo>
                  <a:pt x="176" y="462"/>
                </a:lnTo>
                <a:lnTo>
                  <a:pt x="176" y="463"/>
                </a:lnTo>
                <a:lnTo>
                  <a:pt x="176" y="462"/>
                </a:lnTo>
                <a:lnTo>
                  <a:pt x="175" y="462"/>
                </a:lnTo>
                <a:lnTo>
                  <a:pt x="174" y="462"/>
                </a:lnTo>
                <a:lnTo>
                  <a:pt x="174" y="463"/>
                </a:lnTo>
                <a:lnTo>
                  <a:pt x="173" y="463"/>
                </a:lnTo>
                <a:lnTo>
                  <a:pt x="173" y="462"/>
                </a:lnTo>
                <a:lnTo>
                  <a:pt x="172" y="463"/>
                </a:lnTo>
                <a:lnTo>
                  <a:pt x="171" y="463"/>
                </a:lnTo>
                <a:lnTo>
                  <a:pt x="171" y="464"/>
                </a:lnTo>
                <a:lnTo>
                  <a:pt x="170" y="464"/>
                </a:lnTo>
                <a:lnTo>
                  <a:pt x="170" y="465"/>
                </a:lnTo>
                <a:lnTo>
                  <a:pt x="171" y="465"/>
                </a:lnTo>
                <a:lnTo>
                  <a:pt x="170" y="465"/>
                </a:lnTo>
                <a:lnTo>
                  <a:pt x="170" y="466"/>
                </a:lnTo>
                <a:lnTo>
                  <a:pt x="169" y="465"/>
                </a:lnTo>
                <a:lnTo>
                  <a:pt x="169" y="464"/>
                </a:lnTo>
                <a:lnTo>
                  <a:pt x="169" y="463"/>
                </a:lnTo>
                <a:lnTo>
                  <a:pt x="168" y="463"/>
                </a:lnTo>
                <a:lnTo>
                  <a:pt x="167" y="463"/>
                </a:lnTo>
                <a:lnTo>
                  <a:pt x="167" y="462"/>
                </a:lnTo>
                <a:lnTo>
                  <a:pt x="167" y="461"/>
                </a:lnTo>
                <a:lnTo>
                  <a:pt x="166" y="461"/>
                </a:lnTo>
                <a:lnTo>
                  <a:pt x="166" y="460"/>
                </a:lnTo>
                <a:lnTo>
                  <a:pt x="167" y="459"/>
                </a:lnTo>
                <a:lnTo>
                  <a:pt x="167" y="458"/>
                </a:lnTo>
                <a:lnTo>
                  <a:pt x="166" y="459"/>
                </a:lnTo>
                <a:lnTo>
                  <a:pt x="165" y="459"/>
                </a:lnTo>
                <a:lnTo>
                  <a:pt x="165" y="458"/>
                </a:lnTo>
                <a:lnTo>
                  <a:pt x="166" y="458"/>
                </a:lnTo>
                <a:lnTo>
                  <a:pt x="165" y="458"/>
                </a:lnTo>
                <a:lnTo>
                  <a:pt x="165" y="457"/>
                </a:lnTo>
                <a:lnTo>
                  <a:pt x="164" y="456"/>
                </a:lnTo>
                <a:lnTo>
                  <a:pt x="163" y="456"/>
                </a:lnTo>
                <a:lnTo>
                  <a:pt x="162" y="456"/>
                </a:lnTo>
                <a:lnTo>
                  <a:pt x="163" y="456"/>
                </a:lnTo>
                <a:lnTo>
                  <a:pt x="162" y="456"/>
                </a:lnTo>
                <a:lnTo>
                  <a:pt x="163" y="456"/>
                </a:lnTo>
                <a:lnTo>
                  <a:pt x="162" y="456"/>
                </a:lnTo>
                <a:lnTo>
                  <a:pt x="162" y="457"/>
                </a:lnTo>
                <a:lnTo>
                  <a:pt x="162" y="456"/>
                </a:lnTo>
                <a:lnTo>
                  <a:pt x="162" y="457"/>
                </a:lnTo>
                <a:lnTo>
                  <a:pt x="162" y="456"/>
                </a:lnTo>
                <a:lnTo>
                  <a:pt x="161" y="456"/>
                </a:lnTo>
                <a:lnTo>
                  <a:pt x="160" y="456"/>
                </a:lnTo>
                <a:lnTo>
                  <a:pt x="160" y="455"/>
                </a:lnTo>
                <a:lnTo>
                  <a:pt x="160" y="454"/>
                </a:lnTo>
                <a:lnTo>
                  <a:pt x="159" y="454"/>
                </a:lnTo>
                <a:lnTo>
                  <a:pt x="158" y="453"/>
                </a:lnTo>
                <a:lnTo>
                  <a:pt x="158" y="452"/>
                </a:lnTo>
                <a:lnTo>
                  <a:pt x="157" y="452"/>
                </a:lnTo>
                <a:lnTo>
                  <a:pt x="156" y="452"/>
                </a:lnTo>
                <a:lnTo>
                  <a:pt x="156" y="451"/>
                </a:lnTo>
                <a:lnTo>
                  <a:pt x="156" y="452"/>
                </a:lnTo>
                <a:lnTo>
                  <a:pt x="155" y="452"/>
                </a:lnTo>
                <a:lnTo>
                  <a:pt x="155" y="451"/>
                </a:lnTo>
                <a:lnTo>
                  <a:pt x="154" y="451"/>
                </a:lnTo>
                <a:lnTo>
                  <a:pt x="153" y="451"/>
                </a:lnTo>
                <a:lnTo>
                  <a:pt x="152" y="451"/>
                </a:lnTo>
                <a:lnTo>
                  <a:pt x="152" y="450"/>
                </a:lnTo>
                <a:lnTo>
                  <a:pt x="152" y="449"/>
                </a:lnTo>
                <a:lnTo>
                  <a:pt x="152" y="448"/>
                </a:lnTo>
                <a:lnTo>
                  <a:pt x="151" y="448"/>
                </a:lnTo>
                <a:lnTo>
                  <a:pt x="151" y="447"/>
                </a:lnTo>
                <a:lnTo>
                  <a:pt x="150" y="447"/>
                </a:lnTo>
                <a:lnTo>
                  <a:pt x="150" y="446"/>
                </a:lnTo>
                <a:lnTo>
                  <a:pt x="149" y="446"/>
                </a:lnTo>
                <a:lnTo>
                  <a:pt x="149" y="447"/>
                </a:lnTo>
                <a:lnTo>
                  <a:pt x="150" y="447"/>
                </a:lnTo>
                <a:lnTo>
                  <a:pt x="149" y="447"/>
                </a:lnTo>
                <a:lnTo>
                  <a:pt x="148" y="447"/>
                </a:lnTo>
                <a:lnTo>
                  <a:pt x="146" y="447"/>
                </a:lnTo>
                <a:lnTo>
                  <a:pt x="145" y="447"/>
                </a:lnTo>
                <a:lnTo>
                  <a:pt x="144" y="447"/>
                </a:lnTo>
                <a:lnTo>
                  <a:pt x="144" y="446"/>
                </a:lnTo>
                <a:lnTo>
                  <a:pt x="143" y="446"/>
                </a:lnTo>
                <a:lnTo>
                  <a:pt x="142" y="445"/>
                </a:lnTo>
                <a:lnTo>
                  <a:pt x="141" y="445"/>
                </a:lnTo>
                <a:lnTo>
                  <a:pt x="140" y="445"/>
                </a:lnTo>
                <a:lnTo>
                  <a:pt x="140" y="446"/>
                </a:lnTo>
                <a:lnTo>
                  <a:pt x="139" y="446"/>
                </a:lnTo>
                <a:lnTo>
                  <a:pt x="139" y="447"/>
                </a:lnTo>
                <a:lnTo>
                  <a:pt x="138" y="447"/>
                </a:lnTo>
                <a:lnTo>
                  <a:pt x="138" y="446"/>
                </a:lnTo>
                <a:lnTo>
                  <a:pt x="137" y="446"/>
                </a:lnTo>
                <a:lnTo>
                  <a:pt x="137" y="445"/>
                </a:lnTo>
                <a:lnTo>
                  <a:pt x="136" y="445"/>
                </a:lnTo>
                <a:lnTo>
                  <a:pt x="136" y="446"/>
                </a:lnTo>
                <a:lnTo>
                  <a:pt x="135" y="446"/>
                </a:lnTo>
                <a:lnTo>
                  <a:pt x="134" y="447"/>
                </a:lnTo>
                <a:lnTo>
                  <a:pt x="134" y="446"/>
                </a:lnTo>
                <a:lnTo>
                  <a:pt x="133" y="446"/>
                </a:lnTo>
                <a:lnTo>
                  <a:pt x="132" y="445"/>
                </a:lnTo>
                <a:lnTo>
                  <a:pt x="132" y="444"/>
                </a:lnTo>
                <a:lnTo>
                  <a:pt x="132" y="443"/>
                </a:lnTo>
                <a:lnTo>
                  <a:pt x="132" y="442"/>
                </a:lnTo>
                <a:lnTo>
                  <a:pt x="132" y="441"/>
                </a:lnTo>
                <a:lnTo>
                  <a:pt x="132" y="440"/>
                </a:lnTo>
                <a:lnTo>
                  <a:pt x="132" y="439"/>
                </a:lnTo>
                <a:lnTo>
                  <a:pt x="132" y="438"/>
                </a:lnTo>
                <a:lnTo>
                  <a:pt x="132" y="437"/>
                </a:lnTo>
                <a:lnTo>
                  <a:pt x="133" y="437"/>
                </a:lnTo>
                <a:lnTo>
                  <a:pt x="133" y="436"/>
                </a:lnTo>
                <a:lnTo>
                  <a:pt x="133" y="435"/>
                </a:lnTo>
                <a:lnTo>
                  <a:pt x="132" y="435"/>
                </a:lnTo>
                <a:lnTo>
                  <a:pt x="132" y="434"/>
                </a:lnTo>
                <a:lnTo>
                  <a:pt x="131" y="434"/>
                </a:lnTo>
                <a:lnTo>
                  <a:pt x="131" y="433"/>
                </a:lnTo>
                <a:lnTo>
                  <a:pt x="131" y="432"/>
                </a:lnTo>
                <a:lnTo>
                  <a:pt x="131" y="431"/>
                </a:lnTo>
                <a:lnTo>
                  <a:pt x="130" y="431"/>
                </a:lnTo>
                <a:lnTo>
                  <a:pt x="129" y="431"/>
                </a:lnTo>
                <a:lnTo>
                  <a:pt x="129" y="430"/>
                </a:lnTo>
                <a:lnTo>
                  <a:pt x="130" y="430"/>
                </a:lnTo>
                <a:lnTo>
                  <a:pt x="129" y="429"/>
                </a:lnTo>
                <a:lnTo>
                  <a:pt x="129" y="428"/>
                </a:lnTo>
                <a:lnTo>
                  <a:pt x="128" y="428"/>
                </a:lnTo>
                <a:lnTo>
                  <a:pt x="127" y="427"/>
                </a:lnTo>
                <a:lnTo>
                  <a:pt x="128" y="426"/>
                </a:lnTo>
                <a:lnTo>
                  <a:pt x="128" y="425"/>
                </a:lnTo>
                <a:lnTo>
                  <a:pt x="128" y="424"/>
                </a:lnTo>
                <a:lnTo>
                  <a:pt x="129" y="424"/>
                </a:lnTo>
                <a:lnTo>
                  <a:pt x="129" y="423"/>
                </a:lnTo>
                <a:lnTo>
                  <a:pt x="130" y="423"/>
                </a:lnTo>
                <a:lnTo>
                  <a:pt x="131" y="423"/>
                </a:lnTo>
                <a:lnTo>
                  <a:pt x="132" y="423"/>
                </a:lnTo>
                <a:lnTo>
                  <a:pt x="132" y="422"/>
                </a:lnTo>
                <a:lnTo>
                  <a:pt x="132" y="421"/>
                </a:lnTo>
                <a:lnTo>
                  <a:pt x="132" y="420"/>
                </a:lnTo>
                <a:lnTo>
                  <a:pt x="132" y="419"/>
                </a:lnTo>
                <a:lnTo>
                  <a:pt x="133" y="419"/>
                </a:lnTo>
                <a:lnTo>
                  <a:pt x="133" y="418"/>
                </a:lnTo>
                <a:lnTo>
                  <a:pt x="135" y="417"/>
                </a:lnTo>
                <a:lnTo>
                  <a:pt x="134" y="416"/>
                </a:lnTo>
                <a:lnTo>
                  <a:pt x="135" y="415"/>
                </a:lnTo>
                <a:lnTo>
                  <a:pt x="136" y="415"/>
                </a:lnTo>
                <a:lnTo>
                  <a:pt x="137" y="415"/>
                </a:lnTo>
                <a:lnTo>
                  <a:pt x="137" y="414"/>
                </a:lnTo>
                <a:lnTo>
                  <a:pt x="138" y="414"/>
                </a:lnTo>
                <a:lnTo>
                  <a:pt x="138" y="413"/>
                </a:lnTo>
                <a:lnTo>
                  <a:pt x="139" y="414"/>
                </a:lnTo>
                <a:lnTo>
                  <a:pt x="139" y="413"/>
                </a:lnTo>
                <a:lnTo>
                  <a:pt x="140" y="413"/>
                </a:lnTo>
                <a:lnTo>
                  <a:pt x="140" y="412"/>
                </a:lnTo>
                <a:lnTo>
                  <a:pt x="141" y="412"/>
                </a:lnTo>
                <a:lnTo>
                  <a:pt x="142" y="412"/>
                </a:lnTo>
                <a:lnTo>
                  <a:pt x="142" y="411"/>
                </a:lnTo>
                <a:lnTo>
                  <a:pt x="143" y="411"/>
                </a:lnTo>
                <a:lnTo>
                  <a:pt x="144" y="411"/>
                </a:lnTo>
                <a:lnTo>
                  <a:pt x="145" y="411"/>
                </a:lnTo>
                <a:lnTo>
                  <a:pt x="145" y="412"/>
                </a:lnTo>
                <a:lnTo>
                  <a:pt x="144" y="412"/>
                </a:lnTo>
                <a:lnTo>
                  <a:pt x="144" y="413"/>
                </a:lnTo>
                <a:lnTo>
                  <a:pt x="145" y="414"/>
                </a:lnTo>
                <a:lnTo>
                  <a:pt x="147" y="414"/>
                </a:lnTo>
                <a:lnTo>
                  <a:pt x="147" y="413"/>
                </a:lnTo>
                <a:lnTo>
                  <a:pt x="148" y="413"/>
                </a:lnTo>
                <a:lnTo>
                  <a:pt x="147" y="412"/>
                </a:lnTo>
                <a:lnTo>
                  <a:pt x="146" y="411"/>
                </a:lnTo>
                <a:lnTo>
                  <a:pt x="145" y="410"/>
                </a:lnTo>
                <a:lnTo>
                  <a:pt x="144" y="410"/>
                </a:lnTo>
                <a:lnTo>
                  <a:pt x="144" y="409"/>
                </a:lnTo>
                <a:lnTo>
                  <a:pt x="146" y="410"/>
                </a:lnTo>
                <a:lnTo>
                  <a:pt x="147" y="409"/>
                </a:lnTo>
                <a:lnTo>
                  <a:pt x="147" y="408"/>
                </a:lnTo>
                <a:lnTo>
                  <a:pt x="146" y="408"/>
                </a:lnTo>
                <a:lnTo>
                  <a:pt x="146" y="407"/>
                </a:lnTo>
                <a:lnTo>
                  <a:pt x="145" y="407"/>
                </a:lnTo>
                <a:lnTo>
                  <a:pt x="145" y="406"/>
                </a:lnTo>
                <a:lnTo>
                  <a:pt x="144" y="406"/>
                </a:lnTo>
                <a:lnTo>
                  <a:pt x="144" y="405"/>
                </a:lnTo>
                <a:lnTo>
                  <a:pt x="143" y="405"/>
                </a:lnTo>
                <a:lnTo>
                  <a:pt x="142" y="404"/>
                </a:lnTo>
                <a:lnTo>
                  <a:pt x="141" y="404"/>
                </a:lnTo>
                <a:lnTo>
                  <a:pt x="140" y="404"/>
                </a:lnTo>
                <a:lnTo>
                  <a:pt x="139" y="404"/>
                </a:lnTo>
                <a:lnTo>
                  <a:pt x="140" y="404"/>
                </a:lnTo>
                <a:lnTo>
                  <a:pt x="141" y="403"/>
                </a:lnTo>
                <a:lnTo>
                  <a:pt x="142" y="404"/>
                </a:lnTo>
                <a:lnTo>
                  <a:pt x="143" y="404"/>
                </a:lnTo>
                <a:lnTo>
                  <a:pt x="144" y="404"/>
                </a:lnTo>
                <a:lnTo>
                  <a:pt x="144" y="403"/>
                </a:lnTo>
                <a:lnTo>
                  <a:pt x="145" y="403"/>
                </a:lnTo>
                <a:lnTo>
                  <a:pt x="146" y="404"/>
                </a:lnTo>
                <a:lnTo>
                  <a:pt x="147" y="404"/>
                </a:lnTo>
                <a:lnTo>
                  <a:pt x="148" y="404"/>
                </a:lnTo>
                <a:lnTo>
                  <a:pt x="149" y="404"/>
                </a:lnTo>
                <a:lnTo>
                  <a:pt x="149" y="403"/>
                </a:lnTo>
                <a:lnTo>
                  <a:pt x="150" y="402"/>
                </a:lnTo>
                <a:lnTo>
                  <a:pt x="150" y="401"/>
                </a:lnTo>
                <a:lnTo>
                  <a:pt x="151" y="400"/>
                </a:lnTo>
                <a:lnTo>
                  <a:pt x="152" y="400"/>
                </a:lnTo>
                <a:lnTo>
                  <a:pt x="153" y="399"/>
                </a:lnTo>
                <a:lnTo>
                  <a:pt x="154" y="399"/>
                </a:lnTo>
                <a:lnTo>
                  <a:pt x="154" y="398"/>
                </a:lnTo>
                <a:lnTo>
                  <a:pt x="154" y="397"/>
                </a:lnTo>
                <a:lnTo>
                  <a:pt x="155" y="396"/>
                </a:lnTo>
                <a:lnTo>
                  <a:pt x="156" y="396"/>
                </a:lnTo>
                <a:lnTo>
                  <a:pt x="157" y="396"/>
                </a:lnTo>
                <a:lnTo>
                  <a:pt x="158" y="395"/>
                </a:lnTo>
                <a:lnTo>
                  <a:pt x="159" y="395"/>
                </a:lnTo>
                <a:lnTo>
                  <a:pt x="160" y="395"/>
                </a:lnTo>
                <a:lnTo>
                  <a:pt x="160" y="396"/>
                </a:lnTo>
                <a:lnTo>
                  <a:pt x="161" y="396"/>
                </a:lnTo>
                <a:lnTo>
                  <a:pt x="161" y="395"/>
                </a:lnTo>
                <a:lnTo>
                  <a:pt x="162" y="394"/>
                </a:lnTo>
                <a:lnTo>
                  <a:pt x="162" y="393"/>
                </a:lnTo>
                <a:lnTo>
                  <a:pt x="161" y="393"/>
                </a:lnTo>
                <a:lnTo>
                  <a:pt x="162" y="393"/>
                </a:lnTo>
                <a:lnTo>
                  <a:pt x="162" y="392"/>
                </a:lnTo>
                <a:lnTo>
                  <a:pt x="161" y="392"/>
                </a:lnTo>
                <a:lnTo>
                  <a:pt x="161" y="391"/>
                </a:lnTo>
                <a:lnTo>
                  <a:pt x="162" y="390"/>
                </a:lnTo>
                <a:lnTo>
                  <a:pt x="162" y="389"/>
                </a:lnTo>
                <a:lnTo>
                  <a:pt x="163" y="389"/>
                </a:lnTo>
                <a:lnTo>
                  <a:pt x="164" y="388"/>
                </a:lnTo>
                <a:lnTo>
                  <a:pt x="165" y="387"/>
                </a:lnTo>
                <a:lnTo>
                  <a:pt x="166" y="387"/>
                </a:lnTo>
                <a:lnTo>
                  <a:pt x="166" y="388"/>
                </a:lnTo>
                <a:lnTo>
                  <a:pt x="167" y="387"/>
                </a:lnTo>
                <a:lnTo>
                  <a:pt x="168" y="387"/>
                </a:lnTo>
                <a:lnTo>
                  <a:pt x="170" y="387"/>
                </a:lnTo>
                <a:lnTo>
                  <a:pt x="172" y="388"/>
                </a:lnTo>
                <a:lnTo>
                  <a:pt x="172" y="389"/>
                </a:lnTo>
                <a:lnTo>
                  <a:pt x="172" y="390"/>
                </a:lnTo>
                <a:lnTo>
                  <a:pt x="172" y="391"/>
                </a:lnTo>
                <a:lnTo>
                  <a:pt x="171" y="391"/>
                </a:lnTo>
                <a:lnTo>
                  <a:pt x="172" y="391"/>
                </a:lnTo>
                <a:lnTo>
                  <a:pt x="173" y="391"/>
                </a:lnTo>
                <a:lnTo>
                  <a:pt x="174" y="390"/>
                </a:lnTo>
                <a:lnTo>
                  <a:pt x="176" y="390"/>
                </a:lnTo>
                <a:lnTo>
                  <a:pt x="176" y="391"/>
                </a:lnTo>
                <a:lnTo>
                  <a:pt x="177" y="392"/>
                </a:lnTo>
                <a:lnTo>
                  <a:pt x="179" y="392"/>
                </a:lnTo>
                <a:lnTo>
                  <a:pt x="179" y="391"/>
                </a:lnTo>
                <a:lnTo>
                  <a:pt x="179" y="392"/>
                </a:lnTo>
                <a:lnTo>
                  <a:pt x="180" y="392"/>
                </a:lnTo>
                <a:lnTo>
                  <a:pt x="181" y="392"/>
                </a:lnTo>
                <a:lnTo>
                  <a:pt x="182" y="392"/>
                </a:lnTo>
                <a:lnTo>
                  <a:pt x="183" y="392"/>
                </a:lnTo>
                <a:lnTo>
                  <a:pt x="183" y="394"/>
                </a:lnTo>
                <a:lnTo>
                  <a:pt x="183" y="395"/>
                </a:lnTo>
                <a:lnTo>
                  <a:pt x="182" y="395"/>
                </a:lnTo>
                <a:lnTo>
                  <a:pt x="182" y="396"/>
                </a:lnTo>
                <a:lnTo>
                  <a:pt x="182" y="397"/>
                </a:lnTo>
                <a:lnTo>
                  <a:pt x="183" y="397"/>
                </a:lnTo>
                <a:lnTo>
                  <a:pt x="183" y="398"/>
                </a:lnTo>
                <a:lnTo>
                  <a:pt x="184" y="397"/>
                </a:lnTo>
                <a:lnTo>
                  <a:pt x="185" y="397"/>
                </a:lnTo>
                <a:lnTo>
                  <a:pt x="185" y="396"/>
                </a:lnTo>
                <a:lnTo>
                  <a:pt x="186" y="396"/>
                </a:lnTo>
                <a:lnTo>
                  <a:pt x="186" y="395"/>
                </a:lnTo>
                <a:lnTo>
                  <a:pt x="186" y="394"/>
                </a:lnTo>
                <a:lnTo>
                  <a:pt x="187" y="394"/>
                </a:lnTo>
                <a:lnTo>
                  <a:pt x="187" y="393"/>
                </a:lnTo>
                <a:lnTo>
                  <a:pt x="187" y="392"/>
                </a:lnTo>
                <a:lnTo>
                  <a:pt x="188" y="392"/>
                </a:lnTo>
                <a:lnTo>
                  <a:pt x="188" y="393"/>
                </a:lnTo>
                <a:lnTo>
                  <a:pt x="189" y="393"/>
                </a:lnTo>
                <a:lnTo>
                  <a:pt x="190" y="393"/>
                </a:lnTo>
                <a:lnTo>
                  <a:pt x="190" y="392"/>
                </a:lnTo>
                <a:lnTo>
                  <a:pt x="191" y="392"/>
                </a:lnTo>
                <a:lnTo>
                  <a:pt x="192" y="392"/>
                </a:lnTo>
                <a:lnTo>
                  <a:pt x="192" y="391"/>
                </a:lnTo>
                <a:lnTo>
                  <a:pt x="193" y="391"/>
                </a:lnTo>
                <a:lnTo>
                  <a:pt x="193" y="390"/>
                </a:lnTo>
                <a:lnTo>
                  <a:pt x="192" y="390"/>
                </a:lnTo>
                <a:lnTo>
                  <a:pt x="192" y="389"/>
                </a:lnTo>
                <a:lnTo>
                  <a:pt x="193" y="389"/>
                </a:lnTo>
                <a:lnTo>
                  <a:pt x="193" y="388"/>
                </a:lnTo>
                <a:lnTo>
                  <a:pt x="193" y="387"/>
                </a:lnTo>
                <a:lnTo>
                  <a:pt x="194" y="387"/>
                </a:lnTo>
                <a:lnTo>
                  <a:pt x="194" y="388"/>
                </a:lnTo>
                <a:lnTo>
                  <a:pt x="196" y="387"/>
                </a:lnTo>
                <a:lnTo>
                  <a:pt x="197" y="386"/>
                </a:lnTo>
                <a:lnTo>
                  <a:pt x="198" y="385"/>
                </a:lnTo>
                <a:lnTo>
                  <a:pt x="198" y="384"/>
                </a:lnTo>
                <a:lnTo>
                  <a:pt x="198" y="383"/>
                </a:lnTo>
                <a:lnTo>
                  <a:pt x="199" y="383"/>
                </a:lnTo>
                <a:lnTo>
                  <a:pt x="199" y="382"/>
                </a:lnTo>
                <a:lnTo>
                  <a:pt x="200" y="381"/>
                </a:lnTo>
                <a:lnTo>
                  <a:pt x="198" y="380"/>
                </a:lnTo>
                <a:lnTo>
                  <a:pt x="197" y="380"/>
                </a:lnTo>
                <a:lnTo>
                  <a:pt x="197" y="379"/>
                </a:lnTo>
                <a:lnTo>
                  <a:pt x="197" y="378"/>
                </a:lnTo>
                <a:lnTo>
                  <a:pt x="198" y="377"/>
                </a:lnTo>
                <a:lnTo>
                  <a:pt x="198" y="376"/>
                </a:lnTo>
                <a:lnTo>
                  <a:pt x="199" y="376"/>
                </a:lnTo>
                <a:lnTo>
                  <a:pt x="200" y="374"/>
                </a:lnTo>
                <a:lnTo>
                  <a:pt x="200" y="373"/>
                </a:lnTo>
                <a:lnTo>
                  <a:pt x="200" y="372"/>
                </a:lnTo>
                <a:lnTo>
                  <a:pt x="201" y="371"/>
                </a:lnTo>
                <a:lnTo>
                  <a:pt x="201" y="370"/>
                </a:lnTo>
                <a:lnTo>
                  <a:pt x="201" y="368"/>
                </a:lnTo>
                <a:lnTo>
                  <a:pt x="201" y="367"/>
                </a:lnTo>
                <a:lnTo>
                  <a:pt x="201" y="366"/>
                </a:lnTo>
                <a:lnTo>
                  <a:pt x="202" y="366"/>
                </a:lnTo>
                <a:lnTo>
                  <a:pt x="202" y="365"/>
                </a:lnTo>
                <a:lnTo>
                  <a:pt x="201" y="365"/>
                </a:lnTo>
                <a:lnTo>
                  <a:pt x="202" y="364"/>
                </a:lnTo>
                <a:lnTo>
                  <a:pt x="202" y="363"/>
                </a:lnTo>
                <a:lnTo>
                  <a:pt x="202" y="362"/>
                </a:lnTo>
                <a:lnTo>
                  <a:pt x="201" y="362"/>
                </a:lnTo>
                <a:lnTo>
                  <a:pt x="200" y="361"/>
                </a:lnTo>
                <a:lnTo>
                  <a:pt x="200" y="359"/>
                </a:lnTo>
                <a:lnTo>
                  <a:pt x="200" y="358"/>
                </a:lnTo>
                <a:lnTo>
                  <a:pt x="200" y="356"/>
                </a:lnTo>
                <a:lnTo>
                  <a:pt x="200" y="355"/>
                </a:lnTo>
                <a:lnTo>
                  <a:pt x="200" y="354"/>
                </a:lnTo>
                <a:lnTo>
                  <a:pt x="199" y="353"/>
                </a:lnTo>
                <a:lnTo>
                  <a:pt x="199" y="352"/>
                </a:lnTo>
                <a:lnTo>
                  <a:pt x="199" y="351"/>
                </a:lnTo>
                <a:lnTo>
                  <a:pt x="200" y="351"/>
                </a:lnTo>
                <a:lnTo>
                  <a:pt x="201" y="351"/>
                </a:lnTo>
                <a:lnTo>
                  <a:pt x="202" y="350"/>
                </a:lnTo>
                <a:lnTo>
                  <a:pt x="203" y="350"/>
                </a:lnTo>
                <a:lnTo>
                  <a:pt x="204" y="350"/>
                </a:lnTo>
                <a:lnTo>
                  <a:pt x="205" y="350"/>
                </a:lnTo>
                <a:lnTo>
                  <a:pt x="206" y="350"/>
                </a:lnTo>
                <a:lnTo>
                  <a:pt x="206" y="349"/>
                </a:lnTo>
                <a:lnTo>
                  <a:pt x="206" y="348"/>
                </a:lnTo>
                <a:lnTo>
                  <a:pt x="205" y="347"/>
                </a:lnTo>
                <a:lnTo>
                  <a:pt x="204" y="346"/>
                </a:lnTo>
                <a:lnTo>
                  <a:pt x="203" y="345"/>
                </a:lnTo>
                <a:lnTo>
                  <a:pt x="203" y="344"/>
                </a:lnTo>
                <a:lnTo>
                  <a:pt x="204" y="344"/>
                </a:lnTo>
                <a:lnTo>
                  <a:pt x="205" y="344"/>
                </a:lnTo>
                <a:lnTo>
                  <a:pt x="205" y="345"/>
                </a:lnTo>
                <a:lnTo>
                  <a:pt x="206" y="345"/>
                </a:lnTo>
                <a:lnTo>
                  <a:pt x="206" y="344"/>
                </a:lnTo>
                <a:lnTo>
                  <a:pt x="206" y="343"/>
                </a:lnTo>
                <a:lnTo>
                  <a:pt x="206" y="342"/>
                </a:lnTo>
                <a:lnTo>
                  <a:pt x="205" y="342"/>
                </a:lnTo>
                <a:lnTo>
                  <a:pt x="204" y="342"/>
                </a:lnTo>
                <a:lnTo>
                  <a:pt x="203" y="342"/>
                </a:lnTo>
                <a:lnTo>
                  <a:pt x="202" y="342"/>
                </a:lnTo>
                <a:lnTo>
                  <a:pt x="202" y="341"/>
                </a:lnTo>
                <a:lnTo>
                  <a:pt x="201" y="341"/>
                </a:lnTo>
                <a:lnTo>
                  <a:pt x="201" y="340"/>
                </a:lnTo>
                <a:lnTo>
                  <a:pt x="201" y="339"/>
                </a:lnTo>
                <a:lnTo>
                  <a:pt x="201" y="338"/>
                </a:lnTo>
                <a:lnTo>
                  <a:pt x="200" y="338"/>
                </a:lnTo>
                <a:lnTo>
                  <a:pt x="200" y="337"/>
                </a:lnTo>
                <a:lnTo>
                  <a:pt x="199" y="337"/>
                </a:lnTo>
                <a:lnTo>
                  <a:pt x="199" y="335"/>
                </a:lnTo>
                <a:lnTo>
                  <a:pt x="199" y="334"/>
                </a:lnTo>
                <a:lnTo>
                  <a:pt x="199" y="333"/>
                </a:lnTo>
                <a:lnTo>
                  <a:pt x="198" y="332"/>
                </a:lnTo>
                <a:lnTo>
                  <a:pt x="197" y="332"/>
                </a:lnTo>
                <a:lnTo>
                  <a:pt x="196" y="331"/>
                </a:lnTo>
                <a:lnTo>
                  <a:pt x="195" y="330"/>
                </a:lnTo>
                <a:lnTo>
                  <a:pt x="195" y="329"/>
                </a:lnTo>
                <a:lnTo>
                  <a:pt x="194" y="329"/>
                </a:lnTo>
                <a:lnTo>
                  <a:pt x="194" y="328"/>
                </a:lnTo>
                <a:lnTo>
                  <a:pt x="193" y="328"/>
                </a:lnTo>
                <a:lnTo>
                  <a:pt x="192" y="328"/>
                </a:lnTo>
                <a:lnTo>
                  <a:pt x="192" y="327"/>
                </a:lnTo>
                <a:lnTo>
                  <a:pt x="193" y="327"/>
                </a:lnTo>
                <a:lnTo>
                  <a:pt x="193" y="326"/>
                </a:lnTo>
                <a:lnTo>
                  <a:pt x="194" y="324"/>
                </a:lnTo>
                <a:lnTo>
                  <a:pt x="193" y="323"/>
                </a:lnTo>
                <a:lnTo>
                  <a:pt x="192" y="322"/>
                </a:lnTo>
                <a:lnTo>
                  <a:pt x="192" y="323"/>
                </a:lnTo>
                <a:lnTo>
                  <a:pt x="191" y="323"/>
                </a:lnTo>
                <a:lnTo>
                  <a:pt x="191" y="322"/>
                </a:lnTo>
                <a:lnTo>
                  <a:pt x="190" y="322"/>
                </a:lnTo>
                <a:lnTo>
                  <a:pt x="190" y="321"/>
                </a:lnTo>
                <a:lnTo>
                  <a:pt x="189" y="321"/>
                </a:lnTo>
                <a:lnTo>
                  <a:pt x="189" y="320"/>
                </a:lnTo>
                <a:lnTo>
                  <a:pt x="188" y="320"/>
                </a:lnTo>
                <a:lnTo>
                  <a:pt x="189" y="320"/>
                </a:lnTo>
                <a:lnTo>
                  <a:pt x="189" y="319"/>
                </a:lnTo>
                <a:lnTo>
                  <a:pt x="189" y="318"/>
                </a:lnTo>
                <a:lnTo>
                  <a:pt x="188" y="316"/>
                </a:lnTo>
                <a:lnTo>
                  <a:pt x="187" y="315"/>
                </a:lnTo>
                <a:lnTo>
                  <a:pt x="186" y="314"/>
                </a:lnTo>
                <a:lnTo>
                  <a:pt x="185" y="314"/>
                </a:lnTo>
                <a:lnTo>
                  <a:pt x="184" y="314"/>
                </a:lnTo>
                <a:lnTo>
                  <a:pt x="183" y="314"/>
                </a:lnTo>
                <a:lnTo>
                  <a:pt x="182" y="312"/>
                </a:lnTo>
                <a:lnTo>
                  <a:pt x="181" y="312"/>
                </a:lnTo>
                <a:lnTo>
                  <a:pt x="180" y="312"/>
                </a:lnTo>
                <a:lnTo>
                  <a:pt x="179" y="312"/>
                </a:lnTo>
                <a:lnTo>
                  <a:pt x="177" y="313"/>
                </a:lnTo>
                <a:lnTo>
                  <a:pt x="176" y="312"/>
                </a:lnTo>
                <a:lnTo>
                  <a:pt x="175" y="312"/>
                </a:lnTo>
                <a:lnTo>
                  <a:pt x="173" y="312"/>
                </a:lnTo>
                <a:lnTo>
                  <a:pt x="171" y="313"/>
                </a:lnTo>
                <a:lnTo>
                  <a:pt x="171" y="314"/>
                </a:lnTo>
                <a:lnTo>
                  <a:pt x="170" y="316"/>
                </a:lnTo>
                <a:lnTo>
                  <a:pt x="170" y="317"/>
                </a:lnTo>
                <a:lnTo>
                  <a:pt x="171" y="318"/>
                </a:lnTo>
                <a:lnTo>
                  <a:pt x="172" y="318"/>
                </a:lnTo>
                <a:lnTo>
                  <a:pt x="171" y="318"/>
                </a:lnTo>
                <a:lnTo>
                  <a:pt x="171" y="319"/>
                </a:lnTo>
                <a:lnTo>
                  <a:pt x="171" y="321"/>
                </a:lnTo>
                <a:lnTo>
                  <a:pt x="170" y="322"/>
                </a:lnTo>
                <a:lnTo>
                  <a:pt x="169" y="322"/>
                </a:lnTo>
                <a:lnTo>
                  <a:pt x="169" y="321"/>
                </a:lnTo>
                <a:lnTo>
                  <a:pt x="168" y="321"/>
                </a:lnTo>
                <a:lnTo>
                  <a:pt x="167" y="321"/>
                </a:lnTo>
                <a:lnTo>
                  <a:pt x="166" y="320"/>
                </a:lnTo>
                <a:lnTo>
                  <a:pt x="165" y="320"/>
                </a:lnTo>
                <a:lnTo>
                  <a:pt x="165" y="321"/>
                </a:lnTo>
                <a:lnTo>
                  <a:pt x="164" y="321"/>
                </a:lnTo>
                <a:lnTo>
                  <a:pt x="164" y="322"/>
                </a:lnTo>
                <a:lnTo>
                  <a:pt x="164" y="323"/>
                </a:lnTo>
                <a:lnTo>
                  <a:pt x="163" y="323"/>
                </a:lnTo>
                <a:lnTo>
                  <a:pt x="162" y="323"/>
                </a:lnTo>
                <a:lnTo>
                  <a:pt x="160" y="324"/>
                </a:lnTo>
                <a:lnTo>
                  <a:pt x="159" y="324"/>
                </a:lnTo>
                <a:lnTo>
                  <a:pt x="158" y="324"/>
                </a:lnTo>
                <a:lnTo>
                  <a:pt x="157" y="323"/>
                </a:lnTo>
                <a:lnTo>
                  <a:pt x="158" y="323"/>
                </a:lnTo>
                <a:lnTo>
                  <a:pt x="158" y="322"/>
                </a:lnTo>
                <a:lnTo>
                  <a:pt x="159" y="321"/>
                </a:lnTo>
                <a:lnTo>
                  <a:pt x="159" y="320"/>
                </a:lnTo>
                <a:lnTo>
                  <a:pt x="158" y="320"/>
                </a:lnTo>
                <a:lnTo>
                  <a:pt x="158" y="319"/>
                </a:lnTo>
                <a:lnTo>
                  <a:pt x="156" y="319"/>
                </a:lnTo>
                <a:lnTo>
                  <a:pt x="155" y="319"/>
                </a:lnTo>
                <a:lnTo>
                  <a:pt x="154" y="318"/>
                </a:lnTo>
                <a:lnTo>
                  <a:pt x="153" y="319"/>
                </a:lnTo>
                <a:lnTo>
                  <a:pt x="152" y="320"/>
                </a:lnTo>
                <a:lnTo>
                  <a:pt x="151" y="320"/>
                </a:lnTo>
                <a:lnTo>
                  <a:pt x="150" y="320"/>
                </a:lnTo>
                <a:lnTo>
                  <a:pt x="150" y="319"/>
                </a:lnTo>
                <a:lnTo>
                  <a:pt x="150" y="320"/>
                </a:lnTo>
                <a:lnTo>
                  <a:pt x="149" y="320"/>
                </a:lnTo>
                <a:lnTo>
                  <a:pt x="148" y="320"/>
                </a:lnTo>
                <a:lnTo>
                  <a:pt x="148" y="319"/>
                </a:lnTo>
                <a:lnTo>
                  <a:pt x="147" y="320"/>
                </a:lnTo>
                <a:lnTo>
                  <a:pt x="146" y="321"/>
                </a:lnTo>
                <a:lnTo>
                  <a:pt x="145" y="322"/>
                </a:lnTo>
                <a:lnTo>
                  <a:pt x="144" y="322"/>
                </a:lnTo>
                <a:lnTo>
                  <a:pt x="143" y="323"/>
                </a:lnTo>
                <a:lnTo>
                  <a:pt x="143" y="322"/>
                </a:lnTo>
                <a:lnTo>
                  <a:pt x="142" y="322"/>
                </a:lnTo>
                <a:lnTo>
                  <a:pt x="142" y="323"/>
                </a:lnTo>
                <a:lnTo>
                  <a:pt x="141" y="324"/>
                </a:lnTo>
                <a:lnTo>
                  <a:pt x="141" y="323"/>
                </a:lnTo>
                <a:lnTo>
                  <a:pt x="140" y="322"/>
                </a:lnTo>
                <a:lnTo>
                  <a:pt x="140" y="321"/>
                </a:lnTo>
                <a:lnTo>
                  <a:pt x="140" y="320"/>
                </a:lnTo>
                <a:lnTo>
                  <a:pt x="140" y="319"/>
                </a:lnTo>
                <a:lnTo>
                  <a:pt x="140" y="318"/>
                </a:lnTo>
                <a:lnTo>
                  <a:pt x="141" y="317"/>
                </a:lnTo>
                <a:lnTo>
                  <a:pt x="141" y="316"/>
                </a:lnTo>
                <a:lnTo>
                  <a:pt x="140" y="316"/>
                </a:lnTo>
                <a:lnTo>
                  <a:pt x="139" y="316"/>
                </a:lnTo>
                <a:lnTo>
                  <a:pt x="139" y="315"/>
                </a:lnTo>
                <a:lnTo>
                  <a:pt x="140" y="315"/>
                </a:lnTo>
                <a:lnTo>
                  <a:pt x="140" y="314"/>
                </a:lnTo>
                <a:lnTo>
                  <a:pt x="139" y="314"/>
                </a:lnTo>
                <a:lnTo>
                  <a:pt x="139" y="313"/>
                </a:lnTo>
                <a:lnTo>
                  <a:pt x="139" y="312"/>
                </a:lnTo>
                <a:lnTo>
                  <a:pt x="138" y="312"/>
                </a:lnTo>
                <a:lnTo>
                  <a:pt x="138" y="311"/>
                </a:lnTo>
                <a:lnTo>
                  <a:pt x="137" y="310"/>
                </a:lnTo>
                <a:lnTo>
                  <a:pt x="136" y="310"/>
                </a:lnTo>
                <a:lnTo>
                  <a:pt x="135" y="310"/>
                </a:lnTo>
                <a:lnTo>
                  <a:pt x="134" y="310"/>
                </a:lnTo>
                <a:lnTo>
                  <a:pt x="134" y="311"/>
                </a:lnTo>
                <a:lnTo>
                  <a:pt x="133" y="311"/>
                </a:lnTo>
                <a:lnTo>
                  <a:pt x="132" y="311"/>
                </a:lnTo>
                <a:lnTo>
                  <a:pt x="132" y="310"/>
                </a:lnTo>
                <a:lnTo>
                  <a:pt x="131" y="311"/>
                </a:lnTo>
                <a:lnTo>
                  <a:pt x="130" y="311"/>
                </a:lnTo>
                <a:lnTo>
                  <a:pt x="129" y="311"/>
                </a:lnTo>
                <a:lnTo>
                  <a:pt x="129" y="312"/>
                </a:lnTo>
                <a:lnTo>
                  <a:pt x="128" y="311"/>
                </a:lnTo>
                <a:lnTo>
                  <a:pt x="127" y="311"/>
                </a:lnTo>
                <a:lnTo>
                  <a:pt x="127" y="312"/>
                </a:lnTo>
                <a:lnTo>
                  <a:pt x="127" y="313"/>
                </a:lnTo>
                <a:lnTo>
                  <a:pt x="126" y="314"/>
                </a:lnTo>
                <a:lnTo>
                  <a:pt x="125" y="315"/>
                </a:lnTo>
                <a:lnTo>
                  <a:pt x="125" y="316"/>
                </a:lnTo>
                <a:lnTo>
                  <a:pt x="126" y="317"/>
                </a:lnTo>
                <a:lnTo>
                  <a:pt x="125" y="318"/>
                </a:lnTo>
                <a:lnTo>
                  <a:pt x="125" y="319"/>
                </a:lnTo>
                <a:lnTo>
                  <a:pt x="124" y="320"/>
                </a:lnTo>
                <a:lnTo>
                  <a:pt x="124" y="321"/>
                </a:lnTo>
                <a:lnTo>
                  <a:pt x="124" y="322"/>
                </a:lnTo>
                <a:lnTo>
                  <a:pt x="125" y="323"/>
                </a:lnTo>
                <a:lnTo>
                  <a:pt x="125" y="324"/>
                </a:lnTo>
                <a:lnTo>
                  <a:pt x="124" y="324"/>
                </a:lnTo>
                <a:lnTo>
                  <a:pt x="123" y="324"/>
                </a:lnTo>
                <a:lnTo>
                  <a:pt x="123" y="325"/>
                </a:lnTo>
                <a:lnTo>
                  <a:pt x="122" y="325"/>
                </a:lnTo>
                <a:lnTo>
                  <a:pt x="121" y="325"/>
                </a:lnTo>
                <a:lnTo>
                  <a:pt x="120" y="325"/>
                </a:lnTo>
                <a:lnTo>
                  <a:pt x="120" y="324"/>
                </a:lnTo>
                <a:lnTo>
                  <a:pt x="119" y="324"/>
                </a:lnTo>
                <a:lnTo>
                  <a:pt x="118" y="324"/>
                </a:lnTo>
                <a:lnTo>
                  <a:pt x="117" y="324"/>
                </a:lnTo>
                <a:lnTo>
                  <a:pt x="117" y="323"/>
                </a:lnTo>
                <a:lnTo>
                  <a:pt x="116" y="323"/>
                </a:lnTo>
                <a:lnTo>
                  <a:pt x="115" y="323"/>
                </a:lnTo>
                <a:lnTo>
                  <a:pt x="115" y="324"/>
                </a:lnTo>
                <a:lnTo>
                  <a:pt x="113" y="324"/>
                </a:lnTo>
                <a:lnTo>
                  <a:pt x="113" y="323"/>
                </a:lnTo>
                <a:lnTo>
                  <a:pt x="112" y="322"/>
                </a:lnTo>
                <a:lnTo>
                  <a:pt x="112" y="321"/>
                </a:lnTo>
                <a:lnTo>
                  <a:pt x="112" y="320"/>
                </a:lnTo>
                <a:lnTo>
                  <a:pt x="111" y="320"/>
                </a:lnTo>
                <a:lnTo>
                  <a:pt x="111" y="319"/>
                </a:lnTo>
                <a:lnTo>
                  <a:pt x="110" y="319"/>
                </a:lnTo>
                <a:lnTo>
                  <a:pt x="109" y="319"/>
                </a:lnTo>
                <a:lnTo>
                  <a:pt x="109" y="318"/>
                </a:lnTo>
                <a:lnTo>
                  <a:pt x="108" y="318"/>
                </a:lnTo>
                <a:lnTo>
                  <a:pt x="107" y="318"/>
                </a:lnTo>
                <a:lnTo>
                  <a:pt x="107" y="317"/>
                </a:lnTo>
                <a:lnTo>
                  <a:pt x="106" y="317"/>
                </a:lnTo>
                <a:lnTo>
                  <a:pt x="105" y="317"/>
                </a:lnTo>
                <a:lnTo>
                  <a:pt x="105" y="316"/>
                </a:lnTo>
                <a:lnTo>
                  <a:pt x="105" y="315"/>
                </a:lnTo>
                <a:lnTo>
                  <a:pt x="104" y="315"/>
                </a:lnTo>
                <a:lnTo>
                  <a:pt x="104" y="316"/>
                </a:lnTo>
                <a:lnTo>
                  <a:pt x="104" y="315"/>
                </a:lnTo>
                <a:lnTo>
                  <a:pt x="103" y="314"/>
                </a:lnTo>
                <a:lnTo>
                  <a:pt x="103" y="313"/>
                </a:lnTo>
                <a:lnTo>
                  <a:pt x="102" y="313"/>
                </a:lnTo>
                <a:lnTo>
                  <a:pt x="101" y="313"/>
                </a:lnTo>
                <a:lnTo>
                  <a:pt x="100" y="313"/>
                </a:lnTo>
                <a:lnTo>
                  <a:pt x="99" y="313"/>
                </a:lnTo>
                <a:lnTo>
                  <a:pt x="98" y="314"/>
                </a:lnTo>
                <a:lnTo>
                  <a:pt x="98" y="315"/>
                </a:lnTo>
                <a:lnTo>
                  <a:pt x="97" y="315"/>
                </a:lnTo>
                <a:lnTo>
                  <a:pt x="97" y="316"/>
                </a:lnTo>
                <a:lnTo>
                  <a:pt x="98" y="316"/>
                </a:lnTo>
                <a:lnTo>
                  <a:pt x="98" y="317"/>
                </a:lnTo>
                <a:lnTo>
                  <a:pt x="99" y="317"/>
                </a:lnTo>
                <a:lnTo>
                  <a:pt x="99" y="318"/>
                </a:lnTo>
                <a:lnTo>
                  <a:pt x="98" y="319"/>
                </a:lnTo>
                <a:lnTo>
                  <a:pt x="98" y="320"/>
                </a:lnTo>
                <a:lnTo>
                  <a:pt x="97" y="320"/>
                </a:lnTo>
                <a:lnTo>
                  <a:pt x="96" y="319"/>
                </a:lnTo>
                <a:lnTo>
                  <a:pt x="95" y="320"/>
                </a:lnTo>
                <a:lnTo>
                  <a:pt x="94" y="318"/>
                </a:lnTo>
                <a:lnTo>
                  <a:pt x="93" y="318"/>
                </a:lnTo>
                <a:lnTo>
                  <a:pt x="92" y="318"/>
                </a:lnTo>
                <a:lnTo>
                  <a:pt x="91" y="317"/>
                </a:lnTo>
                <a:lnTo>
                  <a:pt x="89" y="315"/>
                </a:lnTo>
                <a:lnTo>
                  <a:pt x="88" y="314"/>
                </a:lnTo>
                <a:lnTo>
                  <a:pt x="88" y="313"/>
                </a:lnTo>
                <a:lnTo>
                  <a:pt x="87" y="312"/>
                </a:lnTo>
                <a:lnTo>
                  <a:pt x="87" y="311"/>
                </a:lnTo>
                <a:lnTo>
                  <a:pt x="86" y="311"/>
                </a:lnTo>
                <a:lnTo>
                  <a:pt x="86" y="310"/>
                </a:lnTo>
                <a:lnTo>
                  <a:pt x="86" y="309"/>
                </a:lnTo>
                <a:lnTo>
                  <a:pt x="86" y="308"/>
                </a:lnTo>
                <a:lnTo>
                  <a:pt x="86" y="309"/>
                </a:lnTo>
                <a:lnTo>
                  <a:pt x="86" y="308"/>
                </a:lnTo>
                <a:lnTo>
                  <a:pt x="85" y="308"/>
                </a:lnTo>
                <a:lnTo>
                  <a:pt x="85" y="307"/>
                </a:lnTo>
                <a:lnTo>
                  <a:pt x="86" y="307"/>
                </a:lnTo>
                <a:lnTo>
                  <a:pt x="86" y="306"/>
                </a:lnTo>
                <a:lnTo>
                  <a:pt x="87" y="306"/>
                </a:lnTo>
                <a:lnTo>
                  <a:pt x="88" y="306"/>
                </a:lnTo>
                <a:lnTo>
                  <a:pt x="88" y="307"/>
                </a:lnTo>
                <a:lnTo>
                  <a:pt x="88" y="306"/>
                </a:lnTo>
                <a:lnTo>
                  <a:pt x="89" y="306"/>
                </a:lnTo>
                <a:lnTo>
                  <a:pt x="89" y="307"/>
                </a:lnTo>
                <a:lnTo>
                  <a:pt x="89" y="308"/>
                </a:lnTo>
                <a:lnTo>
                  <a:pt x="90" y="307"/>
                </a:lnTo>
                <a:lnTo>
                  <a:pt x="91" y="307"/>
                </a:lnTo>
                <a:lnTo>
                  <a:pt x="92" y="307"/>
                </a:lnTo>
                <a:lnTo>
                  <a:pt x="91" y="306"/>
                </a:lnTo>
                <a:lnTo>
                  <a:pt x="91" y="305"/>
                </a:lnTo>
                <a:lnTo>
                  <a:pt x="92" y="305"/>
                </a:lnTo>
                <a:lnTo>
                  <a:pt x="93" y="303"/>
                </a:lnTo>
                <a:lnTo>
                  <a:pt x="93" y="302"/>
                </a:lnTo>
                <a:lnTo>
                  <a:pt x="93" y="301"/>
                </a:lnTo>
                <a:lnTo>
                  <a:pt x="92" y="301"/>
                </a:lnTo>
                <a:lnTo>
                  <a:pt x="92" y="300"/>
                </a:lnTo>
                <a:lnTo>
                  <a:pt x="92" y="299"/>
                </a:lnTo>
                <a:lnTo>
                  <a:pt x="92" y="300"/>
                </a:lnTo>
                <a:lnTo>
                  <a:pt x="92" y="299"/>
                </a:lnTo>
                <a:lnTo>
                  <a:pt x="91" y="299"/>
                </a:lnTo>
                <a:lnTo>
                  <a:pt x="91" y="300"/>
                </a:lnTo>
                <a:lnTo>
                  <a:pt x="90" y="300"/>
                </a:lnTo>
                <a:lnTo>
                  <a:pt x="89" y="300"/>
                </a:lnTo>
                <a:lnTo>
                  <a:pt x="89" y="299"/>
                </a:lnTo>
                <a:lnTo>
                  <a:pt x="89" y="298"/>
                </a:lnTo>
                <a:lnTo>
                  <a:pt x="89" y="297"/>
                </a:lnTo>
                <a:lnTo>
                  <a:pt x="88" y="296"/>
                </a:lnTo>
                <a:lnTo>
                  <a:pt x="88" y="295"/>
                </a:lnTo>
                <a:lnTo>
                  <a:pt x="87" y="295"/>
                </a:lnTo>
                <a:lnTo>
                  <a:pt x="86" y="295"/>
                </a:lnTo>
                <a:lnTo>
                  <a:pt x="85" y="295"/>
                </a:lnTo>
                <a:lnTo>
                  <a:pt x="86" y="294"/>
                </a:lnTo>
                <a:lnTo>
                  <a:pt x="85" y="293"/>
                </a:lnTo>
                <a:lnTo>
                  <a:pt x="84" y="292"/>
                </a:lnTo>
                <a:lnTo>
                  <a:pt x="83" y="292"/>
                </a:lnTo>
                <a:lnTo>
                  <a:pt x="83" y="291"/>
                </a:lnTo>
                <a:lnTo>
                  <a:pt x="84" y="291"/>
                </a:lnTo>
                <a:lnTo>
                  <a:pt x="85" y="291"/>
                </a:lnTo>
                <a:lnTo>
                  <a:pt x="86" y="290"/>
                </a:lnTo>
                <a:lnTo>
                  <a:pt x="85" y="290"/>
                </a:lnTo>
                <a:lnTo>
                  <a:pt x="85" y="289"/>
                </a:lnTo>
                <a:lnTo>
                  <a:pt x="85" y="288"/>
                </a:lnTo>
                <a:lnTo>
                  <a:pt x="86" y="288"/>
                </a:lnTo>
                <a:lnTo>
                  <a:pt x="88" y="286"/>
                </a:lnTo>
                <a:lnTo>
                  <a:pt x="88" y="284"/>
                </a:lnTo>
                <a:lnTo>
                  <a:pt x="87" y="283"/>
                </a:lnTo>
                <a:lnTo>
                  <a:pt x="86" y="283"/>
                </a:lnTo>
                <a:lnTo>
                  <a:pt x="85" y="283"/>
                </a:lnTo>
                <a:lnTo>
                  <a:pt x="85" y="282"/>
                </a:lnTo>
                <a:lnTo>
                  <a:pt x="84" y="282"/>
                </a:lnTo>
                <a:lnTo>
                  <a:pt x="84" y="281"/>
                </a:lnTo>
                <a:lnTo>
                  <a:pt x="83" y="281"/>
                </a:lnTo>
                <a:lnTo>
                  <a:pt x="82" y="281"/>
                </a:lnTo>
                <a:lnTo>
                  <a:pt x="82" y="280"/>
                </a:lnTo>
                <a:lnTo>
                  <a:pt x="81" y="279"/>
                </a:lnTo>
                <a:lnTo>
                  <a:pt x="80" y="279"/>
                </a:lnTo>
                <a:lnTo>
                  <a:pt x="80" y="280"/>
                </a:lnTo>
                <a:lnTo>
                  <a:pt x="79" y="279"/>
                </a:lnTo>
                <a:lnTo>
                  <a:pt x="78" y="280"/>
                </a:lnTo>
                <a:lnTo>
                  <a:pt x="77" y="280"/>
                </a:lnTo>
                <a:lnTo>
                  <a:pt x="77" y="279"/>
                </a:lnTo>
                <a:lnTo>
                  <a:pt x="77" y="278"/>
                </a:lnTo>
                <a:lnTo>
                  <a:pt x="76" y="278"/>
                </a:lnTo>
                <a:lnTo>
                  <a:pt x="76" y="277"/>
                </a:lnTo>
                <a:lnTo>
                  <a:pt x="77" y="277"/>
                </a:lnTo>
                <a:lnTo>
                  <a:pt x="77" y="276"/>
                </a:lnTo>
                <a:lnTo>
                  <a:pt x="77" y="275"/>
                </a:lnTo>
                <a:lnTo>
                  <a:pt x="76" y="275"/>
                </a:lnTo>
                <a:lnTo>
                  <a:pt x="77" y="274"/>
                </a:lnTo>
                <a:lnTo>
                  <a:pt x="76" y="274"/>
                </a:lnTo>
                <a:lnTo>
                  <a:pt x="76" y="273"/>
                </a:lnTo>
                <a:lnTo>
                  <a:pt x="75" y="273"/>
                </a:lnTo>
                <a:lnTo>
                  <a:pt x="74" y="272"/>
                </a:lnTo>
                <a:lnTo>
                  <a:pt x="73" y="272"/>
                </a:lnTo>
                <a:lnTo>
                  <a:pt x="73" y="271"/>
                </a:lnTo>
                <a:lnTo>
                  <a:pt x="73" y="272"/>
                </a:lnTo>
                <a:lnTo>
                  <a:pt x="72" y="272"/>
                </a:lnTo>
                <a:lnTo>
                  <a:pt x="71" y="272"/>
                </a:lnTo>
                <a:lnTo>
                  <a:pt x="71" y="271"/>
                </a:lnTo>
                <a:lnTo>
                  <a:pt x="71" y="270"/>
                </a:lnTo>
                <a:lnTo>
                  <a:pt x="70" y="270"/>
                </a:lnTo>
                <a:lnTo>
                  <a:pt x="69" y="270"/>
                </a:lnTo>
                <a:lnTo>
                  <a:pt x="68" y="271"/>
                </a:lnTo>
                <a:lnTo>
                  <a:pt x="67" y="271"/>
                </a:lnTo>
                <a:lnTo>
                  <a:pt x="65" y="271"/>
                </a:lnTo>
                <a:lnTo>
                  <a:pt x="65" y="272"/>
                </a:lnTo>
                <a:lnTo>
                  <a:pt x="64" y="272"/>
                </a:lnTo>
                <a:lnTo>
                  <a:pt x="63" y="272"/>
                </a:lnTo>
                <a:lnTo>
                  <a:pt x="63" y="273"/>
                </a:lnTo>
                <a:lnTo>
                  <a:pt x="62" y="274"/>
                </a:lnTo>
                <a:lnTo>
                  <a:pt x="61" y="274"/>
                </a:lnTo>
                <a:lnTo>
                  <a:pt x="60" y="274"/>
                </a:lnTo>
                <a:lnTo>
                  <a:pt x="59" y="274"/>
                </a:lnTo>
                <a:lnTo>
                  <a:pt x="58" y="275"/>
                </a:lnTo>
                <a:lnTo>
                  <a:pt x="57" y="274"/>
                </a:lnTo>
                <a:lnTo>
                  <a:pt x="56" y="275"/>
                </a:lnTo>
                <a:lnTo>
                  <a:pt x="56" y="274"/>
                </a:lnTo>
                <a:lnTo>
                  <a:pt x="55" y="273"/>
                </a:lnTo>
                <a:lnTo>
                  <a:pt x="54" y="272"/>
                </a:lnTo>
                <a:lnTo>
                  <a:pt x="53" y="272"/>
                </a:lnTo>
                <a:lnTo>
                  <a:pt x="52" y="272"/>
                </a:lnTo>
                <a:lnTo>
                  <a:pt x="51" y="271"/>
                </a:lnTo>
                <a:lnTo>
                  <a:pt x="50" y="271"/>
                </a:lnTo>
                <a:lnTo>
                  <a:pt x="49" y="271"/>
                </a:lnTo>
                <a:lnTo>
                  <a:pt x="49" y="270"/>
                </a:lnTo>
                <a:lnTo>
                  <a:pt x="48" y="270"/>
                </a:lnTo>
                <a:lnTo>
                  <a:pt x="48" y="271"/>
                </a:lnTo>
                <a:lnTo>
                  <a:pt x="47" y="271"/>
                </a:lnTo>
                <a:lnTo>
                  <a:pt x="46" y="270"/>
                </a:lnTo>
                <a:lnTo>
                  <a:pt x="46" y="269"/>
                </a:lnTo>
                <a:lnTo>
                  <a:pt x="45" y="269"/>
                </a:lnTo>
                <a:lnTo>
                  <a:pt x="45" y="270"/>
                </a:lnTo>
                <a:lnTo>
                  <a:pt x="44" y="270"/>
                </a:lnTo>
                <a:lnTo>
                  <a:pt x="43" y="271"/>
                </a:lnTo>
                <a:lnTo>
                  <a:pt x="42" y="270"/>
                </a:lnTo>
                <a:lnTo>
                  <a:pt x="41" y="270"/>
                </a:lnTo>
                <a:lnTo>
                  <a:pt x="40" y="270"/>
                </a:lnTo>
                <a:lnTo>
                  <a:pt x="39" y="270"/>
                </a:lnTo>
                <a:lnTo>
                  <a:pt x="38" y="270"/>
                </a:lnTo>
                <a:lnTo>
                  <a:pt x="38" y="269"/>
                </a:lnTo>
                <a:lnTo>
                  <a:pt x="38" y="268"/>
                </a:lnTo>
                <a:lnTo>
                  <a:pt x="37" y="268"/>
                </a:lnTo>
                <a:lnTo>
                  <a:pt x="36" y="268"/>
                </a:lnTo>
                <a:lnTo>
                  <a:pt x="35" y="268"/>
                </a:lnTo>
                <a:lnTo>
                  <a:pt x="35" y="271"/>
                </a:lnTo>
                <a:lnTo>
                  <a:pt x="33" y="270"/>
                </a:lnTo>
                <a:lnTo>
                  <a:pt x="32" y="270"/>
                </a:lnTo>
                <a:lnTo>
                  <a:pt x="31" y="270"/>
                </a:lnTo>
                <a:lnTo>
                  <a:pt x="31" y="271"/>
                </a:lnTo>
                <a:lnTo>
                  <a:pt x="30" y="272"/>
                </a:lnTo>
                <a:lnTo>
                  <a:pt x="30" y="273"/>
                </a:lnTo>
                <a:lnTo>
                  <a:pt x="30" y="274"/>
                </a:lnTo>
                <a:lnTo>
                  <a:pt x="30" y="275"/>
                </a:lnTo>
                <a:lnTo>
                  <a:pt x="31" y="276"/>
                </a:lnTo>
                <a:lnTo>
                  <a:pt x="31" y="277"/>
                </a:lnTo>
                <a:lnTo>
                  <a:pt x="31" y="278"/>
                </a:lnTo>
                <a:lnTo>
                  <a:pt x="31" y="279"/>
                </a:lnTo>
                <a:lnTo>
                  <a:pt x="31" y="280"/>
                </a:lnTo>
                <a:lnTo>
                  <a:pt x="31" y="281"/>
                </a:lnTo>
                <a:lnTo>
                  <a:pt x="32" y="282"/>
                </a:lnTo>
                <a:lnTo>
                  <a:pt x="32" y="283"/>
                </a:lnTo>
                <a:lnTo>
                  <a:pt x="32" y="284"/>
                </a:lnTo>
                <a:lnTo>
                  <a:pt x="31" y="284"/>
                </a:lnTo>
                <a:lnTo>
                  <a:pt x="31" y="286"/>
                </a:lnTo>
                <a:lnTo>
                  <a:pt x="30" y="286"/>
                </a:lnTo>
                <a:lnTo>
                  <a:pt x="30" y="287"/>
                </a:lnTo>
                <a:lnTo>
                  <a:pt x="29" y="287"/>
                </a:lnTo>
                <a:lnTo>
                  <a:pt x="28" y="286"/>
                </a:lnTo>
                <a:lnTo>
                  <a:pt x="27" y="286"/>
                </a:lnTo>
                <a:lnTo>
                  <a:pt x="27" y="284"/>
                </a:lnTo>
                <a:lnTo>
                  <a:pt x="26" y="283"/>
                </a:lnTo>
                <a:lnTo>
                  <a:pt x="26" y="282"/>
                </a:lnTo>
                <a:lnTo>
                  <a:pt x="25" y="282"/>
                </a:lnTo>
                <a:lnTo>
                  <a:pt x="24" y="281"/>
                </a:lnTo>
                <a:lnTo>
                  <a:pt x="24" y="280"/>
                </a:lnTo>
                <a:lnTo>
                  <a:pt x="23" y="280"/>
                </a:lnTo>
                <a:lnTo>
                  <a:pt x="23" y="279"/>
                </a:lnTo>
                <a:lnTo>
                  <a:pt x="22" y="279"/>
                </a:lnTo>
                <a:lnTo>
                  <a:pt x="21" y="279"/>
                </a:lnTo>
                <a:lnTo>
                  <a:pt x="20" y="279"/>
                </a:lnTo>
                <a:lnTo>
                  <a:pt x="19" y="278"/>
                </a:lnTo>
                <a:lnTo>
                  <a:pt x="19" y="277"/>
                </a:lnTo>
                <a:lnTo>
                  <a:pt x="20" y="277"/>
                </a:lnTo>
                <a:lnTo>
                  <a:pt x="20" y="276"/>
                </a:lnTo>
                <a:lnTo>
                  <a:pt x="20" y="275"/>
                </a:lnTo>
                <a:lnTo>
                  <a:pt x="21" y="275"/>
                </a:lnTo>
                <a:lnTo>
                  <a:pt x="20" y="275"/>
                </a:lnTo>
                <a:lnTo>
                  <a:pt x="20" y="274"/>
                </a:lnTo>
                <a:lnTo>
                  <a:pt x="20" y="273"/>
                </a:lnTo>
                <a:lnTo>
                  <a:pt x="19" y="273"/>
                </a:lnTo>
                <a:lnTo>
                  <a:pt x="18" y="273"/>
                </a:lnTo>
                <a:lnTo>
                  <a:pt x="17" y="272"/>
                </a:lnTo>
                <a:lnTo>
                  <a:pt x="16" y="272"/>
                </a:lnTo>
                <a:lnTo>
                  <a:pt x="16" y="273"/>
                </a:lnTo>
                <a:lnTo>
                  <a:pt x="15" y="273"/>
                </a:lnTo>
                <a:lnTo>
                  <a:pt x="15" y="272"/>
                </a:lnTo>
                <a:lnTo>
                  <a:pt x="15" y="271"/>
                </a:lnTo>
                <a:lnTo>
                  <a:pt x="14" y="271"/>
                </a:lnTo>
                <a:lnTo>
                  <a:pt x="14" y="270"/>
                </a:lnTo>
                <a:lnTo>
                  <a:pt x="14" y="269"/>
                </a:lnTo>
                <a:lnTo>
                  <a:pt x="14" y="268"/>
                </a:lnTo>
                <a:lnTo>
                  <a:pt x="14" y="267"/>
                </a:lnTo>
                <a:lnTo>
                  <a:pt x="14" y="266"/>
                </a:lnTo>
                <a:lnTo>
                  <a:pt x="13" y="266"/>
                </a:lnTo>
                <a:lnTo>
                  <a:pt x="12" y="265"/>
                </a:lnTo>
                <a:lnTo>
                  <a:pt x="11" y="264"/>
                </a:lnTo>
                <a:lnTo>
                  <a:pt x="11" y="263"/>
                </a:lnTo>
                <a:lnTo>
                  <a:pt x="11" y="262"/>
                </a:lnTo>
                <a:lnTo>
                  <a:pt x="11" y="261"/>
                </a:lnTo>
                <a:lnTo>
                  <a:pt x="12" y="260"/>
                </a:lnTo>
                <a:lnTo>
                  <a:pt x="11" y="260"/>
                </a:lnTo>
                <a:lnTo>
                  <a:pt x="11" y="259"/>
                </a:lnTo>
                <a:lnTo>
                  <a:pt x="10" y="259"/>
                </a:lnTo>
                <a:lnTo>
                  <a:pt x="10" y="258"/>
                </a:lnTo>
                <a:lnTo>
                  <a:pt x="9" y="258"/>
                </a:lnTo>
                <a:lnTo>
                  <a:pt x="9" y="259"/>
                </a:lnTo>
                <a:lnTo>
                  <a:pt x="9" y="258"/>
                </a:lnTo>
                <a:lnTo>
                  <a:pt x="8" y="258"/>
                </a:lnTo>
                <a:lnTo>
                  <a:pt x="8" y="257"/>
                </a:lnTo>
                <a:lnTo>
                  <a:pt x="8" y="256"/>
                </a:lnTo>
                <a:lnTo>
                  <a:pt x="8" y="255"/>
                </a:lnTo>
                <a:lnTo>
                  <a:pt x="8" y="254"/>
                </a:lnTo>
                <a:lnTo>
                  <a:pt x="7" y="253"/>
                </a:lnTo>
                <a:lnTo>
                  <a:pt x="7" y="252"/>
                </a:lnTo>
                <a:lnTo>
                  <a:pt x="7" y="251"/>
                </a:lnTo>
                <a:lnTo>
                  <a:pt x="6" y="251"/>
                </a:lnTo>
                <a:lnTo>
                  <a:pt x="6" y="250"/>
                </a:lnTo>
                <a:lnTo>
                  <a:pt x="6" y="248"/>
                </a:lnTo>
                <a:lnTo>
                  <a:pt x="7" y="246"/>
                </a:lnTo>
                <a:lnTo>
                  <a:pt x="6" y="246"/>
                </a:lnTo>
                <a:lnTo>
                  <a:pt x="6" y="245"/>
                </a:lnTo>
                <a:lnTo>
                  <a:pt x="5" y="245"/>
                </a:lnTo>
                <a:lnTo>
                  <a:pt x="4" y="244"/>
                </a:lnTo>
                <a:lnTo>
                  <a:pt x="3" y="244"/>
                </a:lnTo>
                <a:lnTo>
                  <a:pt x="3" y="245"/>
                </a:lnTo>
                <a:lnTo>
                  <a:pt x="2" y="245"/>
                </a:lnTo>
                <a:lnTo>
                  <a:pt x="1" y="245"/>
                </a:lnTo>
                <a:lnTo>
                  <a:pt x="0" y="245"/>
                </a:lnTo>
                <a:lnTo>
                  <a:pt x="0" y="244"/>
                </a:lnTo>
                <a:lnTo>
                  <a:pt x="1" y="244"/>
                </a:lnTo>
                <a:lnTo>
                  <a:pt x="2" y="244"/>
                </a:lnTo>
                <a:lnTo>
                  <a:pt x="3" y="244"/>
                </a:lnTo>
                <a:lnTo>
                  <a:pt x="3" y="243"/>
                </a:lnTo>
                <a:lnTo>
                  <a:pt x="4" y="243"/>
                </a:lnTo>
                <a:lnTo>
                  <a:pt x="5" y="243"/>
                </a:lnTo>
                <a:lnTo>
                  <a:pt x="5" y="242"/>
                </a:lnTo>
                <a:lnTo>
                  <a:pt x="6" y="241"/>
                </a:lnTo>
                <a:lnTo>
                  <a:pt x="6" y="239"/>
                </a:lnTo>
                <a:lnTo>
                  <a:pt x="6" y="238"/>
                </a:lnTo>
                <a:lnTo>
                  <a:pt x="7" y="237"/>
                </a:lnTo>
                <a:lnTo>
                  <a:pt x="8" y="236"/>
                </a:lnTo>
                <a:lnTo>
                  <a:pt x="8" y="235"/>
                </a:lnTo>
                <a:lnTo>
                  <a:pt x="8" y="234"/>
                </a:lnTo>
                <a:lnTo>
                  <a:pt x="8" y="233"/>
                </a:lnTo>
                <a:lnTo>
                  <a:pt x="9" y="233"/>
                </a:lnTo>
                <a:lnTo>
                  <a:pt x="10" y="233"/>
                </a:lnTo>
                <a:lnTo>
                  <a:pt x="11" y="233"/>
                </a:lnTo>
                <a:lnTo>
                  <a:pt x="13" y="233"/>
                </a:lnTo>
                <a:lnTo>
                  <a:pt x="13" y="234"/>
                </a:lnTo>
                <a:lnTo>
                  <a:pt x="14" y="234"/>
                </a:lnTo>
                <a:lnTo>
                  <a:pt x="14" y="235"/>
                </a:lnTo>
                <a:lnTo>
                  <a:pt x="15" y="235"/>
                </a:lnTo>
                <a:lnTo>
                  <a:pt x="16" y="235"/>
                </a:lnTo>
                <a:lnTo>
                  <a:pt x="17" y="235"/>
                </a:lnTo>
                <a:lnTo>
                  <a:pt x="17" y="236"/>
                </a:lnTo>
                <a:lnTo>
                  <a:pt x="17" y="237"/>
                </a:lnTo>
                <a:lnTo>
                  <a:pt x="18" y="238"/>
                </a:lnTo>
                <a:lnTo>
                  <a:pt x="20" y="240"/>
                </a:lnTo>
                <a:lnTo>
                  <a:pt x="21" y="242"/>
                </a:lnTo>
                <a:lnTo>
                  <a:pt x="22" y="242"/>
                </a:lnTo>
                <a:lnTo>
                  <a:pt x="24" y="242"/>
                </a:lnTo>
                <a:lnTo>
                  <a:pt x="25" y="243"/>
                </a:lnTo>
                <a:lnTo>
                  <a:pt x="27" y="243"/>
                </a:lnTo>
                <a:lnTo>
                  <a:pt x="28" y="243"/>
                </a:lnTo>
                <a:lnTo>
                  <a:pt x="29" y="243"/>
                </a:lnTo>
                <a:lnTo>
                  <a:pt x="30" y="244"/>
                </a:lnTo>
                <a:lnTo>
                  <a:pt x="29" y="245"/>
                </a:lnTo>
                <a:lnTo>
                  <a:pt x="29" y="246"/>
                </a:lnTo>
                <a:lnTo>
                  <a:pt x="30" y="246"/>
                </a:lnTo>
                <a:lnTo>
                  <a:pt x="30" y="247"/>
                </a:lnTo>
                <a:lnTo>
                  <a:pt x="31" y="247"/>
                </a:lnTo>
                <a:lnTo>
                  <a:pt x="32" y="247"/>
                </a:lnTo>
                <a:lnTo>
                  <a:pt x="34" y="247"/>
                </a:lnTo>
                <a:lnTo>
                  <a:pt x="35" y="247"/>
                </a:lnTo>
                <a:lnTo>
                  <a:pt x="35" y="246"/>
                </a:lnTo>
                <a:lnTo>
                  <a:pt x="35" y="244"/>
                </a:lnTo>
                <a:lnTo>
                  <a:pt x="36" y="243"/>
                </a:lnTo>
                <a:lnTo>
                  <a:pt x="37" y="242"/>
                </a:lnTo>
                <a:lnTo>
                  <a:pt x="39" y="242"/>
                </a:lnTo>
                <a:lnTo>
                  <a:pt x="40" y="242"/>
                </a:lnTo>
                <a:lnTo>
                  <a:pt x="41" y="242"/>
                </a:lnTo>
                <a:lnTo>
                  <a:pt x="41" y="241"/>
                </a:lnTo>
                <a:lnTo>
                  <a:pt x="42" y="241"/>
                </a:lnTo>
                <a:lnTo>
                  <a:pt x="43" y="241"/>
                </a:lnTo>
                <a:lnTo>
                  <a:pt x="44" y="241"/>
                </a:lnTo>
                <a:lnTo>
                  <a:pt x="45" y="240"/>
                </a:lnTo>
                <a:lnTo>
                  <a:pt x="46" y="240"/>
                </a:lnTo>
                <a:lnTo>
                  <a:pt x="46" y="239"/>
                </a:lnTo>
                <a:lnTo>
                  <a:pt x="47" y="239"/>
                </a:lnTo>
                <a:lnTo>
                  <a:pt x="47" y="238"/>
                </a:lnTo>
                <a:lnTo>
                  <a:pt x="48" y="237"/>
                </a:lnTo>
                <a:lnTo>
                  <a:pt x="48" y="236"/>
                </a:lnTo>
                <a:lnTo>
                  <a:pt x="48" y="235"/>
                </a:lnTo>
                <a:lnTo>
                  <a:pt x="48" y="234"/>
                </a:lnTo>
                <a:lnTo>
                  <a:pt x="49" y="233"/>
                </a:lnTo>
                <a:lnTo>
                  <a:pt x="49" y="232"/>
                </a:lnTo>
                <a:lnTo>
                  <a:pt x="50" y="232"/>
                </a:lnTo>
                <a:lnTo>
                  <a:pt x="51" y="231"/>
                </a:lnTo>
                <a:lnTo>
                  <a:pt x="52" y="231"/>
                </a:lnTo>
                <a:lnTo>
                  <a:pt x="53" y="230"/>
                </a:lnTo>
                <a:lnTo>
                  <a:pt x="54" y="230"/>
                </a:lnTo>
                <a:lnTo>
                  <a:pt x="56" y="230"/>
                </a:lnTo>
                <a:lnTo>
                  <a:pt x="56" y="229"/>
                </a:lnTo>
                <a:lnTo>
                  <a:pt x="57" y="229"/>
                </a:lnTo>
                <a:lnTo>
                  <a:pt x="58" y="229"/>
                </a:lnTo>
                <a:lnTo>
                  <a:pt x="59" y="229"/>
                </a:lnTo>
                <a:lnTo>
                  <a:pt x="60" y="228"/>
                </a:lnTo>
                <a:lnTo>
                  <a:pt x="62" y="228"/>
                </a:lnTo>
                <a:lnTo>
                  <a:pt x="64" y="228"/>
                </a:lnTo>
                <a:lnTo>
                  <a:pt x="64" y="227"/>
                </a:lnTo>
                <a:lnTo>
                  <a:pt x="66" y="226"/>
                </a:lnTo>
                <a:lnTo>
                  <a:pt x="67" y="226"/>
                </a:lnTo>
                <a:lnTo>
                  <a:pt x="68" y="226"/>
                </a:lnTo>
                <a:lnTo>
                  <a:pt x="69" y="226"/>
                </a:lnTo>
                <a:lnTo>
                  <a:pt x="69" y="225"/>
                </a:lnTo>
                <a:lnTo>
                  <a:pt x="68" y="225"/>
                </a:lnTo>
                <a:lnTo>
                  <a:pt x="68" y="224"/>
                </a:lnTo>
                <a:lnTo>
                  <a:pt x="68" y="223"/>
                </a:lnTo>
                <a:lnTo>
                  <a:pt x="68" y="222"/>
                </a:lnTo>
                <a:lnTo>
                  <a:pt x="68" y="221"/>
                </a:lnTo>
                <a:lnTo>
                  <a:pt x="69" y="221"/>
                </a:lnTo>
                <a:lnTo>
                  <a:pt x="69" y="220"/>
                </a:lnTo>
                <a:lnTo>
                  <a:pt x="69" y="218"/>
                </a:lnTo>
                <a:lnTo>
                  <a:pt x="69" y="217"/>
                </a:lnTo>
                <a:lnTo>
                  <a:pt x="69" y="216"/>
                </a:lnTo>
                <a:lnTo>
                  <a:pt x="69" y="215"/>
                </a:lnTo>
                <a:lnTo>
                  <a:pt x="70" y="214"/>
                </a:lnTo>
                <a:lnTo>
                  <a:pt x="71" y="214"/>
                </a:lnTo>
                <a:lnTo>
                  <a:pt x="71" y="213"/>
                </a:lnTo>
                <a:lnTo>
                  <a:pt x="72" y="213"/>
                </a:lnTo>
                <a:lnTo>
                  <a:pt x="73" y="212"/>
                </a:lnTo>
                <a:lnTo>
                  <a:pt x="73" y="211"/>
                </a:lnTo>
                <a:lnTo>
                  <a:pt x="73" y="210"/>
                </a:lnTo>
                <a:lnTo>
                  <a:pt x="74" y="209"/>
                </a:lnTo>
                <a:lnTo>
                  <a:pt x="75" y="208"/>
                </a:lnTo>
                <a:lnTo>
                  <a:pt x="76" y="207"/>
                </a:lnTo>
                <a:lnTo>
                  <a:pt x="77" y="206"/>
                </a:lnTo>
                <a:lnTo>
                  <a:pt x="78" y="206"/>
                </a:lnTo>
                <a:lnTo>
                  <a:pt x="79" y="206"/>
                </a:lnTo>
                <a:lnTo>
                  <a:pt x="79" y="205"/>
                </a:lnTo>
                <a:lnTo>
                  <a:pt x="80" y="204"/>
                </a:lnTo>
                <a:lnTo>
                  <a:pt x="80" y="203"/>
                </a:lnTo>
                <a:lnTo>
                  <a:pt x="81" y="203"/>
                </a:lnTo>
                <a:lnTo>
                  <a:pt x="82" y="203"/>
                </a:lnTo>
                <a:lnTo>
                  <a:pt x="82" y="204"/>
                </a:lnTo>
                <a:lnTo>
                  <a:pt x="83" y="204"/>
                </a:lnTo>
                <a:lnTo>
                  <a:pt x="84" y="203"/>
                </a:lnTo>
                <a:lnTo>
                  <a:pt x="84" y="202"/>
                </a:lnTo>
                <a:lnTo>
                  <a:pt x="85" y="201"/>
                </a:lnTo>
                <a:lnTo>
                  <a:pt x="85" y="200"/>
                </a:lnTo>
                <a:lnTo>
                  <a:pt x="86" y="200"/>
                </a:lnTo>
                <a:lnTo>
                  <a:pt x="87" y="200"/>
                </a:lnTo>
                <a:lnTo>
                  <a:pt x="87" y="199"/>
                </a:lnTo>
                <a:lnTo>
                  <a:pt x="88" y="199"/>
                </a:lnTo>
                <a:lnTo>
                  <a:pt x="89" y="199"/>
                </a:lnTo>
                <a:lnTo>
                  <a:pt x="90" y="199"/>
                </a:lnTo>
                <a:lnTo>
                  <a:pt x="90" y="200"/>
                </a:lnTo>
                <a:lnTo>
                  <a:pt x="89" y="200"/>
                </a:lnTo>
                <a:lnTo>
                  <a:pt x="89" y="201"/>
                </a:lnTo>
                <a:lnTo>
                  <a:pt x="90" y="201"/>
                </a:lnTo>
                <a:lnTo>
                  <a:pt x="92" y="201"/>
                </a:lnTo>
                <a:lnTo>
                  <a:pt x="92" y="202"/>
                </a:lnTo>
                <a:lnTo>
                  <a:pt x="92" y="203"/>
                </a:lnTo>
                <a:lnTo>
                  <a:pt x="93" y="203"/>
                </a:lnTo>
                <a:lnTo>
                  <a:pt x="94" y="203"/>
                </a:lnTo>
                <a:lnTo>
                  <a:pt x="95" y="203"/>
                </a:lnTo>
                <a:lnTo>
                  <a:pt x="95" y="204"/>
                </a:lnTo>
                <a:lnTo>
                  <a:pt x="95" y="205"/>
                </a:lnTo>
                <a:lnTo>
                  <a:pt x="94" y="205"/>
                </a:lnTo>
                <a:lnTo>
                  <a:pt x="94" y="206"/>
                </a:lnTo>
                <a:lnTo>
                  <a:pt x="95" y="206"/>
                </a:lnTo>
                <a:lnTo>
                  <a:pt x="95" y="207"/>
                </a:lnTo>
                <a:lnTo>
                  <a:pt x="95" y="208"/>
                </a:lnTo>
                <a:lnTo>
                  <a:pt x="96" y="208"/>
                </a:lnTo>
                <a:lnTo>
                  <a:pt x="97" y="208"/>
                </a:lnTo>
                <a:lnTo>
                  <a:pt x="98" y="208"/>
                </a:lnTo>
                <a:lnTo>
                  <a:pt x="99" y="208"/>
                </a:lnTo>
                <a:lnTo>
                  <a:pt x="100" y="208"/>
                </a:lnTo>
                <a:lnTo>
                  <a:pt x="101" y="208"/>
                </a:lnTo>
                <a:lnTo>
                  <a:pt x="102" y="208"/>
                </a:lnTo>
                <a:lnTo>
                  <a:pt x="103" y="208"/>
                </a:lnTo>
                <a:lnTo>
                  <a:pt x="104" y="208"/>
                </a:lnTo>
                <a:lnTo>
                  <a:pt x="104" y="207"/>
                </a:lnTo>
                <a:lnTo>
                  <a:pt x="105" y="206"/>
                </a:lnTo>
                <a:lnTo>
                  <a:pt x="106" y="206"/>
                </a:lnTo>
                <a:lnTo>
                  <a:pt x="107" y="206"/>
                </a:lnTo>
                <a:lnTo>
                  <a:pt x="108" y="206"/>
                </a:lnTo>
                <a:lnTo>
                  <a:pt x="109" y="206"/>
                </a:lnTo>
                <a:lnTo>
                  <a:pt x="110" y="206"/>
                </a:lnTo>
                <a:lnTo>
                  <a:pt x="111" y="206"/>
                </a:lnTo>
                <a:lnTo>
                  <a:pt x="112" y="207"/>
                </a:lnTo>
                <a:lnTo>
                  <a:pt x="113" y="207"/>
                </a:lnTo>
                <a:lnTo>
                  <a:pt x="114" y="207"/>
                </a:lnTo>
                <a:lnTo>
                  <a:pt x="115" y="208"/>
                </a:lnTo>
                <a:lnTo>
                  <a:pt x="116" y="208"/>
                </a:lnTo>
                <a:lnTo>
                  <a:pt x="117" y="209"/>
                </a:lnTo>
                <a:lnTo>
                  <a:pt x="117" y="210"/>
                </a:lnTo>
                <a:lnTo>
                  <a:pt x="117" y="211"/>
                </a:lnTo>
                <a:lnTo>
                  <a:pt x="117" y="212"/>
                </a:lnTo>
                <a:lnTo>
                  <a:pt x="117" y="213"/>
                </a:lnTo>
                <a:lnTo>
                  <a:pt x="118" y="213"/>
                </a:lnTo>
                <a:lnTo>
                  <a:pt x="118" y="214"/>
                </a:lnTo>
                <a:lnTo>
                  <a:pt x="118" y="215"/>
                </a:lnTo>
                <a:lnTo>
                  <a:pt x="118" y="216"/>
                </a:lnTo>
                <a:lnTo>
                  <a:pt x="119" y="216"/>
                </a:lnTo>
                <a:lnTo>
                  <a:pt x="119" y="217"/>
                </a:lnTo>
                <a:lnTo>
                  <a:pt x="120" y="217"/>
                </a:lnTo>
                <a:lnTo>
                  <a:pt x="120" y="218"/>
                </a:lnTo>
                <a:lnTo>
                  <a:pt x="121" y="218"/>
                </a:lnTo>
                <a:lnTo>
                  <a:pt x="121" y="219"/>
                </a:lnTo>
                <a:lnTo>
                  <a:pt x="122" y="219"/>
                </a:lnTo>
                <a:lnTo>
                  <a:pt x="122" y="220"/>
                </a:lnTo>
                <a:lnTo>
                  <a:pt x="122" y="222"/>
                </a:lnTo>
                <a:lnTo>
                  <a:pt x="122" y="223"/>
                </a:lnTo>
                <a:lnTo>
                  <a:pt x="123" y="223"/>
                </a:lnTo>
                <a:lnTo>
                  <a:pt x="124" y="223"/>
                </a:lnTo>
                <a:lnTo>
                  <a:pt x="125" y="223"/>
                </a:lnTo>
                <a:lnTo>
                  <a:pt x="125" y="224"/>
                </a:lnTo>
                <a:lnTo>
                  <a:pt x="126" y="224"/>
                </a:lnTo>
                <a:lnTo>
                  <a:pt x="127" y="224"/>
                </a:lnTo>
                <a:lnTo>
                  <a:pt x="128" y="224"/>
                </a:lnTo>
                <a:lnTo>
                  <a:pt x="129" y="224"/>
                </a:lnTo>
                <a:lnTo>
                  <a:pt x="132" y="224"/>
                </a:lnTo>
                <a:lnTo>
                  <a:pt x="132" y="223"/>
                </a:lnTo>
                <a:lnTo>
                  <a:pt x="133" y="223"/>
                </a:lnTo>
                <a:lnTo>
                  <a:pt x="134" y="223"/>
                </a:lnTo>
                <a:lnTo>
                  <a:pt x="135" y="223"/>
                </a:lnTo>
                <a:lnTo>
                  <a:pt x="136" y="224"/>
                </a:lnTo>
                <a:lnTo>
                  <a:pt x="136" y="225"/>
                </a:lnTo>
                <a:lnTo>
                  <a:pt x="136" y="226"/>
                </a:lnTo>
                <a:lnTo>
                  <a:pt x="137" y="226"/>
                </a:lnTo>
                <a:lnTo>
                  <a:pt x="137" y="227"/>
                </a:lnTo>
                <a:lnTo>
                  <a:pt x="138" y="227"/>
                </a:lnTo>
                <a:lnTo>
                  <a:pt x="139" y="227"/>
                </a:lnTo>
                <a:lnTo>
                  <a:pt x="140" y="227"/>
                </a:lnTo>
                <a:lnTo>
                  <a:pt x="140" y="228"/>
                </a:lnTo>
                <a:lnTo>
                  <a:pt x="142" y="228"/>
                </a:lnTo>
                <a:lnTo>
                  <a:pt x="142" y="227"/>
                </a:lnTo>
                <a:lnTo>
                  <a:pt x="143" y="227"/>
                </a:lnTo>
                <a:lnTo>
                  <a:pt x="144" y="227"/>
                </a:lnTo>
                <a:lnTo>
                  <a:pt x="145" y="227"/>
                </a:lnTo>
                <a:lnTo>
                  <a:pt x="145" y="228"/>
                </a:lnTo>
                <a:lnTo>
                  <a:pt x="146" y="228"/>
                </a:lnTo>
                <a:lnTo>
                  <a:pt x="147" y="228"/>
                </a:lnTo>
                <a:lnTo>
                  <a:pt x="148" y="228"/>
                </a:lnTo>
                <a:lnTo>
                  <a:pt x="148" y="229"/>
                </a:lnTo>
                <a:lnTo>
                  <a:pt x="149" y="229"/>
                </a:lnTo>
                <a:lnTo>
                  <a:pt x="149" y="230"/>
                </a:lnTo>
                <a:lnTo>
                  <a:pt x="150" y="230"/>
                </a:lnTo>
                <a:lnTo>
                  <a:pt x="150" y="231"/>
                </a:lnTo>
                <a:lnTo>
                  <a:pt x="151" y="231"/>
                </a:lnTo>
                <a:lnTo>
                  <a:pt x="152" y="231"/>
                </a:lnTo>
                <a:lnTo>
                  <a:pt x="152" y="232"/>
                </a:lnTo>
                <a:lnTo>
                  <a:pt x="153" y="232"/>
                </a:lnTo>
                <a:lnTo>
                  <a:pt x="153" y="233"/>
                </a:lnTo>
                <a:lnTo>
                  <a:pt x="154" y="233"/>
                </a:lnTo>
                <a:lnTo>
                  <a:pt x="154" y="234"/>
                </a:lnTo>
                <a:lnTo>
                  <a:pt x="155" y="234"/>
                </a:lnTo>
                <a:lnTo>
                  <a:pt x="155" y="235"/>
                </a:lnTo>
                <a:lnTo>
                  <a:pt x="156" y="235"/>
                </a:lnTo>
                <a:lnTo>
                  <a:pt x="157" y="235"/>
                </a:lnTo>
                <a:lnTo>
                  <a:pt x="157" y="236"/>
                </a:lnTo>
                <a:lnTo>
                  <a:pt x="158" y="236"/>
                </a:lnTo>
                <a:lnTo>
                  <a:pt x="159" y="236"/>
                </a:lnTo>
                <a:lnTo>
                  <a:pt x="161" y="236"/>
                </a:lnTo>
                <a:lnTo>
                  <a:pt x="162" y="236"/>
                </a:lnTo>
                <a:lnTo>
                  <a:pt x="163" y="235"/>
                </a:lnTo>
                <a:lnTo>
                  <a:pt x="164" y="235"/>
                </a:lnTo>
                <a:lnTo>
                  <a:pt x="165" y="235"/>
                </a:lnTo>
                <a:lnTo>
                  <a:pt x="165" y="234"/>
                </a:lnTo>
                <a:lnTo>
                  <a:pt x="165" y="233"/>
                </a:lnTo>
                <a:lnTo>
                  <a:pt x="166" y="233"/>
                </a:lnTo>
                <a:lnTo>
                  <a:pt x="167" y="233"/>
                </a:lnTo>
                <a:lnTo>
                  <a:pt x="168" y="233"/>
                </a:lnTo>
                <a:lnTo>
                  <a:pt x="168" y="234"/>
                </a:lnTo>
                <a:lnTo>
                  <a:pt x="169" y="234"/>
                </a:lnTo>
                <a:lnTo>
                  <a:pt x="170" y="233"/>
                </a:lnTo>
                <a:lnTo>
                  <a:pt x="172" y="233"/>
                </a:lnTo>
                <a:lnTo>
                  <a:pt x="173" y="233"/>
                </a:lnTo>
                <a:lnTo>
                  <a:pt x="174" y="233"/>
                </a:lnTo>
                <a:lnTo>
                  <a:pt x="175" y="233"/>
                </a:lnTo>
                <a:lnTo>
                  <a:pt x="175" y="234"/>
                </a:lnTo>
                <a:lnTo>
                  <a:pt x="175" y="236"/>
                </a:lnTo>
                <a:lnTo>
                  <a:pt x="176" y="236"/>
                </a:lnTo>
                <a:lnTo>
                  <a:pt x="176" y="237"/>
                </a:lnTo>
                <a:lnTo>
                  <a:pt x="176" y="238"/>
                </a:lnTo>
                <a:lnTo>
                  <a:pt x="177" y="239"/>
                </a:lnTo>
                <a:lnTo>
                  <a:pt x="178" y="240"/>
                </a:lnTo>
                <a:lnTo>
                  <a:pt x="179" y="240"/>
                </a:lnTo>
                <a:lnTo>
                  <a:pt x="179" y="241"/>
                </a:lnTo>
                <a:lnTo>
                  <a:pt x="180" y="241"/>
                </a:lnTo>
                <a:lnTo>
                  <a:pt x="180" y="242"/>
                </a:lnTo>
                <a:lnTo>
                  <a:pt x="180" y="243"/>
                </a:lnTo>
                <a:lnTo>
                  <a:pt x="181" y="243"/>
                </a:lnTo>
                <a:lnTo>
                  <a:pt x="182" y="243"/>
                </a:lnTo>
                <a:lnTo>
                  <a:pt x="182" y="244"/>
                </a:lnTo>
                <a:lnTo>
                  <a:pt x="183" y="244"/>
                </a:lnTo>
                <a:lnTo>
                  <a:pt x="183" y="245"/>
                </a:lnTo>
                <a:lnTo>
                  <a:pt x="184" y="245"/>
                </a:lnTo>
                <a:lnTo>
                  <a:pt x="185" y="245"/>
                </a:lnTo>
                <a:lnTo>
                  <a:pt x="185" y="244"/>
                </a:lnTo>
                <a:lnTo>
                  <a:pt x="185" y="243"/>
                </a:lnTo>
                <a:lnTo>
                  <a:pt x="186" y="243"/>
                </a:lnTo>
                <a:lnTo>
                  <a:pt x="186" y="242"/>
                </a:lnTo>
                <a:lnTo>
                  <a:pt x="187" y="241"/>
                </a:lnTo>
                <a:lnTo>
                  <a:pt x="187" y="240"/>
                </a:lnTo>
                <a:lnTo>
                  <a:pt x="187" y="239"/>
                </a:lnTo>
                <a:lnTo>
                  <a:pt x="188" y="238"/>
                </a:lnTo>
                <a:lnTo>
                  <a:pt x="188" y="237"/>
                </a:lnTo>
                <a:lnTo>
                  <a:pt x="189" y="237"/>
                </a:lnTo>
                <a:lnTo>
                  <a:pt x="190" y="237"/>
                </a:lnTo>
                <a:lnTo>
                  <a:pt x="190" y="236"/>
                </a:lnTo>
                <a:lnTo>
                  <a:pt x="191" y="236"/>
                </a:lnTo>
                <a:lnTo>
                  <a:pt x="192" y="236"/>
                </a:lnTo>
                <a:lnTo>
                  <a:pt x="192" y="235"/>
                </a:lnTo>
                <a:lnTo>
                  <a:pt x="193" y="235"/>
                </a:lnTo>
                <a:lnTo>
                  <a:pt x="194" y="235"/>
                </a:lnTo>
                <a:lnTo>
                  <a:pt x="195" y="235"/>
                </a:lnTo>
                <a:lnTo>
                  <a:pt x="195" y="234"/>
                </a:lnTo>
                <a:lnTo>
                  <a:pt x="195" y="233"/>
                </a:lnTo>
                <a:lnTo>
                  <a:pt x="196" y="233"/>
                </a:lnTo>
                <a:lnTo>
                  <a:pt x="197" y="233"/>
                </a:lnTo>
                <a:lnTo>
                  <a:pt x="197" y="232"/>
                </a:lnTo>
                <a:lnTo>
                  <a:pt x="198" y="232"/>
                </a:lnTo>
                <a:lnTo>
                  <a:pt x="198" y="231"/>
                </a:lnTo>
                <a:lnTo>
                  <a:pt x="198" y="230"/>
                </a:lnTo>
                <a:lnTo>
                  <a:pt x="198" y="229"/>
                </a:lnTo>
                <a:lnTo>
                  <a:pt x="199" y="228"/>
                </a:lnTo>
                <a:lnTo>
                  <a:pt x="200" y="228"/>
                </a:lnTo>
                <a:lnTo>
                  <a:pt x="200" y="229"/>
                </a:lnTo>
                <a:lnTo>
                  <a:pt x="201" y="229"/>
                </a:lnTo>
                <a:lnTo>
                  <a:pt x="202" y="228"/>
                </a:lnTo>
                <a:lnTo>
                  <a:pt x="202" y="227"/>
                </a:lnTo>
                <a:lnTo>
                  <a:pt x="202" y="226"/>
                </a:lnTo>
                <a:lnTo>
                  <a:pt x="203" y="226"/>
                </a:lnTo>
                <a:lnTo>
                  <a:pt x="203" y="225"/>
                </a:lnTo>
                <a:lnTo>
                  <a:pt x="203" y="224"/>
                </a:lnTo>
                <a:lnTo>
                  <a:pt x="203" y="223"/>
                </a:lnTo>
                <a:lnTo>
                  <a:pt x="204" y="223"/>
                </a:lnTo>
                <a:lnTo>
                  <a:pt x="204" y="222"/>
                </a:lnTo>
                <a:lnTo>
                  <a:pt x="205" y="221"/>
                </a:lnTo>
                <a:lnTo>
                  <a:pt x="205" y="220"/>
                </a:lnTo>
                <a:lnTo>
                  <a:pt x="205" y="219"/>
                </a:lnTo>
                <a:lnTo>
                  <a:pt x="205" y="218"/>
                </a:lnTo>
                <a:lnTo>
                  <a:pt x="205" y="217"/>
                </a:lnTo>
                <a:lnTo>
                  <a:pt x="206" y="217"/>
                </a:lnTo>
                <a:lnTo>
                  <a:pt x="205" y="216"/>
                </a:lnTo>
                <a:lnTo>
                  <a:pt x="205" y="215"/>
                </a:lnTo>
                <a:lnTo>
                  <a:pt x="204" y="214"/>
                </a:lnTo>
                <a:lnTo>
                  <a:pt x="204" y="213"/>
                </a:lnTo>
                <a:lnTo>
                  <a:pt x="204" y="212"/>
                </a:lnTo>
                <a:lnTo>
                  <a:pt x="204" y="211"/>
                </a:lnTo>
                <a:lnTo>
                  <a:pt x="203" y="211"/>
                </a:lnTo>
                <a:lnTo>
                  <a:pt x="203" y="210"/>
                </a:lnTo>
                <a:lnTo>
                  <a:pt x="202" y="210"/>
                </a:lnTo>
                <a:lnTo>
                  <a:pt x="202" y="209"/>
                </a:lnTo>
                <a:lnTo>
                  <a:pt x="201" y="208"/>
                </a:lnTo>
                <a:lnTo>
                  <a:pt x="201" y="207"/>
                </a:lnTo>
                <a:lnTo>
                  <a:pt x="201" y="206"/>
                </a:lnTo>
                <a:lnTo>
                  <a:pt x="200" y="206"/>
                </a:lnTo>
                <a:lnTo>
                  <a:pt x="200" y="205"/>
                </a:lnTo>
                <a:lnTo>
                  <a:pt x="199" y="205"/>
                </a:lnTo>
                <a:lnTo>
                  <a:pt x="199" y="204"/>
                </a:lnTo>
                <a:lnTo>
                  <a:pt x="198" y="204"/>
                </a:lnTo>
                <a:lnTo>
                  <a:pt x="199" y="203"/>
                </a:lnTo>
                <a:lnTo>
                  <a:pt x="200" y="203"/>
                </a:lnTo>
                <a:lnTo>
                  <a:pt x="201" y="203"/>
                </a:lnTo>
                <a:lnTo>
                  <a:pt x="202" y="203"/>
                </a:lnTo>
                <a:lnTo>
                  <a:pt x="202" y="204"/>
                </a:lnTo>
                <a:lnTo>
                  <a:pt x="203" y="204"/>
                </a:lnTo>
                <a:lnTo>
                  <a:pt x="204" y="204"/>
                </a:lnTo>
                <a:lnTo>
                  <a:pt x="204" y="203"/>
                </a:lnTo>
                <a:lnTo>
                  <a:pt x="204" y="202"/>
                </a:lnTo>
                <a:lnTo>
                  <a:pt x="205" y="202"/>
                </a:lnTo>
                <a:lnTo>
                  <a:pt x="205" y="201"/>
                </a:lnTo>
                <a:lnTo>
                  <a:pt x="206" y="201"/>
                </a:lnTo>
                <a:lnTo>
                  <a:pt x="206" y="200"/>
                </a:lnTo>
                <a:lnTo>
                  <a:pt x="208" y="200"/>
                </a:lnTo>
                <a:lnTo>
                  <a:pt x="209" y="201"/>
                </a:lnTo>
                <a:lnTo>
                  <a:pt x="210" y="201"/>
                </a:lnTo>
                <a:lnTo>
                  <a:pt x="210" y="202"/>
                </a:lnTo>
                <a:lnTo>
                  <a:pt x="211" y="202"/>
                </a:lnTo>
                <a:lnTo>
                  <a:pt x="211" y="201"/>
                </a:lnTo>
                <a:lnTo>
                  <a:pt x="212" y="201"/>
                </a:lnTo>
                <a:lnTo>
                  <a:pt x="212" y="200"/>
                </a:lnTo>
                <a:lnTo>
                  <a:pt x="214" y="200"/>
                </a:lnTo>
                <a:lnTo>
                  <a:pt x="215" y="201"/>
                </a:lnTo>
                <a:lnTo>
                  <a:pt x="217" y="201"/>
                </a:lnTo>
                <a:lnTo>
                  <a:pt x="218" y="200"/>
                </a:lnTo>
                <a:lnTo>
                  <a:pt x="219" y="200"/>
                </a:lnTo>
                <a:lnTo>
                  <a:pt x="220" y="199"/>
                </a:lnTo>
                <a:lnTo>
                  <a:pt x="221" y="199"/>
                </a:lnTo>
                <a:lnTo>
                  <a:pt x="222" y="199"/>
                </a:lnTo>
                <a:lnTo>
                  <a:pt x="223" y="199"/>
                </a:lnTo>
                <a:lnTo>
                  <a:pt x="223" y="198"/>
                </a:lnTo>
                <a:lnTo>
                  <a:pt x="224" y="198"/>
                </a:lnTo>
                <a:lnTo>
                  <a:pt x="225" y="198"/>
                </a:lnTo>
                <a:lnTo>
                  <a:pt x="225" y="197"/>
                </a:lnTo>
                <a:lnTo>
                  <a:pt x="226" y="197"/>
                </a:lnTo>
                <a:lnTo>
                  <a:pt x="228" y="197"/>
                </a:lnTo>
                <a:lnTo>
                  <a:pt x="229" y="197"/>
                </a:lnTo>
                <a:lnTo>
                  <a:pt x="229" y="196"/>
                </a:lnTo>
                <a:lnTo>
                  <a:pt x="230" y="196"/>
                </a:lnTo>
                <a:lnTo>
                  <a:pt x="231" y="195"/>
                </a:lnTo>
                <a:lnTo>
                  <a:pt x="232" y="195"/>
                </a:lnTo>
                <a:lnTo>
                  <a:pt x="233" y="195"/>
                </a:lnTo>
                <a:lnTo>
                  <a:pt x="233" y="194"/>
                </a:lnTo>
                <a:lnTo>
                  <a:pt x="233" y="193"/>
                </a:lnTo>
                <a:lnTo>
                  <a:pt x="234" y="193"/>
                </a:lnTo>
                <a:lnTo>
                  <a:pt x="235" y="192"/>
                </a:lnTo>
                <a:lnTo>
                  <a:pt x="236" y="192"/>
                </a:lnTo>
                <a:lnTo>
                  <a:pt x="237" y="192"/>
                </a:lnTo>
                <a:lnTo>
                  <a:pt x="239" y="191"/>
                </a:lnTo>
                <a:lnTo>
                  <a:pt x="240" y="191"/>
                </a:lnTo>
                <a:lnTo>
                  <a:pt x="241" y="191"/>
                </a:lnTo>
                <a:lnTo>
                  <a:pt x="242" y="190"/>
                </a:lnTo>
                <a:lnTo>
                  <a:pt x="242" y="189"/>
                </a:lnTo>
                <a:lnTo>
                  <a:pt x="243" y="188"/>
                </a:lnTo>
                <a:lnTo>
                  <a:pt x="244" y="187"/>
                </a:lnTo>
                <a:lnTo>
                  <a:pt x="245" y="187"/>
                </a:lnTo>
                <a:lnTo>
                  <a:pt x="246" y="186"/>
                </a:lnTo>
                <a:lnTo>
                  <a:pt x="247" y="186"/>
                </a:lnTo>
                <a:lnTo>
                  <a:pt x="248" y="186"/>
                </a:lnTo>
                <a:lnTo>
                  <a:pt x="249" y="186"/>
                </a:lnTo>
                <a:lnTo>
                  <a:pt x="250" y="186"/>
                </a:lnTo>
                <a:lnTo>
                  <a:pt x="250" y="185"/>
                </a:lnTo>
                <a:lnTo>
                  <a:pt x="250" y="184"/>
                </a:lnTo>
                <a:lnTo>
                  <a:pt x="251" y="184"/>
                </a:lnTo>
                <a:lnTo>
                  <a:pt x="251" y="183"/>
                </a:lnTo>
                <a:lnTo>
                  <a:pt x="252" y="183"/>
                </a:lnTo>
                <a:lnTo>
                  <a:pt x="253" y="183"/>
                </a:lnTo>
                <a:lnTo>
                  <a:pt x="253" y="182"/>
                </a:lnTo>
                <a:lnTo>
                  <a:pt x="254" y="182"/>
                </a:lnTo>
                <a:lnTo>
                  <a:pt x="254" y="181"/>
                </a:lnTo>
                <a:lnTo>
                  <a:pt x="255" y="181"/>
                </a:lnTo>
                <a:lnTo>
                  <a:pt x="255" y="180"/>
                </a:lnTo>
                <a:lnTo>
                  <a:pt x="256" y="180"/>
                </a:lnTo>
                <a:lnTo>
                  <a:pt x="256" y="179"/>
                </a:lnTo>
                <a:lnTo>
                  <a:pt x="256" y="178"/>
                </a:lnTo>
                <a:lnTo>
                  <a:pt x="256" y="177"/>
                </a:lnTo>
                <a:lnTo>
                  <a:pt x="256" y="176"/>
                </a:lnTo>
                <a:lnTo>
                  <a:pt x="257" y="176"/>
                </a:lnTo>
                <a:lnTo>
                  <a:pt x="257" y="175"/>
                </a:lnTo>
                <a:lnTo>
                  <a:pt x="259" y="175"/>
                </a:lnTo>
                <a:lnTo>
                  <a:pt x="260" y="175"/>
                </a:lnTo>
                <a:lnTo>
                  <a:pt x="260" y="174"/>
                </a:lnTo>
                <a:lnTo>
                  <a:pt x="261" y="174"/>
                </a:lnTo>
                <a:lnTo>
                  <a:pt x="262" y="174"/>
                </a:lnTo>
                <a:lnTo>
                  <a:pt x="263" y="174"/>
                </a:lnTo>
                <a:lnTo>
                  <a:pt x="264" y="175"/>
                </a:lnTo>
                <a:lnTo>
                  <a:pt x="264" y="176"/>
                </a:lnTo>
                <a:lnTo>
                  <a:pt x="265" y="176"/>
                </a:lnTo>
                <a:lnTo>
                  <a:pt x="266" y="176"/>
                </a:lnTo>
                <a:lnTo>
                  <a:pt x="267" y="176"/>
                </a:lnTo>
                <a:lnTo>
                  <a:pt x="267" y="175"/>
                </a:lnTo>
                <a:lnTo>
                  <a:pt x="268" y="175"/>
                </a:lnTo>
                <a:lnTo>
                  <a:pt x="268" y="174"/>
                </a:lnTo>
                <a:lnTo>
                  <a:pt x="269" y="174"/>
                </a:lnTo>
                <a:lnTo>
                  <a:pt x="270" y="173"/>
                </a:lnTo>
                <a:lnTo>
                  <a:pt x="271" y="173"/>
                </a:lnTo>
                <a:lnTo>
                  <a:pt x="272" y="174"/>
                </a:lnTo>
                <a:lnTo>
                  <a:pt x="272" y="175"/>
                </a:lnTo>
                <a:lnTo>
                  <a:pt x="273" y="175"/>
                </a:lnTo>
                <a:lnTo>
                  <a:pt x="274" y="175"/>
                </a:lnTo>
                <a:lnTo>
                  <a:pt x="275" y="175"/>
                </a:lnTo>
                <a:lnTo>
                  <a:pt x="276" y="174"/>
                </a:lnTo>
                <a:lnTo>
                  <a:pt x="277" y="174"/>
                </a:lnTo>
                <a:lnTo>
                  <a:pt x="278" y="174"/>
                </a:lnTo>
                <a:lnTo>
                  <a:pt x="279" y="173"/>
                </a:lnTo>
                <a:lnTo>
                  <a:pt x="280" y="173"/>
                </a:lnTo>
                <a:lnTo>
                  <a:pt x="281" y="173"/>
                </a:lnTo>
                <a:lnTo>
                  <a:pt x="282" y="173"/>
                </a:lnTo>
                <a:lnTo>
                  <a:pt x="283" y="173"/>
                </a:lnTo>
                <a:lnTo>
                  <a:pt x="284" y="173"/>
                </a:lnTo>
                <a:lnTo>
                  <a:pt x="285" y="173"/>
                </a:lnTo>
                <a:lnTo>
                  <a:pt x="286" y="172"/>
                </a:lnTo>
                <a:lnTo>
                  <a:pt x="286" y="168"/>
                </a:lnTo>
                <a:lnTo>
                  <a:pt x="286" y="167"/>
                </a:lnTo>
                <a:lnTo>
                  <a:pt x="287" y="166"/>
                </a:lnTo>
                <a:lnTo>
                  <a:pt x="287" y="165"/>
                </a:lnTo>
                <a:lnTo>
                  <a:pt x="288" y="165"/>
                </a:lnTo>
                <a:lnTo>
                  <a:pt x="289" y="164"/>
                </a:lnTo>
                <a:lnTo>
                  <a:pt x="290" y="164"/>
                </a:lnTo>
                <a:lnTo>
                  <a:pt x="291" y="164"/>
                </a:lnTo>
                <a:lnTo>
                  <a:pt x="291" y="165"/>
                </a:lnTo>
                <a:lnTo>
                  <a:pt x="292" y="165"/>
                </a:lnTo>
                <a:lnTo>
                  <a:pt x="293" y="165"/>
                </a:lnTo>
                <a:lnTo>
                  <a:pt x="294" y="166"/>
                </a:lnTo>
                <a:lnTo>
                  <a:pt x="295" y="166"/>
                </a:lnTo>
                <a:lnTo>
                  <a:pt x="296" y="166"/>
                </a:lnTo>
                <a:lnTo>
                  <a:pt x="297" y="165"/>
                </a:lnTo>
                <a:lnTo>
                  <a:pt x="296" y="164"/>
                </a:lnTo>
                <a:lnTo>
                  <a:pt x="296" y="163"/>
                </a:lnTo>
                <a:lnTo>
                  <a:pt x="296" y="162"/>
                </a:lnTo>
                <a:lnTo>
                  <a:pt x="297" y="162"/>
                </a:lnTo>
                <a:lnTo>
                  <a:pt x="298" y="162"/>
                </a:lnTo>
                <a:lnTo>
                  <a:pt x="298" y="161"/>
                </a:lnTo>
                <a:lnTo>
                  <a:pt x="299" y="161"/>
                </a:lnTo>
                <a:lnTo>
                  <a:pt x="299" y="160"/>
                </a:lnTo>
                <a:lnTo>
                  <a:pt x="299" y="159"/>
                </a:lnTo>
                <a:lnTo>
                  <a:pt x="298" y="159"/>
                </a:lnTo>
                <a:lnTo>
                  <a:pt x="299" y="158"/>
                </a:lnTo>
                <a:lnTo>
                  <a:pt x="298" y="158"/>
                </a:lnTo>
                <a:lnTo>
                  <a:pt x="298" y="157"/>
                </a:lnTo>
                <a:lnTo>
                  <a:pt x="298" y="156"/>
                </a:lnTo>
                <a:lnTo>
                  <a:pt x="298" y="155"/>
                </a:lnTo>
                <a:lnTo>
                  <a:pt x="298" y="154"/>
                </a:lnTo>
                <a:lnTo>
                  <a:pt x="298" y="153"/>
                </a:lnTo>
                <a:lnTo>
                  <a:pt x="299" y="152"/>
                </a:lnTo>
                <a:lnTo>
                  <a:pt x="299" y="151"/>
                </a:lnTo>
                <a:lnTo>
                  <a:pt x="298" y="151"/>
                </a:lnTo>
                <a:lnTo>
                  <a:pt x="298" y="150"/>
                </a:lnTo>
                <a:lnTo>
                  <a:pt x="296" y="150"/>
                </a:lnTo>
                <a:lnTo>
                  <a:pt x="295" y="149"/>
                </a:lnTo>
                <a:lnTo>
                  <a:pt x="295" y="148"/>
                </a:lnTo>
                <a:lnTo>
                  <a:pt x="295" y="147"/>
                </a:lnTo>
                <a:lnTo>
                  <a:pt x="295" y="146"/>
                </a:lnTo>
                <a:lnTo>
                  <a:pt x="294" y="146"/>
                </a:lnTo>
                <a:lnTo>
                  <a:pt x="294" y="145"/>
                </a:lnTo>
                <a:lnTo>
                  <a:pt x="294" y="144"/>
                </a:lnTo>
                <a:lnTo>
                  <a:pt x="293" y="144"/>
                </a:lnTo>
                <a:lnTo>
                  <a:pt x="293" y="143"/>
                </a:lnTo>
                <a:lnTo>
                  <a:pt x="293" y="142"/>
                </a:lnTo>
                <a:lnTo>
                  <a:pt x="293" y="141"/>
                </a:lnTo>
                <a:lnTo>
                  <a:pt x="293" y="140"/>
                </a:lnTo>
                <a:lnTo>
                  <a:pt x="293" y="139"/>
                </a:lnTo>
                <a:lnTo>
                  <a:pt x="295" y="139"/>
                </a:lnTo>
                <a:lnTo>
                  <a:pt x="296" y="139"/>
                </a:lnTo>
                <a:lnTo>
                  <a:pt x="297" y="139"/>
                </a:lnTo>
                <a:lnTo>
                  <a:pt x="297" y="138"/>
                </a:lnTo>
                <a:lnTo>
                  <a:pt x="297" y="137"/>
                </a:lnTo>
                <a:lnTo>
                  <a:pt x="297" y="136"/>
                </a:lnTo>
                <a:lnTo>
                  <a:pt x="298" y="135"/>
                </a:lnTo>
                <a:lnTo>
                  <a:pt x="298" y="134"/>
                </a:lnTo>
                <a:lnTo>
                  <a:pt x="298" y="133"/>
                </a:lnTo>
                <a:lnTo>
                  <a:pt x="299" y="132"/>
                </a:lnTo>
                <a:lnTo>
                  <a:pt x="300" y="132"/>
                </a:lnTo>
                <a:lnTo>
                  <a:pt x="301" y="132"/>
                </a:lnTo>
                <a:lnTo>
                  <a:pt x="302" y="132"/>
                </a:lnTo>
                <a:lnTo>
                  <a:pt x="303" y="132"/>
                </a:lnTo>
                <a:lnTo>
                  <a:pt x="304" y="131"/>
                </a:lnTo>
                <a:lnTo>
                  <a:pt x="305" y="130"/>
                </a:lnTo>
                <a:lnTo>
                  <a:pt x="305" y="129"/>
                </a:lnTo>
                <a:lnTo>
                  <a:pt x="305" y="128"/>
                </a:lnTo>
                <a:lnTo>
                  <a:pt x="304" y="128"/>
                </a:lnTo>
                <a:lnTo>
                  <a:pt x="304" y="127"/>
                </a:lnTo>
                <a:lnTo>
                  <a:pt x="304" y="126"/>
                </a:lnTo>
                <a:lnTo>
                  <a:pt x="304" y="125"/>
                </a:lnTo>
                <a:lnTo>
                  <a:pt x="305" y="125"/>
                </a:lnTo>
                <a:lnTo>
                  <a:pt x="305" y="124"/>
                </a:lnTo>
                <a:lnTo>
                  <a:pt x="306" y="123"/>
                </a:lnTo>
                <a:lnTo>
                  <a:pt x="307" y="123"/>
                </a:lnTo>
                <a:lnTo>
                  <a:pt x="308" y="123"/>
                </a:lnTo>
                <a:lnTo>
                  <a:pt x="309" y="123"/>
                </a:lnTo>
                <a:lnTo>
                  <a:pt x="310" y="123"/>
                </a:lnTo>
                <a:lnTo>
                  <a:pt x="310" y="124"/>
                </a:lnTo>
                <a:lnTo>
                  <a:pt x="311" y="124"/>
                </a:lnTo>
                <a:lnTo>
                  <a:pt x="312" y="123"/>
                </a:lnTo>
                <a:lnTo>
                  <a:pt x="313" y="124"/>
                </a:lnTo>
                <a:lnTo>
                  <a:pt x="313" y="123"/>
                </a:lnTo>
                <a:lnTo>
                  <a:pt x="314" y="123"/>
                </a:lnTo>
                <a:lnTo>
                  <a:pt x="316" y="122"/>
                </a:lnTo>
                <a:lnTo>
                  <a:pt x="317" y="122"/>
                </a:lnTo>
                <a:lnTo>
                  <a:pt x="318" y="122"/>
                </a:lnTo>
                <a:lnTo>
                  <a:pt x="318" y="121"/>
                </a:lnTo>
                <a:lnTo>
                  <a:pt x="318" y="119"/>
                </a:lnTo>
                <a:lnTo>
                  <a:pt x="319" y="119"/>
                </a:lnTo>
                <a:lnTo>
                  <a:pt x="320" y="119"/>
                </a:lnTo>
                <a:lnTo>
                  <a:pt x="320" y="118"/>
                </a:lnTo>
                <a:lnTo>
                  <a:pt x="320" y="117"/>
                </a:lnTo>
                <a:lnTo>
                  <a:pt x="321" y="118"/>
                </a:lnTo>
                <a:lnTo>
                  <a:pt x="322" y="118"/>
                </a:lnTo>
                <a:lnTo>
                  <a:pt x="322" y="119"/>
                </a:lnTo>
                <a:lnTo>
                  <a:pt x="323" y="119"/>
                </a:lnTo>
                <a:lnTo>
                  <a:pt x="324" y="119"/>
                </a:lnTo>
                <a:lnTo>
                  <a:pt x="324" y="120"/>
                </a:lnTo>
                <a:lnTo>
                  <a:pt x="323" y="121"/>
                </a:lnTo>
                <a:lnTo>
                  <a:pt x="323" y="122"/>
                </a:lnTo>
                <a:lnTo>
                  <a:pt x="323" y="123"/>
                </a:lnTo>
                <a:lnTo>
                  <a:pt x="323" y="124"/>
                </a:lnTo>
                <a:lnTo>
                  <a:pt x="323" y="125"/>
                </a:lnTo>
                <a:lnTo>
                  <a:pt x="324" y="125"/>
                </a:lnTo>
                <a:lnTo>
                  <a:pt x="325" y="126"/>
                </a:lnTo>
                <a:lnTo>
                  <a:pt x="327" y="126"/>
                </a:lnTo>
                <a:lnTo>
                  <a:pt x="329" y="127"/>
                </a:lnTo>
                <a:lnTo>
                  <a:pt x="330" y="129"/>
                </a:lnTo>
                <a:lnTo>
                  <a:pt x="331" y="129"/>
                </a:lnTo>
                <a:lnTo>
                  <a:pt x="331" y="130"/>
                </a:lnTo>
                <a:lnTo>
                  <a:pt x="332" y="130"/>
                </a:lnTo>
                <a:lnTo>
                  <a:pt x="332" y="131"/>
                </a:lnTo>
                <a:lnTo>
                  <a:pt x="333" y="131"/>
                </a:lnTo>
                <a:lnTo>
                  <a:pt x="334" y="131"/>
                </a:lnTo>
                <a:lnTo>
                  <a:pt x="335" y="131"/>
                </a:lnTo>
                <a:lnTo>
                  <a:pt x="335" y="132"/>
                </a:lnTo>
                <a:lnTo>
                  <a:pt x="334" y="132"/>
                </a:lnTo>
                <a:lnTo>
                  <a:pt x="334" y="134"/>
                </a:lnTo>
                <a:lnTo>
                  <a:pt x="335" y="134"/>
                </a:lnTo>
                <a:lnTo>
                  <a:pt x="335" y="135"/>
                </a:lnTo>
                <a:lnTo>
                  <a:pt x="335" y="136"/>
                </a:lnTo>
                <a:lnTo>
                  <a:pt x="336" y="136"/>
                </a:lnTo>
                <a:lnTo>
                  <a:pt x="335" y="137"/>
                </a:lnTo>
                <a:lnTo>
                  <a:pt x="335" y="138"/>
                </a:lnTo>
                <a:lnTo>
                  <a:pt x="335" y="139"/>
                </a:lnTo>
                <a:lnTo>
                  <a:pt x="335" y="140"/>
                </a:lnTo>
                <a:lnTo>
                  <a:pt x="334" y="140"/>
                </a:lnTo>
                <a:lnTo>
                  <a:pt x="333" y="140"/>
                </a:lnTo>
                <a:lnTo>
                  <a:pt x="332" y="140"/>
                </a:lnTo>
                <a:lnTo>
                  <a:pt x="332" y="141"/>
                </a:lnTo>
                <a:lnTo>
                  <a:pt x="333" y="142"/>
                </a:lnTo>
                <a:lnTo>
                  <a:pt x="333" y="143"/>
                </a:lnTo>
                <a:lnTo>
                  <a:pt x="333" y="144"/>
                </a:lnTo>
                <a:lnTo>
                  <a:pt x="334" y="144"/>
                </a:lnTo>
                <a:lnTo>
                  <a:pt x="335" y="143"/>
                </a:lnTo>
                <a:lnTo>
                  <a:pt x="335" y="144"/>
                </a:lnTo>
                <a:lnTo>
                  <a:pt x="336" y="144"/>
                </a:lnTo>
                <a:lnTo>
                  <a:pt x="337" y="144"/>
                </a:lnTo>
                <a:lnTo>
                  <a:pt x="338" y="144"/>
                </a:lnTo>
                <a:lnTo>
                  <a:pt x="338" y="145"/>
                </a:lnTo>
                <a:lnTo>
                  <a:pt x="339" y="145"/>
                </a:lnTo>
                <a:lnTo>
                  <a:pt x="340" y="144"/>
                </a:lnTo>
                <a:lnTo>
                  <a:pt x="340" y="143"/>
                </a:lnTo>
                <a:lnTo>
                  <a:pt x="341" y="143"/>
                </a:lnTo>
                <a:lnTo>
                  <a:pt x="342" y="143"/>
                </a:lnTo>
                <a:lnTo>
                  <a:pt x="343" y="143"/>
                </a:lnTo>
                <a:lnTo>
                  <a:pt x="343" y="145"/>
                </a:lnTo>
                <a:lnTo>
                  <a:pt x="345" y="145"/>
                </a:lnTo>
                <a:lnTo>
                  <a:pt x="346" y="145"/>
                </a:lnTo>
                <a:lnTo>
                  <a:pt x="346" y="146"/>
                </a:lnTo>
                <a:lnTo>
                  <a:pt x="344" y="150"/>
                </a:lnTo>
                <a:lnTo>
                  <a:pt x="344" y="151"/>
                </a:lnTo>
                <a:lnTo>
                  <a:pt x="345" y="152"/>
                </a:lnTo>
                <a:lnTo>
                  <a:pt x="346" y="152"/>
                </a:lnTo>
                <a:lnTo>
                  <a:pt x="346" y="153"/>
                </a:lnTo>
                <a:lnTo>
                  <a:pt x="346" y="154"/>
                </a:lnTo>
                <a:lnTo>
                  <a:pt x="346" y="155"/>
                </a:lnTo>
                <a:lnTo>
                  <a:pt x="346" y="156"/>
                </a:lnTo>
                <a:lnTo>
                  <a:pt x="347" y="156"/>
                </a:lnTo>
                <a:lnTo>
                  <a:pt x="347" y="158"/>
                </a:lnTo>
                <a:lnTo>
                  <a:pt x="347" y="159"/>
                </a:lnTo>
                <a:lnTo>
                  <a:pt x="348" y="159"/>
                </a:lnTo>
                <a:lnTo>
                  <a:pt x="349" y="159"/>
                </a:lnTo>
                <a:lnTo>
                  <a:pt x="349" y="160"/>
                </a:lnTo>
                <a:lnTo>
                  <a:pt x="350" y="159"/>
                </a:lnTo>
                <a:lnTo>
                  <a:pt x="351" y="158"/>
                </a:lnTo>
                <a:lnTo>
                  <a:pt x="352" y="158"/>
                </a:lnTo>
                <a:lnTo>
                  <a:pt x="352" y="157"/>
                </a:lnTo>
                <a:lnTo>
                  <a:pt x="353" y="157"/>
                </a:lnTo>
                <a:lnTo>
                  <a:pt x="353" y="158"/>
                </a:lnTo>
                <a:lnTo>
                  <a:pt x="354" y="158"/>
                </a:lnTo>
                <a:lnTo>
                  <a:pt x="354" y="159"/>
                </a:lnTo>
                <a:lnTo>
                  <a:pt x="353" y="159"/>
                </a:lnTo>
                <a:lnTo>
                  <a:pt x="354" y="160"/>
                </a:lnTo>
                <a:lnTo>
                  <a:pt x="354" y="161"/>
                </a:lnTo>
                <a:lnTo>
                  <a:pt x="353" y="161"/>
                </a:lnTo>
                <a:lnTo>
                  <a:pt x="353" y="162"/>
                </a:lnTo>
                <a:lnTo>
                  <a:pt x="353" y="163"/>
                </a:lnTo>
                <a:lnTo>
                  <a:pt x="353" y="164"/>
                </a:lnTo>
                <a:lnTo>
                  <a:pt x="352" y="164"/>
                </a:lnTo>
                <a:lnTo>
                  <a:pt x="352" y="165"/>
                </a:lnTo>
                <a:lnTo>
                  <a:pt x="352" y="166"/>
                </a:lnTo>
                <a:lnTo>
                  <a:pt x="352" y="167"/>
                </a:lnTo>
                <a:lnTo>
                  <a:pt x="352" y="168"/>
                </a:lnTo>
                <a:lnTo>
                  <a:pt x="355" y="168"/>
                </a:lnTo>
                <a:lnTo>
                  <a:pt x="356" y="168"/>
                </a:lnTo>
                <a:lnTo>
                  <a:pt x="357" y="167"/>
                </a:lnTo>
                <a:lnTo>
                  <a:pt x="358" y="168"/>
                </a:lnTo>
                <a:lnTo>
                  <a:pt x="358" y="167"/>
                </a:lnTo>
                <a:lnTo>
                  <a:pt x="358" y="166"/>
                </a:lnTo>
                <a:lnTo>
                  <a:pt x="359" y="166"/>
                </a:lnTo>
                <a:lnTo>
                  <a:pt x="360" y="166"/>
                </a:lnTo>
                <a:lnTo>
                  <a:pt x="360" y="165"/>
                </a:lnTo>
                <a:lnTo>
                  <a:pt x="364" y="163"/>
                </a:lnTo>
                <a:lnTo>
                  <a:pt x="364" y="162"/>
                </a:lnTo>
                <a:lnTo>
                  <a:pt x="365" y="162"/>
                </a:lnTo>
                <a:lnTo>
                  <a:pt x="366" y="163"/>
                </a:lnTo>
                <a:lnTo>
                  <a:pt x="367" y="163"/>
                </a:lnTo>
                <a:lnTo>
                  <a:pt x="367" y="162"/>
                </a:lnTo>
                <a:lnTo>
                  <a:pt x="366" y="162"/>
                </a:lnTo>
                <a:lnTo>
                  <a:pt x="366" y="161"/>
                </a:lnTo>
                <a:lnTo>
                  <a:pt x="367" y="161"/>
                </a:lnTo>
                <a:lnTo>
                  <a:pt x="368" y="162"/>
                </a:lnTo>
                <a:lnTo>
                  <a:pt x="368" y="161"/>
                </a:lnTo>
                <a:lnTo>
                  <a:pt x="369" y="160"/>
                </a:lnTo>
                <a:lnTo>
                  <a:pt x="369" y="159"/>
                </a:lnTo>
                <a:lnTo>
                  <a:pt x="369" y="158"/>
                </a:lnTo>
                <a:lnTo>
                  <a:pt x="370" y="157"/>
                </a:lnTo>
                <a:lnTo>
                  <a:pt x="370" y="156"/>
                </a:lnTo>
                <a:lnTo>
                  <a:pt x="370" y="155"/>
                </a:lnTo>
                <a:lnTo>
                  <a:pt x="371" y="155"/>
                </a:lnTo>
                <a:lnTo>
                  <a:pt x="372" y="155"/>
                </a:lnTo>
                <a:lnTo>
                  <a:pt x="372" y="154"/>
                </a:lnTo>
                <a:lnTo>
                  <a:pt x="373" y="154"/>
                </a:lnTo>
                <a:lnTo>
                  <a:pt x="374" y="154"/>
                </a:lnTo>
                <a:lnTo>
                  <a:pt x="375" y="153"/>
                </a:lnTo>
                <a:lnTo>
                  <a:pt x="375" y="154"/>
                </a:lnTo>
                <a:lnTo>
                  <a:pt x="375" y="155"/>
                </a:lnTo>
                <a:lnTo>
                  <a:pt x="375" y="156"/>
                </a:lnTo>
                <a:lnTo>
                  <a:pt x="374" y="156"/>
                </a:lnTo>
                <a:lnTo>
                  <a:pt x="373" y="157"/>
                </a:lnTo>
                <a:lnTo>
                  <a:pt x="374" y="157"/>
                </a:lnTo>
                <a:lnTo>
                  <a:pt x="374" y="158"/>
                </a:lnTo>
                <a:lnTo>
                  <a:pt x="375" y="159"/>
                </a:lnTo>
                <a:lnTo>
                  <a:pt x="375" y="161"/>
                </a:lnTo>
                <a:lnTo>
                  <a:pt x="374" y="161"/>
                </a:lnTo>
                <a:lnTo>
                  <a:pt x="374" y="162"/>
                </a:lnTo>
                <a:lnTo>
                  <a:pt x="375" y="162"/>
                </a:lnTo>
                <a:lnTo>
                  <a:pt x="376" y="162"/>
                </a:lnTo>
                <a:lnTo>
                  <a:pt x="375" y="163"/>
                </a:lnTo>
                <a:lnTo>
                  <a:pt x="376" y="163"/>
                </a:lnTo>
                <a:lnTo>
                  <a:pt x="376" y="164"/>
                </a:lnTo>
                <a:lnTo>
                  <a:pt x="377" y="164"/>
                </a:lnTo>
                <a:lnTo>
                  <a:pt x="377" y="165"/>
                </a:lnTo>
                <a:lnTo>
                  <a:pt x="377" y="166"/>
                </a:lnTo>
                <a:lnTo>
                  <a:pt x="378" y="166"/>
                </a:lnTo>
                <a:lnTo>
                  <a:pt x="378" y="165"/>
                </a:lnTo>
                <a:lnTo>
                  <a:pt x="379" y="166"/>
                </a:lnTo>
                <a:lnTo>
                  <a:pt x="378" y="166"/>
                </a:lnTo>
                <a:lnTo>
                  <a:pt x="379" y="167"/>
                </a:lnTo>
                <a:lnTo>
                  <a:pt x="378" y="168"/>
                </a:lnTo>
                <a:lnTo>
                  <a:pt x="378" y="169"/>
                </a:lnTo>
                <a:lnTo>
                  <a:pt x="377" y="169"/>
                </a:lnTo>
                <a:lnTo>
                  <a:pt x="378" y="169"/>
                </a:lnTo>
                <a:lnTo>
                  <a:pt x="379" y="169"/>
                </a:lnTo>
                <a:lnTo>
                  <a:pt x="380" y="169"/>
                </a:lnTo>
                <a:lnTo>
                  <a:pt x="380" y="167"/>
                </a:lnTo>
                <a:lnTo>
                  <a:pt x="381" y="166"/>
                </a:lnTo>
                <a:lnTo>
                  <a:pt x="382" y="166"/>
                </a:lnTo>
                <a:lnTo>
                  <a:pt x="383" y="165"/>
                </a:lnTo>
                <a:lnTo>
                  <a:pt x="383" y="164"/>
                </a:lnTo>
                <a:lnTo>
                  <a:pt x="384" y="164"/>
                </a:lnTo>
                <a:lnTo>
                  <a:pt x="385" y="163"/>
                </a:lnTo>
                <a:lnTo>
                  <a:pt x="386" y="164"/>
                </a:lnTo>
                <a:lnTo>
                  <a:pt x="386" y="165"/>
                </a:lnTo>
                <a:lnTo>
                  <a:pt x="387" y="165"/>
                </a:lnTo>
                <a:lnTo>
                  <a:pt x="387" y="166"/>
                </a:lnTo>
                <a:lnTo>
                  <a:pt x="386" y="166"/>
                </a:lnTo>
                <a:lnTo>
                  <a:pt x="386" y="167"/>
                </a:lnTo>
                <a:lnTo>
                  <a:pt x="386" y="168"/>
                </a:lnTo>
                <a:lnTo>
                  <a:pt x="386" y="169"/>
                </a:lnTo>
                <a:lnTo>
                  <a:pt x="386" y="170"/>
                </a:lnTo>
                <a:lnTo>
                  <a:pt x="387" y="170"/>
                </a:lnTo>
                <a:lnTo>
                  <a:pt x="388" y="171"/>
                </a:lnTo>
                <a:lnTo>
                  <a:pt x="388" y="172"/>
                </a:lnTo>
                <a:lnTo>
                  <a:pt x="389" y="172"/>
                </a:lnTo>
                <a:lnTo>
                  <a:pt x="389" y="173"/>
                </a:lnTo>
                <a:lnTo>
                  <a:pt x="388" y="173"/>
                </a:lnTo>
                <a:lnTo>
                  <a:pt x="389" y="174"/>
                </a:lnTo>
                <a:lnTo>
                  <a:pt x="389" y="175"/>
                </a:lnTo>
                <a:lnTo>
                  <a:pt x="390" y="175"/>
                </a:lnTo>
                <a:lnTo>
                  <a:pt x="389" y="176"/>
                </a:lnTo>
                <a:lnTo>
                  <a:pt x="388" y="177"/>
                </a:lnTo>
                <a:lnTo>
                  <a:pt x="387" y="177"/>
                </a:lnTo>
                <a:lnTo>
                  <a:pt x="387" y="178"/>
                </a:lnTo>
                <a:lnTo>
                  <a:pt x="386" y="178"/>
                </a:lnTo>
                <a:lnTo>
                  <a:pt x="387" y="179"/>
                </a:lnTo>
                <a:lnTo>
                  <a:pt x="388" y="179"/>
                </a:lnTo>
                <a:lnTo>
                  <a:pt x="388" y="178"/>
                </a:lnTo>
                <a:lnTo>
                  <a:pt x="389" y="178"/>
                </a:lnTo>
                <a:lnTo>
                  <a:pt x="389" y="179"/>
                </a:lnTo>
                <a:lnTo>
                  <a:pt x="390" y="179"/>
                </a:lnTo>
                <a:lnTo>
                  <a:pt x="392" y="178"/>
                </a:lnTo>
                <a:lnTo>
                  <a:pt x="393" y="178"/>
                </a:lnTo>
                <a:lnTo>
                  <a:pt x="394" y="178"/>
                </a:lnTo>
                <a:lnTo>
                  <a:pt x="395" y="179"/>
                </a:lnTo>
                <a:lnTo>
                  <a:pt x="396" y="179"/>
                </a:lnTo>
                <a:lnTo>
                  <a:pt x="397" y="178"/>
                </a:lnTo>
                <a:lnTo>
                  <a:pt x="398" y="178"/>
                </a:lnTo>
                <a:lnTo>
                  <a:pt x="399" y="178"/>
                </a:lnTo>
                <a:lnTo>
                  <a:pt x="399" y="177"/>
                </a:lnTo>
                <a:lnTo>
                  <a:pt x="399" y="176"/>
                </a:lnTo>
                <a:lnTo>
                  <a:pt x="400" y="176"/>
                </a:lnTo>
                <a:lnTo>
                  <a:pt x="400" y="175"/>
                </a:lnTo>
                <a:lnTo>
                  <a:pt x="401" y="175"/>
                </a:lnTo>
                <a:lnTo>
                  <a:pt x="402" y="175"/>
                </a:lnTo>
                <a:lnTo>
                  <a:pt x="403" y="174"/>
                </a:lnTo>
                <a:lnTo>
                  <a:pt x="404" y="174"/>
                </a:lnTo>
                <a:lnTo>
                  <a:pt x="406" y="173"/>
                </a:lnTo>
                <a:lnTo>
                  <a:pt x="407" y="172"/>
                </a:lnTo>
                <a:lnTo>
                  <a:pt x="408" y="172"/>
                </a:lnTo>
                <a:lnTo>
                  <a:pt x="409" y="171"/>
                </a:lnTo>
                <a:lnTo>
                  <a:pt x="410" y="170"/>
                </a:lnTo>
                <a:lnTo>
                  <a:pt x="410" y="171"/>
                </a:lnTo>
                <a:lnTo>
                  <a:pt x="411" y="171"/>
                </a:lnTo>
                <a:lnTo>
                  <a:pt x="411" y="170"/>
                </a:lnTo>
                <a:lnTo>
                  <a:pt x="412" y="170"/>
                </a:lnTo>
                <a:lnTo>
                  <a:pt x="413" y="170"/>
                </a:lnTo>
                <a:lnTo>
                  <a:pt x="413" y="169"/>
                </a:lnTo>
                <a:lnTo>
                  <a:pt x="413" y="168"/>
                </a:lnTo>
                <a:lnTo>
                  <a:pt x="414" y="168"/>
                </a:lnTo>
                <a:lnTo>
                  <a:pt x="415" y="169"/>
                </a:lnTo>
                <a:lnTo>
                  <a:pt x="416" y="169"/>
                </a:lnTo>
                <a:lnTo>
                  <a:pt x="417" y="168"/>
                </a:lnTo>
                <a:lnTo>
                  <a:pt x="418" y="168"/>
                </a:lnTo>
                <a:lnTo>
                  <a:pt x="419" y="168"/>
                </a:lnTo>
                <a:lnTo>
                  <a:pt x="420" y="168"/>
                </a:lnTo>
                <a:lnTo>
                  <a:pt x="421" y="168"/>
                </a:lnTo>
                <a:lnTo>
                  <a:pt x="422" y="168"/>
                </a:lnTo>
                <a:lnTo>
                  <a:pt x="423" y="168"/>
                </a:lnTo>
                <a:lnTo>
                  <a:pt x="424" y="168"/>
                </a:lnTo>
                <a:lnTo>
                  <a:pt x="425" y="167"/>
                </a:lnTo>
                <a:lnTo>
                  <a:pt x="426" y="167"/>
                </a:lnTo>
                <a:lnTo>
                  <a:pt x="426" y="166"/>
                </a:lnTo>
                <a:lnTo>
                  <a:pt x="427" y="166"/>
                </a:lnTo>
                <a:lnTo>
                  <a:pt x="428" y="165"/>
                </a:lnTo>
                <a:lnTo>
                  <a:pt x="428" y="164"/>
                </a:lnTo>
                <a:lnTo>
                  <a:pt x="429" y="164"/>
                </a:lnTo>
                <a:lnTo>
                  <a:pt x="430" y="163"/>
                </a:lnTo>
                <a:lnTo>
                  <a:pt x="430" y="162"/>
                </a:lnTo>
                <a:lnTo>
                  <a:pt x="430" y="161"/>
                </a:lnTo>
                <a:lnTo>
                  <a:pt x="429" y="161"/>
                </a:lnTo>
                <a:lnTo>
                  <a:pt x="429" y="160"/>
                </a:lnTo>
                <a:lnTo>
                  <a:pt x="430" y="159"/>
                </a:lnTo>
                <a:lnTo>
                  <a:pt x="430" y="158"/>
                </a:lnTo>
                <a:lnTo>
                  <a:pt x="431" y="158"/>
                </a:lnTo>
                <a:lnTo>
                  <a:pt x="431" y="157"/>
                </a:lnTo>
                <a:lnTo>
                  <a:pt x="430" y="157"/>
                </a:lnTo>
                <a:lnTo>
                  <a:pt x="430" y="156"/>
                </a:lnTo>
                <a:lnTo>
                  <a:pt x="430" y="155"/>
                </a:lnTo>
                <a:lnTo>
                  <a:pt x="431" y="153"/>
                </a:lnTo>
                <a:lnTo>
                  <a:pt x="431" y="152"/>
                </a:lnTo>
                <a:lnTo>
                  <a:pt x="432" y="152"/>
                </a:lnTo>
                <a:lnTo>
                  <a:pt x="432" y="151"/>
                </a:lnTo>
                <a:lnTo>
                  <a:pt x="431" y="150"/>
                </a:lnTo>
                <a:lnTo>
                  <a:pt x="430" y="149"/>
                </a:lnTo>
                <a:lnTo>
                  <a:pt x="430" y="148"/>
                </a:lnTo>
                <a:lnTo>
                  <a:pt x="431" y="148"/>
                </a:lnTo>
                <a:lnTo>
                  <a:pt x="431" y="147"/>
                </a:lnTo>
                <a:lnTo>
                  <a:pt x="431" y="146"/>
                </a:lnTo>
                <a:lnTo>
                  <a:pt x="431" y="145"/>
                </a:lnTo>
                <a:lnTo>
                  <a:pt x="431" y="144"/>
                </a:lnTo>
                <a:lnTo>
                  <a:pt x="430" y="144"/>
                </a:lnTo>
                <a:lnTo>
                  <a:pt x="431" y="144"/>
                </a:lnTo>
                <a:lnTo>
                  <a:pt x="430" y="143"/>
                </a:lnTo>
                <a:lnTo>
                  <a:pt x="430" y="142"/>
                </a:lnTo>
                <a:lnTo>
                  <a:pt x="432" y="142"/>
                </a:lnTo>
                <a:lnTo>
                  <a:pt x="434" y="143"/>
                </a:lnTo>
                <a:lnTo>
                  <a:pt x="435" y="142"/>
                </a:lnTo>
                <a:lnTo>
                  <a:pt x="435" y="141"/>
                </a:lnTo>
                <a:lnTo>
                  <a:pt x="436" y="141"/>
                </a:lnTo>
                <a:lnTo>
                  <a:pt x="436" y="140"/>
                </a:lnTo>
                <a:lnTo>
                  <a:pt x="435" y="140"/>
                </a:lnTo>
                <a:lnTo>
                  <a:pt x="435" y="139"/>
                </a:lnTo>
                <a:lnTo>
                  <a:pt x="434" y="138"/>
                </a:lnTo>
                <a:lnTo>
                  <a:pt x="433" y="137"/>
                </a:lnTo>
                <a:lnTo>
                  <a:pt x="433" y="138"/>
                </a:lnTo>
                <a:lnTo>
                  <a:pt x="432" y="138"/>
                </a:lnTo>
                <a:lnTo>
                  <a:pt x="432" y="137"/>
                </a:lnTo>
                <a:lnTo>
                  <a:pt x="431" y="137"/>
                </a:lnTo>
                <a:lnTo>
                  <a:pt x="431" y="136"/>
                </a:lnTo>
                <a:lnTo>
                  <a:pt x="433" y="135"/>
                </a:lnTo>
                <a:lnTo>
                  <a:pt x="434" y="135"/>
                </a:lnTo>
                <a:lnTo>
                  <a:pt x="436" y="134"/>
                </a:lnTo>
                <a:lnTo>
                  <a:pt x="437" y="135"/>
                </a:lnTo>
                <a:lnTo>
                  <a:pt x="438" y="135"/>
                </a:lnTo>
                <a:lnTo>
                  <a:pt x="439" y="135"/>
                </a:lnTo>
                <a:lnTo>
                  <a:pt x="439" y="136"/>
                </a:lnTo>
                <a:lnTo>
                  <a:pt x="439" y="137"/>
                </a:lnTo>
                <a:lnTo>
                  <a:pt x="440" y="138"/>
                </a:lnTo>
                <a:lnTo>
                  <a:pt x="441" y="138"/>
                </a:lnTo>
                <a:lnTo>
                  <a:pt x="442" y="138"/>
                </a:lnTo>
                <a:lnTo>
                  <a:pt x="442" y="137"/>
                </a:lnTo>
                <a:lnTo>
                  <a:pt x="442" y="136"/>
                </a:lnTo>
                <a:lnTo>
                  <a:pt x="441" y="135"/>
                </a:lnTo>
                <a:lnTo>
                  <a:pt x="441" y="134"/>
                </a:lnTo>
                <a:lnTo>
                  <a:pt x="441" y="133"/>
                </a:lnTo>
                <a:lnTo>
                  <a:pt x="442" y="133"/>
                </a:lnTo>
                <a:lnTo>
                  <a:pt x="443" y="132"/>
                </a:lnTo>
                <a:lnTo>
                  <a:pt x="443" y="131"/>
                </a:lnTo>
                <a:lnTo>
                  <a:pt x="444" y="131"/>
                </a:lnTo>
                <a:lnTo>
                  <a:pt x="445" y="131"/>
                </a:lnTo>
                <a:lnTo>
                  <a:pt x="446" y="131"/>
                </a:lnTo>
                <a:lnTo>
                  <a:pt x="447" y="131"/>
                </a:lnTo>
                <a:lnTo>
                  <a:pt x="447" y="130"/>
                </a:lnTo>
                <a:lnTo>
                  <a:pt x="447" y="129"/>
                </a:lnTo>
                <a:lnTo>
                  <a:pt x="447" y="128"/>
                </a:lnTo>
                <a:lnTo>
                  <a:pt x="448" y="126"/>
                </a:lnTo>
                <a:lnTo>
                  <a:pt x="448" y="125"/>
                </a:lnTo>
                <a:lnTo>
                  <a:pt x="449" y="125"/>
                </a:lnTo>
                <a:lnTo>
                  <a:pt x="451" y="123"/>
                </a:lnTo>
                <a:lnTo>
                  <a:pt x="452" y="123"/>
                </a:lnTo>
                <a:lnTo>
                  <a:pt x="453" y="123"/>
                </a:lnTo>
                <a:lnTo>
                  <a:pt x="453" y="124"/>
                </a:lnTo>
                <a:lnTo>
                  <a:pt x="454" y="124"/>
                </a:lnTo>
                <a:lnTo>
                  <a:pt x="453" y="125"/>
                </a:lnTo>
                <a:lnTo>
                  <a:pt x="454" y="125"/>
                </a:lnTo>
                <a:lnTo>
                  <a:pt x="455" y="127"/>
                </a:lnTo>
                <a:lnTo>
                  <a:pt x="456" y="127"/>
                </a:lnTo>
                <a:lnTo>
                  <a:pt x="457" y="127"/>
                </a:lnTo>
                <a:lnTo>
                  <a:pt x="458" y="128"/>
                </a:lnTo>
                <a:lnTo>
                  <a:pt x="459" y="129"/>
                </a:lnTo>
                <a:lnTo>
                  <a:pt x="460" y="130"/>
                </a:lnTo>
                <a:lnTo>
                  <a:pt x="461" y="131"/>
                </a:lnTo>
                <a:lnTo>
                  <a:pt x="461" y="133"/>
                </a:lnTo>
                <a:lnTo>
                  <a:pt x="461" y="134"/>
                </a:lnTo>
                <a:lnTo>
                  <a:pt x="461" y="135"/>
                </a:lnTo>
                <a:lnTo>
                  <a:pt x="462" y="135"/>
                </a:lnTo>
                <a:lnTo>
                  <a:pt x="463" y="136"/>
                </a:lnTo>
                <a:lnTo>
                  <a:pt x="464" y="136"/>
                </a:lnTo>
                <a:lnTo>
                  <a:pt x="464" y="135"/>
                </a:lnTo>
                <a:lnTo>
                  <a:pt x="464" y="134"/>
                </a:lnTo>
                <a:lnTo>
                  <a:pt x="465" y="134"/>
                </a:lnTo>
                <a:lnTo>
                  <a:pt x="467" y="133"/>
                </a:lnTo>
                <a:lnTo>
                  <a:pt x="469" y="133"/>
                </a:lnTo>
                <a:lnTo>
                  <a:pt x="470" y="133"/>
                </a:lnTo>
                <a:lnTo>
                  <a:pt x="470" y="134"/>
                </a:lnTo>
                <a:lnTo>
                  <a:pt x="471" y="134"/>
                </a:lnTo>
                <a:lnTo>
                  <a:pt x="473" y="137"/>
                </a:lnTo>
                <a:lnTo>
                  <a:pt x="472" y="137"/>
                </a:lnTo>
                <a:lnTo>
                  <a:pt x="473" y="138"/>
                </a:lnTo>
                <a:lnTo>
                  <a:pt x="474" y="138"/>
                </a:lnTo>
                <a:lnTo>
                  <a:pt x="475" y="139"/>
                </a:lnTo>
                <a:lnTo>
                  <a:pt x="476" y="139"/>
                </a:lnTo>
                <a:lnTo>
                  <a:pt x="478" y="141"/>
                </a:lnTo>
                <a:lnTo>
                  <a:pt x="479" y="142"/>
                </a:lnTo>
                <a:lnTo>
                  <a:pt x="479" y="143"/>
                </a:lnTo>
                <a:lnTo>
                  <a:pt x="480" y="144"/>
                </a:lnTo>
                <a:lnTo>
                  <a:pt x="481" y="145"/>
                </a:lnTo>
                <a:lnTo>
                  <a:pt x="483" y="146"/>
                </a:lnTo>
                <a:lnTo>
                  <a:pt x="482" y="147"/>
                </a:lnTo>
                <a:lnTo>
                  <a:pt x="482" y="148"/>
                </a:lnTo>
                <a:lnTo>
                  <a:pt x="482" y="149"/>
                </a:lnTo>
                <a:lnTo>
                  <a:pt x="485" y="151"/>
                </a:lnTo>
                <a:lnTo>
                  <a:pt x="485" y="152"/>
                </a:lnTo>
                <a:lnTo>
                  <a:pt x="486" y="152"/>
                </a:lnTo>
                <a:lnTo>
                  <a:pt x="486" y="151"/>
                </a:lnTo>
                <a:lnTo>
                  <a:pt x="486" y="149"/>
                </a:lnTo>
                <a:lnTo>
                  <a:pt x="487" y="149"/>
                </a:lnTo>
                <a:lnTo>
                  <a:pt x="487" y="148"/>
                </a:lnTo>
                <a:lnTo>
                  <a:pt x="486" y="146"/>
                </a:lnTo>
                <a:lnTo>
                  <a:pt x="485" y="145"/>
                </a:lnTo>
                <a:lnTo>
                  <a:pt x="485" y="143"/>
                </a:lnTo>
                <a:lnTo>
                  <a:pt x="486" y="143"/>
                </a:lnTo>
                <a:lnTo>
                  <a:pt x="486" y="142"/>
                </a:lnTo>
                <a:lnTo>
                  <a:pt x="485" y="141"/>
                </a:lnTo>
                <a:lnTo>
                  <a:pt x="485" y="140"/>
                </a:lnTo>
                <a:lnTo>
                  <a:pt x="484" y="139"/>
                </a:lnTo>
                <a:lnTo>
                  <a:pt x="483" y="139"/>
                </a:lnTo>
                <a:lnTo>
                  <a:pt x="482" y="139"/>
                </a:lnTo>
                <a:lnTo>
                  <a:pt x="482" y="138"/>
                </a:lnTo>
                <a:lnTo>
                  <a:pt x="481" y="137"/>
                </a:lnTo>
                <a:lnTo>
                  <a:pt x="482" y="137"/>
                </a:lnTo>
                <a:lnTo>
                  <a:pt x="482" y="136"/>
                </a:lnTo>
                <a:lnTo>
                  <a:pt x="483" y="136"/>
                </a:lnTo>
                <a:lnTo>
                  <a:pt x="483" y="135"/>
                </a:lnTo>
                <a:lnTo>
                  <a:pt x="482" y="135"/>
                </a:lnTo>
                <a:lnTo>
                  <a:pt x="482" y="134"/>
                </a:lnTo>
                <a:lnTo>
                  <a:pt x="483" y="133"/>
                </a:lnTo>
                <a:lnTo>
                  <a:pt x="484" y="130"/>
                </a:lnTo>
                <a:lnTo>
                  <a:pt x="485" y="131"/>
                </a:lnTo>
                <a:lnTo>
                  <a:pt x="486" y="131"/>
                </a:lnTo>
                <a:lnTo>
                  <a:pt x="487" y="131"/>
                </a:lnTo>
                <a:lnTo>
                  <a:pt x="486" y="130"/>
                </a:lnTo>
                <a:lnTo>
                  <a:pt x="485" y="129"/>
                </a:lnTo>
                <a:lnTo>
                  <a:pt x="485" y="130"/>
                </a:lnTo>
                <a:lnTo>
                  <a:pt x="485" y="129"/>
                </a:lnTo>
                <a:lnTo>
                  <a:pt x="484" y="129"/>
                </a:lnTo>
                <a:lnTo>
                  <a:pt x="484" y="128"/>
                </a:lnTo>
                <a:lnTo>
                  <a:pt x="485" y="128"/>
                </a:lnTo>
                <a:lnTo>
                  <a:pt x="485" y="127"/>
                </a:lnTo>
                <a:lnTo>
                  <a:pt x="485" y="126"/>
                </a:lnTo>
                <a:lnTo>
                  <a:pt x="486" y="125"/>
                </a:lnTo>
                <a:lnTo>
                  <a:pt x="486" y="124"/>
                </a:lnTo>
                <a:lnTo>
                  <a:pt x="487" y="124"/>
                </a:lnTo>
                <a:lnTo>
                  <a:pt x="489" y="123"/>
                </a:lnTo>
                <a:lnTo>
                  <a:pt x="490" y="123"/>
                </a:lnTo>
                <a:lnTo>
                  <a:pt x="491" y="123"/>
                </a:lnTo>
                <a:lnTo>
                  <a:pt x="492" y="124"/>
                </a:lnTo>
                <a:lnTo>
                  <a:pt x="493" y="124"/>
                </a:lnTo>
                <a:lnTo>
                  <a:pt x="493" y="123"/>
                </a:lnTo>
                <a:lnTo>
                  <a:pt x="493" y="122"/>
                </a:lnTo>
                <a:lnTo>
                  <a:pt x="492" y="122"/>
                </a:lnTo>
                <a:lnTo>
                  <a:pt x="491" y="122"/>
                </a:lnTo>
                <a:lnTo>
                  <a:pt x="490" y="121"/>
                </a:lnTo>
                <a:lnTo>
                  <a:pt x="490" y="120"/>
                </a:lnTo>
                <a:lnTo>
                  <a:pt x="489" y="120"/>
                </a:lnTo>
                <a:lnTo>
                  <a:pt x="489" y="119"/>
                </a:lnTo>
                <a:lnTo>
                  <a:pt x="490" y="119"/>
                </a:lnTo>
                <a:lnTo>
                  <a:pt x="490" y="118"/>
                </a:lnTo>
                <a:lnTo>
                  <a:pt x="489" y="118"/>
                </a:lnTo>
                <a:lnTo>
                  <a:pt x="489" y="117"/>
                </a:lnTo>
                <a:lnTo>
                  <a:pt x="489" y="116"/>
                </a:lnTo>
                <a:lnTo>
                  <a:pt x="490" y="115"/>
                </a:lnTo>
                <a:lnTo>
                  <a:pt x="491" y="115"/>
                </a:lnTo>
                <a:lnTo>
                  <a:pt x="492" y="115"/>
                </a:lnTo>
                <a:lnTo>
                  <a:pt x="492" y="114"/>
                </a:lnTo>
                <a:lnTo>
                  <a:pt x="493" y="113"/>
                </a:lnTo>
                <a:lnTo>
                  <a:pt x="492" y="113"/>
                </a:lnTo>
                <a:lnTo>
                  <a:pt x="492" y="112"/>
                </a:lnTo>
                <a:lnTo>
                  <a:pt x="491" y="112"/>
                </a:lnTo>
                <a:lnTo>
                  <a:pt x="492" y="112"/>
                </a:lnTo>
                <a:lnTo>
                  <a:pt x="492" y="111"/>
                </a:lnTo>
                <a:lnTo>
                  <a:pt x="492" y="110"/>
                </a:lnTo>
                <a:lnTo>
                  <a:pt x="494" y="110"/>
                </a:lnTo>
                <a:lnTo>
                  <a:pt x="494" y="111"/>
                </a:lnTo>
                <a:lnTo>
                  <a:pt x="495" y="110"/>
                </a:lnTo>
                <a:lnTo>
                  <a:pt x="496" y="109"/>
                </a:lnTo>
                <a:lnTo>
                  <a:pt x="497" y="109"/>
                </a:lnTo>
                <a:lnTo>
                  <a:pt x="498" y="109"/>
                </a:lnTo>
                <a:lnTo>
                  <a:pt x="499" y="109"/>
                </a:lnTo>
                <a:lnTo>
                  <a:pt x="501" y="109"/>
                </a:lnTo>
                <a:lnTo>
                  <a:pt x="501" y="110"/>
                </a:lnTo>
                <a:lnTo>
                  <a:pt x="502" y="110"/>
                </a:lnTo>
                <a:lnTo>
                  <a:pt x="503" y="110"/>
                </a:lnTo>
                <a:lnTo>
                  <a:pt x="503" y="112"/>
                </a:lnTo>
                <a:lnTo>
                  <a:pt x="503" y="113"/>
                </a:lnTo>
                <a:lnTo>
                  <a:pt x="504" y="114"/>
                </a:lnTo>
                <a:lnTo>
                  <a:pt x="505" y="115"/>
                </a:lnTo>
                <a:lnTo>
                  <a:pt x="505" y="116"/>
                </a:lnTo>
                <a:lnTo>
                  <a:pt x="505" y="117"/>
                </a:lnTo>
                <a:lnTo>
                  <a:pt x="504" y="117"/>
                </a:lnTo>
                <a:lnTo>
                  <a:pt x="503" y="119"/>
                </a:lnTo>
                <a:lnTo>
                  <a:pt x="504" y="119"/>
                </a:lnTo>
                <a:lnTo>
                  <a:pt x="505" y="119"/>
                </a:lnTo>
                <a:lnTo>
                  <a:pt x="505" y="120"/>
                </a:lnTo>
                <a:lnTo>
                  <a:pt x="505" y="121"/>
                </a:lnTo>
                <a:lnTo>
                  <a:pt x="506" y="121"/>
                </a:lnTo>
                <a:lnTo>
                  <a:pt x="506" y="122"/>
                </a:lnTo>
                <a:lnTo>
                  <a:pt x="507" y="123"/>
                </a:lnTo>
                <a:lnTo>
                  <a:pt x="507" y="122"/>
                </a:lnTo>
                <a:lnTo>
                  <a:pt x="508" y="122"/>
                </a:lnTo>
                <a:lnTo>
                  <a:pt x="508" y="121"/>
                </a:lnTo>
                <a:lnTo>
                  <a:pt x="508" y="120"/>
                </a:lnTo>
                <a:lnTo>
                  <a:pt x="509" y="120"/>
                </a:lnTo>
                <a:lnTo>
                  <a:pt x="510" y="120"/>
                </a:lnTo>
                <a:lnTo>
                  <a:pt x="511" y="120"/>
                </a:lnTo>
                <a:lnTo>
                  <a:pt x="511" y="119"/>
                </a:lnTo>
                <a:lnTo>
                  <a:pt x="512" y="119"/>
                </a:lnTo>
                <a:lnTo>
                  <a:pt x="513" y="118"/>
                </a:lnTo>
                <a:lnTo>
                  <a:pt x="515" y="119"/>
                </a:lnTo>
                <a:lnTo>
                  <a:pt x="515" y="118"/>
                </a:lnTo>
                <a:lnTo>
                  <a:pt x="516" y="118"/>
                </a:lnTo>
                <a:lnTo>
                  <a:pt x="516" y="119"/>
                </a:lnTo>
                <a:lnTo>
                  <a:pt x="516" y="120"/>
                </a:lnTo>
                <a:lnTo>
                  <a:pt x="517" y="120"/>
                </a:lnTo>
                <a:lnTo>
                  <a:pt x="519" y="120"/>
                </a:lnTo>
                <a:lnTo>
                  <a:pt x="520" y="119"/>
                </a:lnTo>
                <a:lnTo>
                  <a:pt x="521" y="118"/>
                </a:lnTo>
                <a:lnTo>
                  <a:pt x="523" y="118"/>
                </a:lnTo>
                <a:lnTo>
                  <a:pt x="525" y="119"/>
                </a:lnTo>
                <a:lnTo>
                  <a:pt x="525" y="120"/>
                </a:lnTo>
                <a:lnTo>
                  <a:pt x="525" y="121"/>
                </a:lnTo>
                <a:lnTo>
                  <a:pt x="526" y="121"/>
                </a:lnTo>
                <a:lnTo>
                  <a:pt x="527" y="121"/>
                </a:lnTo>
                <a:lnTo>
                  <a:pt x="528" y="121"/>
                </a:lnTo>
                <a:lnTo>
                  <a:pt x="528" y="120"/>
                </a:lnTo>
                <a:lnTo>
                  <a:pt x="528" y="121"/>
                </a:lnTo>
                <a:lnTo>
                  <a:pt x="530" y="123"/>
                </a:lnTo>
                <a:lnTo>
                  <a:pt x="531" y="123"/>
                </a:lnTo>
                <a:lnTo>
                  <a:pt x="532" y="124"/>
                </a:lnTo>
                <a:lnTo>
                  <a:pt x="532" y="123"/>
                </a:lnTo>
                <a:lnTo>
                  <a:pt x="534" y="122"/>
                </a:lnTo>
                <a:lnTo>
                  <a:pt x="535" y="122"/>
                </a:lnTo>
                <a:lnTo>
                  <a:pt x="536" y="121"/>
                </a:lnTo>
                <a:lnTo>
                  <a:pt x="536" y="120"/>
                </a:lnTo>
                <a:lnTo>
                  <a:pt x="537" y="120"/>
                </a:lnTo>
                <a:lnTo>
                  <a:pt x="538" y="120"/>
                </a:lnTo>
                <a:lnTo>
                  <a:pt x="538" y="119"/>
                </a:lnTo>
                <a:lnTo>
                  <a:pt x="539" y="118"/>
                </a:lnTo>
                <a:lnTo>
                  <a:pt x="538" y="118"/>
                </a:lnTo>
                <a:lnTo>
                  <a:pt x="537" y="117"/>
                </a:lnTo>
                <a:lnTo>
                  <a:pt x="536" y="117"/>
                </a:lnTo>
                <a:lnTo>
                  <a:pt x="536" y="116"/>
                </a:lnTo>
                <a:lnTo>
                  <a:pt x="535" y="116"/>
                </a:lnTo>
                <a:lnTo>
                  <a:pt x="534" y="116"/>
                </a:lnTo>
                <a:lnTo>
                  <a:pt x="534" y="115"/>
                </a:lnTo>
                <a:lnTo>
                  <a:pt x="533" y="113"/>
                </a:lnTo>
                <a:lnTo>
                  <a:pt x="533" y="112"/>
                </a:lnTo>
                <a:lnTo>
                  <a:pt x="533" y="111"/>
                </a:lnTo>
                <a:lnTo>
                  <a:pt x="534" y="111"/>
                </a:lnTo>
                <a:lnTo>
                  <a:pt x="534" y="110"/>
                </a:lnTo>
                <a:lnTo>
                  <a:pt x="533" y="110"/>
                </a:lnTo>
                <a:lnTo>
                  <a:pt x="532" y="110"/>
                </a:lnTo>
                <a:lnTo>
                  <a:pt x="532" y="109"/>
                </a:lnTo>
                <a:lnTo>
                  <a:pt x="532" y="108"/>
                </a:lnTo>
                <a:lnTo>
                  <a:pt x="533" y="106"/>
                </a:lnTo>
                <a:lnTo>
                  <a:pt x="535" y="102"/>
                </a:lnTo>
                <a:lnTo>
                  <a:pt x="535" y="101"/>
                </a:lnTo>
                <a:lnTo>
                  <a:pt x="536" y="100"/>
                </a:lnTo>
                <a:lnTo>
                  <a:pt x="536" y="99"/>
                </a:lnTo>
                <a:lnTo>
                  <a:pt x="536" y="98"/>
                </a:lnTo>
                <a:lnTo>
                  <a:pt x="536" y="97"/>
                </a:lnTo>
                <a:lnTo>
                  <a:pt x="537" y="97"/>
                </a:lnTo>
                <a:lnTo>
                  <a:pt x="536" y="97"/>
                </a:lnTo>
                <a:lnTo>
                  <a:pt x="535" y="96"/>
                </a:lnTo>
                <a:lnTo>
                  <a:pt x="534" y="96"/>
                </a:lnTo>
                <a:lnTo>
                  <a:pt x="534" y="95"/>
                </a:lnTo>
                <a:lnTo>
                  <a:pt x="534" y="94"/>
                </a:lnTo>
                <a:lnTo>
                  <a:pt x="533" y="94"/>
                </a:lnTo>
                <a:lnTo>
                  <a:pt x="532" y="95"/>
                </a:lnTo>
                <a:lnTo>
                  <a:pt x="532" y="96"/>
                </a:lnTo>
                <a:lnTo>
                  <a:pt x="531" y="96"/>
                </a:lnTo>
                <a:lnTo>
                  <a:pt x="530" y="96"/>
                </a:lnTo>
                <a:lnTo>
                  <a:pt x="528" y="95"/>
                </a:lnTo>
                <a:lnTo>
                  <a:pt x="527" y="95"/>
                </a:lnTo>
                <a:lnTo>
                  <a:pt x="528" y="95"/>
                </a:lnTo>
                <a:lnTo>
                  <a:pt x="528" y="96"/>
                </a:lnTo>
                <a:lnTo>
                  <a:pt x="527" y="97"/>
                </a:lnTo>
                <a:lnTo>
                  <a:pt x="526" y="97"/>
                </a:lnTo>
                <a:lnTo>
                  <a:pt x="526" y="98"/>
                </a:lnTo>
                <a:lnTo>
                  <a:pt x="525" y="99"/>
                </a:lnTo>
                <a:lnTo>
                  <a:pt x="524" y="100"/>
                </a:lnTo>
                <a:lnTo>
                  <a:pt x="524" y="101"/>
                </a:lnTo>
                <a:lnTo>
                  <a:pt x="523" y="101"/>
                </a:lnTo>
                <a:lnTo>
                  <a:pt x="522" y="103"/>
                </a:lnTo>
                <a:lnTo>
                  <a:pt x="521" y="103"/>
                </a:lnTo>
                <a:lnTo>
                  <a:pt x="521" y="102"/>
                </a:lnTo>
                <a:lnTo>
                  <a:pt x="520" y="102"/>
                </a:lnTo>
                <a:lnTo>
                  <a:pt x="519" y="102"/>
                </a:lnTo>
                <a:lnTo>
                  <a:pt x="519" y="103"/>
                </a:lnTo>
                <a:lnTo>
                  <a:pt x="518" y="103"/>
                </a:lnTo>
                <a:lnTo>
                  <a:pt x="517" y="102"/>
                </a:lnTo>
                <a:lnTo>
                  <a:pt x="516" y="102"/>
                </a:lnTo>
                <a:lnTo>
                  <a:pt x="516" y="99"/>
                </a:lnTo>
                <a:lnTo>
                  <a:pt x="516" y="98"/>
                </a:lnTo>
                <a:lnTo>
                  <a:pt x="518" y="96"/>
                </a:lnTo>
                <a:lnTo>
                  <a:pt x="519" y="96"/>
                </a:lnTo>
                <a:lnTo>
                  <a:pt x="520" y="95"/>
                </a:lnTo>
                <a:lnTo>
                  <a:pt x="521" y="95"/>
                </a:lnTo>
                <a:lnTo>
                  <a:pt x="522" y="95"/>
                </a:lnTo>
                <a:lnTo>
                  <a:pt x="521" y="95"/>
                </a:lnTo>
                <a:lnTo>
                  <a:pt x="521" y="96"/>
                </a:lnTo>
                <a:lnTo>
                  <a:pt x="522" y="96"/>
                </a:lnTo>
                <a:lnTo>
                  <a:pt x="523" y="96"/>
                </a:lnTo>
                <a:lnTo>
                  <a:pt x="523" y="95"/>
                </a:lnTo>
                <a:lnTo>
                  <a:pt x="523" y="94"/>
                </a:lnTo>
                <a:lnTo>
                  <a:pt x="524" y="94"/>
                </a:lnTo>
                <a:lnTo>
                  <a:pt x="525" y="94"/>
                </a:lnTo>
                <a:lnTo>
                  <a:pt x="525" y="93"/>
                </a:lnTo>
                <a:lnTo>
                  <a:pt x="526" y="92"/>
                </a:lnTo>
                <a:lnTo>
                  <a:pt x="526" y="91"/>
                </a:lnTo>
                <a:lnTo>
                  <a:pt x="527" y="91"/>
                </a:lnTo>
                <a:lnTo>
                  <a:pt x="527" y="92"/>
                </a:lnTo>
                <a:lnTo>
                  <a:pt x="527" y="91"/>
                </a:lnTo>
                <a:lnTo>
                  <a:pt x="527" y="90"/>
                </a:lnTo>
                <a:lnTo>
                  <a:pt x="526" y="90"/>
                </a:lnTo>
                <a:lnTo>
                  <a:pt x="526" y="89"/>
                </a:lnTo>
                <a:lnTo>
                  <a:pt x="529" y="87"/>
                </a:lnTo>
                <a:lnTo>
                  <a:pt x="530" y="88"/>
                </a:lnTo>
                <a:lnTo>
                  <a:pt x="531" y="88"/>
                </a:lnTo>
                <a:lnTo>
                  <a:pt x="532" y="88"/>
                </a:lnTo>
                <a:lnTo>
                  <a:pt x="533" y="88"/>
                </a:lnTo>
                <a:lnTo>
                  <a:pt x="534" y="88"/>
                </a:lnTo>
                <a:lnTo>
                  <a:pt x="536" y="89"/>
                </a:lnTo>
                <a:lnTo>
                  <a:pt x="537" y="89"/>
                </a:lnTo>
                <a:lnTo>
                  <a:pt x="536" y="88"/>
                </a:lnTo>
                <a:lnTo>
                  <a:pt x="538" y="86"/>
                </a:lnTo>
                <a:lnTo>
                  <a:pt x="539" y="85"/>
                </a:lnTo>
                <a:lnTo>
                  <a:pt x="539" y="86"/>
                </a:lnTo>
                <a:lnTo>
                  <a:pt x="541" y="86"/>
                </a:lnTo>
                <a:lnTo>
                  <a:pt x="541" y="85"/>
                </a:lnTo>
                <a:lnTo>
                  <a:pt x="542" y="85"/>
                </a:lnTo>
                <a:lnTo>
                  <a:pt x="543" y="85"/>
                </a:lnTo>
                <a:lnTo>
                  <a:pt x="544" y="85"/>
                </a:lnTo>
                <a:lnTo>
                  <a:pt x="544" y="86"/>
                </a:lnTo>
                <a:lnTo>
                  <a:pt x="545" y="86"/>
                </a:lnTo>
                <a:lnTo>
                  <a:pt x="545" y="87"/>
                </a:lnTo>
                <a:lnTo>
                  <a:pt x="546" y="88"/>
                </a:lnTo>
                <a:lnTo>
                  <a:pt x="546" y="89"/>
                </a:lnTo>
                <a:lnTo>
                  <a:pt x="545" y="89"/>
                </a:lnTo>
                <a:lnTo>
                  <a:pt x="544" y="90"/>
                </a:lnTo>
                <a:lnTo>
                  <a:pt x="544" y="91"/>
                </a:lnTo>
                <a:lnTo>
                  <a:pt x="544" y="92"/>
                </a:lnTo>
                <a:lnTo>
                  <a:pt x="545" y="93"/>
                </a:lnTo>
                <a:lnTo>
                  <a:pt x="546" y="93"/>
                </a:lnTo>
                <a:lnTo>
                  <a:pt x="547" y="92"/>
                </a:lnTo>
                <a:lnTo>
                  <a:pt x="547" y="91"/>
                </a:lnTo>
                <a:lnTo>
                  <a:pt x="546" y="91"/>
                </a:lnTo>
                <a:lnTo>
                  <a:pt x="547" y="91"/>
                </a:lnTo>
                <a:lnTo>
                  <a:pt x="548" y="91"/>
                </a:lnTo>
                <a:lnTo>
                  <a:pt x="549" y="91"/>
                </a:lnTo>
                <a:lnTo>
                  <a:pt x="550" y="90"/>
                </a:lnTo>
                <a:lnTo>
                  <a:pt x="550" y="89"/>
                </a:lnTo>
                <a:lnTo>
                  <a:pt x="551" y="89"/>
                </a:lnTo>
                <a:lnTo>
                  <a:pt x="550" y="89"/>
                </a:lnTo>
                <a:lnTo>
                  <a:pt x="549" y="88"/>
                </a:lnTo>
                <a:lnTo>
                  <a:pt x="548" y="86"/>
                </a:lnTo>
                <a:lnTo>
                  <a:pt x="547" y="86"/>
                </a:lnTo>
                <a:lnTo>
                  <a:pt x="548" y="86"/>
                </a:lnTo>
                <a:lnTo>
                  <a:pt x="548" y="85"/>
                </a:lnTo>
                <a:lnTo>
                  <a:pt x="549" y="85"/>
                </a:lnTo>
                <a:lnTo>
                  <a:pt x="550" y="85"/>
                </a:lnTo>
                <a:lnTo>
                  <a:pt x="550" y="86"/>
                </a:lnTo>
                <a:lnTo>
                  <a:pt x="552" y="86"/>
                </a:lnTo>
                <a:lnTo>
                  <a:pt x="552" y="87"/>
                </a:lnTo>
                <a:lnTo>
                  <a:pt x="552" y="89"/>
                </a:lnTo>
                <a:lnTo>
                  <a:pt x="551" y="89"/>
                </a:lnTo>
                <a:lnTo>
                  <a:pt x="551" y="90"/>
                </a:lnTo>
                <a:lnTo>
                  <a:pt x="551" y="91"/>
                </a:lnTo>
                <a:lnTo>
                  <a:pt x="552" y="91"/>
                </a:lnTo>
                <a:lnTo>
                  <a:pt x="552" y="90"/>
                </a:lnTo>
                <a:lnTo>
                  <a:pt x="553" y="91"/>
                </a:lnTo>
                <a:lnTo>
                  <a:pt x="553" y="93"/>
                </a:lnTo>
                <a:lnTo>
                  <a:pt x="552" y="93"/>
                </a:lnTo>
                <a:lnTo>
                  <a:pt x="553" y="93"/>
                </a:lnTo>
                <a:lnTo>
                  <a:pt x="553" y="94"/>
                </a:lnTo>
                <a:lnTo>
                  <a:pt x="554" y="94"/>
                </a:lnTo>
                <a:lnTo>
                  <a:pt x="555" y="94"/>
                </a:lnTo>
                <a:lnTo>
                  <a:pt x="556" y="94"/>
                </a:lnTo>
                <a:lnTo>
                  <a:pt x="558" y="95"/>
                </a:lnTo>
                <a:lnTo>
                  <a:pt x="558" y="96"/>
                </a:lnTo>
                <a:lnTo>
                  <a:pt x="559" y="96"/>
                </a:lnTo>
                <a:lnTo>
                  <a:pt x="561" y="96"/>
                </a:lnTo>
                <a:lnTo>
                  <a:pt x="563" y="96"/>
                </a:lnTo>
                <a:lnTo>
                  <a:pt x="565" y="95"/>
                </a:lnTo>
                <a:lnTo>
                  <a:pt x="564" y="94"/>
                </a:lnTo>
                <a:lnTo>
                  <a:pt x="565" y="94"/>
                </a:lnTo>
                <a:lnTo>
                  <a:pt x="566" y="94"/>
                </a:lnTo>
                <a:lnTo>
                  <a:pt x="568" y="94"/>
                </a:lnTo>
                <a:lnTo>
                  <a:pt x="568" y="92"/>
                </a:lnTo>
                <a:lnTo>
                  <a:pt x="568" y="91"/>
                </a:lnTo>
                <a:lnTo>
                  <a:pt x="567" y="91"/>
                </a:lnTo>
                <a:lnTo>
                  <a:pt x="567" y="90"/>
                </a:lnTo>
                <a:lnTo>
                  <a:pt x="566" y="90"/>
                </a:lnTo>
                <a:lnTo>
                  <a:pt x="566" y="89"/>
                </a:lnTo>
                <a:lnTo>
                  <a:pt x="567" y="89"/>
                </a:lnTo>
                <a:lnTo>
                  <a:pt x="567" y="88"/>
                </a:lnTo>
                <a:lnTo>
                  <a:pt x="567" y="87"/>
                </a:lnTo>
                <a:lnTo>
                  <a:pt x="567" y="86"/>
                </a:lnTo>
                <a:lnTo>
                  <a:pt x="568" y="86"/>
                </a:lnTo>
                <a:lnTo>
                  <a:pt x="567" y="85"/>
                </a:lnTo>
                <a:lnTo>
                  <a:pt x="567" y="84"/>
                </a:lnTo>
                <a:lnTo>
                  <a:pt x="567" y="83"/>
                </a:lnTo>
                <a:lnTo>
                  <a:pt x="567" y="81"/>
                </a:lnTo>
                <a:lnTo>
                  <a:pt x="567" y="80"/>
                </a:lnTo>
                <a:lnTo>
                  <a:pt x="568" y="80"/>
                </a:lnTo>
                <a:lnTo>
                  <a:pt x="569" y="80"/>
                </a:lnTo>
                <a:lnTo>
                  <a:pt x="569" y="79"/>
                </a:lnTo>
                <a:lnTo>
                  <a:pt x="569" y="80"/>
                </a:lnTo>
                <a:lnTo>
                  <a:pt x="571" y="79"/>
                </a:lnTo>
                <a:lnTo>
                  <a:pt x="571" y="78"/>
                </a:lnTo>
                <a:lnTo>
                  <a:pt x="573" y="76"/>
                </a:lnTo>
                <a:lnTo>
                  <a:pt x="573" y="74"/>
                </a:lnTo>
                <a:lnTo>
                  <a:pt x="574" y="74"/>
                </a:lnTo>
                <a:lnTo>
                  <a:pt x="573" y="74"/>
                </a:lnTo>
                <a:lnTo>
                  <a:pt x="573" y="73"/>
                </a:lnTo>
                <a:lnTo>
                  <a:pt x="573" y="72"/>
                </a:lnTo>
                <a:lnTo>
                  <a:pt x="574" y="71"/>
                </a:lnTo>
                <a:lnTo>
                  <a:pt x="576" y="71"/>
                </a:lnTo>
                <a:lnTo>
                  <a:pt x="577" y="70"/>
                </a:lnTo>
                <a:lnTo>
                  <a:pt x="578" y="69"/>
                </a:lnTo>
                <a:lnTo>
                  <a:pt x="578" y="68"/>
                </a:lnTo>
                <a:lnTo>
                  <a:pt x="578" y="65"/>
                </a:lnTo>
                <a:lnTo>
                  <a:pt x="578" y="64"/>
                </a:lnTo>
                <a:lnTo>
                  <a:pt x="577" y="64"/>
                </a:lnTo>
                <a:lnTo>
                  <a:pt x="576" y="63"/>
                </a:lnTo>
                <a:lnTo>
                  <a:pt x="575" y="64"/>
                </a:lnTo>
                <a:lnTo>
                  <a:pt x="574" y="64"/>
                </a:lnTo>
                <a:lnTo>
                  <a:pt x="574" y="63"/>
                </a:lnTo>
                <a:lnTo>
                  <a:pt x="575" y="63"/>
                </a:lnTo>
                <a:lnTo>
                  <a:pt x="576" y="63"/>
                </a:lnTo>
                <a:lnTo>
                  <a:pt x="577" y="62"/>
                </a:lnTo>
                <a:lnTo>
                  <a:pt x="577" y="61"/>
                </a:lnTo>
                <a:lnTo>
                  <a:pt x="579" y="60"/>
                </a:lnTo>
                <a:lnTo>
                  <a:pt x="580" y="60"/>
                </a:lnTo>
                <a:lnTo>
                  <a:pt x="581" y="59"/>
                </a:lnTo>
                <a:lnTo>
                  <a:pt x="580" y="59"/>
                </a:lnTo>
                <a:lnTo>
                  <a:pt x="581" y="59"/>
                </a:lnTo>
                <a:lnTo>
                  <a:pt x="581" y="58"/>
                </a:lnTo>
                <a:lnTo>
                  <a:pt x="582" y="58"/>
                </a:lnTo>
                <a:lnTo>
                  <a:pt x="582" y="57"/>
                </a:lnTo>
                <a:lnTo>
                  <a:pt x="583" y="55"/>
                </a:lnTo>
                <a:lnTo>
                  <a:pt x="584" y="54"/>
                </a:lnTo>
                <a:lnTo>
                  <a:pt x="584" y="55"/>
                </a:lnTo>
                <a:lnTo>
                  <a:pt x="584" y="56"/>
                </a:lnTo>
                <a:lnTo>
                  <a:pt x="585" y="56"/>
                </a:lnTo>
                <a:lnTo>
                  <a:pt x="586" y="56"/>
                </a:lnTo>
                <a:lnTo>
                  <a:pt x="586" y="57"/>
                </a:lnTo>
                <a:lnTo>
                  <a:pt x="586" y="58"/>
                </a:lnTo>
                <a:lnTo>
                  <a:pt x="587" y="58"/>
                </a:lnTo>
                <a:lnTo>
                  <a:pt x="589" y="59"/>
                </a:lnTo>
                <a:lnTo>
                  <a:pt x="590" y="58"/>
                </a:lnTo>
                <a:lnTo>
                  <a:pt x="590" y="57"/>
                </a:lnTo>
                <a:lnTo>
                  <a:pt x="590" y="56"/>
                </a:lnTo>
                <a:lnTo>
                  <a:pt x="590" y="55"/>
                </a:lnTo>
                <a:lnTo>
                  <a:pt x="591" y="55"/>
                </a:lnTo>
                <a:lnTo>
                  <a:pt x="592" y="55"/>
                </a:lnTo>
                <a:lnTo>
                  <a:pt x="593" y="56"/>
                </a:lnTo>
                <a:lnTo>
                  <a:pt x="594" y="56"/>
                </a:lnTo>
                <a:lnTo>
                  <a:pt x="594" y="57"/>
                </a:lnTo>
                <a:lnTo>
                  <a:pt x="594" y="56"/>
                </a:lnTo>
                <a:lnTo>
                  <a:pt x="595" y="55"/>
                </a:lnTo>
                <a:lnTo>
                  <a:pt x="597" y="55"/>
                </a:lnTo>
                <a:lnTo>
                  <a:pt x="598" y="53"/>
                </a:lnTo>
                <a:lnTo>
                  <a:pt x="598" y="52"/>
                </a:lnTo>
                <a:lnTo>
                  <a:pt x="599" y="51"/>
                </a:lnTo>
                <a:lnTo>
                  <a:pt x="600" y="51"/>
                </a:lnTo>
                <a:lnTo>
                  <a:pt x="601" y="51"/>
                </a:lnTo>
                <a:lnTo>
                  <a:pt x="602" y="51"/>
                </a:lnTo>
                <a:lnTo>
                  <a:pt x="602" y="52"/>
                </a:lnTo>
                <a:lnTo>
                  <a:pt x="602" y="53"/>
                </a:lnTo>
                <a:lnTo>
                  <a:pt x="602" y="55"/>
                </a:lnTo>
                <a:lnTo>
                  <a:pt x="603" y="56"/>
                </a:lnTo>
                <a:lnTo>
                  <a:pt x="604" y="56"/>
                </a:lnTo>
                <a:lnTo>
                  <a:pt x="605" y="55"/>
                </a:lnTo>
                <a:lnTo>
                  <a:pt x="606" y="55"/>
                </a:lnTo>
                <a:lnTo>
                  <a:pt x="606" y="56"/>
                </a:lnTo>
                <a:lnTo>
                  <a:pt x="607" y="57"/>
                </a:lnTo>
                <a:lnTo>
                  <a:pt x="608" y="58"/>
                </a:lnTo>
                <a:lnTo>
                  <a:pt x="609" y="58"/>
                </a:lnTo>
                <a:lnTo>
                  <a:pt x="609" y="57"/>
                </a:lnTo>
                <a:lnTo>
                  <a:pt x="608" y="57"/>
                </a:lnTo>
                <a:lnTo>
                  <a:pt x="608" y="56"/>
                </a:lnTo>
                <a:lnTo>
                  <a:pt x="609" y="56"/>
                </a:lnTo>
                <a:lnTo>
                  <a:pt x="610" y="57"/>
                </a:lnTo>
                <a:lnTo>
                  <a:pt x="611" y="57"/>
                </a:lnTo>
                <a:lnTo>
                  <a:pt x="612" y="58"/>
                </a:lnTo>
                <a:lnTo>
                  <a:pt x="611" y="59"/>
                </a:lnTo>
                <a:lnTo>
                  <a:pt x="611" y="60"/>
                </a:lnTo>
                <a:lnTo>
                  <a:pt x="610" y="61"/>
                </a:lnTo>
                <a:lnTo>
                  <a:pt x="610" y="62"/>
                </a:lnTo>
                <a:lnTo>
                  <a:pt x="609" y="63"/>
                </a:lnTo>
                <a:lnTo>
                  <a:pt x="608" y="63"/>
                </a:lnTo>
                <a:lnTo>
                  <a:pt x="608" y="64"/>
                </a:lnTo>
                <a:lnTo>
                  <a:pt x="607" y="65"/>
                </a:lnTo>
                <a:lnTo>
                  <a:pt x="607" y="66"/>
                </a:lnTo>
                <a:lnTo>
                  <a:pt x="606" y="66"/>
                </a:lnTo>
                <a:lnTo>
                  <a:pt x="606" y="67"/>
                </a:lnTo>
                <a:lnTo>
                  <a:pt x="606" y="68"/>
                </a:lnTo>
                <a:lnTo>
                  <a:pt x="607" y="69"/>
                </a:lnTo>
                <a:lnTo>
                  <a:pt x="608" y="69"/>
                </a:lnTo>
                <a:lnTo>
                  <a:pt x="608" y="70"/>
                </a:lnTo>
                <a:lnTo>
                  <a:pt x="607" y="70"/>
                </a:lnTo>
                <a:lnTo>
                  <a:pt x="606" y="70"/>
                </a:lnTo>
                <a:lnTo>
                  <a:pt x="606" y="71"/>
                </a:lnTo>
                <a:lnTo>
                  <a:pt x="606" y="72"/>
                </a:lnTo>
                <a:lnTo>
                  <a:pt x="607" y="72"/>
                </a:lnTo>
                <a:lnTo>
                  <a:pt x="607" y="73"/>
                </a:lnTo>
                <a:lnTo>
                  <a:pt x="608" y="73"/>
                </a:lnTo>
                <a:lnTo>
                  <a:pt x="609" y="73"/>
                </a:lnTo>
                <a:lnTo>
                  <a:pt x="609" y="72"/>
                </a:lnTo>
                <a:lnTo>
                  <a:pt x="610" y="72"/>
                </a:lnTo>
                <a:lnTo>
                  <a:pt x="611" y="72"/>
                </a:lnTo>
                <a:lnTo>
                  <a:pt x="613" y="72"/>
                </a:lnTo>
                <a:lnTo>
                  <a:pt x="614" y="71"/>
                </a:lnTo>
                <a:lnTo>
                  <a:pt x="616" y="71"/>
                </a:lnTo>
                <a:lnTo>
                  <a:pt x="616" y="72"/>
                </a:lnTo>
                <a:lnTo>
                  <a:pt x="616" y="73"/>
                </a:lnTo>
                <a:lnTo>
                  <a:pt x="617" y="73"/>
                </a:lnTo>
                <a:lnTo>
                  <a:pt x="618" y="74"/>
                </a:lnTo>
                <a:lnTo>
                  <a:pt x="619" y="73"/>
                </a:lnTo>
                <a:lnTo>
                  <a:pt x="621" y="72"/>
                </a:lnTo>
                <a:lnTo>
                  <a:pt x="622" y="72"/>
                </a:lnTo>
                <a:lnTo>
                  <a:pt x="622" y="71"/>
                </a:lnTo>
                <a:lnTo>
                  <a:pt x="622" y="70"/>
                </a:lnTo>
                <a:lnTo>
                  <a:pt x="622" y="69"/>
                </a:lnTo>
                <a:lnTo>
                  <a:pt x="623" y="69"/>
                </a:lnTo>
                <a:lnTo>
                  <a:pt x="624" y="68"/>
                </a:lnTo>
                <a:lnTo>
                  <a:pt x="623" y="67"/>
                </a:lnTo>
                <a:lnTo>
                  <a:pt x="622" y="66"/>
                </a:lnTo>
                <a:lnTo>
                  <a:pt x="622" y="65"/>
                </a:lnTo>
                <a:lnTo>
                  <a:pt x="621" y="63"/>
                </a:lnTo>
                <a:lnTo>
                  <a:pt x="621" y="62"/>
                </a:lnTo>
                <a:lnTo>
                  <a:pt x="621" y="61"/>
                </a:lnTo>
                <a:lnTo>
                  <a:pt x="621" y="60"/>
                </a:lnTo>
                <a:lnTo>
                  <a:pt x="619" y="59"/>
                </a:lnTo>
                <a:lnTo>
                  <a:pt x="618" y="59"/>
                </a:lnTo>
                <a:lnTo>
                  <a:pt x="618" y="58"/>
                </a:lnTo>
                <a:lnTo>
                  <a:pt x="618" y="55"/>
                </a:lnTo>
                <a:lnTo>
                  <a:pt x="619" y="55"/>
                </a:lnTo>
                <a:lnTo>
                  <a:pt x="619" y="53"/>
                </a:lnTo>
                <a:lnTo>
                  <a:pt x="620" y="53"/>
                </a:lnTo>
                <a:lnTo>
                  <a:pt x="620" y="52"/>
                </a:lnTo>
                <a:lnTo>
                  <a:pt x="621" y="51"/>
                </a:lnTo>
                <a:lnTo>
                  <a:pt x="622" y="52"/>
                </a:lnTo>
                <a:lnTo>
                  <a:pt x="625" y="53"/>
                </a:lnTo>
                <a:lnTo>
                  <a:pt x="627" y="53"/>
                </a:lnTo>
                <a:lnTo>
                  <a:pt x="628" y="52"/>
                </a:lnTo>
                <a:lnTo>
                  <a:pt x="629" y="51"/>
                </a:lnTo>
                <a:lnTo>
                  <a:pt x="629" y="50"/>
                </a:lnTo>
                <a:lnTo>
                  <a:pt x="629" y="49"/>
                </a:lnTo>
                <a:lnTo>
                  <a:pt x="630" y="49"/>
                </a:lnTo>
                <a:lnTo>
                  <a:pt x="630" y="48"/>
                </a:lnTo>
                <a:lnTo>
                  <a:pt x="629" y="48"/>
                </a:lnTo>
                <a:lnTo>
                  <a:pt x="629" y="47"/>
                </a:lnTo>
                <a:lnTo>
                  <a:pt x="630" y="44"/>
                </a:lnTo>
                <a:lnTo>
                  <a:pt x="631" y="42"/>
                </a:lnTo>
                <a:lnTo>
                  <a:pt x="631" y="40"/>
                </a:lnTo>
                <a:lnTo>
                  <a:pt x="631" y="39"/>
                </a:lnTo>
                <a:lnTo>
                  <a:pt x="632" y="37"/>
                </a:lnTo>
                <a:lnTo>
                  <a:pt x="633" y="35"/>
                </a:lnTo>
                <a:lnTo>
                  <a:pt x="634" y="35"/>
                </a:lnTo>
                <a:lnTo>
                  <a:pt x="636" y="33"/>
                </a:lnTo>
                <a:lnTo>
                  <a:pt x="636" y="32"/>
                </a:lnTo>
                <a:lnTo>
                  <a:pt x="637" y="31"/>
                </a:lnTo>
                <a:lnTo>
                  <a:pt x="638" y="30"/>
                </a:lnTo>
                <a:lnTo>
                  <a:pt x="639" y="30"/>
                </a:lnTo>
                <a:lnTo>
                  <a:pt x="639" y="31"/>
                </a:lnTo>
                <a:lnTo>
                  <a:pt x="640" y="32"/>
                </a:lnTo>
                <a:lnTo>
                  <a:pt x="641" y="32"/>
                </a:lnTo>
                <a:lnTo>
                  <a:pt x="642" y="32"/>
                </a:lnTo>
                <a:lnTo>
                  <a:pt x="643" y="32"/>
                </a:lnTo>
                <a:lnTo>
                  <a:pt x="644" y="32"/>
                </a:lnTo>
                <a:lnTo>
                  <a:pt x="645" y="34"/>
                </a:lnTo>
                <a:lnTo>
                  <a:pt x="644" y="34"/>
                </a:lnTo>
                <a:lnTo>
                  <a:pt x="645" y="34"/>
                </a:lnTo>
                <a:lnTo>
                  <a:pt x="647" y="34"/>
                </a:lnTo>
                <a:lnTo>
                  <a:pt x="647" y="33"/>
                </a:lnTo>
                <a:lnTo>
                  <a:pt x="648" y="33"/>
                </a:lnTo>
                <a:lnTo>
                  <a:pt x="649" y="34"/>
                </a:lnTo>
                <a:lnTo>
                  <a:pt x="650" y="34"/>
                </a:lnTo>
                <a:lnTo>
                  <a:pt x="651" y="33"/>
                </a:lnTo>
                <a:lnTo>
                  <a:pt x="652" y="33"/>
                </a:lnTo>
                <a:lnTo>
                  <a:pt x="653" y="33"/>
                </a:lnTo>
                <a:lnTo>
                  <a:pt x="653" y="34"/>
                </a:lnTo>
                <a:lnTo>
                  <a:pt x="652" y="35"/>
                </a:lnTo>
                <a:lnTo>
                  <a:pt x="652" y="36"/>
                </a:lnTo>
                <a:lnTo>
                  <a:pt x="653" y="36"/>
                </a:lnTo>
                <a:lnTo>
                  <a:pt x="653" y="37"/>
                </a:lnTo>
                <a:lnTo>
                  <a:pt x="653" y="38"/>
                </a:lnTo>
                <a:lnTo>
                  <a:pt x="653" y="39"/>
                </a:lnTo>
                <a:lnTo>
                  <a:pt x="653" y="40"/>
                </a:lnTo>
                <a:lnTo>
                  <a:pt x="652" y="41"/>
                </a:lnTo>
                <a:lnTo>
                  <a:pt x="651" y="42"/>
                </a:lnTo>
                <a:lnTo>
                  <a:pt x="651" y="43"/>
                </a:lnTo>
                <a:lnTo>
                  <a:pt x="651" y="44"/>
                </a:lnTo>
                <a:lnTo>
                  <a:pt x="651" y="45"/>
                </a:lnTo>
                <a:lnTo>
                  <a:pt x="651" y="46"/>
                </a:lnTo>
                <a:lnTo>
                  <a:pt x="651" y="47"/>
                </a:lnTo>
                <a:lnTo>
                  <a:pt x="651" y="48"/>
                </a:lnTo>
                <a:lnTo>
                  <a:pt x="650" y="49"/>
                </a:lnTo>
                <a:lnTo>
                  <a:pt x="650" y="50"/>
                </a:lnTo>
                <a:lnTo>
                  <a:pt x="652" y="50"/>
                </a:lnTo>
                <a:lnTo>
                  <a:pt x="653" y="50"/>
                </a:lnTo>
                <a:lnTo>
                  <a:pt x="654" y="51"/>
                </a:lnTo>
                <a:lnTo>
                  <a:pt x="654" y="52"/>
                </a:lnTo>
                <a:lnTo>
                  <a:pt x="655" y="52"/>
                </a:lnTo>
                <a:lnTo>
                  <a:pt x="656" y="51"/>
                </a:lnTo>
                <a:lnTo>
                  <a:pt x="656" y="50"/>
                </a:lnTo>
                <a:lnTo>
                  <a:pt x="657" y="50"/>
                </a:lnTo>
                <a:lnTo>
                  <a:pt x="657" y="51"/>
                </a:lnTo>
                <a:lnTo>
                  <a:pt x="658" y="51"/>
                </a:lnTo>
                <a:lnTo>
                  <a:pt x="658" y="52"/>
                </a:lnTo>
                <a:lnTo>
                  <a:pt x="659" y="52"/>
                </a:lnTo>
                <a:lnTo>
                  <a:pt x="660" y="52"/>
                </a:lnTo>
                <a:lnTo>
                  <a:pt x="661" y="52"/>
                </a:lnTo>
                <a:lnTo>
                  <a:pt x="662" y="51"/>
                </a:lnTo>
                <a:lnTo>
                  <a:pt x="662" y="49"/>
                </a:lnTo>
                <a:lnTo>
                  <a:pt x="662" y="48"/>
                </a:lnTo>
                <a:lnTo>
                  <a:pt x="664" y="47"/>
                </a:lnTo>
                <a:lnTo>
                  <a:pt x="664" y="46"/>
                </a:lnTo>
                <a:lnTo>
                  <a:pt x="666" y="47"/>
                </a:lnTo>
                <a:lnTo>
                  <a:pt x="667" y="48"/>
                </a:lnTo>
                <a:lnTo>
                  <a:pt x="667" y="49"/>
                </a:lnTo>
                <a:lnTo>
                  <a:pt x="668" y="49"/>
                </a:lnTo>
                <a:lnTo>
                  <a:pt x="670" y="50"/>
                </a:lnTo>
                <a:lnTo>
                  <a:pt x="671" y="52"/>
                </a:lnTo>
                <a:lnTo>
                  <a:pt x="671" y="53"/>
                </a:lnTo>
                <a:lnTo>
                  <a:pt x="671" y="54"/>
                </a:lnTo>
                <a:lnTo>
                  <a:pt x="672" y="55"/>
                </a:lnTo>
                <a:lnTo>
                  <a:pt x="672" y="56"/>
                </a:lnTo>
                <a:lnTo>
                  <a:pt x="672" y="58"/>
                </a:lnTo>
                <a:lnTo>
                  <a:pt x="674" y="59"/>
                </a:lnTo>
                <a:lnTo>
                  <a:pt x="674" y="58"/>
                </a:lnTo>
                <a:lnTo>
                  <a:pt x="675" y="58"/>
                </a:lnTo>
                <a:lnTo>
                  <a:pt x="677" y="58"/>
                </a:lnTo>
                <a:lnTo>
                  <a:pt x="678" y="58"/>
                </a:lnTo>
                <a:lnTo>
                  <a:pt x="680" y="57"/>
                </a:lnTo>
                <a:lnTo>
                  <a:pt x="681" y="56"/>
                </a:lnTo>
                <a:lnTo>
                  <a:pt x="682" y="54"/>
                </a:lnTo>
                <a:lnTo>
                  <a:pt x="682" y="53"/>
                </a:lnTo>
                <a:lnTo>
                  <a:pt x="682" y="52"/>
                </a:lnTo>
                <a:lnTo>
                  <a:pt x="683" y="51"/>
                </a:lnTo>
                <a:lnTo>
                  <a:pt x="683" y="49"/>
                </a:lnTo>
                <a:lnTo>
                  <a:pt x="684" y="48"/>
                </a:lnTo>
                <a:lnTo>
                  <a:pt x="684" y="47"/>
                </a:lnTo>
                <a:lnTo>
                  <a:pt x="683" y="46"/>
                </a:lnTo>
                <a:lnTo>
                  <a:pt x="683" y="45"/>
                </a:lnTo>
                <a:lnTo>
                  <a:pt x="684" y="44"/>
                </a:lnTo>
                <a:lnTo>
                  <a:pt x="685" y="44"/>
                </a:lnTo>
                <a:lnTo>
                  <a:pt x="686" y="43"/>
                </a:lnTo>
                <a:lnTo>
                  <a:pt x="685" y="42"/>
                </a:lnTo>
                <a:lnTo>
                  <a:pt x="685" y="41"/>
                </a:lnTo>
                <a:lnTo>
                  <a:pt x="686" y="40"/>
                </a:lnTo>
                <a:lnTo>
                  <a:pt x="687" y="39"/>
                </a:lnTo>
                <a:lnTo>
                  <a:pt x="688" y="38"/>
                </a:lnTo>
                <a:lnTo>
                  <a:pt x="690" y="37"/>
                </a:lnTo>
                <a:lnTo>
                  <a:pt x="691" y="36"/>
                </a:lnTo>
                <a:lnTo>
                  <a:pt x="691" y="35"/>
                </a:lnTo>
                <a:lnTo>
                  <a:pt x="692" y="33"/>
                </a:lnTo>
                <a:lnTo>
                  <a:pt x="693" y="32"/>
                </a:lnTo>
                <a:lnTo>
                  <a:pt x="696" y="30"/>
                </a:lnTo>
                <a:lnTo>
                  <a:pt x="697" y="29"/>
                </a:lnTo>
                <a:lnTo>
                  <a:pt x="698" y="30"/>
                </a:lnTo>
                <a:lnTo>
                  <a:pt x="698" y="31"/>
                </a:lnTo>
                <a:lnTo>
                  <a:pt x="699" y="31"/>
                </a:lnTo>
                <a:lnTo>
                  <a:pt x="699" y="30"/>
                </a:lnTo>
                <a:lnTo>
                  <a:pt x="700" y="29"/>
                </a:lnTo>
                <a:lnTo>
                  <a:pt x="701" y="28"/>
                </a:lnTo>
                <a:lnTo>
                  <a:pt x="702" y="27"/>
                </a:lnTo>
                <a:lnTo>
                  <a:pt x="702" y="26"/>
                </a:lnTo>
                <a:lnTo>
                  <a:pt x="703" y="25"/>
                </a:lnTo>
                <a:lnTo>
                  <a:pt x="703" y="24"/>
                </a:lnTo>
                <a:lnTo>
                  <a:pt x="704" y="24"/>
                </a:lnTo>
                <a:lnTo>
                  <a:pt x="705" y="23"/>
                </a:lnTo>
                <a:lnTo>
                  <a:pt x="705" y="21"/>
                </a:lnTo>
                <a:lnTo>
                  <a:pt x="705" y="20"/>
                </a:lnTo>
                <a:lnTo>
                  <a:pt x="704" y="19"/>
                </a:lnTo>
                <a:lnTo>
                  <a:pt x="704" y="18"/>
                </a:lnTo>
                <a:lnTo>
                  <a:pt x="704" y="17"/>
                </a:lnTo>
                <a:lnTo>
                  <a:pt x="704" y="16"/>
                </a:lnTo>
                <a:lnTo>
                  <a:pt x="705" y="16"/>
                </a:lnTo>
                <a:lnTo>
                  <a:pt x="705" y="15"/>
                </a:lnTo>
                <a:lnTo>
                  <a:pt x="706" y="15"/>
                </a:lnTo>
                <a:lnTo>
                  <a:pt x="708" y="14"/>
                </a:lnTo>
                <a:lnTo>
                  <a:pt x="708" y="13"/>
                </a:lnTo>
                <a:lnTo>
                  <a:pt x="709" y="12"/>
                </a:lnTo>
                <a:lnTo>
                  <a:pt x="711" y="9"/>
                </a:lnTo>
                <a:lnTo>
                  <a:pt x="712" y="9"/>
                </a:lnTo>
                <a:lnTo>
                  <a:pt x="712" y="10"/>
                </a:lnTo>
                <a:lnTo>
                  <a:pt x="714" y="12"/>
                </a:lnTo>
                <a:lnTo>
                  <a:pt x="715" y="12"/>
                </a:lnTo>
                <a:lnTo>
                  <a:pt x="716" y="12"/>
                </a:lnTo>
                <a:lnTo>
                  <a:pt x="717" y="11"/>
                </a:lnTo>
                <a:lnTo>
                  <a:pt x="717" y="10"/>
                </a:lnTo>
                <a:lnTo>
                  <a:pt x="718" y="10"/>
                </a:lnTo>
                <a:lnTo>
                  <a:pt x="718" y="11"/>
                </a:lnTo>
                <a:lnTo>
                  <a:pt x="719" y="11"/>
                </a:lnTo>
                <a:lnTo>
                  <a:pt x="720" y="11"/>
                </a:lnTo>
                <a:lnTo>
                  <a:pt x="722" y="12"/>
                </a:lnTo>
                <a:lnTo>
                  <a:pt x="722" y="13"/>
                </a:lnTo>
                <a:lnTo>
                  <a:pt x="723" y="13"/>
                </a:lnTo>
                <a:lnTo>
                  <a:pt x="724" y="13"/>
                </a:lnTo>
                <a:lnTo>
                  <a:pt x="725" y="13"/>
                </a:lnTo>
                <a:lnTo>
                  <a:pt x="725" y="12"/>
                </a:lnTo>
                <a:lnTo>
                  <a:pt x="724" y="12"/>
                </a:lnTo>
                <a:lnTo>
                  <a:pt x="725" y="11"/>
                </a:lnTo>
                <a:lnTo>
                  <a:pt x="725" y="10"/>
                </a:lnTo>
                <a:lnTo>
                  <a:pt x="726" y="10"/>
                </a:lnTo>
                <a:lnTo>
                  <a:pt x="727" y="10"/>
                </a:lnTo>
                <a:lnTo>
                  <a:pt x="727" y="11"/>
                </a:lnTo>
                <a:lnTo>
                  <a:pt x="727" y="12"/>
                </a:lnTo>
                <a:lnTo>
                  <a:pt x="727" y="14"/>
                </a:lnTo>
                <a:lnTo>
                  <a:pt x="726" y="15"/>
                </a:lnTo>
                <a:lnTo>
                  <a:pt x="726" y="16"/>
                </a:lnTo>
                <a:lnTo>
                  <a:pt x="726" y="17"/>
                </a:lnTo>
                <a:lnTo>
                  <a:pt x="727" y="17"/>
                </a:lnTo>
                <a:lnTo>
                  <a:pt x="728" y="19"/>
                </a:lnTo>
                <a:lnTo>
                  <a:pt x="729" y="19"/>
                </a:lnTo>
                <a:lnTo>
                  <a:pt x="729" y="18"/>
                </a:lnTo>
                <a:lnTo>
                  <a:pt x="730" y="17"/>
                </a:lnTo>
                <a:lnTo>
                  <a:pt x="733" y="16"/>
                </a:lnTo>
                <a:lnTo>
                  <a:pt x="733" y="17"/>
                </a:lnTo>
                <a:lnTo>
                  <a:pt x="734" y="17"/>
                </a:lnTo>
                <a:lnTo>
                  <a:pt x="735" y="17"/>
                </a:lnTo>
                <a:lnTo>
                  <a:pt x="736" y="17"/>
                </a:lnTo>
                <a:lnTo>
                  <a:pt x="736" y="18"/>
                </a:lnTo>
                <a:lnTo>
                  <a:pt x="737" y="18"/>
                </a:lnTo>
                <a:lnTo>
                  <a:pt x="738" y="17"/>
                </a:lnTo>
                <a:lnTo>
                  <a:pt x="740" y="16"/>
                </a:lnTo>
                <a:lnTo>
                  <a:pt x="740" y="15"/>
                </a:lnTo>
                <a:lnTo>
                  <a:pt x="741" y="15"/>
                </a:lnTo>
                <a:lnTo>
                  <a:pt x="741" y="16"/>
                </a:lnTo>
                <a:lnTo>
                  <a:pt x="741" y="15"/>
                </a:lnTo>
                <a:lnTo>
                  <a:pt x="743" y="15"/>
                </a:lnTo>
                <a:lnTo>
                  <a:pt x="745" y="14"/>
                </a:lnTo>
                <a:lnTo>
                  <a:pt x="746" y="14"/>
                </a:lnTo>
                <a:lnTo>
                  <a:pt x="746" y="15"/>
                </a:lnTo>
                <a:lnTo>
                  <a:pt x="747" y="16"/>
                </a:lnTo>
                <a:lnTo>
                  <a:pt x="747" y="17"/>
                </a:lnTo>
                <a:lnTo>
                  <a:pt x="748" y="17"/>
                </a:lnTo>
                <a:lnTo>
                  <a:pt x="748" y="16"/>
                </a:lnTo>
                <a:lnTo>
                  <a:pt x="748" y="14"/>
                </a:lnTo>
                <a:lnTo>
                  <a:pt x="749" y="13"/>
                </a:lnTo>
                <a:lnTo>
                  <a:pt x="748" y="10"/>
                </a:lnTo>
                <a:lnTo>
                  <a:pt x="747" y="9"/>
                </a:lnTo>
                <a:lnTo>
                  <a:pt x="748" y="8"/>
                </a:lnTo>
                <a:lnTo>
                  <a:pt x="749" y="8"/>
                </a:lnTo>
                <a:lnTo>
                  <a:pt x="749" y="7"/>
                </a:lnTo>
                <a:lnTo>
                  <a:pt x="749" y="5"/>
                </a:lnTo>
                <a:lnTo>
                  <a:pt x="749" y="4"/>
                </a:lnTo>
                <a:lnTo>
                  <a:pt x="749" y="2"/>
                </a:lnTo>
                <a:lnTo>
                  <a:pt x="749" y="1"/>
                </a:lnTo>
                <a:lnTo>
                  <a:pt x="750" y="1"/>
                </a:lnTo>
                <a:lnTo>
                  <a:pt x="751" y="0"/>
                </a:lnTo>
                <a:lnTo>
                  <a:pt x="752" y="0"/>
                </a:lnTo>
                <a:lnTo>
                  <a:pt x="753" y="1"/>
                </a:lnTo>
                <a:lnTo>
                  <a:pt x="753" y="2"/>
                </a:lnTo>
                <a:lnTo>
                  <a:pt x="754" y="3"/>
                </a:lnTo>
                <a:lnTo>
                  <a:pt x="755" y="3"/>
                </a:lnTo>
                <a:lnTo>
                  <a:pt x="756" y="3"/>
                </a:lnTo>
                <a:lnTo>
                  <a:pt x="756" y="4"/>
                </a:lnTo>
                <a:lnTo>
                  <a:pt x="755" y="5"/>
                </a:lnTo>
                <a:lnTo>
                  <a:pt x="756" y="6"/>
                </a:lnTo>
                <a:lnTo>
                  <a:pt x="757" y="6"/>
                </a:lnTo>
                <a:close/>
              </a:path>
            </a:pathLst>
          </a:custGeom>
          <a:solidFill>
            <a:srgbClr val="EBAB90"/>
          </a:solidFill>
          <a:ln w="2520">
            <a:solidFill>
              <a:srgbClr val="FFFFFF"/>
            </a:solidFill>
            <a:round/>
          </a:ln>
        </p:spPr>
        <p:txBody>
          <a:bodyPr lIns="1080" tIns="1080" rIns="1080" bIns="108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44" name=""/>
          <p:cNvSpPr/>
          <p:nvPr/>
        </p:nvSpPr>
        <p:spPr>
          <a:xfrm>
            <a:off x="4680360" y="1896480"/>
            <a:ext cx="1440" cy="1080"/>
          </a:xfrm>
          <a:custGeom>
            <a:avLst/>
            <a:gdLst/>
            <a:ahLst/>
            <a:rect l="0" t="0" r="r" b="b"/>
            <a:pathLst>
              <a:path w="4" h="3">
                <a:moveTo>
                  <a:pt x="0" y="0"/>
                </a:moveTo>
                <a:lnTo>
                  <a:pt x="2" y="0"/>
                </a:lnTo>
                <a:lnTo>
                  <a:pt x="2" y="2"/>
                </a:lnTo>
                <a:lnTo>
                  <a:pt x="4" y="2"/>
                </a:lnTo>
                <a:lnTo>
                  <a:pt x="2" y="2"/>
                </a:lnTo>
                <a:lnTo>
                  <a:pt x="2" y="3"/>
                </a:lnTo>
                <a:lnTo>
                  <a:pt x="0" y="3"/>
                </a:lnTo>
                <a:lnTo>
                  <a:pt x="0" y="2"/>
                </a:lnTo>
                <a:lnTo>
                  <a:pt x="0" y="0"/>
                </a:lnTo>
                <a:close/>
              </a:path>
            </a:pathLst>
          </a:custGeom>
          <a:solidFill>
            <a:srgbClr val="EBAB90"/>
          </a:solidFill>
          <a:ln w="2520">
            <a:solidFill>
              <a:srgbClr val="FFFFFF"/>
            </a:solidFill>
            <a:round/>
          </a:ln>
        </p:spPr>
        <p:txBody>
          <a:bodyPr lIns="1080" tIns="0" rIns="108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45" name=""/>
          <p:cNvSpPr/>
          <p:nvPr/>
        </p:nvSpPr>
        <p:spPr>
          <a:xfrm>
            <a:off x="4674600" y="1889640"/>
            <a:ext cx="2880" cy="3240"/>
          </a:xfrm>
          <a:custGeom>
            <a:avLst/>
            <a:gdLst/>
            <a:ahLst/>
            <a:rect l="0" t="0" r="r" b="b"/>
            <a:pathLst>
              <a:path w="8" h="9">
                <a:moveTo>
                  <a:pt x="6" y="7"/>
                </a:moveTo>
                <a:lnTo>
                  <a:pt x="5" y="7"/>
                </a:lnTo>
                <a:lnTo>
                  <a:pt x="5" y="6"/>
                </a:lnTo>
                <a:lnTo>
                  <a:pt x="4" y="6"/>
                </a:lnTo>
                <a:lnTo>
                  <a:pt x="3" y="7"/>
                </a:lnTo>
                <a:lnTo>
                  <a:pt x="3" y="8"/>
                </a:lnTo>
                <a:lnTo>
                  <a:pt x="4" y="8"/>
                </a:lnTo>
                <a:lnTo>
                  <a:pt x="4" y="9"/>
                </a:lnTo>
                <a:lnTo>
                  <a:pt x="3" y="9"/>
                </a:lnTo>
                <a:lnTo>
                  <a:pt x="1" y="8"/>
                </a:lnTo>
                <a:lnTo>
                  <a:pt x="1" y="7"/>
                </a:lnTo>
                <a:lnTo>
                  <a:pt x="1" y="6"/>
                </a:lnTo>
                <a:lnTo>
                  <a:pt x="1" y="4"/>
                </a:lnTo>
                <a:lnTo>
                  <a:pt x="0" y="4"/>
                </a:lnTo>
                <a:lnTo>
                  <a:pt x="0" y="3"/>
                </a:lnTo>
                <a:lnTo>
                  <a:pt x="1" y="2"/>
                </a:lnTo>
                <a:lnTo>
                  <a:pt x="3" y="1"/>
                </a:lnTo>
                <a:lnTo>
                  <a:pt x="4" y="0"/>
                </a:lnTo>
                <a:lnTo>
                  <a:pt x="5" y="0"/>
                </a:lnTo>
                <a:lnTo>
                  <a:pt x="6" y="0"/>
                </a:lnTo>
                <a:lnTo>
                  <a:pt x="7" y="0"/>
                </a:lnTo>
                <a:lnTo>
                  <a:pt x="8" y="1"/>
                </a:lnTo>
                <a:lnTo>
                  <a:pt x="8" y="2"/>
                </a:lnTo>
                <a:lnTo>
                  <a:pt x="8" y="3"/>
                </a:lnTo>
                <a:lnTo>
                  <a:pt x="8" y="4"/>
                </a:lnTo>
                <a:lnTo>
                  <a:pt x="7" y="7"/>
                </a:lnTo>
                <a:lnTo>
                  <a:pt x="6" y="7"/>
                </a:lnTo>
                <a:close/>
              </a:path>
            </a:pathLst>
          </a:custGeom>
          <a:solidFill>
            <a:srgbClr val="EBAB90"/>
          </a:solidFill>
          <a:ln w="2520">
            <a:solidFill>
              <a:srgbClr val="FFFFFF"/>
            </a:solidFill>
            <a:round/>
          </a:ln>
        </p:spPr>
        <p:txBody>
          <a:bodyPr lIns="1080" tIns="1080" rIns="1080" bIns="108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46" name=""/>
          <p:cNvSpPr/>
          <p:nvPr/>
        </p:nvSpPr>
        <p:spPr>
          <a:xfrm>
            <a:off x="4673880" y="1870560"/>
            <a:ext cx="1080" cy="360"/>
          </a:xfrm>
          <a:custGeom>
            <a:avLst/>
            <a:gdLst/>
            <a:ahLst/>
            <a:rect l="0" t="0" r="r" b="b"/>
            <a:pathLst>
              <a:path w="3" h="1">
                <a:moveTo>
                  <a:pt x="0" y="1"/>
                </a:moveTo>
                <a:lnTo>
                  <a:pt x="1" y="1"/>
                </a:lnTo>
                <a:lnTo>
                  <a:pt x="2" y="0"/>
                </a:lnTo>
                <a:lnTo>
                  <a:pt x="3" y="0"/>
                </a:lnTo>
                <a:lnTo>
                  <a:pt x="2" y="1"/>
                </a:lnTo>
                <a:lnTo>
                  <a:pt x="0" y="1"/>
                </a:lnTo>
                <a:close/>
              </a:path>
            </a:pathLst>
          </a:custGeom>
          <a:solidFill>
            <a:srgbClr val="EBAB90"/>
          </a:solidFill>
          <a:ln w="2520">
            <a:solidFill>
              <a:srgbClr val="FFFFFF"/>
            </a:solidFill>
            <a:round/>
          </a:ln>
        </p:spPr>
        <p:txBody>
          <a:bodyPr lIns="1080" tIns="-720" rIns="1080" bIns="-7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47" name=""/>
          <p:cNvSpPr/>
          <p:nvPr/>
        </p:nvSpPr>
        <p:spPr>
          <a:xfrm>
            <a:off x="4655880" y="1865520"/>
            <a:ext cx="1440" cy="1800"/>
          </a:xfrm>
          <a:custGeom>
            <a:avLst/>
            <a:gdLst/>
            <a:ahLst/>
            <a:rect l="0" t="0" r="r" b="b"/>
            <a:pathLst>
              <a:path w="4" h="5">
                <a:moveTo>
                  <a:pt x="1" y="5"/>
                </a:moveTo>
                <a:lnTo>
                  <a:pt x="1" y="3"/>
                </a:lnTo>
                <a:lnTo>
                  <a:pt x="0" y="5"/>
                </a:lnTo>
                <a:lnTo>
                  <a:pt x="1" y="3"/>
                </a:lnTo>
                <a:lnTo>
                  <a:pt x="3" y="2"/>
                </a:lnTo>
                <a:lnTo>
                  <a:pt x="3" y="0"/>
                </a:lnTo>
                <a:lnTo>
                  <a:pt x="4" y="2"/>
                </a:lnTo>
                <a:lnTo>
                  <a:pt x="3" y="3"/>
                </a:lnTo>
                <a:lnTo>
                  <a:pt x="3" y="5"/>
                </a:lnTo>
                <a:lnTo>
                  <a:pt x="1" y="5"/>
                </a:lnTo>
                <a:close/>
              </a:path>
            </a:pathLst>
          </a:custGeom>
          <a:solidFill>
            <a:srgbClr val="EBAB90"/>
          </a:solidFill>
          <a:ln w="2520">
            <a:solidFill>
              <a:srgbClr val="FFFFFF"/>
            </a:solidFill>
            <a:round/>
          </a:ln>
        </p:spPr>
        <p:txBody>
          <a:bodyPr lIns="1080" tIns="720" rIns="1080" bIns="7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48" name=""/>
          <p:cNvSpPr/>
          <p:nvPr/>
        </p:nvSpPr>
        <p:spPr>
          <a:xfrm>
            <a:off x="4671360" y="1864080"/>
            <a:ext cx="1800" cy="1800"/>
          </a:xfrm>
          <a:custGeom>
            <a:avLst/>
            <a:gdLst/>
            <a:ahLst/>
            <a:rect l="0" t="0" r="r" b="b"/>
            <a:pathLst>
              <a:path w="5" h="5">
                <a:moveTo>
                  <a:pt x="0" y="5"/>
                </a:moveTo>
                <a:lnTo>
                  <a:pt x="0" y="4"/>
                </a:lnTo>
                <a:lnTo>
                  <a:pt x="1" y="3"/>
                </a:lnTo>
                <a:lnTo>
                  <a:pt x="3" y="3"/>
                </a:lnTo>
                <a:lnTo>
                  <a:pt x="4" y="1"/>
                </a:lnTo>
                <a:lnTo>
                  <a:pt x="5" y="0"/>
                </a:lnTo>
                <a:lnTo>
                  <a:pt x="5" y="1"/>
                </a:lnTo>
                <a:lnTo>
                  <a:pt x="4" y="3"/>
                </a:lnTo>
                <a:lnTo>
                  <a:pt x="3" y="3"/>
                </a:lnTo>
                <a:lnTo>
                  <a:pt x="3" y="4"/>
                </a:lnTo>
                <a:lnTo>
                  <a:pt x="1" y="4"/>
                </a:lnTo>
                <a:lnTo>
                  <a:pt x="1" y="5"/>
                </a:lnTo>
                <a:lnTo>
                  <a:pt x="0" y="5"/>
                </a:lnTo>
                <a:close/>
              </a:path>
            </a:pathLst>
          </a:custGeom>
          <a:solidFill>
            <a:srgbClr val="EBAB90"/>
          </a:solidFill>
          <a:ln w="2520">
            <a:solidFill>
              <a:srgbClr val="FFFFFF"/>
            </a:solidFill>
            <a:round/>
          </a:ln>
        </p:spPr>
        <p:txBody>
          <a:bodyPr lIns="1080" tIns="720" rIns="1080" bIns="7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49" name=""/>
          <p:cNvSpPr/>
          <p:nvPr/>
        </p:nvSpPr>
        <p:spPr>
          <a:xfrm>
            <a:off x="4672800" y="1863000"/>
            <a:ext cx="360" cy="720"/>
          </a:xfrm>
          <a:custGeom>
            <a:avLst/>
            <a:gdLst/>
            <a:ahLst/>
            <a:rect l="0" t="0" r="r" b="b"/>
            <a:pathLst>
              <a:path w="1" h="2">
                <a:moveTo>
                  <a:pt x="0" y="1"/>
                </a:moveTo>
                <a:lnTo>
                  <a:pt x="0" y="0"/>
                </a:lnTo>
                <a:lnTo>
                  <a:pt x="1" y="0"/>
                </a:lnTo>
                <a:lnTo>
                  <a:pt x="0" y="1"/>
                </a:lnTo>
                <a:lnTo>
                  <a:pt x="1" y="2"/>
                </a:lnTo>
                <a:lnTo>
                  <a:pt x="0" y="1"/>
                </a:lnTo>
                <a:close/>
              </a:path>
            </a:pathLst>
          </a:custGeom>
          <a:solidFill>
            <a:srgbClr val="EBAB90"/>
          </a:solidFill>
          <a:ln w="2520">
            <a:solidFill>
              <a:srgbClr val="FFFFFF"/>
            </a:solidFill>
            <a:round/>
          </a:ln>
        </p:spPr>
        <p:txBody>
          <a:bodyPr lIns="1080" tIns="-360" rIns="1080" bIns="-3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50" name=""/>
          <p:cNvSpPr/>
          <p:nvPr/>
        </p:nvSpPr>
        <p:spPr>
          <a:xfrm>
            <a:off x="4663440" y="1860120"/>
            <a:ext cx="360" cy="720"/>
          </a:xfrm>
          <a:custGeom>
            <a:avLst/>
            <a:gdLst/>
            <a:ahLst/>
            <a:rect l="0" t="0" r="r" b="b"/>
            <a:pathLst>
              <a:path w="1" h="2">
                <a:moveTo>
                  <a:pt x="0" y="1"/>
                </a:moveTo>
                <a:lnTo>
                  <a:pt x="0" y="0"/>
                </a:lnTo>
                <a:lnTo>
                  <a:pt x="1" y="1"/>
                </a:lnTo>
                <a:lnTo>
                  <a:pt x="1" y="2"/>
                </a:lnTo>
                <a:lnTo>
                  <a:pt x="0" y="2"/>
                </a:lnTo>
                <a:lnTo>
                  <a:pt x="0" y="1"/>
                </a:lnTo>
                <a:close/>
              </a:path>
            </a:pathLst>
          </a:custGeom>
          <a:solidFill>
            <a:srgbClr val="EBAB90"/>
          </a:solidFill>
          <a:ln w="2520">
            <a:solidFill>
              <a:srgbClr val="FFFFFF"/>
            </a:solidFill>
            <a:round/>
          </a:ln>
        </p:spPr>
        <p:txBody>
          <a:bodyPr lIns="1080" tIns="-360" rIns="1080" bIns="-3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51" name=""/>
          <p:cNvSpPr/>
          <p:nvPr/>
        </p:nvSpPr>
        <p:spPr>
          <a:xfrm>
            <a:off x="4650840" y="1852920"/>
            <a:ext cx="2880" cy="2880"/>
          </a:xfrm>
          <a:custGeom>
            <a:avLst/>
            <a:gdLst/>
            <a:ahLst/>
            <a:rect l="0" t="0" r="r" b="b"/>
            <a:pathLst>
              <a:path w="8" h="8">
                <a:moveTo>
                  <a:pt x="7" y="2"/>
                </a:moveTo>
                <a:lnTo>
                  <a:pt x="6" y="3"/>
                </a:lnTo>
                <a:lnTo>
                  <a:pt x="5" y="3"/>
                </a:lnTo>
                <a:lnTo>
                  <a:pt x="5" y="5"/>
                </a:lnTo>
                <a:lnTo>
                  <a:pt x="4" y="5"/>
                </a:lnTo>
                <a:lnTo>
                  <a:pt x="4" y="6"/>
                </a:lnTo>
                <a:lnTo>
                  <a:pt x="4" y="7"/>
                </a:lnTo>
                <a:lnTo>
                  <a:pt x="3" y="7"/>
                </a:lnTo>
                <a:lnTo>
                  <a:pt x="3" y="8"/>
                </a:lnTo>
                <a:lnTo>
                  <a:pt x="1" y="8"/>
                </a:lnTo>
                <a:lnTo>
                  <a:pt x="1" y="7"/>
                </a:lnTo>
                <a:lnTo>
                  <a:pt x="3" y="6"/>
                </a:lnTo>
                <a:lnTo>
                  <a:pt x="4" y="5"/>
                </a:lnTo>
                <a:lnTo>
                  <a:pt x="3" y="5"/>
                </a:lnTo>
                <a:lnTo>
                  <a:pt x="1" y="5"/>
                </a:lnTo>
                <a:lnTo>
                  <a:pt x="1" y="3"/>
                </a:lnTo>
                <a:lnTo>
                  <a:pt x="0" y="2"/>
                </a:lnTo>
                <a:lnTo>
                  <a:pt x="1" y="2"/>
                </a:lnTo>
                <a:lnTo>
                  <a:pt x="1" y="1"/>
                </a:lnTo>
                <a:lnTo>
                  <a:pt x="3" y="2"/>
                </a:lnTo>
                <a:lnTo>
                  <a:pt x="3" y="1"/>
                </a:lnTo>
                <a:lnTo>
                  <a:pt x="4" y="1"/>
                </a:lnTo>
                <a:lnTo>
                  <a:pt x="5" y="0"/>
                </a:lnTo>
                <a:lnTo>
                  <a:pt x="6" y="0"/>
                </a:lnTo>
                <a:lnTo>
                  <a:pt x="7" y="1"/>
                </a:lnTo>
                <a:lnTo>
                  <a:pt x="8" y="1"/>
                </a:lnTo>
                <a:lnTo>
                  <a:pt x="8" y="2"/>
                </a:lnTo>
                <a:lnTo>
                  <a:pt x="7" y="2"/>
                </a:lnTo>
                <a:close/>
              </a:path>
            </a:pathLst>
          </a:custGeom>
          <a:solidFill>
            <a:srgbClr val="EBAB90"/>
          </a:solidFill>
          <a:ln w="2520">
            <a:solidFill>
              <a:srgbClr val="FFFFFF"/>
            </a:solidFill>
            <a:round/>
          </a:ln>
        </p:spPr>
        <p:txBody>
          <a:bodyPr lIns="1080" tIns="1080" rIns="1080" bIns="108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52" name=""/>
          <p:cNvSpPr/>
          <p:nvPr/>
        </p:nvSpPr>
        <p:spPr>
          <a:xfrm>
            <a:off x="4438080" y="1515960"/>
            <a:ext cx="245160" cy="214920"/>
          </a:xfrm>
          <a:custGeom>
            <a:avLst/>
            <a:gdLst/>
            <a:ahLst/>
            <a:rect l="0" t="0" r="r" b="b"/>
            <a:pathLst>
              <a:path w="681" h="597">
                <a:moveTo>
                  <a:pt x="447" y="2"/>
                </a:moveTo>
                <a:lnTo>
                  <a:pt x="447" y="3"/>
                </a:lnTo>
                <a:lnTo>
                  <a:pt x="447" y="4"/>
                </a:lnTo>
                <a:lnTo>
                  <a:pt x="448" y="5"/>
                </a:lnTo>
                <a:lnTo>
                  <a:pt x="448" y="6"/>
                </a:lnTo>
                <a:lnTo>
                  <a:pt x="448" y="7"/>
                </a:lnTo>
                <a:lnTo>
                  <a:pt x="448" y="8"/>
                </a:lnTo>
                <a:lnTo>
                  <a:pt x="449" y="9"/>
                </a:lnTo>
                <a:lnTo>
                  <a:pt x="449" y="10"/>
                </a:lnTo>
                <a:lnTo>
                  <a:pt x="450" y="10"/>
                </a:lnTo>
                <a:lnTo>
                  <a:pt x="450" y="9"/>
                </a:lnTo>
                <a:lnTo>
                  <a:pt x="450" y="8"/>
                </a:lnTo>
                <a:lnTo>
                  <a:pt x="450" y="7"/>
                </a:lnTo>
                <a:lnTo>
                  <a:pt x="451" y="7"/>
                </a:lnTo>
                <a:lnTo>
                  <a:pt x="453" y="6"/>
                </a:lnTo>
                <a:lnTo>
                  <a:pt x="453" y="7"/>
                </a:lnTo>
                <a:lnTo>
                  <a:pt x="454" y="7"/>
                </a:lnTo>
                <a:lnTo>
                  <a:pt x="455" y="7"/>
                </a:lnTo>
                <a:lnTo>
                  <a:pt x="456" y="7"/>
                </a:lnTo>
                <a:lnTo>
                  <a:pt x="457" y="8"/>
                </a:lnTo>
                <a:lnTo>
                  <a:pt x="457" y="9"/>
                </a:lnTo>
                <a:lnTo>
                  <a:pt x="458" y="9"/>
                </a:lnTo>
                <a:lnTo>
                  <a:pt x="459" y="9"/>
                </a:lnTo>
                <a:lnTo>
                  <a:pt x="460" y="9"/>
                </a:lnTo>
                <a:lnTo>
                  <a:pt x="461" y="9"/>
                </a:lnTo>
                <a:lnTo>
                  <a:pt x="462" y="8"/>
                </a:lnTo>
                <a:lnTo>
                  <a:pt x="462" y="7"/>
                </a:lnTo>
                <a:lnTo>
                  <a:pt x="462" y="8"/>
                </a:lnTo>
                <a:lnTo>
                  <a:pt x="463" y="8"/>
                </a:lnTo>
                <a:lnTo>
                  <a:pt x="464" y="6"/>
                </a:lnTo>
                <a:lnTo>
                  <a:pt x="464" y="5"/>
                </a:lnTo>
                <a:lnTo>
                  <a:pt x="463" y="5"/>
                </a:lnTo>
                <a:lnTo>
                  <a:pt x="464" y="4"/>
                </a:lnTo>
                <a:lnTo>
                  <a:pt x="465" y="4"/>
                </a:lnTo>
                <a:lnTo>
                  <a:pt x="465" y="3"/>
                </a:lnTo>
                <a:lnTo>
                  <a:pt x="466" y="3"/>
                </a:lnTo>
                <a:lnTo>
                  <a:pt x="466" y="2"/>
                </a:lnTo>
                <a:lnTo>
                  <a:pt x="467" y="2"/>
                </a:lnTo>
                <a:lnTo>
                  <a:pt x="468" y="3"/>
                </a:lnTo>
                <a:lnTo>
                  <a:pt x="468" y="4"/>
                </a:lnTo>
                <a:lnTo>
                  <a:pt x="469" y="5"/>
                </a:lnTo>
                <a:lnTo>
                  <a:pt x="469" y="6"/>
                </a:lnTo>
                <a:lnTo>
                  <a:pt x="469" y="7"/>
                </a:lnTo>
                <a:lnTo>
                  <a:pt x="470" y="7"/>
                </a:lnTo>
                <a:lnTo>
                  <a:pt x="471" y="7"/>
                </a:lnTo>
                <a:lnTo>
                  <a:pt x="471" y="8"/>
                </a:lnTo>
                <a:lnTo>
                  <a:pt x="472" y="8"/>
                </a:lnTo>
                <a:lnTo>
                  <a:pt x="472" y="9"/>
                </a:lnTo>
                <a:lnTo>
                  <a:pt x="473" y="9"/>
                </a:lnTo>
                <a:lnTo>
                  <a:pt x="474" y="9"/>
                </a:lnTo>
                <a:lnTo>
                  <a:pt x="474" y="10"/>
                </a:lnTo>
                <a:lnTo>
                  <a:pt x="473" y="10"/>
                </a:lnTo>
                <a:lnTo>
                  <a:pt x="473" y="11"/>
                </a:lnTo>
                <a:lnTo>
                  <a:pt x="473" y="12"/>
                </a:lnTo>
                <a:lnTo>
                  <a:pt x="472" y="13"/>
                </a:lnTo>
                <a:lnTo>
                  <a:pt x="472" y="14"/>
                </a:lnTo>
                <a:lnTo>
                  <a:pt x="471" y="16"/>
                </a:lnTo>
                <a:lnTo>
                  <a:pt x="471" y="17"/>
                </a:lnTo>
                <a:lnTo>
                  <a:pt x="471" y="20"/>
                </a:lnTo>
                <a:lnTo>
                  <a:pt x="471" y="21"/>
                </a:lnTo>
                <a:lnTo>
                  <a:pt x="471" y="22"/>
                </a:lnTo>
                <a:lnTo>
                  <a:pt x="473" y="22"/>
                </a:lnTo>
                <a:lnTo>
                  <a:pt x="474" y="22"/>
                </a:lnTo>
                <a:lnTo>
                  <a:pt x="474" y="23"/>
                </a:lnTo>
                <a:lnTo>
                  <a:pt x="475" y="23"/>
                </a:lnTo>
                <a:lnTo>
                  <a:pt x="475" y="27"/>
                </a:lnTo>
                <a:lnTo>
                  <a:pt x="474" y="28"/>
                </a:lnTo>
                <a:lnTo>
                  <a:pt x="474" y="29"/>
                </a:lnTo>
                <a:lnTo>
                  <a:pt x="474" y="30"/>
                </a:lnTo>
                <a:lnTo>
                  <a:pt x="475" y="30"/>
                </a:lnTo>
                <a:lnTo>
                  <a:pt x="476" y="31"/>
                </a:lnTo>
                <a:lnTo>
                  <a:pt x="477" y="31"/>
                </a:lnTo>
                <a:lnTo>
                  <a:pt x="477" y="32"/>
                </a:lnTo>
                <a:lnTo>
                  <a:pt x="478" y="32"/>
                </a:lnTo>
                <a:lnTo>
                  <a:pt x="479" y="32"/>
                </a:lnTo>
                <a:lnTo>
                  <a:pt x="480" y="32"/>
                </a:lnTo>
                <a:lnTo>
                  <a:pt x="480" y="33"/>
                </a:lnTo>
                <a:lnTo>
                  <a:pt x="481" y="33"/>
                </a:lnTo>
                <a:lnTo>
                  <a:pt x="481" y="31"/>
                </a:lnTo>
                <a:lnTo>
                  <a:pt x="481" y="30"/>
                </a:lnTo>
                <a:lnTo>
                  <a:pt x="481" y="29"/>
                </a:lnTo>
                <a:lnTo>
                  <a:pt x="482" y="29"/>
                </a:lnTo>
                <a:lnTo>
                  <a:pt x="483" y="28"/>
                </a:lnTo>
                <a:lnTo>
                  <a:pt x="482" y="27"/>
                </a:lnTo>
                <a:lnTo>
                  <a:pt x="482" y="26"/>
                </a:lnTo>
                <a:lnTo>
                  <a:pt x="483" y="26"/>
                </a:lnTo>
                <a:lnTo>
                  <a:pt x="484" y="26"/>
                </a:lnTo>
                <a:lnTo>
                  <a:pt x="485" y="27"/>
                </a:lnTo>
                <a:lnTo>
                  <a:pt x="485" y="26"/>
                </a:lnTo>
                <a:lnTo>
                  <a:pt x="486" y="25"/>
                </a:lnTo>
                <a:lnTo>
                  <a:pt x="486" y="24"/>
                </a:lnTo>
                <a:lnTo>
                  <a:pt x="487" y="23"/>
                </a:lnTo>
                <a:lnTo>
                  <a:pt x="487" y="22"/>
                </a:lnTo>
                <a:lnTo>
                  <a:pt x="488" y="22"/>
                </a:lnTo>
                <a:lnTo>
                  <a:pt x="490" y="23"/>
                </a:lnTo>
                <a:lnTo>
                  <a:pt x="491" y="23"/>
                </a:lnTo>
                <a:lnTo>
                  <a:pt x="493" y="23"/>
                </a:lnTo>
                <a:lnTo>
                  <a:pt x="494" y="22"/>
                </a:lnTo>
                <a:lnTo>
                  <a:pt x="495" y="22"/>
                </a:lnTo>
                <a:lnTo>
                  <a:pt x="496" y="22"/>
                </a:lnTo>
                <a:lnTo>
                  <a:pt x="497" y="22"/>
                </a:lnTo>
                <a:lnTo>
                  <a:pt x="498" y="21"/>
                </a:lnTo>
                <a:lnTo>
                  <a:pt x="499" y="21"/>
                </a:lnTo>
                <a:lnTo>
                  <a:pt x="499" y="20"/>
                </a:lnTo>
                <a:lnTo>
                  <a:pt x="500" y="19"/>
                </a:lnTo>
                <a:lnTo>
                  <a:pt x="501" y="18"/>
                </a:lnTo>
                <a:lnTo>
                  <a:pt x="501" y="17"/>
                </a:lnTo>
                <a:lnTo>
                  <a:pt x="502" y="16"/>
                </a:lnTo>
                <a:lnTo>
                  <a:pt x="502" y="15"/>
                </a:lnTo>
                <a:lnTo>
                  <a:pt x="503" y="16"/>
                </a:lnTo>
                <a:lnTo>
                  <a:pt x="504" y="16"/>
                </a:lnTo>
                <a:lnTo>
                  <a:pt x="505" y="16"/>
                </a:lnTo>
                <a:lnTo>
                  <a:pt x="507" y="17"/>
                </a:lnTo>
                <a:lnTo>
                  <a:pt x="508" y="17"/>
                </a:lnTo>
                <a:lnTo>
                  <a:pt x="509" y="17"/>
                </a:lnTo>
                <a:lnTo>
                  <a:pt x="509" y="18"/>
                </a:lnTo>
                <a:lnTo>
                  <a:pt x="509" y="19"/>
                </a:lnTo>
                <a:lnTo>
                  <a:pt x="510" y="19"/>
                </a:lnTo>
                <a:lnTo>
                  <a:pt x="510" y="20"/>
                </a:lnTo>
                <a:lnTo>
                  <a:pt x="511" y="20"/>
                </a:lnTo>
                <a:lnTo>
                  <a:pt x="512" y="20"/>
                </a:lnTo>
                <a:lnTo>
                  <a:pt x="512" y="19"/>
                </a:lnTo>
                <a:lnTo>
                  <a:pt x="513" y="19"/>
                </a:lnTo>
                <a:lnTo>
                  <a:pt x="514" y="18"/>
                </a:lnTo>
                <a:lnTo>
                  <a:pt x="515" y="17"/>
                </a:lnTo>
                <a:lnTo>
                  <a:pt x="516" y="17"/>
                </a:lnTo>
                <a:lnTo>
                  <a:pt x="517" y="17"/>
                </a:lnTo>
                <a:lnTo>
                  <a:pt x="517" y="18"/>
                </a:lnTo>
                <a:lnTo>
                  <a:pt x="518" y="19"/>
                </a:lnTo>
                <a:lnTo>
                  <a:pt x="519" y="19"/>
                </a:lnTo>
                <a:lnTo>
                  <a:pt x="520" y="19"/>
                </a:lnTo>
                <a:lnTo>
                  <a:pt x="520" y="20"/>
                </a:lnTo>
                <a:lnTo>
                  <a:pt x="521" y="20"/>
                </a:lnTo>
                <a:lnTo>
                  <a:pt x="520" y="21"/>
                </a:lnTo>
                <a:lnTo>
                  <a:pt x="520" y="22"/>
                </a:lnTo>
                <a:lnTo>
                  <a:pt x="521" y="23"/>
                </a:lnTo>
                <a:lnTo>
                  <a:pt x="522" y="22"/>
                </a:lnTo>
                <a:lnTo>
                  <a:pt x="523" y="21"/>
                </a:lnTo>
                <a:lnTo>
                  <a:pt x="524" y="21"/>
                </a:lnTo>
                <a:lnTo>
                  <a:pt x="524" y="20"/>
                </a:lnTo>
                <a:lnTo>
                  <a:pt x="524" y="19"/>
                </a:lnTo>
                <a:lnTo>
                  <a:pt x="524" y="18"/>
                </a:lnTo>
                <a:lnTo>
                  <a:pt x="524" y="17"/>
                </a:lnTo>
                <a:lnTo>
                  <a:pt x="525" y="16"/>
                </a:lnTo>
                <a:lnTo>
                  <a:pt x="525" y="15"/>
                </a:lnTo>
                <a:lnTo>
                  <a:pt x="525" y="14"/>
                </a:lnTo>
                <a:lnTo>
                  <a:pt x="526" y="14"/>
                </a:lnTo>
                <a:lnTo>
                  <a:pt x="526" y="15"/>
                </a:lnTo>
                <a:lnTo>
                  <a:pt x="527" y="15"/>
                </a:lnTo>
                <a:lnTo>
                  <a:pt x="528" y="15"/>
                </a:lnTo>
                <a:lnTo>
                  <a:pt x="529" y="15"/>
                </a:lnTo>
                <a:lnTo>
                  <a:pt x="529" y="16"/>
                </a:lnTo>
                <a:lnTo>
                  <a:pt x="528" y="18"/>
                </a:lnTo>
                <a:lnTo>
                  <a:pt x="528" y="19"/>
                </a:lnTo>
                <a:lnTo>
                  <a:pt x="528" y="20"/>
                </a:lnTo>
                <a:lnTo>
                  <a:pt x="528" y="21"/>
                </a:lnTo>
                <a:lnTo>
                  <a:pt x="529" y="23"/>
                </a:lnTo>
                <a:lnTo>
                  <a:pt x="530" y="23"/>
                </a:lnTo>
                <a:lnTo>
                  <a:pt x="529" y="24"/>
                </a:lnTo>
                <a:lnTo>
                  <a:pt x="529" y="25"/>
                </a:lnTo>
                <a:lnTo>
                  <a:pt x="530" y="26"/>
                </a:lnTo>
                <a:lnTo>
                  <a:pt x="530" y="27"/>
                </a:lnTo>
                <a:lnTo>
                  <a:pt x="531" y="29"/>
                </a:lnTo>
                <a:lnTo>
                  <a:pt x="531" y="30"/>
                </a:lnTo>
                <a:lnTo>
                  <a:pt x="531" y="31"/>
                </a:lnTo>
                <a:lnTo>
                  <a:pt x="531" y="32"/>
                </a:lnTo>
                <a:lnTo>
                  <a:pt x="532" y="32"/>
                </a:lnTo>
                <a:lnTo>
                  <a:pt x="533" y="32"/>
                </a:lnTo>
                <a:lnTo>
                  <a:pt x="534" y="33"/>
                </a:lnTo>
                <a:lnTo>
                  <a:pt x="534" y="34"/>
                </a:lnTo>
                <a:lnTo>
                  <a:pt x="535" y="35"/>
                </a:lnTo>
                <a:lnTo>
                  <a:pt x="535" y="38"/>
                </a:lnTo>
                <a:lnTo>
                  <a:pt x="535" y="39"/>
                </a:lnTo>
                <a:lnTo>
                  <a:pt x="535" y="40"/>
                </a:lnTo>
                <a:lnTo>
                  <a:pt x="535" y="41"/>
                </a:lnTo>
                <a:lnTo>
                  <a:pt x="535" y="42"/>
                </a:lnTo>
                <a:lnTo>
                  <a:pt x="535" y="43"/>
                </a:lnTo>
                <a:lnTo>
                  <a:pt x="534" y="44"/>
                </a:lnTo>
                <a:lnTo>
                  <a:pt x="535" y="45"/>
                </a:lnTo>
                <a:lnTo>
                  <a:pt x="535" y="46"/>
                </a:lnTo>
                <a:lnTo>
                  <a:pt x="535" y="47"/>
                </a:lnTo>
                <a:lnTo>
                  <a:pt x="535" y="49"/>
                </a:lnTo>
                <a:lnTo>
                  <a:pt x="535" y="50"/>
                </a:lnTo>
                <a:lnTo>
                  <a:pt x="536" y="50"/>
                </a:lnTo>
                <a:lnTo>
                  <a:pt x="539" y="51"/>
                </a:lnTo>
                <a:lnTo>
                  <a:pt x="539" y="53"/>
                </a:lnTo>
                <a:lnTo>
                  <a:pt x="539" y="54"/>
                </a:lnTo>
                <a:lnTo>
                  <a:pt x="539" y="55"/>
                </a:lnTo>
                <a:lnTo>
                  <a:pt x="538" y="55"/>
                </a:lnTo>
                <a:lnTo>
                  <a:pt x="538" y="56"/>
                </a:lnTo>
                <a:lnTo>
                  <a:pt x="536" y="58"/>
                </a:lnTo>
                <a:lnTo>
                  <a:pt x="536" y="59"/>
                </a:lnTo>
                <a:lnTo>
                  <a:pt x="535" y="60"/>
                </a:lnTo>
                <a:lnTo>
                  <a:pt x="535" y="62"/>
                </a:lnTo>
                <a:lnTo>
                  <a:pt x="535" y="63"/>
                </a:lnTo>
                <a:lnTo>
                  <a:pt x="535" y="64"/>
                </a:lnTo>
                <a:lnTo>
                  <a:pt x="535" y="65"/>
                </a:lnTo>
                <a:lnTo>
                  <a:pt x="534" y="66"/>
                </a:lnTo>
                <a:lnTo>
                  <a:pt x="534" y="67"/>
                </a:lnTo>
                <a:lnTo>
                  <a:pt x="534" y="68"/>
                </a:lnTo>
                <a:lnTo>
                  <a:pt x="535" y="68"/>
                </a:lnTo>
                <a:lnTo>
                  <a:pt x="536" y="68"/>
                </a:lnTo>
                <a:lnTo>
                  <a:pt x="537" y="68"/>
                </a:lnTo>
                <a:lnTo>
                  <a:pt x="537" y="69"/>
                </a:lnTo>
                <a:lnTo>
                  <a:pt x="538" y="69"/>
                </a:lnTo>
                <a:lnTo>
                  <a:pt x="539" y="70"/>
                </a:lnTo>
                <a:lnTo>
                  <a:pt x="540" y="70"/>
                </a:lnTo>
                <a:lnTo>
                  <a:pt x="543" y="71"/>
                </a:lnTo>
                <a:lnTo>
                  <a:pt x="544" y="72"/>
                </a:lnTo>
                <a:lnTo>
                  <a:pt x="545" y="72"/>
                </a:lnTo>
                <a:lnTo>
                  <a:pt x="546" y="73"/>
                </a:lnTo>
                <a:lnTo>
                  <a:pt x="547" y="73"/>
                </a:lnTo>
                <a:lnTo>
                  <a:pt x="548" y="72"/>
                </a:lnTo>
                <a:lnTo>
                  <a:pt x="548" y="73"/>
                </a:lnTo>
                <a:lnTo>
                  <a:pt x="549" y="73"/>
                </a:lnTo>
                <a:lnTo>
                  <a:pt x="550" y="73"/>
                </a:lnTo>
                <a:lnTo>
                  <a:pt x="551" y="73"/>
                </a:lnTo>
                <a:lnTo>
                  <a:pt x="552" y="73"/>
                </a:lnTo>
                <a:lnTo>
                  <a:pt x="553" y="73"/>
                </a:lnTo>
                <a:lnTo>
                  <a:pt x="553" y="72"/>
                </a:lnTo>
                <a:lnTo>
                  <a:pt x="554" y="72"/>
                </a:lnTo>
                <a:lnTo>
                  <a:pt x="554" y="71"/>
                </a:lnTo>
                <a:lnTo>
                  <a:pt x="555" y="72"/>
                </a:lnTo>
                <a:lnTo>
                  <a:pt x="555" y="71"/>
                </a:lnTo>
                <a:lnTo>
                  <a:pt x="556" y="71"/>
                </a:lnTo>
                <a:lnTo>
                  <a:pt x="557" y="70"/>
                </a:lnTo>
                <a:lnTo>
                  <a:pt x="558" y="70"/>
                </a:lnTo>
                <a:lnTo>
                  <a:pt x="559" y="70"/>
                </a:lnTo>
                <a:lnTo>
                  <a:pt x="560" y="70"/>
                </a:lnTo>
                <a:lnTo>
                  <a:pt x="560" y="69"/>
                </a:lnTo>
                <a:lnTo>
                  <a:pt x="560" y="68"/>
                </a:lnTo>
                <a:lnTo>
                  <a:pt x="561" y="69"/>
                </a:lnTo>
                <a:lnTo>
                  <a:pt x="562" y="70"/>
                </a:lnTo>
                <a:lnTo>
                  <a:pt x="562" y="71"/>
                </a:lnTo>
                <a:lnTo>
                  <a:pt x="563" y="71"/>
                </a:lnTo>
                <a:lnTo>
                  <a:pt x="564" y="71"/>
                </a:lnTo>
                <a:lnTo>
                  <a:pt x="564" y="72"/>
                </a:lnTo>
                <a:lnTo>
                  <a:pt x="565" y="72"/>
                </a:lnTo>
                <a:lnTo>
                  <a:pt x="566" y="72"/>
                </a:lnTo>
                <a:lnTo>
                  <a:pt x="566" y="71"/>
                </a:lnTo>
                <a:lnTo>
                  <a:pt x="567" y="71"/>
                </a:lnTo>
                <a:lnTo>
                  <a:pt x="568" y="72"/>
                </a:lnTo>
                <a:lnTo>
                  <a:pt x="568" y="73"/>
                </a:lnTo>
                <a:lnTo>
                  <a:pt x="567" y="73"/>
                </a:lnTo>
                <a:lnTo>
                  <a:pt x="568" y="73"/>
                </a:lnTo>
                <a:lnTo>
                  <a:pt x="568" y="74"/>
                </a:lnTo>
                <a:lnTo>
                  <a:pt x="566" y="75"/>
                </a:lnTo>
                <a:lnTo>
                  <a:pt x="566" y="76"/>
                </a:lnTo>
                <a:lnTo>
                  <a:pt x="565" y="76"/>
                </a:lnTo>
                <a:lnTo>
                  <a:pt x="565" y="78"/>
                </a:lnTo>
                <a:lnTo>
                  <a:pt x="564" y="78"/>
                </a:lnTo>
                <a:lnTo>
                  <a:pt x="565" y="78"/>
                </a:lnTo>
                <a:lnTo>
                  <a:pt x="565" y="79"/>
                </a:lnTo>
                <a:lnTo>
                  <a:pt x="565" y="81"/>
                </a:lnTo>
                <a:lnTo>
                  <a:pt x="565" y="82"/>
                </a:lnTo>
                <a:lnTo>
                  <a:pt x="565" y="83"/>
                </a:lnTo>
                <a:lnTo>
                  <a:pt x="566" y="84"/>
                </a:lnTo>
                <a:lnTo>
                  <a:pt x="565" y="84"/>
                </a:lnTo>
                <a:lnTo>
                  <a:pt x="564" y="84"/>
                </a:lnTo>
                <a:lnTo>
                  <a:pt x="563" y="85"/>
                </a:lnTo>
                <a:lnTo>
                  <a:pt x="562" y="85"/>
                </a:lnTo>
                <a:lnTo>
                  <a:pt x="561" y="86"/>
                </a:lnTo>
                <a:lnTo>
                  <a:pt x="562" y="88"/>
                </a:lnTo>
                <a:lnTo>
                  <a:pt x="562" y="89"/>
                </a:lnTo>
                <a:lnTo>
                  <a:pt x="562" y="90"/>
                </a:lnTo>
                <a:lnTo>
                  <a:pt x="563" y="91"/>
                </a:lnTo>
                <a:lnTo>
                  <a:pt x="563" y="92"/>
                </a:lnTo>
                <a:lnTo>
                  <a:pt x="563" y="93"/>
                </a:lnTo>
                <a:lnTo>
                  <a:pt x="563" y="94"/>
                </a:lnTo>
                <a:lnTo>
                  <a:pt x="563" y="95"/>
                </a:lnTo>
                <a:lnTo>
                  <a:pt x="564" y="95"/>
                </a:lnTo>
                <a:lnTo>
                  <a:pt x="564" y="96"/>
                </a:lnTo>
                <a:lnTo>
                  <a:pt x="565" y="97"/>
                </a:lnTo>
                <a:lnTo>
                  <a:pt x="566" y="97"/>
                </a:lnTo>
                <a:lnTo>
                  <a:pt x="566" y="98"/>
                </a:lnTo>
                <a:lnTo>
                  <a:pt x="565" y="99"/>
                </a:lnTo>
                <a:lnTo>
                  <a:pt x="566" y="99"/>
                </a:lnTo>
                <a:lnTo>
                  <a:pt x="566" y="100"/>
                </a:lnTo>
                <a:lnTo>
                  <a:pt x="566" y="101"/>
                </a:lnTo>
                <a:lnTo>
                  <a:pt x="565" y="101"/>
                </a:lnTo>
                <a:lnTo>
                  <a:pt x="564" y="102"/>
                </a:lnTo>
                <a:lnTo>
                  <a:pt x="563" y="102"/>
                </a:lnTo>
                <a:lnTo>
                  <a:pt x="563" y="103"/>
                </a:lnTo>
                <a:lnTo>
                  <a:pt x="563" y="104"/>
                </a:lnTo>
                <a:lnTo>
                  <a:pt x="562" y="104"/>
                </a:lnTo>
                <a:lnTo>
                  <a:pt x="562" y="105"/>
                </a:lnTo>
                <a:lnTo>
                  <a:pt x="562" y="106"/>
                </a:lnTo>
                <a:lnTo>
                  <a:pt x="563" y="106"/>
                </a:lnTo>
                <a:lnTo>
                  <a:pt x="563" y="107"/>
                </a:lnTo>
                <a:lnTo>
                  <a:pt x="563" y="108"/>
                </a:lnTo>
                <a:lnTo>
                  <a:pt x="563" y="109"/>
                </a:lnTo>
                <a:lnTo>
                  <a:pt x="563" y="110"/>
                </a:lnTo>
                <a:lnTo>
                  <a:pt x="564" y="110"/>
                </a:lnTo>
                <a:lnTo>
                  <a:pt x="565" y="110"/>
                </a:lnTo>
                <a:lnTo>
                  <a:pt x="566" y="110"/>
                </a:lnTo>
                <a:lnTo>
                  <a:pt x="566" y="111"/>
                </a:lnTo>
                <a:lnTo>
                  <a:pt x="566" y="112"/>
                </a:lnTo>
                <a:lnTo>
                  <a:pt x="567" y="112"/>
                </a:lnTo>
                <a:lnTo>
                  <a:pt x="569" y="111"/>
                </a:lnTo>
                <a:lnTo>
                  <a:pt x="570" y="111"/>
                </a:lnTo>
                <a:lnTo>
                  <a:pt x="571" y="111"/>
                </a:lnTo>
                <a:lnTo>
                  <a:pt x="571" y="110"/>
                </a:lnTo>
                <a:lnTo>
                  <a:pt x="573" y="110"/>
                </a:lnTo>
                <a:lnTo>
                  <a:pt x="574" y="109"/>
                </a:lnTo>
                <a:lnTo>
                  <a:pt x="574" y="108"/>
                </a:lnTo>
                <a:lnTo>
                  <a:pt x="573" y="108"/>
                </a:lnTo>
                <a:lnTo>
                  <a:pt x="572" y="108"/>
                </a:lnTo>
                <a:lnTo>
                  <a:pt x="572" y="109"/>
                </a:lnTo>
                <a:lnTo>
                  <a:pt x="572" y="108"/>
                </a:lnTo>
                <a:lnTo>
                  <a:pt x="571" y="108"/>
                </a:lnTo>
                <a:lnTo>
                  <a:pt x="572" y="106"/>
                </a:lnTo>
                <a:lnTo>
                  <a:pt x="572" y="105"/>
                </a:lnTo>
                <a:lnTo>
                  <a:pt x="572" y="104"/>
                </a:lnTo>
                <a:lnTo>
                  <a:pt x="573" y="103"/>
                </a:lnTo>
                <a:lnTo>
                  <a:pt x="574" y="103"/>
                </a:lnTo>
                <a:lnTo>
                  <a:pt x="575" y="103"/>
                </a:lnTo>
                <a:lnTo>
                  <a:pt x="575" y="102"/>
                </a:lnTo>
                <a:lnTo>
                  <a:pt x="576" y="102"/>
                </a:lnTo>
                <a:lnTo>
                  <a:pt x="576" y="101"/>
                </a:lnTo>
                <a:lnTo>
                  <a:pt x="575" y="100"/>
                </a:lnTo>
                <a:lnTo>
                  <a:pt x="575" y="99"/>
                </a:lnTo>
                <a:lnTo>
                  <a:pt x="574" y="98"/>
                </a:lnTo>
                <a:lnTo>
                  <a:pt x="573" y="98"/>
                </a:lnTo>
                <a:lnTo>
                  <a:pt x="572" y="97"/>
                </a:lnTo>
                <a:lnTo>
                  <a:pt x="572" y="96"/>
                </a:lnTo>
                <a:lnTo>
                  <a:pt x="571" y="96"/>
                </a:lnTo>
                <a:lnTo>
                  <a:pt x="569" y="95"/>
                </a:lnTo>
                <a:lnTo>
                  <a:pt x="569" y="93"/>
                </a:lnTo>
                <a:lnTo>
                  <a:pt x="570" y="93"/>
                </a:lnTo>
                <a:lnTo>
                  <a:pt x="571" y="93"/>
                </a:lnTo>
                <a:lnTo>
                  <a:pt x="571" y="92"/>
                </a:lnTo>
                <a:lnTo>
                  <a:pt x="572" y="92"/>
                </a:lnTo>
                <a:lnTo>
                  <a:pt x="573" y="92"/>
                </a:lnTo>
                <a:lnTo>
                  <a:pt x="574" y="92"/>
                </a:lnTo>
                <a:lnTo>
                  <a:pt x="574" y="91"/>
                </a:lnTo>
                <a:lnTo>
                  <a:pt x="576" y="91"/>
                </a:lnTo>
                <a:lnTo>
                  <a:pt x="576" y="90"/>
                </a:lnTo>
                <a:lnTo>
                  <a:pt x="576" y="89"/>
                </a:lnTo>
                <a:lnTo>
                  <a:pt x="577" y="89"/>
                </a:lnTo>
                <a:lnTo>
                  <a:pt x="578" y="89"/>
                </a:lnTo>
                <a:lnTo>
                  <a:pt x="578" y="90"/>
                </a:lnTo>
                <a:lnTo>
                  <a:pt x="578" y="91"/>
                </a:lnTo>
                <a:lnTo>
                  <a:pt x="579" y="92"/>
                </a:lnTo>
                <a:lnTo>
                  <a:pt x="579" y="93"/>
                </a:lnTo>
                <a:lnTo>
                  <a:pt x="580" y="93"/>
                </a:lnTo>
                <a:lnTo>
                  <a:pt x="581" y="93"/>
                </a:lnTo>
                <a:lnTo>
                  <a:pt x="581" y="94"/>
                </a:lnTo>
                <a:lnTo>
                  <a:pt x="581" y="95"/>
                </a:lnTo>
                <a:lnTo>
                  <a:pt x="582" y="96"/>
                </a:lnTo>
                <a:lnTo>
                  <a:pt x="583" y="96"/>
                </a:lnTo>
                <a:lnTo>
                  <a:pt x="584" y="96"/>
                </a:lnTo>
                <a:lnTo>
                  <a:pt x="584" y="97"/>
                </a:lnTo>
                <a:lnTo>
                  <a:pt x="585" y="98"/>
                </a:lnTo>
                <a:lnTo>
                  <a:pt x="584" y="99"/>
                </a:lnTo>
                <a:lnTo>
                  <a:pt x="584" y="100"/>
                </a:lnTo>
                <a:lnTo>
                  <a:pt x="584" y="101"/>
                </a:lnTo>
                <a:lnTo>
                  <a:pt x="583" y="102"/>
                </a:lnTo>
                <a:lnTo>
                  <a:pt x="583" y="103"/>
                </a:lnTo>
                <a:lnTo>
                  <a:pt x="583" y="104"/>
                </a:lnTo>
                <a:lnTo>
                  <a:pt x="584" y="104"/>
                </a:lnTo>
                <a:lnTo>
                  <a:pt x="585" y="104"/>
                </a:lnTo>
                <a:lnTo>
                  <a:pt x="586" y="104"/>
                </a:lnTo>
                <a:lnTo>
                  <a:pt x="586" y="105"/>
                </a:lnTo>
                <a:lnTo>
                  <a:pt x="585" y="105"/>
                </a:lnTo>
                <a:lnTo>
                  <a:pt x="585" y="106"/>
                </a:lnTo>
                <a:lnTo>
                  <a:pt x="585" y="107"/>
                </a:lnTo>
                <a:lnTo>
                  <a:pt x="585" y="108"/>
                </a:lnTo>
                <a:lnTo>
                  <a:pt x="585" y="109"/>
                </a:lnTo>
                <a:lnTo>
                  <a:pt x="584" y="110"/>
                </a:lnTo>
                <a:lnTo>
                  <a:pt x="583" y="111"/>
                </a:lnTo>
                <a:lnTo>
                  <a:pt x="583" y="112"/>
                </a:lnTo>
                <a:lnTo>
                  <a:pt x="584" y="112"/>
                </a:lnTo>
                <a:lnTo>
                  <a:pt x="584" y="113"/>
                </a:lnTo>
                <a:lnTo>
                  <a:pt x="584" y="114"/>
                </a:lnTo>
                <a:lnTo>
                  <a:pt x="583" y="114"/>
                </a:lnTo>
                <a:lnTo>
                  <a:pt x="581" y="115"/>
                </a:lnTo>
                <a:lnTo>
                  <a:pt x="581" y="116"/>
                </a:lnTo>
                <a:lnTo>
                  <a:pt x="580" y="117"/>
                </a:lnTo>
                <a:lnTo>
                  <a:pt x="579" y="117"/>
                </a:lnTo>
                <a:lnTo>
                  <a:pt x="579" y="118"/>
                </a:lnTo>
                <a:lnTo>
                  <a:pt x="580" y="120"/>
                </a:lnTo>
                <a:lnTo>
                  <a:pt x="581" y="121"/>
                </a:lnTo>
                <a:lnTo>
                  <a:pt x="581" y="122"/>
                </a:lnTo>
                <a:lnTo>
                  <a:pt x="581" y="123"/>
                </a:lnTo>
                <a:lnTo>
                  <a:pt x="581" y="124"/>
                </a:lnTo>
                <a:lnTo>
                  <a:pt x="582" y="124"/>
                </a:lnTo>
                <a:lnTo>
                  <a:pt x="583" y="124"/>
                </a:lnTo>
                <a:lnTo>
                  <a:pt x="584" y="125"/>
                </a:lnTo>
                <a:lnTo>
                  <a:pt x="584" y="126"/>
                </a:lnTo>
                <a:lnTo>
                  <a:pt x="584" y="127"/>
                </a:lnTo>
                <a:lnTo>
                  <a:pt x="583" y="128"/>
                </a:lnTo>
                <a:lnTo>
                  <a:pt x="584" y="128"/>
                </a:lnTo>
                <a:lnTo>
                  <a:pt x="585" y="127"/>
                </a:lnTo>
                <a:lnTo>
                  <a:pt x="585" y="126"/>
                </a:lnTo>
                <a:lnTo>
                  <a:pt x="585" y="125"/>
                </a:lnTo>
                <a:lnTo>
                  <a:pt x="586" y="125"/>
                </a:lnTo>
                <a:lnTo>
                  <a:pt x="587" y="125"/>
                </a:lnTo>
                <a:lnTo>
                  <a:pt x="588" y="124"/>
                </a:lnTo>
                <a:lnTo>
                  <a:pt x="588" y="123"/>
                </a:lnTo>
                <a:lnTo>
                  <a:pt x="589" y="122"/>
                </a:lnTo>
                <a:lnTo>
                  <a:pt x="590" y="122"/>
                </a:lnTo>
                <a:lnTo>
                  <a:pt x="590" y="121"/>
                </a:lnTo>
                <a:lnTo>
                  <a:pt x="591" y="121"/>
                </a:lnTo>
                <a:lnTo>
                  <a:pt x="591" y="123"/>
                </a:lnTo>
                <a:lnTo>
                  <a:pt x="591" y="124"/>
                </a:lnTo>
                <a:lnTo>
                  <a:pt x="592" y="124"/>
                </a:lnTo>
                <a:lnTo>
                  <a:pt x="592" y="125"/>
                </a:lnTo>
                <a:lnTo>
                  <a:pt x="592" y="126"/>
                </a:lnTo>
                <a:lnTo>
                  <a:pt x="593" y="126"/>
                </a:lnTo>
                <a:lnTo>
                  <a:pt x="593" y="127"/>
                </a:lnTo>
                <a:lnTo>
                  <a:pt x="594" y="127"/>
                </a:lnTo>
                <a:lnTo>
                  <a:pt x="595" y="127"/>
                </a:lnTo>
                <a:lnTo>
                  <a:pt x="595" y="126"/>
                </a:lnTo>
                <a:lnTo>
                  <a:pt x="596" y="126"/>
                </a:lnTo>
                <a:lnTo>
                  <a:pt x="597" y="125"/>
                </a:lnTo>
                <a:lnTo>
                  <a:pt x="598" y="125"/>
                </a:lnTo>
                <a:lnTo>
                  <a:pt x="599" y="124"/>
                </a:lnTo>
                <a:lnTo>
                  <a:pt x="600" y="125"/>
                </a:lnTo>
                <a:lnTo>
                  <a:pt x="601" y="125"/>
                </a:lnTo>
                <a:lnTo>
                  <a:pt x="602" y="124"/>
                </a:lnTo>
                <a:lnTo>
                  <a:pt x="603" y="125"/>
                </a:lnTo>
                <a:lnTo>
                  <a:pt x="603" y="126"/>
                </a:lnTo>
                <a:lnTo>
                  <a:pt x="603" y="128"/>
                </a:lnTo>
                <a:lnTo>
                  <a:pt x="604" y="128"/>
                </a:lnTo>
                <a:lnTo>
                  <a:pt x="606" y="129"/>
                </a:lnTo>
                <a:lnTo>
                  <a:pt x="607" y="129"/>
                </a:lnTo>
                <a:lnTo>
                  <a:pt x="607" y="130"/>
                </a:lnTo>
                <a:lnTo>
                  <a:pt x="608" y="130"/>
                </a:lnTo>
                <a:lnTo>
                  <a:pt x="609" y="130"/>
                </a:lnTo>
                <a:lnTo>
                  <a:pt x="609" y="131"/>
                </a:lnTo>
                <a:lnTo>
                  <a:pt x="610" y="131"/>
                </a:lnTo>
                <a:lnTo>
                  <a:pt x="612" y="131"/>
                </a:lnTo>
                <a:lnTo>
                  <a:pt x="612" y="130"/>
                </a:lnTo>
                <a:lnTo>
                  <a:pt x="613" y="129"/>
                </a:lnTo>
                <a:lnTo>
                  <a:pt x="612" y="128"/>
                </a:lnTo>
                <a:lnTo>
                  <a:pt x="612" y="127"/>
                </a:lnTo>
                <a:lnTo>
                  <a:pt x="612" y="126"/>
                </a:lnTo>
                <a:lnTo>
                  <a:pt x="613" y="125"/>
                </a:lnTo>
                <a:lnTo>
                  <a:pt x="613" y="124"/>
                </a:lnTo>
                <a:lnTo>
                  <a:pt x="614" y="124"/>
                </a:lnTo>
                <a:lnTo>
                  <a:pt x="613" y="124"/>
                </a:lnTo>
                <a:lnTo>
                  <a:pt x="614" y="124"/>
                </a:lnTo>
                <a:lnTo>
                  <a:pt x="615" y="124"/>
                </a:lnTo>
                <a:lnTo>
                  <a:pt x="615" y="125"/>
                </a:lnTo>
                <a:lnTo>
                  <a:pt x="615" y="126"/>
                </a:lnTo>
                <a:lnTo>
                  <a:pt x="616" y="126"/>
                </a:lnTo>
                <a:lnTo>
                  <a:pt x="617" y="126"/>
                </a:lnTo>
                <a:lnTo>
                  <a:pt x="618" y="126"/>
                </a:lnTo>
                <a:lnTo>
                  <a:pt x="618" y="127"/>
                </a:lnTo>
                <a:lnTo>
                  <a:pt x="619" y="127"/>
                </a:lnTo>
                <a:lnTo>
                  <a:pt x="620" y="128"/>
                </a:lnTo>
                <a:lnTo>
                  <a:pt x="621" y="128"/>
                </a:lnTo>
                <a:lnTo>
                  <a:pt x="621" y="127"/>
                </a:lnTo>
                <a:lnTo>
                  <a:pt x="621" y="126"/>
                </a:lnTo>
                <a:lnTo>
                  <a:pt x="622" y="126"/>
                </a:lnTo>
                <a:lnTo>
                  <a:pt x="622" y="125"/>
                </a:lnTo>
                <a:lnTo>
                  <a:pt x="622" y="124"/>
                </a:lnTo>
                <a:lnTo>
                  <a:pt x="621" y="123"/>
                </a:lnTo>
                <a:lnTo>
                  <a:pt x="620" y="122"/>
                </a:lnTo>
                <a:lnTo>
                  <a:pt x="620" y="121"/>
                </a:lnTo>
                <a:lnTo>
                  <a:pt x="620" y="120"/>
                </a:lnTo>
                <a:lnTo>
                  <a:pt x="620" y="119"/>
                </a:lnTo>
                <a:lnTo>
                  <a:pt x="620" y="118"/>
                </a:lnTo>
                <a:lnTo>
                  <a:pt x="621" y="118"/>
                </a:lnTo>
                <a:lnTo>
                  <a:pt x="622" y="117"/>
                </a:lnTo>
                <a:lnTo>
                  <a:pt x="623" y="117"/>
                </a:lnTo>
                <a:lnTo>
                  <a:pt x="624" y="116"/>
                </a:lnTo>
                <a:lnTo>
                  <a:pt x="624" y="115"/>
                </a:lnTo>
                <a:lnTo>
                  <a:pt x="623" y="115"/>
                </a:lnTo>
                <a:lnTo>
                  <a:pt x="623" y="114"/>
                </a:lnTo>
                <a:lnTo>
                  <a:pt x="624" y="114"/>
                </a:lnTo>
                <a:lnTo>
                  <a:pt x="624" y="113"/>
                </a:lnTo>
                <a:lnTo>
                  <a:pt x="625" y="113"/>
                </a:lnTo>
                <a:lnTo>
                  <a:pt x="625" y="112"/>
                </a:lnTo>
                <a:lnTo>
                  <a:pt x="625" y="111"/>
                </a:lnTo>
                <a:lnTo>
                  <a:pt x="626" y="110"/>
                </a:lnTo>
                <a:lnTo>
                  <a:pt x="626" y="109"/>
                </a:lnTo>
                <a:lnTo>
                  <a:pt x="626" y="108"/>
                </a:lnTo>
                <a:lnTo>
                  <a:pt x="626" y="107"/>
                </a:lnTo>
                <a:lnTo>
                  <a:pt x="627" y="107"/>
                </a:lnTo>
                <a:lnTo>
                  <a:pt x="627" y="106"/>
                </a:lnTo>
                <a:lnTo>
                  <a:pt x="626" y="105"/>
                </a:lnTo>
                <a:lnTo>
                  <a:pt x="627" y="103"/>
                </a:lnTo>
                <a:lnTo>
                  <a:pt x="627" y="101"/>
                </a:lnTo>
                <a:lnTo>
                  <a:pt x="627" y="100"/>
                </a:lnTo>
                <a:lnTo>
                  <a:pt x="627" y="99"/>
                </a:lnTo>
                <a:lnTo>
                  <a:pt x="626" y="99"/>
                </a:lnTo>
                <a:lnTo>
                  <a:pt x="626" y="98"/>
                </a:lnTo>
                <a:lnTo>
                  <a:pt x="627" y="98"/>
                </a:lnTo>
                <a:lnTo>
                  <a:pt x="628" y="98"/>
                </a:lnTo>
                <a:lnTo>
                  <a:pt x="628" y="97"/>
                </a:lnTo>
                <a:lnTo>
                  <a:pt x="628" y="96"/>
                </a:lnTo>
                <a:lnTo>
                  <a:pt x="629" y="96"/>
                </a:lnTo>
                <a:lnTo>
                  <a:pt x="630" y="95"/>
                </a:lnTo>
                <a:lnTo>
                  <a:pt x="630" y="94"/>
                </a:lnTo>
                <a:lnTo>
                  <a:pt x="629" y="94"/>
                </a:lnTo>
                <a:lnTo>
                  <a:pt x="629" y="93"/>
                </a:lnTo>
                <a:lnTo>
                  <a:pt x="630" y="93"/>
                </a:lnTo>
                <a:lnTo>
                  <a:pt x="630" y="92"/>
                </a:lnTo>
                <a:lnTo>
                  <a:pt x="631" y="92"/>
                </a:lnTo>
                <a:lnTo>
                  <a:pt x="631" y="91"/>
                </a:lnTo>
                <a:lnTo>
                  <a:pt x="632" y="90"/>
                </a:lnTo>
                <a:lnTo>
                  <a:pt x="633" y="90"/>
                </a:lnTo>
                <a:lnTo>
                  <a:pt x="634" y="89"/>
                </a:lnTo>
                <a:lnTo>
                  <a:pt x="635" y="89"/>
                </a:lnTo>
                <a:lnTo>
                  <a:pt x="635" y="90"/>
                </a:lnTo>
                <a:lnTo>
                  <a:pt x="637" y="89"/>
                </a:lnTo>
                <a:lnTo>
                  <a:pt x="638" y="88"/>
                </a:lnTo>
                <a:lnTo>
                  <a:pt x="639" y="87"/>
                </a:lnTo>
                <a:lnTo>
                  <a:pt x="640" y="87"/>
                </a:lnTo>
                <a:lnTo>
                  <a:pt x="640" y="88"/>
                </a:lnTo>
                <a:lnTo>
                  <a:pt x="639" y="89"/>
                </a:lnTo>
                <a:lnTo>
                  <a:pt x="639" y="91"/>
                </a:lnTo>
                <a:lnTo>
                  <a:pt x="639" y="92"/>
                </a:lnTo>
                <a:lnTo>
                  <a:pt x="639" y="93"/>
                </a:lnTo>
                <a:lnTo>
                  <a:pt x="639" y="96"/>
                </a:lnTo>
                <a:lnTo>
                  <a:pt x="639" y="98"/>
                </a:lnTo>
                <a:lnTo>
                  <a:pt x="639" y="99"/>
                </a:lnTo>
                <a:lnTo>
                  <a:pt x="640" y="100"/>
                </a:lnTo>
                <a:lnTo>
                  <a:pt x="640" y="101"/>
                </a:lnTo>
                <a:lnTo>
                  <a:pt x="641" y="101"/>
                </a:lnTo>
                <a:lnTo>
                  <a:pt x="641" y="102"/>
                </a:lnTo>
                <a:lnTo>
                  <a:pt x="642" y="102"/>
                </a:lnTo>
                <a:lnTo>
                  <a:pt x="642" y="103"/>
                </a:lnTo>
                <a:lnTo>
                  <a:pt x="642" y="104"/>
                </a:lnTo>
                <a:lnTo>
                  <a:pt x="642" y="105"/>
                </a:lnTo>
                <a:lnTo>
                  <a:pt x="641" y="106"/>
                </a:lnTo>
                <a:lnTo>
                  <a:pt x="641" y="107"/>
                </a:lnTo>
                <a:lnTo>
                  <a:pt x="640" y="107"/>
                </a:lnTo>
                <a:lnTo>
                  <a:pt x="640" y="108"/>
                </a:lnTo>
                <a:lnTo>
                  <a:pt x="641" y="109"/>
                </a:lnTo>
                <a:lnTo>
                  <a:pt x="641" y="110"/>
                </a:lnTo>
                <a:lnTo>
                  <a:pt x="641" y="111"/>
                </a:lnTo>
                <a:lnTo>
                  <a:pt x="642" y="111"/>
                </a:lnTo>
                <a:lnTo>
                  <a:pt x="643" y="112"/>
                </a:lnTo>
                <a:lnTo>
                  <a:pt x="642" y="112"/>
                </a:lnTo>
                <a:lnTo>
                  <a:pt x="643" y="112"/>
                </a:lnTo>
                <a:lnTo>
                  <a:pt x="644" y="113"/>
                </a:lnTo>
                <a:lnTo>
                  <a:pt x="644" y="114"/>
                </a:lnTo>
                <a:lnTo>
                  <a:pt x="644" y="115"/>
                </a:lnTo>
                <a:lnTo>
                  <a:pt x="645" y="115"/>
                </a:lnTo>
                <a:lnTo>
                  <a:pt x="645" y="116"/>
                </a:lnTo>
                <a:lnTo>
                  <a:pt x="645" y="115"/>
                </a:lnTo>
                <a:lnTo>
                  <a:pt x="646" y="115"/>
                </a:lnTo>
                <a:lnTo>
                  <a:pt x="647" y="114"/>
                </a:lnTo>
                <a:lnTo>
                  <a:pt x="647" y="113"/>
                </a:lnTo>
                <a:lnTo>
                  <a:pt x="648" y="113"/>
                </a:lnTo>
                <a:lnTo>
                  <a:pt x="649" y="113"/>
                </a:lnTo>
                <a:lnTo>
                  <a:pt x="650" y="113"/>
                </a:lnTo>
                <a:lnTo>
                  <a:pt x="651" y="114"/>
                </a:lnTo>
                <a:lnTo>
                  <a:pt x="651" y="115"/>
                </a:lnTo>
                <a:lnTo>
                  <a:pt x="650" y="115"/>
                </a:lnTo>
                <a:lnTo>
                  <a:pt x="650" y="116"/>
                </a:lnTo>
                <a:lnTo>
                  <a:pt x="650" y="117"/>
                </a:lnTo>
                <a:lnTo>
                  <a:pt x="650" y="116"/>
                </a:lnTo>
                <a:lnTo>
                  <a:pt x="650" y="117"/>
                </a:lnTo>
                <a:lnTo>
                  <a:pt x="651" y="117"/>
                </a:lnTo>
                <a:lnTo>
                  <a:pt x="651" y="116"/>
                </a:lnTo>
                <a:lnTo>
                  <a:pt x="651" y="115"/>
                </a:lnTo>
                <a:lnTo>
                  <a:pt x="652" y="115"/>
                </a:lnTo>
                <a:lnTo>
                  <a:pt x="653" y="115"/>
                </a:lnTo>
                <a:lnTo>
                  <a:pt x="654" y="115"/>
                </a:lnTo>
                <a:lnTo>
                  <a:pt x="655" y="115"/>
                </a:lnTo>
                <a:lnTo>
                  <a:pt x="655" y="116"/>
                </a:lnTo>
                <a:lnTo>
                  <a:pt x="654" y="116"/>
                </a:lnTo>
                <a:lnTo>
                  <a:pt x="653" y="117"/>
                </a:lnTo>
                <a:lnTo>
                  <a:pt x="652" y="118"/>
                </a:lnTo>
                <a:lnTo>
                  <a:pt x="652" y="119"/>
                </a:lnTo>
                <a:lnTo>
                  <a:pt x="652" y="120"/>
                </a:lnTo>
                <a:lnTo>
                  <a:pt x="651" y="120"/>
                </a:lnTo>
                <a:lnTo>
                  <a:pt x="651" y="121"/>
                </a:lnTo>
                <a:lnTo>
                  <a:pt x="651" y="122"/>
                </a:lnTo>
                <a:lnTo>
                  <a:pt x="650" y="124"/>
                </a:lnTo>
                <a:lnTo>
                  <a:pt x="649" y="125"/>
                </a:lnTo>
                <a:lnTo>
                  <a:pt x="649" y="126"/>
                </a:lnTo>
                <a:lnTo>
                  <a:pt x="649" y="127"/>
                </a:lnTo>
                <a:lnTo>
                  <a:pt x="650" y="128"/>
                </a:lnTo>
                <a:lnTo>
                  <a:pt x="650" y="129"/>
                </a:lnTo>
                <a:lnTo>
                  <a:pt x="650" y="130"/>
                </a:lnTo>
                <a:lnTo>
                  <a:pt x="649" y="130"/>
                </a:lnTo>
                <a:lnTo>
                  <a:pt x="649" y="131"/>
                </a:lnTo>
                <a:lnTo>
                  <a:pt x="649" y="132"/>
                </a:lnTo>
                <a:lnTo>
                  <a:pt x="650" y="132"/>
                </a:lnTo>
                <a:lnTo>
                  <a:pt x="649" y="132"/>
                </a:lnTo>
                <a:lnTo>
                  <a:pt x="649" y="133"/>
                </a:lnTo>
                <a:lnTo>
                  <a:pt x="649" y="134"/>
                </a:lnTo>
                <a:lnTo>
                  <a:pt x="648" y="134"/>
                </a:lnTo>
                <a:lnTo>
                  <a:pt x="648" y="136"/>
                </a:lnTo>
                <a:lnTo>
                  <a:pt x="647" y="137"/>
                </a:lnTo>
                <a:lnTo>
                  <a:pt x="647" y="138"/>
                </a:lnTo>
                <a:lnTo>
                  <a:pt x="646" y="139"/>
                </a:lnTo>
                <a:lnTo>
                  <a:pt x="647" y="139"/>
                </a:lnTo>
                <a:lnTo>
                  <a:pt x="647" y="140"/>
                </a:lnTo>
                <a:lnTo>
                  <a:pt x="646" y="140"/>
                </a:lnTo>
                <a:lnTo>
                  <a:pt x="646" y="141"/>
                </a:lnTo>
                <a:lnTo>
                  <a:pt x="646" y="142"/>
                </a:lnTo>
                <a:lnTo>
                  <a:pt x="646" y="144"/>
                </a:lnTo>
                <a:lnTo>
                  <a:pt x="645" y="144"/>
                </a:lnTo>
                <a:lnTo>
                  <a:pt x="645" y="147"/>
                </a:lnTo>
                <a:lnTo>
                  <a:pt x="646" y="147"/>
                </a:lnTo>
                <a:lnTo>
                  <a:pt x="646" y="146"/>
                </a:lnTo>
                <a:lnTo>
                  <a:pt x="647" y="146"/>
                </a:lnTo>
                <a:lnTo>
                  <a:pt x="648" y="145"/>
                </a:lnTo>
                <a:lnTo>
                  <a:pt x="649" y="144"/>
                </a:lnTo>
                <a:lnTo>
                  <a:pt x="649" y="143"/>
                </a:lnTo>
                <a:lnTo>
                  <a:pt x="650" y="142"/>
                </a:lnTo>
                <a:lnTo>
                  <a:pt x="650" y="143"/>
                </a:lnTo>
                <a:lnTo>
                  <a:pt x="651" y="143"/>
                </a:lnTo>
                <a:lnTo>
                  <a:pt x="651" y="144"/>
                </a:lnTo>
                <a:lnTo>
                  <a:pt x="652" y="144"/>
                </a:lnTo>
                <a:lnTo>
                  <a:pt x="653" y="144"/>
                </a:lnTo>
                <a:lnTo>
                  <a:pt x="653" y="145"/>
                </a:lnTo>
                <a:lnTo>
                  <a:pt x="654" y="145"/>
                </a:lnTo>
                <a:lnTo>
                  <a:pt x="654" y="146"/>
                </a:lnTo>
                <a:lnTo>
                  <a:pt x="654" y="147"/>
                </a:lnTo>
                <a:lnTo>
                  <a:pt x="653" y="148"/>
                </a:lnTo>
                <a:lnTo>
                  <a:pt x="653" y="149"/>
                </a:lnTo>
                <a:lnTo>
                  <a:pt x="653" y="150"/>
                </a:lnTo>
                <a:lnTo>
                  <a:pt x="652" y="150"/>
                </a:lnTo>
                <a:lnTo>
                  <a:pt x="651" y="150"/>
                </a:lnTo>
                <a:lnTo>
                  <a:pt x="650" y="150"/>
                </a:lnTo>
                <a:lnTo>
                  <a:pt x="649" y="151"/>
                </a:lnTo>
                <a:lnTo>
                  <a:pt x="649" y="152"/>
                </a:lnTo>
                <a:lnTo>
                  <a:pt x="648" y="152"/>
                </a:lnTo>
                <a:lnTo>
                  <a:pt x="648" y="151"/>
                </a:lnTo>
                <a:lnTo>
                  <a:pt x="648" y="152"/>
                </a:lnTo>
                <a:lnTo>
                  <a:pt x="648" y="153"/>
                </a:lnTo>
                <a:lnTo>
                  <a:pt x="648" y="154"/>
                </a:lnTo>
                <a:lnTo>
                  <a:pt x="648" y="155"/>
                </a:lnTo>
                <a:lnTo>
                  <a:pt x="647" y="155"/>
                </a:lnTo>
                <a:lnTo>
                  <a:pt x="646" y="155"/>
                </a:lnTo>
                <a:lnTo>
                  <a:pt x="646" y="156"/>
                </a:lnTo>
                <a:lnTo>
                  <a:pt x="647" y="158"/>
                </a:lnTo>
                <a:lnTo>
                  <a:pt x="647" y="159"/>
                </a:lnTo>
                <a:lnTo>
                  <a:pt x="648" y="161"/>
                </a:lnTo>
                <a:lnTo>
                  <a:pt x="648" y="162"/>
                </a:lnTo>
                <a:lnTo>
                  <a:pt x="648" y="164"/>
                </a:lnTo>
                <a:lnTo>
                  <a:pt x="648" y="165"/>
                </a:lnTo>
                <a:lnTo>
                  <a:pt x="648" y="166"/>
                </a:lnTo>
                <a:lnTo>
                  <a:pt x="648" y="167"/>
                </a:lnTo>
                <a:lnTo>
                  <a:pt x="649" y="167"/>
                </a:lnTo>
                <a:lnTo>
                  <a:pt x="650" y="168"/>
                </a:lnTo>
                <a:lnTo>
                  <a:pt x="651" y="168"/>
                </a:lnTo>
                <a:lnTo>
                  <a:pt x="650" y="168"/>
                </a:lnTo>
                <a:lnTo>
                  <a:pt x="649" y="168"/>
                </a:lnTo>
                <a:lnTo>
                  <a:pt x="649" y="169"/>
                </a:lnTo>
                <a:lnTo>
                  <a:pt x="650" y="170"/>
                </a:lnTo>
                <a:lnTo>
                  <a:pt x="651" y="170"/>
                </a:lnTo>
                <a:lnTo>
                  <a:pt x="651" y="171"/>
                </a:lnTo>
                <a:lnTo>
                  <a:pt x="652" y="171"/>
                </a:lnTo>
                <a:lnTo>
                  <a:pt x="652" y="172"/>
                </a:lnTo>
                <a:lnTo>
                  <a:pt x="651" y="172"/>
                </a:lnTo>
                <a:lnTo>
                  <a:pt x="651" y="173"/>
                </a:lnTo>
                <a:lnTo>
                  <a:pt x="651" y="174"/>
                </a:lnTo>
                <a:lnTo>
                  <a:pt x="652" y="175"/>
                </a:lnTo>
                <a:lnTo>
                  <a:pt x="651" y="176"/>
                </a:lnTo>
                <a:lnTo>
                  <a:pt x="651" y="177"/>
                </a:lnTo>
                <a:lnTo>
                  <a:pt x="651" y="178"/>
                </a:lnTo>
                <a:lnTo>
                  <a:pt x="650" y="179"/>
                </a:lnTo>
                <a:lnTo>
                  <a:pt x="651" y="180"/>
                </a:lnTo>
                <a:lnTo>
                  <a:pt x="652" y="180"/>
                </a:lnTo>
                <a:lnTo>
                  <a:pt x="653" y="180"/>
                </a:lnTo>
                <a:lnTo>
                  <a:pt x="654" y="182"/>
                </a:lnTo>
                <a:lnTo>
                  <a:pt x="654" y="183"/>
                </a:lnTo>
                <a:lnTo>
                  <a:pt x="655" y="184"/>
                </a:lnTo>
                <a:lnTo>
                  <a:pt x="656" y="184"/>
                </a:lnTo>
                <a:lnTo>
                  <a:pt x="656" y="185"/>
                </a:lnTo>
                <a:lnTo>
                  <a:pt x="655" y="185"/>
                </a:lnTo>
                <a:lnTo>
                  <a:pt x="655" y="186"/>
                </a:lnTo>
                <a:lnTo>
                  <a:pt x="654" y="186"/>
                </a:lnTo>
                <a:lnTo>
                  <a:pt x="655" y="186"/>
                </a:lnTo>
                <a:lnTo>
                  <a:pt x="656" y="186"/>
                </a:lnTo>
                <a:lnTo>
                  <a:pt x="657" y="186"/>
                </a:lnTo>
                <a:lnTo>
                  <a:pt x="659" y="186"/>
                </a:lnTo>
                <a:lnTo>
                  <a:pt x="660" y="186"/>
                </a:lnTo>
                <a:lnTo>
                  <a:pt x="661" y="186"/>
                </a:lnTo>
                <a:lnTo>
                  <a:pt x="661" y="187"/>
                </a:lnTo>
                <a:lnTo>
                  <a:pt x="662" y="188"/>
                </a:lnTo>
                <a:lnTo>
                  <a:pt x="663" y="189"/>
                </a:lnTo>
                <a:lnTo>
                  <a:pt x="664" y="189"/>
                </a:lnTo>
                <a:lnTo>
                  <a:pt x="665" y="190"/>
                </a:lnTo>
                <a:lnTo>
                  <a:pt x="667" y="191"/>
                </a:lnTo>
                <a:lnTo>
                  <a:pt x="667" y="192"/>
                </a:lnTo>
                <a:lnTo>
                  <a:pt x="666" y="192"/>
                </a:lnTo>
                <a:lnTo>
                  <a:pt x="666" y="194"/>
                </a:lnTo>
                <a:lnTo>
                  <a:pt x="666" y="195"/>
                </a:lnTo>
                <a:lnTo>
                  <a:pt x="667" y="196"/>
                </a:lnTo>
                <a:lnTo>
                  <a:pt x="668" y="196"/>
                </a:lnTo>
                <a:lnTo>
                  <a:pt x="668" y="197"/>
                </a:lnTo>
                <a:lnTo>
                  <a:pt x="667" y="199"/>
                </a:lnTo>
                <a:lnTo>
                  <a:pt x="667" y="201"/>
                </a:lnTo>
                <a:lnTo>
                  <a:pt x="666" y="201"/>
                </a:lnTo>
                <a:lnTo>
                  <a:pt x="666" y="202"/>
                </a:lnTo>
                <a:lnTo>
                  <a:pt x="665" y="203"/>
                </a:lnTo>
                <a:lnTo>
                  <a:pt x="666" y="205"/>
                </a:lnTo>
                <a:lnTo>
                  <a:pt x="667" y="206"/>
                </a:lnTo>
                <a:lnTo>
                  <a:pt x="666" y="206"/>
                </a:lnTo>
                <a:lnTo>
                  <a:pt x="666" y="207"/>
                </a:lnTo>
                <a:lnTo>
                  <a:pt x="665" y="207"/>
                </a:lnTo>
                <a:lnTo>
                  <a:pt x="664" y="207"/>
                </a:lnTo>
                <a:lnTo>
                  <a:pt x="664" y="206"/>
                </a:lnTo>
                <a:lnTo>
                  <a:pt x="664" y="207"/>
                </a:lnTo>
                <a:lnTo>
                  <a:pt x="663" y="207"/>
                </a:lnTo>
                <a:lnTo>
                  <a:pt x="664" y="207"/>
                </a:lnTo>
                <a:lnTo>
                  <a:pt x="664" y="208"/>
                </a:lnTo>
                <a:lnTo>
                  <a:pt x="663" y="208"/>
                </a:lnTo>
                <a:lnTo>
                  <a:pt x="663" y="209"/>
                </a:lnTo>
                <a:lnTo>
                  <a:pt x="662" y="209"/>
                </a:lnTo>
                <a:lnTo>
                  <a:pt x="662" y="208"/>
                </a:lnTo>
                <a:lnTo>
                  <a:pt x="661" y="208"/>
                </a:lnTo>
                <a:lnTo>
                  <a:pt x="661" y="207"/>
                </a:lnTo>
                <a:lnTo>
                  <a:pt x="661" y="208"/>
                </a:lnTo>
                <a:lnTo>
                  <a:pt x="660" y="209"/>
                </a:lnTo>
                <a:lnTo>
                  <a:pt x="658" y="210"/>
                </a:lnTo>
                <a:lnTo>
                  <a:pt x="657" y="210"/>
                </a:lnTo>
                <a:lnTo>
                  <a:pt x="657" y="211"/>
                </a:lnTo>
                <a:lnTo>
                  <a:pt x="656" y="212"/>
                </a:lnTo>
                <a:lnTo>
                  <a:pt x="655" y="213"/>
                </a:lnTo>
                <a:lnTo>
                  <a:pt x="654" y="214"/>
                </a:lnTo>
                <a:lnTo>
                  <a:pt x="653" y="215"/>
                </a:lnTo>
                <a:lnTo>
                  <a:pt x="653" y="216"/>
                </a:lnTo>
                <a:lnTo>
                  <a:pt x="651" y="216"/>
                </a:lnTo>
                <a:lnTo>
                  <a:pt x="651" y="217"/>
                </a:lnTo>
                <a:lnTo>
                  <a:pt x="650" y="217"/>
                </a:lnTo>
                <a:lnTo>
                  <a:pt x="650" y="218"/>
                </a:lnTo>
                <a:lnTo>
                  <a:pt x="649" y="218"/>
                </a:lnTo>
                <a:lnTo>
                  <a:pt x="648" y="218"/>
                </a:lnTo>
                <a:lnTo>
                  <a:pt x="649" y="220"/>
                </a:lnTo>
                <a:lnTo>
                  <a:pt x="650" y="221"/>
                </a:lnTo>
                <a:lnTo>
                  <a:pt x="650" y="222"/>
                </a:lnTo>
                <a:lnTo>
                  <a:pt x="650" y="223"/>
                </a:lnTo>
                <a:lnTo>
                  <a:pt x="649" y="223"/>
                </a:lnTo>
                <a:lnTo>
                  <a:pt x="649" y="225"/>
                </a:lnTo>
                <a:lnTo>
                  <a:pt x="648" y="225"/>
                </a:lnTo>
                <a:lnTo>
                  <a:pt x="647" y="225"/>
                </a:lnTo>
                <a:lnTo>
                  <a:pt x="646" y="225"/>
                </a:lnTo>
                <a:lnTo>
                  <a:pt x="645" y="225"/>
                </a:lnTo>
                <a:lnTo>
                  <a:pt x="644" y="225"/>
                </a:lnTo>
                <a:lnTo>
                  <a:pt x="644" y="226"/>
                </a:lnTo>
                <a:lnTo>
                  <a:pt x="643" y="226"/>
                </a:lnTo>
                <a:lnTo>
                  <a:pt x="643" y="225"/>
                </a:lnTo>
                <a:lnTo>
                  <a:pt x="643" y="224"/>
                </a:lnTo>
                <a:lnTo>
                  <a:pt x="640" y="224"/>
                </a:lnTo>
                <a:lnTo>
                  <a:pt x="640" y="222"/>
                </a:lnTo>
                <a:lnTo>
                  <a:pt x="639" y="221"/>
                </a:lnTo>
                <a:lnTo>
                  <a:pt x="638" y="221"/>
                </a:lnTo>
                <a:lnTo>
                  <a:pt x="638" y="222"/>
                </a:lnTo>
                <a:lnTo>
                  <a:pt x="638" y="223"/>
                </a:lnTo>
                <a:lnTo>
                  <a:pt x="636" y="224"/>
                </a:lnTo>
                <a:lnTo>
                  <a:pt x="636" y="225"/>
                </a:lnTo>
                <a:lnTo>
                  <a:pt x="635" y="225"/>
                </a:lnTo>
                <a:lnTo>
                  <a:pt x="634" y="226"/>
                </a:lnTo>
                <a:lnTo>
                  <a:pt x="633" y="227"/>
                </a:lnTo>
                <a:lnTo>
                  <a:pt x="632" y="227"/>
                </a:lnTo>
                <a:lnTo>
                  <a:pt x="633" y="226"/>
                </a:lnTo>
                <a:lnTo>
                  <a:pt x="633" y="225"/>
                </a:lnTo>
                <a:lnTo>
                  <a:pt x="633" y="223"/>
                </a:lnTo>
                <a:lnTo>
                  <a:pt x="632" y="223"/>
                </a:lnTo>
                <a:lnTo>
                  <a:pt x="631" y="223"/>
                </a:lnTo>
                <a:lnTo>
                  <a:pt x="630" y="224"/>
                </a:lnTo>
                <a:lnTo>
                  <a:pt x="630" y="225"/>
                </a:lnTo>
                <a:lnTo>
                  <a:pt x="629" y="225"/>
                </a:lnTo>
                <a:lnTo>
                  <a:pt x="628" y="226"/>
                </a:lnTo>
                <a:lnTo>
                  <a:pt x="627" y="226"/>
                </a:lnTo>
                <a:lnTo>
                  <a:pt x="627" y="227"/>
                </a:lnTo>
                <a:lnTo>
                  <a:pt x="628" y="227"/>
                </a:lnTo>
                <a:lnTo>
                  <a:pt x="628" y="228"/>
                </a:lnTo>
                <a:lnTo>
                  <a:pt x="629" y="228"/>
                </a:lnTo>
                <a:lnTo>
                  <a:pt x="629" y="227"/>
                </a:lnTo>
                <a:lnTo>
                  <a:pt x="629" y="226"/>
                </a:lnTo>
                <a:lnTo>
                  <a:pt x="630" y="225"/>
                </a:lnTo>
                <a:lnTo>
                  <a:pt x="631" y="226"/>
                </a:lnTo>
                <a:lnTo>
                  <a:pt x="631" y="227"/>
                </a:lnTo>
                <a:lnTo>
                  <a:pt x="629" y="229"/>
                </a:lnTo>
                <a:lnTo>
                  <a:pt x="628" y="229"/>
                </a:lnTo>
                <a:lnTo>
                  <a:pt x="629" y="230"/>
                </a:lnTo>
                <a:lnTo>
                  <a:pt x="629" y="232"/>
                </a:lnTo>
                <a:lnTo>
                  <a:pt x="628" y="233"/>
                </a:lnTo>
                <a:lnTo>
                  <a:pt x="628" y="234"/>
                </a:lnTo>
                <a:lnTo>
                  <a:pt x="629" y="234"/>
                </a:lnTo>
                <a:lnTo>
                  <a:pt x="628" y="235"/>
                </a:lnTo>
                <a:lnTo>
                  <a:pt x="627" y="235"/>
                </a:lnTo>
                <a:lnTo>
                  <a:pt x="627" y="236"/>
                </a:lnTo>
                <a:lnTo>
                  <a:pt x="627" y="237"/>
                </a:lnTo>
                <a:lnTo>
                  <a:pt x="626" y="237"/>
                </a:lnTo>
                <a:lnTo>
                  <a:pt x="626" y="238"/>
                </a:lnTo>
                <a:lnTo>
                  <a:pt x="625" y="238"/>
                </a:lnTo>
                <a:lnTo>
                  <a:pt x="624" y="238"/>
                </a:lnTo>
                <a:lnTo>
                  <a:pt x="624" y="239"/>
                </a:lnTo>
                <a:lnTo>
                  <a:pt x="623" y="239"/>
                </a:lnTo>
                <a:lnTo>
                  <a:pt x="622" y="239"/>
                </a:lnTo>
                <a:lnTo>
                  <a:pt x="622" y="238"/>
                </a:lnTo>
                <a:lnTo>
                  <a:pt x="621" y="238"/>
                </a:lnTo>
                <a:lnTo>
                  <a:pt x="621" y="239"/>
                </a:lnTo>
                <a:lnTo>
                  <a:pt x="621" y="240"/>
                </a:lnTo>
                <a:lnTo>
                  <a:pt x="621" y="241"/>
                </a:lnTo>
                <a:lnTo>
                  <a:pt x="622" y="241"/>
                </a:lnTo>
                <a:lnTo>
                  <a:pt x="622" y="242"/>
                </a:lnTo>
                <a:lnTo>
                  <a:pt x="622" y="243"/>
                </a:lnTo>
                <a:lnTo>
                  <a:pt x="621" y="243"/>
                </a:lnTo>
                <a:lnTo>
                  <a:pt x="621" y="244"/>
                </a:lnTo>
                <a:lnTo>
                  <a:pt x="621" y="245"/>
                </a:lnTo>
                <a:lnTo>
                  <a:pt x="619" y="245"/>
                </a:lnTo>
                <a:lnTo>
                  <a:pt x="618" y="245"/>
                </a:lnTo>
                <a:lnTo>
                  <a:pt x="617" y="246"/>
                </a:lnTo>
                <a:lnTo>
                  <a:pt x="615" y="247"/>
                </a:lnTo>
                <a:lnTo>
                  <a:pt x="614" y="246"/>
                </a:lnTo>
                <a:lnTo>
                  <a:pt x="614" y="247"/>
                </a:lnTo>
                <a:lnTo>
                  <a:pt x="614" y="248"/>
                </a:lnTo>
                <a:lnTo>
                  <a:pt x="614" y="249"/>
                </a:lnTo>
                <a:lnTo>
                  <a:pt x="613" y="249"/>
                </a:lnTo>
                <a:lnTo>
                  <a:pt x="612" y="250"/>
                </a:lnTo>
                <a:lnTo>
                  <a:pt x="612" y="251"/>
                </a:lnTo>
                <a:lnTo>
                  <a:pt x="611" y="251"/>
                </a:lnTo>
                <a:lnTo>
                  <a:pt x="610" y="251"/>
                </a:lnTo>
                <a:lnTo>
                  <a:pt x="610" y="252"/>
                </a:lnTo>
                <a:lnTo>
                  <a:pt x="610" y="253"/>
                </a:lnTo>
                <a:lnTo>
                  <a:pt x="609" y="253"/>
                </a:lnTo>
                <a:lnTo>
                  <a:pt x="608" y="253"/>
                </a:lnTo>
                <a:lnTo>
                  <a:pt x="607" y="253"/>
                </a:lnTo>
                <a:lnTo>
                  <a:pt x="605" y="255"/>
                </a:lnTo>
                <a:lnTo>
                  <a:pt x="606" y="255"/>
                </a:lnTo>
                <a:lnTo>
                  <a:pt x="606" y="256"/>
                </a:lnTo>
                <a:lnTo>
                  <a:pt x="607" y="256"/>
                </a:lnTo>
                <a:lnTo>
                  <a:pt x="607" y="257"/>
                </a:lnTo>
                <a:lnTo>
                  <a:pt x="608" y="258"/>
                </a:lnTo>
                <a:lnTo>
                  <a:pt x="608" y="261"/>
                </a:lnTo>
                <a:lnTo>
                  <a:pt x="608" y="262"/>
                </a:lnTo>
                <a:lnTo>
                  <a:pt x="607" y="262"/>
                </a:lnTo>
                <a:lnTo>
                  <a:pt x="606" y="265"/>
                </a:lnTo>
                <a:lnTo>
                  <a:pt x="605" y="265"/>
                </a:lnTo>
                <a:lnTo>
                  <a:pt x="605" y="266"/>
                </a:lnTo>
                <a:lnTo>
                  <a:pt x="604" y="267"/>
                </a:lnTo>
                <a:lnTo>
                  <a:pt x="604" y="268"/>
                </a:lnTo>
                <a:lnTo>
                  <a:pt x="603" y="269"/>
                </a:lnTo>
                <a:lnTo>
                  <a:pt x="603" y="268"/>
                </a:lnTo>
                <a:lnTo>
                  <a:pt x="602" y="268"/>
                </a:lnTo>
                <a:lnTo>
                  <a:pt x="601" y="268"/>
                </a:lnTo>
                <a:lnTo>
                  <a:pt x="600" y="269"/>
                </a:lnTo>
                <a:lnTo>
                  <a:pt x="599" y="270"/>
                </a:lnTo>
                <a:lnTo>
                  <a:pt x="598" y="271"/>
                </a:lnTo>
                <a:lnTo>
                  <a:pt x="597" y="271"/>
                </a:lnTo>
                <a:lnTo>
                  <a:pt x="596" y="271"/>
                </a:lnTo>
                <a:lnTo>
                  <a:pt x="595" y="271"/>
                </a:lnTo>
                <a:lnTo>
                  <a:pt x="595" y="270"/>
                </a:lnTo>
                <a:lnTo>
                  <a:pt x="593" y="272"/>
                </a:lnTo>
                <a:lnTo>
                  <a:pt x="594" y="273"/>
                </a:lnTo>
                <a:lnTo>
                  <a:pt x="595" y="273"/>
                </a:lnTo>
                <a:lnTo>
                  <a:pt x="596" y="274"/>
                </a:lnTo>
                <a:lnTo>
                  <a:pt x="597" y="275"/>
                </a:lnTo>
                <a:lnTo>
                  <a:pt x="598" y="275"/>
                </a:lnTo>
                <a:lnTo>
                  <a:pt x="599" y="275"/>
                </a:lnTo>
                <a:lnTo>
                  <a:pt x="599" y="276"/>
                </a:lnTo>
                <a:lnTo>
                  <a:pt x="599" y="277"/>
                </a:lnTo>
                <a:lnTo>
                  <a:pt x="599" y="278"/>
                </a:lnTo>
                <a:lnTo>
                  <a:pt x="600" y="278"/>
                </a:lnTo>
                <a:lnTo>
                  <a:pt x="601" y="279"/>
                </a:lnTo>
                <a:lnTo>
                  <a:pt x="602" y="279"/>
                </a:lnTo>
                <a:lnTo>
                  <a:pt x="603" y="280"/>
                </a:lnTo>
                <a:lnTo>
                  <a:pt x="603" y="281"/>
                </a:lnTo>
                <a:lnTo>
                  <a:pt x="603" y="282"/>
                </a:lnTo>
                <a:lnTo>
                  <a:pt x="602" y="282"/>
                </a:lnTo>
                <a:lnTo>
                  <a:pt x="602" y="283"/>
                </a:lnTo>
                <a:lnTo>
                  <a:pt x="603" y="283"/>
                </a:lnTo>
                <a:lnTo>
                  <a:pt x="604" y="282"/>
                </a:lnTo>
                <a:lnTo>
                  <a:pt x="605" y="282"/>
                </a:lnTo>
                <a:lnTo>
                  <a:pt x="605" y="281"/>
                </a:lnTo>
                <a:lnTo>
                  <a:pt x="606" y="280"/>
                </a:lnTo>
                <a:lnTo>
                  <a:pt x="608" y="280"/>
                </a:lnTo>
                <a:lnTo>
                  <a:pt x="607" y="280"/>
                </a:lnTo>
                <a:lnTo>
                  <a:pt x="607" y="279"/>
                </a:lnTo>
                <a:lnTo>
                  <a:pt x="608" y="279"/>
                </a:lnTo>
                <a:lnTo>
                  <a:pt x="608" y="280"/>
                </a:lnTo>
                <a:lnTo>
                  <a:pt x="608" y="281"/>
                </a:lnTo>
                <a:lnTo>
                  <a:pt x="611" y="280"/>
                </a:lnTo>
                <a:lnTo>
                  <a:pt x="612" y="280"/>
                </a:lnTo>
                <a:lnTo>
                  <a:pt x="611" y="278"/>
                </a:lnTo>
                <a:lnTo>
                  <a:pt x="610" y="278"/>
                </a:lnTo>
                <a:lnTo>
                  <a:pt x="610" y="277"/>
                </a:lnTo>
                <a:lnTo>
                  <a:pt x="610" y="276"/>
                </a:lnTo>
                <a:lnTo>
                  <a:pt x="612" y="276"/>
                </a:lnTo>
                <a:lnTo>
                  <a:pt x="613" y="276"/>
                </a:lnTo>
                <a:lnTo>
                  <a:pt x="614" y="275"/>
                </a:lnTo>
                <a:lnTo>
                  <a:pt x="614" y="274"/>
                </a:lnTo>
                <a:lnTo>
                  <a:pt x="615" y="273"/>
                </a:lnTo>
                <a:lnTo>
                  <a:pt x="616" y="273"/>
                </a:lnTo>
                <a:lnTo>
                  <a:pt x="617" y="272"/>
                </a:lnTo>
                <a:lnTo>
                  <a:pt x="617" y="273"/>
                </a:lnTo>
                <a:lnTo>
                  <a:pt x="618" y="272"/>
                </a:lnTo>
                <a:lnTo>
                  <a:pt x="618" y="271"/>
                </a:lnTo>
                <a:lnTo>
                  <a:pt x="619" y="269"/>
                </a:lnTo>
                <a:lnTo>
                  <a:pt x="620" y="269"/>
                </a:lnTo>
                <a:lnTo>
                  <a:pt x="621" y="269"/>
                </a:lnTo>
                <a:lnTo>
                  <a:pt x="622" y="270"/>
                </a:lnTo>
                <a:lnTo>
                  <a:pt x="622" y="269"/>
                </a:lnTo>
                <a:lnTo>
                  <a:pt x="623" y="269"/>
                </a:lnTo>
                <a:lnTo>
                  <a:pt x="623" y="268"/>
                </a:lnTo>
                <a:lnTo>
                  <a:pt x="626" y="267"/>
                </a:lnTo>
                <a:lnTo>
                  <a:pt x="627" y="267"/>
                </a:lnTo>
                <a:lnTo>
                  <a:pt x="629" y="266"/>
                </a:lnTo>
                <a:lnTo>
                  <a:pt x="631" y="266"/>
                </a:lnTo>
                <a:lnTo>
                  <a:pt x="632" y="266"/>
                </a:lnTo>
                <a:lnTo>
                  <a:pt x="632" y="267"/>
                </a:lnTo>
                <a:lnTo>
                  <a:pt x="631" y="268"/>
                </a:lnTo>
                <a:lnTo>
                  <a:pt x="630" y="268"/>
                </a:lnTo>
                <a:lnTo>
                  <a:pt x="630" y="269"/>
                </a:lnTo>
                <a:lnTo>
                  <a:pt x="629" y="270"/>
                </a:lnTo>
                <a:lnTo>
                  <a:pt x="628" y="272"/>
                </a:lnTo>
                <a:lnTo>
                  <a:pt x="629" y="273"/>
                </a:lnTo>
                <a:lnTo>
                  <a:pt x="631" y="273"/>
                </a:lnTo>
                <a:lnTo>
                  <a:pt x="632" y="273"/>
                </a:lnTo>
                <a:lnTo>
                  <a:pt x="632" y="272"/>
                </a:lnTo>
                <a:lnTo>
                  <a:pt x="633" y="272"/>
                </a:lnTo>
                <a:lnTo>
                  <a:pt x="634" y="272"/>
                </a:lnTo>
                <a:lnTo>
                  <a:pt x="635" y="273"/>
                </a:lnTo>
                <a:lnTo>
                  <a:pt x="636" y="273"/>
                </a:lnTo>
                <a:lnTo>
                  <a:pt x="636" y="271"/>
                </a:lnTo>
                <a:lnTo>
                  <a:pt x="637" y="271"/>
                </a:lnTo>
                <a:lnTo>
                  <a:pt x="638" y="271"/>
                </a:lnTo>
                <a:lnTo>
                  <a:pt x="639" y="270"/>
                </a:lnTo>
                <a:lnTo>
                  <a:pt x="640" y="269"/>
                </a:lnTo>
                <a:lnTo>
                  <a:pt x="641" y="268"/>
                </a:lnTo>
                <a:lnTo>
                  <a:pt x="641" y="267"/>
                </a:lnTo>
                <a:lnTo>
                  <a:pt x="642" y="266"/>
                </a:lnTo>
                <a:lnTo>
                  <a:pt x="642" y="265"/>
                </a:lnTo>
                <a:lnTo>
                  <a:pt x="642" y="264"/>
                </a:lnTo>
                <a:lnTo>
                  <a:pt x="643" y="264"/>
                </a:lnTo>
                <a:lnTo>
                  <a:pt x="643" y="263"/>
                </a:lnTo>
                <a:lnTo>
                  <a:pt x="644" y="262"/>
                </a:lnTo>
                <a:lnTo>
                  <a:pt x="645" y="262"/>
                </a:lnTo>
                <a:lnTo>
                  <a:pt x="646" y="262"/>
                </a:lnTo>
                <a:lnTo>
                  <a:pt x="645" y="262"/>
                </a:lnTo>
                <a:lnTo>
                  <a:pt x="645" y="263"/>
                </a:lnTo>
                <a:lnTo>
                  <a:pt x="646" y="264"/>
                </a:lnTo>
                <a:lnTo>
                  <a:pt x="646" y="265"/>
                </a:lnTo>
                <a:lnTo>
                  <a:pt x="647" y="265"/>
                </a:lnTo>
                <a:lnTo>
                  <a:pt x="648" y="264"/>
                </a:lnTo>
                <a:lnTo>
                  <a:pt x="649" y="264"/>
                </a:lnTo>
                <a:lnTo>
                  <a:pt x="650" y="264"/>
                </a:lnTo>
                <a:lnTo>
                  <a:pt x="651" y="263"/>
                </a:lnTo>
                <a:lnTo>
                  <a:pt x="652" y="263"/>
                </a:lnTo>
                <a:lnTo>
                  <a:pt x="653" y="263"/>
                </a:lnTo>
                <a:lnTo>
                  <a:pt x="654" y="263"/>
                </a:lnTo>
                <a:lnTo>
                  <a:pt x="655" y="263"/>
                </a:lnTo>
                <a:lnTo>
                  <a:pt x="654" y="263"/>
                </a:lnTo>
                <a:lnTo>
                  <a:pt x="654" y="262"/>
                </a:lnTo>
                <a:lnTo>
                  <a:pt x="654" y="261"/>
                </a:lnTo>
                <a:lnTo>
                  <a:pt x="657" y="261"/>
                </a:lnTo>
                <a:lnTo>
                  <a:pt x="658" y="261"/>
                </a:lnTo>
                <a:lnTo>
                  <a:pt x="658" y="262"/>
                </a:lnTo>
                <a:lnTo>
                  <a:pt x="659" y="262"/>
                </a:lnTo>
                <a:lnTo>
                  <a:pt x="659" y="261"/>
                </a:lnTo>
                <a:lnTo>
                  <a:pt x="659" y="260"/>
                </a:lnTo>
                <a:lnTo>
                  <a:pt x="660" y="261"/>
                </a:lnTo>
                <a:lnTo>
                  <a:pt x="660" y="262"/>
                </a:lnTo>
                <a:lnTo>
                  <a:pt x="661" y="262"/>
                </a:lnTo>
                <a:lnTo>
                  <a:pt x="661" y="261"/>
                </a:lnTo>
                <a:lnTo>
                  <a:pt x="661" y="260"/>
                </a:lnTo>
                <a:lnTo>
                  <a:pt x="662" y="260"/>
                </a:lnTo>
                <a:lnTo>
                  <a:pt x="662" y="261"/>
                </a:lnTo>
                <a:lnTo>
                  <a:pt x="663" y="261"/>
                </a:lnTo>
                <a:lnTo>
                  <a:pt x="663" y="260"/>
                </a:lnTo>
                <a:lnTo>
                  <a:pt x="664" y="260"/>
                </a:lnTo>
                <a:lnTo>
                  <a:pt x="664" y="261"/>
                </a:lnTo>
                <a:lnTo>
                  <a:pt x="665" y="264"/>
                </a:lnTo>
                <a:lnTo>
                  <a:pt x="667" y="264"/>
                </a:lnTo>
                <a:lnTo>
                  <a:pt x="669" y="263"/>
                </a:lnTo>
                <a:lnTo>
                  <a:pt x="669" y="262"/>
                </a:lnTo>
                <a:lnTo>
                  <a:pt x="670" y="262"/>
                </a:lnTo>
                <a:lnTo>
                  <a:pt x="670" y="263"/>
                </a:lnTo>
                <a:lnTo>
                  <a:pt x="670" y="265"/>
                </a:lnTo>
                <a:lnTo>
                  <a:pt x="669" y="266"/>
                </a:lnTo>
                <a:lnTo>
                  <a:pt x="669" y="267"/>
                </a:lnTo>
                <a:lnTo>
                  <a:pt x="669" y="269"/>
                </a:lnTo>
                <a:lnTo>
                  <a:pt x="670" y="270"/>
                </a:lnTo>
                <a:lnTo>
                  <a:pt x="670" y="269"/>
                </a:lnTo>
                <a:lnTo>
                  <a:pt x="671" y="269"/>
                </a:lnTo>
                <a:lnTo>
                  <a:pt x="672" y="269"/>
                </a:lnTo>
                <a:lnTo>
                  <a:pt x="672" y="271"/>
                </a:lnTo>
                <a:lnTo>
                  <a:pt x="671" y="271"/>
                </a:lnTo>
                <a:lnTo>
                  <a:pt x="670" y="271"/>
                </a:lnTo>
                <a:lnTo>
                  <a:pt x="669" y="271"/>
                </a:lnTo>
                <a:lnTo>
                  <a:pt x="669" y="272"/>
                </a:lnTo>
                <a:lnTo>
                  <a:pt x="670" y="272"/>
                </a:lnTo>
                <a:lnTo>
                  <a:pt x="671" y="272"/>
                </a:lnTo>
                <a:lnTo>
                  <a:pt x="672" y="273"/>
                </a:lnTo>
                <a:lnTo>
                  <a:pt x="673" y="273"/>
                </a:lnTo>
                <a:lnTo>
                  <a:pt x="673" y="272"/>
                </a:lnTo>
                <a:lnTo>
                  <a:pt x="673" y="271"/>
                </a:lnTo>
                <a:lnTo>
                  <a:pt x="672" y="271"/>
                </a:lnTo>
                <a:lnTo>
                  <a:pt x="672" y="270"/>
                </a:lnTo>
                <a:lnTo>
                  <a:pt x="673" y="270"/>
                </a:lnTo>
                <a:lnTo>
                  <a:pt x="673" y="269"/>
                </a:lnTo>
                <a:lnTo>
                  <a:pt x="673" y="270"/>
                </a:lnTo>
                <a:lnTo>
                  <a:pt x="674" y="269"/>
                </a:lnTo>
                <a:lnTo>
                  <a:pt x="676" y="270"/>
                </a:lnTo>
                <a:lnTo>
                  <a:pt x="677" y="271"/>
                </a:lnTo>
                <a:lnTo>
                  <a:pt x="676" y="271"/>
                </a:lnTo>
                <a:lnTo>
                  <a:pt x="676" y="272"/>
                </a:lnTo>
                <a:lnTo>
                  <a:pt x="676" y="273"/>
                </a:lnTo>
                <a:lnTo>
                  <a:pt x="677" y="276"/>
                </a:lnTo>
                <a:lnTo>
                  <a:pt x="677" y="277"/>
                </a:lnTo>
                <a:lnTo>
                  <a:pt x="679" y="278"/>
                </a:lnTo>
                <a:lnTo>
                  <a:pt x="679" y="280"/>
                </a:lnTo>
                <a:lnTo>
                  <a:pt x="679" y="281"/>
                </a:lnTo>
                <a:lnTo>
                  <a:pt x="678" y="281"/>
                </a:lnTo>
                <a:lnTo>
                  <a:pt x="677" y="281"/>
                </a:lnTo>
                <a:lnTo>
                  <a:pt x="677" y="282"/>
                </a:lnTo>
                <a:lnTo>
                  <a:pt x="677" y="283"/>
                </a:lnTo>
                <a:lnTo>
                  <a:pt x="678" y="283"/>
                </a:lnTo>
                <a:lnTo>
                  <a:pt x="679" y="283"/>
                </a:lnTo>
                <a:lnTo>
                  <a:pt x="680" y="283"/>
                </a:lnTo>
                <a:lnTo>
                  <a:pt x="680" y="285"/>
                </a:lnTo>
                <a:lnTo>
                  <a:pt x="681" y="285"/>
                </a:lnTo>
                <a:lnTo>
                  <a:pt x="681" y="286"/>
                </a:lnTo>
                <a:lnTo>
                  <a:pt x="681" y="287"/>
                </a:lnTo>
                <a:lnTo>
                  <a:pt x="680" y="287"/>
                </a:lnTo>
                <a:lnTo>
                  <a:pt x="679" y="287"/>
                </a:lnTo>
                <a:lnTo>
                  <a:pt x="679" y="288"/>
                </a:lnTo>
                <a:lnTo>
                  <a:pt x="678" y="288"/>
                </a:lnTo>
                <a:lnTo>
                  <a:pt x="679" y="288"/>
                </a:lnTo>
                <a:lnTo>
                  <a:pt x="679" y="289"/>
                </a:lnTo>
                <a:lnTo>
                  <a:pt x="677" y="289"/>
                </a:lnTo>
                <a:lnTo>
                  <a:pt x="676" y="289"/>
                </a:lnTo>
                <a:lnTo>
                  <a:pt x="675" y="289"/>
                </a:lnTo>
                <a:lnTo>
                  <a:pt x="674" y="290"/>
                </a:lnTo>
                <a:lnTo>
                  <a:pt x="674" y="291"/>
                </a:lnTo>
                <a:lnTo>
                  <a:pt x="673" y="291"/>
                </a:lnTo>
                <a:lnTo>
                  <a:pt x="671" y="292"/>
                </a:lnTo>
                <a:lnTo>
                  <a:pt x="670" y="293"/>
                </a:lnTo>
                <a:lnTo>
                  <a:pt x="669" y="294"/>
                </a:lnTo>
                <a:lnTo>
                  <a:pt x="668" y="294"/>
                </a:lnTo>
                <a:lnTo>
                  <a:pt x="668" y="295"/>
                </a:lnTo>
                <a:lnTo>
                  <a:pt x="668" y="298"/>
                </a:lnTo>
                <a:lnTo>
                  <a:pt x="669" y="298"/>
                </a:lnTo>
                <a:lnTo>
                  <a:pt x="670" y="297"/>
                </a:lnTo>
                <a:lnTo>
                  <a:pt x="670" y="296"/>
                </a:lnTo>
                <a:lnTo>
                  <a:pt x="671" y="296"/>
                </a:lnTo>
                <a:lnTo>
                  <a:pt x="671" y="295"/>
                </a:lnTo>
                <a:lnTo>
                  <a:pt x="672" y="295"/>
                </a:lnTo>
                <a:lnTo>
                  <a:pt x="672" y="294"/>
                </a:lnTo>
                <a:lnTo>
                  <a:pt x="672" y="293"/>
                </a:lnTo>
                <a:lnTo>
                  <a:pt x="673" y="293"/>
                </a:lnTo>
                <a:lnTo>
                  <a:pt x="674" y="293"/>
                </a:lnTo>
                <a:lnTo>
                  <a:pt x="674" y="294"/>
                </a:lnTo>
                <a:lnTo>
                  <a:pt x="673" y="294"/>
                </a:lnTo>
                <a:lnTo>
                  <a:pt x="674" y="295"/>
                </a:lnTo>
                <a:lnTo>
                  <a:pt x="675" y="295"/>
                </a:lnTo>
                <a:lnTo>
                  <a:pt x="676" y="295"/>
                </a:lnTo>
                <a:lnTo>
                  <a:pt x="677" y="296"/>
                </a:lnTo>
                <a:lnTo>
                  <a:pt x="676" y="296"/>
                </a:lnTo>
                <a:lnTo>
                  <a:pt x="676" y="297"/>
                </a:lnTo>
                <a:lnTo>
                  <a:pt x="676" y="298"/>
                </a:lnTo>
                <a:lnTo>
                  <a:pt x="677" y="298"/>
                </a:lnTo>
                <a:lnTo>
                  <a:pt x="677" y="299"/>
                </a:lnTo>
                <a:lnTo>
                  <a:pt x="677" y="300"/>
                </a:lnTo>
                <a:lnTo>
                  <a:pt x="676" y="301"/>
                </a:lnTo>
                <a:lnTo>
                  <a:pt x="675" y="302"/>
                </a:lnTo>
                <a:lnTo>
                  <a:pt x="675" y="304"/>
                </a:lnTo>
                <a:lnTo>
                  <a:pt x="677" y="306"/>
                </a:lnTo>
                <a:lnTo>
                  <a:pt x="678" y="308"/>
                </a:lnTo>
                <a:lnTo>
                  <a:pt x="678" y="309"/>
                </a:lnTo>
                <a:lnTo>
                  <a:pt x="678" y="311"/>
                </a:lnTo>
                <a:lnTo>
                  <a:pt x="678" y="312"/>
                </a:lnTo>
                <a:lnTo>
                  <a:pt x="677" y="312"/>
                </a:lnTo>
                <a:lnTo>
                  <a:pt x="676" y="312"/>
                </a:lnTo>
                <a:lnTo>
                  <a:pt x="676" y="311"/>
                </a:lnTo>
                <a:lnTo>
                  <a:pt x="677" y="310"/>
                </a:lnTo>
                <a:lnTo>
                  <a:pt x="676" y="310"/>
                </a:lnTo>
                <a:lnTo>
                  <a:pt x="675" y="310"/>
                </a:lnTo>
                <a:lnTo>
                  <a:pt x="674" y="311"/>
                </a:lnTo>
                <a:lnTo>
                  <a:pt x="673" y="310"/>
                </a:lnTo>
                <a:lnTo>
                  <a:pt x="672" y="310"/>
                </a:lnTo>
                <a:lnTo>
                  <a:pt x="671" y="310"/>
                </a:lnTo>
                <a:lnTo>
                  <a:pt x="671" y="311"/>
                </a:lnTo>
                <a:lnTo>
                  <a:pt x="670" y="311"/>
                </a:lnTo>
                <a:lnTo>
                  <a:pt x="669" y="311"/>
                </a:lnTo>
                <a:lnTo>
                  <a:pt x="668" y="312"/>
                </a:lnTo>
                <a:lnTo>
                  <a:pt x="667" y="313"/>
                </a:lnTo>
                <a:lnTo>
                  <a:pt x="665" y="314"/>
                </a:lnTo>
                <a:lnTo>
                  <a:pt x="666" y="314"/>
                </a:lnTo>
                <a:lnTo>
                  <a:pt x="666" y="315"/>
                </a:lnTo>
                <a:lnTo>
                  <a:pt x="667" y="315"/>
                </a:lnTo>
                <a:lnTo>
                  <a:pt x="667" y="316"/>
                </a:lnTo>
                <a:lnTo>
                  <a:pt x="666" y="316"/>
                </a:lnTo>
                <a:lnTo>
                  <a:pt x="665" y="316"/>
                </a:lnTo>
                <a:lnTo>
                  <a:pt x="664" y="316"/>
                </a:lnTo>
                <a:lnTo>
                  <a:pt x="664" y="315"/>
                </a:lnTo>
                <a:lnTo>
                  <a:pt x="663" y="315"/>
                </a:lnTo>
                <a:lnTo>
                  <a:pt x="662" y="315"/>
                </a:lnTo>
                <a:lnTo>
                  <a:pt x="662" y="316"/>
                </a:lnTo>
                <a:lnTo>
                  <a:pt x="663" y="316"/>
                </a:lnTo>
                <a:lnTo>
                  <a:pt x="664" y="317"/>
                </a:lnTo>
                <a:lnTo>
                  <a:pt x="663" y="317"/>
                </a:lnTo>
                <a:lnTo>
                  <a:pt x="661" y="318"/>
                </a:lnTo>
                <a:lnTo>
                  <a:pt x="660" y="319"/>
                </a:lnTo>
                <a:lnTo>
                  <a:pt x="658" y="319"/>
                </a:lnTo>
                <a:lnTo>
                  <a:pt x="656" y="319"/>
                </a:lnTo>
                <a:lnTo>
                  <a:pt x="655" y="318"/>
                </a:lnTo>
                <a:lnTo>
                  <a:pt x="654" y="318"/>
                </a:lnTo>
                <a:lnTo>
                  <a:pt x="653" y="319"/>
                </a:lnTo>
                <a:lnTo>
                  <a:pt x="652" y="319"/>
                </a:lnTo>
                <a:lnTo>
                  <a:pt x="652" y="320"/>
                </a:lnTo>
                <a:lnTo>
                  <a:pt x="652" y="321"/>
                </a:lnTo>
                <a:lnTo>
                  <a:pt x="653" y="322"/>
                </a:lnTo>
                <a:lnTo>
                  <a:pt x="653" y="323"/>
                </a:lnTo>
                <a:lnTo>
                  <a:pt x="653" y="324"/>
                </a:lnTo>
                <a:lnTo>
                  <a:pt x="654" y="324"/>
                </a:lnTo>
                <a:lnTo>
                  <a:pt x="655" y="325"/>
                </a:lnTo>
                <a:lnTo>
                  <a:pt x="656" y="325"/>
                </a:lnTo>
                <a:lnTo>
                  <a:pt x="657" y="325"/>
                </a:lnTo>
                <a:lnTo>
                  <a:pt x="657" y="326"/>
                </a:lnTo>
                <a:lnTo>
                  <a:pt x="658" y="326"/>
                </a:lnTo>
                <a:lnTo>
                  <a:pt x="659" y="325"/>
                </a:lnTo>
                <a:lnTo>
                  <a:pt x="660" y="326"/>
                </a:lnTo>
                <a:lnTo>
                  <a:pt x="660" y="327"/>
                </a:lnTo>
                <a:lnTo>
                  <a:pt x="661" y="327"/>
                </a:lnTo>
                <a:lnTo>
                  <a:pt x="662" y="328"/>
                </a:lnTo>
                <a:lnTo>
                  <a:pt x="662" y="329"/>
                </a:lnTo>
                <a:lnTo>
                  <a:pt x="663" y="331"/>
                </a:lnTo>
                <a:lnTo>
                  <a:pt x="664" y="332"/>
                </a:lnTo>
                <a:lnTo>
                  <a:pt x="664" y="333"/>
                </a:lnTo>
                <a:lnTo>
                  <a:pt x="664" y="334"/>
                </a:lnTo>
                <a:lnTo>
                  <a:pt x="664" y="336"/>
                </a:lnTo>
                <a:lnTo>
                  <a:pt x="664" y="335"/>
                </a:lnTo>
                <a:lnTo>
                  <a:pt x="665" y="335"/>
                </a:lnTo>
                <a:lnTo>
                  <a:pt x="665" y="336"/>
                </a:lnTo>
                <a:lnTo>
                  <a:pt x="665" y="337"/>
                </a:lnTo>
                <a:lnTo>
                  <a:pt x="665" y="338"/>
                </a:lnTo>
                <a:lnTo>
                  <a:pt x="666" y="338"/>
                </a:lnTo>
                <a:lnTo>
                  <a:pt x="667" y="339"/>
                </a:lnTo>
                <a:lnTo>
                  <a:pt x="667" y="340"/>
                </a:lnTo>
                <a:lnTo>
                  <a:pt x="666" y="340"/>
                </a:lnTo>
                <a:lnTo>
                  <a:pt x="666" y="341"/>
                </a:lnTo>
                <a:lnTo>
                  <a:pt x="665" y="341"/>
                </a:lnTo>
                <a:lnTo>
                  <a:pt x="664" y="341"/>
                </a:lnTo>
                <a:lnTo>
                  <a:pt x="663" y="342"/>
                </a:lnTo>
                <a:lnTo>
                  <a:pt x="663" y="343"/>
                </a:lnTo>
                <a:lnTo>
                  <a:pt x="663" y="344"/>
                </a:lnTo>
                <a:lnTo>
                  <a:pt x="664" y="344"/>
                </a:lnTo>
                <a:lnTo>
                  <a:pt x="664" y="345"/>
                </a:lnTo>
                <a:lnTo>
                  <a:pt x="664" y="346"/>
                </a:lnTo>
                <a:lnTo>
                  <a:pt x="663" y="346"/>
                </a:lnTo>
                <a:lnTo>
                  <a:pt x="662" y="348"/>
                </a:lnTo>
                <a:lnTo>
                  <a:pt x="661" y="348"/>
                </a:lnTo>
                <a:lnTo>
                  <a:pt x="662" y="349"/>
                </a:lnTo>
                <a:lnTo>
                  <a:pt x="663" y="349"/>
                </a:lnTo>
                <a:lnTo>
                  <a:pt x="664" y="349"/>
                </a:lnTo>
                <a:lnTo>
                  <a:pt x="664" y="350"/>
                </a:lnTo>
                <a:lnTo>
                  <a:pt x="663" y="350"/>
                </a:lnTo>
                <a:lnTo>
                  <a:pt x="661" y="352"/>
                </a:lnTo>
                <a:lnTo>
                  <a:pt x="660" y="352"/>
                </a:lnTo>
                <a:lnTo>
                  <a:pt x="660" y="353"/>
                </a:lnTo>
                <a:lnTo>
                  <a:pt x="659" y="353"/>
                </a:lnTo>
                <a:lnTo>
                  <a:pt x="658" y="354"/>
                </a:lnTo>
                <a:lnTo>
                  <a:pt x="658" y="355"/>
                </a:lnTo>
                <a:lnTo>
                  <a:pt x="657" y="356"/>
                </a:lnTo>
                <a:lnTo>
                  <a:pt x="657" y="357"/>
                </a:lnTo>
                <a:lnTo>
                  <a:pt x="656" y="358"/>
                </a:lnTo>
                <a:lnTo>
                  <a:pt x="657" y="358"/>
                </a:lnTo>
                <a:lnTo>
                  <a:pt x="656" y="359"/>
                </a:lnTo>
                <a:lnTo>
                  <a:pt x="655" y="360"/>
                </a:lnTo>
                <a:lnTo>
                  <a:pt x="654" y="361"/>
                </a:lnTo>
                <a:lnTo>
                  <a:pt x="654" y="362"/>
                </a:lnTo>
                <a:lnTo>
                  <a:pt x="655" y="363"/>
                </a:lnTo>
                <a:lnTo>
                  <a:pt x="655" y="364"/>
                </a:lnTo>
                <a:lnTo>
                  <a:pt x="654" y="365"/>
                </a:lnTo>
                <a:lnTo>
                  <a:pt x="653" y="365"/>
                </a:lnTo>
                <a:lnTo>
                  <a:pt x="652" y="366"/>
                </a:lnTo>
                <a:lnTo>
                  <a:pt x="652" y="367"/>
                </a:lnTo>
                <a:lnTo>
                  <a:pt x="652" y="368"/>
                </a:lnTo>
                <a:lnTo>
                  <a:pt x="653" y="370"/>
                </a:lnTo>
                <a:lnTo>
                  <a:pt x="653" y="371"/>
                </a:lnTo>
                <a:lnTo>
                  <a:pt x="654" y="372"/>
                </a:lnTo>
                <a:lnTo>
                  <a:pt x="654" y="371"/>
                </a:lnTo>
                <a:lnTo>
                  <a:pt x="655" y="371"/>
                </a:lnTo>
                <a:lnTo>
                  <a:pt x="656" y="372"/>
                </a:lnTo>
                <a:lnTo>
                  <a:pt x="657" y="372"/>
                </a:lnTo>
                <a:lnTo>
                  <a:pt x="658" y="372"/>
                </a:lnTo>
                <a:lnTo>
                  <a:pt x="660" y="374"/>
                </a:lnTo>
                <a:lnTo>
                  <a:pt x="660" y="375"/>
                </a:lnTo>
                <a:lnTo>
                  <a:pt x="661" y="375"/>
                </a:lnTo>
                <a:lnTo>
                  <a:pt x="662" y="375"/>
                </a:lnTo>
                <a:lnTo>
                  <a:pt x="663" y="374"/>
                </a:lnTo>
                <a:lnTo>
                  <a:pt x="664" y="373"/>
                </a:lnTo>
                <a:lnTo>
                  <a:pt x="665" y="373"/>
                </a:lnTo>
                <a:lnTo>
                  <a:pt x="669" y="372"/>
                </a:lnTo>
                <a:lnTo>
                  <a:pt x="670" y="372"/>
                </a:lnTo>
                <a:lnTo>
                  <a:pt x="671" y="372"/>
                </a:lnTo>
                <a:lnTo>
                  <a:pt x="671" y="371"/>
                </a:lnTo>
                <a:lnTo>
                  <a:pt x="672" y="371"/>
                </a:lnTo>
                <a:lnTo>
                  <a:pt x="672" y="370"/>
                </a:lnTo>
                <a:lnTo>
                  <a:pt x="672" y="369"/>
                </a:lnTo>
                <a:lnTo>
                  <a:pt x="673" y="369"/>
                </a:lnTo>
                <a:lnTo>
                  <a:pt x="674" y="368"/>
                </a:lnTo>
                <a:lnTo>
                  <a:pt x="675" y="369"/>
                </a:lnTo>
                <a:lnTo>
                  <a:pt x="675" y="370"/>
                </a:lnTo>
                <a:lnTo>
                  <a:pt x="676" y="370"/>
                </a:lnTo>
                <a:lnTo>
                  <a:pt x="675" y="370"/>
                </a:lnTo>
                <a:lnTo>
                  <a:pt x="674" y="371"/>
                </a:lnTo>
                <a:lnTo>
                  <a:pt x="674" y="372"/>
                </a:lnTo>
                <a:lnTo>
                  <a:pt x="673" y="373"/>
                </a:lnTo>
                <a:lnTo>
                  <a:pt x="673" y="374"/>
                </a:lnTo>
                <a:lnTo>
                  <a:pt x="674" y="374"/>
                </a:lnTo>
                <a:lnTo>
                  <a:pt x="673" y="375"/>
                </a:lnTo>
                <a:lnTo>
                  <a:pt x="673" y="376"/>
                </a:lnTo>
                <a:lnTo>
                  <a:pt x="671" y="377"/>
                </a:lnTo>
                <a:lnTo>
                  <a:pt x="672" y="378"/>
                </a:lnTo>
                <a:lnTo>
                  <a:pt x="673" y="379"/>
                </a:lnTo>
                <a:lnTo>
                  <a:pt x="673" y="380"/>
                </a:lnTo>
                <a:lnTo>
                  <a:pt x="673" y="381"/>
                </a:lnTo>
                <a:lnTo>
                  <a:pt x="673" y="382"/>
                </a:lnTo>
                <a:lnTo>
                  <a:pt x="674" y="382"/>
                </a:lnTo>
                <a:lnTo>
                  <a:pt x="675" y="382"/>
                </a:lnTo>
                <a:lnTo>
                  <a:pt x="675" y="381"/>
                </a:lnTo>
                <a:lnTo>
                  <a:pt x="675" y="382"/>
                </a:lnTo>
                <a:lnTo>
                  <a:pt x="676" y="383"/>
                </a:lnTo>
                <a:lnTo>
                  <a:pt x="675" y="383"/>
                </a:lnTo>
                <a:lnTo>
                  <a:pt x="674" y="383"/>
                </a:lnTo>
                <a:lnTo>
                  <a:pt x="674" y="384"/>
                </a:lnTo>
                <a:lnTo>
                  <a:pt x="674" y="385"/>
                </a:lnTo>
                <a:lnTo>
                  <a:pt x="675" y="385"/>
                </a:lnTo>
                <a:lnTo>
                  <a:pt x="676" y="386"/>
                </a:lnTo>
                <a:lnTo>
                  <a:pt x="676" y="387"/>
                </a:lnTo>
                <a:lnTo>
                  <a:pt x="675" y="387"/>
                </a:lnTo>
                <a:lnTo>
                  <a:pt x="675" y="388"/>
                </a:lnTo>
                <a:lnTo>
                  <a:pt x="676" y="389"/>
                </a:lnTo>
                <a:lnTo>
                  <a:pt x="676" y="390"/>
                </a:lnTo>
                <a:lnTo>
                  <a:pt x="678" y="390"/>
                </a:lnTo>
                <a:lnTo>
                  <a:pt x="679" y="389"/>
                </a:lnTo>
                <a:lnTo>
                  <a:pt x="679" y="390"/>
                </a:lnTo>
                <a:lnTo>
                  <a:pt x="680" y="391"/>
                </a:lnTo>
                <a:lnTo>
                  <a:pt x="681" y="392"/>
                </a:lnTo>
                <a:lnTo>
                  <a:pt x="681" y="394"/>
                </a:lnTo>
                <a:lnTo>
                  <a:pt x="680" y="394"/>
                </a:lnTo>
                <a:lnTo>
                  <a:pt x="680" y="395"/>
                </a:lnTo>
                <a:lnTo>
                  <a:pt x="679" y="396"/>
                </a:lnTo>
                <a:lnTo>
                  <a:pt x="678" y="396"/>
                </a:lnTo>
                <a:lnTo>
                  <a:pt x="676" y="396"/>
                </a:lnTo>
                <a:lnTo>
                  <a:pt x="675" y="397"/>
                </a:lnTo>
                <a:lnTo>
                  <a:pt x="674" y="396"/>
                </a:lnTo>
                <a:lnTo>
                  <a:pt x="674" y="399"/>
                </a:lnTo>
                <a:lnTo>
                  <a:pt x="674" y="400"/>
                </a:lnTo>
                <a:lnTo>
                  <a:pt x="674" y="401"/>
                </a:lnTo>
                <a:lnTo>
                  <a:pt x="674" y="402"/>
                </a:lnTo>
                <a:lnTo>
                  <a:pt x="675" y="402"/>
                </a:lnTo>
                <a:lnTo>
                  <a:pt x="676" y="402"/>
                </a:lnTo>
                <a:lnTo>
                  <a:pt x="677" y="402"/>
                </a:lnTo>
                <a:lnTo>
                  <a:pt x="677" y="403"/>
                </a:lnTo>
                <a:lnTo>
                  <a:pt x="677" y="404"/>
                </a:lnTo>
                <a:lnTo>
                  <a:pt x="678" y="404"/>
                </a:lnTo>
                <a:lnTo>
                  <a:pt x="678" y="405"/>
                </a:lnTo>
                <a:lnTo>
                  <a:pt x="677" y="407"/>
                </a:lnTo>
                <a:lnTo>
                  <a:pt x="677" y="408"/>
                </a:lnTo>
                <a:lnTo>
                  <a:pt x="676" y="408"/>
                </a:lnTo>
                <a:lnTo>
                  <a:pt x="676" y="409"/>
                </a:lnTo>
                <a:lnTo>
                  <a:pt x="675" y="409"/>
                </a:lnTo>
                <a:lnTo>
                  <a:pt x="676" y="409"/>
                </a:lnTo>
                <a:lnTo>
                  <a:pt x="675" y="410"/>
                </a:lnTo>
                <a:lnTo>
                  <a:pt x="674" y="410"/>
                </a:lnTo>
                <a:lnTo>
                  <a:pt x="672" y="411"/>
                </a:lnTo>
                <a:lnTo>
                  <a:pt x="672" y="412"/>
                </a:lnTo>
                <a:lnTo>
                  <a:pt x="671" y="413"/>
                </a:lnTo>
                <a:lnTo>
                  <a:pt x="670" y="413"/>
                </a:lnTo>
                <a:lnTo>
                  <a:pt x="669" y="413"/>
                </a:lnTo>
                <a:lnTo>
                  <a:pt x="669" y="414"/>
                </a:lnTo>
                <a:lnTo>
                  <a:pt x="670" y="414"/>
                </a:lnTo>
                <a:lnTo>
                  <a:pt x="671" y="413"/>
                </a:lnTo>
                <a:lnTo>
                  <a:pt x="672" y="414"/>
                </a:lnTo>
                <a:lnTo>
                  <a:pt x="673" y="414"/>
                </a:lnTo>
                <a:lnTo>
                  <a:pt x="673" y="415"/>
                </a:lnTo>
                <a:lnTo>
                  <a:pt x="673" y="418"/>
                </a:lnTo>
                <a:lnTo>
                  <a:pt x="673" y="419"/>
                </a:lnTo>
                <a:lnTo>
                  <a:pt x="672" y="420"/>
                </a:lnTo>
                <a:lnTo>
                  <a:pt x="671" y="421"/>
                </a:lnTo>
                <a:lnTo>
                  <a:pt x="669" y="421"/>
                </a:lnTo>
                <a:lnTo>
                  <a:pt x="668" y="422"/>
                </a:lnTo>
                <a:lnTo>
                  <a:pt x="668" y="423"/>
                </a:lnTo>
                <a:lnTo>
                  <a:pt x="668" y="424"/>
                </a:lnTo>
                <a:lnTo>
                  <a:pt x="669" y="424"/>
                </a:lnTo>
                <a:lnTo>
                  <a:pt x="668" y="424"/>
                </a:lnTo>
                <a:lnTo>
                  <a:pt x="668" y="426"/>
                </a:lnTo>
                <a:lnTo>
                  <a:pt x="666" y="428"/>
                </a:lnTo>
                <a:lnTo>
                  <a:pt x="666" y="429"/>
                </a:lnTo>
                <a:lnTo>
                  <a:pt x="664" y="430"/>
                </a:lnTo>
                <a:lnTo>
                  <a:pt x="664" y="429"/>
                </a:lnTo>
                <a:lnTo>
                  <a:pt x="664" y="430"/>
                </a:lnTo>
                <a:lnTo>
                  <a:pt x="663" y="430"/>
                </a:lnTo>
                <a:lnTo>
                  <a:pt x="662" y="430"/>
                </a:lnTo>
                <a:lnTo>
                  <a:pt x="662" y="431"/>
                </a:lnTo>
                <a:lnTo>
                  <a:pt x="662" y="433"/>
                </a:lnTo>
                <a:lnTo>
                  <a:pt x="662" y="434"/>
                </a:lnTo>
                <a:lnTo>
                  <a:pt x="662" y="435"/>
                </a:lnTo>
                <a:lnTo>
                  <a:pt x="663" y="436"/>
                </a:lnTo>
                <a:lnTo>
                  <a:pt x="662" y="436"/>
                </a:lnTo>
                <a:lnTo>
                  <a:pt x="662" y="437"/>
                </a:lnTo>
                <a:lnTo>
                  <a:pt x="662" y="438"/>
                </a:lnTo>
                <a:lnTo>
                  <a:pt x="662" y="439"/>
                </a:lnTo>
                <a:lnTo>
                  <a:pt x="661" y="439"/>
                </a:lnTo>
                <a:lnTo>
                  <a:pt x="661" y="440"/>
                </a:lnTo>
                <a:lnTo>
                  <a:pt x="662" y="440"/>
                </a:lnTo>
                <a:lnTo>
                  <a:pt x="662" y="441"/>
                </a:lnTo>
                <a:lnTo>
                  <a:pt x="663" y="441"/>
                </a:lnTo>
                <a:lnTo>
                  <a:pt x="663" y="442"/>
                </a:lnTo>
                <a:lnTo>
                  <a:pt x="663" y="444"/>
                </a:lnTo>
                <a:lnTo>
                  <a:pt x="661" y="444"/>
                </a:lnTo>
                <a:lnTo>
                  <a:pt x="660" y="444"/>
                </a:lnTo>
                <a:lnTo>
                  <a:pt x="659" y="444"/>
                </a:lnTo>
                <a:lnTo>
                  <a:pt x="660" y="445"/>
                </a:lnTo>
                <a:lnTo>
                  <a:pt x="658" y="446"/>
                </a:lnTo>
                <a:lnTo>
                  <a:pt x="656" y="446"/>
                </a:lnTo>
                <a:lnTo>
                  <a:pt x="654" y="446"/>
                </a:lnTo>
                <a:lnTo>
                  <a:pt x="653" y="446"/>
                </a:lnTo>
                <a:lnTo>
                  <a:pt x="653" y="445"/>
                </a:lnTo>
                <a:lnTo>
                  <a:pt x="651" y="444"/>
                </a:lnTo>
                <a:lnTo>
                  <a:pt x="650" y="444"/>
                </a:lnTo>
                <a:lnTo>
                  <a:pt x="649" y="444"/>
                </a:lnTo>
                <a:lnTo>
                  <a:pt x="648" y="444"/>
                </a:lnTo>
                <a:lnTo>
                  <a:pt x="648" y="443"/>
                </a:lnTo>
                <a:lnTo>
                  <a:pt x="647" y="443"/>
                </a:lnTo>
                <a:lnTo>
                  <a:pt x="648" y="443"/>
                </a:lnTo>
                <a:lnTo>
                  <a:pt x="648" y="441"/>
                </a:lnTo>
                <a:lnTo>
                  <a:pt x="647" y="440"/>
                </a:lnTo>
                <a:lnTo>
                  <a:pt x="647" y="441"/>
                </a:lnTo>
                <a:lnTo>
                  <a:pt x="646" y="441"/>
                </a:lnTo>
                <a:lnTo>
                  <a:pt x="646" y="440"/>
                </a:lnTo>
                <a:lnTo>
                  <a:pt x="646" y="439"/>
                </a:lnTo>
                <a:lnTo>
                  <a:pt x="647" y="439"/>
                </a:lnTo>
                <a:lnTo>
                  <a:pt x="647" y="437"/>
                </a:lnTo>
                <a:lnTo>
                  <a:pt x="647" y="436"/>
                </a:lnTo>
                <a:lnTo>
                  <a:pt x="645" y="436"/>
                </a:lnTo>
                <a:lnTo>
                  <a:pt x="645" y="435"/>
                </a:lnTo>
                <a:lnTo>
                  <a:pt x="644" y="435"/>
                </a:lnTo>
                <a:lnTo>
                  <a:pt x="643" y="435"/>
                </a:lnTo>
                <a:lnTo>
                  <a:pt x="643" y="436"/>
                </a:lnTo>
                <a:lnTo>
                  <a:pt x="642" y="436"/>
                </a:lnTo>
                <a:lnTo>
                  <a:pt x="643" y="436"/>
                </a:lnTo>
                <a:lnTo>
                  <a:pt x="644" y="438"/>
                </a:lnTo>
                <a:lnTo>
                  <a:pt x="645" y="439"/>
                </a:lnTo>
                <a:lnTo>
                  <a:pt x="646" y="439"/>
                </a:lnTo>
                <a:lnTo>
                  <a:pt x="645" y="439"/>
                </a:lnTo>
                <a:lnTo>
                  <a:pt x="645" y="440"/>
                </a:lnTo>
                <a:lnTo>
                  <a:pt x="644" y="441"/>
                </a:lnTo>
                <a:lnTo>
                  <a:pt x="643" y="441"/>
                </a:lnTo>
                <a:lnTo>
                  <a:pt x="642" y="441"/>
                </a:lnTo>
                <a:lnTo>
                  <a:pt x="641" y="441"/>
                </a:lnTo>
                <a:lnTo>
                  <a:pt x="642" y="441"/>
                </a:lnTo>
                <a:lnTo>
                  <a:pt x="642" y="442"/>
                </a:lnTo>
                <a:lnTo>
                  <a:pt x="641" y="443"/>
                </a:lnTo>
                <a:lnTo>
                  <a:pt x="640" y="443"/>
                </a:lnTo>
                <a:lnTo>
                  <a:pt x="639" y="442"/>
                </a:lnTo>
                <a:lnTo>
                  <a:pt x="639" y="441"/>
                </a:lnTo>
                <a:lnTo>
                  <a:pt x="639" y="440"/>
                </a:lnTo>
                <a:lnTo>
                  <a:pt x="640" y="439"/>
                </a:lnTo>
                <a:lnTo>
                  <a:pt x="641" y="439"/>
                </a:lnTo>
                <a:lnTo>
                  <a:pt x="641" y="438"/>
                </a:lnTo>
                <a:lnTo>
                  <a:pt x="640" y="437"/>
                </a:lnTo>
                <a:lnTo>
                  <a:pt x="640" y="436"/>
                </a:lnTo>
                <a:lnTo>
                  <a:pt x="639" y="436"/>
                </a:lnTo>
                <a:lnTo>
                  <a:pt x="639" y="435"/>
                </a:lnTo>
                <a:lnTo>
                  <a:pt x="638" y="435"/>
                </a:lnTo>
                <a:lnTo>
                  <a:pt x="637" y="435"/>
                </a:lnTo>
                <a:lnTo>
                  <a:pt x="636" y="435"/>
                </a:lnTo>
                <a:lnTo>
                  <a:pt x="636" y="436"/>
                </a:lnTo>
                <a:lnTo>
                  <a:pt x="635" y="436"/>
                </a:lnTo>
                <a:lnTo>
                  <a:pt x="635" y="435"/>
                </a:lnTo>
                <a:lnTo>
                  <a:pt x="634" y="436"/>
                </a:lnTo>
                <a:lnTo>
                  <a:pt x="632" y="438"/>
                </a:lnTo>
                <a:lnTo>
                  <a:pt x="633" y="439"/>
                </a:lnTo>
                <a:lnTo>
                  <a:pt x="632" y="439"/>
                </a:lnTo>
                <a:lnTo>
                  <a:pt x="630" y="438"/>
                </a:lnTo>
                <a:lnTo>
                  <a:pt x="629" y="438"/>
                </a:lnTo>
                <a:lnTo>
                  <a:pt x="628" y="438"/>
                </a:lnTo>
                <a:lnTo>
                  <a:pt x="627" y="438"/>
                </a:lnTo>
                <a:lnTo>
                  <a:pt x="626" y="438"/>
                </a:lnTo>
                <a:lnTo>
                  <a:pt x="625" y="437"/>
                </a:lnTo>
                <a:lnTo>
                  <a:pt x="622" y="439"/>
                </a:lnTo>
                <a:lnTo>
                  <a:pt x="622" y="440"/>
                </a:lnTo>
                <a:lnTo>
                  <a:pt x="623" y="440"/>
                </a:lnTo>
                <a:lnTo>
                  <a:pt x="623" y="441"/>
                </a:lnTo>
                <a:lnTo>
                  <a:pt x="623" y="442"/>
                </a:lnTo>
                <a:lnTo>
                  <a:pt x="623" y="441"/>
                </a:lnTo>
                <a:lnTo>
                  <a:pt x="622" y="441"/>
                </a:lnTo>
                <a:lnTo>
                  <a:pt x="622" y="442"/>
                </a:lnTo>
                <a:lnTo>
                  <a:pt x="621" y="443"/>
                </a:lnTo>
                <a:lnTo>
                  <a:pt x="621" y="444"/>
                </a:lnTo>
                <a:lnTo>
                  <a:pt x="620" y="444"/>
                </a:lnTo>
                <a:lnTo>
                  <a:pt x="619" y="444"/>
                </a:lnTo>
                <a:lnTo>
                  <a:pt x="619" y="445"/>
                </a:lnTo>
                <a:lnTo>
                  <a:pt x="619" y="446"/>
                </a:lnTo>
                <a:lnTo>
                  <a:pt x="618" y="446"/>
                </a:lnTo>
                <a:lnTo>
                  <a:pt x="617" y="446"/>
                </a:lnTo>
                <a:lnTo>
                  <a:pt x="617" y="445"/>
                </a:lnTo>
                <a:lnTo>
                  <a:pt x="618" y="445"/>
                </a:lnTo>
                <a:lnTo>
                  <a:pt x="617" y="445"/>
                </a:lnTo>
                <a:lnTo>
                  <a:pt x="616" y="445"/>
                </a:lnTo>
                <a:lnTo>
                  <a:pt x="615" y="446"/>
                </a:lnTo>
                <a:lnTo>
                  <a:pt x="614" y="446"/>
                </a:lnTo>
                <a:lnTo>
                  <a:pt x="612" y="448"/>
                </a:lnTo>
                <a:lnTo>
                  <a:pt x="612" y="449"/>
                </a:lnTo>
                <a:lnTo>
                  <a:pt x="612" y="452"/>
                </a:lnTo>
                <a:lnTo>
                  <a:pt x="613" y="452"/>
                </a:lnTo>
                <a:lnTo>
                  <a:pt x="614" y="453"/>
                </a:lnTo>
                <a:lnTo>
                  <a:pt x="615" y="453"/>
                </a:lnTo>
                <a:lnTo>
                  <a:pt x="615" y="452"/>
                </a:lnTo>
                <a:lnTo>
                  <a:pt x="616" y="452"/>
                </a:lnTo>
                <a:lnTo>
                  <a:pt x="617" y="452"/>
                </a:lnTo>
                <a:lnTo>
                  <a:pt x="617" y="453"/>
                </a:lnTo>
                <a:lnTo>
                  <a:pt x="618" y="453"/>
                </a:lnTo>
                <a:lnTo>
                  <a:pt x="619" y="451"/>
                </a:lnTo>
                <a:lnTo>
                  <a:pt x="620" y="451"/>
                </a:lnTo>
                <a:lnTo>
                  <a:pt x="620" y="450"/>
                </a:lnTo>
                <a:lnTo>
                  <a:pt x="621" y="449"/>
                </a:lnTo>
                <a:lnTo>
                  <a:pt x="622" y="448"/>
                </a:lnTo>
                <a:lnTo>
                  <a:pt x="622" y="447"/>
                </a:lnTo>
                <a:lnTo>
                  <a:pt x="623" y="447"/>
                </a:lnTo>
                <a:lnTo>
                  <a:pt x="624" y="446"/>
                </a:lnTo>
                <a:lnTo>
                  <a:pt x="624" y="445"/>
                </a:lnTo>
                <a:lnTo>
                  <a:pt x="623" y="445"/>
                </a:lnTo>
                <a:lnTo>
                  <a:pt x="624" y="445"/>
                </a:lnTo>
                <a:lnTo>
                  <a:pt x="626" y="446"/>
                </a:lnTo>
                <a:lnTo>
                  <a:pt x="627" y="446"/>
                </a:lnTo>
                <a:lnTo>
                  <a:pt x="628" y="446"/>
                </a:lnTo>
                <a:lnTo>
                  <a:pt x="628" y="445"/>
                </a:lnTo>
                <a:lnTo>
                  <a:pt x="629" y="444"/>
                </a:lnTo>
                <a:lnTo>
                  <a:pt x="630" y="444"/>
                </a:lnTo>
                <a:lnTo>
                  <a:pt x="630" y="445"/>
                </a:lnTo>
                <a:lnTo>
                  <a:pt x="630" y="446"/>
                </a:lnTo>
                <a:lnTo>
                  <a:pt x="631" y="446"/>
                </a:lnTo>
                <a:lnTo>
                  <a:pt x="632" y="447"/>
                </a:lnTo>
                <a:lnTo>
                  <a:pt x="633" y="447"/>
                </a:lnTo>
                <a:lnTo>
                  <a:pt x="632" y="447"/>
                </a:lnTo>
                <a:lnTo>
                  <a:pt x="632" y="448"/>
                </a:lnTo>
                <a:lnTo>
                  <a:pt x="632" y="449"/>
                </a:lnTo>
                <a:lnTo>
                  <a:pt x="632" y="450"/>
                </a:lnTo>
                <a:lnTo>
                  <a:pt x="631" y="451"/>
                </a:lnTo>
                <a:lnTo>
                  <a:pt x="631" y="452"/>
                </a:lnTo>
                <a:lnTo>
                  <a:pt x="629" y="456"/>
                </a:lnTo>
                <a:lnTo>
                  <a:pt x="628" y="458"/>
                </a:lnTo>
                <a:lnTo>
                  <a:pt x="628" y="459"/>
                </a:lnTo>
                <a:lnTo>
                  <a:pt x="628" y="460"/>
                </a:lnTo>
                <a:lnTo>
                  <a:pt x="629" y="460"/>
                </a:lnTo>
                <a:lnTo>
                  <a:pt x="630" y="460"/>
                </a:lnTo>
                <a:lnTo>
                  <a:pt x="630" y="461"/>
                </a:lnTo>
                <a:lnTo>
                  <a:pt x="629" y="461"/>
                </a:lnTo>
                <a:lnTo>
                  <a:pt x="629" y="462"/>
                </a:lnTo>
                <a:lnTo>
                  <a:pt x="629" y="463"/>
                </a:lnTo>
                <a:lnTo>
                  <a:pt x="630" y="465"/>
                </a:lnTo>
                <a:lnTo>
                  <a:pt x="630" y="466"/>
                </a:lnTo>
                <a:lnTo>
                  <a:pt x="631" y="466"/>
                </a:lnTo>
                <a:lnTo>
                  <a:pt x="632" y="466"/>
                </a:lnTo>
                <a:lnTo>
                  <a:pt x="632" y="467"/>
                </a:lnTo>
                <a:lnTo>
                  <a:pt x="633" y="467"/>
                </a:lnTo>
                <a:lnTo>
                  <a:pt x="634" y="468"/>
                </a:lnTo>
                <a:lnTo>
                  <a:pt x="635" y="468"/>
                </a:lnTo>
                <a:lnTo>
                  <a:pt x="634" y="469"/>
                </a:lnTo>
                <a:lnTo>
                  <a:pt x="634" y="470"/>
                </a:lnTo>
                <a:lnTo>
                  <a:pt x="633" y="470"/>
                </a:lnTo>
                <a:lnTo>
                  <a:pt x="632" y="470"/>
                </a:lnTo>
                <a:lnTo>
                  <a:pt x="632" y="471"/>
                </a:lnTo>
                <a:lnTo>
                  <a:pt x="631" y="472"/>
                </a:lnTo>
                <a:lnTo>
                  <a:pt x="630" y="472"/>
                </a:lnTo>
                <a:lnTo>
                  <a:pt x="628" y="473"/>
                </a:lnTo>
                <a:lnTo>
                  <a:pt x="628" y="474"/>
                </a:lnTo>
                <a:lnTo>
                  <a:pt x="627" y="473"/>
                </a:lnTo>
                <a:lnTo>
                  <a:pt x="626" y="473"/>
                </a:lnTo>
                <a:lnTo>
                  <a:pt x="624" y="471"/>
                </a:lnTo>
                <a:lnTo>
                  <a:pt x="624" y="470"/>
                </a:lnTo>
                <a:lnTo>
                  <a:pt x="624" y="471"/>
                </a:lnTo>
                <a:lnTo>
                  <a:pt x="623" y="471"/>
                </a:lnTo>
                <a:lnTo>
                  <a:pt x="622" y="471"/>
                </a:lnTo>
                <a:lnTo>
                  <a:pt x="621" y="471"/>
                </a:lnTo>
                <a:lnTo>
                  <a:pt x="621" y="470"/>
                </a:lnTo>
                <a:lnTo>
                  <a:pt x="621" y="469"/>
                </a:lnTo>
                <a:lnTo>
                  <a:pt x="619" y="468"/>
                </a:lnTo>
                <a:lnTo>
                  <a:pt x="617" y="468"/>
                </a:lnTo>
                <a:lnTo>
                  <a:pt x="616" y="469"/>
                </a:lnTo>
                <a:lnTo>
                  <a:pt x="615" y="470"/>
                </a:lnTo>
                <a:lnTo>
                  <a:pt x="613" y="470"/>
                </a:lnTo>
                <a:lnTo>
                  <a:pt x="612" y="470"/>
                </a:lnTo>
                <a:lnTo>
                  <a:pt x="612" y="469"/>
                </a:lnTo>
                <a:lnTo>
                  <a:pt x="612" y="468"/>
                </a:lnTo>
                <a:lnTo>
                  <a:pt x="611" y="468"/>
                </a:lnTo>
                <a:lnTo>
                  <a:pt x="611" y="469"/>
                </a:lnTo>
                <a:lnTo>
                  <a:pt x="609" y="468"/>
                </a:lnTo>
                <a:lnTo>
                  <a:pt x="608" y="469"/>
                </a:lnTo>
                <a:lnTo>
                  <a:pt x="607" y="469"/>
                </a:lnTo>
                <a:lnTo>
                  <a:pt x="607" y="470"/>
                </a:lnTo>
                <a:lnTo>
                  <a:pt x="606" y="470"/>
                </a:lnTo>
                <a:lnTo>
                  <a:pt x="605" y="470"/>
                </a:lnTo>
                <a:lnTo>
                  <a:pt x="604" y="470"/>
                </a:lnTo>
                <a:lnTo>
                  <a:pt x="604" y="471"/>
                </a:lnTo>
                <a:lnTo>
                  <a:pt x="604" y="472"/>
                </a:lnTo>
                <a:lnTo>
                  <a:pt x="603" y="472"/>
                </a:lnTo>
                <a:lnTo>
                  <a:pt x="603" y="473"/>
                </a:lnTo>
                <a:lnTo>
                  <a:pt x="602" y="472"/>
                </a:lnTo>
                <a:lnTo>
                  <a:pt x="602" y="471"/>
                </a:lnTo>
                <a:lnTo>
                  <a:pt x="601" y="471"/>
                </a:lnTo>
                <a:lnTo>
                  <a:pt x="601" y="470"/>
                </a:lnTo>
                <a:lnTo>
                  <a:pt x="601" y="469"/>
                </a:lnTo>
                <a:lnTo>
                  <a:pt x="600" y="469"/>
                </a:lnTo>
                <a:lnTo>
                  <a:pt x="599" y="469"/>
                </a:lnTo>
                <a:lnTo>
                  <a:pt x="600" y="467"/>
                </a:lnTo>
                <a:lnTo>
                  <a:pt x="601" y="467"/>
                </a:lnTo>
                <a:lnTo>
                  <a:pt x="601" y="466"/>
                </a:lnTo>
                <a:lnTo>
                  <a:pt x="601" y="465"/>
                </a:lnTo>
                <a:lnTo>
                  <a:pt x="600" y="464"/>
                </a:lnTo>
                <a:lnTo>
                  <a:pt x="599" y="463"/>
                </a:lnTo>
                <a:lnTo>
                  <a:pt x="599" y="462"/>
                </a:lnTo>
                <a:lnTo>
                  <a:pt x="599" y="460"/>
                </a:lnTo>
                <a:lnTo>
                  <a:pt x="598" y="460"/>
                </a:lnTo>
                <a:lnTo>
                  <a:pt x="597" y="460"/>
                </a:lnTo>
                <a:lnTo>
                  <a:pt x="597" y="459"/>
                </a:lnTo>
                <a:lnTo>
                  <a:pt x="595" y="459"/>
                </a:lnTo>
                <a:lnTo>
                  <a:pt x="594" y="459"/>
                </a:lnTo>
                <a:lnTo>
                  <a:pt x="593" y="459"/>
                </a:lnTo>
                <a:lnTo>
                  <a:pt x="592" y="459"/>
                </a:lnTo>
                <a:lnTo>
                  <a:pt x="591" y="460"/>
                </a:lnTo>
                <a:lnTo>
                  <a:pt x="590" y="461"/>
                </a:lnTo>
                <a:lnTo>
                  <a:pt x="590" y="460"/>
                </a:lnTo>
                <a:lnTo>
                  <a:pt x="588" y="460"/>
                </a:lnTo>
                <a:lnTo>
                  <a:pt x="588" y="461"/>
                </a:lnTo>
                <a:lnTo>
                  <a:pt x="588" y="462"/>
                </a:lnTo>
                <a:lnTo>
                  <a:pt x="587" y="462"/>
                </a:lnTo>
                <a:lnTo>
                  <a:pt x="588" y="462"/>
                </a:lnTo>
                <a:lnTo>
                  <a:pt x="588" y="463"/>
                </a:lnTo>
                <a:lnTo>
                  <a:pt x="589" y="463"/>
                </a:lnTo>
                <a:lnTo>
                  <a:pt x="588" y="464"/>
                </a:lnTo>
                <a:lnTo>
                  <a:pt x="588" y="465"/>
                </a:lnTo>
                <a:lnTo>
                  <a:pt x="587" y="465"/>
                </a:lnTo>
                <a:lnTo>
                  <a:pt x="586" y="465"/>
                </a:lnTo>
                <a:lnTo>
                  <a:pt x="585" y="466"/>
                </a:lnTo>
                <a:lnTo>
                  <a:pt x="585" y="467"/>
                </a:lnTo>
                <a:lnTo>
                  <a:pt x="585" y="468"/>
                </a:lnTo>
                <a:lnTo>
                  <a:pt x="586" y="468"/>
                </a:lnTo>
                <a:lnTo>
                  <a:pt x="586" y="469"/>
                </a:lnTo>
                <a:lnTo>
                  <a:pt x="585" y="469"/>
                </a:lnTo>
                <a:lnTo>
                  <a:pt x="585" y="470"/>
                </a:lnTo>
                <a:lnTo>
                  <a:pt x="586" y="470"/>
                </a:lnTo>
                <a:lnTo>
                  <a:pt x="586" y="471"/>
                </a:lnTo>
                <a:lnTo>
                  <a:pt x="587" y="472"/>
                </a:lnTo>
                <a:lnTo>
                  <a:pt x="588" y="472"/>
                </a:lnTo>
                <a:lnTo>
                  <a:pt x="589" y="472"/>
                </a:lnTo>
                <a:lnTo>
                  <a:pt x="589" y="473"/>
                </a:lnTo>
                <a:lnTo>
                  <a:pt x="589" y="474"/>
                </a:lnTo>
                <a:lnTo>
                  <a:pt x="588" y="474"/>
                </a:lnTo>
                <a:lnTo>
                  <a:pt x="587" y="473"/>
                </a:lnTo>
                <a:lnTo>
                  <a:pt x="586" y="473"/>
                </a:lnTo>
                <a:lnTo>
                  <a:pt x="585" y="473"/>
                </a:lnTo>
                <a:lnTo>
                  <a:pt x="583" y="474"/>
                </a:lnTo>
                <a:lnTo>
                  <a:pt x="582" y="474"/>
                </a:lnTo>
                <a:lnTo>
                  <a:pt x="582" y="475"/>
                </a:lnTo>
                <a:lnTo>
                  <a:pt x="581" y="476"/>
                </a:lnTo>
                <a:lnTo>
                  <a:pt x="581" y="477"/>
                </a:lnTo>
                <a:lnTo>
                  <a:pt x="581" y="478"/>
                </a:lnTo>
                <a:lnTo>
                  <a:pt x="580" y="478"/>
                </a:lnTo>
                <a:lnTo>
                  <a:pt x="580" y="479"/>
                </a:lnTo>
                <a:lnTo>
                  <a:pt x="581" y="479"/>
                </a:lnTo>
                <a:lnTo>
                  <a:pt x="581" y="480"/>
                </a:lnTo>
                <a:lnTo>
                  <a:pt x="581" y="479"/>
                </a:lnTo>
                <a:lnTo>
                  <a:pt x="582" y="480"/>
                </a:lnTo>
                <a:lnTo>
                  <a:pt x="583" y="481"/>
                </a:lnTo>
                <a:lnTo>
                  <a:pt x="582" y="481"/>
                </a:lnTo>
                <a:lnTo>
                  <a:pt x="581" y="481"/>
                </a:lnTo>
                <a:lnTo>
                  <a:pt x="580" y="480"/>
                </a:lnTo>
                <a:lnTo>
                  <a:pt x="579" y="483"/>
                </a:lnTo>
                <a:lnTo>
                  <a:pt x="578" y="484"/>
                </a:lnTo>
                <a:lnTo>
                  <a:pt x="578" y="485"/>
                </a:lnTo>
                <a:lnTo>
                  <a:pt x="579" y="485"/>
                </a:lnTo>
                <a:lnTo>
                  <a:pt x="579" y="486"/>
                </a:lnTo>
                <a:lnTo>
                  <a:pt x="578" y="486"/>
                </a:lnTo>
                <a:lnTo>
                  <a:pt x="578" y="487"/>
                </a:lnTo>
                <a:lnTo>
                  <a:pt x="577" y="487"/>
                </a:lnTo>
                <a:lnTo>
                  <a:pt x="578" y="488"/>
                </a:lnTo>
                <a:lnTo>
                  <a:pt x="578" y="489"/>
                </a:lnTo>
                <a:lnTo>
                  <a:pt x="579" y="489"/>
                </a:lnTo>
                <a:lnTo>
                  <a:pt x="580" y="489"/>
                </a:lnTo>
                <a:lnTo>
                  <a:pt x="581" y="490"/>
                </a:lnTo>
                <a:lnTo>
                  <a:pt x="581" y="491"/>
                </a:lnTo>
                <a:lnTo>
                  <a:pt x="582" y="492"/>
                </a:lnTo>
                <a:lnTo>
                  <a:pt x="582" y="493"/>
                </a:lnTo>
                <a:lnTo>
                  <a:pt x="581" y="493"/>
                </a:lnTo>
                <a:lnTo>
                  <a:pt x="581" y="495"/>
                </a:lnTo>
                <a:lnTo>
                  <a:pt x="582" y="496"/>
                </a:lnTo>
                <a:lnTo>
                  <a:pt x="583" y="498"/>
                </a:lnTo>
                <a:lnTo>
                  <a:pt x="583" y="499"/>
                </a:lnTo>
                <a:lnTo>
                  <a:pt x="582" y="499"/>
                </a:lnTo>
                <a:lnTo>
                  <a:pt x="582" y="501"/>
                </a:lnTo>
                <a:lnTo>
                  <a:pt x="582" y="502"/>
                </a:lnTo>
                <a:lnTo>
                  <a:pt x="581" y="502"/>
                </a:lnTo>
                <a:lnTo>
                  <a:pt x="581" y="501"/>
                </a:lnTo>
                <a:lnTo>
                  <a:pt x="578" y="499"/>
                </a:lnTo>
                <a:lnTo>
                  <a:pt x="578" y="498"/>
                </a:lnTo>
                <a:lnTo>
                  <a:pt x="578" y="497"/>
                </a:lnTo>
                <a:lnTo>
                  <a:pt x="579" y="496"/>
                </a:lnTo>
                <a:lnTo>
                  <a:pt x="577" y="495"/>
                </a:lnTo>
                <a:lnTo>
                  <a:pt x="576" y="494"/>
                </a:lnTo>
                <a:lnTo>
                  <a:pt x="575" y="493"/>
                </a:lnTo>
                <a:lnTo>
                  <a:pt x="575" y="492"/>
                </a:lnTo>
                <a:lnTo>
                  <a:pt x="574" y="491"/>
                </a:lnTo>
                <a:lnTo>
                  <a:pt x="572" y="489"/>
                </a:lnTo>
                <a:lnTo>
                  <a:pt x="571" y="489"/>
                </a:lnTo>
                <a:lnTo>
                  <a:pt x="570" y="488"/>
                </a:lnTo>
                <a:lnTo>
                  <a:pt x="569" y="488"/>
                </a:lnTo>
                <a:lnTo>
                  <a:pt x="568" y="487"/>
                </a:lnTo>
                <a:lnTo>
                  <a:pt x="569" y="487"/>
                </a:lnTo>
                <a:lnTo>
                  <a:pt x="567" y="484"/>
                </a:lnTo>
                <a:lnTo>
                  <a:pt x="566" y="484"/>
                </a:lnTo>
                <a:lnTo>
                  <a:pt x="566" y="483"/>
                </a:lnTo>
                <a:lnTo>
                  <a:pt x="565" y="483"/>
                </a:lnTo>
                <a:lnTo>
                  <a:pt x="563" y="483"/>
                </a:lnTo>
                <a:lnTo>
                  <a:pt x="561" y="484"/>
                </a:lnTo>
                <a:lnTo>
                  <a:pt x="560" y="484"/>
                </a:lnTo>
                <a:lnTo>
                  <a:pt x="560" y="485"/>
                </a:lnTo>
                <a:lnTo>
                  <a:pt x="560" y="486"/>
                </a:lnTo>
                <a:lnTo>
                  <a:pt x="559" y="486"/>
                </a:lnTo>
                <a:lnTo>
                  <a:pt x="558" y="485"/>
                </a:lnTo>
                <a:lnTo>
                  <a:pt x="557" y="485"/>
                </a:lnTo>
                <a:lnTo>
                  <a:pt x="557" y="484"/>
                </a:lnTo>
                <a:lnTo>
                  <a:pt x="557" y="483"/>
                </a:lnTo>
                <a:lnTo>
                  <a:pt x="557" y="481"/>
                </a:lnTo>
                <a:lnTo>
                  <a:pt x="556" y="480"/>
                </a:lnTo>
                <a:lnTo>
                  <a:pt x="555" y="479"/>
                </a:lnTo>
                <a:lnTo>
                  <a:pt x="554" y="478"/>
                </a:lnTo>
                <a:lnTo>
                  <a:pt x="553" y="477"/>
                </a:lnTo>
                <a:lnTo>
                  <a:pt x="552" y="477"/>
                </a:lnTo>
                <a:lnTo>
                  <a:pt x="551" y="477"/>
                </a:lnTo>
                <a:lnTo>
                  <a:pt x="550" y="475"/>
                </a:lnTo>
                <a:lnTo>
                  <a:pt x="549" y="475"/>
                </a:lnTo>
                <a:lnTo>
                  <a:pt x="550" y="474"/>
                </a:lnTo>
                <a:lnTo>
                  <a:pt x="549" y="474"/>
                </a:lnTo>
                <a:lnTo>
                  <a:pt x="549" y="473"/>
                </a:lnTo>
                <a:lnTo>
                  <a:pt x="548" y="473"/>
                </a:lnTo>
                <a:lnTo>
                  <a:pt x="547" y="473"/>
                </a:lnTo>
                <a:lnTo>
                  <a:pt x="545" y="475"/>
                </a:lnTo>
                <a:lnTo>
                  <a:pt x="544" y="475"/>
                </a:lnTo>
                <a:lnTo>
                  <a:pt x="544" y="476"/>
                </a:lnTo>
                <a:lnTo>
                  <a:pt x="543" y="478"/>
                </a:lnTo>
                <a:lnTo>
                  <a:pt x="543" y="479"/>
                </a:lnTo>
                <a:lnTo>
                  <a:pt x="543" y="480"/>
                </a:lnTo>
                <a:lnTo>
                  <a:pt x="543" y="481"/>
                </a:lnTo>
                <a:lnTo>
                  <a:pt x="542" y="481"/>
                </a:lnTo>
                <a:lnTo>
                  <a:pt x="541" y="481"/>
                </a:lnTo>
                <a:lnTo>
                  <a:pt x="540" y="481"/>
                </a:lnTo>
                <a:lnTo>
                  <a:pt x="539" y="481"/>
                </a:lnTo>
                <a:lnTo>
                  <a:pt x="539" y="482"/>
                </a:lnTo>
                <a:lnTo>
                  <a:pt x="538" y="483"/>
                </a:lnTo>
                <a:lnTo>
                  <a:pt x="537" y="483"/>
                </a:lnTo>
                <a:lnTo>
                  <a:pt x="537" y="484"/>
                </a:lnTo>
                <a:lnTo>
                  <a:pt x="537" y="485"/>
                </a:lnTo>
                <a:lnTo>
                  <a:pt x="538" y="486"/>
                </a:lnTo>
                <a:lnTo>
                  <a:pt x="538" y="487"/>
                </a:lnTo>
                <a:lnTo>
                  <a:pt x="538" y="488"/>
                </a:lnTo>
                <a:lnTo>
                  <a:pt x="537" y="488"/>
                </a:lnTo>
                <a:lnTo>
                  <a:pt x="536" y="488"/>
                </a:lnTo>
                <a:lnTo>
                  <a:pt x="535" y="487"/>
                </a:lnTo>
                <a:lnTo>
                  <a:pt x="535" y="486"/>
                </a:lnTo>
                <a:lnTo>
                  <a:pt x="535" y="485"/>
                </a:lnTo>
                <a:lnTo>
                  <a:pt x="534" y="485"/>
                </a:lnTo>
                <a:lnTo>
                  <a:pt x="533" y="485"/>
                </a:lnTo>
                <a:lnTo>
                  <a:pt x="532" y="484"/>
                </a:lnTo>
                <a:lnTo>
                  <a:pt x="530" y="485"/>
                </a:lnTo>
                <a:lnTo>
                  <a:pt x="529" y="485"/>
                </a:lnTo>
                <a:lnTo>
                  <a:pt x="527" y="486"/>
                </a:lnTo>
                <a:lnTo>
                  <a:pt x="527" y="487"/>
                </a:lnTo>
                <a:lnTo>
                  <a:pt x="528" y="487"/>
                </a:lnTo>
                <a:lnTo>
                  <a:pt x="528" y="488"/>
                </a:lnTo>
                <a:lnTo>
                  <a:pt x="529" y="488"/>
                </a:lnTo>
                <a:lnTo>
                  <a:pt x="529" y="487"/>
                </a:lnTo>
                <a:lnTo>
                  <a:pt x="530" y="488"/>
                </a:lnTo>
                <a:lnTo>
                  <a:pt x="531" y="489"/>
                </a:lnTo>
                <a:lnTo>
                  <a:pt x="531" y="490"/>
                </a:lnTo>
                <a:lnTo>
                  <a:pt x="532" y="490"/>
                </a:lnTo>
                <a:lnTo>
                  <a:pt x="532" y="491"/>
                </a:lnTo>
                <a:lnTo>
                  <a:pt x="531" y="491"/>
                </a:lnTo>
                <a:lnTo>
                  <a:pt x="531" y="492"/>
                </a:lnTo>
                <a:lnTo>
                  <a:pt x="530" y="493"/>
                </a:lnTo>
                <a:lnTo>
                  <a:pt x="528" y="492"/>
                </a:lnTo>
                <a:lnTo>
                  <a:pt x="526" y="492"/>
                </a:lnTo>
                <a:lnTo>
                  <a:pt x="526" y="493"/>
                </a:lnTo>
                <a:lnTo>
                  <a:pt x="527" y="494"/>
                </a:lnTo>
                <a:lnTo>
                  <a:pt x="526" y="494"/>
                </a:lnTo>
                <a:lnTo>
                  <a:pt x="527" y="494"/>
                </a:lnTo>
                <a:lnTo>
                  <a:pt x="527" y="495"/>
                </a:lnTo>
                <a:lnTo>
                  <a:pt x="527" y="496"/>
                </a:lnTo>
                <a:lnTo>
                  <a:pt x="527" y="497"/>
                </a:lnTo>
                <a:lnTo>
                  <a:pt x="527" y="498"/>
                </a:lnTo>
                <a:lnTo>
                  <a:pt x="526" y="498"/>
                </a:lnTo>
                <a:lnTo>
                  <a:pt x="526" y="499"/>
                </a:lnTo>
                <a:lnTo>
                  <a:pt x="527" y="500"/>
                </a:lnTo>
                <a:lnTo>
                  <a:pt x="528" y="501"/>
                </a:lnTo>
                <a:lnTo>
                  <a:pt x="528" y="502"/>
                </a:lnTo>
                <a:lnTo>
                  <a:pt x="527" y="502"/>
                </a:lnTo>
                <a:lnTo>
                  <a:pt x="527" y="503"/>
                </a:lnTo>
                <a:lnTo>
                  <a:pt x="526" y="505"/>
                </a:lnTo>
                <a:lnTo>
                  <a:pt x="526" y="506"/>
                </a:lnTo>
                <a:lnTo>
                  <a:pt x="526" y="507"/>
                </a:lnTo>
                <a:lnTo>
                  <a:pt x="527" y="507"/>
                </a:lnTo>
                <a:lnTo>
                  <a:pt x="527" y="508"/>
                </a:lnTo>
                <a:lnTo>
                  <a:pt x="526" y="508"/>
                </a:lnTo>
                <a:lnTo>
                  <a:pt x="526" y="509"/>
                </a:lnTo>
                <a:lnTo>
                  <a:pt x="525" y="510"/>
                </a:lnTo>
                <a:lnTo>
                  <a:pt x="525" y="511"/>
                </a:lnTo>
                <a:lnTo>
                  <a:pt x="526" y="511"/>
                </a:lnTo>
                <a:lnTo>
                  <a:pt x="526" y="512"/>
                </a:lnTo>
                <a:lnTo>
                  <a:pt x="526" y="513"/>
                </a:lnTo>
                <a:lnTo>
                  <a:pt x="525" y="514"/>
                </a:lnTo>
                <a:lnTo>
                  <a:pt x="524" y="514"/>
                </a:lnTo>
                <a:lnTo>
                  <a:pt x="524" y="515"/>
                </a:lnTo>
                <a:lnTo>
                  <a:pt x="523" y="516"/>
                </a:lnTo>
                <a:lnTo>
                  <a:pt x="522" y="516"/>
                </a:lnTo>
                <a:lnTo>
                  <a:pt x="522" y="517"/>
                </a:lnTo>
                <a:lnTo>
                  <a:pt x="521" y="517"/>
                </a:lnTo>
                <a:lnTo>
                  <a:pt x="520" y="518"/>
                </a:lnTo>
                <a:lnTo>
                  <a:pt x="519" y="518"/>
                </a:lnTo>
                <a:lnTo>
                  <a:pt x="518" y="518"/>
                </a:lnTo>
                <a:lnTo>
                  <a:pt x="517" y="518"/>
                </a:lnTo>
                <a:lnTo>
                  <a:pt x="516" y="518"/>
                </a:lnTo>
                <a:lnTo>
                  <a:pt x="515" y="518"/>
                </a:lnTo>
                <a:lnTo>
                  <a:pt x="514" y="518"/>
                </a:lnTo>
                <a:lnTo>
                  <a:pt x="513" y="518"/>
                </a:lnTo>
                <a:lnTo>
                  <a:pt x="512" y="519"/>
                </a:lnTo>
                <a:lnTo>
                  <a:pt x="511" y="519"/>
                </a:lnTo>
                <a:lnTo>
                  <a:pt x="510" y="518"/>
                </a:lnTo>
                <a:lnTo>
                  <a:pt x="509" y="518"/>
                </a:lnTo>
                <a:lnTo>
                  <a:pt x="509" y="519"/>
                </a:lnTo>
                <a:lnTo>
                  <a:pt x="509" y="520"/>
                </a:lnTo>
                <a:lnTo>
                  <a:pt x="508" y="520"/>
                </a:lnTo>
                <a:lnTo>
                  <a:pt x="507" y="520"/>
                </a:lnTo>
                <a:lnTo>
                  <a:pt x="507" y="521"/>
                </a:lnTo>
                <a:lnTo>
                  <a:pt x="506" y="521"/>
                </a:lnTo>
                <a:lnTo>
                  <a:pt x="506" y="520"/>
                </a:lnTo>
                <a:lnTo>
                  <a:pt x="505" y="521"/>
                </a:lnTo>
                <a:lnTo>
                  <a:pt x="504" y="522"/>
                </a:lnTo>
                <a:lnTo>
                  <a:pt x="503" y="522"/>
                </a:lnTo>
                <a:lnTo>
                  <a:pt x="502" y="523"/>
                </a:lnTo>
                <a:lnTo>
                  <a:pt x="500" y="524"/>
                </a:lnTo>
                <a:lnTo>
                  <a:pt x="499" y="524"/>
                </a:lnTo>
                <a:lnTo>
                  <a:pt x="498" y="525"/>
                </a:lnTo>
                <a:lnTo>
                  <a:pt x="497" y="525"/>
                </a:lnTo>
                <a:lnTo>
                  <a:pt x="496" y="525"/>
                </a:lnTo>
                <a:lnTo>
                  <a:pt x="496" y="526"/>
                </a:lnTo>
                <a:lnTo>
                  <a:pt x="495" y="526"/>
                </a:lnTo>
                <a:lnTo>
                  <a:pt x="495" y="527"/>
                </a:lnTo>
                <a:lnTo>
                  <a:pt x="495" y="528"/>
                </a:lnTo>
                <a:lnTo>
                  <a:pt x="494" y="528"/>
                </a:lnTo>
                <a:lnTo>
                  <a:pt x="493" y="528"/>
                </a:lnTo>
                <a:lnTo>
                  <a:pt x="492" y="529"/>
                </a:lnTo>
                <a:lnTo>
                  <a:pt x="491" y="529"/>
                </a:lnTo>
                <a:lnTo>
                  <a:pt x="490" y="528"/>
                </a:lnTo>
                <a:lnTo>
                  <a:pt x="489" y="528"/>
                </a:lnTo>
                <a:lnTo>
                  <a:pt x="488" y="528"/>
                </a:lnTo>
                <a:lnTo>
                  <a:pt x="486" y="529"/>
                </a:lnTo>
                <a:lnTo>
                  <a:pt x="485" y="529"/>
                </a:lnTo>
                <a:lnTo>
                  <a:pt x="485" y="528"/>
                </a:lnTo>
                <a:lnTo>
                  <a:pt x="484" y="528"/>
                </a:lnTo>
                <a:lnTo>
                  <a:pt x="484" y="529"/>
                </a:lnTo>
                <a:lnTo>
                  <a:pt x="483" y="529"/>
                </a:lnTo>
                <a:lnTo>
                  <a:pt x="482" y="528"/>
                </a:lnTo>
                <a:lnTo>
                  <a:pt x="483" y="528"/>
                </a:lnTo>
                <a:lnTo>
                  <a:pt x="483" y="527"/>
                </a:lnTo>
                <a:lnTo>
                  <a:pt x="484" y="527"/>
                </a:lnTo>
                <a:lnTo>
                  <a:pt x="485" y="526"/>
                </a:lnTo>
                <a:lnTo>
                  <a:pt x="486" y="525"/>
                </a:lnTo>
                <a:lnTo>
                  <a:pt x="485" y="525"/>
                </a:lnTo>
                <a:lnTo>
                  <a:pt x="485" y="524"/>
                </a:lnTo>
                <a:lnTo>
                  <a:pt x="484" y="523"/>
                </a:lnTo>
                <a:lnTo>
                  <a:pt x="485" y="523"/>
                </a:lnTo>
                <a:lnTo>
                  <a:pt x="485" y="522"/>
                </a:lnTo>
                <a:lnTo>
                  <a:pt x="484" y="522"/>
                </a:lnTo>
                <a:lnTo>
                  <a:pt x="484" y="521"/>
                </a:lnTo>
                <a:lnTo>
                  <a:pt x="483" y="520"/>
                </a:lnTo>
                <a:lnTo>
                  <a:pt x="482" y="520"/>
                </a:lnTo>
                <a:lnTo>
                  <a:pt x="482" y="519"/>
                </a:lnTo>
                <a:lnTo>
                  <a:pt x="482" y="518"/>
                </a:lnTo>
                <a:lnTo>
                  <a:pt x="482" y="517"/>
                </a:lnTo>
                <a:lnTo>
                  <a:pt x="482" y="516"/>
                </a:lnTo>
                <a:lnTo>
                  <a:pt x="483" y="516"/>
                </a:lnTo>
                <a:lnTo>
                  <a:pt x="483" y="515"/>
                </a:lnTo>
                <a:lnTo>
                  <a:pt x="482" y="515"/>
                </a:lnTo>
                <a:lnTo>
                  <a:pt x="482" y="514"/>
                </a:lnTo>
                <a:lnTo>
                  <a:pt x="481" y="513"/>
                </a:lnTo>
                <a:lnTo>
                  <a:pt x="480" y="514"/>
                </a:lnTo>
                <a:lnTo>
                  <a:pt x="479" y="514"/>
                </a:lnTo>
                <a:lnTo>
                  <a:pt x="479" y="515"/>
                </a:lnTo>
                <a:lnTo>
                  <a:pt x="478" y="516"/>
                </a:lnTo>
                <a:lnTo>
                  <a:pt x="477" y="516"/>
                </a:lnTo>
                <a:lnTo>
                  <a:pt x="476" y="517"/>
                </a:lnTo>
                <a:lnTo>
                  <a:pt x="476" y="519"/>
                </a:lnTo>
                <a:lnTo>
                  <a:pt x="475" y="519"/>
                </a:lnTo>
                <a:lnTo>
                  <a:pt x="474" y="519"/>
                </a:lnTo>
                <a:lnTo>
                  <a:pt x="473" y="519"/>
                </a:lnTo>
                <a:lnTo>
                  <a:pt x="474" y="519"/>
                </a:lnTo>
                <a:lnTo>
                  <a:pt x="474" y="518"/>
                </a:lnTo>
                <a:lnTo>
                  <a:pt x="475" y="517"/>
                </a:lnTo>
                <a:lnTo>
                  <a:pt x="474" y="516"/>
                </a:lnTo>
                <a:lnTo>
                  <a:pt x="475" y="516"/>
                </a:lnTo>
                <a:lnTo>
                  <a:pt x="474" y="515"/>
                </a:lnTo>
                <a:lnTo>
                  <a:pt x="474" y="516"/>
                </a:lnTo>
                <a:lnTo>
                  <a:pt x="473" y="516"/>
                </a:lnTo>
                <a:lnTo>
                  <a:pt x="473" y="515"/>
                </a:lnTo>
                <a:lnTo>
                  <a:pt x="473" y="514"/>
                </a:lnTo>
                <a:lnTo>
                  <a:pt x="472" y="514"/>
                </a:lnTo>
                <a:lnTo>
                  <a:pt x="472" y="513"/>
                </a:lnTo>
                <a:lnTo>
                  <a:pt x="471" y="513"/>
                </a:lnTo>
                <a:lnTo>
                  <a:pt x="472" y="512"/>
                </a:lnTo>
                <a:lnTo>
                  <a:pt x="471" y="512"/>
                </a:lnTo>
                <a:lnTo>
                  <a:pt x="470" y="512"/>
                </a:lnTo>
                <a:lnTo>
                  <a:pt x="470" y="511"/>
                </a:lnTo>
                <a:lnTo>
                  <a:pt x="471" y="511"/>
                </a:lnTo>
                <a:lnTo>
                  <a:pt x="471" y="509"/>
                </a:lnTo>
                <a:lnTo>
                  <a:pt x="470" y="508"/>
                </a:lnTo>
                <a:lnTo>
                  <a:pt x="470" y="507"/>
                </a:lnTo>
                <a:lnTo>
                  <a:pt x="469" y="507"/>
                </a:lnTo>
                <a:lnTo>
                  <a:pt x="470" y="506"/>
                </a:lnTo>
                <a:lnTo>
                  <a:pt x="471" y="506"/>
                </a:lnTo>
                <a:lnTo>
                  <a:pt x="471" y="505"/>
                </a:lnTo>
                <a:lnTo>
                  <a:pt x="471" y="504"/>
                </a:lnTo>
                <a:lnTo>
                  <a:pt x="471" y="503"/>
                </a:lnTo>
                <a:lnTo>
                  <a:pt x="470" y="504"/>
                </a:lnTo>
                <a:lnTo>
                  <a:pt x="469" y="504"/>
                </a:lnTo>
                <a:lnTo>
                  <a:pt x="468" y="504"/>
                </a:lnTo>
                <a:lnTo>
                  <a:pt x="468" y="505"/>
                </a:lnTo>
                <a:lnTo>
                  <a:pt x="467" y="505"/>
                </a:lnTo>
                <a:lnTo>
                  <a:pt x="466" y="505"/>
                </a:lnTo>
                <a:lnTo>
                  <a:pt x="466" y="506"/>
                </a:lnTo>
                <a:lnTo>
                  <a:pt x="466" y="507"/>
                </a:lnTo>
                <a:lnTo>
                  <a:pt x="465" y="508"/>
                </a:lnTo>
                <a:lnTo>
                  <a:pt x="465" y="509"/>
                </a:lnTo>
                <a:lnTo>
                  <a:pt x="465" y="510"/>
                </a:lnTo>
                <a:lnTo>
                  <a:pt x="464" y="511"/>
                </a:lnTo>
                <a:lnTo>
                  <a:pt x="464" y="512"/>
                </a:lnTo>
                <a:lnTo>
                  <a:pt x="463" y="511"/>
                </a:lnTo>
                <a:lnTo>
                  <a:pt x="462" y="511"/>
                </a:lnTo>
                <a:lnTo>
                  <a:pt x="462" y="512"/>
                </a:lnTo>
                <a:lnTo>
                  <a:pt x="463" y="512"/>
                </a:lnTo>
                <a:lnTo>
                  <a:pt x="463" y="513"/>
                </a:lnTo>
                <a:lnTo>
                  <a:pt x="462" y="513"/>
                </a:lnTo>
                <a:lnTo>
                  <a:pt x="461" y="512"/>
                </a:lnTo>
                <a:lnTo>
                  <a:pt x="460" y="512"/>
                </a:lnTo>
                <a:lnTo>
                  <a:pt x="460" y="513"/>
                </a:lnTo>
                <a:lnTo>
                  <a:pt x="456" y="515"/>
                </a:lnTo>
                <a:lnTo>
                  <a:pt x="456" y="516"/>
                </a:lnTo>
                <a:lnTo>
                  <a:pt x="455" y="516"/>
                </a:lnTo>
                <a:lnTo>
                  <a:pt x="454" y="516"/>
                </a:lnTo>
                <a:lnTo>
                  <a:pt x="454" y="517"/>
                </a:lnTo>
                <a:lnTo>
                  <a:pt x="454" y="518"/>
                </a:lnTo>
                <a:lnTo>
                  <a:pt x="453" y="517"/>
                </a:lnTo>
                <a:lnTo>
                  <a:pt x="452" y="518"/>
                </a:lnTo>
                <a:lnTo>
                  <a:pt x="451" y="518"/>
                </a:lnTo>
                <a:lnTo>
                  <a:pt x="448" y="518"/>
                </a:lnTo>
                <a:lnTo>
                  <a:pt x="448" y="517"/>
                </a:lnTo>
                <a:lnTo>
                  <a:pt x="448" y="516"/>
                </a:lnTo>
                <a:lnTo>
                  <a:pt x="448" y="515"/>
                </a:lnTo>
                <a:lnTo>
                  <a:pt x="448" y="514"/>
                </a:lnTo>
                <a:lnTo>
                  <a:pt x="449" y="514"/>
                </a:lnTo>
                <a:lnTo>
                  <a:pt x="449" y="513"/>
                </a:lnTo>
                <a:lnTo>
                  <a:pt x="449" y="512"/>
                </a:lnTo>
                <a:lnTo>
                  <a:pt x="449" y="511"/>
                </a:lnTo>
                <a:lnTo>
                  <a:pt x="450" y="511"/>
                </a:lnTo>
                <a:lnTo>
                  <a:pt x="450" y="510"/>
                </a:lnTo>
                <a:lnTo>
                  <a:pt x="449" y="509"/>
                </a:lnTo>
                <a:lnTo>
                  <a:pt x="450" y="509"/>
                </a:lnTo>
                <a:lnTo>
                  <a:pt x="450" y="508"/>
                </a:lnTo>
                <a:lnTo>
                  <a:pt x="449" y="508"/>
                </a:lnTo>
                <a:lnTo>
                  <a:pt x="449" y="507"/>
                </a:lnTo>
                <a:lnTo>
                  <a:pt x="448" y="507"/>
                </a:lnTo>
                <a:lnTo>
                  <a:pt x="448" y="508"/>
                </a:lnTo>
                <a:lnTo>
                  <a:pt x="447" y="508"/>
                </a:lnTo>
                <a:lnTo>
                  <a:pt x="446" y="509"/>
                </a:lnTo>
                <a:lnTo>
                  <a:pt x="445" y="510"/>
                </a:lnTo>
                <a:lnTo>
                  <a:pt x="445" y="509"/>
                </a:lnTo>
                <a:lnTo>
                  <a:pt x="444" y="509"/>
                </a:lnTo>
                <a:lnTo>
                  <a:pt x="443" y="509"/>
                </a:lnTo>
                <a:lnTo>
                  <a:pt x="443" y="508"/>
                </a:lnTo>
                <a:lnTo>
                  <a:pt x="443" y="506"/>
                </a:lnTo>
                <a:lnTo>
                  <a:pt x="442" y="506"/>
                </a:lnTo>
                <a:lnTo>
                  <a:pt x="442" y="505"/>
                </a:lnTo>
                <a:lnTo>
                  <a:pt x="442" y="504"/>
                </a:lnTo>
                <a:lnTo>
                  <a:pt x="442" y="503"/>
                </a:lnTo>
                <a:lnTo>
                  <a:pt x="442" y="502"/>
                </a:lnTo>
                <a:lnTo>
                  <a:pt x="441" y="502"/>
                </a:lnTo>
                <a:lnTo>
                  <a:pt x="440" y="501"/>
                </a:lnTo>
                <a:lnTo>
                  <a:pt x="440" y="500"/>
                </a:lnTo>
                <a:lnTo>
                  <a:pt x="442" y="496"/>
                </a:lnTo>
                <a:lnTo>
                  <a:pt x="442" y="495"/>
                </a:lnTo>
                <a:lnTo>
                  <a:pt x="441" y="495"/>
                </a:lnTo>
                <a:lnTo>
                  <a:pt x="439" y="495"/>
                </a:lnTo>
                <a:lnTo>
                  <a:pt x="439" y="493"/>
                </a:lnTo>
                <a:lnTo>
                  <a:pt x="438" y="493"/>
                </a:lnTo>
                <a:lnTo>
                  <a:pt x="437" y="493"/>
                </a:lnTo>
                <a:lnTo>
                  <a:pt x="436" y="493"/>
                </a:lnTo>
                <a:lnTo>
                  <a:pt x="436" y="494"/>
                </a:lnTo>
                <a:lnTo>
                  <a:pt x="435" y="495"/>
                </a:lnTo>
                <a:lnTo>
                  <a:pt x="434" y="495"/>
                </a:lnTo>
                <a:lnTo>
                  <a:pt x="434" y="494"/>
                </a:lnTo>
                <a:lnTo>
                  <a:pt x="433" y="494"/>
                </a:lnTo>
                <a:lnTo>
                  <a:pt x="432" y="494"/>
                </a:lnTo>
                <a:lnTo>
                  <a:pt x="431" y="494"/>
                </a:lnTo>
                <a:lnTo>
                  <a:pt x="431" y="493"/>
                </a:lnTo>
                <a:lnTo>
                  <a:pt x="430" y="494"/>
                </a:lnTo>
                <a:lnTo>
                  <a:pt x="429" y="494"/>
                </a:lnTo>
                <a:lnTo>
                  <a:pt x="429" y="493"/>
                </a:lnTo>
                <a:lnTo>
                  <a:pt x="429" y="492"/>
                </a:lnTo>
                <a:lnTo>
                  <a:pt x="428" y="491"/>
                </a:lnTo>
                <a:lnTo>
                  <a:pt x="428" y="490"/>
                </a:lnTo>
                <a:lnTo>
                  <a:pt x="429" y="490"/>
                </a:lnTo>
                <a:lnTo>
                  <a:pt x="430" y="490"/>
                </a:lnTo>
                <a:lnTo>
                  <a:pt x="431" y="490"/>
                </a:lnTo>
                <a:lnTo>
                  <a:pt x="431" y="489"/>
                </a:lnTo>
                <a:lnTo>
                  <a:pt x="431" y="488"/>
                </a:lnTo>
                <a:lnTo>
                  <a:pt x="431" y="487"/>
                </a:lnTo>
                <a:lnTo>
                  <a:pt x="432" y="486"/>
                </a:lnTo>
                <a:lnTo>
                  <a:pt x="431" y="486"/>
                </a:lnTo>
                <a:lnTo>
                  <a:pt x="431" y="485"/>
                </a:lnTo>
                <a:lnTo>
                  <a:pt x="431" y="484"/>
                </a:lnTo>
                <a:lnTo>
                  <a:pt x="430" y="484"/>
                </a:lnTo>
                <a:lnTo>
                  <a:pt x="430" y="482"/>
                </a:lnTo>
                <a:lnTo>
                  <a:pt x="431" y="482"/>
                </a:lnTo>
                <a:lnTo>
                  <a:pt x="431" y="481"/>
                </a:lnTo>
                <a:lnTo>
                  <a:pt x="430" y="481"/>
                </a:lnTo>
                <a:lnTo>
                  <a:pt x="429" y="481"/>
                </a:lnTo>
                <a:lnTo>
                  <a:pt x="428" y="481"/>
                </a:lnTo>
                <a:lnTo>
                  <a:pt x="428" y="480"/>
                </a:lnTo>
                <a:lnTo>
                  <a:pt x="427" y="480"/>
                </a:lnTo>
                <a:lnTo>
                  <a:pt x="427" y="479"/>
                </a:lnTo>
                <a:lnTo>
                  <a:pt x="426" y="479"/>
                </a:lnTo>
                <a:lnTo>
                  <a:pt x="425" y="477"/>
                </a:lnTo>
                <a:lnTo>
                  <a:pt x="423" y="476"/>
                </a:lnTo>
                <a:lnTo>
                  <a:pt x="421" y="476"/>
                </a:lnTo>
                <a:lnTo>
                  <a:pt x="420" y="475"/>
                </a:lnTo>
                <a:lnTo>
                  <a:pt x="419" y="475"/>
                </a:lnTo>
                <a:lnTo>
                  <a:pt x="419" y="474"/>
                </a:lnTo>
                <a:lnTo>
                  <a:pt x="419" y="473"/>
                </a:lnTo>
                <a:lnTo>
                  <a:pt x="419" y="472"/>
                </a:lnTo>
                <a:lnTo>
                  <a:pt x="419" y="471"/>
                </a:lnTo>
                <a:lnTo>
                  <a:pt x="420" y="470"/>
                </a:lnTo>
                <a:lnTo>
                  <a:pt x="420" y="469"/>
                </a:lnTo>
                <a:lnTo>
                  <a:pt x="419" y="469"/>
                </a:lnTo>
                <a:lnTo>
                  <a:pt x="418" y="469"/>
                </a:lnTo>
                <a:lnTo>
                  <a:pt x="418" y="468"/>
                </a:lnTo>
                <a:lnTo>
                  <a:pt x="417" y="468"/>
                </a:lnTo>
                <a:lnTo>
                  <a:pt x="416" y="467"/>
                </a:lnTo>
                <a:lnTo>
                  <a:pt x="416" y="468"/>
                </a:lnTo>
                <a:lnTo>
                  <a:pt x="416" y="469"/>
                </a:lnTo>
                <a:lnTo>
                  <a:pt x="415" y="469"/>
                </a:lnTo>
                <a:lnTo>
                  <a:pt x="414" y="469"/>
                </a:lnTo>
                <a:lnTo>
                  <a:pt x="414" y="471"/>
                </a:lnTo>
                <a:lnTo>
                  <a:pt x="414" y="472"/>
                </a:lnTo>
                <a:lnTo>
                  <a:pt x="413" y="472"/>
                </a:lnTo>
                <a:lnTo>
                  <a:pt x="412" y="472"/>
                </a:lnTo>
                <a:lnTo>
                  <a:pt x="410" y="473"/>
                </a:lnTo>
                <a:lnTo>
                  <a:pt x="409" y="473"/>
                </a:lnTo>
                <a:lnTo>
                  <a:pt x="409" y="474"/>
                </a:lnTo>
                <a:lnTo>
                  <a:pt x="408" y="473"/>
                </a:lnTo>
                <a:lnTo>
                  <a:pt x="407" y="474"/>
                </a:lnTo>
                <a:lnTo>
                  <a:pt x="406" y="474"/>
                </a:lnTo>
                <a:lnTo>
                  <a:pt x="406" y="473"/>
                </a:lnTo>
                <a:lnTo>
                  <a:pt x="405" y="473"/>
                </a:lnTo>
                <a:lnTo>
                  <a:pt x="404" y="473"/>
                </a:lnTo>
                <a:lnTo>
                  <a:pt x="403" y="473"/>
                </a:lnTo>
                <a:lnTo>
                  <a:pt x="402" y="473"/>
                </a:lnTo>
                <a:lnTo>
                  <a:pt x="401" y="474"/>
                </a:lnTo>
                <a:lnTo>
                  <a:pt x="401" y="475"/>
                </a:lnTo>
                <a:lnTo>
                  <a:pt x="400" y="475"/>
                </a:lnTo>
                <a:lnTo>
                  <a:pt x="400" y="476"/>
                </a:lnTo>
                <a:lnTo>
                  <a:pt x="400" y="477"/>
                </a:lnTo>
                <a:lnTo>
                  <a:pt x="400" y="478"/>
                </a:lnTo>
                <a:lnTo>
                  <a:pt x="401" y="478"/>
                </a:lnTo>
                <a:lnTo>
                  <a:pt x="401" y="479"/>
                </a:lnTo>
                <a:lnTo>
                  <a:pt x="401" y="480"/>
                </a:lnTo>
                <a:lnTo>
                  <a:pt x="400" y="481"/>
                </a:lnTo>
                <a:lnTo>
                  <a:pt x="399" y="482"/>
                </a:lnTo>
                <a:lnTo>
                  <a:pt x="398" y="482"/>
                </a:lnTo>
                <a:lnTo>
                  <a:pt x="397" y="482"/>
                </a:lnTo>
                <a:lnTo>
                  <a:pt x="396" y="482"/>
                </a:lnTo>
                <a:lnTo>
                  <a:pt x="395" y="482"/>
                </a:lnTo>
                <a:lnTo>
                  <a:pt x="394" y="483"/>
                </a:lnTo>
                <a:lnTo>
                  <a:pt x="394" y="484"/>
                </a:lnTo>
                <a:lnTo>
                  <a:pt x="394" y="485"/>
                </a:lnTo>
                <a:lnTo>
                  <a:pt x="393" y="486"/>
                </a:lnTo>
                <a:lnTo>
                  <a:pt x="393" y="487"/>
                </a:lnTo>
                <a:lnTo>
                  <a:pt x="393" y="488"/>
                </a:lnTo>
                <a:lnTo>
                  <a:pt x="393" y="489"/>
                </a:lnTo>
                <a:lnTo>
                  <a:pt x="392" y="489"/>
                </a:lnTo>
                <a:lnTo>
                  <a:pt x="391" y="489"/>
                </a:lnTo>
                <a:lnTo>
                  <a:pt x="389" y="489"/>
                </a:lnTo>
                <a:lnTo>
                  <a:pt x="389" y="490"/>
                </a:lnTo>
                <a:lnTo>
                  <a:pt x="389" y="491"/>
                </a:lnTo>
                <a:lnTo>
                  <a:pt x="389" y="492"/>
                </a:lnTo>
                <a:lnTo>
                  <a:pt x="389" y="493"/>
                </a:lnTo>
                <a:lnTo>
                  <a:pt x="389" y="494"/>
                </a:lnTo>
                <a:lnTo>
                  <a:pt x="390" y="494"/>
                </a:lnTo>
                <a:lnTo>
                  <a:pt x="390" y="495"/>
                </a:lnTo>
                <a:lnTo>
                  <a:pt x="390" y="496"/>
                </a:lnTo>
                <a:lnTo>
                  <a:pt x="391" y="496"/>
                </a:lnTo>
                <a:lnTo>
                  <a:pt x="391" y="497"/>
                </a:lnTo>
                <a:lnTo>
                  <a:pt x="391" y="498"/>
                </a:lnTo>
                <a:lnTo>
                  <a:pt x="391" y="499"/>
                </a:lnTo>
                <a:lnTo>
                  <a:pt x="392" y="500"/>
                </a:lnTo>
                <a:lnTo>
                  <a:pt x="394" y="500"/>
                </a:lnTo>
                <a:lnTo>
                  <a:pt x="394" y="501"/>
                </a:lnTo>
                <a:lnTo>
                  <a:pt x="395" y="501"/>
                </a:lnTo>
                <a:lnTo>
                  <a:pt x="395" y="502"/>
                </a:lnTo>
                <a:lnTo>
                  <a:pt x="394" y="503"/>
                </a:lnTo>
                <a:lnTo>
                  <a:pt x="394" y="504"/>
                </a:lnTo>
                <a:lnTo>
                  <a:pt x="394" y="505"/>
                </a:lnTo>
                <a:lnTo>
                  <a:pt x="394" y="506"/>
                </a:lnTo>
                <a:lnTo>
                  <a:pt x="394" y="507"/>
                </a:lnTo>
                <a:lnTo>
                  <a:pt x="394" y="508"/>
                </a:lnTo>
                <a:lnTo>
                  <a:pt x="395" y="508"/>
                </a:lnTo>
                <a:lnTo>
                  <a:pt x="394" y="509"/>
                </a:lnTo>
                <a:lnTo>
                  <a:pt x="395" y="509"/>
                </a:lnTo>
                <a:lnTo>
                  <a:pt x="395" y="510"/>
                </a:lnTo>
                <a:lnTo>
                  <a:pt x="395" y="511"/>
                </a:lnTo>
                <a:lnTo>
                  <a:pt x="394" y="511"/>
                </a:lnTo>
                <a:lnTo>
                  <a:pt x="394" y="512"/>
                </a:lnTo>
                <a:lnTo>
                  <a:pt x="393" y="512"/>
                </a:lnTo>
                <a:lnTo>
                  <a:pt x="392" y="512"/>
                </a:lnTo>
                <a:lnTo>
                  <a:pt x="392" y="513"/>
                </a:lnTo>
                <a:lnTo>
                  <a:pt x="392" y="514"/>
                </a:lnTo>
                <a:lnTo>
                  <a:pt x="393" y="515"/>
                </a:lnTo>
                <a:lnTo>
                  <a:pt x="392" y="516"/>
                </a:lnTo>
                <a:lnTo>
                  <a:pt x="391" y="516"/>
                </a:lnTo>
                <a:lnTo>
                  <a:pt x="390" y="516"/>
                </a:lnTo>
                <a:lnTo>
                  <a:pt x="389" y="515"/>
                </a:lnTo>
                <a:lnTo>
                  <a:pt x="388" y="515"/>
                </a:lnTo>
                <a:lnTo>
                  <a:pt x="387" y="515"/>
                </a:lnTo>
                <a:lnTo>
                  <a:pt x="387" y="514"/>
                </a:lnTo>
                <a:lnTo>
                  <a:pt x="386" y="514"/>
                </a:lnTo>
                <a:lnTo>
                  <a:pt x="385" y="514"/>
                </a:lnTo>
                <a:lnTo>
                  <a:pt x="384" y="515"/>
                </a:lnTo>
                <a:lnTo>
                  <a:pt x="383" y="515"/>
                </a:lnTo>
                <a:lnTo>
                  <a:pt x="383" y="516"/>
                </a:lnTo>
                <a:lnTo>
                  <a:pt x="382" y="517"/>
                </a:lnTo>
                <a:lnTo>
                  <a:pt x="382" y="518"/>
                </a:lnTo>
                <a:lnTo>
                  <a:pt x="382" y="522"/>
                </a:lnTo>
                <a:lnTo>
                  <a:pt x="381" y="523"/>
                </a:lnTo>
                <a:lnTo>
                  <a:pt x="380" y="523"/>
                </a:lnTo>
                <a:lnTo>
                  <a:pt x="379" y="523"/>
                </a:lnTo>
                <a:lnTo>
                  <a:pt x="378" y="523"/>
                </a:lnTo>
                <a:lnTo>
                  <a:pt x="377" y="523"/>
                </a:lnTo>
                <a:lnTo>
                  <a:pt x="376" y="523"/>
                </a:lnTo>
                <a:lnTo>
                  <a:pt x="375" y="523"/>
                </a:lnTo>
                <a:lnTo>
                  <a:pt x="374" y="524"/>
                </a:lnTo>
                <a:lnTo>
                  <a:pt x="373" y="524"/>
                </a:lnTo>
                <a:lnTo>
                  <a:pt x="372" y="524"/>
                </a:lnTo>
                <a:lnTo>
                  <a:pt x="371" y="525"/>
                </a:lnTo>
                <a:lnTo>
                  <a:pt x="370" y="525"/>
                </a:lnTo>
                <a:lnTo>
                  <a:pt x="369" y="525"/>
                </a:lnTo>
                <a:lnTo>
                  <a:pt x="368" y="525"/>
                </a:lnTo>
                <a:lnTo>
                  <a:pt x="368" y="524"/>
                </a:lnTo>
                <a:lnTo>
                  <a:pt x="367" y="523"/>
                </a:lnTo>
                <a:lnTo>
                  <a:pt x="366" y="523"/>
                </a:lnTo>
                <a:lnTo>
                  <a:pt x="365" y="524"/>
                </a:lnTo>
                <a:lnTo>
                  <a:pt x="364" y="524"/>
                </a:lnTo>
                <a:lnTo>
                  <a:pt x="364" y="525"/>
                </a:lnTo>
                <a:lnTo>
                  <a:pt x="363" y="525"/>
                </a:lnTo>
                <a:lnTo>
                  <a:pt x="363" y="526"/>
                </a:lnTo>
                <a:lnTo>
                  <a:pt x="362" y="526"/>
                </a:lnTo>
                <a:lnTo>
                  <a:pt x="361" y="526"/>
                </a:lnTo>
                <a:lnTo>
                  <a:pt x="360" y="526"/>
                </a:lnTo>
                <a:lnTo>
                  <a:pt x="360" y="525"/>
                </a:lnTo>
                <a:lnTo>
                  <a:pt x="359" y="524"/>
                </a:lnTo>
                <a:lnTo>
                  <a:pt x="358" y="524"/>
                </a:lnTo>
                <a:lnTo>
                  <a:pt x="357" y="524"/>
                </a:lnTo>
                <a:lnTo>
                  <a:pt x="356" y="524"/>
                </a:lnTo>
                <a:lnTo>
                  <a:pt x="356" y="525"/>
                </a:lnTo>
                <a:lnTo>
                  <a:pt x="355" y="525"/>
                </a:lnTo>
                <a:lnTo>
                  <a:pt x="353" y="525"/>
                </a:lnTo>
                <a:lnTo>
                  <a:pt x="353" y="526"/>
                </a:lnTo>
                <a:lnTo>
                  <a:pt x="352" y="526"/>
                </a:lnTo>
                <a:lnTo>
                  <a:pt x="352" y="527"/>
                </a:lnTo>
                <a:lnTo>
                  <a:pt x="352" y="528"/>
                </a:lnTo>
                <a:lnTo>
                  <a:pt x="352" y="529"/>
                </a:lnTo>
                <a:lnTo>
                  <a:pt x="352" y="530"/>
                </a:lnTo>
                <a:lnTo>
                  <a:pt x="351" y="530"/>
                </a:lnTo>
                <a:lnTo>
                  <a:pt x="351" y="531"/>
                </a:lnTo>
                <a:lnTo>
                  <a:pt x="350" y="531"/>
                </a:lnTo>
                <a:lnTo>
                  <a:pt x="350" y="532"/>
                </a:lnTo>
                <a:lnTo>
                  <a:pt x="349" y="532"/>
                </a:lnTo>
                <a:lnTo>
                  <a:pt x="349" y="533"/>
                </a:lnTo>
                <a:lnTo>
                  <a:pt x="348" y="533"/>
                </a:lnTo>
                <a:lnTo>
                  <a:pt x="347" y="533"/>
                </a:lnTo>
                <a:lnTo>
                  <a:pt x="347" y="534"/>
                </a:lnTo>
                <a:lnTo>
                  <a:pt x="346" y="534"/>
                </a:lnTo>
                <a:lnTo>
                  <a:pt x="346" y="535"/>
                </a:lnTo>
                <a:lnTo>
                  <a:pt x="346" y="536"/>
                </a:lnTo>
                <a:lnTo>
                  <a:pt x="345" y="536"/>
                </a:lnTo>
                <a:lnTo>
                  <a:pt x="344" y="536"/>
                </a:lnTo>
                <a:lnTo>
                  <a:pt x="343" y="536"/>
                </a:lnTo>
                <a:lnTo>
                  <a:pt x="342" y="536"/>
                </a:lnTo>
                <a:lnTo>
                  <a:pt x="341" y="537"/>
                </a:lnTo>
                <a:lnTo>
                  <a:pt x="340" y="537"/>
                </a:lnTo>
                <a:lnTo>
                  <a:pt x="339" y="538"/>
                </a:lnTo>
                <a:lnTo>
                  <a:pt x="338" y="539"/>
                </a:lnTo>
                <a:lnTo>
                  <a:pt x="338" y="540"/>
                </a:lnTo>
                <a:lnTo>
                  <a:pt x="337" y="541"/>
                </a:lnTo>
                <a:lnTo>
                  <a:pt x="336" y="541"/>
                </a:lnTo>
                <a:lnTo>
                  <a:pt x="335" y="541"/>
                </a:lnTo>
                <a:lnTo>
                  <a:pt x="333" y="542"/>
                </a:lnTo>
                <a:lnTo>
                  <a:pt x="332" y="542"/>
                </a:lnTo>
                <a:lnTo>
                  <a:pt x="331" y="542"/>
                </a:lnTo>
                <a:lnTo>
                  <a:pt x="330" y="543"/>
                </a:lnTo>
                <a:lnTo>
                  <a:pt x="329" y="543"/>
                </a:lnTo>
                <a:lnTo>
                  <a:pt x="329" y="544"/>
                </a:lnTo>
                <a:lnTo>
                  <a:pt x="329" y="545"/>
                </a:lnTo>
                <a:lnTo>
                  <a:pt x="328" y="545"/>
                </a:lnTo>
                <a:lnTo>
                  <a:pt x="327" y="545"/>
                </a:lnTo>
                <a:lnTo>
                  <a:pt x="326" y="546"/>
                </a:lnTo>
                <a:lnTo>
                  <a:pt x="325" y="546"/>
                </a:lnTo>
                <a:lnTo>
                  <a:pt x="325" y="547"/>
                </a:lnTo>
                <a:lnTo>
                  <a:pt x="324" y="547"/>
                </a:lnTo>
                <a:lnTo>
                  <a:pt x="322" y="547"/>
                </a:lnTo>
                <a:lnTo>
                  <a:pt x="321" y="547"/>
                </a:lnTo>
                <a:lnTo>
                  <a:pt x="321" y="548"/>
                </a:lnTo>
                <a:lnTo>
                  <a:pt x="320" y="548"/>
                </a:lnTo>
                <a:lnTo>
                  <a:pt x="319" y="548"/>
                </a:lnTo>
                <a:lnTo>
                  <a:pt x="319" y="549"/>
                </a:lnTo>
                <a:lnTo>
                  <a:pt x="318" y="549"/>
                </a:lnTo>
                <a:lnTo>
                  <a:pt x="317" y="549"/>
                </a:lnTo>
                <a:lnTo>
                  <a:pt x="316" y="549"/>
                </a:lnTo>
                <a:lnTo>
                  <a:pt x="315" y="550"/>
                </a:lnTo>
                <a:lnTo>
                  <a:pt x="314" y="550"/>
                </a:lnTo>
                <a:lnTo>
                  <a:pt x="313" y="551"/>
                </a:lnTo>
                <a:lnTo>
                  <a:pt x="311" y="551"/>
                </a:lnTo>
                <a:lnTo>
                  <a:pt x="310" y="550"/>
                </a:lnTo>
                <a:lnTo>
                  <a:pt x="308" y="550"/>
                </a:lnTo>
                <a:lnTo>
                  <a:pt x="308" y="551"/>
                </a:lnTo>
                <a:lnTo>
                  <a:pt x="307" y="551"/>
                </a:lnTo>
                <a:lnTo>
                  <a:pt x="307" y="552"/>
                </a:lnTo>
                <a:lnTo>
                  <a:pt x="306" y="552"/>
                </a:lnTo>
                <a:lnTo>
                  <a:pt x="306" y="551"/>
                </a:lnTo>
                <a:lnTo>
                  <a:pt x="305" y="551"/>
                </a:lnTo>
                <a:lnTo>
                  <a:pt x="304" y="550"/>
                </a:lnTo>
                <a:lnTo>
                  <a:pt x="302" y="550"/>
                </a:lnTo>
                <a:lnTo>
                  <a:pt x="302" y="551"/>
                </a:lnTo>
                <a:lnTo>
                  <a:pt x="301" y="551"/>
                </a:lnTo>
                <a:lnTo>
                  <a:pt x="301" y="552"/>
                </a:lnTo>
                <a:lnTo>
                  <a:pt x="300" y="552"/>
                </a:lnTo>
                <a:lnTo>
                  <a:pt x="300" y="553"/>
                </a:lnTo>
                <a:lnTo>
                  <a:pt x="300" y="554"/>
                </a:lnTo>
                <a:lnTo>
                  <a:pt x="299" y="554"/>
                </a:lnTo>
                <a:lnTo>
                  <a:pt x="298" y="554"/>
                </a:lnTo>
                <a:lnTo>
                  <a:pt x="298" y="553"/>
                </a:lnTo>
                <a:lnTo>
                  <a:pt x="297" y="553"/>
                </a:lnTo>
                <a:lnTo>
                  <a:pt x="296" y="553"/>
                </a:lnTo>
                <a:lnTo>
                  <a:pt x="295" y="553"/>
                </a:lnTo>
                <a:lnTo>
                  <a:pt x="294" y="554"/>
                </a:lnTo>
                <a:lnTo>
                  <a:pt x="295" y="554"/>
                </a:lnTo>
                <a:lnTo>
                  <a:pt x="295" y="555"/>
                </a:lnTo>
                <a:lnTo>
                  <a:pt x="296" y="555"/>
                </a:lnTo>
                <a:lnTo>
                  <a:pt x="296" y="556"/>
                </a:lnTo>
                <a:lnTo>
                  <a:pt x="297" y="556"/>
                </a:lnTo>
                <a:lnTo>
                  <a:pt x="297" y="557"/>
                </a:lnTo>
                <a:lnTo>
                  <a:pt x="297" y="558"/>
                </a:lnTo>
                <a:lnTo>
                  <a:pt x="298" y="559"/>
                </a:lnTo>
                <a:lnTo>
                  <a:pt x="298" y="560"/>
                </a:lnTo>
                <a:lnTo>
                  <a:pt x="299" y="560"/>
                </a:lnTo>
                <a:lnTo>
                  <a:pt x="299" y="561"/>
                </a:lnTo>
                <a:lnTo>
                  <a:pt x="300" y="561"/>
                </a:lnTo>
                <a:lnTo>
                  <a:pt x="300" y="562"/>
                </a:lnTo>
                <a:lnTo>
                  <a:pt x="300" y="563"/>
                </a:lnTo>
                <a:lnTo>
                  <a:pt x="300" y="564"/>
                </a:lnTo>
                <a:lnTo>
                  <a:pt x="301" y="565"/>
                </a:lnTo>
                <a:lnTo>
                  <a:pt x="301" y="566"/>
                </a:lnTo>
                <a:lnTo>
                  <a:pt x="302" y="567"/>
                </a:lnTo>
                <a:lnTo>
                  <a:pt x="301" y="567"/>
                </a:lnTo>
                <a:lnTo>
                  <a:pt x="301" y="568"/>
                </a:lnTo>
                <a:lnTo>
                  <a:pt x="301" y="569"/>
                </a:lnTo>
                <a:lnTo>
                  <a:pt x="301" y="570"/>
                </a:lnTo>
                <a:lnTo>
                  <a:pt x="301" y="571"/>
                </a:lnTo>
                <a:lnTo>
                  <a:pt x="300" y="572"/>
                </a:lnTo>
                <a:lnTo>
                  <a:pt x="300" y="573"/>
                </a:lnTo>
                <a:lnTo>
                  <a:pt x="299" y="573"/>
                </a:lnTo>
                <a:lnTo>
                  <a:pt x="299" y="574"/>
                </a:lnTo>
                <a:lnTo>
                  <a:pt x="299" y="575"/>
                </a:lnTo>
                <a:lnTo>
                  <a:pt x="299" y="576"/>
                </a:lnTo>
                <a:lnTo>
                  <a:pt x="298" y="576"/>
                </a:lnTo>
                <a:lnTo>
                  <a:pt x="298" y="577"/>
                </a:lnTo>
                <a:lnTo>
                  <a:pt x="298" y="578"/>
                </a:lnTo>
                <a:lnTo>
                  <a:pt x="297" y="579"/>
                </a:lnTo>
                <a:lnTo>
                  <a:pt x="296" y="579"/>
                </a:lnTo>
                <a:lnTo>
                  <a:pt x="296" y="578"/>
                </a:lnTo>
                <a:lnTo>
                  <a:pt x="295" y="578"/>
                </a:lnTo>
                <a:lnTo>
                  <a:pt x="294" y="579"/>
                </a:lnTo>
                <a:lnTo>
                  <a:pt x="294" y="580"/>
                </a:lnTo>
                <a:lnTo>
                  <a:pt x="294" y="581"/>
                </a:lnTo>
                <a:lnTo>
                  <a:pt x="294" y="582"/>
                </a:lnTo>
                <a:lnTo>
                  <a:pt x="293" y="582"/>
                </a:lnTo>
                <a:lnTo>
                  <a:pt x="293" y="583"/>
                </a:lnTo>
                <a:lnTo>
                  <a:pt x="292" y="583"/>
                </a:lnTo>
                <a:lnTo>
                  <a:pt x="291" y="583"/>
                </a:lnTo>
                <a:lnTo>
                  <a:pt x="291" y="584"/>
                </a:lnTo>
                <a:lnTo>
                  <a:pt x="291" y="585"/>
                </a:lnTo>
                <a:lnTo>
                  <a:pt x="290" y="585"/>
                </a:lnTo>
                <a:lnTo>
                  <a:pt x="289" y="585"/>
                </a:lnTo>
                <a:lnTo>
                  <a:pt x="288" y="585"/>
                </a:lnTo>
                <a:lnTo>
                  <a:pt x="288" y="586"/>
                </a:lnTo>
                <a:lnTo>
                  <a:pt x="287" y="586"/>
                </a:lnTo>
                <a:lnTo>
                  <a:pt x="286" y="586"/>
                </a:lnTo>
                <a:lnTo>
                  <a:pt x="286" y="587"/>
                </a:lnTo>
                <a:lnTo>
                  <a:pt x="285" y="587"/>
                </a:lnTo>
                <a:lnTo>
                  <a:pt x="284" y="587"/>
                </a:lnTo>
                <a:lnTo>
                  <a:pt x="284" y="588"/>
                </a:lnTo>
                <a:lnTo>
                  <a:pt x="283" y="589"/>
                </a:lnTo>
                <a:lnTo>
                  <a:pt x="283" y="590"/>
                </a:lnTo>
                <a:lnTo>
                  <a:pt x="283" y="591"/>
                </a:lnTo>
                <a:lnTo>
                  <a:pt x="282" y="592"/>
                </a:lnTo>
                <a:lnTo>
                  <a:pt x="282" y="593"/>
                </a:lnTo>
                <a:lnTo>
                  <a:pt x="281" y="593"/>
                </a:lnTo>
                <a:lnTo>
                  <a:pt x="281" y="594"/>
                </a:lnTo>
                <a:lnTo>
                  <a:pt x="281" y="595"/>
                </a:lnTo>
                <a:lnTo>
                  <a:pt x="280" y="595"/>
                </a:lnTo>
                <a:lnTo>
                  <a:pt x="279" y="595"/>
                </a:lnTo>
                <a:lnTo>
                  <a:pt x="279" y="594"/>
                </a:lnTo>
                <a:lnTo>
                  <a:pt x="278" y="594"/>
                </a:lnTo>
                <a:lnTo>
                  <a:pt x="278" y="593"/>
                </a:lnTo>
                <a:lnTo>
                  <a:pt x="277" y="593"/>
                </a:lnTo>
                <a:lnTo>
                  <a:pt x="276" y="593"/>
                </a:lnTo>
                <a:lnTo>
                  <a:pt x="276" y="592"/>
                </a:lnTo>
                <a:lnTo>
                  <a:pt x="276" y="591"/>
                </a:lnTo>
                <a:lnTo>
                  <a:pt x="275" y="591"/>
                </a:lnTo>
                <a:lnTo>
                  <a:pt x="275" y="590"/>
                </a:lnTo>
                <a:lnTo>
                  <a:pt x="274" y="590"/>
                </a:lnTo>
                <a:lnTo>
                  <a:pt x="273" y="589"/>
                </a:lnTo>
                <a:lnTo>
                  <a:pt x="272" y="588"/>
                </a:lnTo>
                <a:lnTo>
                  <a:pt x="272" y="587"/>
                </a:lnTo>
                <a:lnTo>
                  <a:pt x="272" y="586"/>
                </a:lnTo>
                <a:lnTo>
                  <a:pt x="271" y="586"/>
                </a:lnTo>
                <a:lnTo>
                  <a:pt x="271" y="584"/>
                </a:lnTo>
                <a:lnTo>
                  <a:pt x="271" y="583"/>
                </a:lnTo>
                <a:lnTo>
                  <a:pt x="270" y="583"/>
                </a:lnTo>
                <a:lnTo>
                  <a:pt x="269" y="583"/>
                </a:lnTo>
                <a:lnTo>
                  <a:pt x="268" y="583"/>
                </a:lnTo>
                <a:lnTo>
                  <a:pt x="266" y="583"/>
                </a:lnTo>
                <a:lnTo>
                  <a:pt x="265" y="584"/>
                </a:lnTo>
                <a:lnTo>
                  <a:pt x="264" y="584"/>
                </a:lnTo>
                <a:lnTo>
                  <a:pt x="264" y="583"/>
                </a:lnTo>
                <a:lnTo>
                  <a:pt x="263" y="583"/>
                </a:lnTo>
                <a:lnTo>
                  <a:pt x="262" y="583"/>
                </a:lnTo>
                <a:lnTo>
                  <a:pt x="261" y="583"/>
                </a:lnTo>
                <a:lnTo>
                  <a:pt x="261" y="584"/>
                </a:lnTo>
                <a:lnTo>
                  <a:pt x="261" y="585"/>
                </a:lnTo>
                <a:lnTo>
                  <a:pt x="260" y="585"/>
                </a:lnTo>
                <a:lnTo>
                  <a:pt x="259" y="585"/>
                </a:lnTo>
                <a:lnTo>
                  <a:pt x="258" y="586"/>
                </a:lnTo>
                <a:lnTo>
                  <a:pt x="257" y="586"/>
                </a:lnTo>
                <a:lnTo>
                  <a:pt x="255" y="586"/>
                </a:lnTo>
                <a:lnTo>
                  <a:pt x="254" y="586"/>
                </a:lnTo>
                <a:lnTo>
                  <a:pt x="253" y="586"/>
                </a:lnTo>
                <a:lnTo>
                  <a:pt x="253" y="585"/>
                </a:lnTo>
                <a:lnTo>
                  <a:pt x="251" y="585"/>
                </a:lnTo>
                <a:lnTo>
                  <a:pt x="250" y="585"/>
                </a:lnTo>
                <a:lnTo>
                  <a:pt x="250" y="584"/>
                </a:lnTo>
                <a:lnTo>
                  <a:pt x="249" y="584"/>
                </a:lnTo>
                <a:lnTo>
                  <a:pt x="249" y="583"/>
                </a:lnTo>
                <a:lnTo>
                  <a:pt x="248" y="583"/>
                </a:lnTo>
                <a:lnTo>
                  <a:pt x="248" y="582"/>
                </a:lnTo>
                <a:lnTo>
                  <a:pt x="247" y="582"/>
                </a:lnTo>
                <a:lnTo>
                  <a:pt x="247" y="581"/>
                </a:lnTo>
                <a:lnTo>
                  <a:pt x="246" y="581"/>
                </a:lnTo>
                <a:lnTo>
                  <a:pt x="245" y="581"/>
                </a:lnTo>
                <a:lnTo>
                  <a:pt x="245" y="580"/>
                </a:lnTo>
                <a:lnTo>
                  <a:pt x="244" y="580"/>
                </a:lnTo>
                <a:lnTo>
                  <a:pt x="244" y="579"/>
                </a:lnTo>
                <a:lnTo>
                  <a:pt x="243" y="579"/>
                </a:lnTo>
                <a:lnTo>
                  <a:pt x="243" y="578"/>
                </a:lnTo>
                <a:lnTo>
                  <a:pt x="242" y="578"/>
                </a:lnTo>
                <a:lnTo>
                  <a:pt x="241" y="578"/>
                </a:lnTo>
                <a:lnTo>
                  <a:pt x="240" y="578"/>
                </a:lnTo>
                <a:lnTo>
                  <a:pt x="240" y="577"/>
                </a:lnTo>
                <a:lnTo>
                  <a:pt x="239" y="577"/>
                </a:lnTo>
                <a:lnTo>
                  <a:pt x="238" y="577"/>
                </a:lnTo>
                <a:lnTo>
                  <a:pt x="237" y="577"/>
                </a:lnTo>
                <a:lnTo>
                  <a:pt x="237" y="578"/>
                </a:lnTo>
                <a:lnTo>
                  <a:pt x="235" y="578"/>
                </a:lnTo>
                <a:lnTo>
                  <a:pt x="235" y="577"/>
                </a:lnTo>
                <a:lnTo>
                  <a:pt x="234" y="577"/>
                </a:lnTo>
                <a:lnTo>
                  <a:pt x="233" y="577"/>
                </a:lnTo>
                <a:lnTo>
                  <a:pt x="232" y="577"/>
                </a:lnTo>
                <a:lnTo>
                  <a:pt x="232" y="576"/>
                </a:lnTo>
                <a:lnTo>
                  <a:pt x="231" y="576"/>
                </a:lnTo>
                <a:lnTo>
                  <a:pt x="231" y="575"/>
                </a:lnTo>
                <a:lnTo>
                  <a:pt x="231" y="574"/>
                </a:lnTo>
                <a:lnTo>
                  <a:pt x="230" y="573"/>
                </a:lnTo>
                <a:lnTo>
                  <a:pt x="229" y="573"/>
                </a:lnTo>
                <a:lnTo>
                  <a:pt x="228" y="573"/>
                </a:lnTo>
                <a:lnTo>
                  <a:pt x="227" y="573"/>
                </a:lnTo>
                <a:lnTo>
                  <a:pt x="227" y="574"/>
                </a:lnTo>
                <a:lnTo>
                  <a:pt x="224" y="574"/>
                </a:lnTo>
                <a:lnTo>
                  <a:pt x="223" y="574"/>
                </a:lnTo>
                <a:lnTo>
                  <a:pt x="222" y="574"/>
                </a:lnTo>
                <a:lnTo>
                  <a:pt x="221" y="574"/>
                </a:lnTo>
                <a:lnTo>
                  <a:pt x="220" y="574"/>
                </a:lnTo>
                <a:lnTo>
                  <a:pt x="220" y="573"/>
                </a:lnTo>
                <a:lnTo>
                  <a:pt x="219" y="573"/>
                </a:lnTo>
                <a:lnTo>
                  <a:pt x="218" y="573"/>
                </a:lnTo>
                <a:lnTo>
                  <a:pt x="217" y="573"/>
                </a:lnTo>
                <a:lnTo>
                  <a:pt x="217" y="572"/>
                </a:lnTo>
                <a:lnTo>
                  <a:pt x="217" y="570"/>
                </a:lnTo>
                <a:lnTo>
                  <a:pt x="217" y="569"/>
                </a:lnTo>
                <a:lnTo>
                  <a:pt x="216" y="569"/>
                </a:lnTo>
                <a:lnTo>
                  <a:pt x="216" y="568"/>
                </a:lnTo>
                <a:lnTo>
                  <a:pt x="215" y="568"/>
                </a:lnTo>
                <a:lnTo>
                  <a:pt x="215" y="567"/>
                </a:lnTo>
                <a:lnTo>
                  <a:pt x="214" y="567"/>
                </a:lnTo>
                <a:lnTo>
                  <a:pt x="214" y="566"/>
                </a:lnTo>
                <a:lnTo>
                  <a:pt x="213" y="566"/>
                </a:lnTo>
                <a:lnTo>
                  <a:pt x="213" y="565"/>
                </a:lnTo>
                <a:lnTo>
                  <a:pt x="213" y="564"/>
                </a:lnTo>
                <a:lnTo>
                  <a:pt x="213" y="563"/>
                </a:lnTo>
                <a:lnTo>
                  <a:pt x="212" y="563"/>
                </a:lnTo>
                <a:lnTo>
                  <a:pt x="212" y="562"/>
                </a:lnTo>
                <a:lnTo>
                  <a:pt x="212" y="561"/>
                </a:lnTo>
                <a:lnTo>
                  <a:pt x="212" y="560"/>
                </a:lnTo>
                <a:lnTo>
                  <a:pt x="212" y="559"/>
                </a:lnTo>
                <a:lnTo>
                  <a:pt x="211" y="558"/>
                </a:lnTo>
                <a:lnTo>
                  <a:pt x="210" y="558"/>
                </a:lnTo>
                <a:lnTo>
                  <a:pt x="209" y="557"/>
                </a:lnTo>
                <a:lnTo>
                  <a:pt x="208" y="557"/>
                </a:lnTo>
                <a:lnTo>
                  <a:pt x="207" y="557"/>
                </a:lnTo>
                <a:lnTo>
                  <a:pt x="206" y="556"/>
                </a:lnTo>
                <a:lnTo>
                  <a:pt x="205" y="556"/>
                </a:lnTo>
                <a:lnTo>
                  <a:pt x="204" y="556"/>
                </a:lnTo>
                <a:lnTo>
                  <a:pt x="203" y="556"/>
                </a:lnTo>
                <a:lnTo>
                  <a:pt x="202" y="556"/>
                </a:lnTo>
                <a:lnTo>
                  <a:pt x="201" y="556"/>
                </a:lnTo>
                <a:lnTo>
                  <a:pt x="200" y="556"/>
                </a:lnTo>
                <a:lnTo>
                  <a:pt x="199" y="557"/>
                </a:lnTo>
                <a:lnTo>
                  <a:pt x="199" y="558"/>
                </a:lnTo>
                <a:lnTo>
                  <a:pt x="198" y="558"/>
                </a:lnTo>
                <a:lnTo>
                  <a:pt x="197" y="558"/>
                </a:lnTo>
                <a:lnTo>
                  <a:pt x="196" y="558"/>
                </a:lnTo>
                <a:lnTo>
                  <a:pt x="195" y="558"/>
                </a:lnTo>
                <a:lnTo>
                  <a:pt x="194" y="558"/>
                </a:lnTo>
                <a:lnTo>
                  <a:pt x="193" y="558"/>
                </a:lnTo>
                <a:lnTo>
                  <a:pt x="192" y="558"/>
                </a:lnTo>
                <a:lnTo>
                  <a:pt x="191" y="558"/>
                </a:lnTo>
                <a:lnTo>
                  <a:pt x="190" y="558"/>
                </a:lnTo>
                <a:lnTo>
                  <a:pt x="190" y="557"/>
                </a:lnTo>
                <a:lnTo>
                  <a:pt x="190" y="556"/>
                </a:lnTo>
                <a:lnTo>
                  <a:pt x="189" y="556"/>
                </a:lnTo>
                <a:lnTo>
                  <a:pt x="189" y="555"/>
                </a:lnTo>
                <a:lnTo>
                  <a:pt x="190" y="555"/>
                </a:lnTo>
                <a:lnTo>
                  <a:pt x="190" y="554"/>
                </a:lnTo>
                <a:lnTo>
                  <a:pt x="190" y="553"/>
                </a:lnTo>
                <a:lnTo>
                  <a:pt x="189" y="553"/>
                </a:lnTo>
                <a:lnTo>
                  <a:pt x="188" y="553"/>
                </a:lnTo>
                <a:lnTo>
                  <a:pt x="187" y="553"/>
                </a:lnTo>
                <a:lnTo>
                  <a:pt x="187" y="552"/>
                </a:lnTo>
                <a:lnTo>
                  <a:pt x="187" y="551"/>
                </a:lnTo>
                <a:lnTo>
                  <a:pt x="185" y="551"/>
                </a:lnTo>
                <a:lnTo>
                  <a:pt x="184" y="551"/>
                </a:lnTo>
                <a:lnTo>
                  <a:pt x="184" y="550"/>
                </a:lnTo>
                <a:lnTo>
                  <a:pt x="185" y="550"/>
                </a:lnTo>
                <a:lnTo>
                  <a:pt x="185" y="549"/>
                </a:lnTo>
                <a:lnTo>
                  <a:pt x="184" y="549"/>
                </a:lnTo>
                <a:lnTo>
                  <a:pt x="183" y="549"/>
                </a:lnTo>
                <a:lnTo>
                  <a:pt x="182" y="549"/>
                </a:lnTo>
                <a:lnTo>
                  <a:pt x="182" y="550"/>
                </a:lnTo>
                <a:lnTo>
                  <a:pt x="181" y="550"/>
                </a:lnTo>
                <a:lnTo>
                  <a:pt x="180" y="550"/>
                </a:lnTo>
                <a:lnTo>
                  <a:pt x="180" y="551"/>
                </a:lnTo>
                <a:lnTo>
                  <a:pt x="179" y="552"/>
                </a:lnTo>
                <a:lnTo>
                  <a:pt x="179" y="553"/>
                </a:lnTo>
                <a:lnTo>
                  <a:pt x="178" y="554"/>
                </a:lnTo>
                <a:lnTo>
                  <a:pt x="177" y="554"/>
                </a:lnTo>
                <a:lnTo>
                  <a:pt x="177" y="553"/>
                </a:lnTo>
                <a:lnTo>
                  <a:pt x="176" y="553"/>
                </a:lnTo>
                <a:lnTo>
                  <a:pt x="175" y="553"/>
                </a:lnTo>
                <a:lnTo>
                  <a:pt x="175" y="554"/>
                </a:lnTo>
                <a:lnTo>
                  <a:pt x="174" y="555"/>
                </a:lnTo>
                <a:lnTo>
                  <a:pt x="174" y="556"/>
                </a:lnTo>
                <a:lnTo>
                  <a:pt x="173" y="556"/>
                </a:lnTo>
                <a:lnTo>
                  <a:pt x="172" y="556"/>
                </a:lnTo>
                <a:lnTo>
                  <a:pt x="171" y="557"/>
                </a:lnTo>
                <a:lnTo>
                  <a:pt x="170" y="558"/>
                </a:lnTo>
                <a:lnTo>
                  <a:pt x="169" y="559"/>
                </a:lnTo>
                <a:lnTo>
                  <a:pt x="168" y="560"/>
                </a:lnTo>
                <a:lnTo>
                  <a:pt x="168" y="561"/>
                </a:lnTo>
                <a:lnTo>
                  <a:pt x="168" y="562"/>
                </a:lnTo>
                <a:lnTo>
                  <a:pt x="167" y="563"/>
                </a:lnTo>
                <a:lnTo>
                  <a:pt x="166" y="563"/>
                </a:lnTo>
                <a:lnTo>
                  <a:pt x="166" y="564"/>
                </a:lnTo>
                <a:lnTo>
                  <a:pt x="165" y="564"/>
                </a:lnTo>
                <a:lnTo>
                  <a:pt x="164" y="565"/>
                </a:lnTo>
                <a:lnTo>
                  <a:pt x="164" y="566"/>
                </a:lnTo>
                <a:lnTo>
                  <a:pt x="164" y="567"/>
                </a:lnTo>
                <a:lnTo>
                  <a:pt x="164" y="568"/>
                </a:lnTo>
                <a:lnTo>
                  <a:pt x="164" y="570"/>
                </a:lnTo>
                <a:lnTo>
                  <a:pt x="164" y="571"/>
                </a:lnTo>
                <a:lnTo>
                  <a:pt x="163" y="571"/>
                </a:lnTo>
                <a:lnTo>
                  <a:pt x="163" y="572"/>
                </a:lnTo>
                <a:lnTo>
                  <a:pt x="163" y="573"/>
                </a:lnTo>
                <a:lnTo>
                  <a:pt x="163" y="574"/>
                </a:lnTo>
                <a:lnTo>
                  <a:pt x="163" y="575"/>
                </a:lnTo>
                <a:lnTo>
                  <a:pt x="164" y="575"/>
                </a:lnTo>
                <a:lnTo>
                  <a:pt x="164" y="576"/>
                </a:lnTo>
                <a:lnTo>
                  <a:pt x="163" y="576"/>
                </a:lnTo>
                <a:lnTo>
                  <a:pt x="162" y="576"/>
                </a:lnTo>
                <a:lnTo>
                  <a:pt x="161" y="576"/>
                </a:lnTo>
                <a:lnTo>
                  <a:pt x="159" y="577"/>
                </a:lnTo>
                <a:lnTo>
                  <a:pt x="159" y="578"/>
                </a:lnTo>
                <a:lnTo>
                  <a:pt x="157" y="578"/>
                </a:lnTo>
                <a:lnTo>
                  <a:pt x="155" y="578"/>
                </a:lnTo>
                <a:lnTo>
                  <a:pt x="154" y="579"/>
                </a:lnTo>
                <a:lnTo>
                  <a:pt x="153" y="579"/>
                </a:lnTo>
                <a:lnTo>
                  <a:pt x="152" y="579"/>
                </a:lnTo>
                <a:lnTo>
                  <a:pt x="151" y="579"/>
                </a:lnTo>
                <a:lnTo>
                  <a:pt x="151" y="580"/>
                </a:lnTo>
                <a:lnTo>
                  <a:pt x="149" y="580"/>
                </a:lnTo>
                <a:lnTo>
                  <a:pt x="148" y="580"/>
                </a:lnTo>
                <a:lnTo>
                  <a:pt x="147" y="581"/>
                </a:lnTo>
                <a:lnTo>
                  <a:pt x="146" y="581"/>
                </a:lnTo>
                <a:lnTo>
                  <a:pt x="145" y="582"/>
                </a:lnTo>
                <a:lnTo>
                  <a:pt x="144" y="582"/>
                </a:lnTo>
                <a:lnTo>
                  <a:pt x="144" y="583"/>
                </a:lnTo>
                <a:lnTo>
                  <a:pt x="143" y="584"/>
                </a:lnTo>
                <a:lnTo>
                  <a:pt x="143" y="585"/>
                </a:lnTo>
                <a:lnTo>
                  <a:pt x="143" y="586"/>
                </a:lnTo>
                <a:lnTo>
                  <a:pt x="143" y="587"/>
                </a:lnTo>
                <a:lnTo>
                  <a:pt x="142" y="588"/>
                </a:lnTo>
                <a:lnTo>
                  <a:pt x="142" y="589"/>
                </a:lnTo>
                <a:lnTo>
                  <a:pt x="141" y="589"/>
                </a:lnTo>
                <a:lnTo>
                  <a:pt x="141" y="590"/>
                </a:lnTo>
                <a:lnTo>
                  <a:pt x="140" y="590"/>
                </a:lnTo>
                <a:lnTo>
                  <a:pt x="139" y="591"/>
                </a:lnTo>
                <a:lnTo>
                  <a:pt x="138" y="591"/>
                </a:lnTo>
                <a:lnTo>
                  <a:pt x="137" y="591"/>
                </a:lnTo>
                <a:lnTo>
                  <a:pt x="136" y="591"/>
                </a:lnTo>
                <a:lnTo>
                  <a:pt x="136" y="592"/>
                </a:lnTo>
                <a:lnTo>
                  <a:pt x="135" y="592"/>
                </a:lnTo>
                <a:lnTo>
                  <a:pt x="134" y="592"/>
                </a:lnTo>
                <a:lnTo>
                  <a:pt x="132" y="592"/>
                </a:lnTo>
                <a:lnTo>
                  <a:pt x="131" y="593"/>
                </a:lnTo>
                <a:lnTo>
                  <a:pt x="130" y="594"/>
                </a:lnTo>
                <a:lnTo>
                  <a:pt x="130" y="596"/>
                </a:lnTo>
                <a:lnTo>
                  <a:pt x="130" y="597"/>
                </a:lnTo>
                <a:lnTo>
                  <a:pt x="129" y="597"/>
                </a:lnTo>
                <a:lnTo>
                  <a:pt x="127" y="597"/>
                </a:lnTo>
                <a:lnTo>
                  <a:pt x="126" y="597"/>
                </a:lnTo>
                <a:lnTo>
                  <a:pt x="125" y="597"/>
                </a:lnTo>
                <a:lnTo>
                  <a:pt x="125" y="596"/>
                </a:lnTo>
                <a:lnTo>
                  <a:pt x="124" y="596"/>
                </a:lnTo>
                <a:lnTo>
                  <a:pt x="124" y="595"/>
                </a:lnTo>
                <a:lnTo>
                  <a:pt x="125" y="594"/>
                </a:lnTo>
                <a:lnTo>
                  <a:pt x="124" y="593"/>
                </a:lnTo>
                <a:lnTo>
                  <a:pt x="123" y="593"/>
                </a:lnTo>
                <a:lnTo>
                  <a:pt x="122" y="593"/>
                </a:lnTo>
                <a:lnTo>
                  <a:pt x="120" y="593"/>
                </a:lnTo>
                <a:lnTo>
                  <a:pt x="119" y="592"/>
                </a:lnTo>
                <a:lnTo>
                  <a:pt x="117" y="592"/>
                </a:lnTo>
                <a:lnTo>
                  <a:pt x="116" y="592"/>
                </a:lnTo>
                <a:lnTo>
                  <a:pt x="115" y="590"/>
                </a:lnTo>
                <a:lnTo>
                  <a:pt x="113" y="588"/>
                </a:lnTo>
                <a:lnTo>
                  <a:pt x="112" y="587"/>
                </a:lnTo>
                <a:lnTo>
                  <a:pt x="112" y="586"/>
                </a:lnTo>
                <a:lnTo>
                  <a:pt x="112" y="585"/>
                </a:lnTo>
                <a:lnTo>
                  <a:pt x="111" y="585"/>
                </a:lnTo>
                <a:lnTo>
                  <a:pt x="110" y="585"/>
                </a:lnTo>
                <a:lnTo>
                  <a:pt x="109" y="585"/>
                </a:lnTo>
                <a:lnTo>
                  <a:pt x="109" y="584"/>
                </a:lnTo>
                <a:lnTo>
                  <a:pt x="108" y="584"/>
                </a:lnTo>
                <a:lnTo>
                  <a:pt x="108" y="583"/>
                </a:lnTo>
                <a:lnTo>
                  <a:pt x="106" y="583"/>
                </a:lnTo>
                <a:lnTo>
                  <a:pt x="105" y="583"/>
                </a:lnTo>
                <a:lnTo>
                  <a:pt x="104" y="583"/>
                </a:lnTo>
                <a:lnTo>
                  <a:pt x="104" y="582"/>
                </a:lnTo>
                <a:lnTo>
                  <a:pt x="105" y="581"/>
                </a:lnTo>
                <a:lnTo>
                  <a:pt x="106" y="580"/>
                </a:lnTo>
                <a:lnTo>
                  <a:pt x="106" y="579"/>
                </a:lnTo>
                <a:lnTo>
                  <a:pt x="106" y="578"/>
                </a:lnTo>
                <a:lnTo>
                  <a:pt x="106" y="577"/>
                </a:lnTo>
                <a:lnTo>
                  <a:pt x="106" y="575"/>
                </a:lnTo>
                <a:lnTo>
                  <a:pt x="105" y="575"/>
                </a:lnTo>
                <a:lnTo>
                  <a:pt x="105" y="574"/>
                </a:lnTo>
                <a:lnTo>
                  <a:pt x="106" y="574"/>
                </a:lnTo>
                <a:lnTo>
                  <a:pt x="106" y="572"/>
                </a:lnTo>
                <a:lnTo>
                  <a:pt x="106" y="571"/>
                </a:lnTo>
                <a:lnTo>
                  <a:pt x="107" y="571"/>
                </a:lnTo>
                <a:lnTo>
                  <a:pt x="109" y="568"/>
                </a:lnTo>
                <a:lnTo>
                  <a:pt x="110" y="568"/>
                </a:lnTo>
                <a:lnTo>
                  <a:pt x="110" y="567"/>
                </a:lnTo>
                <a:lnTo>
                  <a:pt x="111" y="565"/>
                </a:lnTo>
                <a:lnTo>
                  <a:pt x="112" y="563"/>
                </a:lnTo>
                <a:lnTo>
                  <a:pt x="113" y="563"/>
                </a:lnTo>
                <a:lnTo>
                  <a:pt x="114" y="563"/>
                </a:lnTo>
                <a:lnTo>
                  <a:pt x="114" y="562"/>
                </a:lnTo>
                <a:lnTo>
                  <a:pt x="115" y="562"/>
                </a:lnTo>
                <a:lnTo>
                  <a:pt x="116" y="562"/>
                </a:lnTo>
                <a:lnTo>
                  <a:pt x="117" y="561"/>
                </a:lnTo>
                <a:lnTo>
                  <a:pt x="117" y="560"/>
                </a:lnTo>
                <a:lnTo>
                  <a:pt x="117" y="559"/>
                </a:lnTo>
                <a:lnTo>
                  <a:pt x="118" y="558"/>
                </a:lnTo>
                <a:lnTo>
                  <a:pt x="119" y="557"/>
                </a:lnTo>
                <a:lnTo>
                  <a:pt x="119" y="556"/>
                </a:lnTo>
                <a:lnTo>
                  <a:pt x="120" y="555"/>
                </a:lnTo>
                <a:lnTo>
                  <a:pt x="120" y="554"/>
                </a:lnTo>
                <a:lnTo>
                  <a:pt x="120" y="553"/>
                </a:lnTo>
                <a:lnTo>
                  <a:pt x="122" y="552"/>
                </a:lnTo>
                <a:lnTo>
                  <a:pt x="123" y="552"/>
                </a:lnTo>
                <a:lnTo>
                  <a:pt x="123" y="551"/>
                </a:lnTo>
                <a:lnTo>
                  <a:pt x="123" y="550"/>
                </a:lnTo>
                <a:lnTo>
                  <a:pt x="125" y="549"/>
                </a:lnTo>
                <a:lnTo>
                  <a:pt x="126" y="549"/>
                </a:lnTo>
                <a:lnTo>
                  <a:pt x="126" y="548"/>
                </a:lnTo>
                <a:lnTo>
                  <a:pt x="125" y="547"/>
                </a:lnTo>
                <a:lnTo>
                  <a:pt x="125" y="546"/>
                </a:lnTo>
                <a:lnTo>
                  <a:pt x="125" y="545"/>
                </a:lnTo>
                <a:lnTo>
                  <a:pt x="125" y="544"/>
                </a:lnTo>
                <a:lnTo>
                  <a:pt x="124" y="544"/>
                </a:lnTo>
                <a:lnTo>
                  <a:pt x="125" y="544"/>
                </a:lnTo>
                <a:lnTo>
                  <a:pt x="124" y="544"/>
                </a:lnTo>
                <a:lnTo>
                  <a:pt x="124" y="543"/>
                </a:lnTo>
                <a:lnTo>
                  <a:pt x="123" y="542"/>
                </a:lnTo>
                <a:lnTo>
                  <a:pt x="122" y="541"/>
                </a:lnTo>
                <a:lnTo>
                  <a:pt x="121" y="541"/>
                </a:lnTo>
                <a:lnTo>
                  <a:pt x="120" y="541"/>
                </a:lnTo>
                <a:lnTo>
                  <a:pt x="119" y="541"/>
                </a:lnTo>
                <a:lnTo>
                  <a:pt x="118" y="541"/>
                </a:lnTo>
                <a:lnTo>
                  <a:pt x="117" y="542"/>
                </a:lnTo>
                <a:lnTo>
                  <a:pt x="117" y="541"/>
                </a:lnTo>
                <a:lnTo>
                  <a:pt x="116" y="541"/>
                </a:lnTo>
                <a:lnTo>
                  <a:pt x="115" y="541"/>
                </a:lnTo>
                <a:lnTo>
                  <a:pt x="118" y="541"/>
                </a:lnTo>
                <a:lnTo>
                  <a:pt x="119" y="540"/>
                </a:lnTo>
                <a:lnTo>
                  <a:pt x="120" y="540"/>
                </a:lnTo>
                <a:lnTo>
                  <a:pt x="121" y="540"/>
                </a:lnTo>
                <a:lnTo>
                  <a:pt x="122" y="540"/>
                </a:lnTo>
                <a:lnTo>
                  <a:pt x="122" y="539"/>
                </a:lnTo>
                <a:lnTo>
                  <a:pt x="123" y="538"/>
                </a:lnTo>
                <a:lnTo>
                  <a:pt x="123" y="536"/>
                </a:lnTo>
                <a:lnTo>
                  <a:pt x="124" y="535"/>
                </a:lnTo>
                <a:lnTo>
                  <a:pt x="124" y="534"/>
                </a:lnTo>
                <a:lnTo>
                  <a:pt x="124" y="533"/>
                </a:lnTo>
                <a:lnTo>
                  <a:pt x="124" y="532"/>
                </a:lnTo>
                <a:lnTo>
                  <a:pt x="125" y="532"/>
                </a:lnTo>
                <a:lnTo>
                  <a:pt x="126" y="531"/>
                </a:lnTo>
                <a:lnTo>
                  <a:pt x="127" y="530"/>
                </a:lnTo>
                <a:lnTo>
                  <a:pt x="127" y="529"/>
                </a:lnTo>
                <a:lnTo>
                  <a:pt x="127" y="528"/>
                </a:lnTo>
                <a:lnTo>
                  <a:pt x="128" y="527"/>
                </a:lnTo>
                <a:lnTo>
                  <a:pt x="129" y="526"/>
                </a:lnTo>
                <a:lnTo>
                  <a:pt x="129" y="525"/>
                </a:lnTo>
                <a:lnTo>
                  <a:pt x="128" y="525"/>
                </a:lnTo>
                <a:lnTo>
                  <a:pt x="128" y="524"/>
                </a:lnTo>
                <a:lnTo>
                  <a:pt x="127" y="524"/>
                </a:lnTo>
                <a:lnTo>
                  <a:pt x="128" y="523"/>
                </a:lnTo>
                <a:lnTo>
                  <a:pt x="129" y="522"/>
                </a:lnTo>
                <a:lnTo>
                  <a:pt x="130" y="522"/>
                </a:lnTo>
                <a:lnTo>
                  <a:pt x="131" y="522"/>
                </a:lnTo>
                <a:lnTo>
                  <a:pt x="133" y="523"/>
                </a:lnTo>
                <a:lnTo>
                  <a:pt x="133" y="524"/>
                </a:lnTo>
                <a:lnTo>
                  <a:pt x="134" y="525"/>
                </a:lnTo>
                <a:lnTo>
                  <a:pt x="136" y="527"/>
                </a:lnTo>
                <a:lnTo>
                  <a:pt x="136" y="528"/>
                </a:lnTo>
                <a:lnTo>
                  <a:pt x="137" y="528"/>
                </a:lnTo>
                <a:lnTo>
                  <a:pt x="138" y="528"/>
                </a:lnTo>
                <a:lnTo>
                  <a:pt x="138" y="526"/>
                </a:lnTo>
                <a:lnTo>
                  <a:pt x="138" y="525"/>
                </a:lnTo>
                <a:lnTo>
                  <a:pt x="137" y="525"/>
                </a:lnTo>
                <a:lnTo>
                  <a:pt x="137" y="524"/>
                </a:lnTo>
                <a:lnTo>
                  <a:pt x="138" y="523"/>
                </a:lnTo>
                <a:lnTo>
                  <a:pt x="138" y="522"/>
                </a:lnTo>
                <a:lnTo>
                  <a:pt x="137" y="520"/>
                </a:lnTo>
                <a:lnTo>
                  <a:pt x="137" y="519"/>
                </a:lnTo>
                <a:lnTo>
                  <a:pt x="138" y="519"/>
                </a:lnTo>
                <a:lnTo>
                  <a:pt x="139" y="519"/>
                </a:lnTo>
                <a:lnTo>
                  <a:pt x="139" y="518"/>
                </a:lnTo>
                <a:lnTo>
                  <a:pt x="140" y="518"/>
                </a:lnTo>
                <a:lnTo>
                  <a:pt x="139" y="518"/>
                </a:lnTo>
                <a:lnTo>
                  <a:pt x="138" y="516"/>
                </a:lnTo>
                <a:lnTo>
                  <a:pt x="138" y="515"/>
                </a:lnTo>
                <a:lnTo>
                  <a:pt x="137" y="515"/>
                </a:lnTo>
                <a:lnTo>
                  <a:pt x="136" y="516"/>
                </a:lnTo>
                <a:lnTo>
                  <a:pt x="135" y="516"/>
                </a:lnTo>
                <a:lnTo>
                  <a:pt x="135" y="515"/>
                </a:lnTo>
                <a:lnTo>
                  <a:pt x="134" y="515"/>
                </a:lnTo>
                <a:lnTo>
                  <a:pt x="134" y="514"/>
                </a:lnTo>
                <a:lnTo>
                  <a:pt x="133" y="514"/>
                </a:lnTo>
                <a:lnTo>
                  <a:pt x="133" y="513"/>
                </a:lnTo>
                <a:lnTo>
                  <a:pt x="132" y="513"/>
                </a:lnTo>
                <a:lnTo>
                  <a:pt x="131" y="513"/>
                </a:lnTo>
                <a:lnTo>
                  <a:pt x="131" y="514"/>
                </a:lnTo>
                <a:lnTo>
                  <a:pt x="131" y="515"/>
                </a:lnTo>
                <a:lnTo>
                  <a:pt x="130" y="515"/>
                </a:lnTo>
                <a:lnTo>
                  <a:pt x="129" y="514"/>
                </a:lnTo>
                <a:lnTo>
                  <a:pt x="128" y="514"/>
                </a:lnTo>
                <a:lnTo>
                  <a:pt x="128" y="513"/>
                </a:lnTo>
                <a:lnTo>
                  <a:pt x="127" y="513"/>
                </a:lnTo>
                <a:lnTo>
                  <a:pt x="126" y="512"/>
                </a:lnTo>
                <a:lnTo>
                  <a:pt x="126" y="513"/>
                </a:lnTo>
                <a:lnTo>
                  <a:pt x="126" y="512"/>
                </a:lnTo>
                <a:lnTo>
                  <a:pt x="126" y="511"/>
                </a:lnTo>
                <a:lnTo>
                  <a:pt x="125" y="511"/>
                </a:lnTo>
                <a:lnTo>
                  <a:pt x="124" y="511"/>
                </a:lnTo>
                <a:lnTo>
                  <a:pt x="124" y="510"/>
                </a:lnTo>
                <a:lnTo>
                  <a:pt x="124" y="511"/>
                </a:lnTo>
                <a:lnTo>
                  <a:pt x="123" y="511"/>
                </a:lnTo>
                <a:lnTo>
                  <a:pt x="122" y="511"/>
                </a:lnTo>
                <a:lnTo>
                  <a:pt x="121" y="511"/>
                </a:lnTo>
                <a:lnTo>
                  <a:pt x="121" y="512"/>
                </a:lnTo>
                <a:lnTo>
                  <a:pt x="120" y="512"/>
                </a:lnTo>
                <a:lnTo>
                  <a:pt x="119" y="512"/>
                </a:lnTo>
                <a:lnTo>
                  <a:pt x="119" y="511"/>
                </a:lnTo>
                <a:lnTo>
                  <a:pt x="118" y="511"/>
                </a:lnTo>
                <a:lnTo>
                  <a:pt x="117" y="510"/>
                </a:lnTo>
                <a:lnTo>
                  <a:pt x="118" y="510"/>
                </a:lnTo>
                <a:lnTo>
                  <a:pt x="119" y="510"/>
                </a:lnTo>
                <a:lnTo>
                  <a:pt x="119" y="509"/>
                </a:lnTo>
                <a:lnTo>
                  <a:pt x="119" y="508"/>
                </a:lnTo>
                <a:lnTo>
                  <a:pt x="118" y="508"/>
                </a:lnTo>
                <a:lnTo>
                  <a:pt x="118" y="506"/>
                </a:lnTo>
                <a:lnTo>
                  <a:pt x="118" y="505"/>
                </a:lnTo>
                <a:lnTo>
                  <a:pt x="119" y="505"/>
                </a:lnTo>
                <a:lnTo>
                  <a:pt x="118" y="504"/>
                </a:lnTo>
                <a:lnTo>
                  <a:pt x="118" y="503"/>
                </a:lnTo>
                <a:lnTo>
                  <a:pt x="118" y="502"/>
                </a:lnTo>
                <a:lnTo>
                  <a:pt x="117" y="502"/>
                </a:lnTo>
                <a:lnTo>
                  <a:pt x="115" y="502"/>
                </a:lnTo>
                <a:lnTo>
                  <a:pt x="115" y="501"/>
                </a:lnTo>
                <a:lnTo>
                  <a:pt x="114" y="501"/>
                </a:lnTo>
                <a:lnTo>
                  <a:pt x="113" y="500"/>
                </a:lnTo>
                <a:lnTo>
                  <a:pt x="112" y="500"/>
                </a:lnTo>
                <a:lnTo>
                  <a:pt x="112" y="499"/>
                </a:lnTo>
                <a:lnTo>
                  <a:pt x="112" y="498"/>
                </a:lnTo>
                <a:lnTo>
                  <a:pt x="111" y="497"/>
                </a:lnTo>
                <a:lnTo>
                  <a:pt x="110" y="497"/>
                </a:lnTo>
                <a:lnTo>
                  <a:pt x="109" y="497"/>
                </a:lnTo>
                <a:lnTo>
                  <a:pt x="108" y="498"/>
                </a:lnTo>
                <a:lnTo>
                  <a:pt x="107" y="498"/>
                </a:lnTo>
                <a:lnTo>
                  <a:pt x="107" y="497"/>
                </a:lnTo>
                <a:lnTo>
                  <a:pt x="106" y="497"/>
                </a:lnTo>
                <a:lnTo>
                  <a:pt x="106" y="496"/>
                </a:lnTo>
                <a:lnTo>
                  <a:pt x="106" y="495"/>
                </a:lnTo>
                <a:lnTo>
                  <a:pt x="106" y="494"/>
                </a:lnTo>
                <a:lnTo>
                  <a:pt x="107" y="494"/>
                </a:lnTo>
                <a:lnTo>
                  <a:pt x="107" y="493"/>
                </a:lnTo>
                <a:lnTo>
                  <a:pt x="107" y="491"/>
                </a:lnTo>
                <a:lnTo>
                  <a:pt x="106" y="491"/>
                </a:lnTo>
                <a:lnTo>
                  <a:pt x="106" y="490"/>
                </a:lnTo>
                <a:lnTo>
                  <a:pt x="106" y="489"/>
                </a:lnTo>
                <a:lnTo>
                  <a:pt x="107" y="489"/>
                </a:lnTo>
                <a:lnTo>
                  <a:pt x="107" y="488"/>
                </a:lnTo>
                <a:lnTo>
                  <a:pt x="107" y="487"/>
                </a:lnTo>
                <a:lnTo>
                  <a:pt x="107" y="486"/>
                </a:lnTo>
                <a:lnTo>
                  <a:pt x="108" y="484"/>
                </a:lnTo>
                <a:lnTo>
                  <a:pt x="108" y="483"/>
                </a:lnTo>
                <a:lnTo>
                  <a:pt x="108" y="482"/>
                </a:lnTo>
                <a:lnTo>
                  <a:pt x="108" y="481"/>
                </a:lnTo>
                <a:lnTo>
                  <a:pt x="107" y="480"/>
                </a:lnTo>
                <a:lnTo>
                  <a:pt x="107" y="481"/>
                </a:lnTo>
                <a:lnTo>
                  <a:pt x="106" y="482"/>
                </a:lnTo>
                <a:lnTo>
                  <a:pt x="107" y="482"/>
                </a:lnTo>
                <a:lnTo>
                  <a:pt x="107" y="483"/>
                </a:lnTo>
                <a:lnTo>
                  <a:pt x="106" y="482"/>
                </a:lnTo>
                <a:lnTo>
                  <a:pt x="105" y="482"/>
                </a:lnTo>
                <a:lnTo>
                  <a:pt x="105" y="481"/>
                </a:lnTo>
                <a:lnTo>
                  <a:pt x="104" y="481"/>
                </a:lnTo>
                <a:lnTo>
                  <a:pt x="103" y="482"/>
                </a:lnTo>
                <a:lnTo>
                  <a:pt x="103" y="483"/>
                </a:lnTo>
                <a:lnTo>
                  <a:pt x="102" y="483"/>
                </a:lnTo>
                <a:lnTo>
                  <a:pt x="101" y="484"/>
                </a:lnTo>
                <a:lnTo>
                  <a:pt x="100" y="485"/>
                </a:lnTo>
                <a:lnTo>
                  <a:pt x="99" y="485"/>
                </a:lnTo>
                <a:lnTo>
                  <a:pt x="98" y="485"/>
                </a:lnTo>
                <a:lnTo>
                  <a:pt x="97" y="485"/>
                </a:lnTo>
                <a:lnTo>
                  <a:pt x="96" y="485"/>
                </a:lnTo>
                <a:lnTo>
                  <a:pt x="95" y="485"/>
                </a:lnTo>
                <a:lnTo>
                  <a:pt x="95" y="487"/>
                </a:lnTo>
                <a:lnTo>
                  <a:pt x="95" y="488"/>
                </a:lnTo>
                <a:lnTo>
                  <a:pt x="94" y="488"/>
                </a:lnTo>
                <a:lnTo>
                  <a:pt x="94" y="487"/>
                </a:lnTo>
                <a:lnTo>
                  <a:pt x="94" y="486"/>
                </a:lnTo>
                <a:lnTo>
                  <a:pt x="93" y="486"/>
                </a:lnTo>
                <a:lnTo>
                  <a:pt x="92" y="485"/>
                </a:lnTo>
                <a:lnTo>
                  <a:pt x="92" y="484"/>
                </a:lnTo>
                <a:lnTo>
                  <a:pt x="93" y="484"/>
                </a:lnTo>
                <a:lnTo>
                  <a:pt x="94" y="484"/>
                </a:lnTo>
                <a:lnTo>
                  <a:pt x="94" y="483"/>
                </a:lnTo>
                <a:lnTo>
                  <a:pt x="94" y="482"/>
                </a:lnTo>
                <a:lnTo>
                  <a:pt x="94" y="481"/>
                </a:lnTo>
                <a:lnTo>
                  <a:pt x="94" y="480"/>
                </a:lnTo>
                <a:lnTo>
                  <a:pt x="94" y="479"/>
                </a:lnTo>
                <a:lnTo>
                  <a:pt x="94" y="478"/>
                </a:lnTo>
                <a:lnTo>
                  <a:pt x="94" y="477"/>
                </a:lnTo>
                <a:lnTo>
                  <a:pt x="93" y="476"/>
                </a:lnTo>
                <a:lnTo>
                  <a:pt x="93" y="475"/>
                </a:lnTo>
                <a:lnTo>
                  <a:pt x="93" y="474"/>
                </a:lnTo>
                <a:lnTo>
                  <a:pt x="92" y="473"/>
                </a:lnTo>
                <a:lnTo>
                  <a:pt x="91" y="473"/>
                </a:lnTo>
                <a:lnTo>
                  <a:pt x="91" y="472"/>
                </a:lnTo>
                <a:lnTo>
                  <a:pt x="90" y="472"/>
                </a:lnTo>
                <a:lnTo>
                  <a:pt x="88" y="472"/>
                </a:lnTo>
                <a:lnTo>
                  <a:pt x="88" y="473"/>
                </a:lnTo>
                <a:lnTo>
                  <a:pt x="87" y="473"/>
                </a:lnTo>
                <a:lnTo>
                  <a:pt x="87" y="474"/>
                </a:lnTo>
                <a:lnTo>
                  <a:pt x="86" y="474"/>
                </a:lnTo>
                <a:lnTo>
                  <a:pt x="86" y="475"/>
                </a:lnTo>
                <a:lnTo>
                  <a:pt x="86" y="474"/>
                </a:lnTo>
                <a:lnTo>
                  <a:pt x="86" y="473"/>
                </a:lnTo>
                <a:lnTo>
                  <a:pt x="86" y="472"/>
                </a:lnTo>
                <a:lnTo>
                  <a:pt x="86" y="471"/>
                </a:lnTo>
                <a:lnTo>
                  <a:pt x="85" y="471"/>
                </a:lnTo>
                <a:lnTo>
                  <a:pt x="84" y="472"/>
                </a:lnTo>
                <a:lnTo>
                  <a:pt x="83" y="472"/>
                </a:lnTo>
                <a:lnTo>
                  <a:pt x="83" y="471"/>
                </a:lnTo>
                <a:lnTo>
                  <a:pt x="82" y="469"/>
                </a:lnTo>
                <a:lnTo>
                  <a:pt x="81" y="468"/>
                </a:lnTo>
                <a:lnTo>
                  <a:pt x="80" y="468"/>
                </a:lnTo>
                <a:lnTo>
                  <a:pt x="80" y="467"/>
                </a:lnTo>
                <a:lnTo>
                  <a:pt x="81" y="467"/>
                </a:lnTo>
                <a:lnTo>
                  <a:pt x="81" y="466"/>
                </a:lnTo>
                <a:lnTo>
                  <a:pt x="80" y="465"/>
                </a:lnTo>
                <a:lnTo>
                  <a:pt x="80" y="464"/>
                </a:lnTo>
                <a:lnTo>
                  <a:pt x="80" y="462"/>
                </a:lnTo>
                <a:lnTo>
                  <a:pt x="80" y="459"/>
                </a:lnTo>
                <a:lnTo>
                  <a:pt x="81" y="459"/>
                </a:lnTo>
                <a:lnTo>
                  <a:pt x="81" y="458"/>
                </a:lnTo>
                <a:lnTo>
                  <a:pt x="81" y="457"/>
                </a:lnTo>
                <a:lnTo>
                  <a:pt x="81" y="456"/>
                </a:lnTo>
                <a:lnTo>
                  <a:pt x="81" y="455"/>
                </a:lnTo>
                <a:lnTo>
                  <a:pt x="81" y="454"/>
                </a:lnTo>
                <a:lnTo>
                  <a:pt x="82" y="453"/>
                </a:lnTo>
                <a:lnTo>
                  <a:pt x="81" y="452"/>
                </a:lnTo>
                <a:lnTo>
                  <a:pt x="81" y="451"/>
                </a:lnTo>
                <a:lnTo>
                  <a:pt x="82" y="451"/>
                </a:lnTo>
                <a:lnTo>
                  <a:pt x="82" y="450"/>
                </a:lnTo>
                <a:lnTo>
                  <a:pt x="83" y="451"/>
                </a:lnTo>
                <a:lnTo>
                  <a:pt x="83" y="452"/>
                </a:lnTo>
                <a:lnTo>
                  <a:pt x="84" y="453"/>
                </a:lnTo>
                <a:lnTo>
                  <a:pt x="85" y="454"/>
                </a:lnTo>
                <a:lnTo>
                  <a:pt x="86" y="454"/>
                </a:lnTo>
                <a:lnTo>
                  <a:pt x="86" y="455"/>
                </a:lnTo>
                <a:lnTo>
                  <a:pt x="87" y="454"/>
                </a:lnTo>
                <a:lnTo>
                  <a:pt x="88" y="454"/>
                </a:lnTo>
                <a:lnTo>
                  <a:pt x="88" y="453"/>
                </a:lnTo>
                <a:lnTo>
                  <a:pt x="88" y="452"/>
                </a:lnTo>
                <a:lnTo>
                  <a:pt x="89" y="452"/>
                </a:lnTo>
                <a:lnTo>
                  <a:pt x="89" y="451"/>
                </a:lnTo>
                <a:lnTo>
                  <a:pt x="89" y="450"/>
                </a:lnTo>
                <a:lnTo>
                  <a:pt x="89" y="451"/>
                </a:lnTo>
                <a:lnTo>
                  <a:pt x="90" y="451"/>
                </a:lnTo>
                <a:lnTo>
                  <a:pt x="90" y="450"/>
                </a:lnTo>
                <a:lnTo>
                  <a:pt x="90" y="449"/>
                </a:lnTo>
                <a:lnTo>
                  <a:pt x="91" y="448"/>
                </a:lnTo>
                <a:lnTo>
                  <a:pt x="90" y="447"/>
                </a:lnTo>
                <a:lnTo>
                  <a:pt x="91" y="447"/>
                </a:lnTo>
                <a:lnTo>
                  <a:pt x="90" y="447"/>
                </a:lnTo>
                <a:lnTo>
                  <a:pt x="90" y="446"/>
                </a:lnTo>
                <a:lnTo>
                  <a:pt x="91" y="446"/>
                </a:lnTo>
                <a:lnTo>
                  <a:pt x="92" y="446"/>
                </a:lnTo>
                <a:lnTo>
                  <a:pt x="91" y="445"/>
                </a:lnTo>
                <a:lnTo>
                  <a:pt x="92" y="445"/>
                </a:lnTo>
                <a:lnTo>
                  <a:pt x="92" y="444"/>
                </a:lnTo>
                <a:lnTo>
                  <a:pt x="93" y="443"/>
                </a:lnTo>
                <a:lnTo>
                  <a:pt x="94" y="443"/>
                </a:lnTo>
                <a:lnTo>
                  <a:pt x="94" y="442"/>
                </a:lnTo>
                <a:lnTo>
                  <a:pt x="93" y="442"/>
                </a:lnTo>
                <a:lnTo>
                  <a:pt x="93" y="441"/>
                </a:lnTo>
                <a:lnTo>
                  <a:pt x="93" y="440"/>
                </a:lnTo>
                <a:lnTo>
                  <a:pt x="93" y="439"/>
                </a:lnTo>
                <a:lnTo>
                  <a:pt x="94" y="439"/>
                </a:lnTo>
                <a:lnTo>
                  <a:pt x="94" y="438"/>
                </a:lnTo>
                <a:lnTo>
                  <a:pt x="94" y="437"/>
                </a:lnTo>
                <a:lnTo>
                  <a:pt x="95" y="437"/>
                </a:lnTo>
                <a:lnTo>
                  <a:pt x="94" y="436"/>
                </a:lnTo>
                <a:lnTo>
                  <a:pt x="94" y="435"/>
                </a:lnTo>
                <a:lnTo>
                  <a:pt x="94" y="434"/>
                </a:lnTo>
                <a:lnTo>
                  <a:pt x="94" y="433"/>
                </a:lnTo>
                <a:lnTo>
                  <a:pt x="93" y="434"/>
                </a:lnTo>
                <a:lnTo>
                  <a:pt x="92" y="434"/>
                </a:lnTo>
                <a:lnTo>
                  <a:pt x="92" y="433"/>
                </a:lnTo>
                <a:lnTo>
                  <a:pt x="92" y="431"/>
                </a:lnTo>
                <a:lnTo>
                  <a:pt x="93" y="430"/>
                </a:lnTo>
                <a:lnTo>
                  <a:pt x="94" y="430"/>
                </a:lnTo>
                <a:lnTo>
                  <a:pt x="94" y="429"/>
                </a:lnTo>
                <a:lnTo>
                  <a:pt x="95" y="429"/>
                </a:lnTo>
                <a:lnTo>
                  <a:pt x="95" y="428"/>
                </a:lnTo>
                <a:lnTo>
                  <a:pt x="96" y="427"/>
                </a:lnTo>
                <a:lnTo>
                  <a:pt x="95" y="427"/>
                </a:lnTo>
                <a:lnTo>
                  <a:pt x="95" y="426"/>
                </a:lnTo>
                <a:lnTo>
                  <a:pt x="95" y="425"/>
                </a:lnTo>
                <a:lnTo>
                  <a:pt x="96" y="424"/>
                </a:lnTo>
                <a:lnTo>
                  <a:pt x="97" y="423"/>
                </a:lnTo>
                <a:lnTo>
                  <a:pt x="97" y="422"/>
                </a:lnTo>
                <a:lnTo>
                  <a:pt x="97" y="421"/>
                </a:lnTo>
                <a:lnTo>
                  <a:pt x="97" y="420"/>
                </a:lnTo>
                <a:lnTo>
                  <a:pt x="98" y="420"/>
                </a:lnTo>
                <a:lnTo>
                  <a:pt x="98" y="419"/>
                </a:lnTo>
                <a:lnTo>
                  <a:pt x="98" y="418"/>
                </a:lnTo>
                <a:lnTo>
                  <a:pt x="98" y="417"/>
                </a:lnTo>
                <a:lnTo>
                  <a:pt x="97" y="417"/>
                </a:lnTo>
                <a:lnTo>
                  <a:pt x="97" y="416"/>
                </a:lnTo>
                <a:lnTo>
                  <a:pt x="98" y="416"/>
                </a:lnTo>
                <a:lnTo>
                  <a:pt x="98" y="415"/>
                </a:lnTo>
                <a:lnTo>
                  <a:pt x="99" y="414"/>
                </a:lnTo>
                <a:lnTo>
                  <a:pt x="98" y="412"/>
                </a:lnTo>
                <a:lnTo>
                  <a:pt x="97" y="411"/>
                </a:lnTo>
                <a:lnTo>
                  <a:pt x="97" y="410"/>
                </a:lnTo>
                <a:lnTo>
                  <a:pt x="97" y="409"/>
                </a:lnTo>
                <a:lnTo>
                  <a:pt x="98" y="409"/>
                </a:lnTo>
                <a:lnTo>
                  <a:pt x="99" y="409"/>
                </a:lnTo>
                <a:lnTo>
                  <a:pt x="100" y="410"/>
                </a:lnTo>
                <a:lnTo>
                  <a:pt x="100" y="411"/>
                </a:lnTo>
                <a:lnTo>
                  <a:pt x="101" y="411"/>
                </a:lnTo>
                <a:lnTo>
                  <a:pt x="102" y="411"/>
                </a:lnTo>
                <a:lnTo>
                  <a:pt x="102" y="410"/>
                </a:lnTo>
                <a:lnTo>
                  <a:pt x="103" y="409"/>
                </a:lnTo>
                <a:lnTo>
                  <a:pt x="104" y="409"/>
                </a:lnTo>
                <a:lnTo>
                  <a:pt x="104" y="408"/>
                </a:lnTo>
                <a:lnTo>
                  <a:pt x="105" y="408"/>
                </a:lnTo>
                <a:lnTo>
                  <a:pt x="105" y="407"/>
                </a:lnTo>
                <a:lnTo>
                  <a:pt x="105" y="406"/>
                </a:lnTo>
                <a:lnTo>
                  <a:pt x="105" y="405"/>
                </a:lnTo>
                <a:lnTo>
                  <a:pt x="105" y="404"/>
                </a:lnTo>
                <a:lnTo>
                  <a:pt x="104" y="404"/>
                </a:lnTo>
                <a:lnTo>
                  <a:pt x="104" y="403"/>
                </a:lnTo>
                <a:lnTo>
                  <a:pt x="104" y="402"/>
                </a:lnTo>
                <a:lnTo>
                  <a:pt x="104" y="400"/>
                </a:lnTo>
                <a:lnTo>
                  <a:pt x="104" y="399"/>
                </a:lnTo>
                <a:lnTo>
                  <a:pt x="104" y="398"/>
                </a:lnTo>
                <a:lnTo>
                  <a:pt x="105" y="398"/>
                </a:lnTo>
                <a:lnTo>
                  <a:pt x="105" y="397"/>
                </a:lnTo>
                <a:lnTo>
                  <a:pt x="106" y="397"/>
                </a:lnTo>
                <a:lnTo>
                  <a:pt x="106" y="396"/>
                </a:lnTo>
                <a:lnTo>
                  <a:pt x="106" y="395"/>
                </a:lnTo>
                <a:lnTo>
                  <a:pt x="106" y="394"/>
                </a:lnTo>
                <a:lnTo>
                  <a:pt x="106" y="393"/>
                </a:lnTo>
                <a:lnTo>
                  <a:pt x="107" y="393"/>
                </a:lnTo>
                <a:lnTo>
                  <a:pt x="107" y="392"/>
                </a:lnTo>
                <a:lnTo>
                  <a:pt x="108" y="392"/>
                </a:lnTo>
                <a:lnTo>
                  <a:pt x="108" y="391"/>
                </a:lnTo>
                <a:lnTo>
                  <a:pt x="107" y="391"/>
                </a:lnTo>
                <a:lnTo>
                  <a:pt x="107" y="390"/>
                </a:lnTo>
                <a:lnTo>
                  <a:pt x="107" y="389"/>
                </a:lnTo>
                <a:lnTo>
                  <a:pt x="107" y="388"/>
                </a:lnTo>
                <a:lnTo>
                  <a:pt x="107" y="387"/>
                </a:lnTo>
                <a:lnTo>
                  <a:pt x="108" y="386"/>
                </a:lnTo>
                <a:lnTo>
                  <a:pt x="108" y="385"/>
                </a:lnTo>
                <a:lnTo>
                  <a:pt x="109" y="384"/>
                </a:lnTo>
                <a:lnTo>
                  <a:pt x="110" y="384"/>
                </a:lnTo>
                <a:lnTo>
                  <a:pt x="110" y="383"/>
                </a:lnTo>
                <a:lnTo>
                  <a:pt x="111" y="382"/>
                </a:lnTo>
                <a:lnTo>
                  <a:pt x="111" y="381"/>
                </a:lnTo>
                <a:lnTo>
                  <a:pt x="112" y="381"/>
                </a:lnTo>
                <a:lnTo>
                  <a:pt x="113" y="379"/>
                </a:lnTo>
                <a:lnTo>
                  <a:pt x="114" y="379"/>
                </a:lnTo>
                <a:lnTo>
                  <a:pt x="115" y="379"/>
                </a:lnTo>
                <a:lnTo>
                  <a:pt x="115" y="378"/>
                </a:lnTo>
                <a:lnTo>
                  <a:pt x="116" y="378"/>
                </a:lnTo>
                <a:lnTo>
                  <a:pt x="117" y="378"/>
                </a:lnTo>
                <a:lnTo>
                  <a:pt x="119" y="378"/>
                </a:lnTo>
                <a:lnTo>
                  <a:pt x="120" y="377"/>
                </a:lnTo>
                <a:lnTo>
                  <a:pt x="120" y="376"/>
                </a:lnTo>
                <a:lnTo>
                  <a:pt x="120" y="375"/>
                </a:lnTo>
                <a:lnTo>
                  <a:pt x="120" y="374"/>
                </a:lnTo>
                <a:lnTo>
                  <a:pt x="121" y="373"/>
                </a:lnTo>
                <a:lnTo>
                  <a:pt x="122" y="373"/>
                </a:lnTo>
                <a:lnTo>
                  <a:pt x="123" y="373"/>
                </a:lnTo>
                <a:lnTo>
                  <a:pt x="123" y="372"/>
                </a:lnTo>
                <a:lnTo>
                  <a:pt x="123" y="371"/>
                </a:lnTo>
                <a:lnTo>
                  <a:pt x="122" y="370"/>
                </a:lnTo>
                <a:lnTo>
                  <a:pt x="121" y="369"/>
                </a:lnTo>
                <a:lnTo>
                  <a:pt x="121" y="368"/>
                </a:lnTo>
                <a:lnTo>
                  <a:pt x="121" y="367"/>
                </a:lnTo>
                <a:lnTo>
                  <a:pt x="121" y="365"/>
                </a:lnTo>
                <a:lnTo>
                  <a:pt x="121" y="364"/>
                </a:lnTo>
                <a:lnTo>
                  <a:pt x="120" y="364"/>
                </a:lnTo>
                <a:lnTo>
                  <a:pt x="119" y="364"/>
                </a:lnTo>
                <a:lnTo>
                  <a:pt x="118" y="363"/>
                </a:lnTo>
                <a:lnTo>
                  <a:pt x="117" y="362"/>
                </a:lnTo>
                <a:lnTo>
                  <a:pt x="117" y="360"/>
                </a:lnTo>
                <a:lnTo>
                  <a:pt x="118" y="360"/>
                </a:lnTo>
                <a:lnTo>
                  <a:pt x="118" y="359"/>
                </a:lnTo>
                <a:lnTo>
                  <a:pt x="118" y="358"/>
                </a:lnTo>
                <a:lnTo>
                  <a:pt x="117" y="358"/>
                </a:lnTo>
                <a:lnTo>
                  <a:pt x="117" y="357"/>
                </a:lnTo>
                <a:lnTo>
                  <a:pt x="116" y="356"/>
                </a:lnTo>
                <a:lnTo>
                  <a:pt x="115" y="355"/>
                </a:lnTo>
                <a:lnTo>
                  <a:pt x="114" y="354"/>
                </a:lnTo>
                <a:lnTo>
                  <a:pt x="114" y="353"/>
                </a:lnTo>
                <a:lnTo>
                  <a:pt x="113" y="353"/>
                </a:lnTo>
                <a:lnTo>
                  <a:pt x="111" y="352"/>
                </a:lnTo>
                <a:lnTo>
                  <a:pt x="110" y="352"/>
                </a:lnTo>
                <a:lnTo>
                  <a:pt x="110" y="351"/>
                </a:lnTo>
                <a:lnTo>
                  <a:pt x="111" y="350"/>
                </a:lnTo>
                <a:lnTo>
                  <a:pt x="111" y="349"/>
                </a:lnTo>
                <a:lnTo>
                  <a:pt x="111" y="348"/>
                </a:lnTo>
                <a:lnTo>
                  <a:pt x="111" y="347"/>
                </a:lnTo>
                <a:lnTo>
                  <a:pt x="110" y="347"/>
                </a:lnTo>
                <a:lnTo>
                  <a:pt x="111" y="346"/>
                </a:lnTo>
                <a:lnTo>
                  <a:pt x="110" y="346"/>
                </a:lnTo>
                <a:lnTo>
                  <a:pt x="110" y="345"/>
                </a:lnTo>
                <a:lnTo>
                  <a:pt x="109" y="344"/>
                </a:lnTo>
                <a:lnTo>
                  <a:pt x="108" y="344"/>
                </a:lnTo>
                <a:lnTo>
                  <a:pt x="107" y="345"/>
                </a:lnTo>
                <a:lnTo>
                  <a:pt x="106" y="345"/>
                </a:lnTo>
                <a:lnTo>
                  <a:pt x="106" y="344"/>
                </a:lnTo>
                <a:lnTo>
                  <a:pt x="104" y="344"/>
                </a:lnTo>
                <a:lnTo>
                  <a:pt x="103" y="344"/>
                </a:lnTo>
                <a:lnTo>
                  <a:pt x="102" y="344"/>
                </a:lnTo>
                <a:lnTo>
                  <a:pt x="101" y="345"/>
                </a:lnTo>
                <a:lnTo>
                  <a:pt x="100" y="345"/>
                </a:lnTo>
                <a:lnTo>
                  <a:pt x="99" y="344"/>
                </a:lnTo>
                <a:lnTo>
                  <a:pt x="98" y="344"/>
                </a:lnTo>
                <a:lnTo>
                  <a:pt x="98" y="343"/>
                </a:lnTo>
                <a:lnTo>
                  <a:pt x="98" y="342"/>
                </a:lnTo>
                <a:lnTo>
                  <a:pt x="97" y="342"/>
                </a:lnTo>
                <a:lnTo>
                  <a:pt x="97" y="341"/>
                </a:lnTo>
                <a:lnTo>
                  <a:pt x="98" y="340"/>
                </a:lnTo>
                <a:lnTo>
                  <a:pt x="98" y="339"/>
                </a:lnTo>
                <a:lnTo>
                  <a:pt x="98" y="338"/>
                </a:lnTo>
                <a:lnTo>
                  <a:pt x="99" y="337"/>
                </a:lnTo>
                <a:lnTo>
                  <a:pt x="99" y="336"/>
                </a:lnTo>
                <a:lnTo>
                  <a:pt x="98" y="336"/>
                </a:lnTo>
                <a:lnTo>
                  <a:pt x="97" y="335"/>
                </a:lnTo>
                <a:lnTo>
                  <a:pt x="97" y="334"/>
                </a:lnTo>
                <a:lnTo>
                  <a:pt x="96" y="334"/>
                </a:lnTo>
                <a:lnTo>
                  <a:pt x="95" y="333"/>
                </a:lnTo>
                <a:lnTo>
                  <a:pt x="96" y="332"/>
                </a:lnTo>
                <a:lnTo>
                  <a:pt x="95" y="330"/>
                </a:lnTo>
                <a:lnTo>
                  <a:pt x="94" y="330"/>
                </a:lnTo>
                <a:lnTo>
                  <a:pt x="93" y="329"/>
                </a:lnTo>
                <a:lnTo>
                  <a:pt x="94" y="329"/>
                </a:lnTo>
                <a:lnTo>
                  <a:pt x="93" y="328"/>
                </a:lnTo>
                <a:lnTo>
                  <a:pt x="92" y="329"/>
                </a:lnTo>
                <a:lnTo>
                  <a:pt x="92" y="328"/>
                </a:lnTo>
                <a:lnTo>
                  <a:pt x="91" y="328"/>
                </a:lnTo>
                <a:lnTo>
                  <a:pt x="91" y="329"/>
                </a:lnTo>
                <a:lnTo>
                  <a:pt x="91" y="332"/>
                </a:lnTo>
                <a:lnTo>
                  <a:pt x="90" y="332"/>
                </a:lnTo>
                <a:lnTo>
                  <a:pt x="90" y="333"/>
                </a:lnTo>
                <a:lnTo>
                  <a:pt x="89" y="334"/>
                </a:lnTo>
                <a:lnTo>
                  <a:pt x="89" y="335"/>
                </a:lnTo>
                <a:lnTo>
                  <a:pt x="89" y="336"/>
                </a:lnTo>
                <a:lnTo>
                  <a:pt x="88" y="336"/>
                </a:lnTo>
                <a:lnTo>
                  <a:pt x="88" y="337"/>
                </a:lnTo>
                <a:lnTo>
                  <a:pt x="87" y="337"/>
                </a:lnTo>
                <a:lnTo>
                  <a:pt x="87" y="338"/>
                </a:lnTo>
                <a:lnTo>
                  <a:pt x="87" y="339"/>
                </a:lnTo>
                <a:lnTo>
                  <a:pt x="85" y="340"/>
                </a:lnTo>
                <a:lnTo>
                  <a:pt x="84" y="340"/>
                </a:lnTo>
                <a:lnTo>
                  <a:pt x="83" y="340"/>
                </a:lnTo>
                <a:lnTo>
                  <a:pt x="82" y="340"/>
                </a:lnTo>
                <a:lnTo>
                  <a:pt x="82" y="341"/>
                </a:lnTo>
                <a:lnTo>
                  <a:pt x="81" y="341"/>
                </a:lnTo>
                <a:lnTo>
                  <a:pt x="80" y="341"/>
                </a:lnTo>
                <a:lnTo>
                  <a:pt x="80" y="340"/>
                </a:lnTo>
                <a:lnTo>
                  <a:pt x="80" y="339"/>
                </a:lnTo>
                <a:lnTo>
                  <a:pt x="79" y="339"/>
                </a:lnTo>
                <a:lnTo>
                  <a:pt x="78" y="338"/>
                </a:lnTo>
                <a:lnTo>
                  <a:pt x="77" y="338"/>
                </a:lnTo>
                <a:lnTo>
                  <a:pt x="76" y="338"/>
                </a:lnTo>
                <a:lnTo>
                  <a:pt x="76" y="339"/>
                </a:lnTo>
                <a:lnTo>
                  <a:pt x="76" y="340"/>
                </a:lnTo>
                <a:lnTo>
                  <a:pt x="75" y="340"/>
                </a:lnTo>
                <a:lnTo>
                  <a:pt x="74" y="340"/>
                </a:lnTo>
                <a:lnTo>
                  <a:pt x="75" y="340"/>
                </a:lnTo>
                <a:lnTo>
                  <a:pt x="74" y="340"/>
                </a:lnTo>
                <a:lnTo>
                  <a:pt x="74" y="339"/>
                </a:lnTo>
                <a:lnTo>
                  <a:pt x="73" y="339"/>
                </a:lnTo>
                <a:lnTo>
                  <a:pt x="72" y="339"/>
                </a:lnTo>
                <a:lnTo>
                  <a:pt x="71" y="340"/>
                </a:lnTo>
                <a:lnTo>
                  <a:pt x="70" y="340"/>
                </a:lnTo>
                <a:lnTo>
                  <a:pt x="68" y="339"/>
                </a:lnTo>
                <a:lnTo>
                  <a:pt x="67" y="338"/>
                </a:lnTo>
                <a:lnTo>
                  <a:pt x="66" y="338"/>
                </a:lnTo>
                <a:lnTo>
                  <a:pt x="65" y="338"/>
                </a:lnTo>
                <a:lnTo>
                  <a:pt x="64" y="338"/>
                </a:lnTo>
                <a:lnTo>
                  <a:pt x="64" y="337"/>
                </a:lnTo>
                <a:lnTo>
                  <a:pt x="63" y="336"/>
                </a:lnTo>
                <a:lnTo>
                  <a:pt x="62" y="336"/>
                </a:lnTo>
                <a:lnTo>
                  <a:pt x="62" y="337"/>
                </a:lnTo>
                <a:lnTo>
                  <a:pt x="61" y="337"/>
                </a:lnTo>
                <a:lnTo>
                  <a:pt x="60" y="337"/>
                </a:lnTo>
                <a:lnTo>
                  <a:pt x="59" y="337"/>
                </a:lnTo>
                <a:lnTo>
                  <a:pt x="59" y="338"/>
                </a:lnTo>
                <a:lnTo>
                  <a:pt x="58" y="338"/>
                </a:lnTo>
                <a:lnTo>
                  <a:pt x="58" y="339"/>
                </a:lnTo>
                <a:lnTo>
                  <a:pt x="57" y="340"/>
                </a:lnTo>
                <a:lnTo>
                  <a:pt x="57" y="341"/>
                </a:lnTo>
                <a:lnTo>
                  <a:pt x="57" y="342"/>
                </a:lnTo>
                <a:lnTo>
                  <a:pt x="56" y="342"/>
                </a:lnTo>
                <a:lnTo>
                  <a:pt x="56" y="343"/>
                </a:lnTo>
                <a:lnTo>
                  <a:pt x="55" y="344"/>
                </a:lnTo>
                <a:lnTo>
                  <a:pt x="54" y="345"/>
                </a:lnTo>
                <a:lnTo>
                  <a:pt x="53" y="346"/>
                </a:lnTo>
                <a:lnTo>
                  <a:pt x="52" y="347"/>
                </a:lnTo>
                <a:lnTo>
                  <a:pt x="52" y="349"/>
                </a:lnTo>
                <a:lnTo>
                  <a:pt x="53" y="349"/>
                </a:lnTo>
                <a:lnTo>
                  <a:pt x="53" y="350"/>
                </a:lnTo>
                <a:lnTo>
                  <a:pt x="53" y="351"/>
                </a:lnTo>
                <a:lnTo>
                  <a:pt x="53" y="352"/>
                </a:lnTo>
                <a:lnTo>
                  <a:pt x="53" y="353"/>
                </a:lnTo>
                <a:lnTo>
                  <a:pt x="52" y="353"/>
                </a:lnTo>
                <a:lnTo>
                  <a:pt x="52" y="354"/>
                </a:lnTo>
                <a:lnTo>
                  <a:pt x="51" y="354"/>
                </a:lnTo>
                <a:lnTo>
                  <a:pt x="50" y="355"/>
                </a:lnTo>
                <a:lnTo>
                  <a:pt x="50" y="354"/>
                </a:lnTo>
                <a:lnTo>
                  <a:pt x="49" y="353"/>
                </a:lnTo>
                <a:lnTo>
                  <a:pt x="49" y="354"/>
                </a:lnTo>
                <a:lnTo>
                  <a:pt x="48" y="353"/>
                </a:lnTo>
                <a:lnTo>
                  <a:pt x="47" y="354"/>
                </a:lnTo>
                <a:lnTo>
                  <a:pt x="47" y="353"/>
                </a:lnTo>
                <a:lnTo>
                  <a:pt x="46" y="354"/>
                </a:lnTo>
                <a:lnTo>
                  <a:pt x="45" y="354"/>
                </a:lnTo>
                <a:lnTo>
                  <a:pt x="45" y="353"/>
                </a:lnTo>
                <a:lnTo>
                  <a:pt x="44" y="353"/>
                </a:lnTo>
                <a:lnTo>
                  <a:pt x="43" y="353"/>
                </a:lnTo>
                <a:lnTo>
                  <a:pt x="42" y="353"/>
                </a:lnTo>
                <a:lnTo>
                  <a:pt x="41" y="353"/>
                </a:lnTo>
                <a:lnTo>
                  <a:pt x="40" y="353"/>
                </a:lnTo>
                <a:lnTo>
                  <a:pt x="39" y="353"/>
                </a:lnTo>
                <a:lnTo>
                  <a:pt x="38" y="353"/>
                </a:lnTo>
                <a:lnTo>
                  <a:pt x="37" y="353"/>
                </a:lnTo>
                <a:lnTo>
                  <a:pt x="35" y="353"/>
                </a:lnTo>
                <a:lnTo>
                  <a:pt x="35" y="354"/>
                </a:lnTo>
                <a:lnTo>
                  <a:pt x="34" y="353"/>
                </a:lnTo>
                <a:lnTo>
                  <a:pt x="33" y="353"/>
                </a:lnTo>
                <a:lnTo>
                  <a:pt x="32" y="353"/>
                </a:lnTo>
                <a:lnTo>
                  <a:pt x="31" y="353"/>
                </a:lnTo>
                <a:lnTo>
                  <a:pt x="30" y="353"/>
                </a:lnTo>
                <a:lnTo>
                  <a:pt x="29" y="353"/>
                </a:lnTo>
                <a:lnTo>
                  <a:pt x="28" y="352"/>
                </a:lnTo>
                <a:lnTo>
                  <a:pt x="27" y="352"/>
                </a:lnTo>
                <a:lnTo>
                  <a:pt x="27" y="351"/>
                </a:lnTo>
                <a:lnTo>
                  <a:pt x="26" y="351"/>
                </a:lnTo>
                <a:lnTo>
                  <a:pt x="25" y="351"/>
                </a:lnTo>
                <a:lnTo>
                  <a:pt x="24" y="351"/>
                </a:lnTo>
                <a:lnTo>
                  <a:pt x="23" y="351"/>
                </a:lnTo>
                <a:lnTo>
                  <a:pt x="23" y="350"/>
                </a:lnTo>
                <a:lnTo>
                  <a:pt x="23" y="349"/>
                </a:lnTo>
                <a:lnTo>
                  <a:pt x="24" y="348"/>
                </a:lnTo>
                <a:lnTo>
                  <a:pt x="23" y="348"/>
                </a:lnTo>
                <a:lnTo>
                  <a:pt x="22" y="347"/>
                </a:lnTo>
                <a:lnTo>
                  <a:pt x="22" y="346"/>
                </a:lnTo>
                <a:lnTo>
                  <a:pt x="21" y="346"/>
                </a:lnTo>
                <a:lnTo>
                  <a:pt x="20" y="346"/>
                </a:lnTo>
                <a:lnTo>
                  <a:pt x="19" y="345"/>
                </a:lnTo>
                <a:lnTo>
                  <a:pt x="18" y="344"/>
                </a:lnTo>
                <a:lnTo>
                  <a:pt x="18" y="343"/>
                </a:lnTo>
                <a:lnTo>
                  <a:pt x="18" y="342"/>
                </a:lnTo>
                <a:lnTo>
                  <a:pt x="18" y="341"/>
                </a:lnTo>
                <a:lnTo>
                  <a:pt x="17" y="340"/>
                </a:lnTo>
                <a:lnTo>
                  <a:pt x="16" y="339"/>
                </a:lnTo>
                <a:lnTo>
                  <a:pt x="16" y="338"/>
                </a:lnTo>
                <a:lnTo>
                  <a:pt x="17" y="337"/>
                </a:lnTo>
                <a:lnTo>
                  <a:pt x="17" y="336"/>
                </a:lnTo>
                <a:lnTo>
                  <a:pt x="17" y="334"/>
                </a:lnTo>
                <a:lnTo>
                  <a:pt x="17" y="333"/>
                </a:lnTo>
                <a:lnTo>
                  <a:pt x="17" y="330"/>
                </a:lnTo>
                <a:lnTo>
                  <a:pt x="18" y="330"/>
                </a:lnTo>
                <a:lnTo>
                  <a:pt x="18" y="329"/>
                </a:lnTo>
                <a:lnTo>
                  <a:pt x="18" y="328"/>
                </a:lnTo>
                <a:lnTo>
                  <a:pt x="19" y="328"/>
                </a:lnTo>
                <a:lnTo>
                  <a:pt x="19" y="327"/>
                </a:lnTo>
                <a:lnTo>
                  <a:pt x="19" y="326"/>
                </a:lnTo>
                <a:lnTo>
                  <a:pt x="18" y="325"/>
                </a:lnTo>
                <a:lnTo>
                  <a:pt x="18" y="324"/>
                </a:lnTo>
                <a:lnTo>
                  <a:pt x="17" y="325"/>
                </a:lnTo>
                <a:lnTo>
                  <a:pt x="16" y="326"/>
                </a:lnTo>
                <a:lnTo>
                  <a:pt x="15" y="326"/>
                </a:lnTo>
                <a:lnTo>
                  <a:pt x="15" y="325"/>
                </a:lnTo>
                <a:lnTo>
                  <a:pt x="14" y="324"/>
                </a:lnTo>
                <a:lnTo>
                  <a:pt x="14" y="323"/>
                </a:lnTo>
                <a:lnTo>
                  <a:pt x="14" y="322"/>
                </a:lnTo>
                <a:lnTo>
                  <a:pt x="13" y="322"/>
                </a:lnTo>
                <a:lnTo>
                  <a:pt x="13" y="321"/>
                </a:lnTo>
                <a:lnTo>
                  <a:pt x="13" y="320"/>
                </a:lnTo>
                <a:lnTo>
                  <a:pt x="13" y="319"/>
                </a:lnTo>
                <a:lnTo>
                  <a:pt x="12" y="319"/>
                </a:lnTo>
                <a:lnTo>
                  <a:pt x="12" y="318"/>
                </a:lnTo>
                <a:lnTo>
                  <a:pt x="11" y="317"/>
                </a:lnTo>
                <a:lnTo>
                  <a:pt x="11" y="316"/>
                </a:lnTo>
                <a:lnTo>
                  <a:pt x="11" y="315"/>
                </a:lnTo>
                <a:lnTo>
                  <a:pt x="11" y="314"/>
                </a:lnTo>
                <a:lnTo>
                  <a:pt x="12" y="312"/>
                </a:lnTo>
                <a:lnTo>
                  <a:pt x="13" y="312"/>
                </a:lnTo>
                <a:lnTo>
                  <a:pt x="13" y="311"/>
                </a:lnTo>
                <a:lnTo>
                  <a:pt x="14" y="311"/>
                </a:lnTo>
                <a:lnTo>
                  <a:pt x="14" y="310"/>
                </a:lnTo>
                <a:lnTo>
                  <a:pt x="13" y="310"/>
                </a:lnTo>
                <a:lnTo>
                  <a:pt x="14" y="309"/>
                </a:lnTo>
                <a:lnTo>
                  <a:pt x="15" y="309"/>
                </a:lnTo>
                <a:lnTo>
                  <a:pt x="16" y="309"/>
                </a:lnTo>
                <a:lnTo>
                  <a:pt x="17" y="309"/>
                </a:lnTo>
                <a:lnTo>
                  <a:pt x="17" y="308"/>
                </a:lnTo>
                <a:lnTo>
                  <a:pt x="18" y="308"/>
                </a:lnTo>
                <a:lnTo>
                  <a:pt x="19" y="308"/>
                </a:lnTo>
                <a:lnTo>
                  <a:pt x="20" y="307"/>
                </a:lnTo>
                <a:lnTo>
                  <a:pt x="20" y="306"/>
                </a:lnTo>
                <a:lnTo>
                  <a:pt x="19" y="306"/>
                </a:lnTo>
                <a:lnTo>
                  <a:pt x="19" y="305"/>
                </a:lnTo>
                <a:lnTo>
                  <a:pt x="19" y="304"/>
                </a:lnTo>
                <a:lnTo>
                  <a:pt x="19" y="303"/>
                </a:lnTo>
                <a:lnTo>
                  <a:pt x="18" y="303"/>
                </a:lnTo>
                <a:lnTo>
                  <a:pt x="18" y="302"/>
                </a:lnTo>
                <a:lnTo>
                  <a:pt x="18" y="301"/>
                </a:lnTo>
                <a:lnTo>
                  <a:pt x="19" y="300"/>
                </a:lnTo>
                <a:lnTo>
                  <a:pt x="20" y="299"/>
                </a:lnTo>
                <a:lnTo>
                  <a:pt x="20" y="298"/>
                </a:lnTo>
                <a:lnTo>
                  <a:pt x="20" y="297"/>
                </a:lnTo>
                <a:lnTo>
                  <a:pt x="19" y="297"/>
                </a:lnTo>
                <a:lnTo>
                  <a:pt x="18" y="296"/>
                </a:lnTo>
                <a:lnTo>
                  <a:pt x="17" y="295"/>
                </a:lnTo>
                <a:lnTo>
                  <a:pt x="17" y="294"/>
                </a:lnTo>
                <a:lnTo>
                  <a:pt x="17" y="293"/>
                </a:lnTo>
                <a:lnTo>
                  <a:pt x="16" y="293"/>
                </a:lnTo>
                <a:lnTo>
                  <a:pt x="16" y="292"/>
                </a:lnTo>
                <a:lnTo>
                  <a:pt x="16" y="291"/>
                </a:lnTo>
                <a:lnTo>
                  <a:pt x="15" y="290"/>
                </a:lnTo>
                <a:lnTo>
                  <a:pt x="15" y="289"/>
                </a:lnTo>
                <a:lnTo>
                  <a:pt x="15" y="288"/>
                </a:lnTo>
                <a:lnTo>
                  <a:pt x="14" y="288"/>
                </a:lnTo>
                <a:lnTo>
                  <a:pt x="14" y="287"/>
                </a:lnTo>
                <a:lnTo>
                  <a:pt x="14" y="286"/>
                </a:lnTo>
                <a:lnTo>
                  <a:pt x="13" y="286"/>
                </a:lnTo>
                <a:lnTo>
                  <a:pt x="12" y="285"/>
                </a:lnTo>
                <a:lnTo>
                  <a:pt x="12" y="284"/>
                </a:lnTo>
                <a:lnTo>
                  <a:pt x="11" y="284"/>
                </a:lnTo>
                <a:lnTo>
                  <a:pt x="10" y="284"/>
                </a:lnTo>
                <a:lnTo>
                  <a:pt x="8" y="284"/>
                </a:lnTo>
                <a:lnTo>
                  <a:pt x="7" y="285"/>
                </a:lnTo>
                <a:lnTo>
                  <a:pt x="6" y="286"/>
                </a:lnTo>
                <a:lnTo>
                  <a:pt x="6" y="287"/>
                </a:lnTo>
                <a:lnTo>
                  <a:pt x="4" y="289"/>
                </a:lnTo>
                <a:lnTo>
                  <a:pt x="3" y="289"/>
                </a:lnTo>
                <a:lnTo>
                  <a:pt x="2" y="289"/>
                </a:lnTo>
                <a:lnTo>
                  <a:pt x="1" y="289"/>
                </a:lnTo>
                <a:lnTo>
                  <a:pt x="1" y="290"/>
                </a:lnTo>
                <a:lnTo>
                  <a:pt x="1" y="289"/>
                </a:lnTo>
                <a:lnTo>
                  <a:pt x="2" y="289"/>
                </a:lnTo>
                <a:lnTo>
                  <a:pt x="2" y="288"/>
                </a:lnTo>
                <a:lnTo>
                  <a:pt x="3" y="288"/>
                </a:lnTo>
                <a:lnTo>
                  <a:pt x="3" y="287"/>
                </a:lnTo>
                <a:lnTo>
                  <a:pt x="2" y="287"/>
                </a:lnTo>
                <a:lnTo>
                  <a:pt x="2" y="286"/>
                </a:lnTo>
                <a:lnTo>
                  <a:pt x="2" y="285"/>
                </a:lnTo>
                <a:lnTo>
                  <a:pt x="1" y="285"/>
                </a:lnTo>
                <a:lnTo>
                  <a:pt x="1" y="284"/>
                </a:lnTo>
                <a:lnTo>
                  <a:pt x="0" y="283"/>
                </a:lnTo>
                <a:lnTo>
                  <a:pt x="0" y="282"/>
                </a:lnTo>
                <a:lnTo>
                  <a:pt x="1" y="282"/>
                </a:lnTo>
                <a:lnTo>
                  <a:pt x="1" y="281"/>
                </a:lnTo>
                <a:lnTo>
                  <a:pt x="1" y="280"/>
                </a:lnTo>
                <a:lnTo>
                  <a:pt x="2" y="280"/>
                </a:lnTo>
                <a:lnTo>
                  <a:pt x="3" y="281"/>
                </a:lnTo>
                <a:lnTo>
                  <a:pt x="4" y="281"/>
                </a:lnTo>
                <a:lnTo>
                  <a:pt x="5" y="282"/>
                </a:lnTo>
                <a:lnTo>
                  <a:pt x="6" y="282"/>
                </a:lnTo>
                <a:lnTo>
                  <a:pt x="7" y="282"/>
                </a:lnTo>
                <a:lnTo>
                  <a:pt x="7" y="281"/>
                </a:lnTo>
                <a:lnTo>
                  <a:pt x="6" y="280"/>
                </a:lnTo>
                <a:lnTo>
                  <a:pt x="6" y="279"/>
                </a:lnTo>
                <a:lnTo>
                  <a:pt x="6" y="278"/>
                </a:lnTo>
                <a:lnTo>
                  <a:pt x="5" y="278"/>
                </a:lnTo>
                <a:lnTo>
                  <a:pt x="5" y="279"/>
                </a:lnTo>
                <a:lnTo>
                  <a:pt x="4" y="278"/>
                </a:lnTo>
                <a:lnTo>
                  <a:pt x="3" y="278"/>
                </a:lnTo>
                <a:lnTo>
                  <a:pt x="2" y="278"/>
                </a:lnTo>
                <a:lnTo>
                  <a:pt x="2" y="277"/>
                </a:lnTo>
                <a:lnTo>
                  <a:pt x="3" y="277"/>
                </a:lnTo>
                <a:lnTo>
                  <a:pt x="3" y="276"/>
                </a:lnTo>
                <a:lnTo>
                  <a:pt x="3" y="275"/>
                </a:lnTo>
                <a:lnTo>
                  <a:pt x="4" y="275"/>
                </a:lnTo>
                <a:lnTo>
                  <a:pt x="5" y="275"/>
                </a:lnTo>
                <a:lnTo>
                  <a:pt x="5" y="274"/>
                </a:lnTo>
                <a:lnTo>
                  <a:pt x="6" y="274"/>
                </a:lnTo>
                <a:lnTo>
                  <a:pt x="7" y="275"/>
                </a:lnTo>
                <a:lnTo>
                  <a:pt x="8" y="274"/>
                </a:lnTo>
                <a:lnTo>
                  <a:pt x="8" y="273"/>
                </a:lnTo>
                <a:lnTo>
                  <a:pt x="9" y="273"/>
                </a:lnTo>
                <a:lnTo>
                  <a:pt x="10" y="274"/>
                </a:lnTo>
                <a:lnTo>
                  <a:pt x="11" y="274"/>
                </a:lnTo>
                <a:lnTo>
                  <a:pt x="11" y="273"/>
                </a:lnTo>
                <a:lnTo>
                  <a:pt x="12" y="273"/>
                </a:lnTo>
                <a:lnTo>
                  <a:pt x="13" y="273"/>
                </a:lnTo>
                <a:lnTo>
                  <a:pt x="13" y="272"/>
                </a:lnTo>
                <a:lnTo>
                  <a:pt x="12" y="271"/>
                </a:lnTo>
                <a:lnTo>
                  <a:pt x="12" y="270"/>
                </a:lnTo>
                <a:lnTo>
                  <a:pt x="13" y="270"/>
                </a:lnTo>
                <a:lnTo>
                  <a:pt x="14" y="270"/>
                </a:lnTo>
                <a:lnTo>
                  <a:pt x="14" y="269"/>
                </a:lnTo>
                <a:lnTo>
                  <a:pt x="14" y="268"/>
                </a:lnTo>
                <a:lnTo>
                  <a:pt x="15" y="267"/>
                </a:lnTo>
                <a:lnTo>
                  <a:pt x="16" y="267"/>
                </a:lnTo>
                <a:lnTo>
                  <a:pt x="16" y="266"/>
                </a:lnTo>
                <a:lnTo>
                  <a:pt x="16" y="265"/>
                </a:lnTo>
                <a:lnTo>
                  <a:pt x="17" y="265"/>
                </a:lnTo>
                <a:lnTo>
                  <a:pt x="17" y="264"/>
                </a:lnTo>
                <a:lnTo>
                  <a:pt x="17" y="263"/>
                </a:lnTo>
                <a:lnTo>
                  <a:pt x="18" y="263"/>
                </a:lnTo>
                <a:lnTo>
                  <a:pt x="19" y="263"/>
                </a:lnTo>
                <a:lnTo>
                  <a:pt x="19" y="262"/>
                </a:lnTo>
                <a:lnTo>
                  <a:pt x="20" y="261"/>
                </a:lnTo>
                <a:lnTo>
                  <a:pt x="21" y="260"/>
                </a:lnTo>
                <a:lnTo>
                  <a:pt x="22" y="260"/>
                </a:lnTo>
                <a:lnTo>
                  <a:pt x="22" y="258"/>
                </a:lnTo>
                <a:lnTo>
                  <a:pt x="22" y="257"/>
                </a:lnTo>
                <a:lnTo>
                  <a:pt x="23" y="258"/>
                </a:lnTo>
                <a:lnTo>
                  <a:pt x="23" y="257"/>
                </a:lnTo>
                <a:lnTo>
                  <a:pt x="23" y="256"/>
                </a:lnTo>
                <a:lnTo>
                  <a:pt x="23" y="255"/>
                </a:lnTo>
                <a:lnTo>
                  <a:pt x="25" y="256"/>
                </a:lnTo>
                <a:lnTo>
                  <a:pt x="27" y="255"/>
                </a:lnTo>
                <a:lnTo>
                  <a:pt x="28" y="253"/>
                </a:lnTo>
                <a:lnTo>
                  <a:pt x="30" y="253"/>
                </a:lnTo>
                <a:lnTo>
                  <a:pt x="30" y="252"/>
                </a:lnTo>
                <a:lnTo>
                  <a:pt x="30" y="251"/>
                </a:lnTo>
                <a:lnTo>
                  <a:pt x="31" y="250"/>
                </a:lnTo>
                <a:lnTo>
                  <a:pt x="31" y="249"/>
                </a:lnTo>
                <a:lnTo>
                  <a:pt x="32" y="249"/>
                </a:lnTo>
                <a:lnTo>
                  <a:pt x="31" y="248"/>
                </a:lnTo>
                <a:lnTo>
                  <a:pt x="31" y="247"/>
                </a:lnTo>
                <a:lnTo>
                  <a:pt x="32" y="247"/>
                </a:lnTo>
                <a:lnTo>
                  <a:pt x="32" y="246"/>
                </a:lnTo>
                <a:lnTo>
                  <a:pt x="33" y="246"/>
                </a:lnTo>
                <a:lnTo>
                  <a:pt x="34" y="246"/>
                </a:lnTo>
                <a:lnTo>
                  <a:pt x="34" y="245"/>
                </a:lnTo>
                <a:lnTo>
                  <a:pt x="34" y="246"/>
                </a:lnTo>
                <a:lnTo>
                  <a:pt x="34" y="245"/>
                </a:lnTo>
                <a:lnTo>
                  <a:pt x="34" y="246"/>
                </a:lnTo>
                <a:lnTo>
                  <a:pt x="35" y="245"/>
                </a:lnTo>
                <a:lnTo>
                  <a:pt x="35" y="243"/>
                </a:lnTo>
                <a:lnTo>
                  <a:pt x="35" y="242"/>
                </a:lnTo>
                <a:lnTo>
                  <a:pt x="35" y="240"/>
                </a:lnTo>
                <a:lnTo>
                  <a:pt x="36" y="240"/>
                </a:lnTo>
                <a:lnTo>
                  <a:pt x="36" y="239"/>
                </a:lnTo>
                <a:lnTo>
                  <a:pt x="36" y="238"/>
                </a:lnTo>
                <a:lnTo>
                  <a:pt x="37" y="238"/>
                </a:lnTo>
                <a:lnTo>
                  <a:pt x="37" y="237"/>
                </a:lnTo>
                <a:lnTo>
                  <a:pt x="37" y="236"/>
                </a:lnTo>
                <a:lnTo>
                  <a:pt x="37" y="235"/>
                </a:lnTo>
                <a:lnTo>
                  <a:pt x="38" y="235"/>
                </a:lnTo>
                <a:lnTo>
                  <a:pt x="37" y="235"/>
                </a:lnTo>
                <a:lnTo>
                  <a:pt x="38" y="235"/>
                </a:lnTo>
                <a:lnTo>
                  <a:pt x="38" y="234"/>
                </a:lnTo>
                <a:lnTo>
                  <a:pt x="38" y="233"/>
                </a:lnTo>
                <a:lnTo>
                  <a:pt x="38" y="232"/>
                </a:lnTo>
                <a:lnTo>
                  <a:pt x="38" y="233"/>
                </a:lnTo>
                <a:lnTo>
                  <a:pt x="39" y="233"/>
                </a:lnTo>
                <a:lnTo>
                  <a:pt x="40" y="234"/>
                </a:lnTo>
                <a:lnTo>
                  <a:pt x="41" y="234"/>
                </a:lnTo>
                <a:lnTo>
                  <a:pt x="41" y="235"/>
                </a:lnTo>
                <a:lnTo>
                  <a:pt x="42" y="235"/>
                </a:lnTo>
                <a:lnTo>
                  <a:pt x="43" y="235"/>
                </a:lnTo>
                <a:lnTo>
                  <a:pt x="44" y="236"/>
                </a:lnTo>
                <a:lnTo>
                  <a:pt x="45" y="236"/>
                </a:lnTo>
                <a:lnTo>
                  <a:pt x="46" y="235"/>
                </a:lnTo>
                <a:lnTo>
                  <a:pt x="47" y="234"/>
                </a:lnTo>
                <a:lnTo>
                  <a:pt x="48" y="234"/>
                </a:lnTo>
                <a:lnTo>
                  <a:pt x="48" y="235"/>
                </a:lnTo>
                <a:lnTo>
                  <a:pt x="48" y="236"/>
                </a:lnTo>
                <a:lnTo>
                  <a:pt x="48" y="237"/>
                </a:lnTo>
                <a:lnTo>
                  <a:pt x="48" y="240"/>
                </a:lnTo>
                <a:lnTo>
                  <a:pt x="48" y="241"/>
                </a:lnTo>
                <a:lnTo>
                  <a:pt x="49" y="242"/>
                </a:lnTo>
                <a:lnTo>
                  <a:pt x="50" y="243"/>
                </a:lnTo>
                <a:lnTo>
                  <a:pt x="51" y="243"/>
                </a:lnTo>
                <a:lnTo>
                  <a:pt x="52" y="244"/>
                </a:lnTo>
                <a:lnTo>
                  <a:pt x="53" y="245"/>
                </a:lnTo>
                <a:lnTo>
                  <a:pt x="54" y="246"/>
                </a:lnTo>
                <a:lnTo>
                  <a:pt x="55" y="246"/>
                </a:lnTo>
                <a:lnTo>
                  <a:pt x="55" y="247"/>
                </a:lnTo>
                <a:lnTo>
                  <a:pt x="56" y="247"/>
                </a:lnTo>
                <a:lnTo>
                  <a:pt x="57" y="247"/>
                </a:lnTo>
                <a:lnTo>
                  <a:pt x="58" y="246"/>
                </a:lnTo>
                <a:lnTo>
                  <a:pt x="59" y="246"/>
                </a:lnTo>
                <a:lnTo>
                  <a:pt x="59" y="247"/>
                </a:lnTo>
                <a:lnTo>
                  <a:pt x="60" y="248"/>
                </a:lnTo>
                <a:lnTo>
                  <a:pt x="61" y="248"/>
                </a:lnTo>
                <a:lnTo>
                  <a:pt x="61" y="249"/>
                </a:lnTo>
                <a:lnTo>
                  <a:pt x="61" y="250"/>
                </a:lnTo>
                <a:lnTo>
                  <a:pt x="61" y="251"/>
                </a:lnTo>
                <a:lnTo>
                  <a:pt x="62" y="252"/>
                </a:lnTo>
                <a:lnTo>
                  <a:pt x="62" y="253"/>
                </a:lnTo>
                <a:lnTo>
                  <a:pt x="63" y="254"/>
                </a:lnTo>
                <a:lnTo>
                  <a:pt x="64" y="255"/>
                </a:lnTo>
                <a:lnTo>
                  <a:pt x="65" y="256"/>
                </a:lnTo>
                <a:lnTo>
                  <a:pt x="66" y="256"/>
                </a:lnTo>
                <a:lnTo>
                  <a:pt x="66" y="255"/>
                </a:lnTo>
                <a:lnTo>
                  <a:pt x="67" y="255"/>
                </a:lnTo>
                <a:lnTo>
                  <a:pt x="67" y="253"/>
                </a:lnTo>
                <a:lnTo>
                  <a:pt x="68" y="253"/>
                </a:lnTo>
                <a:lnTo>
                  <a:pt x="69" y="254"/>
                </a:lnTo>
                <a:lnTo>
                  <a:pt x="70" y="254"/>
                </a:lnTo>
                <a:lnTo>
                  <a:pt x="71" y="253"/>
                </a:lnTo>
                <a:lnTo>
                  <a:pt x="70" y="252"/>
                </a:lnTo>
                <a:lnTo>
                  <a:pt x="70" y="251"/>
                </a:lnTo>
                <a:lnTo>
                  <a:pt x="71" y="251"/>
                </a:lnTo>
                <a:lnTo>
                  <a:pt x="72" y="252"/>
                </a:lnTo>
                <a:lnTo>
                  <a:pt x="73" y="252"/>
                </a:lnTo>
                <a:lnTo>
                  <a:pt x="74" y="252"/>
                </a:lnTo>
                <a:lnTo>
                  <a:pt x="75" y="251"/>
                </a:lnTo>
                <a:lnTo>
                  <a:pt x="75" y="250"/>
                </a:lnTo>
                <a:lnTo>
                  <a:pt x="74" y="248"/>
                </a:lnTo>
                <a:lnTo>
                  <a:pt x="74" y="247"/>
                </a:lnTo>
                <a:lnTo>
                  <a:pt x="74" y="246"/>
                </a:lnTo>
                <a:lnTo>
                  <a:pt x="75" y="246"/>
                </a:lnTo>
                <a:lnTo>
                  <a:pt x="75" y="245"/>
                </a:lnTo>
                <a:lnTo>
                  <a:pt x="76" y="244"/>
                </a:lnTo>
                <a:lnTo>
                  <a:pt x="77" y="244"/>
                </a:lnTo>
                <a:lnTo>
                  <a:pt x="79" y="242"/>
                </a:lnTo>
                <a:lnTo>
                  <a:pt x="80" y="240"/>
                </a:lnTo>
                <a:lnTo>
                  <a:pt x="80" y="239"/>
                </a:lnTo>
                <a:lnTo>
                  <a:pt x="81" y="238"/>
                </a:lnTo>
                <a:lnTo>
                  <a:pt x="83" y="237"/>
                </a:lnTo>
                <a:lnTo>
                  <a:pt x="84" y="235"/>
                </a:lnTo>
                <a:lnTo>
                  <a:pt x="85" y="234"/>
                </a:lnTo>
                <a:lnTo>
                  <a:pt x="84" y="233"/>
                </a:lnTo>
                <a:lnTo>
                  <a:pt x="84" y="232"/>
                </a:lnTo>
                <a:lnTo>
                  <a:pt x="85" y="231"/>
                </a:lnTo>
                <a:lnTo>
                  <a:pt x="85" y="230"/>
                </a:lnTo>
                <a:lnTo>
                  <a:pt x="86" y="230"/>
                </a:lnTo>
                <a:lnTo>
                  <a:pt x="87" y="230"/>
                </a:lnTo>
                <a:lnTo>
                  <a:pt x="88" y="230"/>
                </a:lnTo>
                <a:lnTo>
                  <a:pt x="88" y="231"/>
                </a:lnTo>
                <a:lnTo>
                  <a:pt x="89" y="230"/>
                </a:lnTo>
                <a:lnTo>
                  <a:pt x="90" y="231"/>
                </a:lnTo>
                <a:lnTo>
                  <a:pt x="91" y="231"/>
                </a:lnTo>
                <a:lnTo>
                  <a:pt x="92" y="232"/>
                </a:lnTo>
                <a:lnTo>
                  <a:pt x="92" y="231"/>
                </a:lnTo>
                <a:lnTo>
                  <a:pt x="93" y="231"/>
                </a:lnTo>
                <a:lnTo>
                  <a:pt x="93" y="232"/>
                </a:lnTo>
                <a:lnTo>
                  <a:pt x="92" y="232"/>
                </a:lnTo>
                <a:lnTo>
                  <a:pt x="92" y="233"/>
                </a:lnTo>
                <a:lnTo>
                  <a:pt x="93" y="233"/>
                </a:lnTo>
                <a:lnTo>
                  <a:pt x="93" y="234"/>
                </a:lnTo>
                <a:lnTo>
                  <a:pt x="94" y="234"/>
                </a:lnTo>
                <a:lnTo>
                  <a:pt x="95" y="234"/>
                </a:lnTo>
                <a:lnTo>
                  <a:pt x="95" y="235"/>
                </a:lnTo>
                <a:lnTo>
                  <a:pt x="98" y="236"/>
                </a:lnTo>
                <a:lnTo>
                  <a:pt x="101" y="237"/>
                </a:lnTo>
                <a:lnTo>
                  <a:pt x="102" y="237"/>
                </a:lnTo>
                <a:lnTo>
                  <a:pt x="102" y="238"/>
                </a:lnTo>
                <a:lnTo>
                  <a:pt x="102" y="239"/>
                </a:lnTo>
                <a:lnTo>
                  <a:pt x="103" y="239"/>
                </a:lnTo>
                <a:lnTo>
                  <a:pt x="104" y="239"/>
                </a:lnTo>
                <a:lnTo>
                  <a:pt x="104" y="240"/>
                </a:lnTo>
                <a:lnTo>
                  <a:pt x="104" y="241"/>
                </a:lnTo>
                <a:lnTo>
                  <a:pt x="106" y="245"/>
                </a:lnTo>
                <a:lnTo>
                  <a:pt x="106" y="246"/>
                </a:lnTo>
                <a:lnTo>
                  <a:pt x="107" y="246"/>
                </a:lnTo>
                <a:lnTo>
                  <a:pt x="107" y="247"/>
                </a:lnTo>
                <a:lnTo>
                  <a:pt x="107" y="248"/>
                </a:lnTo>
                <a:lnTo>
                  <a:pt x="108" y="248"/>
                </a:lnTo>
                <a:lnTo>
                  <a:pt x="109" y="248"/>
                </a:lnTo>
                <a:lnTo>
                  <a:pt x="110" y="248"/>
                </a:lnTo>
                <a:lnTo>
                  <a:pt x="110" y="247"/>
                </a:lnTo>
                <a:lnTo>
                  <a:pt x="111" y="247"/>
                </a:lnTo>
                <a:lnTo>
                  <a:pt x="111" y="248"/>
                </a:lnTo>
                <a:lnTo>
                  <a:pt x="112" y="249"/>
                </a:lnTo>
                <a:lnTo>
                  <a:pt x="113" y="249"/>
                </a:lnTo>
                <a:lnTo>
                  <a:pt x="115" y="250"/>
                </a:lnTo>
                <a:lnTo>
                  <a:pt x="115" y="251"/>
                </a:lnTo>
                <a:lnTo>
                  <a:pt x="118" y="249"/>
                </a:lnTo>
                <a:lnTo>
                  <a:pt x="120" y="249"/>
                </a:lnTo>
                <a:lnTo>
                  <a:pt x="121" y="249"/>
                </a:lnTo>
                <a:lnTo>
                  <a:pt x="123" y="249"/>
                </a:lnTo>
                <a:lnTo>
                  <a:pt x="124" y="247"/>
                </a:lnTo>
                <a:lnTo>
                  <a:pt x="126" y="247"/>
                </a:lnTo>
                <a:lnTo>
                  <a:pt x="128" y="246"/>
                </a:lnTo>
                <a:lnTo>
                  <a:pt x="129" y="247"/>
                </a:lnTo>
                <a:lnTo>
                  <a:pt x="130" y="247"/>
                </a:lnTo>
                <a:lnTo>
                  <a:pt x="131" y="246"/>
                </a:lnTo>
                <a:lnTo>
                  <a:pt x="133" y="247"/>
                </a:lnTo>
                <a:lnTo>
                  <a:pt x="133" y="249"/>
                </a:lnTo>
                <a:lnTo>
                  <a:pt x="134" y="249"/>
                </a:lnTo>
                <a:lnTo>
                  <a:pt x="135" y="249"/>
                </a:lnTo>
                <a:lnTo>
                  <a:pt x="137" y="246"/>
                </a:lnTo>
                <a:lnTo>
                  <a:pt x="138" y="245"/>
                </a:lnTo>
                <a:lnTo>
                  <a:pt x="139" y="245"/>
                </a:lnTo>
                <a:lnTo>
                  <a:pt x="140" y="246"/>
                </a:lnTo>
                <a:lnTo>
                  <a:pt x="141" y="246"/>
                </a:lnTo>
                <a:lnTo>
                  <a:pt x="142" y="247"/>
                </a:lnTo>
                <a:lnTo>
                  <a:pt x="143" y="247"/>
                </a:lnTo>
                <a:lnTo>
                  <a:pt x="143" y="248"/>
                </a:lnTo>
                <a:lnTo>
                  <a:pt x="143" y="249"/>
                </a:lnTo>
                <a:lnTo>
                  <a:pt x="143" y="251"/>
                </a:lnTo>
                <a:lnTo>
                  <a:pt x="143" y="252"/>
                </a:lnTo>
                <a:lnTo>
                  <a:pt x="144" y="253"/>
                </a:lnTo>
                <a:lnTo>
                  <a:pt x="145" y="253"/>
                </a:lnTo>
                <a:lnTo>
                  <a:pt x="146" y="252"/>
                </a:lnTo>
                <a:lnTo>
                  <a:pt x="147" y="252"/>
                </a:lnTo>
                <a:lnTo>
                  <a:pt x="147" y="251"/>
                </a:lnTo>
                <a:lnTo>
                  <a:pt x="148" y="251"/>
                </a:lnTo>
                <a:lnTo>
                  <a:pt x="149" y="251"/>
                </a:lnTo>
                <a:lnTo>
                  <a:pt x="149" y="250"/>
                </a:lnTo>
                <a:lnTo>
                  <a:pt x="149" y="249"/>
                </a:lnTo>
                <a:lnTo>
                  <a:pt x="149" y="248"/>
                </a:lnTo>
                <a:lnTo>
                  <a:pt x="150" y="248"/>
                </a:lnTo>
                <a:lnTo>
                  <a:pt x="151" y="248"/>
                </a:lnTo>
                <a:lnTo>
                  <a:pt x="152" y="247"/>
                </a:lnTo>
                <a:lnTo>
                  <a:pt x="153" y="246"/>
                </a:lnTo>
                <a:lnTo>
                  <a:pt x="154" y="245"/>
                </a:lnTo>
                <a:lnTo>
                  <a:pt x="155" y="245"/>
                </a:lnTo>
                <a:lnTo>
                  <a:pt x="155" y="244"/>
                </a:lnTo>
                <a:lnTo>
                  <a:pt x="156" y="244"/>
                </a:lnTo>
                <a:lnTo>
                  <a:pt x="158" y="243"/>
                </a:lnTo>
                <a:lnTo>
                  <a:pt x="159" y="243"/>
                </a:lnTo>
                <a:lnTo>
                  <a:pt x="160" y="242"/>
                </a:lnTo>
                <a:lnTo>
                  <a:pt x="161" y="241"/>
                </a:lnTo>
                <a:lnTo>
                  <a:pt x="163" y="239"/>
                </a:lnTo>
                <a:lnTo>
                  <a:pt x="164" y="239"/>
                </a:lnTo>
                <a:lnTo>
                  <a:pt x="165" y="240"/>
                </a:lnTo>
                <a:lnTo>
                  <a:pt x="165" y="239"/>
                </a:lnTo>
                <a:lnTo>
                  <a:pt x="165" y="238"/>
                </a:lnTo>
                <a:lnTo>
                  <a:pt x="166" y="238"/>
                </a:lnTo>
                <a:lnTo>
                  <a:pt x="167" y="237"/>
                </a:lnTo>
                <a:lnTo>
                  <a:pt x="168" y="236"/>
                </a:lnTo>
                <a:lnTo>
                  <a:pt x="169" y="236"/>
                </a:lnTo>
                <a:lnTo>
                  <a:pt x="170" y="237"/>
                </a:lnTo>
                <a:lnTo>
                  <a:pt x="171" y="237"/>
                </a:lnTo>
                <a:lnTo>
                  <a:pt x="172" y="237"/>
                </a:lnTo>
                <a:lnTo>
                  <a:pt x="173" y="237"/>
                </a:lnTo>
                <a:lnTo>
                  <a:pt x="174" y="237"/>
                </a:lnTo>
                <a:lnTo>
                  <a:pt x="175" y="237"/>
                </a:lnTo>
                <a:lnTo>
                  <a:pt x="176" y="237"/>
                </a:lnTo>
                <a:lnTo>
                  <a:pt x="176" y="238"/>
                </a:lnTo>
                <a:lnTo>
                  <a:pt x="177" y="238"/>
                </a:lnTo>
                <a:lnTo>
                  <a:pt x="178" y="238"/>
                </a:lnTo>
                <a:lnTo>
                  <a:pt x="178" y="237"/>
                </a:lnTo>
                <a:lnTo>
                  <a:pt x="178" y="238"/>
                </a:lnTo>
                <a:lnTo>
                  <a:pt x="179" y="238"/>
                </a:lnTo>
                <a:lnTo>
                  <a:pt x="179" y="239"/>
                </a:lnTo>
                <a:lnTo>
                  <a:pt x="180" y="239"/>
                </a:lnTo>
                <a:lnTo>
                  <a:pt x="180" y="240"/>
                </a:lnTo>
                <a:lnTo>
                  <a:pt x="180" y="242"/>
                </a:lnTo>
                <a:lnTo>
                  <a:pt x="180" y="243"/>
                </a:lnTo>
                <a:lnTo>
                  <a:pt x="181" y="243"/>
                </a:lnTo>
                <a:lnTo>
                  <a:pt x="181" y="242"/>
                </a:lnTo>
                <a:lnTo>
                  <a:pt x="181" y="241"/>
                </a:lnTo>
                <a:lnTo>
                  <a:pt x="182" y="241"/>
                </a:lnTo>
                <a:lnTo>
                  <a:pt x="182" y="240"/>
                </a:lnTo>
                <a:lnTo>
                  <a:pt x="183" y="240"/>
                </a:lnTo>
                <a:lnTo>
                  <a:pt x="184" y="239"/>
                </a:lnTo>
                <a:lnTo>
                  <a:pt x="184" y="238"/>
                </a:lnTo>
                <a:lnTo>
                  <a:pt x="185" y="236"/>
                </a:lnTo>
                <a:lnTo>
                  <a:pt x="186" y="235"/>
                </a:lnTo>
                <a:lnTo>
                  <a:pt x="186" y="234"/>
                </a:lnTo>
                <a:lnTo>
                  <a:pt x="185" y="233"/>
                </a:lnTo>
                <a:lnTo>
                  <a:pt x="186" y="232"/>
                </a:lnTo>
                <a:lnTo>
                  <a:pt x="186" y="231"/>
                </a:lnTo>
                <a:lnTo>
                  <a:pt x="187" y="230"/>
                </a:lnTo>
                <a:lnTo>
                  <a:pt x="186" y="230"/>
                </a:lnTo>
                <a:lnTo>
                  <a:pt x="186" y="229"/>
                </a:lnTo>
                <a:lnTo>
                  <a:pt x="186" y="228"/>
                </a:lnTo>
                <a:lnTo>
                  <a:pt x="186" y="227"/>
                </a:lnTo>
                <a:lnTo>
                  <a:pt x="187" y="227"/>
                </a:lnTo>
                <a:lnTo>
                  <a:pt x="188" y="227"/>
                </a:lnTo>
                <a:lnTo>
                  <a:pt x="189" y="225"/>
                </a:lnTo>
                <a:lnTo>
                  <a:pt x="189" y="224"/>
                </a:lnTo>
                <a:lnTo>
                  <a:pt x="189" y="223"/>
                </a:lnTo>
                <a:lnTo>
                  <a:pt x="189" y="222"/>
                </a:lnTo>
                <a:lnTo>
                  <a:pt x="188" y="222"/>
                </a:lnTo>
                <a:lnTo>
                  <a:pt x="188" y="220"/>
                </a:lnTo>
                <a:lnTo>
                  <a:pt x="187" y="220"/>
                </a:lnTo>
                <a:lnTo>
                  <a:pt x="187" y="221"/>
                </a:lnTo>
                <a:lnTo>
                  <a:pt x="186" y="221"/>
                </a:lnTo>
                <a:lnTo>
                  <a:pt x="186" y="220"/>
                </a:lnTo>
                <a:lnTo>
                  <a:pt x="187" y="219"/>
                </a:lnTo>
                <a:lnTo>
                  <a:pt x="187" y="218"/>
                </a:lnTo>
                <a:lnTo>
                  <a:pt x="188" y="217"/>
                </a:lnTo>
                <a:lnTo>
                  <a:pt x="187" y="217"/>
                </a:lnTo>
                <a:lnTo>
                  <a:pt x="187" y="216"/>
                </a:lnTo>
                <a:lnTo>
                  <a:pt x="188" y="216"/>
                </a:lnTo>
                <a:lnTo>
                  <a:pt x="189" y="215"/>
                </a:lnTo>
                <a:lnTo>
                  <a:pt x="190" y="214"/>
                </a:lnTo>
                <a:lnTo>
                  <a:pt x="191" y="214"/>
                </a:lnTo>
                <a:lnTo>
                  <a:pt x="192" y="213"/>
                </a:lnTo>
                <a:lnTo>
                  <a:pt x="193" y="212"/>
                </a:lnTo>
                <a:lnTo>
                  <a:pt x="194" y="212"/>
                </a:lnTo>
                <a:lnTo>
                  <a:pt x="194" y="211"/>
                </a:lnTo>
                <a:lnTo>
                  <a:pt x="194" y="210"/>
                </a:lnTo>
                <a:lnTo>
                  <a:pt x="193" y="209"/>
                </a:lnTo>
                <a:lnTo>
                  <a:pt x="193" y="208"/>
                </a:lnTo>
                <a:lnTo>
                  <a:pt x="194" y="208"/>
                </a:lnTo>
                <a:lnTo>
                  <a:pt x="194" y="207"/>
                </a:lnTo>
                <a:lnTo>
                  <a:pt x="194" y="206"/>
                </a:lnTo>
                <a:lnTo>
                  <a:pt x="194" y="205"/>
                </a:lnTo>
                <a:lnTo>
                  <a:pt x="194" y="203"/>
                </a:lnTo>
                <a:lnTo>
                  <a:pt x="193" y="202"/>
                </a:lnTo>
                <a:lnTo>
                  <a:pt x="194" y="200"/>
                </a:lnTo>
                <a:lnTo>
                  <a:pt x="194" y="199"/>
                </a:lnTo>
                <a:lnTo>
                  <a:pt x="196" y="198"/>
                </a:lnTo>
                <a:lnTo>
                  <a:pt x="196" y="197"/>
                </a:lnTo>
                <a:lnTo>
                  <a:pt x="197" y="197"/>
                </a:lnTo>
                <a:lnTo>
                  <a:pt x="198" y="196"/>
                </a:lnTo>
                <a:lnTo>
                  <a:pt x="198" y="195"/>
                </a:lnTo>
                <a:lnTo>
                  <a:pt x="199" y="195"/>
                </a:lnTo>
                <a:lnTo>
                  <a:pt x="199" y="194"/>
                </a:lnTo>
                <a:lnTo>
                  <a:pt x="200" y="194"/>
                </a:lnTo>
                <a:lnTo>
                  <a:pt x="201" y="194"/>
                </a:lnTo>
                <a:lnTo>
                  <a:pt x="201" y="193"/>
                </a:lnTo>
                <a:lnTo>
                  <a:pt x="202" y="193"/>
                </a:lnTo>
                <a:lnTo>
                  <a:pt x="203" y="193"/>
                </a:lnTo>
                <a:lnTo>
                  <a:pt x="203" y="194"/>
                </a:lnTo>
                <a:lnTo>
                  <a:pt x="204" y="194"/>
                </a:lnTo>
                <a:lnTo>
                  <a:pt x="204" y="193"/>
                </a:lnTo>
                <a:lnTo>
                  <a:pt x="204" y="192"/>
                </a:lnTo>
                <a:lnTo>
                  <a:pt x="205" y="191"/>
                </a:lnTo>
                <a:lnTo>
                  <a:pt x="208" y="191"/>
                </a:lnTo>
                <a:lnTo>
                  <a:pt x="208" y="192"/>
                </a:lnTo>
                <a:lnTo>
                  <a:pt x="209" y="191"/>
                </a:lnTo>
                <a:lnTo>
                  <a:pt x="209" y="190"/>
                </a:lnTo>
                <a:lnTo>
                  <a:pt x="210" y="190"/>
                </a:lnTo>
                <a:lnTo>
                  <a:pt x="211" y="190"/>
                </a:lnTo>
                <a:lnTo>
                  <a:pt x="211" y="191"/>
                </a:lnTo>
                <a:lnTo>
                  <a:pt x="212" y="191"/>
                </a:lnTo>
                <a:lnTo>
                  <a:pt x="212" y="190"/>
                </a:lnTo>
                <a:lnTo>
                  <a:pt x="213" y="190"/>
                </a:lnTo>
                <a:lnTo>
                  <a:pt x="215" y="190"/>
                </a:lnTo>
                <a:lnTo>
                  <a:pt x="216" y="191"/>
                </a:lnTo>
                <a:lnTo>
                  <a:pt x="217" y="191"/>
                </a:lnTo>
                <a:lnTo>
                  <a:pt x="218" y="192"/>
                </a:lnTo>
                <a:lnTo>
                  <a:pt x="219" y="192"/>
                </a:lnTo>
                <a:lnTo>
                  <a:pt x="219" y="193"/>
                </a:lnTo>
                <a:lnTo>
                  <a:pt x="220" y="193"/>
                </a:lnTo>
                <a:lnTo>
                  <a:pt x="220" y="194"/>
                </a:lnTo>
                <a:lnTo>
                  <a:pt x="221" y="194"/>
                </a:lnTo>
                <a:lnTo>
                  <a:pt x="221" y="195"/>
                </a:lnTo>
                <a:lnTo>
                  <a:pt x="221" y="196"/>
                </a:lnTo>
                <a:lnTo>
                  <a:pt x="222" y="196"/>
                </a:lnTo>
                <a:lnTo>
                  <a:pt x="222" y="197"/>
                </a:lnTo>
                <a:lnTo>
                  <a:pt x="223" y="197"/>
                </a:lnTo>
                <a:lnTo>
                  <a:pt x="224" y="197"/>
                </a:lnTo>
                <a:lnTo>
                  <a:pt x="225" y="197"/>
                </a:lnTo>
                <a:lnTo>
                  <a:pt x="226" y="197"/>
                </a:lnTo>
                <a:lnTo>
                  <a:pt x="227" y="197"/>
                </a:lnTo>
                <a:lnTo>
                  <a:pt x="227" y="198"/>
                </a:lnTo>
                <a:lnTo>
                  <a:pt x="228" y="198"/>
                </a:lnTo>
                <a:lnTo>
                  <a:pt x="228" y="199"/>
                </a:lnTo>
                <a:lnTo>
                  <a:pt x="228" y="200"/>
                </a:lnTo>
                <a:lnTo>
                  <a:pt x="228" y="201"/>
                </a:lnTo>
                <a:lnTo>
                  <a:pt x="229" y="201"/>
                </a:lnTo>
                <a:lnTo>
                  <a:pt x="230" y="202"/>
                </a:lnTo>
                <a:lnTo>
                  <a:pt x="230" y="203"/>
                </a:lnTo>
                <a:lnTo>
                  <a:pt x="230" y="204"/>
                </a:lnTo>
                <a:lnTo>
                  <a:pt x="231" y="205"/>
                </a:lnTo>
                <a:lnTo>
                  <a:pt x="232" y="205"/>
                </a:lnTo>
                <a:lnTo>
                  <a:pt x="233" y="205"/>
                </a:lnTo>
                <a:lnTo>
                  <a:pt x="233" y="204"/>
                </a:lnTo>
                <a:lnTo>
                  <a:pt x="234" y="203"/>
                </a:lnTo>
                <a:lnTo>
                  <a:pt x="234" y="202"/>
                </a:lnTo>
                <a:lnTo>
                  <a:pt x="235" y="202"/>
                </a:lnTo>
                <a:lnTo>
                  <a:pt x="236" y="202"/>
                </a:lnTo>
                <a:lnTo>
                  <a:pt x="237" y="202"/>
                </a:lnTo>
                <a:lnTo>
                  <a:pt x="239" y="203"/>
                </a:lnTo>
                <a:lnTo>
                  <a:pt x="241" y="202"/>
                </a:lnTo>
                <a:lnTo>
                  <a:pt x="241" y="201"/>
                </a:lnTo>
                <a:lnTo>
                  <a:pt x="241" y="200"/>
                </a:lnTo>
                <a:lnTo>
                  <a:pt x="241" y="199"/>
                </a:lnTo>
                <a:lnTo>
                  <a:pt x="242" y="199"/>
                </a:lnTo>
                <a:lnTo>
                  <a:pt x="243" y="198"/>
                </a:lnTo>
                <a:lnTo>
                  <a:pt x="244" y="198"/>
                </a:lnTo>
                <a:lnTo>
                  <a:pt x="245" y="198"/>
                </a:lnTo>
                <a:lnTo>
                  <a:pt x="246" y="197"/>
                </a:lnTo>
                <a:lnTo>
                  <a:pt x="247" y="198"/>
                </a:lnTo>
                <a:lnTo>
                  <a:pt x="247" y="197"/>
                </a:lnTo>
                <a:lnTo>
                  <a:pt x="248" y="197"/>
                </a:lnTo>
                <a:lnTo>
                  <a:pt x="249" y="198"/>
                </a:lnTo>
                <a:lnTo>
                  <a:pt x="250" y="198"/>
                </a:lnTo>
                <a:lnTo>
                  <a:pt x="251" y="198"/>
                </a:lnTo>
                <a:lnTo>
                  <a:pt x="253" y="198"/>
                </a:lnTo>
                <a:lnTo>
                  <a:pt x="254" y="198"/>
                </a:lnTo>
                <a:lnTo>
                  <a:pt x="255" y="199"/>
                </a:lnTo>
                <a:lnTo>
                  <a:pt x="256" y="199"/>
                </a:lnTo>
                <a:lnTo>
                  <a:pt x="257" y="198"/>
                </a:lnTo>
                <a:lnTo>
                  <a:pt x="258" y="198"/>
                </a:lnTo>
                <a:lnTo>
                  <a:pt x="259" y="196"/>
                </a:lnTo>
                <a:lnTo>
                  <a:pt x="259" y="195"/>
                </a:lnTo>
                <a:lnTo>
                  <a:pt x="260" y="195"/>
                </a:lnTo>
                <a:lnTo>
                  <a:pt x="261" y="195"/>
                </a:lnTo>
                <a:lnTo>
                  <a:pt x="263" y="194"/>
                </a:lnTo>
                <a:lnTo>
                  <a:pt x="264" y="194"/>
                </a:lnTo>
                <a:lnTo>
                  <a:pt x="265" y="194"/>
                </a:lnTo>
                <a:lnTo>
                  <a:pt x="266" y="195"/>
                </a:lnTo>
                <a:lnTo>
                  <a:pt x="266" y="196"/>
                </a:lnTo>
                <a:lnTo>
                  <a:pt x="267" y="196"/>
                </a:lnTo>
                <a:lnTo>
                  <a:pt x="267" y="195"/>
                </a:lnTo>
                <a:lnTo>
                  <a:pt x="270" y="194"/>
                </a:lnTo>
                <a:lnTo>
                  <a:pt x="271" y="194"/>
                </a:lnTo>
                <a:lnTo>
                  <a:pt x="272" y="193"/>
                </a:lnTo>
                <a:lnTo>
                  <a:pt x="273" y="193"/>
                </a:lnTo>
                <a:lnTo>
                  <a:pt x="274" y="193"/>
                </a:lnTo>
                <a:lnTo>
                  <a:pt x="275" y="193"/>
                </a:lnTo>
                <a:lnTo>
                  <a:pt x="275" y="194"/>
                </a:lnTo>
                <a:lnTo>
                  <a:pt x="276" y="193"/>
                </a:lnTo>
                <a:lnTo>
                  <a:pt x="277" y="193"/>
                </a:lnTo>
                <a:lnTo>
                  <a:pt x="278" y="193"/>
                </a:lnTo>
                <a:lnTo>
                  <a:pt x="278" y="192"/>
                </a:lnTo>
                <a:lnTo>
                  <a:pt x="280" y="192"/>
                </a:lnTo>
                <a:lnTo>
                  <a:pt x="281" y="191"/>
                </a:lnTo>
                <a:lnTo>
                  <a:pt x="280" y="190"/>
                </a:lnTo>
                <a:lnTo>
                  <a:pt x="281" y="189"/>
                </a:lnTo>
                <a:lnTo>
                  <a:pt x="282" y="189"/>
                </a:lnTo>
                <a:lnTo>
                  <a:pt x="283" y="190"/>
                </a:lnTo>
                <a:lnTo>
                  <a:pt x="283" y="189"/>
                </a:lnTo>
                <a:lnTo>
                  <a:pt x="285" y="189"/>
                </a:lnTo>
                <a:lnTo>
                  <a:pt x="286" y="189"/>
                </a:lnTo>
                <a:lnTo>
                  <a:pt x="287" y="189"/>
                </a:lnTo>
                <a:lnTo>
                  <a:pt x="288" y="189"/>
                </a:lnTo>
                <a:lnTo>
                  <a:pt x="289" y="189"/>
                </a:lnTo>
                <a:lnTo>
                  <a:pt x="290" y="190"/>
                </a:lnTo>
                <a:lnTo>
                  <a:pt x="291" y="190"/>
                </a:lnTo>
                <a:lnTo>
                  <a:pt x="291" y="191"/>
                </a:lnTo>
                <a:lnTo>
                  <a:pt x="292" y="191"/>
                </a:lnTo>
                <a:lnTo>
                  <a:pt x="294" y="191"/>
                </a:lnTo>
                <a:lnTo>
                  <a:pt x="295" y="192"/>
                </a:lnTo>
                <a:lnTo>
                  <a:pt x="296" y="192"/>
                </a:lnTo>
                <a:lnTo>
                  <a:pt x="297" y="191"/>
                </a:lnTo>
                <a:lnTo>
                  <a:pt x="298" y="191"/>
                </a:lnTo>
                <a:lnTo>
                  <a:pt x="299" y="191"/>
                </a:lnTo>
                <a:lnTo>
                  <a:pt x="300" y="190"/>
                </a:lnTo>
                <a:lnTo>
                  <a:pt x="301" y="190"/>
                </a:lnTo>
                <a:lnTo>
                  <a:pt x="302" y="190"/>
                </a:lnTo>
                <a:lnTo>
                  <a:pt x="304" y="189"/>
                </a:lnTo>
                <a:lnTo>
                  <a:pt x="305" y="188"/>
                </a:lnTo>
                <a:lnTo>
                  <a:pt x="306" y="187"/>
                </a:lnTo>
                <a:lnTo>
                  <a:pt x="307" y="186"/>
                </a:lnTo>
                <a:lnTo>
                  <a:pt x="308" y="185"/>
                </a:lnTo>
                <a:lnTo>
                  <a:pt x="309" y="185"/>
                </a:lnTo>
                <a:lnTo>
                  <a:pt x="310" y="185"/>
                </a:lnTo>
                <a:lnTo>
                  <a:pt x="311" y="185"/>
                </a:lnTo>
                <a:lnTo>
                  <a:pt x="311" y="184"/>
                </a:lnTo>
                <a:lnTo>
                  <a:pt x="312" y="184"/>
                </a:lnTo>
                <a:lnTo>
                  <a:pt x="312" y="183"/>
                </a:lnTo>
                <a:lnTo>
                  <a:pt x="311" y="183"/>
                </a:lnTo>
                <a:lnTo>
                  <a:pt x="310" y="183"/>
                </a:lnTo>
                <a:lnTo>
                  <a:pt x="310" y="182"/>
                </a:lnTo>
                <a:lnTo>
                  <a:pt x="309" y="182"/>
                </a:lnTo>
                <a:lnTo>
                  <a:pt x="309" y="181"/>
                </a:lnTo>
                <a:lnTo>
                  <a:pt x="310" y="181"/>
                </a:lnTo>
                <a:lnTo>
                  <a:pt x="310" y="180"/>
                </a:lnTo>
                <a:lnTo>
                  <a:pt x="311" y="180"/>
                </a:lnTo>
                <a:lnTo>
                  <a:pt x="311" y="179"/>
                </a:lnTo>
                <a:lnTo>
                  <a:pt x="312" y="179"/>
                </a:lnTo>
                <a:lnTo>
                  <a:pt x="312" y="178"/>
                </a:lnTo>
                <a:lnTo>
                  <a:pt x="312" y="177"/>
                </a:lnTo>
                <a:lnTo>
                  <a:pt x="312" y="176"/>
                </a:lnTo>
                <a:lnTo>
                  <a:pt x="311" y="176"/>
                </a:lnTo>
                <a:lnTo>
                  <a:pt x="310" y="176"/>
                </a:lnTo>
                <a:lnTo>
                  <a:pt x="311" y="176"/>
                </a:lnTo>
                <a:lnTo>
                  <a:pt x="311" y="175"/>
                </a:lnTo>
                <a:lnTo>
                  <a:pt x="310" y="174"/>
                </a:lnTo>
                <a:lnTo>
                  <a:pt x="309" y="174"/>
                </a:lnTo>
                <a:lnTo>
                  <a:pt x="309" y="173"/>
                </a:lnTo>
                <a:lnTo>
                  <a:pt x="308" y="173"/>
                </a:lnTo>
                <a:lnTo>
                  <a:pt x="307" y="173"/>
                </a:lnTo>
                <a:lnTo>
                  <a:pt x="307" y="172"/>
                </a:lnTo>
                <a:lnTo>
                  <a:pt x="308" y="172"/>
                </a:lnTo>
                <a:lnTo>
                  <a:pt x="308" y="171"/>
                </a:lnTo>
                <a:lnTo>
                  <a:pt x="308" y="170"/>
                </a:lnTo>
                <a:lnTo>
                  <a:pt x="308" y="169"/>
                </a:lnTo>
                <a:lnTo>
                  <a:pt x="308" y="168"/>
                </a:lnTo>
                <a:lnTo>
                  <a:pt x="309" y="168"/>
                </a:lnTo>
                <a:lnTo>
                  <a:pt x="309" y="167"/>
                </a:lnTo>
                <a:lnTo>
                  <a:pt x="310" y="167"/>
                </a:lnTo>
                <a:lnTo>
                  <a:pt x="310" y="166"/>
                </a:lnTo>
                <a:lnTo>
                  <a:pt x="310" y="165"/>
                </a:lnTo>
                <a:lnTo>
                  <a:pt x="309" y="165"/>
                </a:lnTo>
                <a:lnTo>
                  <a:pt x="309" y="164"/>
                </a:lnTo>
                <a:lnTo>
                  <a:pt x="309" y="163"/>
                </a:lnTo>
                <a:lnTo>
                  <a:pt x="308" y="163"/>
                </a:lnTo>
                <a:lnTo>
                  <a:pt x="308" y="162"/>
                </a:lnTo>
                <a:lnTo>
                  <a:pt x="307" y="161"/>
                </a:lnTo>
                <a:lnTo>
                  <a:pt x="306" y="160"/>
                </a:lnTo>
                <a:lnTo>
                  <a:pt x="305" y="159"/>
                </a:lnTo>
                <a:lnTo>
                  <a:pt x="305" y="160"/>
                </a:lnTo>
                <a:lnTo>
                  <a:pt x="304" y="160"/>
                </a:lnTo>
                <a:lnTo>
                  <a:pt x="303" y="160"/>
                </a:lnTo>
                <a:lnTo>
                  <a:pt x="303" y="159"/>
                </a:lnTo>
                <a:lnTo>
                  <a:pt x="302" y="159"/>
                </a:lnTo>
                <a:lnTo>
                  <a:pt x="302" y="160"/>
                </a:lnTo>
                <a:lnTo>
                  <a:pt x="302" y="159"/>
                </a:lnTo>
                <a:lnTo>
                  <a:pt x="301" y="159"/>
                </a:lnTo>
                <a:lnTo>
                  <a:pt x="301" y="158"/>
                </a:lnTo>
                <a:lnTo>
                  <a:pt x="300" y="158"/>
                </a:lnTo>
                <a:lnTo>
                  <a:pt x="300" y="157"/>
                </a:lnTo>
                <a:lnTo>
                  <a:pt x="301" y="157"/>
                </a:lnTo>
                <a:lnTo>
                  <a:pt x="301" y="156"/>
                </a:lnTo>
                <a:lnTo>
                  <a:pt x="302" y="155"/>
                </a:lnTo>
                <a:lnTo>
                  <a:pt x="302" y="154"/>
                </a:lnTo>
                <a:lnTo>
                  <a:pt x="303" y="154"/>
                </a:lnTo>
                <a:lnTo>
                  <a:pt x="303" y="153"/>
                </a:lnTo>
                <a:lnTo>
                  <a:pt x="303" y="152"/>
                </a:lnTo>
                <a:lnTo>
                  <a:pt x="303" y="151"/>
                </a:lnTo>
                <a:lnTo>
                  <a:pt x="302" y="150"/>
                </a:lnTo>
                <a:lnTo>
                  <a:pt x="302" y="149"/>
                </a:lnTo>
                <a:lnTo>
                  <a:pt x="301" y="149"/>
                </a:lnTo>
                <a:lnTo>
                  <a:pt x="301" y="148"/>
                </a:lnTo>
                <a:lnTo>
                  <a:pt x="300" y="148"/>
                </a:lnTo>
                <a:lnTo>
                  <a:pt x="299" y="148"/>
                </a:lnTo>
                <a:lnTo>
                  <a:pt x="299" y="147"/>
                </a:lnTo>
                <a:lnTo>
                  <a:pt x="299" y="146"/>
                </a:lnTo>
                <a:lnTo>
                  <a:pt x="299" y="145"/>
                </a:lnTo>
                <a:lnTo>
                  <a:pt x="298" y="145"/>
                </a:lnTo>
                <a:lnTo>
                  <a:pt x="297" y="145"/>
                </a:lnTo>
                <a:lnTo>
                  <a:pt x="297" y="144"/>
                </a:lnTo>
                <a:lnTo>
                  <a:pt x="297" y="143"/>
                </a:lnTo>
                <a:lnTo>
                  <a:pt x="296" y="143"/>
                </a:lnTo>
                <a:lnTo>
                  <a:pt x="295" y="143"/>
                </a:lnTo>
                <a:lnTo>
                  <a:pt x="294" y="142"/>
                </a:lnTo>
                <a:lnTo>
                  <a:pt x="293" y="142"/>
                </a:lnTo>
                <a:lnTo>
                  <a:pt x="292" y="141"/>
                </a:lnTo>
                <a:lnTo>
                  <a:pt x="291" y="141"/>
                </a:lnTo>
                <a:lnTo>
                  <a:pt x="291" y="140"/>
                </a:lnTo>
                <a:lnTo>
                  <a:pt x="290" y="140"/>
                </a:lnTo>
                <a:lnTo>
                  <a:pt x="289" y="140"/>
                </a:lnTo>
                <a:lnTo>
                  <a:pt x="288" y="140"/>
                </a:lnTo>
                <a:lnTo>
                  <a:pt x="288" y="139"/>
                </a:lnTo>
                <a:lnTo>
                  <a:pt x="287" y="139"/>
                </a:lnTo>
                <a:lnTo>
                  <a:pt x="286" y="139"/>
                </a:lnTo>
                <a:lnTo>
                  <a:pt x="285" y="140"/>
                </a:lnTo>
                <a:lnTo>
                  <a:pt x="284" y="140"/>
                </a:lnTo>
                <a:lnTo>
                  <a:pt x="283" y="140"/>
                </a:lnTo>
                <a:lnTo>
                  <a:pt x="282" y="141"/>
                </a:lnTo>
                <a:lnTo>
                  <a:pt x="281" y="141"/>
                </a:lnTo>
                <a:lnTo>
                  <a:pt x="281" y="142"/>
                </a:lnTo>
                <a:lnTo>
                  <a:pt x="280" y="142"/>
                </a:lnTo>
                <a:lnTo>
                  <a:pt x="278" y="143"/>
                </a:lnTo>
                <a:lnTo>
                  <a:pt x="277" y="143"/>
                </a:lnTo>
                <a:lnTo>
                  <a:pt x="277" y="144"/>
                </a:lnTo>
                <a:lnTo>
                  <a:pt x="276" y="144"/>
                </a:lnTo>
                <a:lnTo>
                  <a:pt x="276" y="145"/>
                </a:lnTo>
                <a:lnTo>
                  <a:pt x="277" y="145"/>
                </a:lnTo>
                <a:lnTo>
                  <a:pt x="277" y="146"/>
                </a:lnTo>
                <a:lnTo>
                  <a:pt x="277" y="147"/>
                </a:lnTo>
                <a:lnTo>
                  <a:pt x="276" y="147"/>
                </a:lnTo>
                <a:lnTo>
                  <a:pt x="275" y="147"/>
                </a:lnTo>
                <a:lnTo>
                  <a:pt x="275" y="146"/>
                </a:lnTo>
                <a:lnTo>
                  <a:pt x="275" y="145"/>
                </a:lnTo>
                <a:lnTo>
                  <a:pt x="274" y="145"/>
                </a:lnTo>
                <a:lnTo>
                  <a:pt x="273" y="146"/>
                </a:lnTo>
                <a:lnTo>
                  <a:pt x="272" y="146"/>
                </a:lnTo>
                <a:lnTo>
                  <a:pt x="272" y="145"/>
                </a:lnTo>
                <a:lnTo>
                  <a:pt x="272" y="146"/>
                </a:lnTo>
                <a:lnTo>
                  <a:pt x="271" y="146"/>
                </a:lnTo>
                <a:lnTo>
                  <a:pt x="272" y="146"/>
                </a:lnTo>
                <a:lnTo>
                  <a:pt x="271" y="147"/>
                </a:lnTo>
                <a:lnTo>
                  <a:pt x="270" y="146"/>
                </a:lnTo>
                <a:lnTo>
                  <a:pt x="270" y="145"/>
                </a:lnTo>
                <a:lnTo>
                  <a:pt x="270" y="144"/>
                </a:lnTo>
                <a:lnTo>
                  <a:pt x="269" y="143"/>
                </a:lnTo>
                <a:lnTo>
                  <a:pt x="268" y="143"/>
                </a:lnTo>
                <a:lnTo>
                  <a:pt x="268" y="142"/>
                </a:lnTo>
                <a:lnTo>
                  <a:pt x="267" y="142"/>
                </a:lnTo>
                <a:lnTo>
                  <a:pt x="266" y="142"/>
                </a:lnTo>
                <a:lnTo>
                  <a:pt x="266" y="143"/>
                </a:lnTo>
                <a:lnTo>
                  <a:pt x="266" y="144"/>
                </a:lnTo>
                <a:lnTo>
                  <a:pt x="265" y="144"/>
                </a:lnTo>
                <a:lnTo>
                  <a:pt x="265" y="143"/>
                </a:lnTo>
                <a:lnTo>
                  <a:pt x="264" y="143"/>
                </a:lnTo>
                <a:lnTo>
                  <a:pt x="263" y="144"/>
                </a:lnTo>
                <a:lnTo>
                  <a:pt x="262" y="144"/>
                </a:lnTo>
                <a:lnTo>
                  <a:pt x="262" y="145"/>
                </a:lnTo>
                <a:lnTo>
                  <a:pt x="261" y="145"/>
                </a:lnTo>
                <a:lnTo>
                  <a:pt x="260" y="145"/>
                </a:lnTo>
                <a:lnTo>
                  <a:pt x="259" y="145"/>
                </a:lnTo>
                <a:lnTo>
                  <a:pt x="259" y="144"/>
                </a:lnTo>
                <a:lnTo>
                  <a:pt x="259" y="143"/>
                </a:lnTo>
                <a:lnTo>
                  <a:pt x="260" y="143"/>
                </a:lnTo>
                <a:lnTo>
                  <a:pt x="259" y="143"/>
                </a:lnTo>
                <a:lnTo>
                  <a:pt x="259" y="142"/>
                </a:lnTo>
                <a:lnTo>
                  <a:pt x="258" y="142"/>
                </a:lnTo>
                <a:lnTo>
                  <a:pt x="258" y="141"/>
                </a:lnTo>
                <a:lnTo>
                  <a:pt x="257" y="140"/>
                </a:lnTo>
                <a:lnTo>
                  <a:pt x="257" y="139"/>
                </a:lnTo>
                <a:lnTo>
                  <a:pt x="258" y="138"/>
                </a:lnTo>
                <a:lnTo>
                  <a:pt x="258" y="136"/>
                </a:lnTo>
                <a:lnTo>
                  <a:pt x="258" y="135"/>
                </a:lnTo>
                <a:lnTo>
                  <a:pt x="259" y="134"/>
                </a:lnTo>
                <a:lnTo>
                  <a:pt x="260" y="134"/>
                </a:lnTo>
                <a:lnTo>
                  <a:pt x="260" y="133"/>
                </a:lnTo>
                <a:lnTo>
                  <a:pt x="260" y="132"/>
                </a:lnTo>
                <a:lnTo>
                  <a:pt x="260" y="131"/>
                </a:lnTo>
                <a:lnTo>
                  <a:pt x="261" y="131"/>
                </a:lnTo>
                <a:lnTo>
                  <a:pt x="261" y="130"/>
                </a:lnTo>
                <a:lnTo>
                  <a:pt x="260" y="130"/>
                </a:lnTo>
                <a:lnTo>
                  <a:pt x="259" y="129"/>
                </a:lnTo>
                <a:lnTo>
                  <a:pt x="259" y="128"/>
                </a:lnTo>
                <a:lnTo>
                  <a:pt x="258" y="128"/>
                </a:lnTo>
                <a:lnTo>
                  <a:pt x="258" y="129"/>
                </a:lnTo>
                <a:lnTo>
                  <a:pt x="257" y="129"/>
                </a:lnTo>
                <a:lnTo>
                  <a:pt x="256" y="128"/>
                </a:lnTo>
                <a:lnTo>
                  <a:pt x="256" y="127"/>
                </a:lnTo>
                <a:lnTo>
                  <a:pt x="255" y="127"/>
                </a:lnTo>
                <a:lnTo>
                  <a:pt x="254" y="125"/>
                </a:lnTo>
                <a:lnTo>
                  <a:pt x="254" y="124"/>
                </a:lnTo>
                <a:lnTo>
                  <a:pt x="254" y="123"/>
                </a:lnTo>
                <a:lnTo>
                  <a:pt x="254" y="122"/>
                </a:lnTo>
                <a:lnTo>
                  <a:pt x="253" y="122"/>
                </a:lnTo>
                <a:lnTo>
                  <a:pt x="253" y="121"/>
                </a:lnTo>
                <a:lnTo>
                  <a:pt x="250" y="121"/>
                </a:lnTo>
                <a:lnTo>
                  <a:pt x="249" y="121"/>
                </a:lnTo>
                <a:lnTo>
                  <a:pt x="249" y="120"/>
                </a:lnTo>
                <a:lnTo>
                  <a:pt x="249" y="119"/>
                </a:lnTo>
                <a:lnTo>
                  <a:pt x="248" y="118"/>
                </a:lnTo>
                <a:lnTo>
                  <a:pt x="248" y="117"/>
                </a:lnTo>
                <a:lnTo>
                  <a:pt x="247" y="117"/>
                </a:lnTo>
                <a:lnTo>
                  <a:pt x="247" y="118"/>
                </a:lnTo>
                <a:lnTo>
                  <a:pt x="246" y="118"/>
                </a:lnTo>
                <a:lnTo>
                  <a:pt x="246" y="120"/>
                </a:lnTo>
                <a:lnTo>
                  <a:pt x="247" y="120"/>
                </a:lnTo>
                <a:lnTo>
                  <a:pt x="247" y="121"/>
                </a:lnTo>
                <a:lnTo>
                  <a:pt x="245" y="121"/>
                </a:lnTo>
                <a:lnTo>
                  <a:pt x="244" y="121"/>
                </a:lnTo>
                <a:lnTo>
                  <a:pt x="243" y="121"/>
                </a:lnTo>
                <a:lnTo>
                  <a:pt x="243" y="122"/>
                </a:lnTo>
                <a:lnTo>
                  <a:pt x="242" y="122"/>
                </a:lnTo>
                <a:lnTo>
                  <a:pt x="242" y="123"/>
                </a:lnTo>
                <a:lnTo>
                  <a:pt x="242" y="124"/>
                </a:lnTo>
                <a:lnTo>
                  <a:pt x="242" y="125"/>
                </a:lnTo>
                <a:lnTo>
                  <a:pt x="243" y="125"/>
                </a:lnTo>
                <a:lnTo>
                  <a:pt x="242" y="126"/>
                </a:lnTo>
                <a:lnTo>
                  <a:pt x="241" y="125"/>
                </a:lnTo>
                <a:lnTo>
                  <a:pt x="239" y="125"/>
                </a:lnTo>
                <a:lnTo>
                  <a:pt x="237" y="124"/>
                </a:lnTo>
                <a:lnTo>
                  <a:pt x="236" y="123"/>
                </a:lnTo>
                <a:lnTo>
                  <a:pt x="236" y="122"/>
                </a:lnTo>
                <a:lnTo>
                  <a:pt x="235" y="122"/>
                </a:lnTo>
                <a:lnTo>
                  <a:pt x="235" y="121"/>
                </a:lnTo>
                <a:lnTo>
                  <a:pt x="234" y="121"/>
                </a:lnTo>
                <a:lnTo>
                  <a:pt x="233" y="120"/>
                </a:lnTo>
                <a:lnTo>
                  <a:pt x="232" y="120"/>
                </a:lnTo>
                <a:lnTo>
                  <a:pt x="232" y="121"/>
                </a:lnTo>
                <a:lnTo>
                  <a:pt x="231" y="121"/>
                </a:lnTo>
                <a:lnTo>
                  <a:pt x="231" y="119"/>
                </a:lnTo>
                <a:lnTo>
                  <a:pt x="232" y="118"/>
                </a:lnTo>
                <a:lnTo>
                  <a:pt x="232" y="117"/>
                </a:lnTo>
                <a:lnTo>
                  <a:pt x="233" y="117"/>
                </a:lnTo>
                <a:lnTo>
                  <a:pt x="233" y="116"/>
                </a:lnTo>
                <a:lnTo>
                  <a:pt x="233" y="115"/>
                </a:lnTo>
                <a:lnTo>
                  <a:pt x="233" y="114"/>
                </a:lnTo>
                <a:lnTo>
                  <a:pt x="233" y="113"/>
                </a:lnTo>
                <a:lnTo>
                  <a:pt x="233" y="112"/>
                </a:lnTo>
                <a:lnTo>
                  <a:pt x="233" y="111"/>
                </a:lnTo>
                <a:lnTo>
                  <a:pt x="232" y="110"/>
                </a:lnTo>
                <a:lnTo>
                  <a:pt x="231" y="110"/>
                </a:lnTo>
                <a:lnTo>
                  <a:pt x="231" y="109"/>
                </a:lnTo>
                <a:lnTo>
                  <a:pt x="232" y="109"/>
                </a:lnTo>
                <a:lnTo>
                  <a:pt x="232" y="108"/>
                </a:lnTo>
                <a:lnTo>
                  <a:pt x="232" y="107"/>
                </a:lnTo>
                <a:lnTo>
                  <a:pt x="232" y="106"/>
                </a:lnTo>
                <a:lnTo>
                  <a:pt x="232" y="105"/>
                </a:lnTo>
                <a:lnTo>
                  <a:pt x="231" y="105"/>
                </a:lnTo>
                <a:lnTo>
                  <a:pt x="230" y="105"/>
                </a:lnTo>
                <a:lnTo>
                  <a:pt x="229" y="105"/>
                </a:lnTo>
                <a:lnTo>
                  <a:pt x="228" y="104"/>
                </a:lnTo>
                <a:lnTo>
                  <a:pt x="228" y="103"/>
                </a:lnTo>
                <a:lnTo>
                  <a:pt x="228" y="102"/>
                </a:lnTo>
                <a:lnTo>
                  <a:pt x="228" y="101"/>
                </a:lnTo>
                <a:lnTo>
                  <a:pt x="229" y="101"/>
                </a:lnTo>
                <a:lnTo>
                  <a:pt x="228" y="100"/>
                </a:lnTo>
                <a:lnTo>
                  <a:pt x="228" y="99"/>
                </a:lnTo>
                <a:lnTo>
                  <a:pt x="229" y="99"/>
                </a:lnTo>
                <a:lnTo>
                  <a:pt x="229" y="98"/>
                </a:lnTo>
                <a:lnTo>
                  <a:pt x="230" y="97"/>
                </a:lnTo>
                <a:lnTo>
                  <a:pt x="230" y="96"/>
                </a:lnTo>
                <a:lnTo>
                  <a:pt x="230" y="95"/>
                </a:lnTo>
                <a:lnTo>
                  <a:pt x="230" y="94"/>
                </a:lnTo>
                <a:lnTo>
                  <a:pt x="231" y="94"/>
                </a:lnTo>
                <a:lnTo>
                  <a:pt x="232" y="94"/>
                </a:lnTo>
                <a:lnTo>
                  <a:pt x="232" y="93"/>
                </a:lnTo>
                <a:lnTo>
                  <a:pt x="233" y="93"/>
                </a:lnTo>
                <a:lnTo>
                  <a:pt x="234" y="93"/>
                </a:lnTo>
                <a:lnTo>
                  <a:pt x="235" y="93"/>
                </a:lnTo>
                <a:lnTo>
                  <a:pt x="234" y="92"/>
                </a:lnTo>
                <a:lnTo>
                  <a:pt x="235" y="92"/>
                </a:lnTo>
                <a:lnTo>
                  <a:pt x="236" y="92"/>
                </a:lnTo>
                <a:lnTo>
                  <a:pt x="236" y="91"/>
                </a:lnTo>
                <a:lnTo>
                  <a:pt x="236" y="90"/>
                </a:lnTo>
                <a:lnTo>
                  <a:pt x="236" y="89"/>
                </a:lnTo>
                <a:lnTo>
                  <a:pt x="237" y="88"/>
                </a:lnTo>
                <a:lnTo>
                  <a:pt x="237" y="87"/>
                </a:lnTo>
                <a:lnTo>
                  <a:pt x="237" y="86"/>
                </a:lnTo>
                <a:lnTo>
                  <a:pt x="237" y="85"/>
                </a:lnTo>
                <a:lnTo>
                  <a:pt x="237" y="84"/>
                </a:lnTo>
                <a:lnTo>
                  <a:pt x="238" y="84"/>
                </a:lnTo>
                <a:lnTo>
                  <a:pt x="238" y="85"/>
                </a:lnTo>
                <a:lnTo>
                  <a:pt x="239" y="85"/>
                </a:lnTo>
                <a:lnTo>
                  <a:pt x="240" y="85"/>
                </a:lnTo>
                <a:lnTo>
                  <a:pt x="241" y="84"/>
                </a:lnTo>
                <a:lnTo>
                  <a:pt x="241" y="83"/>
                </a:lnTo>
                <a:lnTo>
                  <a:pt x="242" y="82"/>
                </a:lnTo>
                <a:lnTo>
                  <a:pt x="242" y="81"/>
                </a:lnTo>
                <a:lnTo>
                  <a:pt x="243" y="81"/>
                </a:lnTo>
                <a:lnTo>
                  <a:pt x="244" y="83"/>
                </a:lnTo>
                <a:lnTo>
                  <a:pt x="244" y="84"/>
                </a:lnTo>
                <a:lnTo>
                  <a:pt x="244" y="85"/>
                </a:lnTo>
                <a:lnTo>
                  <a:pt x="245" y="85"/>
                </a:lnTo>
                <a:lnTo>
                  <a:pt x="245" y="84"/>
                </a:lnTo>
                <a:lnTo>
                  <a:pt x="246" y="84"/>
                </a:lnTo>
                <a:lnTo>
                  <a:pt x="247" y="84"/>
                </a:lnTo>
                <a:lnTo>
                  <a:pt x="247" y="83"/>
                </a:lnTo>
                <a:lnTo>
                  <a:pt x="247" y="82"/>
                </a:lnTo>
                <a:lnTo>
                  <a:pt x="249" y="83"/>
                </a:lnTo>
                <a:lnTo>
                  <a:pt x="250" y="83"/>
                </a:lnTo>
                <a:lnTo>
                  <a:pt x="251" y="83"/>
                </a:lnTo>
                <a:lnTo>
                  <a:pt x="253" y="83"/>
                </a:lnTo>
                <a:lnTo>
                  <a:pt x="254" y="83"/>
                </a:lnTo>
                <a:lnTo>
                  <a:pt x="255" y="83"/>
                </a:lnTo>
                <a:lnTo>
                  <a:pt x="255" y="82"/>
                </a:lnTo>
                <a:lnTo>
                  <a:pt x="256" y="82"/>
                </a:lnTo>
                <a:lnTo>
                  <a:pt x="256" y="83"/>
                </a:lnTo>
                <a:lnTo>
                  <a:pt x="257" y="83"/>
                </a:lnTo>
                <a:lnTo>
                  <a:pt x="258" y="83"/>
                </a:lnTo>
                <a:lnTo>
                  <a:pt x="259" y="83"/>
                </a:lnTo>
                <a:lnTo>
                  <a:pt x="259" y="84"/>
                </a:lnTo>
                <a:lnTo>
                  <a:pt x="260" y="84"/>
                </a:lnTo>
                <a:lnTo>
                  <a:pt x="260" y="83"/>
                </a:lnTo>
                <a:lnTo>
                  <a:pt x="261" y="83"/>
                </a:lnTo>
                <a:lnTo>
                  <a:pt x="262" y="83"/>
                </a:lnTo>
                <a:lnTo>
                  <a:pt x="262" y="82"/>
                </a:lnTo>
                <a:lnTo>
                  <a:pt x="262" y="81"/>
                </a:lnTo>
                <a:lnTo>
                  <a:pt x="261" y="81"/>
                </a:lnTo>
                <a:lnTo>
                  <a:pt x="260" y="80"/>
                </a:lnTo>
                <a:lnTo>
                  <a:pt x="260" y="78"/>
                </a:lnTo>
                <a:lnTo>
                  <a:pt x="261" y="78"/>
                </a:lnTo>
                <a:lnTo>
                  <a:pt x="260" y="77"/>
                </a:lnTo>
                <a:lnTo>
                  <a:pt x="260" y="76"/>
                </a:lnTo>
                <a:lnTo>
                  <a:pt x="260" y="74"/>
                </a:lnTo>
                <a:lnTo>
                  <a:pt x="261" y="74"/>
                </a:lnTo>
                <a:lnTo>
                  <a:pt x="262" y="74"/>
                </a:lnTo>
                <a:lnTo>
                  <a:pt x="264" y="73"/>
                </a:lnTo>
                <a:lnTo>
                  <a:pt x="265" y="73"/>
                </a:lnTo>
                <a:lnTo>
                  <a:pt x="265" y="72"/>
                </a:lnTo>
                <a:lnTo>
                  <a:pt x="265" y="71"/>
                </a:lnTo>
                <a:lnTo>
                  <a:pt x="265" y="70"/>
                </a:lnTo>
                <a:lnTo>
                  <a:pt x="266" y="70"/>
                </a:lnTo>
                <a:lnTo>
                  <a:pt x="266" y="69"/>
                </a:lnTo>
                <a:lnTo>
                  <a:pt x="267" y="69"/>
                </a:lnTo>
                <a:lnTo>
                  <a:pt x="267" y="68"/>
                </a:lnTo>
                <a:lnTo>
                  <a:pt x="267" y="67"/>
                </a:lnTo>
                <a:lnTo>
                  <a:pt x="268" y="66"/>
                </a:lnTo>
                <a:lnTo>
                  <a:pt x="268" y="65"/>
                </a:lnTo>
                <a:lnTo>
                  <a:pt x="268" y="62"/>
                </a:lnTo>
                <a:lnTo>
                  <a:pt x="269" y="62"/>
                </a:lnTo>
                <a:lnTo>
                  <a:pt x="269" y="63"/>
                </a:lnTo>
                <a:lnTo>
                  <a:pt x="270" y="63"/>
                </a:lnTo>
                <a:lnTo>
                  <a:pt x="270" y="64"/>
                </a:lnTo>
                <a:lnTo>
                  <a:pt x="271" y="65"/>
                </a:lnTo>
                <a:lnTo>
                  <a:pt x="272" y="65"/>
                </a:lnTo>
                <a:lnTo>
                  <a:pt x="272" y="64"/>
                </a:lnTo>
                <a:lnTo>
                  <a:pt x="273" y="65"/>
                </a:lnTo>
                <a:lnTo>
                  <a:pt x="274" y="66"/>
                </a:lnTo>
                <a:lnTo>
                  <a:pt x="275" y="67"/>
                </a:lnTo>
                <a:lnTo>
                  <a:pt x="275" y="68"/>
                </a:lnTo>
                <a:lnTo>
                  <a:pt x="276" y="68"/>
                </a:lnTo>
                <a:lnTo>
                  <a:pt x="275" y="68"/>
                </a:lnTo>
                <a:lnTo>
                  <a:pt x="275" y="69"/>
                </a:lnTo>
                <a:lnTo>
                  <a:pt x="276" y="69"/>
                </a:lnTo>
                <a:lnTo>
                  <a:pt x="276" y="70"/>
                </a:lnTo>
                <a:lnTo>
                  <a:pt x="276" y="71"/>
                </a:lnTo>
                <a:lnTo>
                  <a:pt x="277" y="71"/>
                </a:lnTo>
                <a:lnTo>
                  <a:pt x="277" y="72"/>
                </a:lnTo>
                <a:lnTo>
                  <a:pt x="277" y="71"/>
                </a:lnTo>
                <a:lnTo>
                  <a:pt x="278" y="71"/>
                </a:lnTo>
                <a:lnTo>
                  <a:pt x="279" y="72"/>
                </a:lnTo>
                <a:lnTo>
                  <a:pt x="280" y="72"/>
                </a:lnTo>
                <a:lnTo>
                  <a:pt x="280" y="71"/>
                </a:lnTo>
                <a:lnTo>
                  <a:pt x="280" y="72"/>
                </a:lnTo>
                <a:lnTo>
                  <a:pt x="281" y="72"/>
                </a:lnTo>
                <a:lnTo>
                  <a:pt x="282" y="73"/>
                </a:lnTo>
                <a:lnTo>
                  <a:pt x="282" y="74"/>
                </a:lnTo>
                <a:lnTo>
                  <a:pt x="283" y="74"/>
                </a:lnTo>
                <a:lnTo>
                  <a:pt x="282" y="74"/>
                </a:lnTo>
                <a:lnTo>
                  <a:pt x="282" y="75"/>
                </a:lnTo>
                <a:lnTo>
                  <a:pt x="282" y="76"/>
                </a:lnTo>
                <a:lnTo>
                  <a:pt x="283" y="76"/>
                </a:lnTo>
                <a:lnTo>
                  <a:pt x="283" y="77"/>
                </a:lnTo>
                <a:lnTo>
                  <a:pt x="283" y="78"/>
                </a:lnTo>
                <a:lnTo>
                  <a:pt x="284" y="79"/>
                </a:lnTo>
                <a:lnTo>
                  <a:pt x="285" y="79"/>
                </a:lnTo>
                <a:lnTo>
                  <a:pt x="286" y="79"/>
                </a:lnTo>
                <a:lnTo>
                  <a:pt x="286" y="78"/>
                </a:lnTo>
                <a:lnTo>
                  <a:pt x="287" y="77"/>
                </a:lnTo>
                <a:lnTo>
                  <a:pt x="288" y="77"/>
                </a:lnTo>
                <a:lnTo>
                  <a:pt x="289" y="78"/>
                </a:lnTo>
                <a:lnTo>
                  <a:pt x="290" y="78"/>
                </a:lnTo>
                <a:lnTo>
                  <a:pt x="291" y="78"/>
                </a:lnTo>
                <a:lnTo>
                  <a:pt x="291" y="79"/>
                </a:lnTo>
                <a:lnTo>
                  <a:pt x="291" y="80"/>
                </a:lnTo>
                <a:lnTo>
                  <a:pt x="291" y="81"/>
                </a:lnTo>
                <a:lnTo>
                  <a:pt x="292" y="81"/>
                </a:lnTo>
                <a:lnTo>
                  <a:pt x="293" y="83"/>
                </a:lnTo>
                <a:lnTo>
                  <a:pt x="293" y="84"/>
                </a:lnTo>
                <a:lnTo>
                  <a:pt x="293" y="85"/>
                </a:lnTo>
                <a:lnTo>
                  <a:pt x="294" y="86"/>
                </a:lnTo>
                <a:lnTo>
                  <a:pt x="295" y="86"/>
                </a:lnTo>
                <a:lnTo>
                  <a:pt x="296" y="87"/>
                </a:lnTo>
                <a:lnTo>
                  <a:pt x="297" y="86"/>
                </a:lnTo>
                <a:lnTo>
                  <a:pt x="298" y="87"/>
                </a:lnTo>
                <a:lnTo>
                  <a:pt x="297" y="87"/>
                </a:lnTo>
                <a:lnTo>
                  <a:pt x="298" y="87"/>
                </a:lnTo>
                <a:lnTo>
                  <a:pt x="298" y="88"/>
                </a:lnTo>
                <a:lnTo>
                  <a:pt x="299" y="88"/>
                </a:lnTo>
                <a:lnTo>
                  <a:pt x="300" y="89"/>
                </a:lnTo>
                <a:lnTo>
                  <a:pt x="300" y="90"/>
                </a:lnTo>
                <a:lnTo>
                  <a:pt x="302" y="90"/>
                </a:lnTo>
                <a:lnTo>
                  <a:pt x="303" y="91"/>
                </a:lnTo>
                <a:lnTo>
                  <a:pt x="304" y="91"/>
                </a:lnTo>
                <a:lnTo>
                  <a:pt x="305" y="91"/>
                </a:lnTo>
                <a:lnTo>
                  <a:pt x="306" y="92"/>
                </a:lnTo>
                <a:lnTo>
                  <a:pt x="306" y="93"/>
                </a:lnTo>
                <a:lnTo>
                  <a:pt x="306" y="94"/>
                </a:lnTo>
                <a:lnTo>
                  <a:pt x="307" y="94"/>
                </a:lnTo>
                <a:lnTo>
                  <a:pt x="307" y="95"/>
                </a:lnTo>
                <a:lnTo>
                  <a:pt x="308" y="96"/>
                </a:lnTo>
                <a:lnTo>
                  <a:pt x="309" y="98"/>
                </a:lnTo>
                <a:lnTo>
                  <a:pt x="310" y="98"/>
                </a:lnTo>
                <a:lnTo>
                  <a:pt x="311" y="98"/>
                </a:lnTo>
                <a:lnTo>
                  <a:pt x="312" y="98"/>
                </a:lnTo>
                <a:lnTo>
                  <a:pt x="314" y="98"/>
                </a:lnTo>
                <a:lnTo>
                  <a:pt x="314" y="99"/>
                </a:lnTo>
                <a:lnTo>
                  <a:pt x="315" y="98"/>
                </a:lnTo>
                <a:lnTo>
                  <a:pt x="315" y="97"/>
                </a:lnTo>
                <a:lnTo>
                  <a:pt x="315" y="96"/>
                </a:lnTo>
                <a:lnTo>
                  <a:pt x="315" y="95"/>
                </a:lnTo>
                <a:lnTo>
                  <a:pt x="315" y="93"/>
                </a:lnTo>
                <a:lnTo>
                  <a:pt x="314" y="92"/>
                </a:lnTo>
                <a:lnTo>
                  <a:pt x="315" y="92"/>
                </a:lnTo>
                <a:lnTo>
                  <a:pt x="316" y="90"/>
                </a:lnTo>
                <a:lnTo>
                  <a:pt x="316" y="89"/>
                </a:lnTo>
                <a:lnTo>
                  <a:pt x="316" y="88"/>
                </a:lnTo>
                <a:lnTo>
                  <a:pt x="316" y="87"/>
                </a:lnTo>
                <a:lnTo>
                  <a:pt x="317" y="86"/>
                </a:lnTo>
                <a:lnTo>
                  <a:pt x="318" y="86"/>
                </a:lnTo>
                <a:lnTo>
                  <a:pt x="318" y="87"/>
                </a:lnTo>
                <a:lnTo>
                  <a:pt x="319" y="87"/>
                </a:lnTo>
                <a:lnTo>
                  <a:pt x="320" y="88"/>
                </a:lnTo>
                <a:lnTo>
                  <a:pt x="321" y="88"/>
                </a:lnTo>
                <a:lnTo>
                  <a:pt x="322" y="88"/>
                </a:lnTo>
                <a:lnTo>
                  <a:pt x="325" y="90"/>
                </a:lnTo>
                <a:lnTo>
                  <a:pt x="325" y="91"/>
                </a:lnTo>
                <a:lnTo>
                  <a:pt x="326" y="91"/>
                </a:lnTo>
                <a:lnTo>
                  <a:pt x="326" y="92"/>
                </a:lnTo>
                <a:lnTo>
                  <a:pt x="327" y="91"/>
                </a:lnTo>
                <a:lnTo>
                  <a:pt x="328" y="90"/>
                </a:lnTo>
                <a:lnTo>
                  <a:pt x="329" y="91"/>
                </a:lnTo>
                <a:lnTo>
                  <a:pt x="329" y="90"/>
                </a:lnTo>
                <a:lnTo>
                  <a:pt x="328" y="89"/>
                </a:lnTo>
                <a:lnTo>
                  <a:pt x="327" y="88"/>
                </a:lnTo>
                <a:lnTo>
                  <a:pt x="327" y="87"/>
                </a:lnTo>
                <a:lnTo>
                  <a:pt x="326" y="86"/>
                </a:lnTo>
                <a:lnTo>
                  <a:pt x="326" y="85"/>
                </a:lnTo>
                <a:lnTo>
                  <a:pt x="325" y="85"/>
                </a:lnTo>
                <a:lnTo>
                  <a:pt x="325" y="84"/>
                </a:lnTo>
                <a:lnTo>
                  <a:pt x="326" y="83"/>
                </a:lnTo>
                <a:lnTo>
                  <a:pt x="326" y="84"/>
                </a:lnTo>
                <a:lnTo>
                  <a:pt x="327" y="84"/>
                </a:lnTo>
                <a:lnTo>
                  <a:pt x="328" y="84"/>
                </a:lnTo>
                <a:lnTo>
                  <a:pt x="329" y="85"/>
                </a:lnTo>
                <a:lnTo>
                  <a:pt x="329" y="86"/>
                </a:lnTo>
                <a:lnTo>
                  <a:pt x="329" y="87"/>
                </a:lnTo>
                <a:lnTo>
                  <a:pt x="330" y="87"/>
                </a:lnTo>
                <a:lnTo>
                  <a:pt x="331" y="86"/>
                </a:lnTo>
                <a:lnTo>
                  <a:pt x="330" y="85"/>
                </a:lnTo>
                <a:lnTo>
                  <a:pt x="329" y="85"/>
                </a:lnTo>
                <a:lnTo>
                  <a:pt x="329" y="84"/>
                </a:lnTo>
                <a:lnTo>
                  <a:pt x="329" y="83"/>
                </a:lnTo>
                <a:lnTo>
                  <a:pt x="328" y="83"/>
                </a:lnTo>
                <a:lnTo>
                  <a:pt x="328" y="82"/>
                </a:lnTo>
                <a:lnTo>
                  <a:pt x="328" y="81"/>
                </a:lnTo>
                <a:lnTo>
                  <a:pt x="328" y="80"/>
                </a:lnTo>
                <a:lnTo>
                  <a:pt x="329" y="79"/>
                </a:lnTo>
                <a:lnTo>
                  <a:pt x="329" y="78"/>
                </a:lnTo>
                <a:lnTo>
                  <a:pt x="329" y="76"/>
                </a:lnTo>
                <a:lnTo>
                  <a:pt x="329" y="75"/>
                </a:lnTo>
                <a:lnTo>
                  <a:pt x="329" y="74"/>
                </a:lnTo>
                <a:lnTo>
                  <a:pt x="329" y="75"/>
                </a:lnTo>
                <a:lnTo>
                  <a:pt x="330" y="75"/>
                </a:lnTo>
                <a:lnTo>
                  <a:pt x="331" y="74"/>
                </a:lnTo>
                <a:lnTo>
                  <a:pt x="332" y="73"/>
                </a:lnTo>
                <a:lnTo>
                  <a:pt x="331" y="72"/>
                </a:lnTo>
                <a:lnTo>
                  <a:pt x="331" y="71"/>
                </a:lnTo>
                <a:lnTo>
                  <a:pt x="330" y="71"/>
                </a:lnTo>
                <a:lnTo>
                  <a:pt x="330" y="70"/>
                </a:lnTo>
                <a:lnTo>
                  <a:pt x="330" y="69"/>
                </a:lnTo>
                <a:lnTo>
                  <a:pt x="329" y="68"/>
                </a:lnTo>
                <a:lnTo>
                  <a:pt x="329" y="67"/>
                </a:lnTo>
                <a:lnTo>
                  <a:pt x="328" y="67"/>
                </a:lnTo>
                <a:lnTo>
                  <a:pt x="328" y="66"/>
                </a:lnTo>
                <a:lnTo>
                  <a:pt x="328" y="65"/>
                </a:lnTo>
                <a:lnTo>
                  <a:pt x="327" y="64"/>
                </a:lnTo>
                <a:lnTo>
                  <a:pt x="326" y="63"/>
                </a:lnTo>
                <a:lnTo>
                  <a:pt x="325" y="62"/>
                </a:lnTo>
                <a:lnTo>
                  <a:pt x="324" y="62"/>
                </a:lnTo>
                <a:lnTo>
                  <a:pt x="324" y="61"/>
                </a:lnTo>
                <a:lnTo>
                  <a:pt x="324" y="60"/>
                </a:lnTo>
                <a:lnTo>
                  <a:pt x="323" y="60"/>
                </a:lnTo>
                <a:lnTo>
                  <a:pt x="323" y="59"/>
                </a:lnTo>
                <a:lnTo>
                  <a:pt x="323" y="58"/>
                </a:lnTo>
                <a:lnTo>
                  <a:pt x="323" y="57"/>
                </a:lnTo>
                <a:lnTo>
                  <a:pt x="324" y="57"/>
                </a:lnTo>
                <a:lnTo>
                  <a:pt x="324" y="58"/>
                </a:lnTo>
                <a:lnTo>
                  <a:pt x="324" y="57"/>
                </a:lnTo>
                <a:lnTo>
                  <a:pt x="324" y="56"/>
                </a:lnTo>
                <a:lnTo>
                  <a:pt x="323" y="56"/>
                </a:lnTo>
                <a:lnTo>
                  <a:pt x="322" y="55"/>
                </a:lnTo>
                <a:lnTo>
                  <a:pt x="323" y="55"/>
                </a:lnTo>
                <a:lnTo>
                  <a:pt x="323" y="54"/>
                </a:lnTo>
                <a:lnTo>
                  <a:pt x="324" y="54"/>
                </a:lnTo>
                <a:lnTo>
                  <a:pt x="324" y="53"/>
                </a:lnTo>
                <a:lnTo>
                  <a:pt x="325" y="53"/>
                </a:lnTo>
                <a:lnTo>
                  <a:pt x="324" y="53"/>
                </a:lnTo>
                <a:lnTo>
                  <a:pt x="325" y="52"/>
                </a:lnTo>
                <a:lnTo>
                  <a:pt x="326" y="53"/>
                </a:lnTo>
                <a:lnTo>
                  <a:pt x="326" y="54"/>
                </a:lnTo>
                <a:lnTo>
                  <a:pt x="327" y="56"/>
                </a:lnTo>
                <a:lnTo>
                  <a:pt x="329" y="57"/>
                </a:lnTo>
                <a:lnTo>
                  <a:pt x="330" y="57"/>
                </a:lnTo>
                <a:lnTo>
                  <a:pt x="331" y="58"/>
                </a:lnTo>
                <a:lnTo>
                  <a:pt x="331" y="59"/>
                </a:lnTo>
                <a:lnTo>
                  <a:pt x="332" y="59"/>
                </a:lnTo>
                <a:lnTo>
                  <a:pt x="332" y="61"/>
                </a:lnTo>
                <a:lnTo>
                  <a:pt x="333" y="61"/>
                </a:lnTo>
                <a:lnTo>
                  <a:pt x="333" y="60"/>
                </a:lnTo>
                <a:lnTo>
                  <a:pt x="334" y="60"/>
                </a:lnTo>
                <a:lnTo>
                  <a:pt x="334" y="61"/>
                </a:lnTo>
                <a:lnTo>
                  <a:pt x="335" y="61"/>
                </a:lnTo>
                <a:lnTo>
                  <a:pt x="335" y="62"/>
                </a:lnTo>
                <a:lnTo>
                  <a:pt x="335" y="63"/>
                </a:lnTo>
                <a:lnTo>
                  <a:pt x="335" y="64"/>
                </a:lnTo>
                <a:lnTo>
                  <a:pt x="335" y="65"/>
                </a:lnTo>
                <a:lnTo>
                  <a:pt x="335" y="66"/>
                </a:lnTo>
                <a:lnTo>
                  <a:pt x="335" y="67"/>
                </a:lnTo>
                <a:lnTo>
                  <a:pt x="337" y="69"/>
                </a:lnTo>
                <a:lnTo>
                  <a:pt x="338" y="70"/>
                </a:lnTo>
                <a:lnTo>
                  <a:pt x="339" y="70"/>
                </a:lnTo>
                <a:lnTo>
                  <a:pt x="341" y="71"/>
                </a:lnTo>
                <a:lnTo>
                  <a:pt x="341" y="72"/>
                </a:lnTo>
                <a:lnTo>
                  <a:pt x="342" y="74"/>
                </a:lnTo>
                <a:lnTo>
                  <a:pt x="343" y="74"/>
                </a:lnTo>
                <a:lnTo>
                  <a:pt x="343" y="75"/>
                </a:lnTo>
                <a:lnTo>
                  <a:pt x="344" y="74"/>
                </a:lnTo>
                <a:lnTo>
                  <a:pt x="345" y="74"/>
                </a:lnTo>
                <a:lnTo>
                  <a:pt x="345" y="76"/>
                </a:lnTo>
                <a:lnTo>
                  <a:pt x="345" y="77"/>
                </a:lnTo>
                <a:lnTo>
                  <a:pt x="344" y="77"/>
                </a:lnTo>
                <a:lnTo>
                  <a:pt x="343" y="77"/>
                </a:lnTo>
                <a:lnTo>
                  <a:pt x="343" y="76"/>
                </a:lnTo>
                <a:lnTo>
                  <a:pt x="342" y="76"/>
                </a:lnTo>
                <a:lnTo>
                  <a:pt x="342" y="77"/>
                </a:lnTo>
                <a:lnTo>
                  <a:pt x="341" y="77"/>
                </a:lnTo>
                <a:lnTo>
                  <a:pt x="342" y="77"/>
                </a:lnTo>
                <a:lnTo>
                  <a:pt x="342" y="78"/>
                </a:lnTo>
                <a:lnTo>
                  <a:pt x="343" y="78"/>
                </a:lnTo>
                <a:lnTo>
                  <a:pt x="344" y="79"/>
                </a:lnTo>
                <a:lnTo>
                  <a:pt x="344" y="81"/>
                </a:lnTo>
                <a:lnTo>
                  <a:pt x="343" y="81"/>
                </a:lnTo>
                <a:lnTo>
                  <a:pt x="343" y="82"/>
                </a:lnTo>
                <a:lnTo>
                  <a:pt x="342" y="82"/>
                </a:lnTo>
                <a:lnTo>
                  <a:pt x="342" y="81"/>
                </a:lnTo>
                <a:lnTo>
                  <a:pt x="341" y="81"/>
                </a:lnTo>
                <a:lnTo>
                  <a:pt x="341" y="82"/>
                </a:lnTo>
                <a:lnTo>
                  <a:pt x="340" y="83"/>
                </a:lnTo>
                <a:lnTo>
                  <a:pt x="340" y="84"/>
                </a:lnTo>
                <a:lnTo>
                  <a:pt x="341" y="84"/>
                </a:lnTo>
                <a:lnTo>
                  <a:pt x="341" y="85"/>
                </a:lnTo>
                <a:lnTo>
                  <a:pt x="342" y="86"/>
                </a:lnTo>
                <a:lnTo>
                  <a:pt x="342" y="89"/>
                </a:lnTo>
                <a:lnTo>
                  <a:pt x="340" y="90"/>
                </a:lnTo>
                <a:lnTo>
                  <a:pt x="339" y="91"/>
                </a:lnTo>
                <a:lnTo>
                  <a:pt x="339" y="92"/>
                </a:lnTo>
                <a:lnTo>
                  <a:pt x="338" y="92"/>
                </a:lnTo>
                <a:lnTo>
                  <a:pt x="336" y="92"/>
                </a:lnTo>
                <a:lnTo>
                  <a:pt x="335" y="93"/>
                </a:lnTo>
                <a:lnTo>
                  <a:pt x="335" y="94"/>
                </a:lnTo>
                <a:lnTo>
                  <a:pt x="336" y="95"/>
                </a:lnTo>
                <a:lnTo>
                  <a:pt x="336" y="96"/>
                </a:lnTo>
                <a:lnTo>
                  <a:pt x="336" y="97"/>
                </a:lnTo>
                <a:lnTo>
                  <a:pt x="337" y="97"/>
                </a:lnTo>
                <a:lnTo>
                  <a:pt x="338" y="97"/>
                </a:lnTo>
                <a:lnTo>
                  <a:pt x="339" y="97"/>
                </a:lnTo>
                <a:lnTo>
                  <a:pt x="339" y="96"/>
                </a:lnTo>
                <a:lnTo>
                  <a:pt x="339" y="95"/>
                </a:lnTo>
                <a:lnTo>
                  <a:pt x="338" y="94"/>
                </a:lnTo>
                <a:lnTo>
                  <a:pt x="339" y="93"/>
                </a:lnTo>
                <a:lnTo>
                  <a:pt x="339" y="94"/>
                </a:lnTo>
                <a:lnTo>
                  <a:pt x="340" y="94"/>
                </a:lnTo>
                <a:lnTo>
                  <a:pt x="341" y="95"/>
                </a:lnTo>
                <a:lnTo>
                  <a:pt x="342" y="95"/>
                </a:lnTo>
                <a:lnTo>
                  <a:pt x="344" y="95"/>
                </a:lnTo>
                <a:lnTo>
                  <a:pt x="344" y="96"/>
                </a:lnTo>
                <a:lnTo>
                  <a:pt x="344" y="97"/>
                </a:lnTo>
                <a:lnTo>
                  <a:pt x="345" y="98"/>
                </a:lnTo>
                <a:lnTo>
                  <a:pt x="346" y="98"/>
                </a:lnTo>
                <a:lnTo>
                  <a:pt x="346" y="97"/>
                </a:lnTo>
                <a:lnTo>
                  <a:pt x="347" y="97"/>
                </a:lnTo>
                <a:lnTo>
                  <a:pt x="347" y="96"/>
                </a:lnTo>
                <a:lnTo>
                  <a:pt x="347" y="97"/>
                </a:lnTo>
                <a:lnTo>
                  <a:pt x="348" y="98"/>
                </a:lnTo>
                <a:lnTo>
                  <a:pt x="349" y="98"/>
                </a:lnTo>
                <a:lnTo>
                  <a:pt x="349" y="97"/>
                </a:lnTo>
                <a:lnTo>
                  <a:pt x="350" y="97"/>
                </a:lnTo>
                <a:lnTo>
                  <a:pt x="351" y="98"/>
                </a:lnTo>
                <a:lnTo>
                  <a:pt x="351" y="99"/>
                </a:lnTo>
                <a:lnTo>
                  <a:pt x="350" y="100"/>
                </a:lnTo>
                <a:lnTo>
                  <a:pt x="351" y="101"/>
                </a:lnTo>
                <a:lnTo>
                  <a:pt x="352" y="101"/>
                </a:lnTo>
                <a:lnTo>
                  <a:pt x="353" y="101"/>
                </a:lnTo>
                <a:lnTo>
                  <a:pt x="354" y="101"/>
                </a:lnTo>
                <a:lnTo>
                  <a:pt x="355" y="100"/>
                </a:lnTo>
                <a:lnTo>
                  <a:pt x="356" y="99"/>
                </a:lnTo>
                <a:lnTo>
                  <a:pt x="356" y="97"/>
                </a:lnTo>
                <a:lnTo>
                  <a:pt x="356" y="96"/>
                </a:lnTo>
                <a:lnTo>
                  <a:pt x="356" y="95"/>
                </a:lnTo>
                <a:lnTo>
                  <a:pt x="355" y="94"/>
                </a:lnTo>
                <a:lnTo>
                  <a:pt x="354" y="93"/>
                </a:lnTo>
                <a:lnTo>
                  <a:pt x="354" y="92"/>
                </a:lnTo>
                <a:lnTo>
                  <a:pt x="354" y="91"/>
                </a:lnTo>
                <a:lnTo>
                  <a:pt x="354" y="89"/>
                </a:lnTo>
                <a:lnTo>
                  <a:pt x="355" y="89"/>
                </a:lnTo>
                <a:lnTo>
                  <a:pt x="355" y="88"/>
                </a:lnTo>
                <a:lnTo>
                  <a:pt x="357" y="87"/>
                </a:lnTo>
                <a:lnTo>
                  <a:pt x="359" y="87"/>
                </a:lnTo>
                <a:lnTo>
                  <a:pt x="360" y="87"/>
                </a:lnTo>
                <a:lnTo>
                  <a:pt x="360" y="86"/>
                </a:lnTo>
                <a:lnTo>
                  <a:pt x="360" y="85"/>
                </a:lnTo>
                <a:lnTo>
                  <a:pt x="359" y="85"/>
                </a:lnTo>
                <a:lnTo>
                  <a:pt x="358" y="84"/>
                </a:lnTo>
                <a:lnTo>
                  <a:pt x="357" y="83"/>
                </a:lnTo>
                <a:lnTo>
                  <a:pt x="357" y="81"/>
                </a:lnTo>
                <a:lnTo>
                  <a:pt x="358" y="80"/>
                </a:lnTo>
                <a:lnTo>
                  <a:pt x="359" y="80"/>
                </a:lnTo>
                <a:lnTo>
                  <a:pt x="360" y="79"/>
                </a:lnTo>
                <a:lnTo>
                  <a:pt x="361" y="79"/>
                </a:lnTo>
                <a:lnTo>
                  <a:pt x="361" y="80"/>
                </a:lnTo>
                <a:lnTo>
                  <a:pt x="361" y="81"/>
                </a:lnTo>
                <a:lnTo>
                  <a:pt x="362" y="81"/>
                </a:lnTo>
                <a:lnTo>
                  <a:pt x="362" y="82"/>
                </a:lnTo>
                <a:lnTo>
                  <a:pt x="363" y="83"/>
                </a:lnTo>
                <a:lnTo>
                  <a:pt x="364" y="83"/>
                </a:lnTo>
                <a:lnTo>
                  <a:pt x="364" y="82"/>
                </a:lnTo>
                <a:lnTo>
                  <a:pt x="365" y="82"/>
                </a:lnTo>
                <a:lnTo>
                  <a:pt x="366" y="81"/>
                </a:lnTo>
                <a:lnTo>
                  <a:pt x="366" y="80"/>
                </a:lnTo>
                <a:lnTo>
                  <a:pt x="365" y="80"/>
                </a:lnTo>
                <a:lnTo>
                  <a:pt x="365" y="79"/>
                </a:lnTo>
                <a:lnTo>
                  <a:pt x="366" y="79"/>
                </a:lnTo>
                <a:lnTo>
                  <a:pt x="367" y="79"/>
                </a:lnTo>
                <a:lnTo>
                  <a:pt x="368" y="79"/>
                </a:lnTo>
                <a:lnTo>
                  <a:pt x="369" y="79"/>
                </a:lnTo>
                <a:lnTo>
                  <a:pt x="369" y="78"/>
                </a:lnTo>
                <a:lnTo>
                  <a:pt x="370" y="78"/>
                </a:lnTo>
                <a:lnTo>
                  <a:pt x="370" y="77"/>
                </a:lnTo>
                <a:lnTo>
                  <a:pt x="370" y="75"/>
                </a:lnTo>
                <a:lnTo>
                  <a:pt x="369" y="75"/>
                </a:lnTo>
                <a:lnTo>
                  <a:pt x="370" y="74"/>
                </a:lnTo>
                <a:lnTo>
                  <a:pt x="370" y="73"/>
                </a:lnTo>
                <a:lnTo>
                  <a:pt x="372" y="70"/>
                </a:lnTo>
                <a:lnTo>
                  <a:pt x="372" y="69"/>
                </a:lnTo>
                <a:lnTo>
                  <a:pt x="370" y="69"/>
                </a:lnTo>
                <a:lnTo>
                  <a:pt x="370" y="70"/>
                </a:lnTo>
                <a:lnTo>
                  <a:pt x="369" y="70"/>
                </a:lnTo>
                <a:lnTo>
                  <a:pt x="368" y="69"/>
                </a:lnTo>
                <a:lnTo>
                  <a:pt x="368" y="68"/>
                </a:lnTo>
                <a:lnTo>
                  <a:pt x="369" y="68"/>
                </a:lnTo>
                <a:lnTo>
                  <a:pt x="369" y="67"/>
                </a:lnTo>
                <a:lnTo>
                  <a:pt x="368" y="66"/>
                </a:lnTo>
                <a:lnTo>
                  <a:pt x="367" y="65"/>
                </a:lnTo>
                <a:lnTo>
                  <a:pt x="366" y="65"/>
                </a:lnTo>
                <a:lnTo>
                  <a:pt x="365" y="65"/>
                </a:lnTo>
                <a:lnTo>
                  <a:pt x="365" y="64"/>
                </a:lnTo>
                <a:lnTo>
                  <a:pt x="364" y="62"/>
                </a:lnTo>
                <a:lnTo>
                  <a:pt x="365" y="61"/>
                </a:lnTo>
                <a:lnTo>
                  <a:pt x="365" y="60"/>
                </a:lnTo>
                <a:lnTo>
                  <a:pt x="366" y="58"/>
                </a:lnTo>
                <a:lnTo>
                  <a:pt x="367" y="58"/>
                </a:lnTo>
                <a:lnTo>
                  <a:pt x="368" y="58"/>
                </a:lnTo>
                <a:lnTo>
                  <a:pt x="369" y="58"/>
                </a:lnTo>
                <a:lnTo>
                  <a:pt x="369" y="59"/>
                </a:lnTo>
                <a:lnTo>
                  <a:pt x="370" y="58"/>
                </a:lnTo>
                <a:lnTo>
                  <a:pt x="371" y="57"/>
                </a:lnTo>
                <a:lnTo>
                  <a:pt x="371" y="56"/>
                </a:lnTo>
                <a:lnTo>
                  <a:pt x="372" y="56"/>
                </a:lnTo>
                <a:lnTo>
                  <a:pt x="373" y="56"/>
                </a:lnTo>
                <a:lnTo>
                  <a:pt x="374" y="56"/>
                </a:lnTo>
                <a:lnTo>
                  <a:pt x="375" y="55"/>
                </a:lnTo>
                <a:lnTo>
                  <a:pt x="376" y="55"/>
                </a:lnTo>
                <a:lnTo>
                  <a:pt x="377" y="56"/>
                </a:lnTo>
                <a:lnTo>
                  <a:pt x="377" y="57"/>
                </a:lnTo>
                <a:lnTo>
                  <a:pt x="377" y="58"/>
                </a:lnTo>
                <a:lnTo>
                  <a:pt x="378" y="58"/>
                </a:lnTo>
                <a:lnTo>
                  <a:pt x="379" y="60"/>
                </a:lnTo>
                <a:lnTo>
                  <a:pt x="380" y="60"/>
                </a:lnTo>
                <a:lnTo>
                  <a:pt x="380" y="59"/>
                </a:lnTo>
                <a:lnTo>
                  <a:pt x="381" y="59"/>
                </a:lnTo>
                <a:lnTo>
                  <a:pt x="382" y="59"/>
                </a:lnTo>
                <a:lnTo>
                  <a:pt x="383" y="59"/>
                </a:lnTo>
                <a:lnTo>
                  <a:pt x="383" y="58"/>
                </a:lnTo>
                <a:lnTo>
                  <a:pt x="383" y="57"/>
                </a:lnTo>
                <a:lnTo>
                  <a:pt x="382" y="56"/>
                </a:lnTo>
                <a:lnTo>
                  <a:pt x="382" y="55"/>
                </a:lnTo>
                <a:lnTo>
                  <a:pt x="382" y="54"/>
                </a:lnTo>
                <a:lnTo>
                  <a:pt x="382" y="53"/>
                </a:lnTo>
                <a:lnTo>
                  <a:pt x="383" y="52"/>
                </a:lnTo>
                <a:lnTo>
                  <a:pt x="383" y="51"/>
                </a:lnTo>
                <a:lnTo>
                  <a:pt x="382" y="51"/>
                </a:lnTo>
                <a:lnTo>
                  <a:pt x="382" y="50"/>
                </a:lnTo>
                <a:lnTo>
                  <a:pt x="382" y="49"/>
                </a:lnTo>
                <a:lnTo>
                  <a:pt x="383" y="49"/>
                </a:lnTo>
                <a:lnTo>
                  <a:pt x="384" y="49"/>
                </a:lnTo>
                <a:lnTo>
                  <a:pt x="384" y="48"/>
                </a:lnTo>
                <a:lnTo>
                  <a:pt x="386" y="48"/>
                </a:lnTo>
                <a:lnTo>
                  <a:pt x="386" y="46"/>
                </a:lnTo>
                <a:lnTo>
                  <a:pt x="385" y="46"/>
                </a:lnTo>
                <a:lnTo>
                  <a:pt x="386" y="45"/>
                </a:lnTo>
                <a:lnTo>
                  <a:pt x="386" y="44"/>
                </a:lnTo>
                <a:lnTo>
                  <a:pt x="388" y="45"/>
                </a:lnTo>
                <a:lnTo>
                  <a:pt x="388" y="46"/>
                </a:lnTo>
                <a:lnTo>
                  <a:pt x="388" y="47"/>
                </a:lnTo>
                <a:lnTo>
                  <a:pt x="390" y="47"/>
                </a:lnTo>
                <a:lnTo>
                  <a:pt x="390" y="46"/>
                </a:lnTo>
                <a:lnTo>
                  <a:pt x="389" y="46"/>
                </a:lnTo>
                <a:lnTo>
                  <a:pt x="389" y="45"/>
                </a:lnTo>
                <a:lnTo>
                  <a:pt x="389" y="44"/>
                </a:lnTo>
                <a:lnTo>
                  <a:pt x="390" y="44"/>
                </a:lnTo>
                <a:lnTo>
                  <a:pt x="390" y="43"/>
                </a:lnTo>
                <a:lnTo>
                  <a:pt x="391" y="43"/>
                </a:lnTo>
                <a:lnTo>
                  <a:pt x="392" y="44"/>
                </a:lnTo>
                <a:lnTo>
                  <a:pt x="392" y="45"/>
                </a:lnTo>
                <a:lnTo>
                  <a:pt x="391" y="45"/>
                </a:lnTo>
                <a:lnTo>
                  <a:pt x="391" y="46"/>
                </a:lnTo>
                <a:lnTo>
                  <a:pt x="391" y="47"/>
                </a:lnTo>
                <a:lnTo>
                  <a:pt x="392" y="47"/>
                </a:lnTo>
                <a:lnTo>
                  <a:pt x="393" y="46"/>
                </a:lnTo>
                <a:lnTo>
                  <a:pt x="394" y="46"/>
                </a:lnTo>
                <a:lnTo>
                  <a:pt x="394" y="44"/>
                </a:lnTo>
                <a:lnTo>
                  <a:pt x="396" y="43"/>
                </a:lnTo>
                <a:lnTo>
                  <a:pt x="397" y="44"/>
                </a:lnTo>
                <a:lnTo>
                  <a:pt x="398" y="44"/>
                </a:lnTo>
                <a:lnTo>
                  <a:pt x="400" y="44"/>
                </a:lnTo>
                <a:lnTo>
                  <a:pt x="400" y="45"/>
                </a:lnTo>
                <a:lnTo>
                  <a:pt x="401" y="45"/>
                </a:lnTo>
                <a:lnTo>
                  <a:pt x="401" y="44"/>
                </a:lnTo>
                <a:lnTo>
                  <a:pt x="402" y="45"/>
                </a:lnTo>
                <a:lnTo>
                  <a:pt x="403" y="45"/>
                </a:lnTo>
                <a:lnTo>
                  <a:pt x="404" y="44"/>
                </a:lnTo>
                <a:lnTo>
                  <a:pt x="405" y="44"/>
                </a:lnTo>
                <a:lnTo>
                  <a:pt x="405" y="43"/>
                </a:lnTo>
                <a:lnTo>
                  <a:pt x="405" y="44"/>
                </a:lnTo>
                <a:lnTo>
                  <a:pt x="406" y="45"/>
                </a:lnTo>
                <a:lnTo>
                  <a:pt x="407" y="46"/>
                </a:lnTo>
                <a:lnTo>
                  <a:pt x="406" y="47"/>
                </a:lnTo>
                <a:lnTo>
                  <a:pt x="406" y="48"/>
                </a:lnTo>
                <a:lnTo>
                  <a:pt x="406" y="49"/>
                </a:lnTo>
                <a:lnTo>
                  <a:pt x="406" y="50"/>
                </a:lnTo>
                <a:lnTo>
                  <a:pt x="407" y="50"/>
                </a:lnTo>
                <a:lnTo>
                  <a:pt x="409" y="50"/>
                </a:lnTo>
                <a:lnTo>
                  <a:pt x="409" y="51"/>
                </a:lnTo>
                <a:lnTo>
                  <a:pt x="408" y="51"/>
                </a:lnTo>
                <a:lnTo>
                  <a:pt x="408" y="53"/>
                </a:lnTo>
                <a:lnTo>
                  <a:pt x="407" y="53"/>
                </a:lnTo>
                <a:lnTo>
                  <a:pt x="408" y="54"/>
                </a:lnTo>
                <a:lnTo>
                  <a:pt x="408" y="55"/>
                </a:lnTo>
                <a:lnTo>
                  <a:pt x="408" y="56"/>
                </a:lnTo>
                <a:lnTo>
                  <a:pt x="409" y="56"/>
                </a:lnTo>
                <a:lnTo>
                  <a:pt x="409" y="57"/>
                </a:lnTo>
                <a:lnTo>
                  <a:pt x="408" y="57"/>
                </a:lnTo>
                <a:lnTo>
                  <a:pt x="408" y="58"/>
                </a:lnTo>
                <a:lnTo>
                  <a:pt x="409" y="59"/>
                </a:lnTo>
                <a:lnTo>
                  <a:pt x="410" y="59"/>
                </a:lnTo>
                <a:lnTo>
                  <a:pt x="411" y="60"/>
                </a:lnTo>
                <a:lnTo>
                  <a:pt x="412" y="60"/>
                </a:lnTo>
                <a:lnTo>
                  <a:pt x="412" y="59"/>
                </a:lnTo>
                <a:lnTo>
                  <a:pt x="413" y="58"/>
                </a:lnTo>
                <a:lnTo>
                  <a:pt x="412" y="58"/>
                </a:lnTo>
                <a:lnTo>
                  <a:pt x="412" y="56"/>
                </a:lnTo>
                <a:lnTo>
                  <a:pt x="413" y="56"/>
                </a:lnTo>
                <a:lnTo>
                  <a:pt x="414" y="56"/>
                </a:lnTo>
                <a:lnTo>
                  <a:pt x="414" y="55"/>
                </a:lnTo>
                <a:lnTo>
                  <a:pt x="415" y="55"/>
                </a:lnTo>
                <a:lnTo>
                  <a:pt x="416" y="55"/>
                </a:lnTo>
                <a:lnTo>
                  <a:pt x="417" y="55"/>
                </a:lnTo>
                <a:lnTo>
                  <a:pt x="417" y="54"/>
                </a:lnTo>
                <a:lnTo>
                  <a:pt x="418" y="54"/>
                </a:lnTo>
                <a:lnTo>
                  <a:pt x="419" y="54"/>
                </a:lnTo>
                <a:lnTo>
                  <a:pt x="420" y="54"/>
                </a:lnTo>
                <a:lnTo>
                  <a:pt x="421" y="54"/>
                </a:lnTo>
                <a:lnTo>
                  <a:pt x="421" y="53"/>
                </a:lnTo>
                <a:lnTo>
                  <a:pt x="421" y="52"/>
                </a:lnTo>
                <a:lnTo>
                  <a:pt x="422" y="52"/>
                </a:lnTo>
                <a:lnTo>
                  <a:pt x="423" y="51"/>
                </a:lnTo>
                <a:lnTo>
                  <a:pt x="422" y="50"/>
                </a:lnTo>
                <a:lnTo>
                  <a:pt x="421" y="50"/>
                </a:lnTo>
                <a:lnTo>
                  <a:pt x="421" y="49"/>
                </a:lnTo>
                <a:lnTo>
                  <a:pt x="422" y="49"/>
                </a:lnTo>
                <a:lnTo>
                  <a:pt x="424" y="48"/>
                </a:lnTo>
                <a:lnTo>
                  <a:pt x="424" y="49"/>
                </a:lnTo>
                <a:lnTo>
                  <a:pt x="425" y="49"/>
                </a:lnTo>
                <a:lnTo>
                  <a:pt x="427" y="48"/>
                </a:lnTo>
                <a:lnTo>
                  <a:pt x="428" y="47"/>
                </a:lnTo>
                <a:lnTo>
                  <a:pt x="428" y="46"/>
                </a:lnTo>
                <a:lnTo>
                  <a:pt x="428" y="45"/>
                </a:lnTo>
                <a:lnTo>
                  <a:pt x="429" y="44"/>
                </a:lnTo>
                <a:lnTo>
                  <a:pt x="429" y="43"/>
                </a:lnTo>
                <a:lnTo>
                  <a:pt x="430" y="43"/>
                </a:lnTo>
                <a:lnTo>
                  <a:pt x="431" y="43"/>
                </a:lnTo>
                <a:lnTo>
                  <a:pt x="430" y="42"/>
                </a:lnTo>
                <a:lnTo>
                  <a:pt x="430" y="41"/>
                </a:lnTo>
                <a:lnTo>
                  <a:pt x="430" y="40"/>
                </a:lnTo>
                <a:lnTo>
                  <a:pt x="431" y="38"/>
                </a:lnTo>
                <a:lnTo>
                  <a:pt x="432" y="37"/>
                </a:lnTo>
                <a:lnTo>
                  <a:pt x="433" y="36"/>
                </a:lnTo>
                <a:lnTo>
                  <a:pt x="433" y="35"/>
                </a:lnTo>
                <a:lnTo>
                  <a:pt x="432" y="34"/>
                </a:lnTo>
                <a:lnTo>
                  <a:pt x="431" y="34"/>
                </a:lnTo>
                <a:lnTo>
                  <a:pt x="430" y="34"/>
                </a:lnTo>
                <a:lnTo>
                  <a:pt x="429" y="34"/>
                </a:lnTo>
                <a:lnTo>
                  <a:pt x="429" y="33"/>
                </a:lnTo>
                <a:lnTo>
                  <a:pt x="429" y="32"/>
                </a:lnTo>
                <a:lnTo>
                  <a:pt x="429" y="31"/>
                </a:lnTo>
                <a:lnTo>
                  <a:pt x="428" y="30"/>
                </a:lnTo>
                <a:lnTo>
                  <a:pt x="427" y="30"/>
                </a:lnTo>
                <a:lnTo>
                  <a:pt x="427" y="29"/>
                </a:lnTo>
                <a:lnTo>
                  <a:pt x="426" y="30"/>
                </a:lnTo>
                <a:lnTo>
                  <a:pt x="425" y="30"/>
                </a:lnTo>
                <a:lnTo>
                  <a:pt x="425" y="29"/>
                </a:lnTo>
                <a:lnTo>
                  <a:pt x="424" y="29"/>
                </a:lnTo>
                <a:lnTo>
                  <a:pt x="424" y="28"/>
                </a:lnTo>
                <a:lnTo>
                  <a:pt x="424" y="27"/>
                </a:lnTo>
                <a:lnTo>
                  <a:pt x="426" y="25"/>
                </a:lnTo>
                <a:lnTo>
                  <a:pt x="427" y="25"/>
                </a:lnTo>
                <a:lnTo>
                  <a:pt x="427" y="24"/>
                </a:lnTo>
                <a:lnTo>
                  <a:pt x="427" y="23"/>
                </a:lnTo>
                <a:lnTo>
                  <a:pt x="427" y="22"/>
                </a:lnTo>
                <a:lnTo>
                  <a:pt x="427" y="21"/>
                </a:lnTo>
                <a:lnTo>
                  <a:pt x="426" y="21"/>
                </a:lnTo>
                <a:lnTo>
                  <a:pt x="425" y="20"/>
                </a:lnTo>
                <a:lnTo>
                  <a:pt x="425" y="18"/>
                </a:lnTo>
                <a:lnTo>
                  <a:pt x="424" y="17"/>
                </a:lnTo>
                <a:lnTo>
                  <a:pt x="425" y="16"/>
                </a:lnTo>
                <a:lnTo>
                  <a:pt x="425" y="15"/>
                </a:lnTo>
                <a:lnTo>
                  <a:pt x="426" y="16"/>
                </a:lnTo>
                <a:lnTo>
                  <a:pt x="427" y="17"/>
                </a:lnTo>
                <a:lnTo>
                  <a:pt x="428" y="17"/>
                </a:lnTo>
                <a:lnTo>
                  <a:pt x="428" y="16"/>
                </a:lnTo>
                <a:lnTo>
                  <a:pt x="429" y="16"/>
                </a:lnTo>
                <a:lnTo>
                  <a:pt x="430" y="15"/>
                </a:lnTo>
                <a:lnTo>
                  <a:pt x="430" y="14"/>
                </a:lnTo>
                <a:lnTo>
                  <a:pt x="430" y="13"/>
                </a:lnTo>
                <a:lnTo>
                  <a:pt x="431" y="13"/>
                </a:lnTo>
                <a:lnTo>
                  <a:pt x="431" y="12"/>
                </a:lnTo>
                <a:lnTo>
                  <a:pt x="430" y="11"/>
                </a:lnTo>
                <a:lnTo>
                  <a:pt x="429" y="11"/>
                </a:lnTo>
                <a:lnTo>
                  <a:pt x="429" y="9"/>
                </a:lnTo>
                <a:lnTo>
                  <a:pt x="429" y="8"/>
                </a:lnTo>
                <a:lnTo>
                  <a:pt x="428" y="7"/>
                </a:lnTo>
                <a:lnTo>
                  <a:pt x="428" y="6"/>
                </a:lnTo>
                <a:lnTo>
                  <a:pt x="428" y="5"/>
                </a:lnTo>
                <a:lnTo>
                  <a:pt x="428" y="4"/>
                </a:lnTo>
                <a:lnTo>
                  <a:pt x="429" y="4"/>
                </a:lnTo>
                <a:lnTo>
                  <a:pt x="430" y="4"/>
                </a:lnTo>
                <a:lnTo>
                  <a:pt x="431" y="4"/>
                </a:lnTo>
                <a:lnTo>
                  <a:pt x="431" y="3"/>
                </a:lnTo>
                <a:lnTo>
                  <a:pt x="432" y="2"/>
                </a:lnTo>
                <a:lnTo>
                  <a:pt x="433" y="2"/>
                </a:lnTo>
                <a:lnTo>
                  <a:pt x="433" y="3"/>
                </a:lnTo>
                <a:lnTo>
                  <a:pt x="434" y="3"/>
                </a:lnTo>
                <a:lnTo>
                  <a:pt x="435" y="3"/>
                </a:lnTo>
                <a:lnTo>
                  <a:pt x="435" y="5"/>
                </a:lnTo>
                <a:lnTo>
                  <a:pt x="435" y="6"/>
                </a:lnTo>
                <a:lnTo>
                  <a:pt x="436" y="6"/>
                </a:lnTo>
                <a:lnTo>
                  <a:pt x="438" y="6"/>
                </a:lnTo>
                <a:lnTo>
                  <a:pt x="438" y="5"/>
                </a:lnTo>
                <a:lnTo>
                  <a:pt x="439" y="5"/>
                </a:lnTo>
                <a:lnTo>
                  <a:pt x="440" y="4"/>
                </a:lnTo>
                <a:lnTo>
                  <a:pt x="440" y="3"/>
                </a:lnTo>
                <a:lnTo>
                  <a:pt x="441" y="3"/>
                </a:lnTo>
                <a:lnTo>
                  <a:pt x="442" y="3"/>
                </a:lnTo>
                <a:lnTo>
                  <a:pt x="444" y="2"/>
                </a:lnTo>
                <a:lnTo>
                  <a:pt x="444" y="1"/>
                </a:lnTo>
                <a:lnTo>
                  <a:pt x="444" y="0"/>
                </a:lnTo>
                <a:lnTo>
                  <a:pt x="445" y="0"/>
                </a:lnTo>
                <a:lnTo>
                  <a:pt x="446" y="0"/>
                </a:lnTo>
                <a:lnTo>
                  <a:pt x="447" y="0"/>
                </a:lnTo>
                <a:lnTo>
                  <a:pt x="447" y="1"/>
                </a:lnTo>
                <a:lnTo>
                  <a:pt x="447" y="2"/>
                </a:lnTo>
                <a:close/>
              </a:path>
            </a:pathLst>
          </a:custGeom>
          <a:solidFill>
            <a:srgbClr val="C95029"/>
          </a:solidFill>
          <a:ln w="2520">
            <a:solidFill>
              <a:srgbClr val="FFFFFF"/>
            </a:solidFill>
            <a:round/>
          </a:ln>
        </p:spPr>
        <p:txBody>
          <a:bodyPr lIns="1080" tIns="1080" rIns="1080" bIns="108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053" name=""/>
          <p:cNvSpPr/>
          <p:nvPr/>
        </p:nvSpPr>
        <p:spPr>
          <a:xfrm>
            <a:off x="4707360" y="2018880"/>
            <a:ext cx="720" cy="360"/>
          </a:xfrm>
          <a:custGeom>
            <a:avLst/>
            <a:gdLst/>
            <a:ahLst/>
            <a:rect l="0" t="0" r="r" b="b"/>
            <a:pathLst>
              <a:path w="2" h="1">
                <a:moveTo>
                  <a:pt x="1" y="0"/>
                </a:moveTo>
                <a:lnTo>
                  <a:pt x="1" y="1"/>
                </a:lnTo>
                <a:lnTo>
                  <a:pt x="0" y="1"/>
                </a:lnTo>
                <a:lnTo>
                  <a:pt x="0" y="0"/>
                </a:lnTo>
                <a:lnTo>
                  <a:pt x="1" y="0"/>
                </a:lnTo>
                <a:lnTo>
                  <a:pt x="2" y="0"/>
                </a:lnTo>
                <a:lnTo>
                  <a:pt x="1" y="0"/>
                </a:lnTo>
                <a:close/>
              </a:path>
            </a:pathLst>
          </a:custGeom>
          <a:solidFill>
            <a:srgbClr val="EDB69E"/>
          </a:solidFill>
          <a:ln w="2520">
            <a:solidFill>
              <a:srgbClr val="FFFFFF"/>
            </a:solidFill>
            <a:round/>
          </a:ln>
        </p:spPr>
        <p:txBody>
          <a:bodyPr lIns="1080" tIns="-720" rIns="1080" bIns="-7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54" name=""/>
          <p:cNvSpPr/>
          <p:nvPr/>
        </p:nvSpPr>
        <p:spPr>
          <a:xfrm>
            <a:off x="4694760" y="2017800"/>
            <a:ext cx="360" cy="360"/>
          </a:xfrm>
          <a:custGeom>
            <a:avLst/>
            <a:gdLst/>
            <a:ahLst/>
            <a:rect l="0" t="0" r="r" b="b"/>
            <a:pathLst>
              <a:path w="1" h="1">
                <a:moveTo>
                  <a:pt x="0" y="0"/>
                </a:moveTo>
                <a:lnTo>
                  <a:pt x="1" y="1"/>
                </a:lnTo>
                <a:lnTo>
                  <a:pt x="0" y="1"/>
                </a:lnTo>
                <a:lnTo>
                  <a:pt x="0" y="0"/>
                </a:lnTo>
                <a:close/>
              </a:path>
            </a:pathLst>
          </a:custGeom>
          <a:solidFill>
            <a:srgbClr val="EDB69E"/>
          </a:solidFill>
          <a:ln w="2520">
            <a:solidFill>
              <a:srgbClr val="FFFFFF"/>
            </a:solidFill>
            <a:round/>
          </a:ln>
        </p:spPr>
        <p:txBody>
          <a:bodyPr lIns="1080" tIns="-720" rIns="1080" bIns="-7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55" name=""/>
          <p:cNvSpPr/>
          <p:nvPr/>
        </p:nvSpPr>
        <p:spPr>
          <a:xfrm>
            <a:off x="4705920" y="2017440"/>
            <a:ext cx="720" cy="720"/>
          </a:xfrm>
          <a:custGeom>
            <a:avLst/>
            <a:gdLst/>
            <a:ahLst/>
            <a:rect l="0" t="0" r="r" b="b"/>
            <a:pathLst>
              <a:path w="2" h="2">
                <a:moveTo>
                  <a:pt x="0" y="0"/>
                </a:moveTo>
                <a:lnTo>
                  <a:pt x="2" y="0"/>
                </a:lnTo>
                <a:lnTo>
                  <a:pt x="2" y="2"/>
                </a:lnTo>
                <a:lnTo>
                  <a:pt x="0" y="2"/>
                </a:lnTo>
                <a:lnTo>
                  <a:pt x="0" y="0"/>
                </a:lnTo>
                <a:close/>
              </a:path>
            </a:pathLst>
          </a:custGeom>
          <a:solidFill>
            <a:srgbClr val="EDB69E"/>
          </a:solidFill>
          <a:ln w="2520">
            <a:solidFill>
              <a:srgbClr val="FFFFFF"/>
            </a:solidFill>
            <a:round/>
          </a:ln>
        </p:spPr>
        <p:txBody>
          <a:bodyPr lIns="1080" tIns="-360" rIns="1080" bIns="-3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56" name=""/>
          <p:cNvSpPr/>
          <p:nvPr/>
        </p:nvSpPr>
        <p:spPr>
          <a:xfrm>
            <a:off x="4692600" y="2016720"/>
            <a:ext cx="1440" cy="1800"/>
          </a:xfrm>
          <a:custGeom>
            <a:avLst/>
            <a:gdLst/>
            <a:ahLst/>
            <a:rect l="0" t="0" r="r" b="b"/>
            <a:pathLst>
              <a:path w="4" h="5">
                <a:moveTo>
                  <a:pt x="0" y="2"/>
                </a:moveTo>
                <a:lnTo>
                  <a:pt x="0" y="0"/>
                </a:lnTo>
                <a:lnTo>
                  <a:pt x="2" y="0"/>
                </a:lnTo>
                <a:lnTo>
                  <a:pt x="2" y="2"/>
                </a:lnTo>
                <a:lnTo>
                  <a:pt x="4" y="3"/>
                </a:lnTo>
                <a:lnTo>
                  <a:pt x="2" y="5"/>
                </a:lnTo>
                <a:lnTo>
                  <a:pt x="0" y="5"/>
                </a:lnTo>
                <a:lnTo>
                  <a:pt x="0" y="3"/>
                </a:lnTo>
                <a:lnTo>
                  <a:pt x="0" y="2"/>
                </a:lnTo>
                <a:close/>
              </a:path>
            </a:pathLst>
          </a:custGeom>
          <a:solidFill>
            <a:srgbClr val="EDB69E"/>
          </a:solidFill>
          <a:ln w="2520">
            <a:solidFill>
              <a:srgbClr val="FFFFFF"/>
            </a:solidFill>
            <a:round/>
          </a:ln>
        </p:spPr>
        <p:txBody>
          <a:bodyPr lIns="1080" tIns="720" rIns="1080" bIns="7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57" name=""/>
          <p:cNvSpPr/>
          <p:nvPr/>
        </p:nvSpPr>
        <p:spPr>
          <a:xfrm>
            <a:off x="4698000" y="2016720"/>
            <a:ext cx="360" cy="360"/>
          </a:xfrm>
          <a:custGeom>
            <a:avLst/>
            <a:gdLst/>
            <a:ahLst/>
            <a:rect l="0" t="0" r="r" b="b"/>
            <a:pathLst>
              <a:path w="1" h="1">
                <a:moveTo>
                  <a:pt x="0" y="0"/>
                </a:moveTo>
                <a:lnTo>
                  <a:pt x="1" y="0"/>
                </a:lnTo>
                <a:lnTo>
                  <a:pt x="0" y="1"/>
                </a:lnTo>
                <a:lnTo>
                  <a:pt x="0" y="0"/>
                </a:lnTo>
                <a:close/>
              </a:path>
            </a:pathLst>
          </a:custGeom>
          <a:solidFill>
            <a:srgbClr val="EDB69E"/>
          </a:solidFill>
          <a:ln w="2520">
            <a:solidFill>
              <a:srgbClr val="FFFFFF"/>
            </a:solidFill>
            <a:round/>
          </a:ln>
        </p:spPr>
        <p:txBody>
          <a:bodyPr lIns="1080" tIns="-720" rIns="1080" bIns="-7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58" name=""/>
          <p:cNvSpPr/>
          <p:nvPr/>
        </p:nvSpPr>
        <p:spPr>
          <a:xfrm>
            <a:off x="4710240" y="2012760"/>
            <a:ext cx="720" cy="1440"/>
          </a:xfrm>
          <a:custGeom>
            <a:avLst/>
            <a:gdLst/>
            <a:ahLst/>
            <a:rect l="0" t="0" r="r" b="b"/>
            <a:pathLst>
              <a:path w="2" h="4">
                <a:moveTo>
                  <a:pt x="0" y="0"/>
                </a:moveTo>
                <a:lnTo>
                  <a:pt x="2" y="0"/>
                </a:lnTo>
                <a:lnTo>
                  <a:pt x="2" y="2"/>
                </a:lnTo>
                <a:lnTo>
                  <a:pt x="2" y="4"/>
                </a:lnTo>
                <a:lnTo>
                  <a:pt x="0" y="4"/>
                </a:lnTo>
                <a:lnTo>
                  <a:pt x="0" y="2"/>
                </a:lnTo>
                <a:lnTo>
                  <a:pt x="0" y="0"/>
                </a:lnTo>
                <a:close/>
              </a:path>
            </a:pathLst>
          </a:custGeom>
          <a:solidFill>
            <a:srgbClr val="EDB69E"/>
          </a:solidFill>
          <a:ln w="2520">
            <a:solidFill>
              <a:srgbClr val="FFFFFF"/>
            </a:solidFill>
            <a:round/>
          </a:ln>
        </p:spPr>
        <p:txBody>
          <a:bodyPr lIns="1080" tIns="360" rIns="1080" bIns="3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59" name=""/>
          <p:cNvSpPr/>
          <p:nvPr/>
        </p:nvSpPr>
        <p:spPr>
          <a:xfrm>
            <a:off x="4736160" y="1996920"/>
            <a:ext cx="720" cy="0"/>
          </a:xfrm>
          <a:custGeom>
            <a:avLst/>
            <a:gdLst/>
            <a:ahLst/>
            <a:rect l="0" t="0" r="r" b="b"/>
            <a:pathLst>
              <a:path w="2" h="0">
                <a:moveTo>
                  <a:pt x="0" y="0"/>
                </a:moveTo>
                <a:lnTo>
                  <a:pt x="1" y="0"/>
                </a:lnTo>
                <a:lnTo>
                  <a:pt x="2" y="0"/>
                </a:lnTo>
                <a:lnTo>
                  <a:pt x="1" y="0"/>
                </a:lnTo>
                <a:lnTo>
                  <a:pt x="0" y="0"/>
                </a:lnTo>
                <a:close/>
              </a:path>
            </a:pathLst>
          </a:custGeom>
          <a:solidFill>
            <a:srgbClr val="EDB69E"/>
          </a:solidFill>
          <a:ln w="2520">
            <a:solidFill>
              <a:srgbClr val="FFFFFF"/>
            </a:solidFill>
            <a:round/>
          </a:ln>
        </p:spPr>
        <p:txBody>
          <a:bodyPr lIns="1080" tIns="-1080" rIns="1080" bIns="-108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60" name=""/>
          <p:cNvSpPr/>
          <p:nvPr/>
        </p:nvSpPr>
        <p:spPr>
          <a:xfrm>
            <a:off x="4741560" y="1995120"/>
            <a:ext cx="1440" cy="1080"/>
          </a:xfrm>
          <a:custGeom>
            <a:avLst/>
            <a:gdLst/>
            <a:ahLst/>
            <a:rect l="0" t="0" r="r" b="b"/>
            <a:pathLst>
              <a:path w="4" h="3">
                <a:moveTo>
                  <a:pt x="0" y="2"/>
                </a:moveTo>
                <a:lnTo>
                  <a:pt x="1" y="0"/>
                </a:lnTo>
                <a:lnTo>
                  <a:pt x="3" y="0"/>
                </a:lnTo>
                <a:lnTo>
                  <a:pt x="4" y="0"/>
                </a:lnTo>
                <a:lnTo>
                  <a:pt x="4" y="2"/>
                </a:lnTo>
                <a:lnTo>
                  <a:pt x="3" y="2"/>
                </a:lnTo>
                <a:lnTo>
                  <a:pt x="3" y="3"/>
                </a:lnTo>
                <a:lnTo>
                  <a:pt x="1" y="3"/>
                </a:lnTo>
                <a:lnTo>
                  <a:pt x="0" y="3"/>
                </a:lnTo>
                <a:lnTo>
                  <a:pt x="0" y="2"/>
                </a:lnTo>
                <a:close/>
              </a:path>
            </a:pathLst>
          </a:custGeom>
          <a:solidFill>
            <a:srgbClr val="EDB69E"/>
          </a:solidFill>
          <a:ln w="2520">
            <a:solidFill>
              <a:srgbClr val="FFFFFF"/>
            </a:solidFill>
            <a:round/>
          </a:ln>
        </p:spPr>
        <p:txBody>
          <a:bodyPr lIns="1080" tIns="0" rIns="108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61" name=""/>
          <p:cNvSpPr/>
          <p:nvPr/>
        </p:nvSpPr>
        <p:spPr>
          <a:xfrm>
            <a:off x="4741560" y="1994400"/>
            <a:ext cx="720" cy="1440"/>
          </a:xfrm>
          <a:custGeom>
            <a:avLst/>
            <a:gdLst/>
            <a:ahLst/>
            <a:rect l="0" t="0" r="r" b="b"/>
            <a:pathLst>
              <a:path w="2" h="4">
                <a:moveTo>
                  <a:pt x="0" y="0"/>
                </a:moveTo>
                <a:lnTo>
                  <a:pt x="2" y="2"/>
                </a:lnTo>
                <a:lnTo>
                  <a:pt x="2" y="4"/>
                </a:lnTo>
                <a:lnTo>
                  <a:pt x="0" y="4"/>
                </a:lnTo>
                <a:lnTo>
                  <a:pt x="0" y="0"/>
                </a:lnTo>
                <a:close/>
              </a:path>
            </a:pathLst>
          </a:custGeom>
          <a:solidFill>
            <a:srgbClr val="EDB69E"/>
          </a:solidFill>
          <a:ln w="2520">
            <a:solidFill>
              <a:srgbClr val="FFFFFF"/>
            </a:solidFill>
            <a:round/>
          </a:ln>
        </p:spPr>
        <p:txBody>
          <a:bodyPr lIns="1080" tIns="360" rIns="1080" bIns="3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62" name=""/>
          <p:cNvSpPr/>
          <p:nvPr/>
        </p:nvSpPr>
        <p:spPr>
          <a:xfrm>
            <a:off x="4657320" y="1927440"/>
            <a:ext cx="107640" cy="93240"/>
          </a:xfrm>
          <a:custGeom>
            <a:avLst/>
            <a:gdLst/>
            <a:ahLst/>
            <a:rect l="0" t="0" r="r" b="b"/>
            <a:pathLst>
              <a:path w="299" h="259">
                <a:moveTo>
                  <a:pt x="257" y="13"/>
                </a:moveTo>
                <a:lnTo>
                  <a:pt x="257" y="14"/>
                </a:lnTo>
                <a:lnTo>
                  <a:pt x="258" y="14"/>
                </a:lnTo>
                <a:lnTo>
                  <a:pt x="259" y="14"/>
                </a:lnTo>
                <a:lnTo>
                  <a:pt x="260" y="14"/>
                </a:lnTo>
                <a:lnTo>
                  <a:pt x="260" y="15"/>
                </a:lnTo>
                <a:lnTo>
                  <a:pt x="260" y="16"/>
                </a:lnTo>
                <a:lnTo>
                  <a:pt x="261" y="16"/>
                </a:lnTo>
                <a:lnTo>
                  <a:pt x="261" y="17"/>
                </a:lnTo>
                <a:lnTo>
                  <a:pt x="262" y="17"/>
                </a:lnTo>
                <a:lnTo>
                  <a:pt x="264" y="18"/>
                </a:lnTo>
                <a:lnTo>
                  <a:pt x="264" y="19"/>
                </a:lnTo>
                <a:lnTo>
                  <a:pt x="266" y="19"/>
                </a:lnTo>
                <a:lnTo>
                  <a:pt x="267" y="19"/>
                </a:lnTo>
                <a:lnTo>
                  <a:pt x="268" y="19"/>
                </a:lnTo>
                <a:lnTo>
                  <a:pt x="269" y="20"/>
                </a:lnTo>
                <a:lnTo>
                  <a:pt x="270" y="20"/>
                </a:lnTo>
                <a:lnTo>
                  <a:pt x="271" y="20"/>
                </a:lnTo>
                <a:lnTo>
                  <a:pt x="272" y="20"/>
                </a:lnTo>
                <a:lnTo>
                  <a:pt x="273" y="20"/>
                </a:lnTo>
                <a:lnTo>
                  <a:pt x="272" y="20"/>
                </a:lnTo>
                <a:lnTo>
                  <a:pt x="273" y="20"/>
                </a:lnTo>
                <a:lnTo>
                  <a:pt x="274" y="20"/>
                </a:lnTo>
                <a:lnTo>
                  <a:pt x="275" y="20"/>
                </a:lnTo>
                <a:lnTo>
                  <a:pt x="275" y="19"/>
                </a:lnTo>
                <a:lnTo>
                  <a:pt x="276" y="19"/>
                </a:lnTo>
                <a:lnTo>
                  <a:pt x="278" y="19"/>
                </a:lnTo>
                <a:lnTo>
                  <a:pt x="279" y="19"/>
                </a:lnTo>
                <a:lnTo>
                  <a:pt x="279" y="18"/>
                </a:lnTo>
                <a:lnTo>
                  <a:pt x="281" y="18"/>
                </a:lnTo>
                <a:lnTo>
                  <a:pt x="281" y="17"/>
                </a:lnTo>
                <a:lnTo>
                  <a:pt x="282" y="17"/>
                </a:lnTo>
                <a:lnTo>
                  <a:pt x="283" y="17"/>
                </a:lnTo>
                <a:lnTo>
                  <a:pt x="283" y="18"/>
                </a:lnTo>
                <a:lnTo>
                  <a:pt x="285" y="22"/>
                </a:lnTo>
                <a:lnTo>
                  <a:pt x="285" y="24"/>
                </a:lnTo>
                <a:lnTo>
                  <a:pt x="286" y="26"/>
                </a:lnTo>
                <a:lnTo>
                  <a:pt x="287" y="28"/>
                </a:lnTo>
                <a:lnTo>
                  <a:pt x="287" y="29"/>
                </a:lnTo>
                <a:lnTo>
                  <a:pt x="288" y="30"/>
                </a:lnTo>
                <a:lnTo>
                  <a:pt x="288" y="31"/>
                </a:lnTo>
                <a:lnTo>
                  <a:pt x="288" y="32"/>
                </a:lnTo>
                <a:lnTo>
                  <a:pt x="289" y="33"/>
                </a:lnTo>
                <a:lnTo>
                  <a:pt x="289" y="34"/>
                </a:lnTo>
                <a:lnTo>
                  <a:pt x="290" y="36"/>
                </a:lnTo>
                <a:lnTo>
                  <a:pt x="290" y="37"/>
                </a:lnTo>
                <a:lnTo>
                  <a:pt x="291" y="38"/>
                </a:lnTo>
                <a:lnTo>
                  <a:pt x="291" y="40"/>
                </a:lnTo>
                <a:lnTo>
                  <a:pt x="291" y="41"/>
                </a:lnTo>
                <a:lnTo>
                  <a:pt x="292" y="41"/>
                </a:lnTo>
                <a:lnTo>
                  <a:pt x="292" y="46"/>
                </a:lnTo>
                <a:lnTo>
                  <a:pt x="292" y="49"/>
                </a:lnTo>
                <a:lnTo>
                  <a:pt x="292" y="50"/>
                </a:lnTo>
                <a:lnTo>
                  <a:pt x="292" y="51"/>
                </a:lnTo>
                <a:lnTo>
                  <a:pt x="293" y="52"/>
                </a:lnTo>
                <a:lnTo>
                  <a:pt x="293" y="54"/>
                </a:lnTo>
                <a:lnTo>
                  <a:pt x="293" y="55"/>
                </a:lnTo>
                <a:lnTo>
                  <a:pt x="294" y="56"/>
                </a:lnTo>
                <a:lnTo>
                  <a:pt x="294" y="58"/>
                </a:lnTo>
                <a:lnTo>
                  <a:pt x="294" y="57"/>
                </a:lnTo>
                <a:lnTo>
                  <a:pt x="295" y="57"/>
                </a:lnTo>
                <a:lnTo>
                  <a:pt x="295" y="58"/>
                </a:lnTo>
                <a:lnTo>
                  <a:pt x="296" y="58"/>
                </a:lnTo>
                <a:lnTo>
                  <a:pt x="297" y="59"/>
                </a:lnTo>
                <a:lnTo>
                  <a:pt x="297" y="60"/>
                </a:lnTo>
                <a:lnTo>
                  <a:pt x="297" y="61"/>
                </a:lnTo>
                <a:lnTo>
                  <a:pt x="297" y="62"/>
                </a:lnTo>
                <a:lnTo>
                  <a:pt x="297" y="63"/>
                </a:lnTo>
                <a:lnTo>
                  <a:pt x="298" y="63"/>
                </a:lnTo>
                <a:lnTo>
                  <a:pt x="298" y="62"/>
                </a:lnTo>
                <a:lnTo>
                  <a:pt x="299" y="63"/>
                </a:lnTo>
                <a:lnTo>
                  <a:pt x="298" y="63"/>
                </a:lnTo>
                <a:lnTo>
                  <a:pt x="297" y="64"/>
                </a:lnTo>
                <a:lnTo>
                  <a:pt x="295" y="63"/>
                </a:lnTo>
                <a:lnTo>
                  <a:pt x="293" y="63"/>
                </a:lnTo>
                <a:lnTo>
                  <a:pt x="291" y="63"/>
                </a:lnTo>
                <a:lnTo>
                  <a:pt x="289" y="66"/>
                </a:lnTo>
                <a:lnTo>
                  <a:pt x="289" y="67"/>
                </a:lnTo>
                <a:lnTo>
                  <a:pt x="288" y="68"/>
                </a:lnTo>
                <a:lnTo>
                  <a:pt x="287" y="69"/>
                </a:lnTo>
                <a:lnTo>
                  <a:pt x="286" y="69"/>
                </a:lnTo>
                <a:lnTo>
                  <a:pt x="285" y="70"/>
                </a:lnTo>
                <a:lnTo>
                  <a:pt x="284" y="70"/>
                </a:lnTo>
                <a:lnTo>
                  <a:pt x="284" y="71"/>
                </a:lnTo>
                <a:lnTo>
                  <a:pt x="283" y="72"/>
                </a:lnTo>
                <a:lnTo>
                  <a:pt x="282" y="72"/>
                </a:lnTo>
                <a:lnTo>
                  <a:pt x="282" y="73"/>
                </a:lnTo>
                <a:lnTo>
                  <a:pt x="281" y="75"/>
                </a:lnTo>
                <a:lnTo>
                  <a:pt x="279" y="75"/>
                </a:lnTo>
                <a:lnTo>
                  <a:pt x="279" y="76"/>
                </a:lnTo>
                <a:lnTo>
                  <a:pt x="278" y="76"/>
                </a:lnTo>
                <a:lnTo>
                  <a:pt x="278" y="77"/>
                </a:lnTo>
                <a:lnTo>
                  <a:pt x="277" y="78"/>
                </a:lnTo>
                <a:lnTo>
                  <a:pt x="276" y="79"/>
                </a:lnTo>
                <a:lnTo>
                  <a:pt x="275" y="78"/>
                </a:lnTo>
                <a:lnTo>
                  <a:pt x="274" y="78"/>
                </a:lnTo>
                <a:lnTo>
                  <a:pt x="274" y="77"/>
                </a:lnTo>
                <a:lnTo>
                  <a:pt x="274" y="76"/>
                </a:lnTo>
                <a:lnTo>
                  <a:pt x="273" y="76"/>
                </a:lnTo>
                <a:lnTo>
                  <a:pt x="273" y="75"/>
                </a:lnTo>
                <a:lnTo>
                  <a:pt x="272" y="75"/>
                </a:lnTo>
                <a:lnTo>
                  <a:pt x="273" y="75"/>
                </a:lnTo>
                <a:lnTo>
                  <a:pt x="273" y="74"/>
                </a:lnTo>
                <a:lnTo>
                  <a:pt x="272" y="74"/>
                </a:lnTo>
                <a:lnTo>
                  <a:pt x="272" y="73"/>
                </a:lnTo>
                <a:lnTo>
                  <a:pt x="271" y="73"/>
                </a:lnTo>
                <a:lnTo>
                  <a:pt x="272" y="73"/>
                </a:lnTo>
                <a:lnTo>
                  <a:pt x="272" y="72"/>
                </a:lnTo>
                <a:lnTo>
                  <a:pt x="272" y="71"/>
                </a:lnTo>
                <a:lnTo>
                  <a:pt x="271" y="70"/>
                </a:lnTo>
                <a:lnTo>
                  <a:pt x="271" y="69"/>
                </a:lnTo>
                <a:lnTo>
                  <a:pt x="272" y="69"/>
                </a:lnTo>
                <a:lnTo>
                  <a:pt x="272" y="68"/>
                </a:lnTo>
                <a:lnTo>
                  <a:pt x="273" y="68"/>
                </a:lnTo>
                <a:lnTo>
                  <a:pt x="274" y="68"/>
                </a:lnTo>
                <a:lnTo>
                  <a:pt x="275" y="69"/>
                </a:lnTo>
                <a:lnTo>
                  <a:pt x="276" y="68"/>
                </a:lnTo>
                <a:lnTo>
                  <a:pt x="277" y="68"/>
                </a:lnTo>
                <a:lnTo>
                  <a:pt x="276" y="68"/>
                </a:lnTo>
                <a:lnTo>
                  <a:pt x="276" y="67"/>
                </a:lnTo>
                <a:lnTo>
                  <a:pt x="277" y="66"/>
                </a:lnTo>
                <a:lnTo>
                  <a:pt x="278" y="66"/>
                </a:lnTo>
                <a:lnTo>
                  <a:pt x="278" y="65"/>
                </a:lnTo>
                <a:lnTo>
                  <a:pt x="278" y="64"/>
                </a:lnTo>
                <a:lnTo>
                  <a:pt x="278" y="63"/>
                </a:lnTo>
                <a:lnTo>
                  <a:pt x="279" y="63"/>
                </a:lnTo>
                <a:lnTo>
                  <a:pt x="281" y="63"/>
                </a:lnTo>
                <a:lnTo>
                  <a:pt x="279" y="63"/>
                </a:lnTo>
                <a:lnTo>
                  <a:pt x="278" y="63"/>
                </a:lnTo>
                <a:lnTo>
                  <a:pt x="277" y="64"/>
                </a:lnTo>
                <a:lnTo>
                  <a:pt x="277" y="66"/>
                </a:lnTo>
                <a:lnTo>
                  <a:pt x="277" y="67"/>
                </a:lnTo>
                <a:lnTo>
                  <a:pt x="276" y="67"/>
                </a:lnTo>
                <a:lnTo>
                  <a:pt x="275" y="66"/>
                </a:lnTo>
                <a:lnTo>
                  <a:pt x="273" y="66"/>
                </a:lnTo>
                <a:lnTo>
                  <a:pt x="272" y="66"/>
                </a:lnTo>
                <a:lnTo>
                  <a:pt x="270" y="67"/>
                </a:lnTo>
                <a:lnTo>
                  <a:pt x="270" y="66"/>
                </a:lnTo>
                <a:lnTo>
                  <a:pt x="269" y="67"/>
                </a:lnTo>
                <a:lnTo>
                  <a:pt x="268" y="67"/>
                </a:lnTo>
                <a:lnTo>
                  <a:pt x="267" y="67"/>
                </a:lnTo>
                <a:lnTo>
                  <a:pt x="267" y="66"/>
                </a:lnTo>
                <a:lnTo>
                  <a:pt x="266" y="66"/>
                </a:lnTo>
                <a:lnTo>
                  <a:pt x="266" y="67"/>
                </a:lnTo>
                <a:lnTo>
                  <a:pt x="265" y="67"/>
                </a:lnTo>
                <a:lnTo>
                  <a:pt x="264" y="67"/>
                </a:lnTo>
                <a:lnTo>
                  <a:pt x="263" y="67"/>
                </a:lnTo>
                <a:lnTo>
                  <a:pt x="264" y="68"/>
                </a:lnTo>
                <a:lnTo>
                  <a:pt x="264" y="67"/>
                </a:lnTo>
                <a:lnTo>
                  <a:pt x="265" y="67"/>
                </a:lnTo>
                <a:lnTo>
                  <a:pt x="265" y="68"/>
                </a:lnTo>
                <a:lnTo>
                  <a:pt x="266" y="68"/>
                </a:lnTo>
                <a:lnTo>
                  <a:pt x="266" y="69"/>
                </a:lnTo>
                <a:lnTo>
                  <a:pt x="267" y="69"/>
                </a:lnTo>
                <a:lnTo>
                  <a:pt x="268" y="71"/>
                </a:lnTo>
                <a:lnTo>
                  <a:pt x="269" y="71"/>
                </a:lnTo>
                <a:lnTo>
                  <a:pt x="269" y="72"/>
                </a:lnTo>
                <a:lnTo>
                  <a:pt x="270" y="72"/>
                </a:lnTo>
                <a:lnTo>
                  <a:pt x="270" y="73"/>
                </a:lnTo>
                <a:lnTo>
                  <a:pt x="271" y="74"/>
                </a:lnTo>
                <a:lnTo>
                  <a:pt x="271" y="75"/>
                </a:lnTo>
                <a:lnTo>
                  <a:pt x="273" y="77"/>
                </a:lnTo>
                <a:lnTo>
                  <a:pt x="273" y="78"/>
                </a:lnTo>
                <a:lnTo>
                  <a:pt x="272" y="78"/>
                </a:lnTo>
                <a:lnTo>
                  <a:pt x="272" y="77"/>
                </a:lnTo>
                <a:lnTo>
                  <a:pt x="271" y="77"/>
                </a:lnTo>
                <a:lnTo>
                  <a:pt x="270" y="78"/>
                </a:lnTo>
                <a:lnTo>
                  <a:pt x="269" y="79"/>
                </a:lnTo>
                <a:lnTo>
                  <a:pt x="269" y="80"/>
                </a:lnTo>
                <a:lnTo>
                  <a:pt x="269" y="81"/>
                </a:lnTo>
                <a:lnTo>
                  <a:pt x="270" y="81"/>
                </a:lnTo>
                <a:lnTo>
                  <a:pt x="270" y="82"/>
                </a:lnTo>
                <a:lnTo>
                  <a:pt x="269" y="84"/>
                </a:lnTo>
                <a:lnTo>
                  <a:pt x="269" y="85"/>
                </a:lnTo>
                <a:lnTo>
                  <a:pt x="268" y="85"/>
                </a:lnTo>
                <a:lnTo>
                  <a:pt x="268" y="86"/>
                </a:lnTo>
                <a:lnTo>
                  <a:pt x="267" y="86"/>
                </a:lnTo>
                <a:lnTo>
                  <a:pt x="268" y="86"/>
                </a:lnTo>
                <a:lnTo>
                  <a:pt x="267" y="87"/>
                </a:lnTo>
                <a:lnTo>
                  <a:pt x="266" y="87"/>
                </a:lnTo>
                <a:lnTo>
                  <a:pt x="266" y="88"/>
                </a:lnTo>
                <a:lnTo>
                  <a:pt x="265" y="88"/>
                </a:lnTo>
                <a:lnTo>
                  <a:pt x="264" y="88"/>
                </a:lnTo>
                <a:lnTo>
                  <a:pt x="264" y="89"/>
                </a:lnTo>
                <a:lnTo>
                  <a:pt x="265" y="89"/>
                </a:lnTo>
                <a:lnTo>
                  <a:pt x="265" y="88"/>
                </a:lnTo>
                <a:lnTo>
                  <a:pt x="266" y="89"/>
                </a:lnTo>
                <a:lnTo>
                  <a:pt x="265" y="89"/>
                </a:lnTo>
                <a:lnTo>
                  <a:pt x="265" y="90"/>
                </a:lnTo>
                <a:lnTo>
                  <a:pt x="265" y="91"/>
                </a:lnTo>
                <a:lnTo>
                  <a:pt x="265" y="92"/>
                </a:lnTo>
                <a:lnTo>
                  <a:pt x="264" y="93"/>
                </a:lnTo>
                <a:lnTo>
                  <a:pt x="263" y="93"/>
                </a:lnTo>
                <a:lnTo>
                  <a:pt x="262" y="93"/>
                </a:lnTo>
                <a:lnTo>
                  <a:pt x="261" y="94"/>
                </a:lnTo>
                <a:lnTo>
                  <a:pt x="261" y="95"/>
                </a:lnTo>
                <a:lnTo>
                  <a:pt x="261" y="94"/>
                </a:lnTo>
                <a:lnTo>
                  <a:pt x="260" y="94"/>
                </a:lnTo>
                <a:lnTo>
                  <a:pt x="258" y="94"/>
                </a:lnTo>
                <a:lnTo>
                  <a:pt x="257" y="94"/>
                </a:lnTo>
                <a:lnTo>
                  <a:pt x="256" y="95"/>
                </a:lnTo>
                <a:lnTo>
                  <a:pt x="255" y="95"/>
                </a:lnTo>
                <a:lnTo>
                  <a:pt x="255" y="96"/>
                </a:lnTo>
                <a:lnTo>
                  <a:pt x="254" y="97"/>
                </a:lnTo>
                <a:lnTo>
                  <a:pt x="254" y="98"/>
                </a:lnTo>
                <a:lnTo>
                  <a:pt x="254" y="99"/>
                </a:lnTo>
                <a:lnTo>
                  <a:pt x="254" y="100"/>
                </a:lnTo>
                <a:lnTo>
                  <a:pt x="253" y="100"/>
                </a:lnTo>
                <a:lnTo>
                  <a:pt x="254" y="101"/>
                </a:lnTo>
                <a:lnTo>
                  <a:pt x="254" y="102"/>
                </a:lnTo>
                <a:lnTo>
                  <a:pt x="255" y="103"/>
                </a:lnTo>
                <a:lnTo>
                  <a:pt x="256" y="103"/>
                </a:lnTo>
                <a:lnTo>
                  <a:pt x="256" y="104"/>
                </a:lnTo>
                <a:lnTo>
                  <a:pt x="255" y="105"/>
                </a:lnTo>
                <a:lnTo>
                  <a:pt x="255" y="106"/>
                </a:lnTo>
                <a:lnTo>
                  <a:pt x="254" y="106"/>
                </a:lnTo>
                <a:lnTo>
                  <a:pt x="253" y="107"/>
                </a:lnTo>
                <a:lnTo>
                  <a:pt x="252" y="107"/>
                </a:lnTo>
                <a:lnTo>
                  <a:pt x="251" y="107"/>
                </a:lnTo>
                <a:lnTo>
                  <a:pt x="250" y="107"/>
                </a:lnTo>
                <a:lnTo>
                  <a:pt x="250" y="108"/>
                </a:lnTo>
                <a:lnTo>
                  <a:pt x="250" y="110"/>
                </a:lnTo>
                <a:lnTo>
                  <a:pt x="250" y="111"/>
                </a:lnTo>
                <a:lnTo>
                  <a:pt x="250" y="113"/>
                </a:lnTo>
                <a:lnTo>
                  <a:pt x="250" y="114"/>
                </a:lnTo>
                <a:lnTo>
                  <a:pt x="249" y="116"/>
                </a:lnTo>
                <a:lnTo>
                  <a:pt x="249" y="117"/>
                </a:lnTo>
                <a:lnTo>
                  <a:pt x="248" y="117"/>
                </a:lnTo>
                <a:lnTo>
                  <a:pt x="249" y="117"/>
                </a:lnTo>
                <a:lnTo>
                  <a:pt x="248" y="118"/>
                </a:lnTo>
                <a:lnTo>
                  <a:pt x="248" y="119"/>
                </a:lnTo>
                <a:lnTo>
                  <a:pt x="248" y="120"/>
                </a:lnTo>
                <a:lnTo>
                  <a:pt x="247" y="121"/>
                </a:lnTo>
                <a:lnTo>
                  <a:pt x="246" y="122"/>
                </a:lnTo>
                <a:lnTo>
                  <a:pt x="245" y="123"/>
                </a:lnTo>
                <a:lnTo>
                  <a:pt x="245" y="124"/>
                </a:lnTo>
                <a:lnTo>
                  <a:pt x="245" y="125"/>
                </a:lnTo>
                <a:lnTo>
                  <a:pt x="245" y="126"/>
                </a:lnTo>
                <a:lnTo>
                  <a:pt x="245" y="127"/>
                </a:lnTo>
                <a:lnTo>
                  <a:pt x="244" y="127"/>
                </a:lnTo>
                <a:lnTo>
                  <a:pt x="243" y="127"/>
                </a:lnTo>
                <a:lnTo>
                  <a:pt x="243" y="128"/>
                </a:lnTo>
                <a:lnTo>
                  <a:pt x="242" y="128"/>
                </a:lnTo>
                <a:lnTo>
                  <a:pt x="241" y="128"/>
                </a:lnTo>
                <a:lnTo>
                  <a:pt x="241" y="129"/>
                </a:lnTo>
                <a:lnTo>
                  <a:pt x="242" y="130"/>
                </a:lnTo>
                <a:lnTo>
                  <a:pt x="242" y="131"/>
                </a:lnTo>
                <a:lnTo>
                  <a:pt x="242" y="132"/>
                </a:lnTo>
                <a:lnTo>
                  <a:pt x="242" y="133"/>
                </a:lnTo>
                <a:lnTo>
                  <a:pt x="241" y="133"/>
                </a:lnTo>
                <a:lnTo>
                  <a:pt x="241" y="134"/>
                </a:lnTo>
                <a:lnTo>
                  <a:pt x="241" y="135"/>
                </a:lnTo>
                <a:lnTo>
                  <a:pt x="242" y="135"/>
                </a:lnTo>
                <a:lnTo>
                  <a:pt x="242" y="134"/>
                </a:lnTo>
                <a:lnTo>
                  <a:pt x="243" y="133"/>
                </a:lnTo>
                <a:lnTo>
                  <a:pt x="242" y="133"/>
                </a:lnTo>
                <a:lnTo>
                  <a:pt x="242" y="132"/>
                </a:lnTo>
                <a:lnTo>
                  <a:pt x="243" y="132"/>
                </a:lnTo>
                <a:lnTo>
                  <a:pt x="243" y="131"/>
                </a:lnTo>
                <a:lnTo>
                  <a:pt x="242" y="130"/>
                </a:lnTo>
                <a:lnTo>
                  <a:pt x="243" y="130"/>
                </a:lnTo>
                <a:lnTo>
                  <a:pt x="244" y="130"/>
                </a:lnTo>
                <a:lnTo>
                  <a:pt x="244" y="132"/>
                </a:lnTo>
                <a:lnTo>
                  <a:pt x="243" y="133"/>
                </a:lnTo>
                <a:lnTo>
                  <a:pt x="243" y="134"/>
                </a:lnTo>
                <a:lnTo>
                  <a:pt x="243" y="135"/>
                </a:lnTo>
                <a:lnTo>
                  <a:pt x="243" y="139"/>
                </a:lnTo>
                <a:lnTo>
                  <a:pt x="243" y="140"/>
                </a:lnTo>
                <a:lnTo>
                  <a:pt x="243" y="141"/>
                </a:lnTo>
                <a:lnTo>
                  <a:pt x="242" y="141"/>
                </a:lnTo>
                <a:lnTo>
                  <a:pt x="240" y="141"/>
                </a:lnTo>
                <a:lnTo>
                  <a:pt x="239" y="142"/>
                </a:lnTo>
                <a:lnTo>
                  <a:pt x="239" y="143"/>
                </a:lnTo>
                <a:lnTo>
                  <a:pt x="239" y="144"/>
                </a:lnTo>
                <a:lnTo>
                  <a:pt x="239" y="145"/>
                </a:lnTo>
                <a:lnTo>
                  <a:pt x="238" y="145"/>
                </a:lnTo>
                <a:lnTo>
                  <a:pt x="238" y="146"/>
                </a:lnTo>
                <a:lnTo>
                  <a:pt x="237" y="147"/>
                </a:lnTo>
                <a:lnTo>
                  <a:pt x="237" y="148"/>
                </a:lnTo>
                <a:lnTo>
                  <a:pt x="237" y="149"/>
                </a:lnTo>
                <a:lnTo>
                  <a:pt x="237" y="151"/>
                </a:lnTo>
                <a:lnTo>
                  <a:pt x="237" y="153"/>
                </a:lnTo>
                <a:lnTo>
                  <a:pt x="237" y="155"/>
                </a:lnTo>
                <a:lnTo>
                  <a:pt x="237" y="156"/>
                </a:lnTo>
                <a:lnTo>
                  <a:pt x="237" y="157"/>
                </a:lnTo>
                <a:lnTo>
                  <a:pt x="237" y="158"/>
                </a:lnTo>
                <a:lnTo>
                  <a:pt x="238" y="159"/>
                </a:lnTo>
                <a:lnTo>
                  <a:pt x="238" y="160"/>
                </a:lnTo>
                <a:lnTo>
                  <a:pt x="238" y="161"/>
                </a:lnTo>
                <a:lnTo>
                  <a:pt x="237" y="160"/>
                </a:lnTo>
                <a:lnTo>
                  <a:pt x="236" y="160"/>
                </a:lnTo>
                <a:lnTo>
                  <a:pt x="236" y="161"/>
                </a:lnTo>
                <a:lnTo>
                  <a:pt x="235" y="161"/>
                </a:lnTo>
                <a:lnTo>
                  <a:pt x="234" y="162"/>
                </a:lnTo>
                <a:lnTo>
                  <a:pt x="233" y="162"/>
                </a:lnTo>
                <a:lnTo>
                  <a:pt x="234" y="162"/>
                </a:lnTo>
                <a:lnTo>
                  <a:pt x="233" y="164"/>
                </a:lnTo>
                <a:lnTo>
                  <a:pt x="232" y="164"/>
                </a:lnTo>
                <a:lnTo>
                  <a:pt x="232" y="163"/>
                </a:lnTo>
                <a:lnTo>
                  <a:pt x="232" y="162"/>
                </a:lnTo>
                <a:lnTo>
                  <a:pt x="231" y="163"/>
                </a:lnTo>
                <a:lnTo>
                  <a:pt x="232" y="163"/>
                </a:lnTo>
                <a:lnTo>
                  <a:pt x="232" y="164"/>
                </a:lnTo>
                <a:lnTo>
                  <a:pt x="232" y="165"/>
                </a:lnTo>
                <a:lnTo>
                  <a:pt x="232" y="166"/>
                </a:lnTo>
                <a:lnTo>
                  <a:pt x="231" y="168"/>
                </a:lnTo>
                <a:lnTo>
                  <a:pt x="230" y="168"/>
                </a:lnTo>
                <a:lnTo>
                  <a:pt x="228" y="168"/>
                </a:lnTo>
                <a:lnTo>
                  <a:pt x="228" y="169"/>
                </a:lnTo>
                <a:lnTo>
                  <a:pt x="228" y="170"/>
                </a:lnTo>
                <a:lnTo>
                  <a:pt x="229" y="171"/>
                </a:lnTo>
                <a:lnTo>
                  <a:pt x="230" y="171"/>
                </a:lnTo>
                <a:lnTo>
                  <a:pt x="231" y="171"/>
                </a:lnTo>
                <a:lnTo>
                  <a:pt x="232" y="173"/>
                </a:lnTo>
                <a:lnTo>
                  <a:pt x="233" y="173"/>
                </a:lnTo>
                <a:lnTo>
                  <a:pt x="234" y="173"/>
                </a:lnTo>
                <a:lnTo>
                  <a:pt x="235" y="173"/>
                </a:lnTo>
                <a:lnTo>
                  <a:pt x="235" y="174"/>
                </a:lnTo>
                <a:lnTo>
                  <a:pt x="236" y="174"/>
                </a:lnTo>
                <a:lnTo>
                  <a:pt x="236" y="173"/>
                </a:lnTo>
                <a:lnTo>
                  <a:pt x="237" y="173"/>
                </a:lnTo>
                <a:lnTo>
                  <a:pt x="238" y="173"/>
                </a:lnTo>
                <a:lnTo>
                  <a:pt x="238" y="171"/>
                </a:lnTo>
                <a:lnTo>
                  <a:pt x="237" y="170"/>
                </a:lnTo>
                <a:lnTo>
                  <a:pt x="236" y="170"/>
                </a:lnTo>
                <a:lnTo>
                  <a:pt x="236" y="169"/>
                </a:lnTo>
                <a:lnTo>
                  <a:pt x="237" y="169"/>
                </a:lnTo>
                <a:lnTo>
                  <a:pt x="237" y="167"/>
                </a:lnTo>
                <a:lnTo>
                  <a:pt x="236" y="167"/>
                </a:lnTo>
                <a:lnTo>
                  <a:pt x="236" y="166"/>
                </a:lnTo>
                <a:lnTo>
                  <a:pt x="235" y="166"/>
                </a:lnTo>
                <a:lnTo>
                  <a:pt x="235" y="165"/>
                </a:lnTo>
                <a:lnTo>
                  <a:pt x="235" y="164"/>
                </a:lnTo>
                <a:lnTo>
                  <a:pt x="235" y="163"/>
                </a:lnTo>
                <a:lnTo>
                  <a:pt x="235" y="162"/>
                </a:lnTo>
                <a:lnTo>
                  <a:pt x="235" y="161"/>
                </a:lnTo>
                <a:lnTo>
                  <a:pt x="236" y="161"/>
                </a:lnTo>
                <a:lnTo>
                  <a:pt x="237" y="161"/>
                </a:lnTo>
                <a:lnTo>
                  <a:pt x="238" y="162"/>
                </a:lnTo>
                <a:lnTo>
                  <a:pt x="238" y="164"/>
                </a:lnTo>
                <a:lnTo>
                  <a:pt x="238" y="165"/>
                </a:lnTo>
                <a:lnTo>
                  <a:pt x="238" y="166"/>
                </a:lnTo>
                <a:lnTo>
                  <a:pt x="238" y="167"/>
                </a:lnTo>
                <a:lnTo>
                  <a:pt x="239" y="168"/>
                </a:lnTo>
                <a:lnTo>
                  <a:pt x="239" y="170"/>
                </a:lnTo>
                <a:lnTo>
                  <a:pt x="240" y="171"/>
                </a:lnTo>
                <a:lnTo>
                  <a:pt x="240" y="173"/>
                </a:lnTo>
                <a:lnTo>
                  <a:pt x="240" y="174"/>
                </a:lnTo>
                <a:lnTo>
                  <a:pt x="241" y="174"/>
                </a:lnTo>
                <a:lnTo>
                  <a:pt x="242" y="174"/>
                </a:lnTo>
                <a:lnTo>
                  <a:pt x="242" y="175"/>
                </a:lnTo>
                <a:lnTo>
                  <a:pt x="241" y="175"/>
                </a:lnTo>
                <a:lnTo>
                  <a:pt x="241" y="174"/>
                </a:lnTo>
                <a:lnTo>
                  <a:pt x="240" y="174"/>
                </a:lnTo>
                <a:lnTo>
                  <a:pt x="239" y="175"/>
                </a:lnTo>
                <a:lnTo>
                  <a:pt x="238" y="175"/>
                </a:lnTo>
                <a:lnTo>
                  <a:pt x="238" y="176"/>
                </a:lnTo>
                <a:lnTo>
                  <a:pt x="238" y="175"/>
                </a:lnTo>
                <a:lnTo>
                  <a:pt x="237" y="175"/>
                </a:lnTo>
                <a:lnTo>
                  <a:pt x="237" y="176"/>
                </a:lnTo>
                <a:lnTo>
                  <a:pt x="236" y="176"/>
                </a:lnTo>
                <a:lnTo>
                  <a:pt x="236" y="177"/>
                </a:lnTo>
                <a:lnTo>
                  <a:pt x="235" y="177"/>
                </a:lnTo>
                <a:lnTo>
                  <a:pt x="235" y="178"/>
                </a:lnTo>
                <a:lnTo>
                  <a:pt x="235" y="177"/>
                </a:lnTo>
                <a:lnTo>
                  <a:pt x="235" y="176"/>
                </a:lnTo>
                <a:lnTo>
                  <a:pt x="234" y="176"/>
                </a:lnTo>
                <a:lnTo>
                  <a:pt x="233" y="176"/>
                </a:lnTo>
                <a:lnTo>
                  <a:pt x="233" y="177"/>
                </a:lnTo>
                <a:lnTo>
                  <a:pt x="232" y="178"/>
                </a:lnTo>
                <a:lnTo>
                  <a:pt x="231" y="180"/>
                </a:lnTo>
                <a:lnTo>
                  <a:pt x="231" y="181"/>
                </a:lnTo>
                <a:lnTo>
                  <a:pt x="230" y="182"/>
                </a:lnTo>
                <a:lnTo>
                  <a:pt x="229" y="182"/>
                </a:lnTo>
                <a:lnTo>
                  <a:pt x="229" y="183"/>
                </a:lnTo>
                <a:lnTo>
                  <a:pt x="228" y="184"/>
                </a:lnTo>
                <a:lnTo>
                  <a:pt x="228" y="185"/>
                </a:lnTo>
                <a:lnTo>
                  <a:pt x="228" y="189"/>
                </a:lnTo>
                <a:lnTo>
                  <a:pt x="227" y="190"/>
                </a:lnTo>
                <a:lnTo>
                  <a:pt x="227" y="191"/>
                </a:lnTo>
                <a:lnTo>
                  <a:pt x="226" y="191"/>
                </a:lnTo>
                <a:lnTo>
                  <a:pt x="226" y="190"/>
                </a:lnTo>
                <a:lnTo>
                  <a:pt x="225" y="190"/>
                </a:lnTo>
                <a:lnTo>
                  <a:pt x="226" y="190"/>
                </a:lnTo>
                <a:lnTo>
                  <a:pt x="225" y="190"/>
                </a:lnTo>
                <a:lnTo>
                  <a:pt x="224" y="190"/>
                </a:lnTo>
                <a:lnTo>
                  <a:pt x="225" y="190"/>
                </a:lnTo>
                <a:lnTo>
                  <a:pt x="224" y="190"/>
                </a:lnTo>
                <a:lnTo>
                  <a:pt x="224" y="189"/>
                </a:lnTo>
                <a:lnTo>
                  <a:pt x="223" y="189"/>
                </a:lnTo>
                <a:lnTo>
                  <a:pt x="223" y="190"/>
                </a:lnTo>
                <a:lnTo>
                  <a:pt x="222" y="190"/>
                </a:lnTo>
                <a:lnTo>
                  <a:pt x="221" y="190"/>
                </a:lnTo>
                <a:lnTo>
                  <a:pt x="220" y="191"/>
                </a:lnTo>
                <a:lnTo>
                  <a:pt x="219" y="191"/>
                </a:lnTo>
                <a:lnTo>
                  <a:pt x="219" y="190"/>
                </a:lnTo>
                <a:lnTo>
                  <a:pt x="218" y="190"/>
                </a:lnTo>
                <a:lnTo>
                  <a:pt x="217" y="190"/>
                </a:lnTo>
                <a:lnTo>
                  <a:pt x="216" y="191"/>
                </a:lnTo>
                <a:lnTo>
                  <a:pt x="216" y="190"/>
                </a:lnTo>
                <a:lnTo>
                  <a:pt x="217" y="190"/>
                </a:lnTo>
                <a:lnTo>
                  <a:pt x="217" y="189"/>
                </a:lnTo>
                <a:lnTo>
                  <a:pt x="218" y="189"/>
                </a:lnTo>
                <a:lnTo>
                  <a:pt x="218" y="188"/>
                </a:lnTo>
                <a:lnTo>
                  <a:pt x="219" y="188"/>
                </a:lnTo>
                <a:lnTo>
                  <a:pt x="220" y="188"/>
                </a:lnTo>
                <a:lnTo>
                  <a:pt x="221" y="188"/>
                </a:lnTo>
                <a:lnTo>
                  <a:pt x="222" y="188"/>
                </a:lnTo>
                <a:lnTo>
                  <a:pt x="223" y="188"/>
                </a:lnTo>
                <a:lnTo>
                  <a:pt x="224" y="188"/>
                </a:lnTo>
                <a:lnTo>
                  <a:pt x="225" y="188"/>
                </a:lnTo>
                <a:lnTo>
                  <a:pt x="225" y="187"/>
                </a:lnTo>
                <a:lnTo>
                  <a:pt x="226" y="187"/>
                </a:lnTo>
                <a:lnTo>
                  <a:pt x="226" y="188"/>
                </a:lnTo>
                <a:lnTo>
                  <a:pt x="226" y="187"/>
                </a:lnTo>
                <a:lnTo>
                  <a:pt x="227" y="187"/>
                </a:lnTo>
                <a:lnTo>
                  <a:pt x="225" y="186"/>
                </a:lnTo>
                <a:lnTo>
                  <a:pt x="224" y="186"/>
                </a:lnTo>
                <a:lnTo>
                  <a:pt x="224" y="187"/>
                </a:lnTo>
                <a:lnTo>
                  <a:pt x="225" y="187"/>
                </a:lnTo>
                <a:lnTo>
                  <a:pt x="225" y="188"/>
                </a:lnTo>
                <a:lnTo>
                  <a:pt x="224" y="188"/>
                </a:lnTo>
                <a:lnTo>
                  <a:pt x="223" y="187"/>
                </a:lnTo>
                <a:lnTo>
                  <a:pt x="222" y="187"/>
                </a:lnTo>
                <a:lnTo>
                  <a:pt x="222" y="188"/>
                </a:lnTo>
                <a:lnTo>
                  <a:pt x="221" y="188"/>
                </a:lnTo>
                <a:lnTo>
                  <a:pt x="220" y="188"/>
                </a:lnTo>
                <a:lnTo>
                  <a:pt x="219" y="188"/>
                </a:lnTo>
                <a:lnTo>
                  <a:pt x="218" y="188"/>
                </a:lnTo>
                <a:lnTo>
                  <a:pt x="217" y="189"/>
                </a:lnTo>
                <a:lnTo>
                  <a:pt x="215" y="190"/>
                </a:lnTo>
                <a:lnTo>
                  <a:pt x="216" y="191"/>
                </a:lnTo>
                <a:lnTo>
                  <a:pt x="215" y="191"/>
                </a:lnTo>
                <a:lnTo>
                  <a:pt x="215" y="192"/>
                </a:lnTo>
                <a:lnTo>
                  <a:pt x="214" y="192"/>
                </a:lnTo>
                <a:lnTo>
                  <a:pt x="213" y="192"/>
                </a:lnTo>
                <a:lnTo>
                  <a:pt x="213" y="191"/>
                </a:lnTo>
                <a:lnTo>
                  <a:pt x="212" y="191"/>
                </a:lnTo>
                <a:lnTo>
                  <a:pt x="210" y="191"/>
                </a:lnTo>
                <a:lnTo>
                  <a:pt x="209" y="192"/>
                </a:lnTo>
                <a:lnTo>
                  <a:pt x="208" y="192"/>
                </a:lnTo>
                <a:lnTo>
                  <a:pt x="207" y="192"/>
                </a:lnTo>
                <a:lnTo>
                  <a:pt x="206" y="194"/>
                </a:lnTo>
                <a:lnTo>
                  <a:pt x="204" y="195"/>
                </a:lnTo>
                <a:lnTo>
                  <a:pt x="204" y="196"/>
                </a:lnTo>
                <a:lnTo>
                  <a:pt x="203" y="196"/>
                </a:lnTo>
                <a:lnTo>
                  <a:pt x="202" y="196"/>
                </a:lnTo>
                <a:lnTo>
                  <a:pt x="202" y="197"/>
                </a:lnTo>
                <a:lnTo>
                  <a:pt x="201" y="197"/>
                </a:lnTo>
                <a:lnTo>
                  <a:pt x="200" y="198"/>
                </a:lnTo>
                <a:lnTo>
                  <a:pt x="199" y="199"/>
                </a:lnTo>
                <a:lnTo>
                  <a:pt x="199" y="200"/>
                </a:lnTo>
                <a:lnTo>
                  <a:pt x="198" y="200"/>
                </a:lnTo>
                <a:lnTo>
                  <a:pt x="198" y="201"/>
                </a:lnTo>
                <a:lnTo>
                  <a:pt x="198" y="202"/>
                </a:lnTo>
                <a:lnTo>
                  <a:pt x="197" y="202"/>
                </a:lnTo>
                <a:lnTo>
                  <a:pt x="196" y="202"/>
                </a:lnTo>
                <a:lnTo>
                  <a:pt x="195" y="203"/>
                </a:lnTo>
                <a:lnTo>
                  <a:pt x="195" y="204"/>
                </a:lnTo>
                <a:lnTo>
                  <a:pt x="194" y="204"/>
                </a:lnTo>
                <a:lnTo>
                  <a:pt x="194" y="205"/>
                </a:lnTo>
                <a:lnTo>
                  <a:pt x="193" y="206"/>
                </a:lnTo>
                <a:lnTo>
                  <a:pt x="192" y="207"/>
                </a:lnTo>
                <a:lnTo>
                  <a:pt x="191" y="207"/>
                </a:lnTo>
                <a:lnTo>
                  <a:pt x="190" y="208"/>
                </a:lnTo>
                <a:lnTo>
                  <a:pt x="189" y="209"/>
                </a:lnTo>
                <a:lnTo>
                  <a:pt x="188" y="211"/>
                </a:lnTo>
                <a:lnTo>
                  <a:pt x="188" y="213"/>
                </a:lnTo>
                <a:lnTo>
                  <a:pt x="188" y="214"/>
                </a:lnTo>
                <a:lnTo>
                  <a:pt x="187" y="214"/>
                </a:lnTo>
                <a:lnTo>
                  <a:pt x="187" y="215"/>
                </a:lnTo>
                <a:lnTo>
                  <a:pt x="187" y="216"/>
                </a:lnTo>
                <a:lnTo>
                  <a:pt x="186" y="218"/>
                </a:lnTo>
                <a:lnTo>
                  <a:pt x="186" y="221"/>
                </a:lnTo>
                <a:lnTo>
                  <a:pt x="185" y="223"/>
                </a:lnTo>
                <a:lnTo>
                  <a:pt x="185" y="225"/>
                </a:lnTo>
                <a:lnTo>
                  <a:pt x="184" y="225"/>
                </a:lnTo>
                <a:lnTo>
                  <a:pt x="184" y="224"/>
                </a:lnTo>
                <a:lnTo>
                  <a:pt x="184" y="223"/>
                </a:lnTo>
                <a:lnTo>
                  <a:pt x="185" y="223"/>
                </a:lnTo>
                <a:lnTo>
                  <a:pt x="185" y="222"/>
                </a:lnTo>
                <a:lnTo>
                  <a:pt x="184" y="221"/>
                </a:lnTo>
                <a:lnTo>
                  <a:pt x="183" y="221"/>
                </a:lnTo>
                <a:lnTo>
                  <a:pt x="183" y="220"/>
                </a:lnTo>
                <a:lnTo>
                  <a:pt x="183" y="221"/>
                </a:lnTo>
                <a:lnTo>
                  <a:pt x="182" y="221"/>
                </a:lnTo>
                <a:lnTo>
                  <a:pt x="182" y="222"/>
                </a:lnTo>
                <a:lnTo>
                  <a:pt x="181" y="222"/>
                </a:lnTo>
                <a:lnTo>
                  <a:pt x="181" y="223"/>
                </a:lnTo>
                <a:lnTo>
                  <a:pt x="182" y="223"/>
                </a:lnTo>
                <a:lnTo>
                  <a:pt x="183" y="223"/>
                </a:lnTo>
                <a:lnTo>
                  <a:pt x="183" y="224"/>
                </a:lnTo>
                <a:lnTo>
                  <a:pt x="182" y="224"/>
                </a:lnTo>
                <a:lnTo>
                  <a:pt x="181" y="224"/>
                </a:lnTo>
                <a:lnTo>
                  <a:pt x="181" y="225"/>
                </a:lnTo>
                <a:lnTo>
                  <a:pt x="181" y="226"/>
                </a:lnTo>
                <a:lnTo>
                  <a:pt x="181" y="225"/>
                </a:lnTo>
                <a:lnTo>
                  <a:pt x="181" y="224"/>
                </a:lnTo>
                <a:lnTo>
                  <a:pt x="182" y="224"/>
                </a:lnTo>
                <a:lnTo>
                  <a:pt x="182" y="225"/>
                </a:lnTo>
                <a:lnTo>
                  <a:pt x="183" y="225"/>
                </a:lnTo>
                <a:lnTo>
                  <a:pt x="184" y="225"/>
                </a:lnTo>
                <a:lnTo>
                  <a:pt x="184" y="226"/>
                </a:lnTo>
                <a:lnTo>
                  <a:pt x="184" y="227"/>
                </a:lnTo>
                <a:lnTo>
                  <a:pt x="183" y="228"/>
                </a:lnTo>
                <a:lnTo>
                  <a:pt x="182" y="228"/>
                </a:lnTo>
                <a:lnTo>
                  <a:pt x="181" y="228"/>
                </a:lnTo>
                <a:lnTo>
                  <a:pt x="180" y="228"/>
                </a:lnTo>
                <a:lnTo>
                  <a:pt x="179" y="228"/>
                </a:lnTo>
                <a:lnTo>
                  <a:pt x="179" y="229"/>
                </a:lnTo>
                <a:lnTo>
                  <a:pt x="178" y="229"/>
                </a:lnTo>
                <a:lnTo>
                  <a:pt x="177" y="230"/>
                </a:lnTo>
                <a:lnTo>
                  <a:pt x="177" y="229"/>
                </a:lnTo>
                <a:lnTo>
                  <a:pt x="176" y="228"/>
                </a:lnTo>
                <a:lnTo>
                  <a:pt x="175" y="228"/>
                </a:lnTo>
                <a:lnTo>
                  <a:pt x="174" y="228"/>
                </a:lnTo>
                <a:lnTo>
                  <a:pt x="174" y="229"/>
                </a:lnTo>
                <a:lnTo>
                  <a:pt x="173" y="228"/>
                </a:lnTo>
                <a:lnTo>
                  <a:pt x="173" y="227"/>
                </a:lnTo>
                <a:lnTo>
                  <a:pt x="173" y="226"/>
                </a:lnTo>
                <a:lnTo>
                  <a:pt x="172" y="226"/>
                </a:lnTo>
                <a:lnTo>
                  <a:pt x="173" y="226"/>
                </a:lnTo>
                <a:lnTo>
                  <a:pt x="173" y="225"/>
                </a:lnTo>
                <a:lnTo>
                  <a:pt x="174" y="226"/>
                </a:lnTo>
                <a:lnTo>
                  <a:pt x="175" y="227"/>
                </a:lnTo>
                <a:lnTo>
                  <a:pt x="177" y="227"/>
                </a:lnTo>
                <a:lnTo>
                  <a:pt x="179" y="225"/>
                </a:lnTo>
                <a:lnTo>
                  <a:pt x="179" y="224"/>
                </a:lnTo>
                <a:lnTo>
                  <a:pt x="180" y="223"/>
                </a:lnTo>
                <a:lnTo>
                  <a:pt x="180" y="222"/>
                </a:lnTo>
                <a:lnTo>
                  <a:pt x="180" y="221"/>
                </a:lnTo>
                <a:lnTo>
                  <a:pt x="179" y="221"/>
                </a:lnTo>
                <a:lnTo>
                  <a:pt x="179" y="220"/>
                </a:lnTo>
                <a:lnTo>
                  <a:pt x="178" y="221"/>
                </a:lnTo>
                <a:lnTo>
                  <a:pt x="179" y="221"/>
                </a:lnTo>
                <a:lnTo>
                  <a:pt x="179" y="222"/>
                </a:lnTo>
                <a:lnTo>
                  <a:pt x="178" y="222"/>
                </a:lnTo>
                <a:lnTo>
                  <a:pt x="177" y="222"/>
                </a:lnTo>
                <a:lnTo>
                  <a:pt x="176" y="222"/>
                </a:lnTo>
                <a:lnTo>
                  <a:pt x="175" y="222"/>
                </a:lnTo>
                <a:lnTo>
                  <a:pt x="175" y="223"/>
                </a:lnTo>
                <a:lnTo>
                  <a:pt x="174" y="223"/>
                </a:lnTo>
                <a:lnTo>
                  <a:pt x="174" y="224"/>
                </a:lnTo>
                <a:lnTo>
                  <a:pt x="173" y="224"/>
                </a:lnTo>
                <a:lnTo>
                  <a:pt x="173" y="225"/>
                </a:lnTo>
                <a:lnTo>
                  <a:pt x="171" y="225"/>
                </a:lnTo>
                <a:lnTo>
                  <a:pt x="169" y="225"/>
                </a:lnTo>
                <a:lnTo>
                  <a:pt x="168" y="225"/>
                </a:lnTo>
                <a:lnTo>
                  <a:pt x="167" y="225"/>
                </a:lnTo>
                <a:lnTo>
                  <a:pt x="166" y="225"/>
                </a:lnTo>
                <a:lnTo>
                  <a:pt x="164" y="225"/>
                </a:lnTo>
                <a:lnTo>
                  <a:pt x="163" y="226"/>
                </a:lnTo>
                <a:lnTo>
                  <a:pt x="161" y="227"/>
                </a:lnTo>
                <a:lnTo>
                  <a:pt x="160" y="227"/>
                </a:lnTo>
                <a:lnTo>
                  <a:pt x="160" y="228"/>
                </a:lnTo>
                <a:lnTo>
                  <a:pt x="159" y="228"/>
                </a:lnTo>
                <a:lnTo>
                  <a:pt x="158" y="229"/>
                </a:lnTo>
                <a:lnTo>
                  <a:pt x="157" y="229"/>
                </a:lnTo>
                <a:lnTo>
                  <a:pt x="156" y="230"/>
                </a:lnTo>
                <a:lnTo>
                  <a:pt x="155" y="230"/>
                </a:lnTo>
                <a:lnTo>
                  <a:pt x="154" y="230"/>
                </a:lnTo>
                <a:lnTo>
                  <a:pt x="154" y="229"/>
                </a:lnTo>
                <a:lnTo>
                  <a:pt x="154" y="228"/>
                </a:lnTo>
                <a:lnTo>
                  <a:pt x="153" y="228"/>
                </a:lnTo>
                <a:lnTo>
                  <a:pt x="152" y="227"/>
                </a:lnTo>
                <a:lnTo>
                  <a:pt x="151" y="227"/>
                </a:lnTo>
                <a:lnTo>
                  <a:pt x="150" y="228"/>
                </a:lnTo>
                <a:lnTo>
                  <a:pt x="149" y="228"/>
                </a:lnTo>
                <a:lnTo>
                  <a:pt x="148" y="229"/>
                </a:lnTo>
                <a:lnTo>
                  <a:pt x="147" y="229"/>
                </a:lnTo>
                <a:lnTo>
                  <a:pt x="147" y="230"/>
                </a:lnTo>
                <a:lnTo>
                  <a:pt x="146" y="230"/>
                </a:lnTo>
                <a:lnTo>
                  <a:pt x="146" y="231"/>
                </a:lnTo>
                <a:lnTo>
                  <a:pt x="145" y="232"/>
                </a:lnTo>
                <a:lnTo>
                  <a:pt x="144" y="235"/>
                </a:lnTo>
                <a:lnTo>
                  <a:pt x="144" y="236"/>
                </a:lnTo>
                <a:lnTo>
                  <a:pt x="144" y="237"/>
                </a:lnTo>
                <a:lnTo>
                  <a:pt x="143" y="239"/>
                </a:lnTo>
                <a:lnTo>
                  <a:pt x="142" y="241"/>
                </a:lnTo>
                <a:lnTo>
                  <a:pt x="142" y="242"/>
                </a:lnTo>
                <a:lnTo>
                  <a:pt x="142" y="243"/>
                </a:lnTo>
                <a:lnTo>
                  <a:pt x="143" y="243"/>
                </a:lnTo>
                <a:lnTo>
                  <a:pt x="143" y="244"/>
                </a:lnTo>
                <a:lnTo>
                  <a:pt x="144" y="244"/>
                </a:lnTo>
                <a:lnTo>
                  <a:pt x="144" y="243"/>
                </a:lnTo>
                <a:lnTo>
                  <a:pt x="145" y="244"/>
                </a:lnTo>
                <a:lnTo>
                  <a:pt x="144" y="244"/>
                </a:lnTo>
                <a:lnTo>
                  <a:pt x="143" y="244"/>
                </a:lnTo>
                <a:lnTo>
                  <a:pt x="143" y="245"/>
                </a:lnTo>
                <a:lnTo>
                  <a:pt x="142" y="245"/>
                </a:lnTo>
                <a:lnTo>
                  <a:pt x="141" y="245"/>
                </a:lnTo>
                <a:lnTo>
                  <a:pt x="141" y="244"/>
                </a:lnTo>
                <a:lnTo>
                  <a:pt x="141" y="243"/>
                </a:lnTo>
                <a:lnTo>
                  <a:pt x="140" y="242"/>
                </a:lnTo>
                <a:lnTo>
                  <a:pt x="139" y="243"/>
                </a:lnTo>
                <a:lnTo>
                  <a:pt x="139" y="244"/>
                </a:lnTo>
                <a:lnTo>
                  <a:pt x="138" y="244"/>
                </a:lnTo>
                <a:lnTo>
                  <a:pt x="137" y="243"/>
                </a:lnTo>
                <a:lnTo>
                  <a:pt x="137" y="244"/>
                </a:lnTo>
                <a:lnTo>
                  <a:pt x="137" y="245"/>
                </a:lnTo>
                <a:lnTo>
                  <a:pt x="138" y="246"/>
                </a:lnTo>
                <a:lnTo>
                  <a:pt x="139" y="245"/>
                </a:lnTo>
                <a:lnTo>
                  <a:pt x="140" y="244"/>
                </a:lnTo>
                <a:lnTo>
                  <a:pt x="139" y="243"/>
                </a:lnTo>
                <a:lnTo>
                  <a:pt x="140" y="243"/>
                </a:lnTo>
                <a:lnTo>
                  <a:pt x="140" y="244"/>
                </a:lnTo>
                <a:lnTo>
                  <a:pt x="140" y="245"/>
                </a:lnTo>
                <a:lnTo>
                  <a:pt x="140" y="246"/>
                </a:lnTo>
                <a:lnTo>
                  <a:pt x="141" y="246"/>
                </a:lnTo>
                <a:lnTo>
                  <a:pt x="143" y="245"/>
                </a:lnTo>
                <a:lnTo>
                  <a:pt x="144" y="245"/>
                </a:lnTo>
                <a:lnTo>
                  <a:pt x="145" y="246"/>
                </a:lnTo>
                <a:lnTo>
                  <a:pt x="145" y="247"/>
                </a:lnTo>
                <a:lnTo>
                  <a:pt x="145" y="248"/>
                </a:lnTo>
                <a:lnTo>
                  <a:pt x="145" y="249"/>
                </a:lnTo>
                <a:lnTo>
                  <a:pt x="144" y="249"/>
                </a:lnTo>
                <a:lnTo>
                  <a:pt x="144" y="250"/>
                </a:lnTo>
                <a:lnTo>
                  <a:pt x="144" y="251"/>
                </a:lnTo>
                <a:lnTo>
                  <a:pt x="144" y="252"/>
                </a:lnTo>
                <a:lnTo>
                  <a:pt x="143" y="252"/>
                </a:lnTo>
                <a:lnTo>
                  <a:pt x="143" y="251"/>
                </a:lnTo>
                <a:lnTo>
                  <a:pt x="142" y="251"/>
                </a:lnTo>
                <a:lnTo>
                  <a:pt x="141" y="251"/>
                </a:lnTo>
                <a:lnTo>
                  <a:pt x="141" y="252"/>
                </a:lnTo>
                <a:lnTo>
                  <a:pt x="142" y="253"/>
                </a:lnTo>
                <a:lnTo>
                  <a:pt x="141" y="254"/>
                </a:lnTo>
                <a:lnTo>
                  <a:pt x="140" y="254"/>
                </a:lnTo>
                <a:lnTo>
                  <a:pt x="139" y="252"/>
                </a:lnTo>
                <a:lnTo>
                  <a:pt x="139" y="251"/>
                </a:lnTo>
                <a:lnTo>
                  <a:pt x="140" y="251"/>
                </a:lnTo>
                <a:lnTo>
                  <a:pt x="140" y="250"/>
                </a:lnTo>
                <a:lnTo>
                  <a:pt x="139" y="250"/>
                </a:lnTo>
                <a:lnTo>
                  <a:pt x="138" y="249"/>
                </a:lnTo>
                <a:lnTo>
                  <a:pt x="137" y="249"/>
                </a:lnTo>
                <a:lnTo>
                  <a:pt x="136" y="249"/>
                </a:lnTo>
                <a:lnTo>
                  <a:pt x="135" y="249"/>
                </a:lnTo>
                <a:lnTo>
                  <a:pt x="133" y="249"/>
                </a:lnTo>
                <a:lnTo>
                  <a:pt x="132" y="250"/>
                </a:lnTo>
                <a:lnTo>
                  <a:pt x="131" y="250"/>
                </a:lnTo>
                <a:lnTo>
                  <a:pt x="130" y="251"/>
                </a:lnTo>
                <a:lnTo>
                  <a:pt x="129" y="252"/>
                </a:lnTo>
                <a:lnTo>
                  <a:pt x="129" y="253"/>
                </a:lnTo>
                <a:lnTo>
                  <a:pt x="129" y="254"/>
                </a:lnTo>
                <a:lnTo>
                  <a:pt x="129" y="255"/>
                </a:lnTo>
                <a:lnTo>
                  <a:pt x="130" y="255"/>
                </a:lnTo>
                <a:lnTo>
                  <a:pt x="131" y="257"/>
                </a:lnTo>
                <a:lnTo>
                  <a:pt x="130" y="257"/>
                </a:lnTo>
                <a:lnTo>
                  <a:pt x="129" y="257"/>
                </a:lnTo>
                <a:lnTo>
                  <a:pt x="129" y="256"/>
                </a:lnTo>
                <a:lnTo>
                  <a:pt x="129" y="257"/>
                </a:lnTo>
                <a:lnTo>
                  <a:pt x="128" y="257"/>
                </a:lnTo>
                <a:lnTo>
                  <a:pt x="127" y="257"/>
                </a:lnTo>
                <a:lnTo>
                  <a:pt x="126" y="256"/>
                </a:lnTo>
                <a:lnTo>
                  <a:pt x="125" y="257"/>
                </a:lnTo>
                <a:lnTo>
                  <a:pt x="126" y="258"/>
                </a:lnTo>
                <a:lnTo>
                  <a:pt x="125" y="258"/>
                </a:lnTo>
                <a:lnTo>
                  <a:pt x="125" y="259"/>
                </a:lnTo>
                <a:lnTo>
                  <a:pt x="124" y="259"/>
                </a:lnTo>
                <a:lnTo>
                  <a:pt x="123" y="258"/>
                </a:lnTo>
                <a:lnTo>
                  <a:pt x="123" y="257"/>
                </a:lnTo>
                <a:lnTo>
                  <a:pt x="124" y="257"/>
                </a:lnTo>
                <a:lnTo>
                  <a:pt x="124" y="256"/>
                </a:lnTo>
                <a:lnTo>
                  <a:pt x="124" y="255"/>
                </a:lnTo>
                <a:lnTo>
                  <a:pt x="124" y="254"/>
                </a:lnTo>
                <a:lnTo>
                  <a:pt x="125" y="254"/>
                </a:lnTo>
                <a:lnTo>
                  <a:pt x="125" y="253"/>
                </a:lnTo>
                <a:lnTo>
                  <a:pt x="124" y="253"/>
                </a:lnTo>
                <a:lnTo>
                  <a:pt x="122" y="253"/>
                </a:lnTo>
                <a:lnTo>
                  <a:pt x="123" y="252"/>
                </a:lnTo>
                <a:lnTo>
                  <a:pt x="122" y="252"/>
                </a:lnTo>
                <a:lnTo>
                  <a:pt x="121" y="252"/>
                </a:lnTo>
                <a:lnTo>
                  <a:pt x="121" y="251"/>
                </a:lnTo>
                <a:lnTo>
                  <a:pt x="122" y="250"/>
                </a:lnTo>
                <a:lnTo>
                  <a:pt x="123" y="250"/>
                </a:lnTo>
                <a:lnTo>
                  <a:pt x="123" y="249"/>
                </a:lnTo>
                <a:lnTo>
                  <a:pt x="124" y="249"/>
                </a:lnTo>
                <a:lnTo>
                  <a:pt x="124" y="248"/>
                </a:lnTo>
                <a:lnTo>
                  <a:pt x="124" y="247"/>
                </a:lnTo>
                <a:lnTo>
                  <a:pt x="123" y="247"/>
                </a:lnTo>
                <a:lnTo>
                  <a:pt x="123" y="248"/>
                </a:lnTo>
                <a:lnTo>
                  <a:pt x="123" y="249"/>
                </a:lnTo>
                <a:lnTo>
                  <a:pt x="122" y="249"/>
                </a:lnTo>
                <a:lnTo>
                  <a:pt x="121" y="250"/>
                </a:lnTo>
                <a:lnTo>
                  <a:pt x="120" y="250"/>
                </a:lnTo>
                <a:lnTo>
                  <a:pt x="119" y="251"/>
                </a:lnTo>
                <a:lnTo>
                  <a:pt x="119" y="252"/>
                </a:lnTo>
                <a:lnTo>
                  <a:pt x="120" y="252"/>
                </a:lnTo>
                <a:lnTo>
                  <a:pt x="120" y="251"/>
                </a:lnTo>
                <a:lnTo>
                  <a:pt x="120" y="252"/>
                </a:lnTo>
                <a:lnTo>
                  <a:pt x="120" y="253"/>
                </a:lnTo>
                <a:lnTo>
                  <a:pt x="119" y="253"/>
                </a:lnTo>
                <a:lnTo>
                  <a:pt x="119" y="252"/>
                </a:lnTo>
                <a:lnTo>
                  <a:pt x="118" y="252"/>
                </a:lnTo>
                <a:lnTo>
                  <a:pt x="118" y="251"/>
                </a:lnTo>
                <a:lnTo>
                  <a:pt x="117" y="252"/>
                </a:lnTo>
                <a:lnTo>
                  <a:pt x="116" y="253"/>
                </a:lnTo>
                <a:lnTo>
                  <a:pt x="115" y="253"/>
                </a:lnTo>
                <a:lnTo>
                  <a:pt x="115" y="254"/>
                </a:lnTo>
                <a:lnTo>
                  <a:pt x="114" y="255"/>
                </a:lnTo>
                <a:lnTo>
                  <a:pt x="114" y="256"/>
                </a:lnTo>
                <a:lnTo>
                  <a:pt x="113" y="256"/>
                </a:lnTo>
                <a:lnTo>
                  <a:pt x="112" y="254"/>
                </a:lnTo>
                <a:lnTo>
                  <a:pt x="112" y="253"/>
                </a:lnTo>
                <a:lnTo>
                  <a:pt x="113" y="253"/>
                </a:lnTo>
                <a:lnTo>
                  <a:pt x="114" y="252"/>
                </a:lnTo>
                <a:lnTo>
                  <a:pt x="114" y="251"/>
                </a:lnTo>
                <a:lnTo>
                  <a:pt x="113" y="251"/>
                </a:lnTo>
                <a:lnTo>
                  <a:pt x="114" y="251"/>
                </a:lnTo>
                <a:lnTo>
                  <a:pt x="115" y="250"/>
                </a:lnTo>
                <a:lnTo>
                  <a:pt x="115" y="248"/>
                </a:lnTo>
                <a:lnTo>
                  <a:pt x="114" y="248"/>
                </a:lnTo>
                <a:lnTo>
                  <a:pt x="113" y="246"/>
                </a:lnTo>
                <a:lnTo>
                  <a:pt x="112" y="245"/>
                </a:lnTo>
                <a:lnTo>
                  <a:pt x="111" y="245"/>
                </a:lnTo>
                <a:lnTo>
                  <a:pt x="110" y="245"/>
                </a:lnTo>
                <a:lnTo>
                  <a:pt x="108" y="244"/>
                </a:lnTo>
                <a:lnTo>
                  <a:pt x="107" y="244"/>
                </a:lnTo>
                <a:lnTo>
                  <a:pt x="106" y="244"/>
                </a:lnTo>
                <a:lnTo>
                  <a:pt x="102" y="244"/>
                </a:lnTo>
                <a:lnTo>
                  <a:pt x="100" y="244"/>
                </a:lnTo>
                <a:lnTo>
                  <a:pt x="99" y="244"/>
                </a:lnTo>
                <a:lnTo>
                  <a:pt x="98" y="244"/>
                </a:lnTo>
                <a:lnTo>
                  <a:pt x="97" y="244"/>
                </a:lnTo>
                <a:lnTo>
                  <a:pt x="96" y="244"/>
                </a:lnTo>
                <a:lnTo>
                  <a:pt x="95" y="244"/>
                </a:lnTo>
                <a:lnTo>
                  <a:pt x="95" y="243"/>
                </a:lnTo>
                <a:lnTo>
                  <a:pt x="94" y="243"/>
                </a:lnTo>
                <a:lnTo>
                  <a:pt x="94" y="242"/>
                </a:lnTo>
                <a:lnTo>
                  <a:pt x="93" y="242"/>
                </a:lnTo>
                <a:lnTo>
                  <a:pt x="91" y="242"/>
                </a:lnTo>
                <a:lnTo>
                  <a:pt x="90" y="242"/>
                </a:lnTo>
                <a:lnTo>
                  <a:pt x="89" y="242"/>
                </a:lnTo>
                <a:lnTo>
                  <a:pt x="88" y="242"/>
                </a:lnTo>
                <a:lnTo>
                  <a:pt x="86" y="243"/>
                </a:lnTo>
                <a:lnTo>
                  <a:pt x="85" y="243"/>
                </a:lnTo>
                <a:lnTo>
                  <a:pt x="84" y="243"/>
                </a:lnTo>
                <a:lnTo>
                  <a:pt x="83" y="244"/>
                </a:lnTo>
                <a:lnTo>
                  <a:pt x="82" y="243"/>
                </a:lnTo>
                <a:lnTo>
                  <a:pt x="81" y="243"/>
                </a:lnTo>
                <a:lnTo>
                  <a:pt x="80" y="243"/>
                </a:lnTo>
                <a:lnTo>
                  <a:pt x="79" y="244"/>
                </a:lnTo>
                <a:lnTo>
                  <a:pt x="78" y="244"/>
                </a:lnTo>
                <a:lnTo>
                  <a:pt x="77" y="244"/>
                </a:lnTo>
                <a:lnTo>
                  <a:pt x="76" y="245"/>
                </a:lnTo>
                <a:lnTo>
                  <a:pt x="75" y="245"/>
                </a:lnTo>
                <a:lnTo>
                  <a:pt x="74" y="245"/>
                </a:lnTo>
                <a:lnTo>
                  <a:pt x="73" y="245"/>
                </a:lnTo>
                <a:lnTo>
                  <a:pt x="71" y="245"/>
                </a:lnTo>
                <a:lnTo>
                  <a:pt x="71" y="244"/>
                </a:lnTo>
                <a:lnTo>
                  <a:pt x="70" y="242"/>
                </a:lnTo>
                <a:lnTo>
                  <a:pt x="71" y="241"/>
                </a:lnTo>
                <a:lnTo>
                  <a:pt x="71" y="240"/>
                </a:lnTo>
                <a:lnTo>
                  <a:pt x="70" y="240"/>
                </a:lnTo>
                <a:lnTo>
                  <a:pt x="70" y="239"/>
                </a:lnTo>
                <a:lnTo>
                  <a:pt x="69" y="239"/>
                </a:lnTo>
                <a:lnTo>
                  <a:pt x="68" y="239"/>
                </a:lnTo>
                <a:lnTo>
                  <a:pt x="68" y="238"/>
                </a:lnTo>
                <a:lnTo>
                  <a:pt x="67" y="238"/>
                </a:lnTo>
                <a:lnTo>
                  <a:pt x="66" y="237"/>
                </a:lnTo>
                <a:lnTo>
                  <a:pt x="65" y="236"/>
                </a:lnTo>
                <a:lnTo>
                  <a:pt x="64" y="236"/>
                </a:lnTo>
                <a:lnTo>
                  <a:pt x="63" y="236"/>
                </a:lnTo>
                <a:lnTo>
                  <a:pt x="62" y="236"/>
                </a:lnTo>
                <a:lnTo>
                  <a:pt x="60" y="235"/>
                </a:lnTo>
                <a:lnTo>
                  <a:pt x="59" y="236"/>
                </a:lnTo>
                <a:lnTo>
                  <a:pt x="58" y="236"/>
                </a:lnTo>
                <a:lnTo>
                  <a:pt x="56" y="236"/>
                </a:lnTo>
                <a:lnTo>
                  <a:pt x="54" y="237"/>
                </a:lnTo>
                <a:lnTo>
                  <a:pt x="53" y="237"/>
                </a:lnTo>
                <a:lnTo>
                  <a:pt x="51" y="237"/>
                </a:lnTo>
                <a:lnTo>
                  <a:pt x="50" y="237"/>
                </a:lnTo>
                <a:lnTo>
                  <a:pt x="51" y="237"/>
                </a:lnTo>
                <a:lnTo>
                  <a:pt x="50" y="236"/>
                </a:lnTo>
                <a:lnTo>
                  <a:pt x="49" y="235"/>
                </a:lnTo>
                <a:lnTo>
                  <a:pt x="48" y="235"/>
                </a:lnTo>
                <a:lnTo>
                  <a:pt x="48" y="234"/>
                </a:lnTo>
                <a:lnTo>
                  <a:pt x="47" y="234"/>
                </a:lnTo>
                <a:lnTo>
                  <a:pt x="47" y="233"/>
                </a:lnTo>
                <a:lnTo>
                  <a:pt x="47" y="232"/>
                </a:lnTo>
                <a:lnTo>
                  <a:pt x="46" y="232"/>
                </a:lnTo>
                <a:lnTo>
                  <a:pt x="45" y="232"/>
                </a:lnTo>
                <a:lnTo>
                  <a:pt x="44" y="231"/>
                </a:lnTo>
                <a:lnTo>
                  <a:pt x="43" y="231"/>
                </a:lnTo>
                <a:lnTo>
                  <a:pt x="41" y="230"/>
                </a:lnTo>
                <a:lnTo>
                  <a:pt x="40" y="230"/>
                </a:lnTo>
                <a:lnTo>
                  <a:pt x="39" y="230"/>
                </a:lnTo>
                <a:lnTo>
                  <a:pt x="38" y="230"/>
                </a:lnTo>
                <a:lnTo>
                  <a:pt x="37" y="230"/>
                </a:lnTo>
                <a:lnTo>
                  <a:pt x="36" y="230"/>
                </a:lnTo>
                <a:lnTo>
                  <a:pt x="35" y="229"/>
                </a:lnTo>
                <a:lnTo>
                  <a:pt x="34" y="229"/>
                </a:lnTo>
                <a:lnTo>
                  <a:pt x="35" y="228"/>
                </a:lnTo>
                <a:lnTo>
                  <a:pt x="34" y="228"/>
                </a:lnTo>
                <a:lnTo>
                  <a:pt x="33" y="228"/>
                </a:lnTo>
                <a:lnTo>
                  <a:pt x="33" y="227"/>
                </a:lnTo>
                <a:lnTo>
                  <a:pt x="32" y="227"/>
                </a:lnTo>
                <a:lnTo>
                  <a:pt x="32" y="226"/>
                </a:lnTo>
                <a:lnTo>
                  <a:pt x="31" y="225"/>
                </a:lnTo>
                <a:lnTo>
                  <a:pt x="30" y="225"/>
                </a:lnTo>
                <a:lnTo>
                  <a:pt x="28" y="224"/>
                </a:lnTo>
                <a:lnTo>
                  <a:pt x="25" y="223"/>
                </a:lnTo>
                <a:lnTo>
                  <a:pt x="23" y="222"/>
                </a:lnTo>
                <a:lnTo>
                  <a:pt x="21" y="222"/>
                </a:lnTo>
                <a:lnTo>
                  <a:pt x="19" y="222"/>
                </a:lnTo>
                <a:lnTo>
                  <a:pt x="15" y="222"/>
                </a:lnTo>
                <a:lnTo>
                  <a:pt x="15" y="221"/>
                </a:lnTo>
                <a:lnTo>
                  <a:pt x="14" y="221"/>
                </a:lnTo>
                <a:lnTo>
                  <a:pt x="13" y="221"/>
                </a:lnTo>
                <a:lnTo>
                  <a:pt x="12" y="220"/>
                </a:lnTo>
                <a:lnTo>
                  <a:pt x="12" y="219"/>
                </a:lnTo>
                <a:lnTo>
                  <a:pt x="12" y="218"/>
                </a:lnTo>
                <a:lnTo>
                  <a:pt x="11" y="218"/>
                </a:lnTo>
                <a:lnTo>
                  <a:pt x="11" y="217"/>
                </a:lnTo>
                <a:lnTo>
                  <a:pt x="11" y="216"/>
                </a:lnTo>
                <a:lnTo>
                  <a:pt x="10" y="215"/>
                </a:lnTo>
                <a:lnTo>
                  <a:pt x="10" y="214"/>
                </a:lnTo>
                <a:lnTo>
                  <a:pt x="11" y="212"/>
                </a:lnTo>
                <a:lnTo>
                  <a:pt x="11" y="211"/>
                </a:lnTo>
                <a:lnTo>
                  <a:pt x="12" y="211"/>
                </a:lnTo>
                <a:lnTo>
                  <a:pt x="12" y="210"/>
                </a:lnTo>
                <a:lnTo>
                  <a:pt x="12" y="209"/>
                </a:lnTo>
                <a:lnTo>
                  <a:pt x="13" y="207"/>
                </a:lnTo>
                <a:lnTo>
                  <a:pt x="13" y="206"/>
                </a:lnTo>
                <a:lnTo>
                  <a:pt x="13" y="205"/>
                </a:lnTo>
                <a:lnTo>
                  <a:pt x="13" y="204"/>
                </a:lnTo>
                <a:lnTo>
                  <a:pt x="13" y="203"/>
                </a:lnTo>
                <a:lnTo>
                  <a:pt x="13" y="202"/>
                </a:lnTo>
                <a:lnTo>
                  <a:pt x="13" y="201"/>
                </a:lnTo>
                <a:lnTo>
                  <a:pt x="13" y="200"/>
                </a:lnTo>
                <a:lnTo>
                  <a:pt x="13" y="199"/>
                </a:lnTo>
                <a:lnTo>
                  <a:pt x="12" y="198"/>
                </a:lnTo>
                <a:lnTo>
                  <a:pt x="13" y="196"/>
                </a:lnTo>
                <a:lnTo>
                  <a:pt x="12" y="195"/>
                </a:lnTo>
                <a:lnTo>
                  <a:pt x="12" y="194"/>
                </a:lnTo>
                <a:lnTo>
                  <a:pt x="12" y="193"/>
                </a:lnTo>
                <a:lnTo>
                  <a:pt x="12" y="192"/>
                </a:lnTo>
                <a:lnTo>
                  <a:pt x="12" y="191"/>
                </a:lnTo>
                <a:lnTo>
                  <a:pt x="11" y="190"/>
                </a:lnTo>
                <a:lnTo>
                  <a:pt x="10" y="189"/>
                </a:lnTo>
                <a:lnTo>
                  <a:pt x="9" y="186"/>
                </a:lnTo>
                <a:lnTo>
                  <a:pt x="9" y="185"/>
                </a:lnTo>
                <a:lnTo>
                  <a:pt x="8" y="183"/>
                </a:lnTo>
                <a:lnTo>
                  <a:pt x="7" y="182"/>
                </a:lnTo>
                <a:lnTo>
                  <a:pt x="6" y="182"/>
                </a:lnTo>
                <a:lnTo>
                  <a:pt x="5" y="181"/>
                </a:lnTo>
                <a:lnTo>
                  <a:pt x="4" y="181"/>
                </a:lnTo>
                <a:lnTo>
                  <a:pt x="3" y="181"/>
                </a:lnTo>
                <a:lnTo>
                  <a:pt x="2" y="179"/>
                </a:lnTo>
                <a:lnTo>
                  <a:pt x="3" y="178"/>
                </a:lnTo>
                <a:lnTo>
                  <a:pt x="3" y="177"/>
                </a:lnTo>
                <a:lnTo>
                  <a:pt x="3" y="176"/>
                </a:lnTo>
                <a:lnTo>
                  <a:pt x="5" y="176"/>
                </a:lnTo>
                <a:lnTo>
                  <a:pt x="4" y="176"/>
                </a:lnTo>
                <a:lnTo>
                  <a:pt x="4" y="175"/>
                </a:lnTo>
                <a:lnTo>
                  <a:pt x="4" y="174"/>
                </a:lnTo>
                <a:lnTo>
                  <a:pt x="5" y="173"/>
                </a:lnTo>
                <a:lnTo>
                  <a:pt x="6" y="171"/>
                </a:lnTo>
                <a:lnTo>
                  <a:pt x="6" y="170"/>
                </a:lnTo>
                <a:lnTo>
                  <a:pt x="6" y="169"/>
                </a:lnTo>
                <a:lnTo>
                  <a:pt x="6" y="168"/>
                </a:lnTo>
                <a:lnTo>
                  <a:pt x="6" y="167"/>
                </a:lnTo>
                <a:lnTo>
                  <a:pt x="6" y="166"/>
                </a:lnTo>
                <a:lnTo>
                  <a:pt x="6" y="165"/>
                </a:lnTo>
                <a:lnTo>
                  <a:pt x="5" y="163"/>
                </a:lnTo>
                <a:lnTo>
                  <a:pt x="5" y="162"/>
                </a:lnTo>
                <a:lnTo>
                  <a:pt x="4" y="162"/>
                </a:lnTo>
                <a:lnTo>
                  <a:pt x="4" y="161"/>
                </a:lnTo>
                <a:lnTo>
                  <a:pt x="5" y="161"/>
                </a:lnTo>
                <a:lnTo>
                  <a:pt x="5" y="160"/>
                </a:lnTo>
                <a:lnTo>
                  <a:pt x="5" y="158"/>
                </a:lnTo>
                <a:lnTo>
                  <a:pt x="4" y="157"/>
                </a:lnTo>
                <a:lnTo>
                  <a:pt x="4" y="156"/>
                </a:lnTo>
                <a:lnTo>
                  <a:pt x="4" y="155"/>
                </a:lnTo>
                <a:lnTo>
                  <a:pt x="3" y="154"/>
                </a:lnTo>
                <a:lnTo>
                  <a:pt x="3" y="153"/>
                </a:lnTo>
                <a:lnTo>
                  <a:pt x="3" y="152"/>
                </a:lnTo>
                <a:lnTo>
                  <a:pt x="2" y="150"/>
                </a:lnTo>
                <a:lnTo>
                  <a:pt x="2" y="149"/>
                </a:lnTo>
                <a:lnTo>
                  <a:pt x="1" y="149"/>
                </a:lnTo>
                <a:lnTo>
                  <a:pt x="1" y="148"/>
                </a:lnTo>
                <a:lnTo>
                  <a:pt x="1" y="147"/>
                </a:lnTo>
                <a:lnTo>
                  <a:pt x="0" y="146"/>
                </a:lnTo>
                <a:lnTo>
                  <a:pt x="0" y="145"/>
                </a:lnTo>
                <a:lnTo>
                  <a:pt x="1" y="145"/>
                </a:lnTo>
                <a:lnTo>
                  <a:pt x="2" y="145"/>
                </a:lnTo>
                <a:lnTo>
                  <a:pt x="3" y="144"/>
                </a:lnTo>
                <a:lnTo>
                  <a:pt x="4" y="142"/>
                </a:lnTo>
                <a:lnTo>
                  <a:pt x="6" y="141"/>
                </a:lnTo>
                <a:lnTo>
                  <a:pt x="6" y="140"/>
                </a:lnTo>
                <a:lnTo>
                  <a:pt x="6" y="139"/>
                </a:lnTo>
                <a:lnTo>
                  <a:pt x="7" y="138"/>
                </a:lnTo>
                <a:lnTo>
                  <a:pt x="7" y="137"/>
                </a:lnTo>
                <a:lnTo>
                  <a:pt x="8" y="137"/>
                </a:lnTo>
                <a:lnTo>
                  <a:pt x="8" y="136"/>
                </a:lnTo>
                <a:lnTo>
                  <a:pt x="7" y="134"/>
                </a:lnTo>
                <a:lnTo>
                  <a:pt x="6" y="132"/>
                </a:lnTo>
                <a:lnTo>
                  <a:pt x="5" y="131"/>
                </a:lnTo>
                <a:lnTo>
                  <a:pt x="4" y="131"/>
                </a:lnTo>
                <a:lnTo>
                  <a:pt x="2" y="131"/>
                </a:lnTo>
                <a:lnTo>
                  <a:pt x="2" y="130"/>
                </a:lnTo>
                <a:lnTo>
                  <a:pt x="2" y="129"/>
                </a:lnTo>
                <a:lnTo>
                  <a:pt x="2" y="128"/>
                </a:lnTo>
                <a:lnTo>
                  <a:pt x="2" y="126"/>
                </a:lnTo>
                <a:lnTo>
                  <a:pt x="2" y="125"/>
                </a:lnTo>
                <a:lnTo>
                  <a:pt x="2" y="123"/>
                </a:lnTo>
                <a:lnTo>
                  <a:pt x="2" y="122"/>
                </a:lnTo>
                <a:lnTo>
                  <a:pt x="2" y="121"/>
                </a:lnTo>
                <a:lnTo>
                  <a:pt x="2" y="120"/>
                </a:lnTo>
                <a:lnTo>
                  <a:pt x="3" y="121"/>
                </a:lnTo>
                <a:lnTo>
                  <a:pt x="4" y="121"/>
                </a:lnTo>
                <a:lnTo>
                  <a:pt x="6" y="122"/>
                </a:lnTo>
                <a:lnTo>
                  <a:pt x="6" y="121"/>
                </a:lnTo>
                <a:lnTo>
                  <a:pt x="5" y="120"/>
                </a:lnTo>
                <a:lnTo>
                  <a:pt x="4" y="120"/>
                </a:lnTo>
                <a:lnTo>
                  <a:pt x="4" y="119"/>
                </a:lnTo>
                <a:lnTo>
                  <a:pt x="3" y="119"/>
                </a:lnTo>
                <a:lnTo>
                  <a:pt x="4" y="119"/>
                </a:lnTo>
                <a:lnTo>
                  <a:pt x="4" y="118"/>
                </a:lnTo>
                <a:lnTo>
                  <a:pt x="5" y="118"/>
                </a:lnTo>
                <a:lnTo>
                  <a:pt x="5" y="119"/>
                </a:lnTo>
                <a:lnTo>
                  <a:pt x="6" y="120"/>
                </a:lnTo>
                <a:lnTo>
                  <a:pt x="6" y="121"/>
                </a:lnTo>
                <a:lnTo>
                  <a:pt x="7" y="120"/>
                </a:lnTo>
                <a:lnTo>
                  <a:pt x="6" y="120"/>
                </a:lnTo>
                <a:lnTo>
                  <a:pt x="6" y="119"/>
                </a:lnTo>
                <a:lnTo>
                  <a:pt x="5" y="118"/>
                </a:lnTo>
                <a:lnTo>
                  <a:pt x="6" y="118"/>
                </a:lnTo>
                <a:lnTo>
                  <a:pt x="6" y="117"/>
                </a:lnTo>
                <a:lnTo>
                  <a:pt x="7" y="117"/>
                </a:lnTo>
                <a:lnTo>
                  <a:pt x="7" y="118"/>
                </a:lnTo>
                <a:lnTo>
                  <a:pt x="8" y="118"/>
                </a:lnTo>
                <a:lnTo>
                  <a:pt x="8" y="119"/>
                </a:lnTo>
                <a:lnTo>
                  <a:pt x="8" y="118"/>
                </a:lnTo>
                <a:lnTo>
                  <a:pt x="7" y="117"/>
                </a:lnTo>
                <a:lnTo>
                  <a:pt x="7" y="116"/>
                </a:lnTo>
                <a:lnTo>
                  <a:pt x="6" y="115"/>
                </a:lnTo>
                <a:lnTo>
                  <a:pt x="5" y="115"/>
                </a:lnTo>
                <a:lnTo>
                  <a:pt x="5" y="114"/>
                </a:lnTo>
                <a:lnTo>
                  <a:pt x="6" y="113"/>
                </a:lnTo>
                <a:lnTo>
                  <a:pt x="7" y="113"/>
                </a:lnTo>
                <a:lnTo>
                  <a:pt x="7" y="112"/>
                </a:lnTo>
                <a:lnTo>
                  <a:pt x="7" y="111"/>
                </a:lnTo>
                <a:lnTo>
                  <a:pt x="8" y="111"/>
                </a:lnTo>
                <a:lnTo>
                  <a:pt x="8" y="110"/>
                </a:lnTo>
                <a:lnTo>
                  <a:pt x="8" y="111"/>
                </a:lnTo>
                <a:lnTo>
                  <a:pt x="9" y="111"/>
                </a:lnTo>
                <a:lnTo>
                  <a:pt x="11" y="111"/>
                </a:lnTo>
                <a:lnTo>
                  <a:pt x="12" y="111"/>
                </a:lnTo>
                <a:lnTo>
                  <a:pt x="13" y="111"/>
                </a:lnTo>
                <a:lnTo>
                  <a:pt x="15" y="110"/>
                </a:lnTo>
                <a:lnTo>
                  <a:pt x="16" y="109"/>
                </a:lnTo>
                <a:lnTo>
                  <a:pt x="17" y="109"/>
                </a:lnTo>
                <a:lnTo>
                  <a:pt x="18" y="108"/>
                </a:lnTo>
                <a:lnTo>
                  <a:pt x="19" y="108"/>
                </a:lnTo>
                <a:lnTo>
                  <a:pt x="21" y="105"/>
                </a:lnTo>
                <a:lnTo>
                  <a:pt x="22" y="104"/>
                </a:lnTo>
                <a:lnTo>
                  <a:pt x="23" y="104"/>
                </a:lnTo>
                <a:lnTo>
                  <a:pt x="23" y="103"/>
                </a:lnTo>
                <a:lnTo>
                  <a:pt x="24" y="102"/>
                </a:lnTo>
                <a:lnTo>
                  <a:pt x="25" y="101"/>
                </a:lnTo>
                <a:lnTo>
                  <a:pt x="26" y="101"/>
                </a:lnTo>
                <a:lnTo>
                  <a:pt x="27" y="101"/>
                </a:lnTo>
                <a:lnTo>
                  <a:pt x="27" y="100"/>
                </a:lnTo>
                <a:lnTo>
                  <a:pt x="29" y="100"/>
                </a:lnTo>
                <a:lnTo>
                  <a:pt x="30" y="99"/>
                </a:lnTo>
                <a:lnTo>
                  <a:pt x="31" y="99"/>
                </a:lnTo>
                <a:lnTo>
                  <a:pt x="32" y="98"/>
                </a:lnTo>
                <a:lnTo>
                  <a:pt x="33" y="97"/>
                </a:lnTo>
                <a:lnTo>
                  <a:pt x="35" y="95"/>
                </a:lnTo>
                <a:lnTo>
                  <a:pt x="36" y="94"/>
                </a:lnTo>
                <a:lnTo>
                  <a:pt x="37" y="93"/>
                </a:lnTo>
                <a:lnTo>
                  <a:pt x="38" y="93"/>
                </a:lnTo>
                <a:lnTo>
                  <a:pt x="38" y="92"/>
                </a:lnTo>
                <a:lnTo>
                  <a:pt x="39" y="92"/>
                </a:lnTo>
                <a:lnTo>
                  <a:pt x="40" y="92"/>
                </a:lnTo>
                <a:lnTo>
                  <a:pt x="40" y="93"/>
                </a:lnTo>
                <a:lnTo>
                  <a:pt x="40" y="92"/>
                </a:lnTo>
                <a:lnTo>
                  <a:pt x="39" y="92"/>
                </a:lnTo>
                <a:lnTo>
                  <a:pt x="38" y="92"/>
                </a:lnTo>
                <a:lnTo>
                  <a:pt x="39" y="92"/>
                </a:lnTo>
                <a:lnTo>
                  <a:pt x="39" y="91"/>
                </a:lnTo>
                <a:lnTo>
                  <a:pt x="40" y="90"/>
                </a:lnTo>
                <a:lnTo>
                  <a:pt x="41" y="89"/>
                </a:lnTo>
                <a:lnTo>
                  <a:pt x="42" y="89"/>
                </a:lnTo>
                <a:lnTo>
                  <a:pt x="43" y="88"/>
                </a:lnTo>
                <a:lnTo>
                  <a:pt x="44" y="87"/>
                </a:lnTo>
                <a:lnTo>
                  <a:pt x="45" y="86"/>
                </a:lnTo>
                <a:lnTo>
                  <a:pt x="45" y="85"/>
                </a:lnTo>
                <a:lnTo>
                  <a:pt x="46" y="83"/>
                </a:lnTo>
                <a:lnTo>
                  <a:pt x="47" y="83"/>
                </a:lnTo>
                <a:lnTo>
                  <a:pt x="48" y="82"/>
                </a:lnTo>
                <a:lnTo>
                  <a:pt x="49" y="82"/>
                </a:lnTo>
                <a:lnTo>
                  <a:pt x="50" y="81"/>
                </a:lnTo>
                <a:lnTo>
                  <a:pt x="52" y="81"/>
                </a:lnTo>
                <a:lnTo>
                  <a:pt x="53" y="81"/>
                </a:lnTo>
                <a:lnTo>
                  <a:pt x="54" y="80"/>
                </a:lnTo>
                <a:lnTo>
                  <a:pt x="55" y="80"/>
                </a:lnTo>
                <a:lnTo>
                  <a:pt x="57" y="79"/>
                </a:lnTo>
                <a:lnTo>
                  <a:pt x="57" y="78"/>
                </a:lnTo>
                <a:lnTo>
                  <a:pt x="58" y="78"/>
                </a:lnTo>
                <a:lnTo>
                  <a:pt x="59" y="77"/>
                </a:lnTo>
                <a:lnTo>
                  <a:pt x="61" y="76"/>
                </a:lnTo>
                <a:lnTo>
                  <a:pt x="63" y="75"/>
                </a:lnTo>
                <a:lnTo>
                  <a:pt x="64" y="75"/>
                </a:lnTo>
                <a:lnTo>
                  <a:pt x="65" y="75"/>
                </a:lnTo>
                <a:lnTo>
                  <a:pt x="66" y="74"/>
                </a:lnTo>
                <a:lnTo>
                  <a:pt x="68" y="73"/>
                </a:lnTo>
                <a:lnTo>
                  <a:pt x="68" y="72"/>
                </a:lnTo>
                <a:lnTo>
                  <a:pt x="69" y="72"/>
                </a:lnTo>
                <a:lnTo>
                  <a:pt x="70" y="71"/>
                </a:lnTo>
                <a:lnTo>
                  <a:pt x="71" y="70"/>
                </a:lnTo>
                <a:lnTo>
                  <a:pt x="71" y="69"/>
                </a:lnTo>
                <a:lnTo>
                  <a:pt x="71" y="68"/>
                </a:lnTo>
                <a:lnTo>
                  <a:pt x="71" y="67"/>
                </a:lnTo>
                <a:lnTo>
                  <a:pt x="71" y="65"/>
                </a:lnTo>
                <a:lnTo>
                  <a:pt x="71" y="64"/>
                </a:lnTo>
                <a:lnTo>
                  <a:pt x="72" y="65"/>
                </a:lnTo>
                <a:lnTo>
                  <a:pt x="73" y="66"/>
                </a:lnTo>
                <a:lnTo>
                  <a:pt x="73" y="65"/>
                </a:lnTo>
                <a:lnTo>
                  <a:pt x="74" y="64"/>
                </a:lnTo>
                <a:lnTo>
                  <a:pt x="75" y="64"/>
                </a:lnTo>
                <a:lnTo>
                  <a:pt x="78" y="64"/>
                </a:lnTo>
                <a:lnTo>
                  <a:pt x="79" y="64"/>
                </a:lnTo>
                <a:lnTo>
                  <a:pt x="80" y="64"/>
                </a:lnTo>
                <a:lnTo>
                  <a:pt x="81" y="65"/>
                </a:lnTo>
                <a:lnTo>
                  <a:pt x="81" y="66"/>
                </a:lnTo>
                <a:lnTo>
                  <a:pt x="82" y="66"/>
                </a:lnTo>
                <a:lnTo>
                  <a:pt x="81" y="66"/>
                </a:lnTo>
                <a:lnTo>
                  <a:pt x="82" y="66"/>
                </a:lnTo>
                <a:lnTo>
                  <a:pt x="82" y="67"/>
                </a:lnTo>
                <a:lnTo>
                  <a:pt x="82" y="68"/>
                </a:lnTo>
                <a:lnTo>
                  <a:pt x="83" y="68"/>
                </a:lnTo>
                <a:lnTo>
                  <a:pt x="83" y="67"/>
                </a:lnTo>
                <a:lnTo>
                  <a:pt x="83" y="65"/>
                </a:lnTo>
                <a:lnTo>
                  <a:pt x="82" y="64"/>
                </a:lnTo>
                <a:lnTo>
                  <a:pt x="81" y="63"/>
                </a:lnTo>
                <a:lnTo>
                  <a:pt x="81" y="64"/>
                </a:lnTo>
                <a:lnTo>
                  <a:pt x="81" y="63"/>
                </a:lnTo>
                <a:lnTo>
                  <a:pt x="80" y="62"/>
                </a:lnTo>
                <a:lnTo>
                  <a:pt x="78" y="62"/>
                </a:lnTo>
                <a:lnTo>
                  <a:pt x="79" y="62"/>
                </a:lnTo>
                <a:lnTo>
                  <a:pt x="79" y="61"/>
                </a:lnTo>
                <a:lnTo>
                  <a:pt x="79" y="60"/>
                </a:lnTo>
                <a:lnTo>
                  <a:pt x="81" y="60"/>
                </a:lnTo>
                <a:lnTo>
                  <a:pt x="82" y="60"/>
                </a:lnTo>
                <a:lnTo>
                  <a:pt x="82" y="61"/>
                </a:lnTo>
                <a:lnTo>
                  <a:pt x="83" y="60"/>
                </a:lnTo>
                <a:lnTo>
                  <a:pt x="82" y="60"/>
                </a:lnTo>
                <a:lnTo>
                  <a:pt x="82" y="59"/>
                </a:lnTo>
                <a:lnTo>
                  <a:pt x="82" y="58"/>
                </a:lnTo>
                <a:lnTo>
                  <a:pt x="82" y="57"/>
                </a:lnTo>
                <a:lnTo>
                  <a:pt x="83" y="57"/>
                </a:lnTo>
                <a:lnTo>
                  <a:pt x="84" y="57"/>
                </a:lnTo>
                <a:lnTo>
                  <a:pt x="84" y="56"/>
                </a:lnTo>
                <a:lnTo>
                  <a:pt x="83" y="56"/>
                </a:lnTo>
                <a:lnTo>
                  <a:pt x="82" y="56"/>
                </a:lnTo>
                <a:lnTo>
                  <a:pt x="81" y="56"/>
                </a:lnTo>
                <a:lnTo>
                  <a:pt x="80" y="56"/>
                </a:lnTo>
                <a:lnTo>
                  <a:pt x="80" y="55"/>
                </a:lnTo>
                <a:lnTo>
                  <a:pt x="79" y="55"/>
                </a:lnTo>
                <a:lnTo>
                  <a:pt x="79" y="56"/>
                </a:lnTo>
                <a:lnTo>
                  <a:pt x="78" y="55"/>
                </a:lnTo>
                <a:lnTo>
                  <a:pt x="79" y="56"/>
                </a:lnTo>
                <a:lnTo>
                  <a:pt x="78" y="57"/>
                </a:lnTo>
                <a:lnTo>
                  <a:pt x="78" y="58"/>
                </a:lnTo>
                <a:lnTo>
                  <a:pt x="78" y="59"/>
                </a:lnTo>
                <a:lnTo>
                  <a:pt x="77" y="59"/>
                </a:lnTo>
                <a:lnTo>
                  <a:pt x="77" y="58"/>
                </a:lnTo>
                <a:lnTo>
                  <a:pt x="76" y="58"/>
                </a:lnTo>
                <a:lnTo>
                  <a:pt x="76" y="59"/>
                </a:lnTo>
                <a:lnTo>
                  <a:pt x="76" y="60"/>
                </a:lnTo>
                <a:lnTo>
                  <a:pt x="75" y="60"/>
                </a:lnTo>
                <a:lnTo>
                  <a:pt x="75" y="59"/>
                </a:lnTo>
                <a:lnTo>
                  <a:pt x="74" y="59"/>
                </a:lnTo>
                <a:lnTo>
                  <a:pt x="73" y="59"/>
                </a:lnTo>
                <a:lnTo>
                  <a:pt x="73" y="60"/>
                </a:lnTo>
                <a:lnTo>
                  <a:pt x="73" y="61"/>
                </a:lnTo>
                <a:lnTo>
                  <a:pt x="73" y="62"/>
                </a:lnTo>
                <a:lnTo>
                  <a:pt x="72" y="62"/>
                </a:lnTo>
                <a:lnTo>
                  <a:pt x="72" y="61"/>
                </a:lnTo>
                <a:lnTo>
                  <a:pt x="71" y="61"/>
                </a:lnTo>
                <a:lnTo>
                  <a:pt x="71" y="62"/>
                </a:lnTo>
                <a:lnTo>
                  <a:pt x="72" y="63"/>
                </a:lnTo>
                <a:lnTo>
                  <a:pt x="71" y="63"/>
                </a:lnTo>
                <a:lnTo>
                  <a:pt x="71" y="64"/>
                </a:lnTo>
                <a:lnTo>
                  <a:pt x="70" y="64"/>
                </a:lnTo>
                <a:lnTo>
                  <a:pt x="69" y="64"/>
                </a:lnTo>
                <a:lnTo>
                  <a:pt x="68" y="63"/>
                </a:lnTo>
                <a:lnTo>
                  <a:pt x="68" y="64"/>
                </a:lnTo>
                <a:lnTo>
                  <a:pt x="67" y="65"/>
                </a:lnTo>
                <a:lnTo>
                  <a:pt x="66" y="65"/>
                </a:lnTo>
                <a:lnTo>
                  <a:pt x="66" y="66"/>
                </a:lnTo>
                <a:lnTo>
                  <a:pt x="66" y="65"/>
                </a:lnTo>
                <a:lnTo>
                  <a:pt x="65" y="65"/>
                </a:lnTo>
                <a:lnTo>
                  <a:pt x="65" y="66"/>
                </a:lnTo>
                <a:lnTo>
                  <a:pt x="64" y="66"/>
                </a:lnTo>
                <a:lnTo>
                  <a:pt x="64" y="65"/>
                </a:lnTo>
                <a:lnTo>
                  <a:pt x="65" y="64"/>
                </a:lnTo>
                <a:lnTo>
                  <a:pt x="66" y="64"/>
                </a:lnTo>
                <a:lnTo>
                  <a:pt x="66" y="63"/>
                </a:lnTo>
                <a:lnTo>
                  <a:pt x="67" y="63"/>
                </a:lnTo>
                <a:lnTo>
                  <a:pt x="67" y="62"/>
                </a:lnTo>
                <a:lnTo>
                  <a:pt x="66" y="62"/>
                </a:lnTo>
                <a:lnTo>
                  <a:pt x="66" y="61"/>
                </a:lnTo>
                <a:lnTo>
                  <a:pt x="66" y="60"/>
                </a:lnTo>
                <a:lnTo>
                  <a:pt x="65" y="60"/>
                </a:lnTo>
                <a:lnTo>
                  <a:pt x="65" y="58"/>
                </a:lnTo>
                <a:lnTo>
                  <a:pt x="64" y="58"/>
                </a:lnTo>
                <a:lnTo>
                  <a:pt x="64" y="56"/>
                </a:lnTo>
                <a:lnTo>
                  <a:pt x="64" y="55"/>
                </a:lnTo>
                <a:lnTo>
                  <a:pt x="66" y="53"/>
                </a:lnTo>
                <a:lnTo>
                  <a:pt x="66" y="52"/>
                </a:lnTo>
                <a:lnTo>
                  <a:pt x="68" y="51"/>
                </a:lnTo>
                <a:lnTo>
                  <a:pt x="69" y="51"/>
                </a:lnTo>
                <a:lnTo>
                  <a:pt x="70" y="52"/>
                </a:lnTo>
                <a:lnTo>
                  <a:pt x="70" y="51"/>
                </a:lnTo>
                <a:lnTo>
                  <a:pt x="70" y="50"/>
                </a:lnTo>
                <a:lnTo>
                  <a:pt x="70" y="49"/>
                </a:lnTo>
                <a:lnTo>
                  <a:pt x="71" y="49"/>
                </a:lnTo>
                <a:lnTo>
                  <a:pt x="71" y="48"/>
                </a:lnTo>
                <a:lnTo>
                  <a:pt x="72" y="48"/>
                </a:lnTo>
                <a:lnTo>
                  <a:pt x="72" y="47"/>
                </a:lnTo>
                <a:lnTo>
                  <a:pt x="73" y="47"/>
                </a:lnTo>
                <a:lnTo>
                  <a:pt x="73" y="48"/>
                </a:lnTo>
                <a:lnTo>
                  <a:pt x="72" y="49"/>
                </a:lnTo>
                <a:lnTo>
                  <a:pt x="74" y="49"/>
                </a:lnTo>
                <a:lnTo>
                  <a:pt x="74" y="48"/>
                </a:lnTo>
                <a:lnTo>
                  <a:pt x="73" y="48"/>
                </a:lnTo>
                <a:lnTo>
                  <a:pt x="73" y="47"/>
                </a:lnTo>
                <a:lnTo>
                  <a:pt x="74" y="47"/>
                </a:lnTo>
                <a:lnTo>
                  <a:pt x="75" y="47"/>
                </a:lnTo>
                <a:lnTo>
                  <a:pt x="76" y="47"/>
                </a:lnTo>
                <a:lnTo>
                  <a:pt x="76" y="46"/>
                </a:lnTo>
                <a:lnTo>
                  <a:pt x="76" y="45"/>
                </a:lnTo>
                <a:lnTo>
                  <a:pt x="77" y="43"/>
                </a:lnTo>
                <a:lnTo>
                  <a:pt x="76" y="43"/>
                </a:lnTo>
                <a:lnTo>
                  <a:pt x="76" y="42"/>
                </a:lnTo>
                <a:lnTo>
                  <a:pt x="77" y="42"/>
                </a:lnTo>
                <a:lnTo>
                  <a:pt x="78" y="42"/>
                </a:lnTo>
                <a:lnTo>
                  <a:pt x="79" y="42"/>
                </a:lnTo>
                <a:lnTo>
                  <a:pt x="80" y="42"/>
                </a:lnTo>
                <a:lnTo>
                  <a:pt x="80" y="41"/>
                </a:lnTo>
                <a:lnTo>
                  <a:pt x="80" y="40"/>
                </a:lnTo>
                <a:lnTo>
                  <a:pt x="81" y="39"/>
                </a:lnTo>
                <a:lnTo>
                  <a:pt x="82" y="39"/>
                </a:lnTo>
                <a:lnTo>
                  <a:pt x="82" y="40"/>
                </a:lnTo>
                <a:lnTo>
                  <a:pt x="83" y="39"/>
                </a:lnTo>
                <a:lnTo>
                  <a:pt x="83" y="40"/>
                </a:lnTo>
                <a:lnTo>
                  <a:pt x="84" y="40"/>
                </a:lnTo>
                <a:lnTo>
                  <a:pt x="84" y="41"/>
                </a:lnTo>
                <a:lnTo>
                  <a:pt x="83" y="42"/>
                </a:lnTo>
                <a:lnTo>
                  <a:pt x="84" y="43"/>
                </a:lnTo>
                <a:lnTo>
                  <a:pt x="84" y="44"/>
                </a:lnTo>
                <a:lnTo>
                  <a:pt x="85" y="44"/>
                </a:lnTo>
                <a:lnTo>
                  <a:pt x="86" y="43"/>
                </a:lnTo>
                <a:lnTo>
                  <a:pt x="87" y="43"/>
                </a:lnTo>
                <a:lnTo>
                  <a:pt x="88" y="42"/>
                </a:lnTo>
                <a:lnTo>
                  <a:pt x="89" y="42"/>
                </a:lnTo>
                <a:lnTo>
                  <a:pt x="89" y="43"/>
                </a:lnTo>
                <a:lnTo>
                  <a:pt x="89" y="42"/>
                </a:lnTo>
                <a:lnTo>
                  <a:pt x="90" y="42"/>
                </a:lnTo>
                <a:lnTo>
                  <a:pt x="90" y="43"/>
                </a:lnTo>
                <a:lnTo>
                  <a:pt x="91" y="44"/>
                </a:lnTo>
                <a:lnTo>
                  <a:pt x="91" y="43"/>
                </a:lnTo>
                <a:lnTo>
                  <a:pt x="91" y="42"/>
                </a:lnTo>
                <a:lnTo>
                  <a:pt x="91" y="43"/>
                </a:lnTo>
                <a:lnTo>
                  <a:pt x="92" y="43"/>
                </a:lnTo>
                <a:lnTo>
                  <a:pt x="92" y="44"/>
                </a:lnTo>
                <a:lnTo>
                  <a:pt x="93" y="44"/>
                </a:lnTo>
                <a:lnTo>
                  <a:pt x="94" y="45"/>
                </a:lnTo>
                <a:lnTo>
                  <a:pt x="94" y="46"/>
                </a:lnTo>
                <a:lnTo>
                  <a:pt x="95" y="46"/>
                </a:lnTo>
                <a:lnTo>
                  <a:pt x="96" y="46"/>
                </a:lnTo>
                <a:lnTo>
                  <a:pt x="96" y="47"/>
                </a:lnTo>
                <a:lnTo>
                  <a:pt x="96" y="46"/>
                </a:lnTo>
                <a:lnTo>
                  <a:pt x="96" y="47"/>
                </a:lnTo>
                <a:lnTo>
                  <a:pt x="95" y="47"/>
                </a:lnTo>
                <a:lnTo>
                  <a:pt x="97" y="47"/>
                </a:lnTo>
                <a:lnTo>
                  <a:pt x="96" y="47"/>
                </a:lnTo>
                <a:lnTo>
                  <a:pt x="96" y="46"/>
                </a:lnTo>
                <a:lnTo>
                  <a:pt x="97" y="46"/>
                </a:lnTo>
                <a:lnTo>
                  <a:pt x="98" y="45"/>
                </a:lnTo>
                <a:lnTo>
                  <a:pt x="98" y="44"/>
                </a:lnTo>
                <a:lnTo>
                  <a:pt x="99" y="44"/>
                </a:lnTo>
                <a:lnTo>
                  <a:pt x="99" y="45"/>
                </a:lnTo>
                <a:lnTo>
                  <a:pt x="100" y="46"/>
                </a:lnTo>
                <a:lnTo>
                  <a:pt x="100" y="45"/>
                </a:lnTo>
                <a:lnTo>
                  <a:pt x="101" y="45"/>
                </a:lnTo>
                <a:lnTo>
                  <a:pt x="102" y="46"/>
                </a:lnTo>
                <a:lnTo>
                  <a:pt x="102" y="47"/>
                </a:lnTo>
                <a:lnTo>
                  <a:pt x="103" y="48"/>
                </a:lnTo>
                <a:lnTo>
                  <a:pt x="103" y="49"/>
                </a:lnTo>
                <a:lnTo>
                  <a:pt x="102" y="50"/>
                </a:lnTo>
                <a:lnTo>
                  <a:pt x="103" y="50"/>
                </a:lnTo>
                <a:lnTo>
                  <a:pt x="103" y="49"/>
                </a:lnTo>
                <a:lnTo>
                  <a:pt x="104" y="48"/>
                </a:lnTo>
                <a:lnTo>
                  <a:pt x="105" y="48"/>
                </a:lnTo>
                <a:lnTo>
                  <a:pt x="106" y="48"/>
                </a:lnTo>
                <a:lnTo>
                  <a:pt x="107" y="47"/>
                </a:lnTo>
                <a:lnTo>
                  <a:pt x="108" y="47"/>
                </a:lnTo>
                <a:lnTo>
                  <a:pt x="109" y="47"/>
                </a:lnTo>
                <a:lnTo>
                  <a:pt x="109" y="46"/>
                </a:lnTo>
                <a:lnTo>
                  <a:pt x="110" y="46"/>
                </a:lnTo>
                <a:lnTo>
                  <a:pt x="110" y="45"/>
                </a:lnTo>
                <a:lnTo>
                  <a:pt x="110" y="44"/>
                </a:lnTo>
                <a:lnTo>
                  <a:pt x="110" y="45"/>
                </a:lnTo>
                <a:lnTo>
                  <a:pt x="110" y="46"/>
                </a:lnTo>
                <a:lnTo>
                  <a:pt x="110" y="47"/>
                </a:lnTo>
                <a:lnTo>
                  <a:pt x="109" y="47"/>
                </a:lnTo>
                <a:lnTo>
                  <a:pt x="108" y="49"/>
                </a:lnTo>
                <a:lnTo>
                  <a:pt x="109" y="49"/>
                </a:lnTo>
                <a:lnTo>
                  <a:pt x="109" y="48"/>
                </a:lnTo>
                <a:lnTo>
                  <a:pt x="110" y="48"/>
                </a:lnTo>
                <a:lnTo>
                  <a:pt x="110" y="49"/>
                </a:lnTo>
                <a:lnTo>
                  <a:pt x="110" y="48"/>
                </a:lnTo>
                <a:lnTo>
                  <a:pt x="111" y="48"/>
                </a:lnTo>
                <a:lnTo>
                  <a:pt x="111" y="47"/>
                </a:lnTo>
                <a:lnTo>
                  <a:pt x="112" y="46"/>
                </a:lnTo>
                <a:lnTo>
                  <a:pt x="113" y="46"/>
                </a:lnTo>
                <a:lnTo>
                  <a:pt x="114" y="46"/>
                </a:lnTo>
                <a:lnTo>
                  <a:pt x="114" y="47"/>
                </a:lnTo>
                <a:lnTo>
                  <a:pt x="114" y="46"/>
                </a:lnTo>
                <a:lnTo>
                  <a:pt x="114" y="45"/>
                </a:lnTo>
                <a:lnTo>
                  <a:pt x="115" y="45"/>
                </a:lnTo>
                <a:lnTo>
                  <a:pt x="116" y="45"/>
                </a:lnTo>
                <a:lnTo>
                  <a:pt x="115" y="45"/>
                </a:lnTo>
                <a:lnTo>
                  <a:pt x="114" y="45"/>
                </a:lnTo>
                <a:lnTo>
                  <a:pt x="113" y="45"/>
                </a:lnTo>
                <a:lnTo>
                  <a:pt x="112" y="45"/>
                </a:lnTo>
                <a:lnTo>
                  <a:pt x="111" y="45"/>
                </a:lnTo>
                <a:lnTo>
                  <a:pt x="111" y="44"/>
                </a:lnTo>
                <a:lnTo>
                  <a:pt x="110" y="44"/>
                </a:lnTo>
                <a:lnTo>
                  <a:pt x="109" y="44"/>
                </a:lnTo>
                <a:lnTo>
                  <a:pt x="108" y="44"/>
                </a:lnTo>
                <a:lnTo>
                  <a:pt x="108" y="43"/>
                </a:lnTo>
                <a:lnTo>
                  <a:pt x="108" y="42"/>
                </a:lnTo>
                <a:lnTo>
                  <a:pt x="109" y="42"/>
                </a:lnTo>
                <a:lnTo>
                  <a:pt x="109" y="41"/>
                </a:lnTo>
                <a:lnTo>
                  <a:pt x="108" y="41"/>
                </a:lnTo>
                <a:lnTo>
                  <a:pt x="108" y="40"/>
                </a:lnTo>
                <a:lnTo>
                  <a:pt x="108" y="39"/>
                </a:lnTo>
                <a:lnTo>
                  <a:pt x="109" y="39"/>
                </a:lnTo>
                <a:lnTo>
                  <a:pt x="109" y="38"/>
                </a:lnTo>
                <a:lnTo>
                  <a:pt x="111" y="38"/>
                </a:lnTo>
                <a:lnTo>
                  <a:pt x="111" y="39"/>
                </a:lnTo>
                <a:lnTo>
                  <a:pt x="112" y="39"/>
                </a:lnTo>
                <a:lnTo>
                  <a:pt x="113" y="39"/>
                </a:lnTo>
                <a:lnTo>
                  <a:pt x="114" y="39"/>
                </a:lnTo>
                <a:lnTo>
                  <a:pt x="113" y="39"/>
                </a:lnTo>
                <a:lnTo>
                  <a:pt x="113" y="38"/>
                </a:lnTo>
                <a:lnTo>
                  <a:pt x="112" y="38"/>
                </a:lnTo>
                <a:lnTo>
                  <a:pt x="111" y="38"/>
                </a:lnTo>
                <a:lnTo>
                  <a:pt x="110" y="38"/>
                </a:lnTo>
                <a:lnTo>
                  <a:pt x="109" y="37"/>
                </a:lnTo>
                <a:lnTo>
                  <a:pt x="109" y="36"/>
                </a:lnTo>
                <a:lnTo>
                  <a:pt x="110" y="35"/>
                </a:lnTo>
                <a:lnTo>
                  <a:pt x="110" y="34"/>
                </a:lnTo>
                <a:lnTo>
                  <a:pt x="111" y="34"/>
                </a:lnTo>
                <a:lnTo>
                  <a:pt x="112" y="34"/>
                </a:lnTo>
                <a:lnTo>
                  <a:pt x="112" y="33"/>
                </a:lnTo>
                <a:lnTo>
                  <a:pt x="113" y="33"/>
                </a:lnTo>
                <a:lnTo>
                  <a:pt x="113" y="32"/>
                </a:lnTo>
                <a:lnTo>
                  <a:pt x="114" y="32"/>
                </a:lnTo>
                <a:lnTo>
                  <a:pt x="114" y="31"/>
                </a:lnTo>
                <a:lnTo>
                  <a:pt x="114" y="30"/>
                </a:lnTo>
                <a:lnTo>
                  <a:pt x="115" y="30"/>
                </a:lnTo>
                <a:lnTo>
                  <a:pt x="116" y="29"/>
                </a:lnTo>
                <a:lnTo>
                  <a:pt x="117" y="29"/>
                </a:lnTo>
                <a:lnTo>
                  <a:pt x="119" y="28"/>
                </a:lnTo>
                <a:lnTo>
                  <a:pt x="121" y="28"/>
                </a:lnTo>
                <a:lnTo>
                  <a:pt x="122" y="28"/>
                </a:lnTo>
                <a:lnTo>
                  <a:pt x="123" y="28"/>
                </a:lnTo>
                <a:lnTo>
                  <a:pt x="124" y="27"/>
                </a:lnTo>
                <a:lnTo>
                  <a:pt x="125" y="27"/>
                </a:lnTo>
                <a:lnTo>
                  <a:pt x="126" y="27"/>
                </a:lnTo>
                <a:lnTo>
                  <a:pt x="126" y="26"/>
                </a:lnTo>
                <a:lnTo>
                  <a:pt x="127" y="26"/>
                </a:lnTo>
                <a:lnTo>
                  <a:pt x="128" y="26"/>
                </a:lnTo>
                <a:lnTo>
                  <a:pt x="129" y="26"/>
                </a:lnTo>
                <a:lnTo>
                  <a:pt x="130" y="26"/>
                </a:lnTo>
                <a:lnTo>
                  <a:pt x="131" y="25"/>
                </a:lnTo>
                <a:lnTo>
                  <a:pt x="131" y="26"/>
                </a:lnTo>
                <a:lnTo>
                  <a:pt x="132" y="26"/>
                </a:lnTo>
                <a:lnTo>
                  <a:pt x="133" y="26"/>
                </a:lnTo>
                <a:lnTo>
                  <a:pt x="133" y="27"/>
                </a:lnTo>
                <a:lnTo>
                  <a:pt x="134" y="28"/>
                </a:lnTo>
                <a:lnTo>
                  <a:pt x="133" y="28"/>
                </a:lnTo>
                <a:lnTo>
                  <a:pt x="133" y="29"/>
                </a:lnTo>
                <a:lnTo>
                  <a:pt x="134" y="30"/>
                </a:lnTo>
                <a:lnTo>
                  <a:pt x="134" y="29"/>
                </a:lnTo>
                <a:lnTo>
                  <a:pt x="134" y="28"/>
                </a:lnTo>
                <a:lnTo>
                  <a:pt x="135" y="29"/>
                </a:lnTo>
                <a:lnTo>
                  <a:pt x="136" y="30"/>
                </a:lnTo>
                <a:lnTo>
                  <a:pt x="137" y="31"/>
                </a:lnTo>
                <a:lnTo>
                  <a:pt x="138" y="31"/>
                </a:lnTo>
                <a:lnTo>
                  <a:pt x="140" y="31"/>
                </a:lnTo>
                <a:lnTo>
                  <a:pt x="141" y="30"/>
                </a:lnTo>
                <a:lnTo>
                  <a:pt x="141" y="31"/>
                </a:lnTo>
                <a:lnTo>
                  <a:pt x="142" y="31"/>
                </a:lnTo>
                <a:lnTo>
                  <a:pt x="142" y="30"/>
                </a:lnTo>
                <a:lnTo>
                  <a:pt x="143" y="31"/>
                </a:lnTo>
                <a:lnTo>
                  <a:pt x="142" y="31"/>
                </a:lnTo>
                <a:lnTo>
                  <a:pt x="142" y="32"/>
                </a:lnTo>
                <a:lnTo>
                  <a:pt x="143" y="32"/>
                </a:lnTo>
                <a:lnTo>
                  <a:pt x="143" y="33"/>
                </a:lnTo>
                <a:lnTo>
                  <a:pt x="143" y="34"/>
                </a:lnTo>
                <a:lnTo>
                  <a:pt x="145" y="33"/>
                </a:lnTo>
                <a:lnTo>
                  <a:pt x="145" y="32"/>
                </a:lnTo>
                <a:lnTo>
                  <a:pt x="145" y="31"/>
                </a:lnTo>
                <a:lnTo>
                  <a:pt x="144" y="31"/>
                </a:lnTo>
                <a:lnTo>
                  <a:pt x="144" y="30"/>
                </a:lnTo>
                <a:lnTo>
                  <a:pt x="144" y="29"/>
                </a:lnTo>
                <a:lnTo>
                  <a:pt x="144" y="28"/>
                </a:lnTo>
                <a:lnTo>
                  <a:pt x="146" y="28"/>
                </a:lnTo>
                <a:lnTo>
                  <a:pt x="146" y="29"/>
                </a:lnTo>
                <a:lnTo>
                  <a:pt x="147" y="29"/>
                </a:lnTo>
                <a:lnTo>
                  <a:pt x="147" y="30"/>
                </a:lnTo>
                <a:lnTo>
                  <a:pt x="147" y="32"/>
                </a:lnTo>
                <a:lnTo>
                  <a:pt x="148" y="33"/>
                </a:lnTo>
                <a:lnTo>
                  <a:pt x="147" y="34"/>
                </a:lnTo>
                <a:lnTo>
                  <a:pt x="147" y="35"/>
                </a:lnTo>
                <a:lnTo>
                  <a:pt x="147" y="36"/>
                </a:lnTo>
                <a:lnTo>
                  <a:pt x="147" y="37"/>
                </a:lnTo>
                <a:lnTo>
                  <a:pt x="147" y="36"/>
                </a:lnTo>
                <a:lnTo>
                  <a:pt x="148" y="36"/>
                </a:lnTo>
                <a:lnTo>
                  <a:pt x="148" y="37"/>
                </a:lnTo>
                <a:lnTo>
                  <a:pt x="148" y="36"/>
                </a:lnTo>
                <a:lnTo>
                  <a:pt x="147" y="36"/>
                </a:lnTo>
                <a:lnTo>
                  <a:pt x="147" y="35"/>
                </a:lnTo>
                <a:lnTo>
                  <a:pt x="148" y="34"/>
                </a:lnTo>
                <a:lnTo>
                  <a:pt x="148" y="33"/>
                </a:lnTo>
                <a:lnTo>
                  <a:pt x="150" y="33"/>
                </a:lnTo>
                <a:lnTo>
                  <a:pt x="151" y="34"/>
                </a:lnTo>
                <a:lnTo>
                  <a:pt x="151" y="33"/>
                </a:lnTo>
                <a:lnTo>
                  <a:pt x="150" y="33"/>
                </a:lnTo>
                <a:lnTo>
                  <a:pt x="151" y="33"/>
                </a:lnTo>
                <a:lnTo>
                  <a:pt x="151" y="32"/>
                </a:lnTo>
                <a:lnTo>
                  <a:pt x="152" y="32"/>
                </a:lnTo>
                <a:lnTo>
                  <a:pt x="152" y="31"/>
                </a:lnTo>
                <a:lnTo>
                  <a:pt x="151" y="30"/>
                </a:lnTo>
                <a:lnTo>
                  <a:pt x="152" y="30"/>
                </a:lnTo>
                <a:lnTo>
                  <a:pt x="153" y="30"/>
                </a:lnTo>
                <a:lnTo>
                  <a:pt x="153" y="29"/>
                </a:lnTo>
                <a:lnTo>
                  <a:pt x="153" y="28"/>
                </a:lnTo>
                <a:lnTo>
                  <a:pt x="152" y="28"/>
                </a:lnTo>
                <a:lnTo>
                  <a:pt x="152" y="27"/>
                </a:lnTo>
                <a:lnTo>
                  <a:pt x="153" y="27"/>
                </a:lnTo>
                <a:lnTo>
                  <a:pt x="154" y="27"/>
                </a:lnTo>
                <a:lnTo>
                  <a:pt x="154" y="28"/>
                </a:lnTo>
                <a:lnTo>
                  <a:pt x="155" y="28"/>
                </a:lnTo>
                <a:lnTo>
                  <a:pt x="155" y="27"/>
                </a:lnTo>
                <a:lnTo>
                  <a:pt x="156" y="28"/>
                </a:lnTo>
                <a:lnTo>
                  <a:pt x="156" y="27"/>
                </a:lnTo>
                <a:lnTo>
                  <a:pt x="158" y="27"/>
                </a:lnTo>
                <a:lnTo>
                  <a:pt x="159" y="26"/>
                </a:lnTo>
                <a:lnTo>
                  <a:pt x="160" y="27"/>
                </a:lnTo>
                <a:lnTo>
                  <a:pt x="161" y="28"/>
                </a:lnTo>
                <a:lnTo>
                  <a:pt x="161" y="29"/>
                </a:lnTo>
                <a:lnTo>
                  <a:pt x="162" y="30"/>
                </a:lnTo>
                <a:lnTo>
                  <a:pt x="162" y="31"/>
                </a:lnTo>
                <a:lnTo>
                  <a:pt x="164" y="32"/>
                </a:lnTo>
                <a:lnTo>
                  <a:pt x="165" y="32"/>
                </a:lnTo>
                <a:lnTo>
                  <a:pt x="166" y="32"/>
                </a:lnTo>
                <a:lnTo>
                  <a:pt x="166" y="33"/>
                </a:lnTo>
                <a:lnTo>
                  <a:pt x="167" y="33"/>
                </a:lnTo>
                <a:lnTo>
                  <a:pt x="168" y="33"/>
                </a:lnTo>
                <a:lnTo>
                  <a:pt x="169" y="32"/>
                </a:lnTo>
                <a:lnTo>
                  <a:pt x="169" y="31"/>
                </a:lnTo>
                <a:lnTo>
                  <a:pt x="169" y="32"/>
                </a:lnTo>
                <a:lnTo>
                  <a:pt x="170" y="32"/>
                </a:lnTo>
                <a:lnTo>
                  <a:pt x="169" y="32"/>
                </a:lnTo>
                <a:lnTo>
                  <a:pt x="169" y="33"/>
                </a:lnTo>
                <a:lnTo>
                  <a:pt x="168" y="33"/>
                </a:lnTo>
                <a:lnTo>
                  <a:pt x="167" y="33"/>
                </a:lnTo>
                <a:lnTo>
                  <a:pt x="166" y="33"/>
                </a:lnTo>
                <a:lnTo>
                  <a:pt x="165" y="34"/>
                </a:lnTo>
                <a:lnTo>
                  <a:pt x="164" y="35"/>
                </a:lnTo>
                <a:lnTo>
                  <a:pt x="163" y="35"/>
                </a:lnTo>
                <a:lnTo>
                  <a:pt x="162" y="36"/>
                </a:lnTo>
                <a:lnTo>
                  <a:pt x="163" y="36"/>
                </a:lnTo>
                <a:lnTo>
                  <a:pt x="163" y="37"/>
                </a:lnTo>
                <a:lnTo>
                  <a:pt x="164" y="37"/>
                </a:lnTo>
                <a:lnTo>
                  <a:pt x="165" y="36"/>
                </a:lnTo>
                <a:lnTo>
                  <a:pt x="165" y="37"/>
                </a:lnTo>
                <a:lnTo>
                  <a:pt x="166" y="37"/>
                </a:lnTo>
                <a:lnTo>
                  <a:pt x="167" y="38"/>
                </a:lnTo>
                <a:lnTo>
                  <a:pt x="167" y="37"/>
                </a:lnTo>
                <a:lnTo>
                  <a:pt x="166" y="36"/>
                </a:lnTo>
                <a:lnTo>
                  <a:pt x="166" y="35"/>
                </a:lnTo>
                <a:lnTo>
                  <a:pt x="167" y="35"/>
                </a:lnTo>
                <a:lnTo>
                  <a:pt x="167" y="36"/>
                </a:lnTo>
                <a:lnTo>
                  <a:pt x="168" y="36"/>
                </a:lnTo>
                <a:lnTo>
                  <a:pt x="168" y="37"/>
                </a:lnTo>
                <a:lnTo>
                  <a:pt x="168" y="36"/>
                </a:lnTo>
                <a:lnTo>
                  <a:pt x="168" y="35"/>
                </a:lnTo>
                <a:lnTo>
                  <a:pt x="167" y="35"/>
                </a:lnTo>
                <a:lnTo>
                  <a:pt x="166" y="34"/>
                </a:lnTo>
                <a:lnTo>
                  <a:pt x="166" y="35"/>
                </a:lnTo>
                <a:lnTo>
                  <a:pt x="165" y="34"/>
                </a:lnTo>
                <a:lnTo>
                  <a:pt x="166" y="34"/>
                </a:lnTo>
                <a:lnTo>
                  <a:pt x="166" y="33"/>
                </a:lnTo>
                <a:lnTo>
                  <a:pt x="167" y="33"/>
                </a:lnTo>
                <a:lnTo>
                  <a:pt x="167" y="34"/>
                </a:lnTo>
                <a:lnTo>
                  <a:pt x="168" y="33"/>
                </a:lnTo>
                <a:lnTo>
                  <a:pt x="169" y="33"/>
                </a:lnTo>
                <a:lnTo>
                  <a:pt x="170" y="33"/>
                </a:lnTo>
                <a:lnTo>
                  <a:pt x="170" y="32"/>
                </a:lnTo>
                <a:lnTo>
                  <a:pt x="170" y="31"/>
                </a:lnTo>
                <a:lnTo>
                  <a:pt x="169" y="31"/>
                </a:lnTo>
                <a:lnTo>
                  <a:pt x="168" y="31"/>
                </a:lnTo>
                <a:lnTo>
                  <a:pt x="168" y="30"/>
                </a:lnTo>
                <a:lnTo>
                  <a:pt x="169" y="30"/>
                </a:lnTo>
                <a:lnTo>
                  <a:pt x="170" y="30"/>
                </a:lnTo>
                <a:lnTo>
                  <a:pt x="172" y="29"/>
                </a:lnTo>
                <a:lnTo>
                  <a:pt x="173" y="29"/>
                </a:lnTo>
                <a:lnTo>
                  <a:pt x="173" y="28"/>
                </a:lnTo>
                <a:lnTo>
                  <a:pt x="174" y="27"/>
                </a:lnTo>
                <a:lnTo>
                  <a:pt x="175" y="27"/>
                </a:lnTo>
                <a:lnTo>
                  <a:pt x="176" y="27"/>
                </a:lnTo>
                <a:lnTo>
                  <a:pt x="177" y="28"/>
                </a:lnTo>
                <a:lnTo>
                  <a:pt x="178" y="28"/>
                </a:lnTo>
                <a:lnTo>
                  <a:pt x="179" y="27"/>
                </a:lnTo>
                <a:lnTo>
                  <a:pt x="180" y="27"/>
                </a:lnTo>
                <a:lnTo>
                  <a:pt x="181" y="27"/>
                </a:lnTo>
                <a:lnTo>
                  <a:pt x="181" y="28"/>
                </a:lnTo>
                <a:lnTo>
                  <a:pt x="181" y="29"/>
                </a:lnTo>
                <a:lnTo>
                  <a:pt x="182" y="28"/>
                </a:lnTo>
                <a:lnTo>
                  <a:pt x="182" y="27"/>
                </a:lnTo>
                <a:lnTo>
                  <a:pt x="183" y="26"/>
                </a:lnTo>
                <a:lnTo>
                  <a:pt x="182" y="26"/>
                </a:lnTo>
                <a:lnTo>
                  <a:pt x="181" y="26"/>
                </a:lnTo>
                <a:lnTo>
                  <a:pt x="180" y="26"/>
                </a:lnTo>
                <a:lnTo>
                  <a:pt x="179" y="27"/>
                </a:lnTo>
                <a:lnTo>
                  <a:pt x="178" y="27"/>
                </a:lnTo>
                <a:lnTo>
                  <a:pt x="177" y="27"/>
                </a:lnTo>
                <a:lnTo>
                  <a:pt x="176" y="27"/>
                </a:lnTo>
                <a:lnTo>
                  <a:pt x="175" y="27"/>
                </a:lnTo>
                <a:lnTo>
                  <a:pt x="175" y="26"/>
                </a:lnTo>
                <a:lnTo>
                  <a:pt x="176" y="26"/>
                </a:lnTo>
                <a:lnTo>
                  <a:pt x="178" y="26"/>
                </a:lnTo>
                <a:lnTo>
                  <a:pt x="179" y="26"/>
                </a:lnTo>
                <a:lnTo>
                  <a:pt x="180" y="26"/>
                </a:lnTo>
                <a:lnTo>
                  <a:pt x="181" y="25"/>
                </a:lnTo>
                <a:lnTo>
                  <a:pt x="182" y="24"/>
                </a:lnTo>
                <a:lnTo>
                  <a:pt x="183" y="24"/>
                </a:lnTo>
                <a:lnTo>
                  <a:pt x="183" y="23"/>
                </a:lnTo>
                <a:lnTo>
                  <a:pt x="184" y="22"/>
                </a:lnTo>
                <a:lnTo>
                  <a:pt x="184" y="21"/>
                </a:lnTo>
                <a:lnTo>
                  <a:pt x="184" y="20"/>
                </a:lnTo>
                <a:lnTo>
                  <a:pt x="185" y="19"/>
                </a:lnTo>
                <a:lnTo>
                  <a:pt x="185" y="17"/>
                </a:lnTo>
                <a:lnTo>
                  <a:pt x="186" y="16"/>
                </a:lnTo>
                <a:lnTo>
                  <a:pt x="187" y="16"/>
                </a:lnTo>
                <a:lnTo>
                  <a:pt x="188" y="16"/>
                </a:lnTo>
                <a:lnTo>
                  <a:pt x="190" y="16"/>
                </a:lnTo>
                <a:lnTo>
                  <a:pt x="191" y="16"/>
                </a:lnTo>
                <a:lnTo>
                  <a:pt x="192" y="16"/>
                </a:lnTo>
                <a:lnTo>
                  <a:pt x="192" y="17"/>
                </a:lnTo>
                <a:lnTo>
                  <a:pt x="193" y="17"/>
                </a:lnTo>
                <a:lnTo>
                  <a:pt x="194" y="17"/>
                </a:lnTo>
                <a:lnTo>
                  <a:pt x="194" y="18"/>
                </a:lnTo>
                <a:lnTo>
                  <a:pt x="195" y="18"/>
                </a:lnTo>
                <a:lnTo>
                  <a:pt x="195" y="19"/>
                </a:lnTo>
                <a:lnTo>
                  <a:pt x="196" y="19"/>
                </a:lnTo>
                <a:lnTo>
                  <a:pt x="197" y="19"/>
                </a:lnTo>
                <a:lnTo>
                  <a:pt x="197" y="20"/>
                </a:lnTo>
                <a:lnTo>
                  <a:pt x="198" y="20"/>
                </a:lnTo>
                <a:lnTo>
                  <a:pt x="199" y="20"/>
                </a:lnTo>
                <a:lnTo>
                  <a:pt x="200" y="20"/>
                </a:lnTo>
                <a:lnTo>
                  <a:pt x="201" y="20"/>
                </a:lnTo>
                <a:lnTo>
                  <a:pt x="200" y="20"/>
                </a:lnTo>
                <a:lnTo>
                  <a:pt x="200" y="19"/>
                </a:lnTo>
                <a:lnTo>
                  <a:pt x="201" y="19"/>
                </a:lnTo>
                <a:lnTo>
                  <a:pt x="200" y="18"/>
                </a:lnTo>
                <a:lnTo>
                  <a:pt x="200" y="17"/>
                </a:lnTo>
                <a:lnTo>
                  <a:pt x="201" y="18"/>
                </a:lnTo>
                <a:lnTo>
                  <a:pt x="202" y="18"/>
                </a:lnTo>
                <a:lnTo>
                  <a:pt x="203" y="19"/>
                </a:lnTo>
                <a:lnTo>
                  <a:pt x="204" y="18"/>
                </a:lnTo>
                <a:lnTo>
                  <a:pt x="205" y="18"/>
                </a:lnTo>
                <a:lnTo>
                  <a:pt x="205" y="17"/>
                </a:lnTo>
                <a:lnTo>
                  <a:pt x="207" y="17"/>
                </a:lnTo>
                <a:lnTo>
                  <a:pt x="207" y="16"/>
                </a:lnTo>
                <a:lnTo>
                  <a:pt x="204" y="16"/>
                </a:lnTo>
                <a:lnTo>
                  <a:pt x="203" y="16"/>
                </a:lnTo>
                <a:lnTo>
                  <a:pt x="203" y="15"/>
                </a:lnTo>
                <a:lnTo>
                  <a:pt x="203" y="14"/>
                </a:lnTo>
                <a:lnTo>
                  <a:pt x="204" y="14"/>
                </a:lnTo>
                <a:lnTo>
                  <a:pt x="205" y="13"/>
                </a:lnTo>
                <a:lnTo>
                  <a:pt x="206" y="13"/>
                </a:lnTo>
                <a:lnTo>
                  <a:pt x="208" y="12"/>
                </a:lnTo>
                <a:lnTo>
                  <a:pt x="210" y="11"/>
                </a:lnTo>
                <a:lnTo>
                  <a:pt x="211" y="11"/>
                </a:lnTo>
                <a:lnTo>
                  <a:pt x="212" y="11"/>
                </a:lnTo>
                <a:lnTo>
                  <a:pt x="212" y="12"/>
                </a:lnTo>
                <a:lnTo>
                  <a:pt x="212" y="13"/>
                </a:lnTo>
                <a:lnTo>
                  <a:pt x="213" y="13"/>
                </a:lnTo>
                <a:lnTo>
                  <a:pt x="214" y="13"/>
                </a:lnTo>
                <a:lnTo>
                  <a:pt x="215" y="13"/>
                </a:lnTo>
                <a:lnTo>
                  <a:pt x="216" y="14"/>
                </a:lnTo>
                <a:lnTo>
                  <a:pt x="217" y="14"/>
                </a:lnTo>
                <a:lnTo>
                  <a:pt x="218" y="14"/>
                </a:lnTo>
                <a:lnTo>
                  <a:pt x="218" y="15"/>
                </a:lnTo>
                <a:lnTo>
                  <a:pt x="219" y="15"/>
                </a:lnTo>
                <a:lnTo>
                  <a:pt x="219" y="16"/>
                </a:lnTo>
                <a:lnTo>
                  <a:pt x="221" y="16"/>
                </a:lnTo>
                <a:lnTo>
                  <a:pt x="221" y="17"/>
                </a:lnTo>
                <a:lnTo>
                  <a:pt x="222" y="17"/>
                </a:lnTo>
                <a:lnTo>
                  <a:pt x="223" y="17"/>
                </a:lnTo>
                <a:lnTo>
                  <a:pt x="224" y="17"/>
                </a:lnTo>
                <a:lnTo>
                  <a:pt x="224" y="18"/>
                </a:lnTo>
                <a:lnTo>
                  <a:pt x="225" y="18"/>
                </a:lnTo>
                <a:lnTo>
                  <a:pt x="226" y="18"/>
                </a:lnTo>
                <a:lnTo>
                  <a:pt x="226" y="19"/>
                </a:lnTo>
                <a:lnTo>
                  <a:pt x="227" y="19"/>
                </a:lnTo>
                <a:lnTo>
                  <a:pt x="228" y="19"/>
                </a:lnTo>
                <a:lnTo>
                  <a:pt x="229" y="19"/>
                </a:lnTo>
                <a:lnTo>
                  <a:pt x="231" y="19"/>
                </a:lnTo>
                <a:lnTo>
                  <a:pt x="232" y="19"/>
                </a:lnTo>
                <a:lnTo>
                  <a:pt x="234" y="19"/>
                </a:lnTo>
                <a:lnTo>
                  <a:pt x="233" y="19"/>
                </a:lnTo>
                <a:lnTo>
                  <a:pt x="233" y="20"/>
                </a:lnTo>
                <a:lnTo>
                  <a:pt x="233" y="21"/>
                </a:lnTo>
                <a:lnTo>
                  <a:pt x="233" y="22"/>
                </a:lnTo>
                <a:lnTo>
                  <a:pt x="234" y="24"/>
                </a:lnTo>
                <a:lnTo>
                  <a:pt x="234" y="25"/>
                </a:lnTo>
                <a:lnTo>
                  <a:pt x="234" y="26"/>
                </a:lnTo>
                <a:lnTo>
                  <a:pt x="234" y="25"/>
                </a:lnTo>
                <a:lnTo>
                  <a:pt x="235" y="25"/>
                </a:lnTo>
                <a:lnTo>
                  <a:pt x="235" y="24"/>
                </a:lnTo>
                <a:lnTo>
                  <a:pt x="236" y="24"/>
                </a:lnTo>
                <a:lnTo>
                  <a:pt x="237" y="24"/>
                </a:lnTo>
                <a:lnTo>
                  <a:pt x="237" y="23"/>
                </a:lnTo>
                <a:lnTo>
                  <a:pt x="237" y="22"/>
                </a:lnTo>
                <a:lnTo>
                  <a:pt x="237" y="21"/>
                </a:lnTo>
                <a:lnTo>
                  <a:pt x="238" y="21"/>
                </a:lnTo>
                <a:lnTo>
                  <a:pt x="239" y="22"/>
                </a:lnTo>
                <a:lnTo>
                  <a:pt x="238" y="23"/>
                </a:lnTo>
                <a:lnTo>
                  <a:pt x="238" y="24"/>
                </a:lnTo>
                <a:lnTo>
                  <a:pt x="238" y="25"/>
                </a:lnTo>
                <a:lnTo>
                  <a:pt x="239" y="26"/>
                </a:lnTo>
                <a:lnTo>
                  <a:pt x="240" y="26"/>
                </a:lnTo>
                <a:lnTo>
                  <a:pt x="239" y="26"/>
                </a:lnTo>
                <a:lnTo>
                  <a:pt x="239" y="27"/>
                </a:lnTo>
                <a:lnTo>
                  <a:pt x="238" y="26"/>
                </a:lnTo>
                <a:lnTo>
                  <a:pt x="238" y="27"/>
                </a:lnTo>
                <a:lnTo>
                  <a:pt x="237" y="27"/>
                </a:lnTo>
                <a:lnTo>
                  <a:pt x="236" y="27"/>
                </a:lnTo>
                <a:lnTo>
                  <a:pt x="236" y="28"/>
                </a:lnTo>
                <a:lnTo>
                  <a:pt x="237" y="27"/>
                </a:lnTo>
                <a:lnTo>
                  <a:pt x="238" y="28"/>
                </a:lnTo>
                <a:lnTo>
                  <a:pt x="239" y="28"/>
                </a:lnTo>
                <a:lnTo>
                  <a:pt x="240" y="27"/>
                </a:lnTo>
                <a:lnTo>
                  <a:pt x="240" y="28"/>
                </a:lnTo>
                <a:lnTo>
                  <a:pt x="240" y="29"/>
                </a:lnTo>
                <a:lnTo>
                  <a:pt x="239" y="29"/>
                </a:lnTo>
                <a:lnTo>
                  <a:pt x="239" y="28"/>
                </a:lnTo>
                <a:lnTo>
                  <a:pt x="238" y="29"/>
                </a:lnTo>
                <a:lnTo>
                  <a:pt x="239" y="29"/>
                </a:lnTo>
                <a:lnTo>
                  <a:pt x="240" y="30"/>
                </a:lnTo>
                <a:lnTo>
                  <a:pt x="240" y="32"/>
                </a:lnTo>
                <a:lnTo>
                  <a:pt x="241" y="32"/>
                </a:lnTo>
                <a:lnTo>
                  <a:pt x="241" y="33"/>
                </a:lnTo>
                <a:lnTo>
                  <a:pt x="242" y="33"/>
                </a:lnTo>
                <a:lnTo>
                  <a:pt x="242" y="34"/>
                </a:lnTo>
                <a:lnTo>
                  <a:pt x="242" y="35"/>
                </a:lnTo>
                <a:lnTo>
                  <a:pt x="242" y="34"/>
                </a:lnTo>
                <a:lnTo>
                  <a:pt x="242" y="33"/>
                </a:lnTo>
                <a:lnTo>
                  <a:pt x="241" y="33"/>
                </a:lnTo>
                <a:lnTo>
                  <a:pt x="241" y="32"/>
                </a:lnTo>
                <a:lnTo>
                  <a:pt x="242" y="32"/>
                </a:lnTo>
                <a:lnTo>
                  <a:pt x="242" y="31"/>
                </a:lnTo>
                <a:lnTo>
                  <a:pt x="244" y="31"/>
                </a:lnTo>
                <a:lnTo>
                  <a:pt x="245" y="31"/>
                </a:lnTo>
                <a:lnTo>
                  <a:pt x="245" y="30"/>
                </a:lnTo>
                <a:lnTo>
                  <a:pt x="245" y="29"/>
                </a:lnTo>
                <a:lnTo>
                  <a:pt x="244" y="28"/>
                </a:lnTo>
                <a:lnTo>
                  <a:pt x="244" y="27"/>
                </a:lnTo>
                <a:lnTo>
                  <a:pt x="243" y="27"/>
                </a:lnTo>
                <a:lnTo>
                  <a:pt x="243" y="26"/>
                </a:lnTo>
                <a:lnTo>
                  <a:pt x="243" y="25"/>
                </a:lnTo>
                <a:lnTo>
                  <a:pt x="243" y="24"/>
                </a:lnTo>
                <a:lnTo>
                  <a:pt x="242" y="23"/>
                </a:lnTo>
                <a:lnTo>
                  <a:pt x="242" y="22"/>
                </a:lnTo>
                <a:lnTo>
                  <a:pt x="242" y="21"/>
                </a:lnTo>
                <a:lnTo>
                  <a:pt x="241" y="21"/>
                </a:lnTo>
                <a:lnTo>
                  <a:pt x="241" y="20"/>
                </a:lnTo>
                <a:lnTo>
                  <a:pt x="242" y="20"/>
                </a:lnTo>
                <a:lnTo>
                  <a:pt x="241" y="20"/>
                </a:lnTo>
                <a:lnTo>
                  <a:pt x="241" y="19"/>
                </a:lnTo>
                <a:lnTo>
                  <a:pt x="241" y="20"/>
                </a:lnTo>
                <a:lnTo>
                  <a:pt x="242" y="20"/>
                </a:lnTo>
                <a:lnTo>
                  <a:pt x="242" y="19"/>
                </a:lnTo>
                <a:lnTo>
                  <a:pt x="242" y="18"/>
                </a:lnTo>
                <a:lnTo>
                  <a:pt x="241" y="18"/>
                </a:lnTo>
                <a:lnTo>
                  <a:pt x="241" y="19"/>
                </a:lnTo>
                <a:lnTo>
                  <a:pt x="240" y="19"/>
                </a:lnTo>
                <a:lnTo>
                  <a:pt x="240" y="18"/>
                </a:lnTo>
                <a:lnTo>
                  <a:pt x="239" y="18"/>
                </a:lnTo>
                <a:lnTo>
                  <a:pt x="238" y="18"/>
                </a:lnTo>
                <a:lnTo>
                  <a:pt x="238" y="19"/>
                </a:lnTo>
                <a:lnTo>
                  <a:pt x="237" y="19"/>
                </a:lnTo>
                <a:lnTo>
                  <a:pt x="237" y="18"/>
                </a:lnTo>
                <a:lnTo>
                  <a:pt x="237" y="17"/>
                </a:lnTo>
                <a:lnTo>
                  <a:pt x="236" y="17"/>
                </a:lnTo>
                <a:lnTo>
                  <a:pt x="236" y="16"/>
                </a:lnTo>
                <a:lnTo>
                  <a:pt x="236" y="15"/>
                </a:lnTo>
                <a:lnTo>
                  <a:pt x="236" y="14"/>
                </a:lnTo>
                <a:lnTo>
                  <a:pt x="236" y="13"/>
                </a:lnTo>
                <a:lnTo>
                  <a:pt x="237" y="12"/>
                </a:lnTo>
                <a:lnTo>
                  <a:pt x="237" y="11"/>
                </a:lnTo>
                <a:lnTo>
                  <a:pt x="237" y="10"/>
                </a:lnTo>
                <a:lnTo>
                  <a:pt x="236" y="10"/>
                </a:lnTo>
                <a:lnTo>
                  <a:pt x="238" y="9"/>
                </a:lnTo>
                <a:lnTo>
                  <a:pt x="239" y="8"/>
                </a:lnTo>
                <a:lnTo>
                  <a:pt x="239" y="7"/>
                </a:lnTo>
                <a:lnTo>
                  <a:pt x="240" y="7"/>
                </a:lnTo>
                <a:lnTo>
                  <a:pt x="241" y="7"/>
                </a:lnTo>
                <a:lnTo>
                  <a:pt x="242" y="7"/>
                </a:lnTo>
                <a:lnTo>
                  <a:pt x="244" y="8"/>
                </a:lnTo>
                <a:lnTo>
                  <a:pt x="245" y="7"/>
                </a:lnTo>
                <a:lnTo>
                  <a:pt x="246" y="7"/>
                </a:lnTo>
                <a:lnTo>
                  <a:pt x="246" y="6"/>
                </a:lnTo>
                <a:lnTo>
                  <a:pt x="247" y="6"/>
                </a:lnTo>
                <a:lnTo>
                  <a:pt x="247" y="5"/>
                </a:lnTo>
                <a:lnTo>
                  <a:pt x="247" y="4"/>
                </a:lnTo>
                <a:lnTo>
                  <a:pt x="248" y="4"/>
                </a:lnTo>
                <a:lnTo>
                  <a:pt x="249" y="3"/>
                </a:lnTo>
                <a:lnTo>
                  <a:pt x="249" y="2"/>
                </a:lnTo>
                <a:lnTo>
                  <a:pt x="248" y="1"/>
                </a:lnTo>
                <a:lnTo>
                  <a:pt x="250" y="0"/>
                </a:lnTo>
                <a:lnTo>
                  <a:pt x="250" y="1"/>
                </a:lnTo>
                <a:lnTo>
                  <a:pt x="250" y="2"/>
                </a:lnTo>
                <a:lnTo>
                  <a:pt x="251" y="2"/>
                </a:lnTo>
                <a:lnTo>
                  <a:pt x="251" y="3"/>
                </a:lnTo>
                <a:lnTo>
                  <a:pt x="252" y="3"/>
                </a:lnTo>
                <a:lnTo>
                  <a:pt x="252" y="4"/>
                </a:lnTo>
                <a:lnTo>
                  <a:pt x="253" y="8"/>
                </a:lnTo>
                <a:lnTo>
                  <a:pt x="254" y="11"/>
                </a:lnTo>
                <a:lnTo>
                  <a:pt x="257" y="13"/>
                </a:lnTo>
                <a:close/>
              </a:path>
            </a:pathLst>
          </a:custGeom>
          <a:solidFill>
            <a:srgbClr val="EDB69E"/>
          </a:solidFill>
          <a:ln w="2520">
            <a:solidFill>
              <a:srgbClr val="FFFFFF"/>
            </a:solidFill>
            <a:round/>
          </a:ln>
        </p:spPr>
        <p:txBody>
          <a:bodyPr lIns="1080" tIns="1080" rIns="1080" bIns="108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63" name=""/>
          <p:cNvSpPr/>
          <p:nvPr/>
        </p:nvSpPr>
        <p:spPr>
          <a:xfrm>
            <a:off x="4744440" y="1973520"/>
            <a:ext cx="720" cy="1080"/>
          </a:xfrm>
          <a:custGeom>
            <a:avLst/>
            <a:gdLst/>
            <a:ahLst/>
            <a:rect l="0" t="0" r="r" b="b"/>
            <a:pathLst>
              <a:path w="2" h="3">
                <a:moveTo>
                  <a:pt x="2" y="0"/>
                </a:moveTo>
                <a:lnTo>
                  <a:pt x="2" y="2"/>
                </a:lnTo>
                <a:lnTo>
                  <a:pt x="0" y="3"/>
                </a:lnTo>
                <a:lnTo>
                  <a:pt x="0" y="2"/>
                </a:lnTo>
                <a:lnTo>
                  <a:pt x="2" y="0"/>
                </a:lnTo>
                <a:close/>
              </a:path>
            </a:pathLst>
          </a:custGeom>
          <a:solidFill>
            <a:srgbClr val="EDB69E"/>
          </a:solidFill>
          <a:ln w="2520">
            <a:solidFill>
              <a:srgbClr val="FFFFFF"/>
            </a:solidFill>
            <a:round/>
          </a:ln>
        </p:spPr>
        <p:txBody>
          <a:bodyPr lIns="1080" tIns="0" rIns="108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64" name=""/>
          <p:cNvSpPr/>
          <p:nvPr/>
        </p:nvSpPr>
        <p:spPr>
          <a:xfrm>
            <a:off x="4746600" y="1970280"/>
            <a:ext cx="360" cy="360"/>
          </a:xfrm>
          <a:custGeom>
            <a:avLst/>
            <a:gdLst/>
            <a:ahLst/>
            <a:rect l="0" t="0" r="r" b="b"/>
            <a:pathLst>
              <a:path w="1" h="1">
                <a:moveTo>
                  <a:pt x="0" y="1"/>
                </a:moveTo>
                <a:lnTo>
                  <a:pt x="0" y="0"/>
                </a:lnTo>
                <a:lnTo>
                  <a:pt x="1" y="0"/>
                </a:lnTo>
                <a:lnTo>
                  <a:pt x="1" y="1"/>
                </a:lnTo>
                <a:lnTo>
                  <a:pt x="0" y="1"/>
                </a:lnTo>
                <a:close/>
              </a:path>
            </a:pathLst>
          </a:custGeom>
          <a:solidFill>
            <a:srgbClr val="EDB69E"/>
          </a:solidFill>
          <a:ln w="2520">
            <a:solidFill>
              <a:srgbClr val="FFFFFF"/>
            </a:solidFill>
            <a:round/>
          </a:ln>
        </p:spPr>
        <p:txBody>
          <a:bodyPr lIns="1080" tIns="-720" rIns="1080" bIns="-7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65" name=""/>
          <p:cNvSpPr/>
          <p:nvPr/>
        </p:nvSpPr>
        <p:spPr>
          <a:xfrm>
            <a:off x="4659120" y="1969560"/>
            <a:ext cx="360" cy="360"/>
          </a:xfrm>
          <a:custGeom>
            <a:avLst/>
            <a:gdLst/>
            <a:ahLst/>
            <a:rect l="0" t="0" r="r" b="b"/>
            <a:pathLst>
              <a:path w="1" h="1">
                <a:moveTo>
                  <a:pt x="1" y="0"/>
                </a:moveTo>
                <a:lnTo>
                  <a:pt x="0" y="1"/>
                </a:lnTo>
                <a:lnTo>
                  <a:pt x="1" y="0"/>
                </a:lnTo>
                <a:close/>
              </a:path>
            </a:pathLst>
          </a:custGeom>
          <a:solidFill>
            <a:srgbClr val="EDB69E"/>
          </a:solidFill>
          <a:ln w="2520">
            <a:solidFill>
              <a:srgbClr val="FFFFFF"/>
            </a:solidFill>
            <a:round/>
          </a:ln>
        </p:spPr>
        <p:txBody>
          <a:bodyPr lIns="1080" tIns="-720" rIns="1080" bIns="-7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66" name=""/>
          <p:cNvSpPr/>
          <p:nvPr/>
        </p:nvSpPr>
        <p:spPr>
          <a:xfrm>
            <a:off x="4680720" y="1952640"/>
            <a:ext cx="1800" cy="1800"/>
          </a:xfrm>
          <a:custGeom>
            <a:avLst/>
            <a:gdLst/>
            <a:ahLst/>
            <a:rect l="0" t="0" r="r" b="b"/>
            <a:pathLst>
              <a:path w="5" h="5">
                <a:moveTo>
                  <a:pt x="5" y="2"/>
                </a:moveTo>
                <a:lnTo>
                  <a:pt x="5" y="3"/>
                </a:lnTo>
                <a:lnTo>
                  <a:pt x="3" y="5"/>
                </a:lnTo>
                <a:lnTo>
                  <a:pt x="2" y="5"/>
                </a:lnTo>
                <a:lnTo>
                  <a:pt x="0" y="3"/>
                </a:lnTo>
                <a:lnTo>
                  <a:pt x="2" y="2"/>
                </a:lnTo>
                <a:lnTo>
                  <a:pt x="0" y="2"/>
                </a:lnTo>
                <a:lnTo>
                  <a:pt x="2" y="2"/>
                </a:lnTo>
                <a:lnTo>
                  <a:pt x="2" y="0"/>
                </a:lnTo>
                <a:lnTo>
                  <a:pt x="3" y="2"/>
                </a:lnTo>
                <a:lnTo>
                  <a:pt x="3" y="0"/>
                </a:lnTo>
                <a:lnTo>
                  <a:pt x="5" y="0"/>
                </a:lnTo>
                <a:lnTo>
                  <a:pt x="5" y="2"/>
                </a:lnTo>
                <a:close/>
              </a:path>
            </a:pathLst>
          </a:custGeom>
          <a:solidFill>
            <a:srgbClr val="EDB69E"/>
          </a:solidFill>
          <a:ln w="2520">
            <a:solidFill>
              <a:srgbClr val="FFFFFF"/>
            </a:solidFill>
            <a:round/>
          </a:ln>
        </p:spPr>
        <p:txBody>
          <a:bodyPr lIns="1080" tIns="720" rIns="1080" bIns="7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67" name=""/>
          <p:cNvSpPr/>
          <p:nvPr/>
        </p:nvSpPr>
        <p:spPr>
          <a:xfrm>
            <a:off x="4770720" y="1937160"/>
            <a:ext cx="360" cy="720"/>
          </a:xfrm>
          <a:custGeom>
            <a:avLst/>
            <a:gdLst/>
            <a:ahLst/>
            <a:rect l="0" t="0" r="r" b="b"/>
            <a:pathLst>
              <a:path w="1" h="2">
                <a:moveTo>
                  <a:pt x="0" y="0"/>
                </a:moveTo>
                <a:lnTo>
                  <a:pt x="0" y="1"/>
                </a:lnTo>
                <a:lnTo>
                  <a:pt x="1" y="1"/>
                </a:lnTo>
                <a:lnTo>
                  <a:pt x="0" y="1"/>
                </a:lnTo>
                <a:lnTo>
                  <a:pt x="0" y="2"/>
                </a:lnTo>
                <a:lnTo>
                  <a:pt x="0" y="1"/>
                </a:lnTo>
                <a:lnTo>
                  <a:pt x="0" y="0"/>
                </a:lnTo>
                <a:close/>
              </a:path>
            </a:pathLst>
          </a:custGeom>
          <a:solidFill>
            <a:srgbClr val="EDB69E"/>
          </a:solidFill>
          <a:ln w="2520">
            <a:solidFill>
              <a:srgbClr val="FFFFFF"/>
            </a:solidFill>
            <a:round/>
          </a:ln>
        </p:spPr>
        <p:txBody>
          <a:bodyPr lIns="1080" tIns="-360" rIns="1080" bIns="-3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68" name=""/>
          <p:cNvSpPr/>
          <p:nvPr/>
        </p:nvSpPr>
        <p:spPr>
          <a:xfrm>
            <a:off x="4741560" y="1933920"/>
            <a:ext cx="1440" cy="720"/>
          </a:xfrm>
          <a:custGeom>
            <a:avLst/>
            <a:gdLst/>
            <a:ahLst/>
            <a:rect l="0" t="0" r="r" b="b"/>
            <a:pathLst>
              <a:path w="4" h="2">
                <a:moveTo>
                  <a:pt x="4" y="0"/>
                </a:moveTo>
                <a:lnTo>
                  <a:pt x="4" y="2"/>
                </a:lnTo>
                <a:lnTo>
                  <a:pt x="2" y="2"/>
                </a:lnTo>
                <a:lnTo>
                  <a:pt x="4" y="2"/>
                </a:lnTo>
                <a:lnTo>
                  <a:pt x="2" y="2"/>
                </a:lnTo>
                <a:lnTo>
                  <a:pt x="0" y="2"/>
                </a:lnTo>
                <a:lnTo>
                  <a:pt x="2" y="2"/>
                </a:lnTo>
                <a:lnTo>
                  <a:pt x="2" y="0"/>
                </a:lnTo>
                <a:lnTo>
                  <a:pt x="4" y="0"/>
                </a:lnTo>
                <a:close/>
              </a:path>
            </a:pathLst>
          </a:custGeom>
          <a:solidFill>
            <a:srgbClr val="EDB69E"/>
          </a:solidFill>
          <a:ln w="2520">
            <a:solidFill>
              <a:srgbClr val="FFFFFF"/>
            </a:solidFill>
            <a:round/>
          </a:ln>
        </p:spPr>
        <p:txBody>
          <a:bodyPr lIns="1080" tIns="-360" rIns="1080" bIns="-3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69" name=""/>
          <p:cNvSpPr/>
          <p:nvPr/>
        </p:nvSpPr>
        <p:spPr>
          <a:xfrm>
            <a:off x="4727160" y="1932480"/>
            <a:ext cx="1440" cy="720"/>
          </a:xfrm>
          <a:custGeom>
            <a:avLst/>
            <a:gdLst/>
            <a:ahLst/>
            <a:rect l="0" t="0" r="r" b="b"/>
            <a:pathLst>
              <a:path w="4" h="2">
                <a:moveTo>
                  <a:pt x="2" y="0"/>
                </a:moveTo>
                <a:lnTo>
                  <a:pt x="2" y="2"/>
                </a:lnTo>
                <a:lnTo>
                  <a:pt x="4" y="2"/>
                </a:lnTo>
                <a:lnTo>
                  <a:pt x="2" y="2"/>
                </a:lnTo>
                <a:lnTo>
                  <a:pt x="2" y="0"/>
                </a:lnTo>
                <a:lnTo>
                  <a:pt x="0" y="0"/>
                </a:lnTo>
                <a:lnTo>
                  <a:pt x="2" y="0"/>
                </a:lnTo>
                <a:close/>
              </a:path>
            </a:pathLst>
          </a:custGeom>
          <a:solidFill>
            <a:srgbClr val="EDB69E"/>
          </a:solidFill>
          <a:ln w="2520">
            <a:solidFill>
              <a:srgbClr val="FFFFFF"/>
            </a:solidFill>
            <a:round/>
          </a:ln>
        </p:spPr>
        <p:txBody>
          <a:bodyPr lIns="1080" tIns="-360" rIns="1080" bIns="-3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70" name=""/>
          <p:cNvSpPr/>
          <p:nvPr/>
        </p:nvSpPr>
        <p:spPr>
          <a:xfrm>
            <a:off x="4888440" y="1958760"/>
            <a:ext cx="6120" cy="4320"/>
          </a:xfrm>
          <a:custGeom>
            <a:avLst/>
            <a:gdLst/>
            <a:ahLst/>
            <a:rect l="0" t="0" r="r" b="b"/>
            <a:pathLst>
              <a:path w="17" h="12">
                <a:moveTo>
                  <a:pt x="1" y="2"/>
                </a:moveTo>
                <a:lnTo>
                  <a:pt x="3" y="1"/>
                </a:lnTo>
                <a:lnTo>
                  <a:pt x="7" y="0"/>
                </a:lnTo>
                <a:lnTo>
                  <a:pt x="10" y="0"/>
                </a:lnTo>
                <a:lnTo>
                  <a:pt x="13" y="1"/>
                </a:lnTo>
                <a:lnTo>
                  <a:pt x="16" y="1"/>
                </a:lnTo>
                <a:lnTo>
                  <a:pt x="17" y="3"/>
                </a:lnTo>
                <a:lnTo>
                  <a:pt x="16" y="7"/>
                </a:lnTo>
                <a:lnTo>
                  <a:pt x="15" y="9"/>
                </a:lnTo>
                <a:lnTo>
                  <a:pt x="13" y="11"/>
                </a:lnTo>
                <a:lnTo>
                  <a:pt x="11" y="12"/>
                </a:lnTo>
                <a:lnTo>
                  <a:pt x="8" y="12"/>
                </a:lnTo>
                <a:lnTo>
                  <a:pt x="5" y="11"/>
                </a:lnTo>
                <a:lnTo>
                  <a:pt x="2" y="10"/>
                </a:lnTo>
                <a:lnTo>
                  <a:pt x="0" y="6"/>
                </a:lnTo>
                <a:lnTo>
                  <a:pt x="1" y="2"/>
                </a:lnTo>
                <a:close/>
              </a:path>
            </a:pathLst>
          </a:custGeom>
          <a:solidFill>
            <a:srgbClr val="EDB69E"/>
          </a:solidFill>
          <a:ln w="2520">
            <a:solidFill>
              <a:srgbClr val="FFFFFF"/>
            </a:solidFill>
            <a:round/>
          </a:ln>
        </p:spPr>
        <p:txBody>
          <a:bodyPr lIns="1080" tIns="1080" rIns="1080" bIns="108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71" name=""/>
          <p:cNvSpPr/>
          <p:nvPr/>
        </p:nvSpPr>
        <p:spPr>
          <a:xfrm>
            <a:off x="4851000" y="1948680"/>
            <a:ext cx="3240" cy="3240"/>
          </a:xfrm>
          <a:custGeom>
            <a:avLst/>
            <a:gdLst/>
            <a:ahLst/>
            <a:rect l="0" t="0" r="r" b="b"/>
            <a:pathLst>
              <a:path w="9" h="9">
                <a:moveTo>
                  <a:pt x="0" y="4"/>
                </a:moveTo>
                <a:lnTo>
                  <a:pt x="2" y="1"/>
                </a:lnTo>
                <a:lnTo>
                  <a:pt x="4" y="0"/>
                </a:lnTo>
                <a:lnTo>
                  <a:pt x="5" y="0"/>
                </a:lnTo>
                <a:lnTo>
                  <a:pt x="6" y="0"/>
                </a:lnTo>
                <a:lnTo>
                  <a:pt x="8" y="1"/>
                </a:lnTo>
                <a:lnTo>
                  <a:pt x="9" y="4"/>
                </a:lnTo>
                <a:lnTo>
                  <a:pt x="9" y="6"/>
                </a:lnTo>
                <a:lnTo>
                  <a:pt x="8" y="7"/>
                </a:lnTo>
                <a:lnTo>
                  <a:pt x="7" y="8"/>
                </a:lnTo>
                <a:lnTo>
                  <a:pt x="5" y="9"/>
                </a:lnTo>
                <a:lnTo>
                  <a:pt x="3" y="9"/>
                </a:lnTo>
                <a:lnTo>
                  <a:pt x="2" y="9"/>
                </a:lnTo>
                <a:lnTo>
                  <a:pt x="0" y="8"/>
                </a:lnTo>
                <a:lnTo>
                  <a:pt x="0" y="6"/>
                </a:lnTo>
                <a:lnTo>
                  <a:pt x="0" y="4"/>
                </a:lnTo>
                <a:close/>
              </a:path>
            </a:pathLst>
          </a:custGeom>
          <a:solidFill>
            <a:srgbClr val="EDB69E"/>
          </a:solidFill>
          <a:ln w="2520">
            <a:solidFill>
              <a:srgbClr val="FFFFFF"/>
            </a:solidFill>
            <a:round/>
          </a:ln>
        </p:spPr>
        <p:txBody>
          <a:bodyPr lIns="1080" tIns="1080" rIns="1080" bIns="108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72" name=""/>
          <p:cNvSpPr/>
          <p:nvPr/>
        </p:nvSpPr>
        <p:spPr>
          <a:xfrm>
            <a:off x="4799160" y="860400"/>
            <a:ext cx="214200" cy="318600"/>
          </a:xfrm>
          <a:custGeom>
            <a:avLst/>
            <a:gdLst/>
            <a:ahLst/>
            <a:rect l="0" t="0" r="r" b="b"/>
            <a:pathLst>
              <a:path w="595" h="885">
                <a:moveTo>
                  <a:pt x="354" y="0"/>
                </a:moveTo>
                <a:lnTo>
                  <a:pt x="354" y="2"/>
                </a:lnTo>
                <a:lnTo>
                  <a:pt x="354" y="3"/>
                </a:lnTo>
                <a:lnTo>
                  <a:pt x="355" y="5"/>
                </a:lnTo>
                <a:lnTo>
                  <a:pt x="356" y="5"/>
                </a:lnTo>
                <a:lnTo>
                  <a:pt x="357" y="6"/>
                </a:lnTo>
                <a:lnTo>
                  <a:pt x="358" y="6"/>
                </a:lnTo>
                <a:lnTo>
                  <a:pt x="359" y="7"/>
                </a:lnTo>
                <a:lnTo>
                  <a:pt x="359" y="8"/>
                </a:lnTo>
                <a:lnTo>
                  <a:pt x="359" y="9"/>
                </a:lnTo>
                <a:lnTo>
                  <a:pt x="360" y="9"/>
                </a:lnTo>
                <a:lnTo>
                  <a:pt x="362" y="12"/>
                </a:lnTo>
                <a:lnTo>
                  <a:pt x="362" y="14"/>
                </a:lnTo>
                <a:lnTo>
                  <a:pt x="363" y="15"/>
                </a:lnTo>
                <a:lnTo>
                  <a:pt x="364" y="15"/>
                </a:lnTo>
                <a:lnTo>
                  <a:pt x="365" y="15"/>
                </a:lnTo>
                <a:lnTo>
                  <a:pt x="366" y="16"/>
                </a:lnTo>
                <a:lnTo>
                  <a:pt x="367" y="16"/>
                </a:lnTo>
                <a:lnTo>
                  <a:pt x="368" y="17"/>
                </a:lnTo>
                <a:lnTo>
                  <a:pt x="369" y="18"/>
                </a:lnTo>
                <a:lnTo>
                  <a:pt x="370" y="19"/>
                </a:lnTo>
                <a:lnTo>
                  <a:pt x="372" y="22"/>
                </a:lnTo>
                <a:lnTo>
                  <a:pt x="374" y="22"/>
                </a:lnTo>
                <a:lnTo>
                  <a:pt x="374" y="23"/>
                </a:lnTo>
                <a:lnTo>
                  <a:pt x="375" y="23"/>
                </a:lnTo>
                <a:lnTo>
                  <a:pt x="376" y="23"/>
                </a:lnTo>
                <a:lnTo>
                  <a:pt x="376" y="24"/>
                </a:lnTo>
                <a:lnTo>
                  <a:pt x="377" y="24"/>
                </a:lnTo>
                <a:lnTo>
                  <a:pt x="378" y="25"/>
                </a:lnTo>
                <a:lnTo>
                  <a:pt x="378" y="26"/>
                </a:lnTo>
                <a:lnTo>
                  <a:pt x="379" y="27"/>
                </a:lnTo>
                <a:lnTo>
                  <a:pt x="379" y="28"/>
                </a:lnTo>
                <a:lnTo>
                  <a:pt x="379" y="29"/>
                </a:lnTo>
                <a:lnTo>
                  <a:pt x="378" y="29"/>
                </a:lnTo>
                <a:lnTo>
                  <a:pt x="378" y="32"/>
                </a:lnTo>
                <a:lnTo>
                  <a:pt x="379" y="34"/>
                </a:lnTo>
                <a:lnTo>
                  <a:pt x="380" y="35"/>
                </a:lnTo>
                <a:lnTo>
                  <a:pt x="380" y="36"/>
                </a:lnTo>
                <a:lnTo>
                  <a:pt x="381" y="36"/>
                </a:lnTo>
                <a:lnTo>
                  <a:pt x="382" y="36"/>
                </a:lnTo>
                <a:lnTo>
                  <a:pt x="383" y="36"/>
                </a:lnTo>
                <a:lnTo>
                  <a:pt x="383" y="37"/>
                </a:lnTo>
                <a:lnTo>
                  <a:pt x="383" y="38"/>
                </a:lnTo>
                <a:lnTo>
                  <a:pt x="383" y="40"/>
                </a:lnTo>
                <a:lnTo>
                  <a:pt x="382" y="41"/>
                </a:lnTo>
                <a:lnTo>
                  <a:pt x="381" y="42"/>
                </a:lnTo>
                <a:lnTo>
                  <a:pt x="380" y="42"/>
                </a:lnTo>
                <a:lnTo>
                  <a:pt x="380" y="44"/>
                </a:lnTo>
                <a:lnTo>
                  <a:pt x="379" y="44"/>
                </a:lnTo>
                <a:lnTo>
                  <a:pt x="378" y="44"/>
                </a:lnTo>
                <a:lnTo>
                  <a:pt x="377" y="44"/>
                </a:lnTo>
                <a:lnTo>
                  <a:pt x="376" y="46"/>
                </a:lnTo>
                <a:lnTo>
                  <a:pt x="377" y="47"/>
                </a:lnTo>
                <a:lnTo>
                  <a:pt x="379" y="48"/>
                </a:lnTo>
                <a:lnTo>
                  <a:pt x="380" y="48"/>
                </a:lnTo>
                <a:lnTo>
                  <a:pt x="380" y="49"/>
                </a:lnTo>
                <a:lnTo>
                  <a:pt x="381" y="49"/>
                </a:lnTo>
                <a:lnTo>
                  <a:pt x="382" y="49"/>
                </a:lnTo>
                <a:lnTo>
                  <a:pt x="382" y="50"/>
                </a:lnTo>
                <a:lnTo>
                  <a:pt x="383" y="50"/>
                </a:lnTo>
                <a:lnTo>
                  <a:pt x="383" y="51"/>
                </a:lnTo>
                <a:lnTo>
                  <a:pt x="383" y="52"/>
                </a:lnTo>
                <a:lnTo>
                  <a:pt x="384" y="52"/>
                </a:lnTo>
                <a:lnTo>
                  <a:pt x="384" y="51"/>
                </a:lnTo>
                <a:lnTo>
                  <a:pt x="385" y="51"/>
                </a:lnTo>
                <a:lnTo>
                  <a:pt x="385" y="52"/>
                </a:lnTo>
                <a:lnTo>
                  <a:pt x="386" y="52"/>
                </a:lnTo>
                <a:lnTo>
                  <a:pt x="389" y="53"/>
                </a:lnTo>
                <a:lnTo>
                  <a:pt x="391" y="54"/>
                </a:lnTo>
                <a:lnTo>
                  <a:pt x="390" y="56"/>
                </a:lnTo>
                <a:lnTo>
                  <a:pt x="390" y="57"/>
                </a:lnTo>
                <a:lnTo>
                  <a:pt x="389" y="58"/>
                </a:lnTo>
                <a:lnTo>
                  <a:pt x="390" y="59"/>
                </a:lnTo>
                <a:lnTo>
                  <a:pt x="390" y="60"/>
                </a:lnTo>
                <a:lnTo>
                  <a:pt x="390" y="61"/>
                </a:lnTo>
                <a:lnTo>
                  <a:pt x="389" y="61"/>
                </a:lnTo>
                <a:lnTo>
                  <a:pt x="389" y="62"/>
                </a:lnTo>
                <a:lnTo>
                  <a:pt x="390" y="62"/>
                </a:lnTo>
                <a:lnTo>
                  <a:pt x="391" y="62"/>
                </a:lnTo>
                <a:lnTo>
                  <a:pt x="392" y="63"/>
                </a:lnTo>
                <a:lnTo>
                  <a:pt x="393" y="63"/>
                </a:lnTo>
                <a:lnTo>
                  <a:pt x="394" y="63"/>
                </a:lnTo>
                <a:lnTo>
                  <a:pt x="395" y="63"/>
                </a:lnTo>
                <a:lnTo>
                  <a:pt x="395" y="64"/>
                </a:lnTo>
                <a:lnTo>
                  <a:pt x="396" y="64"/>
                </a:lnTo>
                <a:lnTo>
                  <a:pt x="396" y="63"/>
                </a:lnTo>
                <a:lnTo>
                  <a:pt x="396" y="64"/>
                </a:lnTo>
                <a:lnTo>
                  <a:pt x="397" y="65"/>
                </a:lnTo>
                <a:lnTo>
                  <a:pt x="396" y="65"/>
                </a:lnTo>
                <a:lnTo>
                  <a:pt x="396" y="66"/>
                </a:lnTo>
                <a:lnTo>
                  <a:pt x="396" y="67"/>
                </a:lnTo>
                <a:lnTo>
                  <a:pt x="397" y="67"/>
                </a:lnTo>
                <a:lnTo>
                  <a:pt x="397" y="68"/>
                </a:lnTo>
                <a:lnTo>
                  <a:pt x="396" y="67"/>
                </a:lnTo>
                <a:lnTo>
                  <a:pt x="395" y="67"/>
                </a:lnTo>
                <a:lnTo>
                  <a:pt x="394" y="67"/>
                </a:lnTo>
                <a:lnTo>
                  <a:pt x="395" y="67"/>
                </a:lnTo>
                <a:lnTo>
                  <a:pt x="395" y="68"/>
                </a:lnTo>
                <a:lnTo>
                  <a:pt x="396" y="68"/>
                </a:lnTo>
                <a:lnTo>
                  <a:pt x="395" y="69"/>
                </a:lnTo>
                <a:lnTo>
                  <a:pt x="395" y="70"/>
                </a:lnTo>
                <a:lnTo>
                  <a:pt x="394" y="70"/>
                </a:lnTo>
                <a:lnTo>
                  <a:pt x="393" y="70"/>
                </a:lnTo>
                <a:lnTo>
                  <a:pt x="393" y="71"/>
                </a:lnTo>
                <a:lnTo>
                  <a:pt x="395" y="71"/>
                </a:lnTo>
                <a:lnTo>
                  <a:pt x="396" y="71"/>
                </a:lnTo>
                <a:lnTo>
                  <a:pt x="397" y="72"/>
                </a:lnTo>
                <a:lnTo>
                  <a:pt x="400" y="70"/>
                </a:lnTo>
                <a:lnTo>
                  <a:pt x="401" y="70"/>
                </a:lnTo>
                <a:lnTo>
                  <a:pt x="402" y="69"/>
                </a:lnTo>
                <a:lnTo>
                  <a:pt x="402" y="68"/>
                </a:lnTo>
                <a:lnTo>
                  <a:pt x="403" y="67"/>
                </a:lnTo>
                <a:lnTo>
                  <a:pt x="403" y="66"/>
                </a:lnTo>
                <a:lnTo>
                  <a:pt x="402" y="66"/>
                </a:lnTo>
                <a:lnTo>
                  <a:pt x="402" y="65"/>
                </a:lnTo>
                <a:lnTo>
                  <a:pt x="402" y="64"/>
                </a:lnTo>
                <a:lnTo>
                  <a:pt x="402" y="63"/>
                </a:lnTo>
                <a:lnTo>
                  <a:pt x="403" y="63"/>
                </a:lnTo>
                <a:lnTo>
                  <a:pt x="403" y="62"/>
                </a:lnTo>
                <a:lnTo>
                  <a:pt x="404" y="62"/>
                </a:lnTo>
                <a:lnTo>
                  <a:pt x="405" y="62"/>
                </a:lnTo>
                <a:lnTo>
                  <a:pt x="406" y="62"/>
                </a:lnTo>
                <a:lnTo>
                  <a:pt x="407" y="63"/>
                </a:lnTo>
                <a:lnTo>
                  <a:pt x="407" y="64"/>
                </a:lnTo>
                <a:lnTo>
                  <a:pt x="408" y="65"/>
                </a:lnTo>
                <a:lnTo>
                  <a:pt x="409" y="65"/>
                </a:lnTo>
                <a:lnTo>
                  <a:pt x="409" y="66"/>
                </a:lnTo>
                <a:lnTo>
                  <a:pt x="410" y="66"/>
                </a:lnTo>
                <a:lnTo>
                  <a:pt x="410" y="67"/>
                </a:lnTo>
                <a:lnTo>
                  <a:pt x="409" y="68"/>
                </a:lnTo>
                <a:lnTo>
                  <a:pt x="409" y="69"/>
                </a:lnTo>
                <a:lnTo>
                  <a:pt x="409" y="70"/>
                </a:lnTo>
                <a:lnTo>
                  <a:pt x="408" y="70"/>
                </a:lnTo>
                <a:lnTo>
                  <a:pt x="407" y="71"/>
                </a:lnTo>
                <a:lnTo>
                  <a:pt x="406" y="71"/>
                </a:lnTo>
                <a:lnTo>
                  <a:pt x="405" y="71"/>
                </a:lnTo>
                <a:lnTo>
                  <a:pt x="405" y="72"/>
                </a:lnTo>
                <a:lnTo>
                  <a:pt x="405" y="73"/>
                </a:lnTo>
                <a:lnTo>
                  <a:pt x="406" y="73"/>
                </a:lnTo>
                <a:lnTo>
                  <a:pt x="407" y="72"/>
                </a:lnTo>
                <a:lnTo>
                  <a:pt x="410" y="72"/>
                </a:lnTo>
                <a:lnTo>
                  <a:pt x="410" y="73"/>
                </a:lnTo>
                <a:lnTo>
                  <a:pt x="410" y="74"/>
                </a:lnTo>
                <a:lnTo>
                  <a:pt x="411" y="74"/>
                </a:lnTo>
                <a:lnTo>
                  <a:pt x="412" y="75"/>
                </a:lnTo>
                <a:lnTo>
                  <a:pt x="412" y="76"/>
                </a:lnTo>
                <a:lnTo>
                  <a:pt x="412" y="77"/>
                </a:lnTo>
                <a:lnTo>
                  <a:pt x="412" y="78"/>
                </a:lnTo>
                <a:lnTo>
                  <a:pt x="412" y="79"/>
                </a:lnTo>
                <a:lnTo>
                  <a:pt x="412" y="80"/>
                </a:lnTo>
                <a:lnTo>
                  <a:pt x="412" y="81"/>
                </a:lnTo>
                <a:lnTo>
                  <a:pt x="411" y="82"/>
                </a:lnTo>
                <a:lnTo>
                  <a:pt x="410" y="83"/>
                </a:lnTo>
                <a:lnTo>
                  <a:pt x="409" y="83"/>
                </a:lnTo>
                <a:lnTo>
                  <a:pt x="409" y="84"/>
                </a:lnTo>
                <a:lnTo>
                  <a:pt x="410" y="84"/>
                </a:lnTo>
                <a:lnTo>
                  <a:pt x="410" y="85"/>
                </a:lnTo>
                <a:lnTo>
                  <a:pt x="411" y="85"/>
                </a:lnTo>
                <a:lnTo>
                  <a:pt x="412" y="85"/>
                </a:lnTo>
                <a:lnTo>
                  <a:pt x="413" y="86"/>
                </a:lnTo>
                <a:lnTo>
                  <a:pt x="413" y="87"/>
                </a:lnTo>
                <a:lnTo>
                  <a:pt x="414" y="88"/>
                </a:lnTo>
                <a:lnTo>
                  <a:pt x="415" y="88"/>
                </a:lnTo>
                <a:lnTo>
                  <a:pt x="416" y="88"/>
                </a:lnTo>
                <a:lnTo>
                  <a:pt x="416" y="89"/>
                </a:lnTo>
                <a:lnTo>
                  <a:pt x="417" y="89"/>
                </a:lnTo>
                <a:lnTo>
                  <a:pt x="417" y="90"/>
                </a:lnTo>
                <a:lnTo>
                  <a:pt x="417" y="91"/>
                </a:lnTo>
                <a:lnTo>
                  <a:pt x="416" y="91"/>
                </a:lnTo>
                <a:lnTo>
                  <a:pt x="417" y="91"/>
                </a:lnTo>
                <a:lnTo>
                  <a:pt x="417" y="92"/>
                </a:lnTo>
                <a:lnTo>
                  <a:pt x="418" y="92"/>
                </a:lnTo>
                <a:lnTo>
                  <a:pt x="418" y="93"/>
                </a:lnTo>
                <a:lnTo>
                  <a:pt x="417" y="93"/>
                </a:lnTo>
                <a:lnTo>
                  <a:pt x="416" y="94"/>
                </a:lnTo>
                <a:lnTo>
                  <a:pt x="416" y="95"/>
                </a:lnTo>
                <a:lnTo>
                  <a:pt x="416" y="96"/>
                </a:lnTo>
                <a:lnTo>
                  <a:pt x="415" y="97"/>
                </a:lnTo>
                <a:lnTo>
                  <a:pt x="416" y="98"/>
                </a:lnTo>
                <a:lnTo>
                  <a:pt x="416" y="99"/>
                </a:lnTo>
                <a:lnTo>
                  <a:pt x="415" y="101"/>
                </a:lnTo>
                <a:lnTo>
                  <a:pt x="415" y="102"/>
                </a:lnTo>
                <a:lnTo>
                  <a:pt x="415" y="103"/>
                </a:lnTo>
                <a:lnTo>
                  <a:pt x="414" y="103"/>
                </a:lnTo>
                <a:lnTo>
                  <a:pt x="413" y="104"/>
                </a:lnTo>
                <a:lnTo>
                  <a:pt x="411" y="105"/>
                </a:lnTo>
                <a:lnTo>
                  <a:pt x="410" y="103"/>
                </a:lnTo>
                <a:lnTo>
                  <a:pt x="409" y="103"/>
                </a:lnTo>
                <a:lnTo>
                  <a:pt x="409" y="102"/>
                </a:lnTo>
                <a:lnTo>
                  <a:pt x="409" y="101"/>
                </a:lnTo>
                <a:lnTo>
                  <a:pt x="409" y="100"/>
                </a:lnTo>
                <a:lnTo>
                  <a:pt x="408" y="98"/>
                </a:lnTo>
                <a:lnTo>
                  <a:pt x="407" y="98"/>
                </a:lnTo>
                <a:lnTo>
                  <a:pt x="406" y="98"/>
                </a:lnTo>
                <a:lnTo>
                  <a:pt x="406" y="99"/>
                </a:lnTo>
                <a:lnTo>
                  <a:pt x="405" y="99"/>
                </a:lnTo>
                <a:lnTo>
                  <a:pt x="404" y="99"/>
                </a:lnTo>
                <a:lnTo>
                  <a:pt x="403" y="98"/>
                </a:lnTo>
                <a:lnTo>
                  <a:pt x="403" y="99"/>
                </a:lnTo>
                <a:lnTo>
                  <a:pt x="402" y="99"/>
                </a:lnTo>
                <a:lnTo>
                  <a:pt x="402" y="100"/>
                </a:lnTo>
                <a:lnTo>
                  <a:pt x="401" y="101"/>
                </a:lnTo>
                <a:lnTo>
                  <a:pt x="400" y="101"/>
                </a:lnTo>
                <a:lnTo>
                  <a:pt x="400" y="102"/>
                </a:lnTo>
                <a:lnTo>
                  <a:pt x="401" y="102"/>
                </a:lnTo>
                <a:lnTo>
                  <a:pt x="401" y="103"/>
                </a:lnTo>
                <a:lnTo>
                  <a:pt x="400" y="103"/>
                </a:lnTo>
                <a:lnTo>
                  <a:pt x="400" y="104"/>
                </a:lnTo>
                <a:lnTo>
                  <a:pt x="400" y="106"/>
                </a:lnTo>
                <a:lnTo>
                  <a:pt x="400" y="108"/>
                </a:lnTo>
                <a:lnTo>
                  <a:pt x="400" y="109"/>
                </a:lnTo>
                <a:lnTo>
                  <a:pt x="400" y="110"/>
                </a:lnTo>
                <a:lnTo>
                  <a:pt x="401" y="111"/>
                </a:lnTo>
                <a:lnTo>
                  <a:pt x="402" y="111"/>
                </a:lnTo>
                <a:lnTo>
                  <a:pt x="402" y="113"/>
                </a:lnTo>
                <a:lnTo>
                  <a:pt x="403" y="113"/>
                </a:lnTo>
                <a:lnTo>
                  <a:pt x="403" y="114"/>
                </a:lnTo>
                <a:lnTo>
                  <a:pt x="404" y="114"/>
                </a:lnTo>
                <a:lnTo>
                  <a:pt x="404" y="115"/>
                </a:lnTo>
                <a:lnTo>
                  <a:pt x="404" y="116"/>
                </a:lnTo>
                <a:lnTo>
                  <a:pt x="403" y="116"/>
                </a:lnTo>
                <a:lnTo>
                  <a:pt x="404" y="116"/>
                </a:lnTo>
                <a:lnTo>
                  <a:pt x="404" y="117"/>
                </a:lnTo>
                <a:lnTo>
                  <a:pt x="405" y="117"/>
                </a:lnTo>
                <a:lnTo>
                  <a:pt x="406" y="117"/>
                </a:lnTo>
                <a:lnTo>
                  <a:pt x="406" y="118"/>
                </a:lnTo>
                <a:lnTo>
                  <a:pt x="407" y="118"/>
                </a:lnTo>
                <a:lnTo>
                  <a:pt x="407" y="119"/>
                </a:lnTo>
                <a:lnTo>
                  <a:pt x="408" y="119"/>
                </a:lnTo>
                <a:lnTo>
                  <a:pt x="408" y="120"/>
                </a:lnTo>
                <a:lnTo>
                  <a:pt x="409" y="120"/>
                </a:lnTo>
                <a:lnTo>
                  <a:pt x="409" y="121"/>
                </a:lnTo>
                <a:lnTo>
                  <a:pt x="410" y="121"/>
                </a:lnTo>
                <a:lnTo>
                  <a:pt x="410" y="122"/>
                </a:lnTo>
                <a:lnTo>
                  <a:pt x="409" y="122"/>
                </a:lnTo>
                <a:lnTo>
                  <a:pt x="409" y="123"/>
                </a:lnTo>
                <a:lnTo>
                  <a:pt x="410" y="125"/>
                </a:lnTo>
                <a:lnTo>
                  <a:pt x="411" y="127"/>
                </a:lnTo>
                <a:lnTo>
                  <a:pt x="412" y="128"/>
                </a:lnTo>
                <a:lnTo>
                  <a:pt x="412" y="129"/>
                </a:lnTo>
                <a:lnTo>
                  <a:pt x="414" y="129"/>
                </a:lnTo>
                <a:lnTo>
                  <a:pt x="414" y="128"/>
                </a:lnTo>
                <a:lnTo>
                  <a:pt x="415" y="128"/>
                </a:lnTo>
                <a:lnTo>
                  <a:pt x="415" y="129"/>
                </a:lnTo>
                <a:lnTo>
                  <a:pt x="416" y="129"/>
                </a:lnTo>
                <a:lnTo>
                  <a:pt x="417" y="129"/>
                </a:lnTo>
                <a:lnTo>
                  <a:pt x="417" y="130"/>
                </a:lnTo>
                <a:lnTo>
                  <a:pt x="418" y="130"/>
                </a:lnTo>
                <a:lnTo>
                  <a:pt x="419" y="129"/>
                </a:lnTo>
                <a:lnTo>
                  <a:pt x="420" y="129"/>
                </a:lnTo>
                <a:lnTo>
                  <a:pt x="420" y="130"/>
                </a:lnTo>
                <a:lnTo>
                  <a:pt x="419" y="131"/>
                </a:lnTo>
                <a:lnTo>
                  <a:pt x="419" y="132"/>
                </a:lnTo>
                <a:lnTo>
                  <a:pt x="420" y="132"/>
                </a:lnTo>
                <a:lnTo>
                  <a:pt x="420" y="133"/>
                </a:lnTo>
                <a:lnTo>
                  <a:pt x="420" y="134"/>
                </a:lnTo>
                <a:lnTo>
                  <a:pt x="421" y="135"/>
                </a:lnTo>
                <a:lnTo>
                  <a:pt x="422" y="135"/>
                </a:lnTo>
                <a:lnTo>
                  <a:pt x="422" y="136"/>
                </a:lnTo>
                <a:lnTo>
                  <a:pt x="421" y="137"/>
                </a:lnTo>
                <a:lnTo>
                  <a:pt x="421" y="138"/>
                </a:lnTo>
                <a:lnTo>
                  <a:pt x="420" y="138"/>
                </a:lnTo>
                <a:lnTo>
                  <a:pt x="420" y="139"/>
                </a:lnTo>
                <a:lnTo>
                  <a:pt x="420" y="140"/>
                </a:lnTo>
                <a:lnTo>
                  <a:pt x="419" y="140"/>
                </a:lnTo>
                <a:lnTo>
                  <a:pt x="418" y="140"/>
                </a:lnTo>
                <a:lnTo>
                  <a:pt x="418" y="141"/>
                </a:lnTo>
                <a:lnTo>
                  <a:pt x="417" y="142"/>
                </a:lnTo>
                <a:lnTo>
                  <a:pt x="418" y="143"/>
                </a:lnTo>
                <a:lnTo>
                  <a:pt x="419" y="143"/>
                </a:lnTo>
                <a:lnTo>
                  <a:pt x="420" y="143"/>
                </a:lnTo>
                <a:lnTo>
                  <a:pt x="421" y="143"/>
                </a:lnTo>
                <a:lnTo>
                  <a:pt x="422" y="144"/>
                </a:lnTo>
                <a:lnTo>
                  <a:pt x="423" y="144"/>
                </a:lnTo>
                <a:lnTo>
                  <a:pt x="424" y="144"/>
                </a:lnTo>
                <a:lnTo>
                  <a:pt x="425" y="145"/>
                </a:lnTo>
                <a:lnTo>
                  <a:pt x="425" y="146"/>
                </a:lnTo>
                <a:lnTo>
                  <a:pt x="427" y="147"/>
                </a:lnTo>
                <a:lnTo>
                  <a:pt x="426" y="147"/>
                </a:lnTo>
                <a:lnTo>
                  <a:pt x="426" y="148"/>
                </a:lnTo>
                <a:lnTo>
                  <a:pt x="426" y="151"/>
                </a:lnTo>
                <a:lnTo>
                  <a:pt x="427" y="151"/>
                </a:lnTo>
                <a:lnTo>
                  <a:pt x="428" y="151"/>
                </a:lnTo>
                <a:lnTo>
                  <a:pt x="428" y="152"/>
                </a:lnTo>
                <a:lnTo>
                  <a:pt x="427" y="153"/>
                </a:lnTo>
                <a:lnTo>
                  <a:pt x="427" y="154"/>
                </a:lnTo>
                <a:lnTo>
                  <a:pt x="426" y="154"/>
                </a:lnTo>
                <a:lnTo>
                  <a:pt x="427" y="154"/>
                </a:lnTo>
                <a:lnTo>
                  <a:pt x="427" y="155"/>
                </a:lnTo>
                <a:lnTo>
                  <a:pt x="427" y="156"/>
                </a:lnTo>
                <a:lnTo>
                  <a:pt x="428" y="157"/>
                </a:lnTo>
                <a:lnTo>
                  <a:pt x="428" y="158"/>
                </a:lnTo>
                <a:lnTo>
                  <a:pt x="428" y="159"/>
                </a:lnTo>
                <a:lnTo>
                  <a:pt x="429" y="161"/>
                </a:lnTo>
                <a:lnTo>
                  <a:pt x="430" y="161"/>
                </a:lnTo>
                <a:lnTo>
                  <a:pt x="433" y="161"/>
                </a:lnTo>
                <a:lnTo>
                  <a:pt x="433" y="160"/>
                </a:lnTo>
                <a:lnTo>
                  <a:pt x="434" y="160"/>
                </a:lnTo>
                <a:lnTo>
                  <a:pt x="434" y="159"/>
                </a:lnTo>
                <a:lnTo>
                  <a:pt x="434" y="158"/>
                </a:lnTo>
                <a:lnTo>
                  <a:pt x="433" y="158"/>
                </a:lnTo>
                <a:lnTo>
                  <a:pt x="434" y="157"/>
                </a:lnTo>
                <a:lnTo>
                  <a:pt x="435" y="157"/>
                </a:lnTo>
                <a:lnTo>
                  <a:pt x="437" y="157"/>
                </a:lnTo>
                <a:lnTo>
                  <a:pt x="437" y="156"/>
                </a:lnTo>
                <a:lnTo>
                  <a:pt x="438" y="156"/>
                </a:lnTo>
                <a:lnTo>
                  <a:pt x="440" y="155"/>
                </a:lnTo>
                <a:lnTo>
                  <a:pt x="442" y="155"/>
                </a:lnTo>
                <a:lnTo>
                  <a:pt x="443" y="155"/>
                </a:lnTo>
                <a:lnTo>
                  <a:pt x="443" y="154"/>
                </a:lnTo>
                <a:lnTo>
                  <a:pt x="443" y="153"/>
                </a:lnTo>
                <a:lnTo>
                  <a:pt x="444" y="153"/>
                </a:lnTo>
                <a:lnTo>
                  <a:pt x="444" y="154"/>
                </a:lnTo>
                <a:lnTo>
                  <a:pt x="445" y="154"/>
                </a:lnTo>
                <a:lnTo>
                  <a:pt x="446" y="154"/>
                </a:lnTo>
                <a:lnTo>
                  <a:pt x="446" y="153"/>
                </a:lnTo>
                <a:lnTo>
                  <a:pt x="447" y="153"/>
                </a:lnTo>
                <a:lnTo>
                  <a:pt x="448" y="153"/>
                </a:lnTo>
                <a:lnTo>
                  <a:pt x="449" y="153"/>
                </a:lnTo>
                <a:lnTo>
                  <a:pt x="450" y="153"/>
                </a:lnTo>
                <a:lnTo>
                  <a:pt x="451" y="154"/>
                </a:lnTo>
                <a:lnTo>
                  <a:pt x="451" y="153"/>
                </a:lnTo>
                <a:lnTo>
                  <a:pt x="452" y="153"/>
                </a:lnTo>
                <a:lnTo>
                  <a:pt x="453" y="153"/>
                </a:lnTo>
                <a:lnTo>
                  <a:pt x="454" y="153"/>
                </a:lnTo>
                <a:lnTo>
                  <a:pt x="455" y="153"/>
                </a:lnTo>
                <a:lnTo>
                  <a:pt x="456" y="153"/>
                </a:lnTo>
                <a:lnTo>
                  <a:pt x="456" y="152"/>
                </a:lnTo>
                <a:lnTo>
                  <a:pt x="457" y="152"/>
                </a:lnTo>
                <a:lnTo>
                  <a:pt x="458" y="152"/>
                </a:lnTo>
                <a:lnTo>
                  <a:pt x="459" y="153"/>
                </a:lnTo>
                <a:lnTo>
                  <a:pt x="459" y="154"/>
                </a:lnTo>
                <a:lnTo>
                  <a:pt x="460" y="154"/>
                </a:lnTo>
                <a:lnTo>
                  <a:pt x="461" y="154"/>
                </a:lnTo>
                <a:lnTo>
                  <a:pt x="462" y="154"/>
                </a:lnTo>
                <a:lnTo>
                  <a:pt x="462" y="155"/>
                </a:lnTo>
                <a:lnTo>
                  <a:pt x="464" y="155"/>
                </a:lnTo>
                <a:lnTo>
                  <a:pt x="465" y="155"/>
                </a:lnTo>
                <a:lnTo>
                  <a:pt x="466" y="154"/>
                </a:lnTo>
                <a:lnTo>
                  <a:pt x="466" y="153"/>
                </a:lnTo>
                <a:lnTo>
                  <a:pt x="467" y="152"/>
                </a:lnTo>
                <a:lnTo>
                  <a:pt x="466" y="152"/>
                </a:lnTo>
                <a:lnTo>
                  <a:pt x="467" y="152"/>
                </a:lnTo>
                <a:lnTo>
                  <a:pt x="467" y="151"/>
                </a:lnTo>
                <a:lnTo>
                  <a:pt x="468" y="150"/>
                </a:lnTo>
                <a:lnTo>
                  <a:pt x="469" y="149"/>
                </a:lnTo>
                <a:lnTo>
                  <a:pt x="470" y="149"/>
                </a:lnTo>
                <a:lnTo>
                  <a:pt x="471" y="148"/>
                </a:lnTo>
                <a:lnTo>
                  <a:pt x="472" y="148"/>
                </a:lnTo>
                <a:lnTo>
                  <a:pt x="473" y="147"/>
                </a:lnTo>
                <a:lnTo>
                  <a:pt x="473" y="146"/>
                </a:lnTo>
                <a:lnTo>
                  <a:pt x="473" y="148"/>
                </a:lnTo>
                <a:lnTo>
                  <a:pt x="473" y="149"/>
                </a:lnTo>
                <a:lnTo>
                  <a:pt x="474" y="151"/>
                </a:lnTo>
                <a:lnTo>
                  <a:pt x="475" y="151"/>
                </a:lnTo>
                <a:lnTo>
                  <a:pt x="475" y="152"/>
                </a:lnTo>
                <a:lnTo>
                  <a:pt x="476" y="153"/>
                </a:lnTo>
                <a:lnTo>
                  <a:pt x="476" y="154"/>
                </a:lnTo>
                <a:lnTo>
                  <a:pt x="477" y="155"/>
                </a:lnTo>
                <a:lnTo>
                  <a:pt x="477" y="156"/>
                </a:lnTo>
                <a:lnTo>
                  <a:pt x="477" y="155"/>
                </a:lnTo>
                <a:lnTo>
                  <a:pt x="478" y="155"/>
                </a:lnTo>
                <a:lnTo>
                  <a:pt x="479" y="155"/>
                </a:lnTo>
                <a:lnTo>
                  <a:pt x="479" y="156"/>
                </a:lnTo>
                <a:lnTo>
                  <a:pt x="480" y="156"/>
                </a:lnTo>
                <a:lnTo>
                  <a:pt x="480" y="155"/>
                </a:lnTo>
                <a:lnTo>
                  <a:pt x="481" y="155"/>
                </a:lnTo>
                <a:lnTo>
                  <a:pt x="482" y="155"/>
                </a:lnTo>
                <a:lnTo>
                  <a:pt x="483" y="155"/>
                </a:lnTo>
                <a:lnTo>
                  <a:pt x="484" y="154"/>
                </a:lnTo>
                <a:lnTo>
                  <a:pt x="484" y="153"/>
                </a:lnTo>
                <a:lnTo>
                  <a:pt x="485" y="153"/>
                </a:lnTo>
                <a:lnTo>
                  <a:pt x="486" y="154"/>
                </a:lnTo>
                <a:lnTo>
                  <a:pt x="487" y="154"/>
                </a:lnTo>
                <a:lnTo>
                  <a:pt x="488" y="154"/>
                </a:lnTo>
                <a:lnTo>
                  <a:pt x="489" y="154"/>
                </a:lnTo>
                <a:lnTo>
                  <a:pt x="490" y="154"/>
                </a:lnTo>
                <a:lnTo>
                  <a:pt x="491" y="154"/>
                </a:lnTo>
                <a:lnTo>
                  <a:pt x="492" y="154"/>
                </a:lnTo>
                <a:lnTo>
                  <a:pt x="493" y="155"/>
                </a:lnTo>
                <a:lnTo>
                  <a:pt x="494" y="155"/>
                </a:lnTo>
                <a:lnTo>
                  <a:pt x="495" y="154"/>
                </a:lnTo>
                <a:lnTo>
                  <a:pt x="496" y="154"/>
                </a:lnTo>
                <a:lnTo>
                  <a:pt x="497" y="154"/>
                </a:lnTo>
                <a:lnTo>
                  <a:pt x="498" y="154"/>
                </a:lnTo>
                <a:lnTo>
                  <a:pt x="499" y="154"/>
                </a:lnTo>
                <a:lnTo>
                  <a:pt x="500" y="153"/>
                </a:lnTo>
                <a:lnTo>
                  <a:pt x="502" y="153"/>
                </a:lnTo>
                <a:lnTo>
                  <a:pt x="503" y="153"/>
                </a:lnTo>
                <a:lnTo>
                  <a:pt x="504" y="153"/>
                </a:lnTo>
                <a:lnTo>
                  <a:pt x="506" y="153"/>
                </a:lnTo>
                <a:lnTo>
                  <a:pt x="507" y="153"/>
                </a:lnTo>
                <a:lnTo>
                  <a:pt x="508" y="153"/>
                </a:lnTo>
                <a:lnTo>
                  <a:pt x="509" y="153"/>
                </a:lnTo>
                <a:lnTo>
                  <a:pt x="509" y="152"/>
                </a:lnTo>
                <a:lnTo>
                  <a:pt x="509" y="151"/>
                </a:lnTo>
                <a:lnTo>
                  <a:pt x="510" y="151"/>
                </a:lnTo>
                <a:lnTo>
                  <a:pt x="511" y="150"/>
                </a:lnTo>
                <a:lnTo>
                  <a:pt x="512" y="150"/>
                </a:lnTo>
                <a:lnTo>
                  <a:pt x="513" y="153"/>
                </a:lnTo>
                <a:lnTo>
                  <a:pt x="513" y="154"/>
                </a:lnTo>
                <a:lnTo>
                  <a:pt x="513" y="155"/>
                </a:lnTo>
                <a:lnTo>
                  <a:pt x="512" y="157"/>
                </a:lnTo>
                <a:lnTo>
                  <a:pt x="511" y="157"/>
                </a:lnTo>
                <a:lnTo>
                  <a:pt x="510" y="159"/>
                </a:lnTo>
                <a:lnTo>
                  <a:pt x="510" y="161"/>
                </a:lnTo>
                <a:lnTo>
                  <a:pt x="511" y="161"/>
                </a:lnTo>
                <a:lnTo>
                  <a:pt x="510" y="161"/>
                </a:lnTo>
                <a:lnTo>
                  <a:pt x="510" y="162"/>
                </a:lnTo>
                <a:lnTo>
                  <a:pt x="509" y="162"/>
                </a:lnTo>
                <a:lnTo>
                  <a:pt x="508" y="162"/>
                </a:lnTo>
                <a:lnTo>
                  <a:pt x="507" y="162"/>
                </a:lnTo>
                <a:lnTo>
                  <a:pt x="507" y="163"/>
                </a:lnTo>
                <a:lnTo>
                  <a:pt x="507" y="164"/>
                </a:lnTo>
                <a:lnTo>
                  <a:pt x="508" y="164"/>
                </a:lnTo>
                <a:lnTo>
                  <a:pt x="509" y="164"/>
                </a:lnTo>
                <a:lnTo>
                  <a:pt x="509" y="165"/>
                </a:lnTo>
                <a:lnTo>
                  <a:pt x="510" y="166"/>
                </a:lnTo>
                <a:lnTo>
                  <a:pt x="509" y="166"/>
                </a:lnTo>
                <a:lnTo>
                  <a:pt x="509" y="167"/>
                </a:lnTo>
                <a:lnTo>
                  <a:pt x="507" y="169"/>
                </a:lnTo>
                <a:lnTo>
                  <a:pt x="506" y="170"/>
                </a:lnTo>
                <a:lnTo>
                  <a:pt x="506" y="171"/>
                </a:lnTo>
                <a:lnTo>
                  <a:pt x="505" y="172"/>
                </a:lnTo>
                <a:lnTo>
                  <a:pt x="506" y="172"/>
                </a:lnTo>
                <a:lnTo>
                  <a:pt x="505" y="173"/>
                </a:lnTo>
                <a:lnTo>
                  <a:pt x="504" y="173"/>
                </a:lnTo>
                <a:lnTo>
                  <a:pt x="504" y="174"/>
                </a:lnTo>
                <a:lnTo>
                  <a:pt x="502" y="175"/>
                </a:lnTo>
                <a:lnTo>
                  <a:pt x="501" y="175"/>
                </a:lnTo>
                <a:lnTo>
                  <a:pt x="500" y="175"/>
                </a:lnTo>
                <a:lnTo>
                  <a:pt x="500" y="176"/>
                </a:lnTo>
                <a:lnTo>
                  <a:pt x="500" y="178"/>
                </a:lnTo>
                <a:lnTo>
                  <a:pt x="501" y="179"/>
                </a:lnTo>
                <a:lnTo>
                  <a:pt x="501" y="181"/>
                </a:lnTo>
                <a:lnTo>
                  <a:pt x="501" y="182"/>
                </a:lnTo>
                <a:lnTo>
                  <a:pt x="500" y="183"/>
                </a:lnTo>
                <a:lnTo>
                  <a:pt x="499" y="183"/>
                </a:lnTo>
                <a:lnTo>
                  <a:pt x="499" y="182"/>
                </a:lnTo>
                <a:lnTo>
                  <a:pt x="498" y="182"/>
                </a:lnTo>
                <a:lnTo>
                  <a:pt x="498" y="183"/>
                </a:lnTo>
                <a:lnTo>
                  <a:pt x="498" y="184"/>
                </a:lnTo>
                <a:lnTo>
                  <a:pt x="497" y="185"/>
                </a:lnTo>
                <a:lnTo>
                  <a:pt x="496" y="185"/>
                </a:lnTo>
                <a:lnTo>
                  <a:pt x="495" y="184"/>
                </a:lnTo>
                <a:lnTo>
                  <a:pt x="494" y="184"/>
                </a:lnTo>
                <a:lnTo>
                  <a:pt x="493" y="184"/>
                </a:lnTo>
                <a:lnTo>
                  <a:pt x="492" y="184"/>
                </a:lnTo>
                <a:lnTo>
                  <a:pt x="490" y="184"/>
                </a:lnTo>
                <a:lnTo>
                  <a:pt x="489" y="185"/>
                </a:lnTo>
                <a:lnTo>
                  <a:pt x="489" y="186"/>
                </a:lnTo>
                <a:lnTo>
                  <a:pt x="488" y="187"/>
                </a:lnTo>
                <a:lnTo>
                  <a:pt x="488" y="189"/>
                </a:lnTo>
                <a:lnTo>
                  <a:pt x="489" y="191"/>
                </a:lnTo>
                <a:lnTo>
                  <a:pt x="490" y="192"/>
                </a:lnTo>
                <a:lnTo>
                  <a:pt x="490" y="191"/>
                </a:lnTo>
                <a:lnTo>
                  <a:pt x="491" y="191"/>
                </a:lnTo>
                <a:lnTo>
                  <a:pt x="492" y="191"/>
                </a:lnTo>
                <a:lnTo>
                  <a:pt x="492" y="192"/>
                </a:lnTo>
                <a:lnTo>
                  <a:pt x="493" y="192"/>
                </a:lnTo>
                <a:lnTo>
                  <a:pt x="494" y="192"/>
                </a:lnTo>
                <a:lnTo>
                  <a:pt x="495" y="192"/>
                </a:lnTo>
                <a:lnTo>
                  <a:pt x="497" y="192"/>
                </a:lnTo>
                <a:lnTo>
                  <a:pt x="497" y="193"/>
                </a:lnTo>
                <a:lnTo>
                  <a:pt x="497" y="194"/>
                </a:lnTo>
                <a:lnTo>
                  <a:pt x="497" y="195"/>
                </a:lnTo>
                <a:lnTo>
                  <a:pt x="496" y="195"/>
                </a:lnTo>
                <a:lnTo>
                  <a:pt x="496" y="196"/>
                </a:lnTo>
                <a:lnTo>
                  <a:pt x="495" y="197"/>
                </a:lnTo>
                <a:lnTo>
                  <a:pt x="495" y="198"/>
                </a:lnTo>
                <a:lnTo>
                  <a:pt x="494" y="198"/>
                </a:lnTo>
                <a:lnTo>
                  <a:pt x="493" y="199"/>
                </a:lnTo>
                <a:lnTo>
                  <a:pt x="491" y="199"/>
                </a:lnTo>
                <a:lnTo>
                  <a:pt x="490" y="200"/>
                </a:lnTo>
                <a:lnTo>
                  <a:pt x="490" y="199"/>
                </a:lnTo>
                <a:lnTo>
                  <a:pt x="489" y="199"/>
                </a:lnTo>
                <a:lnTo>
                  <a:pt x="487" y="199"/>
                </a:lnTo>
                <a:lnTo>
                  <a:pt x="486" y="200"/>
                </a:lnTo>
                <a:lnTo>
                  <a:pt x="486" y="201"/>
                </a:lnTo>
                <a:lnTo>
                  <a:pt x="486" y="203"/>
                </a:lnTo>
                <a:lnTo>
                  <a:pt x="486" y="204"/>
                </a:lnTo>
                <a:lnTo>
                  <a:pt x="485" y="204"/>
                </a:lnTo>
                <a:lnTo>
                  <a:pt x="486" y="206"/>
                </a:lnTo>
                <a:lnTo>
                  <a:pt x="486" y="207"/>
                </a:lnTo>
                <a:lnTo>
                  <a:pt x="486" y="209"/>
                </a:lnTo>
                <a:lnTo>
                  <a:pt x="486" y="211"/>
                </a:lnTo>
                <a:lnTo>
                  <a:pt x="486" y="212"/>
                </a:lnTo>
                <a:lnTo>
                  <a:pt x="486" y="213"/>
                </a:lnTo>
                <a:lnTo>
                  <a:pt x="485" y="214"/>
                </a:lnTo>
                <a:lnTo>
                  <a:pt x="485" y="215"/>
                </a:lnTo>
                <a:lnTo>
                  <a:pt x="484" y="216"/>
                </a:lnTo>
                <a:lnTo>
                  <a:pt x="484" y="218"/>
                </a:lnTo>
                <a:lnTo>
                  <a:pt x="483" y="219"/>
                </a:lnTo>
                <a:lnTo>
                  <a:pt x="484" y="219"/>
                </a:lnTo>
                <a:lnTo>
                  <a:pt x="484" y="220"/>
                </a:lnTo>
                <a:lnTo>
                  <a:pt x="484" y="221"/>
                </a:lnTo>
                <a:lnTo>
                  <a:pt x="485" y="221"/>
                </a:lnTo>
                <a:lnTo>
                  <a:pt x="486" y="222"/>
                </a:lnTo>
                <a:lnTo>
                  <a:pt x="487" y="222"/>
                </a:lnTo>
                <a:lnTo>
                  <a:pt x="487" y="223"/>
                </a:lnTo>
                <a:lnTo>
                  <a:pt x="488" y="223"/>
                </a:lnTo>
                <a:lnTo>
                  <a:pt x="489" y="223"/>
                </a:lnTo>
                <a:lnTo>
                  <a:pt x="490" y="223"/>
                </a:lnTo>
                <a:lnTo>
                  <a:pt x="490" y="224"/>
                </a:lnTo>
                <a:lnTo>
                  <a:pt x="490" y="225"/>
                </a:lnTo>
                <a:lnTo>
                  <a:pt x="490" y="226"/>
                </a:lnTo>
                <a:lnTo>
                  <a:pt x="489" y="226"/>
                </a:lnTo>
                <a:lnTo>
                  <a:pt x="489" y="227"/>
                </a:lnTo>
                <a:lnTo>
                  <a:pt x="490" y="226"/>
                </a:lnTo>
                <a:lnTo>
                  <a:pt x="491" y="226"/>
                </a:lnTo>
                <a:lnTo>
                  <a:pt x="492" y="226"/>
                </a:lnTo>
                <a:lnTo>
                  <a:pt x="493" y="226"/>
                </a:lnTo>
                <a:lnTo>
                  <a:pt x="494" y="226"/>
                </a:lnTo>
                <a:lnTo>
                  <a:pt x="495" y="227"/>
                </a:lnTo>
                <a:lnTo>
                  <a:pt x="496" y="229"/>
                </a:lnTo>
                <a:lnTo>
                  <a:pt x="496" y="230"/>
                </a:lnTo>
                <a:lnTo>
                  <a:pt x="498" y="231"/>
                </a:lnTo>
                <a:lnTo>
                  <a:pt x="499" y="232"/>
                </a:lnTo>
                <a:lnTo>
                  <a:pt x="500" y="232"/>
                </a:lnTo>
                <a:lnTo>
                  <a:pt x="500" y="233"/>
                </a:lnTo>
                <a:lnTo>
                  <a:pt x="501" y="233"/>
                </a:lnTo>
                <a:lnTo>
                  <a:pt x="502" y="234"/>
                </a:lnTo>
                <a:lnTo>
                  <a:pt x="502" y="233"/>
                </a:lnTo>
                <a:lnTo>
                  <a:pt x="503" y="233"/>
                </a:lnTo>
                <a:lnTo>
                  <a:pt x="505" y="234"/>
                </a:lnTo>
                <a:lnTo>
                  <a:pt x="506" y="235"/>
                </a:lnTo>
                <a:lnTo>
                  <a:pt x="506" y="236"/>
                </a:lnTo>
                <a:lnTo>
                  <a:pt x="507" y="236"/>
                </a:lnTo>
                <a:lnTo>
                  <a:pt x="507" y="235"/>
                </a:lnTo>
                <a:lnTo>
                  <a:pt x="508" y="234"/>
                </a:lnTo>
                <a:lnTo>
                  <a:pt x="509" y="234"/>
                </a:lnTo>
                <a:lnTo>
                  <a:pt x="509" y="235"/>
                </a:lnTo>
                <a:lnTo>
                  <a:pt x="510" y="235"/>
                </a:lnTo>
                <a:lnTo>
                  <a:pt x="511" y="235"/>
                </a:lnTo>
                <a:lnTo>
                  <a:pt x="513" y="234"/>
                </a:lnTo>
                <a:lnTo>
                  <a:pt x="513" y="233"/>
                </a:lnTo>
                <a:lnTo>
                  <a:pt x="514" y="233"/>
                </a:lnTo>
                <a:lnTo>
                  <a:pt x="514" y="232"/>
                </a:lnTo>
                <a:lnTo>
                  <a:pt x="515" y="231"/>
                </a:lnTo>
                <a:lnTo>
                  <a:pt x="516" y="230"/>
                </a:lnTo>
                <a:lnTo>
                  <a:pt x="518" y="231"/>
                </a:lnTo>
                <a:lnTo>
                  <a:pt x="518" y="233"/>
                </a:lnTo>
                <a:lnTo>
                  <a:pt x="518" y="234"/>
                </a:lnTo>
                <a:lnTo>
                  <a:pt x="518" y="236"/>
                </a:lnTo>
                <a:lnTo>
                  <a:pt x="517" y="236"/>
                </a:lnTo>
                <a:lnTo>
                  <a:pt x="516" y="237"/>
                </a:lnTo>
                <a:lnTo>
                  <a:pt x="515" y="239"/>
                </a:lnTo>
                <a:lnTo>
                  <a:pt x="516" y="239"/>
                </a:lnTo>
                <a:lnTo>
                  <a:pt x="516" y="240"/>
                </a:lnTo>
                <a:lnTo>
                  <a:pt x="517" y="241"/>
                </a:lnTo>
                <a:lnTo>
                  <a:pt x="517" y="242"/>
                </a:lnTo>
                <a:lnTo>
                  <a:pt x="518" y="243"/>
                </a:lnTo>
                <a:lnTo>
                  <a:pt x="518" y="242"/>
                </a:lnTo>
                <a:lnTo>
                  <a:pt x="519" y="241"/>
                </a:lnTo>
                <a:lnTo>
                  <a:pt x="519" y="242"/>
                </a:lnTo>
                <a:lnTo>
                  <a:pt x="520" y="242"/>
                </a:lnTo>
                <a:lnTo>
                  <a:pt x="521" y="241"/>
                </a:lnTo>
                <a:lnTo>
                  <a:pt x="522" y="241"/>
                </a:lnTo>
                <a:lnTo>
                  <a:pt x="524" y="241"/>
                </a:lnTo>
                <a:lnTo>
                  <a:pt x="524" y="242"/>
                </a:lnTo>
                <a:lnTo>
                  <a:pt x="525" y="242"/>
                </a:lnTo>
                <a:lnTo>
                  <a:pt x="525" y="243"/>
                </a:lnTo>
                <a:lnTo>
                  <a:pt x="524" y="243"/>
                </a:lnTo>
                <a:lnTo>
                  <a:pt x="524" y="244"/>
                </a:lnTo>
                <a:lnTo>
                  <a:pt x="524" y="245"/>
                </a:lnTo>
                <a:lnTo>
                  <a:pt x="524" y="246"/>
                </a:lnTo>
                <a:lnTo>
                  <a:pt x="525" y="246"/>
                </a:lnTo>
                <a:lnTo>
                  <a:pt x="525" y="247"/>
                </a:lnTo>
                <a:lnTo>
                  <a:pt x="526" y="248"/>
                </a:lnTo>
                <a:lnTo>
                  <a:pt x="527" y="248"/>
                </a:lnTo>
                <a:lnTo>
                  <a:pt x="528" y="248"/>
                </a:lnTo>
                <a:lnTo>
                  <a:pt x="528" y="249"/>
                </a:lnTo>
                <a:lnTo>
                  <a:pt x="529" y="249"/>
                </a:lnTo>
                <a:lnTo>
                  <a:pt x="530" y="249"/>
                </a:lnTo>
                <a:lnTo>
                  <a:pt x="531" y="249"/>
                </a:lnTo>
                <a:lnTo>
                  <a:pt x="532" y="250"/>
                </a:lnTo>
                <a:lnTo>
                  <a:pt x="534" y="249"/>
                </a:lnTo>
                <a:lnTo>
                  <a:pt x="535" y="249"/>
                </a:lnTo>
                <a:lnTo>
                  <a:pt x="536" y="249"/>
                </a:lnTo>
                <a:lnTo>
                  <a:pt x="536" y="248"/>
                </a:lnTo>
                <a:lnTo>
                  <a:pt x="537" y="247"/>
                </a:lnTo>
                <a:lnTo>
                  <a:pt x="538" y="247"/>
                </a:lnTo>
                <a:lnTo>
                  <a:pt x="539" y="246"/>
                </a:lnTo>
                <a:lnTo>
                  <a:pt x="540" y="246"/>
                </a:lnTo>
                <a:lnTo>
                  <a:pt x="541" y="247"/>
                </a:lnTo>
                <a:lnTo>
                  <a:pt x="540" y="248"/>
                </a:lnTo>
                <a:lnTo>
                  <a:pt x="541" y="249"/>
                </a:lnTo>
                <a:lnTo>
                  <a:pt x="542" y="249"/>
                </a:lnTo>
                <a:lnTo>
                  <a:pt x="542" y="248"/>
                </a:lnTo>
                <a:lnTo>
                  <a:pt x="543" y="247"/>
                </a:lnTo>
                <a:lnTo>
                  <a:pt x="545" y="246"/>
                </a:lnTo>
                <a:lnTo>
                  <a:pt x="545" y="247"/>
                </a:lnTo>
                <a:lnTo>
                  <a:pt x="546" y="247"/>
                </a:lnTo>
                <a:lnTo>
                  <a:pt x="547" y="248"/>
                </a:lnTo>
                <a:lnTo>
                  <a:pt x="547" y="247"/>
                </a:lnTo>
                <a:lnTo>
                  <a:pt x="548" y="247"/>
                </a:lnTo>
                <a:lnTo>
                  <a:pt x="549" y="247"/>
                </a:lnTo>
                <a:lnTo>
                  <a:pt x="550" y="247"/>
                </a:lnTo>
                <a:lnTo>
                  <a:pt x="550" y="246"/>
                </a:lnTo>
                <a:lnTo>
                  <a:pt x="550" y="245"/>
                </a:lnTo>
                <a:lnTo>
                  <a:pt x="551" y="245"/>
                </a:lnTo>
                <a:lnTo>
                  <a:pt x="551" y="244"/>
                </a:lnTo>
                <a:lnTo>
                  <a:pt x="552" y="244"/>
                </a:lnTo>
                <a:lnTo>
                  <a:pt x="553" y="245"/>
                </a:lnTo>
                <a:lnTo>
                  <a:pt x="553" y="244"/>
                </a:lnTo>
                <a:lnTo>
                  <a:pt x="554" y="244"/>
                </a:lnTo>
                <a:lnTo>
                  <a:pt x="554" y="243"/>
                </a:lnTo>
                <a:lnTo>
                  <a:pt x="554" y="244"/>
                </a:lnTo>
                <a:lnTo>
                  <a:pt x="555" y="244"/>
                </a:lnTo>
                <a:lnTo>
                  <a:pt x="555" y="245"/>
                </a:lnTo>
                <a:lnTo>
                  <a:pt x="556" y="245"/>
                </a:lnTo>
                <a:lnTo>
                  <a:pt x="557" y="245"/>
                </a:lnTo>
                <a:lnTo>
                  <a:pt x="558" y="246"/>
                </a:lnTo>
                <a:lnTo>
                  <a:pt x="557" y="247"/>
                </a:lnTo>
                <a:lnTo>
                  <a:pt x="556" y="248"/>
                </a:lnTo>
                <a:lnTo>
                  <a:pt x="556" y="249"/>
                </a:lnTo>
                <a:lnTo>
                  <a:pt x="556" y="250"/>
                </a:lnTo>
                <a:lnTo>
                  <a:pt x="557" y="249"/>
                </a:lnTo>
                <a:lnTo>
                  <a:pt x="557" y="250"/>
                </a:lnTo>
                <a:lnTo>
                  <a:pt x="558" y="250"/>
                </a:lnTo>
                <a:lnTo>
                  <a:pt x="558" y="251"/>
                </a:lnTo>
                <a:lnTo>
                  <a:pt x="559" y="253"/>
                </a:lnTo>
                <a:lnTo>
                  <a:pt x="560" y="253"/>
                </a:lnTo>
                <a:lnTo>
                  <a:pt x="561" y="253"/>
                </a:lnTo>
                <a:lnTo>
                  <a:pt x="562" y="254"/>
                </a:lnTo>
                <a:lnTo>
                  <a:pt x="562" y="256"/>
                </a:lnTo>
                <a:lnTo>
                  <a:pt x="562" y="257"/>
                </a:lnTo>
                <a:lnTo>
                  <a:pt x="561" y="258"/>
                </a:lnTo>
                <a:lnTo>
                  <a:pt x="562" y="259"/>
                </a:lnTo>
                <a:lnTo>
                  <a:pt x="563" y="260"/>
                </a:lnTo>
                <a:lnTo>
                  <a:pt x="562" y="260"/>
                </a:lnTo>
                <a:lnTo>
                  <a:pt x="562" y="261"/>
                </a:lnTo>
                <a:lnTo>
                  <a:pt x="563" y="261"/>
                </a:lnTo>
                <a:lnTo>
                  <a:pt x="563" y="262"/>
                </a:lnTo>
                <a:lnTo>
                  <a:pt x="563" y="264"/>
                </a:lnTo>
                <a:lnTo>
                  <a:pt x="562" y="264"/>
                </a:lnTo>
                <a:lnTo>
                  <a:pt x="562" y="265"/>
                </a:lnTo>
                <a:lnTo>
                  <a:pt x="562" y="266"/>
                </a:lnTo>
                <a:lnTo>
                  <a:pt x="563" y="266"/>
                </a:lnTo>
                <a:lnTo>
                  <a:pt x="563" y="267"/>
                </a:lnTo>
                <a:lnTo>
                  <a:pt x="564" y="267"/>
                </a:lnTo>
                <a:lnTo>
                  <a:pt x="564" y="268"/>
                </a:lnTo>
                <a:lnTo>
                  <a:pt x="564" y="269"/>
                </a:lnTo>
                <a:lnTo>
                  <a:pt x="563" y="270"/>
                </a:lnTo>
                <a:lnTo>
                  <a:pt x="564" y="270"/>
                </a:lnTo>
                <a:lnTo>
                  <a:pt x="564" y="271"/>
                </a:lnTo>
                <a:lnTo>
                  <a:pt x="565" y="271"/>
                </a:lnTo>
                <a:lnTo>
                  <a:pt x="566" y="272"/>
                </a:lnTo>
                <a:lnTo>
                  <a:pt x="566" y="273"/>
                </a:lnTo>
                <a:lnTo>
                  <a:pt x="566" y="274"/>
                </a:lnTo>
                <a:lnTo>
                  <a:pt x="567" y="275"/>
                </a:lnTo>
                <a:lnTo>
                  <a:pt x="568" y="276"/>
                </a:lnTo>
                <a:lnTo>
                  <a:pt x="569" y="276"/>
                </a:lnTo>
                <a:lnTo>
                  <a:pt x="570" y="277"/>
                </a:lnTo>
                <a:lnTo>
                  <a:pt x="571" y="278"/>
                </a:lnTo>
                <a:lnTo>
                  <a:pt x="570" y="278"/>
                </a:lnTo>
                <a:lnTo>
                  <a:pt x="570" y="280"/>
                </a:lnTo>
                <a:lnTo>
                  <a:pt x="570" y="281"/>
                </a:lnTo>
                <a:lnTo>
                  <a:pt x="569" y="282"/>
                </a:lnTo>
                <a:lnTo>
                  <a:pt x="569" y="283"/>
                </a:lnTo>
                <a:lnTo>
                  <a:pt x="569" y="284"/>
                </a:lnTo>
                <a:lnTo>
                  <a:pt x="569" y="285"/>
                </a:lnTo>
                <a:lnTo>
                  <a:pt x="570" y="285"/>
                </a:lnTo>
                <a:lnTo>
                  <a:pt x="570" y="284"/>
                </a:lnTo>
                <a:lnTo>
                  <a:pt x="571" y="284"/>
                </a:lnTo>
                <a:lnTo>
                  <a:pt x="571" y="283"/>
                </a:lnTo>
                <a:lnTo>
                  <a:pt x="572" y="283"/>
                </a:lnTo>
                <a:lnTo>
                  <a:pt x="572" y="282"/>
                </a:lnTo>
                <a:lnTo>
                  <a:pt x="573" y="282"/>
                </a:lnTo>
                <a:lnTo>
                  <a:pt x="573" y="283"/>
                </a:lnTo>
                <a:lnTo>
                  <a:pt x="574" y="284"/>
                </a:lnTo>
                <a:lnTo>
                  <a:pt x="574" y="285"/>
                </a:lnTo>
                <a:lnTo>
                  <a:pt x="576" y="286"/>
                </a:lnTo>
                <a:lnTo>
                  <a:pt x="577" y="286"/>
                </a:lnTo>
                <a:lnTo>
                  <a:pt x="577" y="287"/>
                </a:lnTo>
                <a:lnTo>
                  <a:pt x="578" y="287"/>
                </a:lnTo>
                <a:lnTo>
                  <a:pt x="579" y="287"/>
                </a:lnTo>
                <a:lnTo>
                  <a:pt x="579" y="286"/>
                </a:lnTo>
                <a:lnTo>
                  <a:pt x="578" y="286"/>
                </a:lnTo>
                <a:lnTo>
                  <a:pt x="579" y="286"/>
                </a:lnTo>
                <a:lnTo>
                  <a:pt x="581" y="285"/>
                </a:lnTo>
                <a:lnTo>
                  <a:pt x="582" y="287"/>
                </a:lnTo>
                <a:lnTo>
                  <a:pt x="582" y="289"/>
                </a:lnTo>
                <a:lnTo>
                  <a:pt x="582" y="290"/>
                </a:lnTo>
                <a:lnTo>
                  <a:pt x="583" y="293"/>
                </a:lnTo>
                <a:lnTo>
                  <a:pt x="584" y="293"/>
                </a:lnTo>
                <a:lnTo>
                  <a:pt x="584" y="294"/>
                </a:lnTo>
                <a:lnTo>
                  <a:pt x="583" y="294"/>
                </a:lnTo>
                <a:lnTo>
                  <a:pt x="583" y="295"/>
                </a:lnTo>
                <a:lnTo>
                  <a:pt x="583" y="296"/>
                </a:lnTo>
                <a:lnTo>
                  <a:pt x="583" y="297"/>
                </a:lnTo>
                <a:lnTo>
                  <a:pt x="582" y="298"/>
                </a:lnTo>
                <a:lnTo>
                  <a:pt x="582" y="299"/>
                </a:lnTo>
                <a:lnTo>
                  <a:pt x="584" y="300"/>
                </a:lnTo>
                <a:lnTo>
                  <a:pt x="585" y="301"/>
                </a:lnTo>
                <a:lnTo>
                  <a:pt x="585" y="302"/>
                </a:lnTo>
                <a:lnTo>
                  <a:pt x="585" y="303"/>
                </a:lnTo>
                <a:lnTo>
                  <a:pt x="586" y="305"/>
                </a:lnTo>
                <a:lnTo>
                  <a:pt x="587" y="305"/>
                </a:lnTo>
                <a:lnTo>
                  <a:pt x="588" y="306"/>
                </a:lnTo>
                <a:lnTo>
                  <a:pt x="589" y="306"/>
                </a:lnTo>
                <a:lnTo>
                  <a:pt x="590" y="306"/>
                </a:lnTo>
                <a:lnTo>
                  <a:pt x="590" y="305"/>
                </a:lnTo>
                <a:lnTo>
                  <a:pt x="591" y="304"/>
                </a:lnTo>
                <a:lnTo>
                  <a:pt x="591" y="305"/>
                </a:lnTo>
                <a:lnTo>
                  <a:pt x="593" y="305"/>
                </a:lnTo>
                <a:lnTo>
                  <a:pt x="593" y="306"/>
                </a:lnTo>
                <a:lnTo>
                  <a:pt x="594" y="306"/>
                </a:lnTo>
                <a:lnTo>
                  <a:pt x="595" y="306"/>
                </a:lnTo>
                <a:lnTo>
                  <a:pt x="594" y="308"/>
                </a:lnTo>
                <a:lnTo>
                  <a:pt x="594" y="309"/>
                </a:lnTo>
                <a:lnTo>
                  <a:pt x="594" y="310"/>
                </a:lnTo>
                <a:lnTo>
                  <a:pt x="595" y="311"/>
                </a:lnTo>
                <a:lnTo>
                  <a:pt x="595" y="312"/>
                </a:lnTo>
                <a:lnTo>
                  <a:pt x="594" y="313"/>
                </a:lnTo>
                <a:lnTo>
                  <a:pt x="593" y="313"/>
                </a:lnTo>
                <a:lnTo>
                  <a:pt x="592" y="313"/>
                </a:lnTo>
                <a:lnTo>
                  <a:pt x="591" y="314"/>
                </a:lnTo>
                <a:lnTo>
                  <a:pt x="591" y="315"/>
                </a:lnTo>
                <a:lnTo>
                  <a:pt x="590" y="316"/>
                </a:lnTo>
                <a:lnTo>
                  <a:pt x="590" y="317"/>
                </a:lnTo>
                <a:lnTo>
                  <a:pt x="589" y="317"/>
                </a:lnTo>
                <a:lnTo>
                  <a:pt x="589" y="318"/>
                </a:lnTo>
                <a:lnTo>
                  <a:pt x="588" y="318"/>
                </a:lnTo>
                <a:lnTo>
                  <a:pt x="587" y="318"/>
                </a:lnTo>
                <a:lnTo>
                  <a:pt x="586" y="318"/>
                </a:lnTo>
                <a:lnTo>
                  <a:pt x="585" y="319"/>
                </a:lnTo>
                <a:lnTo>
                  <a:pt x="583" y="320"/>
                </a:lnTo>
                <a:lnTo>
                  <a:pt x="583" y="321"/>
                </a:lnTo>
                <a:lnTo>
                  <a:pt x="582" y="321"/>
                </a:lnTo>
                <a:lnTo>
                  <a:pt x="581" y="321"/>
                </a:lnTo>
                <a:lnTo>
                  <a:pt x="581" y="322"/>
                </a:lnTo>
                <a:lnTo>
                  <a:pt x="580" y="322"/>
                </a:lnTo>
                <a:lnTo>
                  <a:pt x="580" y="321"/>
                </a:lnTo>
                <a:lnTo>
                  <a:pt x="579" y="321"/>
                </a:lnTo>
                <a:lnTo>
                  <a:pt x="579" y="322"/>
                </a:lnTo>
                <a:lnTo>
                  <a:pt x="578" y="322"/>
                </a:lnTo>
                <a:lnTo>
                  <a:pt x="577" y="323"/>
                </a:lnTo>
                <a:lnTo>
                  <a:pt x="576" y="323"/>
                </a:lnTo>
                <a:lnTo>
                  <a:pt x="575" y="324"/>
                </a:lnTo>
                <a:lnTo>
                  <a:pt x="575" y="325"/>
                </a:lnTo>
                <a:lnTo>
                  <a:pt x="574" y="326"/>
                </a:lnTo>
                <a:lnTo>
                  <a:pt x="573" y="326"/>
                </a:lnTo>
                <a:lnTo>
                  <a:pt x="573" y="325"/>
                </a:lnTo>
                <a:lnTo>
                  <a:pt x="572" y="326"/>
                </a:lnTo>
                <a:lnTo>
                  <a:pt x="571" y="326"/>
                </a:lnTo>
                <a:lnTo>
                  <a:pt x="572" y="327"/>
                </a:lnTo>
                <a:lnTo>
                  <a:pt x="571" y="327"/>
                </a:lnTo>
                <a:lnTo>
                  <a:pt x="571" y="326"/>
                </a:lnTo>
                <a:lnTo>
                  <a:pt x="570" y="326"/>
                </a:lnTo>
                <a:lnTo>
                  <a:pt x="570" y="327"/>
                </a:lnTo>
                <a:lnTo>
                  <a:pt x="569" y="327"/>
                </a:lnTo>
                <a:lnTo>
                  <a:pt x="568" y="329"/>
                </a:lnTo>
                <a:lnTo>
                  <a:pt x="567" y="329"/>
                </a:lnTo>
                <a:lnTo>
                  <a:pt x="567" y="330"/>
                </a:lnTo>
                <a:lnTo>
                  <a:pt x="566" y="333"/>
                </a:lnTo>
                <a:lnTo>
                  <a:pt x="566" y="335"/>
                </a:lnTo>
                <a:lnTo>
                  <a:pt x="566" y="336"/>
                </a:lnTo>
                <a:lnTo>
                  <a:pt x="566" y="337"/>
                </a:lnTo>
                <a:lnTo>
                  <a:pt x="567" y="336"/>
                </a:lnTo>
                <a:lnTo>
                  <a:pt x="567" y="337"/>
                </a:lnTo>
                <a:lnTo>
                  <a:pt x="568" y="337"/>
                </a:lnTo>
                <a:lnTo>
                  <a:pt x="568" y="338"/>
                </a:lnTo>
                <a:lnTo>
                  <a:pt x="568" y="339"/>
                </a:lnTo>
                <a:lnTo>
                  <a:pt x="568" y="340"/>
                </a:lnTo>
                <a:lnTo>
                  <a:pt x="568" y="339"/>
                </a:lnTo>
                <a:lnTo>
                  <a:pt x="567" y="339"/>
                </a:lnTo>
                <a:lnTo>
                  <a:pt x="566" y="339"/>
                </a:lnTo>
                <a:lnTo>
                  <a:pt x="565" y="339"/>
                </a:lnTo>
                <a:lnTo>
                  <a:pt x="564" y="340"/>
                </a:lnTo>
                <a:lnTo>
                  <a:pt x="563" y="340"/>
                </a:lnTo>
                <a:lnTo>
                  <a:pt x="561" y="341"/>
                </a:lnTo>
                <a:lnTo>
                  <a:pt x="560" y="342"/>
                </a:lnTo>
                <a:lnTo>
                  <a:pt x="559" y="342"/>
                </a:lnTo>
                <a:lnTo>
                  <a:pt x="559" y="343"/>
                </a:lnTo>
                <a:lnTo>
                  <a:pt x="558" y="343"/>
                </a:lnTo>
                <a:lnTo>
                  <a:pt x="558" y="344"/>
                </a:lnTo>
                <a:lnTo>
                  <a:pt x="558" y="345"/>
                </a:lnTo>
                <a:lnTo>
                  <a:pt x="557" y="346"/>
                </a:lnTo>
                <a:lnTo>
                  <a:pt x="556" y="348"/>
                </a:lnTo>
                <a:lnTo>
                  <a:pt x="553" y="350"/>
                </a:lnTo>
                <a:lnTo>
                  <a:pt x="553" y="351"/>
                </a:lnTo>
                <a:lnTo>
                  <a:pt x="553" y="352"/>
                </a:lnTo>
                <a:lnTo>
                  <a:pt x="552" y="353"/>
                </a:lnTo>
                <a:lnTo>
                  <a:pt x="552" y="354"/>
                </a:lnTo>
                <a:lnTo>
                  <a:pt x="552" y="356"/>
                </a:lnTo>
                <a:lnTo>
                  <a:pt x="551" y="358"/>
                </a:lnTo>
                <a:lnTo>
                  <a:pt x="551" y="360"/>
                </a:lnTo>
                <a:lnTo>
                  <a:pt x="551" y="361"/>
                </a:lnTo>
                <a:lnTo>
                  <a:pt x="551" y="362"/>
                </a:lnTo>
                <a:lnTo>
                  <a:pt x="550" y="363"/>
                </a:lnTo>
                <a:lnTo>
                  <a:pt x="550" y="365"/>
                </a:lnTo>
                <a:lnTo>
                  <a:pt x="550" y="366"/>
                </a:lnTo>
                <a:lnTo>
                  <a:pt x="550" y="367"/>
                </a:lnTo>
                <a:lnTo>
                  <a:pt x="550" y="370"/>
                </a:lnTo>
                <a:lnTo>
                  <a:pt x="549" y="370"/>
                </a:lnTo>
                <a:lnTo>
                  <a:pt x="549" y="371"/>
                </a:lnTo>
                <a:lnTo>
                  <a:pt x="549" y="373"/>
                </a:lnTo>
                <a:lnTo>
                  <a:pt x="549" y="374"/>
                </a:lnTo>
                <a:lnTo>
                  <a:pt x="549" y="375"/>
                </a:lnTo>
                <a:lnTo>
                  <a:pt x="548" y="376"/>
                </a:lnTo>
                <a:lnTo>
                  <a:pt x="548" y="377"/>
                </a:lnTo>
                <a:lnTo>
                  <a:pt x="548" y="378"/>
                </a:lnTo>
                <a:lnTo>
                  <a:pt x="547" y="380"/>
                </a:lnTo>
                <a:lnTo>
                  <a:pt x="547" y="382"/>
                </a:lnTo>
                <a:lnTo>
                  <a:pt x="548" y="383"/>
                </a:lnTo>
                <a:lnTo>
                  <a:pt x="548" y="384"/>
                </a:lnTo>
                <a:lnTo>
                  <a:pt x="548" y="385"/>
                </a:lnTo>
                <a:lnTo>
                  <a:pt x="549" y="385"/>
                </a:lnTo>
                <a:lnTo>
                  <a:pt x="549" y="384"/>
                </a:lnTo>
                <a:lnTo>
                  <a:pt x="549" y="385"/>
                </a:lnTo>
                <a:lnTo>
                  <a:pt x="550" y="385"/>
                </a:lnTo>
                <a:lnTo>
                  <a:pt x="550" y="386"/>
                </a:lnTo>
                <a:lnTo>
                  <a:pt x="551" y="386"/>
                </a:lnTo>
                <a:lnTo>
                  <a:pt x="552" y="388"/>
                </a:lnTo>
                <a:lnTo>
                  <a:pt x="553" y="389"/>
                </a:lnTo>
                <a:lnTo>
                  <a:pt x="553" y="390"/>
                </a:lnTo>
                <a:lnTo>
                  <a:pt x="553" y="391"/>
                </a:lnTo>
                <a:lnTo>
                  <a:pt x="553" y="392"/>
                </a:lnTo>
                <a:lnTo>
                  <a:pt x="552" y="392"/>
                </a:lnTo>
                <a:lnTo>
                  <a:pt x="552" y="393"/>
                </a:lnTo>
                <a:lnTo>
                  <a:pt x="553" y="393"/>
                </a:lnTo>
                <a:lnTo>
                  <a:pt x="553" y="392"/>
                </a:lnTo>
                <a:lnTo>
                  <a:pt x="554" y="392"/>
                </a:lnTo>
                <a:lnTo>
                  <a:pt x="554" y="393"/>
                </a:lnTo>
                <a:lnTo>
                  <a:pt x="553" y="394"/>
                </a:lnTo>
                <a:lnTo>
                  <a:pt x="553" y="395"/>
                </a:lnTo>
                <a:lnTo>
                  <a:pt x="553" y="394"/>
                </a:lnTo>
                <a:lnTo>
                  <a:pt x="552" y="394"/>
                </a:lnTo>
                <a:lnTo>
                  <a:pt x="552" y="395"/>
                </a:lnTo>
                <a:lnTo>
                  <a:pt x="552" y="396"/>
                </a:lnTo>
                <a:lnTo>
                  <a:pt x="553" y="396"/>
                </a:lnTo>
                <a:lnTo>
                  <a:pt x="552" y="397"/>
                </a:lnTo>
                <a:lnTo>
                  <a:pt x="552" y="398"/>
                </a:lnTo>
                <a:lnTo>
                  <a:pt x="551" y="398"/>
                </a:lnTo>
                <a:lnTo>
                  <a:pt x="550" y="399"/>
                </a:lnTo>
                <a:lnTo>
                  <a:pt x="551" y="399"/>
                </a:lnTo>
                <a:lnTo>
                  <a:pt x="551" y="400"/>
                </a:lnTo>
                <a:lnTo>
                  <a:pt x="550" y="401"/>
                </a:lnTo>
                <a:lnTo>
                  <a:pt x="550" y="402"/>
                </a:lnTo>
                <a:lnTo>
                  <a:pt x="548" y="402"/>
                </a:lnTo>
                <a:lnTo>
                  <a:pt x="547" y="402"/>
                </a:lnTo>
                <a:lnTo>
                  <a:pt x="547" y="403"/>
                </a:lnTo>
                <a:lnTo>
                  <a:pt x="546" y="403"/>
                </a:lnTo>
                <a:lnTo>
                  <a:pt x="545" y="403"/>
                </a:lnTo>
                <a:lnTo>
                  <a:pt x="545" y="402"/>
                </a:lnTo>
                <a:lnTo>
                  <a:pt x="544" y="402"/>
                </a:lnTo>
                <a:lnTo>
                  <a:pt x="543" y="402"/>
                </a:lnTo>
                <a:lnTo>
                  <a:pt x="543" y="403"/>
                </a:lnTo>
                <a:lnTo>
                  <a:pt x="542" y="404"/>
                </a:lnTo>
                <a:lnTo>
                  <a:pt x="543" y="405"/>
                </a:lnTo>
                <a:lnTo>
                  <a:pt x="542" y="405"/>
                </a:lnTo>
                <a:lnTo>
                  <a:pt x="542" y="406"/>
                </a:lnTo>
                <a:lnTo>
                  <a:pt x="541" y="407"/>
                </a:lnTo>
                <a:lnTo>
                  <a:pt x="540" y="409"/>
                </a:lnTo>
                <a:lnTo>
                  <a:pt x="540" y="410"/>
                </a:lnTo>
                <a:lnTo>
                  <a:pt x="539" y="411"/>
                </a:lnTo>
                <a:lnTo>
                  <a:pt x="539" y="412"/>
                </a:lnTo>
                <a:lnTo>
                  <a:pt x="539" y="413"/>
                </a:lnTo>
                <a:lnTo>
                  <a:pt x="538" y="413"/>
                </a:lnTo>
                <a:lnTo>
                  <a:pt x="537" y="414"/>
                </a:lnTo>
                <a:lnTo>
                  <a:pt x="537" y="415"/>
                </a:lnTo>
                <a:lnTo>
                  <a:pt x="537" y="416"/>
                </a:lnTo>
                <a:lnTo>
                  <a:pt x="536" y="417"/>
                </a:lnTo>
                <a:lnTo>
                  <a:pt x="535" y="418"/>
                </a:lnTo>
                <a:lnTo>
                  <a:pt x="536" y="418"/>
                </a:lnTo>
                <a:lnTo>
                  <a:pt x="537" y="419"/>
                </a:lnTo>
                <a:lnTo>
                  <a:pt x="537" y="420"/>
                </a:lnTo>
                <a:lnTo>
                  <a:pt x="536" y="421"/>
                </a:lnTo>
                <a:lnTo>
                  <a:pt x="535" y="422"/>
                </a:lnTo>
                <a:lnTo>
                  <a:pt x="531" y="426"/>
                </a:lnTo>
                <a:lnTo>
                  <a:pt x="532" y="427"/>
                </a:lnTo>
                <a:lnTo>
                  <a:pt x="532" y="428"/>
                </a:lnTo>
                <a:lnTo>
                  <a:pt x="531" y="428"/>
                </a:lnTo>
                <a:lnTo>
                  <a:pt x="528" y="429"/>
                </a:lnTo>
                <a:lnTo>
                  <a:pt x="528" y="430"/>
                </a:lnTo>
                <a:lnTo>
                  <a:pt x="527" y="428"/>
                </a:lnTo>
                <a:lnTo>
                  <a:pt x="527" y="429"/>
                </a:lnTo>
                <a:lnTo>
                  <a:pt x="527" y="430"/>
                </a:lnTo>
                <a:lnTo>
                  <a:pt x="526" y="430"/>
                </a:lnTo>
                <a:lnTo>
                  <a:pt x="525" y="432"/>
                </a:lnTo>
                <a:lnTo>
                  <a:pt x="524" y="434"/>
                </a:lnTo>
                <a:lnTo>
                  <a:pt x="523" y="435"/>
                </a:lnTo>
                <a:lnTo>
                  <a:pt x="523" y="436"/>
                </a:lnTo>
                <a:lnTo>
                  <a:pt x="522" y="436"/>
                </a:lnTo>
                <a:lnTo>
                  <a:pt x="522" y="437"/>
                </a:lnTo>
                <a:lnTo>
                  <a:pt x="521" y="437"/>
                </a:lnTo>
                <a:lnTo>
                  <a:pt x="519" y="438"/>
                </a:lnTo>
                <a:lnTo>
                  <a:pt x="518" y="437"/>
                </a:lnTo>
                <a:lnTo>
                  <a:pt x="519" y="436"/>
                </a:lnTo>
                <a:lnTo>
                  <a:pt x="519" y="435"/>
                </a:lnTo>
                <a:lnTo>
                  <a:pt x="521" y="433"/>
                </a:lnTo>
                <a:lnTo>
                  <a:pt x="522" y="432"/>
                </a:lnTo>
                <a:lnTo>
                  <a:pt x="523" y="431"/>
                </a:lnTo>
                <a:lnTo>
                  <a:pt x="524" y="430"/>
                </a:lnTo>
                <a:lnTo>
                  <a:pt x="525" y="429"/>
                </a:lnTo>
                <a:lnTo>
                  <a:pt x="526" y="429"/>
                </a:lnTo>
                <a:lnTo>
                  <a:pt x="526" y="428"/>
                </a:lnTo>
                <a:lnTo>
                  <a:pt x="527" y="428"/>
                </a:lnTo>
                <a:lnTo>
                  <a:pt x="527" y="427"/>
                </a:lnTo>
                <a:lnTo>
                  <a:pt x="525" y="428"/>
                </a:lnTo>
                <a:lnTo>
                  <a:pt x="525" y="429"/>
                </a:lnTo>
                <a:lnTo>
                  <a:pt x="524" y="429"/>
                </a:lnTo>
                <a:lnTo>
                  <a:pt x="523" y="429"/>
                </a:lnTo>
                <a:lnTo>
                  <a:pt x="522" y="430"/>
                </a:lnTo>
                <a:lnTo>
                  <a:pt x="522" y="429"/>
                </a:lnTo>
                <a:lnTo>
                  <a:pt x="522" y="430"/>
                </a:lnTo>
                <a:lnTo>
                  <a:pt x="520" y="430"/>
                </a:lnTo>
                <a:lnTo>
                  <a:pt x="520" y="431"/>
                </a:lnTo>
                <a:lnTo>
                  <a:pt x="520" y="432"/>
                </a:lnTo>
                <a:lnTo>
                  <a:pt x="519" y="431"/>
                </a:lnTo>
                <a:lnTo>
                  <a:pt x="519" y="432"/>
                </a:lnTo>
                <a:lnTo>
                  <a:pt x="518" y="433"/>
                </a:lnTo>
                <a:lnTo>
                  <a:pt x="517" y="433"/>
                </a:lnTo>
                <a:lnTo>
                  <a:pt x="517" y="434"/>
                </a:lnTo>
                <a:lnTo>
                  <a:pt x="516" y="433"/>
                </a:lnTo>
                <a:lnTo>
                  <a:pt x="516" y="432"/>
                </a:lnTo>
                <a:lnTo>
                  <a:pt x="515" y="432"/>
                </a:lnTo>
                <a:lnTo>
                  <a:pt x="515" y="431"/>
                </a:lnTo>
                <a:lnTo>
                  <a:pt x="516" y="431"/>
                </a:lnTo>
                <a:lnTo>
                  <a:pt x="516" y="430"/>
                </a:lnTo>
                <a:lnTo>
                  <a:pt x="515" y="430"/>
                </a:lnTo>
                <a:lnTo>
                  <a:pt x="515" y="429"/>
                </a:lnTo>
                <a:lnTo>
                  <a:pt x="515" y="428"/>
                </a:lnTo>
                <a:lnTo>
                  <a:pt x="514" y="428"/>
                </a:lnTo>
                <a:lnTo>
                  <a:pt x="514" y="427"/>
                </a:lnTo>
                <a:lnTo>
                  <a:pt x="514" y="426"/>
                </a:lnTo>
                <a:lnTo>
                  <a:pt x="514" y="427"/>
                </a:lnTo>
                <a:lnTo>
                  <a:pt x="515" y="429"/>
                </a:lnTo>
                <a:lnTo>
                  <a:pt x="515" y="430"/>
                </a:lnTo>
                <a:lnTo>
                  <a:pt x="516" y="430"/>
                </a:lnTo>
                <a:lnTo>
                  <a:pt x="515" y="431"/>
                </a:lnTo>
                <a:lnTo>
                  <a:pt x="515" y="430"/>
                </a:lnTo>
                <a:lnTo>
                  <a:pt x="515" y="431"/>
                </a:lnTo>
                <a:lnTo>
                  <a:pt x="515" y="432"/>
                </a:lnTo>
                <a:lnTo>
                  <a:pt x="514" y="432"/>
                </a:lnTo>
                <a:lnTo>
                  <a:pt x="514" y="433"/>
                </a:lnTo>
                <a:lnTo>
                  <a:pt x="513" y="434"/>
                </a:lnTo>
                <a:lnTo>
                  <a:pt x="512" y="434"/>
                </a:lnTo>
                <a:lnTo>
                  <a:pt x="512" y="435"/>
                </a:lnTo>
                <a:lnTo>
                  <a:pt x="511" y="436"/>
                </a:lnTo>
                <a:lnTo>
                  <a:pt x="510" y="437"/>
                </a:lnTo>
                <a:lnTo>
                  <a:pt x="509" y="437"/>
                </a:lnTo>
                <a:lnTo>
                  <a:pt x="507" y="437"/>
                </a:lnTo>
                <a:lnTo>
                  <a:pt x="506" y="438"/>
                </a:lnTo>
                <a:lnTo>
                  <a:pt x="505" y="437"/>
                </a:lnTo>
                <a:lnTo>
                  <a:pt x="504" y="437"/>
                </a:lnTo>
                <a:lnTo>
                  <a:pt x="503" y="438"/>
                </a:lnTo>
                <a:lnTo>
                  <a:pt x="502" y="438"/>
                </a:lnTo>
                <a:lnTo>
                  <a:pt x="501" y="437"/>
                </a:lnTo>
                <a:lnTo>
                  <a:pt x="500" y="438"/>
                </a:lnTo>
                <a:lnTo>
                  <a:pt x="499" y="437"/>
                </a:lnTo>
                <a:lnTo>
                  <a:pt x="499" y="438"/>
                </a:lnTo>
                <a:lnTo>
                  <a:pt x="498" y="437"/>
                </a:lnTo>
                <a:lnTo>
                  <a:pt x="498" y="436"/>
                </a:lnTo>
                <a:lnTo>
                  <a:pt x="497" y="436"/>
                </a:lnTo>
                <a:lnTo>
                  <a:pt x="497" y="437"/>
                </a:lnTo>
                <a:lnTo>
                  <a:pt x="495" y="436"/>
                </a:lnTo>
                <a:lnTo>
                  <a:pt x="494" y="436"/>
                </a:lnTo>
                <a:lnTo>
                  <a:pt x="493" y="436"/>
                </a:lnTo>
                <a:lnTo>
                  <a:pt x="492" y="436"/>
                </a:lnTo>
                <a:lnTo>
                  <a:pt x="492" y="437"/>
                </a:lnTo>
                <a:lnTo>
                  <a:pt x="492" y="436"/>
                </a:lnTo>
                <a:lnTo>
                  <a:pt x="493" y="437"/>
                </a:lnTo>
                <a:lnTo>
                  <a:pt x="492" y="437"/>
                </a:lnTo>
                <a:lnTo>
                  <a:pt x="491" y="437"/>
                </a:lnTo>
                <a:lnTo>
                  <a:pt x="491" y="438"/>
                </a:lnTo>
                <a:lnTo>
                  <a:pt x="490" y="438"/>
                </a:lnTo>
                <a:lnTo>
                  <a:pt x="489" y="438"/>
                </a:lnTo>
                <a:lnTo>
                  <a:pt x="488" y="439"/>
                </a:lnTo>
                <a:lnTo>
                  <a:pt x="487" y="439"/>
                </a:lnTo>
                <a:lnTo>
                  <a:pt x="486" y="439"/>
                </a:lnTo>
                <a:lnTo>
                  <a:pt x="485" y="438"/>
                </a:lnTo>
                <a:lnTo>
                  <a:pt x="484" y="439"/>
                </a:lnTo>
                <a:lnTo>
                  <a:pt x="484" y="438"/>
                </a:lnTo>
                <a:lnTo>
                  <a:pt x="484" y="439"/>
                </a:lnTo>
                <a:lnTo>
                  <a:pt x="485" y="440"/>
                </a:lnTo>
                <a:lnTo>
                  <a:pt x="486" y="441"/>
                </a:lnTo>
                <a:lnTo>
                  <a:pt x="489" y="443"/>
                </a:lnTo>
                <a:lnTo>
                  <a:pt x="488" y="444"/>
                </a:lnTo>
                <a:lnTo>
                  <a:pt x="487" y="444"/>
                </a:lnTo>
                <a:lnTo>
                  <a:pt x="485" y="443"/>
                </a:lnTo>
                <a:lnTo>
                  <a:pt x="484" y="444"/>
                </a:lnTo>
                <a:lnTo>
                  <a:pt x="486" y="445"/>
                </a:lnTo>
                <a:lnTo>
                  <a:pt x="486" y="446"/>
                </a:lnTo>
                <a:lnTo>
                  <a:pt x="485" y="446"/>
                </a:lnTo>
                <a:lnTo>
                  <a:pt x="482" y="445"/>
                </a:lnTo>
                <a:lnTo>
                  <a:pt x="481" y="446"/>
                </a:lnTo>
                <a:lnTo>
                  <a:pt x="483" y="447"/>
                </a:lnTo>
                <a:lnTo>
                  <a:pt x="482" y="449"/>
                </a:lnTo>
                <a:lnTo>
                  <a:pt x="482" y="448"/>
                </a:lnTo>
                <a:lnTo>
                  <a:pt x="481" y="448"/>
                </a:lnTo>
                <a:lnTo>
                  <a:pt x="480" y="448"/>
                </a:lnTo>
                <a:lnTo>
                  <a:pt x="480" y="447"/>
                </a:lnTo>
                <a:lnTo>
                  <a:pt x="479" y="447"/>
                </a:lnTo>
                <a:lnTo>
                  <a:pt x="479" y="448"/>
                </a:lnTo>
                <a:lnTo>
                  <a:pt x="480" y="449"/>
                </a:lnTo>
                <a:lnTo>
                  <a:pt x="479" y="450"/>
                </a:lnTo>
                <a:lnTo>
                  <a:pt x="480" y="450"/>
                </a:lnTo>
                <a:lnTo>
                  <a:pt x="480" y="451"/>
                </a:lnTo>
                <a:lnTo>
                  <a:pt x="480" y="452"/>
                </a:lnTo>
                <a:lnTo>
                  <a:pt x="481" y="452"/>
                </a:lnTo>
                <a:lnTo>
                  <a:pt x="482" y="452"/>
                </a:lnTo>
                <a:lnTo>
                  <a:pt x="485" y="453"/>
                </a:lnTo>
                <a:lnTo>
                  <a:pt x="486" y="454"/>
                </a:lnTo>
                <a:lnTo>
                  <a:pt x="487" y="455"/>
                </a:lnTo>
                <a:lnTo>
                  <a:pt x="488" y="457"/>
                </a:lnTo>
                <a:lnTo>
                  <a:pt x="489" y="457"/>
                </a:lnTo>
                <a:lnTo>
                  <a:pt x="489" y="458"/>
                </a:lnTo>
                <a:lnTo>
                  <a:pt x="490" y="459"/>
                </a:lnTo>
                <a:lnTo>
                  <a:pt x="491" y="457"/>
                </a:lnTo>
                <a:lnTo>
                  <a:pt x="491" y="456"/>
                </a:lnTo>
                <a:lnTo>
                  <a:pt x="493" y="453"/>
                </a:lnTo>
                <a:lnTo>
                  <a:pt x="494" y="452"/>
                </a:lnTo>
                <a:lnTo>
                  <a:pt x="495" y="451"/>
                </a:lnTo>
                <a:lnTo>
                  <a:pt x="495" y="450"/>
                </a:lnTo>
                <a:lnTo>
                  <a:pt x="494" y="450"/>
                </a:lnTo>
                <a:lnTo>
                  <a:pt x="494" y="449"/>
                </a:lnTo>
                <a:lnTo>
                  <a:pt x="493" y="448"/>
                </a:lnTo>
                <a:lnTo>
                  <a:pt x="495" y="447"/>
                </a:lnTo>
                <a:lnTo>
                  <a:pt x="497" y="449"/>
                </a:lnTo>
                <a:lnTo>
                  <a:pt x="497" y="450"/>
                </a:lnTo>
                <a:lnTo>
                  <a:pt x="497" y="451"/>
                </a:lnTo>
                <a:lnTo>
                  <a:pt x="495" y="454"/>
                </a:lnTo>
                <a:lnTo>
                  <a:pt x="494" y="457"/>
                </a:lnTo>
                <a:lnTo>
                  <a:pt x="493" y="461"/>
                </a:lnTo>
                <a:lnTo>
                  <a:pt x="492" y="462"/>
                </a:lnTo>
                <a:lnTo>
                  <a:pt x="491" y="464"/>
                </a:lnTo>
                <a:lnTo>
                  <a:pt x="489" y="465"/>
                </a:lnTo>
                <a:lnTo>
                  <a:pt x="486" y="469"/>
                </a:lnTo>
                <a:lnTo>
                  <a:pt x="485" y="469"/>
                </a:lnTo>
                <a:lnTo>
                  <a:pt x="483" y="467"/>
                </a:lnTo>
                <a:lnTo>
                  <a:pt x="483" y="466"/>
                </a:lnTo>
                <a:lnTo>
                  <a:pt x="483" y="465"/>
                </a:lnTo>
                <a:lnTo>
                  <a:pt x="482" y="465"/>
                </a:lnTo>
                <a:lnTo>
                  <a:pt x="482" y="464"/>
                </a:lnTo>
                <a:lnTo>
                  <a:pt x="481" y="463"/>
                </a:lnTo>
                <a:lnTo>
                  <a:pt x="481" y="462"/>
                </a:lnTo>
                <a:lnTo>
                  <a:pt x="480" y="461"/>
                </a:lnTo>
                <a:lnTo>
                  <a:pt x="480" y="460"/>
                </a:lnTo>
                <a:lnTo>
                  <a:pt x="480" y="459"/>
                </a:lnTo>
                <a:lnTo>
                  <a:pt x="480" y="457"/>
                </a:lnTo>
                <a:lnTo>
                  <a:pt x="479" y="456"/>
                </a:lnTo>
                <a:lnTo>
                  <a:pt x="479" y="457"/>
                </a:lnTo>
                <a:lnTo>
                  <a:pt x="478" y="457"/>
                </a:lnTo>
                <a:lnTo>
                  <a:pt x="479" y="458"/>
                </a:lnTo>
                <a:lnTo>
                  <a:pt x="479" y="459"/>
                </a:lnTo>
                <a:lnTo>
                  <a:pt x="479" y="460"/>
                </a:lnTo>
                <a:lnTo>
                  <a:pt x="479" y="462"/>
                </a:lnTo>
                <a:lnTo>
                  <a:pt x="479" y="463"/>
                </a:lnTo>
                <a:lnTo>
                  <a:pt x="480" y="464"/>
                </a:lnTo>
                <a:lnTo>
                  <a:pt x="480" y="465"/>
                </a:lnTo>
                <a:lnTo>
                  <a:pt x="480" y="466"/>
                </a:lnTo>
                <a:lnTo>
                  <a:pt x="479" y="465"/>
                </a:lnTo>
                <a:lnTo>
                  <a:pt x="478" y="465"/>
                </a:lnTo>
                <a:lnTo>
                  <a:pt x="477" y="465"/>
                </a:lnTo>
                <a:lnTo>
                  <a:pt x="476" y="465"/>
                </a:lnTo>
                <a:lnTo>
                  <a:pt x="475" y="461"/>
                </a:lnTo>
                <a:lnTo>
                  <a:pt x="475" y="460"/>
                </a:lnTo>
                <a:lnTo>
                  <a:pt x="475" y="459"/>
                </a:lnTo>
                <a:lnTo>
                  <a:pt x="475" y="458"/>
                </a:lnTo>
                <a:lnTo>
                  <a:pt x="476" y="457"/>
                </a:lnTo>
                <a:lnTo>
                  <a:pt x="476" y="456"/>
                </a:lnTo>
                <a:lnTo>
                  <a:pt x="477" y="456"/>
                </a:lnTo>
                <a:lnTo>
                  <a:pt x="478" y="455"/>
                </a:lnTo>
                <a:lnTo>
                  <a:pt x="478" y="454"/>
                </a:lnTo>
                <a:lnTo>
                  <a:pt x="479" y="454"/>
                </a:lnTo>
                <a:lnTo>
                  <a:pt x="480" y="453"/>
                </a:lnTo>
                <a:lnTo>
                  <a:pt x="480" y="452"/>
                </a:lnTo>
                <a:lnTo>
                  <a:pt x="479" y="452"/>
                </a:lnTo>
                <a:lnTo>
                  <a:pt x="478" y="453"/>
                </a:lnTo>
                <a:lnTo>
                  <a:pt x="476" y="455"/>
                </a:lnTo>
                <a:lnTo>
                  <a:pt x="475" y="456"/>
                </a:lnTo>
                <a:lnTo>
                  <a:pt x="475" y="457"/>
                </a:lnTo>
                <a:lnTo>
                  <a:pt x="474" y="459"/>
                </a:lnTo>
                <a:lnTo>
                  <a:pt x="474" y="460"/>
                </a:lnTo>
                <a:lnTo>
                  <a:pt x="474" y="461"/>
                </a:lnTo>
                <a:lnTo>
                  <a:pt x="474" y="464"/>
                </a:lnTo>
                <a:lnTo>
                  <a:pt x="472" y="463"/>
                </a:lnTo>
                <a:lnTo>
                  <a:pt x="471" y="463"/>
                </a:lnTo>
                <a:lnTo>
                  <a:pt x="471" y="462"/>
                </a:lnTo>
                <a:lnTo>
                  <a:pt x="471" y="461"/>
                </a:lnTo>
                <a:lnTo>
                  <a:pt x="471" y="460"/>
                </a:lnTo>
                <a:lnTo>
                  <a:pt x="471" y="459"/>
                </a:lnTo>
                <a:lnTo>
                  <a:pt x="470" y="457"/>
                </a:lnTo>
                <a:lnTo>
                  <a:pt x="470" y="455"/>
                </a:lnTo>
                <a:lnTo>
                  <a:pt x="469" y="455"/>
                </a:lnTo>
                <a:lnTo>
                  <a:pt x="469" y="456"/>
                </a:lnTo>
                <a:lnTo>
                  <a:pt x="469" y="457"/>
                </a:lnTo>
                <a:lnTo>
                  <a:pt x="468" y="457"/>
                </a:lnTo>
                <a:lnTo>
                  <a:pt x="468" y="458"/>
                </a:lnTo>
                <a:lnTo>
                  <a:pt x="467" y="457"/>
                </a:lnTo>
                <a:lnTo>
                  <a:pt x="466" y="457"/>
                </a:lnTo>
                <a:lnTo>
                  <a:pt x="465" y="457"/>
                </a:lnTo>
                <a:lnTo>
                  <a:pt x="464" y="457"/>
                </a:lnTo>
                <a:lnTo>
                  <a:pt x="464" y="456"/>
                </a:lnTo>
                <a:lnTo>
                  <a:pt x="463" y="456"/>
                </a:lnTo>
                <a:lnTo>
                  <a:pt x="462" y="456"/>
                </a:lnTo>
                <a:lnTo>
                  <a:pt x="461" y="456"/>
                </a:lnTo>
                <a:lnTo>
                  <a:pt x="460" y="456"/>
                </a:lnTo>
                <a:lnTo>
                  <a:pt x="460" y="457"/>
                </a:lnTo>
                <a:lnTo>
                  <a:pt x="459" y="457"/>
                </a:lnTo>
                <a:lnTo>
                  <a:pt x="457" y="456"/>
                </a:lnTo>
                <a:lnTo>
                  <a:pt x="456" y="455"/>
                </a:lnTo>
                <a:lnTo>
                  <a:pt x="454" y="453"/>
                </a:lnTo>
                <a:lnTo>
                  <a:pt x="452" y="452"/>
                </a:lnTo>
                <a:lnTo>
                  <a:pt x="451" y="450"/>
                </a:lnTo>
                <a:lnTo>
                  <a:pt x="451" y="449"/>
                </a:lnTo>
                <a:lnTo>
                  <a:pt x="450" y="449"/>
                </a:lnTo>
                <a:lnTo>
                  <a:pt x="450" y="447"/>
                </a:lnTo>
                <a:lnTo>
                  <a:pt x="449" y="447"/>
                </a:lnTo>
                <a:lnTo>
                  <a:pt x="449" y="446"/>
                </a:lnTo>
                <a:lnTo>
                  <a:pt x="448" y="445"/>
                </a:lnTo>
                <a:lnTo>
                  <a:pt x="448" y="444"/>
                </a:lnTo>
                <a:lnTo>
                  <a:pt x="447" y="444"/>
                </a:lnTo>
                <a:lnTo>
                  <a:pt x="447" y="443"/>
                </a:lnTo>
                <a:lnTo>
                  <a:pt x="446" y="443"/>
                </a:lnTo>
                <a:lnTo>
                  <a:pt x="445" y="442"/>
                </a:lnTo>
                <a:lnTo>
                  <a:pt x="446" y="441"/>
                </a:lnTo>
                <a:lnTo>
                  <a:pt x="445" y="441"/>
                </a:lnTo>
                <a:lnTo>
                  <a:pt x="444" y="441"/>
                </a:lnTo>
                <a:lnTo>
                  <a:pt x="444" y="440"/>
                </a:lnTo>
                <a:lnTo>
                  <a:pt x="444" y="439"/>
                </a:lnTo>
                <a:lnTo>
                  <a:pt x="443" y="439"/>
                </a:lnTo>
                <a:lnTo>
                  <a:pt x="442" y="439"/>
                </a:lnTo>
                <a:lnTo>
                  <a:pt x="441" y="438"/>
                </a:lnTo>
                <a:lnTo>
                  <a:pt x="440" y="438"/>
                </a:lnTo>
                <a:lnTo>
                  <a:pt x="441" y="438"/>
                </a:lnTo>
                <a:lnTo>
                  <a:pt x="441" y="437"/>
                </a:lnTo>
                <a:lnTo>
                  <a:pt x="440" y="437"/>
                </a:lnTo>
                <a:lnTo>
                  <a:pt x="439" y="437"/>
                </a:lnTo>
                <a:lnTo>
                  <a:pt x="438" y="437"/>
                </a:lnTo>
                <a:lnTo>
                  <a:pt x="437" y="436"/>
                </a:lnTo>
                <a:lnTo>
                  <a:pt x="437" y="437"/>
                </a:lnTo>
                <a:lnTo>
                  <a:pt x="436" y="437"/>
                </a:lnTo>
                <a:lnTo>
                  <a:pt x="435" y="437"/>
                </a:lnTo>
                <a:lnTo>
                  <a:pt x="434" y="437"/>
                </a:lnTo>
                <a:lnTo>
                  <a:pt x="434" y="436"/>
                </a:lnTo>
                <a:lnTo>
                  <a:pt x="433" y="435"/>
                </a:lnTo>
                <a:lnTo>
                  <a:pt x="434" y="435"/>
                </a:lnTo>
                <a:lnTo>
                  <a:pt x="435" y="435"/>
                </a:lnTo>
                <a:lnTo>
                  <a:pt x="436" y="435"/>
                </a:lnTo>
                <a:lnTo>
                  <a:pt x="436" y="434"/>
                </a:lnTo>
                <a:lnTo>
                  <a:pt x="436" y="431"/>
                </a:lnTo>
                <a:lnTo>
                  <a:pt x="435" y="431"/>
                </a:lnTo>
                <a:lnTo>
                  <a:pt x="433" y="431"/>
                </a:lnTo>
                <a:lnTo>
                  <a:pt x="433" y="430"/>
                </a:lnTo>
                <a:lnTo>
                  <a:pt x="432" y="430"/>
                </a:lnTo>
                <a:lnTo>
                  <a:pt x="432" y="429"/>
                </a:lnTo>
                <a:lnTo>
                  <a:pt x="432" y="428"/>
                </a:lnTo>
                <a:lnTo>
                  <a:pt x="432" y="427"/>
                </a:lnTo>
                <a:lnTo>
                  <a:pt x="431" y="427"/>
                </a:lnTo>
                <a:lnTo>
                  <a:pt x="431" y="428"/>
                </a:lnTo>
                <a:lnTo>
                  <a:pt x="430" y="428"/>
                </a:lnTo>
                <a:lnTo>
                  <a:pt x="428" y="428"/>
                </a:lnTo>
                <a:lnTo>
                  <a:pt x="428" y="427"/>
                </a:lnTo>
                <a:lnTo>
                  <a:pt x="427" y="427"/>
                </a:lnTo>
                <a:lnTo>
                  <a:pt x="426" y="427"/>
                </a:lnTo>
                <a:lnTo>
                  <a:pt x="426" y="426"/>
                </a:lnTo>
                <a:lnTo>
                  <a:pt x="426" y="425"/>
                </a:lnTo>
                <a:lnTo>
                  <a:pt x="425" y="425"/>
                </a:lnTo>
                <a:lnTo>
                  <a:pt x="424" y="425"/>
                </a:lnTo>
                <a:lnTo>
                  <a:pt x="423" y="425"/>
                </a:lnTo>
                <a:lnTo>
                  <a:pt x="422" y="425"/>
                </a:lnTo>
                <a:lnTo>
                  <a:pt x="421" y="425"/>
                </a:lnTo>
                <a:lnTo>
                  <a:pt x="420" y="425"/>
                </a:lnTo>
                <a:lnTo>
                  <a:pt x="419" y="425"/>
                </a:lnTo>
                <a:lnTo>
                  <a:pt x="419" y="426"/>
                </a:lnTo>
                <a:lnTo>
                  <a:pt x="419" y="425"/>
                </a:lnTo>
                <a:lnTo>
                  <a:pt x="418" y="425"/>
                </a:lnTo>
                <a:lnTo>
                  <a:pt x="418" y="424"/>
                </a:lnTo>
                <a:lnTo>
                  <a:pt x="417" y="424"/>
                </a:lnTo>
                <a:lnTo>
                  <a:pt x="416" y="424"/>
                </a:lnTo>
                <a:lnTo>
                  <a:pt x="415" y="424"/>
                </a:lnTo>
                <a:lnTo>
                  <a:pt x="414" y="424"/>
                </a:lnTo>
                <a:lnTo>
                  <a:pt x="414" y="425"/>
                </a:lnTo>
                <a:lnTo>
                  <a:pt x="413" y="425"/>
                </a:lnTo>
                <a:lnTo>
                  <a:pt x="414" y="424"/>
                </a:lnTo>
                <a:lnTo>
                  <a:pt x="413" y="424"/>
                </a:lnTo>
                <a:lnTo>
                  <a:pt x="413" y="423"/>
                </a:lnTo>
                <a:lnTo>
                  <a:pt x="413" y="422"/>
                </a:lnTo>
                <a:lnTo>
                  <a:pt x="414" y="422"/>
                </a:lnTo>
                <a:lnTo>
                  <a:pt x="414" y="421"/>
                </a:lnTo>
                <a:lnTo>
                  <a:pt x="414" y="420"/>
                </a:lnTo>
                <a:lnTo>
                  <a:pt x="413" y="419"/>
                </a:lnTo>
                <a:lnTo>
                  <a:pt x="413" y="420"/>
                </a:lnTo>
                <a:lnTo>
                  <a:pt x="413" y="421"/>
                </a:lnTo>
                <a:lnTo>
                  <a:pt x="412" y="422"/>
                </a:lnTo>
                <a:lnTo>
                  <a:pt x="412" y="421"/>
                </a:lnTo>
                <a:lnTo>
                  <a:pt x="412" y="422"/>
                </a:lnTo>
                <a:lnTo>
                  <a:pt x="412" y="421"/>
                </a:lnTo>
                <a:lnTo>
                  <a:pt x="411" y="421"/>
                </a:lnTo>
                <a:lnTo>
                  <a:pt x="410" y="421"/>
                </a:lnTo>
                <a:lnTo>
                  <a:pt x="410" y="422"/>
                </a:lnTo>
                <a:lnTo>
                  <a:pt x="409" y="422"/>
                </a:lnTo>
                <a:lnTo>
                  <a:pt x="409" y="421"/>
                </a:lnTo>
                <a:lnTo>
                  <a:pt x="408" y="421"/>
                </a:lnTo>
                <a:lnTo>
                  <a:pt x="408" y="420"/>
                </a:lnTo>
                <a:lnTo>
                  <a:pt x="409" y="420"/>
                </a:lnTo>
                <a:lnTo>
                  <a:pt x="409" y="419"/>
                </a:lnTo>
                <a:lnTo>
                  <a:pt x="410" y="419"/>
                </a:lnTo>
                <a:lnTo>
                  <a:pt x="411" y="418"/>
                </a:lnTo>
                <a:lnTo>
                  <a:pt x="412" y="418"/>
                </a:lnTo>
                <a:lnTo>
                  <a:pt x="413" y="418"/>
                </a:lnTo>
                <a:lnTo>
                  <a:pt x="414" y="418"/>
                </a:lnTo>
                <a:lnTo>
                  <a:pt x="414" y="419"/>
                </a:lnTo>
                <a:lnTo>
                  <a:pt x="414" y="418"/>
                </a:lnTo>
                <a:lnTo>
                  <a:pt x="414" y="417"/>
                </a:lnTo>
                <a:lnTo>
                  <a:pt x="414" y="416"/>
                </a:lnTo>
                <a:lnTo>
                  <a:pt x="414" y="415"/>
                </a:lnTo>
                <a:lnTo>
                  <a:pt x="413" y="415"/>
                </a:lnTo>
                <a:lnTo>
                  <a:pt x="412" y="415"/>
                </a:lnTo>
                <a:lnTo>
                  <a:pt x="412" y="414"/>
                </a:lnTo>
                <a:lnTo>
                  <a:pt x="413" y="414"/>
                </a:lnTo>
                <a:lnTo>
                  <a:pt x="414" y="414"/>
                </a:lnTo>
                <a:lnTo>
                  <a:pt x="414" y="412"/>
                </a:lnTo>
                <a:lnTo>
                  <a:pt x="414" y="411"/>
                </a:lnTo>
                <a:lnTo>
                  <a:pt x="414" y="410"/>
                </a:lnTo>
                <a:lnTo>
                  <a:pt x="414" y="408"/>
                </a:lnTo>
                <a:lnTo>
                  <a:pt x="414" y="406"/>
                </a:lnTo>
                <a:lnTo>
                  <a:pt x="415" y="406"/>
                </a:lnTo>
                <a:lnTo>
                  <a:pt x="416" y="406"/>
                </a:lnTo>
                <a:lnTo>
                  <a:pt x="416" y="405"/>
                </a:lnTo>
                <a:lnTo>
                  <a:pt x="416" y="404"/>
                </a:lnTo>
                <a:lnTo>
                  <a:pt x="415" y="404"/>
                </a:lnTo>
                <a:lnTo>
                  <a:pt x="415" y="403"/>
                </a:lnTo>
                <a:lnTo>
                  <a:pt x="415" y="401"/>
                </a:lnTo>
                <a:lnTo>
                  <a:pt x="416" y="400"/>
                </a:lnTo>
                <a:lnTo>
                  <a:pt x="417" y="399"/>
                </a:lnTo>
                <a:lnTo>
                  <a:pt x="416" y="399"/>
                </a:lnTo>
                <a:lnTo>
                  <a:pt x="416" y="398"/>
                </a:lnTo>
                <a:lnTo>
                  <a:pt x="416" y="397"/>
                </a:lnTo>
                <a:lnTo>
                  <a:pt x="416" y="396"/>
                </a:lnTo>
                <a:lnTo>
                  <a:pt x="416" y="395"/>
                </a:lnTo>
                <a:lnTo>
                  <a:pt x="417" y="394"/>
                </a:lnTo>
                <a:lnTo>
                  <a:pt x="417" y="393"/>
                </a:lnTo>
                <a:lnTo>
                  <a:pt x="417" y="392"/>
                </a:lnTo>
                <a:lnTo>
                  <a:pt x="418" y="392"/>
                </a:lnTo>
                <a:lnTo>
                  <a:pt x="417" y="391"/>
                </a:lnTo>
                <a:lnTo>
                  <a:pt x="416" y="391"/>
                </a:lnTo>
                <a:lnTo>
                  <a:pt x="416" y="390"/>
                </a:lnTo>
                <a:lnTo>
                  <a:pt x="415" y="390"/>
                </a:lnTo>
                <a:lnTo>
                  <a:pt x="414" y="390"/>
                </a:lnTo>
                <a:lnTo>
                  <a:pt x="413" y="390"/>
                </a:lnTo>
                <a:lnTo>
                  <a:pt x="412" y="390"/>
                </a:lnTo>
                <a:lnTo>
                  <a:pt x="411" y="389"/>
                </a:lnTo>
                <a:lnTo>
                  <a:pt x="410" y="390"/>
                </a:lnTo>
                <a:lnTo>
                  <a:pt x="409" y="391"/>
                </a:lnTo>
                <a:lnTo>
                  <a:pt x="408" y="391"/>
                </a:lnTo>
                <a:lnTo>
                  <a:pt x="407" y="391"/>
                </a:lnTo>
                <a:lnTo>
                  <a:pt x="406" y="391"/>
                </a:lnTo>
                <a:lnTo>
                  <a:pt x="406" y="390"/>
                </a:lnTo>
                <a:lnTo>
                  <a:pt x="405" y="390"/>
                </a:lnTo>
                <a:lnTo>
                  <a:pt x="404" y="390"/>
                </a:lnTo>
                <a:lnTo>
                  <a:pt x="403" y="390"/>
                </a:lnTo>
                <a:lnTo>
                  <a:pt x="403" y="391"/>
                </a:lnTo>
                <a:lnTo>
                  <a:pt x="402" y="391"/>
                </a:lnTo>
                <a:lnTo>
                  <a:pt x="401" y="391"/>
                </a:lnTo>
                <a:lnTo>
                  <a:pt x="400" y="391"/>
                </a:lnTo>
                <a:lnTo>
                  <a:pt x="399" y="392"/>
                </a:lnTo>
                <a:lnTo>
                  <a:pt x="400" y="393"/>
                </a:lnTo>
                <a:lnTo>
                  <a:pt x="400" y="394"/>
                </a:lnTo>
                <a:lnTo>
                  <a:pt x="399" y="394"/>
                </a:lnTo>
                <a:lnTo>
                  <a:pt x="398" y="395"/>
                </a:lnTo>
                <a:lnTo>
                  <a:pt x="399" y="395"/>
                </a:lnTo>
                <a:lnTo>
                  <a:pt x="399" y="396"/>
                </a:lnTo>
                <a:lnTo>
                  <a:pt x="399" y="397"/>
                </a:lnTo>
                <a:lnTo>
                  <a:pt x="400" y="397"/>
                </a:lnTo>
                <a:lnTo>
                  <a:pt x="400" y="398"/>
                </a:lnTo>
                <a:lnTo>
                  <a:pt x="399" y="398"/>
                </a:lnTo>
                <a:lnTo>
                  <a:pt x="399" y="399"/>
                </a:lnTo>
                <a:lnTo>
                  <a:pt x="398" y="399"/>
                </a:lnTo>
                <a:lnTo>
                  <a:pt x="397" y="400"/>
                </a:lnTo>
                <a:lnTo>
                  <a:pt x="397" y="399"/>
                </a:lnTo>
                <a:lnTo>
                  <a:pt x="396" y="399"/>
                </a:lnTo>
                <a:lnTo>
                  <a:pt x="396" y="398"/>
                </a:lnTo>
                <a:lnTo>
                  <a:pt x="395" y="397"/>
                </a:lnTo>
                <a:lnTo>
                  <a:pt x="396" y="397"/>
                </a:lnTo>
                <a:lnTo>
                  <a:pt x="394" y="397"/>
                </a:lnTo>
                <a:lnTo>
                  <a:pt x="394" y="396"/>
                </a:lnTo>
                <a:lnTo>
                  <a:pt x="394" y="395"/>
                </a:lnTo>
                <a:lnTo>
                  <a:pt x="394" y="396"/>
                </a:lnTo>
                <a:lnTo>
                  <a:pt x="395" y="396"/>
                </a:lnTo>
                <a:lnTo>
                  <a:pt x="396" y="396"/>
                </a:lnTo>
                <a:lnTo>
                  <a:pt x="396" y="395"/>
                </a:lnTo>
                <a:lnTo>
                  <a:pt x="395" y="394"/>
                </a:lnTo>
                <a:lnTo>
                  <a:pt x="394" y="394"/>
                </a:lnTo>
                <a:lnTo>
                  <a:pt x="393" y="393"/>
                </a:lnTo>
                <a:lnTo>
                  <a:pt x="392" y="393"/>
                </a:lnTo>
                <a:lnTo>
                  <a:pt x="392" y="394"/>
                </a:lnTo>
                <a:lnTo>
                  <a:pt x="392" y="395"/>
                </a:lnTo>
                <a:lnTo>
                  <a:pt x="391" y="395"/>
                </a:lnTo>
                <a:lnTo>
                  <a:pt x="390" y="395"/>
                </a:lnTo>
                <a:lnTo>
                  <a:pt x="390" y="394"/>
                </a:lnTo>
                <a:lnTo>
                  <a:pt x="390" y="393"/>
                </a:lnTo>
                <a:lnTo>
                  <a:pt x="389" y="393"/>
                </a:lnTo>
                <a:lnTo>
                  <a:pt x="389" y="392"/>
                </a:lnTo>
                <a:lnTo>
                  <a:pt x="388" y="392"/>
                </a:lnTo>
                <a:lnTo>
                  <a:pt x="389" y="392"/>
                </a:lnTo>
                <a:lnTo>
                  <a:pt x="388" y="392"/>
                </a:lnTo>
                <a:lnTo>
                  <a:pt x="388" y="393"/>
                </a:lnTo>
                <a:lnTo>
                  <a:pt x="387" y="393"/>
                </a:lnTo>
                <a:lnTo>
                  <a:pt x="387" y="392"/>
                </a:lnTo>
                <a:lnTo>
                  <a:pt x="387" y="391"/>
                </a:lnTo>
                <a:lnTo>
                  <a:pt x="387" y="392"/>
                </a:lnTo>
                <a:lnTo>
                  <a:pt x="388" y="391"/>
                </a:lnTo>
                <a:lnTo>
                  <a:pt x="388" y="390"/>
                </a:lnTo>
                <a:lnTo>
                  <a:pt x="388" y="391"/>
                </a:lnTo>
                <a:lnTo>
                  <a:pt x="389" y="391"/>
                </a:lnTo>
                <a:lnTo>
                  <a:pt x="389" y="390"/>
                </a:lnTo>
                <a:lnTo>
                  <a:pt x="388" y="390"/>
                </a:lnTo>
                <a:lnTo>
                  <a:pt x="388" y="389"/>
                </a:lnTo>
                <a:lnTo>
                  <a:pt x="389" y="389"/>
                </a:lnTo>
                <a:lnTo>
                  <a:pt x="389" y="388"/>
                </a:lnTo>
                <a:lnTo>
                  <a:pt x="390" y="388"/>
                </a:lnTo>
                <a:lnTo>
                  <a:pt x="389" y="388"/>
                </a:lnTo>
                <a:lnTo>
                  <a:pt x="389" y="387"/>
                </a:lnTo>
                <a:lnTo>
                  <a:pt x="390" y="387"/>
                </a:lnTo>
                <a:lnTo>
                  <a:pt x="390" y="386"/>
                </a:lnTo>
                <a:lnTo>
                  <a:pt x="391" y="386"/>
                </a:lnTo>
                <a:lnTo>
                  <a:pt x="390" y="385"/>
                </a:lnTo>
                <a:lnTo>
                  <a:pt x="390" y="384"/>
                </a:lnTo>
                <a:lnTo>
                  <a:pt x="390" y="383"/>
                </a:lnTo>
                <a:lnTo>
                  <a:pt x="389" y="383"/>
                </a:lnTo>
                <a:lnTo>
                  <a:pt x="389" y="382"/>
                </a:lnTo>
                <a:lnTo>
                  <a:pt x="388" y="381"/>
                </a:lnTo>
                <a:lnTo>
                  <a:pt x="388" y="380"/>
                </a:lnTo>
                <a:lnTo>
                  <a:pt x="388" y="379"/>
                </a:lnTo>
                <a:lnTo>
                  <a:pt x="387" y="379"/>
                </a:lnTo>
                <a:lnTo>
                  <a:pt x="387" y="380"/>
                </a:lnTo>
                <a:lnTo>
                  <a:pt x="387" y="379"/>
                </a:lnTo>
                <a:lnTo>
                  <a:pt x="386" y="379"/>
                </a:lnTo>
                <a:lnTo>
                  <a:pt x="385" y="379"/>
                </a:lnTo>
                <a:lnTo>
                  <a:pt x="384" y="379"/>
                </a:lnTo>
                <a:lnTo>
                  <a:pt x="383" y="379"/>
                </a:lnTo>
                <a:lnTo>
                  <a:pt x="382" y="378"/>
                </a:lnTo>
                <a:lnTo>
                  <a:pt x="382" y="377"/>
                </a:lnTo>
                <a:lnTo>
                  <a:pt x="381" y="377"/>
                </a:lnTo>
                <a:lnTo>
                  <a:pt x="381" y="376"/>
                </a:lnTo>
                <a:lnTo>
                  <a:pt x="382" y="376"/>
                </a:lnTo>
                <a:lnTo>
                  <a:pt x="382" y="375"/>
                </a:lnTo>
                <a:lnTo>
                  <a:pt x="381" y="375"/>
                </a:lnTo>
                <a:lnTo>
                  <a:pt x="382" y="375"/>
                </a:lnTo>
                <a:lnTo>
                  <a:pt x="382" y="374"/>
                </a:lnTo>
                <a:lnTo>
                  <a:pt x="381" y="374"/>
                </a:lnTo>
                <a:lnTo>
                  <a:pt x="381" y="373"/>
                </a:lnTo>
                <a:lnTo>
                  <a:pt x="380" y="373"/>
                </a:lnTo>
                <a:lnTo>
                  <a:pt x="379" y="373"/>
                </a:lnTo>
                <a:lnTo>
                  <a:pt x="378" y="373"/>
                </a:lnTo>
                <a:lnTo>
                  <a:pt x="378" y="372"/>
                </a:lnTo>
                <a:lnTo>
                  <a:pt x="378" y="373"/>
                </a:lnTo>
                <a:lnTo>
                  <a:pt x="377" y="373"/>
                </a:lnTo>
                <a:lnTo>
                  <a:pt x="377" y="372"/>
                </a:lnTo>
                <a:lnTo>
                  <a:pt x="376" y="372"/>
                </a:lnTo>
                <a:lnTo>
                  <a:pt x="377" y="372"/>
                </a:lnTo>
                <a:lnTo>
                  <a:pt x="378" y="371"/>
                </a:lnTo>
                <a:lnTo>
                  <a:pt x="377" y="371"/>
                </a:lnTo>
                <a:lnTo>
                  <a:pt x="377" y="370"/>
                </a:lnTo>
                <a:lnTo>
                  <a:pt x="377" y="369"/>
                </a:lnTo>
                <a:lnTo>
                  <a:pt x="377" y="368"/>
                </a:lnTo>
                <a:lnTo>
                  <a:pt x="378" y="368"/>
                </a:lnTo>
                <a:lnTo>
                  <a:pt x="378" y="367"/>
                </a:lnTo>
                <a:lnTo>
                  <a:pt x="377" y="366"/>
                </a:lnTo>
                <a:lnTo>
                  <a:pt x="376" y="364"/>
                </a:lnTo>
                <a:lnTo>
                  <a:pt x="375" y="363"/>
                </a:lnTo>
                <a:lnTo>
                  <a:pt x="375" y="362"/>
                </a:lnTo>
                <a:lnTo>
                  <a:pt x="375" y="360"/>
                </a:lnTo>
                <a:lnTo>
                  <a:pt x="374" y="360"/>
                </a:lnTo>
                <a:lnTo>
                  <a:pt x="373" y="359"/>
                </a:lnTo>
                <a:lnTo>
                  <a:pt x="373" y="358"/>
                </a:lnTo>
                <a:lnTo>
                  <a:pt x="372" y="356"/>
                </a:lnTo>
                <a:lnTo>
                  <a:pt x="372" y="355"/>
                </a:lnTo>
                <a:lnTo>
                  <a:pt x="372" y="356"/>
                </a:lnTo>
                <a:lnTo>
                  <a:pt x="371" y="356"/>
                </a:lnTo>
                <a:lnTo>
                  <a:pt x="371" y="355"/>
                </a:lnTo>
                <a:lnTo>
                  <a:pt x="371" y="354"/>
                </a:lnTo>
                <a:lnTo>
                  <a:pt x="371" y="353"/>
                </a:lnTo>
                <a:lnTo>
                  <a:pt x="371" y="352"/>
                </a:lnTo>
                <a:lnTo>
                  <a:pt x="371" y="353"/>
                </a:lnTo>
                <a:lnTo>
                  <a:pt x="370" y="353"/>
                </a:lnTo>
                <a:lnTo>
                  <a:pt x="371" y="352"/>
                </a:lnTo>
                <a:lnTo>
                  <a:pt x="372" y="352"/>
                </a:lnTo>
                <a:lnTo>
                  <a:pt x="372" y="351"/>
                </a:lnTo>
                <a:lnTo>
                  <a:pt x="371" y="351"/>
                </a:lnTo>
                <a:lnTo>
                  <a:pt x="371" y="350"/>
                </a:lnTo>
                <a:lnTo>
                  <a:pt x="371" y="349"/>
                </a:lnTo>
                <a:lnTo>
                  <a:pt x="371" y="348"/>
                </a:lnTo>
                <a:lnTo>
                  <a:pt x="372" y="349"/>
                </a:lnTo>
                <a:lnTo>
                  <a:pt x="372" y="348"/>
                </a:lnTo>
                <a:lnTo>
                  <a:pt x="373" y="348"/>
                </a:lnTo>
                <a:lnTo>
                  <a:pt x="373" y="347"/>
                </a:lnTo>
                <a:lnTo>
                  <a:pt x="373" y="345"/>
                </a:lnTo>
                <a:lnTo>
                  <a:pt x="373" y="344"/>
                </a:lnTo>
                <a:lnTo>
                  <a:pt x="374" y="344"/>
                </a:lnTo>
                <a:lnTo>
                  <a:pt x="373" y="344"/>
                </a:lnTo>
                <a:lnTo>
                  <a:pt x="373" y="343"/>
                </a:lnTo>
                <a:lnTo>
                  <a:pt x="372" y="343"/>
                </a:lnTo>
                <a:lnTo>
                  <a:pt x="372" y="342"/>
                </a:lnTo>
                <a:lnTo>
                  <a:pt x="373" y="342"/>
                </a:lnTo>
                <a:lnTo>
                  <a:pt x="373" y="341"/>
                </a:lnTo>
                <a:lnTo>
                  <a:pt x="374" y="342"/>
                </a:lnTo>
                <a:lnTo>
                  <a:pt x="375" y="342"/>
                </a:lnTo>
                <a:lnTo>
                  <a:pt x="376" y="342"/>
                </a:lnTo>
                <a:lnTo>
                  <a:pt x="376" y="341"/>
                </a:lnTo>
                <a:lnTo>
                  <a:pt x="376" y="342"/>
                </a:lnTo>
                <a:lnTo>
                  <a:pt x="377" y="342"/>
                </a:lnTo>
                <a:lnTo>
                  <a:pt x="377" y="341"/>
                </a:lnTo>
                <a:lnTo>
                  <a:pt x="378" y="341"/>
                </a:lnTo>
                <a:lnTo>
                  <a:pt x="379" y="343"/>
                </a:lnTo>
                <a:lnTo>
                  <a:pt x="380" y="343"/>
                </a:lnTo>
                <a:lnTo>
                  <a:pt x="380" y="344"/>
                </a:lnTo>
                <a:lnTo>
                  <a:pt x="381" y="344"/>
                </a:lnTo>
                <a:lnTo>
                  <a:pt x="382" y="344"/>
                </a:lnTo>
                <a:lnTo>
                  <a:pt x="383" y="344"/>
                </a:lnTo>
                <a:lnTo>
                  <a:pt x="384" y="344"/>
                </a:lnTo>
                <a:lnTo>
                  <a:pt x="385" y="344"/>
                </a:lnTo>
                <a:lnTo>
                  <a:pt x="386" y="344"/>
                </a:lnTo>
                <a:lnTo>
                  <a:pt x="387" y="343"/>
                </a:lnTo>
                <a:lnTo>
                  <a:pt x="386" y="342"/>
                </a:lnTo>
                <a:lnTo>
                  <a:pt x="387" y="342"/>
                </a:lnTo>
                <a:lnTo>
                  <a:pt x="388" y="341"/>
                </a:lnTo>
                <a:lnTo>
                  <a:pt x="389" y="341"/>
                </a:lnTo>
                <a:lnTo>
                  <a:pt x="390" y="342"/>
                </a:lnTo>
                <a:lnTo>
                  <a:pt x="391" y="343"/>
                </a:lnTo>
                <a:lnTo>
                  <a:pt x="392" y="343"/>
                </a:lnTo>
                <a:lnTo>
                  <a:pt x="392" y="342"/>
                </a:lnTo>
                <a:lnTo>
                  <a:pt x="393" y="343"/>
                </a:lnTo>
                <a:lnTo>
                  <a:pt x="394" y="343"/>
                </a:lnTo>
                <a:lnTo>
                  <a:pt x="394" y="342"/>
                </a:lnTo>
                <a:lnTo>
                  <a:pt x="396" y="343"/>
                </a:lnTo>
                <a:lnTo>
                  <a:pt x="397" y="342"/>
                </a:lnTo>
                <a:lnTo>
                  <a:pt x="397" y="341"/>
                </a:lnTo>
                <a:lnTo>
                  <a:pt x="397" y="340"/>
                </a:lnTo>
                <a:lnTo>
                  <a:pt x="397" y="339"/>
                </a:lnTo>
                <a:lnTo>
                  <a:pt x="397" y="338"/>
                </a:lnTo>
                <a:lnTo>
                  <a:pt x="397" y="337"/>
                </a:lnTo>
                <a:lnTo>
                  <a:pt x="396" y="336"/>
                </a:lnTo>
                <a:lnTo>
                  <a:pt x="395" y="335"/>
                </a:lnTo>
                <a:lnTo>
                  <a:pt x="394" y="336"/>
                </a:lnTo>
                <a:lnTo>
                  <a:pt x="393" y="336"/>
                </a:lnTo>
                <a:lnTo>
                  <a:pt x="393" y="337"/>
                </a:lnTo>
                <a:lnTo>
                  <a:pt x="392" y="337"/>
                </a:lnTo>
                <a:lnTo>
                  <a:pt x="392" y="335"/>
                </a:lnTo>
                <a:lnTo>
                  <a:pt x="392" y="334"/>
                </a:lnTo>
                <a:lnTo>
                  <a:pt x="392" y="333"/>
                </a:lnTo>
                <a:lnTo>
                  <a:pt x="393" y="333"/>
                </a:lnTo>
                <a:lnTo>
                  <a:pt x="394" y="333"/>
                </a:lnTo>
                <a:lnTo>
                  <a:pt x="394" y="332"/>
                </a:lnTo>
                <a:lnTo>
                  <a:pt x="394" y="331"/>
                </a:lnTo>
                <a:lnTo>
                  <a:pt x="393" y="330"/>
                </a:lnTo>
                <a:lnTo>
                  <a:pt x="392" y="330"/>
                </a:lnTo>
                <a:lnTo>
                  <a:pt x="392" y="329"/>
                </a:lnTo>
                <a:lnTo>
                  <a:pt x="392" y="328"/>
                </a:lnTo>
                <a:lnTo>
                  <a:pt x="391" y="328"/>
                </a:lnTo>
                <a:lnTo>
                  <a:pt x="391" y="329"/>
                </a:lnTo>
                <a:lnTo>
                  <a:pt x="390" y="329"/>
                </a:lnTo>
                <a:lnTo>
                  <a:pt x="389" y="329"/>
                </a:lnTo>
                <a:lnTo>
                  <a:pt x="388" y="329"/>
                </a:lnTo>
                <a:lnTo>
                  <a:pt x="387" y="328"/>
                </a:lnTo>
                <a:lnTo>
                  <a:pt x="387" y="327"/>
                </a:lnTo>
                <a:lnTo>
                  <a:pt x="386" y="327"/>
                </a:lnTo>
                <a:lnTo>
                  <a:pt x="385" y="327"/>
                </a:lnTo>
                <a:lnTo>
                  <a:pt x="385" y="328"/>
                </a:lnTo>
                <a:lnTo>
                  <a:pt x="385" y="329"/>
                </a:lnTo>
                <a:lnTo>
                  <a:pt x="384" y="329"/>
                </a:lnTo>
                <a:lnTo>
                  <a:pt x="384" y="328"/>
                </a:lnTo>
                <a:lnTo>
                  <a:pt x="383" y="327"/>
                </a:lnTo>
                <a:lnTo>
                  <a:pt x="382" y="327"/>
                </a:lnTo>
                <a:lnTo>
                  <a:pt x="382" y="328"/>
                </a:lnTo>
                <a:lnTo>
                  <a:pt x="381" y="328"/>
                </a:lnTo>
                <a:lnTo>
                  <a:pt x="381" y="327"/>
                </a:lnTo>
                <a:lnTo>
                  <a:pt x="381" y="326"/>
                </a:lnTo>
                <a:lnTo>
                  <a:pt x="382" y="326"/>
                </a:lnTo>
                <a:lnTo>
                  <a:pt x="381" y="325"/>
                </a:lnTo>
                <a:lnTo>
                  <a:pt x="381" y="324"/>
                </a:lnTo>
                <a:lnTo>
                  <a:pt x="381" y="323"/>
                </a:lnTo>
                <a:lnTo>
                  <a:pt x="380" y="323"/>
                </a:lnTo>
                <a:lnTo>
                  <a:pt x="379" y="323"/>
                </a:lnTo>
                <a:lnTo>
                  <a:pt x="379" y="322"/>
                </a:lnTo>
                <a:lnTo>
                  <a:pt x="379" y="321"/>
                </a:lnTo>
                <a:lnTo>
                  <a:pt x="378" y="321"/>
                </a:lnTo>
                <a:lnTo>
                  <a:pt x="377" y="320"/>
                </a:lnTo>
                <a:lnTo>
                  <a:pt x="376" y="319"/>
                </a:lnTo>
                <a:lnTo>
                  <a:pt x="375" y="318"/>
                </a:lnTo>
                <a:lnTo>
                  <a:pt x="375" y="319"/>
                </a:lnTo>
                <a:lnTo>
                  <a:pt x="374" y="319"/>
                </a:lnTo>
                <a:lnTo>
                  <a:pt x="373" y="318"/>
                </a:lnTo>
                <a:lnTo>
                  <a:pt x="373" y="317"/>
                </a:lnTo>
                <a:lnTo>
                  <a:pt x="373" y="316"/>
                </a:lnTo>
                <a:lnTo>
                  <a:pt x="372" y="316"/>
                </a:lnTo>
                <a:lnTo>
                  <a:pt x="371" y="315"/>
                </a:lnTo>
                <a:lnTo>
                  <a:pt x="372" y="313"/>
                </a:lnTo>
                <a:lnTo>
                  <a:pt x="372" y="312"/>
                </a:lnTo>
                <a:lnTo>
                  <a:pt x="371" y="311"/>
                </a:lnTo>
                <a:lnTo>
                  <a:pt x="371" y="312"/>
                </a:lnTo>
                <a:lnTo>
                  <a:pt x="370" y="312"/>
                </a:lnTo>
                <a:lnTo>
                  <a:pt x="369" y="311"/>
                </a:lnTo>
                <a:lnTo>
                  <a:pt x="368" y="312"/>
                </a:lnTo>
                <a:lnTo>
                  <a:pt x="367" y="312"/>
                </a:lnTo>
                <a:lnTo>
                  <a:pt x="366" y="312"/>
                </a:lnTo>
                <a:lnTo>
                  <a:pt x="365" y="312"/>
                </a:lnTo>
                <a:lnTo>
                  <a:pt x="364" y="312"/>
                </a:lnTo>
                <a:lnTo>
                  <a:pt x="363" y="311"/>
                </a:lnTo>
                <a:lnTo>
                  <a:pt x="362" y="311"/>
                </a:lnTo>
                <a:lnTo>
                  <a:pt x="361" y="310"/>
                </a:lnTo>
                <a:lnTo>
                  <a:pt x="360" y="310"/>
                </a:lnTo>
                <a:lnTo>
                  <a:pt x="359" y="310"/>
                </a:lnTo>
                <a:lnTo>
                  <a:pt x="357" y="311"/>
                </a:lnTo>
                <a:lnTo>
                  <a:pt x="356" y="311"/>
                </a:lnTo>
                <a:lnTo>
                  <a:pt x="356" y="312"/>
                </a:lnTo>
                <a:lnTo>
                  <a:pt x="357" y="312"/>
                </a:lnTo>
                <a:lnTo>
                  <a:pt x="356" y="313"/>
                </a:lnTo>
                <a:lnTo>
                  <a:pt x="355" y="313"/>
                </a:lnTo>
                <a:lnTo>
                  <a:pt x="354" y="314"/>
                </a:lnTo>
                <a:lnTo>
                  <a:pt x="353" y="314"/>
                </a:lnTo>
                <a:lnTo>
                  <a:pt x="353" y="313"/>
                </a:lnTo>
                <a:lnTo>
                  <a:pt x="352" y="313"/>
                </a:lnTo>
                <a:lnTo>
                  <a:pt x="351" y="313"/>
                </a:lnTo>
                <a:lnTo>
                  <a:pt x="351" y="314"/>
                </a:lnTo>
                <a:lnTo>
                  <a:pt x="350" y="313"/>
                </a:lnTo>
                <a:lnTo>
                  <a:pt x="349" y="312"/>
                </a:lnTo>
                <a:lnTo>
                  <a:pt x="349" y="311"/>
                </a:lnTo>
                <a:lnTo>
                  <a:pt x="348" y="309"/>
                </a:lnTo>
                <a:lnTo>
                  <a:pt x="348" y="308"/>
                </a:lnTo>
                <a:lnTo>
                  <a:pt x="348" y="306"/>
                </a:lnTo>
                <a:lnTo>
                  <a:pt x="347" y="307"/>
                </a:lnTo>
                <a:lnTo>
                  <a:pt x="346" y="308"/>
                </a:lnTo>
                <a:lnTo>
                  <a:pt x="345" y="308"/>
                </a:lnTo>
                <a:lnTo>
                  <a:pt x="344" y="308"/>
                </a:lnTo>
                <a:lnTo>
                  <a:pt x="344" y="307"/>
                </a:lnTo>
                <a:lnTo>
                  <a:pt x="344" y="306"/>
                </a:lnTo>
                <a:lnTo>
                  <a:pt x="343" y="305"/>
                </a:lnTo>
                <a:lnTo>
                  <a:pt x="342" y="305"/>
                </a:lnTo>
                <a:lnTo>
                  <a:pt x="341" y="303"/>
                </a:lnTo>
                <a:lnTo>
                  <a:pt x="341" y="302"/>
                </a:lnTo>
                <a:lnTo>
                  <a:pt x="342" y="302"/>
                </a:lnTo>
                <a:lnTo>
                  <a:pt x="341" y="302"/>
                </a:lnTo>
                <a:lnTo>
                  <a:pt x="341" y="301"/>
                </a:lnTo>
                <a:lnTo>
                  <a:pt x="340" y="301"/>
                </a:lnTo>
                <a:lnTo>
                  <a:pt x="339" y="300"/>
                </a:lnTo>
                <a:lnTo>
                  <a:pt x="339" y="299"/>
                </a:lnTo>
                <a:lnTo>
                  <a:pt x="339" y="298"/>
                </a:lnTo>
                <a:lnTo>
                  <a:pt x="338" y="298"/>
                </a:lnTo>
                <a:lnTo>
                  <a:pt x="338" y="297"/>
                </a:lnTo>
                <a:lnTo>
                  <a:pt x="337" y="297"/>
                </a:lnTo>
                <a:lnTo>
                  <a:pt x="336" y="297"/>
                </a:lnTo>
                <a:lnTo>
                  <a:pt x="336" y="296"/>
                </a:lnTo>
                <a:lnTo>
                  <a:pt x="336" y="295"/>
                </a:lnTo>
                <a:lnTo>
                  <a:pt x="337" y="294"/>
                </a:lnTo>
                <a:lnTo>
                  <a:pt x="337" y="293"/>
                </a:lnTo>
                <a:lnTo>
                  <a:pt x="336" y="291"/>
                </a:lnTo>
                <a:lnTo>
                  <a:pt x="338" y="290"/>
                </a:lnTo>
                <a:lnTo>
                  <a:pt x="338" y="288"/>
                </a:lnTo>
                <a:lnTo>
                  <a:pt x="339" y="288"/>
                </a:lnTo>
                <a:lnTo>
                  <a:pt x="337" y="286"/>
                </a:lnTo>
                <a:lnTo>
                  <a:pt x="336" y="286"/>
                </a:lnTo>
                <a:lnTo>
                  <a:pt x="336" y="285"/>
                </a:lnTo>
                <a:lnTo>
                  <a:pt x="335" y="284"/>
                </a:lnTo>
                <a:lnTo>
                  <a:pt x="335" y="283"/>
                </a:lnTo>
                <a:lnTo>
                  <a:pt x="334" y="282"/>
                </a:lnTo>
                <a:lnTo>
                  <a:pt x="333" y="281"/>
                </a:lnTo>
                <a:lnTo>
                  <a:pt x="332" y="281"/>
                </a:lnTo>
                <a:lnTo>
                  <a:pt x="333" y="279"/>
                </a:lnTo>
                <a:lnTo>
                  <a:pt x="334" y="279"/>
                </a:lnTo>
                <a:lnTo>
                  <a:pt x="335" y="278"/>
                </a:lnTo>
                <a:lnTo>
                  <a:pt x="336" y="278"/>
                </a:lnTo>
                <a:lnTo>
                  <a:pt x="337" y="278"/>
                </a:lnTo>
                <a:lnTo>
                  <a:pt x="338" y="278"/>
                </a:lnTo>
                <a:lnTo>
                  <a:pt x="337" y="278"/>
                </a:lnTo>
                <a:lnTo>
                  <a:pt x="337" y="277"/>
                </a:lnTo>
                <a:lnTo>
                  <a:pt x="336" y="277"/>
                </a:lnTo>
                <a:lnTo>
                  <a:pt x="336" y="276"/>
                </a:lnTo>
                <a:lnTo>
                  <a:pt x="336" y="275"/>
                </a:lnTo>
                <a:lnTo>
                  <a:pt x="336" y="274"/>
                </a:lnTo>
                <a:lnTo>
                  <a:pt x="337" y="272"/>
                </a:lnTo>
                <a:lnTo>
                  <a:pt x="338" y="272"/>
                </a:lnTo>
                <a:lnTo>
                  <a:pt x="339" y="272"/>
                </a:lnTo>
                <a:lnTo>
                  <a:pt x="339" y="271"/>
                </a:lnTo>
                <a:lnTo>
                  <a:pt x="340" y="271"/>
                </a:lnTo>
                <a:lnTo>
                  <a:pt x="341" y="270"/>
                </a:lnTo>
                <a:lnTo>
                  <a:pt x="341" y="269"/>
                </a:lnTo>
                <a:lnTo>
                  <a:pt x="342" y="269"/>
                </a:lnTo>
                <a:lnTo>
                  <a:pt x="343" y="269"/>
                </a:lnTo>
                <a:lnTo>
                  <a:pt x="344" y="269"/>
                </a:lnTo>
                <a:lnTo>
                  <a:pt x="344" y="268"/>
                </a:lnTo>
                <a:lnTo>
                  <a:pt x="345" y="269"/>
                </a:lnTo>
                <a:lnTo>
                  <a:pt x="346" y="269"/>
                </a:lnTo>
                <a:lnTo>
                  <a:pt x="348" y="270"/>
                </a:lnTo>
                <a:lnTo>
                  <a:pt x="348" y="271"/>
                </a:lnTo>
                <a:lnTo>
                  <a:pt x="349" y="271"/>
                </a:lnTo>
                <a:lnTo>
                  <a:pt x="349" y="270"/>
                </a:lnTo>
                <a:lnTo>
                  <a:pt x="350" y="269"/>
                </a:lnTo>
                <a:lnTo>
                  <a:pt x="351" y="269"/>
                </a:lnTo>
                <a:lnTo>
                  <a:pt x="352" y="269"/>
                </a:lnTo>
                <a:lnTo>
                  <a:pt x="352" y="268"/>
                </a:lnTo>
                <a:lnTo>
                  <a:pt x="352" y="267"/>
                </a:lnTo>
                <a:lnTo>
                  <a:pt x="350" y="265"/>
                </a:lnTo>
                <a:lnTo>
                  <a:pt x="350" y="264"/>
                </a:lnTo>
                <a:lnTo>
                  <a:pt x="351" y="263"/>
                </a:lnTo>
                <a:lnTo>
                  <a:pt x="351" y="262"/>
                </a:lnTo>
                <a:lnTo>
                  <a:pt x="351" y="261"/>
                </a:lnTo>
                <a:lnTo>
                  <a:pt x="351" y="260"/>
                </a:lnTo>
                <a:lnTo>
                  <a:pt x="351" y="261"/>
                </a:lnTo>
                <a:lnTo>
                  <a:pt x="352" y="262"/>
                </a:lnTo>
                <a:lnTo>
                  <a:pt x="353" y="262"/>
                </a:lnTo>
                <a:lnTo>
                  <a:pt x="353" y="261"/>
                </a:lnTo>
                <a:lnTo>
                  <a:pt x="354" y="261"/>
                </a:lnTo>
                <a:lnTo>
                  <a:pt x="354" y="260"/>
                </a:lnTo>
                <a:lnTo>
                  <a:pt x="353" y="259"/>
                </a:lnTo>
                <a:lnTo>
                  <a:pt x="353" y="258"/>
                </a:lnTo>
                <a:lnTo>
                  <a:pt x="354" y="258"/>
                </a:lnTo>
                <a:lnTo>
                  <a:pt x="355" y="258"/>
                </a:lnTo>
                <a:lnTo>
                  <a:pt x="355" y="259"/>
                </a:lnTo>
                <a:lnTo>
                  <a:pt x="356" y="259"/>
                </a:lnTo>
                <a:lnTo>
                  <a:pt x="356" y="260"/>
                </a:lnTo>
                <a:lnTo>
                  <a:pt x="357" y="260"/>
                </a:lnTo>
                <a:lnTo>
                  <a:pt x="358" y="259"/>
                </a:lnTo>
                <a:lnTo>
                  <a:pt x="359" y="258"/>
                </a:lnTo>
                <a:lnTo>
                  <a:pt x="358" y="258"/>
                </a:lnTo>
                <a:lnTo>
                  <a:pt x="358" y="257"/>
                </a:lnTo>
                <a:lnTo>
                  <a:pt x="359" y="257"/>
                </a:lnTo>
                <a:lnTo>
                  <a:pt x="359" y="256"/>
                </a:lnTo>
                <a:lnTo>
                  <a:pt x="358" y="255"/>
                </a:lnTo>
                <a:lnTo>
                  <a:pt x="357" y="255"/>
                </a:lnTo>
                <a:lnTo>
                  <a:pt x="356" y="254"/>
                </a:lnTo>
                <a:lnTo>
                  <a:pt x="355" y="255"/>
                </a:lnTo>
                <a:lnTo>
                  <a:pt x="354" y="255"/>
                </a:lnTo>
                <a:lnTo>
                  <a:pt x="352" y="255"/>
                </a:lnTo>
                <a:lnTo>
                  <a:pt x="350" y="254"/>
                </a:lnTo>
                <a:lnTo>
                  <a:pt x="349" y="254"/>
                </a:lnTo>
                <a:lnTo>
                  <a:pt x="347" y="255"/>
                </a:lnTo>
                <a:lnTo>
                  <a:pt x="346" y="255"/>
                </a:lnTo>
                <a:lnTo>
                  <a:pt x="345" y="256"/>
                </a:lnTo>
                <a:lnTo>
                  <a:pt x="344" y="256"/>
                </a:lnTo>
                <a:lnTo>
                  <a:pt x="343" y="256"/>
                </a:lnTo>
                <a:lnTo>
                  <a:pt x="343" y="257"/>
                </a:lnTo>
                <a:lnTo>
                  <a:pt x="342" y="257"/>
                </a:lnTo>
                <a:lnTo>
                  <a:pt x="342" y="258"/>
                </a:lnTo>
                <a:lnTo>
                  <a:pt x="341" y="259"/>
                </a:lnTo>
                <a:lnTo>
                  <a:pt x="340" y="259"/>
                </a:lnTo>
                <a:lnTo>
                  <a:pt x="337" y="259"/>
                </a:lnTo>
                <a:lnTo>
                  <a:pt x="336" y="259"/>
                </a:lnTo>
                <a:lnTo>
                  <a:pt x="336" y="258"/>
                </a:lnTo>
                <a:lnTo>
                  <a:pt x="335" y="257"/>
                </a:lnTo>
                <a:lnTo>
                  <a:pt x="334" y="257"/>
                </a:lnTo>
                <a:lnTo>
                  <a:pt x="333" y="257"/>
                </a:lnTo>
                <a:lnTo>
                  <a:pt x="332" y="257"/>
                </a:lnTo>
                <a:lnTo>
                  <a:pt x="331" y="256"/>
                </a:lnTo>
                <a:lnTo>
                  <a:pt x="330" y="256"/>
                </a:lnTo>
                <a:lnTo>
                  <a:pt x="329" y="255"/>
                </a:lnTo>
                <a:lnTo>
                  <a:pt x="328" y="255"/>
                </a:lnTo>
                <a:lnTo>
                  <a:pt x="326" y="256"/>
                </a:lnTo>
                <a:lnTo>
                  <a:pt x="325" y="256"/>
                </a:lnTo>
                <a:lnTo>
                  <a:pt x="324" y="256"/>
                </a:lnTo>
                <a:lnTo>
                  <a:pt x="323" y="256"/>
                </a:lnTo>
                <a:lnTo>
                  <a:pt x="322" y="256"/>
                </a:lnTo>
                <a:lnTo>
                  <a:pt x="320" y="256"/>
                </a:lnTo>
                <a:lnTo>
                  <a:pt x="320" y="255"/>
                </a:lnTo>
                <a:lnTo>
                  <a:pt x="319" y="255"/>
                </a:lnTo>
                <a:lnTo>
                  <a:pt x="318" y="256"/>
                </a:lnTo>
                <a:lnTo>
                  <a:pt x="317" y="256"/>
                </a:lnTo>
                <a:lnTo>
                  <a:pt x="316" y="256"/>
                </a:lnTo>
                <a:lnTo>
                  <a:pt x="315" y="256"/>
                </a:lnTo>
                <a:lnTo>
                  <a:pt x="314" y="257"/>
                </a:lnTo>
                <a:lnTo>
                  <a:pt x="313" y="257"/>
                </a:lnTo>
                <a:lnTo>
                  <a:pt x="312" y="258"/>
                </a:lnTo>
                <a:lnTo>
                  <a:pt x="310" y="258"/>
                </a:lnTo>
                <a:lnTo>
                  <a:pt x="308" y="257"/>
                </a:lnTo>
                <a:lnTo>
                  <a:pt x="306" y="257"/>
                </a:lnTo>
                <a:lnTo>
                  <a:pt x="306" y="256"/>
                </a:lnTo>
                <a:lnTo>
                  <a:pt x="306" y="255"/>
                </a:lnTo>
                <a:lnTo>
                  <a:pt x="305" y="255"/>
                </a:lnTo>
                <a:lnTo>
                  <a:pt x="304" y="254"/>
                </a:lnTo>
                <a:lnTo>
                  <a:pt x="303" y="254"/>
                </a:lnTo>
                <a:lnTo>
                  <a:pt x="303" y="253"/>
                </a:lnTo>
                <a:lnTo>
                  <a:pt x="302" y="252"/>
                </a:lnTo>
                <a:lnTo>
                  <a:pt x="301" y="252"/>
                </a:lnTo>
                <a:lnTo>
                  <a:pt x="301" y="251"/>
                </a:lnTo>
                <a:lnTo>
                  <a:pt x="301" y="250"/>
                </a:lnTo>
                <a:lnTo>
                  <a:pt x="301" y="249"/>
                </a:lnTo>
                <a:lnTo>
                  <a:pt x="301" y="248"/>
                </a:lnTo>
                <a:lnTo>
                  <a:pt x="300" y="248"/>
                </a:lnTo>
                <a:lnTo>
                  <a:pt x="299" y="248"/>
                </a:lnTo>
                <a:lnTo>
                  <a:pt x="298" y="248"/>
                </a:lnTo>
                <a:lnTo>
                  <a:pt x="298" y="247"/>
                </a:lnTo>
                <a:lnTo>
                  <a:pt x="298" y="248"/>
                </a:lnTo>
                <a:lnTo>
                  <a:pt x="298" y="247"/>
                </a:lnTo>
                <a:lnTo>
                  <a:pt x="298" y="246"/>
                </a:lnTo>
                <a:lnTo>
                  <a:pt x="297" y="246"/>
                </a:lnTo>
                <a:lnTo>
                  <a:pt x="297" y="245"/>
                </a:lnTo>
                <a:lnTo>
                  <a:pt x="296" y="245"/>
                </a:lnTo>
                <a:lnTo>
                  <a:pt x="296" y="244"/>
                </a:lnTo>
                <a:lnTo>
                  <a:pt x="296" y="243"/>
                </a:lnTo>
                <a:lnTo>
                  <a:pt x="294" y="242"/>
                </a:lnTo>
                <a:lnTo>
                  <a:pt x="294" y="241"/>
                </a:lnTo>
                <a:lnTo>
                  <a:pt x="293" y="241"/>
                </a:lnTo>
                <a:lnTo>
                  <a:pt x="291" y="241"/>
                </a:lnTo>
                <a:lnTo>
                  <a:pt x="290" y="240"/>
                </a:lnTo>
                <a:lnTo>
                  <a:pt x="289" y="240"/>
                </a:lnTo>
                <a:lnTo>
                  <a:pt x="289" y="241"/>
                </a:lnTo>
                <a:lnTo>
                  <a:pt x="288" y="241"/>
                </a:lnTo>
                <a:lnTo>
                  <a:pt x="288" y="240"/>
                </a:lnTo>
                <a:lnTo>
                  <a:pt x="287" y="238"/>
                </a:lnTo>
                <a:lnTo>
                  <a:pt x="286" y="237"/>
                </a:lnTo>
                <a:lnTo>
                  <a:pt x="285" y="237"/>
                </a:lnTo>
                <a:lnTo>
                  <a:pt x="284" y="236"/>
                </a:lnTo>
                <a:lnTo>
                  <a:pt x="283" y="236"/>
                </a:lnTo>
                <a:lnTo>
                  <a:pt x="283" y="235"/>
                </a:lnTo>
                <a:lnTo>
                  <a:pt x="281" y="235"/>
                </a:lnTo>
                <a:lnTo>
                  <a:pt x="280" y="234"/>
                </a:lnTo>
                <a:lnTo>
                  <a:pt x="279" y="233"/>
                </a:lnTo>
                <a:lnTo>
                  <a:pt x="279" y="232"/>
                </a:lnTo>
                <a:lnTo>
                  <a:pt x="279" y="231"/>
                </a:lnTo>
                <a:lnTo>
                  <a:pt x="278" y="231"/>
                </a:lnTo>
                <a:lnTo>
                  <a:pt x="278" y="230"/>
                </a:lnTo>
                <a:lnTo>
                  <a:pt x="277" y="230"/>
                </a:lnTo>
                <a:lnTo>
                  <a:pt x="276" y="228"/>
                </a:lnTo>
                <a:lnTo>
                  <a:pt x="276" y="227"/>
                </a:lnTo>
                <a:lnTo>
                  <a:pt x="275" y="227"/>
                </a:lnTo>
                <a:lnTo>
                  <a:pt x="275" y="226"/>
                </a:lnTo>
                <a:lnTo>
                  <a:pt x="274" y="226"/>
                </a:lnTo>
                <a:lnTo>
                  <a:pt x="274" y="225"/>
                </a:lnTo>
                <a:lnTo>
                  <a:pt x="275" y="224"/>
                </a:lnTo>
                <a:lnTo>
                  <a:pt x="275" y="223"/>
                </a:lnTo>
                <a:lnTo>
                  <a:pt x="274" y="223"/>
                </a:lnTo>
                <a:lnTo>
                  <a:pt x="274" y="222"/>
                </a:lnTo>
                <a:lnTo>
                  <a:pt x="275" y="222"/>
                </a:lnTo>
                <a:lnTo>
                  <a:pt x="275" y="221"/>
                </a:lnTo>
                <a:lnTo>
                  <a:pt x="276" y="219"/>
                </a:lnTo>
                <a:lnTo>
                  <a:pt x="275" y="219"/>
                </a:lnTo>
                <a:lnTo>
                  <a:pt x="275" y="218"/>
                </a:lnTo>
                <a:lnTo>
                  <a:pt x="275" y="217"/>
                </a:lnTo>
                <a:lnTo>
                  <a:pt x="275" y="216"/>
                </a:lnTo>
                <a:lnTo>
                  <a:pt x="274" y="216"/>
                </a:lnTo>
                <a:lnTo>
                  <a:pt x="273" y="216"/>
                </a:lnTo>
                <a:lnTo>
                  <a:pt x="272" y="216"/>
                </a:lnTo>
                <a:lnTo>
                  <a:pt x="271" y="216"/>
                </a:lnTo>
                <a:lnTo>
                  <a:pt x="271" y="215"/>
                </a:lnTo>
                <a:lnTo>
                  <a:pt x="270" y="215"/>
                </a:lnTo>
                <a:lnTo>
                  <a:pt x="269" y="215"/>
                </a:lnTo>
                <a:lnTo>
                  <a:pt x="267" y="216"/>
                </a:lnTo>
                <a:lnTo>
                  <a:pt x="267" y="217"/>
                </a:lnTo>
                <a:lnTo>
                  <a:pt x="267" y="218"/>
                </a:lnTo>
                <a:lnTo>
                  <a:pt x="268" y="218"/>
                </a:lnTo>
                <a:lnTo>
                  <a:pt x="268" y="219"/>
                </a:lnTo>
                <a:lnTo>
                  <a:pt x="268" y="220"/>
                </a:lnTo>
                <a:lnTo>
                  <a:pt x="268" y="222"/>
                </a:lnTo>
                <a:lnTo>
                  <a:pt x="268" y="223"/>
                </a:lnTo>
                <a:lnTo>
                  <a:pt x="268" y="225"/>
                </a:lnTo>
                <a:lnTo>
                  <a:pt x="267" y="226"/>
                </a:lnTo>
                <a:lnTo>
                  <a:pt x="266" y="226"/>
                </a:lnTo>
                <a:lnTo>
                  <a:pt x="265" y="226"/>
                </a:lnTo>
                <a:lnTo>
                  <a:pt x="265" y="225"/>
                </a:lnTo>
                <a:lnTo>
                  <a:pt x="264" y="224"/>
                </a:lnTo>
                <a:lnTo>
                  <a:pt x="263" y="224"/>
                </a:lnTo>
                <a:lnTo>
                  <a:pt x="263" y="225"/>
                </a:lnTo>
                <a:lnTo>
                  <a:pt x="262" y="225"/>
                </a:lnTo>
                <a:lnTo>
                  <a:pt x="260" y="225"/>
                </a:lnTo>
                <a:lnTo>
                  <a:pt x="260" y="226"/>
                </a:lnTo>
                <a:lnTo>
                  <a:pt x="259" y="227"/>
                </a:lnTo>
                <a:lnTo>
                  <a:pt x="258" y="227"/>
                </a:lnTo>
                <a:lnTo>
                  <a:pt x="257" y="227"/>
                </a:lnTo>
                <a:lnTo>
                  <a:pt x="256" y="227"/>
                </a:lnTo>
                <a:lnTo>
                  <a:pt x="255" y="227"/>
                </a:lnTo>
                <a:lnTo>
                  <a:pt x="254" y="226"/>
                </a:lnTo>
                <a:lnTo>
                  <a:pt x="253" y="227"/>
                </a:lnTo>
                <a:lnTo>
                  <a:pt x="253" y="228"/>
                </a:lnTo>
                <a:lnTo>
                  <a:pt x="253" y="230"/>
                </a:lnTo>
                <a:lnTo>
                  <a:pt x="253" y="231"/>
                </a:lnTo>
                <a:lnTo>
                  <a:pt x="254" y="233"/>
                </a:lnTo>
                <a:lnTo>
                  <a:pt x="255" y="234"/>
                </a:lnTo>
                <a:lnTo>
                  <a:pt x="256" y="235"/>
                </a:lnTo>
                <a:lnTo>
                  <a:pt x="256" y="237"/>
                </a:lnTo>
                <a:lnTo>
                  <a:pt x="256" y="238"/>
                </a:lnTo>
                <a:lnTo>
                  <a:pt x="255" y="238"/>
                </a:lnTo>
                <a:lnTo>
                  <a:pt x="255" y="237"/>
                </a:lnTo>
                <a:lnTo>
                  <a:pt x="254" y="237"/>
                </a:lnTo>
                <a:lnTo>
                  <a:pt x="254" y="238"/>
                </a:lnTo>
                <a:lnTo>
                  <a:pt x="253" y="238"/>
                </a:lnTo>
                <a:lnTo>
                  <a:pt x="252" y="238"/>
                </a:lnTo>
                <a:lnTo>
                  <a:pt x="252" y="237"/>
                </a:lnTo>
                <a:lnTo>
                  <a:pt x="251" y="238"/>
                </a:lnTo>
                <a:lnTo>
                  <a:pt x="250" y="238"/>
                </a:lnTo>
                <a:lnTo>
                  <a:pt x="249" y="237"/>
                </a:lnTo>
                <a:lnTo>
                  <a:pt x="248" y="236"/>
                </a:lnTo>
                <a:lnTo>
                  <a:pt x="247" y="235"/>
                </a:lnTo>
                <a:lnTo>
                  <a:pt x="246" y="234"/>
                </a:lnTo>
                <a:lnTo>
                  <a:pt x="246" y="233"/>
                </a:lnTo>
                <a:lnTo>
                  <a:pt x="245" y="233"/>
                </a:lnTo>
                <a:lnTo>
                  <a:pt x="245" y="234"/>
                </a:lnTo>
                <a:lnTo>
                  <a:pt x="244" y="234"/>
                </a:lnTo>
                <a:lnTo>
                  <a:pt x="243" y="234"/>
                </a:lnTo>
                <a:lnTo>
                  <a:pt x="243" y="235"/>
                </a:lnTo>
                <a:lnTo>
                  <a:pt x="242" y="236"/>
                </a:lnTo>
                <a:lnTo>
                  <a:pt x="243" y="238"/>
                </a:lnTo>
                <a:lnTo>
                  <a:pt x="244" y="239"/>
                </a:lnTo>
                <a:lnTo>
                  <a:pt x="244" y="240"/>
                </a:lnTo>
                <a:lnTo>
                  <a:pt x="245" y="240"/>
                </a:lnTo>
                <a:lnTo>
                  <a:pt x="246" y="240"/>
                </a:lnTo>
                <a:lnTo>
                  <a:pt x="246" y="241"/>
                </a:lnTo>
                <a:lnTo>
                  <a:pt x="246" y="242"/>
                </a:lnTo>
                <a:lnTo>
                  <a:pt x="248" y="243"/>
                </a:lnTo>
                <a:lnTo>
                  <a:pt x="250" y="245"/>
                </a:lnTo>
                <a:lnTo>
                  <a:pt x="250" y="246"/>
                </a:lnTo>
                <a:lnTo>
                  <a:pt x="251" y="247"/>
                </a:lnTo>
                <a:lnTo>
                  <a:pt x="252" y="248"/>
                </a:lnTo>
                <a:lnTo>
                  <a:pt x="253" y="248"/>
                </a:lnTo>
                <a:lnTo>
                  <a:pt x="254" y="248"/>
                </a:lnTo>
                <a:lnTo>
                  <a:pt x="254" y="249"/>
                </a:lnTo>
                <a:lnTo>
                  <a:pt x="255" y="250"/>
                </a:lnTo>
                <a:lnTo>
                  <a:pt x="256" y="251"/>
                </a:lnTo>
                <a:lnTo>
                  <a:pt x="256" y="252"/>
                </a:lnTo>
                <a:lnTo>
                  <a:pt x="257" y="253"/>
                </a:lnTo>
                <a:lnTo>
                  <a:pt x="257" y="254"/>
                </a:lnTo>
                <a:lnTo>
                  <a:pt x="256" y="255"/>
                </a:lnTo>
                <a:lnTo>
                  <a:pt x="255" y="255"/>
                </a:lnTo>
                <a:lnTo>
                  <a:pt x="254" y="255"/>
                </a:lnTo>
                <a:lnTo>
                  <a:pt x="253" y="255"/>
                </a:lnTo>
                <a:lnTo>
                  <a:pt x="252" y="254"/>
                </a:lnTo>
                <a:lnTo>
                  <a:pt x="250" y="254"/>
                </a:lnTo>
                <a:lnTo>
                  <a:pt x="249" y="255"/>
                </a:lnTo>
                <a:lnTo>
                  <a:pt x="247" y="255"/>
                </a:lnTo>
                <a:lnTo>
                  <a:pt x="246" y="255"/>
                </a:lnTo>
                <a:lnTo>
                  <a:pt x="245" y="255"/>
                </a:lnTo>
                <a:lnTo>
                  <a:pt x="244" y="255"/>
                </a:lnTo>
                <a:lnTo>
                  <a:pt x="243" y="255"/>
                </a:lnTo>
                <a:lnTo>
                  <a:pt x="243" y="256"/>
                </a:lnTo>
                <a:lnTo>
                  <a:pt x="242" y="257"/>
                </a:lnTo>
                <a:lnTo>
                  <a:pt x="242" y="258"/>
                </a:lnTo>
                <a:lnTo>
                  <a:pt x="243" y="258"/>
                </a:lnTo>
                <a:lnTo>
                  <a:pt x="242" y="258"/>
                </a:lnTo>
                <a:lnTo>
                  <a:pt x="241" y="258"/>
                </a:lnTo>
                <a:lnTo>
                  <a:pt x="241" y="257"/>
                </a:lnTo>
                <a:lnTo>
                  <a:pt x="240" y="257"/>
                </a:lnTo>
                <a:lnTo>
                  <a:pt x="239" y="257"/>
                </a:lnTo>
                <a:lnTo>
                  <a:pt x="239" y="256"/>
                </a:lnTo>
                <a:lnTo>
                  <a:pt x="238" y="256"/>
                </a:lnTo>
                <a:lnTo>
                  <a:pt x="238" y="255"/>
                </a:lnTo>
                <a:lnTo>
                  <a:pt x="237" y="254"/>
                </a:lnTo>
                <a:lnTo>
                  <a:pt x="236" y="254"/>
                </a:lnTo>
                <a:lnTo>
                  <a:pt x="235" y="255"/>
                </a:lnTo>
                <a:lnTo>
                  <a:pt x="235" y="257"/>
                </a:lnTo>
                <a:lnTo>
                  <a:pt x="235" y="258"/>
                </a:lnTo>
                <a:lnTo>
                  <a:pt x="234" y="259"/>
                </a:lnTo>
                <a:lnTo>
                  <a:pt x="234" y="260"/>
                </a:lnTo>
                <a:lnTo>
                  <a:pt x="233" y="262"/>
                </a:lnTo>
                <a:lnTo>
                  <a:pt x="232" y="263"/>
                </a:lnTo>
                <a:lnTo>
                  <a:pt x="231" y="265"/>
                </a:lnTo>
                <a:lnTo>
                  <a:pt x="230" y="267"/>
                </a:lnTo>
                <a:lnTo>
                  <a:pt x="230" y="268"/>
                </a:lnTo>
                <a:lnTo>
                  <a:pt x="230" y="269"/>
                </a:lnTo>
                <a:lnTo>
                  <a:pt x="230" y="271"/>
                </a:lnTo>
                <a:lnTo>
                  <a:pt x="229" y="271"/>
                </a:lnTo>
                <a:lnTo>
                  <a:pt x="228" y="271"/>
                </a:lnTo>
                <a:lnTo>
                  <a:pt x="227" y="271"/>
                </a:lnTo>
                <a:lnTo>
                  <a:pt x="227" y="272"/>
                </a:lnTo>
                <a:lnTo>
                  <a:pt x="226" y="273"/>
                </a:lnTo>
                <a:lnTo>
                  <a:pt x="225" y="274"/>
                </a:lnTo>
                <a:lnTo>
                  <a:pt x="225" y="275"/>
                </a:lnTo>
                <a:lnTo>
                  <a:pt x="226" y="275"/>
                </a:lnTo>
                <a:lnTo>
                  <a:pt x="226" y="276"/>
                </a:lnTo>
                <a:lnTo>
                  <a:pt x="227" y="276"/>
                </a:lnTo>
                <a:lnTo>
                  <a:pt x="226" y="276"/>
                </a:lnTo>
                <a:lnTo>
                  <a:pt x="226" y="277"/>
                </a:lnTo>
                <a:lnTo>
                  <a:pt x="225" y="277"/>
                </a:lnTo>
                <a:lnTo>
                  <a:pt x="224" y="277"/>
                </a:lnTo>
                <a:lnTo>
                  <a:pt x="224" y="276"/>
                </a:lnTo>
                <a:lnTo>
                  <a:pt x="224" y="277"/>
                </a:lnTo>
                <a:lnTo>
                  <a:pt x="223" y="277"/>
                </a:lnTo>
                <a:lnTo>
                  <a:pt x="223" y="278"/>
                </a:lnTo>
                <a:lnTo>
                  <a:pt x="222" y="278"/>
                </a:lnTo>
                <a:lnTo>
                  <a:pt x="221" y="279"/>
                </a:lnTo>
                <a:lnTo>
                  <a:pt x="220" y="280"/>
                </a:lnTo>
                <a:lnTo>
                  <a:pt x="219" y="280"/>
                </a:lnTo>
                <a:lnTo>
                  <a:pt x="218" y="281"/>
                </a:lnTo>
                <a:lnTo>
                  <a:pt x="218" y="280"/>
                </a:lnTo>
                <a:lnTo>
                  <a:pt x="217" y="281"/>
                </a:lnTo>
                <a:lnTo>
                  <a:pt x="216" y="282"/>
                </a:lnTo>
                <a:lnTo>
                  <a:pt x="216" y="283"/>
                </a:lnTo>
                <a:lnTo>
                  <a:pt x="215" y="284"/>
                </a:lnTo>
                <a:lnTo>
                  <a:pt x="214" y="284"/>
                </a:lnTo>
                <a:lnTo>
                  <a:pt x="213" y="283"/>
                </a:lnTo>
                <a:lnTo>
                  <a:pt x="213" y="282"/>
                </a:lnTo>
                <a:lnTo>
                  <a:pt x="212" y="281"/>
                </a:lnTo>
                <a:lnTo>
                  <a:pt x="211" y="281"/>
                </a:lnTo>
                <a:lnTo>
                  <a:pt x="209" y="280"/>
                </a:lnTo>
                <a:lnTo>
                  <a:pt x="207" y="280"/>
                </a:lnTo>
                <a:lnTo>
                  <a:pt x="206" y="280"/>
                </a:lnTo>
                <a:lnTo>
                  <a:pt x="205" y="282"/>
                </a:lnTo>
                <a:lnTo>
                  <a:pt x="205" y="283"/>
                </a:lnTo>
                <a:lnTo>
                  <a:pt x="204" y="283"/>
                </a:lnTo>
                <a:lnTo>
                  <a:pt x="202" y="284"/>
                </a:lnTo>
                <a:lnTo>
                  <a:pt x="201" y="284"/>
                </a:lnTo>
                <a:lnTo>
                  <a:pt x="200" y="284"/>
                </a:lnTo>
                <a:lnTo>
                  <a:pt x="199" y="285"/>
                </a:lnTo>
                <a:lnTo>
                  <a:pt x="199" y="287"/>
                </a:lnTo>
                <a:lnTo>
                  <a:pt x="198" y="287"/>
                </a:lnTo>
                <a:lnTo>
                  <a:pt x="199" y="287"/>
                </a:lnTo>
                <a:lnTo>
                  <a:pt x="199" y="288"/>
                </a:lnTo>
                <a:lnTo>
                  <a:pt x="198" y="289"/>
                </a:lnTo>
                <a:lnTo>
                  <a:pt x="196" y="289"/>
                </a:lnTo>
                <a:lnTo>
                  <a:pt x="196" y="288"/>
                </a:lnTo>
                <a:lnTo>
                  <a:pt x="196" y="289"/>
                </a:lnTo>
                <a:lnTo>
                  <a:pt x="195" y="289"/>
                </a:lnTo>
                <a:lnTo>
                  <a:pt x="195" y="290"/>
                </a:lnTo>
                <a:lnTo>
                  <a:pt x="194" y="290"/>
                </a:lnTo>
                <a:lnTo>
                  <a:pt x="193" y="292"/>
                </a:lnTo>
                <a:lnTo>
                  <a:pt x="192" y="292"/>
                </a:lnTo>
                <a:lnTo>
                  <a:pt x="192" y="293"/>
                </a:lnTo>
                <a:lnTo>
                  <a:pt x="192" y="294"/>
                </a:lnTo>
                <a:lnTo>
                  <a:pt x="192" y="295"/>
                </a:lnTo>
                <a:lnTo>
                  <a:pt x="192" y="296"/>
                </a:lnTo>
                <a:lnTo>
                  <a:pt x="191" y="296"/>
                </a:lnTo>
                <a:lnTo>
                  <a:pt x="191" y="297"/>
                </a:lnTo>
                <a:lnTo>
                  <a:pt x="192" y="297"/>
                </a:lnTo>
                <a:lnTo>
                  <a:pt x="194" y="297"/>
                </a:lnTo>
                <a:lnTo>
                  <a:pt x="195" y="297"/>
                </a:lnTo>
                <a:lnTo>
                  <a:pt x="196" y="297"/>
                </a:lnTo>
                <a:lnTo>
                  <a:pt x="196" y="298"/>
                </a:lnTo>
                <a:lnTo>
                  <a:pt x="195" y="300"/>
                </a:lnTo>
                <a:lnTo>
                  <a:pt x="195" y="301"/>
                </a:lnTo>
                <a:lnTo>
                  <a:pt x="195" y="302"/>
                </a:lnTo>
                <a:lnTo>
                  <a:pt x="196" y="302"/>
                </a:lnTo>
                <a:lnTo>
                  <a:pt x="195" y="304"/>
                </a:lnTo>
                <a:lnTo>
                  <a:pt x="196" y="304"/>
                </a:lnTo>
                <a:lnTo>
                  <a:pt x="198" y="306"/>
                </a:lnTo>
                <a:lnTo>
                  <a:pt x="202" y="310"/>
                </a:lnTo>
                <a:lnTo>
                  <a:pt x="203" y="311"/>
                </a:lnTo>
                <a:lnTo>
                  <a:pt x="203" y="312"/>
                </a:lnTo>
                <a:lnTo>
                  <a:pt x="204" y="312"/>
                </a:lnTo>
                <a:lnTo>
                  <a:pt x="205" y="312"/>
                </a:lnTo>
                <a:lnTo>
                  <a:pt x="205" y="313"/>
                </a:lnTo>
                <a:lnTo>
                  <a:pt x="205" y="314"/>
                </a:lnTo>
                <a:lnTo>
                  <a:pt x="206" y="314"/>
                </a:lnTo>
                <a:lnTo>
                  <a:pt x="207" y="314"/>
                </a:lnTo>
                <a:lnTo>
                  <a:pt x="208" y="314"/>
                </a:lnTo>
                <a:lnTo>
                  <a:pt x="209" y="314"/>
                </a:lnTo>
                <a:lnTo>
                  <a:pt x="210" y="314"/>
                </a:lnTo>
                <a:lnTo>
                  <a:pt x="211" y="314"/>
                </a:lnTo>
                <a:lnTo>
                  <a:pt x="211" y="315"/>
                </a:lnTo>
                <a:lnTo>
                  <a:pt x="211" y="316"/>
                </a:lnTo>
                <a:lnTo>
                  <a:pt x="212" y="318"/>
                </a:lnTo>
                <a:lnTo>
                  <a:pt x="213" y="319"/>
                </a:lnTo>
                <a:lnTo>
                  <a:pt x="214" y="319"/>
                </a:lnTo>
                <a:lnTo>
                  <a:pt x="214" y="320"/>
                </a:lnTo>
                <a:lnTo>
                  <a:pt x="215" y="322"/>
                </a:lnTo>
                <a:lnTo>
                  <a:pt x="215" y="323"/>
                </a:lnTo>
                <a:lnTo>
                  <a:pt x="216" y="325"/>
                </a:lnTo>
                <a:lnTo>
                  <a:pt x="217" y="325"/>
                </a:lnTo>
                <a:lnTo>
                  <a:pt x="217" y="326"/>
                </a:lnTo>
                <a:lnTo>
                  <a:pt x="216" y="326"/>
                </a:lnTo>
                <a:lnTo>
                  <a:pt x="215" y="327"/>
                </a:lnTo>
                <a:lnTo>
                  <a:pt x="214" y="327"/>
                </a:lnTo>
                <a:lnTo>
                  <a:pt x="213" y="327"/>
                </a:lnTo>
                <a:lnTo>
                  <a:pt x="212" y="328"/>
                </a:lnTo>
                <a:lnTo>
                  <a:pt x="212" y="329"/>
                </a:lnTo>
                <a:lnTo>
                  <a:pt x="212" y="330"/>
                </a:lnTo>
                <a:lnTo>
                  <a:pt x="211" y="330"/>
                </a:lnTo>
                <a:lnTo>
                  <a:pt x="210" y="330"/>
                </a:lnTo>
                <a:lnTo>
                  <a:pt x="210" y="332"/>
                </a:lnTo>
                <a:lnTo>
                  <a:pt x="210" y="333"/>
                </a:lnTo>
                <a:lnTo>
                  <a:pt x="210" y="334"/>
                </a:lnTo>
                <a:lnTo>
                  <a:pt x="209" y="336"/>
                </a:lnTo>
                <a:lnTo>
                  <a:pt x="208" y="337"/>
                </a:lnTo>
                <a:lnTo>
                  <a:pt x="208" y="336"/>
                </a:lnTo>
                <a:lnTo>
                  <a:pt x="207" y="336"/>
                </a:lnTo>
                <a:lnTo>
                  <a:pt x="207" y="337"/>
                </a:lnTo>
                <a:lnTo>
                  <a:pt x="207" y="338"/>
                </a:lnTo>
                <a:lnTo>
                  <a:pt x="207" y="339"/>
                </a:lnTo>
                <a:lnTo>
                  <a:pt x="206" y="339"/>
                </a:lnTo>
                <a:lnTo>
                  <a:pt x="207" y="339"/>
                </a:lnTo>
                <a:lnTo>
                  <a:pt x="207" y="340"/>
                </a:lnTo>
                <a:lnTo>
                  <a:pt x="207" y="341"/>
                </a:lnTo>
                <a:lnTo>
                  <a:pt x="208" y="341"/>
                </a:lnTo>
                <a:lnTo>
                  <a:pt x="207" y="341"/>
                </a:lnTo>
                <a:lnTo>
                  <a:pt x="207" y="342"/>
                </a:lnTo>
                <a:lnTo>
                  <a:pt x="206" y="342"/>
                </a:lnTo>
                <a:lnTo>
                  <a:pt x="205" y="342"/>
                </a:lnTo>
                <a:lnTo>
                  <a:pt x="205" y="341"/>
                </a:lnTo>
                <a:lnTo>
                  <a:pt x="204" y="341"/>
                </a:lnTo>
                <a:lnTo>
                  <a:pt x="203" y="341"/>
                </a:lnTo>
                <a:lnTo>
                  <a:pt x="202" y="341"/>
                </a:lnTo>
                <a:lnTo>
                  <a:pt x="202" y="340"/>
                </a:lnTo>
                <a:lnTo>
                  <a:pt x="201" y="340"/>
                </a:lnTo>
                <a:lnTo>
                  <a:pt x="201" y="339"/>
                </a:lnTo>
                <a:lnTo>
                  <a:pt x="201" y="338"/>
                </a:lnTo>
                <a:lnTo>
                  <a:pt x="200" y="338"/>
                </a:lnTo>
                <a:lnTo>
                  <a:pt x="199" y="339"/>
                </a:lnTo>
                <a:lnTo>
                  <a:pt x="199" y="340"/>
                </a:lnTo>
                <a:lnTo>
                  <a:pt x="198" y="340"/>
                </a:lnTo>
                <a:lnTo>
                  <a:pt x="198" y="341"/>
                </a:lnTo>
                <a:lnTo>
                  <a:pt x="198" y="342"/>
                </a:lnTo>
                <a:lnTo>
                  <a:pt x="198" y="343"/>
                </a:lnTo>
                <a:lnTo>
                  <a:pt x="198" y="344"/>
                </a:lnTo>
                <a:lnTo>
                  <a:pt x="197" y="345"/>
                </a:lnTo>
                <a:lnTo>
                  <a:pt x="196" y="345"/>
                </a:lnTo>
                <a:lnTo>
                  <a:pt x="195" y="345"/>
                </a:lnTo>
                <a:lnTo>
                  <a:pt x="194" y="345"/>
                </a:lnTo>
                <a:lnTo>
                  <a:pt x="193" y="345"/>
                </a:lnTo>
                <a:lnTo>
                  <a:pt x="194" y="345"/>
                </a:lnTo>
                <a:lnTo>
                  <a:pt x="193" y="346"/>
                </a:lnTo>
                <a:lnTo>
                  <a:pt x="192" y="345"/>
                </a:lnTo>
                <a:lnTo>
                  <a:pt x="191" y="345"/>
                </a:lnTo>
                <a:lnTo>
                  <a:pt x="191" y="346"/>
                </a:lnTo>
                <a:lnTo>
                  <a:pt x="190" y="346"/>
                </a:lnTo>
                <a:lnTo>
                  <a:pt x="189" y="346"/>
                </a:lnTo>
                <a:lnTo>
                  <a:pt x="188" y="346"/>
                </a:lnTo>
                <a:lnTo>
                  <a:pt x="188" y="347"/>
                </a:lnTo>
                <a:lnTo>
                  <a:pt x="188" y="348"/>
                </a:lnTo>
                <a:lnTo>
                  <a:pt x="187" y="348"/>
                </a:lnTo>
                <a:lnTo>
                  <a:pt x="185" y="348"/>
                </a:lnTo>
                <a:lnTo>
                  <a:pt x="184" y="348"/>
                </a:lnTo>
                <a:lnTo>
                  <a:pt x="183" y="348"/>
                </a:lnTo>
                <a:lnTo>
                  <a:pt x="183" y="349"/>
                </a:lnTo>
                <a:lnTo>
                  <a:pt x="183" y="350"/>
                </a:lnTo>
                <a:lnTo>
                  <a:pt x="183" y="351"/>
                </a:lnTo>
                <a:lnTo>
                  <a:pt x="182" y="351"/>
                </a:lnTo>
                <a:lnTo>
                  <a:pt x="180" y="351"/>
                </a:lnTo>
                <a:lnTo>
                  <a:pt x="180" y="352"/>
                </a:lnTo>
                <a:lnTo>
                  <a:pt x="180" y="353"/>
                </a:lnTo>
                <a:lnTo>
                  <a:pt x="179" y="354"/>
                </a:lnTo>
                <a:lnTo>
                  <a:pt x="178" y="354"/>
                </a:lnTo>
                <a:lnTo>
                  <a:pt x="177" y="354"/>
                </a:lnTo>
                <a:lnTo>
                  <a:pt x="177" y="355"/>
                </a:lnTo>
                <a:lnTo>
                  <a:pt x="176" y="356"/>
                </a:lnTo>
                <a:lnTo>
                  <a:pt x="175" y="357"/>
                </a:lnTo>
                <a:lnTo>
                  <a:pt x="175" y="358"/>
                </a:lnTo>
                <a:lnTo>
                  <a:pt x="174" y="358"/>
                </a:lnTo>
                <a:lnTo>
                  <a:pt x="174" y="359"/>
                </a:lnTo>
                <a:lnTo>
                  <a:pt x="173" y="360"/>
                </a:lnTo>
                <a:lnTo>
                  <a:pt x="172" y="361"/>
                </a:lnTo>
                <a:lnTo>
                  <a:pt x="171" y="361"/>
                </a:lnTo>
                <a:lnTo>
                  <a:pt x="171" y="362"/>
                </a:lnTo>
                <a:lnTo>
                  <a:pt x="170" y="362"/>
                </a:lnTo>
                <a:lnTo>
                  <a:pt x="170" y="363"/>
                </a:lnTo>
                <a:lnTo>
                  <a:pt x="170" y="364"/>
                </a:lnTo>
                <a:lnTo>
                  <a:pt x="171" y="365"/>
                </a:lnTo>
                <a:lnTo>
                  <a:pt x="170" y="366"/>
                </a:lnTo>
                <a:lnTo>
                  <a:pt x="169" y="366"/>
                </a:lnTo>
                <a:lnTo>
                  <a:pt x="169" y="367"/>
                </a:lnTo>
                <a:lnTo>
                  <a:pt x="169" y="368"/>
                </a:lnTo>
                <a:lnTo>
                  <a:pt x="168" y="369"/>
                </a:lnTo>
                <a:lnTo>
                  <a:pt x="169" y="369"/>
                </a:lnTo>
                <a:lnTo>
                  <a:pt x="169" y="370"/>
                </a:lnTo>
                <a:lnTo>
                  <a:pt x="169" y="371"/>
                </a:lnTo>
                <a:lnTo>
                  <a:pt x="169" y="372"/>
                </a:lnTo>
                <a:lnTo>
                  <a:pt x="170" y="371"/>
                </a:lnTo>
                <a:lnTo>
                  <a:pt x="171" y="371"/>
                </a:lnTo>
                <a:lnTo>
                  <a:pt x="171" y="372"/>
                </a:lnTo>
                <a:lnTo>
                  <a:pt x="172" y="372"/>
                </a:lnTo>
                <a:lnTo>
                  <a:pt x="173" y="372"/>
                </a:lnTo>
                <a:lnTo>
                  <a:pt x="173" y="373"/>
                </a:lnTo>
                <a:lnTo>
                  <a:pt x="174" y="373"/>
                </a:lnTo>
                <a:lnTo>
                  <a:pt x="175" y="373"/>
                </a:lnTo>
                <a:lnTo>
                  <a:pt x="175" y="374"/>
                </a:lnTo>
                <a:lnTo>
                  <a:pt x="176" y="375"/>
                </a:lnTo>
                <a:lnTo>
                  <a:pt x="177" y="375"/>
                </a:lnTo>
                <a:lnTo>
                  <a:pt x="177" y="376"/>
                </a:lnTo>
                <a:lnTo>
                  <a:pt x="178" y="376"/>
                </a:lnTo>
                <a:lnTo>
                  <a:pt x="178" y="377"/>
                </a:lnTo>
                <a:lnTo>
                  <a:pt x="179" y="377"/>
                </a:lnTo>
                <a:lnTo>
                  <a:pt x="179" y="378"/>
                </a:lnTo>
                <a:lnTo>
                  <a:pt x="178" y="379"/>
                </a:lnTo>
                <a:lnTo>
                  <a:pt x="178" y="380"/>
                </a:lnTo>
                <a:lnTo>
                  <a:pt x="179" y="380"/>
                </a:lnTo>
                <a:lnTo>
                  <a:pt x="180" y="380"/>
                </a:lnTo>
                <a:lnTo>
                  <a:pt x="180" y="381"/>
                </a:lnTo>
                <a:lnTo>
                  <a:pt x="180" y="382"/>
                </a:lnTo>
                <a:lnTo>
                  <a:pt x="180" y="383"/>
                </a:lnTo>
                <a:lnTo>
                  <a:pt x="179" y="384"/>
                </a:lnTo>
                <a:lnTo>
                  <a:pt x="179" y="385"/>
                </a:lnTo>
                <a:lnTo>
                  <a:pt x="180" y="385"/>
                </a:lnTo>
                <a:lnTo>
                  <a:pt x="180" y="386"/>
                </a:lnTo>
                <a:lnTo>
                  <a:pt x="181" y="386"/>
                </a:lnTo>
                <a:lnTo>
                  <a:pt x="182" y="386"/>
                </a:lnTo>
                <a:lnTo>
                  <a:pt x="183" y="387"/>
                </a:lnTo>
                <a:lnTo>
                  <a:pt x="184" y="388"/>
                </a:lnTo>
                <a:lnTo>
                  <a:pt x="184" y="387"/>
                </a:lnTo>
                <a:lnTo>
                  <a:pt x="185" y="387"/>
                </a:lnTo>
                <a:lnTo>
                  <a:pt x="185" y="388"/>
                </a:lnTo>
                <a:lnTo>
                  <a:pt x="185" y="389"/>
                </a:lnTo>
                <a:lnTo>
                  <a:pt x="184" y="390"/>
                </a:lnTo>
                <a:lnTo>
                  <a:pt x="183" y="391"/>
                </a:lnTo>
                <a:lnTo>
                  <a:pt x="183" y="390"/>
                </a:lnTo>
                <a:lnTo>
                  <a:pt x="183" y="391"/>
                </a:lnTo>
                <a:lnTo>
                  <a:pt x="182" y="391"/>
                </a:lnTo>
                <a:lnTo>
                  <a:pt x="181" y="391"/>
                </a:lnTo>
                <a:lnTo>
                  <a:pt x="180" y="391"/>
                </a:lnTo>
                <a:lnTo>
                  <a:pt x="180" y="392"/>
                </a:lnTo>
                <a:lnTo>
                  <a:pt x="179" y="392"/>
                </a:lnTo>
                <a:lnTo>
                  <a:pt x="178" y="391"/>
                </a:lnTo>
                <a:lnTo>
                  <a:pt x="177" y="391"/>
                </a:lnTo>
                <a:lnTo>
                  <a:pt x="176" y="391"/>
                </a:lnTo>
                <a:lnTo>
                  <a:pt x="176" y="392"/>
                </a:lnTo>
                <a:lnTo>
                  <a:pt x="175" y="392"/>
                </a:lnTo>
                <a:lnTo>
                  <a:pt x="175" y="393"/>
                </a:lnTo>
                <a:lnTo>
                  <a:pt x="174" y="393"/>
                </a:lnTo>
                <a:lnTo>
                  <a:pt x="173" y="393"/>
                </a:lnTo>
                <a:lnTo>
                  <a:pt x="172" y="393"/>
                </a:lnTo>
                <a:lnTo>
                  <a:pt x="172" y="394"/>
                </a:lnTo>
                <a:lnTo>
                  <a:pt x="171" y="394"/>
                </a:lnTo>
                <a:lnTo>
                  <a:pt x="171" y="395"/>
                </a:lnTo>
                <a:lnTo>
                  <a:pt x="172" y="395"/>
                </a:lnTo>
                <a:lnTo>
                  <a:pt x="172" y="396"/>
                </a:lnTo>
                <a:lnTo>
                  <a:pt x="173" y="396"/>
                </a:lnTo>
                <a:lnTo>
                  <a:pt x="173" y="397"/>
                </a:lnTo>
                <a:lnTo>
                  <a:pt x="174" y="398"/>
                </a:lnTo>
                <a:lnTo>
                  <a:pt x="175" y="398"/>
                </a:lnTo>
                <a:lnTo>
                  <a:pt x="176" y="399"/>
                </a:lnTo>
                <a:lnTo>
                  <a:pt x="176" y="398"/>
                </a:lnTo>
                <a:lnTo>
                  <a:pt x="178" y="398"/>
                </a:lnTo>
                <a:lnTo>
                  <a:pt x="178" y="399"/>
                </a:lnTo>
                <a:lnTo>
                  <a:pt x="178" y="400"/>
                </a:lnTo>
                <a:lnTo>
                  <a:pt x="178" y="401"/>
                </a:lnTo>
                <a:lnTo>
                  <a:pt x="179" y="402"/>
                </a:lnTo>
                <a:lnTo>
                  <a:pt x="179" y="403"/>
                </a:lnTo>
                <a:lnTo>
                  <a:pt x="180" y="404"/>
                </a:lnTo>
                <a:lnTo>
                  <a:pt x="180" y="405"/>
                </a:lnTo>
                <a:lnTo>
                  <a:pt x="179" y="406"/>
                </a:lnTo>
                <a:lnTo>
                  <a:pt x="179" y="407"/>
                </a:lnTo>
                <a:lnTo>
                  <a:pt x="179" y="408"/>
                </a:lnTo>
                <a:lnTo>
                  <a:pt x="178" y="408"/>
                </a:lnTo>
                <a:lnTo>
                  <a:pt x="178" y="409"/>
                </a:lnTo>
                <a:lnTo>
                  <a:pt x="178" y="410"/>
                </a:lnTo>
                <a:lnTo>
                  <a:pt x="180" y="410"/>
                </a:lnTo>
                <a:lnTo>
                  <a:pt x="181" y="410"/>
                </a:lnTo>
                <a:lnTo>
                  <a:pt x="182" y="410"/>
                </a:lnTo>
                <a:lnTo>
                  <a:pt x="182" y="411"/>
                </a:lnTo>
                <a:lnTo>
                  <a:pt x="183" y="411"/>
                </a:lnTo>
                <a:lnTo>
                  <a:pt x="183" y="412"/>
                </a:lnTo>
                <a:lnTo>
                  <a:pt x="183" y="413"/>
                </a:lnTo>
                <a:lnTo>
                  <a:pt x="183" y="414"/>
                </a:lnTo>
                <a:lnTo>
                  <a:pt x="182" y="414"/>
                </a:lnTo>
                <a:lnTo>
                  <a:pt x="182" y="415"/>
                </a:lnTo>
                <a:lnTo>
                  <a:pt x="182" y="416"/>
                </a:lnTo>
                <a:lnTo>
                  <a:pt x="183" y="417"/>
                </a:lnTo>
                <a:lnTo>
                  <a:pt x="183" y="416"/>
                </a:lnTo>
                <a:lnTo>
                  <a:pt x="184" y="415"/>
                </a:lnTo>
                <a:lnTo>
                  <a:pt x="184" y="414"/>
                </a:lnTo>
                <a:lnTo>
                  <a:pt x="185" y="414"/>
                </a:lnTo>
                <a:lnTo>
                  <a:pt x="185" y="413"/>
                </a:lnTo>
                <a:lnTo>
                  <a:pt x="186" y="414"/>
                </a:lnTo>
                <a:lnTo>
                  <a:pt x="187" y="415"/>
                </a:lnTo>
                <a:lnTo>
                  <a:pt x="188" y="416"/>
                </a:lnTo>
                <a:lnTo>
                  <a:pt x="188" y="417"/>
                </a:lnTo>
                <a:lnTo>
                  <a:pt x="189" y="417"/>
                </a:lnTo>
                <a:lnTo>
                  <a:pt x="190" y="417"/>
                </a:lnTo>
                <a:lnTo>
                  <a:pt x="190" y="416"/>
                </a:lnTo>
                <a:lnTo>
                  <a:pt x="191" y="415"/>
                </a:lnTo>
                <a:lnTo>
                  <a:pt x="192" y="415"/>
                </a:lnTo>
                <a:lnTo>
                  <a:pt x="193" y="415"/>
                </a:lnTo>
                <a:lnTo>
                  <a:pt x="194" y="415"/>
                </a:lnTo>
                <a:lnTo>
                  <a:pt x="194" y="414"/>
                </a:lnTo>
                <a:lnTo>
                  <a:pt x="195" y="414"/>
                </a:lnTo>
                <a:lnTo>
                  <a:pt x="195" y="415"/>
                </a:lnTo>
                <a:lnTo>
                  <a:pt x="196" y="415"/>
                </a:lnTo>
                <a:lnTo>
                  <a:pt x="197" y="414"/>
                </a:lnTo>
                <a:lnTo>
                  <a:pt x="197" y="413"/>
                </a:lnTo>
                <a:lnTo>
                  <a:pt x="198" y="413"/>
                </a:lnTo>
                <a:lnTo>
                  <a:pt x="198" y="414"/>
                </a:lnTo>
                <a:lnTo>
                  <a:pt x="199" y="414"/>
                </a:lnTo>
                <a:lnTo>
                  <a:pt x="199" y="415"/>
                </a:lnTo>
                <a:lnTo>
                  <a:pt x="200" y="416"/>
                </a:lnTo>
                <a:lnTo>
                  <a:pt x="200" y="417"/>
                </a:lnTo>
                <a:lnTo>
                  <a:pt x="201" y="417"/>
                </a:lnTo>
                <a:lnTo>
                  <a:pt x="201" y="418"/>
                </a:lnTo>
                <a:lnTo>
                  <a:pt x="200" y="418"/>
                </a:lnTo>
                <a:lnTo>
                  <a:pt x="200" y="419"/>
                </a:lnTo>
                <a:lnTo>
                  <a:pt x="201" y="419"/>
                </a:lnTo>
                <a:lnTo>
                  <a:pt x="202" y="419"/>
                </a:lnTo>
                <a:lnTo>
                  <a:pt x="203" y="419"/>
                </a:lnTo>
                <a:lnTo>
                  <a:pt x="203" y="420"/>
                </a:lnTo>
                <a:lnTo>
                  <a:pt x="203" y="421"/>
                </a:lnTo>
                <a:lnTo>
                  <a:pt x="204" y="421"/>
                </a:lnTo>
                <a:lnTo>
                  <a:pt x="205" y="421"/>
                </a:lnTo>
                <a:lnTo>
                  <a:pt x="205" y="422"/>
                </a:lnTo>
                <a:lnTo>
                  <a:pt x="206" y="423"/>
                </a:lnTo>
                <a:lnTo>
                  <a:pt x="206" y="424"/>
                </a:lnTo>
                <a:lnTo>
                  <a:pt x="207" y="425"/>
                </a:lnTo>
                <a:lnTo>
                  <a:pt x="208" y="425"/>
                </a:lnTo>
                <a:lnTo>
                  <a:pt x="209" y="425"/>
                </a:lnTo>
                <a:lnTo>
                  <a:pt x="208" y="425"/>
                </a:lnTo>
                <a:lnTo>
                  <a:pt x="209" y="425"/>
                </a:lnTo>
                <a:lnTo>
                  <a:pt x="210" y="425"/>
                </a:lnTo>
                <a:lnTo>
                  <a:pt x="211" y="425"/>
                </a:lnTo>
                <a:lnTo>
                  <a:pt x="212" y="425"/>
                </a:lnTo>
                <a:lnTo>
                  <a:pt x="214" y="425"/>
                </a:lnTo>
                <a:lnTo>
                  <a:pt x="215" y="425"/>
                </a:lnTo>
                <a:lnTo>
                  <a:pt x="214" y="424"/>
                </a:lnTo>
                <a:lnTo>
                  <a:pt x="213" y="424"/>
                </a:lnTo>
                <a:lnTo>
                  <a:pt x="213" y="422"/>
                </a:lnTo>
                <a:lnTo>
                  <a:pt x="214" y="422"/>
                </a:lnTo>
                <a:lnTo>
                  <a:pt x="214" y="421"/>
                </a:lnTo>
                <a:lnTo>
                  <a:pt x="214" y="420"/>
                </a:lnTo>
                <a:lnTo>
                  <a:pt x="215" y="420"/>
                </a:lnTo>
                <a:lnTo>
                  <a:pt x="216" y="419"/>
                </a:lnTo>
                <a:lnTo>
                  <a:pt x="216" y="418"/>
                </a:lnTo>
                <a:lnTo>
                  <a:pt x="216" y="419"/>
                </a:lnTo>
                <a:lnTo>
                  <a:pt x="217" y="419"/>
                </a:lnTo>
                <a:lnTo>
                  <a:pt x="218" y="419"/>
                </a:lnTo>
                <a:lnTo>
                  <a:pt x="219" y="419"/>
                </a:lnTo>
                <a:lnTo>
                  <a:pt x="220" y="418"/>
                </a:lnTo>
                <a:lnTo>
                  <a:pt x="220" y="417"/>
                </a:lnTo>
                <a:lnTo>
                  <a:pt x="219" y="417"/>
                </a:lnTo>
                <a:lnTo>
                  <a:pt x="219" y="416"/>
                </a:lnTo>
                <a:lnTo>
                  <a:pt x="220" y="416"/>
                </a:lnTo>
                <a:lnTo>
                  <a:pt x="221" y="416"/>
                </a:lnTo>
                <a:lnTo>
                  <a:pt x="222" y="416"/>
                </a:lnTo>
                <a:lnTo>
                  <a:pt x="222" y="415"/>
                </a:lnTo>
                <a:lnTo>
                  <a:pt x="221" y="415"/>
                </a:lnTo>
                <a:lnTo>
                  <a:pt x="222" y="414"/>
                </a:lnTo>
                <a:lnTo>
                  <a:pt x="221" y="414"/>
                </a:lnTo>
                <a:lnTo>
                  <a:pt x="221" y="413"/>
                </a:lnTo>
                <a:lnTo>
                  <a:pt x="221" y="412"/>
                </a:lnTo>
                <a:lnTo>
                  <a:pt x="222" y="412"/>
                </a:lnTo>
                <a:lnTo>
                  <a:pt x="223" y="413"/>
                </a:lnTo>
                <a:lnTo>
                  <a:pt x="223" y="414"/>
                </a:lnTo>
                <a:lnTo>
                  <a:pt x="224" y="414"/>
                </a:lnTo>
                <a:lnTo>
                  <a:pt x="224" y="415"/>
                </a:lnTo>
                <a:lnTo>
                  <a:pt x="225" y="415"/>
                </a:lnTo>
                <a:lnTo>
                  <a:pt x="225" y="416"/>
                </a:lnTo>
                <a:lnTo>
                  <a:pt x="226" y="416"/>
                </a:lnTo>
                <a:lnTo>
                  <a:pt x="226" y="417"/>
                </a:lnTo>
                <a:lnTo>
                  <a:pt x="227" y="416"/>
                </a:lnTo>
                <a:lnTo>
                  <a:pt x="227" y="415"/>
                </a:lnTo>
                <a:lnTo>
                  <a:pt x="228" y="415"/>
                </a:lnTo>
                <a:lnTo>
                  <a:pt x="228" y="414"/>
                </a:lnTo>
                <a:lnTo>
                  <a:pt x="228" y="413"/>
                </a:lnTo>
                <a:lnTo>
                  <a:pt x="228" y="412"/>
                </a:lnTo>
                <a:lnTo>
                  <a:pt x="229" y="412"/>
                </a:lnTo>
                <a:lnTo>
                  <a:pt x="229" y="413"/>
                </a:lnTo>
                <a:lnTo>
                  <a:pt x="230" y="413"/>
                </a:lnTo>
                <a:lnTo>
                  <a:pt x="230" y="414"/>
                </a:lnTo>
                <a:lnTo>
                  <a:pt x="231" y="414"/>
                </a:lnTo>
                <a:lnTo>
                  <a:pt x="231" y="413"/>
                </a:lnTo>
                <a:lnTo>
                  <a:pt x="231" y="412"/>
                </a:lnTo>
                <a:lnTo>
                  <a:pt x="232" y="413"/>
                </a:lnTo>
                <a:lnTo>
                  <a:pt x="232" y="412"/>
                </a:lnTo>
                <a:lnTo>
                  <a:pt x="232" y="414"/>
                </a:lnTo>
                <a:lnTo>
                  <a:pt x="233" y="414"/>
                </a:lnTo>
                <a:lnTo>
                  <a:pt x="234" y="414"/>
                </a:lnTo>
                <a:lnTo>
                  <a:pt x="236" y="414"/>
                </a:lnTo>
                <a:lnTo>
                  <a:pt x="238" y="414"/>
                </a:lnTo>
                <a:lnTo>
                  <a:pt x="239" y="413"/>
                </a:lnTo>
                <a:lnTo>
                  <a:pt x="240" y="413"/>
                </a:lnTo>
                <a:lnTo>
                  <a:pt x="240" y="414"/>
                </a:lnTo>
                <a:lnTo>
                  <a:pt x="241" y="414"/>
                </a:lnTo>
                <a:lnTo>
                  <a:pt x="241" y="413"/>
                </a:lnTo>
                <a:lnTo>
                  <a:pt x="242" y="413"/>
                </a:lnTo>
                <a:lnTo>
                  <a:pt x="242" y="414"/>
                </a:lnTo>
                <a:lnTo>
                  <a:pt x="244" y="414"/>
                </a:lnTo>
                <a:lnTo>
                  <a:pt x="244" y="413"/>
                </a:lnTo>
                <a:lnTo>
                  <a:pt x="245" y="413"/>
                </a:lnTo>
                <a:lnTo>
                  <a:pt x="245" y="412"/>
                </a:lnTo>
                <a:lnTo>
                  <a:pt x="246" y="412"/>
                </a:lnTo>
                <a:lnTo>
                  <a:pt x="246" y="411"/>
                </a:lnTo>
                <a:lnTo>
                  <a:pt x="247" y="411"/>
                </a:lnTo>
                <a:lnTo>
                  <a:pt x="247" y="410"/>
                </a:lnTo>
                <a:lnTo>
                  <a:pt x="248" y="410"/>
                </a:lnTo>
                <a:lnTo>
                  <a:pt x="249" y="410"/>
                </a:lnTo>
                <a:lnTo>
                  <a:pt x="249" y="411"/>
                </a:lnTo>
                <a:lnTo>
                  <a:pt x="249" y="410"/>
                </a:lnTo>
                <a:lnTo>
                  <a:pt x="250" y="410"/>
                </a:lnTo>
                <a:lnTo>
                  <a:pt x="250" y="411"/>
                </a:lnTo>
                <a:lnTo>
                  <a:pt x="250" y="412"/>
                </a:lnTo>
                <a:lnTo>
                  <a:pt x="251" y="412"/>
                </a:lnTo>
                <a:lnTo>
                  <a:pt x="251" y="411"/>
                </a:lnTo>
                <a:lnTo>
                  <a:pt x="252" y="413"/>
                </a:lnTo>
                <a:lnTo>
                  <a:pt x="254" y="413"/>
                </a:lnTo>
                <a:lnTo>
                  <a:pt x="254" y="414"/>
                </a:lnTo>
                <a:lnTo>
                  <a:pt x="254" y="415"/>
                </a:lnTo>
                <a:lnTo>
                  <a:pt x="254" y="416"/>
                </a:lnTo>
                <a:lnTo>
                  <a:pt x="254" y="418"/>
                </a:lnTo>
                <a:lnTo>
                  <a:pt x="255" y="418"/>
                </a:lnTo>
                <a:lnTo>
                  <a:pt x="255" y="419"/>
                </a:lnTo>
                <a:lnTo>
                  <a:pt x="255" y="420"/>
                </a:lnTo>
                <a:lnTo>
                  <a:pt x="256" y="420"/>
                </a:lnTo>
                <a:lnTo>
                  <a:pt x="256" y="421"/>
                </a:lnTo>
                <a:lnTo>
                  <a:pt x="257" y="422"/>
                </a:lnTo>
                <a:lnTo>
                  <a:pt x="258" y="422"/>
                </a:lnTo>
                <a:lnTo>
                  <a:pt x="260" y="422"/>
                </a:lnTo>
                <a:lnTo>
                  <a:pt x="261" y="422"/>
                </a:lnTo>
                <a:lnTo>
                  <a:pt x="261" y="423"/>
                </a:lnTo>
                <a:lnTo>
                  <a:pt x="262" y="423"/>
                </a:lnTo>
                <a:lnTo>
                  <a:pt x="262" y="424"/>
                </a:lnTo>
                <a:lnTo>
                  <a:pt x="263" y="425"/>
                </a:lnTo>
                <a:lnTo>
                  <a:pt x="264" y="426"/>
                </a:lnTo>
                <a:lnTo>
                  <a:pt x="265" y="426"/>
                </a:lnTo>
                <a:lnTo>
                  <a:pt x="266" y="426"/>
                </a:lnTo>
                <a:lnTo>
                  <a:pt x="267" y="426"/>
                </a:lnTo>
                <a:lnTo>
                  <a:pt x="268" y="426"/>
                </a:lnTo>
                <a:lnTo>
                  <a:pt x="269" y="426"/>
                </a:lnTo>
                <a:lnTo>
                  <a:pt x="270" y="426"/>
                </a:lnTo>
                <a:lnTo>
                  <a:pt x="271" y="426"/>
                </a:lnTo>
                <a:lnTo>
                  <a:pt x="273" y="426"/>
                </a:lnTo>
                <a:lnTo>
                  <a:pt x="274" y="427"/>
                </a:lnTo>
                <a:lnTo>
                  <a:pt x="274" y="426"/>
                </a:lnTo>
                <a:lnTo>
                  <a:pt x="275" y="426"/>
                </a:lnTo>
                <a:lnTo>
                  <a:pt x="276" y="426"/>
                </a:lnTo>
                <a:lnTo>
                  <a:pt x="276" y="425"/>
                </a:lnTo>
                <a:lnTo>
                  <a:pt x="276" y="424"/>
                </a:lnTo>
                <a:lnTo>
                  <a:pt x="276" y="425"/>
                </a:lnTo>
                <a:lnTo>
                  <a:pt x="276" y="424"/>
                </a:lnTo>
                <a:lnTo>
                  <a:pt x="275" y="424"/>
                </a:lnTo>
                <a:lnTo>
                  <a:pt x="275" y="423"/>
                </a:lnTo>
                <a:lnTo>
                  <a:pt x="275" y="422"/>
                </a:lnTo>
                <a:lnTo>
                  <a:pt x="274" y="421"/>
                </a:lnTo>
                <a:lnTo>
                  <a:pt x="274" y="422"/>
                </a:lnTo>
                <a:lnTo>
                  <a:pt x="273" y="422"/>
                </a:lnTo>
                <a:lnTo>
                  <a:pt x="273" y="421"/>
                </a:lnTo>
                <a:lnTo>
                  <a:pt x="272" y="421"/>
                </a:lnTo>
                <a:lnTo>
                  <a:pt x="272" y="422"/>
                </a:lnTo>
                <a:lnTo>
                  <a:pt x="271" y="422"/>
                </a:lnTo>
                <a:lnTo>
                  <a:pt x="271" y="421"/>
                </a:lnTo>
                <a:lnTo>
                  <a:pt x="272" y="421"/>
                </a:lnTo>
                <a:lnTo>
                  <a:pt x="272" y="420"/>
                </a:lnTo>
                <a:lnTo>
                  <a:pt x="272" y="419"/>
                </a:lnTo>
                <a:lnTo>
                  <a:pt x="271" y="418"/>
                </a:lnTo>
                <a:lnTo>
                  <a:pt x="270" y="418"/>
                </a:lnTo>
                <a:lnTo>
                  <a:pt x="270" y="417"/>
                </a:lnTo>
                <a:lnTo>
                  <a:pt x="270" y="416"/>
                </a:lnTo>
                <a:lnTo>
                  <a:pt x="271" y="416"/>
                </a:lnTo>
                <a:lnTo>
                  <a:pt x="272" y="416"/>
                </a:lnTo>
                <a:lnTo>
                  <a:pt x="272" y="417"/>
                </a:lnTo>
                <a:lnTo>
                  <a:pt x="272" y="418"/>
                </a:lnTo>
                <a:lnTo>
                  <a:pt x="273" y="418"/>
                </a:lnTo>
                <a:lnTo>
                  <a:pt x="274" y="418"/>
                </a:lnTo>
                <a:lnTo>
                  <a:pt x="274" y="417"/>
                </a:lnTo>
                <a:lnTo>
                  <a:pt x="273" y="416"/>
                </a:lnTo>
                <a:lnTo>
                  <a:pt x="275" y="416"/>
                </a:lnTo>
                <a:lnTo>
                  <a:pt x="275" y="415"/>
                </a:lnTo>
                <a:lnTo>
                  <a:pt x="276" y="415"/>
                </a:lnTo>
                <a:lnTo>
                  <a:pt x="277" y="414"/>
                </a:lnTo>
                <a:lnTo>
                  <a:pt x="277" y="413"/>
                </a:lnTo>
                <a:lnTo>
                  <a:pt x="276" y="412"/>
                </a:lnTo>
                <a:lnTo>
                  <a:pt x="277" y="412"/>
                </a:lnTo>
                <a:lnTo>
                  <a:pt x="278" y="412"/>
                </a:lnTo>
                <a:lnTo>
                  <a:pt x="279" y="412"/>
                </a:lnTo>
                <a:lnTo>
                  <a:pt x="280" y="412"/>
                </a:lnTo>
                <a:lnTo>
                  <a:pt x="280" y="411"/>
                </a:lnTo>
                <a:lnTo>
                  <a:pt x="280" y="410"/>
                </a:lnTo>
                <a:lnTo>
                  <a:pt x="280" y="409"/>
                </a:lnTo>
                <a:lnTo>
                  <a:pt x="281" y="409"/>
                </a:lnTo>
                <a:lnTo>
                  <a:pt x="281" y="408"/>
                </a:lnTo>
                <a:lnTo>
                  <a:pt x="280" y="408"/>
                </a:lnTo>
                <a:lnTo>
                  <a:pt x="281" y="408"/>
                </a:lnTo>
                <a:lnTo>
                  <a:pt x="281" y="407"/>
                </a:lnTo>
                <a:lnTo>
                  <a:pt x="280" y="407"/>
                </a:lnTo>
                <a:lnTo>
                  <a:pt x="281" y="406"/>
                </a:lnTo>
                <a:lnTo>
                  <a:pt x="281" y="405"/>
                </a:lnTo>
                <a:lnTo>
                  <a:pt x="281" y="406"/>
                </a:lnTo>
                <a:lnTo>
                  <a:pt x="282" y="406"/>
                </a:lnTo>
                <a:lnTo>
                  <a:pt x="282" y="405"/>
                </a:lnTo>
                <a:lnTo>
                  <a:pt x="283" y="405"/>
                </a:lnTo>
                <a:lnTo>
                  <a:pt x="282" y="405"/>
                </a:lnTo>
                <a:lnTo>
                  <a:pt x="283" y="406"/>
                </a:lnTo>
                <a:lnTo>
                  <a:pt x="284" y="404"/>
                </a:lnTo>
                <a:lnTo>
                  <a:pt x="285" y="403"/>
                </a:lnTo>
                <a:lnTo>
                  <a:pt x="284" y="403"/>
                </a:lnTo>
                <a:lnTo>
                  <a:pt x="284" y="402"/>
                </a:lnTo>
                <a:lnTo>
                  <a:pt x="285" y="402"/>
                </a:lnTo>
                <a:lnTo>
                  <a:pt x="286" y="402"/>
                </a:lnTo>
                <a:lnTo>
                  <a:pt x="287" y="402"/>
                </a:lnTo>
                <a:lnTo>
                  <a:pt x="288" y="402"/>
                </a:lnTo>
                <a:lnTo>
                  <a:pt x="288" y="401"/>
                </a:lnTo>
                <a:lnTo>
                  <a:pt x="289" y="402"/>
                </a:lnTo>
                <a:lnTo>
                  <a:pt x="289" y="403"/>
                </a:lnTo>
                <a:lnTo>
                  <a:pt x="290" y="404"/>
                </a:lnTo>
                <a:lnTo>
                  <a:pt x="291" y="404"/>
                </a:lnTo>
                <a:lnTo>
                  <a:pt x="291" y="403"/>
                </a:lnTo>
                <a:lnTo>
                  <a:pt x="292" y="403"/>
                </a:lnTo>
                <a:lnTo>
                  <a:pt x="292" y="404"/>
                </a:lnTo>
                <a:lnTo>
                  <a:pt x="293" y="404"/>
                </a:lnTo>
                <a:lnTo>
                  <a:pt x="293" y="403"/>
                </a:lnTo>
                <a:lnTo>
                  <a:pt x="294" y="403"/>
                </a:lnTo>
                <a:lnTo>
                  <a:pt x="295" y="403"/>
                </a:lnTo>
                <a:lnTo>
                  <a:pt x="296" y="403"/>
                </a:lnTo>
                <a:lnTo>
                  <a:pt x="297" y="403"/>
                </a:lnTo>
                <a:lnTo>
                  <a:pt x="298" y="404"/>
                </a:lnTo>
                <a:lnTo>
                  <a:pt x="298" y="405"/>
                </a:lnTo>
                <a:lnTo>
                  <a:pt x="299" y="405"/>
                </a:lnTo>
                <a:lnTo>
                  <a:pt x="299" y="404"/>
                </a:lnTo>
                <a:lnTo>
                  <a:pt x="300" y="404"/>
                </a:lnTo>
                <a:lnTo>
                  <a:pt x="300" y="403"/>
                </a:lnTo>
                <a:lnTo>
                  <a:pt x="299" y="403"/>
                </a:lnTo>
                <a:lnTo>
                  <a:pt x="298" y="402"/>
                </a:lnTo>
                <a:lnTo>
                  <a:pt x="297" y="401"/>
                </a:lnTo>
                <a:lnTo>
                  <a:pt x="298" y="400"/>
                </a:lnTo>
                <a:lnTo>
                  <a:pt x="298" y="401"/>
                </a:lnTo>
                <a:lnTo>
                  <a:pt x="299" y="400"/>
                </a:lnTo>
                <a:lnTo>
                  <a:pt x="300" y="400"/>
                </a:lnTo>
                <a:lnTo>
                  <a:pt x="301" y="401"/>
                </a:lnTo>
                <a:lnTo>
                  <a:pt x="302" y="401"/>
                </a:lnTo>
                <a:lnTo>
                  <a:pt x="302" y="400"/>
                </a:lnTo>
                <a:lnTo>
                  <a:pt x="303" y="400"/>
                </a:lnTo>
                <a:lnTo>
                  <a:pt x="303" y="401"/>
                </a:lnTo>
                <a:lnTo>
                  <a:pt x="304" y="401"/>
                </a:lnTo>
                <a:lnTo>
                  <a:pt x="304" y="402"/>
                </a:lnTo>
                <a:lnTo>
                  <a:pt x="305" y="402"/>
                </a:lnTo>
                <a:lnTo>
                  <a:pt x="305" y="403"/>
                </a:lnTo>
                <a:lnTo>
                  <a:pt x="306" y="403"/>
                </a:lnTo>
                <a:lnTo>
                  <a:pt x="306" y="402"/>
                </a:lnTo>
                <a:lnTo>
                  <a:pt x="306" y="401"/>
                </a:lnTo>
                <a:lnTo>
                  <a:pt x="308" y="400"/>
                </a:lnTo>
                <a:lnTo>
                  <a:pt x="309" y="401"/>
                </a:lnTo>
                <a:lnTo>
                  <a:pt x="309" y="402"/>
                </a:lnTo>
                <a:lnTo>
                  <a:pt x="308" y="402"/>
                </a:lnTo>
                <a:lnTo>
                  <a:pt x="308" y="401"/>
                </a:lnTo>
                <a:lnTo>
                  <a:pt x="307" y="402"/>
                </a:lnTo>
                <a:lnTo>
                  <a:pt x="308" y="402"/>
                </a:lnTo>
                <a:lnTo>
                  <a:pt x="308" y="403"/>
                </a:lnTo>
                <a:lnTo>
                  <a:pt x="308" y="402"/>
                </a:lnTo>
                <a:lnTo>
                  <a:pt x="307" y="403"/>
                </a:lnTo>
                <a:lnTo>
                  <a:pt x="308" y="404"/>
                </a:lnTo>
                <a:lnTo>
                  <a:pt x="309" y="405"/>
                </a:lnTo>
                <a:lnTo>
                  <a:pt x="308" y="406"/>
                </a:lnTo>
                <a:lnTo>
                  <a:pt x="307" y="407"/>
                </a:lnTo>
                <a:lnTo>
                  <a:pt x="307" y="408"/>
                </a:lnTo>
                <a:lnTo>
                  <a:pt x="307" y="409"/>
                </a:lnTo>
                <a:lnTo>
                  <a:pt x="308" y="409"/>
                </a:lnTo>
                <a:lnTo>
                  <a:pt x="308" y="410"/>
                </a:lnTo>
                <a:lnTo>
                  <a:pt x="309" y="411"/>
                </a:lnTo>
                <a:lnTo>
                  <a:pt x="310" y="411"/>
                </a:lnTo>
                <a:lnTo>
                  <a:pt x="310" y="410"/>
                </a:lnTo>
                <a:lnTo>
                  <a:pt x="311" y="410"/>
                </a:lnTo>
                <a:lnTo>
                  <a:pt x="311" y="411"/>
                </a:lnTo>
                <a:lnTo>
                  <a:pt x="311" y="413"/>
                </a:lnTo>
                <a:lnTo>
                  <a:pt x="310" y="414"/>
                </a:lnTo>
                <a:lnTo>
                  <a:pt x="310" y="415"/>
                </a:lnTo>
                <a:lnTo>
                  <a:pt x="311" y="417"/>
                </a:lnTo>
                <a:lnTo>
                  <a:pt x="310" y="418"/>
                </a:lnTo>
                <a:lnTo>
                  <a:pt x="309" y="418"/>
                </a:lnTo>
                <a:lnTo>
                  <a:pt x="309" y="419"/>
                </a:lnTo>
                <a:lnTo>
                  <a:pt x="308" y="419"/>
                </a:lnTo>
                <a:lnTo>
                  <a:pt x="308" y="420"/>
                </a:lnTo>
                <a:lnTo>
                  <a:pt x="309" y="420"/>
                </a:lnTo>
                <a:lnTo>
                  <a:pt x="309" y="421"/>
                </a:lnTo>
                <a:lnTo>
                  <a:pt x="309" y="422"/>
                </a:lnTo>
                <a:lnTo>
                  <a:pt x="309" y="421"/>
                </a:lnTo>
                <a:lnTo>
                  <a:pt x="309" y="422"/>
                </a:lnTo>
                <a:lnTo>
                  <a:pt x="310" y="422"/>
                </a:lnTo>
                <a:lnTo>
                  <a:pt x="311" y="422"/>
                </a:lnTo>
                <a:lnTo>
                  <a:pt x="311" y="421"/>
                </a:lnTo>
                <a:lnTo>
                  <a:pt x="312" y="422"/>
                </a:lnTo>
                <a:lnTo>
                  <a:pt x="312" y="423"/>
                </a:lnTo>
                <a:lnTo>
                  <a:pt x="313" y="423"/>
                </a:lnTo>
                <a:lnTo>
                  <a:pt x="314" y="423"/>
                </a:lnTo>
                <a:lnTo>
                  <a:pt x="314" y="422"/>
                </a:lnTo>
                <a:lnTo>
                  <a:pt x="315" y="422"/>
                </a:lnTo>
                <a:lnTo>
                  <a:pt x="316" y="422"/>
                </a:lnTo>
                <a:lnTo>
                  <a:pt x="317" y="423"/>
                </a:lnTo>
                <a:lnTo>
                  <a:pt x="317" y="424"/>
                </a:lnTo>
                <a:lnTo>
                  <a:pt x="316" y="424"/>
                </a:lnTo>
                <a:lnTo>
                  <a:pt x="315" y="425"/>
                </a:lnTo>
                <a:lnTo>
                  <a:pt x="315" y="426"/>
                </a:lnTo>
                <a:lnTo>
                  <a:pt x="314" y="426"/>
                </a:lnTo>
                <a:lnTo>
                  <a:pt x="314" y="427"/>
                </a:lnTo>
                <a:lnTo>
                  <a:pt x="314" y="428"/>
                </a:lnTo>
                <a:lnTo>
                  <a:pt x="314" y="429"/>
                </a:lnTo>
                <a:lnTo>
                  <a:pt x="315" y="430"/>
                </a:lnTo>
                <a:lnTo>
                  <a:pt x="314" y="431"/>
                </a:lnTo>
                <a:lnTo>
                  <a:pt x="313" y="431"/>
                </a:lnTo>
                <a:lnTo>
                  <a:pt x="313" y="432"/>
                </a:lnTo>
                <a:lnTo>
                  <a:pt x="314" y="433"/>
                </a:lnTo>
                <a:lnTo>
                  <a:pt x="314" y="432"/>
                </a:lnTo>
                <a:lnTo>
                  <a:pt x="315" y="432"/>
                </a:lnTo>
                <a:lnTo>
                  <a:pt x="314" y="433"/>
                </a:lnTo>
                <a:lnTo>
                  <a:pt x="313" y="433"/>
                </a:lnTo>
                <a:lnTo>
                  <a:pt x="313" y="434"/>
                </a:lnTo>
                <a:lnTo>
                  <a:pt x="314" y="434"/>
                </a:lnTo>
                <a:lnTo>
                  <a:pt x="314" y="435"/>
                </a:lnTo>
                <a:lnTo>
                  <a:pt x="314" y="436"/>
                </a:lnTo>
                <a:lnTo>
                  <a:pt x="315" y="435"/>
                </a:lnTo>
                <a:lnTo>
                  <a:pt x="316" y="435"/>
                </a:lnTo>
                <a:lnTo>
                  <a:pt x="317" y="434"/>
                </a:lnTo>
                <a:lnTo>
                  <a:pt x="317" y="433"/>
                </a:lnTo>
                <a:lnTo>
                  <a:pt x="318" y="433"/>
                </a:lnTo>
                <a:lnTo>
                  <a:pt x="319" y="433"/>
                </a:lnTo>
                <a:lnTo>
                  <a:pt x="318" y="433"/>
                </a:lnTo>
                <a:lnTo>
                  <a:pt x="318" y="434"/>
                </a:lnTo>
                <a:lnTo>
                  <a:pt x="318" y="435"/>
                </a:lnTo>
                <a:lnTo>
                  <a:pt x="319" y="435"/>
                </a:lnTo>
                <a:lnTo>
                  <a:pt x="320" y="435"/>
                </a:lnTo>
                <a:lnTo>
                  <a:pt x="320" y="436"/>
                </a:lnTo>
                <a:lnTo>
                  <a:pt x="320" y="437"/>
                </a:lnTo>
                <a:lnTo>
                  <a:pt x="320" y="438"/>
                </a:lnTo>
                <a:lnTo>
                  <a:pt x="320" y="439"/>
                </a:lnTo>
                <a:lnTo>
                  <a:pt x="320" y="440"/>
                </a:lnTo>
                <a:lnTo>
                  <a:pt x="319" y="440"/>
                </a:lnTo>
                <a:lnTo>
                  <a:pt x="319" y="441"/>
                </a:lnTo>
                <a:lnTo>
                  <a:pt x="319" y="442"/>
                </a:lnTo>
                <a:lnTo>
                  <a:pt x="320" y="443"/>
                </a:lnTo>
                <a:lnTo>
                  <a:pt x="320" y="444"/>
                </a:lnTo>
                <a:lnTo>
                  <a:pt x="319" y="444"/>
                </a:lnTo>
                <a:lnTo>
                  <a:pt x="320" y="445"/>
                </a:lnTo>
                <a:lnTo>
                  <a:pt x="320" y="446"/>
                </a:lnTo>
                <a:lnTo>
                  <a:pt x="320" y="447"/>
                </a:lnTo>
                <a:lnTo>
                  <a:pt x="320" y="448"/>
                </a:lnTo>
                <a:lnTo>
                  <a:pt x="321" y="448"/>
                </a:lnTo>
                <a:lnTo>
                  <a:pt x="321" y="449"/>
                </a:lnTo>
                <a:lnTo>
                  <a:pt x="322" y="449"/>
                </a:lnTo>
                <a:lnTo>
                  <a:pt x="322" y="450"/>
                </a:lnTo>
                <a:lnTo>
                  <a:pt x="321" y="450"/>
                </a:lnTo>
                <a:lnTo>
                  <a:pt x="321" y="449"/>
                </a:lnTo>
                <a:lnTo>
                  <a:pt x="320" y="449"/>
                </a:lnTo>
                <a:lnTo>
                  <a:pt x="320" y="450"/>
                </a:lnTo>
                <a:lnTo>
                  <a:pt x="321" y="451"/>
                </a:lnTo>
                <a:lnTo>
                  <a:pt x="320" y="451"/>
                </a:lnTo>
                <a:lnTo>
                  <a:pt x="319" y="451"/>
                </a:lnTo>
                <a:lnTo>
                  <a:pt x="319" y="453"/>
                </a:lnTo>
                <a:lnTo>
                  <a:pt x="320" y="453"/>
                </a:lnTo>
                <a:lnTo>
                  <a:pt x="320" y="454"/>
                </a:lnTo>
                <a:lnTo>
                  <a:pt x="320" y="455"/>
                </a:lnTo>
                <a:lnTo>
                  <a:pt x="320" y="456"/>
                </a:lnTo>
                <a:lnTo>
                  <a:pt x="320" y="457"/>
                </a:lnTo>
                <a:lnTo>
                  <a:pt x="320" y="458"/>
                </a:lnTo>
                <a:lnTo>
                  <a:pt x="321" y="458"/>
                </a:lnTo>
                <a:lnTo>
                  <a:pt x="321" y="459"/>
                </a:lnTo>
                <a:lnTo>
                  <a:pt x="320" y="459"/>
                </a:lnTo>
                <a:lnTo>
                  <a:pt x="321" y="459"/>
                </a:lnTo>
                <a:lnTo>
                  <a:pt x="322" y="459"/>
                </a:lnTo>
                <a:lnTo>
                  <a:pt x="323" y="459"/>
                </a:lnTo>
                <a:lnTo>
                  <a:pt x="324" y="459"/>
                </a:lnTo>
                <a:lnTo>
                  <a:pt x="325" y="459"/>
                </a:lnTo>
                <a:lnTo>
                  <a:pt x="325" y="460"/>
                </a:lnTo>
                <a:lnTo>
                  <a:pt x="326" y="460"/>
                </a:lnTo>
                <a:lnTo>
                  <a:pt x="326" y="461"/>
                </a:lnTo>
                <a:lnTo>
                  <a:pt x="327" y="462"/>
                </a:lnTo>
                <a:lnTo>
                  <a:pt x="326" y="462"/>
                </a:lnTo>
                <a:lnTo>
                  <a:pt x="326" y="463"/>
                </a:lnTo>
                <a:lnTo>
                  <a:pt x="327" y="463"/>
                </a:lnTo>
                <a:lnTo>
                  <a:pt x="327" y="464"/>
                </a:lnTo>
                <a:lnTo>
                  <a:pt x="326" y="464"/>
                </a:lnTo>
                <a:lnTo>
                  <a:pt x="326" y="465"/>
                </a:lnTo>
                <a:lnTo>
                  <a:pt x="325" y="465"/>
                </a:lnTo>
                <a:lnTo>
                  <a:pt x="325" y="467"/>
                </a:lnTo>
                <a:lnTo>
                  <a:pt x="324" y="468"/>
                </a:lnTo>
                <a:lnTo>
                  <a:pt x="324" y="469"/>
                </a:lnTo>
                <a:lnTo>
                  <a:pt x="324" y="470"/>
                </a:lnTo>
                <a:lnTo>
                  <a:pt x="323" y="470"/>
                </a:lnTo>
                <a:lnTo>
                  <a:pt x="322" y="470"/>
                </a:lnTo>
                <a:lnTo>
                  <a:pt x="323" y="470"/>
                </a:lnTo>
                <a:lnTo>
                  <a:pt x="323" y="471"/>
                </a:lnTo>
                <a:lnTo>
                  <a:pt x="323" y="472"/>
                </a:lnTo>
                <a:lnTo>
                  <a:pt x="322" y="472"/>
                </a:lnTo>
                <a:lnTo>
                  <a:pt x="322" y="473"/>
                </a:lnTo>
                <a:lnTo>
                  <a:pt x="320" y="473"/>
                </a:lnTo>
                <a:lnTo>
                  <a:pt x="319" y="473"/>
                </a:lnTo>
                <a:lnTo>
                  <a:pt x="318" y="474"/>
                </a:lnTo>
                <a:lnTo>
                  <a:pt x="318" y="473"/>
                </a:lnTo>
                <a:lnTo>
                  <a:pt x="317" y="473"/>
                </a:lnTo>
                <a:lnTo>
                  <a:pt x="316" y="473"/>
                </a:lnTo>
                <a:lnTo>
                  <a:pt x="315" y="473"/>
                </a:lnTo>
                <a:lnTo>
                  <a:pt x="315" y="474"/>
                </a:lnTo>
                <a:lnTo>
                  <a:pt x="314" y="474"/>
                </a:lnTo>
                <a:lnTo>
                  <a:pt x="314" y="473"/>
                </a:lnTo>
                <a:lnTo>
                  <a:pt x="315" y="473"/>
                </a:lnTo>
                <a:lnTo>
                  <a:pt x="315" y="472"/>
                </a:lnTo>
                <a:lnTo>
                  <a:pt x="314" y="472"/>
                </a:lnTo>
                <a:lnTo>
                  <a:pt x="314" y="473"/>
                </a:lnTo>
                <a:lnTo>
                  <a:pt x="314" y="474"/>
                </a:lnTo>
                <a:lnTo>
                  <a:pt x="313" y="474"/>
                </a:lnTo>
                <a:lnTo>
                  <a:pt x="312" y="474"/>
                </a:lnTo>
                <a:lnTo>
                  <a:pt x="311" y="476"/>
                </a:lnTo>
                <a:lnTo>
                  <a:pt x="312" y="476"/>
                </a:lnTo>
                <a:lnTo>
                  <a:pt x="312" y="478"/>
                </a:lnTo>
                <a:lnTo>
                  <a:pt x="312" y="479"/>
                </a:lnTo>
                <a:lnTo>
                  <a:pt x="312" y="480"/>
                </a:lnTo>
                <a:lnTo>
                  <a:pt x="312" y="481"/>
                </a:lnTo>
                <a:lnTo>
                  <a:pt x="311" y="482"/>
                </a:lnTo>
                <a:lnTo>
                  <a:pt x="311" y="483"/>
                </a:lnTo>
                <a:lnTo>
                  <a:pt x="310" y="484"/>
                </a:lnTo>
                <a:lnTo>
                  <a:pt x="310" y="485"/>
                </a:lnTo>
                <a:lnTo>
                  <a:pt x="310" y="486"/>
                </a:lnTo>
                <a:lnTo>
                  <a:pt x="310" y="487"/>
                </a:lnTo>
                <a:lnTo>
                  <a:pt x="309" y="488"/>
                </a:lnTo>
                <a:lnTo>
                  <a:pt x="309" y="489"/>
                </a:lnTo>
                <a:lnTo>
                  <a:pt x="309" y="490"/>
                </a:lnTo>
                <a:lnTo>
                  <a:pt x="309" y="493"/>
                </a:lnTo>
                <a:lnTo>
                  <a:pt x="309" y="494"/>
                </a:lnTo>
                <a:lnTo>
                  <a:pt x="310" y="494"/>
                </a:lnTo>
                <a:lnTo>
                  <a:pt x="311" y="494"/>
                </a:lnTo>
                <a:lnTo>
                  <a:pt x="311" y="495"/>
                </a:lnTo>
                <a:lnTo>
                  <a:pt x="311" y="496"/>
                </a:lnTo>
                <a:lnTo>
                  <a:pt x="311" y="497"/>
                </a:lnTo>
                <a:lnTo>
                  <a:pt x="311" y="498"/>
                </a:lnTo>
                <a:lnTo>
                  <a:pt x="311" y="499"/>
                </a:lnTo>
                <a:lnTo>
                  <a:pt x="311" y="500"/>
                </a:lnTo>
                <a:lnTo>
                  <a:pt x="312" y="500"/>
                </a:lnTo>
                <a:lnTo>
                  <a:pt x="313" y="500"/>
                </a:lnTo>
                <a:lnTo>
                  <a:pt x="314" y="501"/>
                </a:lnTo>
                <a:lnTo>
                  <a:pt x="314" y="502"/>
                </a:lnTo>
                <a:lnTo>
                  <a:pt x="314" y="503"/>
                </a:lnTo>
                <a:lnTo>
                  <a:pt x="314" y="502"/>
                </a:lnTo>
                <a:lnTo>
                  <a:pt x="314" y="503"/>
                </a:lnTo>
                <a:lnTo>
                  <a:pt x="314" y="505"/>
                </a:lnTo>
                <a:lnTo>
                  <a:pt x="314" y="506"/>
                </a:lnTo>
                <a:lnTo>
                  <a:pt x="314" y="507"/>
                </a:lnTo>
                <a:lnTo>
                  <a:pt x="314" y="508"/>
                </a:lnTo>
                <a:lnTo>
                  <a:pt x="314" y="509"/>
                </a:lnTo>
                <a:lnTo>
                  <a:pt x="315" y="509"/>
                </a:lnTo>
                <a:lnTo>
                  <a:pt x="315" y="510"/>
                </a:lnTo>
                <a:lnTo>
                  <a:pt x="315" y="512"/>
                </a:lnTo>
                <a:lnTo>
                  <a:pt x="315" y="513"/>
                </a:lnTo>
                <a:lnTo>
                  <a:pt x="316" y="512"/>
                </a:lnTo>
                <a:lnTo>
                  <a:pt x="317" y="513"/>
                </a:lnTo>
                <a:lnTo>
                  <a:pt x="317" y="514"/>
                </a:lnTo>
                <a:lnTo>
                  <a:pt x="318" y="514"/>
                </a:lnTo>
                <a:lnTo>
                  <a:pt x="319" y="514"/>
                </a:lnTo>
                <a:lnTo>
                  <a:pt x="320" y="514"/>
                </a:lnTo>
                <a:lnTo>
                  <a:pt x="320" y="513"/>
                </a:lnTo>
                <a:lnTo>
                  <a:pt x="321" y="513"/>
                </a:lnTo>
                <a:lnTo>
                  <a:pt x="324" y="513"/>
                </a:lnTo>
                <a:lnTo>
                  <a:pt x="326" y="513"/>
                </a:lnTo>
                <a:lnTo>
                  <a:pt x="327" y="513"/>
                </a:lnTo>
                <a:lnTo>
                  <a:pt x="327" y="512"/>
                </a:lnTo>
                <a:lnTo>
                  <a:pt x="327" y="513"/>
                </a:lnTo>
                <a:lnTo>
                  <a:pt x="328" y="513"/>
                </a:lnTo>
                <a:lnTo>
                  <a:pt x="328" y="514"/>
                </a:lnTo>
                <a:lnTo>
                  <a:pt x="328" y="515"/>
                </a:lnTo>
                <a:lnTo>
                  <a:pt x="327" y="515"/>
                </a:lnTo>
                <a:lnTo>
                  <a:pt x="327" y="516"/>
                </a:lnTo>
                <a:lnTo>
                  <a:pt x="328" y="516"/>
                </a:lnTo>
                <a:lnTo>
                  <a:pt x="328" y="517"/>
                </a:lnTo>
                <a:lnTo>
                  <a:pt x="328" y="518"/>
                </a:lnTo>
                <a:lnTo>
                  <a:pt x="329" y="518"/>
                </a:lnTo>
                <a:lnTo>
                  <a:pt x="329" y="519"/>
                </a:lnTo>
                <a:lnTo>
                  <a:pt x="328" y="519"/>
                </a:lnTo>
                <a:lnTo>
                  <a:pt x="329" y="519"/>
                </a:lnTo>
                <a:lnTo>
                  <a:pt x="329" y="520"/>
                </a:lnTo>
                <a:lnTo>
                  <a:pt x="330" y="520"/>
                </a:lnTo>
                <a:lnTo>
                  <a:pt x="331" y="520"/>
                </a:lnTo>
                <a:lnTo>
                  <a:pt x="332" y="520"/>
                </a:lnTo>
                <a:lnTo>
                  <a:pt x="332" y="519"/>
                </a:lnTo>
                <a:lnTo>
                  <a:pt x="333" y="519"/>
                </a:lnTo>
                <a:lnTo>
                  <a:pt x="333" y="520"/>
                </a:lnTo>
                <a:lnTo>
                  <a:pt x="334" y="520"/>
                </a:lnTo>
                <a:lnTo>
                  <a:pt x="334" y="519"/>
                </a:lnTo>
                <a:lnTo>
                  <a:pt x="336" y="519"/>
                </a:lnTo>
                <a:lnTo>
                  <a:pt x="336" y="518"/>
                </a:lnTo>
                <a:lnTo>
                  <a:pt x="337" y="518"/>
                </a:lnTo>
                <a:lnTo>
                  <a:pt x="340" y="517"/>
                </a:lnTo>
                <a:lnTo>
                  <a:pt x="340" y="518"/>
                </a:lnTo>
                <a:lnTo>
                  <a:pt x="341" y="518"/>
                </a:lnTo>
                <a:lnTo>
                  <a:pt x="342" y="518"/>
                </a:lnTo>
                <a:lnTo>
                  <a:pt x="342" y="516"/>
                </a:lnTo>
                <a:lnTo>
                  <a:pt x="345" y="515"/>
                </a:lnTo>
                <a:lnTo>
                  <a:pt x="345" y="517"/>
                </a:lnTo>
                <a:lnTo>
                  <a:pt x="345" y="518"/>
                </a:lnTo>
                <a:lnTo>
                  <a:pt x="345" y="517"/>
                </a:lnTo>
                <a:lnTo>
                  <a:pt x="345" y="518"/>
                </a:lnTo>
                <a:lnTo>
                  <a:pt x="346" y="518"/>
                </a:lnTo>
                <a:lnTo>
                  <a:pt x="347" y="518"/>
                </a:lnTo>
                <a:lnTo>
                  <a:pt x="346" y="518"/>
                </a:lnTo>
                <a:lnTo>
                  <a:pt x="347" y="518"/>
                </a:lnTo>
                <a:lnTo>
                  <a:pt x="348" y="518"/>
                </a:lnTo>
                <a:lnTo>
                  <a:pt x="348" y="519"/>
                </a:lnTo>
                <a:lnTo>
                  <a:pt x="347" y="519"/>
                </a:lnTo>
                <a:lnTo>
                  <a:pt x="347" y="520"/>
                </a:lnTo>
                <a:lnTo>
                  <a:pt x="347" y="521"/>
                </a:lnTo>
                <a:lnTo>
                  <a:pt x="347" y="522"/>
                </a:lnTo>
                <a:lnTo>
                  <a:pt x="347" y="523"/>
                </a:lnTo>
                <a:lnTo>
                  <a:pt x="347" y="524"/>
                </a:lnTo>
                <a:lnTo>
                  <a:pt x="348" y="524"/>
                </a:lnTo>
                <a:lnTo>
                  <a:pt x="348" y="525"/>
                </a:lnTo>
                <a:lnTo>
                  <a:pt x="349" y="526"/>
                </a:lnTo>
                <a:lnTo>
                  <a:pt x="349" y="527"/>
                </a:lnTo>
                <a:lnTo>
                  <a:pt x="349" y="528"/>
                </a:lnTo>
                <a:lnTo>
                  <a:pt x="350" y="528"/>
                </a:lnTo>
                <a:lnTo>
                  <a:pt x="351" y="528"/>
                </a:lnTo>
                <a:lnTo>
                  <a:pt x="351" y="529"/>
                </a:lnTo>
                <a:lnTo>
                  <a:pt x="351" y="528"/>
                </a:lnTo>
                <a:lnTo>
                  <a:pt x="352" y="528"/>
                </a:lnTo>
                <a:lnTo>
                  <a:pt x="352" y="529"/>
                </a:lnTo>
                <a:lnTo>
                  <a:pt x="352" y="530"/>
                </a:lnTo>
                <a:lnTo>
                  <a:pt x="353" y="530"/>
                </a:lnTo>
                <a:lnTo>
                  <a:pt x="354" y="530"/>
                </a:lnTo>
                <a:lnTo>
                  <a:pt x="354" y="529"/>
                </a:lnTo>
                <a:lnTo>
                  <a:pt x="354" y="528"/>
                </a:lnTo>
                <a:lnTo>
                  <a:pt x="355" y="528"/>
                </a:lnTo>
                <a:lnTo>
                  <a:pt x="356" y="528"/>
                </a:lnTo>
                <a:lnTo>
                  <a:pt x="356" y="527"/>
                </a:lnTo>
                <a:lnTo>
                  <a:pt x="357" y="527"/>
                </a:lnTo>
                <a:lnTo>
                  <a:pt x="357" y="526"/>
                </a:lnTo>
                <a:lnTo>
                  <a:pt x="357" y="525"/>
                </a:lnTo>
                <a:lnTo>
                  <a:pt x="358" y="525"/>
                </a:lnTo>
                <a:lnTo>
                  <a:pt x="358" y="526"/>
                </a:lnTo>
                <a:lnTo>
                  <a:pt x="358" y="525"/>
                </a:lnTo>
                <a:lnTo>
                  <a:pt x="358" y="526"/>
                </a:lnTo>
                <a:lnTo>
                  <a:pt x="359" y="526"/>
                </a:lnTo>
                <a:lnTo>
                  <a:pt x="359" y="525"/>
                </a:lnTo>
                <a:lnTo>
                  <a:pt x="361" y="525"/>
                </a:lnTo>
                <a:lnTo>
                  <a:pt x="362" y="524"/>
                </a:lnTo>
                <a:lnTo>
                  <a:pt x="362" y="523"/>
                </a:lnTo>
                <a:lnTo>
                  <a:pt x="363" y="523"/>
                </a:lnTo>
                <a:lnTo>
                  <a:pt x="363" y="522"/>
                </a:lnTo>
                <a:lnTo>
                  <a:pt x="363" y="521"/>
                </a:lnTo>
                <a:lnTo>
                  <a:pt x="364" y="521"/>
                </a:lnTo>
                <a:lnTo>
                  <a:pt x="364" y="522"/>
                </a:lnTo>
                <a:lnTo>
                  <a:pt x="364" y="523"/>
                </a:lnTo>
                <a:lnTo>
                  <a:pt x="365" y="523"/>
                </a:lnTo>
                <a:lnTo>
                  <a:pt x="365" y="524"/>
                </a:lnTo>
                <a:lnTo>
                  <a:pt x="366" y="524"/>
                </a:lnTo>
                <a:lnTo>
                  <a:pt x="367" y="524"/>
                </a:lnTo>
                <a:lnTo>
                  <a:pt x="367" y="525"/>
                </a:lnTo>
                <a:lnTo>
                  <a:pt x="368" y="526"/>
                </a:lnTo>
                <a:lnTo>
                  <a:pt x="368" y="527"/>
                </a:lnTo>
                <a:lnTo>
                  <a:pt x="367" y="527"/>
                </a:lnTo>
                <a:lnTo>
                  <a:pt x="366" y="529"/>
                </a:lnTo>
                <a:lnTo>
                  <a:pt x="367" y="529"/>
                </a:lnTo>
                <a:lnTo>
                  <a:pt x="368" y="528"/>
                </a:lnTo>
                <a:lnTo>
                  <a:pt x="367" y="529"/>
                </a:lnTo>
                <a:lnTo>
                  <a:pt x="366" y="529"/>
                </a:lnTo>
                <a:lnTo>
                  <a:pt x="367" y="531"/>
                </a:lnTo>
                <a:lnTo>
                  <a:pt x="368" y="532"/>
                </a:lnTo>
                <a:lnTo>
                  <a:pt x="369" y="531"/>
                </a:lnTo>
                <a:lnTo>
                  <a:pt x="369" y="532"/>
                </a:lnTo>
                <a:lnTo>
                  <a:pt x="370" y="532"/>
                </a:lnTo>
                <a:lnTo>
                  <a:pt x="371" y="531"/>
                </a:lnTo>
                <a:lnTo>
                  <a:pt x="372" y="531"/>
                </a:lnTo>
                <a:lnTo>
                  <a:pt x="372" y="530"/>
                </a:lnTo>
                <a:lnTo>
                  <a:pt x="373" y="530"/>
                </a:lnTo>
                <a:lnTo>
                  <a:pt x="373" y="531"/>
                </a:lnTo>
                <a:lnTo>
                  <a:pt x="373" y="532"/>
                </a:lnTo>
                <a:lnTo>
                  <a:pt x="374" y="531"/>
                </a:lnTo>
                <a:lnTo>
                  <a:pt x="375" y="530"/>
                </a:lnTo>
                <a:lnTo>
                  <a:pt x="376" y="530"/>
                </a:lnTo>
                <a:lnTo>
                  <a:pt x="377" y="530"/>
                </a:lnTo>
                <a:lnTo>
                  <a:pt x="378" y="530"/>
                </a:lnTo>
                <a:lnTo>
                  <a:pt x="378" y="529"/>
                </a:lnTo>
                <a:lnTo>
                  <a:pt x="378" y="528"/>
                </a:lnTo>
                <a:lnTo>
                  <a:pt x="379" y="527"/>
                </a:lnTo>
                <a:lnTo>
                  <a:pt x="379" y="528"/>
                </a:lnTo>
                <a:lnTo>
                  <a:pt x="379" y="529"/>
                </a:lnTo>
                <a:lnTo>
                  <a:pt x="379" y="530"/>
                </a:lnTo>
                <a:lnTo>
                  <a:pt x="380" y="529"/>
                </a:lnTo>
                <a:lnTo>
                  <a:pt x="381" y="529"/>
                </a:lnTo>
                <a:lnTo>
                  <a:pt x="381" y="528"/>
                </a:lnTo>
                <a:lnTo>
                  <a:pt x="382" y="528"/>
                </a:lnTo>
                <a:lnTo>
                  <a:pt x="383" y="527"/>
                </a:lnTo>
                <a:lnTo>
                  <a:pt x="382" y="527"/>
                </a:lnTo>
                <a:lnTo>
                  <a:pt x="382" y="526"/>
                </a:lnTo>
                <a:lnTo>
                  <a:pt x="383" y="525"/>
                </a:lnTo>
                <a:lnTo>
                  <a:pt x="383" y="526"/>
                </a:lnTo>
                <a:lnTo>
                  <a:pt x="384" y="525"/>
                </a:lnTo>
                <a:lnTo>
                  <a:pt x="385" y="524"/>
                </a:lnTo>
                <a:lnTo>
                  <a:pt x="386" y="524"/>
                </a:lnTo>
                <a:lnTo>
                  <a:pt x="386" y="523"/>
                </a:lnTo>
                <a:lnTo>
                  <a:pt x="388" y="523"/>
                </a:lnTo>
                <a:lnTo>
                  <a:pt x="389" y="522"/>
                </a:lnTo>
                <a:lnTo>
                  <a:pt x="390" y="522"/>
                </a:lnTo>
                <a:lnTo>
                  <a:pt x="389" y="522"/>
                </a:lnTo>
                <a:lnTo>
                  <a:pt x="389" y="521"/>
                </a:lnTo>
                <a:lnTo>
                  <a:pt x="390" y="521"/>
                </a:lnTo>
                <a:lnTo>
                  <a:pt x="391" y="521"/>
                </a:lnTo>
                <a:lnTo>
                  <a:pt x="392" y="521"/>
                </a:lnTo>
                <a:lnTo>
                  <a:pt x="393" y="522"/>
                </a:lnTo>
                <a:lnTo>
                  <a:pt x="393" y="521"/>
                </a:lnTo>
                <a:lnTo>
                  <a:pt x="394" y="521"/>
                </a:lnTo>
                <a:lnTo>
                  <a:pt x="394" y="522"/>
                </a:lnTo>
                <a:lnTo>
                  <a:pt x="394" y="523"/>
                </a:lnTo>
                <a:lnTo>
                  <a:pt x="396" y="522"/>
                </a:lnTo>
                <a:lnTo>
                  <a:pt x="395" y="522"/>
                </a:lnTo>
                <a:lnTo>
                  <a:pt x="395" y="521"/>
                </a:lnTo>
                <a:lnTo>
                  <a:pt x="396" y="521"/>
                </a:lnTo>
                <a:lnTo>
                  <a:pt x="396" y="520"/>
                </a:lnTo>
                <a:lnTo>
                  <a:pt x="396" y="521"/>
                </a:lnTo>
                <a:lnTo>
                  <a:pt x="397" y="521"/>
                </a:lnTo>
                <a:lnTo>
                  <a:pt x="398" y="521"/>
                </a:lnTo>
                <a:lnTo>
                  <a:pt x="399" y="521"/>
                </a:lnTo>
                <a:lnTo>
                  <a:pt x="400" y="520"/>
                </a:lnTo>
                <a:lnTo>
                  <a:pt x="401" y="521"/>
                </a:lnTo>
                <a:lnTo>
                  <a:pt x="401" y="523"/>
                </a:lnTo>
                <a:lnTo>
                  <a:pt x="402" y="524"/>
                </a:lnTo>
                <a:lnTo>
                  <a:pt x="401" y="524"/>
                </a:lnTo>
                <a:lnTo>
                  <a:pt x="402" y="524"/>
                </a:lnTo>
                <a:lnTo>
                  <a:pt x="402" y="525"/>
                </a:lnTo>
                <a:lnTo>
                  <a:pt x="402" y="526"/>
                </a:lnTo>
                <a:lnTo>
                  <a:pt x="403" y="527"/>
                </a:lnTo>
                <a:lnTo>
                  <a:pt x="404" y="529"/>
                </a:lnTo>
                <a:lnTo>
                  <a:pt x="404" y="530"/>
                </a:lnTo>
                <a:lnTo>
                  <a:pt x="406" y="532"/>
                </a:lnTo>
                <a:lnTo>
                  <a:pt x="406" y="533"/>
                </a:lnTo>
                <a:lnTo>
                  <a:pt x="407" y="535"/>
                </a:lnTo>
                <a:lnTo>
                  <a:pt x="407" y="536"/>
                </a:lnTo>
                <a:lnTo>
                  <a:pt x="408" y="536"/>
                </a:lnTo>
                <a:lnTo>
                  <a:pt x="408" y="537"/>
                </a:lnTo>
                <a:lnTo>
                  <a:pt x="409" y="538"/>
                </a:lnTo>
                <a:lnTo>
                  <a:pt x="410" y="539"/>
                </a:lnTo>
                <a:lnTo>
                  <a:pt x="410" y="540"/>
                </a:lnTo>
                <a:lnTo>
                  <a:pt x="411" y="540"/>
                </a:lnTo>
                <a:lnTo>
                  <a:pt x="411" y="541"/>
                </a:lnTo>
                <a:lnTo>
                  <a:pt x="412" y="542"/>
                </a:lnTo>
                <a:lnTo>
                  <a:pt x="413" y="543"/>
                </a:lnTo>
                <a:lnTo>
                  <a:pt x="413" y="544"/>
                </a:lnTo>
                <a:lnTo>
                  <a:pt x="414" y="545"/>
                </a:lnTo>
                <a:lnTo>
                  <a:pt x="414" y="546"/>
                </a:lnTo>
                <a:lnTo>
                  <a:pt x="415" y="547"/>
                </a:lnTo>
                <a:lnTo>
                  <a:pt x="415" y="548"/>
                </a:lnTo>
                <a:lnTo>
                  <a:pt x="416" y="548"/>
                </a:lnTo>
                <a:lnTo>
                  <a:pt x="417" y="549"/>
                </a:lnTo>
                <a:lnTo>
                  <a:pt x="417" y="550"/>
                </a:lnTo>
                <a:lnTo>
                  <a:pt x="418" y="550"/>
                </a:lnTo>
                <a:lnTo>
                  <a:pt x="418" y="551"/>
                </a:lnTo>
                <a:lnTo>
                  <a:pt x="419" y="552"/>
                </a:lnTo>
                <a:lnTo>
                  <a:pt x="419" y="553"/>
                </a:lnTo>
                <a:lnTo>
                  <a:pt x="420" y="553"/>
                </a:lnTo>
                <a:lnTo>
                  <a:pt x="420" y="554"/>
                </a:lnTo>
                <a:lnTo>
                  <a:pt x="421" y="554"/>
                </a:lnTo>
                <a:lnTo>
                  <a:pt x="422" y="555"/>
                </a:lnTo>
                <a:lnTo>
                  <a:pt x="423" y="555"/>
                </a:lnTo>
                <a:lnTo>
                  <a:pt x="422" y="554"/>
                </a:lnTo>
                <a:lnTo>
                  <a:pt x="423" y="553"/>
                </a:lnTo>
                <a:lnTo>
                  <a:pt x="424" y="552"/>
                </a:lnTo>
                <a:lnTo>
                  <a:pt x="425" y="553"/>
                </a:lnTo>
                <a:lnTo>
                  <a:pt x="426" y="551"/>
                </a:lnTo>
                <a:lnTo>
                  <a:pt x="427" y="552"/>
                </a:lnTo>
                <a:lnTo>
                  <a:pt x="429" y="550"/>
                </a:lnTo>
                <a:lnTo>
                  <a:pt x="430" y="551"/>
                </a:lnTo>
                <a:lnTo>
                  <a:pt x="431" y="551"/>
                </a:lnTo>
                <a:lnTo>
                  <a:pt x="429" y="554"/>
                </a:lnTo>
                <a:lnTo>
                  <a:pt x="430" y="555"/>
                </a:lnTo>
                <a:lnTo>
                  <a:pt x="433" y="551"/>
                </a:lnTo>
                <a:lnTo>
                  <a:pt x="436" y="548"/>
                </a:lnTo>
                <a:lnTo>
                  <a:pt x="438" y="547"/>
                </a:lnTo>
                <a:lnTo>
                  <a:pt x="440" y="548"/>
                </a:lnTo>
                <a:lnTo>
                  <a:pt x="438" y="550"/>
                </a:lnTo>
                <a:lnTo>
                  <a:pt x="438" y="551"/>
                </a:lnTo>
                <a:lnTo>
                  <a:pt x="436" y="552"/>
                </a:lnTo>
                <a:lnTo>
                  <a:pt x="435" y="553"/>
                </a:lnTo>
                <a:lnTo>
                  <a:pt x="433" y="553"/>
                </a:lnTo>
                <a:lnTo>
                  <a:pt x="432" y="554"/>
                </a:lnTo>
                <a:lnTo>
                  <a:pt x="433" y="554"/>
                </a:lnTo>
                <a:lnTo>
                  <a:pt x="434" y="555"/>
                </a:lnTo>
                <a:lnTo>
                  <a:pt x="435" y="554"/>
                </a:lnTo>
                <a:lnTo>
                  <a:pt x="435" y="555"/>
                </a:lnTo>
                <a:lnTo>
                  <a:pt x="436" y="554"/>
                </a:lnTo>
                <a:lnTo>
                  <a:pt x="436" y="555"/>
                </a:lnTo>
                <a:lnTo>
                  <a:pt x="435" y="556"/>
                </a:lnTo>
                <a:lnTo>
                  <a:pt x="432" y="560"/>
                </a:lnTo>
                <a:lnTo>
                  <a:pt x="431" y="561"/>
                </a:lnTo>
                <a:lnTo>
                  <a:pt x="432" y="561"/>
                </a:lnTo>
                <a:lnTo>
                  <a:pt x="432" y="562"/>
                </a:lnTo>
                <a:lnTo>
                  <a:pt x="431" y="563"/>
                </a:lnTo>
                <a:lnTo>
                  <a:pt x="430" y="563"/>
                </a:lnTo>
                <a:lnTo>
                  <a:pt x="429" y="563"/>
                </a:lnTo>
                <a:lnTo>
                  <a:pt x="429" y="562"/>
                </a:lnTo>
                <a:lnTo>
                  <a:pt x="428" y="561"/>
                </a:lnTo>
                <a:lnTo>
                  <a:pt x="427" y="561"/>
                </a:lnTo>
                <a:lnTo>
                  <a:pt x="427" y="562"/>
                </a:lnTo>
                <a:lnTo>
                  <a:pt x="426" y="563"/>
                </a:lnTo>
                <a:lnTo>
                  <a:pt x="426" y="564"/>
                </a:lnTo>
                <a:lnTo>
                  <a:pt x="428" y="565"/>
                </a:lnTo>
                <a:lnTo>
                  <a:pt x="428" y="566"/>
                </a:lnTo>
                <a:lnTo>
                  <a:pt x="429" y="566"/>
                </a:lnTo>
                <a:lnTo>
                  <a:pt x="429" y="567"/>
                </a:lnTo>
                <a:lnTo>
                  <a:pt x="428" y="567"/>
                </a:lnTo>
                <a:lnTo>
                  <a:pt x="428" y="568"/>
                </a:lnTo>
                <a:lnTo>
                  <a:pt x="428" y="569"/>
                </a:lnTo>
                <a:lnTo>
                  <a:pt x="428" y="570"/>
                </a:lnTo>
                <a:lnTo>
                  <a:pt x="427" y="571"/>
                </a:lnTo>
                <a:lnTo>
                  <a:pt x="427" y="572"/>
                </a:lnTo>
                <a:lnTo>
                  <a:pt x="427" y="573"/>
                </a:lnTo>
                <a:lnTo>
                  <a:pt x="427" y="574"/>
                </a:lnTo>
                <a:lnTo>
                  <a:pt x="428" y="575"/>
                </a:lnTo>
                <a:lnTo>
                  <a:pt x="428" y="576"/>
                </a:lnTo>
                <a:lnTo>
                  <a:pt x="427" y="576"/>
                </a:lnTo>
                <a:lnTo>
                  <a:pt x="426" y="576"/>
                </a:lnTo>
                <a:lnTo>
                  <a:pt x="425" y="576"/>
                </a:lnTo>
                <a:lnTo>
                  <a:pt x="425" y="577"/>
                </a:lnTo>
                <a:lnTo>
                  <a:pt x="425" y="578"/>
                </a:lnTo>
                <a:lnTo>
                  <a:pt x="426" y="579"/>
                </a:lnTo>
                <a:lnTo>
                  <a:pt x="426" y="580"/>
                </a:lnTo>
                <a:lnTo>
                  <a:pt x="426" y="581"/>
                </a:lnTo>
                <a:lnTo>
                  <a:pt x="425" y="581"/>
                </a:lnTo>
                <a:lnTo>
                  <a:pt x="424" y="582"/>
                </a:lnTo>
                <a:lnTo>
                  <a:pt x="423" y="582"/>
                </a:lnTo>
                <a:lnTo>
                  <a:pt x="423" y="584"/>
                </a:lnTo>
                <a:lnTo>
                  <a:pt x="422" y="584"/>
                </a:lnTo>
                <a:lnTo>
                  <a:pt x="422" y="585"/>
                </a:lnTo>
                <a:lnTo>
                  <a:pt x="423" y="586"/>
                </a:lnTo>
                <a:lnTo>
                  <a:pt x="422" y="586"/>
                </a:lnTo>
                <a:lnTo>
                  <a:pt x="422" y="587"/>
                </a:lnTo>
                <a:lnTo>
                  <a:pt x="421" y="587"/>
                </a:lnTo>
                <a:lnTo>
                  <a:pt x="421" y="588"/>
                </a:lnTo>
                <a:lnTo>
                  <a:pt x="421" y="589"/>
                </a:lnTo>
                <a:lnTo>
                  <a:pt x="420" y="589"/>
                </a:lnTo>
                <a:lnTo>
                  <a:pt x="419" y="589"/>
                </a:lnTo>
                <a:lnTo>
                  <a:pt x="418" y="589"/>
                </a:lnTo>
                <a:lnTo>
                  <a:pt x="417" y="589"/>
                </a:lnTo>
                <a:lnTo>
                  <a:pt x="417" y="590"/>
                </a:lnTo>
                <a:lnTo>
                  <a:pt x="415" y="590"/>
                </a:lnTo>
                <a:lnTo>
                  <a:pt x="414" y="590"/>
                </a:lnTo>
                <a:lnTo>
                  <a:pt x="412" y="591"/>
                </a:lnTo>
                <a:lnTo>
                  <a:pt x="411" y="591"/>
                </a:lnTo>
                <a:lnTo>
                  <a:pt x="410" y="590"/>
                </a:lnTo>
                <a:lnTo>
                  <a:pt x="410" y="591"/>
                </a:lnTo>
                <a:lnTo>
                  <a:pt x="409" y="591"/>
                </a:lnTo>
                <a:lnTo>
                  <a:pt x="408" y="591"/>
                </a:lnTo>
                <a:lnTo>
                  <a:pt x="408" y="592"/>
                </a:lnTo>
                <a:lnTo>
                  <a:pt x="407" y="592"/>
                </a:lnTo>
                <a:lnTo>
                  <a:pt x="407" y="593"/>
                </a:lnTo>
                <a:lnTo>
                  <a:pt x="406" y="593"/>
                </a:lnTo>
                <a:lnTo>
                  <a:pt x="406" y="594"/>
                </a:lnTo>
                <a:lnTo>
                  <a:pt x="406" y="595"/>
                </a:lnTo>
                <a:lnTo>
                  <a:pt x="407" y="595"/>
                </a:lnTo>
                <a:lnTo>
                  <a:pt x="406" y="596"/>
                </a:lnTo>
                <a:lnTo>
                  <a:pt x="406" y="597"/>
                </a:lnTo>
                <a:lnTo>
                  <a:pt x="405" y="598"/>
                </a:lnTo>
                <a:lnTo>
                  <a:pt x="406" y="598"/>
                </a:lnTo>
                <a:lnTo>
                  <a:pt x="406" y="599"/>
                </a:lnTo>
                <a:lnTo>
                  <a:pt x="405" y="599"/>
                </a:lnTo>
                <a:lnTo>
                  <a:pt x="405" y="601"/>
                </a:lnTo>
                <a:lnTo>
                  <a:pt x="404" y="601"/>
                </a:lnTo>
                <a:lnTo>
                  <a:pt x="404" y="602"/>
                </a:lnTo>
                <a:lnTo>
                  <a:pt x="404" y="606"/>
                </a:lnTo>
                <a:lnTo>
                  <a:pt x="404" y="607"/>
                </a:lnTo>
                <a:lnTo>
                  <a:pt x="404" y="609"/>
                </a:lnTo>
                <a:lnTo>
                  <a:pt x="403" y="609"/>
                </a:lnTo>
                <a:lnTo>
                  <a:pt x="403" y="610"/>
                </a:lnTo>
                <a:lnTo>
                  <a:pt x="402" y="610"/>
                </a:lnTo>
                <a:lnTo>
                  <a:pt x="402" y="611"/>
                </a:lnTo>
                <a:lnTo>
                  <a:pt x="401" y="613"/>
                </a:lnTo>
                <a:lnTo>
                  <a:pt x="400" y="614"/>
                </a:lnTo>
                <a:lnTo>
                  <a:pt x="400" y="615"/>
                </a:lnTo>
                <a:lnTo>
                  <a:pt x="400" y="616"/>
                </a:lnTo>
                <a:lnTo>
                  <a:pt x="398" y="621"/>
                </a:lnTo>
                <a:lnTo>
                  <a:pt x="397" y="621"/>
                </a:lnTo>
                <a:lnTo>
                  <a:pt x="396" y="622"/>
                </a:lnTo>
                <a:lnTo>
                  <a:pt x="395" y="623"/>
                </a:lnTo>
                <a:lnTo>
                  <a:pt x="394" y="623"/>
                </a:lnTo>
                <a:lnTo>
                  <a:pt x="394" y="622"/>
                </a:lnTo>
                <a:lnTo>
                  <a:pt x="393" y="622"/>
                </a:lnTo>
                <a:lnTo>
                  <a:pt x="392" y="622"/>
                </a:lnTo>
                <a:lnTo>
                  <a:pt x="391" y="622"/>
                </a:lnTo>
                <a:lnTo>
                  <a:pt x="390" y="622"/>
                </a:lnTo>
                <a:lnTo>
                  <a:pt x="389" y="622"/>
                </a:lnTo>
                <a:lnTo>
                  <a:pt x="389" y="621"/>
                </a:lnTo>
                <a:lnTo>
                  <a:pt x="388" y="621"/>
                </a:lnTo>
                <a:lnTo>
                  <a:pt x="386" y="621"/>
                </a:lnTo>
                <a:lnTo>
                  <a:pt x="386" y="622"/>
                </a:lnTo>
                <a:lnTo>
                  <a:pt x="385" y="622"/>
                </a:lnTo>
                <a:lnTo>
                  <a:pt x="384" y="623"/>
                </a:lnTo>
                <a:lnTo>
                  <a:pt x="383" y="624"/>
                </a:lnTo>
                <a:lnTo>
                  <a:pt x="382" y="624"/>
                </a:lnTo>
                <a:lnTo>
                  <a:pt x="381" y="625"/>
                </a:lnTo>
                <a:lnTo>
                  <a:pt x="380" y="625"/>
                </a:lnTo>
                <a:lnTo>
                  <a:pt x="375" y="625"/>
                </a:lnTo>
                <a:lnTo>
                  <a:pt x="374" y="625"/>
                </a:lnTo>
                <a:lnTo>
                  <a:pt x="373" y="625"/>
                </a:lnTo>
                <a:lnTo>
                  <a:pt x="372" y="625"/>
                </a:lnTo>
                <a:lnTo>
                  <a:pt x="371" y="626"/>
                </a:lnTo>
                <a:lnTo>
                  <a:pt x="369" y="626"/>
                </a:lnTo>
                <a:lnTo>
                  <a:pt x="368" y="626"/>
                </a:lnTo>
                <a:lnTo>
                  <a:pt x="365" y="626"/>
                </a:lnTo>
                <a:lnTo>
                  <a:pt x="363" y="626"/>
                </a:lnTo>
                <a:lnTo>
                  <a:pt x="362" y="626"/>
                </a:lnTo>
                <a:lnTo>
                  <a:pt x="361" y="626"/>
                </a:lnTo>
                <a:lnTo>
                  <a:pt x="361" y="627"/>
                </a:lnTo>
                <a:lnTo>
                  <a:pt x="360" y="627"/>
                </a:lnTo>
                <a:lnTo>
                  <a:pt x="359" y="627"/>
                </a:lnTo>
                <a:lnTo>
                  <a:pt x="359" y="628"/>
                </a:lnTo>
                <a:lnTo>
                  <a:pt x="358" y="628"/>
                </a:lnTo>
                <a:lnTo>
                  <a:pt x="358" y="629"/>
                </a:lnTo>
                <a:lnTo>
                  <a:pt x="357" y="629"/>
                </a:lnTo>
                <a:lnTo>
                  <a:pt x="355" y="629"/>
                </a:lnTo>
                <a:lnTo>
                  <a:pt x="353" y="629"/>
                </a:lnTo>
                <a:lnTo>
                  <a:pt x="352" y="628"/>
                </a:lnTo>
                <a:lnTo>
                  <a:pt x="351" y="628"/>
                </a:lnTo>
                <a:lnTo>
                  <a:pt x="351" y="629"/>
                </a:lnTo>
                <a:lnTo>
                  <a:pt x="350" y="629"/>
                </a:lnTo>
                <a:lnTo>
                  <a:pt x="349" y="629"/>
                </a:lnTo>
                <a:lnTo>
                  <a:pt x="346" y="628"/>
                </a:lnTo>
                <a:lnTo>
                  <a:pt x="345" y="629"/>
                </a:lnTo>
                <a:lnTo>
                  <a:pt x="344" y="629"/>
                </a:lnTo>
                <a:lnTo>
                  <a:pt x="343" y="629"/>
                </a:lnTo>
                <a:lnTo>
                  <a:pt x="342" y="629"/>
                </a:lnTo>
                <a:lnTo>
                  <a:pt x="339" y="631"/>
                </a:lnTo>
                <a:lnTo>
                  <a:pt x="338" y="631"/>
                </a:lnTo>
                <a:lnTo>
                  <a:pt x="338" y="630"/>
                </a:lnTo>
                <a:lnTo>
                  <a:pt x="337" y="630"/>
                </a:lnTo>
                <a:lnTo>
                  <a:pt x="336" y="630"/>
                </a:lnTo>
                <a:lnTo>
                  <a:pt x="336" y="629"/>
                </a:lnTo>
                <a:lnTo>
                  <a:pt x="335" y="629"/>
                </a:lnTo>
                <a:lnTo>
                  <a:pt x="335" y="630"/>
                </a:lnTo>
                <a:lnTo>
                  <a:pt x="334" y="630"/>
                </a:lnTo>
                <a:lnTo>
                  <a:pt x="333" y="631"/>
                </a:lnTo>
                <a:lnTo>
                  <a:pt x="334" y="631"/>
                </a:lnTo>
                <a:lnTo>
                  <a:pt x="333" y="632"/>
                </a:lnTo>
                <a:lnTo>
                  <a:pt x="333" y="633"/>
                </a:lnTo>
                <a:lnTo>
                  <a:pt x="332" y="634"/>
                </a:lnTo>
                <a:lnTo>
                  <a:pt x="332" y="635"/>
                </a:lnTo>
                <a:lnTo>
                  <a:pt x="331" y="636"/>
                </a:lnTo>
                <a:lnTo>
                  <a:pt x="331" y="637"/>
                </a:lnTo>
                <a:lnTo>
                  <a:pt x="331" y="638"/>
                </a:lnTo>
                <a:lnTo>
                  <a:pt x="331" y="640"/>
                </a:lnTo>
                <a:lnTo>
                  <a:pt x="331" y="641"/>
                </a:lnTo>
                <a:lnTo>
                  <a:pt x="331" y="642"/>
                </a:lnTo>
                <a:lnTo>
                  <a:pt x="330" y="642"/>
                </a:lnTo>
                <a:lnTo>
                  <a:pt x="329" y="642"/>
                </a:lnTo>
                <a:lnTo>
                  <a:pt x="329" y="641"/>
                </a:lnTo>
                <a:lnTo>
                  <a:pt x="328" y="641"/>
                </a:lnTo>
                <a:lnTo>
                  <a:pt x="328" y="642"/>
                </a:lnTo>
                <a:lnTo>
                  <a:pt x="328" y="643"/>
                </a:lnTo>
                <a:lnTo>
                  <a:pt x="328" y="644"/>
                </a:lnTo>
                <a:lnTo>
                  <a:pt x="329" y="644"/>
                </a:lnTo>
                <a:lnTo>
                  <a:pt x="327" y="645"/>
                </a:lnTo>
                <a:lnTo>
                  <a:pt x="326" y="645"/>
                </a:lnTo>
                <a:lnTo>
                  <a:pt x="326" y="646"/>
                </a:lnTo>
                <a:lnTo>
                  <a:pt x="325" y="646"/>
                </a:lnTo>
                <a:lnTo>
                  <a:pt x="324" y="647"/>
                </a:lnTo>
                <a:lnTo>
                  <a:pt x="324" y="648"/>
                </a:lnTo>
                <a:lnTo>
                  <a:pt x="324" y="650"/>
                </a:lnTo>
                <a:lnTo>
                  <a:pt x="324" y="652"/>
                </a:lnTo>
                <a:lnTo>
                  <a:pt x="323" y="652"/>
                </a:lnTo>
                <a:lnTo>
                  <a:pt x="323" y="653"/>
                </a:lnTo>
                <a:lnTo>
                  <a:pt x="322" y="653"/>
                </a:lnTo>
                <a:lnTo>
                  <a:pt x="321" y="653"/>
                </a:lnTo>
                <a:lnTo>
                  <a:pt x="321" y="654"/>
                </a:lnTo>
                <a:lnTo>
                  <a:pt x="321" y="655"/>
                </a:lnTo>
                <a:lnTo>
                  <a:pt x="322" y="655"/>
                </a:lnTo>
                <a:lnTo>
                  <a:pt x="321" y="656"/>
                </a:lnTo>
                <a:lnTo>
                  <a:pt x="320" y="657"/>
                </a:lnTo>
                <a:lnTo>
                  <a:pt x="320" y="658"/>
                </a:lnTo>
                <a:lnTo>
                  <a:pt x="320" y="659"/>
                </a:lnTo>
                <a:lnTo>
                  <a:pt x="319" y="660"/>
                </a:lnTo>
                <a:lnTo>
                  <a:pt x="318" y="661"/>
                </a:lnTo>
                <a:lnTo>
                  <a:pt x="317" y="662"/>
                </a:lnTo>
                <a:lnTo>
                  <a:pt x="316" y="663"/>
                </a:lnTo>
                <a:lnTo>
                  <a:pt x="315" y="665"/>
                </a:lnTo>
                <a:lnTo>
                  <a:pt x="314" y="666"/>
                </a:lnTo>
                <a:lnTo>
                  <a:pt x="313" y="667"/>
                </a:lnTo>
                <a:lnTo>
                  <a:pt x="313" y="668"/>
                </a:lnTo>
                <a:lnTo>
                  <a:pt x="313" y="669"/>
                </a:lnTo>
                <a:lnTo>
                  <a:pt x="312" y="669"/>
                </a:lnTo>
                <a:lnTo>
                  <a:pt x="312" y="670"/>
                </a:lnTo>
                <a:lnTo>
                  <a:pt x="311" y="670"/>
                </a:lnTo>
                <a:lnTo>
                  <a:pt x="311" y="671"/>
                </a:lnTo>
                <a:lnTo>
                  <a:pt x="310" y="672"/>
                </a:lnTo>
                <a:lnTo>
                  <a:pt x="310" y="673"/>
                </a:lnTo>
                <a:lnTo>
                  <a:pt x="309" y="673"/>
                </a:lnTo>
                <a:lnTo>
                  <a:pt x="309" y="674"/>
                </a:lnTo>
                <a:lnTo>
                  <a:pt x="308" y="675"/>
                </a:lnTo>
                <a:lnTo>
                  <a:pt x="308" y="676"/>
                </a:lnTo>
                <a:lnTo>
                  <a:pt x="306" y="676"/>
                </a:lnTo>
                <a:lnTo>
                  <a:pt x="306" y="677"/>
                </a:lnTo>
                <a:lnTo>
                  <a:pt x="305" y="677"/>
                </a:lnTo>
                <a:lnTo>
                  <a:pt x="305" y="678"/>
                </a:lnTo>
                <a:lnTo>
                  <a:pt x="305" y="679"/>
                </a:lnTo>
                <a:lnTo>
                  <a:pt x="304" y="682"/>
                </a:lnTo>
                <a:lnTo>
                  <a:pt x="303" y="682"/>
                </a:lnTo>
                <a:lnTo>
                  <a:pt x="301" y="680"/>
                </a:lnTo>
                <a:lnTo>
                  <a:pt x="301" y="679"/>
                </a:lnTo>
                <a:lnTo>
                  <a:pt x="300" y="678"/>
                </a:lnTo>
                <a:lnTo>
                  <a:pt x="299" y="678"/>
                </a:lnTo>
                <a:lnTo>
                  <a:pt x="298" y="678"/>
                </a:lnTo>
                <a:lnTo>
                  <a:pt x="298" y="677"/>
                </a:lnTo>
                <a:lnTo>
                  <a:pt x="297" y="677"/>
                </a:lnTo>
                <a:lnTo>
                  <a:pt x="297" y="676"/>
                </a:lnTo>
                <a:lnTo>
                  <a:pt x="296" y="675"/>
                </a:lnTo>
                <a:lnTo>
                  <a:pt x="297" y="674"/>
                </a:lnTo>
                <a:lnTo>
                  <a:pt x="297" y="672"/>
                </a:lnTo>
                <a:lnTo>
                  <a:pt x="296" y="671"/>
                </a:lnTo>
                <a:lnTo>
                  <a:pt x="295" y="671"/>
                </a:lnTo>
                <a:lnTo>
                  <a:pt x="295" y="672"/>
                </a:lnTo>
                <a:lnTo>
                  <a:pt x="294" y="672"/>
                </a:lnTo>
                <a:lnTo>
                  <a:pt x="293" y="672"/>
                </a:lnTo>
                <a:lnTo>
                  <a:pt x="293" y="671"/>
                </a:lnTo>
                <a:lnTo>
                  <a:pt x="293" y="670"/>
                </a:lnTo>
                <a:lnTo>
                  <a:pt x="292" y="670"/>
                </a:lnTo>
                <a:lnTo>
                  <a:pt x="291" y="670"/>
                </a:lnTo>
                <a:lnTo>
                  <a:pt x="292" y="670"/>
                </a:lnTo>
                <a:lnTo>
                  <a:pt x="292" y="671"/>
                </a:lnTo>
                <a:lnTo>
                  <a:pt x="291" y="671"/>
                </a:lnTo>
                <a:lnTo>
                  <a:pt x="290" y="672"/>
                </a:lnTo>
                <a:lnTo>
                  <a:pt x="289" y="672"/>
                </a:lnTo>
                <a:lnTo>
                  <a:pt x="289" y="673"/>
                </a:lnTo>
                <a:lnTo>
                  <a:pt x="288" y="673"/>
                </a:lnTo>
                <a:lnTo>
                  <a:pt x="288" y="674"/>
                </a:lnTo>
                <a:lnTo>
                  <a:pt x="288" y="675"/>
                </a:lnTo>
                <a:lnTo>
                  <a:pt x="288" y="676"/>
                </a:lnTo>
                <a:lnTo>
                  <a:pt x="288" y="677"/>
                </a:lnTo>
                <a:lnTo>
                  <a:pt x="289" y="677"/>
                </a:lnTo>
                <a:lnTo>
                  <a:pt x="289" y="678"/>
                </a:lnTo>
                <a:lnTo>
                  <a:pt x="288" y="678"/>
                </a:lnTo>
                <a:lnTo>
                  <a:pt x="287" y="678"/>
                </a:lnTo>
                <a:lnTo>
                  <a:pt x="288" y="678"/>
                </a:lnTo>
                <a:lnTo>
                  <a:pt x="288" y="679"/>
                </a:lnTo>
                <a:lnTo>
                  <a:pt x="289" y="679"/>
                </a:lnTo>
                <a:lnTo>
                  <a:pt x="289" y="680"/>
                </a:lnTo>
                <a:lnTo>
                  <a:pt x="288" y="681"/>
                </a:lnTo>
                <a:lnTo>
                  <a:pt x="289" y="681"/>
                </a:lnTo>
                <a:lnTo>
                  <a:pt x="289" y="682"/>
                </a:lnTo>
                <a:lnTo>
                  <a:pt x="289" y="683"/>
                </a:lnTo>
                <a:lnTo>
                  <a:pt x="288" y="683"/>
                </a:lnTo>
                <a:lnTo>
                  <a:pt x="287" y="683"/>
                </a:lnTo>
                <a:lnTo>
                  <a:pt x="287" y="684"/>
                </a:lnTo>
                <a:lnTo>
                  <a:pt x="288" y="684"/>
                </a:lnTo>
                <a:lnTo>
                  <a:pt x="288" y="685"/>
                </a:lnTo>
                <a:lnTo>
                  <a:pt x="289" y="685"/>
                </a:lnTo>
                <a:lnTo>
                  <a:pt x="288" y="685"/>
                </a:lnTo>
                <a:lnTo>
                  <a:pt x="287" y="684"/>
                </a:lnTo>
                <a:lnTo>
                  <a:pt x="286" y="683"/>
                </a:lnTo>
                <a:lnTo>
                  <a:pt x="285" y="683"/>
                </a:lnTo>
                <a:lnTo>
                  <a:pt x="284" y="682"/>
                </a:lnTo>
                <a:lnTo>
                  <a:pt x="284" y="683"/>
                </a:lnTo>
                <a:lnTo>
                  <a:pt x="284" y="684"/>
                </a:lnTo>
                <a:lnTo>
                  <a:pt x="283" y="684"/>
                </a:lnTo>
                <a:lnTo>
                  <a:pt x="283" y="685"/>
                </a:lnTo>
                <a:lnTo>
                  <a:pt x="283" y="686"/>
                </a:lnTo>
                <a:lnTo>
                  <a:pt x="284" y="686"/>
                </a:lnTo>
                <a:lnTo>
                  <a:pt x="284" y="687"/>
                </a:lnTo>
                <a:lnTo>
                  <a:pt x="285" y="687"/>
                </a:lnTo>
                <a:lnTo>
                  <a:pt x="285" y="688"/>
                </a:lnTo>
                <a:lnTo>
                  <a:pt x="284" y="689"/>
                </a:lnTo>
                <a:lnTo>
                  <a:pt x="284" y="690"/>
                </a:lnTo>
                <a:lnTo>
                  <a:pt x="284" y="691"/>
                </a:lnTo>
                <a:lnTo>
                  <a:pt x="286" y="691"/>
                </a:lnTo>
                <a:lnTo>
                  <a:pt x="287" y="690"/>
                </a:lnTo>
                <a:lnTo>
                  <a:pt x="287" y="691"/>
                </a:lnTo>
                <a:lnTo>
                  <a:pt x="287" y="690"/>
                </a:lnTo>
                <a:lnTo>
                  <a:pt x="288" y="690"/>
                </a:lnTo>
                <a:lnTo>
                  <a:pt x="288" y="691"/>
                </a:lnTo>
                <a:lnTo>
                  <a:pt x="287" y="691"/>
                </a:lnTo>
                <a:lnTo>
                  <a:pt x="288" y="692"/>
                </a:lnTo>
                <a:lnTo>
                  <a:pt x="288" y="691"/>
                </a:lnTo>
                <a:lnTo>
                  <a:pt x="289" y="691"/>
                </a:lnTo>
                <a:lnTo>
                  <a:pt x="289" y="692"/>
                </a:lnTo>
                <a:lnTo>
                  <a:pt x="289" y="693"/>
                </a:lnTo>
                <a:lnTo>
                  <a:pt x="290" y="693"/>
                </a:lnTo>
                <a:lnTo>
                  <a:pt x="290" y="694"/>
                </a:lnTo>
                <a:lnTo>
                  <a:pt x="289" y="694"/>
                </a:lnTo>
                <a:lnTo>
                  <a:pt x="289" y="695"/>
                </a:lnTo>
                <a:lnTo>
                  <a:pt x="288" y="695"/>
                </a:lnTo>
                <a:lnTo>
                  <a:pt x="288" y="696"/>
                </a:lnTo>
                <a:lnTo>
                  <a:pt x="287" y="696"/>
                </a:lnTo>
                <a:lnTo>
                  <a:pt x="287" y="697"/>
                </a:lnTo>
                <a:lnTo>
                  <a:pt x="286" y="698"/>
                </a:lnTo>
                <a:lnTo>
                  <a:pt x="286" y="699"/>
                </a:lnTo>
                <a:lnTo>
                  <a:pt x="285" y="699"/>
                </a:lnTo>
                <a:lnTo>
                  <a:pt x="284" y="699"/>
                </a:lnTo>
                <a:lnTo>
                  <a:pt x="283" y="699"/>
                </a:lnTo>
                <a:lnTo>
                  <a:pt x="282" y="699"/>
                </a:lnTo>
                <a:lnTo>
                  <a:pt x="281" y="699"/>
                </a:lnTo>
                <a:lnTo>
                  <a:pt x="280" y="699"/>
                </a:lnTo>
                <a:lnTo>
                  <a:pt x="280" y="698"/>
                </a:lnTo>
                <a:lnTo>
                  <a:pt x="279" y="698"/>
                </a:lnTo>
                <a:lnTo>
                  <a:pt x="279" y="697"/>
                </a:lnTo>
                <a:lnTo>
                  <a:pt x="278" y="697"/>
                </a:lnTo>
                <a:lnTo>
                  <a:pt x="278" y="698"/>
                </a:lnTo>
                <a:lnTo>
                  <a:pt x="277" y="698"/>
                </a:lnTo>
                <a:lnTo>
                  <a:pt x="276" y="698"/>
                </a:lnTo>
                <a:lnTo>
                  <a:pt x="275" y="699"/>
                </a:lnTo>
                <a:lnTo>
                  <a:pt x="274" y="699"/>
                </a:lnTo>
                <a:lnTo>
                  <a:pt x="273" y="699"/>
                </a:lnTo>
                <a:lnTo>
                  <a:pt x="273" y="700"/>
                </a:lnTo>
                <a:lnTo>
                  <a:pt x="272" y="700"/>
                </a:lnTo>
                <a:lnTo>
                  <a:pt x="270" y="699"/>
                </a:lnTo>
                <a:lnTo>
                  <a:pt x="270" y="700"/>
                </a:lnTo>
                <a:lnTo>
                  <a:pt x="269" y="700"/>
                </a:lnTo>
                <a:lnTo>
                  <a:pt x="268" y="700"/>
                </a:lnTo>
                <a:lnTo>
                  <a:pt x="268" y="701"/>
                </a:lnTo>
                <a:lnTo>
                  <a:pt x="267" y="701"/>
                </a:lnTo>
                <a:lnTo>
                  <a:pt x="267" y="702"/>
                </a:lnTo>
                <a:lnTo>
                  <a:pt x="266" y="702"/>
                </a:lnTo>
                <a:lnTo>
                  <a:pt x="265" y="702"/>
                </a:lnTo>
                <a:lnTo>
                  <a:pt x="264" y="703"/>
                </a:lnTo>
                <a:lnTo>
                  <a:pt x="263" y="705"/>
                </a:lnTo>
                <a:lnTo>
                  <a:pt x="262" y="706"/>
                </a:lnTo>
                <a:lnTo>
                  <a:pt x="261" y="706"/>
                </a:lnTo>
                <a:lnTo>
                  <a:pt x="260" y="706"/>
                </a:lnTo>
                <a:lnTo>
                  <a:pt x="260" y="707"/>
                </a:lnTo>
                <a:lnTo>
                  <a:pt x="261" y="707"/>
                </a:lnTo>
                <a:lnTo>
                  <a:pt x="261" y="708"/>
                </a:lnTo>
                <a:lnTo>
                  <a:pt x="261" y="710"/>
                </a:lnTo>
                <a:lnTo>
                  <a:pt x="261" y="711"/>
                </a:lnTo>
                <a:lnTo>
                  <a:pt x="260" y="712"/>
                </a:lnTo>
                <a:lnTo>
                  <a:pt x="260" y="713"/>
                </a:lnTo>
                <a:lnTo>
                  <a:pt x="261" y="714"/>
                </a:lnTo>
                <a:lnTo>
                  <a:pt x="261" y="715"/>
                </a:lnTo>
                <a:lnTo>
                  <a:pt x="261" y="717"/>
                </a:lnTo>
                <a:lnTo>
                  <a:pt x="260" y="718"/>
                </a:lnTo>
                <a:lnTo>
                  <a:pt x="261" y="718"/>
                </a:lnTo>
                <a:lnTo>
                  <a:pt x="261" y="719"/>
                </a:lnTo>
                <a:lnTo>
                  <a:pt x="260" y="720"/>
                </a:lnTo>
                <a:lnTo>
                  <a:pt x="260" y="721"/>
                </a:lnTo>
                <a:lnTo>
                  <a:pt x="259" y="721"/>
                </a:lnTo>
                <a:lnTo>
                  <a:pt x="258" y="721"/>
                </a:lnTo>
                <a:lnTo>
                  <a:pt x="257" y="722"/>
                </a:lnTo>
                <a:lnTo>
                  <a:pt x="256" y="723"/>
                </a:lnTo>
                <a:lnTo>
                  <a:pt x="255" y="724"/>
                </a:lnTo>
                <a:lnTo>
                  <a:pt x="255" y="725"/>
                </a:lnTo>
                <a:lnTo>
                  <a:pt x="255" y="726"/>
                </a:lnTo>
                <a:lnTo>
                  <a:pt x="255" y="727"/>
                </a:lnTo>
                <a:lnTo>
                  <a:pt x="256" y="727"/>
                </a:lnTo>
                <a:lnTo>
                  <a:pt x="256" y="728"/>
                </a:lnTo>
                <a:lnTo>
                  <a:pt x="255" y="729"/>
                </a:lnTo>
                <a:lnTo>
                  <a:pt x="255" y="730"/>
                </a:lnTo>
                <a:lnTo>
                  <a:pt x="254" y="730"/>
                </a:lnTo>
                <a:lnTo>
                  <a:pt x="254" y="731"/>
                </a:lnTo>
                <a:lnTo>
                  <a:pt x="253" y="731"/>
                </a:lnTo>
                <a:lnTo>
                  <a:pt x="253" y="732"/>
                </a:lnTo>
                <a:lnTo>
                  <a:pt x="253" y="733"/>
                </a:lnTo>
                <a:lnTo>
                  <a:pt x="254" y="735"/>
                </a:lnTo>
                <a:lnTo>
                  <a:pt x="254" y="736"/>
                </a:lnTo>
                <a:lnTo>
                  <a:pt x="254" y="737"/>
                </a:lnTo>
                <a:lnTo>
                  <a:pt x="254" y="738"/>
                </a:lnTo>
                <a:lnTo>
                  <a:pt x="253" y="738"/>
                </a:lnTo>
                <a:lnTo>
                  <a:pt x="253" y="739"/>
                </a:lnTo>
                <a:lnTo>
                  <a:pt x="253" y="740"/>
                </a:lnTo>
                <a:lnTo>
                  <a:pt x="253" y="741"/>
                </a:lnTo>
                <a:lnTo>
                  <a:pt x="253" y="742"/>
                </a:lnTo>
                <a:lnTo>
                  <a:pt x="252" y="743"/>
                </a:lnTo>
                <a:lnTo>
                  <a:pt x="252" y="744"/>
                </a:lnTo>
                <a:lnTo>
                  <a:pt x="251" y="744"/>
                </a:lnTo>
                <a:lnTo>
                  <a:pt x="250" y="745"/>
                </a:lnTo>
                <a:lnTo>
                  <a:pt x="250" y="746"/>
                </a:lnTo>
                <a:lnTo>
                  <a:pt x="249" y="747"/>
                </a:lnTo>
                <a:lnTo>
                  <a:pt x="249" y="748"/>
                </a:lnTo>
                <a:lnTo>
                  <a:pt x="248" y="748"/>
                </a:lnTo>
                <a:lnTo>
                  <a:pt x="248" y="749"/>
                </a:lnTo>
                <a:lnTo>
                  <a:pt x="248" y="750"/>
                </a:lnTo>
                <a:lnTo>
                  <a:pt x="247" y="750"/>
                </a:lnTo>
                <a:lnTo>
                  <a:pt x="248" y="750"/>
                </a:lnTo>
                <a:lnTo>
                  <a:pt x="248" y="751"/>
                </a:lnTo>
                <a:lnTo>
                  <a:pt x="247" y="751"/>
                </a:lnTo>
                <a:lnTo>
                  <a:pt x="246" y="751"/>
                </a:lnTo>
                <a:lnTo>
                  <a:pt x="246" y="752"/>
                </a:lnTo>
                <a:lnTo>
                  <a:pt x="245" y="753"/>
                </a:lnTo>
                <a:lnTo>
                  <a:pt x="245" y="754"/>
                </a:lnTo>
                <a:lnTo>
                  <a:pt x="246" y="754"/>
                </a:lnTo>
                <a:lnTo>
                  <a:pt x="246" y="755"/>
                </a:lnTo>
                <a:lnTo>
                  <a:pt x="246" y="756"/>
                </a:lnTo>
                <a:lnTo>
                  <a:pt x="247" y="756"/>
                </a:lnTo>
                <a:lnTo>
                  <a:pt x="247" y="755"/>
                </a:lnTo>
                <a:lnTo>
                  <a:pt x="247" y="756"/>
                </a:lnTo>
                <a:lnTo>
                  <a:pt x="247" y="758"/>
                </a:lnTo>
                <a:lnTo>
                  <a:pt x="247" y="759"/>
                </a:lnTo>
                <a:lnTo>
                  <a:pt x="246" y="759"/>
                </a:lnTo>
                <a:lnTo>
                  <a:pt x="246" y="760"/>
                </a:lnTo>
                <a:lnTo>
                  <a:pt x="245" y="761"/>
                </a:lnTo>
                <a:lnTo>
                  <a:pt x="245" y="760"/>
                </a:lnTo>
                <a:lnTo>
                  <a:pt x="244" y="760"/>
                </a:lnTo>
                <a:lnTo>
                  <a:pt x="244" y="761"/>
                </a:lnTo>
                <a:lnTo>
                  <a:pt x="245" y="762"/>
                </a:lnTo>
                <a:lnTo>
                  <a:pt x="244" y="762"/>
                </a:lnTo>
                <a:lnTo>
                  <a:pt x="245" y="763"/>
                </a:lnTo>
                <a:lnTo>
                  <a:pt x="245" y="764"/>
                </a:lnTo>
                <a:lnTo>
                  <a:pt x="244" y="764"/>
                </a:lnTo>
                <a:lnTo>
                  <a:pt x="244" y="765"/>
                </a:lnTo>
                <a:lnTo>
                  <a:pt x="243" y="765"/>
                </a:lnTo>
                <a:lnTo>
                  <a:pt x="242" y="766"/>
                </a:lnTo>
                <a:lnTo>
                  <a:pt x="241" y="767"/>
                </a:lnTo>
                <a:lnTo>
                  <a:pt x="240" y="768"/>
                </a:lnTo>
                <a:lnTo>
                  <a:pt x="240" y="769"/>
                </a:lnTo>
                <a:lnTo>
                  <a:pt x="239" y="770"/>
                </a:lnTo>
                <a:lnTo>
                  <a:pt x="239" y="771"/>
                </a:lnTo>
                <a:lnTo>
                  <a:pt x="239" y="773"/>
                </a:lnTo>
                <a:lnTo>
                  <a:pt x="238" y="773"/>
                </a:lnTo>
                <a:lnTo>
                  <a:pt x="238" y="774"/>
                </a:lnTo>
                <a:lnTo>
                  <a:pt x="238" y="775"/>
                </a:lnTo>
                <a:lnTo>
                  <a:pt x="239" y="775"/>
                </a:lnTo>
                <a:lnTo>
                  <a:pt x="239" y="776"/>
                </a:lnTo>
                <a:lnTo>
                  <a:pt x="238" y="776"/>
                </a:lnTo>
                <a:lnTo>
                  <a:pt x="238" y="777"/>
                </a:lnTo>
                <a:lnTo>
                  <a:pt x="238" y="778"/>
                </a:lnTo>
                <a:lnTo>
                  <a:pt x="237" y="778"/>
                </a:lnTo>
                <a:lnTo>
                  <a:pt x="236" y="778"/>
                </a:lnTo>
                <a:lnTo>
                  <a:pt x="235" y="779"/>
                </a:lnTo>
                <a:lnTo>
                  <a:pt x="234" y="779"/>
                </a:lnTo>
                <a:lnTo>
                  <a:pt x="234" y="780"/>
                </a:lnTo>
                <a:lnTo>
                  <a:pt x="233" y="780"/>
                </a:lnTo>
                <a:lnTo>
                  <a:pt x="232" y="781"/>
                </a:lnTo>
                <a:lnTo>
                  <a:pt x="230" y="782"/>
                </a:lnTo>
                <a:lnTo>
                  <a:pt x="229" y="782"/>
                </a:lnTo>
                <a:lnTo>
                  <a:pt x="229" y="783"/>
                </a:lnTo>
                <a:lnTo>
                  <a:pt x="228" y="783"/>
                </a:lnTo>
                <a:lnTo>
                  <a:pt x="228" y="784"/>
                </a:lnTo>
                <a:lnTo>
                  <a:pt x="226" y="784"/>
                </a:lnTo>
                <a:lnTo>
                  <a:pt x="225" y="784"/>
                </a:lnTo>
                <a:lnTo>
                  <a:pt x="224" y="784"/>
                </a:lnTo>
                <a:lnTo>
                  <a:pt x="224" y="785"/>
                </a:lnTo>
                <a:lnTo>
                  <a:pt x="223" y="785"/>
                </a:lnTo>
                <a:lnTo>
                  <a:pt x="223" y="786"/>
                </a:lnTo>
                <a:lnTo>
                  <a:pt x="222" y="786"/>
                </a:lnTo>
                <a:lnTo>
                  <a:pt x="222" y="785"/>
                </a:lnTo>
                <a:lnTo>
                  <a:pt x="221" y="786"/>
                </a:lnTo>
                <a:lnTo>
                  <a:pt x="219" y="786"/>
                </a:lnTo>
                <a:lnTo>
                  <a:pt x="219" y="787"/>
                </a:lnTo>
                <a:lnTo>
                  <a:pt x="218" y="787"/>
                </a:lnTo>
                <a:lnTo>
                  <a:pt x="218" y="788"/>
                </a:lnTo>
                <a:lnTo>
                  <a:pt x="218" y="789"/>
                </a:lnTo>
                <a:lnTo>
                  <a:pt x="217" y="790"/>
                </a:lnTo>
                <a:lnTo>
                  <a:pt x="217" y="791"/>
                </a:lnTo>
                <a:lnTo>
                  <a:pt x="217" y="792"/>
                </a:lnTo>
                <a:lnTo>
                  <a:pt x="216" y="792"/>
                </a:lnTo>
                <a:lnTo>
                  <a:pt x="216" y="793"/>
                </a:lnTo>
                <a:lnTo>
                  <a:pt x="216" y="794"/>
                </a:lnTo>
                <a:lnTo>
                  <a:pt x="216" y="795"/>
                </a:lnTo>
                <a:lnTo>
                  <a:pt x="216" y="796"/>
                </a:lnTo>
                <a:lnTo>
                  <a:pt x="214" y="797"/>
                </a:lnTo>
                <a:lnTo>
                  <a:pt x="213" y="797"/>
                </a:lnTo>
                <a:lnTo>
                  <a:pt x="213" y="798"/>
                </a:lnTo>
                <a:lnTo>
                  <a:pt x="212" y="799"/>
                </a:lnTo>
                <a:lnTo>
                  <a:pt x="212" y="800"/>
                </a:lnTo>
                <a:lnTo>
                  <a:pt x="211" y="801"/>
                </a:lnTo>
                <a:lnTo>
                  <a:pt x="210" y="801"/>
                </a:lnTo>
                <a:lnTo>
                  <a:pt x="211" y="802"/>
                </a:lnTo>
                <a:lnTo>
                  <a:pt x="211" y="803"/>
                </a:lnTo>
                <a:lnTo>
                  <a:pt x="210" y="803"/>
                </a:lnTo>
                <a:lnTo>
                  <a:pt x="210" y="804"/>
                </a:lnTo>
                <a:lnTo>
                  <a:pt x="209" y="805"/>
                </a:lnTo>
                <a:lnTo>
                  <a:pt x="209" y="806"/>
                </a:lnTo>
                <a:lnTo>
                  <a:pt x="208" y="806"/>
                </a:lnTo>
                <a:lnTo>
                  <a:pt x="207" y="805"/>
                </a:lnTo>
                <a:lnTo>
                  <a:pt x="207" y="806"/>
                </a:lnTo>
                <a:lnTo>
                  <a:pt x="207" y="807"/>
                </a:lnTo>
                <a:lnTo>
                  <a:pt x="207" y="808"/>
                </a:lnTo>
                <a:lnTo>
                  <a:pt x="206" y="809"/>
                </a:lnTo>
                <a:lnTo>
                  <a:pt x="206" y="810"/>
                </a:lnTo>
                <a:lnTo>
                  <a:pt x="206" y="811"/>
                </a:lnTo>
                <a:lnTo>
                  <a:pt x="206" y="812"/>
                </a:lnTo>
                <a:lnTo>
                  <a:pt x="206" y="813"/>
                </a:lnTo>
                <a:lnTo>
                  <a:pt x="206" y="814"/>
                </a:lnTo>
                <a:lnTo>
                  <a:pt x="206" y="815"/>
                </a:lnTo>
                <a:lnTo>
                  <a:pt x="206" y="816"/>
                </a:lnTo>
                <a:lnTo>
                  <a:pt x="206" y="817"/>
                </a:lnTo>
                <a:lnTo>
                  <a:pt x="205" y="817"/>
                </a:lnTo>
                <a:lnTo>
                  <a:pt x="205" y="818"/>
                </a:lnTo>
                <a:lnTo>
                  <a:pt x="204" y="818"/>
                </a:lnTo>
                <a:lnTo>
                  <a:pt x="204" y="819"/>
                </a:lnTo>
                <a:lnTo>
                  <a:pt x="203" y="821"/>
                </a:lnTo>
                <a:lnTo>
                  <a:pt x="203" y="822"/>
                </a:lnTo>
                <a:lnTo>
                  <a:pt x="202" y="823"/>
                </a:lnTo>
                <a:lnTo>
                  <a:pt x="202" y="824"/>
                </a:lnTo>
                <a:lnTo>
                  <a:pt x="202" y="825"/>
                </a:lnTo>
                <a:lnTo>
                  <a:pt x="202" y="826"/>
                </a:lnTo>
                <a:lnTo>
                  <a:pt x="203" y="826"/>
                </a:lnTo>
                <a:lnTo>
                  <a:pt x="203" y="827"/>
                </a:lnTo>
                <a:lnTo>
                  <a:pt x="203" y="828"/>
                </a:lnTo>
                <a:lnTo>
                  <a:pt x="204" y="828"/>
                </a:lnTo>
                <a:lnTo>
                  <a:pt x="204" y="827"/>
                </a:lnTo>
                <a:lnTo>
                  <a:pt x="205" y="827"/>
                </a:lnTo>
                <a:lnTo>
                  <a:pt x="205" y="828"/>
                </a:lnTo>
                <a:lnTo>
                  <a:pt x="206" y="828"/>
                </a:lnTo>
                <a:lnTo>
                  <a:pt x="206" y="829"/>
                </a:lnTo>
                <a:lnTo>
                  <a:pt x="206" y="830"/>
                </a:lnTo>
                <a:lnTo>
                  <a:pt x="206" y="831"/>
                </a:lnTo>
                <a:lnTo>
                  <a:pt x="205" y="832"/>
                </a:lnTo>
                <a:lnTo>
                  <a:pt x="205" y="833"/>
                </a:lnTo>
                <a:lnTo>
                  <a:pt x="204" y="833"/>
                </a:lnTo>
                <a:lnTo>
                  <a:pt x="204" y="834"/>
                </a:lnTo>
                <a:lnTo>
                  <a:pt x="205" y="834"/>
                </a:lnTo>
                <a:lnTo>
                  <a:pt x="206" y="834"/>
                </a:lnTo>
                <a:lnTo>
                  <a:pt x="206" y="835"/>
                </a:lnTo>
                <a:lnTo>
                  <a:pt x="207" y="835"/>
                </a:lnTo>
                <a:lnTo>
                  <a:pt x="208" y="835"/>
                </a:lnTo>
                <a:lnTo>
                  <a:pt x="208" y="836"/>
                </a:lnTo>
                <a:lnTo>
                  <a:pt x="209" y="836"/>
                </a:lnTo>
                <a:lnTo>
                  <a:pt x="209" y="835"/>
                </a:lnTo>
                <a:lnTo>
                  <a:pt x="210" y="836"/>
                </a:lnTo>
                <a:lnTo>
                  <a:pt x="209" y="836"/>
                </a:lnTo>
                <a:lnTo>
                  <a:pt x="209" y="837"/>
                </a:lnTo>
                <a:lnTo>
                  <a:pt x="209" y="838"/>
                </a:lnTo>
                <a:lnTo>
                  <a:pt x="210" y="839"/>
                </a:lnTo>
                <a:lnTo>
                  <a:pt x="210" y="840"/>
                </a:lnTo>
                <a:lnTo>
                  <a:pt x="210" y="841"/>
                </a:lnTo>
                <a:lnTo>
                  <a:pt x="211" y="841"/>
                </a:lnTo>
                <a:lnTo>
                  <a:pt x="212" y="841"/>
                </a:lnTo>
                <a:lnTo>
                  <a:pt x="213" y="842"/>
                </a:lnTo>
                <a:lnTo>
                  <a:pt x="213" y="844"/>
                </a:lnTo>
                <a:lnTo>
                  <a:pt x="213" y="845"/>
                </a:lnTo>
                <a:lnTo>
                  <a:pt x="212" y="845"/>
                </a:lnTo>
                <a:lnTo>
                  <a:pt x="212" y="846"/>
                </a:lnTo>
                <a:lnTo>
                  <a:pt x="212" y="847"/>
                </a:lnTo>
                <a:lnTo>
                  <a:pt x="213" y="847"/>
                </a:lnTo>
                <a:lnTo>
                  <a:pt x="214" y="847"/>
                </a:lnTo>
                <a:lnTo>
                  <a:pt x="214" y="846"/>
                </a:lnTo>
                <a:lnTo>
                  <a:pt x="214" y="845"/>
                </a:lnTo>
                <a:lnTo>
                  <a:pt x="215" y="845"/>
                </a:lnTo>
                <a:lnTo>
                  <a:pt x="216" y="845"/>
                </a:lnTo>
                <a:lnTo>
                  <a:pt x="217" y="845"/>
                </a:lnTo>
                <a:lnTo>
                  <a:pt x="217" y="844"/>
                </a:lnTo>
                <a:lnTo>
                  <a:pt x="218" y="844"/>
                </a:lnTo>
                <a:lnTo>
                  <a:pt x="218" y="845"/>
                </a:lnTo>
                <a:lnTo>
                  <a:pt x="218" y="846"/>
                </a:lnTo>
                <a:lnTo>
                  <a:pt x="219" y="846"/>
                </a:lnTo>
                <a:lnTo>
                  <a:pt x="219" y="847"/>
                </a:lnTo>
                <a:lnTo>
                  <a:pt x="219" y="848"/>
                </a:lnTo>
                <a:lnTo>
                  <a:pt x="218" y="848"/>
                </a:lnTo>
                <a:lnTo>
                  <a:pt x="219" y="849"/>
                </a:lnTo>
                <a:lnTo>
                  <a:pt x="220" y="849"/>
                </a:lnTo>
                <a:lnTo>
                  <a:pt x="220" y="850"/>
                </a:lnTo>
                <a:lnTo>
                  <a:pt x="222" y="850"/>
                </a:lnTo>
                <a:lnTo>
                  <a:pt x="223" y="850"/>
                </a:lnTo>
                <a:lnTo>
                  <a:pt x="224" y="851"/>
                </a:lnTo>
                <a:lnTo>
                  <a:pt x="224" y="852"/>
                </a:lnTo>
                <a:lnTo>
                  <a:pt x="224" y="853"/>
                </a:lnTo>
                <a:lnTo>
                  <a:pt x="225" y="853"/>
                </a:lnTo>
                <a:lnTo>
                  <a:pt x="225" y="854"/>
                </a:lnTo>
                <a:lnTo>
                  <a:pt x="225" y="855"/>
                </a:lnTo>
                <a:lnTo>
                  <a:pt x="225" y="856"/>
                </a:lnTo>
                <a:lnTo>
                  <a:pt x="225" y="857"/>
                </a:lnTo>
                <a:lnTo>
                  <a:pt x="225" y="858"/>
                </a:lnTo>
                <a:lnTo>
                  <a:pt x="226" y="859"/>
                </a:lnTo>
                <a:lnTo>
                  <a:pt x="226" y="860"/>
                </a:lnTo>
                <a:lnTo>
                  <a:pt x="226" y="861"/>
                </a:lnTo>
                <a:lnTo>
                  <a:pt x="226" y="862"/>
                </a:lnTo>
                <a:lnTo>
                  <a:pt x="226" y="863"/>
                </a:lnTo>
                <a:lnTo>
                  <a:pt x="227" y="863"/>
                </a:lnTo>
                <a:lnTo>
                  <a:pt x="226" y="864"/>
                </a:lnTo>
                <a:lnTo>
                  <a:pt x="227" y="865"/>
                </a:lnTo>
                <a:lnTo>
                  <a:pt x="227" y="866"/>
                </a:lnTo>
                <a:lnTo>
                  <a:pt x="226" y="866"/>
                </a:lnTo>
                <a:lnTo>
                  <a:pt x="225" y="866"/>
                </a:lnTo>
                <a:lnTo>
                  <a:pt x="225" y="865"/>
                </a:lnTo>
                <a:lnTo>
                  <a:pt x="226" y="865"/>
                </a:lnTo>
                <a:lnTo>
                  <a:pt x="226" y="864"/>
                </a:lnTo>
                <a:lnTo>
                  <a:pt x="225" y="864"/>
                </a:lnTo>
                <a:lnTo>
                  <a:pt x="224" y="863"/>
                </a:lnTo>
                <a:lnTo>
                  <a:pt x="223" y="863"/>
                </a:lnTo>
                <a:lnTo>
                  <a:pt x="223" y="864"/>
                </a:lnTo>
                <a:lnTo>
                  <a:pt x="224" y="866"/>
                </a:lnTo>
                <a:lnTo>
                  <a:pt x="223" y="867"/>
                </a:lnTo>
                <a:lnTo>
                  <a:pt x="222" y="867"/>
                </a:lnTo>
                <a:lnTo>
                  <a:pt x="222" y="868"/>
                </a:lnTo>
                <a:lnTo>
                  <a:pt x="221" y="868"/>
                </a:lnTo>
                <a:lnTo>
                  <a:pt x="221" y="869"/>
                </a:lnTo>
                <a:lnTo>
                  <a:pt x="220" y="869"/>
                </a:lnTo>
                <a:lnTo>
                  <a:pt x="219" y="868"/>
                </a:lnTo>
                <a:lnTo>
                  <a:pt x="219" y="867"/>
                </a:lnTo>
                <a:lnTo>
                  <a:pt x="219" y="866"/>
                </a:lnTo>
                <a:lnTo>
                  <a:pt x="219" y="867"/>
                </a:lnTo>
                <a:lnTo>
                  <a:pt x="218" y="867"/>
                </a:lnTo>
                <a:lnTo>
                  <a:pt x="219" y="868"/>
                </a:lnTo>
                <a:lnTo>
                  <a:pt x="218" y="869"/>
                </a:lnTo>
                <a:lnTo>
                  <a:pt x="218" y="870"/>
                </a:lnTo>
                <a:lnTo>
                  <a:pt x="217" y="870"/>
                </a:lnTo>
                <a:lnTo>
                  <a:pt x="216" y="870"/>
                </a:lnTo>
                <a:lnTo>
                  <a:pt x="216" y="871"/>
                </a:lnTo>
                <a:lnTo>
                  <a:pt x="216" y="872"/>
                </a:lnTo>
                <a:lnTo>
                  <a:pt x="216" y="873"/>
                </a:lnTo>
                <a:lnTo>
                  <a:pt x="216" y="874"/>
                </a:lnTo>
                <a:lnTo>
                  <a:pt x="215" y="875"/>
                </a:lnTo>
                <a:lnTo>
                  <a:pt x="214" y="876"/>
                </a:lnTo>
                <a:lnTo>
                  <a:pt x="213" y="876"/>
                </a:lnTo>
                <a:lnTo>
                  <a:pt x="213" y="875"/>
                </a:lnTo>
                <a:lnTo>
                  <a:pt x="212" y="876"/>
                </a:lnTo>
                <a:lnTo>
                  <a:pt x="211" y="876"/>
                </a:lnTo>
                <a:lnTo>
                  <a:pt x="210" y="875"/>
                </a:lnTo>
                <a:lnTo>
                  <a:pt x="209" y="875"/>
                </a:lnTo>
                <a:lnTo>
                  <a:pt x="209" y="874"/>
                </a:lnTo>
                <a:lnTo>
                  <a:pt x="209" y="873"/>
                </a:lnTo>
                <a:lnTo>
                  <a:pt x="209" y="872"/>
                </a:lnTo>
                <a:lnTo>
                  <a:pt x="209" y="871"/>
                </a:lnTo>
                <a:lnTo>
                  <a:pt x="209" y="870"/>
                </a:lnTo>
                <a:lnTo>
                  <a:pt x="208" y="870"/>
                </a:lnTo>
                <a:lnTo>
                  <a:pt x="207" y="870"/>
                </a:lnTo>
                <a:lnTo>
                  <a:pt x="207" y="871"/>
                </a:lnTo>
                <a:lnTo>
                  <a:pt x="207" y="870"/>
                </a:lnTo>
                <a:lnTo>
                  <a:pt x="206" y="870"/>
                </a:lnTo>
                <a:lnTo>
                  <a:pt x="206" y="869"/>
                </a:lnTo>
                <a:lnTo>
                  <a:pt x="205" y="868"/>
                </a:lnTo>
                <a:lnTo>
                  <a:pt x="204" y="867"/>
                </a:lnTo>
                <a:lnTo>
                  <a:pt x="204" y="865"/>
                </a:lnTo>
                <a:lnTo>
                  <a:pt x="203" y="865"/>
                </a:lnTo>
                <a:lnTo>
                  <a:pt x="203" y="864"/>
                </a:lnTo>
                <a:lnTo>
                  <a:pt x="203" y="863"/>
                </a:lnTo>
                <a:lnTo>
                  <a:pt x="202" y="863"/>
                </a:lnTo>
                <a:lnTo>
                  <a:pt x="201" y="863"/>
                </a:lnTo>
                <a:lnTo>
                  <a:pt x="201" y="862"/>
                </a:lnTo>
                <a:lnTo>
                  <a:pt x="200" y="862"/>
                </a:lnTo>
                <a:lnTo>
                  <a:pt x="200" y="863"/>
                </a:lnTo>
                <a:lnTo>
                  <a:pt x="199" y="862"/>
                </a:lnTo>
                <a:lnTo>
                  <a:pt x="198" y="862"/>
                </a:lnTo>
                <a:lnTo>
                  <a:pt x="198" y="861"/>
                </a:lnTo>
                <a:lnTo>
                  <a:pt x="197" y="861"/>
                </a:lnTo>
                <a:lnTo>
                  <a:pt x="197" y="862"/>
                </a:lnTo>
                <a:lnTo>
                  <a:pt x="197" y="863"/>
                </a:lnTo>
                <a:lnTo>
                  <a:pt x="196" y="863"/>
                </a:lnTo>
                <a:lnTo>
                  <a:pt x="196" y="864"/>
                </a:lnTo>
                <a:lnTo>
                  <a:pt x="195" y="864"/>
                </a:lnTo>
                <a:lnTo>
                  <a:pt x="194" y="864"/>
                </a:lnTo>
                <a:lnTo>
                  <a:pt x="194" y="863"/>
                </a:lnTo>
                <a:lnTo>
                  <a:pt x="193" y="863"/>
                </a:lnTo>
                <a:lnTo>
                  <a:pt x="193" y="862"/>
                </a:lnTo>
                <a:lnTo>
                  <a:pt x="192" y="862"/>
                </a:lnTo>
                <a:lnTo>
                  <a:pt x="190" y="862"/>
                </a:lnTo>
                <a:lnTo>
                  <a:pt x="190" y="863"/>
                </a:lnTo>
                <a:lnTo>
                  <a:pt x="188" y="863"/>
                </a:lnTo>
                <a:lnTo>
                  <a:pt x="188" y="864"/>
                </a:lnTo>
                <a:lnTo>
                  <a:pt x="187" y="866"/>
                </a:lnTo>
                <a:lnTo>
                  <a:pt x="188" y="866"/>
                </a:lnTo>
                <a:lnTo>
                  <a:pt x="188" y="867"/>
                </a:lnTo>
                <a:lnTo>
                  <a:pt x="187" y="867"/>
                </a:lnTo>
                <a:lnTo>
                  <a:pt x="186" y="867"/>
                </a:lnTo>
                <a:lnTo>
                  <a:pt x="185" y="867"/>
                </a:lnTo>
                <a:lnTo>
                  <a:pt x="183" y="867"/>
                </a:lnTo>
                <a:lnTo>
                  <a:pt x="183" y="868"/>
                </a:lnTo>
                <a:lnTo>
                  <a:pt x="184" y="868"/>
                </a:lnTo>
                <a:lnTo>
                  <a:pt x="183" y="869"/>
                </a:lnTo>
                <a:lnTo>
                  <a:pt x="182" y="869"/>
                </a:lnTo>
                <a:lnTo>
                  <a:pt x="182" y="870"/>
                </a:lnTo>
                <a:lnTo>
                  <a:pt x="183" y="870"/>
                </a:lnTo>
                <a:lnTo>
                  <a:pt x="183" y="871"/>
                </a:lnTo>
                <a:lnTo>
                  <a:pt x="183" y="872"/>
                </a:lnTo>
                <a:lnTo>
                  <a:pt x="183" y="873"/>
                </a:lnTo>
                <a:lnTo>
                  <a:pt x="182" y="873"/>
                </a:lnTo>
                <a:lnTo>
                  <a:pt x="183" y="874"/>
                </a:lnTo>
                <a:lnTo>
                  <a:pt x="183" y="875"/>
                </a:lnTo>
                <a:lnTo>
                  <a:pt x="182" y="876"/>
                </a:lnTo>
                <a:lnTo>
                  <a:pt x="183" y="876"/>
                </a:lnTo>
                <a:lnTo>
                  <a:pt x="183" y="877"/>
                </a:lnTo>
                <a:lnTo>
                  <a:pt x="182" y="877"/>
                </a:lnTo>
                <a:lnTo>
                  <a:pt x="182" y="878"/>
                </a:lnTo>
                <a:lnTo>
                  <a:pt x="182" y="877"/>
                </a:lnTo>
                <a:lnTo>
                  <a:pt x="180" y="880"/>
                </a:lnTo>
                <a:lnTo>
                  <a:pt x="180" y="881"/>
                </a:lnTo>
                <a:lnTo>
                  <a:pt x="179" y="882"/>
                </a:lnTo>
                <a:lnTo>
                  <a:pt x="178" y="883"/>
                </a:lnTo>
                <a:lnTo>
                  <a:pt x="177" y="883"/>
                </a:lnTo>
                <a:lnTo>
                  <a:pt x="177" y="882"/>
                </a:lnTo>
                <a:lnTo>
                  <a:pt x="176" y="882"/>
                </a:lnTo>
                <a:lnTo>
                  <a:pt x="174" y="882"/>
                </a:lnTo>
                <a:lnTo>
                  <a:pt x="174" y="883"/>
                </a:lnTo>
                <a:lnTo>
                  <a:pt x="173" y="883"/>
                </a:lnTo>
                <a:lnTo>
                  <a:pt x="173" y="884"/>
                </a:lnTo>
                <a:lnTo>
                  <a:pt x="172" y="884"/>
                </a:lnTo>
                <a:lnTo>
                  <a:pt x="171" y="884"/>
                </a:lnTo>
                <a:lnTo>
                  <a:pt x="171" y="885"/>
                </a:lnTo>
                <a:lnTo>
                  <a:pt x="171" y="884"/>
                </a:lnTo>
                <a:lnTo>
                  <a:pt x="170" y="884"/>
                </a:lnTo>
                <a:lnTo>
                  <a:pt x="170" y="883"/>
                </a:lnTo>
                <a:lnTo>
                  <a:pt x="171" y="883"/>
                </a:lnTo>
                <a:lnTo>
                  <a:pt x="171" y="882"/>
                </a:lnTo>
                <a:lnTo>
                  <a:pt x="171" y="880"/>
                </a:lnTo>
                <a:lnTo>
                  <a:pt x="171" y="879"/>
                </a:lnTo>
                <a:lnTo>
                  <a:pt x="171" y="878"/>
                </a:lnTo>
                <a:lnTo>
                  <a:pt x="170" y="878"/>
                </a:lnTo>
                <a:lnTo>
                  <a:pt x="170" y="877"/>
                </a:lnTo>
                <a:lnTo>
                  <a:pt x="169" y="877"/>
                </a:lnTo>
                <a:lnTo>
                  <a:pt x="169" y="876"/>
                </a:lnTo>
                <a:lnTo>
                  <a:pt x="169" y="875"/>
                </a:lnTo>
                <a:lnTo>
                  <a:pt x="169" y="873"/>
                </a:lnTo>
                <a:lnTo>
                  <a:pt x="168" y="874"/>
                </a:lnTo>
                <a:lnTo>
                  <a:pt x="167" y="874"/>
                </a:lnTo>
                <a:lnTo>
                  <a:pt x="167" y="873"/>
                </a:lnTo>
                <a:lnTo>
                  <a:pt x="166" y="873"/>
                </a:lnTo>
                <a:lnTo>
                  <a:pt x="165" y="873"/>
                </a:lnTo>
                <a:lnTo>
                  <a:pt x="164" y="873"/>
                </a:lnTo>
                <a:lnTo>
                  <a:pt x="164" y="874"/>
                </a:lnTo>
                <a:lnTo>
                  <a:pt x="164" y="875"/>
                </a:lnTo>
                <a:lnTo>
                  <a:pt x="163" y="876"/>
                </a:lnTo>
                <a:lnTo>
                  <a:pt x="163" y="875"/>
                </a:lnTo>
                <a:lnTo>
                  <a:pt x="162" y="875"/>
                </a:lnTo>
                <a:lnTo>
                  <a:pt x="161" y="875"/>
                </a:lnTo>
                <a:lnTo>
                  <a:pt x="161" y="876"/>
                </a:lnTo>
                <a:lnTo>
                  <a:pt x="160" y="876"/>
                </a:lnTo>
                <a:lnTo>
                  <a:pt x="159" y="876"/>
                </a:lnTo>
                <a:lnTo>
                  <a:pt x="158" y="876"/>
                </a:lnTo>
                <a:lnTo>
                  <a:pt x="157" y="875"/>
                </a:lnTo>
                <a:lnTo>
                  <a:pt x="156" y="875"/>
                </a:lnTo>
                <a:lnTo>
                  <a:pt x="156" y="876"/>
                </a:lnTo>
                <a:lnTo>
                  <a:pt x="155" y="876"/>
                </a:lnTo>
                <a:lnTo>
                  <a:pt x="155" y="877"/>
                </a:lnTo>
                <a:lnTo>
                  <a:pt x="154" y="877"/>
                </a:lnTo>
                <a:lnTo>
                  <a:pt x="154" y="876"/>
                </a:lnTo>
                <a:lnTo>
                  <a:pt x="153" y="875"/>
                </a:lnTo>
                <a:lnTo>
                  <a:pt x="153" y="874"/>
                </a:lnTo>
                <a:lnTo>
                  <a:pt x="152" y="874"/>
                </a:lnTo>
                <a:lnTo>
                  <a:pt x="152" y="873"/>
                </a:lnTo>
                <a:lnTo>
                  <a:pt x="151" y="873"/>
                </a:lnTo>
                <a:lnTo>
                  <a:pt x="151" y="874"/>
                </a:lnTo>
                <a:lnTo>
                  <a:pt x="150" y="874"/>
                </a:lnTo>
                <a:lnTo>
                  <a:pt x="150" y="875"/>
                </a:lnTo>
                <a:lnTo>
                  <a:pt x="149" y="875"/>
                </a:lnTo>
                <a:lnTo>
                  <a:pt x="148" y="875"/>
                </a:lnTo>
                <a:lnTo>
                  <a:pt x="147" y="875"/>
                </a:lnTo>
                <a:lnTo>
                  <a:pt x="147" y="876"/>
                </a:lnTo>
                <a:lnTo>
                  <a:pt x="145" y="876"/>
                </a:lnTo>
                <a:lnTo>
                  <a:pt x="144" y="876"/>
                </a:lnTo>
                <a:lnTo>
                  <a:pt x="143" y="876"/>
                </a:lnTo>
                <a:lnTo>
                  <a:pt x="142" y="876"/>
                </a:lnTo>
                <a:lnTo>
                  <a:pt x="141" y="876"/>
                </a:lnTo>
                <a:lnTo>
                  <a:pt x="141" y="877"/>
                </a:lnTo>
                <a:lnTo>
                  <a:pt x="141" y="878"/>
                </a:lnTo>
                <a:lnTo>
                  <a:pt x="140" y="878"/>
                </a:lnTo>
                <a:lnTo>
                  <a:pt x="140" y="879"/>
                </a:lnTo>
                <a:lnTo>
                  <a:pt x="140" y="878"/>
                </a:lnTo>
                <a:lnTo>
                  <a:pt x="139" y="878"/>
                </a:lnTo>
                <a:lnTo>
                  <a:pt x="138" y="878"/>
                </a:lnTo>
                <a:lnTo>
                  <a:pt x="138" y="879"/>
                </a:lnTo>
                <a:lnTo>
                  <a:pt x="137" y="879"/>
                </a:lnTo>
                <a:lnTo>
                  <a:pt x="136" y="879"/>
                </a:lnTo>
                <a:lnTo>
                  <a:pt x="136" y="880"/>
                </a:lnTo>
                <a:lnTo>
                  <a:pt x="135" y="879"/>
                </a:lnTo>
                <a:lnTo>
                  <a:pt x="136" y="879"/>
                </a:lnTo>
                <a:lnTo>
                  <a:pt x="136" y="878"/>
                </a:lnTo>
                <a:lnTo>
                  <a:pt x="137" y="878"/>
                </a:lnTo>
                <a:lnTo>
                  <a:pt x="136" y="878"/>
                </a:lnTo>
                <a:lnTo>
                  <a:pt x="136" y="877"/>
                </a:lnTo>
                <a:lnTo>
                  <a:pt x="136" y="876"/>
                </a:lnTo>
                <a:lnTo>
                  <a:pt x="135" y="876"/>
                </a:lnTo>
                <a:lnTo>
                  <a:pt x="134" y="876"/>
                </a:lnTo>
                <a:lnTo>
                  <a:pt x="134" y="875"/>
                </a:lnTo>
                <a:lnTo>
                  <a:pt x="133" y="875"/>
                </a:lnTo>
                <a:lnTo>
                  <a:pt x="131" y="875"/>
                </a:lnTo>
                <a:lnTo>
                  <a:pt x="131" y="874"/>
                </a:lnTo>
                <a:lnTo>
                  <a:pt x="130" y="874"/>
                </a:lnTo>
                <a:lnTo>
                  <a:pt x="130" y="873"/>
                </a:lnTo>
                <a:lnTo>
                  <a:pt x="129" y="873"/>
                </a:lnTo>
                <a:lnTo>
                  <a:pt x="129" y="874"/>
                </a:lnTo>
                <a:lnTo>
                  <a:pt x="128" y="874"/>
                </a:lnTo>
                <a:lnTo>
                  <a:pt x="128" y="873"/>
                </a:lnTo>
                <a:lnTo>
                  <a:pt x="127" y="873"/>
                </a:lnTo>
                <a:lnTo>
                  <a:pt x="126" y="873"/>
                </a:lnTo>
                <a:lnTo>
                  <a:pt x="125" y="872"/>
                </a:lnTo>
                <a:lnTo>
                  <a:pt x="125" y="873"/>
                </a:lnTo>
                <a:lnTo>
                  <a:pt x="124" y="872"/>
                </a:lnTo>
                <a:lnTo>
                  <a:pt x="123" y="872"/>
                </a:lnTo>
                <a:lnTo>
                  <a:pt x="123" y="871"/>
                </a:lnTo>
                <a:lnTo>
                  <a:pt x="122" y="870"/>
                </a:lnTo>
                <a:lnTo>
                  <a:pt x="122" y="869"/>
                </a:lnTo>
                <a:lnTo>
                  <a:pt x="121" y="869"/>
                </a:lnTo>
                <a:lnTo>
                  <a:pt x="120" y="870"/>
                </a:lnTo>
                <a:lnTo>
                  <a:pt x="120" y="871"/>
                </a:lnTo>
                <a:lnTo>
                  <a:pt x="119" y="871"/>
                </a:lnTo>
                <a:lnTo>
                  <a:pt x="119" y="870"/>
                </a:lnTo>
                <a:lnTo>
                  <a:pt x="117" y="870"/>
                </a:lnTo>
                <a:lnTo>
                  <a:pt x="117" y="867"/>
                </a:lnTo>
                <a:lnTo>
                  <a:pt x="116" y="867"/>
                </a:lnTo>
                <a:lnTo>
                  <a:pt x="116" y="868"/>
                </a:lnTo>
                <a:lnTo>
                  <a:pt x="115" y="868"/>
                </a:lnTo>
                <a:lnTo>
                  <a:pt x="114" y="868"/>
                </a:lnTo>
                <a:lnTo>
                  <a:pt x="113" y="868"/>
                </a:lnTo>
                <a:lnTo>
                  <a:pt x="113" y="867"/>
                </a:lnTo>
                <a:lnTo>
                  <a:pt x="112" y="867"/>
                </a:lnTo>
                <a:lnTo>
                  <a:pt x="111" y="867"/>
                </a:lnTo>
                <a:lnTo>
                  <a:pt x="111" y="866"/>
                </a:lnTo>
                <a:lnTo>
                  <a:pt x="111" y="865"/>
                </a:lnTo>
                <a:lnTo>
                  <a:pt x="110" y="865"/>
                </a:lnTo>
                <a:lnTo>
                  <a:pt x="110" y="864"/>
                </a:lnTo>
                <a:lnTo>
                  <a:pt x="109" y="864"/>
                </a:lnTo>
                <a:lnTo>
                  <a:pt x="108" y="864"/>
                </a:lnTo>
                <a:lnTo>
                  <a:pt x="108" y="865"/>
                </a:lnTo>
                <a:lnTo>
                  <a:pt x="107" y="865"/>
                </a:lnTo>
                <a:lnTo>
                  <a:pt x="106" y="865"/>
                </a:lnTo>
                <a:lnTo>
                  <a:pt x="106" y="866"/>
                </a:lnTo>
                <a:lnTo>
                  <a:pt x="105" y="866"/>
                </a:lnTo>
                <a:lnTo>
                  <a:pt x="104" y="866"/>
                </a:lnTo>
                <a:lnTo>
                  <a:pt x="104" y="865"/>
                </a:lnTo>
                <a:lnTo>
                  <a:pt x="103" y="865"/>
                </a:lnTo>
                <a:lnTo>
                  <a:pt x="102" y="864"/>
                </a:lnTo>
                <a:lnTo>
                  <a:pt x="101" y="864"/>
                </a:lnTo>
                <a:lnTo>
                  <a:pt x="100" y="864"/>
                </a:lnTo>
                <a:lnTo>
                  <a:pt x="100" y="865"/>
                </a:lnTo>
                <a:lnTo>
                  <a:pt x="99" y="865"/>
                </a:lnTo>
                <a:lnTo>
                  <a:pt x="98" y="864"/>
                </a:lnTo>
                <a:lnTo>
                  <a:pt x="97" y="863"/>
                </a:lnTo>
                <a:lnTo>
                  <a:pt x="96" y="863"/>
                </a:lnTo>
                <a:lnTo>
                  <a:pt x="96" y="864"/>
                </a:lnTo>
                <a:lnTo>
                  <a:pt x="96" y="865"/>
                </a:lnTo>
                <a:lnTo>
                  <a:pt x="96" y="866"/>
                </a:lnTo>
                <a:lnTo>
                  <a:pt x="96" y="867"/>
                </a:lnTo>
                <a:lnTo>
                  <a:pt x="95" y="867"/>
                </a:lnTo>
                <a:lnTo>
                  <a:pt x="95" y="866"/>
                </a:lnTo>
                <a:lnTo>
                  <a:pt x="94" y="866"/>
                </a:lnTo>
                <a:lnTo>
                  <a:pt x="94" y="867"/>
                </a:lnTo>
                <a:lnTo>
                  <a:pt x="93" y="867"/>
                </a:lnTo>
                <a:lnTo>
                  <a:pt x="92" y="867"/>
                </a:lnTo>
                <a:lnTo>
                  <a:pt x="92" y="866"/>
                </a:lnTo>
                <a:lnTo>
                  <a:pt x="93" y="865"/>
                </a:lnTo>
                <a:lnTo>
                  <a:pt x="93" y="864"/>
                </a:lnTo>
                <a:lnTo>
                  <a:pt x="92" y="864"/>
                </a:lnTo>
                <a:lnTo>
                  <a:pt x="91" y="864"/>
                </a:lnTo>
                <a:lnTo>
                  <a:pt x="90" y="864"/>
                </a:lnTo>
                <a:lnTo>
                  <a:pt x="89" y="863"/>
                </a:lnTo>
                <a:lnTo>
                  <a:pt x="88" y="863"/>
                </a:lnTo>
                <a:lnTo>
                  <a:pt x="87" y="863"/>
                </a:lnTo>
                <a:lnTo>
                  <a:pt x="88" y="863"/>
                </a:lnTo>
                <a:lnTo>
                  <a:pt x="87" y="864"/>
                </a:lnTo>
                <a:lnTo>
                  <a:pt x="86" y="864"/>
                </a:lnTo>
                <a:lnTo>
                  <a:pt x="85" y="864"/>
                </a:lnTo>
                <a:lnTo>
                  <a:pt x="84" y="864"/>
                </a:lnTo>
                <a:lnTo>
                  <a:pt x="83" y="865"/>
                </a:lnTo>
                <a:lnTo>
                  <a:pt x="83" y="864"/>
                </a:lnTo>
                <a:lnTo>
                  <a:pt x="81" y="864"/>
                </a:lnTo>
                <a:lnTo>
                  <a:pt x="80" y="863"/>
                </a:lnTo>
                <a:lnTo>
                  <a:pt x="80" y="862"/>
                </a:lnTo>
                <a:lnTo>
                  <a:pt x="79" y="862"/>
                </a:lnTo>
                <a:lnTo>
                  <a:pt x="79" y="861"/>
                </a:lnTo>
                <a:lnTo>
                  <a:pt x="78" y="861"/>
                </a:lnTo>
                <a:lnTo>
                  <a:pt x="78" y="860"/>
                </a:lnTo>
                <a:lnTo>
                  <a:pt x="79" y="860"/>
                </a:lnTo>
                <a:lnTo>
                  <a:pt x="79" y="859"/>
                </a:lnTo>
                <a:lnTo>
                  <a:pt x="80" y="859"/>
                </a:lnTo>
                <a:lnTo>
                  <a:pt x="80" y="858"/>
                </a:lnTo>
                <a:lnTo>
                  <a:pt x="80" y="857"/>
                </a:lnTo>
                <a:lnTo>
                  <a:pt x="79" y="857"/>
                </a:lnTo>
                <a:lnTo>
                  <a:pt x="79" y="858"/>
                </a:lnTo>
                <a:lnTo>
                  <a:pt x="78" y="857"/>
                </a:lnTo>
                <a:lnTo>
                  <a:pt x="77" y="858"/>
                </a:lnTo>
                <a:lnTo>
                  <a:pt x="77" y="857"/>
                </a:lnTo>
                <a:lnTo>
                  <a:pt x="76" y="857"/>
                </a:lnTo>
                <a:lnTo>
                  <a:pt x="77" y="857"/>
                </a:lnTo>
                <a:lnTo>
                  <a:pt x="77" y="856"/>
                </a:lnTo>
                <a:lnTo>
                  <a:pt x="77" y="855"/>
                </a:lnTo>
                <a:lnTo>
                  <a:pt x="77" y="854"/>
                </a:lnTo>
                <a:lnTo>
                  <a:pt x="76" y="854"/>
                </a:lnTo>
                <a:lnTo>
                  <a:pt x="75" y="854"/>
                </a:lnTo>
                <a:lnTo>
                  <a:pt x="75" y="855"/>
                </a:lnTo>
                <a:lnTo>
                  <a:pt x="75" y="856"/>
                </a:lnTo>
                <a:lnTo>
                  <a:pt x="74" y="856"/>
                </a:lnTo>
                <a:lnTo>
                  <a:pt x="73" y="855"/>
                </a:lnTo>
                <a:lnTo>
                  <a:pt x="72" y="854"/>
                </a:lnTo>
                <a:lnTo>
                  <a:pt x="71" y="854"/>
                </a:lnTo>
                <a:lnTo>
                  <a:pt x="71" y="855"/>
                </a:lnTo>
                <a:lnTo>
                  <a:pt x="71" y="856"/>
                </a:lnTo>
                <a:lnTo>
                  <a:pt x="72" y="856"/>
                </a:lnTo>
                <a:lnTo>
                  <a:pt x="73" y="856"/>
                </a:lnTo>
                <a:lnTo>
                  <a:pt x="74" y="857"/>
                </a:lnTo>
                <a:lnTo>
                  <a:pt x="74" y="860"/>
                </a:lnTo>
                <a:lnTo>
                  <a:pt x="73" y="860"/>
                </a:lnTo>
                <a:lnTo>
                  <a:pt x="72" y="859"/>
                </a:lnTo>
                <a:lnTo>
                  <a:pt x="72" y="858"/>
                </a:lnTo>
                <a:lnTo>
                  <a:pt x="71" y="857"/>
                </a:lnTo>
                <a:lnTo>
                  <a:pt x="70" y="855"/>
                </a:lnTo>
                <a:lnTo>
                  <a:pt x="69" y="854"/>
                </a:lnTo>
                <a:lnTo>
                  <a:pt x="68" y="855"/>
                </a:lnTo>
                <a:lnTo>
                  <a:pt x="68" y="856"/>
                </a:lnTo>
                <a:lnTo>
                  <a:pt x="69" y="856"/>
                </a:lnTo>
                <a:lnTo>
                  <a:pt x="70" y="856"/>
                </a:lnTo>
                <a:lnTo>
                  <a:pt x="70" y="857"/>
                </a:lnTo>
                <a:lnTo>
                  <a:pt x="69" y="857"/>
                </a:lnTo>
                <a:lnTo>
                  <a:pt x="68" y="857"/>
                </a:lnTo>
                <a:lnTo>
                  <a:pt x="67" y="857"/>
                </a:lnTo>
                <a:lnTo>
                  <a:pt x="67" y="858"/>
                </a:lnTo>
                <a:lnTo>
                  <a:pt x="67" y="859"/>
                </a:lnTo>
                <a:lnTo>
                  <a:pt x="66" y="860"/>
                </a:lnTo>
                <a:lnTo>
                  <a:pt x="65" y="860"/>
                </a:lnTo>
                <a:lnTo>
                  <a:pt x="65" y="859"/>
                </a:lnTo>
                <a:lnTo>
                  <a:pt x="63" y="856"/>
                </a:lnTo>
                <a:lnTo>
                  <a:pt x="62" y="856"/>
                </a:lnTo>
                <a:lnTo>
                  <a:pt x="62" y="855"/>
                </a:lnTo>
                <a:lnTo>
                  <a:pt x="60" y="856"/>
                </a:lnTo>
                <a:lnTo>
                  <a:pt x="59" y="856"/>
                </a:lnTo>
                <a:lnTo>
                  <a:pt x="58" y="857"/>
                </a:lnTo>
                <a:lnTo>
                  <a:pt x="59" y="858"/>
                </a:lnTo>
                <a:lnTo>
                  <a:pt x="60" y="858"/>
                </a:lnTo>
                <a:lnTo>
                  <a:pt x="60" y="859"/>
                </a:lnTo>
                <a:lnTo>
                  <a:pt x="59" y="859"/>
                </a:lnTo>
                <a:lnTo>
                  <a:pt x="58" y="859"/>
                </a:lnTo>
                <a:lnTo>
                  <a:pt x="58" y="858"/>
                </a:lnTo>
                <a:lnTo>
                  <a:pt x="57" y="858"/>
                </a:lnTo>
                <a:lnTo>
                  <a:pt x="56" y="859"/>
                </a:lnTo>
                <a:lnTo>
                  <a:pt x="55" y="859"/>
                </a:lnTo>
                <a:lnTo>
                  <a:pt x="54" y="858"/>
                </a:lnTo>
                <a:lnTo>
                  <a:pt x="53" y="857"/>
                </a:lnTo>
                <a:lnTo>
                  <a:pt x="52" y="857"/>
                </a:lnTo>
                <a:lnTo>
                  <a:pt x="51" y="857"/>
                </a:lnTo>
                <a:lnTo>
                  <a:pt x="50" y="856"/>
                </a:lnTo>
                <a:lnTo>
                  <a:pt x="49" y="856"/>
                </a:lnTo>
                <a:lnTo>
                  <a:pt x="49" y="855"/>
                </a:lnTo>
                <a:lnTo>
                  <a:pt x="48" y="855"/>
                </a:lnTo>
                <a:lnTo>
                  <a:pt x="47" y="855"/>
                </a:lnTo>
                <a:lnTo>
                  <a:pt x="47" y="856"/>
                </a:lnTo>
                <a:lnTo>
                  <a:pt x="48" y="856"/>
                </a:lnTo>
                <a:lnTo>
                  <a:pt x="47" y="856"/>
                </a:lnTo>
                <a:lnTo>
                  <a:pt x="47" y="855"/>
                </a:lnTo>
                <a:lnTo>
                  <a:pt x="48" y="855"/>
                </a:lnTo>
                <a:lnTo>
                  <a:pt x="47" y="854"/>
                </a:lnTo>
                <a:lnTo>
                  <a:pt x="46" y="853"/>
                </a:lnTo>
                <a:lnTo>
                  <a:pt x="45" y="852"/>
                </a:lnTo>
                <a:lnTo>
                  <a:pt x="44" y="850"/>
                </a:lnTo>
                <a:lnTo>
                  <a:pt x="43" y="848"/>
                </a:lnTo>
                <a:lnTo>
                  <a:pt x="42" y="848"/>
                </a:lnTo>
                <a:lnTo>
                  <a:pt x="41" y="848"/>
                </a:lnTo>
                <a:lnTo>
                  <a:pt x="40" y="848"/>
                </a:lnTo>
                <a:lnTo>
                  <a:pt x="38" y="848"/>
                </a:lnTo>
                <a:lnTo>
                  <a:pt x="37" y="847"/>
                </a:lnTo>
                <a:lnTo>
                  <a:pt x="36" y="846"/>
                </a:lnTo>
                <a:lnTo>
                  <a:pt x="35" y="844"/>
                </a:lnTo>
                <a:lnTo>
                  <a:pt x="32" y="844"/>
                </a:lnTo>
                <a:lnTo>
                  <a:pt x="31" y="844"/>
                </a:lnTo>
                <a:lnTo>
                  <a:pt x="30" y="845"/>
                </a:lnTo>
                <a:lnTo>
                  <a:pt x="29" y="845"/>
                </a:lnTo>
                <a:lnTo>
                  <a:pt x="29" y="843"/>
                </a:lnTo>
                <a:lnTo>
                  <a:pt x="29" y="842"/>
                </a:lnTo>
                <a:lnTo>
                  <a:pt x="29" y="841"/>
                </a:lnTo>
                <a:lnTo>
                  <a:pt x="28" y="841"/>
                </a:lnTo>
                <a:lnTo>
                  <a:pt x="27" y="840"/>
                </a:lnTo>
                <a:lnTo>
                  <a:pt x="26" y="840"/>
                </a:lnTo>
                <a:lnTo>
                  <a:pt x="26" y="838"/>
                </a:lnTo>
                <a:lnTo>
                  <a:pt x="26" y="836"/>
                </a:lnTo>
                <a:lnTo>
                  <a:pt x="26" y="835"/>
                </a:lnTo>
                <a:lnTo>
                  <a:pt x="25" y="835"/>
                </a:lnTo>
                <a:lnTo>
                  <a:pt x="24" y="835"/>
                </a:lnTo>
                <a:lnTo>
                  <a:pt x="24" y="834"/>
                </a:lnTo>
                <a:lnTo>
                  <a:pt x="25" y="834"/>
                </a:lnTo>
                <a:lnTo>
                  <a:pt x="27" y="834"/>
                </a:lnTo>
                <a:lnTo>
                  <a:pt x="28" y="834"/>
                </a:lnTo>
                <a:lnTo>
                  <a:pt x="29" y="834"/>
                </a:lnTo>
                <a:lnTo>
                  <a:pt x="29" y="833"/>
                </a:lnTo>
                <a:lnTo>
                  <a:pt x="29" y="832"/>
                </a:lnTo>
                <a:lnTo>
                  <a:pt x="29" y="831"/>
                </a:lnTo>
                <a:lnTo>
                  <a:pt x="28" y="831"/>
                </a:lnTo>
                <a:lnTo>
                  <a:pt x="26" y="829"/>
                </a:lnTo>
                <a:lnTo>
                  <a:pt x="25" y="828"/>
                </a:lnTo>
                <a:lnTo>
                  <a:pt x="24" y="828"/>
                </a:lnTo>
                <a:lnTo>
                  <a:pt x="23" y="828"/>
                </a:lnTo>
                <a:lnTo>
                  <a:pt x="23" y="827"/>
                </a:lnTo>
                <a:lnTo>
                  <a:pt x="23" y="826"/>
                </a:lnTo>
                <a:lnTo>
                  <a:pt x="24" y="825"/>
                </a:lnTo>
                <a:lnTo>
                  <a:pt x="24" y="824"/>
                </a:lnTo>
                <a:lnTo>
                  <a:pt x="24" y="823"/>
                </a:lnTo>
                <a:lnTo>
                  <a:pt x="23" y="824"/>
                </a:lnTo>
                <a:lnTo>
                  <a:pt x="22" y="824"/>
                </a:lnTo>
                <a:lnTo>
                  <a:pt x="21" y="824"/>
                </a:lnTo>
                <a:lnTo>
                  <a:pt x="17" y="822"/>
                </a:lnTo>
                <a:lnTo>
                  <a:pt x="16" y="822"/>
                </a:lnTo>
                <a:lnTo>
                  <a:pt x="16" y="820"/>
                </a:lnTo>
                <a:lnTo>
                  <a:pt x="16" y="819"/>
                </a:lnTo>
                <a:lnTo>
                  <a:pt x="18" y="817"/>
                </a:lnTo>
                <a:lnTo>
                  <a:pt x="19" y="815"/>
                </a:lnTo>
                <a:lnTo>
                  <a:pt x="20" y="814"/>
                </a:lnTo>
                <a:lnTo>
                  <a:pt x="18" y="813"/>
                </a:lnTo>
                <a:lnTo>
                  <a:pt x="17" y="813"/>
                </a:lnTo>
                <a:lnTo>
                  <a:pt x="16" y="813"/>
                </a:lnTo>
                <a:lnTo>
                  <a:pt x="15" y="814"/>
                </a:lnTo>
                <a:lnTo>
                  <a:pt x="15" y="813"/>
                </a:lnTo>
                <a:lnTo>
                  <a:pt x="14" y="813"/>
                </a:lnTo>
                <a:lnTo>
                  <a:pt x="14" y="812"/>
                </a:lnTo>
                <a:lnTo>
                  <a:pt x="14" y="811"/>
                </a:lnTo>
                <a:lnTo>
                  <a:pt x="16" y="809"/>
                </a:lnTo>
                <a:lnTo>
                  <a:pt x="17" y="809"/>
                </a:lnTo>
                <a:lnTo>
                  <a:pt x="18" y="809"/>
                </a:lnTo>
                <a:lnTo>
                  <a:pt x="19" y="809"/>
                </a:lnTo>
                <a:lnTo>
                  <a:pt x="19" y="810"/>
                </a:lnTo>
                <a:lnTo>
                  <a:pt x="20" y="809"/>
                </a:lnTo>
                <a:lnTo>
                  <a:pt x="21" y="809"/>
                </a:lnTo>
                <a:lnTo>
                  <a:pt x="22" y="808"/>
                </a:lnTo>
                <a:lnTo>
                  <a:pt x="22" y="807"/>
                </a:lnTo>
                <a:lnTo>
                  <a:pt x="21" y="807"/>
                </a:lnTo>
                <a:lnTo>
                  <a:pt x="21" y="806"/>
                </a:lnTo>
                <a:lnTo>
                  <a:pt x="25" y="805"/>
                </a:lnTo>
                <a:lnTo>
                  <a:pt x="26" y="806"/>
                </a:lnTo>
                <a:lnTo>
                  <a:pt x="27" y="806"/>
                </a:lnTo>
                <a:lnTo>
                  <a:pt x="29" y="805"/>
                </a:lnTo>
                <a:lnTo>
                  <a:pt x="31" y="802"/>
                </a:lnTo>
                <a:lnTo>
                  <a:pt x="33" y="801"/>
                </a:lnTo>
                <a:lnTo>
                  <a:pt x="35" y="801"/>
                </a:lnTo>
                <a:lnTo>
                  <a:pt x="35" y="800"/>
                </a:lnTo>
                <a:lnTo>
                  <a:pt x="36" y="800"/>
                </a:lnTo>
                <a:lnTo>
                  <a:pt x="36" y="799"/>
                </a:lnTo>
                <a:lnTo>
                  <a:pt x="35" y="799"/>
                </a:lnTo>
                <a:lnTo>
                  <a:pt x="36" y="796"/>
                </a:lnTo>
                <a:lnTo>
                  <a:pt x="35" y="795"/>
                </a:lnTo>
                <a:lnTo>
                  <a:pt x="35" y="792"/>
                </a:lnTo>
                <a:lnTo>
                  <a:pt x="36" y="790"/>
                </a:lnTo>
                <a:lnTo>
                  <a:pt x="36" y="789"/>
                </a:lnTo>
                <a:lnTo>
                  <a:pt x="37" y="788"/>
                </a:lnTo>
                <a:lnTo>
                  <a:pt x="38" y="787"/>
                </a:lnTo>
                <a:lnTo>
                  <a:pt x="40" y="788"/>
                </a:lnTo>
                <a:lnTo>
                  <a:pt x="40" y="789"/>
                </a:lnTo>
                <a:lnTo>
                  <a:pt x="41" y="790"/>
                </a:lnTo>
                <a:lnTo>
                  <a:pt x="40" y="790"/>
                </a:lnTo>
                <a:lnTo>
                  <a:pt x="40" y="791"/>
                </a:lnTo>
                <a:lnTo>
                  <a:pt x="42" y="792"/>
                </a:lnTo>
                <a:lnTo>
                  <a:pt x="43" y="792"/>
                </a:lnTo>
                <a:lnTo>
                  <a:pt x="43" y="791"/>
                </a:lnTo>
                <a:lnTo>
                  <a:pt x="43" y="790"/>
                </a:lnTo>
                <a:lnTo>
                  <a:pt x="45" y="789"/>
                </a:lnTo>
                <a:lnTo>
                  <a:pt x="46" y="789"/>
                </a:lnTo>
                <a:lnTo>
                  <a:pt x="47" y="788"/>
                </a:lnTo>
                <a:lnTo>
                  <a:pt x="47" y="787"/>
                </a:lnTo>
                <a:lnTo>
                  <a:pt x="45" y="784"/>
                </a:lnTo>
                <a:lnTo>
                  <a:pt x="45" y="783"/>
                </a:lnTo>
                <a:lnTo>
                  <a:pt x="43" y="781"/>
                </a:lnTo>
                <a:lnTo>
                  <a:pt x="42" y="779"/>
                </a:lnTo>
                <a:lnTo>
                  <a:pt x="42" y="778"/>
                </a:lnTo>
                <a:lnTo>
                  <a:pt x="42" y="777"/>
                </a:lnTo>
                <a:lnTo>
                  <a:pt x="43" y="777"/>
                </a:lnTo>
                <a:lnTo>
                  <a:pt x="44" y="775"/>
                </a:lnTo>
                <a:lnTo>
                  <a:pt x="45" y="773"/>
                </a:lnTo>
                <a:lnTo>
                  <a:pt x="46" y="773"/>
                </a:lnTo>
                <a:lnTo>
                  <a:pt x="44" y="772"/>
                </a:lnTo>
                <a:lnTo>
                  <a:pt x="42" y="771"/>
                </a:lnTo>
                <a:lnTo>
                  <a:pt x="42" y="770"/>
                </a:lnTo>
                <a:lnTo>
                  <a:pt x="43" y="769"/>
                </a:lnTo>
                <a:lnTo>
                  <a:pt x="43" y="768"/>
                </a:lnTo>
                <a:lnTo>
                  <a:pt x="44" y="767"/>
                </a:lnTo>
                <a:lnTo>
                  <a:pt x="44" y="765"/>
                </a:lnTo>
                <a:lnTo>
                  <a:pt x="43" y="764"/>
                </a:lnTo>
                <a:lnTo>
                  <a:pt x="43" y="765"/>
                </a:lnTo>
                <a:lnTo>
                  <a:pt x="42" y="765"/>
                </a:lnTo>
                <a:lnTo>
                  <a:pt x="41" y="763"/>
                </a:lnTo>
                <a:lnTo>
                  <a:pt x="41" y="762"/>
                </a:lnTo>
                <a:lnTo>
                  <a:pt x="41" y="760"/>
                </a:lnTo>
                <a:lnTo>
                  <a:pt x="42" y="759"/>
                </a:lnTo>
                <a:lnTo>
                  <a:pt x="42" y="757"/>
                </a:lnTo>
                <a:lnTo>
                  <a:pt x="42" y="755"/>
                </a:lnTo>
                <a:lnTo>
                  <a:pt x="41" y="755"/>
                </a:lnTo>
                <a:lnTo>
                  <a:pt x="41" y="754"/>
                </a:lnTo>
                <a:lnTo>
                  <a:pt x="41" y="752"/>
                </a:lnTo>
                <a:lnTo>
                  <a:pt x="42" y="752"/>
                </a:lnTo>
                <a:lnTo>
                  <a:pt x="43" y="752"/>
                </a:lnTo>
                <a:lnTo>
                  <a:pt x="44" y="752"/>
                </a:lnTo>
                <a:lnTo>
                  <a:pt x="44" y="751"/>
                </a:lnTo>
                <a:lnTo>
                  <a:pt x="45" y="750"/>
                </a:lnTo>
                <a:lnTo>
                  <a:pt x="46" y="750"/>
                </a:lnTo>
                <a:lnTo>
                  <a:pt x="47" y="749"/>
                </a:lnTo>
                <a:lnTo>
                  <a:pt x="47" y="748"/>
                </a:lnTo>
                <a:lnTo>
                  <a:pt x="47" y="747"/>
                </a:lnTo>
                <a:lnTo>
                  <a:pt x="49" y="744"/>
                </a:lnTo>
                <a:lnTo>
                  <a:pt x="50" y="743"/>
                </a:lnTo>
                <a:lnTo>
                  <a:pt x="51" y="739"/>
                </a:lnTo>
                <a:lnTo>
                  <a:pt x="51" y="738"/>
                </a:lnTo>
                <a:lnTo>
                  <a:pt x="51" y="737"/>
                </a:lnTo>
                <a:lnTo>
                  <a:pt x="51" y="736"/>
                </a:lnTo>
                <a:lnTo>
                  <a:pt x="52" y="735"/>
                </a:lnTo>
                <a:lnTo>
                  <a:pt x="52" y="731"/>
                </a:lnTo>
                <a:lnTo>
                  <a:pt x="52" y="730"/>
                </a:lnTo>
                <a:lnTo>
                  <a:pt x="53" y="729"/>
                </a:lnTo>
                <a:lnTo>
                  <a:pt x="54" y="728"/>
                </a:lnTo>
                <a:lnTo>
                  <a:pt x="54" y="727"/>
                </a:lnTo>
                <a:lnTo>
                  <a:pt x="54" y="726"/>
                </a:lnTo>
                <a:lnTo>
                  <a:pt x="55" y="726"/>
                </a:lnTo>
                <a:lnTo>
                  <a:pt x="56" y="726"/>
                </a:lnTo>
                <a:lnTo>
                  <a:pt x="56" y="727"/>
                </a:lnTo>
                <a:lnTo>
                  <a:pt x="57" y="726"/>
                </a:lnTo>
                <a:lnTo>
                  <a:pt x="57" y="725"/>
                </a:lnTo>
                <a:lnTo>
                  <a:pt x="57" y="723"/>
                </a:lnTo>
                <a:lnTo>
                  <a:pt x="57" y="722"/>
                </a:lnTo>
                <a:lnTo>
                  <a:pt x="57" y="721"/>
                </a:lnTo>
                <a:lnTo>
                  <a:pt x="58" y="719"/>
                </a:lnTo>
                <a:lnTo>
                  <a:pt x="59" y="718"/>
                </a:lnTo>
                <a:lnTo>
                  <a:pt x="59" y="717"/>
                </a:lnTo>
                <a:lnTo>
                  <a:pt x="60" y="716"/>
                </a:lnTo>
                <a:lnTo>
                  <a:pt x="61" y="715"/>
                </a:lnTo>
                <a:lnTo>
                  <a:pt x="62" y="716"/>
                </a:lnTo>
                <a:lnTo>
                  <a:pt x="62" y="715"/>
                </a:lnTo>
                <a:lnTo>
                  <a:pt x="63" y="713"/>
                </a:lnTo>
                <a:lnTo>
                  <a:pt x="64" y="713"/>
                </a:lnTo>
                <a:lnTo>
                  <a:pt x="64" y="712"/>
                </a:lnTo>
                <a:lnTo>
                  <a:pt x="64" y="711"/>
                </a:lnTo>
                <a:lnTo>
                  <a:pt x="64" y="710"/>
                </a:lnTo>
                <a:lnTo>
                  <a:pt x="64" y="709"/>
                </a:lnTo>
                <a:lnTo>
                  <a:pt x="63" y="709"/>
                </a:lnTo>
                <a:lnTo>
                  <a:pt x="63" y="708"/>
                </a:lnTo>
                <a:lnTo>
                  <a:pt x="64" y="707"/>
                </a:lnTo>
                <a:lnTo>
                  <a:pt x="64" y="706"/>
                </a:lnTo>
                <a:lnTo>
                  <a:pt x="65" y="706"/>
                </a:lnTo>
                <a:lnTo>
                  <a:pt x="65" y="705"/>
                </a:lnTo>
                <a:lnTo>
                  <a:pt x="65" y="703"/>
                </a:lnTo>
                <a:lnTo>
                  <a:pt x="66" y="702"/>
                </a:lnTo>
                <a:lnTo>
                  <a:pt x="67" y="702"/>
                </a:lnTo>
                <a:lnTo>
                  <a:pt x="67" y="701"/>
                </a:lnTo>
                <a:lnTo>
                  <a:pt x="67" y="700"/>
                </a:lnTo>
                <a:lnTo>
                  <a:pt x="67" y="699"/>
                </a:lnTo>
                <a:lnTo>
                  <a:pt x="68" y="698"/>
                </a:lnTo>
                <a:lnTo>
                  <a:pt x="68" y="697"/>
                </a:lnTo>
                <a:lnTo>
                  <a:pt x="69" y="698"/>
                </a:lnTo>
                <a:lnTo>
                  <a:pt x="69" y="697"/>
                </a:lnTo>
                <a:lnTo>
                  <a:pt x="69" y="696"/>
                </a:lnTo>
                <a:lnTo>
                  <a:pt x="69" y="695"/>
                </a:lnTo>
                <a:lnTo>
                  <a:pt x="69" y="694"/>
                </a:lnTo>
                <a:lnTo>
                  <a:pt x="70" y="694"/>
                </a:lnTo>
                <a:lnTo>
                  <a:pt x="70" y="692"/>
                </a:lnTo>
                <a:lnTo>
                  <a:pt x="71" y="692"/>
                </a:lnTo>
                <a:lnTo>
                  <a:pt x="71" y="691"/>
                </a:lnTo>
                <a:lnTo>
                  <a:pt x="72" y="690"/>
                </a:lnTo>
                <a:lnTo>
                  <a:pt x="72" y="689"/>
                </a:lnTo>
                <a:lnTo>
                  <a:pt x="71" y="688"/>
                </a:lnTo>
                <a:lnTo>
                  <a:pt x="70" y="688"/>
                </a:lnTo>
                <a:lnTo>
                  <a:pt x="70" y="687"/>
                </a:lnTo>
                <a:lnTo>
                  <a:pt x="70" y="685"/>
                </a:lnTo>
                <a:lnTo>
                  <a:pt x="72" y="684"/>
                </a:lnTo>
                <a:lnTo>
                  <a:pt x="72" y="683"/>
                </a:lnTo>
                <a:lnTo>
                  <a:pt x="72" y="681"/>
                </a:lnTo>
                <a:lnTo>
                  <a:pt x="72" y="680"/>
                </a:lnTo>
                <a:lnTo>
                  <a:pt x="71" y="679"/>
                </a:lnTo>
                <a:lnTo>
                  <a:pt x="71" y="678"/>
                </a:lnTo>
                <a:lnTo>
                  <a:pt x="70" y="677"/>
                </a:lnTo>
                <a:lnTo>
                  <a:pt x="69" y="677"/>
                </a:lnTo>
                <a:lnTo>
                  <a:pt x="69" y="676"/>
                </a:lnTo>
                <a:lnTo>
                  <a:pt x="68" y="676"/>
                </a:lnTo>
                <a:lnTo>
                  <a:pt x="68" y="675"/>
                </a:lnTo>
                <a:lnTo>
                  <a:pt x="67" y="675"/>
                </a:lnTo>
                <a:lnTo>
                  <a:pt x="67" y="676"/>
                </a:lnTo>
                <a:lnTo>
                  <a:pt x="66" y="675"/>
                </a:lnTo>
                <a:lnTo>
                  <a:pt x="65" y="675"/>
                </a:lnTo>
                <a:lnTo>
                  <a:pt x="64" y="675"/>
                </a:lnTo>
                <a:lnTo>
                  <a:pt x="63" y="674"/>
                </a:lnTo>
                <a:lnTo>
                  <a:pt x="62" y="674"/>
                </a:lnTo>
                <a:lnTo>
                  <a:pt x="61" y="674"/>
                </a:lnTo>
                <a:lnTo>
                  <a:pt x="61" y="675"/>
                </a:lnTo>
                <a:lnTo>
                  <a:pt x="61" y="676"/>
                </a:lnTo>
                <a:lnTo>
                  <a:pt x="60" y="676"/>
                </a:lnTo>
                <a:lnTo>
                  <a:pt x="59" y="675"/>
                </a:lnTo>
                <a:lnTo>
                  <a:pt x="59" y="676"/>
                </a:lnTo>
                <a:lnTo>
                  <a:pt x="58" y="676"/>
                </a:lnTo>
                <a:lnTo>
                  <a:pt x="57" y="677"/>
                </a:lnTo>
                <a:lnTo>
                  <a:pt x="57" y="676"/>
                </a:lnTo>
                <a:lnTo>
                  <a:pt x="56" y="676"/>
                </a:lnTo>
                <a:lnTo>
                  <a:pt x="57" y="673"/>
                </a:lnTo>
                <a:lnTo>
                  <a:pt x="57" y="672"/>
                </a:lnTo>
                <a:lnTo>
                  <a:pt x="58" y="672"/>
                </a:lnTo>
                <a:lnTo>
                  <a:pt x="59" y="672"/>
                </a:lnTo>
                <a:lnTo>
                  <a:pt x="60" y="672"/>
                </a:lnTo>
                <a:lnTo>
                  <a:pt x="61" y="671"/>
                </a:lnTo>
                <a:lnTo>
                  <a:pt x="61" y="670"/>
                </a:lnTo>
                <a:lnTo>
                  <a:pt x="61" y="669"/>
                </a:lnTo>
                <a:lnTo>
                  <a:pt x="61" y="668"/>
                </a:lnTo>
                <a:lnTo>
                  <a:pt x="61" y="667"/>
                </a:lnTo>
                <a:lnTo>
                  <a:pt x="61" y="666"/>
                </a:lnTo>
                <a:lnTo>
                  <a:pt x="60" y="666"/>
                </a:lnTo>
                <a:lnTo>
                  <a:pt x="59" y="665"/>
                </a:lnTo>
                <a:lnTo>
                  <a:pt x="58" y="665"/>
                </a:lnTo>
                <a:lnTo>
                  <a:pt x="58" y="664"/>
                </a:lnTo>
                <a:lnTo>
                  <a:pt x="58" y="663"/>
                </a:lnTo>
                <a:lnTo>
                  <a:pt x="57" y="663"/>
                </a:lnTo>
                <a:lnTo>
                  <a:pt x="56" y="663"/>
                </a:lnTo>
                <a:lnTo>
                  <a:pt x="55" y="663"/>
                </a:lnTo>
                <a:lnTo>
                  <a:pt x="54" y="663"/>
                </a:lnTo>
                <a:lnTo>
                  <a:pt x="53" y="662"/>
                </a:lnTo>
                <a:lnTo>
                  <a:pt x="52" y="659"/>
                </a:lnTo>
                <a:lnTo>
                  <a:pt x="53" y="658"/>
                </a:lnTo>
                <a:lnTo>
                  <a:pt x="53" y="657"/>
                </a:lnTo>
                <a:lnTo>
                  <a:pt x="53" y="655"/>
                </a:lnTo>
                <a:lnTo>
                  <a:pt x="50" y="650"/>
                </a:lnTo>
                <a:lnTo>
                  <a:pt x="49" y="650"/>
                </a:lnTo>
                <a:lnTo>
                  <a:pt x="47" y="647"/>
                </a:lnTo>
                <a:lnTo>
                  <a:pt x="48" y="646"/>
                </a:lnTo>
                <a:lnTo>
                  <a:pt x="44" y="642"/>
                </a:lnTo>
                <a:lnTo>
                  <a:pt x="44" y="641"/>
                </a:lnTo>
                <a:lnTo>
                  <a:pt x="43" y="641"/>
                </a:lnTo>
                <a:lnTo>
                  <a:pt x="42" y="641"/>
                </a:lnTo>
                <a:lnTo>
                  <a:pt x="41" y="641"/>
                </a:lnTo>
                <a:lnTo>
                  <a:pt x="41" y="640"/>
                </a:lnTo>
                <a:lnTo>
                  <a:pt x="42" y="639"/>
                </a:lnTo>
                <a:lnTo>
                  <a:pt x="41" y="633"/>
                </a:lnTo>
                <a:lnTo>
                  <a:pt x="39" y="630"/>
                </a:lnTo>
                <a:lnTo>
                  <a:pt x="35" y="627"/>
                </a:lnTo>
                <a:lnTo>
                  <a:pt x="33" y="626"/>
                </a:lnTo>
                <a:lnTo>
                  <a:pt x="33" y="625"/>
                </a:lnTo>
                <a:lnTo>
                  <a:pt x="33" y="624"/>
                </a:lnTo>
                <a:lnTo>
                  <a:pt x="35" y="622"/>
                </a:lnTo>
                <a:lnTo>
                  <a:pt x="36" y="619"/>
                </a:lnTo>
                <a:lnTo>
                  <a:pt x="33" y="619"/>
                </a:lnTo>
                <a:lnTo>
                  <a:pt x="31" y="620"/>
                </a:lnTo>
                <a:lnTo>
                  <a:pt x="30" y="620"/>
                </a:lnTo>
                <a:lnTo>
                  <a:pt x="27" y="619"/>
                </a:lnTo>
                <a:lnTo>
                  <a:pt x="24" y="616"/>
                </a:lnTo>
                <a:lnTo>
                  <a:pt x="23" y="615"/>
                </a:lnTo>
                <a:lnTo>
                  <a:pt x="21" y="615"/>
                </a:lnTo>
                <a:lnTo>
                  <a:pt x="20" y="615"/>
                </a:lnTo>
                <a:lnTo>
                  <a:pt x="19" y="615"/>
                </a:lnTo>
                <a:lnTo>
                  <a:pt x="17" y="613"/>
                </a:lnTo>
                <a:lnTo>
                  <a:pt x="16" y="612"/>
                </a:lnTo>
                <a:lnTo>
                  <a:pt x="15" y="612"/>
                </a:lnTo>
                <a:lnTo>
                  <a:pt x="13" y="612"/>
                </a:lnTo>
                <a:lnTo>
                  <a:pt x="10" y="612"/>
                </a:lnTo>
                <a:lnTo>
                  <a:pt x="9" y="612"/>
                </a:lnTo>
                <a:lnTo>
                  <a:pt x="8" y="612"/>
                </a:lnTo>
                <a:lnTo>
                  <a:pt x="7" y="611"/>
                </a:lnTo>
                <a:lnTo>
                  <a:pt x="5" y="609"/>
                </a:lnTo>
                <a:lnTo>
                  <a:pt x="4" y="609"/>
                </a:lnTo>
                <a:lnTo>
                  <a:pt x="4" y="606"/>
                </a:lnTo>
                <a:lnTo>
                  <a:pt x="5" y="602"/>
                </a:lnTo>
                <a:lnTo>
                  <a:pt x="5" y="601"/>
                </a:lnTo>
                <a:lnTo>
                  <a:pt x="5" y="600"/>
                </a:lnTo>
                <a:lnTo>
                  <a:pt x="6" y="600"/>
                </a:lnTo>
                <a:lnTo>
                  <a:pt x="6" y="599"/>
                </a:lnTo>
                <a:lnTo>
                  <a:pt x="6" y="598"/>
                </a:lnTo>
                <a:lnTo>
                  <a:pt x="5" y="598"/>
                </a:lnTo>
                <a:lnTo>
                  <a:pt x="4" y="597"/>
                </a:lnTo>
                <a:lnTo>
                  <a:pt x="3" y="597"/>
                </a:lnTo>
                <a:lnTo>
                  <a:pt x="3" y="596"/>
                </a:lnTo>
                <a:lnTo>
                  <a:pt x="2" y="595"/>
                </a:lnTo>
                <a:lnTo>
                  <a:pt x="2" y="594"/>
                </a:lnTo>
                <a:lnTo>
                  <a:pt x="2" y="588"/>
                </a:lnTo>
                <a:lnTo>
                  <a:pt x="3" y="588"/>
                </a:lnTo>
                <a:lnTo>
                  <a:pt x="3" y="587"/>
                </a:lnTo>
                <a:lnTo>
                  <a:pt x="4" y="587"/>
                </a:lnTo>
                <a:lnTo>
                  <a:pt x="4" y="588"/>
                </a:lnTo>
                <a:lnTo>
                  <a:pt x="5" y="588"/>
                </a:lnTo>
                <a:lnTo>
                  <a:pt x="5" y="587"/>
                </a:lnTo>
                <a:lnTo>
                  <a:pt x="5" y="586"/>
                </a:lnTo>
                <a:lnTo>
                  <a:pt x="5" y="585"/>
                </a:lnTo>
                <a:lnTo>
                  <a:pt x="5" y="584"/>
                </a:lnTo>
                <a:lnTo>
                  <a:pt x="6" y="583"/>
                </a:lnTo>
                <a:lnTo>
                  <a:pt x="7" y="583"/>
                </a:lnTo>
                <a:lnTo>
                  <a:pt x="7" y="582"/>
                </a:lnTo>
                <a:lnTo>
                  <a:pt x="6" y="582"/>
                </a:lnTo>
                <a:lnTo>
                  <a:pt x="5" y="581"/>
                </a:lnTo>
                <a:lnTo>
                  <a:pt x="5" y="580"/>
                </a:lnTo>
                <a:lnTo>
                  <a:pt x="4" y="580"/>
                </a:lnTo>
                <a:lnTo>
                  <a:pt x="3" y="579"/>
                </a:lnTo>
                <a:lnTo>
                  <a:pt x="3" y="578"/>
                </a:lnTo>
                <a:lnTo>
                  <a:pt x="3" y="577"/>
                </a:lnTo>
                <a:lnTo>
                  <a:pt x="2" y="576"/>
                </a:lnTo>
                <a:lnTo>
                  <a:pt x="3" y="575"/>
                </a:lnTo>
                <a:lnTo>
                  <a:pt x="3" y="574"/>
                </a:lnTo>
                <a:lnTo>
                  <a:pt x="3" y="572"/>
                </a:lnTo>
                <a:lnTo>
                  <a:pt x="3" y="571"/>
                </a:lnTo>
                <a:lnTo>
                  <a:pt x="4" y="569"/>
                </a:lnTo>
                <a:lnTo>
                  <a:pt x="5" y="568"/>
                </a:lnTo>
                <a:lnTo>
                  <a:pt x="6" y="567"/>
                </a:lnTo>
                <a:lnTo>
                  <a:pt x="8" y="565"/>
                </a:lnTo>
                <a:lnTo>
                  <a:pt x="8" y="564"/>
                </a:lnTo>
                <a:lnTo>
                  <a:pt x="7" y="564"/>
                </a:lnTo>
                <a:lnTo>
                  <a:pt x="7" y="563"/>
                </a:lnTo>
                <a:lnTo>
                  <a:pt x="7" y="562"/>
                </a:lnTo>
                <a:lnTo>
                  <a:pt x="7" y="561"/>
                </a:lnTo>
                <a:lnTo>
                  <a:pt x="7" y="560"/>
                </a:lnTo>
                <a:lnTo>
                  <a:pt x="8" y="558"/>
                </a:lnTo>
                <a:lnTo>
                  <a:pt x="9" y="557"/>
                </a:lnTo>
                <a:lnTo>
                  <a:pt x="12" y="557"/>
                </a:lnTo>
                <a:lnTo>
                  <a:pt x="13" y="558"/>
                </a:lnTo>
                <a:lnTo>
                  <a:pt x="15" y="557"/>
                </a:lnTo>
                <a:lnTo>
                  <a:pt x="16" y="557"/>
                </a:lnTo>
                <a:lnTo>
                  <a:pt x="17" y="556"/>
                </a:lnTo>
                <a:lnTo>
                  <a:pt x="17" y="555"/>
                </a:lnTo>
                <a:lnTo>
                  <a:pt x="18" y="554"/>
                </a:lnTo>
                <a:lnTo>
                  <a:pt x="17" y="553"/>
                </a:lnTo>
                <a:lnTo>
                  <a:pt x="16" y="551"/>
                </a:lnTo>
                <a:lnTo>
                  <a:pt x="16" y="549"/>
                </a:lnTo>
                <a:lnTo>
                  <a:pt x="17" y="548"/>
                </a:lnTo>
                <a:lnTo>
                  <a:pt x="18" y="548"/>
                </a:lnTo>
                <a:lnTo>
                  <a:pt x="18" y="549"/>
                </a:lnTo>
                <a:lnTo>
                  <a:pt x="19" y="550"/>
                </a:lnTo>
                <a:lnTo>
                  <a:pt x="20" y="550"/>
                </a:lnTo>
                <a:lnTo>
                  <a:pt x="21" y="550"/>
                </a:lnTo>
                <a:lnTo>
                  <a:pt x="22" y="549"/>
                </a:lnTo>
                <a:lnTo>
                  <a:pt x="23" y="548"/>
                </a:lnTo>
                <a:lnTo>
                  <a:pt x="22" y="547"/>
                </a:lnTo>
                <a:lnTo>
                  <a:pt x="22" y="546"/>
                </a:lnTo>
                <a:lnTo>
                  <a:pt x="24" y="543"/>
                </a:lnTo>
                <a:lnTo>
                  <a:pt x="24" y="542"/>
                </a:lnTo>
                <a:lnTo>
                  <a:pt x="24" y="541"/>
                </a:lnTo>
                <a:lnTo>
                  <a:pt x="25" y="541"/>
                </a:lnTo>
                <a:lnTo>
                  <a:pt x="25" y="542"/>
                </a:lnTo>
                <a:lnTo>
                  <a:pt x="26" y="542"/>
                </a:lnTo>
                <a:lnTo>
                  <a:pt x="27" y="542"/>
                </a:lnTo>
                <a:lnTo>
                  <a:pt x="27" y="541"/>
                </a:lnTo>
                <a:lnTo>
                  <a:pt x="27" y="540"/>
                </a:lnTo>
                <a:lnTo>
                  <a:pt x="27" y="538"/>
                </a:lnTo>
                <a:lnTo>
                  <a:pt x="27" y="537"/>
                </a:lnTo>
                <a:lnTo>
                  <a:pt x="27" y="536"/>
                </a:lnTo>
                <a:lnTo>
                  <a:pt x="28" y="535"/>
                </a:lnTo>
                <a:lnTo>
                  <a:pt x="29" y="535"/>
                </a:lnTo>
                <a:lnTo>
                  <a:pt x="29" y="534"/>
                </a:lnTo>
                <a:lnTo>
                  <a:pt x="28" y="532"/>
                </a:lnTo>
                <a:lnTo>
                  <a:pt x="28" y="531"/>
                </a:lnTo>
                <a:lnTo>
                  <a:pt x="27" y="531"/>
                </a:lnTo>
                <a:lnTo>
                  <a:pt x="26" y="531"/>
                </a:lnTo>
                <a:lnTo>
                  <a:pt x="25" y="531"/>
                </a:lnTo>
                <a:lnTo>
                  <a:pt x="25" y="530"/>
                </a:lnTo>
                <a:lnTo>
                  <a:pt x="24" y="530"/>
                </a:lnTo>
                <a:lnTo>
                  <a:pt x="23" y="529"/>
                </a:lnTo>
                <a:lnTo>
                  <a:pt x="23" y="528"/>
                </a:lnTo>
                <a:lnTo>
                  <a:pt x="22" y="527"/>
                </a:lnTo>
                <a:lnTo>
                  <a:pt x="20" y="525"/>
                </a:lnTo>
                <a:lnTo>
                  <a:pt x="20" y="523"/>
                </a:lnTo>
                <a:lnTo>
                  <a:pt x="20" y="520"/>
                </a:lnTo>
                <a:lnTo>
                  <a:pt x="19" y="519"/>
                </a:lnTo>
                <a:lnTo>
                  <a:pt x="19" y="516"/>
                </a:lnTo>
                <a:lnTo>
                  <a:pt x="19" y="514"/>
                </a:lnTo>
                <a:lnTo>
                  <a:pt x="19" y="512"/>
                </a:lnTo>
                <a:lnTo>
                  <a:pt x="20" y="512"/>
                </a:lnTo>
                <a:lnTo>
                  <a:pt x="20" y="511"/>
                </a:lnTo>
                <a:lnTo>
                  <a:pt x="21" y="512"/>
                </a:lnTo>
                <a:lnTo>
                  <a:pt x="23" y="512"/>
                </a:lnTo>
                <a:lnTo>
                  <a:pt x="23" y="511"/>
                </a:lnTo>
                <a:lnTo>
                  <a:pt x="23" y="510"/>
                </a:lnTo>
                <a:lnTo>
                  <a:pt x="23" y="509"/>
                </a:lnTo>
                <a:lnTo>
                  <a:pt x="24" y="508"/>
                </a:lnTo>
                <a:lnTo>
                  <a:pt x="26" y="507"/>
                </a:lnTo>
                <a:lnTo>
                  <a:pt x="27" y="507"/>
                </a:lnTo>
                <a:lnTo>
                  <a:pt x="28" y="504"/>
                </a:lnTo>
                <a:lnTo>
                  <a:pt x="29" y="501"/>
                </a:lnTo>
                <a:lnTo>
                  <a:pt x="30" y="501"/>
                </a:lnTo>
                <a:lnTo>
                  <a:pt x="31" y="501"/>
                </a:lnTo>
                <a:lnTo>
                  <a:pt x="32" y="501"/>
                </a:lnTo>
                <a:lnTo>
                  <a:pt x="33" y="501"/>
                </a:lnTo>
                <a:lnTo>
                  <a:pt x="35" y="501"/>
                </a:lnTo>
                <a:lnTo>
                  <a:pt x="35" y="500"/>
                </a:lnTo>
                <a:lnTo>
                  <a:pt x="35" y="499"/>
                </a:lnTo>
                <a:lnTo>
                  <a:pt x="35" y="498"/>
                </a:lnTo>
                <a:lnTo>
                  <a:pt x="36" y="497"/>
                </a:lnTo>
                <a:lnTo>
                  <a:pt x="38" y="496"/>
                </a:lnTo>
                <a:lnTo>
                  <a:pt x="39" y="496"/>
                </a:lnTo>
                <a:lnTo>
                  <a:pt x="39" y="497"/>
                </a:lnTo>
                <a:lnTo>
                  <a:pt x="40" y="497"/>
                </a:lnTo>
                <a:lnTo>
                  <a:pt x="41" y="496"/>
                </a:lnTo>
                <a:lnTo>
                  <a:pt x="41" y="495"/>
                </a:lnTo>
                <a:lnTo>
                  <a:pt x="41" y="494"/>
                </a:lnTo>
                <a:lnTo>
                  <a:pt x="41" y="493"/>
                </a:lnTo>
                <a:lnTo>
                  <a:pt x="42" y="493"/>
                </a:lnTo>
                <a:lnTo>
                  <a:pt x="43" y="493"/>
                </a:lnTo>
                <a:lnTo>
                  <a:pt x="44" y="492"/>
                </a:lnTo>
                <a:lnTo>
                  <a:pt x="45" y="492"/>
                </a:lnTo>
                <a:lnTo>
                  <a:pt x="45" y="491"/>
                </a:lnTo>
                <a:lnTo>
                  <a:pt x="46" y="492"/>
                </a:lnTo>
                <a:lnTo>
                  <a:pt x="46" y="493"/>
                </a:lnTo>
                <a:lnTo>
                  <a:pt x="47" y="494"/>
                </a:lnTo>
                <a:lnTo>
                  <a:pt x="48" y="495"/>
                </a:lnTo>
                <a:lnTo>
                  <a:pt x="48" y="496"/>
                </a:lnTo>
                <a:lnTo>
                  <a:pt x="49" y="496"/>
                </a:lnTo>
                <a:lnTo>
                  <a:pt x="50" y="496"/>
                </a:lnTo>
                <a:lnTo>
                  <a:pt x="51" y="497"/>
                </a:lnTo>
                <a:lnTo>
                  <a:pt x="51" y="498"/>
                </a:lnTo>
                <a:lnTo>
                  <a:pt x="52" y="498"/>
                </a:lnTo>
                <a:lnTo>
                  <a:pt x="52" y="499"/>
                </a:lnTo>
                <a:lnTo>
                  <a:pt x="52" y="500"/>
                </a:lnTo>
                <a:lnTo>
                  <a:pt x="53" y="500"/>
                </a:lnTo>
                <a:lnTo>
                  <a:pt x="54" y="501"/>
                </a:lnTo>
                <a:lnTo>
                  <a:pt x="56" y="501"/>
                </a:lnTo>
                <a:lnTo>
                  <a:pt x="57" y="501"/>
                </a:lnTo>
                <a:lnTo>
                  <a:pt x="57" y="500"/>
                </a:lnTo>
                <a:lnTo>
                  <a:pt x="58" y="499"/>
                </a:lnTo>
                <a:lnTo>
                  <a:pt x="59" y="499"/>
                </a:lnTo>
                <a:lnTo>
                  <a:pt x="59" y="500"/>
                </a:lnTo>
                <a:lnTo>
                  <a:pt x="60" y="500"/>
                </a:lnTo>
                <a:lnTo>
                  <a:pt x="61" y="500"/>
                </a:lnTo>
                <a:lnTo>
                  <a:pt x="62" y="500"/>
                </a:lnTo>
                <a:lnTo>
                  <a:pt x="63" y="500"/>
                </a:lnTo>
                <a:lnTo>
                  <a:pt x="63" y="499"/>
                </a:lnTo>
                <a:lnTo>
                  <a:pt x="63" y="498"/>
                </a:lnTo>
                <a:lnTo>
                  <a:pt x="64" y="498"/>
                </a:lnTo>
                <a:lnTo>
                  <a:pt x="65" y="498"/>
                </a:lnTo>
                <a:lnTo>
                  <a:pt x="66" y="498"/>
                </a:lnTo>
                <a:lnTo>
                  <a:pt x="66" y="497"/>
                </a:lnTo>
                <a:lnTo>
                  <a:pt x="67" y="497"/>
                </a:lnTo>
                <a:lnTo>
                  <a:pt x="68" y="497"/>
                </a:lnTo>
                <a:lnTo>
                  <a:pt x="69" y="496"/>
                </a:lnTo>
                <a:lnTo>
                  <a:pt x="70" y="496"/>
                </a:lnTo>
                <a:lnTo>
                  <a:pt x="71" y="496"/>
                </a:lnTo>
                <a:lnTo>
                  <a:pt x="72" y="496"/>
                </a:lnTo>
                <a:lnTo>
                  <a:pt x="73" y="497"/>
                </a:lnTo>
                <a:lnTo>
                  <a:pt x="74" y="496"/>
                </a:lnTo>
                <a:lnTo>
                  <a:pt x="75" y="496"/>
                </a:lnTo>
                <a:lnTo>
                  <a:pt x="76" y="496"/>
                </a:lnTo>
                <a:lnTo>
                  <a:pt x="76" y="494"/>
                </a:lnTo>
                <a:lnTo>
                  <a:pt x="77" y="493"/>
                </a:lnTo>
                <a:lnTo>
                  <a:pt x="77" y="492"/>
                </a:lnTo>
                <a:lnTo>
                  <a:pt x="77" y="491"/>
                </a:lnTo>
                <a:lnTo>
                  <a:pt x="77" y="490"/>
                </a:lnTo>
                <a:lnTo>
                  <a:pt x="77" y="489"/>
                </a:lnTo>
                <a:lnTo>
                  <a:pt x="76" y="488"/>
                </a:lnTo>
                <a:lnTo>
                  <a:pt x="76" y="487"/>
                </a:lnTo>
                <a:lnTo>
                  <a:pt x="77" y="486"/>
                </a:lnTo>
                <a:lnTo>
                  <a:pt x="78" y="486"/>
                </a:lnTo>
                <a:lnTo>
                  <a:pt x="77" y="486"/>
                </a:lnTo>
                <a:lnTo>
                  <a:pt x="77" y="485"/>
                </a:lnTo>
                <a:lnTo>
                  <a:pt x="78" y="484"/>
                </a:lnTo>
                <a:lnTo>
                  <a:pt x="77" y="484"/>
                </a:lnTo>
                <a:lnTo>
                  <a:pt x="78" y="483"/>
                </a:lnTo>
                <a:lnTo>
                  <a:pt x="79" y="482"/>
                </a:lnTo>
                <a:lnTo>
                  <a:pt x="80" y="482"/>
                </a:lnTo>
                <a:lnTo>
                  <a:pt x="81" y="482"/>
                </a:lnTo>
                <a:lnTo>
                  <a:pt x="82" y="483"/>
                </a:lnTo>
                <a:lnTo>
                  <a:pt x="82" y="482"/>
                </a:lnTo>
                <a:lnTo>
                  <a:pt x="83" y="482"/>
                </a:lnTo>
                <a:lnTo>
                  <a:pt x="84" y="482"/>
                </a:lnTo>
                <a:lnTo>
                  <a:pt x="84" y="481"/>
                </a:lnTo>
                <a:lnTo>
                  <a:pt x="84" y="480"/>
                </a:lnTo>
                <a:lnTo>
                  <a:pt x="85" y="480"/>
                </a:lnTo>
                <a:lnTo>
                  <a:pt x="86" y="480"/>
                </a:lnTo>
                <a:lnTo>
                  <a:pt x="86" y="479"/>
                </a:lnTo>
                <a:lnTo>
                  <a:pt x="86" y="478"/>
                </a:lnTo>
                <a:lnTo>
                  <a:pt x="86" y="477"/>
                </a:lnTo>
                <a:lnTo>
                  <a:pt x="86" y="476"/>
                </a:lnTo>
                <a:lnTo>
                  <a:pt x="85" y="475"/>
                </a:lnTo>
                <a:lnTo>
                  <a:pt x="84" y="475"/>
                </a:lnTo>
                <a:lnTo>
                  <a:pt x="83" y="475"/>
                </a:lnTo>
                <a:lnTo>
                  <a:pt x="82" y="475"/>
                </a:lnTo>
                <a:lnTo>
                  <a:pt x="81" y="475"/>
                </a:lnTo>
                <a:lnTo>
                  <a:pt x="80" y="473"/>
                </a:lnTo>
                <a:lnTo>
                  <a:pt x="81" y="473"/>
                </a:lnTo>
                <a:lnTo>
                  <a:pt x="82" y="471"/>
                </a:lnTo>
                <a:lnTo>
                  <a:pt x="82" y="470"/>
                </a:lnTo>
                <a:lnTo>
                  <a:pt x="81" y="469"/>
                </a:lnTo>
                <a:lnTo>
                  <a:pt x="81" y="468"/>
                </a:lnTo>
                <a:lnTo>
                  <a:pt x="81" y="467"/>
                </a:lnTo>
                <a:lnTo>
                  <a:pt x="81" y="466"/>
                </a:lnTo>
                <a:lnTo>
                  <a:pt x="81" y="464"/>
                </a:lnTo>
                <a:lnTo>
                  <a:pt x="82" y="463"/>
                </a:lnTo>
                <a:lnTo>
                  <a:pt x="82" y="462"/>
                </a:lnTo>
                <a:lnTo>
                  <a:pt x="83" y="462"/>
                </a:lnTo>
                <a:lnTo>
                  <a:pt x="84" y="462"/>
                </a:lnTo>
                <a:lnTo>
                  <a:pt x="84" y="461"/>
                </a:lnTo>
                <a:lnTo>
                  <a:pt x="84" y="460"/>
                </a:lnTo>
                <a:lnTo>
                  <a:pt x="85" y="460"/>
                </a:lnTo>
                <a:lnTo>
                  <a:pt x="85" y="459"/>
                </a:lnTo>
                <a:lnTo>
                  <a:pt x="84" y="459"/>
                </a:lnTo>
                <a:lnTo>
                  <a:pt x="84" y="458"/>
                </a:lnTo>
                <a:lnTo>
                  <a:pt x="84" y="457"/>
                </a:lnTo>
                <a:lnTo>
                  <a:pt x="84" y="456"/>
                </a:lnTo>
                <a:lnTo>
                  <a:pt x="84" y="455"/>
                </a:lnTo>
                <a:lnTo>
                  <a:pt x="84" y="454"/>
                </a:lnTo>
                <a:lnTo>
                  <a:pt x="84" y="453"/>
                </a:lnTo>
                <a:lnTo>
                  <a:pt x="84" y="452"/>
                </a:lnTo>
                <a:lnTo>
                  <a:pt x="84" y="451"/>
                </a:lnTo>
                <a:lnTo>
                  <a:pt x="84" y="450"/>
                </a:lnTo>
                <a:lnTo>
                  <a:pt x="85" y="449"/>
                </a:lnTo>
                <a:lnTo>
                  <a:pt x="85" y="448"/>
                </a:lnTo>
                <a:lnTo>
                  <a:pt x="86" y="448"/>
                </a:lnTo>
                <a:lnTo>
                  <a:pt x="86" y="447"/>
                </a:lnTo>
                <a:lnTo>
                  <a:pt x="86" y="446"/>
                </a:lnTo>
                <a:lnTo>
                  <a:pt x="86" y="444"/>
                </a:lnTo>
                <a:lnTo>
                  <a:pt x="86" y="443"/>
                </a:lnTo>
                <a:lnTo>
                  <a:pt x="86" y="442"/>
                </a:lnTo>
                <a:lnTo>
                  <a:pt x="87" y="442"/>
                </a:lnTo>
                <a:lnTo>
                  <a:pt x="87" y="441"/>
                </a:lnTo>
                <a:lnTo>
                  <a:pt x="88" y="441"/>
                </a:lnTo>
                <a:lnTo>
                  <a:pt x="89" y="440"/>
                </a:lnTo>
                <a:lnTo>
                  <a:pt x="89" y="438"/>
                </a:lnTo>
                <a:lnTo>
                  <a:pt x="89" y="437"/>
                </a:lnTo>
                <a:lnTo>
                  <a:pt x="89" y="436"/>
                </a:lnTo>
                <a:lnTo>
                  <a:pt x="89" y="435"/>
                </a:lnTo>
                <a:lnTo>
                  <a:pt x="90" y="435"/>
                </a:lnTo>
                <a:lnTo>
                  <a:pt x="90" y="433"/>
                </a:lnTo>
                <a:lnTo>
                  <a:pt x="90" y="432"/>
                </a:lnTo>
                <a:lnTo>
                  <a:pt x="91" y="431"/>
                </a:lnTo>
                <a:lnTo>
                  <a:pt x="91" y="430"/>
                </a:lnTo>
                <a:lnTo>
                  <a:pt x="91" y="429"/>
                </a:lnTo>
                <a:lnTo>
                  <a:pt x="91" y="428"/>
                </a:lnTo>
                <a:lnTo>
                  <a:pt x="90" y="428"/>
                </a:lnTo>
                <a:lnTo>
                  <a:pt x="88" y="429"/>
                </a:lnTo>
                <a:lnTo>
                  <a:pt x="88" y="430"/>
                </a:lnTo>
                <a:lnTo>
                  <a:pt x="87" y="430"/>
                </a:lnTo>
                <a:lnTo>
                  <a:pt x="87" y="431"/>
                </a:lnTo>
                <a:lnTo>
                  <a:pt x="87" y="430"/>
                </a:lnTo>
                <a:lnTo>
                  <a:pt x="86" y="431"/>
                </a:lnTo>
                <a:lnTo>
                  <a:pt x="85" y="430"/>
                </a:lnTo>
                <a:lnTo>
                  <a:pt x="85" y="428"/>
                </a:lnTo>
                <a:lnTo>
                  <a:pt x="84" y="427"/>
                </a:lnTo>
                <a:lnTo>
                  <a:pt x="85" y="427"/>
                </a:lnTo>
                <a:lnTo>
                  <a:pt x="84" y="427"/>
                </a:lnTo>
                <a:lnTo>
                  <a:pt x="84" y="426"/>
                </a:lnTo>
                <a:lnTo>
                  <a:pt x="83" y="426"/>
                </a:lnTo>
                <a:lnTo>
                  <a:pt x="82" y="426"/>
                </a:lnTo>
                <a:lnTo>
                  <a:pt x="82" y="425"/>
                </a:lnTo>
                <a:lnTo>
                  <a:pt x="80" y="425"/>
                </a:lnTo>
                <a:lnTo>
                  <a:pt x="79" y="425"/>
                </a:lnTo>
                <a:lnTo>
                  <a:pt x="79" y="426"/>
                </a:lnTo>
                <a:lnTo>
                  <a:pt x="78" y="426"/>
                </a:lnTo>
                <a:lnTo>
                  <a:pt x="77" y="426"/>
                </a:lnTo>
                <a:lnTo>
                  <a:pt x="77" y="425"/>
                </a:lnTo>
                <a:lnTo>
                  <a:pt x="76" y="425"/>
                </a:lnTo>
                <a:lnTo>
                  <a:pt x="76" y="424"/>
                </a:lnTo>
                <a:lnTo>
                  <a:pt x="76" y="423"/>
                </a:lnTo>
                <a:lnTo>
                  <a:pt x="75" y="423"/>
                </a:lnTo>
                <a:lnTo>
                  <a:pt x="75" y="422"/>
                </a:lnTo>
                <a:lnTo>
                  <a:pt x="75" y="421"/>
                </a:lnTo>
                <a:lnTo>
                  <a:pt x="74" y="421"/>
                </a:lnTo>
                <a:lnTo>
                  <a:pt x="74" y="422"/>
                </a:lnTo>
                <a:lnTo>
                  <a:pt x="74" y="421"/>
                </a:lnTo>
                <a:lnTo>
                  <a:pt x="73" y="420"/>
                </a:lnTo>
                <a:lnTo>
                  <a:pt x="73" y="419"/>
                </a:lnTo>
                <a:lnTo>
                  <a:pt x="74" y="419"/>
                </a:lnTo>
                <a:lnTo>
                  <a:pt x="74" y="418"/>
                </a:lnTo>
                <a:lnTo>
                  <a:pt x="74" y="416"/>
                </a:lnTo>
                <a:lnTo>
                  <a:pt x="73" y="416"/>
                </a:lnTo>
                <a:lnTo>
                  <a:pt x="73" y="415"/>
                </a:lnTo>
                <a:lnTo>
                  <a:pt x="73" y="414"/>
                </a:lnTo>
                <a:lnTo>
                  <a:pt x="73" y="413"/>
                </a:lnTo>
                <a:lnTo>
                  <a:pt x="73" y="412"/>
                </a:lnTo>
                <a:lnTo>
                  <a:pt x="74" y="411"/>
                </a:lnTo>
                <a:lnTo>
                  <a:pt x="73" y="410"/>
                </a:lnTo>
                <a:lnTo>
                  <a:pt x="73" y="409"/>
                </a:lnTo>
                <a:lnTo>
                  <a:pt x="73" y="408"/>
                </a:lnTo>
                <a:lnTo>
                  <a:pt x="74" y="407"/>
                </a:lnTo>
                <a:lnTo>
                  <a:pt x="73" y="406"/>
                </a:lnTo>
                <a:lnTo>
                  <a:pt x="73" y="405"/>
                </a:lnTo>
                <a:lnTo>
                  <a:pt x="74" y="405"/>
                </a:lnTo>
                <a:lnTo>
                  <a:pt x="74" y="404"/>
                </a:lnTo>
                <a:lnTo>
                  <a:pt x="73" y="403"/>
                </a:lnTo>
                <a:lnTo>
                  <a:pt x="73" y="402"/>
                </a:lnTo>
                <a:lnTo>
                  <a:pt x="72" y="402"/>
                </a:lnTo>
                <a:lnTo>
                  <a:pt x="71" y="401"/>
                </a:lnTo>
                <a:lnTo>
                  <a:pt x="71" y="400"/>
                </a:lnTo>
                <a:lnTo>
                  <a:pt x="71" y="399"/>
                </a:lnTo>
                <a:lnTo>
                  <a:pt x="71" y="398"/>
                </a:lnTo>
                <a:lnTo>
                  <a:pt x="72" y="398"/>
                </a:lnTo>
                <a:lnTo>
                  <a:pt x="72" y="397"/>
                </a:lnTo>
                <a:lnTo>
                  <a:pt x="71" y="396"/>
                </a:lnTo>
                <a:lnTo>
                  <a:pt x="71" y="395"/>
                </a:lnTo>
                <a:lnTo>
                  <a:pt x="71" y="394"/>
                </a:lnTo>
                <a:lnTo>
                  <a:pt x="71" y="393"/>
                </a:lnTo>
                <a:lnTo>
                  <a:pt x="70" y="392"/>
                </a:lnTo>
                <a:lnTo>
                  <a:pt x="70" y="393"/>
                </a:lnTo>
                <a:lnTo>
                  <a:pt x="70" y="392"/>
                </a:lnTo>
                <a:lnTo>
                  <a:pt x="69" y="392"/>
                </a:lnTo>
                <a:lnTo>
                  <a:pt x="68" y="393"/>
                </a:lnTo>
                <a:lnTo>
                  <a:pt x="67" y="393"/>
                </a:lnTo>
                <a:lnTo>
                  <a:pt x="66" y="393"/>
                </a:lnTo>
                <a:lnTo>
                  <a:pt x="65" y="394"/>
                </a:lnTo>
                <a:lnTo>
                  <a:pt x="64" y="393"/>
                </a:lnTo>
                <a:lnTo>
                  <a:pt x="63" y="393"/>
                </a:lnTo>
                <a:lnTo>
                  <a:pt x="63" y="394"/>
                </a:lnTo>
                <a:lnTo>
                  <a:pt x="62" y="394"/>
                </a:lnTo>
                <a:lnTo>
                  <a:pt x="61" y="394"/>
                </a:lnTo>
                <a:lnTo>
                  <a:pt x="60" y="394"/>
                </a:lnTo>
                <a:lnTo>
                  <a:pt x="60" y="395"/>
                </a:lnTo>
                <a:lnTo>
                  <a:pt x="60" y="393"/>
                </a:lnTo>
                <a:lnTo>
                  <a:pt x="59" y="393"/>
                </a:lnTo>
                <a:lnTo>
                  <a:pt x="59" y="392"/>
                </a:lnTo>
                <a:lnTo>
                  <a:pt x="59" y="393"/>
                </a:lnTo>
                <a:lnTo>
                  <a:pt x="58" y="393"/>
                </a:lnTo>
                <a:lnTo>
                  <a:pt x="58" y="394"/>
                </a:lnTo>
                <a:lnTo>
                  <a:pt x="57" y="394"/>
                </a:lnTo>
                <a:lnTo>
                  <a:pt x="56" y="394"/>
                </a:lnTo>
                <a:lnTo>
                  <a:pt x="56" y="395"/>
                </a:lnTo>
                <a:lnTo>
                  <a:pt x="55" y="395"/>
                </a:lnTo>
                <a:lnTo>
                  <a:pt x="54" y="395"/>
                </a:lnTo>
                <a:lnTo>
                  <a:pt x="54" y="396"/>
                </a:lnTo>
                <a:lnTo>
                  <a:pt x="54" y="395"/>
                </a:lnTo>
                <a:lnTo>
                  <a:pt x="53" y="395"/>
                </a:lnTo>
                <a:lnTo>
                  <a:pt x="52" y="394"/>
                </a:lnTo>
                <a:lnTo>
                  <a:pt x="51" y="393"/>
                </a:lnTo>
                <a:lnTo>
                  <a:pt x="51" y="392"/>
                </a:lnTo>
                <a:lnTo>
                  <a:pt x="52" y="392"/>
                </a:lnTo>
                <a:lnTo>
                  <a:pt x="52" y="391"/>
                </a:lnTo>
                <a:lnTo>
                  <a:pt x="53" y="391"/>
                </a:lnTo>
                <a:lnTo>
                  <a:pt x="54" y="390"/>
                </a:lnTo>
                <a:lnTo>
                  <a:pt x="54" y="389"/>
                </a:lnTo>
                <a:lnTo>
                  <a:pt x="53" y="388"/>
                </a:lnTo>
                <a:lnTo>
                  <a:pt x="52" y="387"/>
                </a:lnTo>
                <a:lnTo>
                  <a:pt x="52" y="388"/>
                </a:lnTo>
                <a:lnTo>
                  <a:pt x="52" y="387"/>
                </a:lnTo>
                <a:lnTo>
                  <a:pt x="52" y="388"/>
                </a:lnTo>
                <a:lnTo>
                  <a:pt x="51" y="388"/>
                </a:lnTo>
                <a:lnTo>
                  <a:pt x="51" y="389"/>
                </a:lnTo>
                <a:lnTo>
                  <a:pt x="50" y="389"/>
                </a:lnTo>
                <a:lnTo>
                  <a:pt x="50" y="390"/>
                </a:lnTo>
                <a:lnTo>
                  <a:pt x="49" y="390"/>
                </a:lnTo>
                <a:lnTo>
                  <a:pt x="48" y="390"/>
                </a:lnTo>
                <a:lnTo>
                  <a:pt x="47" y="390"/>
                </a:lnTo>
                <a:lnTo>
                  <a:pt x="47" y="391"/>
                </a:lnTo>
                <a:lnTo>
                  <a:pt x="46" y="391"/>
                </a:lnTo>
                <a:lnTo>
                  <a:pt x="45" y="390"/>
                </a:lnTo>
                <a:lnTo>
                  <a:pt x="44" y="390"/>
                </a:lnTo>
                <a:lnTo>
                  <a:pt x="43" y="390"/>
                </a:lnTo>
                <a:lnTo>
                  <a:pt x="43" y="389"/>
                </a:lnTo>
                <a:lnTo>
                  <a:pt x="42" y="389"/>
                </a:lnTo>
                <a:lnTo>
                  <a:pt x="41" y="389"/>
                </a:lnTo>
                <a:lnTo>
                  <a:pt x="41" y="390"/>
                </a:lnTo>
                <a:lnTo>
                  <a:pt x="40" y="390"/>
                </a:lnTo>
                <a:lnTo>
                  <a:pt x="40" y="389"/>
                </a:lnTo>
                <a:lnTo>
                  <a:pt x="39" y="389"/>
                </a:lnTo>
                <a:lnTo>
                  <a:pt x="39" y="388"/>
                </a:lnTo>
                <a:lnTo>
                  <a:pt x="38" y="388"/>
                </a:lnTo>
                <a:lnTo>
                  <a:pt x="37" y="388"/>
                </a:lnTo>
                <a:lnTo>
                  <a:pt x="36" y="389"/>
                </a:lnTo>
                <a:lnTo>
                  <a:pt x="36" y="388"/>
                </a:lnTo>
                <a:lnTo>
                  <a:pt x="35" y="387"/>
                </a:lnTo>
                <a:lnTo>
                  <a:pt x="35" y="386"/>
                </a:lnTo>
                <a:lnTo>
                  <a:pt x="35" y="385"/>
                </a:lnTo>
                <a:lnTo>
                  <a:pt x="33" y="385"/>
                </a:lnTo>
                <a:lnTo>
                  <a:pt x="33" y="384"/>
                </a:lnTo>
                <a:lnTo>
                  <a:pt x="33" y="383"/>
                </a:lnTo>
                <a:lnTo>
                  <a:pt x="32" y="383"/>
                </a:lnTo>
                <a:lnTo>
                  <a:pt x="32" y="382"/>
                </a:lnTo>
                <a:lnTo>
                  <a:pt x="33" y="381"/>
                </a:lnTo>
                <a:lnTo>
                  <a:pt x="32" y="380"/>
                </a:lnTo>
                <a:lnTo>
                  <a:pt x="31" y="380"/>
                </a:lnTo>
                <a:lnTo>
                  <a:pt x="30" y="380"/>
                </a:lnTo>
                <a:lnTo>
                  <a:pt x="29" y="379"/>
                </a:lnTo>
                <a:lnTo>
                  <a:pt x="26" y="379"/>
                </a:lnTo>
                <a:lnTo>
                  <a:pt x="25" y="379"/>
                </a:lnTo>
                <a:lnTo>
                  <a:pt x="24" y="379"/>
                </a:lnTo>
                <a:lnTo>
                  <a:pt x="24" y="378"/>
                </a:lnTo>
                <a:lnTo>
                  <a:pt x="23" y="378"/>
                </a:lnTo>
                <a:lnTo>
                  <a:pt x="22" y="379"/>
                </a:lnTo>
                <a:lnTo>
                  <a:pt x="21" y="379"/>
                </a:lnTo>
                <a:lnTo>
                  <a:pt x="21" y="378"/>
                </a:lnTo>
                <a:lnTo>
                  <a:pt x="21" y="377"/>
                </a:lnTo>
                <a:lnTo>
                  <a:pt x="21" y="376"/>
                </a:lnTo>
                <a:lnTo>
                  <a:pt x="22" y="376"/>
                </a:lnTo>
                <a:lnTo>
                  <a:pt x="23" y="376"/>
                </a:lnTo>
                <a:lnTo>
                  <a:pt x="25" y="375"/>
                </a:lnTo>
                <a:lnTo>
                  <a:pt x="25" y="374"/>
                </a:lnTo>
                <a:lnTo>
                  <a:pt x="26" y="373"/>
                </a:lnTo>
                <a:lnTo>
                  <a:pt x="26" y="372"/>
                </a:lnTo>
                <a:lnTo>
                  <a:pt x="27" y="371"/>
                </a:lnTo>
                <a:lnTo>
                  <a:pt x="27" y="370"/>
                </a:lnTo>
                <a:lnTo>
                  <a:pt x="27" y="369"/>
                </a:lnTo>
                <a:lnTo>
                  <a:pt x="26" y="367"/>
                </a:lnTo>
                <a:lnTo>
                  <a:pt x="26" y="366"/>
                </a:lnTo>
                <a:lnTo>
                  <a:pt x="26" y="365"/>
                </a:lnTo>
                <a:lnTo>
                  <a:pt x="26" y="364"/>
                </a:lnTo>
                <a:lnTo>
                  <a:pt x="28" y="364"/>
                </a:lnTo>
                <a:lnTo>
                  <a:pt x="29" y="365"/>
                </a:lnTo>
                <a:lnTo>
                  <a:pt x="30" y="365"/>
                </a:lnTo>
                <a:lnTo>
                  <a:pt x="30" y="366"/>
                </a:lnTo>
                <a:lnTo>
                  <a:pt x="31" y="366"/>
                </a:lnTo>
                <a:lnTo>
                  <a:pt x="31" y="367"/>
                </a:lnTo>
                <a:lnTo>
                  <a:pt x="32" y="368"/>
                </a:lnTo>
                <a:lnTo>
                  <a:pt x="32" y="369"/>
                </a:lnTo>
                <a:lnTo>
                  <a:pt x="32" y="370"/>
                </a:lnTo>
                <a:lnTo>
                  <a:pt x="33" y="371"/>
                </a:lnTo>
                <a:lnTo>
                  <a:pt x="35" y="371"/>
                </a:lnTo>
                <a:lnTo>
                  <a:pt x="35" y="370"/>
                </a:lnTo>
                <a:lnTo>
                  <a:pt x="35" y="369"/>
                </a:lnTo>
                <a:lnTo>
                  <a:pt x="36" y="369"/>
                </a:lnTo>
                <a:lnTo>
                  <a:pt x="37" y="369"/>
                </a:lnTo>
                <a:lnTo>
                  <a:pt x="38" y="369"/>
                </a:lnTo>
                <a:lnTo>
                  <a:pt x="38" y="368"/>
                </a:lnTo>
                <a:lnTo>
                  <a:pt x="38" y="367"/>
                </a:lnTo>
                <a:lnTo>
                  <a:pt x="38" y="366"/>
                </a:lnTo>
                <a:lnTo>
                  <a:pt x="39" y="366"/>
                </a:lnTo>
                <a:lnTo>
                  <a:pt x="39" y="365"/>
                </a:lnTo>
                <a:lnTo>
                  <a:pt x="39" y="364"/>
                </a:lnTo>
                <a:lnTo>
                  <a:pt x="39" y="363"/>
                </a:lnTo>
                <a:lnTo>
                  <a:pt x="38" y="363"/>
                </a:lnTo>
                <a:lnTo>
                  <a:pt x="38" y="362"/>
                </a:lnTo>
                <a:lnTo>
                  <a:pt x="37" y="362"/>
                </a:lnTo>
                <a:lnTo>
                  <a:pt x="37" y="361"/>
                </a:lnTo>
                <a:lnTo>
                  <a:pt x="37" y="360"/>
                </a:lnTo>
                <a:lnTo>
                  <a:pt x="37" y="359"/>
                </a:lnTo>
                <a:lnTo>
                  <a:pt x="36" y="359"/>
                </a:lnTo>
                <a:lnTo>
                  <a:pt x="36" y="358"/>
                </a:lnTo>
                <a:lnTo>
                  <a:pt x="36" y="356"/>
                </a:lnTo>
                <a:lnTo>
                  <a:pt x="35" y="355"/>
                </a:lnTo>
                <a:lnTo>
                  <a:pt x="35" y="354"/>
                </a:lnTo>
                <a:lnTo>
                  <a:pt x="36" y="354"/>
                </a:lnTo>
                <a:lnTo>
                  <a:pt x="37" y="354"/>
                </a:lnTo>
                <a:lnTo>
                  <a:pt x="37" y="353"/>
                </a:lnTo>
                <a:lnTo>
                  <a:pt x="38" y="353"/>
                </a:lnTo>
                <a:lnTo>
                  <a:pt x="38" y="352"/>
                </a:lnTo>
                <a:lnTo>
                  <a:pt x="39" y="352"/>
                </a:lnTo>
                <a:lnTo>
                  <a:pt x="40" y="353"/>
                </a:lnTo>
                <a:lnTo>
                  <a:pt x="40" y="354"/>
                </a:lnTo>
                <a:lnTo>
                  <a:pt x="41" y="355"/>
                </a:lnTo>
                <a:lnTo>
                  <a:pt x="42" y="355"/>
                </a:lnTo>
                <a:lnTo>
                  <a:pt x="43" y="354"/>
                </a:lnTo>
                <a:lnTo>
                  <a:pt x="44" y="354"/>
                </a:lnTo>
                <a:lnTo>
                  <a:pt x="44" y="353"/>
                </a:lnTo>
                <a:lnTo>
                  <a:pt x="45" y="352"/>
                </a:lnTo>
                <a:lnTo>
                  <a:pt x="46" y="352"/>
                </a:lnTo>
                <a:lnTo>
                  <a:pt x="47" y="352"/>
                </a:lnTo>
                <a:lnTo>
                  <a:pt x="48" y="352"/>
                </a:lnTo>
                <a:lnTo>
                  <a:pt x="49" y="352"/>
                </a:lnTo>
                <a:lnTo>
                  <a:pt x="49" y="351"/>
                </a:lnTo>
                <a:lnTo>
                  <a:pt x="50" y="351"/>
                </a:lnTo>
                <a:lnTo>
                  <a:pt x="51" y="351"/>
                </a:lnTo>
                <a:lnTo>
                  <a:pt x="51" y="350"/>
                </a:lnTo>
                <a:lnTo>
                  <a:pt x="50" y="349"/>
                </a:lnTo>
                <a:lnTo>
                  <a:pt x="51" y="349"/>
                </a:lnTo>
                <a:lnTo>
                  <a:pt x="51" y="348"/>
                </a:lnTo>
                <a:lnTo>
                  <a:pt x="52" y="347"/>
                </a:lnTo>
                <a:lnTo>
                  <a:pt x="53" y="346"/>
                </a:lnTo>
                <a:lnTo>
                  <a:pt x="54" y="346"/>
                </a:lnTo>
                <a:lnTo>
                  <a:pt x="53" y="346"/>
                </a:lnTo>
                <a:lnTo>
                  <a:pt x="54" y="347"/>
                </a:lnTo>
                <a:lnTo>
                  <a:pt x="55" y="347"/>
                </a:lnTo>
                <a:lnTo>
                  <a:pt x="55" y="346"/>
                </a:lnTo>
                <a:lnTo>
                  <a:pt x="56" y="346"/>
                </a:lnTo>
                <a:lnTo>
                  <a:pt x="57" y="346"/>
                </a:lnTo>
                <a:lnTo>
                  <a:pt x="58" y="346"/>
                </a:lnTo>
                <a:lnTo>
                  <a:pt x="58" y="345"/>
                </a:lnTo>
                <a:lnTo>
                  <a:pt x="59" y="345"/>
                </a:lnTo>
                <a:lnTo>
                  <a:pt x="60" y="345"/>
                </a:lnTo>
                <a:lnTo>
                  <a:pt x="60" y="344"/>
                </a:lnTo>
                <a:lnTo>
                  <a:pt x="61" y="344"/>
                </a:lnTo>
                <a:lnTo>
                  <a:pt x="62" y="343"/>
                </a:lnTo>
                <a:lnTo>
                  <a:pt x="63" y="343"/>
                </a:lnTo>
                <a:lnTo>
                  <a:pt x="64" y="343"/>
                </a:lnTo>
                <a:lnTo>
                  <a:pt x="64" y="344"/>
                </a:lnTo>
                <a:lnTo>
                  <a:pt x="65" y="344"/>
                </a:lnTo>
                <a:lnTo>
                  <a:pt x="67" y="343"/>
                </a:lnTo>
                <a:lnTo>
                  <a:pt x="68" y="343"/>
                </a:lnTo>
                <a:lnTo>
                  <a:pt x="70" y="342"/>
                </a:lnTo>
                <a:lnTo>
                  <a:pt x="71" y="341"/>
                </a:lnTo>
                <a:lnTo>
                  <a:pt x="72" y="340"/>
                </a:lnTo>
                <a:lnTo>
                  <a:pt x="74" y="340"/>
                </a:lnTo>
                <a:lnTo>
                  <a:pt x="75" y="339"/>
                </a:lnTo>
                <a:lnTo>
                  <a:pt x="75" y="338"/>
                </a:lnTo>
                <a:lnTo>
                  <a:pt x="75" y="337"/>
                </a:lnTo>
                <a:lnTo>
                  <a:pt x="75" y="336"/>
                </a:lnTo>
                <a:lnTo>
                  <a:pt x="77" y="335"/>
                </a:lnTo>
                <a:lnTo>
                  <a:pt x="77" y="334"/>
                </a:lnTo>
                <a:lnTo>
                  <a:pt x="77" y="333"/>
                </a:lnTo>
                <a:lnTo>
                  <a:pt x="77" y="332"/>
                </a:lnTo>
                <a:lnTo>
                  <a:pt x="77" y="331"/>
                </a:lnTo>
                <a:lnTo>
                  <a:pt x="78" y="331"/>
                </a:lnTo>
                <a:lnTo>
                  <a:pt x="78" y="330"/>
                </a:lnTo>
                <a:lnTo>
                  <a:pt x="78" y="329"/>
                </a:lnTo>
                <a:lnTo>
                  <a:pt x="77" y="329"/>
                </a:lnTo>
                <a:lnTo>
                  <a:pt x="77" y="328"/>
                </a:lnTo>
                <a:lnTo>
                  <a:pt x="76" y="328"/>
                </a:lnTo>
                <a:lnTo>
                  <a:pt x="75" y="328"/>
                </a:lnTo>
                <a:lnTo>
                  <a:pt x="74" y="329"/>
                </a:lnTo>
                <a:lnTo>
                  <a:pt x="73" y="330"/>
                </a:lnTo>
                <a:lnTo>
                  <a:pt x="72" y="330"/>
                </a:lnTo>
                <a:lnTo>
                  <a:pt x="72" y="329"/>
                </a:lnTo>
                <a:lnTo>
                  <a:pt x="71" y="328"/>
                </a:lnTo>
                <a:lnTo>
                  <a:pt x="71" y="327"/>
                </a:lnTo>
                <a:lnTo>
                  <a:pt x="70" y="326"/>
                </a:lnTo>
                <a:lnTo>
                  <a:pt x="69" y="327"/>
                </a:lnTo>
                <a:lnTo>
                  <a:pt x="68" y="327"/>
                </a:lnTo>
                <a:lnTo>
                  <a:pt x="67" y="327"/>
                </a:lnTo>
                <a:lnTo>
                  <a:pt x="66" y="328"/>
                </a:lnTo>
                <a:lnTo>
                  <a:pt x="65" y="328"/>
                </a:lnTo>
                <a:lnTo>
                  <a:pt x="65" y="329"/>
                </a:lnTo>
                <a:lnTo>
                  <a:pt x="65" y="330"/>
                </a:lnTo>
                <a:lnTo>
                  <a:pt x="64" y="329"/>
                </a:lnTo>
                <a:lnTo>
                  <a:pt x="63" y="329"/>
                </a:lnTo>
                <a:lnTo>
                  <a:pt x="63" y="328"/>
                </a:lnTo>
                <a:lnTo>
                  <a:pt x="62" y="328"/>
                </a:lnTo>
                <a:lnTo>
                  <a:pt x="61" y="328"/>
                </a:lnTo>
                <a:lnTo>
                  <a:pt x="60" y="328"/>
                </a:lnTo>
                <a:lnTo>
                  <a:pt x="59" y="328"/>
                </a:lnTo>
                <a:lnTo>
                  <a:pt x="57" y="328"/>
                </a:lnTo>
                <a:lnTo>
                  <a:pt x="56" y="328"/>
                </a:lnTo>
                <a:lnTo>
                  <a:pt x="56" y="329"/>
                </a:lnTo>
                <a:lnTo>
                  <a:pt x="56" y="328"/>
                </a:lnTo>
                <a:lnTo>
                  <a:pt x="55" y="328"/>
                </a:lnTo>
                <a:lnTo>
                  <a:pt x="55" y="327"/>
                </a:lnTo>
                <a:lnTo>
                  <a:pt x="55" y="326"/>
                </a:lnTo>
                <a:lnTo>
                  <a:pt x="55" y="325"/>
                </a:lnTo>
                <a:lnTo>
                  <a:pt x="54" y="324"/>
                </a:lnTo>
                <a:lnTo>
                  <a:pt x="54" y="323"/>
                </a:lnTo>
                <a:lnTo>
                  <a:pt x="54" y="322"/>
                </a:lnTo>
                <a:lnTo>
                  <a:pt x="53" y="321"/>
                </a:lnTo>
                <a:lnTo>
                  <a:pt x="53" y="320"/>
                </a:lnTo>
                <a:lnTo>
                  <a:pt x="54" y="319"/>
                </a:lnTo>
                <a:lnTo>
                  <a:pt x="54" y="318"/>
                </a:lnTo>
                <a:lnTo>
                  <a:pt x="53" y="318"/>
                </a:lnTo>
                <a:lnTo>
                  <a:pt x="53" y="317"/>
                </a:lnTo>
                <a:lnTo>
                  <a:pt x="52" y="317"/>
                </a:lnTo>
                <a:lnTo>
                  <a:pt x="51" y="317"/>
                </a:lnTo>
                <a:lnTo>
                  <a:pt x="51" y="316"/>
                </a:lnTo>
                <a:lnTo>
                  <a:pt x="51" y="315"/>
                </a:lnTo>
                <a:lnTo>
                  <a:pt x="51" y="314"/>
                </a:lnTo>
                <a:lnTo>
                  <a:pt x="51" y="313"/>
                </a:lnTo>
                <a:lnTo>
                  <a:pt x="51" y="312"/>
                </a:lnTo>
                <a:lnTo>
                  <a:pt x="52" y="312"/>
                </a:lnTo>
                <a:lnTo>
                  <a:pt x="52" y="310"/>
                </a:lnTo>
                <a:lnTo>
                  <a:pt x="52" y="308"/>
                </a:lnTo>
                <a:lnTo>
                  <a:pt x="52" y="307"/>
                </a:lnTo>
                <a:lnTo>
                  <a:pt x="53" y="306"/>
                </a:lnTo>
                <a:lnTo>
                  <a:pt x="52" y="305"/>
                </a:lnTo>
                <a:lnTo>
                  <a:pt x="51" y="305"/>
                </a:lnTo>
                <a:lnTo>
                  <a:pt x="50" y="304"/>
                </a:lnTo>
                <a:lnTo>
                  <a:pt x="50" y="302"/>
                </a:lnTo>
                <a:lnTo>
                  <a:pt x="50" y="301"/>
                </a:lnTo>
                <a:lnTo>
                  <a:pt x="51" y="301"/>
                </a:lnTo>
                <a:lnTo>
                  <a:pt x="51" y="300"/>
                </a:lnTo>
                <a:lnTo>
                  <a:pt x="51" y="299"/>
                </a:lnTo>
                <a:lnTo>
                  <a:pt x="50" y="298"/>
                </a:lnTo>
                <a:lnTo>
                  <a:pt x="49" y="298"/>
                </a:lnTo>
                <a:lnTo>
                  <a:pt x="49" y="297"/>
                </a:lnTo>
                <a:lnTo>
                  <a:pt x="48" y="297"/>
                </a:lnTo>
                <a:lnTo>
                  <a:pt x="48" y="298"/>
                </a:lnTo>
                <a:lnTo>
                  <a:pt x="46" y="298"/>
                </a:lnTo>
                <a:lnTo>
                  <a:pt x="46" y="297"/>
                </a:lnTo>
                <a:lnTo>
                  <a:pt x="45" y="297"/>
                </a:lnTo>
                <a:lnTo>
                  <a:pt x="44" y="297"/>
                </a:lnTo>
                <a:lnTo>
                  <a:pt x="44" y="296"/>
                </a:lnTo>
                <a:lnTo>
                  <a:pt x="43" y="296"/>
                </a:lnTo>
                <a:lnTo>
                  <a:pt x="43" y="295"/>
                </a:lnTo>
                <a:lnTo>
                  <a:pt x="44" y="294"/>
                </a:lnTo>
                <a:lnTo>
                  <a:pt x="43" y="294"/>
                </a:lnTo>
                <a:lnTo>
                  <a:pt x="43" y="293"/>
                </a:lnTo>
                <a:lnTo>
                  <a:pt x="42" y="293"/>
                </a:lnTo>
                <a:lnTo>
                  <a:pt x="41" y="291"/>
                </a:lnTo>
                <a:lnTo>
                  <a:pt x="40" y="289"/>
                </a:lnTo>
                <a:lnTo>
                  <a:pt x="39" y="288"/>
                </a:lnTo>
                <a:lnTo>
                  <a:pt x="39" y="287"/>
                </a:lnTo>
                <a:lnTo>
                  <a:pt x="39" y="286"/>
                </a:lnTo>
                <a:lnTo>
                  <a:pt x="38" y="286"/>
                </a:lnTo>
                <a:lnTo>
                  <a:pt x="38" y="285"/>
                </a:lnTo>
                <a:lnTo>
                  <a:pt x="37" y="284"/>
                </a:lnTo>
                <a:lnTo>
                  <a:pt x="36" y="283"/>
                </a:lnTo>
                <a:lnTo>
                  <a:pt x="36" y="282"/>
                </a:lnTo>
                <a:lnTo>
                  <a:pt x="35" y="282"/>
                </a:lnTo>
                <a:lnTo>
                  <a:pt x="35" y="281"/>
                </a:lnTo>
                <a:lnTo>
                  <a:pt x="33" y="280"/>
                </a:lnTo>
                <a:lnTo>
                  <a:pt x="32" y="280"/>
                </a:lnTo>
                <a:lnTo>
                  <a:pt x="31" y="279"/>
                </a:lnTo>
                <a:lnTo>
                  <a:pt x="30" y="278"/>
                </a:lnTo>
                <a:lnTo>
                  <a:pt x="30" y="276"/>
                </a:lnTo>
                <a:lnTo>
                  <a:pt x="30" y="275"/>
                </a:lnTo>
                <a:lnTo>
                  <a:pt x="30" y="274"/>
                </a:lnTo>
                <a:lnTo>
                  <a:pt x="29" y="274"/>
                </a:lnTo>
                <a:lnTo>
                  <a:pt x="28" y="274"/>
                </a:lnTo>
                <a:lnTo>
                  <a:pt x="28" y="275"/>
                </a:lnTo>
                <a:lnTo>
                  <a:pt x="27" y="275"/>
                </a:lnTo>
                <a:lnTo>
                  <a:pt x="27" y="274"/>
                </a:lnTo>
                <a:lnTo>
                  <a:pt x="26" y="273"/>
                </a:lnTo>
                <a:lnTo>
                  <a:pt x="25" y="272"/>
                </a:lnTo>
                <a:lnTo>
                  <a:pt x="25" y="271"/>
                </a:lnTo>
                <a:lnTo>
                  <a:pt x="24" y="270"/>
                </a:lnTo>
                <a:lnTo>
                  <a:pt x="25" y="269"/>
                </a:lnTo>
                <a:lnTo>
                  <a:pt x="25" y="268"/>
                </a:lnTo>
                <a:lnTo>
                  <a:pt x="26" y="268"/>
                </a:lnTo>
                <a:lnTo>
                  <a:pt x="27" y="267"/>
                </a:lnTo>
                <a:lnTo>
                  <a:pt x="26" y="266"/>
                </a:lnTo>
                <a:lnTo>
                  <a:pt x="25" y="266"/>
                </a:lnTo>
                <a:lnTo>
                  <a:pt x="24" y="266"/>
                </a:lnTo>
                <a:lnTo>
                  <a:pt x="24" y="263"/>
                </a:lnTo>
                <a:lnTo>
                  <a:pt x="24" y="262"/>
                </a:lnTo>
                <a:lnTo>
                  <a:pt x="23" y="261"/>
                </a:lnTo>
                <a:lnTo>
                  <a:pt x="23" y="259"/>
                </a:lnTo>
                <a:lnTo>
                  <a:pt x="23" y="258"/>
                </a:lnTo>
                <a:lnTo>
                  <a:pt x="24" y="258"/>
                </a:lnTo>
                <a:lnTo>
                  <a:pt x="24" y="257"/>
                </a:lnTo>
                <a:lnTo>
                  <a:pt x="23" y="257"/>
                </a:lnTo>
                <a:lnTo>
                  <a:pt x="21" y="257"/>
                </a:lnTo>
                <a:lnTo>
                  <a:pt x="19" y="257"/>
                </a:lnTo>
                <a:lnTo>
                  <a:pt x="19" y="256"/>
                </a:lnTo>
                <a:lnTo>
                  <a:pt x="18" y="255"/>
                </a:lnTo>
                <a:lnTo>
                  <a:pt x="18" y="256"/>
                </a:lnTo>
                <a:lnTo>
                  <a:pt x="18" y="257"/>
                </a:lnTo>
                <a:lnTo>
                  <a:pt x="17" y="256"/>
                </a:lnTo>
                <a:lnTo>
                  <a:pt x="16" y="256"/>
                </a:lnTo>
                <a:lnTo>
                  <a:pt x="16" y="255"/>
                </a:lnTo>
                <a:lnTo>
                  <a:pt x="16" y="254"/>
                </a:lnTo>
                <a:lnTo>
                  <a:pt x="16" y="253"/>
                </a:lnTo>
                <a:lnTo>
                  <a:pt x="16" y="251"/>
                </a:lnTo>
                <a:lnTo>
                  <a:pt x="16" y="250"/>
                </a:lnTo>
                <a:lnTo>
                  <a:pt x="15" y="250"/>
                </a:lnTo>
                <a:lnTo>
                  <a:pt x="15" y="249"/>
                </a:lnTo>
                <a:lnTo>
                  <a:pt x="15" y="250"/>
                </a:lnTo>
                <a:lnTo>
                  <a:pt x="15" y="251"/>
                </a:lnTo>
                <a:lnTo>
                  <a:pt x="15" y="250"/>
                </a:lnTo>
                <a:lnTo>
                  <a:pt x="14" y="250"/>
                </a:lnTo>
                <a:lnTo>
                  <a:pt x="14" y="249"/>
                </a:lnTo>
                <a:lnTo>
                  <a:pt x="14" y="248"/>
                </a:lnTo>
                <a:lnTo>
                  <a:pt x="13" y="248"/>
                </a:lnTo>
                <a:lnTo>
                  <a:pt x="12" y="248"/>
                </a:lnTo>
                <a:lnTo>
                  <a:pt x="11" y="247"/>
                </a:lnTo>
                <a:lnTo>
                  <a:pt x="10" y="247"/>
                </a:lnTo>
                <a:lnTo>
                  <a:pt x="10" y="246"/>
                </a:lnTo>
                <a:lnTo>
                  <a:pt x="10" y="245"/>
                </a:lnTo>
                <a:lnTo>
                  <a:pt x="9" y="245"/>
                </a:lnTo>
                <a:lnTo>
                  <a:pt x="9" y="244"/>
                </a:lnTo>
                <a:lnTo>
                  <a:pt x="8" y="244"/>
                </a:lnTo>
                <a:lnTo>
                  <a:pt x="7" y="244"/>
                </a:lnTo>
                <a:lnTo>
                  <a:pt x="7" y="243"/>
                </a:lnTo>
                <a:lnTo>
                  <a:pt x="6" y="243"/>
                </a:lnTo>
                <a:lnTo>
                  <a:pt x="6" y="242"/>
                </a:lnTo>
                <a:lnTo>
                  <a:pt x="5" y="242"/>
                </a:lnTo>
                <a:lnTo>
                  <a:pt x="5" y="241"/>
                </a:lnTo>
                <a:lnTo>
                  <a:pt x="4" y="241"/>
                </a:lnTo>
                <a:lnTo>
                  <a:pt x="4" y="240"/>
                </a:lnTo>
                <a:lnTo>
                  <a:pt x="2" y="240"/>
                </a:lnTo>
                <a:lnTo>
                  <a:pt x="0" y="239"/>
                </a:lnTo>
                <a:lnTo>
                  <a:pt x="0" y="238"/>
                </a:lnTo>
                <a:lnTo>
                  <a:pt x="0" y="237"/>
                </a:lnTo>
                <a:lnTo>
                  <a:pt x="1" y="236"/>
                </a:lnTo>
                <a:lnTo>
                  <a:pt x="3" y="236"/>
                </a:lnTo>
                <a:lnTo>
                  <a:pt x="5" y="236"/>
                </a:lnTo>
                <a:lnTo>
                  <a:pt x="5" y="235"/>
                </a:lnTo>
                <a:lnTo>
                  <a:pt x="4" y="235"/>
                </a:lnTo>
                <a:lnTo>
                  <a:pt x="5" y="235"/>
                </a:lnTo>
                <a:lnTo>
                  <a:pt x="5" y="234"/>
                </a:lnTo>
                <a:lnTo>
                  <a:pt x="5" y="233"/>
                </a:lnTo>
                <a:lnTo>
                  <a:pt x="5" y="232"/>
                </a:lnTo>
                <a:lnTo>
                  <a:pt x="6" y="232"/>
                </a:lnTo>
                <a:lnTo>
                  <a:pt x="7" y="231"/>
                </a:lnTo>
                <a:lnTo>
                  <a:pt x="7" y="230"/>
                </a:lnTo>
                <a:lnTo>
                  <a:pt x="7" y="229"/>
                </a:lnTo>
                <a:lnTo>
                  <a:pt x="7" y="228"/>
                </a:lnTo>
                <a:lnTo>
                  <a:pt x="7" y="227"/>
                </a:lnTo>
                <a:lnTo>
                  <a:pt x="8" y="227"/>
                </a:lnTo>
                <a:lnTo>
                  <a:pt x="9" y="227"/>
                </a:lnTo>
                <a:lnTo>
                  <a:pt x="10" y="227"/>
                </a:lnTo>
                <a:lnTo>
                  <a:pt x="10" y="226"/>
                </a:lnTo>
                <a:lnTo>
                  <a:pt x="11" y="226"/>
                </a:lnTo>
                <a:lnTo>
                  <a:pt x="11" y="227"/>
                </a:lnTo>
                <a:lnTo>
                  <a:pt x="12" y="227"/>
                </a:lnTo>
                <a:lnTo>
                  <a:pt x="12" y="226"/>
                </a:lnTo>
                <a:lnTo>
                  <a:pt x="13" y="226"/>
                </a:lnTo>
                <a:lnTo>
                  <a:pt x="13" y="225"/>
                </a:lnTo>
                <a:lnTo>
                  <a:pt x="14" y="225"/>
                </a:lnTo>
                <a:lnTo>
                  <a:pt x="15" y="225"/>
                </a:lnTo>
                <a:lnTo>
                  <a:pt x="16" y="225"/>
                </a:lnTo>
                <a:lnTo>
                  <a:pt x="16" y="224"/>
                </a:lnTo>
                <a:lnTo>
                  <a:pt x="16" y="223"/>
                </a:lnTo>
                <a:lnTo>
                  <a:pt x="16" y="220"/>
                </a:lnTo>
                <a:lnTo>
                  <a:pt x="16" y="219"/>
                </a:lnTo>
                <a:lnTo>
                  <a:pt x="16" y="218"/>
                </a:lnTo>
                <a:lnTo>
                  <a:pt x="15" y="217"/>
                </a:lnTo>
                <a:lnTo>
                  <a:pt x="15" y="216"/>
                </a:lnTo>
                <a:lnTo>
                  <a:pt x="15" y="215"/>
                </a:lnTo>
                <a:lnTo>
                  <a:pt x="14" y="215"/>
                </a:lnTo>
                <a:lnTo>
                  <a:pt x="14" y="214"/>
                </a:lnTo>
                <a:lnTo>
                  <a:pt x="13" y="214"/>
                </a:lnTo>
                <a:lnTo>
                  <a:pt x="12" y="214"/>
                </a:lnTo>
                <a:lnTo>
                  <a:pt x="12" y="215"/>
                </a:lnTo>
                <a:lnTo>
                  <a:pt x="13" y="216"/>
                </a:lnTo>
                <a:lnTo>
                  <a:pt x="12" y="216"/>
                </a:lnTo>
                <a:lnTo>
                  <a:pt x="12" y="217"/>
                </a:lnTo>
                <a:lnTo>
                  <a:pt x="12" y="218"/>
                </a:lnTo>
                <a:lnTo>
                  <a:pt x="11" y="217"/>
                </a:lnTo>
                <a:lnTo>
                  <a:pt x="11" y="216"/>
                </a:lnTo>
                <a:lnTo>
                  <a:pt x="10" y="216"/>
                </a:lnTo>
                <a:lnTo>
                  <a:pt x="10" y="215"/>
                </a:lnTo>
                <a:lnTo>
                  <a:pt x="10" y="213"/>
                </a:lnTo>
                <a:lnTo>
                  <a:pt x="10" y="212"/>
                </a:lnTo>
                <a:lnTo>
                  <a:pt x="9" y="211"/>
                </a:lnTo>
                <a:lnTo>
                  <a:pt x="8" y="211"/>
                </a:lnTo>
                <a:lnTo>
                  <a:pt x="7" y="211"/>
                </a:lnTo>
                <a:lnTo>
                  <a:pt x="7" y="212"/>
                </a:lnTo>
                <a:lnTo>
                  <a:pt x="6" y="211"/>
                </a:lnTo>
                <a:lnTo>
                  <a:pt x="6" y="210"/>
                </a:lnTo>
                <a:lnTo>
                  <a:pt x="5" y="210"/>
                </a:lnTo>
                <a:lnTo>
                  <a:pt x="5" y="209"/>
                </a:lnTo>
                <a:lnTo>
                  <a:pt x="4" y="208"/>
                </a:lnTo>
                <a:lnTo>
                  <a:pt x="5" y="208"/>
                </a:lnTo>
                <a:lnTo>
                  <a:pt x="6" y="207"/>
                </a:lnTo>
                <a:lnTo>
                  <a:pt x="7" y="207"/>
                </a:lnTo>
                <a:lnTo>
                  <a:pt x="7" y="206"/>
                </a:lnTo>
                <a:lnTo>
                  <a:pt x="6" y="206"/>
                </a:lnTo>
                <a:lnTo>
                  <a:pt x="7" y="206"/>
                </a:lnTo>
                <a:lnTo>
                  <a:pt x="7" y="205"/>
                </a:lnTo>
                <a:lnTo>
                  <a:pt x="6" y="205"/>
                </a:lnTo>
                <a:lnTo>
                  <a:pt x="7" y="204"/>
                </a:lnTo>
                <a:lnTo>
                  <a:pt x="7" y="203"/>
                </a:lnTo>
                <a:lnTo>
                  <a:pt x="7" y="201"/>
                </a:lnTo>
                <a:lnTo>
                  <a:pt x="7" y="200"/>
                </a:lnTo>
                <a:lnTo>
                  <a:pt x="7" y="199"/>
                </a:lnTo>
                <a:lnTo>
                  <a:pt x="8" y="198"/>
                </a:lnTo>
                <a:lnTo>
                  <a:pt x="7" y="198"/>
                </a:lnTo>
                <a:lnTo>
                  <a:pt x="6" y="198"/>
                </a:lnTo>
                <a:lnTo>
                  <a:pt x="6" y="197"/>
                </a:lnTo>
                <a:lnTo>
                  <a:pt x="5" y="197"/>
                </a:lnTo>
                <a:lnTo>
                  <a:pt x="4" y="197"/>
                </a:lnTo>
                <a:lnTo>
                  <a:pt x="3" y="197"/>
                </a:lnTo>
                <a:lnTo>
                  <a:pt x="3" y="196"/>
                </a:lnTo>
                <a:lnTo>
                  <a:pt x="1" y="196"/>
                </a:lnTo>
                <a:lnTo>
                  <a:pt x="1" y="195"/>
                </a:lnTo>
                <a:lnTo>
                  <a:pt x="1" y="194"/>
                </a:lnTo>
                <a:lnTo>
                  <a:pt x="1" y="193"/>
                </a:lnTo>
                <a:lnTo>
                  <a:pt x="2" y="193"/>
                </a:lnTo>
                <a:lnTo>
                  <a:pt x="2" y="192"/>
                </a:lnTo>
                <a:lnTo>
                  <a:pt x="3" y="192"/>
                </a:lnTo>
                <a:lnTo>
                  <a:pt x="4" y="191"/>
                </a:lnTo>
                <a:lnTo>
                  <a:pt x="5" y="191"/>
                </a:lnTo>
                <a:lnTo>
                  <a:pt x="5" y="190"/>
                </a:lnTo>
                <a:lnTo>
                  <a:pt x="5" y="189"/>
                </a:lnTo>
                <a:lnTo>
                  <a:pt x="5" y="188"/>
                </a:lnTo>
                <a:lnTo>
                  <a:pt x="5" y="187"/>
                </a:lnTo>
                <a:lnTo>
                  <a:pt x="5" y="186"/>
                </a:lnTo>
                <a:lnTo>
                  <a:pt x="6" y="186"/>
                </a:lnTo>
                <a:lnTo>
                  <a:pt x="7" y="186"/>
                </a:lnTo>
                <a:lnTo>
                  <a:pt x="8" y="186"/>
                </a:lnTo>
                <a:lnTo>
                  <a:pt x="8" y="185"/>
                </a:lnTo>
                <a:lnTo>
                  <a:pt x="9" y="185"/>
                </a:lnTo>
                <a:lnTo>
                  <a:pt x="9" y="184"/>
                </a:lnTo>
                <a:lnTo>
                  <a:pt x="10" y="184"/>
                </a:lnTo>
                <a:lnTo>
                  <a:pt x="10" y="183"/>
                </a:lnTo>
                <a:lnTo>
                  <a:pt x="11" y="182"/>
                </a:lnTo>
                <a:lnTo>
                  <a:pt x="12" y="182"/>
                </a:lnTo>
                <a:lnTo>
                  <a:pt x="12" y="181"/>
                </a:lnTo>
                <a:lnTo>
                  <a:pt x="13" y="181"/>
                </a:lnTo>
                <a:lnTo>
                  <a:pt x="14" y="181"/>
                </a:lnTo>
                <a:lnTo>
                  <a:pt x="14" y="180"/>
                </a:lnTo>
                <a:lnTo>
                  <a:pt x="15" y="180"/>
                </a:lnTo>
                <a:lnTo>
                  <a:pt x="15" y="179"/>
                </a:lnTo>
                <a:lnTo>
                  <a:pt x="16" y="179"/>
                </a:lnTo>
                <a:lnTo>
                  <a:pt x="16" y="180"/>
                </a:lnTo>
                <a:lnTo>
                  <a:pt x="17" y="180"/>
                </a:lnTo>
                <a:lnTo>
                  <a:pt x="17" y="179"/>
                </a:lnTo>
                <a:lnTo>
                  <a:pt x="18" y="179"/>
                </a:lnTo>
                <a:lnTo>
                  <a:pt x="19" y="179"/>
                </a:lnTo>
                <a:lnTo>
                  <a:pt x="20" y="179"/>
                </a:lnTo>
                <a:lnTo>
                  <a:pt x="21" y="178"/>
                </a:lnTo>
                <a:lnTo>
                  <a:pt x="22" y="178"/>
                </a:lnTo>
                <a:lnTo>
                  <a:pt x="23" y="178"/>
                </a:lnTo>
                <a:lnTo>
                  <a:pt x="24" y="179"/>
                </a:lnTo>
                <a:lnTo>
                  <a:pt x="25" y="179"/>
                </a:lnTo>
                <a:lnTo>
                  <a:pt x="26" y="179"/>
                </a:lnTo>
                <a:lnTo>
                  <a:pt x="27" y="179"/>
                </a:lnTo>
                <a:lnTo>
                  <a:pt x="28" y="179"/>
                </a:lnTo>
                <a:lnTo>
                  <a:pt x="31" y="180"/>
                </a:lnTo>
                <a:lnTo>
                  <a:pt x="32" y="180"/>
                </a:lnTo>
                <a:lnTo>
                  <a:pt x="33" y="180"/>
                </a:lnTo>
                <a:lnTo>
                  <a:pt x="35" y="180"/>
                </a:lnTo>
                <a:lnTo>
                  <a:pt x="33" y="180"/>
                </a:lnTo>
                <a:lnTo>
                  <a:pt x="33" y="178"/>
                </a:lnTo>
                <a:lnTo>
                  <a:pt x="33" y="177"/>
                </a:lnTo>
                <a:lnTo>
                  <a:pt x="33" y="176"/>
                </a:lnTo>
                <a:lnTo>
                  <a:pt x="33" y="175"/>
                </a:lnTo>
                <a:lnTo>
                  <a:pt x="32" y="174"/>
                </a:lnTo>
                <a:lnTo>
                  <a:pt x="32" y="173"/>
                </a:lnTo>
                <a:lnTo>
                  <a:pt x="32" y="172"/>
                </a:lnTo>
                <a:lnTo>
                  <a:pt x="32" y="171"/>
                </a:lnTo>
                <a:lnTo>
                  <a:pt x="33" y="169"/>
                </a:lnTo>
                <a:lnTo>
                  <a:pt x="33" y="168"/>
                </a:lnTo>
                <a:lnTo>
                  <a:pt x="32" y="168"/>
                </a:lnTo>
                <a:lnTo>
                  <a:pt x="32" y="167"/>
                </a:lnTo>
                <a:lnTo>
                  <a:pt x="32" y="166"/>
                </a:lnTo>
                <a:lnTo>
                  <a:pt x="33" y="166"/>
                </a:lnTo>
                <a:lnTo>
                  <a:pt x="35" y="166"/>
                </a:lnTo>
                <a:lnTo>
                  <a:pt x="35" y="165"/>
                </a:lnTo>
                <a:lnTo>
                  <a:pt x="32" y="162"/>
                </a:lnTo>
                <a:lnTo>
                  <a:pt x="31" y="160"/>
                </a:lnTo>
                <a:lnTo>
                  <a:pt x="31" y="159"/>
                </a:lnTo>
                <a:lnTo>
                  <a:pt x="30" y="158"/>
                </a:lnTo>
                <a:lnTo>
                  <a:pt x="30" y="157"/>
                </a:lnTo>
                <a:lnTo>
                  <a:pt x="30" y="156"/>
                </a:lnTo>
                <a:lnTo>
                  <a:pt x="31" y="156"/>
                </a:lnTo>
                <a:lnTo>
                  <a:pt x="32" y="156"/>
                </a:lnTo>
                <a:lnTo>
                  <a:pt x="32" y="155"/>
                </a:lnTo>
                <a:lnTo>
                  <a:pt x="31" y="155"/>
                </a:lnTo>
                <a:lnTo>
                  <a:pt x="31" y="154"/>
                </a:lnTo>
                <a:lnTo>
                  <a:pt x="31" y="153"/>
                </a:lnTo>
                <a:lnTo>
                  <a:pt x="30" y="153"/>
                </a:lnTo>
                <a:lnTo>
                  <a:pt x="29" y="152"/>
                </a:lnTo>
                <a:lnTo>
                  <a:pt x="28" y="151"/>
                </a:lnTo>
                <a:lnTo>
                  <a:pt x="29" y="150"/>
                </a:lnTo>
                <a:lnTo>
                  <a:pt x="29" y="149"/>
                </a:lnTo>
                <a:lnTo>
                  <a:pt x="29" y="148"/>
                </a:lnTo>
                <a:lnTo>
                  <a:pt x="28" y="148"/>
                </a:lnTo>
                <a:lnTo>
                  <a:pt x="28" y="147"/>
                </a:lnTo>
                <a:lnTo>
                  <a:pt x="28" y="146"/>
                </a:lnTo>
                <a:lnTo>
                  <a:pt x="27" y="146"/>
                </a:lnTo>
                <a:lnTo>
                  <a:pt x="27" y="145"/>
                </a:lnTo>
                <a:lnTo>
                  <a:pt x="27" y="144"/>
                </a:lnTo>
                <a:lnTo>
                  <a:pt x="28" y="143"/>
                </a:lnTo>
                <a:lnTo>
                  <a:pt x="29" y="142"/>
                </a:lnTo>
                <a:lnTo>
                  <a:pt x="29" y="141"/>
                </a:lnTo>
                <a:lnTo>
                  <a:pt x="30" y="141"/>
                </a:lnTo>
                <a:lnTo>
                  <a:pt x="31" y="139"/>
                </a:lnTo>
                <a:lnTo>
                  <a:pt x="31" y="138"/>
                </a:lnTo>
                <a:lnTo>
                  <a:pt x="32" y="137"/>
                </a:lnTo>
                <a:lnTo>
                  <a:pt x="32" y="136"/>
                </a:lnTo>
                <a:lnTo>
                  <a:pt x="33" y="136"/>
                </a:lnTo>
                <a:lnTo>
                  <a:pt x="35" y="136"/>
                </a:lnTo>
                <a:lnTo>
                  <a:pt x="35" y="135"/>
                </a:lnTo>
                <a:lnTo>
                  <a:pt x="35" y="134"/>
                </a:lnTo>
                <a:lnTo>
                  <a:pt x="36" y="133"/>
                </a:lnTo>
                <a:lnTo>
                  <a:pt x="36" y="132"/>
                </a:lnTo>
                <a:lnTo>
                  <a:pt x="36" y="131"/>
                </a:lnTo>
                <a:lnTo>
                  <a:pt x="36" y="130"/>
                </a:lnTo>
                <a:lnTo>
                  <a:pt x="37" y="130"/>
                </a:lnTo>
                <a:lnTo>
                  <a:pt x="38" y="129"/>
                </a:lnTo>
                <a:lnTo>
                  <a:pt x="39" y="128"/>
                </a:lnTo>
                <a:lnTo>
                  <a:pt x="39" y="127"/>
                </a:lnTo>
                <a:lnTo>
                  <a:pt x="39" y="126"/>
                </a:lnTo>
                <a:lnTo>
                  <a:pt x="38" y="126"/>
                </a:lnTo>
                <a:lnTo>
                  <a:pt x="38" y="125"/>
                </a:lnTo>
                <a:lnTo>
                  <a:pt x="39" y="125"/>
                </a:lnTo>
                <a:lnTo>
                  <a:pt x="40" y="125"/>
                </a:lnTo>
                <a:lnTo>
                  <a:pt x="41" y="125"/>
                </a:lnTo>
                <a:lnTo>
                  <a:pt x="41" y="124"/>
                </a:lnTo>
                <a:lnTo>
                  <a:pt x="41" y="123"/>
                </a:lnTo>
                <a:lnTo>
                  <a:pt x="40" y="123"/>
                </a:lnTo>
                <a:lnTo>
                  <a:pt x="40" y="122"/>
                </a:lnTo>
                <a:lnTo>
                  <a:pt x="41" y="122"/>
                </a:lnTo>
                <a:lnTo>
                  <a:pt x="42" y="122"/>
                </a:lnTo>
                <a:lnTo>
                  <a:pt x="43" y="121"/>
                </a:lnTo>
                <a:lnTo>
                  <a:pt x="45" y="122"/>
                </a:lnTo>
                <a:lnTo>
                  <a:pt x="46" y="122"/>
                </a:lnTo>
                <a:lnTo>
                  <a:pt x="47" y="122"/>
                </a:lnTo>
                <a:lnTo>
                  <a:pt x="47" y="123"/>
                </a:lnTo>
                <a:lnTo>
                  <a:pt x="48" y="122"/>
                </a:lnTo>
                <a:lnTo>
                  <a:pt x="51" y="121"/>
                </a:lnTo>
                <a:lnTo>
                  <a:pt x="52" y="121"/>
                </a:lnTo>
                <a:lnTo>
                  <a:pt x="52" y="120"/>
                </a:lnTo>
                <a:lnTo>
                  <a:pt x="53" y="119"/>
                </a:lnTo>
                <a:lnTo>
                  <a:pt x="54" y="118"/>
                </a:lnTo>
                <a:lnTo>
                  <a:pt x="55" y="118"/>
                </a:lnTo>
                <a:lnTo>
                  <a:pt x="55" y="117"/>
                </a:lnTo>
                <a:lnTo>
                  <a:pt x="54" y="115"/>
                </a:lnTo>
                <a:lnTo>
                  <a:pt x="53" y="115"/>
                </a:lnTo>
                <a:lnTo>
                  <a:pt x="52" y="115"/>
                </a:lnTo>
                <a:lnTo>
                  <a:pt x="52" y="114"/>
                </a:lnTo>
                <a:lnTo>
                  <a:pt x="52" y="113"/>
                </a:lnTo>
                <a:lnTo>
                  <a:pt x="53" y="113"/>
                </a:lnTo>
                <a:lnTo>
                  <a:pt x="52" y="112"/>
                </a:lnTo>
                <a:lnTo>
                  <a:pt x="51" y="112"/>
                </a:lnTo>
                <a:lnTo>
                  <a:pt x="51" y="111"/>
                </a:lnTo>
                <a:lnTo>
                  <a:pt x="50" y="110"/>
                </a:lnTo>
                <a:lnTo>
                  <a:pt x="50" y="109"/>
                </a:lnTo>
                <a:lnTo>
                  <a:pt x="51" y="109"/>
                </a:lnTo>
                <a:lnTo>
                  <a:pt x="51" y="108"/>
                </a:lnTo>
                <a:lnTo>
                  <a:pt x="51" y="107"/>
                </a:lnTo>
                <a:lnTo>
                  <a:pt x="51" y="106"/>
                </a:lnTo>
                <a:lnTo>
                  <a:pt x="52" y="106"/>
                </a:lnTo>
                <a:lnTo>
                  <a:pt x="52" y="107"/>
                </a:lnTo>
                <a:lnTo>
                  <a:pt x="53" y="107"/>
                </a:lnTo>
                <a:lnTo>
                  <a:pt x="53" y="106"/>
                </a:lnTo>
                <a:lnTo>
                  <a:pt x="53" y="104"/>
                </a:lnTo>
                <a:lnTo>
                  <a:pt x="53" y="103"/>
                </a:lnTo>
                <a:lnTo>
                  <a:pt x="53" y="102"/>
                </a:lnTo>
                <a:lnTo>
                  <a:pt x="54" y="101"/>
                </a:lnTo>
                <a:lnTo>
                  <a:pt x="54" y="100"/>
                </a:lnTo>
                <a:lnTo>
                  <a:pt x="54" y="99"/>
                </a:lnTo>
                <a:lnTo>
                  <a:pt x="57" y="98"/>
                </a:lnTo>
                <a:lnTo>
                  <a:pt x="58" y="98"/>
                </a:lnTo>
                <a:lnTo>
                  <a:pt x="58" y="97"/>
                </a:lnTo>
                <a:lnTo>
                  <a:pt x="60" y="96"/>
                </a:lnTo>
                <a:lnTo>
                  <a:pt x="62" y="96"/>
                </a:lnTo>
                <a:lnTo>
                  <a:pt x="63" y="97"/>
                </a:lnTo>
                <a:lnTo>
                  <a:pt x="64" y="97"/>
                </a:lnTo>
                <a:lnTo>
                  <a:pt x="64" y="98"/>
                </a:lnTo>
                <a:lnTo>
                  <a:pt x="65" y="98"/>
                </a:lnTo>
                <a:lnTo>
                  <a:pt x="65" y="99"/>
                </a:lnTo>
                <a:lnTo>
                  <a:pt x="66" y="99"/>
                </a:lnTo>
                <a:lnTo>
                  <a:pt x="67" y="99"/>
                </a:lnTo>
                <a:lnTo>
                  <a:pt x="68" y="99"/>
                </a:lnTo>
                <a:lnTo>
                  <a:pt x="68" y="98"/>
                </a:lnTo>
                <a:lnTo>
                  <a:pt x="69" y="98"/>
                </a:lnTo>
                <a:lnTo>
                  <a:pt x="70" y="97"/>
                </a:lnTo>
                <a:lnTo>
                  <a:pt x="72" y="97"/>
                </a:lnTo>
                <a:lnTo>
                  <a:pt x="75" y="97"/>
                </a:lnTo>
                <a:lnTo>
                  <a:pt x="76" y="97"/>
                </a:lnTo>
                <a:lnTo>
                  <a:pt x="77" y="97"/>
                </a:lnTo>
                <a:lnTo>
                  <a:pt x="78" y="96"/>
                </a:lnTo>
                <a:lnTo>
                  <a:pt x="78" y="95"/>
                </a:lnTo>
                <a:lnTo>
                  <a:pt x="79" y="95"/>
                </a:lnTo>
                <a:lnTo>
                  <a:pt x="80" y="94"/>
                </a:lnTo>
                <a:lnTo>
                  <a:pt x="80" y="93"/>
                </a:lnTo>
                <a:lnTo>
                  <a:pt x="80" y="92"/>
                </a:lnTo>
                <a:lnTo>
                  <a:pt x="81" y="92"/>
                </a:lnTo>
                <a:lnTo>
                  <a:pt x="83" y="92"/>
                </a:lnTo>
                <a:lnTo>
                  <a:pt x="83" y="93"/>
                </a:lnTo>
                <a:lnTo>
                  <a:pt x="83" y="94"/>
                </a:lnTo>
                <a:lnTo>
                  <a:pt x="84" y="95"/>
                </a:lnTo>
                <a:lnTo>
                  <a:pt x="85" y="96"/>
                </a:lnTo>
                <a:lnTo>
                  <a:pt x="85" y="97"/>
                </a:lnTo>
                <a:lnTo>
                  <a:pt x="86" y="98"/>
                </a:lnTo>
                <a:lnTo>
                  <a:pt x="87" y="98"/>
                </a:lnTo>
                <a:lnTo>
                  <a:pt x="87" y="99"/>
                </a:lnTo>
                <a:lnTo>
                  <a:pt x="86" y="99"/>
                </a:lnTo>
                <a:lnTo>
                  <a:pt x="87" y="100"/>
                </a:lnTo>
                <a:lnTo>
                  <a:pt x="87" y="101"/>
                </a:lnTo>
                <a:lnTo>
                  <a:pt x="87" y="102"/>
                </a:lnTo>
                <a:lnTo>
                  <a:pt x="87" y="103"/>
                </a:lnTo>
                <a:lnTo>
                  <a:pt x="87" y="104"/>
                </a:lnTo>
                <a:lnTo>
                  <a:pt x="88" y="104"/>
                </a:lnTo>
                <a:lnTo>
                  <a:pt x="88" y="105"/>
                </a:lnTo>
                <a:lnTo>
                  <a:pt x="89" y="105"/>
                </a:lnTo>
                <a:lnTo>
                  <a:pt x="89" y="106"/>
                </a:lnTo>
                <a:lnTo>
                  <a:pt x="90" y="106"/>
                </a:lnTo>
                <a:lnTo>
                  <a:pt x="90" y="107"/>
                </a:lnTo>
                <a:lnTo>
                  <a:pt x="90" y="108"/>
                </a:lnTo>
                <a:lnTo>
                  <a:pt x="89" y="108"/>
                </a:lnTo>
                <a:lnTo>
                  <a:pt x="91" y="109"/>
                </a:lnTo>
                <a:lnTo>
                  <a:pt x="92" y="109"/>
                </a:lnTo>
                <a:lnTo>
                  <a:pt x="92" y="110"/>
                </a:lnTo>
                <a:lnTo>
                  <a:pt x="93" y="110"/>
                </a:lnTo>
                <a:lnTo>
                  <a:pt x="93" y="112"/>
                </a:lnTo>
                <a:lnTo>
                  <a:pt x="93" y="113"/>
                </a:lnTo>
                <a:lnTo>
                  <a:pt x="94" y="113"/>
                </a:lnTo>
                <a:lnTo>
                  <a:pt x="94" y="114"/>
                </a:lnTo>
                <a:lnTo>
                  <a:pt x="93" y="114"/>
                </a:lnTo>
                <a:lnTo>
                  <a:pt x="93" y="115"/>
                </a:lnTo>
                <a:lnTo>
                  <a:pt x="94" y="116"/>
                </a:lnTo>
                <a:lnTo>
                  <a:pt x="94" y="117"/>
                </a:lnTo>
                <a:lnTo>
                  <a:pt x="95" y="117"/>
                </a:lnTo>
                <a:lnTo>
                  <a:pt x="95" y="118"/>
                </a:lnTo>
                <a:lnTo>
                  <a:pt x="95" y="119"/>
                </a:lnTo>
                <a:lnTo>
                  <a:pt x="94" y="119"/>
                </a:lnTo>
                <a:lnTo>
                  <a:pt x="94" y="120"/>
                </a:lnTo>
                <a:lnTo>
                  <a:pt x="94" y="121"/>
                </a:lnTo>
                <a:lnTo>
                  <a:pt x="94" y="122"/>
                </a:lnTo>
                <a:lnTo>
                  <a:pt x="95" y="122"/>
                </a:lnTo>
                <a:lnTo>
                  <a:pt x="95" y="123"/>
                </a:lnTo>
                <a:lnTo>
                  <a:pt x="95" y="124"/>
                </a:lnTo>
                <a:lnTo>
                  <a:pt x="94" y="126"/>
                </a:lnTo>
                <a:lnTo>
                  <a:pt x="95" y="126"/>
                </a:lnTo>
                <a:lnTo>
                  <a:pt x="94" y="127"/>
                </a:lnTo>
                <a:lnTo>
                  <a:pt x="95" y="129"/>
                </a:lnTo>
                <a:lnTo>
                  <a:pt x="96" y="129"/>
                </a:lnTo>
                <a:lnTo>
                  <a:pt x="97" y="129"/>
                </a:lnTo>
                <a:lnTo>
                  <a:pt x="97" y="130"/>
                </a:lnTo>
                <a:lnTo>
                  <a:pt x="97" y="131"/>
                </a:lnTo>
                <a:lnTo>
                  <a:pt x="96" y="132"/>
                </a:lnTo>
                <a:lnTo>
                  <a:pt x="96" y="133"/>
                </a:lnTo>
                <a:lnTo>
                  <a:pt x="95" y="134"/>
                </a:lnTo>
                <a:lnTo>
                  <a:pt x="93" y="135"/>
                </a:lnTo>
                <a:lnTo>
                  <a:pt x="92" y="135"/>
                </a:lnTo>
                <a:lnTo>
                  <a:pt x="91" y="135"/>
                </a:lnTo>
                <a:lnTo>
                  <a:pt x="91" y="136"/>
                </a:lnTo>
                <a:lnTo>
                  <a:pt x="91" y="137"/>
                </a:lnTo>
                <a:lnTo>
                  <a:pt x="92" y="137"/>
                </a:lnTo>
                <a:lnTo>
                  <a:pt x="93" y="138"/>
                </a:lnTo>
                <a:lnTo>
                  <a:pt x="93" y="139"/>
                </a:lnTo>
                <a:lnTo>
                  <a:pt x="94" y="139"/>
                </a:lnTo>
                <a:lnTo>
                  <a:pt x="95" y="142"/>
                </a:lnTo>
                <a:lnTo>
                  <a:pt x="95" y="144"/>
                </a:lnTo>
                <a:lnTo>
                  <a:pt x="95" y="145"/>
                </a:lnTo>
                <a:lnTo>
                  <a:pt x="95" y="147"/>
                </a:lnTo>
                <a:lnTo>
                  <a:pt x="96" y="150"/>
                </a:lnTo>
                <a:lnTo>
                  <a:pt x="96" y="151"/>
                </a:lnTo>
                <a:lnTo>
                  <a:pt x="96" y="152"/>
                </a:lnTo>
                <a:lnTo>
                  <a:pt x="96" y="153"/>
                </a:lnTo>
                <a:lnTo>
                  <a:pt x="96" y="155"/>
                </a:lnTo>
                <a:lnTo>
                  <a:pt x="96" y="157"/>
                </a:lnTo>
                <a:lnTo>
                  <a:pt x="97" y="157"/>
                </a:lnTo>
                <a:lnTo>
                  <a:pt x="97" y="158"/>
                </a:lnTo>
                <a:lnTo>
                  <a:pt x="96" y="158"/>
                </a:lnTo>
                <a:lnTo>
                  <a:pt x="96" y="159"/>
                </a:lnTo>
                <a:lnTo>
                  <a:pt x="95" y="159"/>
                </a:lnTo>
                <a:lnTo>
                  <a:pt x="95" y="160"/>
                </a:lnTo>
                <a:lnTo>
                  <a:pt x="94" y="160"/>
                </a:lnTo>
                <a:lnTo>
                  <a:pt x="94" y="161"/>
                </a:lnTo>
                <a:lnTo>
                  <a:pt x="93" y="162"/>
                </a:lnTo>
                <a:lnTo>
                  <a:pt x="93" y="163"/>
                </a:lnTo>
                <a:lnTo>
                  <a:pt x="94" y="163"/>
                </a:lnTo>
                <a:lnTo>
                  <a:pt x="95" y="163"/>
                </a:lnTo>
                <a:lnTo>
                  <a:pt x="95" y="162"/>
                </a:lnTo>
                <a:lnTo>
                  <a:pt x="96" y="162"/>
                </a:lnTo>
                <a:lnTo>
                  <a:pt x="97" y="161"/>
                </a:lnTo>
                <a:lnTo>
                  <a:pt x="99" y="161"/>
                </a:lnTo>
                <a:lnTo>
                  <a:pt x="100" y="161"/>
                </a:lnTo>
                <a:lnTo>
                  <a:pt x="101" y="161"/>
                </a:lnTo>
                <a:lnTo>
                  <a:pt x="102" y="160"/>
                </a:lnTo>
                <a:lnTo>
                  <a:pt x="103" y="160"/>
                </a:lnTo>
                <a:lnTo>
                  <a:pt x="103" y="161"/>
                </a:lnTo>
                <a:lnTo>
                  <a:pt x="104" y="161"/>
                </a:lnTo>
                <a:lnTo>
                  <a:pt x="105" y="161"/>
                </a:lnTo>
                <a:lnTo>
                  <a:pt x="106" y="161"/>
                </a:lnTo>
                <a:lnTo>
                  <a:pt x="106" y="160"/>
                </a:lnTo>
                <a:lnTo>
                  <a:pt x="107" y="160"/>
                </a:lnTo>
                <a:lnTo>
                  <a:pt x="108" y="160"/>
                </a:lnTo>
                <a:lnTo>
                  <a:pt x="110" y="161"/>
                </a:lnTo>
                <a:lnTo>
                  <a:pt x="111" y="161"/>
                </a:lnTo>
                <a:lnTo>
                  <a:pt x="112" y="161"/>
                </a:lnTo>
                <a:lnTo>
                  <a:pt x="113" y="161"/>
                </a:lnTo>
                <a:lnTo>
                  <a:pt x="113" y="160"/>
                </a:lnTo>
                <a:lnTo>
                  <a:pt x="114" y="159"/>
                </a:lnTo>
                <a:lnTo>
                  <a:pt x="114" y="158"/>
                </a:lnTo>
                <a:lnTo>
                  <a:pt x="115" y="158"/>
                </a:lnTo>
                <a:lnTo>
                  <a:pt x="116" y="158"/>
                </a:lnTo>
                <a:lnTo>
                  <a:pt x="117" y="158"/>
                </a:lnTo>
                <a:lnTo>
                  <a:pt x="117" y="159"/>
                </a:lnTo>
                <a:lnTo>
                  <a:pt x="119" y="158"/>
                </a:lnTo>
                <a:lnTo>
                  <a:pt x="120" y="158"/>
                </a:lnTo>
                <a:lnTo>
                  <a:pt x="120" y="159"/>
                </a:lnTo>
                <a:lnTo>
                  <a:pt x="120" y="160"/>
                </a:lnTo>
                <a:lnTo>
                  <a:pt x="121" y="160"/>
                </a:lnTo>
                <a:lnTo>
                  <a:pt x="122" y="160"/>
                </a:lnTo>
                <a:lnTo>
                  <a:pt x="123" y="160"/>
                </a:lnTo>
                <a:lnTo>
                  <a:pt x="124" y="159"/>
                </a:lnTo>
                <a:lnTo>
                  <a:pt x="125" y="159"/>
                </a:lnTo>
                <a:lnTo>
                  <a:pt x="126" y="160"/>
                </a:lnTo>
                <a:lnTo>
                  <a:pt x="126" y="161"/>
                </a:lnTo>
                <a:lnTo>
                  <a:pt x="126" y="162"/>
                </a:lnTo>
                <a:lnTo>
                  <a:pt x="126" y="163"/>
                </a:lnTo>
                <a:lnTo>
                  <a:pt x="129" y="162"/>
                </a:lnTo>
                <a:lnTo>
                  <a:pt x="130" y="162"/>
                </a:lnTo>
                <a:lnTo>
                  <a:pt x="131" y="162"/>
                </a:lnTo>
                <a:lnTo>
                  <a:pt x="131" y="161"/>
                </a:lnTo>
                <a:lnTo>
                  <a:pt x="131" y="160"/>
                </a:lnTo>
                <a:lnTo>
                  <a:pt x="132" y="160"/>
                </a:lnTo>
                <a:lnTo>
                  <a:pt x="131" y="159"/>
                </a:lnTo>
                <a:lnTo>
                  <a:pt x="131" y="158"/>
                </a:lnTo>
                <a:lnTo>
                  <a:pt x="131" y="157"/>
                </a:lnTo>
                <a:lnTo>
                  <a:pt x="133" y="156"/>
                </a:lnTo>
                <a:lnTo>
                  <a:pt x="134" y="157"/>
                </a:lnTo>
                <a:lnTo>
                  <a:pt x="135" y="159"/>
                </a:lnTo>
                <a:lnTo>
                  <a:pt x="136" y="159"/>
                </a:lnTo>
                <a:lnTo>
                  <a:pt x="136" y="160"/>
                </a:lnTo>
                <a:lnTo>
                  <a:pt x="137" y="159"/>
                </a:lnTo>
                <a:lnTo>
                  <a:pt x="139" y="159"/>
                </a:lnTo>
                <a:lnTo>
                  <a:pt x="140" y="159"/>
                </a:lnTo>
                <a:lnTo>
                  <a:pt x="141" y="159"/>
                </a:lnTo>
                <a:lnTo>
                  <a:pt x="141" y="158"/>
                </a:lnTo>
                <a:lnTo>
                  <a:pt x="142" y="158"/>
                </a:lnTo>
                <a:lnTo>
                  <a:pt x="142" y="157"/>
                </a:lnTo>
                <a:lnTo>
                  <a:pt x="141" y="157"/>
                </a:lnTo>
                <a:lnTo>
                  <a:pt x="140" y="157"/>
                </a:lnTo>
                <a:lnTo>
                  <a:pt x="140" y="156"/>
                </a:lnTo>
                <a:lnTo>
                  <a:pt x="140" y="155"/>
                </a:lnTo>
                <a:lnTo>
                  <a:pt x="139" y="155"/>
                </a:lnTo>
                <a:lnTo>
                  <a:pt x="139" y="154"/>
                </a:lnTo>
                <a:lnTo>
                  <a:pt x="138" y="154"/>
                </a:lnTo>
                <a:lnTo>
                  <a:pt x="138" y="153"/>
                </a:lnTo>
                <a:lnTo>
                  <a:pt x="139" y="153"/>
                </a:lnTo>
                <a:lnTo>
                  <a:pt x="139" y="152"/>
                </a:lnTo>
                <a:lnTo>
                  <a:pt x="140" y="150"/>
                </a:lnTo>
                <a:lnTo>
                  <a:pt x="140" y="149"/>
                </a:lnTo>
                <a:lnTo>
                  <a:pt x="139" y="149"/>
                </a:lnTo>
                <a:lnTo>
                  <a:pt x="138" y="149"/>
                </a:lnTo>
                <a:lnTo>
                  <a:pt x="137" y="149"/>
                </a:lnTo>
                <a:lnTo>
                  <a:pt x="136" y="148"/>
                </a:lnTo>
                <a:lnTo>
                  <a:pt x="135" y="147"/>
                </a:lnTo>
                <a:lnTo>
                  <a:pt x="135" y="146"/>
                </a:lnTo>
                <a:lnTo>
                  <a:pt x="135" y="145"/>
                </a:lnTo>
                <a:lnTo>
                  <a:pt x="136" y="144"/>
                </a:lnTo>
                <a:lnTo>
                  <a:pt x="137" y="144"/>
                </a:lnTo>
                <a:lnTo>
                  <a:pt x="138" y="143"/>
                </a:lnTo>
                <a:lnTo>
                  <a:pt x="139" y="143"/>
                </a:lnTo>
                <a:lnTo>
                  <a:pt x="140" y="142"/>
                </a:lnTo>
                <a:lnTo>
                  <a:pt x="142" y="141"/>
                </a:lnTo>
                <a:lnTo>
                  <a:pt x="143" y="141"/>
                </a:lnTo>
                <a:lnTo>
                  <a:pt x="144" y="140"/>
                </a:lnTo>
                <a:lnTo>
                  <a:pt x="145" y="140"/>
                </a:lnTo>
                <a:lnTo>
                  <a:pt x="145" y="139"/>
                </a:lnTo>
                <a:lnTo>
                  <a:pt x="146" y="139"/>
                </a:lnTo>
                <a:lnTo>
                  <a:pt x="147" y="138"/>
                </a:lnTo>
                <a:lnTo>
                  <a:pt x="148" y="138"/>
                </a:lnTo>
                <a:lnTo>
                  <a:pt x="150" y="136"/>
                </a:lnTo>
                <a:lnTo>
                  <a:pt x="151" y="136"/>
                </a:lnTo>
                <a:lnTo>
                  <a:pt x="152" y="136"/>
                </a:lnTo>
                <a:lnTo>
                  <a:pt x="152" y="135"/>
                </a:lnTo>
                <a:lnTo>
                  <a:pt x="153" y="135"/>
                </a:lnTo>
                <a:lnTo>
                  <a:pt x="154" y="134"/>
                </a:lnTo>
                <a:lnTo>
                  <a:pt x="156" y="133"/>
                </a:lnTo>
                <a:lnTo>
                  <a:pt x="156" y="132"/>
                </a:lnTo>
                <a:lnTo>
                  <a:pt x="157" y="131"/>
                </a:lnTo>
                <a:lnTo>
                  <a:pt x="158" y="131"/>
                </a:lnTo>
                <a:lnTo>
                  <a:pt x="160" y="129"/>
                </a:lnTo>
                <a:lnTo>
                  <a:pt x="161" y="128"/>
                </a:lnTo>
                <a:lnTo>
                  <a:pt x="162" y="128"/>
                </a:lnTo>
                <a:lnTo>
                  <a:pt x="162" y="127"/>
                </a:lnTo>
                <a:lnTo>
                  <a:pt x="163" y="126"/>
                </a:lnTo>
                <a:lnTo>
                  <a:pt x="165" y="126"/>
                </a:lnTo>
                <a:lnTo>
                  <a:pt x="165" y="124"/>
                </a:lnTo>
                <a:lnTo>
                  <a:pt x="169" y="121"/>
                </a:lnTo>
                <a:lnTo>
                  <a:pt x="170" y="120"/>
                </a:lnTo>
                <a:lnTo>
                  <a:pt x="171" y="119"/>
                </a:lnTo>
                <a:lnTo>
                  <a:pt x="171" y="118"/>
                </a:lnTo>
                <a:lnTo>
                  <a:pt x="171" y="116"/>
                </a:lnTo>
                <a:lnTo>
                  <a:pt x="172" y="116"/>
                </a:lnTo>
                <a:lnTo>
                  <a:pt x="173" y="116"/>
                </a:lnTo>
                <a:lnTo>
                  <a:pt x="173" y="117"/>
                </a:lnTo>
                <a:lnTo>
                  <a:pt x="174" y="117"/>
                </a:lnTo>
                <a:lnTo>
                  <a:pt x="175" y="117"/>
                </a:lnTo>
                <a:lnTo>
                  <a:pt x="175" y="116"/>
                </a:lnTo>
                <a:lnTo>
                  <a:pt x="176" y="115"/>
                </a:lnTo>
                <a:lnTo>
                  <a:pt x="177" y="114"/>
                </a:lnTo>
                <a:lnTo>
                  <a:pt x="177" y="113"/>
                </a:lnTo>
                <a:lnTo>
                  <a:pt x="178" y="113"/>
                </a:lnTo>
                <a:lnTo>
                  <a:pt x="179" y="112"/>
                </a:lnTo>
                <a:lnTo>
                  <a:pt x="180" y="111"/>
                </a:lnTo>
                <a:lnTo>
                  <a:pt x="180" y="110"/>
                </a:lnTo>
                <a:lnTo>
                  <a:pt x="181" y="109"/>
                </a:lnTo>
                <a:lnTo>
                  <a:pt x="182" y="109"/>
                </a:lnTo>
                <a:lnTo>
                  <a:pt x="182" y="110"/>
                </a:lnTo>
                <a:lnTo>
                  <a:pt x="183" y="110"/>
                </a:lnTo>
                <a:lnTo>
                  <a:pt x="183" y="109"/>
                </a:lnTo>
                <a:lnTo>
                  <a:pt x="185" y="109"/>
                </a:lnTo>
                <a:lnTo>
                  <a:pt x="187" y="108"/>
                </a:lnTo>
                <a:lnTo>
                  <a:pt x="188" y="108"/>
                </a:lnTo>
                <a:lnTo>
                  <a:pt x="188" y="107"/>
                </a:lnTo>
                <a:lnTo>
                  <a:pt x="189" y="108"/>
                </a:lnTo>
                <a:lnTo>
                  <a:pt x="189" y="109"/>
                </a:lnTo>
                <a:lnTo>
                  <a:pt x="189" y="110"/>
                </a:lnTo>
                <a:lnTo>
                  <a:pt x="190" y="111"/>
                </a:lnTo>
                <a:lnTo>
                  <a:pt x="190" y="112"/>
                </a:lnTo>
                <a:lnTo>
                  <a:pt x="191" y="112"/>
                </a:lnTo>
                <a:lnTo>
                  <a:pt x="191" y="113"/>
                </a:lnTo>
                <a:lnTo>
                  <a:pt x="191" y="114"/>
                </a:lnTo>
                <a:lnTo>
                  <a:pt x="192" y="114"/>
                </a:lnTo>
                <a:lnTo>
                  <a:pt x="192" y="115"/>
                </a:lnTo>
                <a:lnTo>
                  <a:pt x="193" y="116"/>
                </a:lnTo>
                <a:lnTo>
                  <a:pt x="194" y="117"/>
                </a:lnTo>
                <a:lnTo>
                  <a:pt x="194" y="118"/>
                </a:lnTo>
                <a:lnTo>
                  <a:pt x="195" y="119"/>
                </a:lnTo>
                <a:lnTo>
                  <a:pt x="196" y="120"/>
                </a:lnTo>
                <a:lnTo>
                  <a:pt x="198" y="122"/>
                </a:lnTo>
                <a:lnTo>
                  <a:pt x="198" y="123"/>
                </a:lnTo>
                <a:lnTo>
                  <a:pt x="198" y="125"/>
                </a:lnTo>
                <a:lnTo>
                  <a:pt x="199" y="126"/>
                </a:lnTo>
                <a:lnTo>
                  <a:pt x="199" y="127"/>
                </a:lnTo>
                <a:lnTo>
                  <a:pt x="200" y="128"/>
                </a:lnTo>
                <a:lnTo>
                  <a:pt x="200" y="129"/>
                </a:lnTo>
                <a:lnTo>
                  <a:pt x="201" y="128"/>
                </a:lnTo>
                <a:lnTo>
                  <a:pt x="202" y="128"/>
                </a:lnTo>
                <a:lnTo>
                  <a:pt x="206" y="127"/>
                </a:lnTo>
                <a:lnTo>
                  <a:pt x="206" y="128"/>
                </a:lnTo>
                <a:lnTo>
                  <a:pt x="207" y="128"/>
                </a:lnTo>
                <a:lnTo>
                  <a:pt x="208" y="128"/>
                </a:lnTo>
                <a:lnTo>
                  <a:pt x="208" y="127"/>
                </a:lnTo>
                <a:lnTo>
                  <a:pt x="208" y="126"/>
                </a:lnTo>
                <a:lnTo>
                  <a:pt x="209" y="126"/>
                </a:lnTo>
                <a:lnTo>
                  <a:pt x="210" y="125"/>
                </a:lnTo>
                <a:lnTo>
                  <a:pt x="210" y="124"/>
                </a:lnTo>
                <a:lnTo>
                  <a:pt x="210" y="123"/>
                </a:lnTo>
                <a:lnTo>
                  <a:pt x="210" y="122"/>
                </a:lnTo>
                <a:lnTo>
                  <a:pt x="209" y="122"/>
                </a:lnTo>
                <a:lnTo>
                  <a:pt x="208" y="121"/>
                </a:lnTo>
                <a:lnTo>
                  <a:pt x="207" y="121"/>
                </a:lnTo>
                <a:lnTo>
                  <a:pt x="207" y="120"/>
                </a:lnTo>
                <a:lnTo>
                  <a:pt x="207" y="118"/>
                </a:lnTo>
                <a:lnTo>
                  <a:pt x="208" y="118"/>
                </a:lnTo>
                <a:lnTo>
                  <a:pt x="209" y="116"/>
                </a:lnTo>
                <a:lnTo>
                  <a:pt x="210" y="115"/>
                </a:lnTo>
                <a:lnTo>
                  <a:pt x="211" y="115"/>
                </a:lnTo>
                <a:lnTo>
                  <a:pt x="212" y="116"/>
                </a:lnTo>
                <a:lnTo>
                  <a:pt x="213" y="115"/>
                </a:lnTo>
                <a:lnTo>
                  <a:pt x="213" y="114"/>
                </a:lnTo>
                <a:lnTo>
                  <a:pt x="214" y="115"/>
                </a:lnTo>
                <a:lnTo>
                  <a:pt x="215" y="116"/>
                </a:lnTo>
                <a:lnTo>
                  <a:pt x="215" y="115"/>
                </a:lnTo>
                <a:lnTo>
                  <a:pt x="216" y="115"/>
                </a:lnTo>
                <a:lnTo>
                  <a:pt x="216" y="114"/>
                </a:lnTo>
                <a:lnTo>
                  <a:pt x="217" y="112"/>
                </a:lnTo>
                <a:lnTo>
                  <a:pt x="216" y="111"/>
                </a:lnTo>
                <a:lnTo>
                  <a:pt x="217" y="111"/>
                </a:lnTo>
                <a:lnTo>
                  <a:pt x="217" y="110"/>
                </a:lnTo>
                <a:lnTo>
                  <a:pt x="217" y="109"/>
                </a:lnTo>
                <a:lnTo>
                  <a:pt x="218" y="107"/>
                </a:lnTo>
                <a:lnTo>
                  <a:pt x="218" y="106"/>
                </a:lnTo>
                <a:lnTo>
                  <a:pt x="217" y="106"/>
                </a:lnTo>
                <a:lnTo>
                  <a:pt x="218" y="105"/>
                </a:lnTo>
                <a:lnTo>
                  <a:pt x="218" y="104"/>
                </a:lnTo>
                <a:lnTo>
                  <a:pt x="219" y="104"/>
                </a:lnTo>
                <a:lnTo>
                  <a:pt x="220" y="104"/>
                </a:lnTo>
                <a:lnTo>
                  <a:pt x="220" y="103"/>
                </a:lnTo>
                <a:lnTo>
                  <a:pt x="221" y="103"/>
                </a:lnTo>
                <a:lnTo>
                  <a:pt x="222" y="102"/>
                </a:lnTo>
                <a:lnTo>
                  <a:pt x="222" y="101"/>
                </a:lnTo>
                <a:lnTo>
                  <a:pt x="223" y="100"/>
                </a:lnTo>
                <a:lnTo>
                  <a:pt x="224" y="100"/>
                </a:lnTo>
                <a:lnTo>
                  <a:pt x="224" y="101"/>
                </a:lnTo>
                <a:lnTo>
                  <a:pt x="224" y="100"/>
                </a:lnTo>
                <a:lnTo>
                  <a:pt x="224" y="99"/>
                </a:lnTo>
                <a:lnTo>
                  <a:pt x="225" y="98"/>
                </a:lnTo>
                <a:lnTo>
                  <a:pt x="225" y="97"/>
                </a:lnTo>
                <a:lnTo>
                  <a:pt x="225" y="96"/>
                </a:lnTo>
                <a:lnTo>
                  <a:pt x="226" y="95"/>
                </a:lnTo>
                <a:lnTo>
                  <a:pt x="227" y="95"/>
                </a:lnTo>
                <a:lnTo>
                  <a:pt x="228" y="95"/>
                </a:lnTo>
                <a:lnTo>
                  <a:pt x="230" y="94"/>
                </a:lnTo>
                <a:lnTo>
                  <a:pt x="231" y="95"/>
                </a:lnTo>
                <a:lnTo>
                  <a:pt x="232" y="96"/>
                </a:lnTo>
                <a:lnTo>
                  <a:pt x="233" y="96"/>
                </a:lnTo>
                <a:lnTo>
                  <a:pt x="234" y="96"/>
                </a:lnTo>
                <a:lnTo>
                  <a:pt x="235" y="97"/>
                </a:lnTo>
                <a:lnTo>
                  <a:pt x="235" y="99"/>
                </a:lnTo>
                <a:lnTo>
                  <a:pt x="235" y="100"/>
                </a:lnTo>
                <a:lnTo>
                  <a:pt x="233" y="102"/>
                </a:lnTo>
                <a:lnTo>
                  <a:pt x="232" y="102"/>
                </a:lnTo>
                <a:lnTo>
                  <a:pt x="232" y="103"/>
                </a:lnTo>
                <a:lnTo>
                  <a:pt x="233" y="103"/>
                </a:lnTo>
                <a:lnTo>
                  <a:pt x="234" y="103"/>
                </a:lnTo>
                <a:lnTo>
                  <a:pt x="234" y="102"/>
                </a:lnTo>
                <a:lnTo>
                  <a:pt x="235" y="103"/>
                </a:lnTo>
                <a:lnTo>
                  <a:pt x="236" y="103"/>
                </a:lnTo>
                <a:lnTo>
                  <a:pt x="237" y="103"/>
                </a:lnTo>
                <a:lnTo>
                  <a:pt x="239" y="102"/>
                </a:lnTo>
                <a:lnTo>
                  <a:pt x="239" y="101"/>
                </a:lnTo>
                <a:lnTo>
                  <a:pt x="241" y="99"/>
                </a:lnTo>
                <a:lnTo>
                  <a:pt x="241" y="98"/>
                </a:lnTo>
                <a:lnTo>
                  <a:pt x="241" y="97"/>
                </a:lnTo>
                <a:lnTo>
                  <a:pt x="242" y="97"/>
                </a:lnTo>
                <a:lnTo>
                  <a:pt x="243" y="97"/>
                </a:lnTo>
                <a:lnTo>
                  <a:pt x="244" y="98"/>
                </a:lnTo>
                <a:lnTo>
                  <a:pt x="245" y="99"/>
                </a:lnTo>
                <a:lnTo>
                  <a:pt x="246" y="99"/>
                </a:lnTo>
                <a:lnTo>
                  <a:pt x="246" y="100"/>
                </a:lnTo>
                <a:lnTo>
                  <a:pt x="246" y="101"/>
                </a:lnTo>
                <a:lnTo>
                  <a:pt x="247" y="103"/>
                </a:lnTo>
                <a:lnTo>
                  <a:pt x="248" y="103"/>
                </a:lnTo>
                <a:lnTo>
                  <a:pt x="249" y="103"/>
                </a:lnTo>
                <a:lnTo>
                  <a:pt x="249" y="102"/>
                </a:lnTo>
                <a:lnTo>
                  <a:pt x="250" y="103"/>
                </a:lnTo>
                <a:lnTo>
                  <a:pt x="252" y="103"/>
                </a:lnTo>
                <a:lnTo>
                  <a:pt x="252" y="102"/>
                </a:lnTo>
                <a:lnTo>
                  <a:pt x="253" y="102"/>
                </a:lnTo>
                <a:lnTo>
                  <a:pt x="254" y="102"/>
                </a:lnTo>
                <a:lnTo>
                  <a:pt x="255" y="102"/>
                </a:lnTo>
                <a:lnTo>
                  <a:pt x="256" y="102"/>
                </a:lnTo>
                <a:lnTo>
                  <a:pt x="257" y="101"/>
                </a:lnTo>
                <a:lnTo>
                  <a:pt x="257" y="100"/>
                </a:lnTo>
                <a:lnTo>
                  <a:pt x="258" y="100"/>
                </a:lnTo>
                <a:lnTo>
                  <a:pt x="258" y="99"/>
                </a:lnTo>
                <a:lnTo>
                  <a:pt x="259" y="99"/>
                </a:lnTo>
                <a:lnTo>
                  <a:pt x="261" y="99"/>
                </a:lnTo>
                <a:lnTo>
                  <a:pt x="264" y="98"/>
                </a:lnTo>
                <a:lnTo>
                  <a:pt x="264" y="97"/>
                </a:lnTo>
                <a:lnTo>
                  <a:pt x="264" y="96"/>
                </a:lnTo>
                <a:lnTo>
                  <a:pt x="265" y="96"/>
                </a:lnTo>
                <a:lnTo>
                  <a:pt x="265" y="95"/>
                </a:lnTo>
                <a:lnTo>
                  <a:pt x="265" y="94"/>
                </a:lnTo>
                <a:lnTo>
                  <a:pt x="266" y="92"/>
                </a:lnTo>
                <a:lnTo>
                  <a:pt x="267" y="92"/>
                </a:lnTo>
                <a:lnTo>
                  <a:pt x="268" y="92"/>
                </a:lnTo>
                <a:lnTo>
                  <a:pt x="268" y="93"/>
                </a:lnTo>
                <a:lnTo>
                  <a:pt x="269" y="95"/>
                </a:lnTo>
                <a:lnTo>
                  <a:pt x="270" y="95"/>
                </a:lnTo>
                <a:lnTo>
                  <a:pt x="273" y="92"/>
                </a:lnTo>
                <a:lnTo>
                  <a:pt x="274" y="91"/>
                </a:lnTo>
                <a:lnTo>
                  <a:pt x="274" y="90"/>
                </a:lnTo>
                <a:lnTo>
                  <a:pt x="275" y="90"/>
                </a:lnTo>
                <a:lnTo>
                  <a:pt x="276" y="90"/>
                </a:lnTo>
                <a:lnTo>
                  <a:pt x="277" y="89"/>
                </a:lnTo>
                <a:lnTo>
                  <a:pt x="278" y="88"/>
                </a:lnTo>
                <a:lnTo>
                  <a:pt x="278" y="87"/>
                </a:lnTo>
                <a:lnTo>
                  <a:pt x="277" y="87"/>
                </a:lnTo>
                <a:lnTo>
                  <a:pt x="277" y="86"/>
                </a:lnTo>
                <a:lnTo>
                  <a:pt x="277" y="84"/>
                </a:lnTo>
                <a:lnTo>
                  <a:pt x="277" y="83"/>
                </a:lnTo>
                <a:lnTo>
                  <a:pt x="277" y="82"/>
                </a:lnTo>
                <a:lnTo>
                  <a:pt x="277" y="81"/>
                </a:lnTo>
                <a:lnTo>
                  <a:pt x="277" y="80"/>
                </a:lnTo>
                <a:lnTo>
                  <a:pt x="277" y="79"/>
                </a:lnTo>
                <a:lnTo>
                  <a:pt x="277" y="77"/>
                </a:lnTo>
                <a:lnTo>
                  <a:pt x="277" y="76"/>
                </a:lnTo>
                <a:lnTo>
                  <a:pt x="276" y="75"/>
                </a:lnTo>
                <a:lnTo>
                  <a:pt x="275" y="75"/>
                </a:lnTo>
                <a:lnTo>
                  <a:pt x="275" y="74"/>
                </a:lnTo>
                <a:lnTo>
                  <a:pt x="274" y="73"/>
                </a:lnTo>
                <a:lnTo>
                  <a:pt x="273" y="73"/>
                </a:lnTo>
                <a:lnTo>
                  <a:pt x="273" y="72"/>
                </a:lnTo>
                <a:lnTo>
                  <a:pt x="273" y="71"/>
                </a:lnTo>
                <a:lnTo>
                  <a:pt x="273" y="70"/>
                </a:lnTo>
                <a:lnTo>
                  <a:pt x="272" y="70"/>
                </a:lnTo>
                <a:lnTo>
                  <a:pt x="271" y="71"/>
                </a:lnTo>
                <a:lnTo>
                  <a:pt x="270" y="71"/>
                </a:lnTo>
                <a:lnTo>
                  <a:pt x="270" y="70"/>
                </a:lnTo>
                <a:lnTo>
                  <a:pt x="269" y="69"/>
                </a:lnTo>
                <a:lnTo>
                  <a:pt x="268" y="68"/>
                </a:lnTo>
                <a:lnTo>
                  <a:pt x="268" y="67"/>
                </a:lnTo>
                <a:lnTo>
                  <a:pt x="267" y="66"/>
                </a:lnTo>
                <a:lnTo>
                  <a:pt x="266" y="65"/>
                </a:lnTo>
                <a:lnTo>
                  <a:pt x="265" y="64"/>
                </a:lnTo>
                <a:lnTo>
                  <a:pt x="266" y="65"/>
                </a:lnTo>
                <a:lnTo>
                  <a:pt x="268" y="65"/>
                </a:lnTo>
                <a:lnTo>
                  <a:pt x="269" y="65"/>
                </a:lnTo>
                <a:lnTo>
                  <a:pt x="271" y="65"/>
                </a:lnTo>
                <a:lnTo>
                  <a:pt x="272" y="65"/>
                </a:lnTo>
                <a:lnTo>
                  <a:pt x="273" y="66"/>
                </a:lnTo>
                <a:lnTo>
                  <a:pt x="275" y="65"/>
                </a:lnTo>
                <a:lnTo>
                  <a:pt x="276" y="65"/>
                </a:lnTo>
                <a:lnTo>
                  <a:pt x="277" y="65"/>
                </a:lnTo>
                <a:lnTo>
                  <a:pt x="277" y="66"/>
                </a:lnTo>
                <a:lnTo>
                  <a:pt x="278" y="65"/>
                </a:lnTo>
                <a:lnTo>
                  <a:pt x="279" y="65"/>
                </a:lnTo>
                <a:lnTo>
                  <a:pt x="279" y="64"/>
                </a:lnTo>
                <a:lnTo>
                  <a:pt x="279" y="63"/>
                </a:lnTo>
                <a:lnTo>
                  <a:pt x="279" y="62"/>
                </a:lnTo>
                <a:lnTo>
                  <a:pt x="278" y="62"/>
                </a:lnTo>
                <a:lnTo>
                  <a:pt x="278" y="61"/>
                </a:lnTo>
                <a:lnTo>
                  <a:pt x="278" y="60"/>
                </a:lnTo>
                <a:lnTo>
                  <a:pt x="277" y="59"/>
                </a:lnTo>
                <a:lnTo>
                  <a:pt x="276" y="59"/>
                </a:lnTo>
                <a:lnTo>
                  <a:pt x="276" y="58"/>
                </a:lnTo>
                <a:lnTo>
                  <a:pt x="276" y="56"/>
                </a:lnTo>
                <a:lnTo>
                  <a:pt x="276" y="53"/>
                </a:lnTo>
                <a:lnTo>
                  <a:pt x="276" y="52"/>
                </a:lnTo>
                <a:lnTo>
                  <a:pt x="275" y="51"/>
                </a:lnTo>
                <a:lnTo>
                  <a:pt x="275" y="50"/>
                </a:lnTo>
                <a:lnTo>
                  <a:pt x="275" y="49"/>
                </a:lnTo>
                <a:lnTo>
                  <a:pt x="274" y="49"/>
                </a:lnTo>
                <a:lnTo>
                  <a:pt x="274" y="47"/>
                </a:lnTo>
                <a:lnTo>
                  <a:pt x="273" y="47"/>
                </a:lnTo>
                <a:lnTo>
                  <a:pt x="273" y="44"/>
                </a:lnTo>
                <a:lnTo>
                  <a:pt x="273" y="42"/>
                </a:lnTo>
                <a:lnTo>
                  <a:pt x="273" y="41"/>
                </a:lnTo>
                <a:lnTo>
                  <a:pt x="273" y="40"/>
                </a:lnTo>
                <a:lnTo>
                  <a:pt x="274" y="40"/>
                </a:lnTo>
                <a:lnTo>
                  <a:pt x="275" y="38"/>
                </a:lnTo>
                <a:lnTo>
                  <a:pt x="276" y="37"/>
                </a:lnTo>
                <a:lnTo>
                  <a:pt x="277" y="37"/>
                </a:lnTo>
                <a:lnTo>
                  <a:pt x="278" y="35"/>
                </a:lnTo>
                <a:lnTo>
                  <a:pt x="280" y="34"/>
                </a:lnTo>
                <a:lnTo>
                  <a:pt x="281" y="34"/>
                </a:lnTo>
                <a:lnTo>
                  <a:pt x="282" y="34"/>
                </a:lnTo>
                <a:lnTo>
                  <a:pt x="282" y="33"/>
                </a:lnTo>
                <a:lnTo>
                  <a:pt x="283" y="33"/>
                </a:lnTo>
                <a:lnTo>
                  <a:pt x="283" y="32"/>
                </a:lnTo>
                <a:lnTo>
                  <a:pt x="283" y="31"/>
                </a:lnTo>
                <a:lnTo>
                  <a:pt x="283" y="30"/>
                </a:lnTo>
                <a:lnTo>
                  <a:pt x="284" y="29"/>
                </a:lnTo>
                <a:lnTo>
                  <a:pt x="285" y="29"/>
                </a:lnTo>
                <a:lnTo>
                  <a:pt x="286" y="30"/>
                </a:lnTo>
                <a:lnTo>
                  <a:pt x="287" y="29"/>
                </a:lnTo>
                <a:lnTo>
                  <a:pt x="289" y="29"/>
                </a:lnTo>
                <a:lnTo>
                  <a:pt x="289" y="28"/>
                </a:lnTo>
                <a:lnTo>
                  <a:pt x="289" y="27"/>
                </a:lnTo>
                <a:lnTo>
                  <a:pt x="290" y="26"/>
                </a:lnTo>
                <a:lnTo>
                  <a:pt x="290" y="25"/>
                </a:lnTo>
                <a:lnTo>
                  <a:pt x="292" y="26"/>
                </a:lnTo>
                <a:lnTo>
                  <a:pt x="293" y="26"/>
                </a:lnTo>
                <a:lnTo>
                  <a:pt x="296" y="27"/>
                </a:lnTo>
                <a:lnTo>
                  <a:pt x="297" y="27"/>
                </a:lnTo>
                <a:lnTo>
                  <a:pt x="298" y="27"/>
                </a:lnTo>
                <a:lnTo>
                  <a:pt x="300" y="26"/>
                </a:lnTo>
                <a:lnTo>
                  <a:pt x="302" y="25"/>
                </a:lnTo>
                <a:lnTo>
                  <a:pt x="304" y="25"/>
                </a:lnTo>
                <a:lnTo>
                  <a:pt x="305" y="25"/>
                </a:lnTo>
                <a:lnTo>
                  <a:pt x="306" y="25"/>
                </a:lnTo>
                <a:lnTo>
                  <a:pt x="306" y="24"/>
                </a:lnTo>
                <a:lnTo>
                  <a:pt x="307" y="24"/>
                </a:lnTo>
                <a:lnTo>
                  <a:pt x="307" y="23"/>
                </a:lnTo>
                <a:lnTo>
                  <a:pt x="308" y="23"/>
                </a:lnTo>
                <a:lnTo>
                  <a:pt x="308" y="24"/>
                </a:lnTo>
                <a:lnTo>
                  <a:pt x="309" y="24"/>
                </a:lnTo>
                <a:lnTo>
                  <a:pt x="310" y="25"/>
                </a:lnTo>
                <a:lnTo>
                  <a:pt x="311" y="25"/>
                </a:lnTo>
                <a:lnTo>
                  <a:pt x="312" y="25"/>
                </a:lnTo>
                <a:lnTo>
                  <a:pt x="313" y="25"/>
                </a:lnTo>
                <a:lnTo>
                  <a:pt x="315" y="25"/>
                </a:lnTo>
                <a:lnTo>
                  <a:pt x="316" y="25"/>
                </a:lnTo>
                <a:lnTo>
                  <a:pt x="318" y="25"/>
                </a:lnTo>
                <a:lnTo>
                  <a:pt x="318" y="24"/>
                </a:lnTo>
                <a:lnTo>
                  <a:pt x="320" y="24"/>
                </a:lnTo>
                <a:lnTo>
                  <a:pt x="320" y="23"/>
                </a:lnTo>
                <a:lnTo>
                  <a:pt x="320" y="22"/>
                </a:lnTo>
                <a:lnTo>
                  <a:pt x="320" y="21"/>
                </a:lnTo>
                <a:lnTo>
                  <a:pt x="320" y="20"/>
                </a:lnTo>
                <a:lnTo>
                  <a:pt x="320" y="19"/>
                </a:lnTo>
                <a:lnTo>
                  <a:pt x="320" y="18"/>
                </a:lnTo>
                <a:lnTo>
                  <a:pt x="320" y="17"/>
                </a:lnTo>
                <a:lnTo>
                  <a:pt x="319" y="17"/>
                </a:lnTo>
                <a:lnTo>
                  <a:pt x="317" y="17"/>
                </a:lnTo>
                <a:lnTo>
                  <a:pt x="317" y="15"/>
                </a:lnTo>
                <a:lnTo>
                  <a:pt x="318" y="14"/>
                </a:lnTo>
                <a:lnTo>
                  <a:pt x="319" y="13"/>
                </a:lnTo>
                <a:lnTo>
                  <a:pt x="320" y="13"/>
                </a:lnTo>
                <a:lnTo>
                  <a:pt x="320" y="12"/>
                </a:lnTo>
                <a:lnTo>
                  <a:pt x="321" y="11"/>
                </a:lnTo>
                <a:lnTo>
                  <a:pt x="320" y="11"/>
                </a:lnTo>
                <a:lnTo>
                  <a:pt x="321" y="11"/>
                </a:lnTo>
                <a:lnTo>
                  <a:pt x="321" y="10"/>
                </a:lnTo>
                <a:lnTo>
                  <a:pt x="320" y="9"/>
                </a:lnTo>
                <a:lnTo>
                  <a:pt x="320" y="8"/>
                </a:lnTo>
                <a:lnTo>
                  <a:pt x="321" y="8"/>
                </a:lnTo>
                <a:lnTo>
                  <a:pt x="322" y="8"/>
                </a:lnTo>
                <a:lnTo>
                  <a:pt x="322" y="7"/>
                </a:lnTo>
                <a:lnTo>
                  <a:pt x="322" y="6"/>
                </a:lnTo>
                <a:lnTo>
                  <a:pt x="323" y="6"/>
                </a:lnTo>
                <a:lnTo>
                  <a:pt x="324" y="5"/>
                </a:lnTo>
                <a:lnTo>
                  <a:pt x="324" y="6"/>
                </a:lnTo>
                <a:lnTo>
                  <a:pt x="325" y="6"/>
                </a:lnTo>
                <a:lnTo>
                  <a:pt x="327" y="6"/>
                </a:lnTo>
                <a:lnTo>
                  <a:pt x="327" y="5"/>
                </a:lnTo>
                <a:lnTo>
                  <a:pt x="328" y="6"/>
                </a:lnTo>
                <a:lnTo>
                  <a:pt x="329" y="6"/>
                </a:lnTo>
                <a:lnTo>
                  <a:pt x="329" y="5"/>
                </a:lnTo>
                <a:lnTo>
                  <a:pt x="330" y="5"/>
                </a:lnTo>
                <a:lnTo>
                  <a:pt x="330" y="4"/>
                </a:lnTo>
                <a:lnTo>
                  <a:pt x="332" y="4"/>
                </a:lnTo>
                <a:lnTo>
                  <a:pt x="333" y="4"/>
                </a:lnTo>
                <a:lnTo>
                  <a:pt x="334" y="4"/>
                </a:lnTo>
                <a:lnTo>
                  <a:pt x="335" y="4"/>
                </a:lnTo>
                <a:lnTo>
                  <a:pt x="336" y="4"/>
                </a:lnTo>
                <a:lnTo>
                  <a:pt x="336" y="5"/>
                </a:lnTo>
                <a:lnTo>
                  <a:pt x="338" y="5"/>
                </a:lnTo>
                <a:lnTo>
                  <a:pt x="340" y="5"/>
                </a:lnTo>
                <a:lnTo>
                  <a:pt x="342" y="6"/>
                </a:lnTo>
                <a:lnTo>
                  <a:pt x="342" y="5"/>
                </a:lnTo>
                <a:lnTo>
                  <a:pt x="343" y="5"/>
                </a:lnTo>
                <a:lnTo>
                  <a:pt x="344" y="5"/>
                </a:lnTo>
                <a:lnTo>
                  <a:pt x="345" y="5"/>
                </a:lnTo>
                <a:lnTo>
                  <a:pt x="346" y="4"/>
                </a:lnTo>
                <a:lnTo>
                  <a:pt x="347" y="4"/>
                </a:lnTo>
                <a:lnTo>
                  <a:pt x="347" y="3"/>
                </a:lnTo>
                <a:lnTo>
                  <a:pt x="348" y="3"/>
                </a:lnTo>
                <a:lnTo>
                  <a:pt x="349" y="2"/>
                </a:lnTo>
                <a:lnTo>
                  <a:pt x="350" y="2"/>
                </a:lnTo>
                <a:lnTo>
                  <a:pt x="352" y="1"/>
                </a:lnTo>
                <a:lnTo>
                  <a:pt x="353" y="0"/>
                </a:lnTo>
                <a:lnTo>
                  <a:pt x="354" y="0"/>
                </a:lnTo>
                <a:close/>
              </a:path>
            </a:pathLst>
          </a:custGeom>
          <a:solidFill>
            <a:srgbClr val="9FBAD7"/>
          </a:solidFill>
          <a:ln w="2520">
            <a:solidFill>
              <a:srgbClr val="FFFFFF"/>
            </a:solidFill>
            <a:round/>
          </a:ln>
        </p:spPr>
        <p:txBody>
          <a:bodyPr lIns="1080" tIns="1080" rIns="1080" bIns="108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73" name=""/>
          <p:cNvSpPr/>
          <p:nvPr/>
        </p:nvSpPr>
        <p:spPr>
          <a:xfrm>
            <a:off x="4984200" y="1017720"/>
            <a:ext cx="1440" cy="1440"/>
          </a:xfrm>
          <a:custGeom>
            <a:avLst/>
            <a:gdLst/>
            <a:ahLst/>
            <a:rect l="0" t="0" r="r" b="b"/>
            <a:pathLst>
              <a:path w="4" h="4">
                <a:moveTo>
                  <a:pt x="0" y="4"/>
                </a:moveTo>
                <a:lnTo>
                  <a:pt x="0" y="3"/>
                </a:lnTo>
                <a:lnTo>
                  <a:pt x="2" y="0"/>
                </a:lnTo>
                <a:lnTo>
                  <a:pt x="4" y="0"/>
                </a:lnTo>
                <a:lnTo>
                  <a:pt x="4" y="2"/>
                </a:lnTo>
                <a:lnTo>
                  <a:pt x="2" y="2"/>
                </a:lnTo>
                <a:lnTo>
                  <a:pt x="2" y="3"/>
                </a:lnTo>
                <a:lnTo>
                  <a:pt x="2" y="4"/>
                </a:lnTo>
                <a:lnTo>
                  <a:pt x="0" y="4"/>
                </a:lnTo>
                <a:close/>
              </a:path>
            </a:pathLst>
          </a:custGeom>
          <a:solidFill>
            <a:srgbClr val="9FBAD7"/>
          </a:solidFill>
          <a:ln w="2520">
            <a:solidFill>
              <a:srgbClr val="FFFFFF"/>
            </a:solidFill>
            <a:round/>
          </a:ln>
        </p:spPr>
        <p:txBody>
          <a:bodyPr lIns="1080" tIns="360" rIns="1080" bIns="3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74" name=""/>
          <p:cNvSpPr/>
          <p:nvPr/>
        </p:nvSpPr>
        <p:spPr>
          <a:xfrm>
            <a:off x="4982760" y="1016640"/>
            <a:ext cx="1440" cy="1800"/>
          </a:xfrm>
          <a:custGeom>
            <a:avLst/>
            <a:gdLst/>
            <a:ahLst/>
            <a:rect l="0" t="0" r="r" b="b"/>
            <a:pathLst>
              <a:path w="4" h="5">
                <a:moveTo>
                  <a:pt x="1" y="5"/>
                </a:moveTo>
                <a:lnTo>
                  <a:pt x="0" y="5"/>
                </a:lnTo>
                <a:lnTo>
                  <a:pt x="0" y="4"/>
                </a:lnTo>
                <a:lnTo>
                  <a:pt x="0" y="3"/>
                </a:lnTo>
                <a:lnTo>
                  <a:pt x="1" y="1"/>
                </a:lnTo>
                <a:lnTo>
                  <a:pt x="3" y="0"/>
                </a:lnTo>
                <a:lnTo>
                  <a:pt x="4" y="1"/>
                </a:lnTo>
                <a:lnTo>
                  <a:pt x="4" y="3"/>
                </a:lnTo>
                <a:lnTo>
                  <a:pt x="3" y="4"/>
                </a:lnTo>
                <a:lnTo>
                  <a:pt x="3" y="5"/>
                </a:lnTo>
                <a:lnTo>
                  <a:pt x="1" y="5"/>
                </a:lnTo>
                <a:close/>
              </a:path>
            </a:pathLst>
          </a:custGeom>
          <a:solidFill>
            <a:srgbClr val="9FBAD7"/>
          </a:solidFill>
          <a:ln w="2520">
            <a:solidFill>
              <a:srgbClr val="FFFFFF"/>
            </a:solidFill>
            <a:round/>
          </a:ln>
        </p:spPr>
        <p:txBody>
          <a:bodyPr lIns="1080" tIns="720" rIns="1080" bIns="7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75" name=""/>
          <p:cNvSpPr/>
          <p:nvPr/>
        </p:nvSpPr>
        <p:spPr>
          <a:xfrm>
            <a:off x="4905720" y="981000"/>
            <a:ext cx="18720" cy="22320"/>
          </a:xfrm>
          <a:custGeom>
            <a:avLst/>
            <a:gdLst/>
            <a:ahLst/>
            <a:rect l="0" t="0" r="r" b="b"/>
            <a:pathLst>
              <a:path w="52" h="62">
                <a:moveTo>
                  <a:pt x="42" y="2"/>
                </a:moveTo>
                <a:lnTo>
                  <a:pt x="42" y="1"/>
                </a:lnTo>
                <a:lnTo>
                  <a:pt x="42" y="0"/>
                </a:lnTo>
                <a:lnTo>
                  <a:pt x="43" y="0"/>
                </a:lnTo>
                <a:lnTo>
                  <a:pt x="43" y="1"/>
                </a:lnTo>
                <a:lnTo>
                  <a:pt x="44" y="2"/>
                </a:lnTo>
                <a:lnTo>
                  <a:pt x="43" y="2"/>
                </a:lnTo>
                <a:lnTo>
                  <a:pt x="42" y="2"/>
                </a:lnTo>
                <a:lnTo>
                  <a:pt x="41" y="2"/>
                </a:lnTo>
                <a:lnTo>
                  <a:pt x="40" y="3"/>
                </a:lnTo>
                <a:lnTo>
                  <a:pt x="40" y="4"/>
                </a:lnTo>
                <a:lnTo>
                  <a:pt x="41" y="5"/>
                </a:lnTo>
                <a:lnTo>
                  <a:pt x="41" y="6"/>
                </a:lnTo>
                <a:lnTo>
                  <a:pt x="41" y="7"/>
                </a:lnTo>
                <a:lnTo>
                  <a:pt x="42" y="9"/>
                </a:lnTo>
                <a:lnTo>
                  <a:pt x="42" y="10"/>
                </a:lnTo>
                <a:lnTo>
                  <a:pt x="42" y="11"/>
                </a:lnTo>
                <a:lnTo>
                  <a:pt x="43" y="12"/>
                </a:lnTo>
                <a:lnTo>
                  <a:pt x="42" y="12"/>
                </a:lnTo>
                <a:lnTo>
                  <a:pt x="42" y="13"/>
                </a:lnTo>
                <a:lnTo>
                  <a:pt x="42" y="14"/>
                </a:lnTo>
                <a:lnTo>
                  <a:pt x="41" y="14"/>
                </a:lnTo>
                <a:lnTo>
                  <a:pt x="41" y="15"/>
                </a:lnTo>
                <a:lnTo>
                  <a:pt x="41" y="16"/>
                </a:lnTo>
                <a:lnTo>
                  <a:pt x="40" y="16"/>
                </a:lnTo>
                <a:lnTo>
                  <a:pt x="40" y="17"/>
                </a:lnTo>
                <a:lnTo>
                  <a:pt x="39" y="17"/>
                </a:lnTo>
                <a:lnTo>
                  <a:pt x="39" y="18"/>
                </a:lnTo>
                <a:lnTo>
                  <a:pt x="39" y="19"/>
                </a:lnTo>
                <a:lnTo>
                  <a:pt x="39" y="20"/>
                </a:lnTo>
                <a:lnTo>
                  <a:pt x="39" y="19"/>
                </a:lnTo>
                <a:lnTo>
                  <a:pt x="39" y="20"/>
                </a:lnTo>
                <a:lnTo>
                  <a:pt x="38" y="21"/>
                </a:lnTo>
                <a:lnTo>
                  <a:pt x="38" y="22"/>
                </a:lnTo>
                <a:lnTo>
                  <a:pt x="39" y="22"/>
                </a:lnTo>
                <a:lnTo>
                  <a:pt x="39" y="23"/>
                </a:lnTo>
                <a:lnTo>
                  <a:pt x="40" y="23"/>
                </a:lnTo>
                <a:lnTo>
                  <a:pt x="40" y="24"/>
                </a:lnTo>
                <a:lnTo>
                  <a:pt x="39" y="24"/>
                </a:lnTo>
                <a:lnTo>
                  <a:pt x="39" y="25"/>
                </a:lnTo>
                <a:lnTo>
                  <a:pt x="40" y="25"/>
                </a:lnTo>
                <a:lnTo>
                  <a:pt x="40" y="26"/>
                </a:lnTo>
                <a:lnTo>
                  <a:pt x="40" y="27"/>
                </a:lnTo>
                <a:lnTo>
                  <a:pt x="41" y="27"/>
                </a:lnTo>
                <a:lnTo>
                  <a:pt x="41" y="28"/>
                </a:lnTo>
                <a:lnTo>
                  <a:pt x="42" y="28"/>
                </a:lnTo>
                <a:lnTo>
                  <a:pt x="42" y="27"/>
                </a:lnTo>
                <a:lnTo>
                  <a:pt x="42" y="28"/>
                </a:lnTo>
                <a:lnTo>
                  <a:pt x="43" y="28"/>
                </a:lnTo>
                <a:lnTo>
                  <a:pt x="44" y="28"/>
                </a:lnTo>
                <a:lnTo>
                  <a:pt x="45" y="28"/>
                </a:lnTo>
                <a:lnTo>
                  <a:pt x="46" y="29"/>
                </a:lnTo>
                <a:lnTo>
                  <a:pt x="47" y="29"/>
                </a:lnTo>
                <a:lnTo>
                  <a:pt x="49" y="29"/>
                </a:lnTo>
                <a:lnTo>
                  <a:pt x="50" y="28"/>
                </a:lnTo>
                <a:lnTo>
                  <a:pt x="51" y="28"/>
                </a:lnTo>
                <a:lnTo>
                  <a:pt x="51" y="29"/>
                </a:lnTo>
                <a:lnTo>
                  <a:pt x="52" y="30"/>
                </a:lnTo>
                <a:lnTo>
                  <a:pt x="52" y="31"/>
                </a:lnTo>
                <a:lnTo>
                  <a:pt x="51" y="31"/>
                </a:lnTo>
                <a:lnTo>
                  <a:pt x="52" y="32"/>
                </a:lnTo>
                <a:lnTo>
                  <a:pt x="51" y="32"/>
                </a:lnTo>
                <a:lnTo>
                  <a:pt x="50" y="32"/>
                </a:lnTo>
                <a:lnTo>
                  <a:pt x="49" y="32"/>
                </a:lnTo>
                <a:lnTo>
                  <a:pt x="49" y="33"/>
                </a:lnTo>
                <a:lnTo>
                  <a:pt x="47" y="33"/>
                </a:lnTo>
                <a:lnTo>
                  <a:pt x="47" y="32"/>
                </a:lnTo>
                <a:lnTo>
                  <a:pt x="46" y="32"/>
                </a:lnTo>
                <a:lnTo>
                  <a:pt x="45" y="32"/>
                </a:lnTo>
                <a:lnTo>
                  <a:pt x="45" y="33"/>
                </a:lnTo>
                <a:lnTo>
                  <a:pt x="44" y="33"/>
                </a:lnTo>
                <a:lnTo>
                  <a:pt x="43" y="34"/>
                </a:lnTo>
                <a:lnTo>
                  <a:pt x="42" y="34"/>
                </a:lnTo>
                <a:lnTo>
                  <a:pt x="42" y="35"/>
                </a:lnTo>
                <a:lnTo>
                  <a:pt x="42" y="34"/>
                </a:lnTo>
                <a:lnTo>
                  <a:pt x="41" y="35"/>
                </a:lnTo>
                <a:lnTo>
                  <a:pt x="42" y="35"/>
                </a:lnTo>
                <a:lnTo>
                  <a:pt x="42" y="36"/>
                </a:lnTo>
                <a:lnTo>
                  <a:pt x="42" y="37"/>
                </a:lnTo>
                <a:lnTo>
                  <a:pt x="43" y="37"/>
                </a:lnTo>
                <a:lnTo>
                  <a:pt x="44" y="37"/>
                </a:lnTo>
                <a:lnTo>
                  <a:pt x="44" y="38"/>
                </a:lnTo>
                <a:lnTo>
                  <a:pt x="44" y="39"/>
                </a:lnTo>
                <a:lnTo>
                  <a:pt x="45" y="39"/>
                </a:lnTo>
                <a:lnTo>
                  <a:pt x="45" y="40"/>
                </a:lnTo>
                <a:lnTo>
                  <a:pt x="46" y="40"/>
                </a:lnTo>
                <a:lnTo>
                  <a:pt x="47" y="41"/>
                </a:lnTo>
                <a:lnTo>
                  <a:pt x="47" y="42"/>
                </a:lnTo>
                <a:lnTo>
                  <a:pt x="46" y="42"/>
                </a:lnTo>
                <a:lnTo>
                  <a:pt x="45" y="43"/>
                </a:lnTo>
                <a:lnTo>
                  <a:pt x="44" y="43"/>
                </a:lnTo>
                <a:lnTo>
                  <a:pt x="43" y="43"/>
                </a:lnTo>
                <a:lnTo>
                  <a:pt x="43" y="44"/>
                </a:lnTo>
                <a:lnTo>
                  <a:pt x="44" y="45"/>
                </a:lnTo>
                <a:lnTo>
                  <a:pt x="43" y="45"/>
                </a:lnTo>
                <a:lnTo>
                  <a:pt x="42" y="45"/>
                </a:lnTo>
                <a:lnTo>
                  <a:pt x="42" y="46"/>
                </a:lnTo>
                <a:lnTo>
                  <a:pt x="43" y="47"/>
                </a:lnTo>
                <a:lnTo>
                  <a:pt x="42" y="47"/>
                </a:lnTo>
                <a:lnTo>
                  <a:pt x="43" y="47"/>
                </a:lnTo>
                <a:lnTo>
                  <a:pt x="44" y="48"/>
                </a:lnTo>
                <a:lnTo>
                  <a:pt x="44" y="47"/>
                </a:lnTo>
                <a:lnTo>
                  <a:pt x="44" y="48"/>
                </a:lnTo>
                <a:lnTo>
                  <a:pt x="44" y="49"/>
                </a:lnTo>
                <a:lnTo>
                  <a:pt x="45" y="50"/>
                </a:lnTo>
                <a:lnTo>
                  <a:pt x="45" y="52"/>
                </a:lnTo>
                <a:lnTo>
                  <a:pt x="45" y="53"/>
                </a:lnTo>
                <a:lnTo>
                  <a:pt x="45" y="54"/>
                </a:lnTo>
                <a:lnTo>
                  <a:pt x="45" y="55"/>
                </a:lnTo>
                <a:lnTo>
                  <a:pt x="44" y="55"/>
                </a:lnTo>
                <a:lnTo>
                  <a:pt x="44" y="56"/>
                </a:lnTo>
                <a:lnTo>
                  <a:pt x="45" y="57"/>
                </a:lnTo>
                <a:lnTo>
                  <a:pt x="45" y="58"/>
                </a:lnTo>
                <a:lnTo>
                  <a:pt x="46" y="58"/>
                </a:lnTo>
                <a:lnTo>
                  <a:pt x="46" y="59"/>
                </a:lnTo>
                <a:lnTo>
                  <a:pt x="45" y="59"/>
                </a:lnTo>
                <a:lnTo>
                  <a:pt x="44" y="59"/>
                </a:lnTo>
                <a:lnTo>
                  <a:pt x="44" y="60"/>
                </a:lnTo>
                <a:lnTo>
                  <a:pt x="44" y="61"/>
                </a:lnTo>
                <a:lnTo>
                  <a:pt x="43" y="61"/>
                </a:lnTo>
                <a:lnTo>
                  <a:pt x="43" y="62"/>
                </a:lnTo>
                <a:lnTo>
                  <a:pt x="42" y="62"/>
                </a:lnTo>
                <a:lnTo>
                  <a:pt x="41" y="62"/>
                </a:lnTo>
                <a:lnTo>
                  <a:pt x="40" y="61"/>
                </a:lnTo>
                <a:lnTo>
                  <a:pt x="39" y="61"/>
                </a:lnTo>
                <a:lnTo>
                  <a:pt x="38" y="61"/>
                </a:lnTo>
                <a:lnTo>
                  <a:pt x="36" y="60"/>
                </a:lnTo>
                <a:lnTo>
                  <a:pt x="35" y="59"/>
                </a:lnTo>
                <a:lnTo>
                  <a:pt x="33" y="59"/>
                </a:lnTo>
                <a:lnTo>
                  <a:pt x="32" y="59"/>
                </a:lnTo>
                <a:lnTo>
                  <a:pt x="31" y="59"/>
                </a:lnTo>
                <a:lnTo>
                  <a:pt x="30" y="59"/>
                </a:lnTo>
                <a:lnTo>
                  <a:pt x="29" y="60"/>
                </a:lnTo>
                <a:lnTo>
                  <a:pt x="28" y="61"/>
                </a:lnTo>
                <a:lnTo>
                  <a:pt x="27" y="61"/>
                </a:lnTo>
                <a:lnTo>
                  <a:pt x="27" y="60"/>
                </a:lnTo>
                <a:lnTo>
                  <a:pt x="26" y="60"/>
                </a:lnTo>
                <a:lnTo>
                  <a:pt x="26" y="61"/>
                </a:lnTo>
                <a:lnTo>
                  <a:pt x="25" y="61"/>
                </a:lnTo>
                <a:lnTo>
                  <a:pt x="25" y="60"/>
                </a:lnTo>
                <a:lnTo>
                  <a:pt x="25" y="59"/>
                </a:lnTo>
                <a:lnTo>
                  <a:pt x="24" y="59"/>
                </a:lnTo>
                <a:lnTo>
                  <a:pt x="24" y="58"/>
                </a:lnTo>
                <a:lnTo>
                  <a:pt x="25" y="58"/>
                </a:lnTo>
                <a:lnTo>
                  <a:pt x="25" y="57"/>
                </a:lnTo>
                <a:lnTo>
                  <a:pt x="24" y="57"/>
                </a:lnTo>
                <a:lnTo>
                  <a:pt x="24" y="56"/>
                </a:lnTo>
                <a:lnTo>
                  <a:pt x="23" y="56"/>
                </a:lnTo>
                <a:lnTo>
                  <a:pt x="23" y="55"/>
                </a:lnTo>
                <a:lnTo>
                  <a:pt x="23" y="54"/>
                </a:lnTo>
                <a:lnTo>
                  <a:pt x="24" y="54"/>
                </a:lnTo>
                <a:lnTo>
                  <a:pt x="24" y="53"/>
                </a:lnTo>
                <a:lnTo>
                  <a:pt x="23" y="53"/>
                </a:lnTo>
                <a:lnTo>
                  <a:pt x="22" y="53"/>
                </a:lnTo>
                <a:lnTo>
                  <a:pt x="20" y="53"/>
                </a:lnTo>
                <a:lnTo>
                  <a:pt x="20" y="54"/>
                </a:lnTo>
                <a:lnTo>
                  <a:pt x="20" y="55"/>
                </a:lnTo>
                <a:lnTo>
                  <a:pt x="19" y="55"/>
                </a:lnTo>
                <a:lnTo>
                  <a:pt x="18" y="55"/>
                </a:lnTo>
                <a:lnTo>
                  <a:pt x="18" y="54"/>
                </a:lnTo>
                <a:lnTo>
                  <a:pt x="17" y="54"/>
                </a:lnTo>
                <a:lnTo>
                  <a:pt x="17" y="53"/>
                </a:lnTo>
                <a:lnTo>
                  <a:pt x="17" y="52"/>
                </a:lnTo>
                <a:lnTo>
                  <a:pt x="16" y="52"/>
                </a:lnTo>
                <a:lnTo>
                  <a:pt x="17" y="50"/>
                </a:lnTo>
                <a:lnTo>
                  <a:pt x="18" y="50"/>
                </a:lnTo>
                <a:lnTo>
                  <a:pt x="18" y="49"/>
                </a:lnTo>
                <a:lnTo>
                  <a:pt x="19" y="49"/>
                </a:lnTo>
                <a:lnTo>
                  <a:pt x="19" y="48"/>
                </a:lnTo>
                <a:lnTo>
                  <a:pt x="19" y="47"/>
                </a:lnTo>
                <a:lnTo>
                  <a:pt x="19" y="46"/>
                </a:lnTo>
                <a:lnTo>
                  <a:pt x="18" y="46"/>
                </a:lnTo>
                <a:lnTo>
                  <a:pt x="17" y="45"/>
                </a:lnTo>
                <a:lnTo>
                  <a:pt x="18" y="45"/>
                </a:lnTo>
                <a:lnTo>
                  <a:pt x="18" y="44"/>
                </a:lnTo>
                <a:lnTo>
                  <a:pt x="19" y="44"/>
                </a:lnTo>
                <a:lnTo>
                  <a:pt x="19" y="43"/>
                </a:lnTo>
                <a:lnTo>
                  <a:pt x="19" y="42"/>
                </a:lnTo>
                <a:lnTo>
                  <a:pt x="20" y="42"/>
                </a:lnTo>
                <a:lnTo>
                  <a:pt x="21" y="42"/>
                </a:lnTo>
                <a:lnTo>
                  <a:pt x="22" y="42"/>
                </a:lnTo>
                <a:lnTo>
                  <a:pt x="22" y="41"/>
                </a:lnTo>
                <a:lnTo>
                  <a:pt x="21" y="40"/>
                </a:lnTo>
                <a:lnTo>
                  <a:pt x="20" y="40"/>
                </a:lnTo>
                <a:lnTo>
                  <a:pt x="20" y="39"/>
                </a:lnTo>
                <a:lnTo>
                  <a:pt x="20" y="38"/>
                </a:lnTo>
                <a:lnTo>
                  <a:pt x="19" y="38"/>
                </a:lnTo>
                <a:lnTo>
                  <a:pt x="19" y="37"/>
                </a:lnTo>
                <a:lnTo>
                  <a:pt x="19" y="36"/>
                </a:lnTo>
                <a:lnTo>
                  <a:pt x="19" y="35"/>
                </a:lnTo>
                <a:lnTo>
                  <a:pt x="18" y="34"/>
                </a:lnTo>
                <a:lnTo>
                  <a:pt x="17" y="33"/>
                </a:lnTo>
                <a:lnTo>
                  <a:pt x="16" y="33"/>
                </a:lnTo>
                <a:lnTo>
                  <a:pt x="16" y="34"/>
                </a:lnTo>
                <a:lnTo>
                  <a:pt x="16" y="35"/>
                </a:lnTo>
                <a:lnTo>
                  <a:pt x="17" y="35"/>
                </a:lnTo>
                <a:lnTo>
                  <a:pt x="17" y="36"/>
                </a:lnTo>
                <a:lnTo>
                  <a:pt x="16" y="36"/>
                </a:lnTo>
                <a:lnTo>
                  <a:pt x="16" y="35"/>
                </a:lnTo>
                <a:lnTo>
                  <a:pt x="15" y="35"/>
                </a:lnTo>
                <a:lnTo>
                  <a:pt x="15" y="34"/>
                </a:lnTo>
                <a:lnTo>
                  <a:pt x="14" y="34"/>
                </a:lnTo>
                <a:lnTo>
                  <a:pt x="13" y="34"/>
                </a:lnTo>
                <a:lnTo>
                  <a:pt x="12" y="34"/>
                </a:lnTo>
                <a:lnTo>
                  <a:pt x="11" y="33"/>
                </a:lnTo>
                <a:lnTo>
                  <a:pt x="10" y="33"/>
                </a:lnTo>
                <a:lnTo>
                  <a:pt x="10" y="32"/>
                </a:lnTo>
                <a:lnTo>
                  <a:pt x="9" y="32"/>
                </a:lnTo>
                <a:lnTo>
                  <a:pt x="9" y="31"/>
                </a:lnTo>
                <a:lnTo>
                  <a:pt x="8" y="31"/>
                </a:lnTo>
                <a:lnTo>
                  <a:pt x="7" y="30"/>
                </a:lnTo>
                <a:lnTo>
                  <a:pt x="7" y="29"/>
                </a:lnTo>
                <a:lnTo>
                  <a:pt x="7" y="30"/>
                </a:lnTo>
                <a:lnTo>
                  <a:pt x="6" y="30"/>
                </a:lnTo>
                <a:lnTo>
                  <a:pt x="6" y="31"/>
                </a:lnTo>
                <a:lnTo>
                  <a:pt x="5" y="30"/>
                </a:lnTo>
                <a:lnTo>
                  <a:pt x="4" y="30"/>
                </a:lnTo>
                <a:lnTo>
                  <a:pt x="4" y="29"/>
                </a:lnTo>
                <a:lnTo>
                  <a:pt x="4" y="28"/>
                </a:lnTo>
                <a:lnTo>
                  <a:pt x="4" y="27"/>
                </a:lnTo>
                <a:lnTo>
                  <a:pt x="4" y="26"/>
                </a:lnTo>
                <a:lnTo>
                  <a:pt x="4" y="25"/>
                </a:lnTo>
                <a:lnTo>
                  <a:pt x="4" y="24"/>
                </a:lnTo>
                <a:lnTo>
                  <a:pt x="3" y="24"/>
                </a:lnTo>
                <a:lnTo>
                  <a:pt x="4" y="24"/>
                </a:lnTo>
                <a:lnTo>
                  <a:pt x="3" y="23"/>
                </a:lnTo>
                <a:lnTo>
                  <a:pt x="3" y="22"/>
                </a:lnTo>
                <a:lnTo>
                  <a:pt x="3" y="21"/>
                </a:lnTo>
                <a:lnTo>
                  <a:pt x="2" y="21"/>
                </a:lnTo>
                <a:lnTo>
                  <a:pt x="2" y="22"/>
                </a:lnTo>
                <a:lnTo>
                  <a:pt x="2" y="21"/>
                </a:lnTo>
                <a:lnTo>
                  <a:pt x="1" y="21"/>
                </a:lnTo>
                <a:lnTo>
                  <a:pt x="0" y="20"/>
                </a:lnTo>
                <a:lnTo>
                  <a:pt x="1" y="20"/>
                </a:lnTo>
                <a:lnTo>
                  <a:pt x="1" y="19"/>
                </a:lnTo>
                <a:lnTo>
                  <a:pt x="1" y="18"/>
                </a:lnTo>
                <a:lnTo>
                  <a:pt x="1" y="17"/>
                </a:lnTo>
                <a:lnTo>
                  <a:pt x="2" y="17"/>
                </a:lnTo>
                <a:lnTo>
                  <a:pt x="2" y="16"/>
                </a:lnTo>
                <a:lnTo>
                  <a:pt x="2" y="15"/>
                </a:lnTo>
                <a:lnTo>
                  <a:pt x="1" y="15"/>
                </a:lnTo>
                <a:lnTo>
                  <a:pt x="1" y="14"/>
                </a:lnTo>
                <a:lnTo>
                  <a:pt x="1" y="12"/>
                </a:lnTo>
                <a:lnTo>
                  <a:pt x="2" y="11"/>
                </a:lnTo>
                <a:lnTo>
                  <a:pt x="3" y="11"/>
                </a:lnTo>
                <a:lnTo>
                  <a:pt x="4" y="11"/>
                </a:lnTo>
                <a:lnTo>
                  <a:pt x="5" y="11"/>
                </a:lnTo>
                <a:lnTo>
                  <a:pt x="6" y="11"/>
                </a:lnTo>
                <a:lnTo>
                  <a:pt x="6" y="10"/>
                </a:lnTo>
                <a:lnTo>
                  <a:pt x="5" y="10"/>
                </a:lnTo>
                <a:lnTo>
                  <a:pt x="6" y="9"/>
                </a:lnTo>
                <a:lnTo>
                  <a:pt x="6" y="8"/>
                </a:lnTo>
                <a:lnTo>
                  <a:pt x="7" y="8"/>
                </a:lnTo>
                <a:lnTo>
                  <a:pt x="8" y="8"/>
                </a:lnTo>
                <a:lnTo>
                  <a:pt x="9" y="8"/>
                </a:lnTo>
                <a:lnTo>
                  <a:pt x="10" y="9"/>
                </a:lnTo>
                <a:lnTo>
                  <a:pt x="11" y="9"/>
                </a:lnTo>
                <a:lnTo>
                  <a:pt x="12" y="8"/>
                </a:lnTo>
                <a:lnTo>
                  <a:pt x="13" y="8"/>
                </a:lnTo>
                <a:lnTo>
                  <a:pt x="14" y="7"/>
                </a:lnTo>
                <a:lnTo>
                  <a:pt x="15" y="8"/>
                </a:lnTo>
                <a:lnTo>
                  <a:pt x="16" y="7"/>
                </a:lnTo>
                <a:lnTo>
                  <a:pt x="17" y="8"/>
                </a:lnTo>
                <a:lnTo>
                  <a:pt x="18" y="8"/>
                </a:lnTo>
                <a:lnTo>
                  <a:pt x="18" y="7"/>
                </a:lnTo>
                <a:lnTo>
                  <a:pt x="19" y="7"/>
                </a:lnTo>
                <a:lnTo>
                  <a:pt x="20" y="7"/>
                </a:lnTo>
                <a:lnTo>
                  <a:pt x="20" y="8"/>
                </a:lnTo>
                <a:lnTo>
                  <a:pt x="21" y="8"/>
                </a:lnTo>
                <a:lnTo>
                  <a:pt x="22" y="8"/>
                </a:lnTo>
                <a:lnTo>
                  <a:pt x="23" y="9"/>
                </a:lnTo>
                <a:lnTo>
                  <a:pt x="25" y="9"/>
                </a:lnTo>
                <a:lnTo>
                  <a:pt x="26" y="8"/>
                </a:lnTo>
                <a:lnTo>
                  <a:pt x="25" y="8"/>
                </a:lnTo>
                <a:lnTo>
                  <a:pt x="26" y="6"/>
                </a:lnTo>
                <a:lnTo>
                  <a:pt x="27" y="6"/>
                </a:lnTo>
                <a:lnTo>
                  <a:pt x="28" y="5"/>
                </a:lnTo>
                <a:lnTo>
                  <a:pt x="28" y="4"/>
                </a:lnTo>
                <a:lnTo>
                  <a:pt x="29" y="4"/>
                </a:lnTo>
                <a:lnTo>
                  <a:pt x="29" y="3"/>
                </a:lnTo>
                <a:lnTo>
                  <a:pt x="30" y="3"/>
                </a:lnTo>
                <a:lnTo>
                  <a:pt x="30" y="2"/>
                </a:lnTo>
                <a:lnTo>
                  <a:pt x="32" y="2"/>
                </a:lnTo>
                <a:lnTo>
                  <a:pt x="34" y="2"/>
                </a:lnTo>
                <a:lnTo>
                  <a:pt x="34" y="3"/>
                </a:lnTo>
                <a:lnTo>
                  <a:pt x="35" y="3"/>
                </a:lnTo>
                <a:lnTo>
                  <a:pt x="36" y="3"/>
                </a:lnTo>
                <a:lnTo>
                  <a:pt x="37" y="2"/>
                </a:lnTo>
                <a:lnTo>
                  <a:pt x="38" y="2"/>
                </a:lnTo>
                <a:lnTo>
                  <a:pt x="38" y="1"/>
                </a:lnTo>
                <a:lnTo>
                  <a:pt x="39" y="2"/>
                </a:lnTo>
                <a:lnTo>
                  <a:pt x="40" y="2"/>
                </a:lnTo>
                <a:lnTo>
                  <a:pt x="40" y="1"/>
                </a:lnTo>
                <a:lnTo>
                  <a:pt x="40" y="0"/>
                </a:lnTo>
                <a:lnTo>
                  <a:pt x="41" y="1"/>
                </a:lnTo>
                <a:lnTo>
                  <a:pt x="42" y="2"/>
                </a:lnTo>
                <a:close/>
              </a:path>
            </a:pathLst>
          </a:custGeom>
          <a:solidFill>
            <a:srgbClr val="9FBAD7"/>
          </a:solidFill>
          <a:ln w="2520">
            <a:solidFill>
              <a:srgbClr val="FFFFFF"/>
            </a:solidFill>
            <a:round/>
          </a:ln>
        </p:spPr>
        <p:txBody>
          <a:bodyPr lIns="1080" tIns="1080" rIns="1080" bIns="108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76" name=""/>
          <p:cNvSpPr/>
          <p:nvPr/>
        </p:nvSpPr>
        <p:spPr>
          <a:xfrm>
            <a:off x="4964760" y="335160"/>
            <a:ext cx="450720" cy="414720"/>
          </a:xfrm>
          <a:custGeom>
            <a:avLst/>
            <a:gdLst/>
            <a:ahLst/>
            <a:rect l="0" t="0" r="r" b="b"/>
            <a:pathLst>
              <a:path w="1252" h="1152">
                <a:moveTo>
                  <a:pt x="155" y="5"/>
                </a:moveTo>
                <a:lnTo>
                  <a:pt x="156" y="5"/>
                </a:lnTo>
                <a:lnTo>
                  <a:pt x="157" y="5"/>
                </a:lnTo>
                <a:lnTo>
                  <a:pt x="158" y="5"/>
                </a:lnTo>
                <a:lnTo>
                  <a:pt x="159" y="5"/>
                </a:lnTo>
                <a:lnTo>
                  <a:pt x="159" y="6"/>
                </a:lnTo>
                <a:lnTo>
                  <a:pt x="160" y="6"/>
                </a:lnTo>
                <a:lnTo>
                  <a:pt x="160" y="7"/>
                </a:lnTo>
                <a:lnTo>
                  <a:pt x="160" y="8"/>
                </a:lnTo>
                <a:lnTo>
                  <a:pt x="161" y="8"/>
                </a:lnTo>
                <a:lnTo>
                  <a:pt x="161" y="9"/>
                </a:lnTo>
                <a:lnTo>
                  <a:pt x="162" y="9"/>
                </a:lnTo>
                <a:lnTo>
                  <a:pt x="163" y="9"/>
                </a:lnTo>
                <a:lnTo>
                  <a:pt x="163" y="8"/>
                </a:lnTo>
                <a:lnTo>
                  <a:pt x="163" y="7"/>
                </a:lnTo>
                <a:lnTo>
                  <a:pt x="163" y="6"/>
                </a:lnTo>
                <a:lnTo>
                  <a:pt x="162" y="6"/>
                </a:lnTo>
                <a:lnTo>
                  <a:pt x="161" y="6"/>
                </a:lnTo>
                <a:lnTo>
                  <a:pt x="161" y="5"/>
                </a:lnTo>
                <a:lnTo>
                  <a:pt x="161" y="3"/>
                </a:lnTo>
                <a:lnTo>
                  <a:pt x="161" y="2"/>
                </a:lnTo>
                <a:lnTo>
                  <a:pt x="162" y="2"/>
                </a:lnTo>
                <a:lnTo>
                  <a:pt x="162" y="1"/>
                </a:lnTo>
                <a:lnTo>
                  <a:pt x="163" y="1"/>
                </a:lnTo>
                <a:lnTo>
                  <a:pt x="164" y="1"/>
                </a:lnTo>
                <a:lnTo>
                  <a:pt x="165" y="1"/>
                </a:lnTo>
                <a:lnTo>
                  <a:pt x="165" y="2"/>
                </a:lnTo>
                <a:lnTo>
                  <a:pt x="166" y="2"/>
                </a:lnTo>
                <a:lnTo>
                  <a:pt x="166" y="3"/>
                </a:lnTo>
                <a:lnTo>
                  <a:pt x="167" y="3"/>
                </a:lnTo>
                <a:lnTo>
                  <a:pt x="167" y="4"/>
                </a:lnTo>
                <a:lnTo>
                  <a:pt x="166" y="4"/>
                </a:lnTo>
                <a:lnTo>
                  <a:pt x="166" y="5"/>
                </a:lnTo>
                <a:lnTo>
                  <a:pt x="165" y="5"/>
                </a:lnTo>
                <a:lnTo>
                  <a:pt x="165" y="6"/>
                </a:lnTo>
                <a:lnTo>
                  <a:pt x="165" y="7"/>
                </a:lnTo>
                <a:lnTo>
                  <a:pt x="165" y="8"/>
                </a:lnTo>
                <a:lnTo>
                  <a:pt x="167" y="8"/>
                </a:lnTo>
                <a:lnTo>
                  <a:pt x="167" y="7"/>
                </a:lnTo>
                <a:lnTo>
                  <a:pt x="168" y="7"/>
                </a:lnTo>
                <a:lnTo>
                  <a:pt x="168" y="6"/>
                </a:lnTo>
                <a:lnTo>
                  <a:pt x="168" y="5"/>
                </a:lnTo>
                <a:lnTo>
                  <a:pt x="168" y="4"/>
                </a:lnTo>
                <a:lnTo>
                  <a:pt x="169" y="4"/>
                </a:lnTo>
                <a:lnTo>
                  <a:pt x="169" y="3"/>
                </a:lnTo>
                <a:lnTo>
                  <a:pt x="168" y="3"/>
                </a:lnTo>
                <a:lnTo>
                  <a:pt x="168" y="2"/>
                </a:lnTo>
                <a:lnTo>
                  <a:pt x="168" y="1"/>
                </a:lnTo>
                <a:lnTo>
                  <a:pt x="169" y="1"/>
                </a:lnTo>
                <a:lnTo>
                  <a:pt x="169" y="0"/>
                </a:lnTo>
                <a:lnTo>
                  <a:pt x="171" y="0"/>
                </a:lnTo>
                <a:lnTo>
                  <a:pt x="171" y="1"/>
                </a:lnTo>
                <a:lnTo>
                  <a:pt x="172" y="1"/>
                </a:lnTo>
                <a:lnTo>
                  <a:pt x="173" y="1"/>
                </a:lnTo>
                <a:lnTo>
                  <a:pt x="175" y="1"/>
                </a:lnTo>
                <a:lnTo>
                  <a:pt x="175" y="2"/>
                </a:lnTo>
                <a:lnTo>
                  <a:pt x="175" y="3"/>
                </a:lnTo>
                <a:lnTo>
                  <a:pt x="176" y="3"/>
                </a:lnTo>
                <a:lnTo>
                  <a:pt x="176" y="4"/>
                </a:lnTo>
                <a:lnTo>
                  <a:pt x="177" y="4"/>
                </a:lnTo>
                <a:lnTo>
                  <a:pt x="177" y="5"/>
                </a:lnTo>
                <a:lnTo>
                  <a:pt x="178" y="5"/>
                </a:lnTo>
                <a:lnTo>
                  <a:pt x="178" y="6"/>
                </a:lnTo>
                <a:lnTo>
                  <a:pt x="179" y="6"/>
                </a:lnTo>
                <a:lnTo>
                  <a:pt x="180" y="6"/>
                </a:lnTo>
                <a:lnTo>
                  <a:pt x="181" y="6"/>
                </a:lnTo>
                <a:lnTo>
                  <a:pt x="181" y="5"/>
                </a:lnTo>
                <a:lnTo>
                  <a:pt x="182" y="5"/>
                </a:lnTo>
                <a:lnTo>
                  <a:pt x="183" y="5"/>
                </a:lnTo>
                <a:lnTo>
                  <a:pt x="184" y="5"/>
                </a:lnTo>
                <a:lnTo>
                  <a:pt x="185" y="5"/>
                </a:lnTo>
                <a:lnTo>
                  <a:pt x="186" y="5"/>
                </a:lnTo>
                <a:lnTo>
                  <a:pt x="187" y="5"/>
                </a:lnTo>
                <a:lnTo>
                  <a:pt x="188" y="5"/>
                </a:lnTo>
                <a:lnTo>
                  <a:pt x="189" y="5"/>
                </a:lnTo>
                <a:lnTo>
                  <a:pt x="190" y="5"/>
                </a:lnTo>
                <a:lnTo>
                  <a:pt x="190" y="4"/>
                </a:lnTo>
                <a:lnTo>
                  <a:pt x="191" y="4"/>
                </a:lnTo>
                <a:lnTo>
                  <a:pt x="192" y="4"/>
                </a:lnTo>
                <a:lnTo>
                  <a:pt x="193" y="5"/>
                </a:lnTo>
                <a:lnTo>
                  <a:pt x="194" y="5"/>
                </a:lnTo>
                <a:lnTo>
                  <a:pt x="195" y="6"/>
                </a:lnTo>
                <a:lnTo>
                  <a:pt x="196" y="6"/>
                </a:lnTo>
                <a:lnTo>
                  <a:pt x="199" y="7"/>
                </a:lnTo>
                <a:lnTo>
                  <a:pt x="201" y="9"/>
                </a:lnTo>
                <a:lnTo>
                  <a:pt x="202" y="9"/>
                </a:lnTo>
                <a:lnTo>
                  <a:pt x="204" y="10"/>
                </a:lnTo>
                <a:lnTo>
                  <a:pt x="204" y="11"/>
                </a:lnTo>
                <a:lnTo>
                  <a:pt x="204" y="12"/>
                </a:lnTo>
                <a:lnTo>
                  <a:pt x="205" y="12"/>
                </a:lnTo>
                <a:lnTo>
                  <a:pt x="205" y="13"/>
                </a:lnTo>
                <a:lnTo>
                  <a:pt x="206" y="13"/>
                </a:lnTo>
                <a:lnTo>
                  <a:pt x="207" y="13"/>
                </a:lnTo>
                <a:lnTo>
                  <a:pt x="208" y="12"/>
                </a:lnTo>
                <a:lnTo>
                  <a:pt x="209" y="12"/>
                </a:lnTo>
                <a:lnTo>
                  <a:pt x="210" y="12"/>
                </a:lnTo>
                <a:lnTo>
                  <a:pt x="210" y="13"/>
                </a:lnTo>
                <a:lnTo>
                  <a:pt x="211" y="13"/>
                </a:lnTo>
                <a:lnTo>
                  <a:pt x="211" y="14"/>
                </a:lnTo>
                <a:lnTo>
                  <a:pt x="211" y="15"/>
                </a:lnTo>
                <a:lnTo>
                  <a:pt x="212" y="15"/>
                </a:lnTo>
                <a:lnTo>
                  <a:pt x="213" y="15"/>
                </a:lnTo>
                <a:lnTo>
                  <a:pt x="213" y="16"/>
                </a:lnTo>
                <a:lnTo>
                  <a:pt x="213" y="17"/>
                </a:lnTo>
                <a:lnTo>
                  <a:pt x="214" y="17"/>
                </a:lnTo>
                <a:lnTo>
                  <a:pt x="215" y="17"/>
                </a:lnTo>
                <a:lnTo>
                  <a:pt x="216" y="17"/>
                </a:lnTo>
                <a:lnTo>
                  <a:pt x="217" y="16"/>
                </a:lnTo>
                <a:lnTo>
                  <a:pt x="217" y="15"/>
                </a:lnTo>
                <a:lnTo>
                  <a:pt x="218" y="15"/>
                </a:lnTo>
                <a:lnTo>
                  <a:pt x="218" y="14"/>
                </a:lnTo>
                <a:lnTo>
                  <a:pt x="219" y="14"/>
                </a:lnTo>
                <a:lnTo>
                  <a:pt x="220" y="14"/>
                </a:lnTo>
                <a:lnTo>
                  <a:pt x="222" y="13"/>
                </a:lnTo>
                <a:lnTo>
                  <a:pt x="222" y="12"/>
                </a:lnTo>
                <a:lnTo>
                  <a:pt x="223" y="12"/>
                </a:lnTo>
                <a:lnTo>
                  <a:pt x="224" y="12"/>
                </a:lnTo>
                <a:lnTo>
                  <a:pt x="225" y="12"/>
                </a:lnTo>
                <a:lnTo>
                  <a:pt x="225" y="13"/>
                </a:lnTo>
                <a:lnTo>
                  <a:pt x="226" y="14"/>
                </a:lnTo>
                <a:lnTo>
                  <a:pt x="227" y="14"/>
                </a:lnTo>
                <a:lnTo>
                  <a:pt x="227" y="15"/>
                </a:lnTo>
                <a:lnTo>
                  <a:pt x="228" y="15"/>
                </a:lnTo>
                <a:lnTo>
                  <a:pt x="229" y="15"/>
                </a:lnTo>
                <a:lnTo>
                  <a:pt x="229" y="16"/>
                </a:lnTo>
                <a:lnTo>
                  <a:pt x="230" y="16"/>
                </a:lnTo>
                <a:lnTo>
                  <a:pt x="231" y="16"/>
                </a:lnTo>
                <a:lnTo>
                  <a:pt x="232" y="17"/>
                </a:lnTo>
                <a:lnTo>
                  <a:pt x="232" y="18"/>
                </a:lnTo>
                <a:lnTo>
                  <a:pt x="233" y="18"/>
                </a:lnTo>
                <a:lnTo>
                  <a:pt x="233" y="19"/>
                </a:lnTo>
                <a:lnTo>
                  <a:pt x="234" y="20"/>
                </a:lnTo>
                <a:lnTo>
                  <a:pt x="234" y="21"/>
                </a:lnTo>
                <a:lnTo>
                  <a:pt x="234" y="22"/>
                </a:lnTo>
                <a:lnTo>
                  <a:pt x="235" y="22"/>
                </a:lnTo>
                <a:lnTo>
                  <a:pt x="236" y="23"/>
                </a:lnTo>
                <a:lnTo>
                  <a:pt x="236" y="24"/>
                </a:lnTo>
                <a:lnTo>
                  <a:pt x="237" y="25"/>
                </a:lnTo>
                <a:lnTo>
                  <a:pt x="238" y="25"/>
                </a:lnTo>
                <a:lnTo>
                  <a:pt x="240" y="25"/>
                </a:lnTo>
                <a:lnTo>
                  <a:pt x="241" y="25"/>
                </a:lnTo>
                <a:lnTo>
                  <a:pt x="241" y="26"/>
                </a:lnTo>
                <a:lnTo>
                  <a:pt x="242" y="27"/>
                </a:lnTo>
                <a:lnTo>
                  <a:pt x="242" y="28"/>
                </a:lnTo>
                <a:lnTo>
                  <a:pt x="243" y="28"/>
                </a:lnTo>
                <a:lnTo>
                  <a:pt x="244" y="28"/>
                </a:lnTo>
                <a:lnTo>
                  <a:pt x="246" y="28"/>
                </a:lnTo>
                <a:lnTo>
                  <a:pt x="247" y="28"/>
                </a:lnTo>
                <a:lnTo>
                  <a:pt x="248" y="29"/>
                </a:lnTo>
                <a:lnTo>
                  <a:pt x="249" y="29"/>
                </a:lnTo>
                <a:lnTo>
                  <a:pt x="250" y="29"/>
                </a:lnTo>
                <a:lnTo>
                  <a:pt x="251" y="29"/>
                </a:lnTo>
                <a:lnTo>
                  <a:pt x="252" y="29"/>
                </a:lnTo>
                <a:lnTo>
                  <a:pt x="254" y="28"/>
                </a:lnTo>
                <a:lnTo>
                  <a:pt x="256" y="27"/>
                </a:lnTo>
                <a:lnTo>
                  <a:pt x="257" y="27"/>
                </a:lnTo>
                <a:lnTo>
                  <a:pt x="258" y="27"/>
                </a:lnTo>
                <a:lnTo>
                  <a:pt x="260" y="27"/>
                </a:lnTo>
                <a:lnTo>
                  <a:pt x="261" y="26"/>
                </a:lnTo>
                <a:lnTo>
                  <a:pt x="263" y="26"/>
                </a:lnTo>
                <a:lnTo>
                  <a:pt x="263" y="27"/>
                </a:lnTo>
                <a:lnTo>
                  <a:pt x="264" y="27"/>
                </a:lnTo>
                <a:lnTo>
                  <a:pt x="265" y="27"/>
                </a:lnTo>
                <a:lnTo>
                  <a:pt x="266" y="27"/>
                </a:lnTo>
                <a:lnTo>
                  <a:pt x="266" y="28"/>
                </a:lnTo>
                <a:lnTo>
                  <a:pt x="267" y="28"/>
                </a:lnTo>
                <a:lnTo>
                  <a:pt x="266" y="28"/>
                </a:lnTo>
                <a:lnTo>
                  <a:pt x="266" y="29"/>
                </a:lnTo>
                <a:lnTo>
                  <a:pt x="266" y="30"/>
                </a:lnTo>
                <a:lnTo>
                  <a:pt x="266" y="31"/>
                </a:lnTo>
                <a:lnTo>
                  <a:pt x="266" y="32"/>
                </a:lnTo>
                <a:lnTo>
                  <a:pt x="267" y="32"/>
                </a:lnTo>
                <a:lnTo>
                  <a:pt x="268" y="33"/>
                </a:lnTo>
                <a:lnTo>
                  <a:pt x="270" y="33"/>
                </a:lnTo>
                <a:lnTo>
                  <a:pt x="272" y="32"/>
                </a:lnTo>
                <a:lnTo>
                  <a:pt x="273" y="32"/>
                </a:lnTo>
                <a:lnTo>
                  <a:pt x="274" y="32"/>
                </a:lnTo>
                <a:lnTo>
                  <a:pt x="275" y="31"/>
                </a:lnTo>
                <a:lnTo>
                  <a:pt x="276" y="31"/>
                </a:lnTo>
                <a:lnTo>
                  <a:pt x="277" y="32"/>
                </a:lnTo>
                <a:lnTo>
                  <a:pt x="277" y="33"/>
                </a:lnTo>
                <a:lnTo>
                  <a:pt x="278" y="33"/>
                </a:lnTo>
                <a:lnTo>
                  <a:pt x="278" y="34"/>
                </a:lnTo>
                <a:lnTo>
                  <a:pt x="278" y="35"/>
                </a:lnTo>
                <a:lnTo>
                  <a:pt x="279" y="36"/>
                </a:lnTo>
                <a:lnTo>
                  <a:pt x="280" y="36"/>
                </a:lnTo>
                <a:lnTo>
                  <a:pt x="281" y="36"/>
                </a:lnTo>
                <a:lnTo>
                  <a:pt x="282" y="36"/>
                </a:lnTo>
                <a:lnTo>
                  <a:pt x="282" y="35"/>
                </a:lnTo>
                <a:lnTo>
                  <a:pt x="282" y="33"/>
                </a:lnTo>
                <a:lnTo>
                  <a:pt x="282" y="32"/>
                </a:lnTo>
                <a:lnTo>
                  <a:pt x="281" y="32"/>
                </a:lnTo>
                <a:lnTo>
                  <a:pt x="281" y="31"/>
                </a:lnTo>
                <a:lnTo>
                  <a:pt x="280" y="30"/>
                </a:lnTo>
                <a:lnTo>
                  <a:pt x="280" y="29"/>
                </a:lnTo>
                <a:lnTo>
                  <a:pt x="279" y="28"/>
                </a:lnTo>
                <a:lnTo>
                  <a:pt x="280" y="28"/>
                </a:lnTo>
                <a:lnTo>
                  <a:pt x="280" y="27"/>
                </a:lnTo>
                <a:lnTo>
                  <a:pt x="283" y="25"/>
                </a:lnTo>
                <a:lnTo>
                  <a:pt x="284" y="24"/>
                </a:lnTo>
                <a:lnTo>
                  <a:pt x="285" y="24"/>
                </a:lnTo>
                <a:lnTo>
                  <a:pt x="285" y="23"/>
                </a:lnTo>
                <a:lnTo>
                  <a:pt x="286" y="23"/>
                </a:lnTo>
                <a:lnTo>
                  <a:pt x="287" y="22"/>
                </a:lnTo>
                <a:lnTo>
                  <a:pt x="288" y="22"/>
                </a:lnTo>
                <a:lnTo>
                  <a:pt x="289" y="21"/>
                </a:lnTo>
                <a:lnTo>
                  <a:pt x="290" y="21"/>
                </a:lnTo>
                <a:lnTo>
                  <a:pt x="291" y="21"/>
                </a:lnTo>
                <a:lnTo>
                  <a:pt x="292" y="20"/>
                </a:lnTo>
                <a:lnTo>
                  <a:pt x="293" y="20"/>
                </a:lnTo>
                <a:lnTo>
                  <a:pt x="296" y="20"/>
                </a:lnTo>
                <a:lnTo>
                  <a:pt x="298" y="19"/>
                </a:lnTo>
                <a:lnTo>
                  <a:pt x="299" y="19"/>
                </a:lnTo>
                <a:lnTo>
                  <a:pt x="300" y="19"/>
                </a:lnTo>
                <a:lnTo>
                  <a:pt x="301" y="19"/>
                </a:lnTo>
                <a:lnTo>
                  <a:pt x="302" y="19"/>
                </a:lnTo>
                <a:lnTo>
                  <a:pt x="303" y="19"/>
                </a:lnTo>
                <a:lnTo>
                  <a:pt x="304" y="19"/>
                </a:lnTo>
                <a:lnTo>
                  <a:pt x="305" y="19"/>
                </a:lnTo>
                <a:lnTo>
                  <a:pt x="305" y="20"/>
                </a:lnTo>
                <a:lnTo>
                  <a:pt x="306" y="20"/>
                </a:lnTo>
                <a:lnTo>
                  <a:pt x="307" y="20"/>
                </a:lnTo>
                <a:lnTo>
                  <a:pt x="311" y="22"/>
                </a:lnTo>
                <a:lnTo>
                  <a:pt x="311" y="23"/>
                </a:lnTo>
                <a:lnTo>
                  <a:pt x="312" y="23"/>
                </a:lnTo>
                <a:lnTo>
                  <a:pt x="313" y="23"/>
                </a:lnTo>
                <a:lnTo>
                  <a:pt x="314" y="23"/>
                </a:lnTo>
                <a:lnTo>
                  <a:pt x="316" y="23"/>
                </a:lnTo>
                <a:lnTo>
                  <a:pt x="316" y="24"/>
                </a:lnTo>
                <a:lnTo>
                  <a:pt x="317" y="24"/>
                </a:lnTo>
                <a:lnTo>
                  <a:pt x="318" y="24"/>
                </a:lnTo>
                <a:lnTo>
                  <a:pt x="319" y="24"/>
                </a:lnTo>
                <a:lnTo>
                  <a:pt x="320" y="24"/>
                </a:lnTo>
                <a:lnTo>
                  <a:pt x="321" y="24"/>
                </a:lnTo>
                <a:lnTo>
                  <a:pt x="322" y="25"/>
                </a:lnTo>
                <a:lnTo>
                  <a:pt x="323" y="25"/>
                </a:lnTo>
                <a:lnTo>
                  <a:pt x="324" y="25"/>
                </a:lnTo>
                <a:lnTo>
                  <a:pt x="324" y="26"/>
                </a:lnTo>
                <a:lnTo>
                  <a:pt x="325" y="26"/>
                </a:lnTo>
                <a:lnTo>
                  <a:pt x="325" y="25"/>
                </a:lnTo>
                <a:lnTo>
                  <a:pt x="326" y="25"/>
                </a:lnTo>
                <a:lnTo>
                  <a:pt x="326" y="26"/>
                </a:lnTo>
                <a:lnTo>
                  <a:pt x="327" y="26"/>
                </a:lnTo>
                <a:lnTo>
                  <a:pt x="328" y="26"/>
                </a:lnTo>
                <a:lnTo>
                  <a:pt x="329" y="26"/>
                </a:lnTo>
                <a:lnTo>
                  <a:pt x="330" y="26"/>
                </a:lnTo>
                <a:lnTo>
                  <a:pt x="330" y="27"/>
                </a:lnTo>
                <a:lnTo>
                  <a:pt x="330" y="28"/>
                </a:lnTo>
                <a:lnTo>
                  <a:pt x="330" y="29"/>
                </a:lnTo>
                <a:lnTo>
                  <a:pt x="330" y="30"/>
                </a:lnTo>
                <a:lnTo>
                  <a:pt x="331" y="31"/>
                </a:lnTo>
                <a:lnTo>
                  <a:pt x="331" y="32"/>
                </a:lnTo>
                <a:lnTo>
                  <a:pt x="332" y="32"/>
                </a:lnTo>
                <a:lnTo>
                  <a:pt x="333" y="31"/>
                </a:lnTo>
                <a:lnTo>
                  <a:pt x="334" y="30"/>
                </a:lnTo>
                <a:lnTo>
                  <a:pt x="334" y="29"/>
                </a:lnTo>
                <a:lnTo>
                  <a:pt x="335" y="29"/>
                </a:lnTo>
                <a:lnTo>
                  <a:pt x="335" y="28"/>
                </a:lnTo>
                <a:lnTo>
                  <a:pt x="335" y="27"/>
                </a:lnTo>
                <a:lnTo>
                  <a:pt x="336" y="27"/>
                </a:lnTo>
                <a:lnTo>
                  <a:pt x="337" y="27"/>
                </a:lnTo>
                <a:lnTo>
                  <a:pt x="338" y="26"/>
                </a:lnTo>
                <a:lnTo>
                  <a:pt x="339" y="26"/>
                </a:lnTo>
                <a:lnTo>
                  <a:pt x="340" y="27"/>
                </a:lnTo>
                <a:lnTo>
                  <a:pt x="341" y="27"/>
                </a:lnTo>
                <a:lnTo>
                  <a:pt x="341" y="28"/>
                </a:lnTo>
                <a:lnTo>
                  <a:pt x="342" y="29"/>
                </a:lnTo>
                <a:lnTo>
                  <a:pt x="342" y="31"/>
                </a:lnTo>
                <a:lnTo>
                  <a:pt x="343" y="32"/>
                </a:lnTo>
                <a:lnTo>
                  <a:pt x="344" y="32"/>
                </a:lnTo>
                <a:lnTo>
                  <a:pt x="345" y="33"/>
                </a:lnTo>
                <a:lnTo>
                  <a:pt x="345" y="34"/>
                </a:lnTo>
                <a:lnTo>
                  <a:pt x="346" y="34"/>
                </a:lnTo>
                <a:lnTo>
                  <a:pt x="347" y="35"/>
                </a:lnTo>
                <a:lnTo>
                  <a:pt x="348" y="35"/>
                </a:lnTo>
                <a:lnTo>
                  <a:pt x="349" y="35"/>
                </a:lnTo>
                <a:lnTo>
                  <a:pt x="350" y="35"/>
                </a:lnTo>
                <a:lnTo>
                  <a:pt x="351" y="35"/>
                </a:lnTo>
                <a:lnTo>
                  <a:pt x="352" y="35"/>
                </a:lnTo>
                <a:lnTo>
                  <a:pt x="352" y="36"/>
                </a:lnTo>
                <a:lnTo>
                  <a:pt x="352" y="37"/>
                </a:lnTo>
                <a:lnTo>
                  <a:pt x="351" y="37"/>
                </a:lnTo>
                <a:lnTo>
                  <a:pt x="351" y="38"/>
                </a:lnTo>
                <a:lnTo>
                  <a:pt x="351" y="39"/>
                </a:lnTo>
                <a:lnTo>
                  <a:pt x="351" y="40"/>
                </a:lnTo>
                <a:lnTo>
                  <a:pt x="352" y="41"/>
                </a:lnTo>
                <a:lnTo>
                  <a:pt x="351" y="42"/>
                </a:lnTo>
                <a:lnTo>
                  <a:pt x="350" y="42"/>
                </a:lnTo>
                <a:lnTo>
                  <a:pt x="349" y="43"/>
                </a:lnTo>
                <a:lnTo>
                  <a:pt x="348" y="43"/>
                </a:lnTo>
                <a:lnTo>
                  <a:pt x="348" y="44"/>
                </a:lnTo>
                <a:lnTo>
                  <a:pt x="347" y="44"/>
                </a:lnTo>
                <a:lnTo>
                  <a:pt x="347" y="45"/>
                </a:lnTo>
                <a:lnTo>
                  <a:pt x="347" y="46"/>
                </a:lnTo>
                <a:lnTo>
                  <a:pt x="347" y="47"/>
                </a:lnTo>
                <a:lnTo>
                  <a:pt x="347" y="48"/>
                </a:lnTo>
                <a:lnTo>
                  <a:pt x="348" y="50"/>
                </a:lnTo>
                <a:lnTo>
                  <a:pt x="348" y="51"/>
                </a:lnTo>
                <a:lnTo>
                  <a:pt x="349" y="52"/>
                </a:lnTo>
                <a:lnTo>
                  <a:pt x="350" y="52"/>
                </a:lnTo>
                <a:lnTo>
                  <a:pt x="351" y="51"/>
                </a:lnTo>
                <a:lnTo>
                  <a:pt x="351" y="50"/>
                </a:lnTo>
                <a:lnTo>
                  <a:pt x="352" y="49"/>
                </a:lnTo>
                <a:lnTo>
                  <a:pt x="353" y="49"/>
                </a:lnTo>
                <a:lnTo>
                  <a:pt x="354" y="48"/>
                </a:lnTo>
                <a:lnTo>
                  <a:pt x="355" y="48"/>
                </a:lnTo>
                <a:lnTo>
                  <a:pt x="355" y="47"/>
                </a:lnTo>
                <a:lnTo>
                  <a:pt x="355" y="46"/>
                </a:lnTo>
                <a:lnTo>
                  <a:pt x="356" y="46"/>
                </a:lnTo>
                <a:lnTo>
                  <a:pt x="357" y="46"/>
                </a:lnTo>
                <a:lnTo>
                  <a:pt x="358" y="46"/>
                </a:lnTo>
                <a:lnTo>
                  <a:pt x="359" y="46"/>
                </a:lnTo>
                <a:lnTo>
                  <a:pt x="359" y="45"/>
                </a:lnTo>
                <a:lnTo>
                  <a:pt x="360" y="45"/>
                </a:lnTo>
                <a:lnTo>
                  <a:pt x="361" y="45"/>
                </a:lnTo>
                <a:lnTo>
                  <a:pt x="362" y="45"/>
                </a:lnTo>
                <a:lnTo>
                  <a:pt x="362" y="46"/>
                </a:lnTo>
                <a:lnTo>
                  <a:pt x="363" y="46"/>
                </a:lnTo>
                <a:lnTo>
                  <a:pt x="363" y="47"/>
                </a:lnTo>
                <a:lnTo>
                  <a:pt x="362" y="47"/>
                </a:lnTo>
                <a:lnTo>
                  <a:pt x="363" y="48"/>
                </a:lnTo>
                <a:lnTo>
                  <a:pt x="363" y="49"/>
                </a:lnTo>
                <a:lnTo>
                  <a:pt x="364" y="49"/>
                </a:lnTo>
                <a:lnTo>
                  <a:pt x="365" y="50"/>
                </a:lnTo>
                <a:lnTo>
                  <a:pt x="366" y="51"/>
                </a:lnTo>
                <a:lnTo>
                  <a:pt x="367" y="51"/>
                </a:lnTo>
                <a:lnTo>
                  <a:pt x="367" y="52"/>
                </a:lnTo>
                <a:lnTo>
                  <a:pt x="368" y="52"/>
                </a:lnTo>
                <a:lnTo>
                  <a:pt x="369" y="53"/>
                </a:lnTo>
                <a:lnTo>
                  <a:pt x="370" y="53"/>
                </a:lnTo>
                <a:lnTo>
                  <a:pt x="370" y="54"/>
                </a:lnTo>
                <a:lnTo>
                  <a:pt x="370" y="55"/>
                </a:lnTo>
                <a:lnTo>
                  <a:pt x="371" y="55"/>
                </a:lnTo>
                <a:lnTo>
                  <a:pt x="371" y="56"/>
                </a:lnTo>
                <a:lnTo>
                  <a:pt x="372" y="57"/>
                </a:lnTo>
                <a:lnTo>
                  <a:pt x="373" y="57"/>
                </a:lnTo>
                <a:lnTo>
                  <a:pt x="373" y="58"/>
                </a:lnTo>
                <a:lnTo>
                  <a:pt x="374" y="58"/>
                </a:lnTo>
                <a:lnTo>
                  <a:pt x="375" y="59"/>
                </a:lnTo>
                <a:lnTo>
                  <a:pt x="375" y="60"/>
                </a:lnTo>
                <a:lnTo>
                  <a:pt x="376" y="60"/>
                </a:lnTo>
                <a:lnTo>
                  <a:pt x="376" y="59"/>
                </a:lnTo>
                <a:lnTo>
                  <a:pt x="377" y="59"/>
                </a:lnTo>
                <a:lnTo>
                  <a:pt x="377" y="58"/>
                </a:lnTo>
                <a:lnTo>
                  <a:pt x="377" y="57"/>
                </a:lnTo>
                <a:lnTo>
                  <a:pt x="378" y="55"/>
                </a:lnTo>
                <a:lnTo>
                  <a:pt x="378" y="54"/>
                </a:lnTo>
                <a:lnTo>
                  <a:pt x="379" y="54"/>
                </a:lnTo>
                <a:lnTo>
                  <a:pt x="380" y="54"/>
                </a:lnTo>
                <a:lnTo>
                  <a:pt x="383" y="54"/>
                </a:lnTo>
                <a:lnTo>
                  <a:pt x="384" y="55"/>
                </a:lnTo>
                <a:lnTo>
                  <a:pt x="385" y="55"/>
                </a:lnTo>
                <a:lnTo>
                  <a:pt x="386" y="55"/>
                </a:lnTo>
                <a:lnTo>
                  <a:pt x="386" y="56"/>
                </a:lnTo>
                <a:lnTo>
                  <a:pt x="386" y="57"/>
                </a:lnTo>
                <a:lnTo>
                  <a:pt x="386" y="58"/>
                </a:lnTo>
                <a:lnTo>
                  <a:pt x="385" y="58"/>
                </a:lnTo>
                <a:lnTo>
                  <a:pt x="384" y="58"/>
                </a:lnTo>
                <a:lnTo>
                  <a:pt x="383" y="59"/>
                </a:lnTo>
                <a:lnTo>
                  <a:pt x="382" y="59"/>
                </a:lnTo>
                <a:lnTo>
                  <a:pt x="381" y="60"/>
                </a:lnTo>
                <a:lnTo>
                  <a:pt x="381" y="61"/>
                </a:lnTo>
                <a:lnTo>
                  <a:pt x="383" y="63"/>
                </a:lnTo>
                <a:lnTo>
                  <a:pt x="383" y="64"/>
                </a:lnTo>
                <a:lnTo>
                  <a:pt x="384" y="65"/>
                </a:lnTo>
                <a:lnTo>
                  <a:pt x="385" y="66"/>
                </a:lnTo>
                <a:lnTo>
                  <a:pt x="385" y="67"/>
                </a:lnTo>
                <a:lnTo>
                  <a:pt x="384" y="68"/>
                </a:lnTo>
                <a:lnTo>
                  <a:pt x="381" y="69"/>
                </a:lnTo>
                <a:lnTo>
                  <a:pt x="380" y="69"/>
                </a:lnTo>
                <a:lnTo>
                  <a:pt x="379" y="69"/>
                </a:lnTo>
                <a:lnTo>
                  <a:pt x="379" y="70"/>
                </a:lnTo>
                <a:lnTo>
                  <a:pt x="378" y="70"/>
                </a:lnTo>
                <a:lnTo>
                  <a:pt x="378" y="71"/>
                </a:lnTo>
                <a:lnTo>
                  <a:pt x="378" y="72"/>
                </a:lnTo>
                <a:lnTo>
                  <a:pt x="378" y="73"/>
                </a:lnTo>
                <a:lnTo>
                  <a:pt x="378" y="74"/>
                </a:lnTo>
                <a:lnTo>
                  <a:pt x="378" y="75"/>
                </a:lnTo>
                <a:lnTo>
                  <a:pt x="379" y="76"/>
                </a:lnTo>
                <a:lnTo>
                  <a:pt x="379" y="77"/>
                </a:lnTo>
                <a:lnTo>
                  <a:pt x="380" y="78"/>
                </a:lnTo>
                <a:lnTo>
                  <a:pt x="381" y="79"/>
                </a:lnTo>
                <a:lnTo>
                  <a:pt x="382" y="79"/>
                </a:lnTo>
                <a:lnTo>
                  <a:pt x="383" y="80"/>
                </a:lnTo>
                <a:lnTo>
                  <a:pt x="384" y="81"/>
                </a:lnTo>
                <a:lnTo>
                  <a:pt x="385" y="81"/>
                </a:lnTo>
                <a:lnTo>
                  <a:pt x="386" y="80"/>
                </a:lnTo>
                <a:lnTo>
                  <a:pt x="386" y="79"/>
                </a:lnTo>
                <a:lnTo>
                  <a:pt x="386" y="78"/>
                </a:lnTo>
                <a:lnTo>
                  <a:pt x="386" y="77"/>
                </a:lnTo>
                <a:lnTo>
                  <a:pt x="387" y="77"/>
                </a:lnTo>
                <a:lnTo>
                  <a:pt x="389" y="77"/>
                </a:lnTo>
                <a:lnTo>
                  <a:pt x="390" y="78"/>
                </a:lnTo>
                <a:lnTo>
                  <a:pt x="391" y="78"/>
                </a:lnTo>
                <a:lnTo>
                  <a:pt x="392" y="79"/>
                </a:lnTo>
                <a:lnTo>
                  <a:pt x="393" y="79"/>
                </a:lnTo>
                <a:lnTo>
                  <a:pt x="397" y="81"/>
                </a:lnTo>
                <a:lnTo>
                  <a:pt x="398" y="82"/>
                </a:lnTo>
                <a:lnTo>
                  <a:pt x="399" y="83"/>
                </a:lnTo>
                <a:lnTo>
                  <a:pt x="400" y="83"/>
                </a:lnTo>
                <a:lnTo>
                  <a:pt x="400" y="84"/>
                </a:lnTo>
                <a:lnTo>
                  <a:pt x="400" y="86"/>
                </a:lnTo>
                <a:lnTo>
                  <a:pt x="400" y="87"/>
                </a:lnTo>
                <a:lnTo>
                  <a:pt x="400" y="88"/>
                </a:lnTo>
                <a:lnTo>
                  <a:pt x="399" y="88"/>
                </a:lnTo>
                <a:lnTo>
                  <a:pt x="400" y="88"/>
                </a:lnTo>
                <a:lnTo>
                  <a:pt x="400" y="90"/>
                </a:lnTo>
                <a:lnTo>
                  <a:pt x="400" y="91"/>
                </a:lnTo>
                <a:lnTo>
                  <a:pt x="401" y="91"/>
                </a:lnTo>
                <a:lnTo>
                  <a:pt x="402" y="91"/>
                </a:lnTo>
                <a:lnTo>
                  <a:pt x="403" y="90"/>
                </a:lnTo>
                <a:lnTo>
                  <a:pt x="404" y="90"/>
                </a:lnTo>
                <a:lnTo>
                  <a:pt x="404" y="89"/>
                </a:lnTo>
                <a:lnTo>
                  <a:pt x="405" y="89"/>
                </a:lnTo>
                <a:lnTo>
                  <a:pt x="406" y="89"/>
                </a:lnTo>
                <a:lnTo>
                  <a:pt x="407" y="89"/>
                </a:lnTo>
                <a:lnTo>
                  <a:pt x="407" y="90"/>
                </a:lnTo>
                <a:lnTo>
                  <a:pt x="407" y="91"/>
                </a:lnTo>
                <a:lnTo>
                  <a:pt x="408" y="91"/>
                </a:lnTo>
                <a:lnTo>
                  <a:pt x="409" y="93"/>
                </a:lnTo>
                <a:lnTo>
                  <a:pt x="410" y="93"/>
                </a:lnTo>
                <a:lnTo>
                  <a:pt x="411" y="94"/>
                </a:lnTo>
                <a:lnTo>
                  <a:pt x="412" y="95"/>
                </a:lnTo>
                <a:lnTo>
                  <a:pt x="413" y="96"/>
                </a:lnTo>
                <a:lnTo>
                  <a:pt x="414" y="97"/>
                </a:lnTo>
                <a:lnTo>
                  <a:pt x="415" y="98"/>
                </a:lnTo>
                <a:lnTo>
                  <a:pt x="415" y="99"/>
                </a:lnTo>
                <a:lnTo>
                  <a:pt x="416" y="99"/>
                </a:lnTo>
                <a:lnTo>
                  <a:pt x="416" y="102"/>
                </a:lnTo>
                <a:lnTo>
                  <a:pt x="415" y="102"/>
                </a:lnTo>
                <a:lnTo>
                  <a:pt x="415" y="103"/>
                </a:lnTo>
                <a:lnTo>
                  <a:pt x="414" y="104"/>
                </a:lnTo>
                <a:lnTo>
                  <a:pt x="414" y="105"/>
                </a:lnTo>
                <a:lnTo>
                  <a:pt x="414" y="106"/>
                </a:lnTo>
                <a:lnTo>
                  <a:pt x="414" y="107"/>
                </a:lnTo>
                <a:lnTo>
                  <a:pt x="415" y="108"/>
                </a:lnTo>
                <a:lnTo>
                  <a:pt x="416" y="108"/>
                </a:lnTo>
                <a:lnTo>
                  <a:pt x="416" y="109"/>
                </a:lnTo>
                <a:lnTo>
                  <a:pt x="417" y="109"/>
                </a:lnTo>
                <a:lnTo>
                  <a:pt x="418" y="109"/>
                </a:lnTo>
                <a:lnTo>
                  <a:pt x="418" y="108"/>
                </a:lnTo>
                <a:lnTo>
                  <a:pt x="419" y="108"/>
                </a:lnTo>
                <a:lnTo>
                  <a:pt x="420" y="108"/>
                </a:lnTo>
                <a:lnTo>
                  <a:pt x="421" y="108"/>
                </a:lnTo>
                <a:lnTo>
                  <a:pt x="424" y="108"/>
                </a:lnTo>
                <a:lnTo>
                  <a:pt x="424" y="109"/>
                </a:lnTo>
                <a:lnTo>
                  <a:pt x="424" y="110"/>
                </a:lnTo>
                <a:lnTo>
                  <a:pt x="422" y="110"/>
                </a:lnTo>
                <a:lnTo>
                  <a:pt x="421" y="111"/>
                </a:lnTo>
                <a:lnTo>
                  <a:pt x="421" y="112"/>
                </a:lnTo>
                <a:lnTo>
                  <a:pt x="420" y="112"/>
                </a:lnTo>
                <a:lnTo>
                  <a:pt x="420" y="113"/>
                </a:lnTo>
                <a:lnTo>
                  <a:pt x="419" y="113"/>
                </a:lnTo>
                <a:lnTo>
                  <a:pt x="418" y="114"/>
                </a:lnTo>
                <a:lnTo>
                  <a:pt x="418" y="115"/>
                </a:lnTo>
                <a:lnTo>
                  <a:pt x="417" y="115"/>
                </a:lnTo>
                <a:lnTo>
                  <a:pt x="417" y="116"/>
                </a:lnTo>
                <a:lnTo>
                  <a:pt x="416" y="116"/>
                </a:lnTo>
                <a:lnTo>
                  <a:pt x="416" y="117"/>
                </a:lnTo>
                <a:lnTo>
                  <a:pt x="416" y="118"/>
                </a:lnTo>
                <a:lnTo>
                  <a:pt x="416" y="119"/>
                </a:lnTo>
                <a:lnTo>
                  <a:pt x="415" y="120"/>
                </a:lnTo>
                <a:lnTo>
                  <a:pt x="416" y="120"/>
                </a:lnTo>
                <a:lnTo>
                  <a:pt x="416" y="121"/>
                </a:lnTo>
                <a:lnTo>
                  <a:pt x="417" y="122"/>
                </a:lnTo>
                <a:lnTo>
                  <a:pt x="418" y="122"/>
                </a:lnTo>
                <a:lnTo>
                  <a:pt x="419" y="122"/>
                </a:lnTo>
                <a:lnTo>
                  <a:pt x="420" y="122"/>
                </a:lnTo>
                <a:lnTo>
                  <a:pt x="420" y="123"/>
                </a:lnTo>
                <a:lnTo>
                  <a:pt x="421" y="123"/>
                </a:lnTo>
                <a:lnTo>
                  <a:pt x="422" y="122"/>
                </a:lnTo>
                <a:lnTo>
                  <a:pt x="423" y="122"/>
                </a:lnTo>
                <a:lnTo>
                  <a:pt x="424" y="122"/>
                </a:lnTo>
                <a:lnTo>
                  <a:pt x="425" y="122"/>
                </a:lnTo>
                <a:lnTo>
                  <a:pt x="426" y="123"/>
                </a:lnTo>
                <a:lnTo>
                  <a:pt x="427" y="123"/>
                </a:lnTo>
                <a:lnTo>
                  <a:pt x="427" y="124"/>
                </a:lnTo>
                <a:lnTo>
                  <a:pt x="428" y="124"/>
                </a:lnTo>
                <a:lnTo>
                  <a:pt x="430" y="124"/>
                </a:lnTo>
                <a:lnTo>
                  <a:pt x="431" y="124"/>
                </a:lnTo>
                <a:lnTo>
                  <a:pt x="432" y="124"/>
                </a:lnTo>
                <a:lnTo>
                  <a:pt x="433" y="124"/>
                </a:lnTo>
                <a:lnTo>
                  <a:pt x="436" y="125"/>
                </a:lnTo>
                <a:lnTo>
                  <a:pt x="437" y="125"/>
                </a:lnTo>
                <a:lnTo>
                  <a:pt x="438" y="125"/>
                </a:lnTo>
                <a:lnTo>
                  <a:pt x="438" y="126"/>
                </a:lnTo>
                <a:lnTo>
                  <a:pt x="439" y="126"/>
                </a:lnTo>
                <a:lnTo>
                  <a:pt x="439" y="127"/>
                </a:lnTo>
                <a:lnTo>
                  <a:pt x="439" y="129"/>
                </a:lnTo>
                <a:lnTo>
                  <a:pt x="438" y="130"/>
                </a:lnTo>
                <a:lnTo>
                  <a:pt x="438" y="131"/>
                </a:lnTo>
                <a:lnTo>
                  <a:pt x="438" y="132"/>
                </a:lnTo>
                <a:lnTo>
                  <a:pt x="438" y="133"/>
                </a:lnTo>
                <a:lnTo>
                  <a:pt x="439" y="133"/>
                </a:lnTo>
                <a:lnTo>
                  <a:pt x="439" y="134"/>
                </a:lnTo>
                <a:lnTo>
                  <a:pt x="438" y="134"/>
                </a:lnTo>
                <a:lnTo>
                  <a:pt x="438" y="135"/>
                </a:lnTo>
                <a:lnTo>
                  <a:pt x="437" y="135"/>
                </a:lnTo>
                <a:lnTo>
                  <a:pt x="437" y="136"/>
                </a:lnTo>
                <a:lnTo>
                  <a:pt x="437" y="137"/>
                </a:lnTo>
                <a:lnTo>
                  <a:pt x="438" y="137"/>
                </a:lnTo>
                <a:lnTo>
                  <a:pt x="438" y="138"/>
                </a:lnTo>
                <a:lnTo>
                  <a:pt x="437" y="138"/>
                </a:lnTo>
                <a:lnTo>
                  <a:pt x="437" y="139"/>
                </a:lnTo>
                <a:lnTo>
                  <a:pt x="436" y="138"/>
                </a:lnTo>
                <a:lnTo>
                  <a:pt x="435" y="138"/>
                </a:lnTo>
                <a:lnTo>
                  <a:pt x="434" y="138"/>
                </a:lnTo>
                <a:lnTo>
                  <a:pt x="434" y="139"/>
                </a:lnTo>
                <a:lnTo>
                  <a:pt x="433" y="140"/>
                </a:lnTo>
                <a:lnTo>
                  <a:pt x="432" y="140"/>
                </a:lnTo>
                <a:lnTo>
                  <a:pt x="432" y="141"/>
                </a:lnTo>
                <a:lnTo>
                  <a:pt x="432" y="143"/>
                </a:lnTo>
                <a:lnTo>
                  <a:pt x="433" y="144"/>
                </a:lnTo>
                <a:lnTo>
                  <a:pt x="434" y="144"/>
                </a:lnTo>
                <a:lnTo>
                  <a:pt x="435" y="145"/>
                </a:lnTo>
                <a:lnTo>
                  <a:pt x="435" y="146"/>
                </a:lnTo>
                <a:lnTo>
                  <a:pt x="435" y="148"/>
                </a:lnTo>
                <a:lnTo>
                  <a:pt x="435" y="149"/>
                </a:lnTo>
                <a:lnTo>
                  <a:pt x="435" y="150"/>
                </a:lnTo>
                <a:lnTo>
                  <a:pt x="436" y="150"/>
                </a:lnTo>
                <a:lnTo>
                  <a:pt x="436" y="151"/>
                </a:lnTo>
                <a:lnTo>
                  <a:pt x="437" y="152"/>
                </a:lnTo>
                <a:lnTo>
                  <a:pt x="438" y="152"/>
                </a:lnTo>
                <a:lnTo>
                  <a:pt x="439" y="152"/>
                </a:lnTo>
                <a:lnTo>
                  <a:pt x="440" y="152"/>
                </a:lnTo>
                <a:lnTo>
                  <a:pt x="440" y="153"/>
                </a:lnTo>
                <a:lnTo>
                  <a:pt x="441" y="155"/>
                </a:lnTo>
                <a:lnTo>
                  <a:pt x="442" y="155"/>
                </a:lnTo>
                <a:lnTo>
                  <a:pt x="443" y="156"/>
                </a:lnTo>
                <a:lnTo>
                  <a:pt x="444" y="157"/>
                </a:lnTo>
                <a:lnTo>
                  <a:pt x="446" y="159"/>
                </a:lnTo>
                <a:lnTo>
                  <a:pt x="447" y="161"/>
                </a:lnTo>
                <a:lnTo>
                  <a:pt x="447" y="162"/>
                </a:lnTo>
                <a:lnTo>
                  <a:pt x="448" y="162"/>
                </a:lnTo>
                <a:lnTo>
                  <a:pt x="449" y="163"/>
                </a:lnTo>
                <a:lnTo>
                  <a:pt x="450" y="164"/>
                </a:lnTo>
                <a:lnTo>
                  <a:pt x="451" y="165"/>
                </a:lnTo>
                <a:lnTo>
                  <a:pt x="453" y="168"/>
                </a:lnTo>
                <a:lnTo>
                  <a:pt x="454" y="169"/>
                </a:lnTo>
                <a:lnTo>
                  <a:pt x="455" y="169"/>
                </a:lnTo>
                <a:lnTo>
                  <a:pt x="456" y="169"/>
                </a:lnTo>
                <a:lnTo>
                  <a:pt x="457" y="170"/>
                </a:lnTo>
                <a:lnTo>
                  <a:pt x="457" y="171"/>
                </a:lnTo>
                <a:lnTo>
                  <a:pt x="457" y="172"/>
                </a:lnTo>
                <a:lnTo>
                  <a:pt x="458" y="173"/>
                </a:lnTo>
                <a:lnTo>
                  <a:pt x="459" y="173"/>
                </a:lnTo>
                <a:lnTo>
                  <a:pt x="460" y="173"/>
                </a:lnTo>
                <a:lnTo>
                  <a:pt x="461" y="173"/>
                </a:lnTo>
                <a:lnTo>
                  <a:pt x="461" y="172"/>
                </a:lnTo>
                <a:lnTo>
                  <a:pt x="462" y="172"/>
                </a:lnTo>
                <a:lnTo>
                  <a:pt x="462" y="173"/>
                </a:lnTo>
                <a:lnTo>
                  <a:pt x="463" y="174"/>
                </a:lnTo>
                <a:lnTo>
                  <a:pt x="464" y="175"/>
                </a:lnTo>
                <a:lnTo>
                  <a:pt x="463" y="176"/>
                </a:lnTo>
                <a:lnTo>
                  <a:pt x="463" y="177"/>
                </a:lnTo>
                <a:lnTo>
                  <a:pt x="463" y="178"/>
                </a:lnTo>
                <a:lnTo>
                  <a:pt x="464" y="179"/>
                </a:lnTo>
                <a:lnTo>
                  <a:pt x="465" y="180"/>
                </a:lnTo>
                <a:lnTo>
                  <a:pt x="466" y="181"/>
                </a:lnTo>
                <a:lnTo>
                  <a:pt x="466" y="182"/>
                </a:lnTo>
                <a:lnTo>
                  <a:pt x="466" y="183"/>
                </a:lnTo>
                <a:lnTo>
                  <a:pt x="466" y="184"/>
                </a:lnTo>
                <a:lnTo>
                  <a:pt x="466" y="185"/>
                </a:lnTo>
                <a:lnTo>
                  <a:pt x="465" y="185"/>
                </a:lnTo>
                <a:lnTo>
                  <a:pt x="465" y="186"/>
                </a:lnTo>
                <a:lnTo>
                  <a:pt x="464" y="186"/>
                </a:lnTo>
                <a:lnTo>
                  <a:pt x="463" y="187"/>
                </a:lnTo>
                <a:lnTo>
                  <a:pt x="462" y="188"/>
                </a:lnTo>
                <a:lnTo>
                  <a:pt x="462" y="189"/>
                </a:lnTo>
                <a:lnTo>
                  <a:pt x="462" y="190"/>
                </a:lnTo>
                <a:lnTo>
                  <a:pt x="463" y="190"/>
                </a:lnTo>
                <a:lnTo>
                  <a:pt x="464" y="191"/>
                </a:lnTo>
                <a:lnTo>
                  <a:pt x="465" y="192"/>
                </a:lnTo>
                <a:lnTo>
                  <a:pt x="466" y="192"/>
                </a:lnTo>
                <a:lnTo>
                  <a:pt x="467" y="192"/>
                </a:lnTo>
                <a:lnTo>
                  <a:pt x="468" y="192"/>
                </a:lnTo>
                <a:lnTo>
                  <a:pt x="469" y="192"/>
                </a:lnTo>
                <a:lnTo>
                  <a:pt x="470" y="192"/>
                </a:lnTo>
                <a:lnTo>
                  <a:pt x="471" y="193"/>
                </a:lnTo>
                <a:lnTo>
                  <a:pt x="473" y="193"/>
                </a:lnTo>
                <a:lnTo>
                  <a:pt x="474" y="193"/>
                </a:lnTo>
                <a:lnTo>
                  <a:pt x="477" y="194"/>
                </a:lnTo>
                <a:lnTo>
                  <a:pt x="478" y="195"/>
                </a:lnTo>
                <a:lnTo>
                  <a:pt x="478" y="196"/>
                </a:lnTo>
                <a:lnTo>
                  <a:pt x="477" y="196"/>
                </a:lnTo>
                <a:lnTo>
                  <a:pt x="477" y="197"/>
                </a:lnTo>
                <a:lnTo>
                  <a:pt x="477" y="198"/>
                </a:lnTo>
                <a:lnTo>
                  <a:pt x="477" y="199"/>
                </a:lnTo>
                <a:lnTo>
                  <a:pt x="476" y="199"/>
                </a:lnTo>
                <a:lnTo>
                  <a:pt x="476" y="200"/>
                </a:lnTo>
                <a:lnTo>
                  <a:pt x="476" y="202"/>
                </a:lnTo>
                <a:lnTo>
                  <a:pt x="476" y="203"/>
                </a:lnTo>
                <a:lnTo>
                  <a:pt x="475" y="204"/>
                </a:lnTo>
                <a:lnTo>
                  <a:pt x="475" y="205"/>
                </a:lnTo>
                <a:lnTo>
                  <a:pt x="475" y="206"/>
                </a:lnTo>
                <a:lnTo>
                  <a:pt x="475" y="207"/>
                </a:lnTo>
                <a:lnTo>
                  <a:pt x="476" y="208"/>
                </a:lnTo>
                <a:lnTo>
                  <a:pt x="478" y="209"/>
                </a:lnTo>
                <a:lnTo>
                  <a:pt x="480" y="209"/>
                </a:lnTo>
                <a:lnTo>
                  <a:pt x="484" y="209"/>
                </a:lnTo>
                <a:lnTo>
                  <a:pt x="485" y="208"/>
                </a:lnTo>
                <a:lnTo>
                  <a:pt x="486" y="209"/>
                </a:lnTo>
                <a:lnTo>
                  <a:pt x="488" y="211"/>
                </a:lnTo>
                <a:lnTo>
                  <a:pt x="489" y="213"/>
                </a:lnTo>
                <a:lnTo>
                  <a:pt x="489" y="214"/>
                </a:lnTo>
                <a:lnTo>
                  <a:pt x="489" y="215"/>
                </a:lnTo>
                <a:lnTo>
                  <a:pt x="488" y="216"/>
                </a:lnTo>
                <a:lnTo>
                  <a:pt x="487" y="217"/>
                </a:lnTo>
                <a:lnTo>
                  <a:pt x="486" y="217"/>
                </a:lnTo>
                <a:lnTo>
                  <a:pt x="485" y="217"/>
                </a:lnTo>
                <a:lnTo>
                  <a:pt x="483" y="217"/>
                </a:lnTo>
                <a:lnTo>
                  <a:pt x="482" y="218"/>
                </a:lnTo>
                <a:lnTo>
                  <a:pt x="481" y="218"/>
                </a:lnTo>
                <a:lnTo>
                  <a:pt x="481" y="219"/>
                </a:lnTo>
                <a:lnTo>
                  <a:pt x="481" y="220"/>
                </a:lnTo>
                <a:lnTo>
                  <a:pt x="481" y="222"/>
                </a:lnTo>
                <a:lnTo>
                  <a:pt x="482" y="224"/>
                </a:lnTo>
                <a:lnTo>
                  <a:pt x="482" y="226"/>
                </a:lnTo>
                <a:lnTo>
                  <a:pt x="483" y="227"/>
                </a:lnTo>
                <a:lnTo>
                  <a:pt x="484" y="228"/>
                </a:lnTo>
                <a:lnTo>
                  <a:pt x="485" y="228"/>
                </a:lnTo>
                <a:lnTo>
                  <a:pt x="486" y="229"/>
                </a:lnTo>
                <a:lnTo>
                  <a:pt x="487" y="229"/>
                </a:lnTo>
                <a:lnTo>
                  <a:pt x="489" y="229"/>
                </a:lnTo>
                <a:lnTo>
                  <a:pt x="490" y="229"/>
                </a:lnTo>
                <a:lnTo>
                  <a:pt x="490" y="228"/>
                </a:lnTo>
                <a:lnTo>
                  <a:pt x="491" y="228"/>
                </a:lnTo>
                <a:lnTo>
                  <a:pt x="491" y="227"/>
                </a:lnTo>
                <a:lnTo>
                  <a:pt x="491" y="226"/>
                </a:lnTo>
                <a:lnTo>
                  <a:pt x="491" y="225"/>
                </a:lnTo>
                <a:lnTo>
                  <a:pt x="490" y="224"/>
                </a:lnTo>
                <a:lnTo>
                  <a:pt x="488" y="223"/>
                </a:lnTo>
                <a:lnTo>
                  <a:pt x="487" y="222"/>
                </a:lnTo>
                <a:lnTo>
                  <a:pt x="486" y="222"/>
                </a:lnTo>
                <a:lnTo>
                  <a:pt x="486" y="221"/>
                </a:lnTo>
                <a:lnTo>
                  <a:pt x="486" y="220"/>
                </a:lnTo>
                <a:lnTo>
                  <a:pt x="487" y="220"/>
                </a:lnTo>
                <a:lnTo>
                  <a:pt x="487" y="219"/>
                </a:lnTo>
                <a:lnTo>
                  <a:pt x="488" y="219"/>
                </a:lnTo>
                <a:lnTo>
                  <a:pt x="489" y="218"/>
                </a:lnTo>
                <a:lnTo>
                  <a:pt x="490" y="217"/>
                </a:lnTo>
                <a:lnTo>
                  <a:pt x="492" y="217"/>
                </a:lnTo>
                <a:lnTo>
                  <a:pt x="493" y="216"/>
                </a:lnTo>
                <a:lnTo>
                  <a:pt x="494" y="217"/>
                </a:lnTo>
                <a:lnTo>
                  <a:pt x="494" y="218"/>
                </a:lnTo>
                <a:lnTo>
                  <a:pt x="495" y="219"/>
                </a:lnTo>
                <a:lnTo>
                  <a:pt x="495" y="220"/>
                </a:lnTo>
                <a:lnTo>
                  <a:pt x="494" y="222"/>
                </a:lnTo>
                <a:lnTo>
                  <a:pt x="494" y="223"/>
                </a:lnTo>
                <a:lnTo>
                  <a:pt x="494" y="224"/>
                </a:lnTo>
                <a:lnTo>
                  <a:pt x="493" y="225"/>
                </a:lnTo>
                <a:lnTo>
                  <a:pt x="492" y="227"/>
                </a:lnTo>
                <a:lnTo>
                  <a:pt x="492" y="228"/>
                </a:lnTo>
                <a:lnTo>
                  <a:pt x="492" y="230"/>
                </a:lnTo>
                <a:lnTo>
                  <a:pt x="492" y="231"/>
                </a:lnTo>
                <a:lnTo>
                  <a:pt x="491" y="232"/>
                </a:lnTo>
                <a:lnTo>
                  <a:pt x="491" y="234"/>
                </a:lnTo>
                <a:lnTo>
                  <a:pt x="491" y="235"/>
                </a:lnTo>
                <a:lnTo>
                  <a:pt x="492" y="236"/>
                </a:lnTo>
                <a:lnTo>
                  <a:pt x="492" y="237"/>
                </a:lnTo>
                <a:lnTo>
                  <a:pt x="493" y="239"/>
                </a:lnTo>
                <a:lnTo>
                  <a:pt x="494" y="241"/>
                </a:lnTo>
                <a:lnTo>
                  <a:pt x="494" y="242"/>
                </a:lnTo>
                <a:lnTo>
                  <a:pt x="495" y="245"/>
                </a:lnTo>
                <a:lnTo>
                  <a:pt x="496" y="246"/>
                </a:lnTo>
                <a:lnTo>
                  <a:pt x="496" y="248"/>
                </a:lnTo>
                <a:lnTo>
                  <a:pt x="496" y="249"/>
                </a:lnTo>
                <a:lnTo>
                  <a:pt x="497" y="250"/>
                </a:lnTo>
                <a:lnTo>
                  <a:pt x="497" y="251"/>
                </a:lnTo>
                <a:lnTo>
                  <a:pt x="498" y="251"/>
                </a:lnTo>
                <a:lnTo>
                  <a:pt x="498" y="252"/>
                </a:lnTo>
                <a:lnTo>
                  <a:pt x="499" y="252"/>
                </a:lnTo>
                <a:lnTo>
                  <a:pt x="500" y="252"/>
                </a:lnTo>
                <a:lnTo>
                  <a:pt x="502" y="253"/>
                </a:lnTo>
                <a:lnTo>
                  <a:pt x="504" y="255"/>
                </a:lnTo>
                <a:lnTo>
                  <a:pt x="505" y="256"/>
                </a:lnTo>
                <a:lnTo>
                  <a:pt x="506" y="257"/>
                </a:lnTo>
                <a:lnTo>
                  <a:pt x="507" y="258"/>
                </a:lnTo>
                <a:lnTo>
                  <a:pt x="508" y="259"/>
                </a:lnTo>
                <a:lnTo>
                  <a:pt x="509" y="260"/>
                </a:lnTo>
                <a:lnTo>
                  <a:pt x="510" y="261"/>
                </a:lnTo>
                <a:lnTo>
                  <a:pt x="512" y="261"/>
                </a:lnTo>
                <a:lnTo>
                  <a:pt x="514" y="262"/>
                </a:lnTo>
                <a:lnTo>
                  <a:pt x="515" y="262"/>
                </a:lnTo>
                <a:lnTo>
                  <a:pt x="517" y="263"/>
                </a:lnTo>
                <a:lnTo>
                  <a:pt x="518" y="264"/>
                </a:lnTo>
                <a:lnTo>
                  <a:pt x="519" y="265"/>
                </a:lnTo>
                <a:lnTo>
                  <a:pt x="519" y="266"/>
                </a:lnTo>
                <a:lnTo>
                  <a:pt x="520" y="267"/>
                </a:lnTo>
                <a:lnTo>
                  <a:pt x="521" y="268"/>
                </a:lnTo>
                <a:lnTo>
                  <a:pt x="522" y="270"/>
                </a:lnTo>
                <a:lnTo>
                  <a:pt x="524" y="272"/>
                </a:lnTo>
                <a:lnTo>
                  <a:pt x="526" y="274"/>
                </a:lnTo>
                <a:lnTo>
                  <a:pt x="527" y="277"/>
                </a:lnTo>
                <a:lnTo>
                  <a:pt x="529" y="279"/>
                </a:lnTo>
                <a:lnTo>
                  <a:pt x="530" y="280"/>
                </a:lnTo>
                <a:lnTo>
                  <a:pt x="531" y="281"/>
                </a:lnTo>
                <a:lnTo>
                  <a:pt x="532" y="281"/>
                </a:lnTo>
                <a:lnTo>
                  <a:pt x="533" y="281"/>
                </a:lnTo>
                <a:lnTo>
                  <a:pt x="535" y="281"/>
                </a:lnTo>
                <a:lnTo>
                  <a:pt x="535" y="282"/>
                </a:lnTo>
                <a:lnTo>
                  <a:pt x="536" y="282"/>
                </a:lnTo>
                <a:lnTo>
                  <a:pt x="536" y="283"/>
                </a:lnTo>
                <a:lnTo>
                  <a:pt x="537" y="283"/>
                </a:lnTo>
                <a:lnTo>
                  <a:pt x="537" y="284"/>
                </a:lnTo>
                <a:lnTo>
                  <a:pt x="536" y="285"/>
                </a:lnTo>
                <a:lnTo>
                  <a:pt x="536" y="287"/>
                </a:lnTo>
                <a:lnTo>
                  <a:pt x="536" y="288"/>
                </a:lnTo>
                <a:lnTo>
                  <a:pt x="536" y="290"/>
                </a:lnTo>
                <a:lnTo>
                  <a:pt x="537" y="291"/>
                </a:lnTo>
                <a:lnTo>
                  <a:pt x="538" y="292"/>
                </a:lnTo>
                <a:lnTo>
                  <a:pt x="538" y="293"/>
                </a:lnTo>
                <a:lnTo>
                  <a:pt x="540" y="295"/>
                </a:lnTo>
                <a:lnTo>
                  <a:pt x="541" y="296"/>
                </a:lnTo>
                <a:lnTo>
                  <a:pt x="542" y="297"/>
                </a:lnTo>
                <a:lnTo>
                  <a:pt x="543" y="297"/>
                </a:lnTo>
                <a:lnTo>
                  <a:pt x="544" y="298"/>
                </a:lnTo>
                <a:lnTo>
                  <a:pt x="545" y="300"/>
                </a:lnTo>
                <a:lnTo>
                  <a:pt x="546" y="301"/>
                </a:lnTo>
                <a:lnTo>
                  <a:pt x="546" y="302"/>
                </a:lnTo>
                <a:lnTo>
                  <a:pt x="547" y="302"/>
                </a:lnTo>
                <a:lnTo>
                  <a:pt x="547" y="304"/>
                </a:lnTo>
                <a:lnTo>
                  <a:pt x="546" y="305"/>
                </a:lnTo>
                <a:lnTo>
                  <a:pt x="547" y="306"/>
                </a:lnTo>
                <a:lnTo>
                  <a:pt x="547" y="307"/>
                </a:lnTo>
                <a:lnTo>
                  <a:pt x="546" y="307"/>
                </a:lnTo>
                <a:lnTo>
                  <a:pt x="545" y="308"/>
                </a:lnTo>
                <a:lnTo>
                  <a:pt x="545" y="309"/>
                </a:lnTo>
                <a:lnTo>
                  <a:pt x="544" y="309"/>
                </a:lnTo>
                <a:lnTo>
                  <a:pt x="544" y="310"/>
                </a:lnTo>
                <a:lnTo>
                  <a:pt x="544" y="312"/>
                </a:lnTo>
                <a:lnTo>
                  <a:pt x="544" y="313"/>
                </a:lnTo>
                <a:lnTo>
                  <a:pt x="544" y="314"/>
                </a:lnTo>
                <a:lnTo>
                  <a:pt x="544" y="315"/>
                </a:lnTo>
                <a:lnTo>
                  <a:pt x="543" y="316"/>
                </a:lnTo>
                <a:lnTo>
                  <a:pt x="543" y="317"/>
                </a:lnTo>
                <a:lnTo>
                  <a:pt x="544" y="318"/>
                </a:lnTo>
                <a:lnTo>
                  <a:pt x="545" y="319"/>
                </a:lnTo>
                <a:lnTo>
                  <a:pt x="546" y="319"/>
                </a:lnTo>
                <a:lnTo>
                  <a:pt x="547" y="319"/>
                </a:lnTo>
                <a:lnTo>
                  <a:pt x="548" y="319"/>
                </a:lnTo>
                <a:lnTo>
                  <a:pt x="549" y="319"/>
                </a:lnTo>
                <a:lnTo>
                  <a:pt x="550" y="319"/>
                </a:lnTo>
                <a:lnTo>
                  <a:pt x="550" y="320"/>
                </a:lnTo>
                <a:lnTo>
                  <a:pt x="551" y="321"/>
                </a:lnTo>
                <a:lnTo>
                  <a:pt x="551" y="322"/>
                </a:lnTo>
                <a:lnTo>
                  <a:pt x="551" y="323"/>
                </a:lnTo>
                <a:lnTo>
                  <a:pt x="551" y="325"/>
                </a:lnTo>
                <a:lnTo>
                  <a:pt x="551" y="326"/>
                </a:lnTo>
                <a:lnTo>
                  <a:pt x="551" y="327"/>
                </a:lnTo>
                <a:lnTo>
                  <a:pt x="550" y="328"/>
                </a:lnTo>
                <a:lnTo>
                  <a:pt x="550" y="329"/>
                </a:lnTo>
                <a:lnTo>
                  <a:pt x="550" y="330"/>
                </a:lnTo>
                <a:lnTo>
                  <a:pt x="550" y="332"/>
                </a:lnTo>
                <a:lnTo>
                  <a:pt x="551" y="333"/>
                </a:lnTo>
                <a:lnTo>
                  <a:pt x="552" y="334"/>
                </a:lnTo>
                <a:lnTo>
                  <a:pt x="552" y="335"/>
                </a:lnTo>
                <a:lnTo>
                  <a:pt x="553" y="335"/>
                </a:lnTo>
                <a:lnTo>
                  <a:pt x="554" y="336"/>
                </a:lnTo>
                <a:lnTo>
                  <a:pt x="555" y="337"/>
                </a:lnTo>
                <a:lnTo>
                  <a:pt x="556" y="338"/>
                </a:lnTo>
                <a:lnTo>
                  <a:pt x="558" y="338"/>
                </a:lnTo>
                <a:lnTo>
                  <a:pt x="559" y="338"/>
                </a:lnTo>
                <a:lnTo>
                  <a:pt x="561" y="338"/>
                </a:lnTo>
                <a:lnTo>
                  <a:pt x="562" y="338"/>
                </a:lnTo>
                <a:lnTo>
                  <a:pt x="563" y="338"/>
                </a:lnTo>
                <a:lnTo>
                  <a:pt x="564" y="339"/>
                </a:lnTo>
                <a:lnTo>
                  <a:pt x="565" y="339"/>
                </a:lnTo>
                <a:lnTo>
                  <a:pt x="567" y="339"/>
                </a:lnTo>
                <a:lnTo>
                  <a:pt x="568" y="339"/>
                </a:lnTo>
                <a:lnTo>
                  <a:pt x="570" y="339"/>
                </a:lnTo>
                <a:lnTo>
                  <a:pt x="572" y="339"/>
                </a:lnTo>
                <a:lnTo>
                  <a:pt x="573" y="340"/>
                </a:lnTo>
                <a:lnTo>
                  <a:pt x="575" y="340"/>
                </a:lnTo>
                <a:lnTo>
                  <a:pt x="576" y="341"/>
                </a:lnTo>
                <a:lnTo>
                  <a:pt x="576" y="342"/>
                </a:lnTo>
                <a:lnTo>
                  <a:pt x="576" y="343"/>
                </a:lnTo>
                <a:lnTo>
                  <a:pt x="577" y="346"/>
                </a:lnTo>
                <a:lnTo>
                  <a:pt x="577" y="348"/>
                </a:lnTo>
                <a:lnTo>
                  <a:pt x="577" y="349"/>
                </a:lnTo>
                <a:lnTo>
                  <a:pt x="577" y="351"/>
                </a:lnTo>
                <a:lnTo>
                  <a:pt x="576" y="352"/>
                </a:lnTo>
                <a:lnTo>
                  <a:pt x="576" y="354"/>
                </a:lnTo>
                <a:lnTo>
                  <a:pt x="575" y="357"/>
                </a:lnTo>
                <a:lnTo>
                  <a:pt x="574" y="357"/>
                </a:lnTo>
                <a:lnTo>
                  <a:pt x="574" y="358"/>
                </a:lnTo>
                <a:lnTo>
                  <a:pt x="573" y="361"/>
                </a:lnTo>
                <a:lnTo>
                  <a:pt x="573" y="362"/>
                </a:lnTo>
                <a:lnTo>
                  <a:pt x="572" y="364"/>
                </a:lnTo>
                <a:lnTo>
                  <a:pt x="572" y="367"/>
                </a:lnTo>
                <a:lnTo>
                  <a:pt x="573" y="369"/>
                </a:lnTo>
                <a:lnTo>
                  <a:pt x="573" y="370"/>
                </a:lnTo>
                <a:lnTo>
                  <a:pt x="573" y="371"/>
                </a:lnTo>
                <a:lnTo>
                  <a:pt x="574" y="373"/>
                </a:lnTo>
                <a:lnTo>
                  <a:pt x="576" y="375"/>
                </a:lnTo>
                <a:lnTo>
                  <a:pt x="578" y="377"/>
                </a:lnTo>
                <a:lnTo>
                  <a:pt x="579" y="378"/>
                </a:lnTo>
                <a:lnTo>
                  <a:pt x="579" y="379"/>
                </a:lnTo>
                <a:lnTo>
                  <a:pt x="580" y="381"/>
                </a:lnTo>
                <a:lnTo>
                  <a:pt x="580" y="386"/>
                </a:lnTo>
                <a:lnTo>
                  <a:pt x="580" y="389"/>
                </a:lnTo>
                <a:lnTo>
                  <a:pt x="581" y="392"/>
                </a:lnTo>
                <a:lnTo>
                  <a:pt x="582" y="393"/>
                </a:lnTo>
                <a:lnTo>
                  <a:pt x="583" y="394"/>
                </a:lnTo>
                <a:lnTo>
                  <a:pt x="584" y="395"/>
                </a:lnTo>
                <a:lnTo>
                  <a:pt x="585" y="396"/>
                </a:lnTo>
                <a:lnTo>
                  <a:pt x="586" y="396"/>
                </a:lnTo>
                <a:lnTo>
                  <a:pt x="588" y="396"/>
                </a:lnTo>
                <a:lnTo>
                  <a:pt x="590" y="396"/>
                </a:lnTo>
                <a:lnTo>
                  <a:pt x="592" y="396"/>
                </a:lnTo>
                <a:lnTo>
                  <a:pt x="593" y="396"/>
                </a:lnTo>
                <a:lnTo>
                  <a:pt x="594" y="396"/>
                </a:lnTo>
                <a:lnTo>
                  <a:pt x="595" y="397"/>
                </a:lnTo>
                <a:lnTo>
                  <a:pt x="595" y="398"/>
                </a:lnTo>
                <a:lnTo>
                  <a:pt x="595" y="400"/>
                </a:lnTo>
                <a:lnTo>
                  <a:pt x="597" y="402"/>
                </a:lnTo>
                <a:lnTo>
                  <a:pt x="598" y="404"/>
                </a:lnTo>
                <a:lnTo>
                  <a:pt x="598" y="405"/>
                </a:lnTo>
                <a:lnTo>
                  <a:pt x="598" y="406"/>
                </a:lnTo>
                <a:lnTo>
                  <a:pt x="599" y="406"/>
                </a:lnTo>
                <a:lnTo>
                  <a:pt x="599" y="407"/>
                </a:lnTo>
                <a:lnTo>
                  <a:pt x="600" y="408"/>
                </a:lnTo>
                <a:lnTo>
                  <a:pt x="602" y="409"/>
                </a:lnTo>
                <a:lnTo>
                  <a:pt x="603" y="410"/>
                </a:lnTo>
                <a:lnTo>
                  <a:pt x="604" y="410"/>
                </a:lnTo>
                <a:lnTo>
                  <a:pt x="605" y="410"/>
                </a:lnTo>
                <a:lnTo>
                  <a:pt x="607" y="411"/>
                </a:lnTo>
                <a:lnTo>
                  <a:pt x="608" y="411"/>
                </a:lnTo>
                <a:lnTo>
                  <a:pt x="608" y="412"/>
                </a:lnTo>
                <a:lnTo>
                  <a:pt x="609" y="412"/>
                </a:lnTo>
                <a:lnTo>
                  <a:pt x="610" y="413"/>
                </a:lnTo>
                <a:lnTo>
                  <a:pt x="611" y="415"/>
                </a:lnTo>
                <a:lnTo>
                  <a:pt x="612" y="416"/>
                </a:lnTo>
                <a:lnTo>
                  <a:pt x="613" y="416"/>
                </a:lnTo>
                <a:lnTo>
                  <a:pt x="614" y="416"/>
                </a:lnTo>
                <a:lnTo>
                  <a:pt x="615" y="415"/>
                </a:lnTo>
                <a:lnTo>
                  <a:pt x="617" y="416"/>
                </a:lnTo>
                <a:lnTo>
                  <a:pt x="619" y="416"/>
                </a:lnTo>
                <a:lnTo>
                  <a:pt x="620" y="416"/>
                </a:lnTo>
                <a:lnTo>
                  <a:pt x="621" y="416"/>
                </a:lnTo>
                <a:lnTo>
                  <a:pt x="622" y="414"/>
                </a:lnTo>
                <a:lnTo>
                  <a:pt x="623" y="413"/>
                </a:lnTo>
                <a:lnTo>
                  <a:pt x="623" y="412"/>
                </a:lnTo>
                <a:lnTo>
                  <a:pt x="624" y="412"/>
                </a:lnTo>
                <a:lnTo>
                  <a:pt x="625" y="412"/>
                </a:lnTo>
                <a:lnTo>
                  <a:pt x="626" y="413"/>
                </a:lnTo>
                <a:lnTo>
                  <a:pt x="627" y="413"/>
                </a:lnTo>
                <a:lnTo>
                  <a:pt x="628" y="413"/>
                </a:lnTo>
                <a:lnTo>
                  <a:pt x="629" y="414"/>
                </a:lnTo>
                <a:lnTo>
                  <a:pt x="630" y="414"/>
                </a:lnTo>
                <a:lnTo>
                  <a:pt x="631" y="415"/>
                </a:lnTo>
                <a:lnTo>
                  <a:pt x="633" y="415"/>
                </a:lnTo>
                <a:lnTo>
                  <a:pt x="634" y="415"/>
                </a:lnTo>
                <a:lnTo>
                  <a:pt x="636" y="416"/>
                </a:lnTo>
                <a:lnTo>
                  <a:pt x="637" y="416"/>
                </a:lnTo>
                <a:lnTo>
                  <a:pt x="637" y="415"/>
                </a:lnTo>
                <a:lnTo>
                  <a:pt x="638" y="415"/>
                </a:lnTo>
                <a:lnTo>
                  <a:pt x="639" y="415"/>
                </a:lnTo>
                <a:lnTo>
                  <a:pt x="641" y="415"/>
                </a:lnTo>
                <a:lnTo>
                  <a:pt x="643" y="415"/>
                </a:lnTo>
                <a:lnTo>
                  <a:pt x="644" y="415"/>
                </a:lnTo>
                <a:lnTo>
                  <a:pt x="646" y="415"/>
                </a:lnTo>
                <a:lnTo>
                  <a:pt x="647" y="414"/>
                </a:lnTo>
                <a:lnTo>
                  <a:pt x="647" y="413"/>
                </a:lnTo>
                <a:lnTo>
                  <a:pt x="647" y="412"/>
                </a:lnTo>
                <a:lnTo>
                  <a:pt x="648" y="411"/>
                </a:lnTo>
                <a:lnTo>
                  <a:pt x="649" y="411"/>
                </a:lnTo>
                <a:lnTo>
                  <a:pt x="650" y="410"/>
                </a:lnTo>
                <a:lnTo>
                  <a:pt x="651" y="410"/>
                </a:lnTo>
                <a:lnTo>
                  <a:pt x="652" y="410"/>
                </a:lnTo>
                <a:lnTo>
                  <a:pt x="653" y="410"/>
                </a:lnTo>
                <a:lnTo>
                  <a:pt x="654" y="411"/>
                </a:lnTo>
                <a:lnTo>
                  <a:pt x="656" y="412"/>
                </a:lnTo>
                <a:lnTo>
                  <a:pt x="657" y="411"/>
                </a:lnTo>
                <a:lnTo>
                  <a:pt x="658" y="410"/>
                </a:lnTo>
                <a:lnTo>
                  <a:pt x="659" y="409"/>
                </a:lnTo>
                <a:lnTo>
                  <a:pt x="659" y="408"/>
                </a:lnTo>
                <a:lnTo>
                  <a:pt x="658" y="407"/>
                </a:lnTo>
                <a:lnTo>
                  <a:pt x="658" y="406"/>
                </a:lnTo>
                <a:lnTo>
                  <a:pt x="659" y="405"/>
                </a:lnTo>
                <a:lnTo>
                  <a:pt x="661" y="404"/>
                </a:lnTo>
                <a:lnTo>
                  <a:pt x="662" y="404"/>
                </a:lnTo>
                <a:lnTo>
                  <a:pt x="665" y="404"/>
                </a:lnTo>
                <a:lnTo>
                  <a:pt x="666" y="403"/>
                </a:lnTo>
                <a:lnTo>
                  <a:pt x="668" y="402"/>
                </a:lnTo>
                <a:lnTo>
                  <a:pt x="670" y="401"/>
                </a:lnTo>
                <a:lnTo>
                  <a:pt x="670" y="400"/>
                </a:lnTo>
                <a:lnTo>
                  <a:pt x="671" y="400"/>
                </a:lnTo>
                <a:lnTo>
                  <a:pt x="672" y="400"/>
                </a:lnTo>
                <a:lnTo>
                  <a:pt x="673" y="400"/>
                </a:lnTo>
                <a:lnTo>
                  <a:pt x="675" y="400"/>
                </a:lnTo>
                <a:lnTo>
                  <a:pt x="677" y="400"/>
                </a:lnTo>
                <a:lnTo>
                  <a:pt x="679" y="400"/>
                </a:lnTo>
                <a:lnTo>
                  <a:pt x="681" y="401"/>
                </a:lnTo>
                <a:lnTo>
                  <a:pt x="682" y="401"/>
                </a:lnTo>
                <a:lnTo>
                  <a:pt x="683" y="401"/>
                </a:lnTo>
                <a:lnTo>
                  <a:pt x="685" y="401"/>
                </a:lnTo>
                <a:lnTo>
                  <a:pt x="686" y="401"/>
                </a:lnTo>
                <a:lnTo>
                  <a:pt x="687" y="401"/>
                </a:lnTo>
                <a:lnTo>
                  <a:pt x="688" y="401"/>
                </a:lnTo>
                <a:lnTo>
                  <a:pt x="688" y="400"/>
                </a:lnTo>
                <a:lnTo>
                  <a:pt x="688" y="399"/>
                </a:lnTo>
                <a:lnTo>
                  <a:pt x="688" y="397"/>
                </a:lnTo>
                <a:lnTo>
                  <a:pt x="689" y="397"/>
                </a:lnTo>
                <a:lnTo>
                  <a:pt x="690" y="397"/>
                </a:lnTo>
                <a:lnTo>
                  <a:pt x="691" y="397"/>
                </a:lnTo>
                <a:lnTo>
                  <a:pt x="693" y="397"/>
                </a:lnTo>
                <a:lnTo>
                  <a:pt x="694" y="397"/>
                </a:lnTo>
                <a:lnTo>
                  <a:pt x="694" y="398"/>
                </a:lnTo>
                <a:lnTo>
                  <a:pt x="695" y="399"/>
                </a:lnTo>
                <a:lnTo>
                  <a:pt x="695" y="400"/>
                </a:lnTo>
                <a:lnTo>
                  <a:pt x="695" y="401"/>
                </a:lnTo>
                <a:lnTo>
                  <a:pt x="695" y="402"/>
                </a:lnTo>
                <a:lnTo>
                  <a:pt x="694" y="402"/>
                </a:lnTo>
                <a:lnTo>
                  <a:pt x="694" y="403"/>
                </a:lnTo>
                <a:lnTo>
                  <a:pt x="693" y="404"/>
                </a:lnTo>
                <a:lnTo>
                  <a:pt x="692" y="406"/>
                </a:lnTo>
                <a:lnTo>
                  <a:pt x="692" y="407"/>
                </a:lnTo>
                <a:lnTo>
                  <a:pt x="692" y="408"/>
                </a:lnTo>
                <a:lnTo>
                  <a:pt x="692" y="409"/>
                </a:lnTo>
                <a:lnTo>
                  <a:pt x="692" y="410"/>
                </a:lnTo>
                <a:lnTo>
                  <a:pt x="693" y="411"/>
                </a:lnTo>
                <a:lnTo>
                  <a:pt x="694" y="411"/>
                </a:lnTo>
                <a:lnTo>
                  <a:pt x="695" y="411"/>
                </a:lnTo>
                <a:lnTo>
                  <a:pt x="696" y="411"/>
                </a:lnTo>
                <a:lnTo>
                  <a:pt x="697" y="411"/>
                </a:lnTo>
                <a:lnTo>
                  <a:pt x="698" y="410"/>
                </a:lnTo>
                <a:lnTo>
                  <a:pt x="699" y="409"/>
                </a:lnTo>
                <a:lnTo>
                  <a:pt x="700" y="408"/>
                </a:lnTo>
                <a:lnTo>
                  <a:pt x="701" y="408"/>
                </a:lnTo>
                <a:lnTo>
                  <a:pt x="702" y="408"/>
                </a:lnTo>
                <a:lnTo>
                  <a:pt x="703" y="407"/>
                </a:lnTo>
                <a:lnTo>
                  <a:pt x="704" y="407"/>
                </a:lnTo>
                <a:lnTo>
                  <a:pt x="706" y="408"/>
                </a:lnTo>
                <a:lnTo>
                  <a:pt x="707" y="409"/>
                </a:lnTo>
                <a:lnTo>
                  <a:pt x="708" y="409"/>
                </a:lnTo>
                <a:lnTo>
                  <a:pt x="709" y="409"/>
                </a:lnTo>
                <a:lnTo>
                  <a:pt x="711" y="409"/>
                </a:lnTo>
                <a:lnTo>
                  <a:pt x="713" y="409"/>
                </a:lnTo>
                <a:lnTo>
                  <a:pt x="714" y="409"/>
                </a:lnTo>
                <a:lnTo>
                  <a:pt x="715" y="409"/>
                </a:lnTo>
                <a:lnTo>
                  <a:pt x="716" y="410"/>
                </a:lnTo>
                <a:lnTo>
                  <a:pt x="717" y="411"/>
                </a:lnTo>
                <a:lnTo>
                  <a:pt x="718" y="413"/>
                </a:lnTo>
                <a:lnTo>
                  <a:pt x="720" y="416"/>
                </a:lnTo>
                <a:lnTo>
                  <a:pt x="720" y="417"/>
                </a:lnTo>
                <a:lnTo>
                  <a:pt x="721" y="417"/>
                </a:lnTo>
                <a:lnTo>
                  <a:pt x="721" y="418"/>
                </a:lnTo>
                <a:lnTo>
                  <a:pt x="722" y="419"/>
                </a:lnTo>
                <a:lnTo>
                  <a:pt x="723" y="419"/>
                </a:lnTo>
                <a:lnTo>
                  <a:pt x="725" y="419"/>
                </a:lnTo>
                <a:lnTo>
                  <a:pt x="726" y="420"/>
                </a:lnTo>
                <a:lnTo>
                  <a:pt x="727" y="419"/>
                </a:lnTo>
                <a:lnTo>
                  <a:pt x="728" y="419"/>
                </a:lnTo>
                <a:lnTo>
                  <a:pt x="729" y="418"/>
                </a:lnTo>
                <a:lnTo>
                  <a:pt x="729" y="417"/>
                </a:lnTo>
                <a:lnTo>
                  <a:pt x="730" y="416"/>
                </a:lnTo>
                <a:lnTo>
                  <a:pt x="730" y="415"/>
                </a:lnTo>
                <a:lnTo>
                  <a:pt x="731" y="414"/>
                </a:lnTo>
                <a:lnTo>
                  <a:pt x="732" y="413"/>
                </a:lnTo>
                <a:lnTo>
                  <a:pt x="733" y="411"/>
                </a:lnTo>
                <a:lnTo>
                  <a:pt x="734" y="411"/>
                </a:lnTo>
                <a:lnTo>
                  <a:pt x="736" y="411"/>
                </a:lnTo>
                <a:lnTo>
                  <a:pt x="738" y="411"/>
                </a:lnTo>
                <a:lnTo>
                  <a:pt x="739" y="412"/>
                </a:lnTo>
                <a:lnTo>
                  <a:pt x="740" y="413"/>
                </a:lnTo>
                <a:lnTo>
                  <a:pt x="741" y="413"/>
                </a:lnTo>
                <a:lnTo>
                  <a:pt x="741" y="414"/>
                </a:lnTo>
                <a:lnTo>
                  <a:pt x="742" y="414"/>
                </a:lnTo>
                <a:lnTo>
                  <a:pt x="742" y="415"/>
                </a:lnTo>
                <a:lnTo>
                  <a:pt x="743" y="415"/>
                </a:lnTo>
                <a:lnTo>
                  <a:pt x="744" y="415"/>
                </a:lnTo>
                <a:lnTo>
                  <a:pt x="745" y="415"/>
                </a:lnTo>
                <a:lnTo>
                  <a:pt x="746" y="414"/>
                </a:lnTo>
                <a:lnTo>
                  <a:pt x="747" y="414"/>
                </a:lnTo>
                <a:lnTo>
                  <a:pt x="748" y="413"/>
                </a:lnTo>
                <a:lnTo>
                  <a:pt x="748" y="411"/>
                </a:lnTo>
                <a:lnTo>
                  <a:pt x="747" y="410"/>
                </a:lnTo>
                <a:lnTo>
                  <a:pt x="746" y="409"/>
                </a:lnTo>
                <a:lnTo>
                  <a:pt x="746" y="408"/>
                </a:lnTo>
                <a:lnTo>
                  <a:pt x="746" y="405"/>
                </a:lnTo>
                <a:lnTo>
                  <a:pt x="747" y="404"/>
                </a:lnTo>
                <a:lnTo>
                  <a:pt x="748" y="403"/>
                </a:lnTo>
                <a:lnTo>
                  <a:pt x="749" y="402"/>
                </a:lnTo>
                <a:lnTo>
                  <a:pt x="750" y="402"/>
                </a:lnTo>
                <a:lnTo>
                  <a:pt x="751" y="402"/>
                </a:lnTo>
                <a:lnTo>
                  <a:pt x="752" y="402"/>
                </a:lnTo>
                <a:lnTo>
                  <a:pt x="753" y="402"/>
                </a:lnTo>
                <a:lnTo>
                  <a:pt x="754" y="402"/>
                </a:lnTo>
                <a:lnTo>
                  <a:pt x="755" y="402"/>
                </a:lnTo>
                <a:lnTo>
                  <a:pt x="756" y="402"/>
                </a:lnTo>
                <a:lnTo>
                  <a:pt x="757" y="403"/>
                </a:lnTo>
                <a:lnTo>
                  <a:pt x="759" y="404"/>
                </a:lnTo>
                <a:lnTo>
                  <a:pt x="760" y="405"/>
                </a:lnTo>
                <a:lnTo>
                  <a:pt x="761" y="406"/>
                </a:lnTo>
                <a:lnTo>
                  <a:pt x="762" y="409"/>
                </a:lnTo>
                <a:lnTo>
                  <a:pt x="762" y="412"/>
                </a:lnTo>
                <a:lnTo>
                  <a:pt x="763" y="414"/>
                </a:lnTo>
                <a:lnTo>
                  <a:pt x="764" y="415"/>
                </a:lnTo>
                <a:lnTo>
                  <a:pt x="764" y="416"/>
                </a:lnTo>
                <a:lnTo>
                  <a:pt x="765" y="417"/>
                </a:lnTo>
                <a:lnTo>
                  <a:pt x="766" y="418"/>
                </a:lnTo>
                <a:lnTo>
                  <a:pt x="767" y="418"/>
                </a:lnTo>
                <a:lnTo>
                  <a:pt x="767" y="419"/>
                </a:lnTo>
                <a:lnTo>
                  <a:pt x="768" y="419"/>
                </a:lnTo>
                <a:lnTo>
                  <a:pt x="769" y="419"/>
                </a:lnTo>
                <a:lnTo>
                  <a:pt x="770" y="419"/>
                </a:lnTo>
                <a:lnTo>
                  <a:pt x="770" y="418"/>
                </a:lnTo>
                <a:lnTo>
                  <a:pt x="771" y="418"/>
                </a:lnTo>
                <a:lnTo>
                  <a:pt x="772" y="417"/>
                </a:lnTo>
                <a:lnTo>
                  <a:pt x="772" y="416"/>
                </a:lnTo>
                <a:lnTo>
                  <a:pt x="773" y="416"/>
                </a:lnTo>
                <a:lnTo>
                  <a:pt x="774" y="415"/>
                </a:lnTo>
                <a:lnTo>
                  <a:pt x="775" y="415"/>
                </a:lnTo>
                <a:lnTo>
                  <a:pt x="775" y="414"/>
                </a:lnTo>
                <a:lnTo>
                  <a:pt x="776" y="414"/>
                </a:lnTo>
                <a:lnTo>
                  <a:pt x="777" y="414"/>
                </a:lnTo>
                <a:lnTo>
                  <a:pt x="778" y="414"/>
                </a:lnTo>
                <a:lnTo>
                  <a:pt x="778" y="415"/>
                </a:lnTo>
                <a:lnTo>
                  <a:pt x="779" y="415"/>
                </a:lnTo>
                <a:lnTo>
                  <a:pt x="780" y="416"/>
                </a:lnTo>
                <a:lnTo>
                  <a:pt x="781" y="416"/>
                </a:lnTo>
                <a:lnTo>
                  <a:pt x="781" y="417"/>
                </a:lnTo>
                <a:lnTo>
                  <a:pt x="782" y="417"/>
                </a:lnTo>
                <a:lnTo>
                  <a:pt x="782" y="418"/>
                </a:lnTo>
                <a:lnTo>
                  <a:pt x="782" y="419"/>
                </a:lnTo>
                <a:lnTo>
                  <a:pt x="783" y="420"/>
                </a:lnTo>
                <a:lnTo>
                  <a:pt x="783" y="421"/>
                </a:lnTo>
                <a:lnTo>
                  <a:pt x="783" y="422"/>
                </a:lnTo>
                <a:lnTo>
                  <a:pt x="784" y="424"/>
                </a:lnTo>
                <a:lnTo>
                  <a:pt x="784" y="425"/>
                </a:lnTo>
                <a:lnTo>
                  <a:pt x="785" y="425"/>
                </a:lnTo>
                <a:lnTo>
                  <a:pt x="786" y="426"/>
                </a:lnTo>
                <a:lnTo>
                  <a:pt x="787" y="427"/>
                </a:lnTo>
                <a:lnTo>
                  <a:pt x="788" y="427"/>
                </a:lnTo>
                <a:lnTo>
                  <a:pt x="790" y="427"/>
                </a:lnTo>
                <a:lnTo>
                  <a:pt x="791" y="426"/>
                </a:lnTo>
                <a:lnTo>
                  <a:pt x="792" y="426"/>
                </a:lnTo>
                <a:lnTo>
                  <a:pt x="793" y="426"/>
                </a:lnTo>
                <a:lnTo>
                  <a:pt x="794" y="427"/>
                </a:lnTo>
                <a:lnTo>
                  <a:pt x="794" y="428"/>
                </a:lnTo>
                <a:lnTo>
                  <a:pt x="794" y="429"/>
                </a:lnTo>
                <a:lnTo>
                  <a:pt x="794" y="431"/>
                </a:lnTo>
                <a:lnTo>
                  <a:pt x="794" y="432"/>
                </a:lnTo>
                <a:lnTo>
                  <a:pt x="795" y="433"/>
                </a:lnTo>
                <a:lnTo>
                  <a:pt x="795" y="434"/>
                </a:lnTo>
                <a:lnTo>
                  <a:pt x="796" y="434"/>
                </a:lnTo>
                <a:lnTo>
                  <a:pt x="797" y="434"/>
                </a:lnTo>
                <a:lnTo>
                  <a:pt x="799" y="433"/>
                </a:lnTo>
                <a:lnTo>
                  <a:pt x="800" y="434"/>
                </a:lnTo>
                <a:lnTo>
                  <a:pt x="801" y="434"/>
                </a:lnTo>
                <a:lnTo>
                  <a:pt x="802" y="434"/>
                </a:lnTo>
                <a:lnTo>
                  <a:pt x="802" y="435"/>
                </a:lnTo>
                <a:lnTo>
                  <a:pt x="802" y="436"/>
                </a:lnTo>
                <a:lnTo>
                  <a:pt x="802" y="437"/>
                </a:lnTo>
                <a:lnTo>
                  <a:pt x="802" y="438"/>
                </a:lnTo>
                <a:lnTo>
                  <a:pt x="802" y="439"/>
                </a:lnTo>
                <a:lnTo>
                  <a:pt x="802" y="440"/>
                </a:lnTo>
                <a:lnTo>
                  <a:pt x="802" y="441"/>
                </a:lnTo>
                <a:lnTo>
                  <a:pt x="804" y="442"/>
                </a:lnTo>
                <a:lnTo>
                  <a:pt x="806" y="442"/>
                </a:lnTo>
                <a:lnTo>
                  <a:pt x="807" y="442"/>
                </a:lnTo>
                <a:lnTo>
                  <a:pt x="808" y="442"/>
                </a:lnTo>
                <a:lnTo>
                  <a:pt x="810" y="442"/>
                </a:lnTo>
                <a:lnTo>
                  <a:pt x="811" y="442"/>
                </a:lnTo>
                <a:lnTo>
                  <a:pt x="812" y="442"/>
                </a:lnTo>
                <a:lnTo>
                  <a:pt x="812" y="443"/>
                </a:lnTo>
                <a:lnTo>
                  <a:pt x="813" y="443"/>
                </a:lnTo>
                <a:lnTo>
                  <a:pt x="813" y="444"/>
                </a:lnTo>
                <a:lnTo>
                  <a:pt x="814" y="444"/>
                </a:lnTo>
                <a:lnTo>
                  <a:pt x="814" y="445"/>
                </a:lnTo>
                <a:lnTo>
                  <a:pt x="815" y="446"/>
                </a:lnTo>
                <a:lnTo>
                  <a:pt x="816" y="446"/>
                </a:lnTo>
                <a:lnTo>
                  <a:pt x="816" y="447"/>
                </a:lnTo>
                <a:lnTo>
                  <a:pt x="817" y="447"/>
                </a:lnTo>
                <a:lnTo>
                  <a:pt x="819" y="447"/>
                </a:lnTo>
                <a:lnTo>
                  <a:pt x="820" y="448"/>
                </a:lnTo>
                <a:lnTo>
                  <a:pt x="821" y="448"/>
                </a:lnTo>
                <a:lnTo>
                  <a:pt x="822" y="448"/>
                </a:lnTo>
                <a:lnTo>
                  <a:pt x="823" y="449"/>
                </a:lnTo>
                <a:lnTo>
                  <a:pt x="824" y="449"/>
                </a:lnTo>
                <a:lnTo>
                  <a:pt x="825" y="449"/>
                </a:lnTo>
                <a:lnTo>
                  <a:pt x="825" y="450"/>
                </a:lnTo>
                <a:lnTo>
                  <a:pt x="826" y="450"/>
                </a:lnTo>
                <a:lnTo>
                  <a:pt x="828" y="451"/>
                </a:lnTo>
                <a:lnTo>
                  <a:pt x="830" y="453"/>
                </a:lnTo>
                <a:lnTo>
                  <a:pt x="832" y="453"/>
                </a:lnTo>
                <a:lnTo>
                  <a:pt x="832" y="454"/>
                </a:lnTo>
                <a:lnTo>
                  <a:pt x="833" y="455"/>
                </a:lnTo>
                <a:lnTo>
                  <a:pt x="835" y="456"/>
                </a:lnTo>
                <a:lnTo>
                  <a:pt x="836" y="456"/>
                </a:lnTo>
                <a:lnTo>
                  <a:pt x="838" y="455"/>
                </a:lnTo>
                <a:lnTo>
                  <a:pt x="839" y="455"/>
                </a:lnTo>
                <a:lnTo>
                  <a:pt x="839" y="454"/>
                </a:lnTo>
                <a:lnTo>
                  <a:pt x="840" y="454"/>
                </a:lnTo>
                <a:lnTo>
                  <a:pt x="841" y="453"/>
                </a:lnTo>
                <a:lnTo>
                  <a:pt x="843" y="451"/>
                </a:lnTo>
                <a:lnTo>
                  <a:pt x="844" y="450"/>
                </a:lnTo>
                <a:lnTo>
                  <a:pt x="846" y="449"/>
                </a:lnTo>
                <a:lnTo>
                  <a:pt x="847" y="448"/>
                </a:lnTo>
                <a:lnTo>
                  <a:pt x="848" y="447"/>
                </a:lnTo>
                <a:lnTo>
                  <a:pt x="849" y="447"/>
                </a:lnTo>
                <a:lnTo>
                  <a:pt x="850" y="447"/>
                </a:lnTo>
                <a:lnTo>
                  <a:pt x="850" y="446"/>
                </a:lnTo>
                <a:lnTo>
                  <a:pt x="852" y="446"/>
                </a:lnTo>
                <a:lnTo>
                  <a:pt x="853" y="447"/>
                </a:lnTo>
                <a:lnTo>
                  <a:pt x="854" y="448"/>
                </a:lnTo>
                <a:lnTo>
                  <a:pt x="854" y="449"/>
                </a:lnTo>
                <a:lnTo>
                  <a:pt x="855" y="449"/>
                </a:lnTo>
                <a:lnTo>
                  <a:pt x="855" y="450"/>
                </a:lnTo>
                <a:lnTo>
                  <a:pt x="856" y="450"/>
                </a:lnTo>
                <a:lnTo>
                  <a:pt x="856" y="451"/>
                </a:lnTo>
                <a:lnTo>
                  <a:pt x="857" y="451"/>
                </a:lnTo>
                <a:lnTo>
                  <a:pt x="858" y="451"/>
                </a:lnTo>
                <a:lnTo>
                  <a:pt x="859" y="451"/>
                </a:lnTo>
                <a:lnTo>
                  <a:pt x="860" y="451"/>
                </a:lnTo>
                <a:lnTo>
                  <a:pt x="861" y="451"/>
                </a:lnTo>
                <a:lnTo>
                  <a:pt x="861" y="450"/>
                </a:lnTo>
                <a:lnTo>
                  <a:pt x="862" y="450"/>
                </a:lnTo>
                <a:lnTo>
                  <a:pt x="862" y="449"/>
                </a:lnTo>
                <a:lnTo>
                  <a:pt x="863" y="449"/>
                </a:lnTo>
                <a:lnTo>
                  <a:pt x="863" y="448"/>
                </a:lnTo>
                <a:lnTo>
                  <a:pt x="865" y="446"/>
                </a:lnTo>
                <a:lnTo>
                  <a:pt x="866" y="445"/>
                </a:lnTo>
                <a:lnTo>
                  <a:pt x="867" y="445"/>
                </a:lnTo>
                <a:lnTo>
                  <a:pt x="868" y="445"/>
                </a:lnTo>
                <a:lnTo>
                  <a:pt x="869" y="445"/>
                </a:lnTo>
                <a:lnTo>
                  <a:pt x="870" y="445"/>
                </a:lnTo>
                <a:lnTo>
                  <a:pt x="871" y="445"/>
                </a:lnTo>
                <a:lnTo>
                  <a:pt x="872" y="445"/>
                </a:lnTo>
                <a:lnTo>
                  <a:pt x="872" y="446"/>
                </a:lnTo>
                <a:lnTo>
                  <a:pt x="872" y="447"/>
                </a:lnTo>
                <a:lnTo>
                  <a:pt x="872" y="449"/>
                </a:lnTo>
                <a:lnTo>
                  <a:pt x="872" y="450"/>
                </a:lnTo>
                <a:lnTo>
                  <a:pt x="871" y="450"/>
                </a:lnTo>
                <a:lnTo>
                  <a:pt x="871" y="451"/>
                </a:lnTo>
                <a:lnTo>
                  <a:pt x="871" y="452"/>
                </a:lnTo>
                <a:lnTo>
                  <a:pt x="870" y="452"/>
                </a:lnTo>
                <a:lnTo>
                  <a:pt x="870" y="453"/>
                </a:lnTo>
                <a:lnTo>
                  <a:pt x="869" y="455"/>
                </a:lnTo>
                <a:lnTo>
                  <a:pt x="869" y="456"/>
                </a:lnTo>
                <a:lnTo>
                  <a:pt x="869" y="457"/>
                </a:lnTo>
                <a:lnTo>
                  <a:pt x="869" y="458"/>
                </a:lnTo>
                <a:lnTo>
                  <a:pt x="869" y="460"/>
                </a:lnTo>
                <a:lnTo>
                  <a:pt x="869" y="461"/>
                </a:lnTo>
                <a:lnTo>
                  <a:pt x="868" y="462"/>
                </a:lnTo>
                <a:lnTo>
                  <a:pt x="868" y="463"/>
                </a:lnTo>
                <a:lnTo>
                  <a:pt x="868" y="464"/>
                </a:lnTo>
                <a:lnTo>
                  <a:pt x="868" y="465"/>
                </a:lnTo>
                <a:lnTo>
                  <a:pt x="868" y="466"/>
                </a:lnTo>
                <a:lnTo>
                  <a:pt x="868" y="469"/>
                </a:lnTo>
                <a:lnTo>
                  <a:pt x="868" y="471"/>
                </a:lnTo>
                <a:lnTo>
                  <a:pt x="868" y="472"/>
                </a:lnTo>
                <a:lnTo>
                  <a:pt x="867" y="473"/>
                </a:lnTo>
                <a:lnTo>
                  <a:pt x="867" y="474"/>
                </a:lnTo>
                <a:lnTo>
                  <a:pt x="867" y="475"/>
                </a:lnTo>
                <a:lnTo>
                  <a:pt x="867" y="476"/>
                </a:lnTo>
                <a:lnTo>
                  <a:pt x="867" y="477"/>
                </a:lnTo>
                <a:lnTo>
                  <a:pt x="866" y="478"/>
                </a:lnTo>
                <a:lnTo>
                  <a:pt x="866" y="479"/>
                </a:lnTo>
                <a:lnTo>
                  <a:pt x="866" y="480"/>
                </a:lnTo>
                <a:lnTo>
                  <a:pt x="867" y="480"/>
                </a:lnTo>
                <a:lnTo>
                  <a:pt x="867" y="481"/>
                </a:lnTo>
                <a:lnTo>
                  <a:pt x="868" y="481"/>
                </a:lnTo>
                <a:lnTo>
                  <a:pt x="868" y="482"/>
                </a:lnTo>
                <a:lnTo>
                  <a:pt x="869" y="482"/>
                </a:lnTo>
                <a:lnTo>
                  <a:pt x="871" y="482"/>
                </a:lnTo>
                <a:lnTo>
                  <a:pt x="873" y="482"/>
                </a:lnTo>
                <a:lnTo>
                  <a:pt x="874" y="482"/>
                </a:lnTo>
                <a:lnTo>
                  <a:pt x="875" y="483"/>
                </a:lnTo>
                <a:lnTo>
                  <a:pt x="875" y="484"/>
                </a:lnTo>
                <a:lnTo>
                  <a:pt x="876" y="484"/>
                </a:lnTo>
                <a:lnTo>
                  <a:pt x="876" y="486"/>
                </a:lnTo>
                <a:lnTo>
                  <a:pt x="876" y="487"/>
                </a:lnTo>
                <a:lnTo>
                  <a:pt x="876" y="488"/>
                </a:lnTo>
                <a:lnTo>
                  <a:pt x="877" y="489"/>
                </a:lnTo>
                <a:lnTo>
                  <a:pt x="877" y="490"/>
                </a:lnTo>
                <a:lnTo>
                  <a:pt x="877" y="491"/>
                </a:lnTo>
                <a:lnTo>
                  <a:pt x="877" y="492"/>
                </a:lnTo>
                <a:lnTo>
                  <a:pt x="878" y="492"/>
                </a:lnTo>
                <a:lnTo>
                  <a:pt x="878" y="493"/>
                </a:lnTo>
                <a:lnTo>
                  <a:pt x="879" y="493"/>
                </a:lnTo>
                <a:lnTo>
                  <a:pt x="879" y="494"/>
                </a:lnTo>
                <a:lnTo>
                  <a:pt x="881" y="494"/>
                </a:lnTo>
                <a:lnTo>
                  <a:pt x="882" y="494"/>
                </a:lnTo>
                <a:lnTo>
                  <a:pt x="882" y="493"/>
                </a:lnTo>
                <a:lnTo>
                  <a:pt x="883" y="493"/>
                </a:lnTo>
                <a:lnTo>
                  <a:pt x="883" y="492"/>
                </a:lnTo>
                <a:lnTo>
                  <a:pt x="884" y="492"/>
                </a:lnTo>
                <a:lnTo>
                  <a:pt x="884" y="491"/>
                </a:lnTo>
                <a:lnTo>
                  <a:pt x="885" y="490"/>
                </a:lnTo>
                <a:lnTo>
                  <a:pt x="886" y="489"/>
                </a:lnTo>
                <a:lnTo>
                  <a:pt x="886" y="488"/>
                </a:lnTo>
                <a:lnTo>
                  <a:pt x="887" y="488"/>
                </a:lnTo>
                <a:lnTo>
                  <a:pt x="888" y="488"/>
                </a:lnTo>
                <a:lnTo>
                  <a:pt x="888" y="489"/>
                </a:lnTo>
                <a:lnTo>
                  <a:pt x="889" y="489"/>
                </a:lnTo>
                <a:lnTo>
                  <a:pt x="890" y="490"/>
                </a:lnTo>
                <a:lnTo>
                  <a:pt x="891" y="490"/>
                </a:lnTo>
                <a:lnTo>
                  <a:pt x="891" y="491"/>
                </a:lnTo>
                <a:lnTo>
                  <a:pt x="891" y="492"/>
                </a:lnTo>
                <a:lnTo>
                  <a:pt x="891" y="493"/>
                </a:lnTo>
                <a:lnTo>
                  <a:pt x="891" y="494"/>
                </a:lnTo>
                <a:lnTo>
                  <a:pt x="890" y="495"/>
                </a:lnTo>
                <a:lnTo>
                  <a:pt x="890" y="496"/>
                </a:lnTo>
                <a:lnTo>
                  <a:pt x="890" y="497"/>
                </a:lnTo>
                <a:lnTo>
                  <a:pt x="890" y="498"/>
                </a:lnTo>
                <a:lnTo>
                  <a:pt x="890" y="499"/>
                </a:lnTo>
                <a:lnTo>
                  <a:pt x="891" y="500"/>
                </a:lnTo>
                <a:lnTo>
                  <a:pt x="892" y="501"/>
                </a:lnTo>
                <a:lnTo>
                  <a:pt x="893" y="502"/>
                </a:lnTo>
                <a:lnTo>
                  <a:pt x="893" y="503"/>
                </a:lnTo>
                <a:lnTo>
                  <a:pt x="894" y="503"/>
                </a:lnTo>
                <a:lnTo>
                  <a:pt x="894" y="504"/>
                </a:lnTo>
                <a:lnTo>
                  <a:pt x="894" y="505"/>
                </a:lnTo>
                <a:lnTo>
                  <a:pt x="895" y="505"/>
                </a:lnTo>
                <a:lnTo>
                  <a:pt x="895" y="506"/>
                </a:lnTo>
                <a:lnTo>
                  <a:pt x="895" y="507"/>
                </a:lnTo>
                <a:lnTo>
                  <a:pt x="896" y="507"/>
                </a:lnTo>
                <a:lnTo>
                  <a:pt x="896" y="508"/>
                </a:lnTo>
                <a:lnTo>
                  <a:pt x="897" y="508"/>
                </a:lnTo>
                <a:lnTo>
                  <a:pt x="899" y="508"/>
                </a:lnTo>
                <a:lnTo>
                  <a:pt x="900" y="508"/>
                </a:lnTo>
                <a:lnTo>
                  <a:pt x="900" y="509"/>
                </a:lnTo>
                <a:lnTo>
                  <a:pt x="901" y="509"/>
                </a:lnTo>
                <a:lnTo>
                  <a:pt x="901" y="510"/>
                </a:lnTo>
                <a:lnTo>
                  <a:pt x="901" y="511"/>
                </a:lnTo>
                <a:lnTo>
                  <a:pt x="902" y="511"/>
                </a:lnTo>
                <a:lnTo>
                  <a:pt x="902" y="512"/>
                </a:lnTo>
                <a:lnTo>
                  <a:pt x="903" y="512"/>
                </a:lnTo>
                <a:lnTo>
                  <a:pt x="903" y="513"/>
                </a:lnTo>
                <a:lnTo>
                  <a:pt x="903" y="514"/>
                </a:lnTo>
                <a:lnTo>
                  <a:pt x="902" y="514"/>
                </a:lnTo>
                <a:lnTo>
                  <a:pt x="902" y="515"/>
                </a:lnTo>
                <a:lnTo>
                  <a:pt x="902" y="516"/>
                </a:lnTo>
                <a:lnTo>
                  <a:pt x="902" y="517"/>
                </a:lnTo>
                <a:lnTo>
                  <a:pt x="902" y="518"/>
                </a:lnTo>
                <a:lnTo>
                  <a:pt x="901" y="518"/>
                </a:lnTo>
                <a:lnTo>
                  <a:pt x="901" y="519"/>
                </a:lnTo>
                <a:lnTo>
                  <a:pt x="900" y="519"/>
                </a:lnTo>
                <a:lnTo>
                  <a:pt x="899" y="520"/>
                </a:lnTo>
                <a:lnTo>
                  <a:pt x="899" y="523"/>
                </a:lnTo>
                <a:lnTo>
                  <a:pt x="899" y="524"/>
                </a:lnTo>
                <a:lnTo>
                  <a:pt x="899" y="525"/>
                </a:lnTo>
                <a:lnTo>
                  <a:pt x="899" y="526"/>
                </a:lnTo>
                <a:lnTo>
                  <a:pt x="900" y="527"/>
                </a:lnTo>
                <a:lnTo>
                  <a:pt x="900" y="528"/>
                </a:lnTo>
                <a:lnTo>
                  <a:pt x="900" y="529"/>
                </a:lnTo>
                <a:lnTo>
                  <a:pt x="899" y="529"/>
                </a:lnTo>
                <a:lnTo>
                  <a:pt x="899" y="530"/>
                </a:lnTo>
                <a:lnTo>
                  <a:pt x="898" y="530"/>
                </a:lnTo>
                <a:lnTo>
                  <a:pt x="898" y="531"/>
                </a:lnTo>
                <a:lnTo>
                  <a:pt x="898" y="532"/>
                </a:lnTo>
                <a:lnTo>
                  <a:pt x="897" y="532"/>
                </a:lnTo>
                <a:lnTo>
                  <a:pt x="897" y="533"/>
                </a:lnTo>
                <a:lnTo>
                  <a:pt x="897" y="534"/>
                </a:lnTo>
                <a:lnTo>
                  <a:pt x="896" y="534"/>
                </a:lnTo>
                <a:lnTo>
                  <a:pt x="896" y="535"/>
                </a:lnTo>
                <a:lnTo>
                  <a:pt x="895" y="536"/>
                </a:lnTo>
                <a:lnTo>
                  <a:pt x="895" y="537"/>
                </a:lnTo>
                <a:lnTo>
                  <a:pt x="895" y="538"/>
                </a:lnTo>
                <a:lnTo>
                  <a:pt x="894" y="538"/>
                </a:lnTo>
                <a:lnTo>
                  <a:pt x="894" y="539"/>
                </a:lnTo>
                <a:lnTo>
                  <a:pt x="894" y="540"/>
                </a:lnTo>
                <a:lnTo>
                  <a:pt x="894" y="541"/>
                </a:lnTo>
                <a:lnTo>
                  <a:pt x="895" y="541"/>
                </a:lnTo>
                <a:lnTo>
                  <a:pt x="895" y="542"/>
                </a:lnTo>
                <a:lnTo>
                  <a:pt x="896" y="542"/>
                </a:lnTo>
                <a:lnTo>
                  <a:pt x="896" y="543"/>
                </a:lnTo>
                <a:lnTo>
                  <a:pt x="897" y="543"/>
                </a:lnTo>
                <a:lnTo>
                  <a:pt x="897" y="544"/>
                </a:lnTo>
                <a:lnTo>
                  <a:pt x="897" y="545"/>
                </a:lnTo>
                <a:lnTo>
                  <a:pt x="897" y="546"/>
                </a:lnTo>
                <a:lnTo>
                  <a:pt x="898" y="546"/>
                </a:lnTo>
                <a:lnTo>
                  <a:pt x="898" y="547"/>
                </a:lnTo>
                <a:lnTo>
                  <a:pt x="899" y="547"/>
                </a:lnTo>
                <a:lnTo>
                  <a:pt x="899" y="548"/>
                </a:lnTo>
                <a:lnTo>
                  <a:pt x="900" y="548"/>
                </a:lnTo>
                <a:lnTo>
                  <a:pt x="901" y="548"/>
                </a:lnTo>
                <a:lnTo>
                  <a:pt x="902" y="548"/>
                </a:lnTo>
                <a:lnTo>
                  <a:pt x="903" y="549"/>
                </a:lnTo>
                <a:lnTo>
                  <a:pt x="904" y="549"/>
                </a:lnTo>
                <a:lnTo>
                  <a:pt x="904" y="550"/>
                </a:lnTo>
                <a:lnTo>
                  <a:pt x="904" y="551"/>
                </a:lnTo>
                <a:lnTo>
                  <a:pt x="905" y="551"/>
                </a:lnTo>
                <a:lnTo>
                  <a:pt x="906" y="552"/>
                </a:lnTo>
                <a:lnTo>
                  <a:pt x="908" y="552"/>
                </a:lnTo>
                <a:lnTo>
                  <a:pt x="910" y="554"/>
                </a:lnTo>
                <a:lnTo>
                  <a:pt x="914" y="556"/>
                </a:lnTo>
                <a:lnTo>
                  <a:pt x="916" y="556"/>
                </a:lnTo>
                <a:lnTo>
                  <a:pt x="917" y="557"/>
                </a:lnTo>
                <a:lnTo>
                  <a:pt x="918" y="558"/>
                </a:lnTo>
                <a:lnTo>
                  <a:pt x="919" y="559"/>
                </a:lnTo>
                <a:lnTo>
                  <a:pt x="920" y="560"/>
                </a:lnTo>
                <a:lnTo>
                  <a:pt x="922" y="562"/>
                </a:lnTo>
                <a:lnTo>
                  <a:pt x="924" y="563"/>
                </a:lnTo>
                <a:lnTo>
                  <a:pt x="925" y="565"/>
                </a:lnTo>
                <a:lnTo>
                  <a:pt x="927" y="567"/>
                </a:lnTo>
                <a:lnTo>
                  <a:pt x="928" y="568"/>
                </a:lnTo>
                <a:lnTo>
                  <a:pt x="929" y="570"/>
                </a:lnTo>
                <a:lnTo>
                  <a:pt x="929" y="571"/>
                </a:lnTo>
                <a:lnTo>
                  <a:pt x="930" y="573"/>
                </a:lnTo>
                <a:lnTo>
                  <a:pt x="930" y="575"/>
                </a:lnTo>
                <a:lnTo>
                  <a:pt x="932" y="579"/>
                </a:lnTo>
                <a:lnTo>
                  <a:pt x="932" y="581"/>
                </a:lnTo>
                <a:lnTo>
                  <a:pt x="933" y="581"/>
                </a:lnTo>
                <a:lnTo>
                  <a:pt x="933" y="582"/>
                </a:lnTo>
                <a:lnTo>
                  <a:pt x="934" y="583"/>
                </a:lnTo>
                <a:lnTo>
                  <a:pt x="935" y="583"/>
                </a:lnTo>
                <a:lnTo>
                  <a:pt x="937" y="584"/>
                </a:lnTo>
                <a:lnTo>
                  <a:pt x="939" y="584"/>
                </a:lnTo>
                <a:lnTo>
                  <a:pt x="941" y="584"/>
                </a:lnTo>
                <a:lnTo>
                  <a:pt x="945" y="583"/>
                </a:lnTo>
                <a:lnTo>
                  <a:pt x="946" y="583"/>
                </a:lnTo>
                <a:lnTo>
                  <a:pt x="947" y="582"/>
                </a:lnTo>
                <a:lnTo>
                  <a:pt x="952" y="579"/>
                </a:lnTo>
                <a:lnTo>
                  <a:pt x="953" y="578"/>
                </a:lnTo>
                <a:lnTo>
                  <a:pt x="953" y="577"/>
                </a:lnTo>
                <a:lnTo>
                  <a:pt x="953" y="576"/>
                </a:lnTo>
                <a:lnTo>
                  <a:pt x="954" y="576"/>
                </a:lnTo>
                <a:lnTo>
                  <a:pt x="955" y="575"/>
                </a:lnTo>
                <a:lnTo>
                  <a:pt x="955" y="574"/>
                </a:lnTo>
                <a:lnTo>
                  <a:pt x="957" y="574"/>
                </a:lnTo>
                <a:lnTo>
                  <a:pt x="958" y="573"/>
                </a:lnTo>
                <a:lnTo>
                  <a:pt x="958" y="572"/>
                </a:lnTo>
                <a:lnTo>
                  <a:pt x="959" y="572"/>
                </a:lnTo>
                <a:lnTo>
                  <a:pt x="961" y="572"/>
                </a:lnTo>
                <a:lnTo>
                  <a:pt x="963" y="572"/>
                </a:lnTo>
                <a:lnTo>
                  <a:pt x="964" y="572"/>
                </a:lnTo>
                <a:lnTo>
                  <a:pt x="966" y="572"/>
                </a:lnTo>
                <a:lnTo>
                  <a:pt x="967" y="572"/>
                </a:lnTo>
                <a:lnTo>
                  <a:pt x="967" y="571"/>
                </a:lnTo>
                <a:lnTo>
                  <a:pt x="968" y="571"/>
                </a:lnTo>
                <a:lnTo>
                  <a:pt x="970" y="569"/>
                </a:lnTo>
                <a:lnTo>
                  <a:pt x="971" y="568"/>
                </a:lnTo>
                <a:lnTo>
                  <a:pt x="972" y="568"/>
                </a:lnTo>
                <a:lnTo>
                  <a:pt x="973" y="567"/>
                </a:lnTo>
                <a:lnTo>
                  <a:pt x="976" y="567"/>
                </a:lnTo>
                <a:lnTo>
                  <a:pt x="978" y="567"/>
                </a:lnTo>
                <a:lnTo>
                  <a:pt x="979" y="567"/>
                </a:lnTo>
                <a:lnTo>
                  <a:pt x="981" y="567"/>
                </a:lnTo>
                <a:lnTo>
                  <a:pt x="982" y="568"/>
                </a:lnTo>
                <a:lnTo>
                  <a:pt x="983" y="569"/>
                </a:lnTo>
                <a:lnTo>
                  <a:pt x="983" y="570"/>
                </a:lnTo>
                <a:lnTo>
                  <a:pt x="984" y="572"/>
                </a:lnTo>
                <a:lnTo>
                  <a:pt x="984" y="573"/>
                </a:lnTo>
                <a:lnTo>
                  <a:pt x="985" y="574"/>
                </a:lnTo>
                <a:lnTo>
                  <a:pt x="987" y="575"/>
                </a:lnTo>
                <a:lnTo>
                  <a:pt x="988" y="575"/>
                </a:lnTo>
                <a:lnTo>
                  <a:pt x="989" y="575"/>
                </a:lnTo>
                <a:lnTo>
                  <a:pt x="990" y="574"/>
                </a:lnTo>
                <a:lnTo>
                  <a:pt x="991" y="574"/>
                </a:lnTo>
                <a:lnTo>
                  <a:pt x="992" y="573"/>
                </a:lnTo>
                <a:lnTo>
                  <a:pt x="993" y="572"/>
                </a:lnTo>
                <a:lnTo>
                  <a:pt x="993" y="570"/>
                </a:lnTo>
                <a:lnTo>
                  <a:pt x="993" y="569"/>
                </a:lnTo>
                <a:lnTo>
                  <a:pt x="993" y="568"/>
                </a:lnTo>
                <a:lnTo>
                  <a:pt x="994" y="567"/>
                </a:lnTo>
                <a:lnTo>
                  <a:pt x="995" y="567"/>
                </a:lnTo>
                <a:lnTo>
                  <a:pt x="995" y="566"/>
                </a:lnTo>
                <a:lnTo>
                  <a:pt x="997" y="566"/>
                </a:lnTo>
                <a:lnTo>
                  <a:pt x="998" y="566"/>
                </a:lnTo>
                <a:lnTo>
                  <a:pt x="999" y="567"/>
                </a:lnTo>
                <a:lnTo>
                  <a:pt x="1001" y="567"/>
                </a:lnTo>
                <a:lnTo>
                  <a:pt x="1002" y="568"/>
                </a:lnTo>
                <a:lnTo>
                  <a:pt x="1003" y="568"/>
                </a:lnTo>
                <a:lnTo>
                  <a:pt x="1004" y="568"/>
                </a:lnTo>
                <a:lnTo>
                  <a:pt x="1006" y="568"/>
                </a:lnTo>
                <a:lnTo>
                  <a:pt x="1007" y="568"/>
                </a:lnTo>
                <a:lnTo>
                  <a:pt x="1008" y="568"/>
                </a:lnTo>
                <a:lnTo>
                  <a:pt x="1009" y="567"/>
                </a:lnTo>
                <a:lnTo>
                  <a:pt x="1010" y="566"/>
                </a:lnTo>
                <a:lnTo>
                  <a:pt x="1012" y="565"/>
                </a:lnTo>
                <a:lnTo>
                  <a:pt x="1013" y="565"/>
                </a:lnTo>
                <a:lnTo>
                  <a:pt x="1014" y="565"/>
                </a:lnTo>
                <a:lnTo>
                  <a:pt x="1018" y="565"/>
                </a:lnTo>
                <a:lnTo>
                  <a:pt x="1019" y="565"/>
                </a:lnTo>
                <a:lnTo>
                  <a:pt x="1020" y="565"/>
                </a:lnTo>
                <a:lnTo>
                  <a:pt x="1020" y="564"/>
                </a:lnTo>
                <a:lnTo>
                  <a:pt x="1020" y="563"/>
                </a:lnTo>
                <a:lnTo>
                  <a:pt x="1020" y="562"/>
                </a:lnTo>
                <a:lnTo>
                  <a:pt x="1020" y="561"/>
                </a:lnTo>
                <a:lnTo>
                  <a:pt x="1020" y="560"/>
                </a:lnTo>
                <a:lnTo>
                  <a:pt x="1020" y="559"/>
                </a:lnTo>
                <a:lnTo>
                  <a:pt x="1021" y="559"/>
                </a:lnTo>
                <a:lnTo>
                  <a:pt x="1021" y="558"/>
                </a:lnTo>
                <a:lnTo>
                  <a:pt x="1022" y="558"/>
                </a:lnTo>
                <a:lnTo>
                  <a:pt x="1023" y="558"/>
                </a:lnTo>
                <a:lnTo>
                  <a:pt x="1024" y="558"/>
                </a:lnTo>
                <a:lnTo>
                  <a:pt x="1024" y="559"/>
                </a:lnTo>
                <a:lnTo>
                  <a:pt x="1025" y="559"/>
                </a:lnTo>
                <a:lnTo>
                  <a:pt x="1026" y="559"/>
                </a:lnTo>
                <a:lnTo>
                  <a:pt x="1027" y="559"/>
                </a:lnTo>
                <a:lnTo>
                  <a:pt x="1029" y="558"/>
                </a:lnTo>
                <a:lnTo>
                  <a:pt x="1030" y="558"/>
                </a:lnTo>
                <a:lnTo>
                  <a:pt x="1030" y="557"/>
                </a:lnTo>
                <a:lnTo>
                  <a:pt x="1031" y="557"/>
                </a:lnTo>
                <a:lnTo>
                  <a:pt x="1032" y="557"/>
                </a:lnTo>
                <a:lnTo>
                  <a:pt x="1033" y="557"/>
                </a:lnTo>
                <a:lnTo>
                  <a:pt x="1034" y="556"/>
                </a:lnTo>
                <a:lnTo>
                  <a:pt x="1035" y="556"/>
                </a:lnTo>
                <a:lnTo>
                  <a:pt x="1036" y="555"/>
                </a:lnTo>
                <a:lnTo>
                  <a:pt x="1036" y="554"/>
                </a:lnTo>
                <a:lnTo>
                  <a:pt x="1037" y="554"/>
                </a:lnTo>
                <a:lnTo>
                  <a:pt x="1038" y="554"/>
                </a:lnTo>
                <a:lnTo>
                  <a:pt x="1038" y="553"/>
                </a:lnTo>
                <a:lnTo>
                  <a:pt x="1040" y="553"/>
                </a:lnTo>
                <a:lnTo>
                  <a:pt x="1040" y="554"/>
                </a:lnTo>
                <a:lnTo>
                  <a:pt x="1041" y="554"/>
                </a:lnTo>
                <a:lnTo>
                  <a:pt x="1041" y="553"/>
                </a:lnTo>
                <a:lnTo>
                  <a:pt x="1042" y="553"/>
                </a:lnTo>
                <a:lnTo>
                  <a:pt x="1043" y="552"/>
                </a:lnTo>
                <a:lnTo>
                  <a:pt x="1043" y="551"/>
                </a:lnTo>
                <a:lnTo>
                  <a:pt x="1043" y="550"/>
                </a:lnTo>
                <a:lnTo>
                  <a:pt x="1043" y="549"/>
                </a:lnTo>
                <a:lnTo>
                  <a:pt x="1044" y="547"/>
                </a:lnTo>
                <a:lnTo>
                  <a:pt x="1044" y="546"/>
                </a:lnTo>
                <a:lnTo>
                  <a:pt x="1045" y="546"/>
                </a:lnTo>
                <a:lnTo>
                  <a:pt x="1046" y="545"/>
                </a:lnTo>
                <a:lnTo>
                  <a:pt x="1047" y="545"/>
                </a:lnTo>
                <a:lnTo>
                  <a:pt x="1049" y="545"/>
                </a:lnTo>
                <a:lnTo>
                  <a:pt x="1051" y="545"/>
                </a:lnTo>
                <a:lnTo>
                  <a:pt x="1052" y="545"/>
                </a:lnTo>
                <a:lnTo>
                  <a:pt x="1053" y="545"/>
                </a:lnTo>
                <a:lnTo>
                  <a:pt x="1054" y="546"/>
                </a:lnTo>
                <a:lnTo>
                  <a:pt x="1055" y="546"/>
                </a:lnTo>
                <a:lnTo>
                  <a:pt x="1056" y="546"/>
                </a:lnTo>
                <a:lnTo>
                  <a:pt x="1057" y="546"/>
                </a:lnTo>
                <a:lnTo>
                  <a:pt x="1059" y="546"/>
                </a:lnTo>
                <a:lnTo>
                  <a:pt x="1060" y="546"/>
                </a:lnTo>
                <a:lnTo>
                  <a:pt x="1060" y="547"/>
                </a:lnTo>
                <a:lnTo>
                  <a:pt x="1062" y="547"/>
                </a:lnTo>
                <a:lnTo>
                  <a:pt x="1062" y="546"/>
                </a:lnTo>
                <a:lnTo>
                  <a:pt x="1064" y="546"/>
                </a:lnTo>
                <a:lnTo>
                  <a:pt x="1065" y="546"/>
                </a:lnTo>
                <a:lnTo>
                  <a:pt x="1066" y="546"/>
                </a:lnTo>
                <a:lnTo>
                  <a:pt x="1066" y="545"/>
                </a:lnTo>
                <a:lnTo>
                  <a:pt x="1067" y="545"/>
                </a:lnTo>
                <a:lnTo>
                  <a:pt x="1067" y="544"/>
                </a:lnTo>
                <a:lnTo>
                  <a:pt x="1068" y="544"/>
                </a:lnTo>
                <a:lnTo>
                  <a:pt x="1068" y="543"/>
                </a:lnTo>
                <a:lnTo>
                  <a:pt x="1069" y="543"/>
                </a:lnTo>
                <a:lnTo>
                  <a:pt x="1069" y="542"/>
                </a:lnTo>
                <a:lnTo>
                  <a:pt x="1070" y="542"/>
                </a:lnTo>
                <a:lnTo>
                  <a:pt x="1070" y="541"/>
                </a:lnTo>
                <a:lnTo>
                  <a:pt x="1070" y="540"/>
                </a:lnTo>
                <a:lnTo>
                  <a:pt x="1070" y="539"/>
                </a:lnTo>
                <a:lnTo>
                  <a:pt x="1069" y="539"/>
                </a:lnTo>
                <a:lnTo>
                  <a:pt x="1068" y="539"/>
                </a:lnTo>
                <a:lnTo>
                  <a:pt x="1068" y="538"/>
                </a:lnTo>
                <a:lnTo>
                  <a:pt x="1067" y="538"/>
                </a:lnTo>
                <a:lnTo>
                  <a:pt x="1067" y="537"/>
                </a:lnTo>
                <a:lnTo>
                  <a:pt x="1067" y="536"/>
                </a:lnTo>
                <a:lnTo>
                  <a:pt x="1067" y="535"/>
                </a:lnTo>
                <a:lnTo>
                  <a:pt x="1067" y="533"/>
                </a:lnTo>
                <a:lnTo>
                  <a:pt x="1067" y="532"/>
                </a:lnTo>
                <a:lnTo>
                  <a:pt x="1067" y="531"/>
                </a:lnTo>
                <a:lnTo>
                  <a:pt x="1068" y="531"/>
                </a:lnTo>
                <a:lnTo>
                  <a:pt x="1068" y="530"/>
                </a:lnTo>
                <a:lnTo>
                  <a:pt x="1068" y="529"/>
                </a:lnTo>
                <a:lnTo>
                  <a:pt x="1068" y="528"/>
                </a:lnTo>
                <a:lnTo>
                  <a:pt x="1069" y="527"/>
                </a:lnTo>
                <a:lnTo>
                  <a:pt x="1070" y="526"/>
                </a:lnTo>
                <a:lnTo>
                  <a:pt x="1071" y="525"/>
                </a:lnTo>
                <a:lnTo>
                  <a:pt x="1071" y="524"/>
                </a:lnTo>
                <a:lnTo>
                  <a:pt x="1072" y="524"/>
                </a:lnTo>
                <a:lnTo>
                  <a:pt x="1072" y="523"/>
                </a:lnTo>
                <a:lnTo>
                  <a:pt x="1072" y="522"/>
                </a:lnTo>
                <a:lnTo>
                  <a:pt x="1071" y="521"/>
                </a:lnTo>
                <a:lnTo>
                  <a:pt x="1071" y="520"/>
                </a:lnTo>
                <a:lnTo>
                  <a:pt x="1070" y="519"/>
                </a:lnTo>
                <a:lnTo>
                  <a:pt x="1069" y="519"/>
                </a:lnTo>
                <a:lnTo>
                  <a:pt x="1069" y="518"/>
                </a:lnTo>
                <a:lnTo>
                  <a:pt x="1069" y="517"/>
                </a:lnTo>
                <a:lnTo>
                  <a:pt x="1068" y="517"/>
                </a:lnTo>
                <a:lnTo>
                  <a:pt x="1067" y="517"/>
                </a:lnTo>
                <a:lnTo>
                  <a:pt x="1067" y="516"/>
                </a:lnTo>
                <a:lnTo>
                  <a:pt x="1067" y="514"/>
                </a:lnTo>
                <a:lnTo>
                  <a:pt x="1068" y="513"/>
                </a:lnTo>
                <a:lnTo>
                  <a:pt x="1068" y="512"/>
                </a:lnTo>
                <a:lnTo>
                  <a:pt x="1069" y="512"/>
                </a:lnTo>
                <a:lnTo>
                  <a:pt x="1069" y="511"/>
                </a:lnTo>
                <a:lnTo>
                  <a:pt x="1070" y="511"/>
                </a:lnTo>
                <a:lnTo>
                  <a:pt x="1071" y="511"/>
                </a:lnTo>
                <a:lnTo>
                  <a:pt x="1072" y="511"/>
                </a:lnTo>
                <a:lnTo>
                  <a:pt x="1073" y="511"/>
                </a:lnTo>
                <a:lnTo>
                  <a:pt x="1074" y="512"/>
                </a:lnTo>
                <a:lnTo>
                  <a:pt x="1074" y="513"/>
                </a:lnTo>
                <a:lnTo>
                  <a:pt x="1075" y="513"/>
                </a:lnTo>
                <a:lnTo>
                  <a:pt x="1076" y="514"/>
                </a:lnTo>
                <a:lnTo>
                  <a:pt x="1078" y="514"/>
                </a:lnTo>
                <a:lnTo>
                  <a:pt x="1079" y="513"/>
                </a:lnTo>
                <a:lnTo>
                  <a:pt x="1080" y="513"/>
                </a:lnTo>
                <a:lnTo>
                  <a:pt x="1080" y="512"/>
                </a:lnTo>
                <a:lnTo>
                  <a:pt x="1081" y="511"/>
                </a:lnTo>
                <a:lnTo>
                  <a:pt x="1081" y="510"/>
                </a:lnTo>
                <a:lnTo>
                  <a:pt x="1082" y="510"/>
                </a:lnTo>
                <a:lnTo>
                  <a:pt x="1082" y="509"/>
                </a:lnTo>
                <a:lnTo>
                  <a:pt x="1082" y="508"/>
                </a:lnTo>
                <a:lnTo>
                  <a:pt x="1082" y="507"/>
                </a:lnTo>
                <a:lnTo>
                  <a:pt x="1082" y="506"/>
                </a:lnTo>
                <a:lnTo>
                  <a:pt x="1082" y="505"/>
                </a:lnTo>
                <a:lnTo>
                  <a:pt x="1083" y="504"/>
                </a:lnTo>
                <a:lnTo>
                  <a:pt x="1083" y="503"/>
                </a:lnTo>
                <a:lnTo>
                  <a:pt x="1086" y="500"/>
                </a:lnTo>
                <a:lnTo>
                  <a:pt x="1087" y="499"/>
                </a:lnTo>
                <a:lnTo>
                  <a:pt x="1092" y="496"/>
                </a:lnTo>
                <a:lnTo>
                  <a:pt x="1092" y="495"/>
                </a:lnTo>
                <a:lnTo>
                  <a:pt x="1093" y="493"/>
                </a:lnTo>
                <a:lnTo>
                  <a:pt x="1093" y="490"/>
                </a:lnTo>
                <a:lnTo>
                  <a:pt x="1093" y="489"/>
                </a:lnTo>
                <a:lnTo>
                  <a:pt x="1093" y="487"/>
                </a:lnTo>
                <a:lnTo>
                  <a:pt x="1093" y="486"/>
                </a:lnTo>
                <a:lnTo>
                  <a:pt x="1093" y="485"/>
                </a:lnTo>
                <a:lnTo>
                  <a:pt x="1094" y="485"/>
                </a:lnTo>
                <a:lnTo>
                  <a:pt x="1095" y="484"/>
                </a:lnTo>
                <a:lnTo>
                  <a:pt x="1095" y="483"/>
                </a:lnTo>
                <a:lnTo>
                  <a:pt x="1096" y="482"/>
                </a:lnTo>
                <a:lnTo>
                  <a:pt x="1097" y="482"/>
                </a:lnTo>
                <a:lnTo>
                  <a:pt x="1097" y="481"/>
                </a:lnTo>
                <a:lnTo>
                  <a:pt x="1098" y="481"/>
                </a:lnTo>
                <a:lnTo>
                  <a:pt x="1099" y="481"/>
                </a:lnTo>
                <a:lnTo>
                  <a:pt x="1101" y="480"/>
                </a:lnTo>
                <a:lnTo>
                  <a:pt x="1102" y="479"/>
                </a:lnTo>
                <a:lnTo>
                  <a:pt x="1103" y="479"/>
                </a:lnTo>
                <a:lnTo>
                  <a:pt x="1105" y="479"/>
                </a:lnTo>
                <a:lnTo>
                  <a:pt x="1106" y="479"/>
                </a:lnTo>
                <a:lnTo>
                  <a:pt x="1107" y="479"/>
                </a:lnTo>
                <a:lnTo>
                  <a:pt x="1108" y="479"/>
                </a:lnTo>
                <a:lnTo>
                  <a:pt x="1109" y="479"/>
                </a:lnTo>
                <a:lnTo>
                  <a:pt x="1110" y="479"/>
                </a:lnTo>
                <a:lnTo>
                  <a:pt x="1111" y="479"/>
                </a:lnTo>
                <a:lnTo>
                  <a:pt x="1112" y="479"/>
                </a:lnTo>
                <a:lnTo>
                  <a:pt x="1114" y="480"/>
                </a:lnTo>
                <a:lnTo>
                  <a:pt x="1115" y="480"/>
                </a:lnTo>
                <a:lnTo>
                  <a:pt x="1116" y="480"/>
                </a:lnTo>
                <a:lnTo>
                  <a:pt x="1117" y="479"/>
                </a:lnTo>
                <a:lnTo>
                  <a:pt x="1118" y="478"/>
                </a:lnTo>
                <a:lnTo>
                  <a:pt x="1118" y="477"/>
                </a:lnTo>
                <a:lnTo>
                  <a:pt x="1119" y="477"/>
                </a:lnTo>
                <a:lnTo>
                  <a:pt x="1120" y="477"/>
                </a:lnTo>
                <a:lnTo>
                  <a:pt x="1120" y="476"/>
                </a:lnTo>
                <a:lnTo>
                  <a:pt x="1121" y="475"/>
                </a:lnTo>
                <a:lnTo>
                  <a:pt x="1122" y="475"/>
                </a:lnTo>
                <a:lnTo>
                  <a:pt x="1122" y="474"/>
                </a:lnTo>
                <a:lnTo>
                  <a:pt x="1123" y="474"/>
                </a:lnTo>
                <a:lnTo>
                  <a:pt x="1124" y="474"/>
                </a:lnTo>
                <a:lnTo>
                  <a:pt x="1124" y="475"/>
                </a:lnTo>
                <a:lnTo>
                  <a:pt x="1125" y="475"/>
                </a:lnTo>
                <a:lnTo>
                  <a:pt x="1126" y="475"/>
                </a:lnTo>
                <a:lnTo>
                  <a:pt x="1127" y="475"/>
                </a:lnTo>
                <a:lnTo>
                  <a:pt x="1128" y="474"/>
                </a:lnTo>
                <a:lnTo>
                  <a:pt x="1130" y="474"/>
                </a:lnTo>
                <a:lnTo>
                  <a:pt x="1130" y="473"/>
                </a:lnTo>
                <a:lnTo>
                  <a:pt x="1131" y="473"/>
                </a:lnTo>
                <a:lnTo>
                  <a:pt x="1132" y="473"/>
                </a:lnTo>
                <a:lnTo>
                  <a:pt x="1133" y="473"/>
                </a:lnTo>
                <a:lnTo>
                  <a:pt x="1134" y="473"/>
                </a:lnTo>
                <a:lnTo>
                  <a:pt x="1134" y="472"/>
                </a:lnTo>
                <a:lnTo>
                  <a:pt x="1135" y="472"/>
                </a:lnTo>
                <a:lnTo>
                  <a:pt x="1135" y="471"/>
                </a:lnTo>
                <a:lnTo>
                  <a:pt x="1135" y="470"/>
                </a:lnTo>
                <a:lnTo>
                  <a:pt x="1135" y="469"/>
                </a:lnTo>
                <a:lnTo>
                  <a:pt x="1135" y="466"/>
                </a:lnTo>
                <a:lnTo>
                  <a:pt x="1135" y="463"/>
                </a:lnTo>
                <a:lnTo>
                  <a:pt x="1135" y="462"/>
                </a:lnTo>
                <a:lnTo>
                  <a:pt x="1136" y="462"/>
                </a:lnTo>
                <a:lnTo>
                  <a:pt x="1136" y="461"/>
                </a:lnTo>
                <a:lnTo>
                  <a:pt x="1137" y="461"/>
                </a:lnTo>
                <a:lnTo>
                  <a:pt x="1138" y="460"/>
                </a:lnTo>
                <a:lnTo>
                  <a:pt x="1139" y="460"/>
                </a:lnTo>
                <a:lnTo>
                  <a:pt x="1141" y="461"/>
                </a:lnTo>
                <a:lnTo>
                  <a:pt x="1142" y="461"/>
                </a:lnTo>
                <a:lnTo>
                  <a:pt x="1143" y="461"/>
                </a:lnTo>
                <a:lnTo>
                  <a:pt x="1145" y="460"/>
                </a:lnTo>
                <a:lnTo>
                  <a:pt x="1146" y="459"/>
                </a:lnTo>
                <a:lnTo>
                  <a:pt x="1146" y="458"/>
                </a:lnTo>
                <a:lnTo>
                  <a:pt x="1146" y="457"/>
                </a:lnTo>
                <a:lnTo>
                  <a:pt x="1146" y="455"/>
                </a:lnTo>
                <a:lnTo>
                  <a:pt x="1145" y="453"/>
                </a:lnTo>
                <a:lnTo>
                  <a:pt x="1145" y="452"/>
                </a:lnTo>
                <a:lnTo>
                  <a:pt x="1145" y="451"/>
                </a:lnTo>
                <a:lnTo>
                  <a:pt x="1146" y="451"/>
                </a:lnTo>
                <a:lnTo>
                  <a:pt x="1146" y="450"/>
                </a:lnTo>
                <a:lnTo>
                  <a:pt x="1147" y="450"/>
                </a:lnTo>
                <a:lnTo>
                  <a:pt x="1147" y="449"/>
                </a:lnTo>
                <a:lnTo>
                  <a:pt x="1148" y="449"/>
                </a:lnTo>
                <a:lnTo>
                  <a:pt x="1149" y="449"/>
                </a:lnTo>
                <a:lnTo>
                  <a:pt x="1149" y="448"/>
                </a:lnTo>
                <a:lnTo>
                  <a:pt x="1150" y="448"/>
                </a:lnTo>
                <a:lnTo>
                  <a:pt x="1151" y="448"/>
                </a:lnTo>
                <a:lnTo>
                  <a:pt x="1151" y="447"/>
                </a:lnTo>
                <a:lnTo>
                  <a:pt x="1152" y="447"/>
                </a:lnTo>
                <a:lnTo>
                  <a:pt x="1152" y="446"/>
                </a:lnTo>
                <a:lnTo>
                  <a:pt x="1153" y="445"/>
                </a:lnTo>
                <a:lnTo>
                  <a:pt x="1154" y="445"/>
                </a:lnTo>
                <a:lnTo>
                  <a:pt x="1155" y="444"/>
                </a:lnTo>
                <a:lnTo>
                  <a:pt x="1156" y="444"/>
                </a:lnTo>
                <a:lnTo>
                  <a:pt x="1156" y="443"/>
                </a:lnTo>
                <a:lnTo>
                  <a:pt x="1157" y="443"/>
                </a:lnTo>
                <a:lnTo>
                  <a:pt x="1157" y="442"/>
                </a:lnTo>
                <a:lnTo>
                  <a:pt x="1158" y="442"/>
                </a:lnTo>
                <a:lnTo>
                  <a:pt x="1159" y="441"/>
                </a:lnTo>
                <a:lnTo>
                  <a:pt x="1160" y="440"/>
                </a:lnTo>
                <a:lnTo>
                  <a:pt x="1161" y="439"/>
                </a:lnTo>
                <a:lnTo>
                  <a:pt x="1162" y="439"/>
                </a:lnTo>
                <a:lnTo>
                  <a:pt x="1163" y="439"/>
                </a:lnTo>
                <a:lnTo>
                  <a:pt x="1164" y="439"/>
                </a:lnTo>
                <a:lnTo>
                  <a:pt x="1165" y="438"/>
                </a:lnTo>
                <a:lnTo>
                  <a:pt x="1166" y="437"/>
                </a:lnTo>
                <a:lnTo>
                  <a:pt x="1166" y="436"/>
                </a:lnTo>
                <a:lnTo>
                  <a:pt x="1167" y="434"/>
                </a:lnTo>
                <a:lnTo>
                  <a:pt x="1167" y="432"/>
                </a:lnTo>
                <a:lnTo>
                  <a:pt x="1168" y="432"/>
                </a:lnTo>
                <a:lnTo>
                  <a:pt x="1169" y="432"/>
                </a:lnTo>
                <a:lnTo>
                  <a:pt x="1170" y="432"/>
                </a:lnTo>
                <a:lnTo>
                  <a:pt x="1172" y="432"/>
                </a:lnTo>
                <a:lnTo>
                  <a:pt x="1173" y="432"/>
                </a:lnTo>
                <a:lnTo>
                  <a:pt x="1175" y="431"/>
                </a:lnTo>
                <a:lnTo>
                  <a:pt x="1175" y="430"/>
                </a:lnTo>
                <a:lnTo>
                  <a:pt x="1176" y="430"/>
                </a:lnTo>
                <a:lnTo>
                  <a:pt x="1176" y="429"/>
                </a:lnTo>
                <a:lnTo>
                  <a:pt x="1176" y="428"/>
                </a:lnTo>
                <a:lnTo>
                  <a:pt x="1177" y="428"/>
                </a:lnTo>
                <a:lnTo>
                  <a:pt x="1177" y="427"/>
                </a:lnTo>
                <a:lnTo>
                  <a:pt x="1177" y="426"/>
                </a:lnTo>
                <a:lnTo>
                  <a:pt x="1178" y="425"/>
                </a:lnTo>
                <a:lnTo>
                  <a:pt x="1179" y="424"/>
                </a:lnTo>
                <a:lnTo>
                  <a:pt x="1179" y="423"/>
                </a:lnTo>
                <a:lnTo>
                  <a:pt x="1180" y="423"/>
                </a:lnTo>
                <a:lnTo>
                  <a:pt x="1181" y="422"/>
                </a:lnTo>
                <a:lnTo>
                  <a:pt x="1182" y="422"/>
                </a:lnTo>
                <a:lnTo>
                  <a:pt x="1184" y="422"/>
                </a:lnTo>
                <a:lnTo>
                  <a:pt x="1185" y="421"/>
                </a:lnTo>
                <a:lnTo>
                  <a:pt x="1186" y="421"/>
                </a:lnTo>
                <a:lnTo>
                  <a:pt x="1188" y="421"/>
                </a:lnTo>
                <a:lnTo>
                  <a:pt x="1189" y="421"/>
                </a:lnTo>
                <a:lnTo>
                  <a:pt x="1190" y="420"/>
                </a:lnTo>
                <a:lnTo>
                  <a:pt x="1191" y="420"/>
                </a:lnTo>
                <a:lnTo>
                  <a:pt x="1193" y="419"/>
                </a:lnTo>
                <a:lnTo>
                  <a:pt x="1194" y="418"/>
                </a:lnTo>
                <a:lnTo>
                  <a:pt x="1195" y="417"/>
                </a:lnTo>
                <a:lnTo>
                  <a:pt x="1195" y="416"/>
                </a:lnTo>
                <a:lnTo>
                  <a:pt x="1196" y="416"/>
                </a:lnTo>
                <a:lnTo>
                  <a:pt x="1197" y="415"/>
                </a:lnTo>
                <a:lnTo>
                  <a:pt x="1198" y="415"/>
                </a:lnTo>
                <a:lnTo>
                  <a:pt x="1198" y="414"/>
                </a:lnTo>
                <a:lnTo>
                  <a:pt x="1199" y="414"/>
                </a:lnTo>
                <a:lnTo>
                  <a:pt x="1200" y="413"/>
                </a:lnTo>
                <a:lnTo>
                  <a:pt x="1200" y="412"/>
                </a:lnTo>
                <a:lnTo>
                  <a:pt x="1202" y="411"/>
                </a:lnTo>
                <a:lnTo>
                  <a:pt x="1203" y="410"/>
                </a:lnTo>
                <a:lnTo>
                  <a:pt x="1204" y="410"/>
                </a:lnTo>
                <a:lnTo>
                  <a:pt x="1205" y="411"/>
                </a:lnTo>
                <a:lnTo>
                  <a:pt x="1207" y="411"/>
                </a:lnTo>
                <a:lnTo>
                  <a:pt x="1208" y="411"/>
                </a:lnTo>
                <a:lnTo>
                  <a:pt x="1209" y="411"/>
                </a:lnTo>
                <a:lnTo>
                  <a:pt x="1210" y="411"/>
                </a:lnTo>
                <a:lnTo>
                  <a:pt x="1211" y="410"/>
                </a:lnTo>
                <a:lnTo>
                  <a:pt x="1212" y="410"/>
                </a:lnTo>
                <a:lnTo>
                  <a:pt x="1212" y="409"/>
                </a:lnTo>
                <a:lnTo>
                  <a:pt x="1214" y="409"/>
                </a:lnTo>
                <a:lnTo>
                  <a:pt x="1215" y="408"/>
                </a:lnTo>
                <a:lnTo>
                  <a:pt x="1216" y="408"/>
                </a:lnTo>
                <a:lnTo>
                  <a:pt x="1217" y="408"/>
                </a:lnTo>
                <a:lnTo>
                  <a:pt x="1218" y="407"/>
                </a:lnTo>
                <a:lnTo>
                  <a:pt x="1218" y="408"/>
                </a:lnTo>
                <a:lnTo>
                  <a:pt x="1219" y="408"/>
                </a:lnTo>
                <a:lnTo>
                  <a:pt x="1220" y="408"/>
                </a:lnTo>
                <a:lnTo>
                  <a:pt x="1221" y="408"/>
                </a:lnTo>
                <a:lnTo>
                  <a:pt x="1223" y="409"/>
                </a:lnTo>
                <a:lnTo>
                  <a:pt x="1226" y="410"/>
                </a:lnTo>
                <a:lnTo>
                  <a:pt x="1227" y="410"/>
                </a:lnTo>
                <a:lnTo>
                  <a:pt x="1228" y="410"/>
                </a:lnTo>
                <a:lnTo>
                  <a:pt x="1229" y="410"/>
                </a:lnTo>
                <a:lnTo>
                  <a:pt x="1229" y="409"/>
                </a:lnTo>
                <a:lnTo>
                  <a:pt x="1230" y="408"/>
                </a:lnTo>
                <a:lnTo>
                  <a:pt x="1231" y="407"/>
                </a:lnTo>
                <a:lnTo>
                  <a:pt x="1231" y="406"/>
                </a:lnTo>
                <a:lnTo>
                  <a:pt x="1232" y="405"/>
                </a:lnTo>
                <a:lnTo>
                  <a:pt x="1232" y="403"/>
                </a:lnTo>
                <a:lnTo>
                  <a:pt x="1232" y="402"/>
                </a:lnTo>
                <a:lnTo>
                  <a:pt x="1233" y="399"/>
                </a:lnTo>
                <a:lnTo>
                  <a:pt x="1234" y="398"/>
                </a:lnTo>
                <a:lnTo>
                  <a:pt x="1235" y="398"/>
                </a:lnTo>
                <a:lnTo>
                  <a:pt x="1235" y="397"/>
                </a:lnTo>
                <a:lnTo>
                  <a:pt x="1237" y="397"/>
                </a:lnTo>
                <a:lnTo>
                  <a:pt x="1237" y="396"/>
                </a:lnTo>
                <a:lnTo>
                  <a:pt x="1238" y="396"/>
                </a:lnTo>
                <a:lnTo>
                  <a:pt x="1241" y="396"/>
                </a:lnTo>
                <a:lnTo>
                  <a:pt x="1243" y="396"/>
                </a:lnTo>
                <a:lnTo>
                  <a:pt x="1244" y="396"/>
                </a:lnTo>
                <a:lnTo>
                  <a:pt x="1245" y="396"/>
                </a:lnTo>
                <a:lnTo>
                  <a:pt x="1246" y="395"/>
                </a:lnTo>
                <a:lnTo>
                  <a:pt x="1247" y="394"/>
                </a:lnTo>
                <a:lnTo>
                  <a:pt x="1247" y="393"/>
                </a:lnTo>
                <a:lnTo>
                  <a:pt x="1247" y="392"/>
                </a:lnTo>
                <a:lnTo>
                  <a:pt x="1249" y="392"/>
                </a:lnTo>
                <a:lnTo>
                  <a:pt x="1250" y="393"/>
                </a:lnTo>
                <a:lnTo>
                  <a:pt x="1250" y="394"/>
                </a:lnTo>
                <a:lnTo>
                  <a:pt x="1251" y="394"/>
                </a:lnTo>
                <a:lnTo>
                  <a:pt x="1251" y="396"/>
                </a:lnTo>
                <a:lnTo>
                  <a:pt x="1251" y="399"/>
                </a:lnTo>
                <a:lnTo>
                  <a:pt x="1250" y="400"/>
                </a:lnTo>
                <a:lnTo>
                  <a:pt x="1250" y="401"/>
                </a:lnTo>
                <a:lnTo>
                  <a:pt x="1248" y="402"/>
                </a:lnTo>
                <a:lnTo>
                  <a:pt x="1246" y="405"/>
                </a:lnTo>
                <a:lnTo>
                  <a:pt x="1245" y="406"/>
                </a:lnTo>
                <a:lnTo>
                  <a:pt x="1244" y="406"/>
                </a:lnTo>
                <a:lnTo>
                  <a:pt x="1243" y="407"/>
                </a:lnTo>
                <a:lnTo>
                  <a:pt x="1242" y="408"/>
                </a:lnTo>
                <a:lnTo>
                  <a:pt x="1240" y="410"/>
                </a:lnTo>
                <a:lnTo>
                  <a:pt x="1239" y="410"/>
                </a:lnTo>
                <a:lnTo>
                  <a:pt x="1238" y="411"/>
                </a:lnTo>
                <a:lnTo>
                  <a:pt x="1237" y="412"/>
                </a:lnTo>
                <a:lnTo>
                  <a:pt x="1236" y="413"/>
                </a:lnTo>
                <a:lnTo>
                  <a:pt x="1234" y="414"/>
                </a:lnTo>
                <a:lnTo>
                  <a:pt x="1234" y="415"/>
                </a:lnTo>
                <a:lnTo>
                  <a:pt x="1232" y="416"/>
                </a:lnTo>
                <a:lnTo>
                  <a:pt x="1232" y="417"/>
                </a:lnTo>
                <a:lnTo>
                  <a:pt x="1232" y="418"/>
                </a:lnTo>
                <a:lnTo>
                  <a:pt x="1232" y="419"/>
                </a:lnTo>
                <a:lnTo>
                  <a:pt x="1231" y="419"/>
                </a:lnTo>
                <a:lnTo>
                  <a:pt x="1231" y="420"/>
                </a:lnTo>
                <a:lnTo>
                  <a:pt x="1230" y="420"/>
                </a:lnTo>
                <a:lnTo>
                  <a:pt x="1229" y="421"/>
                </a:lnTo>
                <a:lnTo>
                  <a:pt x="1228" y="422"/>
                </a:lnTo>
                <a:lnTo>
                  <a:pt x="1227" y="423"/>
                </a:lnTo>
                <a:lnTo>
                  <a:pt x="1226" y="424"/>
                </a:lnTo>
                <a:lnTo>
                  <a:pt x="1225" y="424"/>
                </a:lnTo>
                <a:lnTo>
                  <a:pt x="1225" y="425"/>
                </a:lnTo>
                <a:lnTo>
                  <a:pt x="1224" y="425"/>
                </a:lnTo>
                <a:lnTo>
                  <a:pt x="1224" y="426"/>
                </a:lnTo>
                <a:lnTo>
                  <a:pt x="1223" y="427"/>
                </a:lnTo>
                <a:lnTo>
                  <a:pt x="1223" y="429"/>
                </a:lnTo>
                <a:lnTo>
                  <a:pt x="1224" y="429"/>
                </a:lnTo>
                <a:lnTo>
                  <a:pt x="1224" y="430"/>
                </a:lnTo>
                <a:lnTo>
                  <a:pt x="1224" y="431"/>
                </a:lnTo>
                <a:lnTo>
                  <a:pt x="1224" y="432"/>
                </a:lnTo>
                <a:lnTo>
                  <a:pt x="1224" y="433"/>
                </a:lnTo>
                <a:lnTo>
                  <a:pt x="1225" y="434"/>
                </a:lnTo>
                <a:lnTo>
                  <a:pt x="1225" y="435"/>
                </a:lnTo>
                <a:lnTo>
                  <a:pt x="1225" y="436"/>
                </a:lnTo>
                <a:lnTo>
                  <a:pt x="1226" y="437"/>
                </a:lnTo>
                <a:lnTo>
                  <a:pt x="1226" y="438"/>
                </a:lnTo>
                <a:lnTo>
                  <a:pt x="1226" y="439"/>
                </a:lnTo>
                <a:lnTo>
                  <a:pt x="1227" y="439"/>
                </a:lnTo>
                <a:lnTo>
                  <a:pt x="1227" y="440"/>
                </a:lnTo>
                <a:lnTo>
                  <a:pt x="1227" y="441"/>
                </a:lnTo>
                <a:lnTo>
                  <a:pt x="1226" y="441"/>
                </a:lnTo>
                <a:lnTo>
                  <a:pt x="1226" y="442"/>
                </a:lnTo>
                <a:lnTo>
                  <a:pt x="1226" y="443"/>
                </a:lnTo>
                <a:lnTo>
                  <a:pt x="1225" y="443"/>
                </a:lnTo>
                <a:lnTo>
                  <a:pt x="1225" y="444"/>
                </a:lnTo>
                <a:lnTo>
                  <a:pt x="1225" y="445"/>
                </a:lnTo>
                <a:lnTo>
                  <a:pt x="1225" y="446"/>
                </a:lnTo>
                <a:lnTo>
                  <a:pt x="1225" y="448"/>
                </a:lnTo>
                <a:lnTo>
                  <a:pt x="1224" y="450"/>
                </a:lnTo>
                <a:lnTo>
                  <a:pt x="1223" y="452"/>
                </a:lnTo>
                <a:lnTo>
                  <a:pt x="1222" y="453"/>
                </a:lnTo>
                <a:lnTo>
                  <a:pt x="1222" y="454"/>
                </a:lnTo>
                <a:lnTo>
                  <a:pt x="1223" y="455"/>
                </a:lnTo>
                <a:lnTo>
                  <a:pt x="1222" y="456"/>
                </a:lnTo>
                <a:lnTo>
                  <a:pt x="1221" y="457"/>
                </a:lnTo>
                <a:lnTo>
                  <a:pt x="1221" y="458"/>
                </a:lnTo>
                <a:lnTo>
                  <a:pt x="1221" y="459"/>
                </a:lnTo>
                <a:lnTo>
                  <a:pt x="1222" y="459"/>
                </a:lnTo>
                <a:lnTo>
                  <a:pt x="1222" y="460"/>
                </a:lnTo>
                <a:lnTo>
                  <a:pt x="1222" y="461"/>
                </a:lnTo>
                <a:lnTo>
                  <a:pt x="1222" y="462"/>
                </a:lnTo>
                <a:lnTo>
                  <a:pt x="1223" y="462"/>
                </a:lnTo>
                <a:lnTo>
                  <a:pt x="1223" y="463"/>
                </a:lnTo>
                <a:lnTo>
                  <a:pt x="1224" y="464"/>
                </a:lnTo>
                <a:lnTo>
                  <a:pt x="1225" y="464"/>
                </a:lnTo>
                <a:lnTo>
                  <a:pt x="1225" y="465"/>
                </a:lnTo>
                <a:lnTo>
                  <a:pt x="1226" y="465"/>
                </a:lnTo>
                <a:lnTo>
                  <a:pt x="1227" y="465"/>
                </a:lnTo>
                <a:lnTo>
                  <a:pt x="1227" y="466"/>
                </a:lnTo>
                <a:lnTo>
                  <a:pt x="1228" y="466"/>
                </a:lnTo>
                <a:lnTo>
                  <a:pt x="1228" y="467"/>
                </a:lnTo>
                <a:lnTo>
                  <a:pt x="1229" y="467"/>
                </a:lnTo>
                <a:lnTo>
                  <a:pt x="1229" y="468"/>
                </a:lnTo>
                <a:lnTo>
                  <a:pt x="1230" y="468"/>
                </a:lnTo>
                <a:lnTo>
                  <a:pt x="1230" y="469"/>
                </a:lnTo>
                <a:lnTo>
                  <a:pt x="1230" y="471"/>
                </a:lnTo>
                <a:lnTo>
                  <a:pt x="1231" y="471"/>
                </a:lnTo>
                <a:lnTo>
                  <a:pt x="1231" y="472"/>
                </a:lnTo>
                <a:lnTo>
                  <a:pt x="1231" y="471"/>
                </a:lnTo>
                <a:lnTo>
                  <a:pt x="1232" y="471"/>
                </a:lnTo>
                <a:lnTo>
                  <a:pt x="1233" y="471"/>
                </a:lnTo>
                <a:lnTo>
                  <a:pt x="1234" y="471"/>
                </a:lnTo>
                <a:lnTo>
                  <a:pt x="1235" y="471"/>
                </a:lnTo>
                <a:lnTo>
                  <a:pt x="1236" y="471"/>
                </a:lnTo>
                <a:lnTo>
                  <a:pt x="1236" y="472"/>
                </a:lnTo>
                <a:lnTo>
                  <a:pt x="1237" y="472"/>
                </a:lnTo>
                <a:lnTo>
                  <a:pt x="1237" y="473"/>
                </a:lnTo>
                <a:lnTo>
                  <a:pt x="1237" y="474"/>
                </a:lnTo>
                <a:lnTo>
                  <a:pt x="1237" y="475"/>
                </a:lnTo>
                <a:lnTo>
                  <a:pt x="1237" y="476"/>
                </a:lnTo>
                <a:lnTo>
                  <a:pt x="1238" y="476"/>
                </a:lnTo>
                <a:lnTo>
                  <a:pt x="1238" y="477"/>
                </a:lnTo>
                <a:lnTo>
                  <a:pt x="1238" y="478"/>
                </a:lnTo>
                <a:lnTo>
                  <a:pt x="1239" y="478"/>
                </a:lnTo>
                <a:lnTo>
                  <a:pt x="1239" y="479"/>
                </a:lnTo>
                <a:lnTo>
                  <a:pt x="1239" y="480"/>
                </a:lnTo>
                <a:lnTo>
                  <a:pt x="1240" y="480"/>
                </a:lnTo>
                <a:lnTo>
                  <a:pt x="1240" y="481"/>
                </a:lnTo>
                <a:lnTo>
                  <a:pt x="1242" y="481"/>
                </a:lnTo>
                <a:lnTo>
                  <a:pt x="1243" y="481"/>
                </a:lnTo>
                <a:lnTo>
                  <a:pt x="1243" y="482"/>
                </a:lnTo>
                <a:lnTo>
                  <a:pt x="1244" y="482"/>
                </a:lnTo>
                <a:lnTo>
                  <a:pt x="1244" y="483"/>
                </a:lnTo>
                <a:lnTo>
                  <a:pt x="1245" y="483"/>
                </a:lnTo>
                <a:lnTo>
                  <a:pt x="1246" y="484"/>
                </a:lnTo>
                <a:lnTo>
                  <a:pt x="1247" y="484"/>
                </a:lnTo>
                <a:lnTo>
                  <a:pt x="1248" y="484"/>
                </a:lnTo>
                <a:lnTo>
                  <a:pt x="1249" y="484"/>
                </a:lnTo>
                <a:lnTo>
                  <a:pt x="1249" y="485"/>
                </a:lnTo>
                <a:lnTo>
                  <a:pt x="1250" y="485"/>
                </a:lnTo>
                <a:lnTo>
                  <a:pt x="1250" y="486"/>
                </a:lnTo>
                <a:lnTo>
                  <a:pt x="1251" y="486"/>
                </a:lnTo>
                <a:lnTo>
                  <a:pt x="1251" y="487"/>
                </a:lnTo>
                <a:lnTo>
                  <a:pt x="1251" y="488"/>
                </a:lnTo>
                <a:lnTo>
                  <a:pt x="1251" y="489"/>
                </a:lnTo>
                <a:lnTo>
                  <a:pt x="1252" y="489"/>
                </a:lnTo>
                <a:lnTo>
                  <a:pt x="1252" y="491"/>
                </a:lnTo>
                <a:lnTo>
                  <a:pt x="1251" y="491"/>
                </a:lnTo>
                <a:lnTo>
                  <a:pt x="1251" y="492"/>
                </a:lnTo>
                <a:lnTo>
                  <a:pt x="1251" y="493"/>
                </a:lnTo>
                <a:lnTo>
                  <a:pt x="1251" y="494"/>
                </a:lnTo>
                <a:lnTo>
                  <a:pt x="1251" y="495"/>
                </a:lnTo>
                <a:lnTo>
                  <a:pt x="1250" y="495"/>
                </a:lnTo>
                <a:lnTo>
                  <a:pt x="1250" y="496"/>
                </a:lnTo>
                <a:lnTo>
                  <a:pt x="1250" y="497"/>
                </a:lnTo>
                <a:lnTo>
                  <a:pt x="1250" y="498"/>
                </a:lnTo>
                <a:lnTo>
                  <a:pt x="1249" y="498"/>
                </a:lnTo>
                <a:lnTo>
                  <a:pt x="1249" y="499"/>
                </a:lnTo>
                <a:lnTo>
                  <a:pt x="1249" y="500"/>
                </a:lnTo>
                <a:lnTo>
                  <a:pt x="1248" y="500"/>
                </a:lnTo>
                <a:lnTo>
                  <a:pt x="1248" y="501"/>
                </a:lnTo>
                <a:lnTo>
                  <a:pt x="1247" y="502"/>
                </a:lnTo>
                <a:lnTo>
                  <a:pt x="1247" y="503"/>
                </a:lnTo>
                <a:lnTo>
                  <a:pt x="1247" y="504"/>
                </a:lnTo>
                <a:lnTo>
                  <a:pt x="1247" y="505"/>
                </a:lnTo>
                <a:lnTo>
                  <a:pt x="1248" y="505"/>
                </a:lnTo>
                <a:lnTo>
                  <a:pt x="1248" y="506"/>
                </a:lnTo>
                <a:lnTo>
                  <a:pt x="1248" y="507"/>
                </a:lnTo>
                <a:lnTo>
                  <a:pt x="1249" y="507"/>
                </a:lnTo>
                <a:lnTo>
                  <a:pt x="1249" y="508"/>
                </a:lnTo>
                <a:lnTo>
                  <a:pt x="1248" y="508"/>
                </a:lnTo>
                <a:lnTo>
                  <a:pt x="1248" y="509"/>
                </a:lnTo>
                <a:lnTo>
                  <a:pt x="1248" y="510"/>
                </a:lnTo>
                <a:lnTo>
                  <a:pt x="1247" y="510"/>
                </a:lnTo>
                <a:lnTo>
                  <a:pt x="1247" y="511"/>
                </a:lnTo>
                <a:lnTo>
                  <a:pt x="1247" y="512"/>
                </a:lnTo>
                <a:lnTo>
                  <a:pt x="1246" y="512"/>
                </a:lnTo>
                <a:lnTo>
                  <a:pt x="1246" y="513"/>
                </a:lnTo>
                <a:lnTo>
                  <a:pt x="1246" y="514"/>
                </a:lnTo>
                <a:lnTo>
                  <a:pt x="1246" y="515"/>
                </a:lnTo>
                <a:lnTo>
                  <a:pt x="1245" y="516"/>
                </a:lnTo>
                <a:lnTo>
                  <a:pt x="1245" y="517"/>
                </a:lnTo>
                <a:lnTo>
                  <a:pt x="1244" y="517"/>
                </a:lnTo>
                <a:lnTo>
                  <a:pt x="1243" y="518"/>
                </a:lnTo>
                <a:lnTo>
                  <a:pt x="1243" y="519"/>
                </a:lnTo>
                <a:lnTo>
                  <a:pt x="1243" y="520"/>
                </a:lnTo>
                <a:lnTo>
                  <a:pt x="1243" y="521"/>
                </a:lnTo>
                <a:lnTo>
                  <a:pt x="1243" y="522"/>
                </a:lnTo>
                <a:lnTo>
                  <a:pt x="1243" y="523"/>
                </a:lnTo>
                <a:lnTo>
                  <a:pt x="1243" y="524"/>
                </a:lnTo>
                <a:lnTo>
                  <a:pt x="1243" y="525"/>
                </a:lnTo>
                <a:lnTo>
                  <a:pt x="1243" y="526"/>
                </a:lnTo>
                <a:lnTo>
                  <a:pt x="1242" y="526"/>
                </a:lnTo>
                <a:lnTo>
                  <a:pt x="1241" y="526"/>
                </a:lnTo>
                <a:lnTo>
                  <a:pt x="1241" y="527"/>
                </a:lnTo>
                <a:lnTo>
                  <a:pt x="1240" y="527"/>
                </a:lnTo>
                <a:lnTo>
                  <a:pt x="1240" y="528"/>
                </a:lnTo>
                <a:lnTo>
                  <a:pt x="1239" y="528"/>
                </a:lnTo>
                <a:lnTo>
                  <a:pt x="1239" y="529"/>
                </a:lnTo>
                <a:lnTo>
                  <a:pt x="1239" y="530"/>
                </a:lnTo>
                <a:lnTo>
                  <a:pt x="1239" y="531"/>
                </a:lnTo>
                <a:lnTo>
                  <a:pt x="1238" y="531"/>
                </a:lnTo>
                <a:lnTo>
                  <a:pt x="1237" y="531"/>
                </a:lnTo>
                <a:lnTo>
                  <a:pt x="1236" y="531"/>
                </a:lnTo>
                <a:lnTo>
                  <a:pt x="1235" y="531"/>
                </a:lnTo>
                <a:lnTo>
                  <a:pt x="1235" y="532"/>
                </a:lnTo>
                <a:lnTo>
                  <a:pt x="1234" y="532"/>
                </a:lnTo>
                <a:lnTo>
                  <a:pt x="1234" y="533"/>
                </a:lnTo>
                <a:lnTo>
                  <a:pt x="1233" y="533"/>
                </a:lnTo>
                <a:lnTo>
                  <a:pt x="1232" y="533"/>
                </a:lnTo>
                <a:lnTo>
                  <a:pt x="1232" y="534"/>
                </a:lnTo>
                <a:lnTo>
                  <a:pt x="1231" y="534"/>
                </a:lnTo>
                <a:lnTo>
                  <a:pt x="1230" y="534"/>
                </a:lnTo>
                <a:lnTo>
                  <a:pt x="1229" y="535"/>
                </a:lnTo>
                <a:lnTo>
                  <a:pt x="1228" y="535"/>
                </a:lnTo>
                <a:lnTo>
                  <a:pt x="1227" y="535"/>
                </a:lnTo>
                <a:lnTo>
                  <a:pt x="1226" y="535"/>
                </a:lnTo>
                <a:lnTo>
                  <a:pt x="1225" y="536"/>
                </a:lnTo>
                <a:lnTo>
                  <a:pt x="1224" y="537"/>
                </a:lnTo>
                <a:lnTo>
                  <a:pt x="1223" y="538"/>
                </a:lnTo>
                <a:lnTo>
                  <a:pt x="1223" y="539"/>
                </a:lnTo>
                <a:lnTo>
                  <a:pt x="1222" y="540"/>
                </a:lnTo>
                <a:lnTo>
                  <a:pt x="1222" y="541"/>
                </a:lnTo>
                <a:lnTo>
                  <a:pt x="1222" y="542"/>
                </a:lnTo>
                <a:lnTo>
                  <a:pt x="1221" y="542"/>
                </a:lnTo>
                <a:lnTo>
                  <a:pt x="1221" y="544"/>
                </a:lnTo>
                <a:lnTo>
                  <a:pt x="1221" y="545"/>
                </a:lnTo>
                <a:lnTo>
                  <a:pt x="1222" y="545"/>
                </a:lnTo>
                <a:lnTo>
                  <a:pt x="1222" y="546"/>
                </a:lnTo>
                <a:lnTo>
                  <a:pt x="1222" y="547"/>
                </a:lnTo>
                <a:lnTo>
                  <a:pt x="1221" y="547"/>
                </a:lnTo>
                <a:lnTo>
                  <a:pt x="1221" y="548"/>
                </a:lnTo>
                <a:lnTo>
                  <a:pt x="1220" y="549"/>
                </a:lnTo>
                <a:lnTo>
                  <a:pt x="1219" y="549"/>
                </a:lnTo>
                <a:lnTo>
                  <a:pt x="1219" y="550"/>
                </a:lnTo>
                <a:lnTo>
                  <a:pt x="1218" y="550"/>
                </a:lnTo>
                <a:lnTo>
                  <a:pt x="1218" y="551"/>
                </a:lnTo>
                <a:lnTo>
                  <a:pt x="1217" y="551"/>
                </a:lnTo>
                <a:lnTo>
                  <a:pt x="1217" y="552"/>
                </a:lnTo>
                <a:lnTo>
                  <a:pt x="1217" y="553"/>
                </a:lnTo>
                <a:lnTo>
                  <a:pt x="1217" y="556"/>
                </a:lnTo>
                <a:lnTo>
                  <a:pt x="1217" y="557"/>
                </a:lnTo>
                <a:lnTo>
                  <a:pt x="1217" y="560"/>
                </a:lnTo>
                <a:lnTo>
                  <a:pt x="1217" y="561"/>
                </a:lnTo>
                <a:lnTo>
                  <a:pt x="1217" y="562"/>
                </a:lnTo>
                <a:lnTo>
                  <a:pt x="1217" y="563"/>
                </a:lnTo>
                <a:lnTo>
                  <a:pt x="1218" y="563"/>
                </a:lnTo>
                <a:lnTo>
                  <a:pt x="1218" y="564"/>
                </a:lnTo>
                <a:lnTo>
                  <a:pt x="1219" y="564"/>
                </a:lnTo>
                <a:lnTo>
                  <a:pt x="1219" y="565"/>
                </a:lnTo>
                <a:lnTo>
                  <a:pt x="1220" y="565"/>
                </a:lnTo>
                <a:lnTo>
                  <a:pt x="1221" y="565"/>
                </a:lnTo>
                <a:lnTo>
                  <a:pt x="1222" y="566"/>
                </a:lnTo>
                <a:lnTo>
                  <a:pt x="1223" y="566"/>
                </a:lnTo>
                <a:lnTo>
                  <a:pt x="1223" y="567"/>
                </a:lnTo>
                <a:lnTo>
                  <a:pt x="1224" y="568"/>
                </a:lnTo>
                <a:lnTo>
                  <a:pt x="1225" y="568"/>
                </a:lnTo>
                <a:lnTo>
                  <a:pt x="1225" y="569"/>
                </a:lnTo>
                <a:lnTo>
                  <a:pt x="1226" y="570"/>
                </a:lnTo>
                <a:lnTo>
                  <a:pt x="1227" y="572"/>
                </a:lnTo>
                <a:lnTo>
                  <a:pt x="1227" y="573"/>
                </a:lnTo>
                <a:lnTo>
                  <a:pt x="1227" y="574"/>
                </a:lnTo>
                <a:lnTo>
                  <a:pt x="1227" y="575"/>
                </a:lnTo>
                <a:lnTo>
                  <a:pt x="1228" y="575"/>
                </a:lnTo>
                <a:lnTo>
                  <a:pt x="1228" y="576"/>
                </a:lnTo>
                <a:lnTo>
                  <a:pt x="1228" y="577"/>
                </a:lnTo>
                <a:lnTo>
                  <a:pt x="1228" y="578"/>
                </a:lnTo>
                <a:lnTo>
                  <a:pt x="1228" y="579"/>
                </a:lnTo>
                <a:lnTo>
                  <a:pt x="1228" y="580"/>
                </a:lnTo>
                <a:lnTo>
                  <a:pt x="1227" y="581"/>
                </a:lnTo>
                <a:lnTo>
                  <a:pt x="1226" y="581"/>
                </a:lnTo>
                <a:lnTo>
                  <a:pt x="1225" y="582"/>
                </a:lnTo>
                <a:lnTo>
                  <a:pt x="1224" y="582"/>
                </a:lnTo>
                <a:lnTo>
                  <a:pt x="1223" y="582"/>
                </a:lnTo>
                <a:lnTo>
                  <a:pt x="1222" y="583"/>
                </a:lnTo>
                <a:lnTo>
                  <a:pt x="1222" y="584"/>
                </a:lnTo>
                <a:lnTo>
                  <a:pt x="1222" y="586"/>
                </a:lnTo>
                <a:lnTo>
                  <a:pt x="1221" y="586"/>
                </a:lnTo>
                <a:lnTo>
                  <a:pt x="1221" y="587"/>
                </a:lnTo>
                <a:lnTo>
                  <a:pt x="1221" y="588"/>
                </a:lnTo>
                <a:lnTo>
                  <a:pt x="1222" y="588"/>
                </a:lnTo>
                <a:lnTo>
                  <a:pt x="1222" y="589"/>
                </a:lnTo>
                <a:lnTo>
                  <a:pt x="1222" y="590"/>
                </a:lnTo>
                <a:lnTo>
                  <a:pt x="1222" y="591"/>
                </a:lnTo>
                <a:lnTo>
                  <a:pt x="1222" y="592"/>
                </a:lnTo>
                <a:lnTo>
                  <a:pt x="1221" y="592"/>
                </a:lnTo>
                <a:lnTo>
                  <a:pt x="1221" y="593"/>
                </a:lnTo>
                <a:lnTo>
                  <a:pt x="1222" y="593"/>
                </a:lnTo>
                <a:lnTo>
                  <a:pt x="1222" y="594"/>
                </a:lnTo>
                <a:lnTo>
                  <a:pt x="1222" y="595"/>
                </a:lnTo>
                <a:lnTo>
                  <a:pt x="1221" y="595"/>
                </a:lnTo>
                <a:lnTo>
                  <a:pt x="1221" y="597"/>
                </a:lnTo>
                <a:lnTo>
                  <a:pt x="1220" y="597"/>
                </a:lnTo>
                <a:lnTo>
                  <a:pt x="1220" y="598"/>
                </a:lnTo>
                <a:lnTo>
                  <a:pt x="1219" y="599"/>
                </a:lnTo>
                <a:lnTo>
                  <a:pt x="1219" y="600"/>
                </a:lnTo>
                <a:lnTo>
                  <a:pt x="1220" y="600"/>
                </a:lnTo>
                <a:lnTo>
                  <a:pt x="1220" y="601"/>
                </a:lnTo>
                <a:lnTo>
                  <a:pt x="1221" y="601"/>
                </a:lnTo>
                <a:lnTo>
                  <a:pt x="1221" y="602"/>
                </a:lnTo>
                <a:lnTo>
                  <a:pt x="1222" y="602"/>
                </a:lnTo>
                <a:lnTo>
                  <a:pt x="1222" y="603"/>
                </a:lnTo>
                <a:lnTo>
                  <a:pt x="1222" y="604"/>
                </a:lnTo>
                <a:lnTo>
                  <a:pt x="1222" y="605"/>
                </a:lnTo>
                <a:lnTo>
                  <a:pt x="1222" y="606"/>
                </a:lnTo>
                <a:lnTo>
                  <a:pt x="1222" y="607"/>
                </a:lnTo>
                <a:lnTo>
                  <a:pt x="1222" y="608"/>
                </a:lnTo>
                <a:lnTo>
                  <a:pt x="1222" y="609"/>
                </a:lnTo>
                <a:lnTo>
                  <a:pt x="1221" y="611"/>
                </a:lnTo>
                <a:lnTo>
                  <a:pt x="1221" y="612"/>
                </a:lnTo>
                <a:lnTo>
                  <a:pt x="1222" y="612"/>
                </a:lnTo>
                <a:lnTo>
                  <a:pt x="1222" y="613"/>
                </a:lnTo>
                <a:lnTo>
                  <a:pt x="1222" y="614"/>
                </a:lnTo>
                <a:lnTo>
                  <a:pt x="1222" y="615"/>
                </a:lnTo>
                <a:lnTo>
                  <a:pt x="1223" y="616"/>
                </a:lnTo>
                <a:lnTo>
                  <a:pt x="1222" y="616"/>
                </a:lnTo>
                <a:lnTo>
                  <a:pt x="1222" y="617"/>
                </a:lnTo>
                <a:lnTo>
                  <a:pt x="1222" y="618"/>
                </a:lnTo>
                <a:lnTo>
                  <a:pt x="1222" y="619"/>
                </a:lnTo>
                <a:lnTo>
                  <a:pt x="1222" y="620"/>
                </a:lnTo>
                <a:lnTo>
                  <a:pt x="1222" y="621"/>
                </a:lnTo>
                <a:lnTo>
                  <a:pt x="1223" y="621"/>
                </a:lnTo>
                <a:lnTo>
                  <a:pt x="1224" y="622"/>
                </a:lnTo>
                <a:lnTo>
                  <a:pt x="1225" y="623"/>
                </a:lnTo>
                <a:lnTo>
                  <a:pt x="1226" y="623"/>
                </a:lnTo>
                <a:lnTo>
                  <a:pt x="1226" y="624"/>
                </a:lnTo>
                <a:lnTo>
                  <a:pt x="1226" y="625"/>
                </a:lnTo>
                <a:lnTo>
                  <a:pt x="1226" y="626"/>
                </a:lnTo>
                <a:lnTo>
                  <a:pt x="1225" y="626"/>
                </a:lnTo>
                <a:lnTo>
                  <a:pt x="1225" y="627"/>
                </a:lnTo>
                <a:lnTo>
                  <a:pt x="1225" y="628"/>
                </a:lnTo>
                <a:lnTo>
                  <a:pt x="1225" y="629"/>
                </a:lnTo>
                <a:lnTo>
                  <a:pt x="1225" y="630"/>
                </a:lnTo>
                <a:lnTo>
                  <a:pt x="1226" y="630"/>
                </a:lnTo>
                <a:lnTo>
                  <a:pt x="1226" y="631"/>
                </a:lnTo>
                <a:lnTo>
                  <a:pt x="1226" y="632"/>
                </a:lnTo>
                <a:lnTo>
                  <a:pt x="1227" y="633"/>
                </a:lnTo>
                <a:lnTo>
                  <a:pt x="1227" y="634"/>
                </a:lnTo>
                <a:lnTo>
                  <a:pt x="1227" y="635"/>
                </a:lnTo>
                <a:lnTo>
                  <a:pt x="1228" y="635"/>
                </a:lnTo>
                <a:lnTo>
                  <a:pt x="1227" y="635"/>
                </a:lnTo>
                <a:lnTo>
                  <a:pt x="1227" y="636"/>
                </a:lnTo>
                <a:lnTo>
                  <a:pt x="1227" y="637"/>
                </a:lnTo>
                <a:lnTo>
                  <a:pt x="1227" y="640"/>
                </a:lnTo>
                <a:lnTo>
                  <a:pt x="1228" y="642"/>
                </a:lnTo>
                <a:lnTo>
                  <a:pt x="1228" y="643"/>
                </a:lnTo>
                <a:lnTo>
                  <a:pt x="1227" y="643"/>
                </a:lnTo>
                <a:lnTo>
                  <a:pt x="1227" y="644"/>
                </a:lnTo>
                <a:lnTo>
                  <a:pt x="1226" y="645"/>
                </a:lnTo>
                <a:lnTo>
                  <a:pt x="1226" y="646"/>
                </a:lnTo>
                <a:lnTo>
                  <a:pt x="1225" y="646"/>
                </a:lnTo>
                <a:lnTo>
                  <a:pt x="1224" y="646"/>
                </a:lnTo>
                <a:lnTo>
                  <a:pt x="1224" y="647"/>
                </a:lnTo>
                <a:lnTo>
                  <a:pt x="1223" y="648"/>
                </a:lnTo>
                <a:lnTo>
                  <a:pt x="1223" y="649"/>
                </a:lnTo>
                <a:lnTo>
                  <a:pt x="1222" y="649"/>
                </a:lnTo>
                <a:lnTo>
                  <a:pt x="1222" y="650"/>
                </a:lnTo>
                <a:lnTo>
                  <a:pt x="1221" y="652"/>
                </a:lnTo>
                <a:lnTo>
                  <a:pt x="1221" y="653"/>
                </a:lnTo>
                <a:lnTo>
                  <a:pt x="1222" y="653"/>
                </a:lnTo>
                <a:lnTo>
                  <a:pt x="1222" y="654"/>
                </a:lnTo>
                <a:lnTo>
                  <a:pt x="1221" y="654"/>
                </a:lnTo>
                <a:lnTo>
                  <a:pt x="1222" y="655"/>
                </a:lnTo>
                <a:lnTo>
                  <a:pt x="1222" y="656"/>
                </a:lnTo>
                <a:lnTo>
                  <a:pt x="1222" y="657"/>
                </a:lnTo>
                <a:lnTo>
                  <a:pt x="1222" y="658"/>
                </a:lnTo>
                <a:lnTo>
                  <a:pt x="1222" y="660"/>
                </a:lnTo>
                <a:lnTo>
                  <a:pt x="1221" y="661"/>
                </a:lnTo>
                <a:lnTo>
                  <a:pt x="1221" y="662"/>
                </a:lnTo>
                <a:lnTo>
                  <a:pt x="1221" y="663"/>
                </a:lnTo>
                <a:lnTo>
                  <a:pt x="1221" y="664"/>
                </a:lnTo>
                <a:lnTo>
                  <a:pt x="1220" y="665"/>
                </a:lnTo>
                <a:lnTo>
                  <a:pt x="1220" y="666"/>
                </a:lnTo>
                <a:lnTo>
                  <a:pt x="1220" y="667"/>
                </a:lnTo>
                <a:lnTo>
                  <a:pt x="1220" y="668"/>
                </a:lnTo>
                <a:lnTo>
                  <a:pt x="1221" y="669"/>
                </a:lnTo>
                <a:lnTo>
                  <a:pt x="1221" y="670"/>
                </a:lnTo>
                <a:lnTo>
                  <a:pt x="1222" y="670"/>
                </a:lnTo>
                <a:lnTo>
                  <a:pt x="1223" y="670"/>
                </a:lnTo>
                <a:lnTo>
                  <a:pt x="1224" y="670"/>
                </a:lnTo>
                <a:lnTo>
                  <a:pt x="1224" y="669"/>
                </a:lnTo>
                <a:lnTo>
                  <a:pt x="1225" y="669"/>
                </a:lnTo>
                <a:lnTo>
                  <a:pt x="1226" y="669"/>
                </a:lnTo>
                <a:lnTo>
                  <a:pt x="1227" y="670"/>
                </a:lnTo>
                <a:lnTo>
                  <a:pt x="1228" y="670"/>
                </a:lnTo>
                <a:lnTo>
                  <a:pt x="1229" y="671"/>
                </a:lnTo>
                <a:lnTo>
                  <a:pt x="1230" y="672"/>
                </a:lnTo>
                <a:lnTo>
                  <a:pt x="1230" y="673"/>
                </a:lnTo>
                <a:lnTo>
                  <a:pt x="1231" y="673"/>
                </a:lnTo>
                <a:lnTo>
                  <a:pt x="1231" y="674"/>
                </a:lnTo>
                <a:lnTo>
                  <a:pt x="1231" y="675"/>
                </a:lnTo>
                <a:lnTo>
                  <a:pt x="1232" y="675"/>
                </a:lnTo>
                <a:lnTo>
                  <a:pt x="1232" y="676"/>
                </a:lnTo>
                <a:lnTo>
                  <a:pt x="1231" y="676"/>
                </a:lnTo>
                <a:lnTo>
                  <a:pt x="1231" y="677"/>
                </a:lnTo>
                <a:lnTo>
                  <a:pt x="1231" y="678"/>
                </a:lnTo>
                <a:lnTo>
                  <a:pt x="1230" y="678"/>
                </a:lnTo>
                <a:lnTo>
                  <a:pt x="1229" y="679"/>
                </a:lnTo>
                <a:lnTo>
                  <a:pt x="1228" y="679"/>
                </a:lnTo>
                <a:lnTo>
                  <a:pt x="1227" y="680"/>
                </a:lnTo>
                <a:lnTo>
                  <a:pt x="1227" y="681"/>
                </a:lnTo>
                <a:lnTo>
                  <a:pt x="1227" y="682"/>
                </a:lnTo>
                <a:lnTo>
                  <a:pt x="1227" y="683"/>
                </a:lnTo>
                <a:lnTo>
                  <a:pt x="1228" y="683"/>
                </a:lnTo>
                <a:lnTo>
                  <a:pt x="1229" y="684"/>
                </a:lnTo>
                <a:lnTo>
                  <a:pt x="1230" y="684"/>
                </a:lnTo>
                <a:lnTo>
                  <a:pt x="1230" y="683"/>
                </a:lnTo>
                <a:lnTo>
                  <a:pt x="1231" y="683"/>
                </a:lnTo>
                <a:lnTo>
                  <a:pt x="1231" y="682"/>
                </a:lnTo>
                <a:lnTo>
                  <a:pt x="1232" y="682"/>
                </a:lnTo>
                <a:lnTo>
                  <a:pt x="1232" y="683"/>
                </a:lnTo>
                <a:lnTo>
                  <a:pt x="1232" y="684"/>
                </a:lnTo>
                <a:lnTo>
                  <a:pt x="1231" y="685"/>
                </a:lnTo>
                <a:lnTo>
                  <a:pt x="1232" y="685"/>
                </a:lnTo>
                <a:lnTo>
                  <a:pt x="1231" y="685"/>
                </a:lnTo>
                <a:lnTo>
                  <a:pt x="1231" y="686"/>
                </a:lnTo>
                <a:lnTo>
                  <a:pt x="1231" y="687"/>
                </a:lnTo>
                <a:lnTo>
                  <a:pt x="1232" y="687"/>
                </a:lnTo>
                <a:lnTo>
                  <a:pt x="1232" y="688"/>
                </a:lnTo>
                <a:lnTo>
                  <a:pt x="1233" y="688"/>
                </a:lnTo>
                <a:lnTo>
                  <a:pt x="1233" y="689"/>
                </a:lnTo>
                <a:lnTo>
                  <a:pt x="1234" y="689"/>
                </a:lnTo>
                <a:lnTo>
                  <a:pt x="1234" y="690"/>
                </a:lnTo>
                <a:lnTo>
                  <a:pt x="1234" y="692"/>
                </a:lnTo>
                <a:lnTo>
                  <a:pt x="1233" y="692"/>
                </a:lnTo>
                <a:lnTo>
                  <a:pt x="1233" y="693"/>
                </a:lnTo>
                <a:lnTo>
                  <a:pt x="1232" y="694"/>
                </a:lnTo>
                <a:lnTo>
                  <a:pt x="1231" y="694"/>
                </a:lnTo>
                <a:lnTo>
                  <a:pt x="1230" y="694"/>
                </a:lnTo>
                <a:lnTo>
                  <a:pt x="1229" y="694"/>
                </a:lnTo>
                <a:lnTo>
                  <a:pt x="1229" y="695"/>
                </a:lnTo>
                <a:lnTo>
                  <a:pt x="1230" y="695"/>
                </a:lnTo>
                <a:lnTo>
                  <a:pt x="1231" y="695"/>
                </a:lnTo>
                <a:lnTo>
                  <a:pt x="1231" y="696"/>
                </a:lnTo>
                <a:lnTo>
                  <a:pt x="1232" y="696"/>
                </a:lnTo>
                <a:lnTo>
                  <a:pt x="1231" y="696"/>
                </a:lnTo>
                <a:lnTo>
                  <a:pt x="1231" y="697"/>
                </a:lnTo>
                <a:lnTo>
                  <a:pt x="1230" y="697"/>
                </a:lnTo>
                <a:lnTo>
                  <a:pt x="1230" y="698"/>
                </a:lnTo>
                <a:lnTo>
                  <a:pt x="1231" y="698"/>
                </a:lnTo>
                <a:lnTo>
                  <a:pt x="1231" y="700"/>
                </a:lnTo>
                <a:lnTo>
                  <a:pt x="1230" y="700"/>
                </a:lnTo>
                <a:lnTo>
                  <a:pt x="1230" y="701"/>
                </a:lnTo>
                <a:lnTo>
                  <a:pt x="1229" y="701"/>
                </a:lnTo>
                <a:lnTo>
                  <a:pt x="1229" y="700"/>
                </a:lnTo>
                <a:lnTo>
                  <a:pt x="1228" y="700"/>
                </a:lnTo>
                <a:lnTo>
                  <a:pt x="1228" y="699"/>
                </a:lnTo>
                <a:lnTo>
                  <a:pt x="1228" y="698"/>
                </a:lnTo>
                <a:lnTo>
                  <a:pt x="1227" y="698"/>
                </a:lnTo>
                <a:lnTo>
                  <a:pt x="1226" y="698"/>
                </a:lnTo>
                <a:lnTo>
                  <a:pt x="1225" y="699"/>
                </a:lnTo>
                <a:lnTo>
                  <a:pt x="1225" y="700"/>
                </a:lnTo>
                <a:lnTo>
                  <a:pt x="1226" y="700"/>
                </a:lnTo>
                <a:lnTo>
                  <a:pt x="1226" y="701"/>
                </a:lnTo>
                <a:lnTo>
                  <a:pt x="1226" y="702"/>
                </a:lnTo>
                <a:lnTo>
                  <a:pt x="1226" y="703"/>
                </a:lnTo>
                <a:lnTo>
                  <a:pt x="1226" y="704"/>
                </a:lnTo>
                <a:lnTo>
                  <a:pt x="1225" y="704"/>
                </a:lnTo>
                <a:lnTo>
                  <a:pt x="1225" y="705"/>
                </a:lnTo>
                <a:lnTo>
                  <a:pt x="1224" y="706"/>
                </a:lnTo>
                <a:lnTo>
                  <a:pt x="1223" y="706"/>
                </a:lnTo>
                <a:lnTo>
                  <a:pt x="1223" y="707"/>
                </a:lnTo>
                <a:lnTo>
                  <a:pt x="1222" y="708"/>
                </a:lnTo>
                <a:lnTo>
                  <a:pt x="1221" y="708"/>
                </a:lnTo>
                <a:lnTo>
                  <a:pt x="1220" y="708"/>
                </a:lnTo>
                <a:lnTo>
                  <a:pt x="1220" y="709"/>
                </a:lnTo>
                <a:lnTo>
                  <a:pt x="1219" y="709"/>
                </a:lnTo>
                <a:lnTo>
                  <a:pt x="1219" y="710"/>
                </a:lnTo>
                <a:lnTo>
                  <a:pt x="1219" y="711"/>
                </a:lnTo>
                <a:lnTo>
                  <a:pt x="1219" y="712"/>
                </a:lnTo>
                <a:lnTo>
                  <a:pt x="1219" y="713"/>
                </a:lnTo>
                <a:lnTo>
                  <a:pt x="1220" y="714"/>
                </a:lnTo>
                <a:lnTo>
                  <a:pt x="1220" y="715"/>
                </a:lnTo>
                <a:lnTo>
                  <a:pt x="1221" y="715"/>
                </a:lnTo>
                <a:lnTo>
                  <a:pt x="1221" y="716"/>
                </a:lnTo>
                <a:lnTo>
                  <a:pt x="1222" y="716"/>
                </a:lnTo>
                <a:lnTo>
                  <a:pt x="1222" y="717"/>
                </a:lnTo>
                <a:lnTo>
                  <a:pt x="1223" y="717"/>
                </a:lnTo>
                <a:lnTo>
                  <a:pt x="1224" y="717"/>
                </a:lnTo>
                <a:lnTo>
                  <a:pt x="1225" y="718"/>
                </a:lnTo>
                <a:lnTo>
                  <a:pt x="1226" y="718"/>
                </a:lnTo>
                <a:lnTo>
                  <a:pt x="1226" y="719"/>
                </a:lnTo>
                <a:lnTo>
                  <a:pt x="1226" y="720"/>
                </a:lnTo>
                <a:lnTo>
                  <a:pt x="1226" y="721"/>
                </a:lnTo>
                <a:lnTo>
                  <a:pt x="1226" y="722"/>
                </a:lnTo>
                <a:lnTo>
                  <a:pt x="1226" y="723"/>
                </a:lnTo>
                <a:lnTo>
                  <a:pt x="1226" y="725"/>
                </a:lnTo>
                <a:lnTo>
                  <a:pt x="1225" y="726"/>
                </a:lnTo>
                <a:lnTo>
                  <a:pt x="1225" y="727"/>
                </a:lnTo>
                <a:lnTo>
                  <a:pt x="1224" y="727"/>
                </a:lnTo>
                <a:lnTo>
                  <a:pt x="1224" y="728"/>
                </a:lnTo>
                <a:lnTo>
                  <a:pt x="1224" y="729"/>
                </a:lnTo>
                <a:lnTo>
                  <a:pt x="1224" y="731"/>
                </a:lnTo>
                <a:lnTo>
                  <a:pt x="1224" y="732"/>
                </a:lnTo>
                <a:lnTo>
                  <a:pt x="1224" y="733"/>
                </a:lnTo>
                <a:lnTo>
                  <a:pt x="1224" y="734"/>
                </a:lnTo>
                <a:lnTo>
                  <a:pt x="1225" y="734"/>
                </a:lnTo>
                <a:lnTo>
                  <a:pt x="1225" y="735"/>
                </a:lnTo>
                <a:lnTo>
                  <a:pt x="1225" y="736"/>
                </a:lnTo>
                <a:lnTo>
                  <a:pt x="1224" y="736"/>
                </a:lnTo>
                <a:lnTo>
                  <a:pt x="1225" y="736"/>
                </a:lnTo>
                <a:lnTo>
                  <a:pt x="1225" y="737"/>
                </a:lnTo>
                <a:lnTo>
                  <a:pt x="1224" y="737"/>
                </a:lnTo>
                <a:lnTo>
                  <a:pt x="1224" y="738"/>
                </a:lnTo>
                <a:lnTo>
                  <a:pt x="1224" y="737"/>
                </a:lnTo>
                <a:lnTo>
                  <a:pt x="1223" y="737"/>
                </a:lnTo>
                <a:lnTo>
                  <a:pt x="1222" y="737"/>
                </a:lnTo>
                <a:lnTo>
                  <a:pt x="1221" y="738"/>
                </a:lnTo>
                <a:lnTo>
                  <a:pt x="1220" y="738"/>
                </a:lnTo>
                <a:lnTo>
                  <a:pt x="1220" y="739"/>
                </a:lnTo>
                <a:lnTo>
                  <a:pt x="1219" y="739"/>
                </a:lnTo>
                <a:lnTo>
                  <a:pt x="1219" y="740"/>
                </a:lnTo>
                <a:lnTo>
                  <a:pt x="1219" y="741"/>
                </a:lnTo>
                <a:lnTo>
                  <a:pt x="1220" y="741"/>
                </a:lnTo>
                <a:lnTo>
                  <a:pt x="1221" y="742"/>
                </a:lnTo>
                <a:lnTo>
                  <a:pt x="1221" y="743"/>
                </a:lnTo>
                <a:lnTo>
                  <a:pt x="1221" y="744"/>
                </a:lnTo>
                <a:lnTo>
                  <a:pt x="1220" y="745"/>
                </a:lnTo>
                <a:lnTo>
                  <a:pt x="1220" y="746"/>
                </a:lnTo>
                <a:lnTo>
                  <a:pt x="1220" y="747"/>
                </a:lnTo>
                <a:lnTo>
                  <a:pt x="1221" y="747"/>
                </a:lnTo>
                <a:lnTo>
                  <a:pt x="1221" y="748"/>
                </a:lnTo>
                <a:lnTo>
                  <a:pt x="1220" y="748"/>
                </a:lnTo>
                <a:lnTo>
                  <a:pt x="1220" y="749"/>
                </a:lnTo>
                <a:lnTo>
                  <a:pt x="1219" y="749"/>
                </a:lnTo>
                <a:lnTo>
                  <a:pt x="1219" y="748"/>
                </a:lnTo>
                <a:lnTo>
                  <a:pt x="1218" y="748"/>
                </a:lnTo>
                <a:lnTo>
                  <a:pt x="1217" y="747"/>
                </a:lnTo>
                <a:lnTo>
                  <a:pt x="1217" y="746"/>
                </a:lnTo>
                <a:lnTo>
                  <a:pt x="1216" y="746"/>
                </a:lnTo>
                <a:lnTo>
                  <a:pt x="1215" y="746"/>
                </a:lnTo>
                <a:lnTo>
                  <a:pt x="1214" y="746"/>
                </a:lnTo>
                <a:lnTo>
                  <a:pt x="1214" y="747"/>
                </a:lnTo>
                <a:lnTo>
                  <a:pt x="1213" y="747"/>
                </a:lnTo>
                <a:lnTo>
                  <a:pt x="1213" y="748"/>
                </a:lnTo>
                <a:lnTo>
                  <a:pt x="1213" y="749"/>
                </a:lnTo>
                <a:lnTo>
                  <a:pt x="1213" y="750"/>
                </a:lnTo>
                <a:lnTo>
                  <a:pt x="1214" y="750"/>
                </a:lnTo>
                <a:lnTo>
                  <a:pt x="1214" y="751"/>
                </a:lnTo>
                <a:lnTo>
                  <a:pt x="1213" y="751"/>
                </a:lnTo>
                <a:lnTo>
                  <a:pt x="1212" y="751"/>
                </a:lnTo>
                <a:lnTo>
                  <a:pt x="1212" y="752"/>
                </a:lnTo>
                <a:lnTo>
                  <a:pt x="1212" y="753"/>
                </a:lnTo>
                <a:lnTo>
                  <a:pt x="1213" y="754"/>
                </a:lnTo>
                <a:lnTo>
                  <a:pt x="1213" y="755"/>
                </a:lnTo>
                <a:lnTo>
                  <a:pt x="1212" y="755"/>
                </a:lnTo>
                <a:lnTo>
                  <a:pt x="1211" y="755"/>
                </a:lnTo>
                <a:lnTo>
                  <a:pt x="1211" y="756"/>
                </a:lnTo>
                <a:lnTo>
                  <a:pt x="1211" y="757"/>
                </a:lnTo>
                <a:lnTo>
                  <a:pt x="1212" y="757"/>
                </a:lnTo>
                <a:lnTo>
                  <a:pt x="1212" y="758"/>
                </a:lnTo>
                <a:lnTo>
                  <a:pt x="1212" y="759"/>
                </a:lnTo>
                <a:lnTo>
                  <a:pt x="1212" y="760"/>
                </a:lnTo>
                <a:lnTo>
                  <a:pt x="1213" y="760"/>
                </a:lnTo>
                <a:lnTo>
                  <a:pt x="1213" y="761"/>
                </a:lnTo>
                <a:lnTo>
                  <a:pt x="1214" y="761"/>
                </a:lnTo>
                <a:lnTo>
                  <a:pt x="1214" y="760"/>
                </a:lnTo>
                <a:lnTo>
                  <a:pt x="1215" y="760"/>
                </a:lnTo>
                <a:lnTo>
                  <a:pt x="1216" y="760"/>
                </a:lnTo>
                <a:lnTo>
                  <a:pt x="1216" y="761"/>
                </a:lnTo>
                <a:lnTo>
                  <a:pt x="1216" y="762"/>
                </a:lnTo>
                <a:lnTo>
                  <a:pt x="1215" y="762"/>
                </a:lnTo>
                <a:lnTo>
                  <a:pt x="1214" y="762"/>
                </a:lnTo>
                <a:lnTo>
                  <a:pt x="1213" y="762"/>
                </a:lnTo>
                <a:lnTo>
                  <a:pt x="1213" y="763"/>
                </a:lnTo>
                <a:lnTo>
                  <a:pt x="1214" y="763"/>
                </a:lnTo>
                <a:lnTo>
                  <a:pt x="1214" y="764"/>
                </a:lnTo>
                <a:lnTo>
                  <a:pt x="1214" y="765"/>
                </a:lnTo>
                <a:lnTo>
                  <a:pt x="1214" y="766"/>
                </a:lnTo>
                <a:lnTo>
                  <a:pt x="1215" y="766"/>
                </a:lnTo>
                <a:lnTo>
                  <a:pt x="1216" y="766"/>
                </a:lnTo>
                <a:lnTo>
                  <a:pt x="1216" y="767"/>
                </a:lnTo>
                <a:lnTo>
                  <a:pt x="1215" y="767"/>
                </a:lnTo>
                <a:lnTo>
                  <a:pt x="1215" y="768"/>
                </a:lnTo>
                <a:lnTo>
                  <a:pt x="1214" y="768"/>
                </a:lnTo>
                <a:lnTo>
                  <a:pt x="1214" y="769"/>
                </a:lnTo>
                <a:lnTo>
                  <a:pt x="1213" y="769"/>
                </a:lnTo>
                <a:lnTo>
                  <a:pt x="1213" y="770"/>
                </a:lnTo>
                <a:lnTo>
                  <a:pt x="1213" y="771"/>
                </a:lnTo>
                <a:lnTo>
                  <a:pt x="1213" y="772"/>
                </a:lnTo>
                <a:lnTo>
                  <a:pt x="1213" y="773"/>
                </a:lnTo>
                <a:lnTo>
                  <a:pt x="1213" y="774"/>
                </a:lnTo>
                <a:lnTo>
                  <a:pt x="1214" y="774"/>
                </a:lnTo>
                <a:lnTo>
                  <a:pt x="1214" y="773"/>
                </a:lnTo>
                <a:lnTo>
                  <a:pt x="1214" y="772"/>
                </a:lnTo>
                <a:lnTo>
                  <a:pt x="1215" y="772"/>
                </a:lnTo>
                <a:lnTo>
                  <a:pt x="1215" y="773"/>
                </a:lnTo>
                <a:lnTo>
                  <a:pt x="1216" y="773"/>
                </a:lnTo>
                <a:lnTo>
                  <a:pt x="1216" y="774"/>
                </a:lnTo>
                <a:lnTo>
                  <a:pt x="1217" y="773"/>
                </a:lnTo>
                <a:lnTo>
                  <a:pt x="1218" y="773"/>
                </a:lnTo>
                <a:lnTo>
                  <a:pt x="1218" y="774"/>
                </a:lnTo>
                <a:lnTo>
                  <a:pt x="1218" y="775"/>
                </a:lnTo>
                <a:lnTo>
                  <a:pt x="1219" y="775"/>
                </a:lnTo>
                <a:lnTo>
                  <a:pt x="1219" y="776"/>
                </a:lnTo>
                <a:lnTo>
                  <a:pt x="1219" y="777"/>
                </a:lnTo>
                <a:lnTo>
                  <a:pt x="1218" y="777"/>
                </a:lnTo>
                <a:lnTo>
                  <a:pt x="1218" y="778"/>
                </a:lnTo>
                <a:lnTo>
                  <a:pt x="1217" y="778"/>
                </a:lnTo>
                <a:lnTo>
                  <a:pt x="1216" y="778"/>
                </a:lnTo>
                <a:lnTo>
                  <a:pt x="1216" y="779"/>
                </a:lnTo>
                <a:lnTo>
                  <a:pt x="1216" y="780"/>
                </a:lnTo>
                <a:lnTo>
                  <a:pt x="1217" y="780"/>
                </a:lnTo>
                <a:lnTo>
                  <a:pt x="1217" y="781"/>
                </a:lnTo>
                <a:lnTo>
                  <a:pt x="1218" y="781"/>
                </a:lnTo>
                <a:lnTo>
                  <a:pt x="1219" y="781"/>
                </a:lnTo>
                <a:lnTo>
                  <a:pt x="1219" y="782"/>
                </a:lnTo>
                <a:lnTo>
                  <a:pt x="1220" y="782"/>
                </a:lnTo>
                <a:lnTo>
                  <a:pt x="1219" y="782"/>
                </a:lnTo>
                <a:lnTo>
                  <a:pt x="1219" y="783"/>
                </a:lnTo>
                <a:lnTo>
                  <a:pt x="1218" y="783"/>
                </a:lnTo>
                <a:lnTo>
                  <a:pt x="1218" y="782"/>
                </a:lnTo>
                <a:lnTo>
                  <a:pt x="1217" y="782"/>
                </a:lnTo>
                <a:lnTo>
                  <a:pt x="1216" y="782"/>
                </a:lnTo>
                <a:lnTo>
                  <a:pt x="1216" y="783"/>
                </a:lnTo>
                <a:lnTo>
                  <a:pt x="1216" y="784"/>
                </a:lnTo>
                <a:lnTo>
                  <a:pt x="1215" y="784"/>
                </a:lnTo>
                <a:lnTo>
                  <a:pt x="1214" y="784"/>
                </a:lnTo>
                <a:lnTo>
                  <a:pt x="1215" y="784"/>
                </a:lnTo>
                <a:lnTo>
                  <a:pt x="1215" y="785"/>
                </a:lnTo>
                <a:lnTo>
                  <a:pt x="1215" y="786"/>
                </a:lnTo>
                <a:lnTo>
                  <a:pt x="1215" y="787"/>
                </a:lnTo>
                <a:lnTo>
                  <a:pt x="1216" y="787"/>
                </a:lnTo>
                <a:lnTo>
                  <a:pt x="1216" y="788"/>
                </a:lnTo>
                <a:lnTo>
                  <a:pt x="1216" y="789"/>
                </a:lnTo>
                <a:lnTo>
                  <a:pt x="1216" y="790"/>
                </a:lnTo>
                <a:lnTo>
                  <a:pt x="1215" y="790"/>
                </a:lnTo>
                <a:lnTo>
                  <a:pt x="1214" y="790"/>
                </a:lnTo>
                <a:lnTo>
                  <a:pt x="1215" y="790"/>
                </a:lnTo>
                <a:lnTo>
                  <a:pt x="1214" y="790"/>
                </a:lnTo>
                <a:lnTo>
                  <a:pt x="1214" y="789"/>
                </a:lnTo>
                <a:lnTo>
                  <a:pt x="1214" y="790"/>
                </a:lnTo>
                <a:lnTo>
                  <a:pt x="1213" y="790"/>
                </a:lnTo>
                <a:lnTo>
                  <a:pt x="1214" y="790"/>
                </a:lnTo>
                <a:lnTo>
                  <a:pt x="1213" y="790"/>
                </a:lnTo>
                <a:lnTo>
                  <a:pt x="1212" y="790"/>
                </a:lnTo>
                <a:lnTo>
                  <a:pt x="1212" y="791"/>
                </a:lnTo>
                <a:lnTo>
                  <a:pt x="1213" y="791"/>
                </a:lnTo>
                <a:lnTo>
                  <a:pt x="1212" y="791"/>
                </a:lnTo>
                <a:lnTo>
                  <a:pt x="1212" y="792"/>
                </a:lnTo>
                <a:lnTo>
                  <a:pt x="1211" y="792"/>
                </a:lnTo>
                <a:lnTo>
                  <a:pt x="1211" y="793"/>
                </a:lnTo>
                <a:lnTo>
                  <a:pt x="1211" y="795"/>
                </a:lnTo>
                <a:lnTo>
                  <a:pt x="1210" y="795"/>
                </a:lnTo>
                <a:lnTo>
                  <a:pt x="1210" y="793"/>
                </a:lnTo>
                <a:lnTo>
                  <a:pt x="1209" y="793"/>
                </a:lnTo>
                <a:lnTo>
                  <a:pt x="1209" y="795"/>
                </a:lnTo>
                <a:lnTo>
                  <a:pt x="1209" y="796"/>
                </a:lnTo>
                <a:lnTo>
                  <a:pt x="1208" y="796"/>
                </a:lnTo>
                <a:lnTo>
                  <a:pt x="1208" y="797"/>
                </a:lnTo>
                <a:lnTo>
                  <a:pt x="1207" y="797"/>
                </a:lnTo>
                <a:lnTo>
                  <a:pt x="1208" y="797"/>
                </a:lnTo>
                <a:lnTo>
                  <a:pt x="1207" y="797"/>
                </a:lnTo>
                <a:lnTo>
                  <a:pt x="1206" y="797"/>
                </a:lnTo>
                <a:lnTo>
                  <a:pt x="1207" y="797"/>
                </a:lnTo>
                <a:lnTo>
                  <a:pt x="1207" y="798"/>
                </a:lnTo>
                <a:lnTo>
                  <a:pt x="1206" y="798"/>
                </a:lnTo>
                <a:lnTo>
                  <a:pt x="1206" y="799"/>
                </a:lnTo>
                <a:lnTo>
                  <a:pt x="1205" y="799"/>
                </a:lnTo>
                <a:lnTo>
                  <a:pt x="1204" y="800"/>
                </a:lnTo>
                <a:lnTo>
                  <a:pt x="1204" y="801"/>
                </a:lnTo>
                <a:lnTo>
                  <a:pt x="1204" y="802"/>
                </a:lnTo>
                <a:lnTo>
                  <a:pt x="1203" y="802"/>
                </a:lnTo>
                <a:lnTo>
                  <a:pt x="1204" y="802"/>
                </a:lnTo>
                <a:lnTo>
                  <a:pt x="1204" y="801"/>
                </a:lnTo>
                <a:lnTo>
                  <a:pt x="1203" y="801"/>
                </a:lnTo>
                <a:lnTo>
                  <a:pt x="1203" y="802"/>
                </a:lnTo>
                <a:lnTo>
                  <a:pt x="1203" y="801"/>
                </a:lnTo>
                <a:lnTo>
                  <a:pt x="1202" y="801"/>
                </a:lnTo>
                <a:lnTo>
                  <a:pt x="1202" y="802"/>
                </a:lnTo>
                <a:lnTo>
                  <a:pt x="1202" y="803"/>
                </a:lnTo>
                <a:lnTo>
                  <a:pt x="1201" y="803"/>
                </a:lnTo>
                <a:lnTo>
                  <a:pt x="1200" y="803"/>
                </a:lnTo>
                <a:lnTo>
                  <a:pt x="1200" y="804"/>
                </a:lnTo>
                <a:lnTo>
                  <a:pt x="1200" y="805"/>
                </a:lnTo>
                <a:lnTo>
                  <a:pt x="1199" y="805"/>
                </a:lnTo>
                <a:lnTo>
                  <a:pt x="1199" y="806"/>
                </a:lnTo>
                <a:lnTo>
                  <a:pt x="1200" y="806"/>
                </a:lnTo>
                <a:lnTo>
                  <a:pt x="1200" y="807"/>
                </a:lnTo>
                <a:lnTo>
                  <a:pt x="1200" y="808"/>
                </a:lnTo>
                <a:lnTo>
                  <a:pt x="1199" y="808"/>
                </a:lnTo>
                <a:lnTo>
                  <a:pt x="1200" y="808"/>
                </a:lnTo>
                <a:lnTo>
                  <a:pt x="1200" y="809"/>
                </a:lnTo>
                <a:lnTo>
                  <a:pt x="1199" y="809"/>
                </a:lnTo>
                <a:lnTo>
                  <a:pt x="1199" y="810"/>
                </a:lnTo>
                <a:lnTo>
                  <a:pt x="1200" y="810"/>
                </a:lnTo>
                <a:lnTo>
                  <a:pt x="1200" y="811"/>
                </a:lnTo>
                <a:lnTo>
                  <a:pt x="1199" y="811"/>
                </a:lnTo>
                <a:lnTo>
                  <a:pt x="1199" y="812"/>
                </a:lnTo>
                <a:lnTo>
                  <a:pt x="1199" y="813"/>
                </a:lnTo>
                <a:lnTo>
                  <a:pt x="1200" y="813"/>
                </a:lnTo>
                <a:lnTo>
                  <a:pt x="1199" y="813"/>
                </a:lnTo>
                <a:lnTo>
                  <a:pt x="1199" y="814"/>
                </a:lnTo>
                <a:lnTo>
                  <a:pt x="1198" y="814"/>
                </a:lnTo>
                <a:lnTo>
                  <a:pt x="1198" y="815"/>
                </a:lnTo>
                <a:lnTo>
                  <a:pt x="1199" y="815"/>
                </a:lnTo>
                <a:lnTo>
                  <a:pt x="1198" y="815"/>
                </a:lnTo>
                <a:lnTo>
                  <a:pt x="1198" y="816"/>
                </a:lnTo>
                <a:lnTo>
                  <a:pt x="1198" y="817"/>
                </a:lnTo>
                <a:lnTo>
                  <a:pt x="1199" y="817"/>
                </a:lnTo>
                <a:lnTo>
                  <a:pt x="1199" y="818"/>
                </a:lnTo>
                <a:lnTo>
                  <a:pt x="1198" y="818"/>
                </a:lnTo>
                <a:lnTo>
                  <a:pt x="1198" y="819"/>
                </a:lnTo>
                <a:lnTo>
                  <a:pt x="1199" y="819"/>
                </a:lnTo>
                <a:lnTo>
                  <a:pt x="1199" y="818"/>
                </a:lnTo>
                <a:lnTo>
                  <a:pt x="1199" y="819"/>
                </a:lnTo>
                <a:lnTo>
                  <a:pt x="1200" y="819"/>
                </a:lnTo>
                <a:lnTo>
                  <a:pt x="1199" y="819"/>
                </a:lnTo>
                <a:lnTo>
                  <a:pt x="1199" y="821"/>
                </a:lnTo>
                <a:lnTo>
                  <a:pt x="1200" y="821"/>
                </a:lnTo>
                <a:lnTo>
                  <a:pt x="1200" y="822"/>
                </a:lnTo>
                <a:lnTo>
                  <a:pt x="1200" y="823"/>
                </a:lnTo>
                <a:lnTo>
                  <a:pt x="1199" y="822"/>
                </a:lnTo>
                <a:lnTo>
                  <a:pt x="1199" y="823"/>
                </a:lnTo>
                <a:lnTo>
                  <a:pt x="1199" y="824"/>
                </a:lnTo>
                <a:lnTo>
                  <a:pt x="1199" y="825"/>
                </a:lnTo>
                <a:lnTo>
                  <a:pt x="1198" y="825"/>
                </a:lnTo>
                <a:lnTo>
                  <a:pt x="1198" y="826"/>
                </a:lnTo>
                <a:lnTo>
                  <a:pt x="1199" y="826"/>
                </a:lnTo>
                <a:lnTo>
                  <a:pt x="1200" y="826"/>
                </a:lnTo>
                <a:lnTo>
                  <a:pt x="1200" y="827"/>
                </a:lnTo>
                <a:lnTo>
                  <a:pt x="1199" y="828"/>
                </a:lnTo>
                <a:lnTo>
                  <a:pt x="1200" y="828"/>
                </a:lnTo>
                <a:lnTo>
                  <a:pt x="1200" y="829"/>
                </a:lnTo>
                <a:lnTo>
                  <a:pt x="1199" y="829"/>
                </a:lnTo>
                <a:lnTo>
                  <a:pt x="1199" y="828"/>
                </a:lnTo>
                <a:lnTo>
                  <a:pt x="1199" y="829"/>
                </a:lnTo>
                <a:lnTo>
                  <a:pt x="1199" y="830"/>
                </a:lnTo>
                <a:lnTo>
                  <a:pt x="1199" y="831"/>
                </a:lnTo>
                <a:lnTo>
                  <a:pt x="1199" y="830"/>
                </a:lnTo>
                <a:lnTo>
                  <a:pt x="1200" y="830"/>
                </a:lnTo>
                <a:lnTo>
                  <a:pt x="1200" y="831"/>
                </a:lnTo>
                <a:lnTo>
                  <a:pt x="1199" y="831"/>
                </a:lnTo>
                <a:lnTo>
                  <a:pt x="1199" y="832"/>
                </a:lnTo>
                <a:lnTo>
                  <a:pt x="1200" y="832"/>
                </a:lnTo>
                <a:lnTo>
                  <a:pt x="1200" y="833"/>
                </a:lnTo>
                <a:lnTo>
                  <a:pt x="1199" y="833"/>
                </a:lnTo>
                <a:lnTo>
                  <a:pt x="1199" y="834"/>
                </a:lnTo>
                <a:lnTo>
                  <a:pt x="1199" y="833"/>
                </a:lnTo>
                <a:lnTo>
                  <a:pt x="1200" y="833"/>
                </a:lnTo>
                <a:lnTo>
                  <a:pt x="1200" y="834"/>
                </a:lnTo>
                <a:lnTo>
                  <a:pt x="1199" y="834"/>
                </a:lnTo>
                <a:lnTo>
                  <a:pt x="1199" y="835"/>
                </a:lnTo>
                <a:lnTo>
                  <a:pt x="1200" y="835"/>
                </a:lnTo>
                <a:lnTo>
                  <a:pt x="1199" y="836"/>
                </a:lnTo>
                <a:lnTo>
                  <a:pt x="1200" y="836"/>
                </a:lnTo>
                <a:lnTo>
                  <a:pt x="1200" y="835"/>
                </a:lnTo>
                <a:lnTo>
                  <a:pt x="1200" y="836"/>
                </a:lnTo>
                <a:lnTo>
                  <a:pt x="1201" y="836"/>
                </a:lnTo>
                <a:lnTo>
                  <a:pt x="1200" y="836"/>
                </a:lnTo>
                <a:lnTo>
                  <a:pt x="1200" y="837"/>
                </a:lnTo>
                <a:lnTo>
                  <a:pt x="1200" y="838"/>
                </a:lnTo>
                <a:lnTo>
                  <a:pt x="1200" y="839"/>
                </a:lnTo>
                <a:lnTo>
                  <a:pt x="1200" y="838"/>
                </a:lnTo>
                <a:lnTo>
                  <a:pt x="1201" y="838"/>
                </a:lnTo>
                <a:lnTo>
                  <a:pt x="1201" y="839"/>
                </a:lnTo>
                <a:lnTo>
                  <a:pt x="1200" y="839"/>
                </a:lnTo>
                <a:lnTo>
                  <a:pt x="1200" y="840"/>
                </a:lnTo>
                <a:lnTo>
                  <a:pt x="1201" y="840"/>
                </a:lnTo>
                <a:lnTo>
                  <a:pt x="1201" y="839"/>
                </a:lnTo>
                <a:lnTo>
                  <a:pt x="1202" y="839"/>
                </a:lnTo>
                <a:lnTo>
                  <a:pt x="1202" y="840"/>
                </a:lnTo>
                <a:lnTo>
                  <a:pt x="1201" y="840"/>
                </a:lnTo>
                <a:lnTo>
                  <a:pt x="1202" y="841"/>
                </a:lnTo>
                <a:lnTo>
                  <a:pt x="1202" y="840"/>
                </a:lnTo>
                <a:lnTo>
                  <a:pt x="1203" y="840"/>
                </a:lnTo>
                <a:lnTo>
                  <a:pt x="1203" y="841"/>
                </a:lnTo>
                <a:lnTo>
                  <a:pt x="1204" y="841"/>
                </a:lnTo>
                <a:lnTo>
                  <a:pt x="1204" y="842"/>
                </a:lnTo>
                <a:lnTo>
                  <a:pt x="1203" y="842"/>
                </a:lnTo>
                <a:lnTo>
                  <a:pt x="1204" y="842"/>
                </a:lnTo>
                <a:lnTo>
                  <a:pt x="1204" y="843"/>
                </a:lnTo>
                <a:lnTo>
                  <a:pt x="1204" y="842"/>
                </a:lnTo>
                <a:lnTo>
                  <a:pt x="1204" y="843"/>
                </a:lnTo>
                <a:lnTo>
                  <a:pt x="1204" y="844"/>
                </a:lnTo>
                <a:lnTo>
                  <a:pt x="1205" y="844"/>
                </a:lnTo>
                <a:lnTo>
                  <a:pt x="1205" y="845"/>
                </a:lnTo>
                <a:lnTo>
                  <a:pt x="1205" y="844"/>
                </a:lnTo>
                <a:lnTo>
                  <a:pt x="1205" y="845"/>
                </a:lnTo>
                <a:lnTo>
                  <a:pt x="1206" y="845"/>
                </a:lnTo>
                <a:lnTo>
                  <a:pt x="1206" y="846"/>
                </a:lnTo>
                <a:lnTo>
                  <a:pt x="1206" y="847"/>
                </a:lnTo>
                <a:lnTo>
                  <a:pt x="1206" y="848"/>
                </a:lnTo>
                <a:lnTo>
                  <a:pt x="1207" y="848"/>
                </a:lnTo>
                <a:lnTo>
                  <a:pt x="1207" y="849"/>
                </a:lnTo>
                <a:lnTo>
                  <a:pt x="1207" y="850"/>
                </a:lnTo>
                <a:lnTo>
                  <a:pt x="1208" y="850"/>
                </a:lnTo>
                <a:lnTo>
                  <a:pt x="1207" y="850"/>
                </a:lnTo>
                <a:lnTo>
                  <a:pt x="1207" y="851"/>
                </a:lnTo>
                <a:lnTo>
                  <a:pt x="1207" y="852"/>
                </a:lnTo>
                <a:lnTo>
                  <a:pt x="1207" y="851"/>
                </a:lnTo>
                <a:lnTo>
                  <a:pt x="1208" y="851"/>
                </a:lnTo>
                <a:lnTo>
                  <a:pt x="1208" y="852"/>
                </a:lnTo>
                <a:lnTo>
                  <a:pt x="1208" y="853"/>
                </a:lnTo>
                <a:lnTo>
                  <a:pt x="1207" y="853"/>
                </a:lnTo>
                <a:lnTo>
                  <a:pt x="1206" y="853"/>
                </a:lnTo>
                <a:lnTo>
                  <a:pt x="1206" y="854"/>
                </a:lnTo>
                <a:lnTo>
                  <a:pt x="1207" y="854"/>
                </a:lnTo>
                <a:lnTo>
                  <a:pt x="1206" y="854"/>
                </a:lnTo>
                <a:lnTo>
                  <a:pt x="1206" y="855"/>
                </a:lnTo>
                <a:lnTo>
                  <a:pt x="1205" y="855"/>
                </a:lnTo>
                <a:lnTo>
                  <a:pt x="1205" y="856"/>
                </a:lnTo>
                <a:lnTo>
                  <a:pt x="1206" y="856"/>
                </a:lnTo>
                <a:lnTo>
                  <a:pt x="1206" y="857"/>
                </a:lnTo>
                <a:lnTo>
                  <a:pt x="1206" y="856"/>
                </a:lnTo>
                <a:lnTo>
                  <a:pt x="1206" y="857"/>
                </a:lnTo>
                <a:lnTo>
                  <a:pt x="1205" y="857"/>
                </a:lnTo>
                <a:lnTo>
                  <a:pt x="1205" y="858"/>
                </a:lnTo>
                <a:lnTo>
                  <a:pt x="1204" y="858"/>
                </a:lnTo>
                <a:lnTo>
                  <a:pt x="1203" y="858"/>
                </a:lnTo>
                <a:lnTo>
                  <a:pt x="1203" y="859"/>
                </a:lnTo>
                <a:lnTo>
                  <a:pt x="1203" y="860"/>
                </a:lnTo>
                <a:lnTo>
                  <a:pt x="1204" y="860"/>
                </a:lnTo>
                <a:lnTo>
                  <a:pt x="1203" y="860"/>
                </a:lnTo>
                <a:lnTo>
                  <a:pt x="1203" y="861"/>
                </a:lnTo>
                <a:lnTo>
                  <a:pt x="1202" y="861"/>
                </a:lnTo>
                <a:lnTo>
                  <a:pt x="1202" y="862"/>
                </a:lnTo>
                <a:lnTo>
                  <a:pt x="1202" y="863"/>
                </a:lnTo>
                <a:lnTo>
                  <a:pt x="1202" y="862"/>
                </a:lnTo>
                <a:lnTo>
                  <a:pt x="1202" y="863"/>
                </a:lnTo>
                <a:lnTo>
                  <a:pt x="1203" y="863"/>
                </a:lnTo>
                <a:lnTo>
                  <a:pt x="1202" y="863"/>
                </a:lnTo>
                <a:lnTo>
                  <a:pt x="1202" y="864"/>
                </a:lnTo>
                <a:lnTo>
                  <a:pt x="1203" y="864"/>
                </a:lnTo>
                <a:lnTo>
                  <a:pt x="1202" y="864"/>
                </a:lnTo>
                <a:lnTo>
                  <a:pt x="1202" y="865"/>
                </a:lnTo>
                <a:lnTo>
                  <a:pt x="1202" y="864"/>
                </a:lnTo>
                <a:lnTo>
                  <a:pt x="1201" y="865"/>
                </a:lnTo>
                <a:lnTo>
                  <a:pt x="1201" y="866"/>
                </a:lnTo>
                <a:lnTo>
                  <a:pt x="1200" y="866"/>
                </a:lnTo>
                <a:lnTo>
                  <a:pt x="1200" y="867"/>
                </a:lnTo>
                <a:lnTo>
                  <a:pt x="1199" y="867"/>
                </a:lnTo>
                <a:lnTo>
                  <a:pt x="1198" y="867"/>
                </a:lnTo>
                <a:lnTo>
                  <a:pt x="1198" y="868"/>
                </a:lnTo>
                <a:lnTo>
                  <a:pt x="1198" y="869"/>
                </a:lnTo>
                <a:lnTo>
                  <a:pt x="1198" y="870"/>
                </a:lnTo>
                <a:lnTo>
                  <a:pt x="1197" y="870"/>
                </a:lnTo>
                <a:lnTo>
                  <a:pt x="1197" y="869"/>
                </a:lnTo>
                <a:lnTo>
                  <a:pt x="1196" y="869"/>
                </a:lnTo>
                <a:lnTo>
                  <a:pt x="1196" y="870"/>
                </a:lnTo>
                <a:lnTo>
                  <a:pt x="1197" y="870"/>
                </a:lnTo>
                <a:lnTo>
                  <a:pt x="1197" y="871"/>
                </a:lnTo>
                <a:lnTo>
                  <a:pt x="1196" y="871"/>
                </a:lnTo>
                <a:lnTo>
                  <a:pt x="1195" y="871"/>
                </a:lnTo>
                <a:lnTo>
                  <a:pt x="1195" y="870"/>
                </a:lnTo>
                <a:lnTo>
                  <a:pt x="1195" y="869"/>
                </a:lnTo>
                <a:lnTo>
                  <a:pt x="1194" y="870"/>
                </a:lnTo>
                <a:lnTo>
                  <a:pt x="1193" y="870"/>
                </a:lnTo>
                <a:lnTo>
                  <a:pt x="1192" y="870"/>
                </a:lnTo>
                <a:lnTo>
                  <a:pt x="1193" y="870"/>
                </a:lnTo>
                <a:lnTo>
                  <a:pt x="1192" y="870"/>
                </a:lnTo>
                <a:lnTo>
                  <a:pt x="1192" y="869"/>
                </a:lnTo>
                <a:lnTo>
                  <a:pt x="1192" y="870"/>
                </a:lnTo>
                <a:lnTo>
                  <a:pt x="1191" y="870"/>
                </a:lnTo>
                <a:lnTo>
                  <a:pt x="1191" y="869"/>
                </a:lnTo>
                <a:lnTo>
                  <a:pt x="1190" y="869"/>
                </a:lnTo>
                <a:lnTo>
                  <a:pt x="1190" y="870"/>
                </a:lnTo>
                <a:lnTo>
                  <a:pt x="1190" y="869"/>
                </a:lnTo>
                <a:lnTo>
                  <a:pt x="1189" y="869"/>
                </a:lnTo>
                <a:lnTo>
                  <a:pt x="1188" y="868"/>
                </a:lnTo>
                <a:lnTo>
                  <a:pt x="1187" y="868"/>
                </a:lnTo>
                <a:lnTo>
                  <a:pt x="1186" y="868"/>
                </a:lnTo>
                <a:lnTo>
                  <a:pt x="1106" y="865"/>
                </a:lnTo>
                <a:lnTo>
                  <a:pt x="1105" y="865"/>
                </a:lnTo>
                <a:lnTo>
                  <a:pt x="1104" y="864"/>
                </a:lnTo>
                <a:lnTo>
                  <a:pt x="1104" y="863"/>
                </a:lnTo>
                <a:lnTo>
                  <a:pt x="1103" y="863"/>
                </a:lnTo>
                <a:lnTo>
                  <a:pt x="1102" y="863"/>
                </a:lnTo>
                <a:lnTo>
                  <a:pt x="1101" y="863"/>
                </a:lnTo>
                <a:lnTo>
                  <a:pt x="1100" y="863"/>
                </a:lnTo>
                <a:lnTo>
                  <a:pt x="1099" y="863"/>
                </a:lnTo>
                <a:lnTo>
                  <a:pt x="1098" y="863"/>
                </a:lnTo>
                <a:lnTo>
                  <a:pt x="1098" y="862"/>
                </a:lnTo>
                <a:lnTo>
                  <a:pt x="1097" y="862"/>
                </a:lnTo>
                <a:lnTo>
                  <a:pt x="1097" y="860"/>
                </a:lnTo>
                <a:lnTo>
                  <a:pt x="1096" y="858"/>
                </a:lnTo>
                <a:lnTo>
                  <a:pt x="1095" y="857"/>
                </a:lnTo>
                <a:lnTo>
                  <a:pt x="1092" y="857"/>
                </a:lnTo>
                <a:lnTo>
                  <a:pt x="1091" y="857"/>
                </a:lnTo>
                <a:lnTo>
                  <a:pt x="1091" y="858"/>
                </a:lnTo>
                <a:lnTo>
                  <a:pt x="1091" y="859"/>
                </a:lnTo>
                <a:lnTo>
                  <a:pt x="1090" y="859"/>
                </a:lnTo>
                <a:lnTo>
                  <a:pt x="1090" y="861"/>
                </a:lnTo>
                <a:lnTo>
                  <a:pt x="1089" y="861"/>
                </a:lnTo>
                <a:lnTo>
                  <a:pt x="1088" y="862"/>
                </a:lnTo>
                <a:lnTo>
                  <a:pt x="1089" y="863"/>
                </a:lnTo>
                <a:lnTo>
                  <a:pt x="1089" y="864"/>
                </a:lnTo>
                <a:lnTo>
                  <a:pt x="1088" y="865"/>
                </a:lnTo>
                <a:lnTo>
                  <a:pt x="1087" y="867"/>
                </a:lnTo>
                <a:lnTo>
                  <a:pt x="1087" y="868"/>
                </a:lnTo>
                <a:lnTo>
                  <a:pt x="1087" y="870"/>
                </a:lnTo>
                <a:lnTo>
                  <a:pt x="1087" y="871"/>
                </a:lnTo>
                <a:lnTo>
                  <a:pt x="1087" y="872"/>
                </a:lnTo>
                <a:lnTo>
                  <a:pt x="1087" y="873"/>
                </a:lnTo>
                <a:lnTo>
                  <a:pt x="1087" y="874"/>
                </a:lnTo>
                <a:lnTo>
                  <a:pt x="1088" y="875"/>
                </a:lnTo>
                <a:lnTo>
                  <a:pt x="1087" y="875"/>
                </a:lnTo>
                <a:lnTo>
                  <a:pt x="1086" y="876"/>
                </a:lnTo>
                <a:lnTo>
                  <a:pt x="1086" y="875"/>
                </a:lnTo>
                <a:lnTo>
                  <a:pt x="1085" y="875"/>
                </a:lnTo>
                <a:lnTo>
                  <a:pt x="1084" y="875"/>
                </a:lnTo>
                <a:lnTo>
                  <a:pt x="1083" y="875"/>
                </a:lnTo>
                <a:lnTo>
                  <a:pt x="1082" y="875"/>
                </a:lnTo>
                <a:lnTo>
                  <a:pt x="1081" y="876"/>
                </a:lnTo>
                <a:lnTo>
                  <a:pt x="1080" y="877"/>
                </a:lnTo>
                <a:lnTo>
                  <a:pt x="1079" y="877"/>
                </a:lnTo>
                <a:lnTo>
                  <a:pt x="1078" y="878"/>
                </a:lnTo>
                <a:lnTo>
                  <a:pt x="1078" y="881"/>
                </a:lnTo>
                <a:lnTo>
                  <a:pt x="1078" y="883"/>
                </a:lnTo>
                <a:lnTo>
                  <a:pt x="1077" y="885"/>
                </a:lnTo>
                <a:lnTo>
                  <a:pt x="1078" y="885"/>
                </a:lnTo>
                <a:lnTo>
                  <a:pt x="1078" y="886"/>
                </a:lnTo>
                <a:lnTo>
                  <a:pt x="1079" y="886"/>
                </a:lnTo>
                <a:lnTo>
                  <a:pt x="1081" y="886"/>
                </a:lnTo>
                <a:lnTo>
                  <a:pt x="1081" y="887"/>
                </a:lnTo>
                <a:lnTo>
                  <a:pt x="1082" y="888"/>
                </a:lnTo>
                <a:lnTo>
                  <a:pt x="1082" y="889"/>
                </a:lnTo>
                <a:lnTo>
                  <a:pt x="1082" y="890"/>
                </a:lnTo>
                <a:lnTo>
                  <a:pt x="1081" y="891"/>
                </a:lnTo>
                <a:lnTo>
                  <a:pt x="1081" y="892"/>
                </a:lnTo>
                <a:lnTo>
                  <a:pt x="1079" y="895"/>
                </a:lnTo>
                <a:lnTo>
                  <a:pt x="1078" y="897"/>
                </a:lnTo>
                <a:lnTo>
                  <a:pt x="1078" y="898"/>
                </a:lnTo>
                <a:lnTo>
                  <a:pt x="1077" y="899"/>
                </a:lnTo>
                <a:lnTo>
                  <a:pt x="1075" y="901"/>
                </a:lnTo>
                <a:lnTo>
                  <a:pt x="1074" y="902"/>
                </a:lnTo>
                <a:lnTo>
                  <a:pt x="1074" y="903"/>
                </a:lnTo>
                <a:lnTo>
                  <a:pt x="1074" y="904"/>
                </a:lnTo>
                <a:lnTo>
                  <a:pt x="1074" y="905"/>
                </a:lnTo>
                <a:lnTo>
                  <a:pt x="1073" y="905"/>
                </a:lnTo>
                <a:lnTo>
                  <a:pt x="1073" y="906"/>
                </a:lnTo>
                <a:lnTo>
                  <a:pt x="1072" y="906"/>
                </a:lnTo>
                <a:lnTo>
                  <a:pt x="1071" y="907"/>
                </a:lnTo>
                <a:lnTo>
                  <a:pt x="1070" y="908"/>
                </a:lnTo>
                <a:lnTo>
                  <a:pt x="1070" y="909"/>
                </a:lnTo>
                <a:lnTo>
                  <a:pt x="1069" y="909"/>
                </a:lnTo>
                <a:lnTo>
                  <a:pt x="1069" y="910"/>
                </a:lnTo>
                <a:lnTo>
                  <a:pt x="1069" y="911"/>
                </a:lnTo>
                <a:lnTo>
                  <a:pt x="1070" y="911"/>
                </a:lnTo>
                <a:lnTo>
                  <a:pt x="1070" y="912"/>
                </a:lnTo>
                <a:lnTo>
                  <a:pt x="1071" y="912"/>
                </a:lnTo>
                <a:lnTo>
                  <a:pt x="1071" y="913"/>
                </a:lnTo>
                <a:lnTo>
                  <a:pt x="1070" y="913"/>
                </a:lnTo>
                <a:lnTo>
                  <a:pt x="1069" y="914"/>
                </a:lnTo>
                <a:lnTo>
                  <a:pt x="1068" y="914"/>
                </a:lnTo>
                <a:lnTo>
                  <a:pt x="1067" y="914"/>
                </a:lnTo>
                <a:lnTo>
                  <a:pt x="1065" y="914"/>
                </a:lnTo>
                <a:lnTo>
                  <a:pt x="1064" y="914"/>
                </a:lnTo>
                <a:lnTo>
                  <a:pt x="1063" y="913"/>
                </a:lnTo>
                <a:lnTo>
                  <a:pt x="1062" y="913"/>
                </a:lnTo>
                <a:lnTo>
                  <a:pt x="1061" y="913"/>
                </a:lnTo>
                <a:lnTo>
                  <a:pt x="1060" y="914"/>
                </a:lnTo>
                <a:lnTo>
                  <a:pt x="1060" y="915"/>
                </a:lnTo>
                <a:lnTo>
                  <a:pt x="1059" y="914"/>
                </a:lnTo>
                <a:lnTo>
                  <a:pt x="1058" y="914"/>
                </a:lnTo>
                <a:lnTo>
                  <a:pt x="1057" y="914"/>
                </a:lnTo>
                <a:lnTo>
                  <a:pt x="1057" y="915"/>
                </a:lnTo>
                <a:lnTo>
                  <a:pt x="1056" y="916"/>
                </a:lnTo>
                <a:lnTo>
                  <a:pt x="1056" y="917"/>
                </a:lnTo>
                <a:lnTo>
                  <a:pt x="1055" y="918"/>
                </a:lnTo>
                <a:lnTo>
                  <a:pt x="1054" y="918"/>
                </a:lnTo>
                <a:lnTo>
                  <a:pt x="1054" y="919"/>
                </a:lnTo>
                <a:lnTo>
                  <a:pt x="1054" y="920"/>
                </a:lnTo>
                <a:lnTo>
                  <a:pt x="1054" y="921"/>
                </a:lnTo>
                <a:lnTo>
                  <a:pt x="1054" y="922"/>
                </a:lnTo>
                <a:lnTo>
                  <a:pt x="1054" y="923"/>
                </a:lnTo>
                <a:lnTo>
                  <a:pt x="1053" y="924"/>
                </a:lnTo>
                <a:lnTo>
                  <a:pt x="1052" y="924"/>
                </a:lnTo>
                <a:lnTo>
                  <a:pt x="1051" y="923"/>
                </a:lnTo>
                <a:lnTo>
                  <a:pt x="1051" y="924"/>
                </a:lnTo>
                <a:lnTo>
                  <a:pt x="1050" y="925"/>
                </a:lnTo>
                <a:lnTo>
                  <a:pt x="1049" y="925"/>
                </a:lnTo>
                <a:lnTo>
                  <a:pt x="1048" y="926"/>
                </a:lnTo>
                <a:lnTo>
                  <a:pt x="1047" y="926"/>
                </a:lnTo>
                <a:lnTo>
                  <a:pt x="1046" y="925"/>
                </a:lnTo>
                <a:lnTo>
                  <a:pt x="1045" y="924"/>
                </a:lnTo>
                <a:lnTo>
                  <a:pt x="1044" y="924"/>
                </a:lnTo>
                <a:lnTo>
                  <a:pt x="1044" y="925"/>
                </a:lnTo>
                <a:lnTo>
                  <a:pt x="1043" y="925"/>
                </a:lnTo>
                <a:lnTo>
                  <a:pt x="1042" y="925"/>
                </a:lnTo>
                <a:lnTo>
                  <a:pt x="1041" y="924"/>
                </a:lnTo>
                <a:lnTo>
                  <a:pt x="1040" y="924"/>
                </a:lnTo>
                <a:lnTo>
                  <a:pt x="1040" y="925"/>
                </a:lnTo>
                <a:lnTo>
                  <a:pt x="1040" y="926"/>
                </a:lnTo>
                <a:lnTo>
                  <a:pt x="1039" y="926"/>
                </a:lnTo>
                <a:lnTo>
                  <a:pt x="1038" y="926"/>
                </a:lnTo>
                <a:lnTo>
                  <a:pt x="1037" y="927"/>
                </a:lnTo>
                <a:lnTo>
                  <a:pt x="1036" y="928"/>
                </a:lnTo>
                <a:lnTo>
                  <a:pt x="1036" y="929"/>
                </a:lnTo>
                <a:lnTo>
                  <a:pt x="1037" y="929"/>
                </a:lnTo>
                <a:lnTo>
                  <a:pt x="1037" y="930"/>
                </a:lnTo>
                <a:lnTo>
                  <a:pt x="1038" y="931"/>
                </a:lnTo>
                <a:lnTo>
                  <a:pt x="1038" y="932"/>
                </a:lnTo>
                <a:lnTo>
                  <a:pt x="1037" y="933"/>
                </a:lnTo>
                <a:lnTo>
                  <a:pt x="1036" y="935"/>
                </a:lnTo>
                <a:lnTo>
                  <a:pt x="1035" y="936"/>
                </a:lnTo>
                <a:lnTo>
                  <a:pt x="1034" y="936"/>
                </a:lnTo>
                <a:lnTo>
                  <a:pt x="1033" y="936"/>
                </a:lnTo>
                <a:lnTo>
                  <a:pt x="1032" y="937"/>
                </a:lnTo>
                <a:lnTo>
                  <a:pt x="1030" y="937"/>
                </a:lnTo>
                <a:lnTo>
                  <a:pt x="1029" y="938"/>
                </a:lnTo>
                <a:lnTo>
                  <a:pt x="1028" y="940"/>
                </a:lnTo>
                <a:lnTo>
                  <a:pt x="1028" y="941"/>
                </a:lnTo>
                <a:lnTo>
                  <a:pt x="1028" y="942"/>
                </a:lnTo>
                <a:lnTo>
                  <a:pt x="1028" y="943"/>
                </a:lnTo>
                <a:lnTo>
                  <a:pt x="1029" y="944"/>
                </a:lnTo>
                <a:lnTo>
                  <a:pt x="1030" y="944"/>
                </a:lnTo>
                <a:lnTo>
                  <a:pt x="1031" y="944"/>
                </a:lnTo>
                <a:lnTo>
                  <a:pt x="1031" y="943"/>
                </a:lnTo>
                <a:lnTo>
                  <a:pt x="1032" y="944"/>
                </a:lnTo>
                <a:lnTo>
                  <a:pt x="1033" y="944"/>
                </a:lnTo>
                <a:lnTo>
                  <a:pt x="1034" y="945"/>
                </a:lnTo>
                <a:lnTo>
                  <a:pt x="1034" y="946"/>
                </a:lnTo>
                <a:lnTo>
                  <a:pt x="1034" y="947"/>
                </a:lnTo>
                <a:lnTo>
                  <a:pt x="1035" y="948"/>
                </a:lnTo>
                <a:lnTo>
                  <a:pt x="1036" y="948"/>
                </a:lnTo>
                <a:lnTo>
                  <a:pt x="1037" y="948"/>
                </a:lnTo>
                <a:lnTo>
                  <a:pt x="1037" y="947"/>
                </a:lnTo>
                <a:lnTo>
                  <a:pt x="1039" y="947"/>
                </a:lnTo>
                <a:lnTo>
                  <a:pt x="1040" y="949"/>
                </a:lnTo>
                <a:lnTo>
                  <a:pt x="1041" y="950"/>
                </a:lnTo>
                <a:lnTo>
                  <a:pt x="1043" y="951"/>
                </a:lnTo>
                <a:lnTo>
                  <a:pt x="1044" y="954"/>
                </a:lnTo>
                <a:lnTo>
                  <a:pt x="1044" y="955"/>
                </a:lnTo>
                <a:lnTo>
                  <a:pt x="1045" y="955"/>
                </a:lnTo>
                <a:lnTo>
                  <a:pt x="1045" y="954"/>
                </a:lnTo>
                <a:lnTo>
                  <a:pt x="1053" y="970"/>
                </a:lnTo>
                <a:lnTo>
                  <a:pt x="1056" y="975"/>
                </a:lnTo>
                <a:lnTo>
                  <a:pt x="1070" y="1003"/>
                </a:lnTo>
                <a:lnTo>
                  <a:pt x="1085" y="1033"/>
                </a:lnTo>
                <a:lnTo>
                  <a:pt x="1084" y="1033"/>
                </a:lnTo>
                <a:lnTo>
                  <a:pt x="1084" y="1034"/>
                </a:lnTo>
                <a:lnTo>
                  <a:pt x="1084" y="1035"/>
                </a:lnTo>
                <a:lnTo>
                  <a:pt x="1083" y="1035"/>
                </a:lnTo>
                <a:lnTo>
                  <a:pt x="1082" y="1036"/>
                </a:lnTo>
                <a:lnTo>
                  <a:pt x="1083" y="1040"/>
                </a:lnTo>
                <a:lnTo>
                  <a:pt x="1083" y="1041"/>
                </a:lnTo>
                <a:lnTo>
                  <a:pt x="1082" y="1041"/>
                </a:lnTo>
                <a:lnTo>
                  <a:pt x="1082" y="1042"/>
                </a:lnTo>
                <a:lnTo>
                  <a:pt x="1083" y="1043"/>
                </a:lnTo>
                <a:lnTo>
                  <a:pt x="1083" y="1044"/>
                </a:lnTo>
                <a:lnTo>
                  <a:pt x="1082" y="1044"/>
                </a:lnTo>
                <a:lnTo>
                  <a:pt x="1083" y="1044"/>
                </a:lnTo>
                <a:lnTo>
                  <a:pt x="1083" y="1045"/>
                </a:lnTo>
                <a:lnTo>
                  <a:pt x="1083" y="1046"/>
                </a:lnTo>
                <a:lnTo>
                  <a:pt x="1084" y="1046"/>
                </a:lnTo>
                <a:lnTo>
                  <a:pt x="1085" y="1046"/>
                </a:lnTo>
                <a:lnTo>
                  <a:pt x="1085" y="1047"/>
                </a:lnTo>
                <a:lnTo>
                  <a:pt x="1086" y="1047"/>
                </a:lnTo>
                <a:lnTo>
                  <a:pt x="1086" y="1048"/>
                </a:lnTo>
                <a:lnTo>
                  <a:pt x="1086" y="1049"/>
                </a:lnTo>
                <a:lnTo>
                  <a:pt x="1086" y="1052"/>
                </a:lnTo>
                <a:lnTo>
                  <a:pt x="1086" y="1053"/>
                </a:lnTo>
                <a:lnTo>
                  <a:pt x="1085" y="1054"/>
                </a:lnTo>
                <a:lnTo>
                  <a:pt x="1085" y="1055"/>
                </a:lnTo>
                <a:lnTo>
                  <a:pt x="1085" y="1056"/>
                </a:lnTo>
                <a:lnTo>
                  <a:pt x="1085" y="1057"/>
                </a:lnTo>
                <a:lnTo>
                  <a:pt x="1086" y="1058"/>
                </a:lnTo>
                <a:lnTo>
                  <a:pt x="1086" y="1059"/>
                </a:lnTo>
                <a:lnTo>
                  <a:pt x="1085" y="1060"/>
                </a:lnTo>
                <a:lnTo>
                  <a:pt x="1085" y="1061"/>
                </a:lnTo>
                <a:lnTo>
                  <a:pt x="1084" y="1062"/>
                </a:lnTo>
                <a:lnTo>
                  <a:pt x="1085" y="1063"/>
                </a:lnTo>
                <a:lnTo>
                  <a:pt x="1086" y="1063"/>
                </a:lnTo>
                <a:lnTo>
                  <a:pt x="1086" y="1064"/>
                </a:lnTo>
                <a:lnTo>
                  <a:pt x="1086" y="1065"/>
                </a:lnTo>
                <a:lnTo>
                  <a:pt x="1086" y="1066"/>
                </a:lnTo>
                <a:lnTo>
                  <a:pt x="1086" y="1067"/>
                </a:lnTo>
                <a:lnTo>
                  <a:pt x="1087" y="1067"/>
                </a:lnTo>
                <a:lnTo>
                  <a:pt x="1086" y="1067"/>
                </a:lnTo>
                <a:lnTo>
                  <a:pt x="1086" y="1068"/>
                </a:lnTo>
                <a:lnTo>
                  <a:pt x="1086" y="1069"/>
                </a:lnTo>
                <a:lnTo>
                  <a:pt x="1087" y="1069"/>
                </a:lnTo>
                <a:lnTo>
                  <a:pt x="1088" y="1070"/>
                </a:lnTo>
                <a:lnTo>
                  <a:pt x="1088" y="1071"/>
                </a:lnTo>
                <a:lnTo>
                  <a:pt x="1088" y="1072"/>
                </a:lnTo>
                <a:lnTo>
                  <a:pt x="1089" y="1072"/>
                </a:lnTo>
                <a:lnTo>
                  <a:pt x="1089" y="1073"/>
                </a:lnTo>
                <a:lnTo>
                  <a:pt x="1088" y="1074"/>
                </a:lnTo>
                <a:lnTo>
                  <a:pt x="1088" y="1075"/>
                </a:lnTo>
                <a:lnTo>
                  <a:pt x="1089" y="1076"/>
                </a:lnTo>
                <a:lnTo>
                  <a:pt x="1090" y="1076"/>
                </a:lnTo>
                <a:lnTo>
                  <a:pt x="1090" y="1078"/>
                </a:lnTo>
                <a:lnTo>
                  <a:pt x="1089" y="1078"/>
                </a:lnTo>
                <a:lnTo>
                  <a:pt x="1089" y="1079"/>
                </a:lnTo>
                <a:lnTo>
                  <a:pt x="1090" y="1080"/>
                </a:lnTo>
                <a:lnTo>
                  <a:pt x="1090" y="1081"/>
                </a:lnTo>
                <a:lnTo>
                  <a:pt x="1091" y="1081"/>
                </a:lnTo>
                <a:lnTo>
                  <a:pt x="1092" y="1081"/>
                </a:lnTo>
                <a:lnTo>
                  <a:pt x="1092" y="1082"/>
                </a:lnTo>
                <a:lnTo>
                  <a:pt x="1093" y="1082"/>
                </a:lnTo>
                <a:lnTo>
                  <a:pt x="1093" y="1083"/>
                </a:lnTo>
                <a:lnTo>
                  <a:pt x="1092" y="1083"/>
                </a:lnTo>
                <a:lnTo>
                  <a:pt x="1092" y="1084"/>
                </a:lnTo>
                <a:lnTo>
                  <a:pt x="1092" y="1085"/>
                </a:lnTo>
                <a:lnTo>
                  <a:pt x="1093" y="1085"/>
                </a:lnTo>
                <a:lnTo>
                  <a:pt x="1093" y="1086"/>
                </a:lnTo>
                <a:lnTo>
                  <a:pt x="1093" y="1087"/>
                </a:lnTo>
                <a:lnTo>
                  <a:pt x="1092" y="1087"/>
                </a:lnTo>
                <a:lnTo>
                  <a:pt x="1092" y="1088"/>
                </a:lnTo>
                <a:lnTo>
                  <a:pt x="1092" y="1089"/>
                </a:lnTo>
                <a:lnTo>
                  <a:pt x="1092" y="1090"/>
                </a:lnTo>
                <a:lnTo>
                  <a:pt x="1093" y="1090"/>
                </a:lnTo>
                <a:lnTo>
                  <a:pt x="1095" y="1090"/>
                </a:lnTo>
                <a:lnTo>
                  <a:pt x="1095" y="1091"/>
                </a:lnTo>
                <a:lnTo>
                  <a:pt x="1095" y="1092"/>
                </a:lnTo>
                <a:lnTo>
                  <a:pt x="1095" y="1093"/>
                </a:lnTo>
                <a:lnTo>
                  <a:pt x="1094" y="1093"/>
                </a:lnTo>
                <a:lnTo>
                  <a:pt x="1094" y="1092"/>
                </a:lnTo>
                <a:lnTo>
                  <a:pt x="1093" y="1092"/>
                </a:lnTo>
                <a:lnTo>
                  <a:pt x="1092" y="1093"/>
                </a:lnTo>
                <a:lnTo>
                  <a:pt x="1092" y="1094"/>
                </a:lnTo>
                <a:lnTo>
                  <a:pt x="1093" y="1094"/>
                </a:lnTo>
                <a:lnTo>
                  <a:pt x="1093" y="1095"/>
                </a:lnTo>
                <a:lnTo>
                  <a:pt x="1093" y="1096"/>
                </a:lnTo>
                <a:lnTo>
                  <a:pt x="1092" y="1096"/>
                </a:lnTo>
                <a:lnTo>
                  <a:pt x="1092" y="1097"/>
                </a:lnTo>
                <a:lnTo>
                  <a:pt x="1093" y="1097"/>
                </a:lnTo>
                <a:lnTo>
                  <a:pt x="1093" y="1098"/>
                </a:lnTo>
                <a:lnTo>
                  <a:pt x="1094" y="1098"/>
                </a:lnTo>
                <a:lnTo>
                  <a:pt x="1094" y="1099"/>
                </a:lnTo>
                <a:lnTo>
                  <a:pt x="1094" y="1100"/>
                </a:lnTo>
                <a:lnTo>
                  <a:pt x="1095" y="1100"/>
                </a:lnTo>
                <a:lnTo>
                  <a:pt x="1095" y="1101"/>
                </a:lnTo>
                <a:lnTo>
                  <a:pt x="1096" y="1101"/>
                </a:lnTo>
                <a:lnTo>
                  <a:pt x="1097" y="1101"/>
                </a:lnTo>
                <a:lnTo>
                  <a:pt x="1098" y="1102"/>
                </a:lnTo>
                <a:lnTo>
                  <a:pt x="1098" y="1101"/>
                </a:lnTo>
                <a:lnTo>
                  <a:pt x="1099" y="1102"/>
                </a:lnTo>
                <a:lnTo>
                  <a:pt x="1100" y="1102"/>
                </a:lnTo>
                <a:lnTo>
                  <a:pt x="1101" y="1103"/>
                </a:lnTo>
                <a:lnTo>
                  <a:pt x="1102" y="1102"/>
                </a:lnTo>
                <a:lnTo>
                  <a:pt x="1103" y="1102"/>
                </a:lnTo>
                <a:lnTo>
                  <a:pt x="1104" y="1101"/>
                </a:lnTo>
                <a:lnTo>
                  <a:pt x="1103" y="1102"/>
                </a:lnTo>
                <a:lnTo>
                  <a:pt x="1103" y="1103"/>
                </a:lnTo>
                <a:lnTo>
                  <a:pt x="1104" y="1103"/>
                </a:lnTo>
                <a:lnTo>
                  <a:pt x="1105" y="1103"/>
                </a:lnTo>
                <a:lnTo>
                  <a:pt x="1105" y="1104"/>
                </a:lnTo>
                <a:lnTo>
                  <a:pt x="1104" y="1104"/>
                </a:lnTo>
                <a:lnTo>
                  <a:pt x="1103" y="1105"/>
                </a:lnTo>
                <a:lnTo>
                  <a:pt x="1104" y="1105"/>
                </a:lnTo>
                <a:lnTo>
                  <a:pt x="1104" y="1106"/>
                </a:lnTo>
                <a:lnTo>
                  <a:pt x="1103" y="1106"/>
                </a:lnTo>
                <a:lnTo>
                  <a:pt x="1102" y="1106"/>
                </a:lnTo>
                <a:lnTo>
                  <a:pt x="1101" y="1106"/>
                </a:lnTo>
                <a:lnTo>
                  <a:pt x="1100" y="1106"/>
                </a:lnTo>
                <a:lnTo>
                  <a:pt x="1099" y="1106"/>
                </a:lnTo>
                <a:lnTo>
                  <a:pt x="1099" y="1107"/>
                </a:lnTo>
                <a:lnTo>
                  <a:pt x="1099" y="1108"/>
                </a:lnTo>
                <a:lnTo>
                  <a:pt x="1099" y="1109"/>
                </a:lnTo>
                <a:lnTo>
                  <a:pt x="1098" y="1109"/>
                </a:lnTo>
                <a:lnTo>
                  <a:pt x="1097" y="1110"/>
                </a:lnTo>
                <a:lnTo>
                  <a:pt x="1096" y="1110"/>
                </a:lnTo>
                <a:lnTo>
                  <a:pt x="1097" y="1110"/>
                </a:lnTo>
                <a:lnTo>
                  <a:pt x="1097" y="1111"/>
                </a:lnTo>
                <a:lnTo>
                  <a:pt x="1096" y="1112"/>
                </a:lnTo>
                <a:lnTo>
                  <a:pt x="1095" y="1112"/>
                </a:lnTo>
                <a:lnTo>
                  <a:pt x="1095" y="1111"/>
                </a:lnTo>
                <a:lnTo>
                  <a:pt x="1094" y="1111"/>
                </a:lnTo>
                <a:lnTo>
                  <a:pt x="1094" y="1112"/>
                </a:lnTo>
                <a:lnTo>
                  <a:pt x="1094" y="1113"/>
                </a:lnTo>
                <a:lnTo>
                  <a:pt x="1093" y="1114"/>
                </a:lnTo>
                <a:lnTo>
                  <a:pt x="1092" y="1115"/>
                </a:lnTo>
                <a:lnTo>
                  <a:pt x="1091" y="1115"/>
                </a:lnTo>
                <a:lnTo>
                  <a:pt x="1090" y="1114"/>
                </a:lnTo>
                <a:lnTo>
                  <a:pt x="1090" y="1113"/>
                </a:lnTo>
                <a:lnTo>
                  <a:pt x="1089" y="1113"/>
                </a:lnTo>
                <a:lnTo>
                  <a:pt x="1089" y="1112"/>
                </a:lnTo>
                <a:lnTo>
                  <a:pt x="1088" y="1112"/>
                </a:lnTo>
                <a:lnTo>
                  <a:pt x="1088" y="1113"/>
                </a:lnTo>
                <a:lnTo>
                  <a:pt x="1087" y="1112"/>
                </a:lnTo>
                <a:lnTo>
                  <a:pt x="1086" y="1112"/>
                </a:lnTo>
                <a:lnTo>
                  <a:pt x="1085" y="1111"/>
                </a:lnTo>
                <a:lnTo>
                  <a:pt x="1084" y="1110"/>
                </a:lnTo>
                <a:lnTo>
                  <a:pt x="1083" y="1109"/>
                </a:lnTo>
                <a:lnTo>
                  <a:pt x="1082" y="1109"/>
                </a:lnTo>
                <a:lnTo>
                  <a:pt x="1081" y="1109"/>
                </a:lnTo>
                <a:lnTo>
                  <a:pt x="1081" y="1108"/>
                </a:lnTo>
                <a:lnTo>
                  <a:pt x="1080" y="1108"/>
                </a:lnTo>
                <a:lnTo>
                  <a:pt x="1079" y="1107"/>
                </a:lnTo>
                <a:lnTo>
                  <a:pt x="1078" y="1107"/>
                </a:lnTo>
                <a:lnTo>
                  <a:pt x="1077" y="1108"/>
                </a:lnTo>
                <a:lnTo>
                  <a:pt x="1076" y="1108"/>
                </a:lnTo>
                <a:lnTo>
                  <a:pt x="1076" y="1109"/>
                </a:lnTo>
                <a:lnTo>
                  <a:pt x="1076" y="1110"/>
                </a:lnTo>
                <a:lnTo>
                  <a:pt x="1075" y="1111"/>
                </a:lnTo>
                <a:lnTo>
                  <a:pt x="1074" y="1111"/>
                </a:lnTo>
                <a:lnTo>
                  <a:pt x="1074" y="1112"/>
                </a:lnTo>
                <a:lnTo>
                  <a:pt x="1073" y="1113"/>
                </a:lnTo>
                <a:lnTo>
                  <a:pt x="1072" y="1113"/>
                </a:lnTo>
                <a:lnTo>
                  <a:pt x="1072" y="1114"/>
                </a:lnTo>
                <a:lnTo>
                  <a:pt x="1072" y="1115"/>
                </a:lnTo>
                <a:lnTo>
                  <a:pt x="1071" y="1117"/>
                </a:lnTo>
                <a:lnTo>
                  <a:pt x="1071" y="1118"/>
                </a:lnTo>
                <a:lnTo>
                  <a:pt x="1071" y="1119"/>
                </a:lnTo>
                <a:lnTo>
                  <a:pt x="1070" y="1119"/>
                </a:lnTo>
                <a:lnTo>
                  <a:pt x="1069" y="1120"/>
                </a:lnTo>
                <a:lnTo>
                  <a:pt x="1068" y="1120"/>
                </a:lnTo>
                <a:lnTo>
                  <a:pt x="1066" y="1120"/>
                </a:lnTo>
                <a:lnTo>
                  <a:pt x="1066" y="1119"/>
                </a:lnTo>
                <a:lnTo>
                  <a:pt x="1065" y="1119"/>
                </a:lnTo>
                <a:lnTo>
                  <a:pt x="1064" y="1118"/>
                </a:lnTo>
                <a:lnTo>
                  <a:pt x="1064" y="1117"/>
                </a:lnTo>
                <a:lnTo>
                  <a:pt x="1063" y="1116"/>
                </a:lnTo>
                <a:lnTo>
                  <a:pt x="1062" y="1115"/>
                </a:lnTo>
                <a:lnTo>
                  <a:pt x="1061" y="1114"/>
                </a:lnTo>
                <a:lnTo>
                  <a:pt x="1061" y="1113"/>
                </a:lnTo>
                <a:lnTo>
                  <a:pt x="1060" y="1113"/>
                </a:lnTo>
                <a:lnTo>
                  <a:pt x="1059" y="1113"/>
                </a:lnTo>
                <a:lnTo>
                  <a:pt x="1059" y="1112"/>
                </a:lnTo>
                <a:lnTo>
                  <a:pt x="1058" y="1112"/>
                </a:lnTo>
                <a:lnTo>
                  <a:pt x="1057" y="1111"/>
                </a:lnTo>
                <a:lnTo>
                  <a:pt x="1057" y="1110"/>
                </a:lnTo>
                <a:lnTo>
                  <a:pt x="1056" y="1111"/>
                </a:lnTo>
                <a:lnTo>
                  <a:pt x="1055" y="1111"/>
                </a:lnTo>
                <a:lnTo>
                  <a:pt x="1055" y="1110"/>
                </a:lnTo>
                <a:lnTo>
                  <a:pt x="1054" y="1110"/>
                </a:lnTo>
                <a:lnTo>
                  <a:pt x="1053" y="1110"/>
                </a:lnTo>
                <a:lnTo>
                  <a:pt x="1052" y="1109"/>
                </a:lnTo>
                <a:lnTo>
                  <a:pt x="1051" y="1109"/>
                </a:lnTo>
                <a:lnTo>
                  <a:pt x="1051" y="1108"/>
                </a:lnTo>
                <a:lnTo>
                  <a:pt x="1050" y="1108"/>
                </a:lnTo>
                <a:lnTo>
                  <a:pt x="1049" y="1108"/>
                </a:lnTo>
                <a:lnTo>
                  <a:pt x="1048" y="1108"/>
                </a:lnTo>
                <a:lnTo>
                  <a:pt x="1048" y="1107"/>
                </a:lnTo>
                <a:lnTo>
                  <a:pt x="1046" y="1108"/>
                </a:lnTo>
                <a:lnTo>
                  <a:pt x="1045" y="1108"/>
                </a:lnTo>
                <a:lnTo>
                  <a:pt x="1045" y="1107"/>
                </a:lnTo>
                <a:lnTo>
                  <a:pt x="1044" y="1106"/>
                </a:lnTo>
                <a:lnTo>
                  <a:pt x="1044" y="1107"/>
                </a:lnTo>
                <a:lnTo>
                  <a:pt x="1043" y="1107"/>
                </a:lnTo>
                <a:lnTo>
                  <a:pt x="1043" y="1106"/>
                </a:lnTo>
                <a:lnTo>
                  <a:pt x="1042" y="1106"/>
                </a:lnTo>
                <a:lnTo>
                  <a:pt x="1042" y="1107"/>
                </a:lnTo>
                <a:lnTo>
                  <a:pt x="1041" y="1107"/>
                </a:lnTo>
                <a:lnTo>
                  <a:pt x="1040" y="1107"/>
                </a:lnTo>
                <a:lnTo>
                  <a:pt x="1040" y="1103"/>
                </a:lnTo>
                <a:lnTo>
                  <a:pt x="1039" y="1103"/>
                </a:lnTo>
                <a:lnTo>
                  <a:pt x="1039" y="1102"/>
                </a:lnTo>
                <a:lnTo>
                  <a:pt x="1038" y="1102"/>
                </a:lnTo>
                <a:lnTo>
                  <a:pt x="1038" y="1103"/>
                </a:lnTo>
                <a:lnTo>
                  <a:pt x="1037" y="1103"/>
                </a:lnTo>
                <a:lnTo>
                  <a:pt x="1037" y="1104"/>
                </a:lnTo>
                <a:lnTo>
                  <a:pt x="1036" y="1104"/>
                </a:lnTo>
                <a:lnTo>
                  <a:pt x="1035" y="1104"/>
                </a:lnTo>
                <a:lnTo>
                  <a:pt x="1034" y="1103"/>
                </a:lnTo>
                <a:lnTo>
                  <a:pt x="1033" y="1103"/>
                </a:lnTo>
                <a:lnTo>
                  <a:pt x="1033" y="1104"/>
                </a:lnTo>
                <a:lnTo>
                  <a:pt x="1032" y="1104"/>
                </a:lnTo>
                <a:lnTo>
                  <a:pt x="1031" y="1103"/>
                </a:lnTo>
                <a:lnTo>
                  <a:pt x="1029" y="1103"/>
                </a:lnTo>
                <a:lnTo>
                  <a:pt x="1028" y="1103"/>
                </a:lnTo>
                <a:lnTo>
                  <a:pt x="1027" y="1103"/>
                </a:lnTo>
                <a:lnTo>
                  <a:pt x="1027" y="1102"/>
                </a:lnTo>
                <a:lnTo>
                  <a:pt x="1026" y="1101"/>
                </a:lnTo>
                <a:lnTo>
                  <a:pt x="1025" y="1102"/>
                </a:lnTo>
                <a:lnTo>
                  <a:pt x="1024" y="1102"/>
                </a:lnTo>
                <a:lnTo>
                  <a:pt x="1023" y="1103"/>
                </a:lnTo>
                <a:lnTo>
                  <a:pt x="1021" y="1104"/>
                </a:lnTo>
                <a:lnTo>
                  <a:pt x="1020" y="1104"/>
                </a:lnTo>
                <a:lnTo>
                  <a:pt x="1019" y="1104"/>
                </a:lnTo>
                <a:lnTo>
                  <a:pt x="1019" y="1103"/>
                </a:lnTo>
                <a:lnTo>
                  <a:pt x="1018" y="1102"/>
                </a:lnTo>
                <a:lnTo>
                  <a:pt x="1018" y="1101"/>
                </a:lnTo>
                <a:lnTo>
                  <a:pt x="1017" y="1101"/>
                </a:lnTo>
                <a:lnTo>
                  <a:pt x="1017" y="1100"/>
                </a:lnTo>
                <a:lnTo>
                  <a:pt x="1017" y="1099"/>
                </a:lnTo>
                <a:lnTo>
                  <a:pt x="1016" y="1099"/>
                </a:lnTo>
                <a:lnTo>
                  <a:pt x="1016" y="1098"/>
                </a:lnTo>
                <a:lnTo>
                  <a:pt x="1016" y="1097"/>
                </a:lnTo>
                <a:lnTo>
                  <a:pt x="1016" y="1096"/>
                </a:lnTo>
                <a:lnTo>
                  <a:pt x="1017" y="1096"/>
                </a:lnTo>
                <a:lnTo>
                  <a:pt x="1017" y="1095"/>
                </a:lnTo>
                <a:lnTo>
                  <a:pt x="1017" y="1094"/>
                </a:lnTo>
                <a:lnTo>
                  <a:pt x="1017" y="1093"/>
                </a:lnTo>
                <a:lnTo>
                  <a:pt x="1017" y="1092"/>
                </a:lnTo>
                <a:lnTo>
                  <a:pt x="1016" y="1091"/>
                </a:lnTo>
                <a:lnTo>
                  <a:pt x="1015" y="1090"/>
                </a:lnTo>
                <a:lnTo>
                  <a:pt x="1014" y="1090"/>
                </a:lnTo>
                <a:lnTo>
                  <a:pt x="1013" y="1089"/>
                </a:lnTo>
                <a:lnTo>
                  <a:pt x="1012" y="1089"/>
                </a:lnTo>
                <a:lnTo>
                  <a:pt x="1012" y="1088"/>
                </a:lnTo>
                <a:lnTo>
                  <a:pt x="1012" y="1087"/>
                </a:lnTo>
                <a:lnTo>
                  <a:pt x="1011" y="1086"/>
                </a:lnTo>
                <a:lnTo>
                  <a:pt x="1011" y="1085"/>
                </a:lnTo>
                <a:lnTo>
                  <a:pt x="1011" y="1084"/>
                </a:lnTo>
                <a:lnTo>
                  <a:pt x="1010" y="1083"/>
                </a:lnTo>
                <a:lnTo>
                  <a:pt x="1010" y="1082"/>
                </a:lnTo>
                <a:lnTo>
                  <a:pt x="1009" y="1082"/>
                </a:lnTo>
                <a:lnTo>
                  <a:pt x="1009" y="1081"/>
                </a:lnTo>
                <a:lnTo>
                  <a:pt x="1008" y="1081"/>
                </a:lnTo>
                <a:lnTo>
                  <a:pt x="1008" y="1080"/>
                </a:lnTo>
                <a:lnTo>
                  <a:pt x="1009" y="1080"/>
                </a:lnTo>
                <a:lnTo>
                  <a:pt x="1009" y="1079"/>
                </a:lnTo>
                <a:lnTo>
                  <a:pt x="1010" y="1079"/>
                </a:lnTo>
                <a:lnTo>
                  <a:pt x="1010" y="1078"/>
                </a:lnTo>
                <a:lnTo>
                  <a:pt x="1009" y="1078"/>
                </a:lnTo>
                <a:lnTo>
                  <a:pt x="1008" y="1077"/>
                </a:lnTo>
                <a:lnTo>
                  <a:pt x="1008" y="1076"/>
                </a:lnTo>
                <a:lnTo>
                  <a:pt x="1007" y="1076"/>
                </a:lnTo>
                <a:lnTo>
                  <a:pt x="1007" y="1075"/>
                </a:lnTo>
                <a:lnTo>
                  <a:pt x="1007" y="1073"/>
                </a:lnTo>
                <a:lnTo>
                  <a:pt x="1008" y="1072"/>
                </a:lnTo>
                <a:lnTo>
                  <a:pt x="1007" y="1072"/>
                </a:lnTo>
                <a:lnTo>
                  <a:pt x="1006" y="1072"/>
                </a:lnTo>
                <a:lnTo>
                  <a:pt x="1006" y="1071"/>
                </a:lnTo>
                <a:lnTo>
                  <a:pt x="1005" y="1070"/>
                </a:lnTo>
                <a:lnTo>
                  <a:pt x="1005" y="1069"/>
                </a:lnTo>
                <a:lnTo>
                  <a:pt x="1004" y="1069"/>
                </a:lnTo>
                <a:lnTo>
                  <a:pt x="1003" y="1068"/>
                </a:lnTo>
                <a:lnTo>
                  <a:pt x="1003" y="1067"/>
                </a:lnTo>
                <a:lnTo>
                  <a:pt x="1002" y="1067"/>
                </a:lnTo>
                <a:lnTo>
                  <a:pt x="1002" y="1066"/>
                </a:lnTo>
                <a:lnTo>
                  <a:pt x="1003" y="1066"/>
                </a:lnTo>
                <a:lnTo>
                  <a:pt x="1003" y="1064"/>
                </a:lnTo>
                <a:lnTo>
                  <a:pt x="1004" y="1062"/>
                </a:lnTo>
                <a:lnTo>
                  <a:pt x="1003" y="1061"/>
                </a:lnTo>
                <a:lnTo>
                  <a:pt x="1003" y="1060"/>
                </a:lnTo>
                <a:lnTo>
                  <a:pt x="1003" y="1059"/>
                </a:lnTo>
                <a:lnTo>
                  <a:pt x="1002" y="1059"/>
                </a:lnTo>
                <a:lnTo>
                  <a:pt x="1002" y="1058"/>
                </a:lnTo>
                <a:lnTo>
                  <a:pt x="1002" y="1057"/>
                </a:lnTo>
                <a:lnTo>
                  <a:pt x="1002" y="1056"/>
                </a:lnTo>
                <a:lnTo>
                  <a:pt x="1002" y="1055"/>
                </a:lnTo>
                <a:lnTo>
                  <a:pt x="1001" y="1055"/>
                </a:lnTo>
                <a:lnTo>
                  <a:pt x="1000" y="1055"/>
                </a:lnTo>
                <a:lnTo>
                  <a:pt x="1000" y="1056"/>
                </a:lnTo>
                <a:lnTo>
                  <a:pt x="999" y="1056"/>
                </a:lnTo>
                <a:lnTo>
                  <a:pt x="999" y="1057"/>
                </a:lnTo>
                <a:lnTo>
                  <a:pt x="998" y="1057"/>
                </a:lnTo>
                <a:lnTo>
                  <a:pt x="998" y="1058"/>
                </a:lnTo>
                <a:lnTo>
                  <a:pt x="998" y="1059"/>
                </a:lnTo>
                <a:lnTo>
                  <a:pt x="998" y="1060"/>
                </a:lnTo>
                <a:lnTo>
                  <a:pt x="998" y="1061"/>
                </a:lnTo>
                <a:lnTo>
                  <a:pt x="998" y="1062"/>
                </a:lnTo>
                <a:lnTo>
                  <a:pt x="998" y="1063"/>
                </a:lnTo>
                <a:lnTo>
                  <a:pt x="997" y="1063"/>
                </a:lnTo>
                <a:lnTo>
                  <a:pt x="997" y="1064"/>
                </a:lnTo>
                <a:lnTo>
                  <a:pt x="996" y="1065"/>
                </a:lnTo>
                <a:lnTo>
                  <a:pt x="996" y="1066"/>
                </a:lnTo>
                <a:lnTo>
                  <a:pt x="997" y="1067"/>
                </a:lnTo>
                <a:lnTo>
                  <a:pt x="996" y="1068"/>
                </a:lnTo>
                <a:lnTo>
                  <a:pt x="996" y="1069"/>
                </a:lnTo>
                <a:lnTo>
                  <a:pt x="995" y="1070"/>
                </a:lnTo>
                <a:lnTo>
                  <a:pt x="995" y="1071"/>
                </a:lnTo>
                <a:lnTo>
                  <a:pt x="994" y="1072"/>
                </a:lnTo>
                <a:lnTo>
                  <a:pt x="994" y="1071"/>
                </a:lnTo>
                <a:lnTo>
                  <a:pt x="993" y="1071"/>
                </a:lnTo>
                <a:lnTo>
                  <a:pt x="992" y="1071"/>
                </a:lnTo>
                <a:lnTo>
                  <a:pt x="991" y="1071"/>
                </a:lnTo>
                <a:lnTo>
                  <a:pt x="991" y="1072"/>
                </a:lnTo>
                <a:lnTo>
                  <a:pt x="990" y="1072"/>
                </a:lnTo>
                <a:lnTo>
                  <a:pt x="990" y="1073"/>
                </a:lnTo>
                <a:lnTo>
                  <a:pt x="990" y="1074"/>
                </a:lnTo>
                <a:lnTo>
                  <a:pt x="989" y="1074"/>
                </a:lnTo>
                <a:lnTo>
                  <a:pt x="989" y="1075"/>
                </a:lnTo>
                <a:lnTo>
                  <a:pt x="988" y="1075"/>
                </a:lnTo>
                <a:lnTo>
                  <a:pt x="988" y="1076"/>
                </a:lnTo>
                <a:lnTo>
                  <a:pt x="987" y="1076"/>
                </a:lnTo>
                <a:lnTo>
                  <a:pt x="987" y="1077"/>
                </a:lnTo>
                <a:lnTo>
                  <a:pt x="988" y="1079"/>
                </a:lnTo>
                <a:lnTo>
                  <a:pt x="988" y="1080"/>
                </a:lnTo>
                <a:lnTo>
                  <a:pt x="988" y="1081"/>
                </a:lnTo>
                <a:lnTo>
                  <a:pt x="988" y="1082"/>
                </a:lnTo>
                <a:lnTo>
                  <a:pt x="986" y="1082"/>
                </a:lnTo>
                <a:lnTo>
                  <a:pt x="986" y="1083"/>
                </a:lnTo>
                <a:lnTo>
                  <a:pt x="985" y="1084"/>
                </a:lnTo>
                <a:lnTo>
                  <a:pt x="986" y="1085"/>
                </a:lnTo>
                <a:lnTo>
                  <a:pt x="986" y="1086"/>
                </a:lnTo>
                <a:lnTo>
                  <a:pt x="985" y="1087"/>
                </a:lnTo>
                <a:lnTo>
                  <a:pt x="984" y="1087"/>
                </a:lnTo>
                <a:lnTo>
                  <a:pt x="983" y="1088"/>
                </a:lnTo>
                <a:lnTo>
                  <a:pt x="982" y="1089"/>
                </a:lnTo>
                <a:lnTo>
                  <a:pt x="981" y="1088"/>
                </a:lnTo>
                <a:lnTo>
                  <a:pt x="980" y="1088"/>
                </a:lnTo>
                <a:lnTo>
                  <a:pt x="980" y="1087"/>
                </a:lnTo>
                <a:lnTo>
                  <a:pt x="979" y="1087"/>
                </a:lnTo>
                <a:lnTo>
                  <a:pt x="978" y="1087"/>
                </a:lnTo>
                <a:lnTo>
                  <a:pt x="977" y="1086"/>
                </a:lnTo>
                <a:lnTo>
                  <a:pt x="976" y="1085"/>
                </a:lnTo>
                <a:lnTo>
                  <a:pt x="975" y="1083"/>
                </a:lnTo>
                <a:lnTo>
                  <a:pt x="975" y="1082"/>
                </a:lnTo>
                <a:lnTo>
                  <a:pt x="975" y="1081"/>
                </a:lnTo>
                <a:lnTo>
                  <a:pt x="975" y="1080"/>
                </a:lnTo>
                <a:lnTo>
                  <a:pt x="976" y="1079"/>
                </a:lnTo>
                <a:lnTo>
                  <a:pt x="975" y="1078"/>
                </a:lnTo>
                <a:lnTo>
                  <a:pt x="975" y="1077"/>
                </a:lnTo>
                <a:lnTo>
                  <a:pt x="975" y="1076"/>
                </a:lnTo>
                <a:lnTo>
                  <a:pt x="974" y="1075"/>
                </a:lnTo>
                <a:lnTo>
                  <a:pt x="974" y="1074"/>
                </a:lnTo>
                <a:lnTo>
                  <a:pt x="973" y="1074"/>
                </a:lnTo>
                <a:lnTo>
                  <a:pt x="972" y="1073"/>
                </a:lnTo>
                <a:lnTo>
                  <a:pt x="972" y="1072"/>
                </a:lnTo>
                <a:lnTo>
                  <a:pt x="971" y="1072"/>
                </a:lnTo>
                <a:lnTo>
                  <a:pt x="970" y="1072"/>
                </a:lnTo>
                <a:lnTo>
                  <a:pt x="971" y="1071"/>
                </a:lnTo>
                <a:lnTo>
                  <a:pt x="971" y="1070"/>
                </a:lnTo>
                <a:lnTo>
                  <a:pt x="971" y="1069"/>
                </a:lnTo>
                <a:lnTo>
                  <a:pt x="970" y="1069"/>
                </a:lnTo>
                <a:lnTo>
                  <a:pt x="970" y="1070"/>
                </a:lnTo>
                <a:lnTo>
                  <a:pt x="970" y="1069"/>
                </a:lnTo>
                <a:lnTo>
                  <a:pt x="969" y="1068"/>
                </a:lnTo>
                <a:lnTo>
                  <a:pt x="968" y="1068"/>
                </a:lnTo>
                <a:lnTo>
                  <a:pt x="967" y="1068"/>
                </a:lnTo>
                <a:lnTo>
                  <a:pt x="966" y="1067"/>
                </a:lnTo>
                <a:lnTo>
                  <a:pt x="965" y="1067"/>
                </a:lnTo>
                <a:lnTo>
                  <a:pt x="964" y="1067"/>
                </a:lnTo>
                <a:lnTo>
                  <a:pt x="964" y="1068"/>
                </a:lnTo>
                <a:lnTo>
                  <a:pt x="964" y="1069"/>
                </a:lnTo>
                <a:lnTo>
                  <a:pt x="963" y="1069"/>
                </a:lnTo>
                <a:lnTo>
                  <a:pt x="963" y="1068"/>
                </a:lnTo>
                <a:lnTo>
                  <a:pt x="962" y="1068"/>
                </a:lnTo>
                <a:lnTo>
                  <a:pt x="962" y="1069"/>
                </a:lnTo>
                <a:lnTo>
                  <a:pt x="962" y="1070"/>
                </a:lnTo>
                <a:lnTo>
                  <a:pt x="961" y="1070"/>
                </a:lnTo>
                <a:lnTo>
                  <a:pt x="961" y="1071"/>
                </a:lnTo>
                <a:lnTo>
                  <a:pt x="960" y="1072"/>
                </a:lnTo>
                <a:lnTo>
                  <a:pt x="959" y="1072"/>
                </a:lnTo>
                <a:lnTo>
                  <a:pt x="959" y="1071"/>
                </a:lnTo>
                <a:lnTo>
                  <a:pt x="959" y="1072"/>
                </a:lnTo>
                <a:lnTo>
                  <a:pt x="958" y="1072"/>
                </a:lnTo>
                <a:lnTo>
                  <a:pt x="958" y="1073"/>
                </a:lnTo>
                <a:lnTo>
                  <a:pt x="957" y="1074"/>
                </a:lnTo>
                <a:lnTo>
                  <a:pt x="956" y="1075"/>
                </a:lnTo>
                <a:lnTo>
                  <a:pt x="956" y="1076"/>
                </a:lnTo>
                <a:lnTo>
                  <a:pt x="956" y="1077"/>
                </a:lnTo>
                <a:lnTo>
                  <a:pt x="955" y="1078"/>
                </a:lnTo>
                <a:lnTo>
                  <a:pt x="954" y="1078"/>
                </a:lnTo>
                <a:lnTo>
                  <a:pt x="953" y="1079"/>
                </a:lnTo>
                <a:lnTo>
                  <a:pt x="953" y="1080"/>
                </a:lnTo>
                <a:lnTo>
                  <a:pt x="954" y="1081"/>
                </a:lnTo>
                <a:lnTo>
                  <a:pt x="955" y="1082"/>
                </a:lnTo>
                <a:lnTo>
                  <a:pt x="954" y="1083"/>
                </a:lnTo>
                <a:lnTo>
                  <a:pt x="953" y="1083"/>
                </a:lnTo>
                <a:lnTo>
                  <a:pt x="953" y="1084"/>
                </a:lnTo>
                <a:lnTo>
                  <a:pt x="954" y="1084"/>
                </a:lnTo>
                <a:lnTo>
                  <a:pt x="955" y="1086"/>
                </a:lnTo>
                <a:lnTo>
                  <a:pt x="955" y="1087"/>
                </a:lnTo>
                <a:lnTo>
                  <a:pt x="955" y="1088"/>
                </a:lnTo>
                <a:lnTo>
                  <a:pt x="954" y="1088"/>
                </a:lnTo>
                <a:lnTo>
                  <a:pt x="953" y="1088"/>
                </a:lnTo>
                <a:lnTo>
                  <a:pt x="952" y="1088"/>
                </a:lnTo>
                <a:lnTo>
                  <a:pt x="951" y="1088"/>
                </a:lnTo>
                <a:lnTo>
                  <a:pt x="951" y="1089"/>
                </a:lnTo>
                <a:lnTo>
                  <a:pt x="951" y="1090"/>
                </a:lnTo>
                <a:lnTo>
                  <a:pt x="951" y="1091"/>
                </a:lnTo>
                <a:lnTo>
                  <a:pt x="950" y="1091"/>
                </a:lnTo>
                <a:lnTo>
                  <a:pt x="949" y="1091"/>
                </a:lnTo>
                <a:lnTo>
                  <a:pt x="948" y="1091"/>
                </a:lnTo>
                <a:lnTo>
                  <a:pt x="947" y="1091"/>
                </a:lnTo>
                <a:lnTo>
                  <a:pt x="947" y="1092"/>
                </a:lnTo>
                <a:lnTo>
                  <a:pt x="946" y="1092"/>
                </a:lnTo>
                <a:lnTo>
                  <a:pt x="945" y="1093"/>
                </a:lnTo>
                <a:lnTo>
                  <a:pt x="944" y="1093"/>
                </a:lnTo>
                <a:lnTo>
                  <a:pt x="943" y="1093"/>
                </a:lnTo>
                <a:lnTo>
                  <a:pt x="942" y="1093"/>
                </a:lnTo>
                <a:lnTo>
                  <a:pt x="941" y="1093"/>
                </a:lnTo>
                <a:lnTo>
                  <a:pt x="940" y="1093"/>
                </a:lnTo>
                <a:lnTo>
                  <a:pt x="939" y="1094"/>
                </a:lnTo>
                <a:lnTo>
                  <a:pt x="939" y="1095"/>
                </a:lnTo>
                <a:lnTo>
                  <a:pt x="937" y="1096"/>
                </a:lnTo>
                <a:lnTo>
                  <a:pt x="936" y="1096"/>
                </a:lnTo>
                <a:lnTo>
                  <a:pt x="935" y="1096"/>
                </a:lnTo>
                <a:lnTo>
                  <a:pt x="934" y="1096"/>
                </a:lnTo>
                <a:lnTo>
                  <a:pt x="933" y="1096"/>
                </a:lnTo>
                <a:lnTo>
                  <a:pt x="932" y="1096"/>
                </a:lnTo>
                <a:lnTo>
                  <a:pt x="931" y="1096"/>
                </a:lnTo>
                <a:lnTo>
                  <a:pt x="930" y="1096"/>
                </a:lnTo>
                <a:lnTo>
                  <a:pt x="930" y="1097"/>
                </a:lnTo>
                <a:lnTo>
                  <a:pt x="929" y="1097"/>
                </a:lnTo>
                <a:lnTo>
                  <a:pt x="928" y="1097"/>
                </a:lnTo>
                <a:lnTo>
                  <a:pt x="927" y="1097"/>
                </a:lnTo>
                <a:lnTo>
                  <a:pt x="927" y="1098"/>
                </a:lnTo>
                <a:lnTo>
                  <a:pt x="928" y="1098"/>
                </a:lnTo>
                <a:lnTo>
                  <a:pt x="928" y="1099"/>
                </a:lnTo>
                <a:lnTo>
                  <a:pt x="927" y="1100"/>
                </a:lnTo>
                <a:lnTo>
                  <a:pt x="927" y="1101"/>
                </a:lnTo>
                <a:lnTo>
                  <a:pt x="926" y="1102"/>
                </a:lnTo>
                <a:lnTo>
                  <a:pt x="925" y="1102"/>
                </a:lnTo>
                <a:lnTo>
                  <a:pt x="924" y="1103"/>
                </a:lnTo>
                <a:lnTo>
                  <a:pt x="924" y="1104"/>
                </a:lnTo>
                <a:lnTo>
                  <a:pt x="923" y="1104"/>
                </a:lnTo>
                <a:lnTo>
                  <a:pt x="924" y="1104"/>
                </a:lnTo>
                <a:lnTo>
                  <a:pt x="924" y="1105"/>
                </a:lnTo>
                <a:lnTo>
                  <a:pt x="924" y="1106"/>
                </a:lnTo>
                <a:lnTo>
                  <a:pt x="923" y="1106"/>
                </a:lnTo>
                <a:lnTo>
                  <a:pt x="922" y="1107"/>
                </a:lnTo>
                <a:lnTo>
                  <a:pt x="921" y="1109"/>
                </a:lnTo>
                <a:lnTo>
                  <a:pt x="920" y="1109"/>
                </a:lnTo>
                <a:lnTo>
                  <a:pt x="919" y="1110"/>
                </a:lnTo>
                <a:lnTo>
                  <a:pt x="918" y="1109"/>
                </a:lnTo>
                <a:lnTo>
                  <a:pt x="917" y="1109"/>
                </a:lnTo>
                <a:lnTo>
                  <a:pt x="916" y="1109"/>
                </a:lnTo>
                <a:lnTo>
                  <a:pt x="915" y="1109"/>
                </a:lnTo>
                <a:lnTo>
                  <a:pt x="916" y="1109"/>
                </a:lnTo>
                <a:lnTo>
                  <a:pt x="916" y="1110"/>
                </a:lnTo>
                <a:lnTo>
                  <a:pt x="916" y="1111"/>
                </a:lnTo>
                <a:lnTo>
                  <a:pt x="915" y="1111"/>
                </a:lnTo>
                <a:lnTo>
                  <a:pt x="914" y="1111"/>
                </a:lnTo>
                <a:lnTo>
                  <a:pt x="913" y="1110"/>
                </a:lnTo>
                <a:lnTo>
                  <a:pt x="913" y="1109"/>
                </a:lnTo>
                <a:lnTo>
                  <a:pt x="912" y="1109"/>
                </a:lnTo>
                <a:lnTo>
                  <a:pt x="911" y="1109"/>
                </a:lnTo>
                <a:lnTo>
                  <a:pt x="910" y="1109"/>
                </a:lnTo>
                <a:lnTo>
                  <a:pt x="910" y="1110"/>
                </a:lnTo>
                <a:lnTo>
                  <a:pt x="909" y="1110"/>
                </a:lnTo>
                <a:lnTo>
                  <a:pt x="909" y="1111"/>
                </a:lnTo>
                <a:lnTo>
                  <a:pt x="909" y="1112"/>
                </a:lnTo>
                <a:lnTo>
                  <a:pt x="908" y="1112"/>
                </a:lnTo>
                <a:lnTo>
                  <a:pt x="908" y="1114"/>
                </a:lnTo>
                <a:lnTo>
                  <a:pt x="908" y="1115"/>
                </a:lnTo>
                <a:lnTo>
                  <a:pt x="908" y="1116"/>
                </a:lnTo>
                <a:lnTo>
                  <a:pt x="908" y="1117"/>
                </a:lnTo>
                <a:lnTo>
                  <a:pt x="909" y="1118"/>
                </a:lnTo>
                <a:lnTo>
                  <a:pt x="909" y="1119"/>
                </a:lnTo>
                <a:lnTo>
                  <a:pt x="910" y="1119"/>
                </a:lnTo>
                <a:lnTo>
                  <a:pt x="910" y="1122"/>
                </a:lnTo>
                <a:lnTo>
                  <a:pt x="911" y="1122"/>
                </a:lnTo>
                <a:lnTo>
                  <a:pt x="911" y="1123"/>
                </a:lnTo>
                <a:lnTo>
                  <a:pt x="912" y="1123"/>
                </a:lnTo>
                <a:lnTo>
                  <a:pt x="911" y="1124"/>
                </a:lnTo>
                <a:lnTo>
                  <a:pt x="911" y="1125"/>
                </a:lnTo>
                <a:lnTo>
                  <a:pt x="911" y="1126"/>
                </a:lnTo>
                <a:lnTo>
                  <a:pt x="911" y="1127"/>
                </a:lnTo>
                <a:lnTo>
                  <a:pt x="911" y="1129"/>
                </a:lnTo>
                <a:lnTo>
                  <a:pt x="912" y="1130"/>
                </a:lnTo>
                <a:lnTo>
                  <a:pt x="912" y="1131"/>
                </a:lnTo>
                <a:lnTo>
                  <a:pt x="913" y="1131"/>
                </a:lnTo>
                <a:lnTo>
                  <a:pt x="913" y="1132"/>
                </a:lnTo>
                <a:lnTo>
                  <a:pt x="914" y="1133"/>
                </a:lnTo>
                <a:lnTo>
                  <a:pt x="914" y="1134"/>
                </a:lnTo>
                <a:lnTo>
                  <a:pt x="915" y="1135"/>
                </a:lnTo>
                <a:lnTo>
                  <a:pt x="915" y="1136"/>
                </a:lnTo>
                <a:lnTo>
                  <a:pt x="915" y="1137"/>
                </a:lnTo>
                <a:lnTo>
                  <a:pt x="915" y="1138"/>
                </a:lnTo>
                <a:lnTo>
                  <a:pt x="915" y="1139"/>
                </a:lnTo>
                <a:lnTo>
                  <a:pt x="914" y="1139"/>
                </a:lnTo>
                <a:lnTo>
                  <a:pt x="914" y="1140"/>
                </a:lnTo>
                <a:lnTo>
                  <a:pt x="913" y="1140"/>
                </a:lnTo>
                <a:lnTo>
                  <a:pt x="913" y="1141"/>
                </a:lnTo>
                <a:lnTo>
                  <a:pt x="914" y="1141"/>
                </a:lnTo>
                <a:lnTo>
                  <a:pt x="913" y="1141"/>
                </a:lnTo>
                <a:lnTo>
                  <a:pt x="912" y="1141"/>
                </a:lnTo>
                <a:lnTo>
                  <a:pt x="912" y="1142"/>
                </a:lnTo>
                <a:lnTo>
                  <a:pt x="911" y="1143"/>
                </a:lnTo>
                <a:lnTo>
                  <a:pt x="910" y="1143"/>
                </a:lnTo>
                <a:lnTo>
                  <a:pt x="910" y="1142"/>
                </a:lnTo>
                <a:lnTo>
                  <a:pt x="909" y="1143"/>
                </a:lnTo>
                <a:lnTo>
                  <a:pt x="908" y="1143"/>
                </a:lnTo>
                <a:lnTo>
                  <a:pt x="908" y="1144"/>
                </a:lnTo>
                <a:lnTo>
                  <a:pt x="907" y="1145"/>
                </a:lnTo>
                <a:lnTo>
                  <a:pt x="906" y="1145"/>
                </a:lnTo>
                <a:lnTo>
                  <a:pt x="905" y="1145"/>
                </a:lnTo>
                <a:lnTo>
                  <a:pt x="904" y="1146"/>
                </a:lnTo>
                <a:lnTo>
                  <a:pt x="904" y="1147"/>
                </a:lnTo>
                <a:lnTo>
                  <a:pt x="901" y="1148"/>
                </a:lnTo>
                <a:lnTo>
                  <a:pt x="900" y="1149"/>
                </a:lnTo>
                <a:lnTo>
                  <a:pt x="899" y="1150"/>
                </a:lnTo>
                <a:lnTo>
                  <a:pt x="898" y="1151"/>
                </a:lnTo>
                <a:lnTo>
                  <a:pt x="898" y="1152"/>
                </a:lnTo>
                <a:lnTo>
                  <a:pt x="897" y="1152"/>
                </a:lnTo>
                <a:lnTo>
                  <a:pt x="897" y="1151"/>
                </a:lnTo>
                <a:lnTo>
                  <a:pt x="896" y="1151"/>
                </a:lnTo>
                <a:lnTo>
                  <a:pt x="895" y="1151"/>
                </a:lnTo>
                <a:lnTo>
                  <a:pt x="894" y="1151"/>
                </a:lnTo>
                <a:lnTo>
                  <a:pt x="893" y="1151"/>
                </a:lnTo>
                <a:lnTo>
                  <a:pt x="892" y="1150"/>
                </a:lnTo>
                <a:lnTo>
                  <a:pt x="891" y="1149"/>
                </a:lnTo>
                <a:lnTo>
                  <a:pt x="890" y="1149"/>
                </a:lnTo>
                <a:lnTo>
                  <a:pt x="889" y="1150"/>
                </a:lnTo>
                <a:lnTo>
                  <a:pt x="889" y="1151"/>
                </a:lnTo>
                <a:lnTo>
                  <a:pt x="888" y="1151"/>
                </a:lnTo>
                <a:lnTo>
                  <a:pt x="887" y="1152"/>
                </a:lnTo>
                <a:lnTo>
                  <a:pt x="886" y="1152"/>
                </a:lnTo>
                <a:lnTo>
                  <a:pt x="885" y="1152"/>
                </a:lnTo>
                <a:lnTo>
                  <a:pt x="884" y="1151"/>
                </a:lnTo>
                <a:lnTo>
                  <a:pt x="883" y="1151"/>
                </a:lnTo>
                <a:lnTo>
                  <a:pt x="882" y="1151"/>
                </a:lnTo>
                <a:lnTo>
                  <a:pt x="882" y="1150"/>
                </a:lnTo>
                <a:lnTo>
                  <a:pt x="882" y="1149"/>
                </a:lnTo>
                <a:lnTo>
                  <a:pt x="881" y="1149"/>
                </a:lnTo>
                <a:lnTo>
                  <a:pt x="881" y="1148"/>
                </a:lnTo>
                <a:lnTo>
                  <a:pt x="880" y="1148"/>
                </a:lnTo>
                <a:lnTo>
                  <a:pt x="880" y="1147"/>
                </a:lnTo>
                <a:lnTo>
                  <a:pt x="879" y="1146"/>
                </a:lnTo>
                <a:lnTo>
                  <a:pt x="879" y="1145"/>
                </a:lnTo>
                <a:lnTo>
                  <a:pt x="878" y="1144"/>
                </a:lnTo>
                <a:lnTo>
                  <a:pt x="877" y="1142"/>
                </a:lnTo>
                <a:lnTo>
                  <a:pt x="876" y="1142"/>
                </a:lnTo>
                <a:lnTo>
                  <a:pt x="876" y="1141"/>
                </a:lnTo>
                <a:lnTo>
                  <a:pt x="875" y="1139"/>
                </a:lnTo>
                <a:lnTo>
                  <a:pt x="875" y="1138"/>
                </a:lnTo>
                <a:lnTo>
                  <a:pt x="874" y="1137"/>
                </a:lnTo>
                <a:lnTo>
                  <a:pt x="873" y="1136"/>
                </a:lnTo>
                <a:lnTo>
                  <a:pt x="872" y="1135"/>
                </a:lnTo>
                <a:lnTo>
                  <a:pt x="873" y="1135"/>
                </a:lnTo>
                <a:lnTo>
                  <a:pt x="872" y="1135"/>
                </a:lnTo>
                <a:lnTo>
                  <a:pt x="872" y="1134"/>
                </a:lnTo>
                <a:lnTo>
                  <a:pt x="872" y="1133"/>
                </a:lnTo>
                <a:lnTo>
                  <a:pt x="871" y="1132"/>
                </a:lnTo>
                <a:lnTo>
                  <a:pt x="870" y="1132"/>
                </a:lnTo>
                <a:lnTo>
                  <a:pt x="870" y="1131"/>
                </a:lnTo>
                <a:lnTo>
                  <a:pt x="869" y="1131"/>
                </a:lnTo>
                <a:lnTo>
                  <a:pt x="869" y="1132"/>
                </a:lnTo>
                <a:lnTo>
                  <a:pt x="868" y="1132"/>
                </a:lnTo>
                <a:lnTo>
                  <a:pt x="867" y="1131"/>
                </a:lnTo>
                <a:lnTo>
                  <a:pt x="867" y="1130"/>
                </a:lnTo>
                <a:lnTo>
                  <a:pt x="866" y="1131"/>
                </a:lnTo>
                <a:lnTo>
                  <a:pt x="865" y="1131"/>
                </a:lnTo>
                <a:lnTo>
                  <a:pt x="865" y="1130"/>
                </a:lnTo>
                <a:lnTo>
                  <a:pt x="866" y="1129"/>
                </a:lnTo>
                <a:lnTo>
                  <a:pt x="867" y="1128"/>
                </a:lnTo>
                <a:lnTo>
                  <a:pt x="868" y="1128"/>
                </a:lnTo>
                <a:lnTo>
                  <a:pt x="869" y="1127"/>
                </a:lnTo>
                <a:lnTo>
                  <a:pt x="868" y="1127"/>
                </a:lnTo>
                <a:lnTo>
                  <a:pt x="868" y="1128"/>
                </a:lnTo>
                <a:lnTo>
                  <a:pt x="868" y="1127"/>
                </a:lnTo>
                <a:lnTo>
                  <a:pt x="867" y="1126"/>
                </a:lnTo>
                <a:lnTo>
                  <a:pt x="867" y="1125"/>
                </a:lnTo>
                <a:lnTo>
                  <a:pt x="866" y="1125"/>
                </a:lnTo>
                <a:lnTo>
                  <a:pt x="865" y="1124"/>
                </a:lnTo>
                <a:lnTo>
                  <a:pt x="865" y="1123"/>
                </a:lnTo>
                <a:lnTo>
                  <a:pt x="865" y="1122"/>
                </a:lnTo>
                <a:lnTo>
                  <a:pt x="864" y="1122"/>
                </a:lnTo>
                <a:lnTo>
                  <a:pt x="863" y="1122"/>
                </a:lnTo>
                <a:lnTo>
                  <a:pt x="863" y="1121"/>
                </a:lnTo>
                <a:lnTo>
                  <a:pt x="862" y="1121"/>
                </a:lnTo>
                <a:lnTo>
                  <a:pt x="862" y="1120"/>
                </a:lnTo>
                <a:lnTo>
                  <a:pt x="863" y="1119"/>
                </a:lnTo>
                <a:lnTo>
                  <a:pt x="863" y="1118"/>
                </a:lnTo>
                <a:lnTo>
                  <a:pt x="864" y="1117"/>
                </a:lnTo>
                <a:lnTo>
                  <a:pt x="864" y="1116"/>
                </a:lnTo>
                <a:lnTo>
                  <a:pt x="865" y="1115"/>
                </a:lnTo>
                <a:lnTo>
                  <a:pt x="864" y="1114"/>
                </a:lnTo>
                <a:lnTo>
                  <a:pt x="863" y="1114"/>
                </a:lnTo>
                <a:lnTo>
                  <a:pt x="862" y="1113"/>
                </a:lnTo>
                <a:lnTo>
                  <a:pt x="862" y="1112"/>
                </a:lnTo>
                <a:lnTo>
                  <a:pt x="861" y="1111"/>
                </a:lnTo>
                <a:lnTo>
                  <a:pt x="860" y="1111"/>
                </a:lnTo>
                <a:lnTo>
                  <a:pt x="859" y="1111"/>
                </a:lnTo>
                <a:lnTo>
                  <a:pt x="858" y="1111"/>
                </a:lnTo>
                <a:lnTo>
                  <a:pt x="858" y="1112"/>
                </a:lnTo>
                <a:lnTo>
                  <a:pt x="857" y="1112"/>
                </a:lnTo>
                <a:lnTo>
                  <a:pt x="856" y="1112"/>
                </a:lnTo>
                <a:lnTo>
                  <a:pt x="855" y="1113"/>
                </a:lnTo>
                <a:lnTo>
                  <a:pt x="854" y="1113"/>
                </a:lnTo>
                <a:lnTo>
                  <a:pt x="853" y="1113"/>
                </a:lnTo>
                <a:lnTo>
                  <a:pt x="853" y="1114"/>
                </a:lnTo>
                <a:lnTo>
                  <a:pt x="853" y="1113"/>
                </a:lnTo>
                <a:lnTo>
                  <a:pt x="852" y="1112"/>
                </a:lnTo>
                <a:lnTo>
                  <a:pt x="853" y="1112"/>
                </a:lnTo>
                <a:lnTo>
                  <a:pt x="852" y="1111"/>
                </a:lnTo>
                <a:lnTo>
                  <a:pt x="851" y="1110"/>
                </a:lnTo>
                <a:lnTo>
                  <a:pt x="851" y="1109"/>
                </a:lnTo>
                <a:lnTo>
                  <a:pt x="852" y="1108"/>
                </a:lnTo>
                <a:lnTo>
                  <a:pt x="851" y="1106"/>
                </a:lnTo>
                <a:lnTo>
                  <a:pt x="850" y="1106"/>
                </a:lnTo>
                <a:lnTo>
                  <a:pt x="849" y="1106"/>
                </a:lnTo>
                <a:lnTo>
                  <a:pt x="848" y="1105"/>
                </a:lnTo>
                <a:lnTo>
                  <a:pt x="847" y="1104"/>
                </a:lnTo>
                <a:lnTo>
                  <a:pt x="846" y="1103"/>
                </a:lnTo>
                <a:lnTo>
                  <a:pt x="845" y="1102"/>
                </a:lnTo>
                <a:lnTo>
                  <a:pt x="845" y="1101"/>
                </a:lnTo>
                <a:lnTo>
                  <a:pt x="844" y="1099"/>
                </a:lnTo>
                <a:lnTo>
                  <a:pt x="843" y="1098"/>
                </a:lnTo>
                <a:lnTo>
                  <a:pt x="843" y="1097"/>
                </a:lnTo>
                <a:lnTo>
                  <a:pt x="843" y="1096"/>
                </a:lnTo>
                <a:lnTo>
                  <a:pt x="842" y="1095"/>
                </a:lnTo>
                <a:lnTo>
                  <a:pt x="842" y="1094"/>
                </a:lnTo>
                <a:lnTo>
                  <a:pt x="841" y="1094"/>
                </a:lnTo>
                <a:lnTo>
                  <a:pt x="841" y="1093"/>
                </a:lnTo>
                <a:lnTo>
                  <a:pt x="840" y="1093"/>
                </a:lnTo>
                <a:lnTo>
                  <a:pt x="839" y="1092"/>
                </a:lnTo>
                <a:lnTo>
                  <a:pt x="839" y="1091"/>
                </a:lnTo>
                <a:lnTo>
                  <a:pt x="838" y="1091"/>
                </a:lnTo>
                <a:lnTo>
                  <a:pt x="838" y="1090"/>
                </a:lnTo>
                <a:lnTo>
                  <a:pt x="837" y="1089"/>
                </a:lnTo>
                <a:lnTo>
                  <a:pt x="836" y="1088"/>
                </a:lnTo>
                <a:lnTo>
                  <a:pt x="835" y="1087"/>
                </a:lnTo>
                <a:lnTo>
                  <a:pt x="834" y="1087"/>
                </a:lnTo>
                <a:lnTo>
                  <a:pt x="833" y="1086"/>
                </a:lnTo>
                <a:lnTo>
                  <a:pt x="832" y="1086"/>
                </a:lnTo>
                <a:lnTo>
                  <a:pt x="832" y="1085"/>
                </a:lnTo>
                <a:lnTo>
                  <a:pt x="832" y="1084"/>
                </a:lnTo>
                <a:lnTo>
                  <a:pt x="831" y="1084"/>
                </a:lnTo>
                <a:lnTo>
                  <a:pt x="830" y="1084"/>
                </a:lnTo>
                <a:lnTo>
                  <a:pt x="830" y="1083"/>
                </a:lnTo>
                <a:lnTo>
                  <a:pt x="829" y="1082"/>
                </a:lnTo>
                <a:lnTo>
                  <a:pt x="829" y="1081"/>
                </a:lnTo>
                <a:lnTo>
                  <a:pt x="828" y="1080"/>
                </a:lnTo>
                <a:lnTo>
                  <a:pt x="828" y="1079"/>
                </a:lnTo>
                <a:lnTo>
                  <a:pt x="828" y="1078"/>
                </a:lnTo>
                <a:lnTo>
                  <a:pt x="827" y="1078"/>
                </a:lnTo>
                <a:lnTo>
                  <a:pt x="827" y="1077"/>
                </a:lnTo>
                <a:lnTo>
                  <a:pt x="827" y="1076"/>
                </a:lnTo>
                <a:lnTo>
                  <a:pt x="827" y="1075"/>
                </a:lnTo>
                <a:lnTo>
                  <a:pt x="827" y="1074"/>
                </a:lnTo>
                <a:lnTo>
                  <a:pt x="827" y="1073"/>
                </a:lnTo>
                <a:lnTo>
                  <a:pt x="827" y="1072"/>
                </a:lnTo>
                <a:lnTo>
                  <a:pt x="826" y="1072"/>
                </a:lnTo>
                <a:lnTo>
                  <a:pt x="826" y="1071"/>
                </a:lnTo>
                <a:lnTo>
                  <a:pt x="826" y="1072"/>
                </a:lnTo>
                <a:lnTo>
                  <a:pt x="825" y="1071"/>
                </a:lnTo>
                <a:lnTo>
                  <a:pt x="825" y="1070"/>
                </a:lnTo>
                <a:lnTo>
                  <a:pt x="825" y="1068"/>
                </a:lnTo>
                <a:lnTo>
                  <a:pt x="826" y="1068"/>
                </a:lnTo>
                <a:lnTo>
                  <a:pt x="826" y="1067"/>
                </a:lnTo>
                <a:lnTo>
                  <a:pt x="825" y="1066"/>
                </a:lnTo>
                <a:lnTo>
                  <a:pt x="825" y="1065"/>
                </a:lnTo>
                <a:lnTo>
                  <a:pt x="826" y="1065"/>
                </a:lnTo>
                <a:lnTo>
                  <a:pt x="826" y="1064"/>
                </a:lnTo>
                <a:lnTo>
                  <a:pt x="825" y="1064"/>
                </a:lnTo>
                <a:lnTo>
                  <a:pt x="825" y="1063"/>
                </a:lnTo>
                <a:lnTo>
                  <a:pt x="824" y="1063"/>
                </a:lnTo>
                <a:lnTo>
                  <a:pt x="824" y="1062"/>
                </a:lnTo>
                <a:lnTo>
                  <a:pt x="823" y="1062"/>
                </a:lnTo>
                <a:lnTo>
                  <a:pt x="823" y="1061"/>
                </a:lnTo>
                <a:lnTo>
                  <a:pt x="822" y="1061"/>
                </a:lnTo>
                <a:lnTo>
                  <a:pt x="823" y="1060"/>
                </a:lnTo>
                <a:lnTo>
                  <a:pt x="823" y="1061"/>
                </a:lnTo>
                <a:lnTo>
                  <a:pt x="823" y="1060"/>
                </a:lnTo>
                <a:lnTo>
                  <a:pt x="824" y="1060"/>
                </a:lnTo>
                <a:lnTo>
                  <a:pt x="825" y="1060"/>
                </a:lnTo>
                <a:lnTo>
                  <a:pt x="824" y="1059"/>
                </a:lnTo>
                <a:lnTo>
                  <a:pt x="824" y="1058"/>
                </a:lnTo>
                <a:lnTo>
                  <a:pt x="824" y="1056"/>
                </a:lnTo>
                <a:lnTo>
                  <a:pt x="824" y="1055"/>
                </a:lnTo>
                <a:lnTo>
                  <a:pt x="823" y="1055"/>
                </a:lnTo>
                <a:lnTo>
                  <a:pt x="823" y="1054"/>
                </a:lnTo>
                <a:lnTo>
                  <a:pt x="822" y="1054"/>
                </a:lnTo>
                <a:lnTo>
                  <a:pt x="822" y="1053"/>
                </a:lnTo>
                <a:lnTo>
                  <a:pt x="821" y="1052"/>
                </a:lnTo>
                <a:lnTo>
                  <a:pt x="821" y="1051"/>
                </a:lnTo>
                <a:lnTo>
                  <a:pt x="821" y="1050"/>
                </a:lnTo>
                <a:lnTo>
                  <a:pt x="821" y="1049"/>
                </a:lnTo>
                <a:lnTo>
                  <a:pt x="820" y="1049"/>
                </a:lnTo>
                <a:lnTo>
                  <a:pt x="819" y="1048"/>
                </a:lnTo>
                <a:lnTo>
                  <a:pt x="818" y="1048"/>
                </a:lnTo>
                <a:lnTo>
                  <a:pt x="818" y="1047"/>
                </a:lnTo>
                <a:lnTo>
                  <a:pt x="818" y="1046"/>
                </a:lnTo>
                <a:lnTo>
                  <a:pt x="817" y="1046"/>
                </a:lnTo>
                <a:lnTo>
                  <a:pt x="817" y="1045"/>
                </a:lnTo>
                <a:lnTo>
                  <a:pt x="816" y="1045"/>
                </a:lnTo>
                <a:lnTo>
                  <a:pt x="816" y="1044"/>
                </a:lnTo>
                <a:lnTo>
                  <a:pt x="815" y="1044"/>
                </a:lnTo>
                <a:lnTo>
                  <a:pt x="813" y="1044"/>
                </a:lnTo>
                <a:lnTo>
                  <a:pt x="813" y="1043"/>
                </a:lnTo>
                <a:lnTo>
                  <a:pt x="812" y="1043"/>
                </a:lnTo>
                <a:lnTo>
                  <a:pt x="812" y="1042"/>
                </a:lnTo>
                <a:lnTo>
                  <a:pt x="811" y="1041"/>
                </a:lnTo>
                <a:lnTo>
                  <a:pt x="810" y="1041"/>
                </a:lnTo>
                <a:lnTo>
                  <a:pt x="809" y="1041"/>
                </a:lnTo>
                <a:lnTo>
                  <a:pt x="808" y="1042"/>
                </a:lnTo>
                <a:lnTo>
                  <a:pt x="807" y="1042"/>
                </a:lnTo>
                <a:lnTo>
                  <a:pt x="807" y="1043"/>
                </a:lnTo>
                <a:lnTo>
                  <a:pt x="807" y="1044"/>
                </a:lnTo>
                <a:lnTo>
                  <a:pt x="806" y="1045"/>
                </a:lnTo>
                <a:lnTo>
                  <a:pt x="805" y="1046"/>
                </a:lnTo>
                <a:lnTo>
                  <a:pt x="804" y="1046"/>
                </a:lnTo>
                <a:lnTo>
                  <a:pt x="804" y="1048"/>
                </a:lnTo>
                <a:lnTo>
                  <a:pt x="805" y="1048"/>
                </a:lnTo>
                <a:lnTo>
                  <a:pt x="804" y="1048"/>
                </a:lnTo>
                <a:lnTo>
                  <a:pt x="804" y="1049"/>
                </a:lnTo>
                <a:lnTo>
                  <a:pt x="803" y="1049"/>
                </a:lnTo>
                <a:lnTo>
                  <a:pt x="803" y="1050"/>
                </a:lnTo>
                <a:lnTo>
                  <a:pt x="802" y="1050"/>
                </a:lnTo>
                <a:lnTo>
                  <a:pt x="802" y="1052"/>
                </a:lnTo>
                <a:lnTo>
                  <a:pt x="801" y="1052"/>
                </a:lnTo>
                <a:lnTo>
                  <a:pt x="800" y="1052"/>
                </a:lnTo>
                <a:lnTo>
                  <a:pt x="799" y="1052"/>
                </a:lnTo>
                <a:lnTo>
                  <a:pt x="799" y="1053"/>
                </a:lnTo>
                <a:lnTo>
                  <a:pt x="799" y="1054"/>
                </a:lnTo>
                <a:lnTo>
                  <a:pt x="799" y="1056"/>
                </a:lnTo>
                <a:lnTo>
                  <a:pt x="798" y="1056"/>
                </a:lnTo>
                <a:lnTo>
                  <a:pt x="798" y="1057"/>
                </a:lnTo>
                <a:lnTo>
                  <a:pt x="798" y="1059"/>
                </a:lnTo>
                <a:lnTo>
                  <a:pt x="798" y="1061"/>
                </a:lnTo>
                <a:lnTo>
                  <a:pt x="798" y="1062"/>
                </a:lnTo>
                <a:lnTo>
                  <a:pt x="798" y="1063"/>
                </a:lnTo>
                <a:lnTo>
                  <a:pt x="799" y="1063"/>
                </a:lnTo>
                <a:lnTo>
                  <a:pt x="798" y="1064"/>
                </a:lnTo>
                <a:lnTo>
                  <a:pt x="798" y="1066"/>
                </a:lnTo>
                <a:lnTo>
                  <a:pt x="797" y="1066"/>
                </a:lnTo>
                <a:lnTo>
                  <a:pt x="797" y="1067"/>
                </a:lnTo>
                <a:lnTo>
                  <a:pt x="797" y="1066"/>
                </a:lnTo>
                <a:lnTo>
                  <a:pt x="796" y="1066"/>
                </a:lnTo>
                <a:lnTo>
                  <a:pt x="796" y="1065"/>
                </a:lnTo>
                <a:lnTo>
                  <a:pt x="795" y="1065"/>
                </a:lnTo>
                <a:lnTo>
                  <a:pt x="794" y="1065"/>
                </a:lnTo>
                <a:lnTo>
                  <a:pt x="794" y="1066"/>
                </a:lnTo>
                <a:lnTo>
                  <a:pt x="793" y="1067"/>
                </a:lnTo>
                <a:lnTo>
                  <a:pt x="792" y="1066"/>
                </a:lnTo>
                <a:lnTo>
                  <a:pt x="791" y="1066"/>
                </a:lnTo>
                <a:lnTo>
                  <a:pt x="791" y="1067"/>
                </a:lnTo>
                <a:lnTo>
                  <a:pt x="790" y="1067"/>
                </a:lnTo>
                <a:lnTo>
                  <a:pt x="788" y="1065"/>
                </a:lnTo>
                <a:lnTo>
                  <a:pt x="787" y="1065"/>
                </a:lnTo>
                <a:lnTo>
                  <a:pt x="787" y="1066"/>
                </a:lnTo>
                <a:lnTo>
                  <a:pt x="788" y="1066"/>
                </a:lnTo>
                <a:lnTo>
                  <a:pt x="787" y="1067"/>
                </a:lnTo>
                <a:lnTo>
                  <a:pt x="787" y="1068"/>
                </a:lnTo>
                <a:lnTo>
                  <a:pt x="787" y="1069"/>
                </a:lnTo>
                <a:lnTo>
                  <a:pt x="788" y="1069"/>
                </a:lnTo>
                <a:lnTo>
                  <a:pt x="788" y="1070"/>
                </a:lnTo>
                <a:lnTo>
                  <a:pt x="788" y="1071"/>
                </a:lnTo>
                <a:lnTo>
                  <a:pt x="789" y="1072"/>
                </a:lnTo>
                <a:lnTo>
                  <a:pt x="789" y="1073"/>
                </a:lnTo>
                <a:lnTo>
                  <a:pt x="790" y="1073"/>
                </a:lnTo>
                <a:lnTo>
                  <a:pt x="791" y="1073"/>
                </a:lnTo>
                <a:lnTo>
                  <a:pt x="791" y="1074"/>
                </a:lnTo>
                <a:lnTo>
                  <a:pt x="792" y="1075"/>
                </a:lnTo>
                <a:lnTo>
                  <a:pt x="792" y="1074"/>
                </a:lnTo>
                <a:lnTo>
                  <a:pt x="793" y="1074"/>
                </a:lnTo>
                <a:lnTo>
                  <a:pt x="793" y="1075"/>
                </a:lnTo>
                <a:lnTo>
                  <a:pt x="792" y="1076"/>
                </a:lnTo>
                <a:lnTo>
                  <a:pt x="792" y="1077"/>
                </a:lnTo>
                <a:lnTo>
                  <a:pt x="791" y="1077"/>
                </a:lnTo>
                <a:lnTo>
                  <a:pt x="791" y="1078"/>
                </a:lnTo>
                <a:lnTo>
                  <a:pt x="791" y="1079"/>
                </a:lnTo>
                <a:lnTo>
                  <a:pt x="790" y="1079"/>
                </a:lnTo>
                <a:lnTo>
                  <a:pt x="791" y="1079"/>
                </a:lnTo>
                <a:lnTo>
                  <a:pt x="791" y="1080"/>
                </a:lnTo>
                <a:lnTo>
                  <a:pt x="791" y="1081"/>
                </a:lnTo>
                <a:lnTo>
                  <a:pt x="792" y="1081"/>
                </a:lnTo>
                <a:lnTo>
                  <a:pt x="793" y="1080"/>
                </a:lnTo>
                <a:lnTo>
                  <a:pt x="794" y="1081"/>
                </a:lnTo>
                <a:lnTo>
                  <a:pt x="793" y="1081"/>
                </a:lnTo>
                <a:lnTo>
                  <a:pt x="794" y="1082"/>
                </a:lnTo>
                <a:lnTo>
                  <a:pt x="795" y="1082"/>
                </a:lnTo>
                <a:lnTo>
                  <a:pt x="795" y="1083"/>
                </a:lnTo>
                <a:lnTo>
                  <a:pt x="795" y="1084"/>
                </a:lnTo>
                <a:lnTo>
                  <a:pt x="794" y="1084"/>
                </a:lnTo>
                <a:lnTo>
                  <a:pt x="795" y="1086"/>
                </a:lnTo>
                <a:lnTo>
                  <a:pt x="795" y="1087"/>
                </a:lnTo>
                <a:lnTo>
                  <a:pt x="795" y="1088"/>
                </a:lnTo>
                <a:lnTo>
                  <a:pt x="795" y="1089"/>
                </a:lnTo>
                <a:lnTo>
                  <a:pt x="794" y="1089"/>
                </a:lnTo>
                <a:lnTo>
                  <a:pt x="793" y="1089"/>
                </a:lnTo>
                <a:lnTo>
                  <a:pt x="794" y="1089"/>
                </a:lnTo>
                <a:lnTo>
                  <a:pt x="793" y="1090"/>
                </a:lnTo>
                <a:lnTo>
                  <a:pt x="793" y="1091"/>
                </a:lnTo>
                <a:lnTo>
                  <a:pt x="794" y="1091"/>
                </a:lnTo>
                <a:lnTo>
                  <a:pt x="794" y="1092"/>
                </a:lnTo>
                <a:lnTo>
                  <a:pt x="795" y="1092"/>
                </a:lnTo>
                <a:lnTo>
                  <a:pt x="795" y="1091"/>
                </a:lnTo>
                <a:lnTo>
                  <a:pt x="796" y="1091"/>
                </a:lnTo>
                <a:lnTo>
                  <a:pt x="796" y="1093"/>
                </a:lnTo>
                <a:lnTo>
                  <a:pt x="796" y="1094"/>
                </a:lnTo>
                <a:lnTo>
                  <a:pt x="797" y="1094"/>
                </a:lnTo>
                <a:lnTo>
                  <a:pt x="798" y="1094"/>
                </a:lnTo>
                <a:lnTo>
                  <a:pt x="797" y="1095"/>
                </a:lnTo>
                <a:lnTo>
                  <a:pt x="796" y="1095"/>
                </a:lnTo>
                <a:lnTo>
                  <a:pt x="796" y="1096"/>
                </a:lnTo>
                <a:lnTo>
                  <a:pt x="795" y="1097"/>
                </a:lnTo>
                <a:lnTo>
                  <a:pt x="795" y="1098"/>
                </a:lnTo>
                <a:lnTo>
                  <a:pt x="794" y="1099"/>
                </a:lnTo>
                <a:lnTo>
                  <a:pt x="793" y="1099"/>
                </a:lnTo>
                <a:lnTo>
                  <a:pt x="792" y="1099"/>
                </a:lnTo>
                <a:lnTo>
                  <a:pt x="791" y="1100"/>
                </a:lnTo>
                <a:lnTo>
                  <a:pt x="791" y="1101"/>
                </a:lnTo>
                <a:lnTo>
                  <a:pt x="790" y="1101"/>
                </a:lnTo>
                <a:lnTo>
                  <a:pt x="790" y="1102"/>
                </a:lnTo>
                <a:lnTo>
                  <a:pt x="789" y="1102"/>
                </a:lnTo>
                <a:lnTo>
                  <a:pt x="788" y="1102"/>
                </a:lnTo>
                <a:lnTo>
                  <a:pt x="788" y="1103"/>
                </a:lnTo>
                <a:lnTo>
                  <a:pt x="787" y="1103"/>
                </a:lnTo>
                <a:lnTo>
                  <a:pt x="786" y="1103"/>
                </a:lnTo>
                <a:lnTo>
                  <a:pt x="785" y="1103"/>
                </a:lnTo>
                <a:lnTo>
                  <a:pt x="785" y="1104"/>
                </a:lnTo>
                <a:lnTo>
                  <a:pt x="784" y="1105"/>
                </a:lnTo>
                <a:lnTo>
                  <a:pt x="783" y="1106"/>
                </a:lnTo>
                <a:lnTo>
                  <a:pt x="783" y="1107"/>
                </a:lnTo>
                <a:lnTo>
                  <a:pt x="782" y="1107"/>
                </a:lnTo>
                <a:lnTo>
                  <a:pt x="781" y="1107"/>
                </a:lnTo>
                <a:lnTo>
                  <a:pt x="780" y="1107"/>
                </a:lnTo>
                <a:lnTo>
                  <a:pt x="780" y="1108"/>
                </a:lnTo>
                <a:lnTo>
                  <a:pt x="779" y="1108"/>
                </a:lnTo>
                <a:lnTo>
                  <a:pt x="778" y="1108"/>
                </a:lnTo>
                <a:lnTo>
                  <a:pt x="777" y="1108"/>
                </a:lnTo>
                <a:lnTo>
                  <a:pt x="777" y="1107"/>
                </a:lnTo>
                <a:lnTo>
                  <a:pt x="776" y="1107"/>
                </a:lnTo>
                <a:lnTo>
                  <a:pt x="776" y="1106"/>
                </a:lnTo>
                <a:lnTo>
                  <a:pt x="776" y="1107"/>
                </a:lnTo>
                <a:lnTo>
                  <a:pt x="775" y="1107"/>
                </a:lnTo>
                <a:lnTo>
                  <a:pt x="774" y="1107"/>
                </a:lnTo>
                <a:lnTo>
                  <a:pt x="773" y="1107"/>
                </a:lnTo>
                <a:lnTo>
                  <a:pt x="772" y="1108"/>
                </a:lnTo>
                <a:lnTo>
                  <a:pt x="772" y="1109"/>
                </a:lnTo>
                <a:lnTo>
                  <a:pt x="771" y="1109"/>
                </a:lnTo>
                <a:lnTo>
                  <a:pt x="770" y="1108"/>
                </a:lnTo>
                <a:lnTo>
                  <a:pt x="769" y="1108"/>
                </a:lnTo>
                <a:lnTo>
                  <a:pt x="768" y="1108"/>
                </a:lnTo>
                <a:lnTo>
                  <a:pt x="767" y="1107"/>
                </a:lnTo>
                <a:lnTo>
                  <a:pt x="766" y="1107"/>
                </a:lnTo>
                <a:lnTo>
                  <a:pt x="765" y="1107"/>
                </a:lnTo>
                <a:lnTo>
                  <a:pt x="765" y="1106"/>
                </a:lnTo>
                <a:lnTo>
                  <a:pt x="766" y="1105"/>
                </a:lnTo>
                <a:lnTo>
                  <a:pt x="766" y="1104"/>
                </a:lnTo>
                <a:lnTo>
                  <a:pt x="765" y="1104"/>
                </a:lnTo>
                <a:lnTo>
                  <a:pt x="765" y="1103"/>
                </a:lnTo>
                <a:lnTo>
                  <a:pt x="765" y="1102"/>
                </a:lnTo>
                <a:lnTo>
                  <a:pt x="764" y="1102"/>
                </a:lnTo>
                <a:lnTo>
                  <a:pt x="763" y="1100"/>
                </a:lnTo>
                <a:lnTo>
                  <a:pt x="763" y="1099"/>
                </a:lnTo>
                <a:lnTo>
                  <a:pt x="763" y="1097"/>
                </a:lnTo>
                <a:lnTo>
                  <a:pt x="762" y="1096"/>
                </a:lnTo>
                <a:lnTo>
                  <a:pt x="762" y="1095"/>
                </a:lnTo>
                <a:lnTo>
                  <a:pt x="762" y="1094"/>
                </a:lnTo>
                <a:lnTo>
                  <a:pt x="761" y="1094"/>
                </a:lnTo>
                <a:lnTo>
                  <a:pt x="760" y="1096"/>
                </a:lnTo>
                <a:lnTo>
                  <a:pt x="761" y="1096"/>
                </a:lnTo>
                <a:lnTo>
                  <a:pt x="761" y="1097"/>
                </a:lnTo>
                <a:lnTo>
                  <a:pt x="760" y="1097"/>
                </a:lnTo>
                <a:lnTo>
                  <a:pt x="760" y="1098"/>
                </a:lnTo>
                <a:lnTo>
                  <a:pt x="759" y="1099"/>
                </a:lnTo>
                <a:lnTo>
                  <a:pt x="758" y="1099"/>
                </a:lnTo>
                <a:lnTo>
                  <a:pt x="758" y="1098"/>
                </a:lnTo>
                <a:lnTo>
                  <a:pt x="757" y="1098"/>
                </a:lnTo>
                <a:lnTo>
                  <a:pt x="756" y="1097"/>
                </a:lnTo>
                <a:lnTo>
                  <a:pt x="755" y="1096"/>
                </a:lnTo>
                <a:lnTo>
                  <a:pt x="755" y="1097"/>
                </a:lnTo>
                <a:lnTo>
                  <a:pt x="753" y="1097"/>
                </a:lnTo>
                <a:lnTo>
                  <a:pt x="752" y="1096"/>
                </a:lnTo>
                <a:lnTo>
                  <a:pt x="751" y="1096"/>
                </a:lnTo>
                <a:lnTo>
                  <a:pt x="751" y="1095"/>
                </a:lnTo>
                <a:lnTo>
                  <a:pt x="750" y="1094"/>
                </a:lnTo>
                <a:lnTo>
                  <a:pt x="750" y="1093"/>
                </a:lnTo>
                <a:lnTo>
                  <a:pt x="749" y="1093"/>
                </a:lnTo>
                <a:lnTo>
                  <a:pt x="750" y="1092"/>
                </a:lnTo>
                <a:lnTo>
                  <a:pt x="750" y="1090"/>
                </a:lnTo>
                <a:lnTo>
                  <a:pt x="751" y="1089"/>
                </a:lnTo>
                <a:lnTo>
                  <a:pt x="751" y="1088"/>
                </a:lnTo>
                <a:lnTo>
                  <a:pt x="750" y="1087"/>
                </a:lnTo>
                <a:lnTo>
                  <a:pt x="751" y="1086"/>
                </a:lnTo>
                <a:lnTo>
                  <a:pt x="750" y="1086"/>
                </a:lnTo>
                <a:lnTo>
                  <a:pt x="750" y="1085"/>
                </a:lnTo>
                <a:lnTo>
                  <a:pt x="749" y="1085"/>
                </a:lnTo>
                <a:lnTo>
                  <a:pt x="749" y="1084"/>
                </a:lnTo>
                <a:lnTo>
                  <a:pt x="748" y="1084"/>
                </a:lnTo>
                <a:lnTo>
                  <a:pt x="747" y="1084"/>
                </a:lnTo>
                <a:lnTo>
                  <a:pt x="747" y="1083"/>
                </a:lnTo>
                <a:lnTo>
                  <a:pt x="746" y="1083"/>
                </a:lnTo>
                <a:lnTo>
                  <a:pt x="745" y="1083"/>
                </a:lnTo>
                <a:lnTo>
                  <a:pt x="745" y="1082"/>
                </a:lnTo>
                <a:lnTo>
                  <a:pt x="745" y="1081"/>
                </a:lnTo>
                <a:lnTo>
                  <a:pt x="744" y="1081"/>
                </a:lnTo>
                <a:lnTo>
                  <a:pt x="743" y="1080"/>
                </a:lnTo>
                <a:lnTo>
                  <a:pt x="742" y="1079"/>
                </a:lnTo>
                <a:lnTo>
                  <a:pt x="741" y="1079"/>
                </a:lnTo>
                <a:lnTo>
                  <a:pt x="741" y="1078"/>
                </a:lnTo>
                <a:lnTo>
                  <a:pt x="740" y="1078"/>
                </a:lnTo>
                <a:lnTo>
                  <a:pt x="740" y="1077"/>
                </a:lnTo>
                <a:lnTo>
                  <a:pt x="739" y="1078"/>
                </a:lnTo>
                <a:lnTo>
                  <a:pt x="739" y="1077"/>
                </a:lnTo>
                <a:lnTo>
                  <a:pt x="739" y="1076"/>
                </a:lnTo>
                <a:lnTo>
                  <a:pt x="739" y="1075"/>
                </a:lnTo>
                <a:lnTo>
                  <a:pt x="738" y="1075"/>
                </a:lnTo>
                <a:lnTo>
                  <a:pt x="737" y="1075"/>
                </a:lnTo>
                <a:lnTo>
                  <a:pt x="737" y="1074"/>
                </a:lnTo>
                <a:lnTo>
                  <a:pt x="736" y="1074"/>
                </a:lnTo>
                <a:lnTo>
                  <a:pt x="735" y="1074"/>
                </a:lnTo>
                <a:lnTo>
                  <a:pt x="735" y="1073"/>
                </a:lnTo>
                <a:lnTo>
                  <a:pt x="735" y="1072"/>
                </a:lnTo>
                <a:lnTo>
                  <a:pt x="735" y="1071"/>
                </a:lnTo>
                <a:lnTo>
                  <a:pt x="736" y="1070"/>
                </a:lnTo>
                <a:lnTo>
                  <a:pt x="735" y="1069"/>
                </a:lnTo>
                <a:lnTo>
                  <a:pt x="736" y="1069"/>
                </a:lnTo>
                <a:lnTo>
                  <a:pt x="736" y="1068"/>
                </a:lnTo>
                <a:lnTo>
                  <a:pt x="735" y="1068"/>
                </a:lnTo>
                <a:lnTo>
                  <a:pt x="735" y="1067"/>
                </a:lnTo>
                <a:lnTo>
                  <a:pt x="734" y="1067"/>
                </a:lnTo>
                <a:lnTo>
                  <a:pt x="733" y="1067"/>
                </a:lnTo>
                <a:lnTo>
                  <a:pt x="733" y="1066"/>
                </a:lnTo>
                <a:lnTo>
                  <a:pt x="733" y="1067"/>
                </a:lnTo>
                <a:lnTo>
                  <a:pt x="733" y="1066"/>
                </a:lnTo>
                <a:lnTo>
                  <a:pt x="731" y="1065"/>
                </a:lnTo>
                <a:lnTo>
                  <a:pt x="731" y="1064"/>
                </a:lnTo>
                <a:lnTo>
                  <a:pt x="730" y="1064"/>
                </a:lnTo>
                <a:lnTo>
                  <a:pt x="730" y="1063"/>
                </a:lnTo>
                <a:lnTo>
                  <a:pt x="731" y="1062"/>
                </a:lnTo>
                <a:lnTo>
                  <a:pt x="731" y="1061"/>
                </a:lnTo>
                <a:lnTo>
                  <a:pt x="730" y="1061"/>
                </a:lnTo>
                <a:lnTo>
                  <a:pt x="730" y="1060"/>
                </a:lnTo>
                <a:lnTo>
                  <a:pt x="730" y="1059"/>
                </a:lnTo>
                <a:lnTo>
                  <a:pt x="731" y="1059"/>
                </a:lnTo>
                <a:lnTo>
                  <a:pt x="731" y="1058"/>
                </a:lnTo>
                <a:lnTo>
                  <a:pt x="730" y="1058"/>
                </a:lnTo>
                <a:lnTo>
                  <a:pt x="731" y="1058"/>
                </a:lnTo>
                <a:lnTo>
                  <a:pt x="731" y="1057"/>
                </a:lnTo>
                <a:lnTo>
                  <a:pt x="733" y="1057"/>
                </a:lnTo>
                <a:lnTo>
                  <a:pt x="734" y="1057"/>
                </a:lnTo>
                <a:lnTo>
                  <a:pt x="735" y="1057"/>
                </a:lnTo>
                <a:lnTo>
                  <a:pt x="736" y="1057"/>
                </a:lnTo>
                <a:lnTo>
                  <a:pt x="736" y="1056"/>
                </a:lnTo>
                <a:lnTo>
                  <a:pt x="736" y="1055"/>
                </a:lnTo>
                <a:lnTo>
                  <a:pt x="737" y="1054"/>
                </a:lnTo>
                <a:lnTo>
                  <a:pt x="738" y="1053"/>
                </a:lnTo>
                <a:lnTo>
                  <a:pt x="738" y="1052"/>
                </a:lnTo>
                <a:lnTo>
                  <a:pt x="737" y="1052"/>
                </a:lnTo>
                <a:lnTo>
                  <a:pt x="738" y="1052"/>
                </a:lnTo>
                <a:lnTo>
                  <a:pt x="737" y="1052"/>
                </a:lnTo>
                <a:lnTo>
                  <a:pt x="737" y="1051"/>
                </a:lnTo>
                <a:lnTo>
                  <a:pt x="736" y="1050"/>
                </a:lnTo>
                <a:lnTo>
                  <a:pt x="735" y="1050"/>
                </a:lnTo>
                <a:lnTo>
                  <a:pt x="734" y="1050"/>
                </a:lnTo>
                <a:lnTo>
                  <a:pt x="733" y="1050"/>
                </a:lnTo>
                <a:lnTo>
                  <a:pt x="732" y="1050"/>
                </a:lnTo>
                <a:lnTo>
                  <a:pt x="731" y="1050"/>
                </a:lnTo>
                <a:lnTo>
                  <a:pt x="731" y="1049"/>
                </a:lnTo>
                <a:lnTo>
                  <a:pt x="730" y="1048"/>
                </a:lnTo>
                <a:lnTo>
                  <a:pt x="729" y="1048"/>
                </a:lnTo>
                <a:lnTo>
                  <a:pt x="728" y="1048"/>
                </a:lnTo>
                <a:lnTo>
                  <a:pt x="727" y="1048"/>
                </a:lnTo>
                <a:lnTo>
                  <a:pt x="726" y="1047"/>
                </a:lnTo>
                <a:lnTo>
                  <a:pt x="725" y="1047"/>
                </a:lnTo>
                <a:lnTo>
                  <a:pt x="725" y="1048"/>
                </a:lnTo>
                <a:lnTo>
                  <a:pt x="724" y="1048"/>
                </a:lnTo>
                <a:lnTo>
                  <a:pt x="724" y="1047"/>
                </a:lnTo>
                <a:lnTo>
                  <a:pt x="722" y="1047"/>
                </a:lnTo>
                <a:lnTo>
                  <a:pt x="721" y="1047"/>
                </a:lnTo>
                <a:lnTo>
                  <a:pt x="721" y="1046"/>
                </a:lnTo>
                <a:lnTo>
                  <a:pt x="720" y="1046"/>
                </a:lnTo>
                <a:lnTo>
                  <a:pt x="718" y="1046"/>
                </a:lnTo>
                <a:lnTo>
                  <a:pt x="716" y="1047"/>
                </a:lnTo>
                <a:lnTo>
                  <a:pt x="715" y="1047"/>
                </a:lnTo>
                <a:lnTo>
                  <a:pt x="714" y="1047"/>
                </a:lnTo>
                <a:lnTo>
                  <a:pt x="713" y="1047"/>
                </a:lnTo>
                <a:lnTo>
                  <a:pt x="712" y="1047"/>
                </a:lnTo>
                <a:lnTo>
                  <a:pt x="710" y="1047"/>
                </a:lnTo>
                <a:lnTo>
                  <a:pt x="709" y="1047"/>
                </a:lnTo>
                <a:lnTo>
                  <a:pt x="709" y="1048"/>
                </a:lnTo>
                <a:lnTo>
                  <a:pt x="709" y="1049"/>
                </a:lnTo>
                <a:lnTo>
                  <a:pt x="709" y="1050"/>
                </a:lnTo>
                <a:lnTo>
                  <a:pt x="709" y="1051"/>
                </a:lnTo>
                <a:lnTo>
                  <a:pt x="708" y="1051"/>
                </a:lnTo>
                <a:lnTo>
                  <a:pt x="707" y="1051"/>
                </a:lnTo>
                <a:lnTo>
                  <a:pt x="706" y="1051"/>
                </a:lnTo>
                <a:lnTo>
                  <a:pt x="705" y="1051"/>
                </a:lnTo>
                <a:lnTo>
                  <a:pt x="704" y="1051"/>
                </a:lnTo>
                <a:lnTo>
                  <a:pt x="704" y="1050"/>
                </a:lnTo>
                <a:lnTo>
                  <a:pt x="704" y="1049"/>
                </a:lnTo>
                <a:lnTo>
                  <a:pt x="705" y="1049"/>
                </a:lnTo>
                <a:lnTo>
                  <a:pt x="705" y="1048"/>
                </a:lnTo>
                <a:lnTo>
                  <a:pt x="704" y="1048"/>
                </a:lnTo>
                <a:lnTo>
                  <a:pt x="703" y="1048"/>
                </a:lnTo>
                <a:lnTo>
                  <a:pt x="702" y="1048"/>
                </a:lnTo>
                <a:lnTo>
                  <a:pt x="702" y="1049"/>
                </a:lnTo>
                <a:lnTo>
                  <a:pt x="701" y="1049"/>
                </a:lnTo>
                <a:lnTo>
                  <a:pt x="700" y="1049"/>
                </a:lnTo>
                <a:lnTo>
                  <a:pt x="700" y="1050"/>
                </a:lnTo>
                <a:lnTo>
                  <a:pt x="700" y="1051"/>
                </a:lnTo>
                <a:lnTo>
                  <a:pt x="699" y="1052"/>
                </a:lnTo>
                <a:lnTo>
                  <a:pt x="699" y="1053"/>
                </a:lnTo>
                <a:lnTo>
                  <a:pt x="698" y="1053"/>
                </a:lnTo>
                <a:lnTo>
                  <a:pt x="698" y="1054"/>
                </a:lnTo>
                <a:lnTo>
                  <a:pt x="697" y="1054"/>
                </a:lnTo>
                <a:lnTo>
                  <a:pt x="696" y="1054"/>
                </a:lnTo>
                <a:lnTo>
                  <a:pt x="694" y="1054"/>
                </a:lnTo>
                <a:lnTo>
                  <a:pt x="694" y="1055"/>
                </a:lnTo>
                <a:lnTo>
                  <a:pt x="693" y="1056"/>
                </a:lnTo>
                <a:lnTo>
                  <a:pt x="694" y="1056"/>
                </a:lnTo>
                <a:lnTo>
                  <a:pt x="694" y="1057"/>
                </a:lnTo>
                <a:lnTo>
                  <a:pt x="693" y="1058"/>
                </a:lnTo>
                <a:lnTo>
                  <a:pt x="692" y="1060"/>
                </a:lnTo>
                <a:lnTo>
                  <a:pt x="692" y="1061"/>
                </a:lnTo>
                <a:lnTo>
                  <a:pt x="691" y="1061"/>
                </a:lnTo>
                <a:lnTo>
                  <a:pt x="690" y="1060"/>
                </a:lnTo>
                <a:lnTo>
                  <a:pt x="690" y="1059"/>
                </a:lnTo>
                <a:lnTo>
                  <a:pt x="690" y="1058"/>
                </a:lnTo>
                <a:lnTo>
                  <a:pt x="689" y="1058"/>
                </a:lnTo>
                <a:lnTo>
                  <a:pt x="688" y="1058"/>
                </a:lnTo>
                <a:lnTo>
                  <a:pt x="688" y="1057"/>
                </a:lnTo>
                <a:lnTo>
                  <a:pt x="689" y="1056"/>
                </a:lnTo>
                <a:lnTo>
                  <a:pt x="689" y="1054"/>
                </a:lnTo>
                <a:lnTo>
                  <a:pt x="689" y="1053"/>
                </a:lnTo>
                <a:lnTo>
                  <a:pt x="688" y="1053"/>
                </a:lnTo>
                <a:lnTo>
                  <a:pt x="688" y="1052"/>
                </a:lnTo>
                <a:lnTo>
                  <a:pt x="689" y="1052"/>
                </a:lnTo>
                <a:lnTo>
                  <a:pt x="688" y="1051"/>
                </a:lnTo>
                <a:lnTo>
                  <a:pt x="688" y="1050"/>
                </a:lnTo>
                <a:lnTo>
                  <a:pt x="687" y="1050"/>
                </a:lnTo>
                <a:lnTo>
                  <a:pt x="687" y="1049"/>
                </a:lnTo>
                <a:lnTo>
                  <a:pt x="686" y="1048"/>
                </a:lnTo>
                <a:lnTo>
                  <a:pt x="686" y="1046"/>
                </a:lnTo>
                <a:lnTo>
                  <a:pt x="686" y="1045"/>
                </a:lnTo>
                <a:lnTo>
                  <a:pt x="686" y="1044"/>
                </a:lnTo>
                <a:lnTo>
                  <a:pt x="686" y="1043"/>
                </a:lnTo>
                <a:lnTo>
                  <a:pt x="686" y="1042"/>
                </a:lnTo>
                <a:lnTo>
                  <a:pt x="685" y="1042"/>
                </a:lnTo>
                <a:lnTo>
                  <a:pt x="685" y="1041"/>
                </a:lnTo>
                <a:lnTo>
                  <a:pt x="684" y="1041"/>
                </a:lnTo>
                <a:lnTo>
                  <a:pt x="684" y="1040"/>
                </a:lnTo>
                <a:lnTo>
                  <a:pt x="683" y="1039"/>
                </a:lnTo>
                <a:lnTo>
                  <a:pt x="682" y="1039"/>
                </a:lnTo>
                <a:lnTo>
                  <a:pt x="682" y="1038"/>
                </a:lnTo>
                <a:lnTo>
                  <a:pt x="681" y="1037"/>
                </a:lnTo>
                <a:lnTo>
                  <a:pt x="680" y="1035"/>
                </a:lnTo>
                <a:lnTo>
                  <a:pt x="680" y="1034"/>
                </a:lnTo>
                <a:lnTo>
                  <a:pt x="679" y="1033"/>
                </a:lnTo>
                <a:lnTo>
                  <a:pt x="679" y="1032"/>
                </a:lnTo>
                <a:lnTo>
                  <a:pt x="679" y="1031"/>
                </a:lnTo>
                <a:lnTo>
                  <a:pt x="678" y="1030"/>
                </a:lnTo>
                <a:lnTo>
                  <a:pt x="678" y="1029"/>
                </a:lnTo>
                <a:lnTo>
                  <a:pt x="679" y="1028"/>
                </a:lnTo>
                <a:lnTo>
                  <a:pt x="678" y="1028"/>
                </a:lnTo>
                <a:lnTo>
                  <a:pt x="678" y="1027"/>
                </a:lnTo>
                <a:lnTo>
                  <a:pt x="679" y="1026"/>
                </a:lnTo>
                <a:lnTo>
                  <a:pt x="679" y="1025"/>
                </a:lnTo>
                <a:lnTo>
                  <a:pt x="678" y="1024"/>
                </a:lnTo>
                <a:lnTo>
                  <a:pt x="678" y="1023"/>
                </a:lnTo>
                <a:lnTo>
                  <a:pt x="678" y="1022"/>
                </a:lnTo>
                <a:lnTo>
                  <a:pt x="679" y="1021"/>
                </a:lnTo>
                <a:lnTo>
                  <a:pt x="679" y="1020"/>
                </a:lnTo>
                <a:lnTo>
                  <a:pt x="680" y="1020"/>
                </a:lnTo>
                <a:lnTo>
                  <a:pt x="680" y="1019"/>
                </a:lnTo>
                <a:lnTo>
                  <a:pt x="681" y="1019"/>
                </a:lnTo>
                <a:lnTo>
                  <a:pt x="682" y="1018"/>
                </a:lnTo>
                <a:lnTo>
                  <a:pt x="683" y="1018"/>
                </a:lnTo>
                <a:lnTo>
                  <a:pt x="684" y="1018"/>
                </a:lnTo>
                <a:lnTo>
                  <a:pt x="683" y="1018"/>
                </a:lnTo>
                <a:lnTo>
                  <a:pt x="683" y="1017"/>
                </a:lnTo>
                <a:lnTo>
                  <a:pt x="683" y="1016"/>
                </a:lnTo>
                <a:lnTo>
                  <a:pt x="684" y="1016"/>
                </a:lnTo>
                <a:lnTo>
                  <a:pt x="684" y="1017"/>
                </a:lnTo>
                <a:lnTo>
                  <a:pt x="684" y="1015"/>
                </a:lnTo>
                <a:lnTo>
                  <a:pt x="684" y="1014"/>
                </a:lnTo>
                <a:lnTo>
                  <a:pt x="684" y="1013"/>
                </a:lnTo>
                <a:lnTo>
                  <a:pt x="684" y="1012"/>
                </a:lnTo>
                <a:lnTo>
                  <a:pt x="683" y="1011"/>
                </a:lnTo>
                <a:lnTo>
                  <a:pt x="682" y="1011"/>
                </a:lnTo>
                <a:lnTo>
                  <a:pt x="682" y="1010"/>
                </a:lnTo>
                <a:lnTo>
                  <a:pt x="681" y="1010"/>
                </a:lnTo>
                <a:lnTo>
                  <a:pt x="682" y="1009"/>
                </a:lnTo>
                <a:lnTo>
                  <a:pt x="681" y="1009"/>
                </a:lnTo>
                <a:lnTo>
                  <a:pt x="680" y="1008"/>
                </a:lnTo>
                <a:lnTo>
                  <a:pt x="679" y="1008"/>
                </a:lnTo>
                <a:lnTo>
                  <a:pt x="678" y="1008"/>
                </a:lnTo>
                <a:lnTo>
                  <a:pt x="678" y="1007"/>
                </a:lnTo>
                <a:lnTo>
                  <a:pt x="678" y="1006"/>
                </a:lnTo>
                <a:lnTo>
                  <a:pt x="679" y="1006"/>
                </a:lnTo>
                <a:lnTo>
                  <a:pt x="678" y="1006"/>
                </a:lnTo>
                <a:lnTo>
                  <a:pt x="677" y="1006"/>
                </a:lnTo>
                <a:lnTo>
                  <a:pt x="677" y="1005"/>
                </a:lnTo>
                <a:lnTo>
                  <a:pt x="677" y="1004"/>
                </a:lnTo>
                <a:lnTo>
                  <a:pt x="676" y="1004"/>
                </a:lnTo>
                <a:lnTo>
                  <a:pt x="675" y="1004"/>
                </a:lnTo>
                <a:lnTo>
                  <a:pt x="675" y="1003"/>
                </a:lnTo>
                <a:lnTo>
                  <a:pt x="674" y="1003"/>
                </a:lnTo>
                <a:lnTo>
                  <a:pt x="674" y="1002"/>
                </a:lnTo>
                <a:lnTo>
                  <a:pt x="673" y="1002"/>
                </a:lnTo>
                <a:lnTo>
                  <a:pt x="673" y="1001"/>
                </a:lnTo>
                <a:lnTo>
                  <a:pt x="673" y="1000"/>
                </a:lnTo>
                <a:lnTo>
                  <a:pt x="672" y="1000"/>
                </a:lnTo>
                <a:lnTo>
                  <a:pt x="671" y="999"/>
                </a:lnTo>
                <a:lnTo>
                  <a:pt x="670" y="999"/>
                </a:lnTo>
                <a:lnTo>
                  <a:pt x="669" y="998"/>
                </a:lnTo>
                <a:lnTo>
                  <a:pt x="669" y="997"/>
                </a:lnTo>
                <a:lnTo>
                  <a:pt x="669" y="996"/>
                </a:lnTo>
                <a:lnTo>
                  <a:pt x="670" y="995"/>
                </a:lnTo>
                <a:lnTo>
                  <a:pt x="670" y="994"/>
                </a:lnTo>
                <a:lnTo>
                  <a:pt x="669" y="994"/>
                </a:lnTo>
                <a:lnTo>
                  <a:pt x="669" y="993"/>
                </a:lnTo>
                <a:lnTo>
                  <a:pt x="668" y="993"/>
                </a:lnTo>
                <a:lnTo>
                  <a:pt x="667" y="993"/>
                </a:lnTo>
                <a:lnTo>
                  <a:pt x="667" y="992"/>
                </a:lnTo>
                <a:lnTo>
                  <a:pt x="668" y="991"/>
                </a:lnTo>
                <a:lnTo>
                  <a:pt x="667" y="991"/>
                </a:lnTo>
                <a:lnTo>
                  <a:pt x="666" y="991"/>
                </a:lnTo>
                <a:lnTo>
                  <a:pt x="665" y="991"/>
                </a:lnTo>
                <a:lnTo>
                  <a:pt x="664" y="991"/>
                </a:lnTo>
                <a:lnTo>
                  <a:pt x="663" y="991"/>
                </a:lnTo>
                <a:lnTo>
                  <a:pt x="662" y="991"/>
                </a:lnTo>
                <a:lnTo>
                  <a:pt x="662" y="992"/>
                </a:lnTo>
                <a:lnTo>
                  <a:pt x="660" y="992"/>
                </a:lnTo>
                <a:lnTo>
                  <a:pt x="659" y="992"/>
                </a:lnTo>
                <a:lnTo>
                  <a:pt x="659" y="993"/>
                </a:lnTo>
                <a:lnTo>
                  <a:pt x="658" y="992"/>
                </a:lnTo>
                <a:lnTo>
                  <a:pt x="657" y="993"/>
                </a:lnTo>
                <a:lnTo>
                  <a:pt x="657" y="994"/>
                </a:lnTo>
                <a:lnTo>
                  <a:pt x="656" y="994"/>
                </a:lnTo>
                <a:lnTo>
                  <a:pt x="656" y="993"/>
                </a:lnTo>
                <a:lnTo>
                  <a:pt x="655" y="993"/>
                </a:lnTo>
                <a:lnTo>
                  <a:pt x="655" y="992"/>
                </a:lnTo>
                <a:lnTo>
                  <a:pt x="655" y="993"/>
                </a:lnTo>
                <a:lnTo>
                  <a:pt x="654" y="993"/>
                </a:lnTo>
                <a:lnTo>
                  <a:pt x="655" y="993"/>
                </a:lnTo>
                <a:lnTo>
                  <a:pt x="654" y="994"/>
                </a:lnTo>
                <a:lnTo>
                  <a:pt x="653" y="994"/>
                </a:lnTo>
                <a:lnTo>
                  <a:pt x="653" y="995"/>
                </a:lnTo>
                <a:lnTo>
                  <a:pt x="652" y="995"/>
                </a:lnTo>
                <a:lnTo>
                  <a:pt x="652" y="994"/>
                </a:lnTo>
                <a:lnTo>
                  <a:pt x="652" y="993"/>
                </a:lnTo>
                <a:lnTo>
                  <a:pt x="651" y="993"/>
                </a:lnTo>
                <a:lnTo>
                  <a:pt x="651" y="992"/>
                </a:lnTo>
                <a:lnTo>
                  <a:pt x="651" y="991"/>
                </a:lnTo>
                <a:lnTo>
                  <a:pt x="650" y="991"/>
                </a:lnTo>
                <a:lnTo>
                  <a:pt x="649" y="991"/>
                </a:lnTo>
                <a:lnTo>
                  <a:pt x="649" y="990"/>
                </a:lnTo>
                <a:lnTo>
                  <a:pt x="648" y="990"/>
                </a:lnTo>
                <a:lnTo>
                  <a:pt x="647" y="990"/>
                </a:lnTo>
                <a:lnTo>
                  <a:pt x="646" y="990"/>
                </a:lnTo>
                <a:lnTo>
                  <a:pt x="646" y="989"/>
                </a:lnTo>
                <a:lnTo>
                  <a:pt x="645" y="989"/>
                </a:lnTo>
                <a:lnTo>
                  <a:pt x="644" y="989"/>
                </a:lnTo>
                <a:lnTo>
                  <a:pt x="643" y="990"/>
                </a:lnTo>
                <a:lnTo>
                  <a:pt x="642" y="990"/>
                </a:lnTo>
                <a:lnTo>
                  <a:pt x="641" y="990"/>
                </a:lnTo>
                <a:lnTo>
                  <a:pt x="641" y="989"/>
                </a:lnTo>
                <a:lnTo>
                  <a:pt x="640" y="989"/>
                </a:lnTo>
                <a:lnTo>
                  <a:pt x="639" y="989"/>
                </a:lnTo>
                <a:lnTo>
                  <a:pt x="639" y="990"/>
                </a:lnTo>
                <a:lnTo>
                  <a:pt x="639" y="989"/>
                </a:lnTo>
                <a:lnTo>
                  <a:pt x="639" y="988"/>
                </a:lnTo>
                <a:lnTo>
                  <a:pt x="637" y="988"/>
                </a:lnTo>
                <a:lnTo>
                  <a:pt x="637" y="987"/>
                </a:lnTo>
                <a:lnTo>
                  <a:pt x="637" y="986"/>
                </a:lnTo>
                <a:lnTo>
                  <a:pt x="636" y="986"/>
                </a:lnTo>
                <a:lnTo>
                  <a:pt x="635" y="986"/>
                </a:lnTo>
                <a:lnTo>
                  <a:pt x="635" y="985"/>
                </a:lnTo>
                <a:lnTo>
                  <a:pt x="634" y="985"/>
                </a:lnTo>
                <a:lnTo>
                  <a:pt x="633" y="985"/>
                </a:lnTo>
                <a:lnTo>
                  <a:pt x="632" y="985"/>
                </a:lnTo>
                <a:lnTo>
                  <a:pt x="632" y="986"/>
                </a:lnTo>
                <a:lnTo>
                  <a:pt x="631" y="986"/>
                </a:lnTo>
                <a:lnTo>
                  <a:pt x="632" y="985"/>
                </a:lnTo>
                <a:lnTo>
                  <a:pt x="632" y="984"/>
                </a:lnTo>
                <a:lnTo>
                  <a:pt x="631" y="984"/>
                </a:lnTo>
                <a:lnTo>
                  <a:pt x="630" y="984"/>
                </a:lnTo>
                <a:lnTo>
                  <a:pt x="629" y="984"/>
                </a:lnTo>
                <a:lnTo>
                  <a:pt x="628" y="985"/>
                </a:lnTo>
                <a:lnTo>
                  <a:pt x="628" y="986"/>
                </a:lnTo>
                <a:lnTo>
                  <a:pt x="627" y="986"/>
                </a:lnTo>
                <a:lnTo>
                  <a:pt x="626" y="986"/>
                </a:lnTo>
                <a:lnTo>
                  <a:pt x="625" y="986"/>
                </a:lnTo>
                <a:lnTo>
                  <a:pt x="625" y="987"/>
                </a:lnTo>
                <a:lnTo>
                  <a:pt x="624" y="987"/>
                </a:lnTo>
                <a:lnTo>
                  <a:pt x="623" y="987"/>
                </a:lnTo>
                <a:lnTo>
                  <a:pt x="623" y="988"/>
                </a:lnTo>
                <a:lnTo>
                  <a:pt x="622" y="988"/>
                </a:lnTo>
                <a:lnTo>
                  <a:pt x="621" y="988"/>
                </a:lnTo>
                <a:lnTo>
                  <a:pt x="620" y="989"/>
                </a:lnTo>
                <a:lnTo>
                  <a:pt x="620" y="990"/>
                </a:lnTo>
                <a:lnTo>
                  <a:pt x="619" y="990"/>
                </a:lnTo>
                <a:lnTo>
                  <a:pt x="618" y="990"/>
                </a:lnTo>
                <a:lnTo>
                  <a:pt x="617" y="990"/>
                </a:lnTo>
                <a:lnTo>
                  <a:pt x="616" y="990"/>
                </a:lnTo>
                <a:lnTo>
                  <a:pt x="616" y="991"/>
                </a:lnTo>
                <a:lnTo>
                  <a:pt x="615" y="991"/>
                </a:lnTo>
                <a:lnTo>
                  <a:pt x="615" y="992"/>
                </a:lnTo>
                <a:lnTo>
                  <a:pt x="615" y="993"/>
                </a:lnTo>
                <a:lnTo>
                  <a:pt x="614" y="993"/>
                </a:lnTo>
                <a:lnTo>
                  <a:pt x="614" y="994"/>
                </a:lnTo>
                <a:lnTo>
                  <a:pt x="614" y="995"/>
                </a:lnTo>
                <a:lnTo>
                  <a:pt x="613" y="995"/>
                </a:lnTo>
                <a:lnTo>
                  <a:pt x="613" y="996"/>
                </a:lnTo>
                <a:lnTo>
                  <a:pt x="613" y="997"/>
                </a:lnTo>
                <a:lnTo>
                  <a:pt x="612" y="997"/>
                </a:lnTo>
                <a:lnTo>
                  <a:pt x="611" y="997"/>
                </a:lnTo>
                <a:lnTo>
                  <a:pt x="611" y="996"/>
                </a:lnTo>
                <a:lnTo>
                  <a:pt x="610" y="996"/>
                </a:lnTo>
                <a:lnTo>
                  <a:pt x="610" y="997"/>
                </a:lnTo>
                <a:lnTo>
                  <a:pt x="610" y="998"/>
                </a:lnTo>
                <a:lnTo>
                  <a:pt x="609" y="998"/>
                </a:lnTo>
                <a:lnTo>
                  <a:pt x="608" y="998"/>
                </a:lnTo>
                <a:lnTo>
                  <a:pt x="608" y="999"/>
                </a:lnTo>
                <a:lnTo>
                  <a:pt x="608" y="998"/>
                </a:lnTo>
                <a:lnTo>
                  <a:pt x="608" y="997"/>
                </a:lnTo>
                <a:lnTo>
                  <a:pt x="607" y="997"/>
                </a:lnTo>
                <a:lnTo>
                  <a:pt x="606" y="997"/>
                </a:lnTo>
                <a:lnTo>
                  <a:pt x="606" y="998"/>
                </a:lnTo>
                <a:lnTo>
                  <a:pt x="607" y="998"/>
                </a:lnTo>
                <a:lnTo>
                  <a:pt x="607" y="999"/>
                </a:lnTo>
                <a:lnTo>
                  <a:pt x="606" y="999"/>
                </a:lnTo>
                <a:lnTo>
                  <a:pt x="606" y="1000"/>
                </a:lnTo>
                <a:lnTo>
                  <a:pt x="607" y="1000"/>
                </a:lnTo>
                <a:lnTo>
                  <a:pt x="607" y="1001"/>
                </a:lnTo>
                <a:lnTo>
                  <a:pt x="606" y="1001"/>
                </a:lnTo>
                <a:lnTo>
                  <a:pt x="605" y="1001"/>
                </a:lnTo>
                <a:lnTo>
                  <a:pt x="604" y="1001"/>
                </a:lnTo>
                <a:lnTo>
                  <a:pt x="604" y="1002"/>
                </a:lnTo>
                <a:lnTo>
                  <a:pt x="605" y="1002"/>
                </a:lnTo>
                <a:lnTo>
                  <a:pt x="605" y="1003"/>
                </a:lnTo>
                <a:lnTo>
                  <a:pt x="604" y="1003"/>
                </a:lnTo>
                <a:lnTo>
                  <a:pt x="604" y="1004"/>
                </a:lnTo>
                <a:lnTo>
                  <a:pt x="603" y="1005"/>
                </a:lnTo>
                <a:lnTo>
                  <a:pt x="603" y="1004"/>
                </a:lnTo>
                <a:lnTo>
                  <a:pt x="602" y="1004"/>
                </a:lnTo>
                <a:lnTo>
                  <a:pt x="601" y="1004"/>
                </a:lnTo>
                <a:lnTo>
                  <a:pt x="601" y="1005"/>
                </a:lnTo>
                <a:lnTo>
                  <a:pt x="601" y="1004"/>
                </a:lnTo>
                <a:lnTo>
                  <a:pt x="600" y="1004"/>
                </a:lnTo>
                <a:lnTo>
                  <a:pt x="599" y="1004"/>
                </a:lnTo>
                <a:lnTo>
                  <a:pt x="599" y="1005"/>
                </a:lnTo>
                <a:lnTo>
                  <a:pt x="598" y="1005"/>
                </a:lnTo>
                <a:lnTo>
                  <a:pt x="598" y="1006"/>
                </a:lnTo>
                <a:lnTo>
                  <a:pt x="597" y="1006"/>
                </a:lnTo>
                <a:lnTo>
                  <a:pt x="597" y="1007"/>
                </a:lnTo>
                <a:lnTo>
                  <a:pt x="595" y="1006"/>
                </a:lnTo>
                <a:lnTo>
                  <a:pt x="594" y="1006"/>
                </a:lnTo>
                <a:lnTo>
                  <a:pt x="593" y="1006"/>
                </a:lnTo>
                <a:lnTo>
                  <a:pt x="592" y="1006"/>
                </a:lnTo>
                <a:lnTo>
                  <a:pt x="591" y="1006"/>
                </a:lnTo>
                <a:lnTo>
                  <a:pt x="591" y="1007"/>
                </a:lnTo>
                <a:lnTo>
                  <a:pt x="590" y="1007"/>
                </a:lnTo>
                <a:lnTo>
                  <a:pt x="590" y="1006"/>
                </a:lnTo>
                <a:lnTo>
                  <a:pt x="589" y="1007"/>
                </a:lnTo>
                <a:lnTo>
                  <a:pt x="589" y="1006"/>
                </a:lnTo>
                <a:lnTo>
                  <a:pt x="588" y="1006"/>
                </a:lnTo>
                <a:lnTo>
                  <a:pt x="588" y="1005"/>
                </a:lnTo>
                <a:lnTo>
                  <a:pt x="587" y="1005"/>
                </a:lnTo>
                <a:lnTo>
                  <a:pt x="586" y="1005"/>
                </a:lnTo>
                <a:lnTo>
                  <a:pt x="585" y="1005"/>
                </a:lnTo>
                <a:lnTo>
                  <a:pt x="584" y="1004"/>
                </a:lnTo>
                <a:lnTo>
                  <a:pt x="584" y="1005"/>
                </a:lnTo>
                <a:lnTo>
                  <a:pt x="583" y="1005"/>
                </a:lnTo>
                <a:lnTo>
                  <a:pt x="583" y="1006"/>
                </a:lnTo>
                <a:lnTo>
                  <a:pt x="582" y="1006"/>
                </a:lnTo>
                <a:lnTo>
                  <a:pt x="581" y="1006"/>
                </a:lnTo>
                <a:lnTo>
                  <a:pt x="580" y="1006"/>
                </a:lnTo>
                <a:lnTo>
                  <a:pt x="580" y="1005"/>
                </a:lnTo>
                <a:lnTo>
                  <a:pt x="580" y="1004"/>
                </a:lnTo>
                <a:lnTo>
                  <a:pt x="580" y="1005"/>
                </a:lnTo>
                <a:lnTo>
                  <a:pt x="579" y="1005"/>
                </a:lnTo>
                <a:lnTo>
                  <a:pt x="578" y="1005"/>
                </a:lnTo>
                <a:lnTo>
                  <a:pt x="578" y="1004"/>
                </a:lnTo>
                <a:lnTo>
                  <a:pt x="579" y="1004"/>
                </a:lnTo>
                <a:lnTo>
                  <a:pt x="578" y="1004"/>
                </a:lnTo>
                <a:lnTo>
                  <a:pt x="579" y="1004"/>
                </a:lnTo>
                <a:lnTo>
                  <a:pt x="579" y="1003"/>
                </a:lnTo>
                <a:lnTo>
                  <a:pt x="579" y="1002"/>
                </a:lnTo>
                <a:lnTo>
                  <a:pt x="578" y="1002"/>
                </a:lnTo>
                <a:lnTo>
                  <a:pt x="578" y="1003"/>
                </a:lnTo>
                <a:lnTo>
                  <a:pt x="577" y="1003"/>
                </a:lnTo>
                <a:lnTo>
                  <a:pt x="576" y="1003"/>
                </a:lnTo>
                <a:lnTo>
                  <a:pt x="575" y="1003"/>
                </a:lnTo>
                <a:lnTo>
                  <a:pt x="574" y="1003"/>
                </a:lnTo>
                <a:lnTo>
                  <a:pt x="573" y="1003"/>
                </a:lnTo>
                <a:lnTo>
                  <a:pt x="572" y="1004"/>
                </a:lnTo>
                <a:lnTo>
                  <a:pt x="571" y="1003"/>
                </a:lnTo>
                <a:lnTo>
                  <a:pt x="571" y="1002"/>
                </a:lnTo>
                <a:lnTo>
                  <a:pt x="570" y="1002"/>
                </a:lnTo>
                <a:lnTo>
                  <a:pt x="569" y="1002"/>
                </a:lnTo>
                <a:lnTo>
                  <a:pt x="569" y="1001"/>
                </a:lnTo>
                <a:lnTo>
                  <a:pt x="568" y="1001"/>
                </a:lnTo>
                <a:lnTo>
                  <a:pt x="568" y="1002"/>
                </a:lnTo>
                <a:lnTo>
                  <a:pt x="567" y="1001"/>
                </a:lnTo>
                <a:lnTo>
                  <a:pt x="567" y="1000"/>
                </a:lnTo>
                <a:lnTo>
                  <a:pt x="566" y="1001"/>
                </a:lnTo>
                <a:lnTo>
                  <a:pt x="566" y="1000"/>
                </a:lnTo>
                <a:lnTo>
                  <a:pt x="565" y="1000"/>
                </a:lnTo>
                <a:lnTo>
                  <a:pt x="564" y="1000"/>
                </a:lnTo>
                <a:lnTo>
                  <a:pt x="563" y="1000"/>
                </a:lnTo>
                <a:lnTo>
                  <a:pt x="562" y="1000"/>
                </a:lnTo>
                <a:lnTo>
                  <a:pt x="562" y="999"/>
                </a:lnTo>
                <a:lnTo>
                  <a:pt x="562" y="998"/>
                </a:lnTo>
                <a:lnTo>
                  <a:pt x="561" y="998"/>
                </a:lnTo>
                <a:lnTo>
                  <a:pt x="561" y="997"/>
                </a:lnTo>
                <a:lnTo>
                  <a:pt x="561" y="996"/>
                </a:lnTo>
                <a:lnTo>
                  <a:pt x="560" y="996"/>
                </a:lnTo>
                <a:lnTo>
                  <a:pt x="559" y="996"/>
                </a:lnTo>
                <a:lnTo>
                  <a:pt x="559" y="997"/>
                </a:lnTo>
                <a:lnTo>
                  <a:pt x="558" y="997"/>
                </a:lnTo>
                <a:lnTo>
                  <a:pt x="558" y="996"/>
                </a:lnTo>
                <a:lnTo>
                  <a:pt x="558" y="997"/>
                </a:lnTo>
                <a:lnTo>
                  <a:pt x="558" y="996"/>
                </a:lnTo>
                <a:lnTo>
                  <a:pt x="559" y="996"/>
                </a:lnTo>
                <a:lnTo>
                  <a:pt x="558" y="995"/>
                </a:lnTo>
                <a:lnTo>
                  <a:pt x="558" y="994"/>
                </a:lnTo>
                <a:lnTo>
                  <a:pt x="557" y="994"/>
                </a:lnTo>
                <a:lnTo>
                  <a:pt x="557" y="995"/>
                </a:lnTo>
                <a:lnTo>
                  <a:pt x="556" y="995"/>
                </a:lnTo>
                <a:lnTo>
                  <a:pt x="556" y="994"/>
                </a:lnTo>
                <a:lnTo>
                  <a:pt x="556" y="995"/>
                </a:lnTo>
                <a:lnTo>
                  <a:pt x="556" y="996"/>
                </a:lnTo>
                <a:lnTo>
                  <a:pt x="556" y="995"/>
                </a:lnTo>
                <a:lnTo>
                  <a:pt x="555" y="995"/>
                </a:lnTo>
                <a:lnTo>
                  <a:pt x="555" y="994"/>
                </a:lnTo>
                <a:lnTo>
                  <a:pt x="554" y="993"/>
                </a:lnTo>
                <a:lnTo>
                  <a:pt x="554" y="992"/>
                </a:lnTo>
                <a:lnTo>
                  <a:pt x="553" y="992"/>
                </a:lnTo>
                <a:lnTo>
                  <a:pt x="553" y="991"/>
                </a:lnTo>
                <a:lnTo>
                  <a:pt x="552" y="991"/>
                </a:lnTo>
                <a:lnTo>
                  <a:pt x="551" y="991"/>
                </a:lnTo>
                <a:lnTo>
                  <a:pt x="551" y="990"/>
                </a:lnTo>
                <a:lnTo>
                  <a:pt x="552" y="990"/>
                </a:lnTo>
                <a:lnTo>
                  <a:pt x="552" y="989"/>
                </a:lnTo>
                <a:lnTo>
                  <a:pt x="551" y="989"/>
                </a:lnTo>
                <a:lnTo>
                  <a:pt x="550" y="990"/>
                </a:lnTo>
                <a:lnTo>
                  <a:pt x="550" y="989"/>
                </a:lnTo>
                <a:lnTo>
                  <a:pt x="549" y="989"/>
                </a:lnTo>
                <a:lnTo>
                  <a:pt x="549" y="988"/>
                </a:lnTo>
                <a:lnTo>
                  <a:pt x="548" y="988"/>
                </a:lnTo>
                <a:lnTo>
                  <a:pt x="548" y="987"/>
                </a:lnTo>
                <a:lnTo>
                  <a:pt x="548" y="986"/>
                </a:lnTo>
                <a:lnTo>
                  <a:pt x="548" y="985"/>
                </a:lnTo>
                <a:lnTo>
                  <a:pt x="549" y="984"/>
                </a:lnTo>
                <a:lnTo>
                  <a:pt x="548" y="984"/>
                </a:lnTo>
                <a:lnTo>
                  <a:pt x="549" y="983"/>
                </a:lnTo>
                <a:lnTo>
                  <a:pt x="549" y="982"/>
                </a:lnTo>
                <a:lnTo>
                  <a:pt x="549" y="981"/>
                </a:lnTo>
                <a:lnTo>
                  <a:pt x="549" y="980"/>
                </a:lnTo>
                <a:lnTo>
                  <a:pt x="548" y="980"/>
                </a:lnTo>
                <a:lnTo>
                  <a:pt x="548" y="979"/>
                </a:lnTo>
                <a:lnTo>
                  <a:pt x="547" y="979"/>
                </a:lnTo>
                <a:lnTo>
                  <a:pt x="547" y="978"/>
                </a:lnTo>
                <a:lnTo>
                  <a:pt x="547" y="977"/>
                </a:lnTo>
                <a:lnTo>
                  <a:pt x="547" y="976"/>
                </a:lnTo>
                <a:lnTo>
                  <a:pt x="546" y="976"/>
                </a:lnTo>
                <a:lnTo>
                  <a:pt x="546" y="975"/>
                </a:lnTo>
                <a:lnTo>
                  <a:pt x="547" y="975"/>
                </a:lnTo>
                <a:lnTo>
                  <a:pt x="547" y="974"/>
                </a:lnTo>
                <a:lnTo>
                  <a:pt x="546" y="974"/>
                </a:lnTo>
                <a:lnTo>
                  <a:pt x="545" y="974"/>
                </a:lnTo>
                <a:lnTo>
                  <a:pt x="545" y="973"/>
                </a:lnTo>
                <a:lnTo>
                  <a:pt x="545" y="972"/>
                </a:lnTo>
                <a:lnTo>
                  <a:pt x="545" y="973"/>
                </a:lnTo>
                <a:lnTo>
                  <a:pt x="546" y="973"/>
                </a:lnTo>
                <a:lnTo>
                  <a:pt x="546" y="972"/>
                </a:lnTo>
                <a:lnTo>
                  <a:pt x="546" y="971"/>
                </a:lnTo>
                <a:lnTo>
                  <a:pt x="545" y="971"/>
                </a:lnTo>
                <a:lnTo>
                  <a:pt x="544" y="971"/>
                </a:lnTo>
                <a:lnTo>
                  <a:pt x="544" y="970"/>
                </a:lnTo>
                <a:lnTo>
                  <a:pt x="545" y="970"/>
                </a:lnTo>
                <a:lnTo>
                  <a:pt x="545" y="969"/>
                </a:lnTo>
                <a:lnTo>
                  <a:pt x="544" y="968"/>
                </a:lnTo>
                <a:lnTo>
                  <a:pt x="543" y="968"/>
                </a:lnTo>
                <a:lnTo>
                  <a:pt x="543" y="969"/>
                </a:lnTo>
                <a:lnTo>
                  <a:pt x="542" y="969"/>
                </a:lnTo>
                <a:lnTo>
                  <a:pt x="541" y="969"/>
                </a:lnTo>
                <a:lnTo>
                  <a:pt x="540" y="969"/>
                </a:lnTo>
                <a:lnTo>
                  <a:pt x="539" y="968"/>
                </a:lnTo>
                <a:lnTo>
                  <a:pt x="538" y="968"/>
                </a:lnTo>
                <a:lnTo>
                  <a:pt x="537" y="968"/>
                </a:lnTo>
                <a:lnTo>
                  <a:pt x="537" y="969"/>
                </a:lnTo>
                <a:lnTo>
                  <a:pt x="536" y="970"/>
                </a:lnTo>
                <a:lnTo>
                  <a:pt x="536" y="971"/>
                </a:lnTo>
                <a:lnTo>
                  <a:pt x="536" y="972"/>
                </a:lnTo>
                <a:lnTo>
                  <a:pt x="535" y="973"/>
                </a:lnTo>
                <a:lnTo>
                  <a:pt x="534" y="973"/>
                </a:lnTo>
                <a:lnTo>
                  <a:pt x="532" y="974"/>
                </a:lnTo>
                <a:lnTo>
                  <a:pt x="530" y="975"/>
                </a:lnTo>
                <a:lnTo>
                  <a:pt x="529" y="976"/>
                </a:lnTo>
                <a:lnTo>
                  <a:pt x="529" y="977"/>
                </a:lnTo>
                <a:lnTo>
                  <a:pt x="528" y="977"/>
                </a:lnTo>
                <a:lnTo>
                  <a:pt x="527" y="977"/>
                </a:lnTo>
                <a:lnTo>
                  <a:pt x="526" y="975"/>
                </a:lnTo>
                <a:lnTo>
                  <a:pt x="525" y="975"/>
                </a:lnTo>
                <a:lnTo>
                  <a:pt x="524" y="976"/>
                </a:lnTo>
                <a:lnTo>
                  <a:pt x="523" y="976"/>
                </a:lnTo>
                <a:lnTo>
                  <a:pt x="522" y="976"/>
                </a:lnTo>
                <a:lnTo>
                  <a:pt x="521" y="976"/>
                </a:lnTo>
                <a:lnTo>
                  <a:pt x="521" y="977"/>
                </a:lnTo>
                <a:lnTo>
                  <a:pt x="522" y="978"/>
                </a:lnTo>
                <a:lnTo>
                  <a:pt x="523" y="979"/>
                </a:lnTo>
                <a:lnTo>
                  <a:pt x="523" y="980"/>
                </a:lnTo>
                <a:lnTo>
                  <a:pt x="522" y="980"/>
                </a:lnTo>
                <a:lnTo>
                  <a:pt x="522" y="981"/>
                </a:lnTo>
                <a:lnTo>
                  <a:pt x="522" y="983"/>
                </a:lnTo>
                <a:lnTo>
                  <a:pt x="521" y="984"/>
                </a:lnTo>
                <a:lnTo>
                  <a:pt x="521" y="986"/>
                </a:lnTo>
                <a:lnTo>
                  <a:pt x="520" y="986"/>
                </a:lnTo>
                <a:lnTo>
                  <a:pt x="519" y="989"/>
                </a:lnTo>
                <a:lnTo>
                  <a:pt x="518" y="990"/>
                </a:lnTo>
                <a:lnTo>
                  <a:pt x="517" y="990"/>
                </a:lnTo>
                <a:lnTo>
                  <a:pt x="516" y="989"/>
                </a:lnTo>
                <a:lnTo>
                  <a:pt x="515" y="988"/>
                </a:lnTo>
                <a:lnTo>
                  <a:pt x="515" y="987"/>
                </a:lnTo>
                <a:lnTo>
                  <a:pt x="514" y="987"/>
                </a:lnTo>
                <a:lnTo>
                  <a:pt x="514" y="986"/>
                </a:lnTo>
                <a:lnTo>
                  <a:pt x="513" y="986"/>
                </a:lnTo>
                <a:lnTo>
                  <a:pt x="513" y="987"/>
                </a:lnTo>
                <a:lnTo>
                  <a:pt x="513" y="988"/>
                </a:lnTo>
                <a:lnTo>
                  <a:pt x="514" y="988"/>
                </a:lnTo>
                <a:lnTo>
                  <a:pt x="514" y="989"/>
                </a:lnTo>
                <a:lnTo>
                  <a:pt x="513" y="989"/>
                </a:lnTo>
                <a:lnTo>
                  <a:pt x="512" y="989"/>
                </a:lnTo>
                <a:lnTo>
                  <a:pt x="511" y="988"/>
                </a:lnTo>
                <a:lnTo>
                  <a:pt x="510" y="988"/>
                </a:lnTo>
                <a:lnTo>
                  <a:pt x="508" y="988"/>
                </a:lnTo>
                <a:lnTo>
                  <a:pt x="507" y="988"/>
                </a:lnTo>
                <a:lnTo>
                  <a:pt x="506" y="989"/>
                </a:lnTo>
                <a:lnTo>
                  <a:pt x="506" y="990"/>
                </a:lnTo>
                <a:lnTo>
                  <a:pt x="505" y="990"/>
                </a:lnTo>
                <a:lnTo>
                  <a:pt x="503" y="991"/>
                </a:lnTo>
                <a:lnTo>
                  <a:pt x="502" y="992"/>
                </a:lnTo>
                <a:lnTo>
                  <a:pt x="501" y="992"/>
                </a:lnTo>
                <a:lnTo>
                  <a:pt x="501" y="991"/>
                </a:lnTo>
                <a:lnTo>
                  <a:pt x="500" y="991"/>
                </a:lnTo>
                <a:lnTo>
                  <a:pt x="499" y="991"/>
                </a:lnTo>
                <a:lnTo>
                  <a:pt x="498" y="991"/>
                </a:lnTo>
                <a:lnTo>
                  <a:pt x="498" y="992"/>
                </a:lnTo>
                <a:lnTo>
                  <a:pt x="497" y="992"/>
                </a:lnTo>
                <a:lnTo>
                  <a:pt x="497" y="994"/>
                </a:lnTo>
                <a:lnTo>
                  <a:pt x="496" y="994"/>
                </a:lnTo>
                <a:lnTo>
                  <a:pt x="496" y="995"/>
                </a:lnTo>
                <a:lnTo>
                  <a:pt x="495" y="996"/>
                </a:lnTo>
                <a:lnTo>
                  <a:pt x="494" y="996"/>
                </a:lnTo>
                <a:lnTo>
                  <a:pt x="493" y="996"/>
                </a:lnTo>
                <a:lnTo>
                  <a:pt x="492" y="995"/>
                </a:lnTo>
                <a:lnTo>
                  <a:pt x="492" y="994"/>
                </a:lnTo>
                <a:lnTo>
                  <a:pt x="492" y="993"/>
                </a:lnTo>
                <a:lnTo>
                  <a:pt x="493" y="993"/>
                </a:lnTo>
                <a:lnTo>
                  <a:pt x="494" y="992"/>
                </a:lnTo>
                <a:lnTo>
                  <a:pt x="494" y="991"/>
                </a:lnTo>
                <a:lnTo>
                  <a:pt x="493" y="990"/>
                </a:lnTo>
                <a:lnTo>
                  <a:pt x="491" y="991"/>
                </a:lnTo>
                <a:lnTo>
                  <a:pt x="490" y="991"/>
                </a:lnTo>
                <a:lnTo>
                  <a:pt x="490" y="990"/>
                </a:lnTo>
                <a:lnTo>
                  <a:pt x="489" y="990"/>
                </a:lnTo>
                <a:lnTo>
                  <a:pt x="489" y="989"/>
                </a:lnTo>
                <a:lnTo>
                  <a:pt x="489" y="988"/>
                </a:lnTo>
                <a:lnTo>
                  <a:pt x="488" y="987"/>
                </a:lnTo>
                <a:lnTo>
                  <a:pt x="487" y="986"/>
                </a:lnTo>
                <a:lnTo>
                  <a:pt x="487" y="985"/>
                </a:lnTo>
                <a:lnTo>
                  <a:pt x="487" y="984"/>
                </a:lnTo>
                <a:lnTo>
                  <a:pt x="487" y="983"/>
                </a:lnTo>
                <a:lnTo>
                  <a:pt x="486" y="983"/>
                </a:lnTo>
                <a:lnTo>
                  <a:pt x="485" y="983"/>
                </a:lnTo>
                <a:lnTo>
                  <a:pt x="484" y="983"/>
                </a:lnTo>
                <a:lnTo>
                  <a:pt x="483" y="983"/>
                </a:lnTo>
                <a:lnTo>
                  <a:pt x="482" y="983"/>
                </a:lnTo>
                <a:lnTo>
                  <a:pt x="481" y="983"/>
                </a:lnTo>
                <a:lnTo>
                  <a:pt x="479" y="984"/>
                </a:lnTo>
                <a:lnTo>
                  <a:pt x="479" y="983"/>
                </a:lnTo>
                <a:lnTo>
                  <a:pt x="478" y="983"/>
                </a:lnTo>
                <a:lnTo>
                  <a:pt x="478" y="982"/>
                </a:lnTo>
                <a:lnTo>
                  <a:pt x="478" y="981"/>
                </a:lnTo>
                <a:lnTo>
                  <a:pt x="478" y="980"/>
                </a:lnTo>
                <a:lnTo>
                  <a:pt x="477" y="980"/>
                </a:lnTo>
                <a:lnTo>
                  <a:pt x="477" y="979"/>
                </a:lnTo>
                <a:lnTo>
                  <a:pt x="476" y="979"/>
                </a:lnTo>
                <a:lnTo>
                  <a:pt x="476" y="978"/>
                </a:lnTo>
                <a:lnTo>
                  <a:pt x="475" y="978"/>
                </a:lnTo>
                <a:lnTo>
                  <a:pt x="475" y="979"/>
                </a:lnTo>
                <a:lnTo>
                  <a:pt x="475" y="980"/>
                </a:lnTo>
                <a:lnTo>
                  <a:pt x="475" y="981"/>
                </a:lnTo>
                <a:lnTo>
                  <a:pt x="475" y="982"/>
                </a:lnTo>
                <a:lnTo>
                  <a:pt x="475" y="983"/>
                </a:lnTo>
                <a:lnTo>
                  <a:pt x="474" y="983"/>
                </a:lnTo>
                <a:lnTo>
                  <a:pt x="474" y="984"/>
                </a:lnTo>
                <a:lnTo>
                  <a:pt x="473" y="984"/>
                </a:lnTo>
                <a:lnTo>
                  <a:pt x="473" y="985"/>
                </a:lnTo>
                <a:lnTo>
                  <a:pt x="473" y="986"/>
                </a:lnTo>
                <a:lnTo>
                  <a:pt x="473" y="987"/>
                </a:lnTo>
                <a:lnTo>
                  <a:pt x="474" y="987"/>
                </a:lnTo>
                <a:lnTo>
                  <a:pt x="474" y="988"/>
                </a:lnTo>
                <a:lnTo>
                  <a:pt x="475" y="989"/>
                </a:lnTo>
                <a:lnTo>
                  <a:pt x="475" y="990"/>
                </a:lnTo>
                <a:lnTo>
                  <a:pt x="475" y="991"/>
                </a:lnTo>
                <a:lnTo>
                  <a:pt x="475" y="992"/>
                </a:lnTo>
                <a:lnTo>
                  <a:pt x="474" y="992"/>
                </a:lnTo>
                <a:lnTo>
                  <a:pt x="473" y="992"/>
                </a:lnTo>
                <a:lnTo>
                  <a:pt x="472" y="991"/>
                </a:lnTo>
                <a:lnTo>
                  <a:pt x="471" y="991"/>
                </a:lnTo>
                <a:lnTo>
                  <a:pt x="470" y="991"/>
                </a:lnTo>
                <a:lnTo>
                  <a:pt x="469" y="991"/>
                </a:lnTo>
                <a:lnTo>
                  <a:pt x="469" y="992"/>
                </a:lnTo>
                <a:lnTo>
                  <a:pt x="468" y="992"/>
                </a:lnTo>
                <a:lnTo>
                  <a:pt x="468" y="993"/>
                </a:lnTo>
                <a:lnTo>
                  <a:pt x="467" y="994"/>
                </a:lnTo>
                <a:lnTo>
                  <a:pt x="466" y="994"/>
                </a:lnTo>
                <a:lnTo>
                  <a:pt x="465" y="994"/>
                </a:lnTo>
                <a:lnTo>
                  <a:pt x="465" y="993"/>
                </a:lnTo>
                <a:lnTo>
                  <a:pt x="465" y="991"/>
                </a:lnTo>
                <a:lnTo>
                  <a:pt x="465" y="990"/>
                </a:lnTo>
                <a:lnTo>
                  <a:pt x="464" y="990"/>
                </a:lnTo>
                <a:lnTo>
                  <a:pt x="463" y="990"/>
                </a:lnTo>
                <a:lnTo>
                  <a:pt x="463" y="991"/>
                </a:lnTo>
                <a:lnTo>
                  <a:pt x="462" y="991"/>
                </a:lnTo>
                <a:lnTo>
                  <a:pt x="462" y="992"/>
                </a:lnTo>
                <a:lnTo>
                  <a:pt x="462" y="993"/>
                </a:lnTo>
                <a:lnTo>
                  <a:pt x="462" y="994"/>
                </a:lnTo>
                <a:lnTo>
                  <a:pt x="461" y="994"/>
                </a:lnTo>
                <a:lnTo>
                  <a:pt x="460" y="994"/>
                </a:lnTo>
                <a:lnTo>
                  <a:pt x="459" y="994"/>
                </a:lnTo>
                <a:lnTo>
                  <a:pt x="458" y="994"/>
                </a:lnTo>
                <a:lnTo>
                  <a:pt x="457" y="994"/>
                </a:lnTo>
                <a:lnTo>
                  <a:pt x="456" y="995"/>
                </a:lnTo>
                <a:lnTo>
                  <a:pt x="455" y="996"/>
                </a:lnTo>
                <a:lnTo>
                  <a:pt x="454" y="996"/>
                </a:lnTo>
                <a:lnTo>
                  <a:pt x="454" y="997"/>
                </a:lnTo>
                <a:lnTo>
                  <a:pt x="453" y="997"/>
                </a:lnTo>
                <a:lnTo>
                  <a:pt x="452" y="997"/>
                </a:lnTo>
                <a:lnTo>
                  <a:pt x="451" y="997"/>
                </a:lnTo>
                <a:lnTo>
                  <a:pt x="450" y="996"/>
                </a:lnTo>
                <a:lnTo>
                  <a:pt x="449" y="996"/>
                </a:lnTo>
                <a:lnTo>
                  <a:pt x="448" y="995"/>
                </a:lnTo>
                <a:lnTo>
                  <a:pt x="447" y="996"/>
                </a:lnTo>
                <a:lnTo>
                  <a:pt x="447" y="997"/>
                </a:lnTo>
                <a:lnTo>
                  <a:pt x="448" y="997"/>
                </a:lnTo>
                <a:lnTo>
                  <a:pt x="448" y="998"/>
                </a:lnTo>
                <a:lnTo>
                  <a:pt x="448" y="999"/>
                </a:lnTo>
                <a:lnTo>
                  <a:pt x="447" y="1001"/>
                </a:lnTo>
                <a:lnTo>
                  <a:pt x="446" y="1001"/>
                </a:lnTo>
                <a:lnTo>
                  <a:pt x="446" y="1002"/>
                </a:lnTo>
                <a:lnTo>
                  <a:pt x="445" y="1002"/>
                </a:lnTo>
                <a:lnTo>
                  <a:pt x="445" y="1001"/>
                </a:lnTo>
                <a:lnTo>
                  <a:pt x="444" y="1001"/>
                </a:lnTo>
                <a:lnTo>
                  <a:pt x="443" y="1001"/>
                </a:lnTo>
                <a:lnTo>
                  <a:pt x="442" y="1001"/>
                </a:lnTo>
                <a:lnTo>
                  <a:pt x="442" y="1000"/>
                </a:lnTo>
                <a:lnTo>
                  <a:pt x="441" y="1000"/>
                </a:lnTo>
                <a:lnTo>
                  <a:pt x="440" y="999"/>
                </a:lnTo>
                <a:lnTo>
                  <a:pt x="440" y="998"/>
                </a:lnTo>
                <a:lnTo>
                  <a:pt x="439" y="998"/>
                </a:lnTo>
                <a:lnTo>
                  <a:pt x="439" y="997"/>
                </a:lnTo>
                <a:lnTo>
                  <a:pt x="438" y="997"/>
                </a:lnTo>
                <a:lnTo>
                  <a:pt x="437" y="997"/>
                </a:lnTo>
                <a:lnTo>
                  <a:pt x="436" y="997"/>
                </a:lnTo>
                <a:lnTo>
                  <a:pt x="436" y="998"/>
                </a:lnTo>
                <a:lnTo>
                  <a:pt x="435" y="998"/>
                </a:lnTo>
                <a:lnTo>
                  <a:pt x="434" y="998"/>
                </a:lnTo>
                <a:lnTo>
                  <a:pt x="434" y="999"/>
                </a:lnTo>
                <a:lnTo>
                  <a:pt x="433" y="1000"/>
                </a:lnTo>
                <a:lnTo>
                  <a:pt x="434" y="1000"/>
                </a:lnTo>
                <a:lnTo>
                  <a:pt x="433" y="1000"/>
                </a:lnTo>
                <a:lnTo>
                  <a:pt x="433" y="1001"/>
                </a:lnTo>
                <a:lnTo>
                  <a:pt x="432" y="1001"/>
                </a:lnTo>
                <a:lnTo>
                  <a:pt x="432" y="1000"/>
                </a:lnTo>
                <a:lnTo>
                  <a:pt x="431" y="1000"/>
                </a:lnTo>
                <a:lnTo>
                  <a:pt x="430" y="1000"/>
                </a:lnTo>
                <a:lnTo>
                  <a:pt x="430" y="999"/>
                </a:lnTo>
                <a:lnTo>
                  <a:pt x="429" y="999"/>
                </a:lnTo>
                <a:lnTo>
                  <a:pt x="429" y="998"/>
                </a:lnTo>
                <a:lnTo>
                  <a:pt x="429" y="997"/>
                </a:lnTo>
                <a:lnTo>
                  <a:pt x="428" y="997"/>
                </a:lnTo>
                <a:lnTo>
                  <a:pt x="428" y="996"/>
                </a:lnTo>
                <a:lnTo>
                  <a:pt x="427" y="996"/>
                </a:lnTo>
                <a:lnTo>
                  <a:pt x="426" y="995"/>
                </a:lnTo>
                <a:lnTo>
                  <a:pt x="426" y="994"/>
                </a:lnTo>
                <a:lnTo>
                  <a:pt x="427" y="993"/>
                </a:lnTo>
                <a:lnTo>
                  <a:pt x="427" y="992"/>
                </a:lnTo>
                <a:lnTo>
                  <a:pt x="427" y="991"/>
                </a:lnTo>
                <a:lnTo>
                  <a:pt x="427" y="989"/>
                </a:lnTo>
                <a:lnTo>
                  <a:pt x="426" y="989"/>
                </a:lnTo>
                <a:lnTo>
                  <a:pt x="426" y="988"/>
                </a:lnTo>
                <a:lnTo>
                  <a:pt x="425" y="988"/>
                </a:lnTo>
                <a:lnTo>
                  <a:pt x="424" y="988"/>
                </a:lnTo>
                <a:lnTo>
                  <a:pt x="423" y="989"/>
                </a:lnTo>
                <a:lnTo>
                  <a:pt x="422" y="989"/>
                </a:lnTo>
                <a:lnTo>
                  <a:pt x="421" y="989"/>
                </a:lnTo>
                <a:lnTo>
                  <a:pt x="421" y="990"/>
                </a:lnTo>
                <a:lnTo>
                  <a:pt x="420" y="990"/>
                </a:lnTo>
                <a:lnTo>
                  <a:pt x="419" y="990"/>
                </a:lnTo>
                <a:lnTo>
                  <a:pt x="418" y="989"/>
                </a:lnTo>
                <a:lnTo>
                  <a:pt x="417" y="989"/>
                </a:lnTo>
                <a:lnTo>
                  <a:pt x="417" y="988"/>
                </a:lnTo>
                <a:lnTo>
                  <a:pt x="416" y="987"/>
                </a:lnTo>
                <a:lnTo>
                  <a:pt x="417" y="986"/>
                </a:lnTo>
                <a:lnTo>
                  <a:pt x="417" y="985"/>
                </a:lnTo>
                <a:lnTo>
                  <a:pt x="417" y="984"/>
                </a:lnTo>
                <a:lnTo>
                  <a:pt x="417" y="983"/>
                </a:lnTo>
                <a:lnTo>
                  <a:pt x="416" y="983"/>
                </a:lnTo>
                <a:lnTo>
                  <a:pt x="415" y="984"/>
                </a:lnTo>
                <a:lnTo>
                  <a:pt x="414" y="984"/>
                </a:lnTo>
                <a:lnTo>
                  <a:pt x="413" y="984"/>
                </a:lnTo>
                <a:lnTo>
                  <a:pt x="413" y="983"/>
                </a:lnTo>
                <a:lnTo>
                  <a:pt x="412" y="983"/>
                </a:lnTo>
                <a:lnTo>
                  <a:pt x="412" y="982"/>
                </a:lnTo>
                <a:lnTo>
                  <a:pt x="412" y="981"/>
                </a:lnTo>
                <a:lnTo>
                  <a:pt x="413" y="981"/>
                </a:lnTo>
                <a:lnTo>
                  <a:pt x="413" y="980"/>
                </a:lnTo>
                <a:lnTo>
                  <a:pt x="413" y="979"/>
                </a:lnTo>
                <a:lnTo>
                  <a:pt x="412" y="979"/>
                </a:lnTo>
                <a:lnTo>
                  <a:pt x="411" y="979"/>
                </a:lnTo>
                <a:lnTo>
                  <a:pt x="411" y="980"/>
                </a:lnTo>
                <a:lnTo>
                  <a:pt x="410" y="980"/>
                </a:lnTo>
                <a:lnTo>
                  <a:pt x="410" y="981"/>
                </a:lnTo>
                <a:lnTo>
                  <a:pt x="409" y="981"/>
                </a:lnTo>
                <a:lnTo>
                  <a:pt x="409" y="982"/>
                </a:lnTo>
                <a:lnTo>
                  <a:pt x="408" y="982"/>
                </a:lnTo>
                <a:lnTo>
                  <a:pt x="407" y="982"/>
                </a:lnTo>
                <a:lnTo>
                  <a:pt x="406" y="982"/>
                </a:lnTo>
                <a:lnTo>
                  <a:pt x="405" y="982"/>
                </a:lnTo>
                <a:lnTo>
                  <a:pt x="404" y="981"/>
                </a:lnTo>
                <a:lnTo>
                  <a:pt x="404" y="979"/>
                </a:lnTo>
                <a:lnTo>
                  <a:pt x="404" y="978"/>
                </a:lnTo>
                <a:lnTo>
                  <a:pt x="404" y="977"/>
                </a:lnTo>
                <a:lnTo>
                  <a:pt x="403" y="977"/>
                </a:lnTo>
                <a:lnTo>
                  <a:pt x="402" y="977"/>
                </a:lnTo>
                <a:lnTo>
                  <a:pt x="402" y="976"/>
                </a:lnTo>
                <a:lnTo>
                  <a:pt x="403" y="975"/>
                </a:lnTo>
                <a:lnTo>
                  <a:pt x="403" y="974"/>
                </a:lnTo>
                <a:lnTo>
                  <a:pt x="403" y="973"/>
                </a:lnTo>
                <a:lnTo>
                  <a:pt x="402" y="973"/>
                </a:lnTo>
                <a:lnTo>
                  <a:pt x="400" y="973"/>
                </a:lnTo>
                <a:lnTo>
                  <a:pt x="399" y="973"/>
                </a:lnTo>
                <a:lnTo>
                  <a:pt x="399" y="972"/>
                </a:lnTo>
                <a:lnTo>
                  <a:pt x="399" y="971"/>
                </a:lnTo>
                <a:lnTo>
                  <a:pt x="398" y="971"/>
                </a:lnTo>
                <a:lnTo>
                  <a:pt x="398" y="970"/>
                </a:lnTo>
                <a:lnTo>
                  <a:pt x="397" y="969"/>
                </a:lnTo>
                <a:lnTo>
                  <a:pt x="396" y="968"/>
                </a:lnTo>
                <a:lnTo>
                  <a:pt x="395" y="968"/>
                </a:lnTo>
                <a:lnTo>
                  <a:pt x="395" y="967"/>
                </a:lnTo>
                <a:lnTo>
                  <a:pt x="394" y="967"/>
                </a:lnTo>
                <a:lnTo>
                  <a:pt x="393" y="967"/>
                </a:lnTo>
                <a:lnTo>
                  <a:pt x="392" y="967"/>
                </a:lnTo>
                <a:lnTo>
                  <a:pt x="392" y="968"/>
                </a:lnTo>
                <a:lnTo>
                  <a:pt x="391" y="968"/>
                </a:lnTo>
                <a:lnTo>
                  <a:pt x="390" y="968"/>
                </a:lnTo>
                <a:lnTo>
                  <a:pt x="390" y="967"/>
                </a:lnTo>
                <a:lnTo>
                  <a:pt x="389" y="966"/>
                </a:lnTo>
                <a:lnTo>
                  <a:pt x="389" y="965"/>
                </a:lnTo>
                <a:lnTo>
                  <a:pt x="388" y="965"/>
                </a:lnTo>
                <a:lnTo>
                  <a:pt x="388" y="964"/>
                </a:lnTo>
                <a:lnTo>
                  <a:pt x="389" y="964"/>
                </a:lnTo>
                <a:lnTo>
                  <a:pt x="390" y="964"/>
                </a:lnTo>
                <a:lnTo>
                  <a:pt x="390" y="963"/>
                </a:lnTo>
                <a:lnTo>
                  <a:pt x="391" y="963"/>
                </a:lnTo>
                <a:lnTo>
                  <a:pt x="391" y="962"/>
                </a:lnTo>
                <a:lnTo>
                  <a:pt x="392" y="962"/>
                </a:lnTo>
                <a:lnTo>
                  <a:pt x="392" y="961"/>
                </a:lnTo>
                <a:lnTo>
                  <a:pt x="393" y="961"/>
                </a:lnTo>
                <a:lnTo>
                  <a:pt x="394" y="961"/>
                </a:lnTo>
                <a:lnTo>
                  <a:pt x="393" y="960"/>
                </a:lnTo>
                <a:lnTo>
                  <a:pt x="392" y="960"/>
                </a:lnTo>
                <a:lnTo>
                  <a:pt x="391" y="959"/>
                </a:lnTo>
                <a:lnTo>
                  <a:pt x="390" y="958"/>
                </a:lnTo>
                <a:lnTo>
                  <a:pt x="390" y="957"/>
                </a:lnTo>
                <a:lnTo>
                  <a:pt x="390" y="956"/>
                </a:lnTo>
                <a:lnTo>
                  <a:pt x="391" y="956"/>
                </a:lnTo>
                <a:lnTo>
                  <a:pt x="392" y="956"/>
                </a:lnTo>
                <a:lnTo>
                  <a:pt x="393" y="955"/>
                </a:lnTo>
                <a:lnTo>
                  <a:pt x="393" y="954"/>
                </a:lnTo>
                <a:lnTo>
                  <a:pt x="392" y="954"/>
                </a:lnTo>
                <a:lnTo>
                  <a:pt x="392" y="953"/>
                </a:lnTo>
                <a:lnTo>
                  <a:pt x="392" y="952"/>
                </a:lnTo>
                <a:lnTo>
                  <a:pt x="392" y="951"/>
                </a:lnTo>
                <a:lnTo>
                  <a:pt x="391" y="951"/>
                </a:lnTo>
                <a:lnTo>
                  <a:pt x="391" y="950"/>
                </a:lnTo>
                <a:lnTo>
                  <a:pt x="391" y="949"/>
                </a:lnTo>
                <a:lnTo>
                  <a:pt x="390" y="949"/>
                </a:lnTo>
                <a:lnTo>
                  <a:pt x="389" y="949"/>
                </a:lnTo>
                <a:lnTo>
                  <a:pt x="388" y="949"/>
                </a:lnTo>
                <a:lnTo>
                  <a:pt x="387" y="949"/>
                </a:lnTo>
                <a:lnTo>
                  <a:pt x="386" y="949"/>
                </a:lnTo>
                <a:lnTo>
                  <a:pt x="386" y="948"/>
                </a:lnTo>
                <a:lnTo>
                  <a:pt x="385" y="948"/>
                </a:lnTo>
                <a:lnTo>
                  <a:pt x="384" y="948"/>
                </a:lnTo>
                <a:lnTo>
                  <a:pt x="384" y="947"/>
                </a:lnTo>
                <a:lnTo>
                  <a:pt x="383" y="947"/>
                </a:lnTo>
                <a:lnTo>
                  <a:pt x="383" y="946"/>
                </a:lnTo>
                <a:lnTo>
                  <a:pt x="382" y="946"/>
                </a:lnTo>
                <a:lnTo>
                  <a:pt x="382" y="945"/>
                </a:lnTo>
                <a:lnTo>
                  <a:pt x="381" y="945"/>
                </a:lnTo>
                <a:lnTo>
                  <a:pt x="381" y="944"/>
                </a:lnTo>
                <a:lnTo>
                  <a:pt x="381" y="943"/>
                </a:lnTo>
                <a:lnTo>
                  <a:pt x="381" y="941"/>
                </a:lnTo>
                <a:lnTo>
                  <a:pt x="381" y="940"/>
                </a:lnTo>
                <a:lnTo>
                  <a:pt x="381" y="939"/>
                </a:lnTo>
                <a:lnTo>
                  <a:pt x="382" y="939"/>
                </a:lnTo>
                <a:lnTo>
                  <a:pt x="384" y="939"/>
                </a:lnTo>
                <a:lnTo>
                  <a:pt x="385" y="938"/>
                </a:lnTo>
                <a:lnTo>
                  <a:pt x="385" y="937"/>
                </a:lnTo>
                <a:lnTo>
                  <a:pt x="385" y="936"/>
                </a:lnTo>
                <a:lnTo>
                  <a:pt x="384" y="936"/>
                </a:lnTo>
                <a:lnTo>
                  <a:pt x="383" y="936"/>
                </a:lnTo>
                <a:lnTo>
                  <a:pt x="382" y="936"/>
                </a:lnTo>
                <a:lnTo>
                  <a:pt x="382" y="935"/>
                </a:lnTo>
                <a:lnTo>
                  <a:pt x="381" y="935"/>
                </a:lnTo>
                <a:lnTo>
                  <a:pt x="381" y="934"/>
                </a:lnTo>
                <a:lnTo>
                  <a:pt x="382" y="934"/>
                </a:lnTo>
                <a:lnTo>
                  <a:pt x="383" y="934"/>
                </a:lnTo>
                <a:lnTo>
                  <a:pt x="384" y="934"/>
                </a:lnTo>
                <a:lnTo>
                  <a:pt x="385" y="934"/>
                </a:lnTo>
                <a:lnTo>
                  <a:pt x="386" y="933"/>
                </a:lnTo>
                <a:lnTo>
                  <a:pt x="385" y="932"/>
                </a:lnTo>
                <a:lnTo>
                  <a:pt x="385" y="931"/>
                </a:lnTo>
                <a:lnTo>
                  <a:pt x="385" y="930"/>
                </a:lnTo>
                <a:lnTo>
                  <a:pt x="384" y="930"/>
                </a:lnTo>
                <a:lnTo>
                  <a:pt x="384" y="929"/>
                </a:lnTo>
                <a:lnTo>
                  <a:pt x="383" y="929"/>
                </a:lnTo>
                <a:lnTo>
                  <a:pt x="382" y="929"/>
                </a:lnTo>
                <a:lnTo>
                  <a:pt x="381" y="928"/>
                </a:lnTo>
                <a:lnTo>
                  <a:pt x="382" y="928"/>
                </a:lnTo>
                <a:lnTo>
                  <a:pt x="382" y="927"/>
                </a:lnTo>
                <a:lnTo>
                  <a:pt x="382" y="926"/>
                </a:lnTo>
                <a:lnTo>
                  <a:pt x="383" y="926"/>
                </a:lnTo>
                <a:lnTo>
                  <a:pt x="382" y="926"/>
                </a:lnTo>
                <a:lnTo>
                  <a:pt x="382" y="925"/>
                </a:lnTo>
                <a:lnTo>
                  <a:pt x="382" y="924"/>
                </a:lnTo>
                <a:lnTo>
                  <a:pt x="381" y="924"/>
                </a:lnTo>
                <a:lnTo>
                  <a:pt x="381" y="925"/>
                </a:lnTo>
                <a:lnTo>
                  <a:pt x="380" y="925"/>
                </a:lnTo>
                <a:lnTo>
                  <a:pt x="380" y="924"/>
                </a:lnTo>
                <a:lnTo>
                  <a:pt x="380" y="923"/>
                </a:lnTo>
                <a:lnTo>
                  <a:pt x="380" y="922"/>
                </a:lnTo>
                <a:lnTo>
                  <a:pt x="381" y="922"/>
                </a:lnTo>
                <a:lnTo>
                  <a:pt x="381" y="921"/>
                </a:lnTo>
                <a:lnTo>
                  <a:pt x="381" y="920"/>
                </a:lnTo>
                <a:lnTo>
                  <a:pt x="380" y="920"/>
                </a:lnTo>
                <a:lnTo>
                  <a:pt x="379" y="919"/>
                </a:lnTo>
                <a:lnTo>
                  <a:pt x="378" y="919"/>
                </a:lnTo>
                <a:lnTo>
                  <a:pt x="378" y="918"/>
                </a:lnTo>
                <a:lnTo>
                  <a:pt x="379" y="918"/>
                </a:lnTo>
                <a:lnTo>
                  <a:pt x="379" y="917"/>
                </a:lnTo>
                <a:lnTo>
                  <a:pt x="380" y="917"/>
                </a:lnTo>
                <a:lnTo>
                  <a:pt x="380" y="916"/>
                </a:lnTo>
                <a:lnTo>
                  <a:pt x="380" y="915"/>
                </a:lnTo>
                <a:lnTo>
                  <a:pt x="379" y="915"/>
                </a:lnTo>
                <a:lnTo>
                  <a:pt x="378" y="915"/>
                </a:lnTo>
                <a:lnTo>
                  <a:pt x="378" y="916"/>
                </a:lnTo>
                <a:lnTo>
                  <a:pt x="377" y="916"/>
                </a:lnTo>
                <a:lnTo>
                  <a:pt x="376" y="916"/>
                </a:lnTo>
                <a:lnTo>
                  <a:pt x="376" y="915"/>
                </a:lnTo>
                <a:lnTo>
                  <a:pt x="377" y="914"/>
                </a:lnTo>
                <a:lnTo>
                  <a:pt x="376" y="913"/>
                </a:lnTo>
                <a:lnTo>
                  <a:pt x="375" y="913"/>
                </a:lnTo>
                <a:lnTo>
                  <a:pt x="375" y="912"/>
                </a:lnTo>
                <a:lnTo>
                  <a:pt x="374" y="912"/>
                </a:lnTo>
                <a:lnTo>
                  <a:pt x="374" y="911"/>
                </a:lnTo>
                <a:lnTo>
                  <a:pt x="374" y="910"/>
                </a:lnTo>
                <a:lnTo>
                  <a:pt x="375" y="909"/>
                </a:lnTo>
                <a:lnTo>
                  <a:pt x="376" y="909"/>
                </a:lnTo>
                <a:lnTo>
                  <a:pt x="376" y="908"/>
                </a:lnTo>
                <a:lnTo>
                  <a:pt x="375" y="908"/>
                </a:lnTo>
                <a:lnTo>
                  <a:pt x="375" y="907"/>
                </a:lnTo>
                <a:lnTo>
                  <a:pt x="374" y="907"/>
                </a:lnTo>
                <a:lnTo>
                  <a:pt x="373" y="906"/>
                </a:lnTo>
                <a:lnTo>
                  <a:pt x="372" y="905"/>
                </a:lnTo>
                <a:lnTo>
                  <a:pt x="372" y="904"/>
                </a:lnTo>
                <a:lnTo>
                  <a:pt x="373" y="903"/>
                </a:lnTo>
                <a:lnTo>
                  <a:pt x="373" y="902"/>
                </a:lnTo>
                <a:lnTo>
                  <a:pt x="373" y="901"/>
                </a:lnTo>
                <a:lnTo>
                  <a:pt x="372" y="900"/>
                </a:lnTo>
                <a:lnTo>
                  <a:pt x="370" y="901"/>
                </a:lnTo>
                <a:lnTo>
                  <a:pt x="370" y="902"/>
                </a:lnTo>
                <a:lnTo>
                  <a:pt x="370" y="903"/>
                </a:lnTo>
                <a:lnTo>
                  <a:pt x="370" y="904"/>
                </a:lnTo>
                <a:lnTo>
                  <a:pt x="369" y="905"/>
                </a:lnTo>
                <a:lnTo>
                  <a:pt x="368" y="905"/>
                </a:lnTo>
                <a:lnTo>
                  <a:pt x="367" y="904"/>
                </a:lnTo>
                <a:lnTo>
                  <a:pt x="368" y="904"/>
                </a:lnTo>
                <a:lnTo>
                  <a:pt x="368" y="903"/>
                </a:lnTo>
                <a:lnTo>
                  <a:pt x="368" y="902"/>
                </a:lnTo>
                <a:lnTo>
                  <a:pt x="367" y="902"/>
                </a:lnTo>
                <a:lnTo>
                  <a:pt x="367" y="901"/>
                </a:lnTo>
                <a:lnTo>
                  <a:pt x="367" y="900"/>
                </a:lnTo>
                <a:lnTo>
                  <a:pt x="368" y="900"/>
                </a:lnTo>
                <a:lnTo>
                  <a:pt x="367" y="900"/>
                </a:lnTo>
                <a:lnTo>
                  <a:pt x="366" y="900"/>
                </a:lnTo>
                <a:lnTo>
                  <a:pt x="365" y="900"/>
                </a:lnTo>
                <a:lnTo>
                  <a:pt x="364" y="901"/>
                </a:lnTo>
                <a:lnTo>
                  <a:pt x="363" y="901"/>
                </a:lnTo>
                <a:lnTo>
                  <a:pt x="362" y="901"/>
                </a:lnTo>
                <a:lnTo>
                  <a:pt x="362" y="900"/>
                </a:lnTo>
                <a:lnTo>
                  <a:pt x="362" y="901"/>
                </a:lnTo>
                <a:lnTo>
                  <a:pt x="361" y="902"/>
                </a:lnTo>
                <a:lnTo>
                  <a:pt x="361" y="903"/>
                </a:lnTo>
                <a:lnTo>
                  <a:pt x="360" y="903"/>
                </a:lnTo>
                <a:lnTo>
                  <a:pt x="360" y="904"/>
                </a:lnTo>
                <a:lnTo>
                  <a:pt x="359" y="904"/>
                </a:lnTo>
                <a:lnTo>
                  <a:pt x="359" y="905"/>
                </a:lnTo>
                <a:lnTo>
                  <a:pt x="358" y="905"/>
                </a:lnTo>
                <a:lnTo>
                  <a:pt x="358" y="906"/>
                </a:lnTo>
                <a:lnTo>
                  <a:pt x="357" y="906"/>
                </a:lnTo>
                <a:lnTo>
                  <a:pt x="357" y="907"/>
                </a:lnTo>
                <a:lnTo>
                  <a:pt x="356" y="907"/>
                </a:lnTo>
                <a:lnTo>
                  <a:pt x="355" y="907"/>
                </a:lnTo>
                <a:lnTo>
                  <a:pt x="354" y="907"/>
                </a:lnTo>
                <a:lnTo>
                  <a:pt x="353" y="908"/>
                </a:lnTo>
                <a:lnTo>
                  <a:pt x="352" y="909"/>
                </a:lnTo>
                <a:lnTo>
                  <a:pt x="352" y="908"/>
                </a:lnTo>
                <a:lnTo>
                  <a:pt x="351" y="908"/>
                </a:lnTo>
                <a:lnTo>
                  <a:pt x="351" y="909"/>
                </a:lnTo>
                <a:lnTo>
                  <a:pt x="350" y="909"/>
                </a:lnTo>
                <a:lnTo>
                  <a:pt x="349" y="909"/>
                </a:lnTo>
                <a:lnTo>
                  <a:pt x="349" y="910"/>
                </a:lnTo>
                <a:lnTo>
                  <a:pt x="349" y="909"/>
                </a:lnTo>
                <a:lnTo>
                  <a:pt x="348" y="909"/>
                </a:lnTo>
                <a:lnTo>
                  <a:pt x="347" y="909"/>
                </a:lnTo>
                <a:lnTo>
                  <a:pt x="346" y="910"/>
                </a:lnTo>
                <a:lnTo>
                  <a:pt x="344" y="910"/>
                </a:lnTo>
                <a:lnTo>
                  <a:pt x="343" y="911"/>
                </a:lnTo>
                <a:lnTo>
                  <a:pt x="342" y="911"/>
                </a:lnTo>
                <a:lnTo>
                  <a:pt x="342" y="912"/>
                </a:lnTo>
                <a:lnTo>
                  <a:pt x="342" y="913"/>
                </a:lnTo>
                <a:lnTo>
                  <a:pt x="341" y="914"/>
                </a:lnTo>
                <a:lnTo>
                  <a:pt x="340" y="914"/>
                </a:lnTo>
                <a:lnTo>
                  <a:pt x="340" y="915"/>
                </a:lnTo>
                <a:lnTo>
                  <a:pt x="339" y="915"/>
                </a:lnTo>
                <a:lnTo>
                  <a:pt x="339" y="914"/>
                </a:lnTo>
                <a:lnTo>
                  <a:pt x="338" y="914"/>
                </a:lnTo>
                <a:lnTo>
                  <a:pt x="337" y="914"/>
                </a:lnTo>
                <a:lnTo>
                  <a:pt x="336" y="913"/>
                </a:lnTo>
                <a:lnTo>
                  <a:pt x="335" y="913"/>
                </a:lnTo>
                <a:lnTo>
                  <a:pt x="335" y="912"/>
                </a:lnTo>
                <a:lnTo>
                  <a:pt x="334" y="913"/>
                </a:lnTo>
                <a:lnTo>
                  <a:pt x="334" y="912"/>
                </a:lnTo>
                <a:lnTo>
                  <a:pt x="333" y="912"/>
                </a:lnTo>
                <a:lnTo>
                  <a:pt x="332" y="912"/>
                </a:lnTo>
                <a:lnTo>
                  <a:pt x="332" y="913"/>
                </a:lnTo>
                <a:lnTo>
                  <a:pt x="331" y="913"/>
                </a:lnTo>
                <a:lnTo>
                  <a:pt x="331" y="914"/>
                </a:lnTo>
                <a:lnTo>
                  <a:pt x="331" y="915"/>
                </a:lnTo>
                <a:lnTo>
                  <a:pt x="331" y="914"/>
                </a:lnTo>
                <a:lnTo>
                  <a:pt x="330" y="915"/>
                </a:lnTo>
                <a:lnTo>
                  <a:pt x="330" y="916"/>
                </a:lnTo>
                <a:lnTo>
                  <a:pt x="329" y="916"/>
                </a:lnTo>
                <a:lnTo>
                  <a:pt x="328" y="915"/>
                </a:lnTo>
                <a:lnTo>
                  <a:pt x="327" y="915"/>
                </a:lnTo>
                <a:lnTo>
                  <a:pt x="326" y="916"/>
                </a:lnTo>
                <a:lnTo>
                  <a:pt x="326" y="915"/>
                </a:lnTo>
                <a:lnTo>
                  <a:pt x="326" y="916"/>
                </a:lnTo>
                <a:lnTo>
                  <a:pt x="325" y="915"/>
                </a:lnTo>
                <a:lnTo>
                  <a:pt x="325" y="916"/>
                </a:lnTo>
                <a:lnTo>
                  <a:pt x="324" y="916"/>
                </a:lnTo>
                <a:lnTo>
                  <a:pt x="324" y="915"/>
                </a:lnTo>
                <a:lnTo>
                  <a:pt x="324" y="916"/>
                </a:lnTo>
                <a:lnTo>
                  <a:pt x="323" y="916"/>
                </a:lnTo>
                <a:lnTo>
                  <a:pt x="324" y="916"/>
                </a:lnTo>
                <a:lnTo>
                  <a:pt x="323" y="917"/>
                </a:lnTo>
                <a:lnTo>
                  <a:pt x="324" y="917"/>
                </a:lnTo>
                <a:lnTo>
                  <a:pt x="323" y="918"/>
                </a:lnTo>
                <a:lnTo>
                  <a:pt x="323" y="919"/>
                </a:lnTo>
                <a:lnTo>
                  <a:pt x="322" y="918"/>
                </a:lnTo>
                <a:lnTo>
                  <a:pt x="321" y="918"/>
                </a:lnTo>
                <a:lnTo>
                  <a:pt x="321" y="917"/>
                </a:lnTo>
                <a:lnTo>
                  <a:pt x="320" y="917"/>
                </a:lnTo>
                <a:lnTo>
                  <a:pt x="320" y="916"/>
                </a:lnTo>
                <a:lnTo>
                  <a:pt x="319" y="916"/>
                </a:lnTo>
                <a:lnTo>
                  <a:pt x="318" y="916"/>
                </a:lnTo>
                <a:lnTo>
                  <a:pt x="317" y="915"/>
                </a:lnTo>
                <a:lnTo>
                  <a:pt x="317" y="916"/>
                </a:lnTo>
                <a:lnTo>
                  <a:pt x="316" y="916"/>
                </a:lnTo>
                <a:lnTo>
                  <a:pt x="315" y="916"/>
                </a:lnTo>
                <a:lnTo>
                  <a:pt x="314" y="916"/>
                </a:lnTo>
                <a:lnTo>
                  <a:pt x="313" y="916"/>
                </a:lnTo>
                <a:lnTo>
                  <a:pt x="313" y="915"/>
                </a:lnTo>
                <a:lnTo>
                  <a:pt x="312" y="915"/>
                </a:lnTo>
                <a:lnTo>
                  <a:pt x="311" y="915"/>
                </a:lnTo>
                <a:lnTo>
                  <a:pt x="310" y="914"/>
                </a:lnTo>
                <a:lnTo>
                  <a:pt x="309" y="915"/>
                </a:lnTo>
                <a:lnTo>
                  <a:pt x="308" y="915"/>
                </a:lnTo>
                <a:lnTo>
                  <a:pt x="307" y="916"/>
                </a:lnTo>
                <a:lnTo>
                  <a:pt x="305" y="919"/>
                </a:lnTo>
                <a:lnTo>
                  <a:pt x="304" y="919"/>
                </a:lnTo>
                <a:lnTo>
                  <a:pt x="304" y="920"/>
                </a:lnTo>
                <a:lnTo>
                  <a:pt x="305" y="919"/>
                </a:lnTo>
                <a:lnTo>
                  <a:pt x="300" y="913"/>
                </a:lnTo>
                <a:lnTo>
                  <a:pt x="300" y="912"/>
                </a:lnTo>
                <a:lnTo>
                  <a:pt x="299" y="912"/>
                </a:lnTo>
                <a:lnTo>
                  <a:pt x="295" y="908"/>
                </a:lnTo>
                <a:lnTo>
                  <a:pt x="286" y="898"/>
                </a:lnTo>
                <a:lnTo>
                  <a:pt x="286" y="897"/>
                </a:lnTo>
                <a:lnTo>
                  <a:pt x="285" y="896"/>
                </a:lnTo>
                <a:lnTo>
                  <a:pt x="285" y="895"/>
                </a:lnTo>
                <a:lnTo>
                  <a:pt x="285" y="894"/>
                </a:lnTo>
                <a:lnTo>
                  <a:pt x="284" y="886"/>
                </a:lnTo>
                <a:lnTo>
                  <a:pt x="283" y="885"/>
                </a:lnTo>
                <a:lnTo>
                  <a:pt x="283" y="884"/>
                </a:lnTo>
                <a:lnTo>
                  <a:pt x="282" y="881"/>
                </a:lnTo>
                <a:lnTo>
                  <a:pt x="282" y="880"/>
                </a:lnTo>
                <a:lnTo>
                  <a:pt x="284" y="879"/>
                </a:lnTo>
                <a:lnTo>
                  <a:pt x="286" y="878"/>
                </a:lnTo>
                <a:lnTo>
                  <a:pt x="286" y="877"/>
                </a:lnTo>
                <a:lnTo>
                  <a:pt x="286" y="876"/>
                </a:lnTo>
                <a:lnTo>
                  <a:pt x="285" y="875"/>
                </a:lnTo>
                <a:lnTo>
                  <a:pt x="285" y="874"/>
                </a:lnTo>
                <a:lnTo>
                  <a:pt x="285" y="873"/>
                </a:lnTo>
                <a:lnTo>
                  <a:pt x="287" y="873"/>
                </a:lnTo>
                <a:lnTo>
                  <a:pt x="288" y="874"/>
                </a:lnTo>
                <a:lnTo>
                  <a:pt x="288" y="875"/>
                </a:lnTo>
                <a:lnTo>
                  <a:pt x="289" y="877"/>
                </a:lnTo>
                <a:lnTo>
                  <a:pt x="289" y="876"/>
                </a:lnTo>
                <a:lnTo>
                  <a:pt x="290" y="876"/>
                </a:lnTo>
                <a:lnTo>
                  <a:pt x="290" y="875"/>
                </a:lnTo>
                <a:lnTo>
                  <a:pt x="290" y="874"/>
                </a:lnTo>
                <a:lnTo>
                  <a:pt x="291" y="874"/>
                </a:lnTo>
                <a:lnTo>
                  <a:pt x="292" y="874"/>
                </a:lnTo>
                <a:lnTo>
                  <a:pt x="293" y="873"/>
                </a:lnTo>
                <a:lnTo>
                  <a:pt x="294" y="873"/>
                </a:lnTo>
                <a:lnTo>
                  <a:pt x="295" y="873"/>
                </a:lnTo>
                <a:lnTo>
                  <a:pt x="296" y="872"/>
                </a:lnTo>
                <a:lnTo>
                  <a:pt x="297" y="872"/>
                </a:lnTo>
                <a:lnTo>
                  <a:pt x="299" y="874"/>
                </a:lnTo>
                <a:lnTo>
                  <a:pt x="300" y="875"/>
                </a:lnTo>
                <a:lnTo>
                  <a:pt x="300" y="874"/>
                </a:lnTo>
                <a:lnTo>
                  <a:pt x="301" y="874"/>
                </a:lnTo>
                <a:lnTo>
                  <a:pt x="301" y="875"/>
                </a:lnTo>
                <a:lnTo>
                  <a:pt x="301" y="874"/>
                </a:lnTo>
                <a:lnTo>
                  <a:pt x="302" y="874"/>
                </a:lnTo>
                <a:lnTo>
                  <a:pt x="303" y="873"/>
                </a:lnTo>
                <a:lnTo>
                  <a:pt x="302" y="873"/>
                </a:lnTo>
                <a:lnTo>
                  <a:pt x="302" y="872"/>
                </a:lnTo>
                <a:lnTo>
                  <a:pt x="303" y="872"/>
                </a:lnTo>
                <a:lnTo>
                  <a:pt x="303" y="871"/>
                </a:lnTo>
                <a:lnTo>
                  <a:pt x="304" y="871"/>
                </a:lnTo>
                <a:lnTo>
                  <a:pt x="305" y="870"/>
                </a:lnTo>
                <a:lnTo>
                  <a:pt x="305" y="869"/>
                </a:lnTo>
                <a:lnTo>
                  <a:pt x="304" y="868"/>
                </a:lnTo>
                <a:lnTo>
                  <a:pt x="304" y="867"/>
                </a:lnTo>
                <a:lnTo>
                  <a:pt x="304" y="866"/>
                </a:lnTo>
                <a:lnTo>
                  <a:pt x="303" y="866"/>
                </a:lnTo>
                <a:lnTo>
                  <a:pt x="304" y="865"/>
                </a:lnTo>
                <a:lnTo>
                  <a:pt x="304" y="864"/>
                </a:lnTo>
                <a:lnTo>
                  <a:pt x="305" y="864"/>
                </a:lnTo>
                <a:lnTo>
                  <a:pt x="307" y="864"/>
                </a:lnTo>
                <a:lnTo>
                  <a:pt x="308" y="863"/>
                </a:lnTo>
                <a:lnTo>
                  <a:pt x="309" y="863"/>
                </a:lnTo>
                <a:lnTo>
                  <a:pt x="309" y="862"/>
                </a:lnTo>
                <a:lnTo>
                  <a:pt x="310" y="862"/>
                </a:lnTo>
                <a:lnTo>
                  <a:pt x="311" y="861"/>
                </a:lnTo>
                <a:lnTo>
                  <a:pt x="316" y="860"/>
                </a:lnTo>
                <a:lnTo>
                  <a:pt x="320" y="858"/>
                </a:lnTo>
                <a:lnTo>
                  <a:pt x="321" y="858"/>
                </a:lnTo>
                <a:lnTo>
                  <a:pt x="323" y="858"/>
                </a:lnTo>
                <a:lnTo>
                  <a:pt x="324" y="857"/>
                </a:lnTo>
                <a:lnTo>
                  <a:pt x="325" y="857"/>
                </a:lnTo>
                <a:lnTo>
                  <a:pt x="326" y="857"/>
                </a:lnTo>
                <a:lnTo>
                  <a:pt x="329" y="856"/>
                </a:lnTo>
                <a:lnTo>
                  <a:pt x="331" y="856"/>
                </a:lnTo>
                <a:lnTo>
                  <a:pt x="332" y="854"/>
                </a:lnTo>
                <a:lnTo>
                  <a:pt x="332" y="851"/>
                </a:lnTo>
                <a:lnTo>
                  <a:pt x="333" y="850"/>
                </a:lnTo>
                <a:lnTo>
                  <a:pt x="332" y="849"/>
                </a:lnTo>
                <a:lnTo>
                  <a:pt x="332" y="848"/>
                </a:lnTo>
                <a:lnTo>
                  <a:pt x="332" y="847"/>
                </a:lnTo>
                <a:lnTo>
                  <a:pt x="331" y="846"/>
                </a:lnTo>
                <a:lnTo>
                  <a:pt x="332" y="846"/>
                </a:lnTo>
                <a:lnTo>
                  <a:pt x="331" y="843"/>
                </a:lnTo>
                <a:lnTo>
                  <a:pt x="331" y="842"/>
                </a:lnTo>
                <a:lnTo>
                  <a:pt x="331" y="840"/>
                </a:lnTo>
                <a:lnTo>
                  <a:pt x="331" y="839"/>
                </a:lnTo>
                <a:lnTo>
                  <a:pt x="330" y="839"/>
                </a:lnTo>
                <a:lnTo>
                  <a:pt x="330" y="840"/>
                </a:lnTo>
                <a:lnTo>
                  <a:pt x="329" y="840"/>
                </a:lnTo>
                <a:lnTo>
                  <a:pt x="328" y="840"/>
                </a:lnTo>
                <a:lnTo>
                  <a:pt x="327" y="840"/>
                </a:lnTo>
                <a:lnTo>
                  <a:pt x="326" y="839"/>
                </a:lnTo>
                <a:lnTo>
                  <a:pt x="327" y="838"/>
                </a:lnTo>
                <a:lnTo>
                  <a:pt x="328" y="838"/>
                </a:lnTo>
                <a:lnTo>
                  <a:pt x="328" y="837"/>
                </a:lnTo>
                <a:lnTo>
                  <a:pt x="329" y="837"/>
                </a:lnTo>
                <a:lnTo>
                  <a:pt x="329" y="836"/>
                </a:lnTo>
                <a:lnTo>
                  <a:pt x="329" y="835"/>
                </a:lnTo>
                <a:lnTo>
                  <a:pt x="328" y="835"/>
                </a:lnTo>
                <a:lnTo>
                  <a:pt x="328" y="834"/>
                </a:lnTo>
                <a:lnTo>
                  <a:pt x="327" y="834"/>
                </a:lnTo>
                <a:lnTo>
                  <a:pt x="327" y="833"/>
                </a:lnTo>
                <a:lnTo>
                  <a:pt x="327" y="832"/>
                </a:lnTo>
                <a:lnTo>
                  <a:pt x="327" y="831"/>
                </a:lnTo>
                <a:lnTo>
                  <a:pt x="327" y="830"/>
                </a:lnTo>
                <a:lnTo>
                  <a:pt x="326" y="830"/>
                </a:lnTo>
                <a:lnTo>
                  <a:pt x="325" y="830"/>
                </a:lnTo>
                <a:lnTo>
                  <a:pt x="324" y="830"/>
                </a:lnTo>
                <a:lnTo>
                  <a:pt x="324" y="831"/>
                </a:lnTo>
                <a:lnTo>
                  <a:pt x="325" y="832"/>
                </a:lnTo>
                <a:lnTo>
                  <a:pt x="325" y="833"/>
                </a:lnTo>
                <a:lnTo>
                  <a:pt x="324" y="833"/>
                </a:lnTo>
                <a:lnTo>
                  <a:pt x="324" y="834"/>
                </a:lnTo>
                <a:lnTo>
                  <a:pt x="325" y="835"/>
                </a:lnTo>
                <a:lnTo>
                  <a:pt x="325" y="836"/>
                </a:lnTo>
                <a:lnTo>
                  <a:pt x="325" y="839"/>
                </a:lnTo>
                <a:lnTo>
                  <a:pt x="324" y="839"/>
                </a:lnTo>
                <a:lnTo>
                  <a:pt x="323" y="839"/>
                </a:lnTo>
                <a:lnTo>
                  <a:pt x="322" y="839"/>
                </a:lnTo>
                <a:lnTo>
                  <a:pt x="321" y="839"/>
                </a:lnTo>
                <a:lnTo>
                  <a:pt x="321" y="840"/>
                </a:lnTo>
                <a:lnTo>
                  <a:pt x="320" y="840"/>
                </a:lnTo>
                <a:lnTo>
                  <a:pt x="319" y="840"/>
                </a:lnTo>
                <a:lnTo>
                  <a:pt x="319" y="839"/>
                </a:lnTo>
                <a:lnTo>
                  <a:pt x="318" y="839"/>
                </a:lnTo>
                <a:lnTo>
                  <a:pt x="318" y="838"/>
                </a:lnTo>
                <a:lnTo>
                  <a:pt x="317" y="838"/>
                </a:lnTo>
                <a:lnTo>
                  <a:pt x="317" y="837"/>
                </a:lnTo>
                <a:lnTo>
                  <a:pt x="317" y="836"/>
                </a:lnTo>
                <a:lnTo>
                  <a:pt x="317" y="835"/>
                </a:lnTo>
                <a:lnTo>
                  <a:pt x="318" y="834"/>
                </a:lnTo>
                <a:lnTo>
                  <a:pt x="318" y="833"/>
                </a:lnTo>
                <a:lnTo>
                  <a:pt x="318" y="832"/>
                </a:lnTo>
                <a:lnTo>
                  <a:pt x="318" y="831"/>
                </a:lnTo>
                <a:lnTo>
                  <a:pt x="318" y="830"/>
                </a:lnTo>
                <a:lnTo>
                  <a:pt x="318" y="829"/>
                </a:lnTo>
                <a:lnTo>
                  <a:pt x="319" y="829"/>
                </a:lnTo>
                <a:lnTo>
                  <a:pt x="319" y="828"/>
                </a:lnTo>
                <a:lnTo>
                  <a:pt x="319" y="827"/>
                </a:lnTo>
                <a:lnTo>
                  <a:pt x="319" y="824"/>
                </a:lnTo>
                <a:lnTo>
                  <a:pt x="319" y="823"/>
                </a:lnTo>
                <a:lnTo>
                  <a:pt x="318" y="823"/>
                </a:lnTo>
                <a:lnTo>
                  <a:pt x="318" y="824"/>
                </a:lnTo>
                <a:lnTo>
                  <a:pt x="316" y="824"/>
                </a:lnTo>
                <a:lnTo>
                  <a:pt x="315" y="824"/>
                </a:lnTo>
                <a:lnTo>
                  <a:pt x="314" y="824"/>
                </a:lnTo>
                <a:lnTo>
                  <a:pt x="314" y="825"/>
                </a:lnTo>
                <a:lnTo>
                  <a:pt x="313" y="825"/>
                </a:lnTo>
                <a:lnTo>
                  <a:pt x="313" y="826"/>
                </a:lnTo>
                <a:lnTo>
                  <a:pt x="312" y="826"/>
                </a:lnTo>
                <a:lnTo>
                  <a:pt x="312" y="827"/>
                </a:lnTo>
                <a:lnTo>
                  <a:pt x="311" y="827"/>
                </a:lnTo>
                <a:lnTo>
                  <a:pt x="310" y="827"/>
                </a:lnTo>
                <a:lnTo>
                  <a:pt x="308" y="827"/>
                </a:lnTo>
                <a:lnTo>
                  <a:pt x="307" y="827"/>
                </a:lnTo>
                <a:lnTo>
                  <a:pt x="307" y="826"/>
                </a:lnTo>
                <a:lnTo>
                  <a:pt x="306" y="825"/>
                </a:lnTo>
                <a:lnTo>
                  <a:pt x="305" y="825"/>
                </a:lnTo>
                <a:lnTo>
                  <a:pt x="304" y="824"/>
                </a:lnTo>
                <a:lnTo>
                  <a:pt x="303" y="823"/>
                </a:lnTo>
                <a:lnTo>
                  <a:pt x="302" y="823"/>
                </a:lnTo>
                <a:lnTo>
                  <a:pt x="302" y="822"/>
                </a:lnTo>
                <a:lnTo>
                  <a:pt x="301" y="822"/>
                </a:lnTo>
                <a:lnTo>
                  <a:pt x="300" y="822"/>
                </a:lnTo>
                <a:lnTo>
                  <a:pt x="299" y="822"/>
                </a:lnTo>
                <a:lnTo>
                  <a:pt x="298" y="821"/>
                </a:lnTo>
                <a:lnTo>
                  <a:pt x="298" y="822"/>
                </a:lnTo>
                <a:lnTo>
                  <a:pt x="298" y="823"/>
                </a:lnTo>
                <a:lnTo>
                  <a:pt x="298" y="824"/>
                </a:lnTo>
                <a:lnTo>
                  <a:pt x="299" y="826"/>
                </a:lnTo>
                <a:lnTo>
                  <a:pt x="301" y="825"/>
                </a:lnTo>
                <a:lnTo>
                  <a:pt x="303" y="824"/>
                </a:lnTo>
                <a:lnTo>
                  <a:pt x="304" y="824"/>
                </a:lnTo>
                <a:lnTo>
                  <a:pt x="305" y="825"/>
                </a:lnTo>
                <a:lnTo>
                  <a:pt x="306" y="826"/>
                </a:lnTo>
                <a:lnTo>
                  <a:pt x="307" y="826"/>
                </a:lnTo>
                <a:lnTo>
                  <a:pt x="307" y="827"/>
                </a:lnTo>
                <a:lnTo>
                  <a:pt x="307" y="828"/>
                </a:lnTo>
                <a:lnTo>
                  <a:pt x="308" y="828"/>
                </a:lnTo>
                <a:lnTo>
                  <a:pt x="309" y="830"/>
                </a:lnTo>
                <a:lnTo>
                  <a:pt x="309" y="831"/>
                </a:lnTo>
                <a:lnTo>
                  <a:pt x="309" y="834"/>
                </a:lnTo>
                <a:lnTo>
                  <a:pt x="308" y="841"/>
                </a:lnTo>
                <a:lnTo>
                  <a:pt x="307" y="841"/>
                </a:lnTo>
                <a:lnTo>
                  <a:pt x="306" y="842"/>
                </a:lnTo>
                <a:lnTo>
                  <a:pt x="305" y="843"/>
                </a:lnTo>
                <a:lnTo>
                  <a:pt x="305" y="842"/>
                </a:lnTo>
                <a:lnTo>
                  <a:pt x="304" y="842"/>
                </a:lnTo>
                <a:lnTo>
                  <a:pt x="304" y="841"/>
                </a:lnTo>
                <a:lnTo>
                  <a:pt x="304" y="840"/>
                </a:lnTo>
                <a:lnTo>
                  <a:pt x="303" y="840"/>
                </a:lnTo>
                <a:lnTo>
                  <a:pt x="303" y="839"/>
                </a:lnTo>
                <a:lnTo>
                  <a:pt x="302" y="839"/>
                </a:lnTo>
                <a:lnTo>
                  <a:pt x="301" y="838"/>
                </a:lnTo>
                <a:lnTo>
                  <a:pt x="300" y="839"/>
                </a:lnTo>
                <a:lnTo>
                  <a:pt x="300" y="840"/>
                </a:lnTo>
                <a:lnTo>
                  <a:pt x="299" y="839"/>
                </a:lnTo>
                <a:lnTo>
                  <a:pt x="298" y="839"/>
                </a:lnTo>
                <a:lnTo>
                  <a:pt x="297" y="840"/>
                </a:lnTo>
                <a:lnTo>
                  <a:pt x="296" y="840"/>
                </a:lnTo>
                <a:lnTo>
                  <a:pt x="295" y="840"/>
                </a:lnTo>
                <a:lnTo>
                  <a:pt x="295" y="841"/>
                </a:lnTo>
                <a:lnTo>
                  <a:pt x="294" y="841"/>
                </a:lnTo>
                <a:lnTo>
                  <a:pt x="294" y="842"/>
                </a:lnTo>
                <a:lnTo>
                  <a:pt x="295" y="842"/>
                </a:lnTo>
                <a:lnTo>
                  <a:pt x="294" y="842"/>
                </a:lnTo>
                <a:lnTo>
                  <a:pt x="294" y="843"/>
                </a:lnTo>
                <a:lnTo>
                  <a:pt x="295" y="844"/>
                </a:lnTo>
                <a:lnTo>
                  <a:pt x="295" y="845"/>
                </a:lnTo>
                <a:lnTo>
                  <a:pt x="295" y="846"/>
                </a:lnTo>
                <a:lnTo>
                  <a:pt x="294" y="846"/>
                </a:lnTo>
                <a:lnTo>
                  <a:pt x="294" y="847"/>
                </a:lnTo>
                <a:lnTo>
                  <a:pt x="294" y="848"/>
                </a:lnTo>
                <a:lnTo>
                  <a:pt x="293" y="849"/>
                </a:lnTo>
                <a:lnTo>
                  <a:pt x="293" y="850"/>
                </a:lnTo>
                <a:lnTo>
                  <a:pt x="293" y="852"/>
                </a:lnTo>
                <a:lnTo>
                  <a:pt x="293" y="853"/>
                </a:lnTo>
                <a:lnTo>
                  <a:pt x="293" y="854"/>
                </a:lnTo>
                <a:lnTo>
                  <a:pt x="292" y="855"/>
                </a:lnTo>
                <a:lnTo>
                  <a:pt x="291" y="856"/>
                </a:lnTo>
                <a:lnTo>
                  <a:pt x="290" y="857"/>
                </a:lnTo>
                <a:lnTo>
                  <a:pt x="289" y="857"/>
                </a:lnTo>
                <a:lnTo>
                  <a:pt x="288" y="858"/>
                </a:lnTo>
                <a:lnTo>
                  <a:pt x="287" y="858"/>
                </a:lnTo>
                <a:lnTo>
                  <a:pt x="286" y="858"/>
                </a:lnTo>
                <a:lnTo>
                  <a:pt x="286" y="857"/>
                </a:lnTo>
                <a:lnTo>
                  <a:pt x="285" y="858"/>
                </a:lnTo>
                <a:lnTo>
                  <a:pt x="285" y="857"/>
                </a:lnTo>
                <a:lnTo>
                  <a:pt x="284" y="857"/>
                </a:lnTo>
                <a:lnTo>
                  <a:pt x="284" y="858"/>
                </a:lnTo>
                <a:lnTo>
                  <a:pt x="283" y="858"/>
                </a:lnTo>
                <a:lnTo>
                  <a:pt x="283" y="859"/>
                </a:lnTo>
                <a:lnTo>
                  <a:pt x="282" y="859"/>
                </a:lnTo>
                <a:lnTo>
                  <a:pt x="281" y="860"/>
                </a:lnTo>
                <a:lnTo>
                  <a:pt x="280" y="861"/>
                </a:lnTo>
                <a:lnTo>
                  <a:pt x="280" y="860"/>
                </a:lnTo>
                <a:lnTo>
                  <a:pt x="279" y="861"/>
                </a:lnTo>
                <a:lnTo>
                  <a:pt x="279" y="860"/>
                </a:lnTo>
                <a:lnTo>
                  <a:pt x="278" y="860"/>
                </a:lnTo>
                <a:lnTo>
                  <a:pt x="278" y="859"/>
                </a:lnTo>
                <a:lnTo>
                  <a:pt x="277" y="859"/>
                </a:lnTo>
                <a:lnTo>
                  <a:pt x="277" y="857"/>
                </a:lnTo>
                <a:lnTo>
                  <a:pt x="277" y="856"/>
                </a:lnTo>
                <a:lnTo>
                  <a:pt x="276" y="856"/>
                </a:lnTo>
                <a:lnTo>
                  <a:pt x="275" y="856"/>
                </a:lnTo>
                <a:lnTo>
                  <a:pt x="273" y="855"/>
                </a:lnTo>
                <a:lnTo>
                  <a:pt x="273" y="854"/>
                </a:lnTo>
                <a:lnTo>
                  <a:pt x="272" y="854"/>
                </a:lnTo>
                <a:lnTo>
                  <a:pt x="271" y="854"/>
                </a:lnTo>
                <a:lnTo>
                  <a:pt x="271" y="855"/>
                </a:lnTo>
                <a:lnTo>
                  <a:pt x="270" y="855"/>
                </a:lnTo>
                <a:lnTo>
                  <a:pt x="270" y="854"/>
                </a:lnTo>
                <a:lnTo>
                  <a:pt x="270" y="853"/>
                </a:lnTo>
                <a:lnTo>
                  <a:pt x="269" y="852"/>
                </a:lnTo>
                <a:lnTo>
                  <a:pt x="268" y="852"/>
                </a:lnTo>
                <a:lnTo>
                  <a:pt x="268" y="851"/>
                </a:lnTo>
                <a:lnTo>
                  <a:pt x="268" y="850"/>
                </a:lnTo>
                <a:lnTo>
                  <a:pt x="267" y="850"/>
                </a:lnTo>
                <a:lnTo>
                  <a:pt x="267" y="849"/>
                </a:lnTo>
                <a:lnTo>
                  <a:pt x="267" y="848"/>
                </a:lnTo>
                <a:lnTo>
                  <a:pt x="267" y="847"/>
                </a:lnTo>
                <a:lnTo>
                  <a:pt x="267" y="846"/>
                </a:lnTo>
                <a:lnTo>
                  <a:pt x="266" y="846"/>
                </a:lnTo>
                <a:lnTo>
                  <a:pt x="267" y="846"/>
                </a:lnTo>
                <a:lnTo>
                  <a:pt x="266" y="845"/>
                </a:lnTo>
                <a:lnTo>
                  <a:pt x="266" y="844"/>
                </a:lnTo>
                <a:lnTo>
                  <a:pt x="265" y="844"/>
                </a:lnTo>
                <a:lnTo>
                  <a:pt x="265" y="843"/>
                </a:lnTo>
                <a:lnTo>
                  <a:pt x="264" y="842"/>
                </a:lnTo>
                <a:lnTo>
                  <a:pt x="265" y="841"/>
                </a:lnTo>
                <a:lnTo>
                  <a:pt x="265" y="840"/>
                </a:lnTo>
                <a:lnTo>
                  <a:pt x="265" y="839"/>
                </a:lnTo>
                <a:lnTo>
                  <a:pt x="265" y="838"/>
                </a:lnTo>
                <a:lnTo>
                  <a:pt x="265" y="837"/>
                </a:lnTo>
                <a:lnTo>
                  <a:pt x="264" y="836"/>
                </a:lnTo>
                <a:lnTo>
                  <a:pt x="265" y="835"/>
                </a:lnTo>
                <a:lnTo>
                  <a:pt x="264" y="834"/>
                </a:lnTo>
                <a:lnTo>
                  <a:pt x="264" y="833"/>
                </a:lnTo>
                <a:lnTo>
                  <a:pt x="263" y="833"/>
                </a:lnTo>
                <a:lnTo>
                  <a:pt x="262" y="833"/>
                </a:lnTo>
                <a:lnTo>
                  <a:pt x="263" y="834"/>
                </a:lnTo>
                <a:lnTo>
                  <a:pt x="262" y="834"/>
                </a:lnTo>
                <a:lnTo>
                  <a:pt x="261" y="835"/>
                </a:lnTo>
                <a:lnTo>
                  <a:pt x="260" y="835"/>
                </a:lnTo>
                <a:lnTo>
                  <a:pt x="260" y="836"/>
                </a:lnTo>
                <a:lnTo>
                  <a:pt x="259" y="837"/>
                </a:lnTo>
                <a:lnTo>
                  <a:pt x="258" y="837"/>
                </a:lnTo>
                <a:lnTo>
                  <a:pt x="257" y="837"/>
                </a:lnTo>
                <a:lnTo>
                  <a:pt x="256" y="837"/>
                </a:lnTo>
                <a:lnTo>
                  <a:pt x="255" y="837"/>
                </a:lnTo>
                <a:lnTo>
                  <a:pt x="255" y="836"/>
                </a:lnTo>
                <a:lnTo>
                  <a:pt x="255" y="835"/>
                </a:lnTo>
                <a:lnTo>
                  <a:pt x="254" y="834"/>
                </a:lnTo>
                <a:lnTo>
                  <a:pt x="253" y="834"/>
                </a:lnTo>
                <a:lnTo>
                  <a:pt x="253" y="833"/>
                </a:lnTo>
                <a:lnTo>
                  <a:pt x="253" y="832"/>
                </a:lnTo>
                <a:lnTo>
                  <a:pt x="253" y="831"/>
                </a:lnTo>
                <a:lnTo>
                  <a:pt x="253" y="830"/>
                </a:lnTo>
                <a:lnTo>
                  <a:pt x="253" y="829"/>
                </a:lnTo>
                <a:lnTo>
                  <a:pt x="254" y="827"/>
                </a:lnTo>
                <a:lnTo>
                  <a:pt x="254" y="826"/>
                </a:lnTo>
                <a:lnTo>
                  <a:pt x="255" y="825"/>
                </a:lnTo>
                <a:lnTo>
                  <a:pt x="256" y="825"/>
                </a:lnTo>
                <a:lnTo>
                  <a:pt x="257" y="824"/>
                </a:lnTo>
                <a:lnTo>
                  <a:pt x="257" y="823"/>
                </a:lnTo>
                <a:lnTo>
                  <a:pt x="257" y="822"/>
                </a:lnTo>
                <a:lnTo>
                  <a:pt x="258" y="821"/>
                </a:lnTo>
                <a:lnTo>
                  <a:pt x="258" y="820"/>
                </a:lnTo>
                <a:lnTo>
                  <a:pt x="257" y="819"/>
                </a:lnTo>
                <a:lnTo>
                  <a:pt x="257" y="820"/>
                </a:lnTo>
                <a:lnTo>
                  <a:pt x="256" y="820"/>
                </a:lnTo>
                <a:lnTo>
                  <a:pt x="255" y="820"/>
                </a:lnTo>
                <a:lnTo>
                  <a:pt x="255" y="821"/>
                </a:lnTo>
                <a:lnTo>
                  <a:pt x="254" y="821"/>
                </a:lnTo>
                <a:lnTo>
                  <a:pt x="254" y="820"/>
                </a:lnTo>
                <a:lnTo>
                  <a:pt x="253" y="820"/>
                </a:lnTo>
                <a:lnTo>
                  <a:pt x="253" y="819"/>
                </a:lnTo>
                <a:lnTo>
                  <a:pt x="252" y="819"/>
                </a:lnTo>
                <a:lnTo>
                  <a:pt x="251" y="820"/>
                </a:lnTo>
                <a:lnTo>
                  <a:pt x="250" y="820"/>
                </a:lnTo>
                <a:lnTo>
                  <a:pt x="249" y="820"/>
                </a:lnTo>
                <a:lnTo>
                  <a:pt x="248" y="820"/>
                </a:lnTo>
                <a:lnTo>
                  <a:pt x="247" y="819"/>
                </a:lnTo>
                <a:lnTo>
                  <a:pt x="246" y="819"/>
                </a:lnTo>
                <a:lnTo>
                  <a:pt x="244" y="819"/>
                </a:lnTo>
                <a:lnTo>
                  <a:pt x="244" y="818"/>
                </a:lnTo>
                <a:lnTo>
                  <a:pt x="243" y="819"/>
                </a:lnTo>
                <a:lnTo>
                  <a:pt x="242" y="819"/>
                </a:lnTo>
                <a:lnTo>
                  <a:pt x="241" y="819"/>
                </a:lnTo>
                <a:lnTo>
                  <a:pt x="241" y="818"/>
                </a:lnTo>
                <a:lnTo>
                  <a:pt x="240" y="818"/>
                </a:lnTo>
                <a:lnTo>
                  <a:pt x="239" y="818"/>
                </a:lnTo>
                <a:lnTo>
                  <a:pt x="238" y="818"/>
                </a:lnTo>
                <a:lnTo>
                  <a:pt x="238" y="817"/>
                </a:lnTo>
                <a:lnTo>
                  <a:pt x="237" y="817"/>
                </a:lnTo>
                <a:lnTo>
                  <a:pt x="236" y="817"/>
                </a:lnTo>
                <a:lnTo>
                  <a:pt x="235" y="816"/>
                </a:lnTo>
                <a:lnTo>
                  <a:pt x="235" y="815"/>
                </a:lnTo>
                <a:lnTo>
                  <a:pt x="234" y="813"/>
                </a:lnTo>
                <a:lnTo>
                  <a:pt x="233" y="813"/>
                </a:lnTo>
                <a:lnTo>
                  <a:pt x="232" y="813"/>
                </a:lnTo>
                <a:lnTo>
                  <a:pt x="232" y="812"/>
                </a:lnTo>
                <a:lnTo>
                  <a:pt x="231" y="812"/>
                </a:lnTo>
                <a:lnTo>
                  <a:pt x="230" y="812"/>
                </a:lnTo>
                <a:lnTo>
                  <a:pt x="230" y="811"/>
                </a:lnTo>
                <a:lnTo>
                  <a:pt x="229" y="811"/>
                </a:lnTo>
                <a:lnTo>
                  <a:pt x="229" y="810"/>
                </a:lnTo>
                <a:lnTo>
                  <a:pt x="228" y="809"/>
                </a:lnTo>
                <a:lnTo>
                  <a:pt x="227" y="808"/>
                </a:lnTo>
                <a:lnTo>
                  <a:pt x="226" y="807"/>
                </a:lnTo>
                <a:lnTo>
                  <a:pt x="225" y="805"/>
                </a:lnTo>
                <a:lnTo>
                  <a:pt x="224" y="804"/>
                </a:lnTo>
                <a:lnTo>
                  <a:pt x="224" y="803"/>
                </a:lnTo>
                <a:lnTo>
                  <a:pt x="223" y="803"/>
                </a:lnTo>
                <a:lnTo>
                  <a:pt x="222" y="802"/>
                </a:lnTo>
                <a:lnTo>
                  <a:pt x="222" y="801"/>
                </a:lnTo>
                <a:lnTo>
                  <a:pt x="221" y="801"/>
                </a:lnTo>
                <a:lnTo>
                  <a:pt x="219" y="799"/>
                </a:lnTo>
                <a:lnTo>
                  <a:pt x="219" y="798"/>
                </a:lnTo>
                <a:lnTo>
                  <a:pt x="218" y="798"/>
                </a:lnTo>
                <a:lnTo>
                  <a:pt x="218" y="797"/>
                </a:lnTo>
                <a:lnTo>
                  <a:pt x="218" y="796"/>
                </a:lnTo>
                <a:lnTo>
                  <a:pt x="217" y="796"/>
                </a:lnTo>
                <a:lnTo>
                  <a:pt x="216" y="795"/>
                </a:lnTo>
                <a:lnTo>
                  <a:pt x="215" y="793"/>
                </a:lnTo>
                <a:lnTo>
                  <a:pt x="215" y="792"/>
                </a:lnTo>
                <a:lnTo>
                  <a:pt x="214" y="792"/>
                </a:lnTo>
                <a:lnTo>
                  <a:pt x="213" y="790"/>
                </a:lnTo>
                <a:lnTo>
                  <a:pt x="214" y="789"/>
                </a:lnTo>
                <a:lnTo>
                  <a:pt x="215" y="788"/>
                </a:lnTo>
                <a:lnTo>
                  <a:pt x="215" y="787"/>
                </a:lnTo>
                <a:lnTo>
                  <a:pt x="216" y="786"/>
                </a:lnTo>
                <a:lnTo>
                  <a:pt x="217" y="785"/>
                </a:lnTo>
                <a:lnTo>
                  <a:pt x="219" y="783"/>
                </a:lnTo>
                <a:lnTo>
                  <a:pt x="220" y="782"/>
                </a:lnTo>
                <a:lnTo>
                  <a:pt x="220" y="781"/>
                </a:lnTo>
                <a:lnTo>
                  <a:pt x="220" y="779"/>
                </a:lnTo>
                <a:lnTo>
                  <a:pt x="220" y="776"/>
                </a:lnTo>
                <a:lnTo>
                  <a:pt x="221" y="775"/>
                </a:lnTo>
                <a:lnTo>
                  <a:pt x="221" y="773"/>
                </a:lnTo>
                <a:lnTo>
                  <a:pt x="221" y="771"/>
                </a:lnTo>
                <a:lnTo>
                  <a:pt x="221" y="770"/>
                </a:lnTo>
                <a:lnTo>
                  <a:pt x="222" y="768"/>
                </a:lnTo>
                <a:lnTo>
                  <a:pt x="222" y="767"/>
                </a:lnTo>
                <a:lnTo>
                  <a:pt x="223" y="765"/>
                </a:lnTo>
                <a:lnTo>
                  <a:pt x="223" y="764"/>
                </a:lnTo>
                <a:lnTo>
                  <a:pt x="224" y="763"/>
                </a:lnTo>
                <a:lnTo>
                  <a:pt x="224" y="762"/>
                </a:lnTo>
                <a:lnTo>
                  <a:pt x="227" y="760"/>
                </a:lnTo>
                <a:lnTo>
                  <a:pt x="229" y="758"/>
                </a:lnTo>
                <a:lnTo>
                  <a:pt x="232" y="756"/>
                </a:lnTo>
                <a:lnTo>
                  <a:pt x="235" y="753"/>
                </a:lnTo>
                <a:lnTo>
                  <a:pt x="237" y="751"/>
                </a:lnTo>
                <a:lnTo>
                  <a:pt x="238" y="751"/>
                </a:lnTo>
                <a:lnTo>
                  <a:pt x="238" y="750"/>
                </a:lnTo>
                <a:lnTo>
                  <a:pt x="239" y="749"/>
                </a:lnTo>
                <a:lnTo>
                  <a:pt x="240" y="748"/>
                </a:lnTo>
                <a:lnTo>
                  <a:pt x="240" y="747"/>
                </a:lnTo>
                <a:lnTo>
                  <a:pt x="242" y="744"/>
                </a:lnTo>
                <a:lnTo>
                  <a:pt x="243" y="742"/>
                </a:lnTo>
                <a:lnTo>
                  <a:pt x="244" y="742"/>
                </a:lnTo>
                <a:lnTo>
                  <a:pt x="245" y="741"/>
                </a:lnTo>
                <a:lnTo>
                  <a:pt x="246" y="740"/>
                </a:lnTo>
                <a:lnTo>
                  <a:pt x="248" y="739"/>
                </a:lnTo>
                <a:lnTo>
                  <a:pt x="249" y="739"/>
                </a:lnTo>
                <a:lnTo>
                  <a:pt x="250" y="738"/>
                </a:lnTo>
                <a:lnTo>
                  <a:pt x="251" y="737"/>
                </a:lnTo>
                <a:lnTo>
                  <a:pt x="254" y="735"/>
                </a:lnTo>
                <a:lnTo>
                  <a:pt x="256" y="733"/>
                </a:lnTo>
                <a:lnTo>
                  <a:pt x="256" y="732"/>
                </a:lnTo>
                <a:lnTo>
                  <a:pt x="257" y="731"/>
                </a:lnTo>
                <a:lnTo>
                  <a:pt x="258" y="730"/>
                </a:lnTo>
                <a:lnTo>
                  <a:pt x="259" y="730"/>
                </a:lnTo>
                <a:lnTo>
                  <a:pt x="260" y="728"/>
                </a:lnTo>
                <a:lnTo>
                  <a:pt x="264" y="726"/>
                </a:lnTo>
                <a:lnTo>
                  <a:pt x="266" y="725"/>
                </a:lnTo>
                <a:lnTo>
                  <a:pt x="267" y="724"/>
                </a:lnTo>
                <a:lnTo>
                  <a:pt x="268" y="723"/>
                </a:lnTo>
                <a:lnTo>
                  <a:pt x="269" y="722"/>
                </a:lnTo>
                <a:lnTo>
                  <a:pt x="270" y="719"/>
                </a:lnTo>
                <a:lnTo>
                  <a:pt x="271" y="718"/>
                </a:lnTo>
                <a:lnTo>
                  <a:pt x="271" y="717"/>
                </a:lnTo>
                <a:lnTo>
                  <a:pt x="272" y="716"/>
                </a:lnTo>
                <a:lnTo>
                  <a:pt x="272" y="714"/>
                </a:lnTo>
                <a:lnTo>
                  <a:pt x="273" y="713"/>
                </a:lnTo>
                <a:lnTo>
                  <a:pt x="273" y="710"/>
                </a:lnTo>
                <a:lnTo>
                  <a:pt x="274" y="707"/>
                </a:lnTo>
                <a:lnTo>
                  <a:pt x="274" y="705"/>
                </a:lnTo>
                <a:lnTo>
                  <a:pt x="274" y="704"/>
                </a:lnTo>
                <a:lnTo>
                  <a:pt x="275" y="704"/>
                </a:lnTo>
                <a:lnTo>
                  <a:pt x="275" y="702"/>
                </a:lnTo>
                <a:lnTo>
                  <a:pt x="275" y="701"/>
                </a:lnTo>
                <a:lnTo>
                  <a:pt x="275" y="700"/>
                </a:lnTo>
                <a:lnTo>
                  <a:pt x="276" y="699"/>
                </a:lnTo>
                <a:lnTo>
                  <a:pt x="277" y="699"/>
                </a:lnTo>
                <a:lnTo>
                  <a:pt x="277" y="698"/>
                </a:lnTo>
                <a:lnTo>
                  <a:pt x="277" y="699"/>
                </a:lnTo>
                <a:lnTo>
                  <a:pt x="279" y="698"/>
                </a:lnTo>
                <a:lnTo>
                  <a:pt x="280" y="697"/>
                </a:lnTo>
                <a:lnTo>
                  <a:pt x="281" y="696"/>
                </a:lnTo>
                <a:lnTo>
                  <a:pt x="284" y="694"/>
                </a:lnTo>
                <a:lnTo>
                  <a:pt x="285" y="693"/>
                </a:lnTo>
                <a:lnTo>
                  <a:pt x="286" y="693"/>
                </a:lnTo>
                <a:lnTo>
                  <a:pt x="288" y="691"/>
                </a:lnTo>
                <a:lnTo>
                  <a:pt x="289" y="690"/>
                </a:lnTo>
                <a:lnTo>
                  <a:pt x="293" y="688"/>
                </a:lnTo>
                <a:lnTo>
                  <a:pt x="294" y="688"/>
                </a:lnTo>
                <a:lnTo>
                  <a:pt x="294" y="687"/>
                </a:lnTo>
                <a:lnTo>
                  <a:pt x="296" y="685"/>
                </a:lnTo>
                <a:lnTo>
                  <a:pt x="297" y="684"/>
                </a:lnTo>
                <a:lnTo>
                  <a:pt x="297" y="683"/>
                </a:lnTo>
                <a:lnTo>
                  <a:pt x="298" y="681"/>
                </a:lnTo>
                <a:lnTo>
                  <a:pt x="299" y="680"/>
                </a:lnTo>
                <a:lnTo>
                  <a:pt x="301" y="676"/>
                </a:lnTo>
                <a:lnTo>
                  <a:pt x="301" y="675"/>
                </a:lnTo>
                <a:lnTo>
                  <a:pt x="302" y="674"/>
                </a:lnTo>
                <a:lnTo>
                  <a:pt x="303" y="672"/>
                </a:lnTo>
                <a:lnTo>
                  <a:pt x="304" y="670"/>
                </a:lnTo>
                <a:lnTo>
                  <a:pt x="305" y="669"/>
                </a:lnTo>
                <a:lnTo>
                  <a:pt x="305" y="668"/>
                </a:lnTo>
                <a:lnTo>
                  <a:pt x="306" y="665"/>
                </a:lnTo>
                <a:lnTo>
                  <a:pt x="307" y="663"/>
                </a:lnTo>
                <a:lnTo>
                  <a:pt x="307" y="662"/>
                </a:lnTo>
                <a:lnTo>
                  <a:pt x="308" y="662"/>
                </a:lnTo>
                <a:lnTo>
                  <a:pt x="308" y="661"/>
                </a:lnTo>
                <a:lnTo>
                  <a:pt x="310" y="659"/>
                </a:lnTo>
                <a:lnTo>
                  <a:pt x="312" y="657"/>
                </a:lnTo>
                <a:lnTo>
                  <a:pt x="312" y="656"/>
                </a:lnTo>
                <a:lnTo>
                  <a:pt x="313" y="655"/>
                </a:lnTo>
                <a:lnTo>
                  <a:pt x="313" y="654"/>
                </a:lnTo>
                <a:lnTo>
                  <a:pt x="314" y="653"/>
                </a:lnTo>
                <a:lnTo>
                  <a:pt x="315" y="651"/>
                </a:lnTo>
                <a:lnTo>
                  <a:pt x="316" y="650"/>
                </a:lnTo>
                <a:lnTo>
                  <a:pt x="317" y="649"/>
                </a:lnTo>
                <a:lnTo>
                  <a:pt x="317" y="647"/>
                </a:lnTo>
                <a:lnTo>
                  <a:pt x="318" y="646"/>
                </a:lnTo>
                <a:lnTo>
                  <a:pt x="319" y="645"/>
                </a:lnTo>
                <a:lnTo>
                  <a:pt x="320" y="643"/>
                </a:lnTo>
                <a:lnTo>
                  <a:pt x="321" y="641"/>
                </a:lnTo>
                <a:lnTo>
                  <a:pt x="322" y="640"/>
                </a:lnTo>
                <a:lnTo>
                  <a:pt x="323" y="639"/>
                </a:lnTo>
                <a:lnTo>
                  <a:pt x="323" y="638"/>
                </a:lnTo>
                <a:lnTo>
                  <a:pt x="325" y="634"/>
                </a:lnTo>
                <a:lnTo>
                  <a:pt x="326" y="633"/>
                </a:lnTo>
                <a:lnTo>
                  <a:pt x="326" y="632"/>
                </a:lnTo>
                <a:lnTo>
                  <a:pt x="327" y="632"/>
                </a:lnTo>
                <a:lnTo>
                  <a:pt x="328" y="631"/>
                </a:lnTo>
                <a:lnTo>
                  <a:pt x="328" y="630"/>
                </a:lnTo>
                <a:lnTo>
                  <a:pt x="329" y="629"/>
                </a:lnTo>
                <a:lnTo>
                  <a:pt x="329" y="628"/>
                </a:lnTo>
                <a:lnTo>
                  <a:pt x="330" y="627"/>
                </a:lnTo>
                <a:lnTo>
                  <a:pt x="330" y="626"/>
                </a:lnTo>
                <a:lnTo>
                  <a:pt x="331" y="626"/>
                </a:lnTo>
                <a:lnTo>
                  <a:pt x="332" y="625"/>
                </a:lnTo>
                <a:lnTo>
                  <a:pt x="333" y="623"/>
                </a:lnTo>
                <a:lnTo>
                  <a:pt x="334" y="623"/>
                </a:lnTo>
                <a:lnTo>
                  <a:pt x="334" y="622"/>
                </a:lnTo>
                <a:lnTo>
                  <a:pt x="335" y="622"/>
                </a:lnTo>
                <a:lnTo>
                  <a:pt x="335" y="621"/>
                </a:lnTo>
                <a:lnTo>
                  <a:pt x="337" y="619"/>
                </a:lnTo>
                <a:lnTo>
                  <a:pt x="340" y="615"/>
                </a:lnTo>
                <a:lnTo>
                  <a:pt x="341" y="614"/>
                </a:lnTo>
                <a:lnTo>
                  <a:pt x="342" y="611"/>
                </a:lnTo>
                <a:lnTo>
                  <a:pt x="343" y="611"/>
                </a:lnTo>
                <a:lnTo>
                  <a:pt x="344" y="611"/>
                </a:lnTo>
                <a:lnTo>
                  <a:pt x="344" y="612"/>
                </a:lnTo>
                <a:lnTo>
                  <a:pt x="345" y="612"/>
                </a:lnTo>
                <a:lnTo>
                  <a:pt x="346" y="612"/>
                </a:lnTo>
                <a:lnTo>
                  <a:pt x="347" y="612"/>
                </a:lnTo>
                <a:lnTo>
                  <a:pt x="347" y="613"/>
                </a:lnTo>
                <a:lnTo>
                  <a:pt x="347" y="614"/>
                </a:lnTo>
                <a:lnTo>
                  <a:pt x="348" y="614"/>
                </a:lnTo>
                <a:lnTo>
                  <a:pt x="348" y="615"/>
                </a:lnTo>
                <a:lnTo>
                  <a:pt x="348" y="616"/>
                </a:lnTo>
                <a:lnTo>
                  <a:pt x="349" y="617"/>
                </a:lnTo>
                <a:lnTo>
                  <a:pt x="349" y="618"/>
                </a:lnTo>
                <a:lnTo>
                  <a:pt x="348" y="618"/>
                </a:lnTo>
                <a:lnTo>
                  <a:pt x="348" y="619"/>
                </a:lnTo>
                <a:lnTo>
                  <a:pt x="348" y="620"/>
                </a:lnTo>
                <a:lnTo>
                  <a:pt x="350" y="622"/>
                </a:lnTo>
                <a:lnTo>
                  <a:pt x="351" y="623"/>
                </a:lnTo>
                <a:lnTo>
                  <a:pt x="352" y="623"/>
                </a:lnTo>
                <a:lnTo>
                  <a:pt x="351" y="623"/>
                </a:lnTo>
                <a:lnTo>
                  <a:pt x="351" y="624"/>
                </a:lnTo>
                <a:lnTo>
                  <a:pt x="351" y="625"/>
                </a:lnTo>
                <a:lnTo>
                  <a:pt x="350" y="625"/>
                </a:lnTo>
                <a:lnTo>
                  <a:pt x="350" y="626"/>
                </a:lnTo>
                <a:lnTo>
                  <a:pt x="351" y="626"/>
                </a:lnTo>
                <a:lnTo>
                  <a:pt x="351" y="627"/>
                </a:lnTo>
                <a:lnTo>
                  <a:pt x="351" y="628"/>
                </a:lnTo>
                <a:lnTo>
                  <a:pt x="352" y="628"/>
                </a:lnTo>
                <a:lnTo>
                  <a:pt x="352" y="630"/>
                </a:lnTo>
                <a:lnTo>
                  <a:pt x="352" y="631"/>
                </a:lnTo>
                <a:lnTo>
                  <a:pt x="351" y="631"/>
                </a:lnTo>
                <a:lnTo>
                  <a:pt x="352" y="631"/>
                </a:lnTo>
                <a:lnTo>
                  <a:pt x="352" y="632"/>
                </a:lnTo>
                <a:lnTo>
                  <a:pt x="353" y="633"/>
                </a:lnTo>
                <a:lnTo>
                  <a:pt x="352" y="633"/>
                </a:lnTo>
                <a:lnTo>
                  <a:pt x="352" y="634"/>
                </a:lnTo>
                <a:lnTo>
                  <a:pt x="353" y="634"/>
                </a:lnTo>
                <a:lnTo>
                  <a:pt x="353" y="635"/>
                </a:lnTo>
                <a:lnTo>
                  <a:pt x="354" y="635"/>
                </a:lnTo>
                <a:lnTo>
                  <a:pt x="354" y="636"/>
                </a:lnTo>
                <a:lnTo>
                  <a:pt x="355" y="637"/>
                </a:lnTo>
                <a:lnTo>
                  <a:pt x="356" y="637"/>
                </a:lnTo>
                <a:lnTo>
                  <a:pt x="357" y="638"/>
                </a:lnTo>
                <a:lnTo>
                  <a:pt x="356" y="638"/>
                </a:lnTo>
                <a:lnTo>
                  <a:pt x="356" y="639"/>
                </a:lnTo>
                <a:lnTo>
                  <a:pt x="357" y="639"/>
                </a:lnTo>
                <a:lnTo>
                  <a:pt x="357" y="640"/>
                </a:lnTo>
                <a:lnTo>
                  <a:pt x="358" y="640"/>
                </a:lnTo>
                <a:lnTo>
                  <a:pt x="359" y="641"/>
                </a:lnTo>
                <a:lnTo>
                  <a:pt x="359" y="642"/>
                </a:lnTo>
                <a:lnTo>
                  <a:pt x="360" y="642"/>
                </a:lnTo>
                <a:lnTo>
                  <a:pt x="361" y="642"/>
                </a:lnTo>
                <a:lnTo>
                  <a:pt x="362" y="643"/>
                </a:lnTo>
                <a:lnTo>
                  <a:pt x="361" y="643"/>
                </a:lnTo>
                <a:lnTo>
                  <a:pt x="361" y="644"/>
                </a:lnTo>
                <a:lnTo>
                  <a:pt x="362" y="645"/>
                </a:lnTo>
                <a:lnTo>
                  <a:pt x="363" y="645"/>
                </a:lnTo>
                <a:lnTo>
                  <a:pt x="364" y="645"/>
                </a:lnTo>
                <a:lnTo>
                  <a:pt x="364" y="646"/>
                </a:lnTo>
                <a:lnTo>
                  <a:pt x="365" y="647"/>
                </a:lnTo>
                <a:lnTo>
                  <a:pt x="365" y="648"/>
                </a:lnTo>
                <a:lnTo>
                  <a:pt x="364" y="648"/>
                </a:lnTo>
                <a:lnTo>
                  <a:pt x="363" y="648"/>
                </a:lnTo>
                <a:lnTo>
                  <a:pt x="363" y="649"/>
                </a:lnTo>
                <a:lnTo>
                  <a:pt x="364" y="649"/>
                </a:lnTo>
                <a:lnTo>
                  <a:pt x="364" y="650"/>
                </a:lnTo>
                <a:lnTo>
                  <a:pt x="365" y="652"/>
                </a:lnTo>
                <a:lnTo>
                  <a:pt x="365" y="653"/>
                </a:lnTo>
                <a:lnTo>
                  <a:pt x="366" y="653"/>
                </a:lnTo>
                <a:lnTo>
                  <a:pt x="367" y="653"/>
                </a:lnTo>
                <a:lnTo>
                  <a:pt x="368" y="653"/>
                </a:lnTo>
                <a:lnTo>
                  <a:pt x="369" y="653"/>
                </a:lnTo>
                <a:lnTo>
                  <a:pt x="369" y="652"/>
                </a:lnTo>
                <a:lnTo>
                  <a:pt x="369" y="653"/>
                </a:lnTo>
                <a:lnTo>
                  <a:pt x="370" y="653"/>
                </a:lnTo>
                <a:lnTo>
                  <a:pt x="370" y="654"/>
                </a:lnTo>
                <a:lnTo>
                  <a:pt x="370" y="655"/>
                </a:lnTo>
                <a:lnTo>
                  <a:pt x="369" y="655"/>
                </a:lnTo>
                <a:lnTo>
                  <a:pt x="369" y="656"/>
                </a:lnTo>
                <a:lnTo>
                  <a:pt x="370" y="657"/>
                </a:lnTo>
                <a:lnTo>
                  <a:pt x="371" y="657"/>
                </a:lnTo>
                <a:lnTo>
                  <a:pt x="371" y="658"/>
                </a:lnTo>
                <a:lnTo>
                  <a:pt x="370" y="658"/>
                </a:lnTo>
                <a:lnTo>
                  <a:pt x="369" y="659"/>
                </a:lnTo>
                <a:lnTo>
                  <a:pt x="368" y="659"/>
                </a:lnTo>
                <a:lnTo>
                  <a:pt x="368" y="660"/>
                </a:lnTo>
                <a:lnTo>
                  <a:pt x="367" y="660"/>
                </a:lnTo>
                <a:lnTo>
                  <a:pt x="368" y="661"/>
                </a:lnTo>
                <a:lnTo>
                  <a:pt x="368" y="662"/>
                </a:lnTo>
                <a:lnTo>
                  <a:pt x="367" y="662"/>
                </a:lnTo>
                <a:lnTo>
                  <a:pt x="367" y="663"/>
                </a:lnTo>
                <a:lnTo>
                  <a:pt x="367" y="664"/>
                </a:lnTo>
                <a:lnTo>
                  <a:pt x="367" y="665"/>
                </a:lnTo>
                <a:lnTo>
                  <a:pt x="368" y="665"/>
                </a:lnTo>
                <a:lnTo>
                  <a:pt x="369" y="665"/>
                </a:lnTo>
                <a:lnTo>
                  <a:pt x="369" y="664"/>
                </a:lnTo>
                <a:lnTo>
                  <a:pt x="369" y="663"/>
                </a:lnTo>
                <a:lnTo>
                  <a:pt x="370" y="663"/>
                </a:lnTo>
                <a:lnTo>
                  <a:pt x="371" y="663"/>
                </a:lnTo>
                <a:lnTo>
                  <a:pt x="372" y="662"/>
                </a:lnTo>
                <a:lnTo>
                  <a:pt x="372" y="660"/>
                </a:lnTo>
                <a:lnTo>
                  <a:pt x="371" y="660"/>
                </a:lnTo>
                <a:lnTo>
                  <a:pt x="372" y="659"/>
                </a:lnTo>
                <a:lnTo>
                  <a:pt x="373" y="659"/>
                </a:lnTo>
                <a:lnTo>
                  <a:pt x="374" y="659"/>
                </a:lnTo>
                <a:lnTo>
                  <a:pt x="374" y="658"/>
                </a:lnTo>
                <a:lnTo>
                  <a:pt x="374" y="657"/>
                </a:lnTo>
                <a:lnTo>
                  <a:pt x="374" y="656"/>
                </a:lnTo>
                <a:lnTo>
                  <a:pt x="375" y="656"/>
                </a:lnTo>
                <a:lnTo>
                  <a:pt x="375" y="655"/>
                </a:lnTo>
                <a:lnTo>
                  <a:pt x="375" y="654"/>
                </a:lnTo>
                <a:lnTo>
                  <a:pt x="374" y="654"/>
                </a:lnTo>
                <a:lnTo>
                  <a:pt x="373" y="654"/>
                </a:lnTo>
                <a:lnTo>
                  <a:pt x="373" y="653"/>
                </a:lnTo>
                <a:lnTo>
                  <a:pt x="374" y="653"/>
                </a:lnTo>
                <a:lnTo>
                  <a:pt x="374" y="652"/>
                </a:lnTo>
                <a:lnTo>
                  <a:pt x="374" y="651"/>
                </a:lnTo>
                <a:lnTo>
                  <a:pt x="373" y="651"/>
                </a:lnTo>
                <a:lnTo>
                  <a:pt x="373" y="650"/>
                </a:lnTo>
                <a:lnTo>
                  <a:pt x="374" y="650"/>
                </a:lnTo>
                <a:lnTo>
                  <a:pt x="375" y="649"/>
                </a:lnTo>
                <a:lnTo>
                  <a:pt x="376" y="647"/>
                </a:lnTo>
                <a:lnTo>
                  <a:pt x="375" y="647"/>
                </a:lnTo>
                <a:lnTo>
                  <a:pt x="375" y="646"/>
                </a:lnTo>
                <a:lnTo>
                  <a:pt x="376" y="646"/>
                </a:lnTo>
                <a:lnTo>
                  <a:pt x="376" y="645"/>
                </a:lnTo>
                <a:lnTo>
                  <a:pt x="376" y="644"/>
                </a:lnTo>
                <a:lnTo>
                  <a:pt x="375" y="644"/>
                </a:lnTo>
                <a:lnTo>
                  <a:pt x="375" y="643"/>
                </a:lnTo>
                <a:lnTo>
                  <a:pt x="376" y="643"/>
                </a:lnTo>
                <a:lnTo>
                  <a:pt x="376" y="642"/>
                </a:lnTo>
                <a:lnTo>
                  <a:pt x="377" y="642"/>
                </a:lnTo>
                <a:lnTo>
                  <a:pt x="377" y="641"/>
                </a:lnTo>
                <a:lnTo>
                  <a:pt x="377" y="640"/>
                </a:lnTo>
                <a:lnTo>
                  <a:pt x="376" y="640"/>
                </a:lnTo>
                <a:lnTo>
                  <a:pt x="375" y="640"/>
                </a:lnTo>
                <a:lnTo>
                  <a:pt x="374" y="640"/>
                </a:lnTo>
                <a:lnTo>
                  <a:pt x="374" y="639"/>
                </a:lnTo>
                <a:lnTo>
                  <a:pt x="374" y="638"/>
                </a:lnTo>
                <a:lnTo>
                  <a:pt x="374" y="637"/>
                </a:lnTo>
                <a:lnTo>
                  <a:pt x="375" y="637"/>
                </a:lnTo>
                <a:lnTo>
                  <a:pt x="375" y="636"/>
                </a:lnTo>
                <a:lnTo>
                  <a:pt x="376" y="636"/>
                </a:lnTo>
                <a:lnTo>
                  <a:pt x="376" y="635"/>
                </a:lnTo>
                <a:lnTo>
                  <a:pt x="375" y="635"/>
                </a:lnTo>
                <a:lnTo>
                  <a:pt x="374" y="634"/>
                </a:lnTo>
                <a:lnTo>
                  <a:pt x="374" y="633"/>
                </a:lnTo>
                <a:lnTo>
                  <a:pt x="373" y="633"/>
                </a:lnTo>
                <a:lnTo>
                  <a:pt x="372" y="632"/>
                </a:lnTo>
                <a:lnTo>
                  <a:pt x="371" y="632"/>
                </a:lnTo>
                <a:lnTo>
                  <a:pt x="371" y="631"/>
                </a:lnTo>
                <a:lnTo>
                  <a:pt x="372" y="631"/>
                </a:lnTo>
                <a:lnTo>
                  <a:pt x="372" y="630"/>
                </a:lnTo>
                <a:lnTo>
                  <a:pt x="371" y="629"/>
                </a:lnTo>
                <a:lnTo>
                  <a:pt x="371" y="628"/>
                </a:lnTo>
                <a:lnTo>
                  <a:pt x="371" y="627"/>
                </a:lnTo>
                <a:lnTo>
                  <a:pt x="370" y="627"/>
                </a:lnTo>
                <a:lnTo>
                  <a:pt x="370" y="628"/>
                </a:lnTo>
                <a:lnTo>
                  <a:pt x="369" y="628"/>
                </a:lnTo>
                <a:lnTo>
                  <a:pt x="369" y="627"/>
                </a:lnTo>
                <a:lnTo>
                  <a:pt x="368" y="627"/>
                </a:lnTo>
                <a:lnTo>
                  <a:pt x="368" y="626"/>
                </a:lnTo>
                <a:lnTo>
                  <a:pt x="369" y="626"/>
                </a:lnTo>
                <a:lnTo>
                  <a:pt x="369" y="625"/>
                </a:lnTo>
                <a:lnTo>
                  <a:pt x="369" y="624"/>
                </a:lnTo>
                <a:lnTo>
                  <a:pt x="368" y="624"/>
                </a:lnTo>
                <a:lnTo>
                  <a:pt x="368" y="623"/>
                </a:lnTo>
                <a:lnTo>
                  <a:pt x="368" y="622"/>
                </a:lnTo>
                <a:lnTo>
                  <a:pt x="368" y="621"/>
                </a:lnTo>
                <a:lnTo>
                  <a:pt x="368" y="620"/>
                </a:lnTo>
                <a:lnTo>
                  <a:pt x="367" y="620"/>
                </a:lnTo>
                <a:lnTo>
                  <a:pt x="366" y="619"/>
                </a:lnTo>
                <a:lnTo>
                  <a:pt x="366" y="618"/>
                </a:lnTo>
                <a:lnTo>
                  <a:pt x="367" y="617"/>
                </a:lnTo>
                <a:lnTo>
                  <a:pt x="368" y="617"/>
                </a:lnTo>
                <a:lnTo>
                  <a:pt x="368" y="616"/>
                </a:lnTo>
                <a:lnTo>
                  <a:pt x="369" y="615"/>
                </a:lnTo>
                <a:lnTo>
                  <a:pt x="369" y="614"/>
                </a:lnTo>
                <a:lnTo>
                  <a:pt x="368" y="614"/>
                </a:lnTo>
                <a:lnTo>
                  <a:pt x="368" y="613"/>
                </a:lnTo>
                <a:lnTo>
                  <a:pt x="367" y="612"/>
                </a:lnTo>
                <a:lnTo>
                  <a:pt x="367" y="611"/>
                </a:lnTo>
                <a:lnTo>
                  <a:pt x="366" y="610"/>
                </a:lnTo>
                <a:lnTo>
                  <a:pt x="366" y="609"/>
                </a:lnTo>
                <a:lnTo>
                  <a:pt x="366" y="608"/>
                </a:lnTo>
                <a:lnTo>
                  <a:pt x="367" y="608"/>
                </a:lnTo>
                <a:lnTo>
                  <a:pt x="367" y="607"/>
                </a:lnTo>
                <a:lnTo>
                  <a:pt x="367" y="606"/>
                </a:lnTo>
                <a:lnTo>
                  <a:pt x="366" y="606"/>
                </a:lnTo>
                <a:lnTo>
                  <a:pt x="365" y="605"/>
                </a:lnTo>
                <a:lnTo>
                  <a:pt x="365" y="604"/>
                </a:lnTo>
                <a:lnTo>
                  <a:pt x="365" y="601"/>
                </a:lnTo>
                <a:lnTo>
                  <a:pt x="366" y="601"/>
                </a:lnTo>
                <a:lnTo>
                  <a:pt x="366" y="600"/>
                </a:lnTo>
                <a:lnTo>
                  <a:pt x="367" y="600"/>
                </a:lnTo>
                <a:lnTo>
                  <a:pt x="367" y="599"/>
                </a:lnTo>
                <a:lnTo>
                  <a:pt x="368" y="599"/>
                </a:lnTo>
                <a:lnTo>
                  <a:pt x="368" y="597"/>
                </a:lnTo>
                <a:lnTo>
                  <a:pt x="368" y="596"/>
                </a:lnTo>
                <a:lnTo>
                  <a:pt x="368" y="595"/>
                </a:lnTo>
                <a:lnTo>
                  <a:pt x="369" y="594"/>
                </a:lnTo>
                <a:lnTo>
                  <a:pt x="369" y="593"/>
                </a:lnTo>
                <a:lnTo>
                  <a:pt x="369" y="592"/>
                </a:lnTo>
                <a:lnTo>
                  <a:pt x="369" y="590"/>
                </a:lnTo>
                <a:lnTo>
                  <a:pt x="369" y="589"/>
                </a:lnTo>
                <a:lnTo>
                  <a:pt x="369" y="587"/>
                </a:lnTo>
                <a:lnTo>
                  <a:pt x="369" y="584"/>
                </a:lnTo>
                <a:lnTo>
                  <a:pt x="369" y="582"/>
                </a:lnTo>
                <a:lnTo>
                  <a:pt x="368" y="580"/>
                </a:lnTo>
                <a:lnTo>
                  <a:pt x="367" y="579"/>
                </a:lnTo>
                <a:lnTo>
                  <a:pt x="367" y="578"/>
                </a:lnTo>
                <a:lnTo>
                  <a:pt x="368" y="577"/>
                </a:lnTo>
                <a:lnTo>
                  <a:pt x="368" y="576"/>
                </a:lnTo>
                <a:lnTo>
                  <a:pt x="369" y="575"/>
                </a:lnTo>
                <a:lnTo>
                  <a:pt x="369" y="574"/>
                </a:lnTo>
                <a:lnTo>
                  <a:pt x="370" y="574"/>
                </a:lnTo>
                <a:lnTo>
                  <a:pt x="370" y="573"/>
                </a:lnTo>
                <a:lnTo>
                  <a:pt x="369" y="573"/>
                </a:lnTo>
                <a:lnTo>
                  <a:pt x="369" y="572"/>
                </a:lnTo>
                <a:lnTo>
                  <a:pt x="368" y="571"/>
                </a:lnTo>
                <a:lnTo>
                  <a:pt x="368" y="569"/>
                </a:lnTo>
                <a:lnTo>
                  <a:pt x="368" y="568"/>
                </a:lnTo>
                <a:lnTo>
                  <a:pt x="369" y="567"/>
                </a:lnTo>
                <a:lnTo>
                  <a:pt x="370" y="566"/>
                </a:lnTo>
                <a:lnTo>
                  <a:pt x="371" y="566"/>
                </a:lnTo>
                <a:lnTo>
                  <a:pt x="372" y="563"/>
                </a:lnTo>
                <a:lnTo>
                  <a:pt x="372" y="562"/>
                </a:lnTo>
                <a:lnTo>
                  <a:pt x="372" y="561"/>
                </a:lnTo>
                <a:lnTo>
                  <a:pt x="372" y="560"/>
                </a:lnTo>
                <a:lnTo>
                  <a:pt x="372" y="559"/>
                </a:lnTo>
                <a:lnTo>
                  <a:pt x="372" y="558"/>
                </a:lnTo>
                <a:lnTo>
                  <a:pt x="371" y="556"/>
                </a:lnTo>
                <a:lnTo>
                  <a:pt x="372" y="555"/>
                </a:lnTo>
                <a:lnTo>
                  <a:pt x="374" y="555"/>
                </a:lnTo>
                <a:lnTo>
                  <a:pt x="374" y="554"/>
                </a:lnTo>
                <a:lnTo>
                  <a:pt x="374" y="553"/>
                </a:lnTo>
                <a:lnTo>
                  <a:pt x="374" y="552"/>
                </a:lnTo>
                <a:lnTo>
                  <a:pt x="373" y="551"/>
                </a:lnTo>
                <a:lnTo>
                  <a:pt x="374" y="549"/>
                </a:lnTo>
                <a:lnTo>
                  <a:pt x="374" y="547"/>
                </a:lnTo>
                <a:lnTo>
                  <a:pt x="374" y="546"/>
                </a:lnTo>
                <a:lnTo>
                  <a:pt x="375" y="545"/>
                </a:lnTo>
                <a:lnTo>
                  <a:pt x="375" y="544"/>
                </a:lnTo>
                <a:lnTo>
                  <a:pt x="376" y="544"/>
                </a:lnTo>
                <a:lnTo>
                  <a:pt x="376" y="543"/>
                </a:lnTo>
                <a:lnTo>
                  <a:pt x="377" y="542"/>
                </a:lnTo>
                <a:lnTo>
                  <a:pt x="377" y="541"/>
                </a:lnTo>
                <a:lnTo>
                  <a:pt x="377" y="540"/>
                </a:lnTo>
                <a:lnTo>
                  <a:pt x="377" y="539"/>
                </a:lnTo>
                <a:lnTo>
                  <a:pt x="377" y="538"/>
                </a:lnTo>
                <a:lnTo>
                  <a:pt x="377" y="537"/>
                </a:lnTo>
                <a:lnTo>
                  <a:pt x="376" y="536"/>
                </a:lnTo>
                <a:lnTo>
                  <a:pt x="377" y="536"/>
                </a:lnTo>
                <a:lnTo>
                  <a:pt x="377" y="535"/>
                </a:lnTo>
                <a:lnTo>
                  <a:pt x="377" y="534"/>
                </a:lnTo>
                <a:lnTo>
                  <a:pt x="377" y="533"/>
                </a:lnTo>
                <a:lnTo>
                  <a:pt x="376" y="533"/>
                </a:lnTo>
                <a:lnTo>
                  <a:pt x="376" y="532"/>
                </a:lnTo>
                <a:lnTo>
                  <a:pt x="375" y="531"/>
                </a:lnTo>
                <a:lnTo>
                  <a:pt x="374" y="530"/>
                </a:lnTo>
                <a:lnTo>
                  <a:pt x="374" y="529"/>
                </a:lnTo>
                <a:lnTo>
                  <a:pt x="375" y="529"/>
                </a:lnTo>
                <a:lnTo>
                  <a:pt x="376" y="529"/>
                </a:lnTo>
                <a:lnTo>
                  <a:pt x="376" y="528"/>
                </a:lnTo>
                <a:lnTo>
                  <a:pt x="377" y="528"/>
                </a:lnTo>
                <a:lnTo>
                  <a:pt x="377" y="527"/>
                </a:lnTo>
                <a:lnTo>
                  <a:pt x="377" y="526"/>
                </a:lnTo>
                <a:lnTo>
                  <a:pt x="377" y="524"/>
                </a:lnTo>
                <a:lnTo>
                  <a:pt x="378" y="523"/>
                </a:lnTo>
                <a:lnTo>
                  <a:pt x="378" y="522"/>
                </a:lnTo>
                <a:lnTo>
                  <a:pt x="379" y="521"/>
                </a:lnTo>
                <a:lnTo>
                  <a:pt x="380" y="520"/>
                </a:lnTo>
                <a:lnTo>
                  <a:pt x="381" y="519"/>
                </a:lnTo>
                <a:lnTo>
                  <a:pt x="382" y="519"/>
                </a:lnTo>
                <a:lnTo>
                  <a:pt x="383" y="520"/>
                </a:lnTo>
                <a:lnTo>
                  <a:pt x="384" y="520"/>
                </a:lnTo>
                <a:lnTo>
                  <a:pt x="385" y="521"/>
                </a:lnTo>
                <a:lnTo>
                  <a:pt x="386" y="521"/>
                </a:lnTo>
                <a:lnTo>
                  <a:pt x="386" y="520"/>
                </a:lnTo>
                <a:lnTo>
                  <a:pt x="387" y="520"/>
                </a:lnTo>
                <a:lnTo>
                  <a:pt x="387" y="521"/>
                </a:lnTo>
                <a:lnTo>
                  <a:pt x="388" y="521"/>
                </a:lnTo>
                <a:lnTo>
                  <a:pt x="388" y="520"/>
                </a:lnTo>
                <a:lnTo>
                  <a:pt x="389" y="519"/>
                </a:lnTo>
                <a:lnTo>
                  <a:pt x="389" y="518"/>
                </a:lnTo>
                <a:lnTo>
                  <a:pt x="390" y="519"/>
                </a:lnTo>
                <a:lnTo>
                  <a:pt x="391" y="518"/>
                </a:lnTo>
                <a:lnTo>
                  <a:pt x="392" y="518"/>
                </a:lnTo>
                <a:lnTo>
                  <a:pt x="392" y="519"/>
                </a:lnTo>
                <a:lnTo>
                  <a:pt x="392" y="520"/>
                </a:lnTo>
                <a:lnTo>
                  <a:pt x="392" y="521"/>
                </a:lnTo>
                <a:lnTo>
                  <a:pt x="393" y="521"/>
                </a:lnTo>
                <a:lnTo>
                  <a:pt x="394" y="521"/>
                </a:lnTo>
                <a:lnTo>
                  <a:pt x="394" y="522"/>
                </a:lnTo>
                <a:lnTo>
                  <a:pt x="395" y="522"/>
                </a:lnTo>
                <a:lnTo>
                  <a:pt x="396" y="522"/>
                </a:lnTo>
                <a:lnTo>
                  <a:pt x="397" y="522"/>
                </a:lnTo>
                <a:lnTo>
                  <a:pt x="398" y="522"/>
                </a:lnTo>
                <a:lnTo>
                  <a:pt x="399" y="523"/>
                </a:lnTo>
                <a:lnTo>
                  <a:pt x="400" y="523"/>
                </a:lnTo>
                <a:lnTo>
                  <a:pt x="400" y="522"/>
                </a:lnTo>
                <a:lnTo>
                  <a:pt x="401" y="522"/>
                </a:lnTo>
                <a:lnTo>
                  <a:pt x="401" y="521"/>
                </a:lnTo>
                <a:lnTo>
                  <a:pt x="402" y="521"/>
                </a:lnTo>
                <a:lnTo>
                  <a:pt x="402" y="520"/>
                </a:lnTo>
                <a:lnTo>
                  <a:pt x="403" y="520"/>
                </a:lnTo>
                <a:lnTo>
                  <a:pt x="403" y="519"/>
                </a:lnTo>
                <a:lnTo>
                  <a:pt x="403" y="518"/>
                </a:lnTo>
                <a:lnTo>
                  <a:pt x="403" y="517"/>
                </a:lnTo>
                <a:lnTo>
                  <a:pt x="404" y="516"/>
                </a:lnTo>
                <a:lnTo>
                  <a:pt x="404" y="515"/>
                </a:lnTo>
                <a:lnTo>
                  <a:pt x="404" y="514"/>
                </a:lnTo>
                <a:lnTo>
                  <a:pt x="405" y="514"/>
                </a:lnTo>
                <a:lnTo>
                  <a:pt x="406" y="514"/>
                </a:lnTo>
                <a:lnTo>
                  <a:pt x="407" y="514"/>
                </a:lnTo>
                <a:lnTo>
                  <a:pt x="407" y="513"/>
                </a:lnTo>
                <a:lnTo>
                  <a:pt x="407" y="512"/>
                </a:lnTo>
                <a:lnTo>
                  <a:pt x="406" y="512"/>
                </a:lnTo>
                <a:lnTo>
                  <a:pt x="406" y="511"/>
                </a:lnTo>
                <a:lnTo>
                  <a:pt x="407" y="510"/>
                </a:lnTo>
                <a:lnTo>
                  <a:pt x="407" y="509"/>
                </a:lnTo>
                <a:lnTo>
                  <a:pt x="407" y="508"/>
                </a:lnTo>
                <a:lnTo>
                  <a:pt x="406" y="508"/>
                </a:lnTo>
                <a:lnTo>
                  <a:pt x="406" y="507"/>
                </a:lnTo>
                <a:lnTo>
                  <a:pt x="405" y="506"/>
                </a:lnTo>
                <a:lnTo>
                  <a:pt x="405" y="505"/>
                </a:lnTo>
                <a:lnTo>
                  <a:pt x="406" y="505"/>
                </a:lnTo>
                <a:lnTo>
                  <a:pt x="407" y="505"/>
                </a:lnTo>
                <a:lnTo>
                  <a:pt x="406" y="504"/>
                </a:lnTo>
                <a:lnTo>
                  <a:pt x="405" y="504"/>
                </a:lnTo>
                <a:lnTo>
                  <a:pt x="405" y="503"/>
                </a:lnTo>
                <a:lnTo>
                  <a:pt x="404" y="503"/>
                </a:lnTo>
                <a:lnTo>
                  <a:pt x="404" y="502"/>
                </a:lnTo>
                <a:lnTo>
                  <a:pt x="404" y="501"/>
                </a:lnTo>
                <a:lnTo>
                  <a:pt x="405" y="501"/>
                </a:lnTo>
                <a:lnTo>
                  <a:pt x="405" y="500"/>
                </a:lnTo>
                <a:lnTo>
                  <a:pt x="405" y="499"/>
                </a:lnTo>
                <a:lnTo>
                  <a:pt x="406" y="499"/>
                </a:lnTo>
                <a:lnTo>
                  <a:pt x="406" y="498"/>
                </a:lnTo>
                <a:lnTo>
                  <a:pt x="406" y="497"/>
                </a:lnTo>
                <a:lnTo>
                  <a:pt x="407" y="497"/>
                </a:lnTo>
                <a:lnTo>
                  <a:pt x="407" y="496"/>
                </a:lnTo>
                <a:lnTo>
                  <a:pt x="406" y="496"/>
                </a:lnTo>
                <a:lnTo>
                  <a:pt x="406" y="495"/>
                </a:lnTo>
                <a:lnTo>
                  <a:pt x="406" y="494"/>
                </a:lnTo>
                <a:lnTo>
                  <a:pt x="407" y="494"/>
                </a:lnTo>
                <a:lnTo>
                  <a:pt x="406" y="493"/>
                </a:lnTo>
                <a:lnTo>
                  <a:pt x="405" y="492"/>
                </a:lnTo>
                <a:lnTo>
                  <a:pt x="405" y="491"/>
                </a:lnTo>
                <a:lnTo>
                  <a:pt x="406" y="491"/>
                </a:lnTo>
                <a:lnTo>
                  <a:pt x="407" y="491"/>
                </a:lnTo>
                <a:lnTo>
                  <a:pt x="407" y="490"/>
                </a:lnTo>
                <a:lnTo>
                  <a:pt x="406" y="490"/>
                </a:lnTo>
                <a:lnTo>
                  <a:pt x="407" y="489"/>
                </a:lnTo>
                <a:lnTo>
                  <a:pt x="407" y="488"/>
                </a:lnTo>
                <a:lnTo>
                  <a:pt x="406" y="488"/>
                </a:lnTo>
                <a:lnTo>
                  <a:pt x="406" y="487"/>
                </a:lnTo>
                <a:lnTo>
                  <a:pt x="405" y="487"/>
                </a:lnTo>
                <a:lnTo>
                  <a:pt x="404" y="487"/>
                </a:lnTo>
                <a:lnTo>
                  <a:pt x="404" y="485"/>
                </a:lnTo>
                <a:lnTo>
                  <a:pt x="404" y="484"/>
                </a:lnTo>
                <a:lnTo>
                  <a:pt x="404" y="483"/>
                </a:lnTo>
                <a:lnTo>
                  <a:pt x="404" y="482"/>
                </a:lnTo>
                <a:lnTo>
                  <a:pt x="404" y="481"/>
                </a:lnTo>
                <a:lnTo>
                  <a:pt x="404" y="480"/>
                </a:lnTo>
                <a:lnTo>
                  <a:pt x="404" y="479"/>
                </a:lnTo>
                <a:lnTo>
                  <a:pt x="403" y="478"/>
                </a:lnTo>
                <a:lnTo>
                  <a:pt x="401" y="477"/>
                </a:lnTo>
                <a:lnTo>
                  <a:pt x="401" y="476"/>
                </a:lnTo>
                <a:lnTo>
                  <a:pt x="400" y="476"/>
                </a:lnTo>
                <a:lnTo>
                  <a:pt x="400" y="475"/>
                </a:lnTo>
                <a:lnTo>
                  <a:pt x="401" y="475"/>
                </a:lnTo>
                <a:lnTo>
                  <a:pt x="401" y="474"/>
                </a:lnTo>
                <a:lnTo>
                  <a:pt x="400" y="474"/>
                </a:lnTo>
                <a:lnTo>
                  <a:pt x="399" y="474"/>
                </a:lnTo>
                <a:lnTo>
                  <a:pt x="399" y="473"/>
                </a:lnTo>
                <a:lnTo>
                  <a:pt x="399" y="472"/>
                </a:lnTo>
                <a:lnTo>
                  <a:pt x="398" y="472"/>
                </a:lnTo>
                <a:lnTo>
                  <a:pt x="398" y="471"/>
                </a:lnTo>
                <a:lnTo>
                  <a:pt x="397" y="470"/>
                </a:lnTo>
                <a:lnTo>
                  <a:pt x="397" y="469"/>
                </a:lnTo>
                <a:lnTo>
                  <a:pt x="398" y="470"/>
                </a:lnTo>
                <a:lnTo>
                  <a:pt x="399" y="470"/>
                </a:lnTo>
                <a:lnTo>
                  <a:pt x="399" y="469"/>
                </a:lnTo>
                <a:lnTo>
                  <a:pt x="399" y="468"/>
                </a:lnTo>
                <a:lnTo>
                  <a:pt x="398" y="467"/>
                </a:lnTo>
                <a:lnTo>
                  <a:pt x="398" y="466"/>
                </a:lnTo>
                <a:lnTo>
                  <a:pt x="397" y="467"/>
                </a:lnTo>
                <a:lnTo>
                  <a:pt x="397" y="466"/>
                </a:lnTo>
                <a:lnTo>
                  <a:pt x="397" y="465"/>
                </a:lnTo>
                <a:lnTo>
                  <a:pt x="398" y="465"/>
                </a:lnTo>
                <a:lnTo>
                  <a:pt x="398" y="464"/>
                </a:lnTo>
                <a:lnTo>
                  <a:pt x="397" y="464"/>
                </a:lnTo>
                <a:lnTo>
                  <a:pt x="397" y="463"/>
                </a:lnTo>
                <a:lnTo>
                  <a:pt x="398" y="463"/>
                </a:lnTo>
                <a:lnTo>
                  <a:pt x="397" y="462"/>
                </a:lnTo>
                <a:lnTo>
                  <a:pt x="397" y="463"/>
                </a:lnTo>
                <a:lnTo>
                  <a:pt x="396" y="463"/>
                </a:lnTo>
                <a:lnTo>
                  <a:pt x="395" y="463"/>
                </a:lnTo>
                <a:lnTo>
                  <a:pt x="395" y="462"/>
                </a:lnTo>
                <a:lnTo>
                  <a:pt x="394" y="462"/>
                </a:lnTo>
                <a:lnTo>
                  <a:pt x="393" y="461"/>
                </a:lnTo>
                <a:lnTo>
                  <a:pt x="392" y="460"/>
                </a:lnTo>
                <a:lnTo>
                  <a:pt x="392" y="459"/>
                </a:lnTo>
                <a:lnTo>
                  <a:pt x="391" y="459"/>
                </a:lnTo>
                <a:lnTo>
                  <a:pt x="391" y="460"/>
                </a:lnTo>
                <a:lnTo>
                  <a:pt x="391" y="461"/>
                </a:lnTo>
                <a:lnTo>
                  <a:pt x="390" y="461"/>
                </a:lnTo>
                <a:lnTo>
                  <a:pt x="389" y="461"/>
                </a:lnTo>
                <a:lnTo>
                  <a:pt x="389" y="460"/>
                </a:lnTo>
                <a:lnTo>
                  <a:pt x="389" y="459"/>
                </a:lnTo>
                <a:lnTo>
                  <a:pt x="388" y="459"/>
                </a:lnTo>
                <a:lnTo>
                  <a:pt x="388" y="458"/>
                </a:lnTo>
                <a:lnTo>
                  <a:pt x="387" y="457"/>
                </a:lnTo>
                <a:lnTo>
                  <a:pt x="387" y="456"/>
                </a:lnTo>
                <a:lnTo>
                  <a:pt x="387" y="455"/>
                </a:lnTo>
                <a:lnTo>
                  <a:pt x="387" y="454"/>
                </a:lnTo>
                <a:lnTo>
                  <a:pt x="388" y="454"/>
                </a:lnTo>
                <a:lnTo>
                  <a:pt x="389" y="454"/>
                </a:lnTo>
                <a:lnTo>
                  <a:pt x="390" y="454"/>
                </a:lnTo>
                <a:lnTo>
                  <a:pt x="390" y="455"/>
                </a:lnTo>
                <a:lnTo>
                  <a:pt x="391" y="455"/>
                </a:lnTo>
                <a:lnTo>
                  <a:pt x="392" y="455"/>
                </a:lnTo>
                <a:lnTo>
                  <a:pt x="392" y="456"/>
                </a:lnTo>
                <a:lnTo>
                  <a:pt x="392" y="457"/>
                </a:lnTo>
                <a:lnTo>
                  <a:pt x="392" y="458"/>
                </a:lnTo>
                <a:lnTo>
                  <a:pt x="393" y="458"/>
                </a:lnTo>
                <a:lnTo>
                  <a:pt x="393" y="459"/>
                </a:lnTo>
                <a:lnTo>
                  <a:pt x="393" y="458"/>
                </a:lnTo>
                <a:lnTo>
                  <a:pt x="394" y="458"/>
                </a:lnTo>
                <a:lnTo>
                  <a:pt x="394" y="457"/>
                </a:lnTo>
                <a:lnTo>
                  <a:pt x="393" y="457"/>
                </a:lnTo>
                <a:lnTo>
                  <a:pt x="393" y="456"/>
                </a:lnTo>
                <a:lnTo>
                  <a:pt x="394" y="455"/>
                </a:lnTo>
                <a:lnTo>
                  <a:pt x="394" y="454"/>
                </a:lnTo>
                <a:lnTo>
                  <a:pt x="394" y="453"/>
                </a:lnTo>
                <a:lnTo>
                  <a:pt x="394" y="452"/>
                </a:lnTo>
                <a:lnTo>
                  <a:pt x="394" y="451"/>
                </a:lnTo>
                <a:lnTo>
                  <a:pt x="394" y="450"/>
                </a:lnTo>
                <a:lnTo>
                  <a:pt x="393" y="450"/>
                </a:lnTo>
                <a:lnTo>
                  <a:pt x="393" y="449"/>
                </a:lnTo>
                <a:lnTo>
                  <a:pt x="393" y="447"/>
                </a:lnTo>
                <a:lnTo>
                  <a:pt x="393" y="446"/>
                </a:lnTo>
                <a:lnTo>
                  <a:pt x="392" y="446"/>
                </a:lnTo>
                <a:lnTo>
                  <a:pt x="391" y="445"/>
                </a:lnTo>
                <a:lnTo>
                  <a:pt x="391" y="444"/>
                </a:lnTo>
                <a:lnTo>
                  <a:pt x="392" y="444"/>
                </a:lnTo>
                <a:lnTo>
                  <a:pt x="392" y="443"/>
                </a:lnTo>
                <a:lnTo>
                  <a:pt x="392" y="440"/>
                </a:lnTo>
                <a:lnTo>
                  <a:pt x="392" y="439"/>
                </a:lnTo>
                <a:lnTo>
                  <a:pt x="392" y="438"/>
                </a:lnTo>
                <a:lnTo>
                  <a:pt x="392" y="437"/>
                </a:lnTo>
                <a:lnTo>
                  <a:pt x="391" y="437"/>
                </a:lnTo>
                <a:lnTo>
                  <a:pt x="390" y="436"/>
                </a:lnTo>
                <a:lnTo>
                  <a:pt x="389" y="436"/>
                </a:lnTo>
                <a:lnTo>
                  <a:pt x="388" y="436"/>
                </a:lnTo>
                <a:lnTo>
                  <a:pt x="387" y="435"/>
                </a:lnTo>
                <a:lnTo>
                  <a:pt x="387" y="434"/>
                </a:lnTo>
                <a:lnTo>
                  <a:pt x="388" y="433"/>
                </a:lnTo>
                <a:lnTo>
                  <a:pt x="389" y="433"/>
                </a:lnTo>
                <a:lnTo>
                  <a:pt x="390" y="433"/>
                </a:lnTo>
                <a:lnTo>
                  <a:pt x="390" y="432"/>
                </a:lnTo>
                <a:lnTo>
                  <a:pt x="391" y="432"/>
                </a:lnTo>
                <a:lnTo>
                  <a:pt x="392" y="431"/>
                </a:lnTo>
                <a:lnTo>
                  <a:pt x="391" y="431"/>
                </a:lnTo>
                <a:lnTo>
                  <a:pt x="391" y="430"/>
                </a:lnTo>
                <a:lnTo>
                  <a:pt x="390" y="430"/>
                </a:lnTo>
                <a:lnTo>
                  <a:pt x="390" y="429"/>
                </a:lnTo>
                <a:lnTo>
                  <a:pt x="390" y="428"/>
                </a:lnTo>
                <a:lnTo>
                  <a:pt x="391" y="428"/>
                </a:lnTo>
                <a:lnTo>
                  <a:pt x="391" y="427"/>
                </a:lnTo>
                <a:lnTo>
                  <a:pt x="390" y="426"/>
                </a:lnTo>
                <a:lnTo>
                  <a:pt x="390" y="425"/>
                </a:lnTo>
                <a:lnTo>
                  <a:pt x="389" y="425"/>
                </a:lnTo>
                <a:lnTo>
                  <a:pt x="389" y="424"/>
                </a:lnTo>
                <a:lnTo>
                  <a:pt x="388" y="424"/>
                </a:lnTo>
                <a:lnTo>
                  <a:pt x="388" y="423"/>
                </a:lnTo>
                <a:lnTo>
                  <a:pt x="389" y="422"/>
                </a:lnTo>
                <a:lnTo>
                  <a:pt x="388" y="421"/>
                </a:lnTo>
                <a:lnTo>
                  <a:pt x="387" y="421"/>
                </a:lnTo>
                <a:lnTo>
                  <a:pt x="386" y="421"/>
                </a:lnTo>
                <a:lnTo>
                  <a:pt x="386" y="420"/>
                </a:lnTo>
                <a:lnTo>
                  <a:pt x="385" y="420"/>
                </a:lnTo>
                <a:lnTo>
                  <a:pt x="385" y="419"/>
                </a:lnTo>
                <a:lnTo>
                  <a:pt x="384" y="419"/>
                </a:lnTo>
                <a:lnTo>
                  <a:pt x="384" y="418"/>
                </a:lnTo>
                <a:lnTo>
                  <a:pt x="385" y="417"/>
                </a:lnTo>
                <a:lnTo>
                  <a:pt x="386" y="417"/>
                </a:lnTo>
                <a:lnTo>
                  <a:pt x="387" y="417"/>
                </a:lnTo>
                <a:lnTo>
                  <a:pt x="388" y="417"/>
                </a:lnTo>
                <a:lnTo>
                  <a:pt x="389" y="416"/>
                </a:lnTo>
                <a:lnTo>
                  <a:pt x="389" y="415"/>
                </a:lnTo>
                <a:lnTo>
                  <a:pt x="388" y="415"/>
                </a:lnTo>
                <a:lnTo>
                  <a:pt x="388" y="414"/>
                </a:lnTo>
                <a:lnTo>
                  <a:pt x="388" y="413"/>
                </a:lnTo>
                <a:lnTo>
                  <a:pt x="389" y="412"/>
                </a:lnTo>
                <a:lnTo>
                  <a:pt x="390" y="412"/>
                </a:lnTo>
                <a:lnTo>
                  <a:pt x="391" y="412"/>
                </a:lnTo>
                <a:lnTo>
                  <a:pt x="391" y="411"/>
                </a:lnTo>
                <a:lnTo>
                  <a:pt x="392" y="411"/>
                </a:lnTo>
                <a:lnTo>
                  <a:pt x="392" y="410"/>
                </a:lnTo>
                <a:lnTo>
                  <a:pt x="392" y="409"/>
                </a:lnTo>
                <a:lnTo>
                  <a:pt x="392" y="408"/>
                </a:lnTo>
                <a:lnTo>
                  <a:pt x="391" y="408"/>
                </a:lnTo>
                <a:lnTo>
                  <a:pt x="391" y="407"/>
                </a:lnTo>
                <a:lnTo>
                  <a:pt x="390" y="407"/>
                </a:lnTo>
                <a:lnTo>
                  <a:pt x="389" y="407"/>
                </a:lnTo>
                <a:lnTo>
                  <a:pt x="388" y="407"/>
                </a:lnTo>
                <a:lnTo>
                  <a:pt x="388" y="406"/>
                </a:lnTo>
                <a:lnTo>
                  <a:pt x="387" y="406"/>
                </a:lnTo>
                <a:lnTo>
                  <a:pt x="388" y="406"/>
                </a:lnTo>
                <a:lnTo>
                  <a:pt x="389" y="405"/>
                </a:lnTo>
                <a:lnTo>
                  <a:pt x="389" y="404"/>
                </a:lnTo>
                <a:lnTo>
                  <a:pt x="390" y="404"/>
                </a:lnTo>
                <a:lnTo>
                  <a:pt x="391" y="404"/>
                </a:lnTo>
                <a:lnTo>
                  <a:pt x="391" y="405"/>
                </a:lnTo>
                <a:lnTo>
                  <a:pt x="392" y="405"/>
                </a:lnTo>
                <a:lnTo>
                  <a:pt x="393" y="405"/>
                </a:lnTo>
                <a:lnTo>
                  <a:pt x="394" y="404"/>
                </a:lnTo>
                <a:lnTo>
                  <a:pt x="394" y="403"/>
                </a:lnTo>
                <a:lnTo>
                  <a:pt x="394" y="402"/>
                </a:lnTo>
                <a:lnTo>
                  <a:pt x="392" y="402"/>
                </a:lnTo>
                <a:lnTo>
                  <a:pt x="391" y="402"/>
                </a:lnTo>
                <a:lnTo>
                  <a:pt x="390" y="402"/>
                </a:lnTo>
                <a:lnTo>
                  <a:pt x="389" y="402"/>
                </a:lnTo>
                <a:lnTo>
                  <a:pt x="388" y="401"/>
                </a:lnTo>
                <a:lnTo>
                  <a:pt x="389" y="400"/>
                </a:lnTo>
                <a:lnTo>
                  <a:pt x="389" y="399"/>
                </a:lnTo>
                <a:lnTo>
                  <a:pt x="388" y="399"/>
                </a:lnTo>
                <a:lnTo>
                  <a:pt x="387" y="399"/>
                </a:lnTo>
                <a:lnTo>
                  <a:pt x="386" y="399"/>
                </a:lnTo>
                <a:lnTo>
                  <a:pt x="387" y="399"/>
                </a:lnTo>
                <a:lnTo>
                  <a:pt x="387" y="398"/>
                </a:lnTo>
                <a:lnTo>
                  <a:pt x="388" y="398"/>
                </a:lnTo>
                <a:lnTo>
                  <a:pt x="388" y="397"/>
                </a:lnTo>
                <a:lnTo>
                  <a:pt x="388" y="396"/>
                </a:lnTo>
                <a:lnTo>
                  <a:pt x="387" y="395"/>
                </a:lnTo>
                <a:lnTo>
                  <a:pt x="388" y="395"/>
                </a:lnTo>
                <a:lnTo>
                  <a:pt x="389" y="395"/>
                </a:lnTo>
                <a:lnTo>
                  <a:pt x="389" y="394"/>
                </a:lnTo>
                <a:lnTo>
                  <a:pt x="389" y="393"/>
                </a:lnTo>
                <a:lnTo>
                  <a:pt x="390" y="393"/>
                </a:lnTo>
                <a:lnTo>
                  <a:pt x="390" y="394"/>
                </a:lnTo>
                <a:lnTo>
                  <a:pt x="390" y="395"/>
                </a:lnTo>
                <a:lnTo>
                  <a:pt x="391" y="395"/>
                </a:lnTo>
                <a:lnTo>
                  <a:pt x="391" y="396"/>
                </a:lnTo>
                <a:lnTo>
                  <a:pt x="392" y="396"/>
                </a:lnTo>
                <a:lnTo>
                  <a:pt x="392" y="395"/>
                </a:lnTo>
                <a:lnTo>
                  <a:pt x="392" y="394"/>
                </a:lnTo>
                <a:lnTo>
                  <a:pt x="391" y="394"/>
                </a:lnTo>
                <a:lnTo>
                  <a:pt x="391" y="393"/>
                </a:lnTo>
                <a:lnTo>
                  <a:pt x="392" y="393"/>
                </a:lnTo>
                <a:lnTo>
                  <a:pt x="393" y="393"/>
                </a:lnTo>
                <a:lnTo>
                  <a:pt x="394" y="393"/>
                </a:lnTo>
                <a:lnTo>
                  <a:pt x="395" y="393"/>
                </a:lnTo>
                <a:lnTo>
                  <a:pt x="395" y="392"/>
                </a:lnTo>
                <a:lnTo>
                  <a:pt x="396" y="392"/>
                </a:lnTo>
                <a:lnTo>
                  <a:pt x="395" y="392"/>
                </a:lnTo>
                <a:lnTo>
                  <a:pt x="395" y="391"/>
                </a:lnTo>
                <a:lnTo>
                  <a:pt x="393" y="391"/>
                </a:lnTo>
                <a:lnTo>
                  <a:pt x="392" y="390"/>
                </a:lnTo>
                <a:lnTo>
                  <a:pt x="391" y="390"/>
                </a:lnTo>
                <a:lnTo>
                  <a:pt x="391" y="389"/>
                </a:lnTo>
                <a:lnTo>
                  <a:pt x="392" y="389"/>
                </a:lnTo>
                <a:lnTo>
                  <a:pt x="393" y="389"/>
                </a:lnTo>
                <a:lnTo>
                  <a:pt x="394" y="389"/>
                </a:lnTo>
                <a:lnTo>
                  <a:pt x="394" y="388"/>
                </a:lnTo>
                <a:lnTo>
                  <a:pt x="395" y="388"/>
                </a:lnTo>
                <a:lnTo>
                  <a:pt x="395" y="387"/>
                </a:lnTo>
                <a:lnTo>
                  <a:pt x="395" y="386"/>
                </a:lnTo>
                <a:lnTo>
                  <a:pt x="394" y="386"/>
                </a:lnTo>
                <a:lnTo>
                  <a:pt x="394" y="385"/>
                </a:lnTo>
                <a:lnTo>
                  <a:pt x="395" y="385"/>
                </a:lnTo>
                <a:lnTo>
                  <a:pt x="395" y="384"/>
                </a:lnTo>
                <a:lnTo>
                  <a:pt x="396" y="385"/>
                </a:lnTo>
                <a:lnTo>
                  <a:pt x="397" y="385"/>
                </a:lnTo>
                <a:lnTo>
                  <a:pt x="397" y="384"/>
                </a:lnTo>
                <a:lnTo>
                  <a:pt x="398" y="384"/>
                </a:lnTo>
                <a:lnTo>
                  <a:pt x="398" y="383"/>
                </a:lnTo>
                <a:lnTo>
                  <a:pt x="399" y="383"/>
                </a:lnTo>
                <a:lnTo>
                  <a:pt x="399" y="382"/>
                </a:lnTo>
                <a:lnTo>
                  <a:pt x="399" y="381"/>
                </a:lnTo>
                <a:lnTo>
                  <a:pt x="398" y="381"/>
                </a:lnTo>
                <a:lnTo>
                  <a:pt x="398" y="380"/>
                </a:lnTo>
                <a:lnTo>
                  <a:pt x="398" y="379"/>
                </a:lnTo>
                <a:lnTo>
                  <a:pt x="398" y="380"/>
                </a:lnTo>
                <a:lnTo>
                  <a:pt x="399" y="380"/>
                </a:lnTo>
                <a:lnTo>
                  <a:pt x="400" y="380"/>
                </a:lnTo>
                <a:lnTo>
                  <a:pt x="400" y="379"/>
                </a:lnTo>
                <a:lnTo>
                  <a:pt x="399" y="379"/>
                </a:lnTo>
                <a:lnTo>
                  <a:pt x="399" y="378"/>
                </a:lnTo>
                <a:lnTo>
                  <a:pt x="398" y="378"/>
                </a:lnTo>
                <a:lnTo>
                  <a:pt x="399" y="377"/>
                </a:lnTo>
                <a:lnTo>
                  <a:pt x="398" y="377"/>
                </a:lnTo>
                <a:lnTo>
                  <a:pt x="398" y="376"/>
                </a:lnTo>
                <a:lnTo>
                  <a:pt x="397" y="376"/>
                </a:lnTo>
                <a:lnTo>
                  <a:pt x="398" y="375"/>
                </a:lnTo>
                <a:lnTo>
                  <a:pt x="399" y="375"/>
                </a:lnTo>
                <a:lnTo>
                  <a:pt x="399" y="374"/>
                </a:lnTo>
                <a:lnTo>
                  <a:pt x="399" y="373"/>
                </a:lnTo>
                <a:lnTo>
                  <a:pt x="399" y="372"/>
                </a:lnTo>
                <a:lnTo>
                  <a:pt x="398" y="372"/>
                </a:lnTo>
                <a:lnTo>
                  <a:pt x="398" y="371"/>
                </a:lnTo>
                <a:lnTo>
                  <a:pt x="399" y="371"/>
                </a:lnTo>
                <a:lnTo>
                  <a:pt x="400" y="371"/>
                </a:lnTo>
                <a:lnTo>
                  <a:pt x="400" y="370"/>
                </a:lnTo>
                <a:lnTo>
                  <a:pt x="400" y="369"/>
                </a:lnTo>
                <a:lnTo>
                  <a:pt x="401" y="369"/>
                </a:lnTo>
                <a:lnTo>
                  <a:pt x="402" y="369"/>
                </a:lnTo>
                <a:lnTo>
                  <a:pt x="402" y="368"/>
                </a:lnTo>
                <a:lnTo>
                  <a:pt x="403" y="368"/>
                </a:lnTo>
                <a:lnTo>
                  <a:pt x="402" y="368"/>
                </a:lnTo>
                <a:lnTo>
                  <a:pt x="401" y="368"/>
                </a:lnTo>
                <a:lnTo>
                  <a:pt x="401" y="367"/>
                </a:lnTo>
                <a:lnTo>
                  <a:pt x="402" y="367"/>
                </a:lnTo>
                <a:lnTo>
                  <a:pt x="403" y="366"/>
                </a:lnTo>
                <a:lnTo>
                  <a:pt x="402" y="366"/>
                </a:lnTo>
                <a:lnTo>
                  <a:pt x="402" y="365"/>
                </a:lnTo>
                <a:lnTo>
                  <a:pt x="401" y="365"/>
                </a:lnTo>
                <a:lnTo>
                  <a:pt x="401" y="364"/>
                </a:lnTo>
                <a:lnTo>
                  <a:pt x="402" y="364"/>
                </a:lnTo>
                <a:lnTo>
                  <a:pt x="402" y="363"/>
                </a:lnTo>
                <a:lnTo>
                  <a:pt x="403" y="363"/>
                </a:lnTo>
                <a:lnTo>
                  <a:pt x="403" y="362"/>
                </a:lnTo>
                <a:lnTo>
                  <a:pt x="404" y="362"/>
                </a:lnTo>
                <a:lnTo>
                  <a:pt x="403" y="362"/>
                </a:lnTo>
                <a:lnTo>
                  <a:pt x="403" y="361"/>
                </a:lnTo>
                <a:lnTo>
                  <a:pt x="402" y="361"/>
                </a:lnTo>
                <a:lnTo>
                  <a:pt x="402" y="362"/>
                </a:lnTo>
                <a:lnTo>
                  <a:pt x="401" y="362"/>
                </a:lnTo>
                <a:lnTo>
                  <a:pt x="401" y="361"/>
                </a:lnTo>
                <a:lnTo>
                  <a:pt x="401" y="360"/>
                </a:lnTo>
                <a:lnTo>
                  <a:pt x="402" y="360"/>
                </a:lnTo>
                <a:lnTo>
                  <a:pt x="402" y="359"/>
                </a:lnTo>
                <a:lnTo>
                  <a:pt x="402" y="358"/>
                </a:lnTo>
                <a:lnTo>
                  <a:pt x="401" y="358"/>
                </a:lnTo>
                <a:lnTo>
                  <a:pt x="401" y="357"/>
                </a:lnTo>
                <a:lnTo>
                  <a:pt x="400" y="357"/>
                </a:lnTo>
                <a:lnTo>
                  <a:pt x="399" y="357"/>
                </a:lnTo>
                <a:lnTo>
                  <a:pt x="399" y="356"/>
                </a:lnTo>
                <a:lnTo>
                  <a:pt x="400" y="356"/>
                </a:lnTo>
                <a:lnTo>
                  <a:pt x="400" y="355"/>
                </a:lnTo>
                <a:lnTo>
                  <a:pt x="401" y="355"/>
                </a:lnTo>
                <a:lnTo>
                  <a:pt x="400" y="355"/>
                </a:lnTo>
                <a:lnTo>
                  <a:pt x="401" y="355"/>
                </a:lnTo>
                <a:lnTo>
                  <a:pt x="401" y="354"/>
                </a:lnTo>
                <a:lnTo>
                  <a:pt x="401" y="355"/>
                </a:lnTo>
                <a:lnTo>
                  <a:pt x="402" y="355"/>
                </a:lnTo>
                <a:lnTo>
                  <a:pt x="404" y="356"/>
                </a:lnTo>
                <a:lnTo>
                  <a:pt x="405" y="356"/>
                </a:lnTo>
                <a:lnTo>
                  <a:pt x="405" y="355"/>
                </a:lnTo>
                <a:lnTo>
                  <a:pt x="405" y="354"/>
                </a:lnTo>
                <a:lnTo>
                  <a:pt x="404" y="354"/>
                </a:lnTo>
                <a:lnTo>
                  <a:pt x="404" y="353"/>
                </a:lnTo>
                <a:lnTo>
                  <a:pt x="403" y="353"/>
                </a:lnTo>
                <a:lnTo>
                  <a:pt x="403" y="352"/>
                </a:lnTo>
                <a:lnTo>
                  <a:pt x="403" y="351"/>
                </a:lnTo>
                <a:lnTo>
                  <a:pt x="404" y="351"/>
                </a:lnTo>
                <a:lnTo>
                  <a:pt x="405" y="352"/>
                </a:lnTo>
                <a:lnTo>
                  <a:pt x="405" y="351"/>
                </a:lnTo>
                <a:lnTo>
                  <a:pt x="404" y="351"/>
                </a:lnTo>
                <a:lnTo>
                  <a:pt x="404" y="350"/>
                </a:lnTo>
                <a:lnTo>
                  <a:pt x="405" y="350"/>
                </a:lnTo>
                <a:lnTo>
                  <a:pt x="407" y="350"/>
                </a:lnTo>
                <a:lnTo>
                  <a:pt x="408" y="350"/>
                </a:lnTo>
                <a:lnTo>
                  <a:pt x="409" y="350"/>
                </a:lnTo>
                <a:lnTo>
                  <a:pt x="409" y="349"/>
                </a:lnTo>
                <a:lnTo>
                  <a:pt x="409" y="347"/>
                </a:lnTo>
                <a:lnTo>
                  <a:pt x="409" y="346"/>
                </a:lnTo>
                <a:lnTo>
                  <a:pt x="410" y="346"/>
                </a:lnTo>
                <a:lnTo>
                  <a:pt x="410" y="345"/>
                </a:lnTo>
                <a:lnTo>
                  <a:pt x="411" y="345"/>
                </a:lnTo>
                <a:lnTo>
                  <a:pt x="412" y="344"/>
                </a:lnTo>
                <a:lnTo>
                  <a:pt x="413" y="344"/>
                </a:lnTo>
                <a:lnTo>
                  <a:pt x="413" y="343"/>
                </a:lnTo>
                <a:lnTo>
                  <a:pt x="412" y="343"/>
                </a:lnTo>
                <a:lnTo>
                  <a:pt x="412" y="344"/>
                </a:lnTo>
                <a:lnTo>
                  <a:pt x="411" y="344"/>
                </a:lnTo>
                <a:lnTo>
                  <a:pt x="411" y="343"/>
                </a:lnTo>
                <a:lnTo>
                  <a:pt x="412" y="343"/>
                </a:lnTo>
                <a:lnTo>
                  <a:pt x="412" y="342"/>
                </a:lnTo>
                <a:lnTo>
                  <a:pt x="413" y="342"/>
                </a:lnTo>
                <a:lnTo>
                  <a:pt x="413" y="341"/>
                </a:lnTo>
                <a:lnTo>
                  <a:pt x="413" y="340"/>
                </a:lnTo>
                <a:lnTo>
                  <a:pt x="414" y="340"/>
                </a:lnTo>
                <a:lnTo>
                  <a:pt x="414" y="339"/>
                </a:lnTo>
                <a:lnTo>
                  <a:pt x="415" y="339"/>
                </a:lnTo>
                <a:lnTo>
                  <a:pt x="415" y="338"/>
                </a:lnTo>
                <a:lnTo>
                  <a:pt x="416" y="338"/>
                </a:lnTo>
                <a:lnTo>
                  <a:pt x="416" y="339"/>
                </a:lnTo>
                <a:lnTo>
                  <a:pt x="416" y="340"/>
                </a:lnTo>
                <a:lnTo>
                  <a:pt x="415" y="340"/>
                </a:lnTo>
                <a:lnTo>
                  <a:pt x="416" y="340"/>
                </a:lnTo>
                <a:lnTo>
                  <a:pt x="417" y="340"/>
                </a:lnTo>
                <a:lnTo>
                  <a:pt x="417" y="339"/>
                </a:lnTo>
                <a:lnTo>
                  <a:pt x="417" y="338"/>
                </a:lnTo>
                <a:lnTo>
                  <a:pt x="418" y="338"/>
                </a:lnTo>
                <a:lnTo>
                  <a:pt x="417" y="338"/>
                </a:lnTo>
                <a:lnTo>
                  <a:pt x="417" y="337"/>
                </a:lnTo>
                <a:lnTo>
                  <a:pt x="419" y="337"/>
                </a:lnTo>
                <a:lnTo>
                  <a:pt x="419" y="336"/>
                </a:lnTo>
                <a:lnTo>
                  <a:pt x="420" y="335"/>
                </a:lnTo>
                <a:lnTo>
                  <a:pt x="420" y="334"/>
                </a:lnTo>
                <a:lnTo>
                  <a:pt x="421" y="334"/>
                </a:lnTo>
                <a:lnTo>
                  <a:pt x="421" y="333"/>
                </a:lnTo>
                <a:lnTo>
                  <a:pt x="421" y="332"/>
                </a:lnTo>
                <a:lnTo>
                  <a:pt x="421" y="331"/>
                </a:lnTo>
                <a:lnTo>
                  <a:pt x="421" y="330"/>
                </a:lnTo>
                <a:lnTo>
                  <a:pt x="420" y="330"/>
                </a:lnTo>
                <a:lnTo>
                  <a:pt x="420" y="329"/>
                </a:lnTo>
                <a:lnTo>
                  <a:pt x="420" y="328"/>
                </a:lnTo>
                <a:lnTo>
                  <a:pt x="419" y="328"/>
                </a:lnTo>
                <a:lnTo>
                  <a:pt x="419" y="327"/>
                </a:lnTo>
                <a:lnTo>
                  <a:pt x="419" y="326"/>
                </a:lnTo>
                <a:lnTo>
                  <a:pt x="419" y="325"/>
                </a:lnTo>
                <a:lnTo>
                  <a:pt x="418" y="324"/>
                </a:lnTo>
                <a:lnTo>
                  <a:pt x="417" y="324"/>
                </a:lnTo>
                <a:lnTo>
                  <a:pt x="417" y="323"/>
                </a:lnTo>
                <a:lnTo>
                  <a:pt x="416" y="323"/>
                </a:lnTo>
                <a:lnTo>
                  <a:pt x="416" y="322"/>
                </a:lnTo>
                <a:lnTo>
                  <a:pt x="416" y="321"/>
                </a:lnTo>
                <a:lnTo>
                  <a:pt x="417" y="321"/>
                </a:lnTo>
                <a:lnTo>
                  <a:pt x="417" y="320"/>
                </a:lnTo>
                <a:lnTo>
                  <a:pt x="416" y="320"/>
                </a:lnTo>
                <a:lnTo>
                  <a:pt x="416" y="319"/>
                </a:lnTo>
                <a:lnTo>
                  <a:pt x="415" y="319"/>
                </a:lnTo>
                <a:lnTo>
                  <a:pt x="415" y="318"/>
                </a:lnTo>
                <a:lnTo>
                  <a:pt x="416" y="318"/>
                </a:lnTo>
                <a:lnTo>
                  <a:pt x="416" y="317"/>
                </a:lnTo>
                <a:lnTo>
                  <a:pt x="417" y="317"/>
                </a:lnTo>
                <a:lnTo>
                  <a:pt x="417" y="316"/>
                </a:lnTo>
                <a:lnTo>
                  <a:pt x="417" y="315"/>
                </a:lnTo>
                <a:lnTo>
                  <a:pt x="417" y="314"/>
                </a:lnTo>
                <a:lnTo>
                  <a:pt x="416" y="314"/>
                </a:lnTo>
                <a:lnTo>
                  <a:pt x="415" y="314"/>
                </a:lnTo>
                <a:lnTo>
                  <a:pt x="415" y="313"/>
                </a:lnTo>
                <a:lnTo>
                  <a:pt x="414" y="313"/>
                </a:lnTo>
                <a:lnTo>
                  <a:pt x="413" y="313"/>
                </a:lnTo>
                <a:lnTo>
                  <a:pt x="413" y="312"/>
                </a:lnTo>
                <a:lnTo>
                  <a:pt x="414" y="311"/>
                </a:lnTo>
                <a:lnTo>
                  <a:pt x="413" y="310"/>
                </a:lnTo>
                <a:lnTo>
                  <a:pt x="412" y="310"/>
                </a:lnTo>
                <a:lnTo>
                  <a:pt x="411" y="310"/>
                </a:lnTo>
                <a:lnTo>
                  <a:pt x="411" y="309"/>
                </a:lnTo>
                <a:lnTo>
                  <a:pt x="411" y="308"/>
                </a:lnTo>
                <a:lnTo>
                  <a:pt x="412" y="308"/>
                </a:lnTo>
                <a:lnTo>
                  <a:pt x="412" y="307"/>
                </a:lnTo>
                <a:lnTo>
                  <a:pt x="413" y="306"/>
                </a:lnTo>
                <a:lnTo>
                  <a:pt x="414" y="306"/>
                </a:lnTo>
                <a:lnTo>
                  <a:pt x="414" y="307"/>
                </a:lnTo>
                <a:lnTo>
                  <a:pt x="415" y="307"/>
                </a:lnTo>
                <a:lnTo>
                  <a:pt x="416" y="307"/>
                </a:lnTo>
                <a:lnTo>
                  <a:pt x="416" y="308"/>
                </a:lnTo>
                <a:lnTo>
                  <a:pt x="417" y="308"/>
                </a:lnTo>
                <a:lnTo>
                  <a:pt x="417" y="307"/>
                </a:lnTo>
                <a:lnTo>
                  <a:pt x="417" y="306"/>
                </a:lnTo>
                <a:lnTo>
                  <a:pt x="416" y="305"/>
                </a:lnTo>
                <a:lnTo>
                  <a:pt x="416" y="304"/>
                </a:lnTo>
                <a:lnTo>
                  <a:pt x="416" y="303"/>
                </a:lnTo>
                <a:lnTo>
                  <a:pt x="417" y="303"/>
                </a:lnTo>
                <a:lnTo>
                  <a:pt x="418" y="303"/>
                </a:lnTo>
                <a:lnTo>
                  <a:pt x="419" y="303"/>
                </a:lnTo>
                <a:lnTo>
                  <a:pt x="419" y="302"/>
                </a:lnTo>
                <a:lnTo>
                  <a:pt x="419" y="301"/>
                </a:lnTo>
                <a:lnTo>
                  <a:pt x="420" y="301"/>
                </a:lnTo>
                <a:lnTo>
                  <a:pt x="420" y="300"/>
                </a:lnTo>
                <a:lnTo>
                  <a:pt x="419" y="300"/>
                </a:lnTo>
                <a:lnTo>
                  <a:pt x="419" y="299"/>
                </a:lnTo>
                <a:lnTo>
                  <a:pt x="420" y="299"/>
                </a:lnTo>
                <a:lnTo>
                  <a:pt x="420" y="298"/>
                </a:lnTo>
                <a:lnTo>
                  <a:pt x="421" y="298"/>
                </a:lnTo>
                <a:lnTo>
                  <a:pt x="422" y="297"/>
                </a:lnTo>
                <a:lnTo>
                  <a:pt x="422" y="295"/>
                </a:lnTo>
                <a:lnTo>
                  <a:pt x="421" y="295"/>
                </a:lnTo>
                <a:lnTo>
                  <a:pt x="420" y="294"/>
                </a:lnTo>
                <a:lnTo>
                  <a:pt x="419" y="294"/>
                </a:lnTo>
                <a:lnTo>
                  <a:pt x="419" y="295"/>
                </a:lnTo>
                <a:lnTo>
                  <a:pt x="419" y="294"/>
                </a:lnTo>
                <a:lnTo>
                  <a:pt x="420" y="294"/>
                </a:lnTo>
                <a:lnTo>
                  <a:pt x="421" y="294"/>
                </a:lnTo>
                <a:lnTo>
                  <a:pt x="422" y="294"/>
                </a:lnTo>
                <a:lnTo>
                  <a:pt x="423" y="294"/>
                </a:lnTo>
                <a:lnTo>
                  <a:pt x="423" y="293"/>
                </a:lnTo>
                <a:lnTo>
                  <a:pt x="424" y="293"/>
                </a:lnTo>
                <a:lnTo>
                  <a:pt x="424" y="292"/>
                </a:lnTo>
                <a:lnTo>
                  <a:pt x="423" y="292"/>
                </a:lnTo>
                <a:lnTo>
                  <a:pt x="422" y="292"/>
                </a:lnTo>
                <a:lnTo>
                  <a:pt x="423" y="291"/>
                </a:lnTo>
                <a:lnTo>
                  <a:pt x="423" y="289"/>
                </a:lnTo>
                <a:lnTo>
                  <a:pt x="423" y="288"/>
                </a:lnTo>
                <a:lnTo>
                  <a:pt x="424" y="288"/>
                </a:lnTo>
                <a:lnTo>
                  <a:pt x="424" y="290"/>
                </a:lnTo>
                <a:lnTo>
                  <a:pt x="425" y="290"/>
                </a:lnTo>
                <a:lnTo>
                  <a:pt x="425" y="291"/>
                </a:lnTo>
                <a:lnTo>
                  <a:pt x="426" y="291"/>
                </a:lnTo>
                <a:lnTo>
                  <a:pt x="427" y="291"/>
                </a:lnTo>
                <a:lnTo>
                  <a:pt x="427" y="289"/>
                </a:lnTo>
                <a:lnTo>
                  <a:pt x="426" y="289"/>
                </a:lnTo>
                <a:lnTo>
                  <a:pt x="426" y="288"/>
                </a:lnTo>
                <a:lnTo>
                  <a:pt x="427" y="288"/>
                </a:lnTo>
                <a:lnTo>
                  <a:pt x="427" y="287"/>
                </a:lnTo>
                <a:lnTo>
                  <a:pt x="426" y="287"/>
                </a:lnTo>
                <a:lnTo>
                  <a:pt x="426" y="286"/>
                </a:lnTo>
                <a:lnTo>
                  <a:pt x="426" y="287"/>
                </a:lnTo>
                <a:lnTo>
                  <a:pt x="427" y="287"/>
                </a:lnTo>
                <a:lnTo>
                  <a:pt x="427" y="286"/>
                </a:lnTo>
                <a:lnTo>
                  <a:pt x="428" y="287"/>
                </a:lnTo>
                <a:lnTo>
                  <a:pt x="429" y="286"/>
                </a:lnTo>
                <a:lnTo>
                  <a:pt x="428" y="286"/>
                </a:lnTo>
                <a:lnTo>
                  <a:pt x="428" y="285"/>
                </a:lnTo>
                <a:lnTo>
                  <a:pt x="427" y="284"/>
                </a:lnTo>
                <a:lnTo>
                  <a:pt x="427" y="283"/>
                </a:lnTo>
                <a:lnTo>
                  <a:pt x="428" y="282"/>
                </a:lnTo>
                <a:lnTo>
                  <a:pt x="429" y="283"/>
                </a:lnTo>
                <a:lnTo>
                  <a:pt x="428" y="283"/>
                </a:lnTo>
                <a:lnTo>
                  <a:pt x="429" y="284"/>
                </a:lnTo>
                <a:lnTo>
                  <a:pt x="429" y="283"/>
                </a:lnTo>
                <a:lnTo>
                  <a:pt x="429" y="282"/>
                </a:lnTo>
                <a:lnTo>
                  <a:pt x="429" y="281"/>
                </a:lnTo>
                <a:lnTo>
                  <a:pt x="430" y="279"/>
                </a:lnTo>
                <a:lnTo>
                  <a:pt x="430" y="278"/>
                </a:lnTo>
                <a:lnTo>
                  <a:pt x="430" y="276"/>
                </a:lnTo>
                <a:lnTo>
                  <a:pt x="429" y="276"/>
                </a:lnTo>
                <a:lnTo>
                  <a:pt x="429" y="277"/>
                </a:lnTo>
                <a:lnTo>
                  <a:pt x="428" y="277"/>
                </a:lnTo>
                <a:lnTo>
                  <a:pt x="428" y="276"/>
                </a:lnTo>
                <a:lnTo>
                  <a:pt x="427" y="276"/>
                </a:lnTo>
                <a:lnTo>
                  <a:pt x="428" y="276"/>
                </a:lnTo>
                <a:lnTo>
                  <a:pt x="428" y="275"/>
                </a:lnTo>
                <a:lnTo>
                  <a:pt x="427" y="274"/>
                </a:lnTo>
                <a:lnTo>
                  <a:pt x="426" y="274"/>
                </a:lnTo>
                <a:lnTo>
                  <a:pt x="426" y="273"/>
                </a:lnTo>
                <a:lnTo>
                  <a:pt x="426" y="272"/>
                </a:lnTo>
                <a:lnTo>
                  <a:pt x="427" y="272"/>
                </a:lnTo>
                <a:lnTo>
                  <a:pt x="427" y="270"/>
                </a:lnTo>
                <a:lnTo>
                  <a:pt x="426" y="270"/>
                </a:lnTo>
                <a:lnTo>
                  <a:pt x="426" y="269"/>
                </a:lnTo>
                <a:lnTo>
                  <a:pt x="427" y="270"/>
                </a:lnTo>
                <a:lnTo>
                  <a:pt x="428" y="269"/>
                </a:lnTo>
                <a:lnTo>
                  <a:pt x="427" y="269"/>
                </a:lnTo>
                <a:lnTo>
                  <a:pt x="427" y="268"/>
                </a:lnTo>
                <a:lnTo>
                  <a:pt x="426" y="268"/>
                </a:lnTo>
                <a:lnTo>
                  <a:pt x="426" y="269"/>
                </a:lnTo>
                <a:lnTo>
                  <a:pt x="425" y="268"/>
                </a:lnTo>
                <a:lnTo>
                  <a:pt x="424" y="268"/>
                </a:lnTo>
                <a:lnTo>
                  <a:pt x="424" y="267"/>
                </a:lnTo>
                <a:lnTo>
                  <a:pt x="423" y="268"/>
                </a:lnTo>
                <a:lnTo>
                  <a:pt x="423" y="267"/>
                </a:lnTo>
                <a:lnTo>
                  <a:pt x="424" y="266"/>
                </a:lnTo>
                <a:lnTo>
                  <a:pt x="423" y="266"/>
                </a:lnTo>
                <a:lnTo>
                  <a:pt x="422" y="266"/>
                </a:lnTo>
                <a:lnTo>
                  <a:pt x="421" y="266"/>
                </a:lnTo>
                <a:lnTo>
                  <a:pt x="421" y="265"/>
                </a:lnTo>
                <a:lnTo>
                  <a:pt x="420" y="265"/>
                </a:lnTo>
                <a:lnTo>
                  <a:pt x="419" y="265"/>
                </a:lnTo>
                <a:lnTo>
                  <a:pt x="420" y="264"/>
                </a:lnTo>
                <a:lnTo>
                  <a:pt x="420" y="265"/>
                </a:lnTo>
                <a:lnTo>
                  <a:pt x="421" y="264"/>
                </a:lnTo>
                <a:lnTo>
                  <a:pt x="420" y="264"/>
                </a:lnTo>
                <a:lnTo>
                  <a:pt x="419" y="264"/>
                </a:lnTo>
                <a:lnTo>
                  <a:pt x="420" y="263"/>
                </a:lnTo>
                <a:lnTo>
                  <a:pt x="420" y="262"/>
                </a:lnTo>
                <a:lnTo>
                  <a:pt x="420" y="261"/>
                </a:lnTo>
                <a:lnTo>
                  <a:pt x="420" y="260"/>
                </a:lnTo>
                <a:lnTo>
                  <a:pt x="420" y="261"/>
                </a:lnTo>
                <a:lnTo>
                  <a:pt x="419" y="261"/>
                </a:lnTo>
                <a:lnTo>
                  <a:pt x="419" y="260"/>
                </a:lnTo>
                <a:lnTo>
                  <a:pt x="418" y="260"/>
                </a:lnTo>
                <a:lnTo>
                  <a:pt x="418" y="261"/>
                </a:lnTo>
                <a:lnTo>
                  <a:pt x="417" y="261"/>
                </a:lnTo>
                <a:lnTo>
                  <a:pt x="417" y="262"/>
                </a:lnTo>
                <a:lnTo>
                  <a:pt x="416" y="262"/>
                </a:lnTo>
                <a:lnTo>
                  <a:pt x="415" y="262"/>
                </a:lnTo>
                <a:lnTo>
                  <a:pt x="415" y="261"/>
                </a:lnTo>
                <a:lnTo>
                  <a:pt x="414" y="261"/>
                </a:lnTo>
                <a:lnTo>
                  <a:pt x="415" y="260"/>
                </a:lnTo>
                <a:lnTo>
                  <a:pt x="414" y="260"/>
                </a:lnTo>
                <a:lnTo>
                  <a:pt x="413" y="260"/>
                </a:lnTo>
                <a:lnTo>
                  <a:pt x="414" y="260"/>
                </a:lnTo>
                <a:lnTo>
                  <a:pt x="413" y="259"/>
                </a:lnTo>
                <a:lnTo>
                  <a:pt x="412" y="260"/>
                </a:lnTo>
                <a:lnTo>
                  <a:pt x="411" y="260"/>
                </a:lnTo>
                <a:lnTo>
                  <a:pt x="410" y="260"/>
                </a:lnTo>
                <a:lnTo>
                  <a:pt x="409" y="259"/>
                </a:lnTo>
                <a:lnTo>
                  <a:pt x="409" y="258"/>
                </a:lnTo>
                <a:lnTo>
                  <a:pt x="410" y="257"/>
                </a:lnTo>
                <a:lnTo>
                  <a:pt x="409" y="257"/>
                </a:lnTo>
                <a:lnTo>
                  <a:pt x="408" y="256"/>
                </a:lnTo>
                <a:lnTo>
                  <a:pt x="408" y="255"/>
                </a:lnTo>
                <a:lnTo>
                  <a:pt x="408" y="254"/>
                </a:lnTo>
                <a:lnTo>
                  <a:pt x="407" y="254"/>
                </a:lnTo>
                <a:lnTo>
                  <a:pt x="407" y="253"/>
                </a:lnTo>
                <a:lnTo>
                  <a:pt x="406" y="252"/>
                </a:lnTo>
                <a:lnTo>
                  <a:pt x="405" y="251"/>
                </a:lnTo>
                <a:lnTo>
                  <a:pt x="405" y="250"/>
                </a:lnTo>
                <a:lnTo>
                  <a:pt x="403" y="250"/>
                </a:lnTo>
                <a:lnTo>
                  <a:pt x="402" y="250"/>
                </a:lnTo>
                <a:lnTo>
                  <a:pt x="401" y="251"/>
                </a:lnTo>
                <a:lnTo>
                  <a:pt x="401" y="250"/>
                </a:lnTo>
                <a:lnTo>
                  <a:pt x="399" y="251"/>
                </a:lnTo>
                <a:lnTo>
                  <a:pt x="398" y="251"/>
                </a:lnTo>
                <a:lnTo>
                  <a:pt x="397" y="250"/>
                </a:lnTo>
                <a:lnTo>
                  <a:pt x="398" y="250"/>
                </a:lnTo>
                <a:lnTo>
                  <a:pt x="398" y="249"/>
                </a:lnTo>
                <a:lnTo>
                  <a:pt x="398" y="248"/>
                </a:lnTo>
                <a:lnTo>
                  <a:pt x="398" y="247"/>
                </a:lnTo>
                <a:lnTo>
                  <a:pt x="396" y="246"/>
                </a:lnTo>
                <a:lnTo>
                  <a:pt x="394" y="244"/>
                </a:lnTo>
                <a:lnTo>
                  <a:pt x="393" y="243"/>
                </a:lnTo>
                <a:lnTo>
                  <a:pt x="392" y="243"/>
                </a:lnTo>
                <a:lnTo>
                  <a:pt x="392" y="242"/>
                </a:lnTo>
                <a:lnTo>
                  <a:pt x="392" y="241"/>
                </a:lnTo>
                <a:lnTo>
                  <a:pt x="391" y="241"/>
                </a:lnTo>
                <a:lnTo>
                  <a:pt x="391" y="240"/>
                </a:lnTo>
                <a:lnTo>
                  <a:pt x="391" y="239"/>
                </a:lnTo>
                <a:lnTo>
                  <a:pt x="390" y="239"/>
                </a:lnTo>
                <a:lnTo>
                  <a:pt x="390" y="238"/>
                </a:lnTo>
                <a:lnTo>
                  <a:pt x="389" y="238"/>
                </a:lnTo>
                <a:lnTo>
                  <a:pt x="389" y="239"/>
                </a:lnTo>
                <a:lnTo>
                  <a:pt x="388" y="238"/>
                </a:lnTo>
                <a:lnTo>
                  <a:pt x="387" y="237"/>
                </a:lnTo>
                <a:lnTo>
                  <a:pt x="386" y="237"/>
                </a:lnTo>
                <a:lnTo>
                  <a:pt x="385" y="236"/>
                </a:lnTo>
                <a:lnTo>
                  <a:pt x="385" y="235"/>
                </a:lnTo>
                <a:lnTo>
                  <a:pt x="384" y="235"/>
                </a:lnTo>
                <a:lnTo>
                  <a:pt x="383" y="234"/>
                </a:lnTo>
                <a:lnTo>
                  <a:pt x="383" y="233"/>
                </a:lnTo>
                <a:lnTo>
                  <a:pt x="383" y="232"/>
                </a:lnTo>
                <a:lnTo>
                  <a:pt x="382" y="232"/>
                </a:lnTo>
                <a:lnTo>
                  <a:pt x="381" y="232"/>
                </a:lnTo>
                <a:lnTo>
                  <a:pt x="381" y="231"/>
                </a:lnTo>
                <a:lnTo>
                  <a:pt x="380" y="231"/>
                </a:lnTo>
                <a:lnTo>
                  <a:pt x="380" y="230"/>
                </a:lnTo>
                <a:lnTo>
                  <a:pt x="379" y="230"/>
                </a:lnTo>
                <a:lnTo>
                  <a:pt x="379" y="229"/>
                </a:lnTo>
                <a:lnTo>
                  <a:pt x="378" y="229"/>
                </a:lnTo>
                <a:lnTo>
                  <a:pt x="377" y="228"/>
                </a:lnTo>
                <a:lnTo>
                  <a:pt x="378" y="228"/>
                </a:lnTo>
                <a:lnTo>
                  <a:pt x="378" y="227"/>
                </a:lnTo>
                <a:lnTo>
                  <a:pt x="378" y="226"/>
                </a:lnTo>
                <a:lnTo>
                  <a:pt x="378" y="227"/>
                </a:lnTo>
                <a:lnTo>
                  <a:pt x="377" y="226"/>
                </a:lnTo>
                <a:lnTo>
                  <a:pt x="376" y="226"/>
                </a:lnTo>
                <a:lnTo>
                  <a:pt x="375" y="226"/>
                </a:lnTo>
                <a:lnTo>
                  <a:pt x="375" y="225"/>
                </a:lnTo>
                <a:lnTo>
                  <a:pt x="374" y="225"/>
                </a:lnTo>
                <a:lnTo>
                  <a:pt x="375" y="225"/>
                </a:lnTo>
                <a:lnTo>
                  <a:pt x="374" y="224"/>
                </a:lnTo>
                <a:lnTo>
                  <a:pt x="373" y="224"/>
                </a:lnTo>
                <a:lnTo>
                  <a:pt x="373" y="223"/>
                </a:lnTo>
                <a:lnTo>
                  <a:pt x="372" y="222"/>
                </a:lnTo>
                <a:lnTo>
                  <a:pt x="371" y="222"/>
                </a:lnTo>
                <a:lnTo>
                  <a:pt x="370" y="221"/>
                </a:lnTo>
                <a:lnTo>
                  <a:pt x="369" y="221"/>
                </a:lnTo>
                <a:lnTo>
                  <a:pt x="368" y="220"/>
                </a:lnTo>
                <a:lnTo>
                  <a:pt x="368" y="219"/>
                </a:lnTo>
                <a:lnTo>
                  <a:pt x="367" y="219"/>
                </a:lnTo>
                <a:lnTo>
                  <a:pt x="366" y="219"/>
                </a:lnTo>
                <a:lnTo>
                  <a:pt x="366" y="218"/>
                </a:lnTo>
                <a:lnTo>
                  <a:pt x="365" y="217"/>
                </a:lnTo>
                <a:lnTo>
                  <a:pt x="364" y="217"/>
                </a:lnTo>
                <a:lnTo>
                  <a:pt x="363" y="216"/>
                </a:lnTo>
                <a:lnTo>
                  <a:pt x="362" y="215"/>
                </a:lnTo>
                <a:lnTo>
                  <a:pt x="361" y="214"/>
                </a:lnTo>
                <a:lnTo>
                  <a:pt x="359" y="214"/>
                </a:lnTo>
                <a:lnTo>
                  <a:pt x="358" y="213"/>
                </a:lnTo>
                <a:lnTo>
                  <a:pt x="358" y="212"/>
                </a:lnTo>
                <a:lnTo>
                  <a:pt x="358" y="211"/>
                </a:lnTo>
                <a:lnTo>
                  <a:pt x="357" y="211"/>
                </a:lnTo>
                <a:lnTo>
                  <a:pt x="357" y="210"/>
                </a:lnTo>
                <a:lnTo>
                  <a:pt x="356" y="210"/>
                </a:lnTo>
                <a:lnTo>
                  <a:pt x="356" y="209"/>
                </a:lnTo>
                <a:lnTo>
                  <a:pt x="355" y="209"/>
                </a:lnTo>
                <a:lnTo>
                  <a:pt x="354" y="210"/>
                </a:lnTo>
                <a:lnTo>
                  <a:pt x="353" y="210"/>
                </a:lnTo>
                <a:lnTo>
                  <a:pt x="353" y="211"/>
                </a:lnTo>
                <a:lnTo>
                  <a:pt x="353" y="212"/>
                </a:lnTo>
                <a:lnTo>
                  <a:pt x="352" y="211"/>
                </a:lnTo>
                <a:lnTo>
                  <a:pt x="351" y="211"/>
                </a:lnTo>
                <a:lnTo>
                  <a:pt x="351" y="210"/>
                </a:lnTo>
                <a:lnTo>
                  <a:pt x="350" y="209"/>
                </a:lnTo>
                <a:lnTo>
                  <a:pt x="349" y="209"/>
                </a:lnTo>
                <a:lnTo>
                  <a:pt x="348" y="209"/>
                </a:lnTo>
                <a:lnTo>
                  <a:pt x="348" y="210"/>
                </a:lnTo>
                <a:lnTo>
                  <a:pt x="347" y="210"/>
                </a:lnTo>
                <a:lnTo>
                  <a:pt x="346" y="210"/>
                </a:lnTo>
                <a:lnTo>
                  <a:pt x="345" y="209"/>
                </a:lnTo>
                <a:lnTo>
                  <a:pt x="345" y="210"/>
                </a:lnTo>
                <a:lnTo>
                  <a:pt x="344" y="210"/>
                </a:lnTo>
                <a:lnTo>
                  <a:pt x="344" y="211"/>
                </a:lnTo>
                <a:lnTo>
                  <a:pt x="343" y="211"/>
                </a:lnTo>
                <a:lnTo>
                  <a:pt x="342" y="210"/>
                </a:lnTo>
                <a:lnTo>
                  <a:pt x="341" y="210"/>
                </a:lnTo>
                <a:lnTo>
                  <a:pt x="340" y="210"/>
                </a:lnTo>
                <a:lnTo>
                  <a:pt x="339" y="211"/>
                </a:lnTo>
                <a:lnTo>
                  <a:pt x="338" y="211"/>
                </a:lnTo>
                <a:lnTo>
                  <a:pt x="338" y="212"/>
                </a:lnTo>
                <a:lnTo>
                  <a:pt x="337" y="212"/>
                </a:lnTo>
                <a:lnTo>
                  <a:pt x="337" y="211"/>
                </a:lnTo>
                <a:lnTo>
                  <a:pt x="337" y="210"/>
                </a:lnTo>
                <a:lnTo>
                  <a:pt x="336" y="209"/>
                </a:lnTo>
                <a:lnTo>
                  <a:pt x="336" y="208"/>
                </a:lnTo>
                <a:lnTo>
                  <a:pt x="335" y="208"/>
                </a:lnTo>
                <a:lnTo>
                  <a:pt x="334" y="209"/>
                </a:lnTo>
                <a:lnTo>
                  <a:pt x="334" y="210"/>
                </a:lnTo>
                <a:lnTo>
                  <a:pt x="333" y="211"/>
                </a:lnTo>
                <a:lnTo>
                  <a:pt x="332" y="214"/>
                </a:lnTo>
                <a:lnTo>
                  <a:pt x="332" y="217"/>
                </a:lnTo>
                <a:lnTo>
                  <a:pt x="333" y="219"/>
                </a:lnTo>
                <a:lnTo>
                  <a:pt x="334" y="221"/>
                </a:lnTo>
                <a:lnTo>
                  <a:pt x="335" y="222"/>
                </a:lnTo>
                <a:lnTo>
                  <a:pt x="334" y="222"/>
                </a:lnTo>
                <a:lnTo>
                  <a:pt x="334" y="223"/>
                </a:lnTo>
                <a:lnTo>
                  <a:pt x="334" y="224"/>
                </a:lnTo>
                <a:lnTo>
                  <a:pt x="334" y="225"/>
                </a:lnTo>
                <a:lnTo>
                  <a:pt x="333" y="226"/>
                </a:lnTo>
                <a:lnTo>
                  <a:pt x="332" y="226"/>
                </a:lnTo>
                <a:lnTo>
                  <a:pt x="331" y="226"/>
                </a:lnTo>
                <a:lnTo>
                  <a:pt x="330" y="227"/>
                </a:lnTo>
                <a:lnTo>
                  <a:pt x="329" y="227"/>
                </a:lnTo>
                <a:lnTo>
                  <a:pt x="329" y="228"/>
                </a:lnTo>
                <a:lnTo>
                  <a:pt x="329" y="229"/>
                </a:lnTo>
                <a:lnTo>
                  <a:pt x="328" y="229"/>
                </a:lnTo>
                <a:lnTo>
                  <a:pt x="328" y="230"/>
                </a:lnTo>
                <a:lnTo>
                  <a:pt x="327" y="230"/>
                </a:lnTo>
                <a:lnTo>
                  <a:pt x="326" y="230"/>
                </a:lnTo>
                <a:lnTo>
                  <a:pt x="325" y="230"/>
                </a:lnTo>
                <a:lnTo>
                  <a:pt x="325" y="231"/>
                </a:lnTo>
                <a:lnTo>
                  <a:pt x="324" y="231"/>
                </a:lnTo>
                <a:lnTo>
                  <a:pt x="324" y="232"/>
                </a:lnTo>
                <a:lnTo>
                  <a:pt x="324" y="234"/>
                </a:lnTo>
                <a:lnTo>
                  <a:pt x="325" y="235"/>
                </a:lnTo>
                <a:lnTo>
                  <a:pt x="326" y="237"/>
                </a:lnTo>
                <a:lnTo>
                  <a:pt x="327" y="238"/>
                </a:lnTo>
                <a:lnTo>
                  <a:pt x="326" y="239"/>
                </a:lnTo>
                <a:lnTo>
                  <a:pt x="325" y="240"/>
                </a:lnTo>
                <a:lnTo>
                  <a:pt x="324" y="240"/>
                </a:lnTo>
                <a:lnTo>
                  <a:pt x="324" y="241"/>
                </a:lnTo>
                <a:lnTo>
                  <a:pt x="323" y="242"/>
                </a:lnTo>
                <a:lnTo>
                  <a:pt x="323" y="244"/>
                </a:lnTo>
                <a:lnTo>
                  <a:pt x="323" y="245"/>
                </a:lnTo>
                <a:lnTo>
                  <a:pt x="323" y="246"/>
                </a:lnTo>
                <a:lnTo>
                  <a:pt x="323" y="247"/>
                </a:lnTo>
                <a:lnTo>
                  <a:pt x="322" y="247"/>
                </a:lnTo>
                <a:lnTo>
                  <a:pt x="321" y="247"/>
                </a:lnTo>
                <a:lnTo>
                  <a:pt x="319" y="247"/>
                </a:lnTo>
                <a:lnTo>
                  <a:pt x="318" y="247"/>
                </a:lnTo>
                <a:lnTo>
                  <a:pt x="317" y="247"/>
                </a:lnTo>
                <a:lnTo>
                  <a:pt x="316" y="247"/>
                </a:lnTo>
                <a:lnTo>
                  <a:pt x="315" y="246"/>
                </a:lnTo>
                <a:lnTo>
                  <a:pt x="315" y="247"/>
                </a:lnTo>
                <a:lnTo>
                  <a:pt x="313" y="249"/>
                </a:lnTo>
                <a:lnTo>
                  <a:pt x="313" y="250"/>
                </a:lnTo>
                <a:lnTo>
                  <a:pt x="314" y="250"/>
                </a:lnTo>
                <a:lnTo>
                  <a:pt x="314" y="251"/>
                </a:lnTo>
                <a:lnTo>
                  <a:pt x="313" y="252"/>
                </a:lnTo>
                <a:lnTo>
                  <a:pt x="311" y="254"/>
                </a:lnTo>
                <a:lnTo>
                  <a:pt x="308" y="256"/>
                </a:lnTo>
                <a:lnTo>
                  <a:pt x="307" y="256"/>
                </a:lnTo>
                <a:lnTo>
                  <a:pt x="306" y="256"/>
                </a:lnTo>
                <a:lnTo>
                  <a:pt x="305" y="257"/>
                </a:lnTo>
                <a:lnTo>
                  <a:pt x="304" y="258"/>
                </a:lnTo>
                <a:lnTo>
                  <a:pt x="304" y="257"/>
                </a:lnTo>
                <a:lnTo>
                  <a:pt x="303" y="257"/>
                </a:lnTo>
                <a:lnTo>
                  <a:pt x="302" y="256"/>
                </a:lnTo>
                <a:lnTo>
                  <a:pt x="301" y="255"/>
                </a:lnTo>
                <a:lnTo>
                  <a:pt x="300" y="254"/>
                </a:lnTo>
                <a:lnTo>
                  <a:pt x="299" y="253"/>
                </a:lnTo>
                <a:lnTo>
                  <a:pt x="298" y="253"/>
                </a:lnTo>
                <a:lnTo>
                  <a:pt x="297" y="253"/>
                </a:lnTo>
                <a:lnTo>
                  <a:pt x="297" y="252"/>
                </a:lnTo>
                <a:lnTo>
                  <a:pt x="297" y="253"/>
                </a:lnTo>
                <a:lnTo>
                  <a:pt x="296" y="253"/>
                </a:lnTo>
                <a:lnTo>
                  <a:pt x="294" y="253"/>
                </a:lnTo>
                <a:lnTo>
                  <a:pt x="293" y="253"/>
                </a:lnTo>
                <a:lnTo>
                  <a:pt x="292" y="253"/>
                </a:lnTo>
                <a:lnTo>
                  <a:pt x="291" y="253"/>
                </a:lnTo>
                <a:lnTo>
                  <a:pt x="291" y="254"/>
                </a:lnTo>
                <a:lnTo>
                  <a:pt x="291" y="256"/>
                </a:lnTo>
                <a:lnTo>
                  <a:pt x="290" y="256"/>
                </a:lnTo>
                <a:lnTo>
                  <a:pt x="289" y="256"/>
                </a:lnTo>
                <a:lnTo>
                  <a:pt x="288" y="257"/>
                </a:lnTo>
                <a:lnTo>
                  <a:pt x="287" y="259"/>
                </a:lnTo>
                <a:lnTo>
                  <a:pt x="288" y="259"/>
                </a:lnTo>
                <a:lnTo>
                  <a:pt x="288" y="261"/>
                </a:lnTo>
                <a:lnTo>
                  <a:pt x="289" y="263"/>
                </a:lnTo>
                <a:lnTo>
                  <a:pt x="289" y="264"/>
                </a:lnTo>
                <a:lnTo>
                  <a:pt x="288" y="264"/>
                </a:lnTo>
                <a:lnTo>
                  <a:pt x="288" y="265"/>
                </a:lnTo>
                <a:lnTo>
                  <a:pt x="288" y="266"/>
                </a:lnTo>
                <a:lnTo>
                  <a:pt x="288" y="268"/>
                </a:lnTo>
                <a:lnTo>
                  <a:pt x="287" y="268"/>
                </a:lnTo>
                <a:lnTo>
                  <a:pt x="286" y="268"/>
                </a:lnTo>
                <a:lnTo>
                  <a:pt x="286" y="267"/>
                </a:lnTo>
                <a:lnTo>
                  <a:pt x="285" y="267"/>
                </a:lnTo>
                <a:lnTo>
                  <a:pt x="283" y="268"/>
                </a:lnTo>
                <a:lnTo>
                  <a:pt x="283" y="269"/>
                </a:lnTo>
                <a:lnTo>
                  <a:pt x="282" y="268"/>
                </a:lnTo>
                <a:lnTo>
                  <a:pt x="282" y="267"/>
                </a:lnTo>
                <a:lnTo>
                  <a:pt x="281" y="266"/>
                </a:lnTo>
                <a:lnTo>
                  <a:pt x="280" y="267"/>
                </a:lnTo>
                <a:lnTo>
                  <a:pt x="279" y="267"/>
                </a:lnTo>
                <a:lnTo>
                  <a:pt x="278" y="267"/>
                </a:lnTo>
                <a:lnTo>
                  <a:pt x="278" y="266"/>
                </a:lnTo>
                <a:lnTo>
                  <a:pt x="277" y="266"/>
                </a:lnTo>
                <a:lnTo>
                  <a:pt x="275" y="264"/>
                </a:lnTo>
                <a:lnTo>
                  <a:pt x="273" y="263"/>
                </a:lnTo>
                <a:lnTo>
                  <a:pt x="272" y="262"/>
                </a:lnTo>
                <a:lnTo>
                  <a:pt x="270" y="261"/>
                </a:lnTo>
                <a:lnTo>
                  <a:pt x="269" y="262"/>
                </a:lnTo>
                <a:lnTo>
                  <a:pt x="268" y="263"/>
                </a:lnTo>
                <a:lnTo>
                  <a:pt x="267" y="263"/>
                </a:lnTo>
                <a:lnTo>
                  <a:pt x="266" y="263"/>
                </a:lnTo>
                <a:lnTo>
                  <a:pt x="265" y="263"/>
                </a:lnTo>
                <a:lnTo>
                  <a:pt x="265" y="264"/>
                </a:lnTo>
                <a:lnTo>
                  <a:pt x="264" y="264"/>
                </a:lnTo>
                <a:lnTo>
                  <a:pt x="262" y="263"/>
                </a:lnTo>
                <a:lnTo>
                  <a:pt x="260" y="264"/>
                </a:lnTo>
                <a:lnTo>
                  <a:pt x="260" y="265"/>
                </a:lnTo>
                <a:lnTo>
                  <a:pt x="260" y="266"/>
                </a:lnTo>
                <a:lnTo>
                  <a:pt x="260" y="267"/>
                </a:lnTo>
                <a:lnTo>
                  <a:pt x="259" y="267"/>
                </a:lnTo>
                <a:lnTo>
                  <a:pt x="259" y="268"/>
                </a:lnTo>
                <a:lnTo>
                  <a:pt x="258" y="268"/>
                </a:lnTo>
                <a:lnTo>
                  <a:pt x="258" y="267"/>
                </a:lnTo>
                <a:lnTo>
                  <a:pt x="257" y="267"/>
                </a:lnTo>
                <a:lnTo>
                  <a:pt x="257" y="268"/>
                </a:lnTo>
                <a:lnTo>
                  <a:pt x="256" y="268"/>
                </a:lnTo>
                <a:lnTo>
                  <a:pt x="255" y="268"/>
                </a:lnTo>
                <a:lnTo>
                  <a:pt x="254" y="268"/>
                </a:lnTo>
                <a:lnTo>
                  <a:pt x="253" y="268"/>
                </a:lnTo>
                <a:lnTo>
                  <a:pt x="252" y="268"/>
                </a:lnTo>
                <a:lnTo>
                  <a:pt x="252" y="269"/>
                </a:lnTo>
                <a:lnTo>
                  <a:pt x="249" y="270"/>
                </a:lnTo>
                <a:lnTo>
                  <a:pt x="248" y="271"/>
                </a:lnTo>
                <a:lnTo>
                  <a:pt x="248" y="272"/>
                </a:lnTo>
                <a:lnTo>
                  <a:pt x="247" y="272"/>
                </a:lnTo>
                <a:lnTo>
                  <a:pt x="245" y="271"/>
                </a:lnTo>
                <a:lnTo>
                  <a:pt x="242" y="269"/>
                </a:lnTo>
                <a:lnTo>
                  <a:pt x="242" y="268"/>
                </a:lnTo>
                <a:lnTo>
                  <a:pt x="241" y="267"/>
                </a:lnTo>
                <a:lnTo>
                  <a:pt x="241" y="266"/>
                </a:lnTo>
                <a:lnTo>
                  <a:pt x="240" y="266"/>
                </a:lnTo>
                <a:lnTo>
                  <a:pt x="240" y="265"/>
                </a:lnTo>
                <a:lnTo>
                  <a:pt x="239" y="265"/>
                </a:lnTo>
                <a:lnTo>
                  <a:pt x="238" y="265"/>
                </a:lnTo>
                <a:lnTo>
                  <a:pt x="237" y="265"/>
                </a:lnTo>
                <a:lnTo>
                  <a:pt x="237" y="266"/>
                </a:lnTo>
                <a:lnTo>
                  <a:pt x="236" y="266"/>
                </a:lnTo>
                <a:lnTo>
                  <a:pt x="234" y="266"/>
                </a:lnTo>
                <a:lnTo>
                  <a:pt x="232" y="265"/>
                </a:lnTo>
                <a:lnTo>
                  <a:pt x="230" y="264"/>
                </a:lnTo>
                <a:lnTo>
                  <a:pt x="229" y="263"/>
                </a:lnTo>
                <a:lnTo>
                  <a:pt x="228" y="264"/>
                </a:lnTo>
                <a:lnTo>
                  <a:pt x="227" y="267"/>
                </a:lnTo>
                <a:lnTo>
                  <a:pt x="226" y="267"/>
                </a:lnTo>
                <a:lnTo>
                  <a:pt x="226" y="268"/>
                </a:lnTo>
                <a:lnTo>
                  <a:pt x="227" y="268"/>
                </a:lnTo>
                <a:lnTo>
                  <a:pt x="227" y="269"/>
                </a:lnTo>
                <a:lnTo>
                  <a:pt x="226" y="270"/>
                </a:lnTo>
                <a:lnTo>
                  <a:pt x="225" y="270"/>
                </a:lnTo>
                <a:lnTo>
                  <a:pt x="225" y="271"/>
                </a:lnTo>
                <a:lnTo>
                  <a:pt x="225" y="272"/>
                </a:lnTo>
                <a:lnTo>
                  <a:pt x="226" y="272"/>
                </a:lnTo>
                <a:lnTo>
                  <a:pt x="226" y="273"/>
                </a:lnTo>
                <a:lnTo>
                  <a:pt x="226" y="274"/>
                </a:lnTo>
                <a:lnTo>
                  <a:pt x="225" y="274"/>
                </a:lnTo>
                <a:lnTo>
                  <a:pt x="224" y="274"/>
                </a:lnTo>
                <a:lnTo>
                  <a:pt x="223" y="275"/>
                </a:lnTo>
                <a:lnTo>
                  <a:pt x="222" y="276"/>
                </a:lnTo>
                <a:lnTo>
                  <a:pt x="221" y="276"/>
                </a:lnTo>
                <a:lnTo>
                  <a:pt x="220" y="276"/>
                </a:lnTo>
                <a:lnTo>
                  <a:pt x="220" y="277"/>
                </a:lnTo>
                <a:lnTo>
                  <a:pt x="220" y="278"/>
                </a:lnTo>
                <a:lnTo>
                  <a:pt x="219" y="279"/>
                </a:lnTo>
                <a:lnTo>
                  <a:pt x="218" y="279"/>
                </a:lnTo>
                <a:lnTo>
                  <a:pt x="217" y="279"/>
                </a:lnTo>
                <a:lnTo>
                  <a:pt x="217" y="280"/>
                </a:lnTo>
                <a:lnTo>
                  <a:pt x="216" y="280"/>
                </a:lnTo>
                <a:lnTo>
                  <a:pt x="215" y="280"/>
                </a:lnTo>
                <a:lnTo>
                  <a:pt x="214" y="280"/>
                </a:lnTo>
                <a:lnTo>
                  <a:pt x="213" y="280"/>
                </a:lnTo>
                <a:lnTo>
                  <a:pt x="211" y="280"/>
                </a:lnTo>
                <a:lnTo>
                  <a:pt x="210" y="280"/>
                </a:lnTo>
                <a:lnTo>
                  <a:pt x="210" y="281"/>
                </a:lnTo>
                <a:lnTo>
                  <a:pt x="210" y="282"/>
                </a:lnTo>
                <a:lnTo>
                  <a:pt x="211" y="282"/>
                </a:lnTo>
                <a:lnTo>
                  <a:pt x="210" y="282"/>
                </a:lnTo>
                <a:lnTo>
                  <a:pt x="210" y="283"/>
                </a:lnTo>
                <a:lnTo>
                  <a:pt x="209" y="283"/>
                </a:lnTo>
                <a:lnTo>
                  <a:pt x="208" y="283"/>
                </a:lnTo>
                <a:lnTo>
                  <a:pt x="207" y="283"/>
                </a:lnTo>
                <a:lnTo>
                  <a:pt x="206" y="283"/>
                </a:lnTo>
                <a:lnTo>
                  <a:pt x="205" y="284"/>
                </a:lnTo>
                <a:lnTo>
                  <a:pt x="205" y="285"/>
                </a:lnTo>
                <a:lnTo>
                  <a:pt x="204" y="285"/>
                </a:lnTo>
                <a:lnTo>
                  <a:pt x="203" y="285"/>
                </a:lnTo>
                <a:lnTo>
                  <a:pt x="202" y="284"/>
                </a:lnTo>
                <a:lnTo>
                  <a:pt x="201" y="284"/>
                </a:lnTo>
                <a:lnTo>
                  <a:pt x="200" y="285"/>
                </a:lnTo>
                <a:lnTo>
                  <a:pt x="199" y="286"/>
                </a:lnTo>
                <a:lnTo>
                  <a:pt x="198" y="286"/>
                </a:lnTo>
                <a:lnTo>
                  <a:pt x="198" y="287"/>
                </a:lnTo>
                <a:lnTo>
                  <a:pt x="198" y="288"/>
                </a:lnTo>
                <a:lnTo>
                  <a:pt x="197" y="289"/>
                </a:lnTo>
                <a:lnTo>
                  <a:pt x="197" y="288"/>
                </a:lnTo>
                <a:lnTo>
                  <a:pt x="196" y="288"/>
                </a:lnTo>
                <a:lnTo>
                  <a:pt x="195" y="288"/>
                </a:lnTo>
                <a:lnTo>
                  <a:pt x="194" y="287"/>
                </a:lnTo>
                <a:lnTo>
                  <a:pt x="193" y="287"/>
                </a:lnTo>
                <a:lnTo>
                  <a:pt x="192" y="285"/>
                </a:lnTo>
                <a:lnTo>
                  <a:pt x="191" y="285"/>
                </a:lnTo>
                <a:lnTo>
                  <a:pt x="190" y="285"/>
                </a:lnTo>
                <a:lnTo>
                  <a:pt x="189" y="285"/>
                </a:lnTo>
                <a:lnTo>
                  <a:pt x="187" y="285"/>
                </a:lnTo>
                <a:lnTo>
                  <a:pt x="186" y="285"/>
                </a:lnTo>
                <a:lnTo>
                  <a:pt x="186" y="284"/>
                </a:lnTo>
                <a:lnTo>
                  <a:pt x="185" y="284"/>
                </a:lnTo>
                <a:lnTo>
                  <a:pt x="184" y="284"/>
                </a:lnTo>
                <a:lnTo>
                  <a:pt x="184" y="285"/>
                </a:lnTo>
                <a:lnTo>
                  <a:pt x="183" y="285"/>
                </a:lnTo>
                <a:lnTo>
                  <a:pt x="183" y="284"/>
                </a:lnTo>
                <a:lnTo>
                  <a:pt x="182" y="284"/>
                </a:lnTo>
                <a:lnTo>
                  <a:pt x="181" y="284"/>
                </a:lnTo>
                <a:lnTo>
                  <a:pt x="180" y="284"/>
                </a:lnTo>
                <a:lnTo>
                  <a:pt x="179" y="283"/>
                </a:lnTo>
                <a:lnTo>
                  <a:pt x="178" y="283"/>
                </a:lnTo>
                <a:lnTo>
                  <a:pt x="175" y="283"/>
                </a:lnTo>
                <a:lnTo>
                  <a:pt x="175" y="284"/>
                </a:lnTo>
                <a:lnTo>
                  <a:pt x="175" y="285"/>
                </a:lnTo>
                <a:lnTo>
                  <a:pt x="174" y="285"/>
                </a:lnTo>
                <a:lnTo>
                  <a:pt x="173" y="285"/>
                </a:lnTo>
                <a:lnTo>
                  <a:pt x="171" y="283"/>
                </a:lnTo>
                <a:lnTo>
                  <a:pt x="170" y="283"/>
                </a:lnTo>
                <a:lnTo>
                  <a:pt x="170" y="282"/>
                </a:lnTo>
                <a:lnTo>
                  <a:pt x="170" y="281"/>
                </a:lnTo>
                <a:lnTo>
                  <a:pt x="169" y="280"/>
                </a:lnTo>
                <a:lnTo>
                  <a:pt x="168" y="280"/>
                </a:lnTo>
                <a:lnTo>
                  <a:pt x="168" y="279"/>
                </a:lnTo>
                <a:lnTo>
                  <a:pt x="168" y="278"/>
                </a:lnTo>
                <a:lnTo>
                  <a:pt x="169" y="277"/>
                </a:lnTo>
                <a:lnTo>
                  <a:pt x="168" y="276"/>
                </a:lnTo>
                <a:lnTo>
                  <a:pt x="168" y="275"/>
                </a:lnTo>
                <a:lnTo>
                  <a:pt x="167" y="275"/>
                </a:lnTo>
                <a:lnTo>
                  <a:pt x="166" y="274"/>
                </a:lnTo>
                <a:lnTo>
                  <a:pt x="165" y="274"/>
                </a:lnTo>
                <a:lnTo>
                  <a:pt x="164" y="274"/>
                </a:lnTo>
                <a:lnTo>
                  <a:pt x="163" y="273"/>
                </a:lnTo>
                <a:lnTo>
                  <a:pt x="162" y="273"/>
                </a:lnTo>
                <a:lnTo>
                  <a:pt x="162" y="272"/>
                </a:lnTo>
                <a:lnTo>
                  <a:pt x="162" y="271"/>
                </a:lnTo>
                <a:lnTo>
                  <a:pt x="162" y="270"/>
                </a:lnTo>
                <a:lnTo>
                  <a:pt x="162" y="269"/>
                </a:lnTo>
                <a:lnTo>
                  <a:pt x="161" y="269"/>
                </a:lnTo>
                <a:lnTo>
                  <a:pt x="160" y="269"/>
                </a:lnTo>
                <a:lnTo>
                  <a:pt x="160" y="270"/>
                </a:lnTo>
                <a:lnTo>
                  <a:pt x="160" y="269"/>
                </a:lnTo>
                <a:lnTo>
                  <a:pt x="159" y="269"/>
                </a:lnTo>
                <a:lnTo>
                  <a:pt x="159" y="268"/>
                </a:lnTo>
                <a:lnTo>
                  <a:pt x="158" y="267"/>
                </a:lnTo>
                <a:lnTo>
                  <a:pt x="158" y="266"/>
                </a:lnTo>
                <a:lnTo>
                  <a:pt x="158" y="265"/>
                </a:lnTo>
                <a:lnTo>
                  <a:pt x="159" y="265"/>
                </a:lnTo>
                <a:lnTo>
                  <a:pt x="159" y="264"/>
                </a:lnTo>
                <a:lnTo>
                  <a:pt x="159" y="263"/>
                </a:lnTo>
                <a:lnTo>
                  <a:pt x="159" y="262"/>
                </a:lnTo>
                <a:lnTo>
                  <a:pt x="158" y="262"/>
                </a:lnTo>
                <a:lnTo>
                  <a:pt x="157" y="262"/>
                </a:lnTo>
                <a:lnTo>
                  <a:pt x="156" y="260"/>
                </a:lnTo>
                <a:lnTo>
                  <a:pt x="157" y="260"/>
                </a:lnTo>
                <a:lnTo>
                  <a:pt x="157" y="259"/>
                </a:lnTo>
                <a:lnTo>
                  <a:pt x="158" y="259"/>
                </a:lnTo>
                <a:lnTo>
                  <a:pt x="159" y="259"/>
                </a:lnTo>
                <a:lnTo>
                  <a:pt x="158" y="257"/>
                </a:lnTo>
                <a:lnTo>
                  <a:pt x="158" y="256"/>
                </a:lnTo>
                <a:lnTo>
                  <a:pt x="155" y="255"/>
                </a:lnTo>
                <a:lnTo>
                  <a:pt x="154" y="254"/>
                </a:lnTo>
                <a:lnTo>
                  <a:pt x="153" y="254"/>
                </a:lnTo>
                <a:lnTo>
                  <a:pt x="153" y="253"/>
                </a:lnTo>
                <a:lnTo>
                  <a:pt x="153" y="252"/>
                </a:lnTo>
                <a:lnTo>
                  <a:pt x="154" y="252"/>
                </a:lnTo>
                <a:lnTo>
                  <a:pt x="155" y="251"/>
                </a:lnTo>
                <a:lnTo>
                  <a:pt x="154" y="249"/>
                </a:lnTo>
                <a:lnTo>
                  <a:pt x="153" y="248"/>
                </a:lnTo>
                <a:lnTo>
                  <a:pt x="152" y="248"/>
                </a:lnTo>
                <a:lnTo>
                  <a:pt x="151" y="247"/>
                </a:lnTo>
                <a:lnTo>
                  <a:pt x="151" y="246"/>
                </a:lnTo>
                <a:lnTo>
                  <a:pt x="150" y="245"/>
                </a:lnTo>
                <a:lnTo>
                  <a:pt x="150" y="244"/>
                </a:lnTo>
                <a:lnTo>
                  <a:pt x="149" y="244"/>
                </a:lnTo>
                <a:lnTo>
                  <a:pt x="149" y="243"/>
                </a:lnTo>
                <a:lnTo>
                  <a:pt x="148" y="242"/>
                </a:lnTo>
                <a:lnTo>
                  <a:pt x="147" y="242"/>
                </a:lnTo>
                <a:lnTo>
                  <a:pt x="146" y="241"/>
                </a:lnTo>
                <a:lnTo>
                  <a:pt x="145" y="238"/>
                </a:lnTo>
                <a:lnTo>
                  <a:pt x="145" y="237"/>
                </a:lnTo>
                <a:lnTo>
                  <a:pt x="145" y="236"/>
                </a:lnTo>
                <a:lnTo>
                  <a:pt x="144" y="236"/>
                </a:lnTo>
                <a:lnTo>
                  <a:pt x="143" y="235"/>
                </a:lnTo>
                <a:lnTo>
                  <a:pt x="143" y="234"/>
                </a:lnTo>
                <a:lnTo>
                  <a:pt x="144" y="231"/>
                </a:lnTo>
                <a:lnTo>
                  <a:pt x="143" y="229"/>
                </a:lnTo>
                <a:lnTo>
                  <a:pt x="142" y="228"/>
                </a:lnTo>
                <a:lnTo>
                  <a:pt x="141" y="227"/>
                </a:lnTo>
                <a:lnTo>
                  <a:pt x="140" y="226"/>
                </a:lnTo>
                <a:lnTo>
                  <a:pt x="140" y="225"/>
                </a:lnTo>
                <a:lnTo>
                  <a:pt x="139" y="224"/>
                </a:lnTo>
                <a:lnTo>
                  <a:pt x="139" y="222"/>
                </a:lnTo>
                <a:lnTo>
                  <a:pt x="138" y="221"/>
                </a:lnTo>
                <a:lnTo>
                  <a:pt x="138" y="220"/>
                </a:lnTo>
                <a:lnTo>
                  <a:pt x="138" y="219"/>
                </a:lnTo>
                <a:lnTo>
                  <a:pt x="137" y="218"/>
                </a:lnTo>
                <a:lnTo>
                  <a:pt x="136" y="218"/>
                </a:lnTo>
                <a:lnTo>
                  <a:pt x="135" y="218"/>
                </a:lnTo>
                <a:lnTo>
                  <a:pt x="136" y="215"/>
                </a:lnTo>
                <a:lnTo>
                  <a:pt x="136" y="214"/>
                </a:lnTo>
                <a:lnTo>
                  <a:pt x="137" y="214"/>
                </a:lnTo>
                <a:lnTo>
                  <a:pt x="137" y="213"/>
                </a:lnTo>
                <a:lnTo>
                  <a:pt x="137" y="212"/>
                </a:lnTo>
                <a:lnTo>
                  <a:pt x="136" y="211"/>
                </a:lnTo>
                <a:lnTo>
                  <a:pt x="136" y="210"/>
                </a:lnTo>
                <a:lnTo>
                  <a:pt x="136" y="209"/>
                </a:lnTo>
                <a:lnTo>
                  <a:pt x="136" y="207"/>
                </a:lnTo>
                <a:lnTo>
                  <a:pt x="135" y="207"/>
                </a:lnTo>
                <a:lnTo>
                  <a:pt x="135" y="206"/>
                </a:lnTo>
                <a:lnTo>
                  <a:pt x="134" y="207"/>
                </a:lnTo>
                <a:lnTo>
                  <a:pt x="133" y="207"/>
                </a:lnTo>
                <a:lnTo>
                  <a:pt x="133" y="208"/>
                </a:lnTo>
                <a:lnTo>
                  <a:pt x="132" y="208"/>
                </a:lnTo>
                <a:lnTo>
                  <a:pt x="132" y="207"/>
                </a:lnTo>
                <a:lnTo>
                  <a:pt x="131" y="207"/>
                </a:lnTo>
                <a:lnTo>
                  <a:pt x="131" y="206"/>
                </a:lnTo>
                <a:lnTo>
                  <a:pt x="131" y="205"/>
                </a:lnTo>
                <a:lnTo>
                  <a:pt x="130" y="205"/>
                </a:lnTo>
                <a:lnTo>
                  <a:pt x="130" y="204"/>
                </a:lnTo>
                <a:lnTo>
                  <a:pt x="130" y="203"/>
                </a:lnTo>
                <a:lnTo>
                  <a:pt x="130" y="202"/>
                </a:lnTo>
                <a:lnTo>
                  <a:pt x="129" y="202"/>
                </a:lnTo>
                <a:lnTo>
                  <a:pt x="128" y="201"/>
                </a:lnTo>
                <a:lnTo>
                  <a:pt x="128" y="200"/>
                </a:lnTo>
                <a:lnTo>
                  <a:pt x="128" y="199"/>
                </a:lnTo>
                <a:lnTo>
                  <a:pt x="128" y="198"/>
                </a:lnTo>
                <a:lnTo>
                  <a:pt x="128" y="197"/>
                </a:lnTo>
                <a:lnTo>
                  <a:pt x="127" y="197"/>
                </a:lnTo>
                <a:lnTo>
                  <a:pt x="126" y="197"/>
                </a:lnTo>
                <a:lnTo>
                  <a:pt x="125" y="196"/>
                </a:lnTo>
                <a:lnTo>
                  <a:pt x="126" y="196"/>
                </a:lnTo>
                <a:lnTo>
                  <a:pt x="126" y="195"/>
                </a:lnTo>
                <a:lnTo>
                  <a:pt x="126" y="194"/>
                </a:lnTo>
                <a:lnTo>
                  <a:pt x="126" y="193"/>
                </a:lnTo>
                <a:lnTo>
                  <a:pt x="127" y="193"/>
                </a:lnTo>
                <a:lnTo>
                  <a:pt x="127" y="192"/>
                </a:lnTo>
                <a:lnTo>
                  <a:pt x="126" y="192"/>
                </a:lnTo>
                <a:lnTo>
                  <a:pt x="126" y="191"/>
                </a:lnTo>
                <a:lnTo>
                  <a:pt x="126" y="190"/>
                </a:lnTo>
                <a:lnTo>
                  <a:pt x="125" y="190"/>
                </a:lnTo>
                <a:lnTo>
                  <a:pt x="125" y="189"/>
                </a:lnTo>
                <a:lnTo>
                  <a:pt x="125" y="188"/>
                </a:lnTo>
                <a:lnTo>
                  <a:pt x="126" y="188"/>
                </a:lnTo>
                <a:lnTo>
                  <a:pt x="127" y="188"/>
                </a:lnTo>
                <a:lnTo>
                  <a:pt x="127" y="187"/>
                </a:lnTo>
                <a:lnTo>
                  <a:pt x="128" y="187"/>
                </a:lnTo>
                <a:lnTo>
                  <a:pt x="129" y="187"/>
                </a:lnTo>
                <a:lnTo>
                  <a:pt x="130" y="186"/>
                </a:lnTo>
                <a:lnTo>
                  <a:pt x="131" y="186"/>
                </a:lnTo>
                <a:lnTo>
                  <a:pt x="132" y="186"/>
                </a:lnTo>
                <a:lnTo>
                  <a:pt x="132" y="185"/>
                </a:lnTo>
                <a:lnTo>
                  <a:pt x="133" y="185"/>
                </a:lnTo>
                <a:lnTo>
                  <a:pt x="133" y="184"/>
                </a:lnTo>
                <a:lnTo>
                  <a:pt x="133" y="183"/>
                </a:lnTo>
                <a:lnTo>
                  <a:pt x="134" y="182"/>
                </a:lnTo>
                <a:lnTo>
                  <a:pt x="134" y="181"/>
                </a:lnTo>
                <a:lnTo>
                  <a:pt x="135" y="181"/>
                </a:lnTo>
                <a:lnTo>
                  <a:pt x="135" y="180"/>
                </a:lnTo>
                <a:lnTo>
                  <a:pt x="135" y="179"/>
                </a:lnTo>
                <a:lnTo>
                  <a:pt x="135" y="178"/>
                </a:lnTo>
                <a:lnTo>
                  <a:pt x="134" y="177"/>
                </a:lnTo>
                <a:lnTo>
                  <a:pt x="134" y="176"/>
                </a:lnTo>
                <a:lnTo>
                  <a:pt x="133" y="175"/>
                </a:lnTo>
                <a:lnTo>
                  <a:pt x="134" y="174"/>
                </a:lnTo>
                <a:lnTo>
                  <a:pt x="135" y="174"/>
                </a:lnTo>
                <a:lnTo>
                  <a:pt x="135" y="173"/>
                </a:lnTo>
                <a:lnTo>
                  <a:pt x="135" y="172"/>
                </a:lnTo>
                <a:lnTo>
                  <a:pt x="134" y="171"/>
                </a:lnTo>
                <a:lnTo>
                  <a:pt x="133" y="171"/>
                </a:lnTo>
                <a:lnTo>
                  <a:pt x="132" y="171"/>
                </a:lnTo>
                <a:lnTo>
                  <a:pt x="131" y="171"/>
                </a:lnTo>
                <a:lnTo>
                  <a:pt x="130" y="171"/>
                </a:lnTo>
                <a:lnTo>
                  <a:pt x="130" y="172"/>
                </a:lnTo>
                <a:lnTo>
                  <a:pt x="129" y="172"/>
                </a:lnTo>
                <a:lnTo>
                  <a:pt x="128" y="172"/>
                </a:lnTo>
                <a:lnTo>
                  <a:pt x="128" y="173"/>
                </a:lnTo>
                <a:lnTo>
                  <a:pt x="127" y="172"/>
                </a:lnTo>
                <a:lnTo>
                  <a:pt x="127" y="171"/>
                </a:lnTo>
                <a:lnTo>
                  <a:pt x="126" y="171"/>
                </a:lnTo>
                <a:lnTo>
                  <a:pt x="125" y="171"/>
                </a:lnTo>
                <a:lnTo>
                  <a:pt x="125" y="170"/>
                </a:lnTo>
                <a:lnTo>
                  <a:pt x="124" y="170"/>
                </a:lnTo>
                <a:lnTo>
                  <a:pt x="123" y="170"/>
                </a:lnTo>
                <a:lnTo>
                  <a:pt x="123" y="171"/>
                </a:lnTo>
                <a:lnTo>
                  <a:pt x="122" y="171"/>
                </a:lnTo>
                <a:lnTo>
                  <a:pt x="121" y="172"/>
                </a:lnTo>
                <a:lnTo>
                  <a:pt x="120" y="172"/>
                </a:lnTo>
                <a:lnTo>
                  <a:pt x="119" y="172"/>
                </a:lnTo>
                <a:lnTo>
                  <a:pt x="119" y="173"/>
                </a:lnTo>
                <a:lnTo>
                  <a:pt x="118" y="173"/>
                </a:lnTo>
                <a:lnTo>
                  <a:pt x="118" y="172"/>
                </a:lnTo>
                <a:lnTo>
                  <a:pt x="117" y="172"/>
                </a:lnTo>
                <a:lnTo>
                  <a:pt x="116" y="171"/>
                </a:lnTo>
                <a:lnTo>
                  <a:pt x="115" y="171"/>
                </a:lnTo>
                <a:lnTo>
                  <a:pt x="114" y="171"/>
                </a:lnTo>
                <a:lnTo>
                  <a:pt x="113" y="171"/>
                </a:lnTo>
                <a:lnTo>
                  <a:pt x="112" y="171"/>
                </a:lnTo>
                <a:lnTo>
                  <a:pt x="111" y="171"/>
                </a:lnTo>
                <a:lnTo>
                  <a:pt x="110" y="171"/>
                </a:lnTo>
                <a:lnTo>
                  <a:pt x="109" y="171"/>
                </a:lnTo>
                <a:lnTo>
                  <a:pt x="108" y="171"/>
                </a:lnTo>
                <a:lnTo>
                  <a:pt x="108" y="170"/>
                </a:lnTo>
                <a:lnTo>
                  <a:pt x="108" y="169"/>
                </a:lnTo>
                <a:lnTo>
                  <a:pt x="109" y="169"/>
                </a:lnTo>
                <a:lnTo>
                  <a:pt x="108" y="168"/>
                </a:lnTo>
                <a:lnTo>
                  <a:pt x="108" y="167"/>
                </a:lnTo>
                <a:lnTo>
                  <a:pt x="108" y="166"/>
                </a:lnTo>
                <a:lnTo>
                  <a:pt x="108" y="165"/>
                </a:lnTo>
                <a:lnTo>
                  <a:pt x="108" y="164"/>
                </a:lnTo>
                <a:lnTo>
                  <a:pt x="107" y="163"/>
                </a:lnTo>
                <a:lnTo>
                  <a:pt x="106" y="163"/>
                </a:lnTo>
                <a:lnTo>
                  <a:pt x="106" y="162"/>
                </a:lnTo>
                <a:lnTo>
                  <a:pt x="105" y="162"/>
                </a:lnTo>
                <a:lnTo>
                  <a:pt x="105" y="161"/>
                </a:lnTo>
                <a:lnTo>
                  <a:pt x="105" y="160"/>
                </a:lnTo>
                <a:lnTo>
                  <a:pt x="104" y="160"/>
                </a:lnTo>
                <a:lnTo>
                  <a:pt x="104" y="159"/>
                </a:lnTo>
                <a:lnTo>
                  <a:pt x="104" y="160"/>
                </a:lnTo>
                <a:lnTo>
                  <a:pt x="103" y="160"/>
                </a:lnTo>
                <a:lnTo>
                  <a:pt x="103" y="161"/>
                </a:lnTo>
                <a:lnTo>
                  <a:pt x="102" y="161"/>
                </a:lnTo>
                <a:lnTo>
                  <a:pt x="102" y="162"/>
                </a:lnTo>
                <a:lnTo>
                  <a:pt x="101" y="162"/>
                </a:lnTo>
                <a:lnTo>
                  <a:pt x="101" y="161"/>
                </a:lnTo>
                <a:lnTo>
                  <a:pt x="101" y="160"/>
                </a:lnTo>
                <a:lnTo>
                  <a:pt x="100" y="160"/>
                </a:lnTo>
                <a:lnTo>
                  <a:pt x="99" y="160"/>
                </a:lnTo>
                <a:lnTo>
                  <a:pt x="98" y="160"/>
                </a:lnTo>
                <a:lnTo>
                  <a:pt x="98" y="159"/>
                </a:lnTo>
                <a:lnTo>
                  <a:pt x="98" y="158"/>
                </a:lnTo>
                <a:lnTo>
                  <a:pt x="97" y="158"/>
                </a:lnTo>
                <a:lnTo>
                  <a:pt x="96" y="158"/>
                </a:lnTo>
                <a:lnTo>
                  <a:pt x="95" y="158"/>
                </a:lnTo>
                <a:lnTo>
                  <a:pt x="95" y="157"/>
                </a:lnTo>
                <a:lnTo>
                  <a:pt x="94" y="156"/>
                </a:lnTo>
                <a:lnTo>
                  <a:pt x="94" y="155"/>
                </a:lnTo>
                <a:lnTo>
                  <a:pt x="93" y="154"/>
                </a:lnTo>
                <a:lnTo>
                  <a:pt x="93" y="153"/>
                </a:lnTo>
                <a:lnTo>
                  <a:pt x="93" y="152"/>
                </a:lnTo>
                <a:lnTo>
                  <a:pt x="92" y="152"/>
                </a:lnTo>
                <a:lnTo>
                  <a:pt x="92" y="151"/>
                </a:lnTo>
                <a:lnTo>
                  <a:pt x="90" y="151"/>
                </a:lnTo>
                <a:lnTo>
                  <a:pt x="89" y="151"/>
                </a:lnTo>
                <a:lnTo>
                  <a:pt x="89" y="152"/>
                </a:lnTo>
                <a:lnTo>
                  <a:pt x="88" y="153"/>
                </a:lnTo>
                <a:lnTo>
                  <a:pt x="87" y="152"/>
                </a:lnTo>
                <a:lnTo>
                  <a:pt x="86" y="153"/>
                </a:lnTo>
                <a:lnTo>
                  <a:pt x="85" y="153"/>
                </a:lnTo>
                <a:lnTo>
                  <a:pt x="85" y="152"/>
                </a:lnTo>
                <a:lnTo>
                  <a:pt x="84" y="153"/>
                </a:lnTo>
                <a:lnTo>
                  <a:pt x="83" y="153"/>
                </a:lnTo>
                <a:lnTo>
                  <a:pt x="82" y="152"/>
                </a:lnTo>
                <a:lnTo>
                  <a:pt x="81" y="152"/>
                </a:lnTo>
                <a:lnTo>
                  <a:pt x="80" y="151"/>
                </a:lnTo>
                <a:lnTo>
                  <a:pt x="80" y="150"/>
                </a:lnTo>
                <a:lnTo>
                  <a:pt x="79" y="149"/>
                </a:lnTo>
                <a:lnTo>
                  <a:pt x="79" y="148"/>
                </a:lnTo>
                <a:lnTo>
                  <a:pt x="78" y="148"/>
                </a:lnTo>
                <a:lnTo>
                  <a:pt x="77" y="149"/>
                </a:lnTo>
                <a:lnTo>
                  <a:pt x="77" y="150"/>
                </a:lnTo>
                <a:lnTo>
                  <a:pt x="77" y="151"/>
                </a:lnTo>
                <a:lnTo>
                  <a:pt x="77" y="152"/>
                </a:lnTo>
                <a:lnTo>
                  <a:pt x="77" y="153"/>
                </a:lnTo>
                <a:lnTo>
                  <a:pt x="77" y="154"/>
                </a:lnTo>
                <a:lnTo>
                  <a:pt x="76" y="154"/>
                </a:lnTo>
                <a:lnTo>
                  <a:pt x="76" y="155"/>
                </a:lnTo>
                <a:lnTo>
                  <a:pt x="76" y="156"/>
                </a:lnTo>
                <a:lnTo>
                  <a:pt x="76" y="157"/>
                </a:lnTo>
                <a:lnTo>
                  <a:pt x="75" y="158"/>
                </a:lnTo>
                <a:lnTo>
                  <a:pt x="74" y="158"/>
                </a:lnTo>
                <a:lnTo>
                  <a:pt x="74" y="159"/>
                </a:lnTo>
                <a:lnTo>
                  <a:pt x="74" y="160"/>
                </a:lnTo>
                <a:lnTo>
                  <a:pt x="75" y="160"/>
                </a:lnTo>
                <a:lnTo>
                  <a:pt x="75" y="161"/>
                </a:lnTo>
                <a:lnTo>
                  <a:pt x="74" y="161"/>
                </a:lnTo>
                <a:lnTo>
                  <a:pt x="73" y="161"/>
                </a:lnTo>
                <a:lnTo>
                  <a:pt x="73" y="162"/>
                </a:lnTo>
                <a:lnTo>
                  <a:pt x="72" y="163"/>
                </a:lnTo>
                <a:lnTo>
                  <a:pt x="71" y="163"/>
                </a:lnTo>
                <a:lnTo>
                  <a:pt x="72" y="164"/>
                </a:lnTo>
                <a:lnTo>
                  <a:pt x="72" y="165"/>
                </a:lnTo>
                <a:lnTo>
                  <a:pt x="72" y="166"/>
                </a:lnTo>
                <a:lnTo>
                  <a:pt x="71" y="167"/>
                </a:lnTo>
                <a:lnTo>
                  <a:pt x="71" y="168"/>
                </a:lnTo>
                <a:lnTo>
                  <a:pt x="70" y="168"/>
                </a:lnTo>
                <a:lnTo>
                  <a:pt x="70" y="169"/>
                </a:lnTo>
                <a:lnTo>
                  <a:pt x="69" y="169"/>
                </a:lnTo>
                <a:lnTo>
                  <a:pt x="69" y="171"/>
                </a:lnTo>
                <a:lnTo>
                  <a:pt x="68" y="171"/>
                </a:lnTo>
                <a:lnTo>
                  <a:pt x="68" y="172"/>
                </a:lnTo>
                <a:lnTo>
                  <a:pt x="68" y="173"/>
                </a:lnTo>
                <a:lnTo>
                  <a:pt x="68" y="174"/>
                </a:lnTo>
                <a:lnTo>
                  <a:pt x="67" y="175"/>
                </a:lnTo>
                <a:lnTo>
                  <a:pt x="66" y="175"/>
                </a:lnTo>
                <a:lnTo>
                  <a:pt x="66" y="176"/>
                </a:lnTo>
                <a:lnTo>
                  <a:pt x="67" y="176"/>
                </a:lnTo>
                <a:lnTo>
                  <a:pt x="66" y="177"/>
                </a:lnTo>
                <a:lnTo>
                  <a:pt x="66" y="179"/>
                </a:lnTo>
                <a:lnTo>
                  <a:pt x="65" y="180"/>
                </a:lnTo>
                <a:lnTo>
                  <a:pt x="64" y="180"/>
                </a:lnTo>
                <a:lnTo>
                  <a:pt x="63" y="180"/>
                </a:lnTo>
                <a:lnTo>
                  <a:pt x="63" y="181"/>
                </a:lnTo>
                <a:lnTo>
                  <a:pt x="62" y="181"/>
                </a:lnTo>
                <a:lnTo>
                  <a:pt x="61" y="181"/>
                </a:lnTo>
                <a:lnTo>
                  <a:pt x="61" y="180"/>
                </a:lnTo>
                <a:lnTo>
                  <a:pt x="60" y="180"/>
                </a:lnTo>
                <a:lnTo>
                  <a:pt x="60" y="181"/>
                </a:lnTo>
                <a:lnTo>
                  <a:pt x="59" y="181"/>
                </a:lnTo>
                <a:lnTo>
                  <a:pt x="58" y="181"/>
                </a:lnTo>
                <a:lnTo>
                  <a:pt x="57" y="181"/>
                </a:lnTo>
                <a:lnTo>
                  <a:pt x="56" y="180"/>
                </a:lnTo>
                <a:lnTo>
                  <a:pt x="55" y="180"/>
                </a:lnTo>
                <a:lnTo>
                  <a:pt x="53" y="180"/>
                </a:lnTo>
                <a:lnTo>
                  <a:pt x="53" y="179"/>
                </a:lnTo>
                <a:lnTo>
                  <a:pt x="52" y="179"/>
                </a:lnTo>
                <a:lnTo>
                  <a:pt x="51" y="179"/>
                </a:lnTo>
                <a:lnTo>
                  <a:pt x="50" y="179"/>
                </a:lnTo>
                <a:lnTo>
                  <a:pt x="49" y="179"/>
                </a:lnTo>
                <a:lnTo>
                  <a:pt x="48" y="179"/>
                </a:lnTo>
                <a:lnTo>
                  <a:pt x="47" y="179"/>
                </a:lnTo>
                <a:lnTo>
                  <a:pt x="47" y="178"/>
                </a:lnTo>
                <a:lnTo>
                  <a:pt x="47" y="177"/>
                </a:lnTo>
                <a:lnTo>
                  <a:pt x="47" y="176"/>
                </a:lnTo>
                <a:lnTo>
                  <a:pt x="47" y="175"/>
                </a:lnTo>
                <a:lnTo>
                  <a:pt x="46" y="174"/>
                </a:lnTo>
                <a:lnTo>
                  <a:pt x="45" y="174"/>
                </a:lnTo>
                <a:lnTo>
                  <a:pt x="45" y="173"/>
                </a:lnTo>
                <a:lnTo>
                  <a:pt x="45" y="172"/>
                </a:lnTo>
                <a:lnTo>
                  <a:pt x="44" y="172"/>
                </a:lnTo>
                <a:lnTo>
                  <a:pt x="43" y="172"/>
                </a:lnTo>
                <a:lnTo>
                  <a:pt x="42" y="171"/>
                </a:lnTo>
                <a:lnTo>
                  <a:pt x="41" y="171"/>
                </a:lnTo>
                <a:lnTo>
                  <a:pt x="42" y="170"/>
                </a:lnTo>
                <a:lnTo>
                  <a:pt x="42" y="169"/>
                </a:lnTo>
                <a:lnTo>
                  <a:pt x="42" y="168"/>
                </a:lnTo>
                <a:lnTo>
                  <a:pt x="42" y="167"/>
                </a:lnTo>
                <a:lnTo>
                  <a:pt x="43" y="167"/>
                </a:lnTo>
                <a:lnTo>
                  <a:pt x="42" y="166"/>
                </a:lnTo>
                <a:lnTo>
                  <a:pt x="41" y="166"/>
                </a:lnTo>
                <a:lnTo>
                  <a:pt x="41" y="165"/>
                </a:lnTo>
                <a:lnTo>
                  <a:pt x="40" y="165"/>
                </a:lnTo>
                <a:lnTo>
                  <a:pt x="39" y="165"/>
                </a:lnTo>
                <a:lnTo>
                  <a:pt x="39" y="164"/>
                </a:lnTo>
                <a:lnTo>
                  <a:pt x="38" y="164"/>
                </a:lnTo>
                <a:lnTo>
                  <a:pt x="37" y="164"/>
                </a:lnTo>
                <a:lnTo>
                  <a:pt x="37" y="165"/>
                </a:lnTo>
                <a:lnTo>
                  <a:pt x="36" y="165"/>
                </a:lnTo>
                <a:lnTo>
                  <a:pt x="34" y="165"/>
                </a:lnTo>
                <a:lnTo>
                  <a:pt x="34" y="164"/>
                </a:lnTo>
                <a:lnTo>
                  <a:pt x="34" y="163"/>
                </a:lnTo>
                <a:lnTo>
                  <a:pt x="33" y="163"/>
                </a:lnTo>
                <a:lnTo>
                  <a:pt x="33" y="164"/>
                </a:lnTo>
                <a:lnTo>
                  <a:pt x="33" y="163"/>
                </a:lnTo>
                <a:lnTo>
                  <a:pt x="32" y="163"/>
                </a:lnTo>
                <a:lnTo>
                  <a:pt x="31" y="163"/>
                </a:lnTo>
                <a:lnTo>
                  <a:pt x="30" y="164"/>
                </a:lnTo>
                <a:lnTo>
                  <a:pt x="29" y="164"/>
                </a:lnTo>
                <a:lnTo>
                  <a:pt x="28" y="164"/>
                </a:lnTo>
                <a:lnTo>
                  <a:pt x="28" y="163"/>
                </a:lnTo>
                <a:lnTo>
                  <a:pt x="28" y="162"/>
                </a:lnTo>
                <a:lnTo>
                  <a:pt x="27" y="162"/>
                </a:lnTo>
                <a:lnTo>
                  <a:pt x="27" y="161"/>
                </a:lnTo>
                <a:lnTo>
                  <a:pt x="26" y="161"/>
                </a:lnTo>
                <a:lnTo>
                  <a:pt x="25" y="161"/>
                </a:lnTo>
                <a:lnTo>
                  <a:pt x="25" y="162"/>
                </a:lnTo>
                <a:lnTo>
                  <a:pt x="24" y="162"/>
                </a:lnTo>
                <a:lnTo>
                  <a:pt x="24" y="161"/>
                </a:lnTo>
                <a:lnTo>
                  <a:pt x="23" y="161"/>
                </a:lnTo>
                <a:lnTo>
                  <a:pt x="22" y="161"/>
                </a:lnTo>
                <a:lnTo>
                  <a:pt x="21" y="160"/>
                </a:lnTo>
                <a:lnTo>
                  <a:pt x="20" y="160"/>
                </a:lnTo>
                <a:lnTo>
                  <a:pt x="19" y="160"/>
                </a:lnTo>
                <a:lnTo>
                  <a:pt x="19" y="159"/>
                </a:lnTo>
                <a:lnTo>
                  <a:pt x="19" y="158"/>
                </a:lnTo>
                <a:lnTo>
                  <a:pt x="18" y="157"/>
                </a:lnTo>
                <a:lnTo>
                  <a:pt x="17" y="157"/>
                </a:lnTo>
                <a:lnTo>
                  <a:pt x="16" y="157"/>
                </a:lnTo>
                <a:lnTo>
                  <a:pt x="15" y="157"/>
                </a:lnTo>
                <a:lnTo>
                  <a:pt x="14" y="157"/>
                </a:lnTo>
                <a:lnTo>
                  <a:pt x="14" y="156"/>
                </a:lnTo>
                <a:lnTo>
                  <a:pt x="13" y="156"/>
                </a:lnTo>
                <a:lnTo>
                  <a:pt x="13" y="155"/>
                </a:lnTo>
                <a:lnTo>
                  <a:pt x="12" y="155"/>
                </a:lnTo>
                <a:lnTo>
                  <a:pt x="11" y="155"/>
                </a:lnTo>
                <a:lnTo>
                  <a:pt x="11" y="153"/>
                </a:lnTo>
                <a:lnTo>
                  <a:pt x="11" y="152"/>
                </a:lnTo>
                <a:lnTo>
                  <a:pt x="10" y="152"/>
                </a:lnTo>
                <a:lnTo>
                  <a:pt x="9" y="152"/>
                </a:lnTo>
                <a:lnTo>
                  <a:pt x="7" y="151"/>
                </a:lnTo>
                <a:lnTo>
                  <a:pt x="6" y="151"/>
                </a:lnTo>
                <a:lnTo>
                  <a:pt x="6" y="152"/>
                </a:lnTo>
                <a:lnTo>
                  <a:pt x="5" y="152"/>
                </a:lnTo>
                <a:lnTo>
                  <a:pt x="4" y="152"/>
                </a:lnTo>
                <a:lnTo>
                  <a:pt x="3" y="153"/>
                </a:lnTo>
                <a:lnTo>
                  <a:pt x="2" y="153"/>
                </a:lnTo>
                <a:lnTo>
                  <a:pt x="0" y="153"/>
                </a:lnTo>
                <a:lnTo>
                  <a:pt x="0" y="152"/>
                </a:lnTo>
                <a:lnTo>
                  <a:pt x="0" y="151"/>
                </a:lnTo>
                <a:lnTo>
                  <a:pt x="0" y="150"/>
                </a:lnTo>
                <a:lnTo>
                  <a:pt x="0" y="149"/>
                </a:lnTo>
                <a:lnTo>
                  <a:pt x="1" y="149"/>
                </a:lnTo>
                <a:lnTo>
                  <a:pt x="2" y="149"/>
                </a:lnTo>
                <a:lnTo>
                  <a:pt x="2" y="148"/>
                </a:lnTo>
                <a:lnTo>
                  <a:pt x="3" y="148"/>
                </a:lnTo>
                <a:lnTo>
                  <a:pt x="3" y="147"/>
                </a:lnTo>
                <a:lnTo>
                  <a:pt x="3" y="146"/>
                </a:lnTo>
                <a:lnTo>
                  <a:pt x="4" y="146"/>
                </a:lnTo>
                <a:lnTo>
                  <a:pt x="4" y="145"/>
                </a:lnTo>
                <a:lnTo>
                  <a:pt x="5" y="145"/>
                </a:lnTo>
                <a:lnTo>
                  <a:pt x="6" y="144"/>
                </a:lnTo>
                <a:lnTo>
                  <a:pt x="7" y="143"/>
                </a:lnTo>
                <a:lnTo>
                  <a:pt x="6" y="143"/>
                </a:lnTo>
                <a:lnTo>
                  <a:pt x="6" y="142"/>
                </a:lnTo>
                <a:lnTo>
                  <a:pt x="7" y="142"/>
                </a:lnTo>
                <a:lnTo>
                  <a:pt x="7" y="141"/>
                </a:lnTo>
                <a:lnTo>
                  <a:pt x="8" y="141"/>
                </a:lnTo>
                <a:lnTo>
                  <a:pt x="7" y="141"/>
                </a:lnTo>
                <a:lnTo>
                  <a:pt x="7" y="140"/>
                </a:lnTo>
                <a:lnTo>
                  <a:pt x="8" y="139"/>
                </a:lnTo>
                <a:lnTo>
                  <a:pt x="9" y="139"/>
                </a:lnTo>
                <a:lnTo>
                  <a:pt x="10" y="139"/>
                </a:lnTo>
                <a:lnTo>
                  <a:pt x="11" y="139"/>
                </a:lnTo>
                <a:lnTo>
                  <a:pt x="12" y="139"/>
                </a:lnTo>
                <a:lnTo>
                  <a:pt x="12" y="138"/>
                </a:lnTo>
                <a:lnTo>
                  <a:pt x="13" y="138"/>
                </a:lnTo>
                <a:lnTo>
                  <a:pt x="13" y="137"/>
                </a:lnTo>
                <a:lnTo>
                  <a:pt x="13" y="136"/>
                </a:lnTo>
                <a:lnTo>
                  <a:pt x="14" y="136"/>
                </a:lnTo>
                <a:lnTo>
                  <a:pt x="15" y="135"/>
                </a:lnTo>
                <a:lnTo>
                  <a:pt x="15" y="134"/>
                </a:lnTo>
                <a:lnTo>
                  <a:pt x="16" y="133"/>
                </a:lnTo>
                <a:lnTo>
                  <a:pt x="16" y="132"/>
                </a:lnTo>
                <a:lnTo>
                  <a:pt x="17" y="132"/>
                </a:lnTo>
                <a:lnTo>
                  <a:pt x="18" y="131"/>
                </a:lnTo>
                <a:lnTo>
                  <a:pt x="18" y="130"/>
                </a:lnTo>
                <a:lnTo>
                  <a:pt x="18" y="129"/>
                </a:lnTo>
                <a:lnTo>
                  <a:pt x="18" y="128"/>
                </a:lnTo>
                <a:lnTo>
                  <a:pt x="19" y="127"/>
                </a:lnTo>
                <a:lnTo>
                  <a:pt x="19" y="126"/>
                </a:lnTo>
                <a:lnTo>
                  <a:pt x="20" y="125"/>
                </a:lnTo>
                <a:lnTo>
                  <a:pt x="21" y="125"/>
                </a:lnTo>
                <a:lnTo>
                  <a:pt x="21" y="124"/>
                </a:lnTo>
                <a:lnTo>
                  <a:pt x="22" y="124"/>
                </a:lnTo>
                <a:lnTo>
                  <a:pt x="23" y="123"/>
                </a:lnTo>
                <a:lnTo>
                  <a:pt x="23" y="122"/>
                </a:lnTo>
                <a:lnTo>
                  <a:pt x="23" y="121"/>
                </a:lnTo>
                <a:lnTo>
                  <a:pt x="24" y="120"/>
                </a:lnTo>
                <a:lnTo>
                  <a:pt x="25" y="120"/>
                </a:lnTo>
                <a:lnTo>
                  <a:pt x="26" y="119"/>
                </a:lnTo>
                <a:lnTo>
                  <a:pt x="26" y="118"/>
                </a:lnTo>
                <a:lnTo>
                  <a:pt x="27" y="118"/>
                </a:lnTo>
                <a:lnTo>
                  <a:pt x="27" y="117"/>
                </a:lnTo>
                <a:lnTo>
                  <a:pt x="27" y="116"/>
                </a:lnTo>
                <a:lnTo>
                  <a:pt x="27" y="115"/>
                </a:lnTo>
                <a:lnTo>
                  <a:pt x="28" y="115"/>
                </a:lnTo>
                <a:lnTo>
                  <a:pt x="29" y="114"/>
                </a:lnTo>
                <a:lnTo>
                  <a:pt x="28" y="113"/>
                </a:lnTo>
                <a:lnTo>
                  <a:pt x="27" y="113"/>
                </a:lnTo>
                <a:lnTo>
                  <a:pt x="27" y="112"/>
                </a:lnTo>
                <a:lnTo>
                  <a:pt x="27" y="111"/>
                </a:lnTo>
                <a:lnTo>
                  <a:pt x="27" y="110"/>
                </a:lnTo>
                <a:lnTo>
                  <a:pt x="27" y="109"/>
                </a:lnTo>
                <a:lnTo>
                  <a:pt x="28" y="109"/>
                </a:lnTo>
                <a:lnTo>
                  <a:pt x="29" y="108"/>
                </a:lnTo>
                <a:lnTo>
                  <a:pt x="29" y="107"/>
                </a:lnTo>
                <a:lnTo>
                  <a:pt x="30" y="107"/>
                </a:lnTo>
                <a:lnTo>
                  <a:pt x="31" y="106"/>
                </a:lnTo>
                <a:lnTo>
                  <a:pt x="31" y="105"/>
                </a:lnTo>
                <a:lnTo>
                  <a:pt x="31" y="104"/>
                </a:lnTo>
                <a:lnTo>
                  <a:pt x="31" y="102"/>
                </a:lnTo>
                <a:lnTo>
                  <a:pt x="31" y="101"/>
                </a:lnTo>
                <a:lnTo>
                  <a:pt x="32" y="101"/>
                </a:lnTo>
                <a:lnTo>
                  <a:pt x="32" y="100"/>
                </a:lnTo>
                <a:lnTo>
                  <a:pt x="32" y="99"/>
                </a:lnTo>
                <a:lnTo>
                  <a:pt x="32" y="98"/>
                </a:lnTo>
                <a:lnTo>
                  <a:pt x="33" y="97"/>
                </a:lnTo>
                <a:lnTo>
                  <a:pt x="33" y="96"/>
                </a:lnTo>
                <a:lnTo>
                  <a:pt x="33" y="95"/>
                </a:lnTo>
                <a:lnTo>
                  <a:pt x="34" y="95"/>
                </a:lnTo>
                <a:lnTo>
                  <a:pt x="34" y="94"/>
                </a:lnTo>
                <a:lnTo>
                  <a:pt x="35" y="94"/>
                </a:lnTo>
                <a:lnTo>
                  <a:pt x="36" y="94"/>
                </a:lnTo>
                <a:lnTo>
                  <a:pt x="36" y="93"/>
                </a:lnTo>
                <a:lnTo>
                  <a:pt x="37" y="93"/>
                </a:lnTo>
                <a:lnTo>
                  <a:pt x="37" y="92"/>
                </a:lnTo>
                <a:lnTo>
                  <a:pt x="38" y="92"/>
                </a:lnTo>
                <a:lnTo>
                  <a:pt x="38" y="91"/>
                </a:lnTo>
                <a:lnTo>
                  <a:pt x="38" y="90"/>
                </a:lnTo>
                <a:lnTo>
                  <a:pt x="38" y="89"/>
                </a:lnTo>
                <a:lnTo>
                  <a:pt x="39" y="89"/>
                </a:lnTo>
                <a:lnTo>
                  <a:pt x="39" y="88"/>
                </a:lnTo>
                <a:lnTo>
                  <a:pt x="39" y="87"/>
                </a:lnTo>
                <a:lnTo>
                  <a:pt x="40" y="87"/>
                </a:lnTo>
                <a:lnTo>
                  <a:pt x="40" y="86"/>
                </a:lnTo>
                <a:lnTo>
                  <a:pt x="40" y="85"/>
                </a:lnTo>
                <a:lnTo>
                  <a:pt x="39" y="85"/>
                </a:lnTo>
                <a:lnTo>
                  <a:pt x="38" y="84"/>
                </a:lnTo>
                <a:lnTo>
                  <a:pt x="37" y="84"/>
                </a:lnTo>
                <a:lnTo>
                  <a:pt x="36" y="83"/>
                </a:lnTo>
                <a:lnTo>
                  <a:pt x="36" y="82"/>
                </a:lnTo>
                <a:lnTo>
                  <a:pt x="36" y="81"/>
                </a:lnTo>
                <a:lnTo>
                  <a:pt x="36" y="80"/>
                </a:lnTo>
                <a:lnTo>
                  <a:pt x="36" y="79"/>
                </a:lnTo>
                <a:lnTo>
                  <a:pt x="35" y="79"/>
                </a:lnTo>
                <a:lnTo>
                  <a:pt x="34" y="78"/>
                </a:lnTo>
                <a:lnTo>
                  <a:pt x="34" y="77"/>
                </a:lnTo>
                <a:lnTo>
                  <a:pt x="33" y="76"/>
                </a:lnTo>
                <a:lnTo>
                  <a:pt x="32" y="76"/>
                </a:lnTo>
                <a:lnTo>
                  <a:pt x="31" y="77"/>
                </a:lnTo>
                <a:lnTo>
                  <a:pt x="30" y="77"/>
                </a:lnTo>
                <a:lnTo>
                  <a:pt x="30" y="76"/>
                </a:lnTo>
                <a:lnTo>
                  <a:pt x="29" y="75"/>
                </a:lnTo>
                <a:lnTo>
                  <a:pt x="28" y="75"/>
                </a:lnTo>
                <a:lnTo>
                  <a:pt x="27" y="75"/>
                </a:lnTo>
                <a:lnTo>
                  <a:pt x="26" y="75"/>
                </a:lnTo>
                <a:lnTo>
                  <a:pt x="26" y="74"/>
                </a:lnTo>
                <a:lnTo>
                  <a:pt x="25" y="74"/>
                </a:lnTo>
                <a:lnTo>
                  <a:pt x="25" y="73"/>
                </a:lnTo>
                <a:lnTo>
                  <a:pt x="24" y="72"/>
                </a:lnTo>
                <a:lnTo>
                  <a:pt x="25" y="72"/>
                </a:lnTo>
                <a:lnTo>
                  <a:pt x="25" y="71"/>
                </a:lnTo>
                <a:lnTo>
                  <a:pt x="26" y="71"/>
                </a:lnTo>
                <a:lnTo>
                  <a:pt x="26" y="70"/>
                </a:lnTo>
                <a:lnTo>
                  <a:pt x="25" y="70"/>
                </a:lnTo>
                <a:lnTo>
                  <a:pt x="25" y="69"/>
                </a:lnTo>
                <a:lnTo>
                  <a:pt x="25" y="68"/>
                </a:lnTo>
                <a:lnTo>
                  <a:pt x="25" y="66"/>
                </a:lnTo>
                <a:lnTo>
                  <a:pt x="25" y="65"/>
                </a:lnTo>
                <a:lnTo>
                  <a:pt x="24" y="65"/>
                </a:lnTo>
                <a:lnTo>
                  <a:pt x="23" y="64"/>
                </a:lnTo>
                <a:lnTo>
                  <a:pt x="22" y="64"/>
                </a:lnTo>
                <a:lnTo>
                  <a:pt x="21" y="64"/>
                </a:lnTo>
                <a:lnTo>
                  <a:pt x="20" y="64"/>
                </a:lnTo>
                <a:lnTo>
                  <a:pt x="19" y="63"/>
                </a:lnTo>
                <a:lnTo>
                  <a:pt x="18" y="63"/>
                </a:lnTo>
                <a:lnTo>
                  <a:pt x="18" y="62"/>
                </a:lnTo>
                <a:lnTo>
                  <a:pt x="17" y="62"/>
                </a:lnTo>
                <a:lnTo>
                  <a:pt x="17" y="61"/>
                </a:lnTo>
                <a:lnTo>
                  <a:pt x="16" y="60"/>
                </a:lnTo>
                <a:lnTo>
                  <a:pt x="15" y="60"/>
                </a:lnTo>
                <a:lnTo>
                  <a:pt x="15" y="61"/>
                </a:lnTo>
                <a:lnTo>
                  <a:pt x="14" y="61"/>
                </a:lnTo>
                <a:lnTo>
                  <a:pt x="14" y="60"/>
                </a:lnTo>
                <a:lnTo>
                  <a:pt x="13" y="59"/>
                </a:lnTo>
                <a:lnTo>
                  <a:pt x="12" y="59"/>
                </a:lnTo>
                <a:lnTo>
                  <a:pt x="12" y="58"/>
                </a:lnTo>
                <a:lnTo>
                  <a:pt x="11" y="58"/>
                </a:lnTo>
                <a:lnTo>
                  <a:pt x="10" y="58"/>
                </a:lnTo>
                <a:lnTo>
                  <a:pt x="10" y="57"/>
                </a:lnTo>
                <a:lnTo>
                  <a:pt x="9" y="57"/>
                </a:lnTo>
                <a:lnTo>
                  <a:pt x="9" y="56"/>
                </a:lnTo>
                <a:lnTo>
                  <a:pt x="10" y="56"/>
                </a:lnTo>
                <a:lnTo>
                  <a:pt x="11" y="56"/>
                </a:lnTo>
                <a:lnTo>
                  <a:pt x="11" y="55"/>
                </a:lnTo>
                <a:lnTo>
                  <a:pt x="12" y="55"/>
                </a:lnTo>
                <a:lnTo>
                  <a:pt x="13" y="55"/>
                </a:lnTo>
                <a:lnTo>
                  <a:pt x="13" y="54"/>
                </a:lnTo>
                <a:lnTo>
                  <a:pt x="14" y="54"/>
                </a:lnTo>
                <a:lnTo>
                  <a:pt x="15" y="54"/>
                </a:lnTo>
                <a:lnTo>
                  <a:pt x="16" y="53"/>
                </a:lnTo>
                <a:lnTo>
                  <a:pt x="17" y="53"/>
                </a:lnTo>
                <a:lnTo>
                  <a:pt x="17" y="52"/>
                </a:lnTo>
                <a:lnTo>
                  <a:pt x="18" y="52"/>
                </a:lnTo>
                <a:lnTo>
                  <a:pt x="18" y="51"/>
                </a:lnTo>
                <a:lnTo>
                  <a:pt x="19" y="51"/>
                </a:lnTo>
                <a:lnTo>
                  <a:pt x="19" y="50"/>
                </a:lnTo>
                <a:lnTo>
                  <a:pt x="20" y="50"/>
                </a:lnTo>
                <a:lnTo>
                  <a:pt x="21" y="49"/>
                </a:lnTo>
                <a:lnTo>
                  <a:pt x="22" y="49"/>
                </a:lnTo>
                <a:lnTo>
                  <a:pt x="22" y="48"/>
                </a:lnTo>
                <a:lnTo>
                  <a:pt x="23" y="47"/>
                </a:lnTo>
                <a:lnTo>
                  <a:pt x="25" y="47"/>
                </a:lnTo>
                <a:lnTo>
                  <a:pt x="26" y="47"/>
                </a:lnTo>
                <a:lnTo>
                  <a:pt x="27" y="47"/>
                </a:lnTo>
                <a:lnTo>
                  <a:pt x="28" y="47"/>
                </a:lnTo>
                <a:lnTo>
                  <a:pt x="28" y="46"/>
                </a:lnTo>
                <a:lnTo>
                  <a:pt x="29" y="46"/>
                </a:lnTo>
                <a:lnTo>
                  <a:pt x="29" y="45"/>
                </a:lnTo>
                <a:lnTo>
                  <a:pt x="30" y="45"/>
                </a:lnTo>
                <a:lnTo>
                  <a:pt x="30" y="44"/>
                </a:lnTo>
                <a:lnTo>
                  <a:pt x="31" y="44"/>
                </a:lnTo>
                <a:lnTo>
                  <a:pt x="32" y="43"/>
                </a:lnTo>
                <a:lnTo>
                  <a:pt x="33" y="42"/>
                </a:lnTo>
                <a:lnTo>
                  <a:pt x="34" y="42"/>
                </a:lnTo>
                <a:lnTo>
                  <a:pt x="35" y="42"/>
                </a:lnTo>
                <a:lnTo>
                  <a:pt x="35" y="41"/>
                </a:lnTo>
                <a:lnTo>
                  <a:pt x="36" y="41"/>
                </a:lnTo>
                <a:lnTo>
                  <a:pt x="36" y="40"/>
                </a:lnTo>
                <a:lnTo>
                  <a:pt x="37" y="40"/>
                </a:lnTo>
                <a:lnTo>
                  <a:pt x="38" y="40"/>
                </a:lnTo>
                <a:lnTo>
                  <a:pt x="39" y="40"/>
                </a:lnTo>
                <a:lnTo>
                  <a:pt x="40" y="40"/>
                </a:lnTo>
                <a:lnTo>
                  <a:pt x="41" y="40"/>
                </a:lnTo>
                <a:lnTo>
                  <a:pt x="41" y="39"/>
                </a:lnTo>
                <a:lnTo>
                  <a:pt x="42" y="39"/>
                </a:lnTo>
                <a:lnTo>
                  <a:pt x="43" y="39"/>
                </a:lnTo>
                <a:lnTo>
                  <a:pt x="44" y="38"/>
                </a:lnTo>
                <a:lnTo>
                  <a:pt x="45" y="38"/>
                </a:lnTo>
                <a:lnTo>
                  <a:pt x="46" y="38"/>
                </a:lnTo>
                <a:lnTo>
                  <a:pt x="49" y="38"/>
                </a:lnTo>
                <a:lnTo>
                  <a:pt x="52" y="38"/>
                </a:lnTo>
                <a:lnTo>
                  <a:pt x="53" y="38"/>
                </a:lnTo>
                <a:lnTo>
                  <a:pt x="54" y="38"/>
                </a:lnTo>
                <a:lnTo>
                  <a:pt x="55" y="38"/>
                </a:lnTo>
                <a:lnTo>
                  <a:pt x="55" y="37"/>
                </a:lnTo>
                <a:lnTo>
                  <a:pt x="56" y="36"/>
                </a:lnTo>
                <a:lnTo>
                  <a:pt x="56" y="35"/>
                </a:lnTo>
                <a:lnTo>
                  <a:pt x="57" y="34"/>
                </a:lnTo>
                <a:lnTo>
                  <a:pt x="57" y="33"/>
                </a:lnTo>
                <a:lnTo>
                  <a:pt x="58" y="33"/>
                </a:lnTo>
                <a:lnTo>
                  <a:pt x="58" y="32"/>
                </a:lnTo>
                <a:lnTo>
                  <a:pt x="58" y="31"/>
                </a:lnTo>
                <a:lnTo>
                  <a:pt x="59" y="31"/>
                </a:lnTo>
                <a:lnTo>
                  <a:pt x="60" y="31"/>
                </a:lnTo>
                <a:lnTo>
                  <a:pt x="61" y="31"/>
                </a:lnTo>
                <a:lnTo>
                  <a:pt x="62" y="31"/>
                </a:lnTo>
                <a:lnTo>
                  <a:pt x="63" y="31"/>
                </a:lnTo>
                <a:lnTo>
                  <a:pt x="64" y="31"/>
                </a:lnTo>
                <a:lnTo>
                  <a:pt x="65" y="31"/>
                </a:lnTo>
                <a:lnTo>
                  <a:pt x="66" y="31"/>
                </a:lnTo>
                <a:lnTo>
                  <a:pt x="66" y="30"/>
                </a:lnTo>
                <a:lnTo>
                  <a:pt x="67" y="30"/>
                </a:lnTo>
                <a:lnTo>
                  <a:pt x="67" y="29"/>
                </a:lnTo>
                <a:lnTo>
                  <a:pt x="68" y="29"/>
                </a:lnTo>
                <a:lnTo>
                  <a:pt x="68" y="28"/>
                </a:lnTo>
                <a:lnTo>
                  <a:pt x="69" y="28"/>
                </a:lnTo>
                <a:lnTo>
                  <a:pt x="69" y="27"/>
                </a:lnTo>
                <a:lnTo>
                  <a:pt x="70" y="26"/>
                </a:lnTo>
                <a:lnTo>
                  <a:pt x="70" y="25"/>
                </a:lnTo>
                <a:lnTo>
                  <a:pt x="71" y="25"/>
                </a:lnTo>
                <a:lnTo>
                  <a:pt x="72" y="25"/>
                </a:lnTo>
                <a:lnTo>
                  <a:pt x="72" y="24"/>
                </a:lnTo>
                <a:lnTo>
                  <a:pt x="73" y="24"/>
                </a:lnTo>
                <a:lnTo>
                  <a:pt x="73" y="25"/>
                </a:lnTo>
                <a:lnTo>
                  <a:pt x="74" y="26"/>
                </a:lnTo>
                <a:lnTo>
                  <a:pt x="74" y="27"/>
                </a:lnTo>
                <a:lnTo>
                  <a:pt x="75" y="27"/>
                </a:lnTo>
                <a:lnTo>
                  <a:pt x="75" y="28"/>
                </a:lnTo>
                <a:lnTo>
                  <a:pt x="76" y="28"/>
                </a:lnTo>
                <a:lnTo>
                  <a:pt x="76" y="29"/>
                </a:lnTo>
                <a:lnTo>
                  <a:pt x="77" y="29"/>
                </a:lnTo>
                <a:lnTo>
                  <a:pt x="78" y="29"/>
                </a:lnTo>
                <a:lnTo>
                  <a:pt x="79" y="30"/>
                </a:lnTo>
                <a:lnTo>
                  <a:pt x="80" y="30"/>
                </a:lnTo>
                <a:lnTo>
                  <a:pt x="82" y="30"/>
                </a:lnTo>
                <a:lnTo>
                  <a:pt x="83" y="30"/>
                </a:lnTo>
                <a:lnTo>
                  <a:pt x="83" y="29"/>
                </a:lnTo>
                <a:lnTo>
                  <a:pt x="84" y="29"/>
                </a:lnTo>
                <a:lnTo>
                  <a:pt x="84" y="28"/>
                </a:lnTo>
                <a:lnTo>
                  <a:pt x="85" y="28"/>
                </a:lnTo>
                <a:lnTo>
                  <a:pt x="86" y="28"/>
                </a:lnTo>
                <a:lnTo>
                  <a:pt x="87" y="28"/>
                </a:lnTo>
                <a:lnTo>
                  <a:pt x="88" y="28"/>
                </a:lnTo>
                <a:lnTo>
                  <a:pt x="89" y="27"/>
                </a:lnTo>
                <a:lnTo>
                  <a:pt x="90" y="27"/>
                </a:lnTo>
                <a:lnTo>
                  <a:pt x="91" y="27"/>
                </a:lnTo>
                <a:lnTo>
                  <a:pt x="91" y="26"/>
                </a:lnTo>
                <a:lnTo>
                  <a:pt x="92" y="26"/>
                </a:lnTo>
                <a:lnTo>
                  <a:pt x="93" y="26"/>
                </a:lnTo>
                <a:lnTo>
                  <a:pt x="94" y="26"/>
                </a:lnTo>
                <a:lnTo>
                  <a:pt x="94" y="25"/>
                </a:lnTo>
                <a:lnTo>
                  <a:pt x="95" y="25"/>
                </a:lnTo>
                <a:lnTo>
                  <a:pt x="96" y="25"/>
                </a:lnTo>
                <a:lnTo>
                  <a:pt x="97" y="25"/>
                </a:lnTo>
                <a:lnTo>
                  <a:pt x="100" y="25"/>
                </a:lnTo>
                <a:lnTo>
                  <a:pt x="101" y="25"/>
                </a:lnTo>
                <a:lnTo>
                  <a:pt x="102" y="24"/>
                </a:lnTo>
                <a:lnTo>
                  <a:pt x="104" y="24"/>
                </a:lnTo>
                <a:lnTo>
                  <a:pt x="105" y="24"/>
                </a:lnTo>
                <a:lnTo>
                  <a:pt x="105" y="23"/>
                </a:lnTo>
                <a:lnTo>
                  <a:pt x="106" y="23"/>
                </a:lnTo>
                <a:lnTo>
                  <a:pt x="106" y="24"/>
                </a:lnTo>
                <a:lnTo>
                  <a:pt x="106" y="23"/>
                </a:lnTo>
                <a:lnTo>
                  <a:pt x="107" y="23"/>
                </a:lnTo>
                <a:lnTo>
                  <a:pt x="108" y="23"/>
                </a:lnTo>
                <a:lnTo>
                  <a:pt x="111" y="23"/>
                </a:lnTo>
                <a:lnTo>
                  <a:pt x="112" y="23"/>
                </a:lnTo>
                <a:lnTo>
                  <a:pt x="113" y="23"/>
                </a:lnTo>
                <a:lnTo>
                  <a:pt x="114" y="23"/>
                </a:lnTo>
                <a:lnTo>
                  <a:pt x="114" y="22"/>
                </a:lnTo>
                <a:lnTo>
                  <a:pt x="115" y="22"/>
                </a:lnTo>
                <a:lnTo>
                  <a:pt x="116" y="22"/>
                </a:lnTo>
                <a:lnTo>
                  <a:pt x="117" y="21"/>
                </a:lnTo>
                <a:lnTo>
                  <a:pt x="118" y="20"/>
                </a:lnTo>
                <a:lnTo>
                  <a:pt x="119" y="20"/>
                </a:lnTo>
                <a:lnTo>
                  <a:pt x="120" y="19"/>
                </a:lnTo>
                <a:lnTo>
                  <a:pt x="122" y="17"/>
                </a:lnTo>
                <a:lnTo>
                  <a:pt x="123" y="17"/>
                </a:lnTo>
                <a:lnTo>
                  <a:pt x="124" y="16"/>
                </a:lnTo>
                <a:lnTo>
                  <a:pt x="125" y="16"/>
                </a:lnTo>
                <a:lnTo>
                  <a:pt x="125" y="15"/>
                </a:lnTo>
                <a:lnTo>
                  <a:pt x="126" y="15"/>
                </a:lnTo>
                <a:lnTo>
                  <a:pt x="127" y="15"/>
                </a:lnTo>
                <a:lnTo>
                  <a:pt x="127" y="14"/>
                </a:lnTo>
                <a:lnTo>
                  <a:pt x="128" y="14"/>
                </a:lnTo>
                <a:lnTo>
                  <a:pt x="129" y="13"/>
                </a:lnTo>
                <a:lnTo>
                  <a:pt x="130" y="13"/>
                </a:lnTo>
                <a:lnTo>
                  <a:pt x="131" y="13"/>
                </a:lnTo>
                <a:lnTo>
                  <a:pt x="132" y="13"/>
                </a:lnTo>
                <a:lnTo>
                  <a:pt x="132" y="14"/>
                </a:lnTo>
                <a:lnTo>
                  <a:pt x="133" y="14"/>
                </a:lnTo>
                <a:lnTo>
                  <a:pt x="134" y="14"/>
                </a:lnTo>
                <a:lnTo>
                  <a:pt x="135" y="14"/>
                </a:lnTo>
                <a:lnTo>
                  <a:pt x="135" y="13"/>
                </a:lnTo>
                <a:lnTo>
                  <a:pt x="136" y="13"/>
                </a:lnTo>
                <a:lnTo>
                  <a:pt x="137" y="12"/>
                </a:lnTo>
                <a:lnTo>
                  <a:pt x="138" y="10"/>
                </a:lnTo>
                <a:lnTo>
                  <a:pt x="139" y="9"/>
                </a:lnTo>
                <a:lnTo>
                  <a:pt x="139" y="8"/>
                </a:lnTo>
                <a:lnTo>
                  <a:pt x="140" y="8"/>
                </a:lnTo>
                <a:lnTo>
                  <a:pt x="140" y="7"/>
                </a:lnTo>
                <a:lnTo>
                  <a:pt x="140" y="6"/>
                </a:lnTo>
                <a:lnTo>
                  <a:pt x="141" y="6"/>
                </a:lnTo>
                <a:lnTo>
                  <a:pt x="142" y="5"/>
                </a:lnTo>
                <a:lnTo>
                  <a:pt x="143" y="4"/>
                </a:lnTo>
                <a:lnTo>
                  <a:pt x="144" y="4"/>
                </a:lnTo>
                <a:lnTo>
                  <a:pt x="146" y="4"/>
                </a:lnTo>
                <a:lnTo>
                  <a:pt x="147" y="4"/>
                </a:lnTo>
                <a:lnTo>
                  <a:pt x="149" y="5"/>
                </a:lnTo>
                <a:lnTo>
                  <a:pt x="151" y="5"/>
                </a:lnTo>
                <a:lnTo>
                  <a:pt x="152" y="5"/>
                </a:lnTo>
                <a:lnTo>
                  <a:pt x="153" y="5"/>
                </a:lnTo>
                <a:lnTo>
                  <a:pt x="155" y="5"/>
                </a:lnTo>
                <a:close/>
              </a:path>
            </a:pathLst>
          </a:custGeom>
          <a:solidFill>
            <a:srgbClr val="CC5229"/>
          </a:solidFill>
          <a:ln w="2520">
            <a:solidFill>
              <a:srgbClr val="FFFFFF"/>
            </a:solidFill>
            <a:round/>
          </a:ln>
        </p:spPr>
        <p:txBody>
          <a:bodyPr lIns="1080" tIns="1080" rIns="1080" bIns="108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077" name=""/>
          <p:cNvSpPr/>
          <p:nvPr/>
        </p:nvSpPr>
        <p:spPr>
          <a:xfrm>
            <a:off x="4696560" y="1167480"/>
            <a:ext cx="239400" cy="228240"/>
          </a:xfrm>
          <a:custGeom>
            <a:avLst/>
            <a:gdLst/>
            <a:ahLst/>
            <a:rect l="0" t="0" r="r" b="b"/>
            <a:pathLst>
              <a:path w="665" h="634">
                <a:moveTo>
                  <a:pt x="333" y="1"/>
                </a:moveTo>
                <a:lnTo>
                  <a:pt x="333" y="2"/>
                </a:lnTo>
                <a:lnTo>
                  <a:pt x="334" y="2"/>
                </a:lnTo>
                <a:lnTo>
                  <a:pt x="335" y="3"/>
                </a:lnTo>
                <a:lnTo>
                  <a:pt x="336" y="3"/>
                </a:lnTo>
                <a:lnTo>
                  <a:pt x="337" y="3"/>
                </a:lnTo>
                <a:lnTo>
                  <a:pt x="338" y="4"/>
                </a:lnTo>
                <a:lnTo>
                  <a:pt x="339" y="5"/>
                </a:lnTo>
                <a:lnTo>
                  <a:pt x="340" y="5"/>
                </a:lnTo>
                <a:lnTo>
                  <a:pt x="341" y="4"/>
                </a:lnTo>
                <a:lnTo>
                  <a:pt x="342" y="4"/>
                </a:lnTo>
                <a:lnTo>
                  <a:pt x="342" y="5"/>
                </a:lnTo>
                <a:lnTo>
                  <a:pt x="343" y="5"/>
                </a:lnTo>
                <a:lnTo>
                  <a:pt x="344" y="5"/>
                </a:lnTo>
                <a:lnTo>
                  <a:pt x="344" y="4"/>
                </a:lnTo>
                <a:lnTo>
                  <a:pt x="343" y="4"/>
                </a:lnTo>
                <a:lnTo>
                  <a:pt x="342" y="3"/>
                </a:lnTo>
                <a:lnTo>
                  <a:pt x="343" y="2"/>
                </a:lnTo>
                <a:lnTo>
                  <a:pt x="344" y="2"/>
                </a:lnTo>
                <a:lnTo>
                  <a:pt x="346" y="1"/>
                </a:lnTo>
                <a:lnTo>
                  <a:pt x="346" y="2"/>
                </a:lnTo>
                <a:lnTo>
                  <a:pt x="347" y="2"/>
                </a:lnTo>
                <a:lnTo>
                  <a:pt x="349" y="5"/>
                </a:lnTo>
                <a:lnTo>
                  <a:pt x="349" y="6"/>
                </a:lnTo>
                <a:lnTo>
                  <a:pt x="350" y="6"/>
                </a:lnTo>
                <a:lnTo>
                  <a:pt x="351" y="5"/>
                </a:lnTo>
                <a:lnTo>
                  <a:pt x="351" y="4"/>
                </a:lnTo>
                <a:lnTo>
                  <a:pt x="351" y="3"/>
                </a:lnTo>
                <a:lnTo>
                  <a:pt x="352" y="3"/>
                </a:lnTo>
                <a:lnTo>
                  <a:pt x="353" y="3"/>
                </a:lnTo>
                <a:lnTo>
                  <a:pt x="354" y="3"/>
                </a:lnTo>
                <a:lnTo>
                  <a:pt x="354" y="2"/>
                </a:lnTo>
                <a:lnTo>
                  <a:pt x="353" y="2"/>
                </a:lnTo>
                <a:lnTo>
                  <a:pt x="352" y="2"/>
                </a:lnTo>
                <a:lnTo>
                  <a:pt x="352" y="1"/>
                </a:lnTo>
                <a:lnTo>
                  <a:pt x="353" y="0"/>
                </a:lnTo>
                <a:lnTo>
                  <a:pt x="354" y="1"/>
                </a:lnTo>
                <a:lnTo>
                  <a:pt x="355" y="3"/>
                </a:lnTo>
                <a:lnTo>
                  <a:pt x="356" y="4"/>
                </a:lnTo>
                <a:lnTo>
                  <a:pt x="356" y="5"/>
                </a:lnTo>
                <a:lnTo>
                  <a:pt x="357" y="6"/>
                </a:lnTo>
                <a:lnTo>
                  <a:pt x="358" y="6"/>
                </a:lnTo>
                <a:lnTo>
                  <a:pt x="358" y="3"/>
                </a:lnTo>
                <a:lnTo>
                  <a:pt x="357" y="2"/>
                </a:lnTo>
                <a:lnTo>
                  <a:pt x="356" y="2"/>
                </a:lnTo>
                <a:lnTo>
                  <a:pt x="355" y="2"/>
                </a:lnTo>
                <a:lnTo>
                  <a:pt x="355" y="1"/>
                </a:lnTo>
                <a:lnTo>
                  <a:pt x="355" y="0"/>
                </a:lnTo>
                <a:lnTo>
                  <a:pt x="356" y="0"/>
                </a:lnTo>
                <a:lnTo>
                  <a:pt x="357" y="1"/>
                </a:lnTo>
                <a:lnTo>
                  <a:pt x="358" y="2"/>
                </a:lnTo>
                <a:lnTo>
                  <a:pt x="359" y="2"/>
                </a:lnTo>
                <a:lnTo>
                  <a:pt x="359" y="1"/>
                </a:lnTo>
                <a:lnTo>
                  <a:pt x="359" y="0"/>
                </a:lnTo>
                <a:lnTo>
                  <a:pt x="360" y="0"/>
                </a:lnTo>
                <a:lnTo>
                  <a:pt x="361" y="0"/>
                </a:lnTo>
                <a:lnTo>
                  <a:pt x="361" y="1"/>
                </a:lnTo>
                <a:lnTo>
                  <a:pt x="361" y="2"/>
                </a:lnTo>
                <a:lnTo>
                  <a:pt x="361" y="3"/>
                </a:lnTo>
                <a:lnTo>
                  <a:pt x="360" y="3"/>
                </a:lnTo>
                <a:lnTo>
                  <a:pt x="361" y="3"/>
                </a:lnTo>
                <a:lnTo>
                  <a:pt x="361" y="4"/>
                </a:lnTo>
                <a:lnTo>
                  <a:pt x="362" y="3"/>
                </a:lnTo>
                <a:lnTo>
                  <a:pt x="363" y="4"/>
                </a:lnTo>
                <a:lnTo>
                  <a:pt x="363" y="3"/>
                </a:lnTo>
                <a:lnTo>
                  <a:pt x="364" y="3"/>
                </a:lnTo>
                <a:lnTo>
                  <a:pt x="364" y="4"/>
                </a:lnTo>
                <a:lnTo>
                  <a:pt x="364" y="5"/>
                </a:lnTo>
                <a:lnTo>
                  <a:pt x="363" y="5"/>
                </a:lnTo>
                <a:lnTo>
                  <a:pt x="363" y="6"/>
                </a:lnTo>
                <a:lnTo>
                  <a:pt x="362" y="6"/>
                </a:lnTo>
                <a:lnTo>
                  <a:pt x="362" y="7"/>
                </a:lnTo>
                <a:lnTo>
                  <a:pt x="363" y="7"/>
                </a:lnTo>
                <a:lnTo>
                  <a:pt x="363" y="8"/>
                </a:lnTo>
                <a:lnTo>
                  <a:pt x="364" y="8"/>
                </a:lnTo>
                <a:lnTo>
                  <a:pt x="364" y="9"/>
                </a:lnTo>
                <a:lnTo>
                  <a:pt x="365" y="10"/>
                </a:lnTo>
                <a:lnTo>
                  <a:pt x="367" y="10"/>
                </a:lnTo>
                <a:lnTo>
                  <a:pt x="367" y="11"/>
                </a:lnTo>
                <a:lnTo>
                  <a:pt x="368" y="10"/>
                </a:lnTo>
                <a:lnTo>
                  <a:pt x="369" y="10"/>
                </a:lnTo>
                <a:lnTo>
                  <a:pt x="370" y="10"/>
                </a:lnTo>
                <a:lnTo>
                  <a:pt x="371" y="10"/>
                </a:lnTo>
                <a:lnTo>
                  <a:pt x="372" y="9"/>
                </a:lnTo>
                <a:lnTo>
                  <a:pt x="371" y="9"/>
                </a:lnTo>
                <a:lnTo>
                  <a:pt x="372" y="9"/>
                </a:lnTo>
                <a:lnTo>
                  <a:pt x="373" y="9"/>
                </a:lnTo>
                <a:lnTo>
                  <a:pt x="374" y="10"/>
                </a:lnTo>
                <a:lnTo>
                  <a:pt x="375" y="10"/>
                </a:lnTo>
                <a:lnTo>
                  <a:pt x="376" y="10"/>
                </a:lnTo>
                <a:lnTo>
                  <a:pt x="377" y="10"/>
                </a:lnTo>
                <a:lnTo>
                  <a:pt x="377" y="11"/>
                </a:lnTo>
                <a:lnTo>
                  <a:pt x="376" y="12"/>
                </a:lnTo>
                <a:lnTo>
                  <a:pt x="376" y="13"/>
                </a:lnTo>
                <a:lnTo>
                  <a:pt x="377" y="13"/>
                </a:lnTo>
                <a:lnTo>
                  <a:pt x="378" y="13"/>
                </a:lnTo>
                <a:lnTo>
                  <a:pt x="378" y="12"/>
                </a:lnTo>
                <a:lnTo>
                  <a:pt x="379" y="12"/>
                </a:lnTo>
                <a:lnTo>
                  <a:pt x="379" y="13"/>
                </a:lnTo>
                <a:lnTo>
                  <a:pt x="380" y="13"/>
                </a:lnTo>
                <a:lnTo>
                  <a:pt x="380" y="12"/>
                </a:lnTo>
                <a:lnTo>
                  <a:pt x="380" y="11"/>
                </a:lnTo>
                <a:lnTo>
                  <a:pt x="380" y="10"/>
                </a:lnTo>
                <a:lnTo>
                  <a:pt x="380" y="9"/>
                </a:lnTo>
                <a:lnTo>
                  <a:pt x="381" y="9"/>
                </a:lnTo>
                <a:lnTo>
                  <a:pt x="382" y="10"/>
                </a:lnTo>
                <a:lnTo>
                  <a:pt x="383" y="11"/>
                </a:lnTo>
                <a:lnTo>
                  <a:pt x="384" y="11"/>
                </a:lnTo>
                <a:lnTo>
                  <a:pt x="384" y="10"/>
                </a:lnTo>
                <a:lnTo>
                  <a:pt x="385" y="10"/>
                </a:lnTo>
                <a:lnTo>
                  <a:pt x="386" y="10"/>
                </a:lnTo>
                <a:lnTo>
                  <a:pt x="387" y="11"/>
                </a:lnTo>
                <a:lnTo>
                  <a:pt x="388" y="11"/>
                </a:lnTo>
                <a:lnTo>
                  <a:pt x="388" y="12"/>
                </a:lnTo>
                <a:lnTo>
                  <a:pt x="389" y="12"/>
                </a:lnTo>
                <a:lnTo>
                  <a:pt x="390" y="12"/>
                </a:lnTo>
                <a:lnTo>
                  <a:pt x="390" y="11"/>
                </a:lnTo>
                <a:lnTo>
                  <a:pt x="391" y="11"/>
                </a:lnTo>
                <a:lnTo>
                  <a:pt x="392" y="11"/>
                </a:lnTo>
                <a:lnTo>
                  <a:pt x="392" y="10"/>
                </a:lnTo>
                <a:lnTo>
                  <a:pt x="393" y="10"/>
                </a:lnTo>
                <a:lnTo>
                  <a:pt x="394" y="10"/>
                </a:lnTo>
                <a:lnTo>
                  <a:pt x="394" y="11"/>
                </a:lnTo>
                <a:lnTo>
                  <a:pt x="395" y="11"/>
                </a:lnTo>
                <a:lnTo>
                  <a:pt x="395" y="12"/>
                </a:lnTo>
                <a:lnTo>
                  <a:pt x="395" y="13"/>
                </a:lnTo>
                <a:lnTo>
                  <a:pt x="396" y="13"/>
                </a:lnTo>
                <a:lnTo>
                  <a:pt x="397" y="13"/>
                </a:lnTo>
                <a:lnTo>
                  <a:pt x="397" y="14"/>
                </a:lnTo>
                <a:lnTo>
                  <a:pt x="398" y="14"/>
                </a:lnTo>
                <a:lnTo>
                  <a:pt x="399" y="14"/>
                </a:lnTo>
                <a:lnTo>
                  <a:pt x="400" y="14"/>
                </a:lnTo>
                <a:lnTo>
                  <a:pt x="400" y="13"/>
                </a:lnTo>
                <a:lnTo>
                  <a:pt x="401" y="13"/>
                </a:lnTo>
                <a:lnTo>
                  <a:pt x="401" y="16"/>
                </a:lnTo>
                <a:lnTo>
                  <a:pt x="403" y="16"/>
                </a:lnTo>
                <a:lnTo>
                  <a:pt x="403" y="17"/>
                </a:lnTo>
                <a:lnTo>
                  <a:pt x="404" y="17"/>
                </a:lnTo>
                <a:lnTo>
                  <a:pt x="404" y="16"/>
                </a:lnTo>
                <a:lnTo>
                  <a:pt x="405" y="15"/>
                </a:lnTo>
                <a:lnTo>
                  <a:pt x="406" y="15"/>
                </a:lnTo>
                <a:lnTo>
                  <a:pt x="406" y="16"/>
                </a:lnTo>
                <a:lnTo>
                  <a:pt x="407" y="17"/>
                </a:lnTo>
                <a:lnTo>
                  <a:pt x="407" y="18"/>
                </a:lnTo>
                <a:lnTo>
                  <a:pt x="408" y="18"/>
                </a:lnTo>
                <a:lnTo>
                  <a:pt x="409" y="19"/>
                </a:lnTo>
                <a:lnTo>
                  <a:pt x="409" y="18"/>
                </a:lnTo>
                <a:lnTo>
                  <a:pt x="410" y="19"/>
                </a:lnTo>
                <a:lnTo>
                  <a:pt x="411" y="19"/>
                </a:lnTo>
                <a:lnTo>
                  <a:pt x="412" y="19"/>
                </a:lnTo>
                <a:lnTo>
                  <a:pt x="412" y="20"/>
                </a:lnTo>
                <a:lnTo>
                  <a:pt x="413" y="20"/>
                </a:lnTo>
                <a:lnTo>
                  <a:pt x="413" y="19"/>
                </a:lnTo>
                <a:lnTo>
                  <a:pt x="414" y="19"/>
                </a:lnTo>
                <a:lnTo>
                  <a:pt x="414" y="20"/>
                </a:lnTo>
                <a:lnTo>
                  <a:pt x="415" y="20"/>
                </a:lnTo>
                <a:lnTo>
                  <a:pt x="415" y="21"/>
                </a:lnTo>
                <a:lnTo>
                  <a:pt x="417" y="21"/>
                </a:lnTo>
                <a:lnTo>
                  <a:pt x="418" y="21"/>
                </a:lnTo>
                <a:lnTo>
                  <a:pt x="418" y="22"/>
                </a:lnTo>
                <a:lnTo>
                  <a:pt x="419" y="22"/>
                </a:lnTo>
                <a:lnTo>
                  <a:pt x="420" y="22"/>
                </a:lnTo>
                <a:lnTo>
                  <a:pt x="420" y="23"/>
                </a:lnTo>
                <a:lnTo>
                  <a:pt x="420" y="24"/>
                </a:lnTo>
                <a:lnTo>
                  <a:pt x="421" y="24"/>
                </a:lnTo>
                <a:lnTo>
                  <a:pt x="420" y="24"/>
                </a:lnTo>
                <a:lnTo>
                  <a:pt x="420" y="25"/>
                </a:lnTo>
                <a:lnTo>
                  <a:pt x="419" y="25"/>
                </a:lnTo>
                <a:lnTo>
                  <a:pt x="420" y="26"/>
                </a:lnTo>
                <a:lnTo>
                  <a:pt x="420" y="25"/>
                </a:lnTo>
                <a:lnTo>
                  <a:pt x="421" y="25"/>
                </a:lnTo>
                <a:lnTo>
                  <a:pt x="422" y="25"/>
                </a:lnTo>
                <a:lnTo>
                  <a:pt x="422" y="24"/>
                </a:lnTo>
                <a:lnTo>
                  <a:pt x="423" y="24"/>
                </a:lnTo>
                <a:lnTo>
                  <a:pt x="424" y="24"/>
                </a:lnTo>
                <a:lnTo>
                  <a:pt x="424" y="25"/>
                </a:lnTo>
                <a:lnTo>
                  <a:pt x="424" y="24"/>
                </a:lnTo>
                <a:lnTo>
                  <a:pt x="425" y="24"/>
                </a:lnTo>
                <a:lnTo>
                  <a:pt x="425" y="23"/>
                </a:lnTo>
                <a:lnTo>
                  <a:pt x="425" y="22"/>
                </a:lnTo>
                <a:lnTo>
                  <a:pt x="426" y="22"/>
                </a:lnTo>
                <a:lnTo>
                  <a:pt x="427" y="22"/>
                </a:lnTo>
                <a:lnTo>
                  <a:pt x="428" y="22"/>
                </a:lnTo>
                <a:lnTo>
                  <a:pt x="429" y="22"/>
                </a:lnTo>
                <a:lnTo>
                  <a:pt x="431" y="22"/>
                </a:lnTo>
                <a:lnTo>
                  <a:pt x="431" y="21"/>
                </a:lnTo>
                <a:lnTo>
                  <a:pt x="432" y="21"/>
                </a:lnTo>
                <a:lnTo>
                  <a:pt x="433" y="21"/>
                </a:lnTo>
                <a:lnTo>
                  <a:pt x="434" y="21"/>
                </a:lnTo>
                <a:lnTo>
                  <a:pt x="434" y="20"/>
                </a:lnTo>
                <a:lnTo>
                  <a:pt x="435" y="20"/>
                </a:lnTo>
                <a:lnTo>
                  <a:pt x="435" y="19"/>
                </a:lnTo>
                <a:lnTo>
                  <a:pt x="436" y="19"/>
                </a:lnTo>
                <a:lnTo>
                  <a:pt x="436" y="20"/>
                </a:lnTo>
                <a:lnTo>
                  <a:pt x="437" y="20"/>
                </a:lnTo>
                <a:lnTo>
                  <a:pt x="437" y="21"/>
                </a:lnTo>
                <a:lnTo>
                  <a:pt x="438" y="22"/>
                </a:lnTo>
                <a:lnTo>
                  <a:pt x="438" y="23"/>
                </a:lnTo>
                <a:lnTo>
                  <a:pt x="439" y="23"/>
                </a:lnTo>
                <a:lnTo>
                  <a:pt x="439" y="22"/>
                </a:lnTo>
                <a:lnTo>
                  <a:pt x="440" y="22"/>
                </a:lnTo>
                <a:lnTo>
                  <a:pt x="440" y="21"/>
                </a:lnTo>
                <a:lnTo>
                  <a:pt x="441" y="21"/>
                </a:lnTo>
                <a:lnTo>
                  <a:pt x="442" y="22"/>
                </a:lnTo>
                <a:lnTo>
                  <a:pt x="443" y="22"/>
                </a:lnTo>
                <a:lnTo>
                  <a:pt x="444" y="22"/>
                </a:lnTo>
                <a:lnTo>
                  <a:pt x="445" y="22"/>
                </a:lnTo>
                <a:lnTo>
                  <a:pt x="445" y="21"/>
                </a:lnTo>
                <a:lnTo>
                  <a:pt x="446" y="21"/>
                </a:lnTo>
                <a:lnTo>
                  <a:pt x="447" y="21"/>
                </a:lnTo>
                <a:lnTo>
                  <a:pt x="447" y="22"/>
                </a:lnTo>
                <a:lnTo>
                  <a:pt x="448" y="21"/>
                </a:lnTo>
                <a:lnTo>
                  <a:pt x="448" y="20"/>
                </a:lnTo>
                <a:lnTo>
                  <a:pt x="448" y="19"/>
                </a:lnTo>
                <a:lnTo>
                  <a:pt x="449" y="19"/>
                </a:lnTo>
                <a:lnTo>
                  <a:pt x="450" y="19"/>
                </a:lnTo>
                <a:lnTo>
                  <a:pt x="451" y="19"/>
                </a:lnTo>
                <a:lnTo>
                  <a:pt x="451" y="20"/>
                </a:lnTo>
                <a:lnTo>
                  <a:pt x="452" y="20"/>
                </a:lnTo>
                <a:lnTo>
                  <a:pt x="453" y="19"/>
                </a:lnTo>
                <a:lnTo>
                  <a:pt x="453" y="21"/>
                </a:lnTo>
                <a:lnTo>
                  <a:pt x="453" y="22"/>
                </a:lnTo>
                <a:lnTo>
                  <a:pt x="453" y="23"/>
                </a:lnTo>
                <a:lnTo>
                  <a:pt x="454" y="23"/>
                </a:lnTo>
                <a:lnTo>
                  <a:pt x="454" y="24"/>
                </a:lnTo>
                <a:lnTo>
                  <a:pt x="455" y="24"/>
                </a:lnTo>
                <a:lnTo>
                  <a:pt x="455" y="25"/>
                </a:lnTo>
                <a:lnTo>
                  <a:pt x="455" y="26"/>
                </a:lnTo>
                <a:lnTo>
                  <a:pt x="455" y="28"/>
                </a:lnTo>
                <a:lnTo>
                  <a:pt x="455" y="29"/>
                </a:lnTo>
                <a:lnTo>
                  <a:pt x="454" y="29"/>
                </a:lnTo>
                <a:lnTo>
                  <a:pt x="454" y="30"/>
                </a:lnTo>
                <a:lnTo>
                  <a:pt x="455" y="30"/>
                </a:lnTo>
                <a:lnTo>
                  <a:pt x="455" y="31"/>
                </a:lnTo>
                <a:lnTo>
                  <a:pt x="455" y="30"/>
                </a:lnTo>
                <a:lnTo>
                  <a:pt x="456" y="30"/>
                </a:lnTo>
                <a:lnTo>
                  <a:pt x="457" y="30"/>
                </a:lnTo>
                <a:lnTo>
                  <a:pt x="457" y="29"/>
                </a:lnTo>
                <a:lnTo>
                  <a:pt x="458" y="29"/>
                </a:lnTo>
                <a:lnTo>
                  <a:pt x="458" y="28"/>
                </a:lnTo>
                <a:lnTo>
                  <a:pt x="460" y="28"/>
                </a:lnTo>
                <a:lnTo>
                  <a:pt x="461" y="28"/>
                </a:lnTo>
                <a:lnTo>
                  <a:pt x="461" y="29"/>
                </a:lnTo>
                <a:lnTo>
                  <a:pt x="462" y="29"/>
                </a:lnTo>
                <a:lnTo>
                  <a:pt x="463" y="28"/>
                </a:lnTo>
                <a:lnTo>
                  <a:pt x="464" y="27"/>
                </a:lnTo>
                <a:lnTo>
                  <a:pt x="464" y="26"/>
                </a:lnTo>
                <a:lnTo>
                  <a:pt x="466" y="23"/>
                </a:lnTo>
                <a:lnTo>
                  <a:pt x="466" y="24"/>
                </a:lnTo>
                <a:lnTo>
                  <a:pt x="466" y="23"/>
                </a:lnTo>
                <a:lnTo>
                  <a:pt x="467" y="23"/>
                </a:lnTo>
                <a:lnTo>
                  <a:pt x="467" y="22"/>
                </a:lnTo>
                <a:lnTo>
                  <a:pt x="466" y="22"/>
                </a:lnTo>
                <a:lnTo>
                  <a:pt x="467" y="21"/>
                </a:lnTo>
                <a:lnTo>
                  <a:pt x="467" y="20"/>
                </a:lnTo>
                <a:lnTo>
                  <a:pt x="466" y="19"/>
                </a:lnTo>
                <a:lnTo>
                  <a:pt x="467" y="19"/>
                </a:lnTo>
                <a:lnTo>
                  <a:pt x="467" y="18"/>
                </a:lnTo>
                <a:lnTo>
                  <a:pt x="467" y="17"/>
                </a:lnTo>
                <a:lnTo>
                  <a:pt x="467" y="16"/>
                </a:lnTo>
                <a:lnTo>
                  <a:pt x="466" y="16"/>
                </a:lnTo>
                <a:lnTo>
                  <a:pt x="466" y="15"/>
                </a:lnTo>
                <a:lnTo>
                  <a:pt x="467" y="15"/>
                </a:lnTo>
                <a:lnTo>
                  <a:pt x="468" y="14"/>
                </a:lnTo>
                <a:lnTo>
                  <a:pt x="467" y="14"/>
                </a:lnTo>
                <a:lnTo>
                  <a:pt x="467" y="13"/>
                </a:lnTo>
                <a:lnTo>
                  <a:pt x="469" y="13"/>
                </a:lnTo>
                <a:lnTo>
                  <a:pt x="470" y="13"/>
                </a:lnTo>
                <a:lnTo>
                  <a:pt x="471" y="13"/>
                </a:lnTo>
                <a:lnTo>
                  <a:pt x="472" y="13"/>
                </a:lnTo>
                <a:lnTo>
                  <a:pt x="472" y="12"/>
                </a:lnTo>
                <a:lnTo>
                  <a:pt x="471" y="12"/>
                </a:lnTo>
                <a:lnTo>
                  <a:pt x="472" y="10"/>
                </a:lnTo>
                <a:lnTo>
                  <a:pt x="472" y="9"/>
                </a:lnTo>
                <a:lnTo>
                  <a:pt x="474" y="9"/>
                </a:lnTo>
                <a:lnTo>
                  <a:pt x="474" y="8"/>
                </a:lnTo>
                <a:lnTo>
                  <a:pt x="476" y="8"/>
                </a:lnTo>
                <a:lnTo>
                  <a:pt x="477" y="8"/>
                </a:lnTo>
                <a:lnTo>
                  <a:pt x="477" y="9"/>
                </a:lnTo>
                <a:lnTo>
                  <a:pt x="478" y="9"/>
                </a:lnTo>
                <a:lnTo>
                  <a:pt x="478" y="10"/>
                </a:lnTo>
                <a:lnTo>
                  <a:pt x="479" y="10"/>
                </a:lnTo>
                <a:lnTo>
                  <a:pt x="480" y="10"/>
                </a:lnTo>
                <a:lnTo>
                  <a:pt x="480" y="9"/>
                </a:lnTo>
                <a:lnTo>
                  <a:pt x="481" y="9"/>
                </a:lnTo>
                <a:lnTo>
                  <a:pt x="481" y="8"/>
                </a:lnTo>
                <a:lnTo>
                  <a:pt x="481" y="7"/>
                </a:lnTo>
                <a:lnTo>
                  <a:pt x="482" y="7"/>
                </a:lnTo>
                <a:lnTo>
                  <a:pt x="482" y="8"/>
                </a:lnTo>
                <a:lnTo>
                  <a:pt x="483" y="8"/>
                </a:lnTo>
                <a:lnTo>
                  <a:pt x="484" y="9"/>
                </a:lnTo>
                <a:lnTo>
                  <a:pt x="484" y="8"/>
                </a:lnTo>
                <a:lnTo>
                  <a:pt x="485" y="8"/>
                </a:lnTo>
                <a:lnTo>
                  <a:pt x="485" y="9"/>
                </a:lnTo>
                <a:lnTo>
                  <a:pt x="486" y="9"/>
                </a:lnTo>
                <a:lnTo>
                  <a:pt x="487" y="9"/>
                </a:lnTo>
                <a:lnTo>
                  <a:pt x="487" y="10"/>
                </a:lnTo>
                <a:lnTo>
                  <a:pt x="487" y="11"/>
                </a:lnTo>
                <a:lnTo>
                  <a:pt x="488" y="11"/>
                </a:lnTo>
                <a:lnTo>
                  <a:pt x="488" y="13"/>
                </a:lnTo>
                <a:lnTo>
                  <a:pt x="489" y="14"/>
                </a:lnTo>
                <a:lnTo>
                  <a:pt x="490" y="15"/>
                </a:lnTo>
                <a:lnTo>
                  <a:pt x="490" y="16"/>
                </a:lnTo>
                <a:lnTo>
                  <a:pt x="491" y="16"/>
                </a:lnTo>
                <a:lnTo>
                  <a:pt x="491" y="17"/>
                </a:lnTo>
                <a:lnTo>
                  <a:pt x="491" y="16"/>
                </a:lnTo>
                <a:lnTo>
                  <a:pt x="492" y="16"/>
                </a:lnTo>
                <a:lnTo>
                  <a:pt x="493" y="16"/>
                </a:lnTo>
                <a:lnTo>
                  <a:pt x="493" y="17"/>
                </a:lnTo>
                <a:lnTo>
                  <a:pt x="493" y="18"/>
                </a:lnTo>
                <a:lnTo>
                  <a:pt x="493" y="19"/>
                </a:lnTo>
                <a:lnTo>
                  <a:pt x="493" y="20"/>
                </a:lnTo>
                <a:lnTo>
                  <a:pt x="493" y="21"/>
                </a:lnTo>
                <a:lnTo>
                  <a:pt x="494" y="21"/>
                </a:lnTo>
                <a:lnTo>
                  <a:pt x="495" y="22"/>
                </a:lnTo>
                <a:lnTo>
                  <a:pt x="496" y="22"/>
                </a:lnTo>
                <a:lnTo>
                  <a:pt x="497" y="21"/>
                </a:lnTo>
                <a:lnTo>
                  <a:pt x="497" y="22"/>
                </a:lnTo>
                <a:lnTo>
                  <a:pt x="498" y="22"/>
                </a:lnTo>
                <a:lnTo>
                  <a:pt x="499" y="21"/>
                </a:lnTo>
                <a:lnTo>
                  <a:pt x="500" y="20"/>
                </a:lnTo>
                <a:lnTo>
                  <a:pt x="500" y="19"/>
                </a:lnTo>
                <a:lnTo>
                  <a:pt x="500" y="18"/>
                </a:lnTo>
                <a:lnTo>
                  <a:pt x="500" y="17"/>
                </a:lnTo>
                <a:lnTo>
                  <a:pt x="500" y="16"/>
                </a:lnTo>
                <a:lnTo>
                  <a:pt x="501" y="16"/>
                </a:lnTo>
                <a:lnTo>
                  <a:pt x="502" y="16"/>
                </a:lnTo>
                <a:lnTo>
                  <a:pt x="502" y="15"/>
                </a:lnTo>
                <a:lnTo>
                  <a:pt x="503" y="14"/>
                </a:lnTo>
                <a:lnTo>
                  <a:pt x="502" y="13"/>
                </a:lnTo>
                <a:lnTo>
                  <a:pt x="503" y="13"/>
                </a:lnTo>
                <a:lnTo>
                  <a:pt x="503" y="12"/>
                </a:lnTo>
                <a:lnTo>
                  <a:pt x="503" y="13"/>
                </a:lnTo>
                <a:lnTo>
                  <a:pt x="503" y="14"/>
                </a:lnTo>
                <a:lnTo>
                  <a:pt x="504" y="15"/>
                </a:lnTo>
                <a:lnTo>
                  <a:pt x="505" y="15"/>
                </a:lnTo>
                <a:lnTo>
                  <a:pt x="505" y="14"/>
                </a:lnTo>
                <a:lnTo>
                  <a:pt x="506" y="14"/>
                </a:lnTo>
                <a:lnTo>
                  <a:pt x="506" y="13"/>
                </a:lnTo>
                <a:lnTo>
                  <a:pt x="507" y="13"/>
                </a:lnTo>
                <a:lnTo>
                  <a:pt x="508" y="12"/>
                </a:lnTo>
                <a:lnTo>
                  <a:pt x="507" y="10"/>
                </a:lnTo>
                <a:lnTo>
                  <a:pt x="507" y="9"/>
                </a:lnTo>
                <a:lnTo>
                  <a:pt x="508" y="9"/>
                </a:lnTo>
                <a:lnTo>
                  <a:pt x="509" y="10"/>
                </a:lnTo>
                <a:lnTo>
                  <a:pt x="510" y="10"/>
                </a:lnTo>
                <a:lnTo>
                  <a:pt x="510" y="11"/>
                </a:lnTo>
                <a:lnTo>
                  <a:pt x="509" y="11"/>
                </a:lnTo>
                <a:lnTo>
                  <a:pt x="509" y="12"/>
                </a:lnTo>
                <a:lnTo>
                  <a:pt x="510" y="12"/>
                </a:lnTo>
                <a:lnTo>
                  <a:pt x="511" y="12"/>
                </a:lnTo>
                <a:lnTo>
                  <a:pt x="511" y="13"/>
                </a:lnTo>
                <a:lnTo>
                  <a:pt x="511" y="14"/>
                </a:lnTo>
                <a:lnTo>
                  <a:pt x="512" y="15"/>
                </a:lnTo>
                <a:lnTo>
                  <a:pt x="511" y="16"/>
                </a:lnTo>
                <a:lnTo>
                  <a:pt x="511" y="17"/>
                </a:lnTo>
                <a:lnTo>
                  <a:pt x="511" y="18"/>
                </a:lnTo>
                <a:lnTo>
                  <a:pt x="511" y="19"/>
                </a:lnTo>
                <a:lnTo>
                  <a:pt x="510" y="21"/>
                </a:lnTo>
                <a:lnTo>
                  <a:pt x="510" y="22"/>
                </a:lnTo>
                <a:lnTo>
                  <a:pt x="509" y="22"/>
                </a:lnTo>
                <a:lnTo>
                  <a:pt x="509" y="23"/>
                </a:lnTo>
                <a:lnTo>
                  <a:pt x="509" y="24"/>
                </a:lnTo>
                <a:lnTo>
                  <a:pt x="509" y="25"/>
                </a:lnTo>
                <a:lnTo>
                  <a:pt x="509" y="26"/>
                </a:lnTo>
                <a:lnTo>
                  <a:pt x="509" y="27"/>
                </a:lnTo>
                <a:lnTo>
                  <a:pt x="509" y="28"/>
                </a:lnTo>
                <a:lnTo>
                  <a:pt x="509" y="29"/>
                </a:lnTo>
                <a:lnTo>
                  <a:pt x="509" y="30"/>
                </a:lnTo>
                <a:lnTo>
                  <a:pt x="509" y="31"/>
                </a:lnTo>
                <a:lnTo>
                  <a:pt x="508" y="31"/>
                </a:lnTo>
                <a:lnTo>
                  <a:pt x="508" y="32"/>
                </a:lnTo>
                <a:lnTo>
                  <a:pt x="508" y="31"/>
                </a:lnTo>
                <a:lnTo>
                  <a:pt x="507" y="31"/>
                </a:lnTo>
                <a:lnTo>
                  <a:pt x="506" y="32"/>
                </a:lnTo>
                <a:lnTo>
                  <a:pt x="506" y="33"/>
                </a:lnTo>
                <a:lnTo>
                  <a:pt x="505" y="33"/>
                </a:lnTo>
                <a:lnTo>
                  <a:pt x="504" y="33"/>
                </a:lnTo>
                <a:lnTo>
                  <a:pt x="504" y="34"/>
                </a:lnTo>
                <a:lnTo>
                  <a:pt x="504" y="36"/>
                </a:lnTo>
                <a:lnTo>
                  <a:pt x="503" y="36"/>
                </a:lnTo>
                <a:lnTo>
                  <a:pt x="502" y="36"/>
                </a:lnTo>
                <a:lnTo>
                  <a:pt x="501" y="36"/>
                </a:lnTo>
                <a:lnTo>
                  <a:pt x="500" y="37"/>
                </a:lnTo>
                <a:lnTo>
                  <a:pt x="501" y="38"/>
                </a:lnTo>
                <a:lnTo>
                  <a:pt x="501" y="39"/>
                </a:lnTo>
                <a:lnTo>
                  <a:pt x="501" y="40"/>
                </a:lnTo>
                <a:lnTo>
                  <a:pt x="500" y="40"/>
                </a:lnTo>
                <a:lnTo>
                  <a:pt x="501" y="41"/>
                </a:lnTo>
                <a:lnTo>
                  <a:pt x="502" y="42"/>
                </a:lnTo>
                <a:lnTo>
                  <a:pt x="502" y="46"/>
                </a:lnTo>
                <a:lnTo>
                  <a:pt x="502" y="48"/>
                </a:lnTo>
                <a:lnTo>
                  <a:pt x="502" y="50"/>
                </a:lnTo>
                <a:lnTo>
                  <a:pt x="501" y="50"/>
                </a:lnTo>
                <a:lnTo>
                  <a:pt x="500" y="50"/>
                </a:lnTo>
                <a:lnTo>
                  <a:pt x="500" y="51"/>
                </a:lnTo>
                <a:lnTo>
                  <a:pt x="501" y="51"/>
                </a:lnTo>
                <a:lnTo>
                  <a:pt x="501" y="53"/>
                </a:lnTo>
                <a:lnTo>
                  <a:pt x="501" y="54"/>
                </a:lnTo>
                <a:lnTo>
                  <a:pt x="501" y="56"/>
                </a:lnTo>
                <a:lnTo>
                  <a:pt x="501" y="57"/>
                </a:lnTo>
                <a:lnTo>
                  <a:pt x="500" y="57"/>
                </a:lnTo>
                <a:lnTo>
                  <a:pt x="500" y="58"/>
                </a:lnTo>
                <a:lnTo>
                  <a:pt x="501" y="58"/>
                </a:lnTo>
                <a:lnTo>
                  <a:pt x="501" y="60"/>
                </a:lnTo>
                <a:lnTo>
                  <a:pt x="500" y="60"/>
                </a:lnTo>
                <a:lnTo>
                  <a:pt x="501" y="60"/>
                </a:lnTo>
                <a:lnTo>
                  <a:pt x="502" y="60"/>
                </a:lnTo>
                <a:lnTo>
                  <a:pt x="502" y="61"/>
                </a:lnTo>
                <a:lnTo>
                  <a:pt x="503" y="61"/>
                </a:lnTo>
                <a:lnTo>
                  <a:pt x="503" y="62"/>
                </a:lnTo>
                <a:lnTo>
                  <a:pt x="503" y="61"/>
                </a:lnTo>
                <a:lnTo>
                  <a:pt x="504" y="61"/>
                </a:lnTo>
                <a:lnTo>
                  <a:pt x="504" y="60"/>
                </a:lnTo>
                <a:lnTo>
                  <a:pt x="505" y="60"/>
                </a:lnTo>
                <a:lnTo>
                  <a:pt x="506" y="59"/>
                </a:lnTo>
                <a:lnTo>
                  <a:pt x="507" y="58"/>
                </a:lnTo>
                <a:lnTo>
                  <a:pt x="507" y="57"/>
                </a:lnTo>
                <a:lnTo>
                  <a:pt x="508" y="57"/>
                </a:lnTo>
                <a:lnTo>
                  <a:pt x="508" y="56"/>
                </a:lnTo>
                <a:lnTo>
                  <a:pt x="510" y="53"/>
                </a:lnTo>
                <a:lnTo>
                  <a:pt x="511" y="50"/>
                </a:lnTo>
                <a:lnTo>
                  <a:pt x="512" y="50"/>
                </a:lnTo>
                <a:lnTo>
                  <a:pt x="512" y="49"/>
                </a:lnTo>
                <a:lnTo>
                  <a:pt x="513" y="49"/>
                </a:lnTo>
                <a:lnTo>
                  <a:pt x="514" y="48"/>
                </a:lnTo>
                <a:lnTo>
                  <a:pt x="516" y="46"/>
                </a:lnTo>
                <a:lnTo>
                  <a:pt x="517" y="46"/>
                </a:lnTo>
                <a:lnTo>
                  <a:pt x="518" y="45"/>
                </a:lnTo>
                <a:lnTo>
                  <a:pt x="519" y="45"/>
                </a:lnTo>
                <a:lnTo>
                  <a:pt x="520" y="45"/>
                </a:lnTo>
                <a:lnTo>
                  <a:pt x="521" y="44"/>
                </a:lnTo>
                <a:lnTo>
                  <a:pt x="522" y="43"/>
                </a:lnTo>
                <a:lnTo>
                  <a:pt x="523" y="43"/>
                </a:lnTo>
                <a:lnTo>
                  <a:pt x="523" y="42"/>
                </a:lnTo>
                <a:lnTo>
                  <a:pt x="524" y="42"/>
                </a:lnTo>
                <a:lnTo>
                  <a:pt x="524" y="41"/>
                </a:lnTo>
                <a:lnTo>
                  <a:pt x="525" y="41"/>
                </a:lnTo>
                <a:lnTo>
                  <a:pt x="526" y="40"/>
                </a:lnTo>
                <a:lnTo>
                  <a:pt x="527" y="40"/>
                </a:lnTo>
                <a:lnTo>
                  <a:pt x="528" y="40"/>
                </a:lnTo>
                <a:lnTo>
                  <a:pt x="530" y="40"/>
                </a:lnTo>
                <a:lnTo>
                  <a:pt x="531" y="40"/>
                </a:lnTo>
                <a:lnTo>
                  <a:pt x="531" y="39"/>
                </a:lnTo>
                <a:lnTo>
                  <a:pt x="532" y="38"/>
                </a:lnTo>
                <a:lnTo>
                  <a:pt x="533" y="38"/>
                </a:lnTo>
                <a:lnTo>
                  <a:pt x="534" y="38"/>
                </a:lnTo>
                <a:lnTo>
                  <a:pt x="534" y="37"/>
                </a:lnTo>
                <a:lnTo>
                  <a:pt x="534" y="36"/>
                </a:lnTo>
                <a:lnTo>
                  <a:pt x="534" y="35"/>
                </a:lnTo>
                <a:lnTo>
                  <a:pt x="535" y="35"/>
                </a:lnTo>
                <a:lnTo>
                  <a:pt x="535" y="34"/>
                </a:lnTo>
                <a:lnTo>
                  <a:pt x="536" y="34"/>
                </a:lnTo>
                <a:lnTo>
                  <a:pt x="537" y="33"/>
                </a:lnTo>
                <a:lnTo>
                  <a:pt x="539" y="33"/>
                </a:lnTo>
                <a:lnTo>
                  <a:pt x="542" y="32"/>
                </a:lnTo>
                <a:lnTo>
                  <a:pt x="543" y="32"/>
                </a:lnTo>
                <a:lnTo>
                  <a:pt x="543" y="30"/>
                </a:lnTo>
                <a:lnTo>
                  <a:pt x="544" y="29"/>
                </a:lnTo>
                <a:lnTo>
                  <a:pt x="543" y="29"/>
                </a:lnTo>
                <a:lnTo>
                  <a:pt x="544" y="28"/>
                </a:lnTo>
                <a:lnTo>
                  <a:pt x="545" y="27"/>
                </a:lnTo>
                <a:lnTo>
                  <a:pt x="548" y="26"/>
                </a:lnTo>
                <a:lnTo>
                  <a:pt x="549" y="26"/>
                </a:lnTo>
                <a:lnTo>
                  <a:pt x="550" y="26"/>
                </a:lnTo>
                <a:lnTo>
                  <a:pt x="551" y="27"/>
                </a:lnTo>
                <a:lnTo>
                  <a:pt x="552" y="27"/>
                </a:lnTo>
                <a:lnTo>
                  <a:pt x="553" y="27"/>
                </a:lnTo>
                <a:lnTo>
                  <a:pt x="553" y="25"/>
                </a:lnTo>
                <a:lnTo>
                  <a:pt x="554" y="24"/>
                </a:lnTo>
                <a:lnTo>
                  <a:pt x="555" y="24"/>
                </a:lnTo>
                <a:lnTo>
                  <a:pt x="556" y="23"/>
                </a:lnTo>
                <a:lnTo>
                  <a:pt x="556" y="24"/>
                </a:lnTo>
                <a:lnTo>
                  <a:pt x="557" y="24"/>
                </a:lnTo>
                <a:lnTo>
                  <a:pt x="558" y="24"/>
                </a:lnTo>
                <a:lnTo>
                  <a:pt x="560" y="22"/>
                </a:lnTo>
                <a:lnTo>
                  <a:pt x="561" y="21"/>
                </a:lnTo>
                <a:lnTo>
                  <a:pt x="562" y="21"/>
                </a:lnTo>
                <a:lnTo>
                  <a:pt x="563" y="20"/>
                </a:lnTo>
                <a:lnTo>
                  <a:pt x="564" y="20"/>
                </a:lnTo>
                <a:lnTo>
                  <a:pt x="565" y="20"/>
                </a:lnTo>
                <a:lnTo>
                  <a:pt x="566" y="20"/>
                </a:lnTo>
                <a:lnTo>
                  <a:pt x="566" y="19"/>
                </a:lnTo>
                <a:lnTo>
                  <a:pt x="567" y="18"/>
                </a:lnTo>
                <a:lnTo>
                  <a:pt x="568" y="17"/>
                </a:lnTo>
                <a:lnTo>
                  <a:pt x="568" y="16"/>
                </a:lnTo>
                <a:lnTo>
                  <a:pt x="569" y="16"/>
                </a:lnTo>
                <a:lnTo>
                  <a:pt x="569" y="15"/>
                </a:lnTo>
                <a:lnTo>
                  <a:pt x="570" y="14"/>
                </a:lnTo>
                <a:lnTo>
                  <a:pt x="570" y="13"/>
                </a:lnTo>
                <a:lnTo>
                  <a:pt x="571" y="12"/>
                </a:lnTo>
                <a:lnTo>
                  <a:pt x="571" y="11"/>
                </a:lnTo>
                <a:lnTo>
                  <a:pt x="572" y="11"/>
                </a:lnTo>
                <a:lnTo>
                  <a:pt x="573" y="11"/>
                </a:lnTo>
                <a:lnTo>
                  <a:pt x="574" y="11"/>
                </a:lnTo>
                <a:lnTo>
                  <a:pt x="574" y="10"/>
                </a:lnTo>
                <a:lnTo>
                  <a:pt x="575" y="10"/>
                </a:lnTo>
                <a:lnTo>
                  <a:pt x="576" y="10"/>
                </a:lnTo>
                <a:lnTo>
                  <a:pt x="575" y="10"/>
                </a:lnTo>
                <a:lnTo>
                  <a:pt x="575" y="13"/>
                </a:lnTo>
                <a:lnTo>
                  <a:pt x="575" y="14"/>
                </a:lnTo>
                <a:lnTo>
                  <a:pt x="574" y="14"/>
                </a:lnTo>
                <a:lnTo>
                  <a:pt x="574" y="16"/>
                </a:lnTo>
                <a:lnTo>
                  <a:pt x="575" y="16"/>
                </a:lnTo>
                <a:lnTo>
                  <a:pt x="574" y="16"/>
                </a:lnTo>
                <a:lnTo>
                  <a:pt x="574" y="17"/>
                </a:lnTo>
                <a:lnTo>
                  <a:pt x="575" y="17"/>
                </a:lnTo>
                <a:lnTo>
                  <a:pt x="575" y="18"/>
                </a:lnTo>
                <a:lnTo>
                  <a:pt x="574" y="18"/>
                </a:lnTo>
                <a:lnTo>
                  <a:pt x="574" y="19"/>
                </a:lnTo>
                <a:lnTo>
                  <a:pt x="574" y="21"/>
                </a:lnTo>
                <a:lnTo>
                  <a:pt x="574" y="22"/>
                </a:lnTo>
                <a:lnTo>
                  <a:pt x="573" y="22"/>
                </a:lnTo>
                <a:lnTo>
                  <a:pt x="573" y="21"/>
                </a:lnTo>
                <a:lnTo>
                  <a:pt x="572" y="23"/>
                </a:lnTo>
                <a:lnTo>
                  <a:pt x="572" y="25"/>
                </a:lnTo>
                <a:lnTo>
                  <a:pt x="572" y="29"/>
                </a:lnTo>
                <a:lnTo>
                  <a:pt x="572" y="30"/>
                </a:lnTo>
                <a:lnTo>
                  <a:pt x="571" y="30"/>
                </a:lnTo>
                <a:lnTo>
                  <a:pt x="570" y="30"/>
                </a:lnTo>
                <a:lnTo>
                  <a:pt x="569" y="30"/>
                </a:lnTo>
                <a:lnTo>
                  <a:pt x="568" y="29"/>
                </a:lnTo>
                <a:lnTo>
                  <a:pt x="567" y="29"/>
                </a:lnTo>
                <a:lnTo>
                  <a:pt x="565" y="30"/>
                </a:lnTo>
                <a:lnTo>
                  <a:pt x="564" y="30"/>
                </a:lnTo>
                <a:lnTo>
                  <a:pt x="562" y="31"/>
                </a:lnTo>
                <a:lnTo>
                  <a:pt x="561" y="31"/>
                </a:lnTo>
                <a:lnTo>
                  <a:pt x="559" y="32"/>
                </a:lnTo>
                <a:lnTo>
                  <a:pt x="558" y="32"/>
                </a:lnTo>
                <a:lnTo>
                  <a:pt x="558" y="33"/>
                </a:lnTo>
                <a:lnTo>
                  <a:pt x="558" y="34"/>
                </a:lnTo>
                <a:lnTo>
                  <a:pt x="558" y="35"/>
                </a:lnTo>
                <a:lnTo>
                  <a:pt x="558" y="36"/>
                </a:lnTo>
                <a:lnTo>
                  <a:pt x="558" y="37"/>
                </a:lnTo>
                <a:lnTo>
                  <a:pt x="557" y="37"/>
                </a:lnTo>
                <a:lnTo>
                  <a:pt x="556" y="37"/>
                </a:lnTo>
                <a:lnTo>
                  <a:pt x="555" y="38"/>
                </a:lnTo>
                <a:lnTo>
                  <a:pt x="555" y="39"/>
                </a:lnTo>
                <a:lnTo>
                  <a:pt x="556" y="39"/>
                </a:lnTo>
                <a:lnTo>
                  <a:pt x="557" y="40"/>
                </a:lnTo>
                <a:lnTo>
                  <a:pt x="557" y="41"/>
                </a:lnTo>
                <a:lnTo>
                  <a:pt x="556" y="41"/>
                </a:lnTo>
                <a:lnTo>
                  <a:pt x="556" y="43"/>
                </a:lnTo>
                <a:lnTo>
                  <a:pt x="556" y="44"/>
                </a:lnTo>
                <a:lnTo>
                  <a:pt x="556" y="46"/>
                </a:lnTo>
                <a:lnTo>
                  <a:pt x="556" y="44"/>
                </a:lnTo>
                <a:lnTo>
                  <a:pt x="555" y="44"/>
                </a:lnTo>
                <a:lnTo>
                  <a:pt x="555" y="45"/>
                </a:lnTo>
                <a:lnTo>
                  <a:pt x="555" y="46"/>
                </a:lnTo>
                <a:lnTo>
                  <a:pt x="553" y="46"/>
                </a:lnTo>
                <a:lnTo>
                  <a:pt x="553" y="47"/>
                </a:lnTo>
                <a:lnTo>
                  <a:pt x="552" y="47"/>
                </a:lnTo>
                <a:lnTo>
                  <a:pt x="551" y="47"/>
                </a:lnTo>
                <a:lnTo>
                  <a:pt x="550" y="48"/>
                </a:lnTo>
                <a:lnTo>
                  <a:pt x="549" y="48"/>
                </a:lnTo>
                <a:lnTo>
                  <a:pt x="545" y="47"/>
                </a:lnTo>
                <a:lnTo>
                  <a:pt x="544" y="48"/>
                </a:lnTo>
                <a:lnTo>
                  <a:pt x="544" y="49"/>
                </a:lnTo>
                <a:lnTo>
                  <a:pt x="544" y="50"/>
                </a:lnTo>
                <a:lnTo>
                  <a:pt x="543" y="50"/>
                </a:lnTo>
                <a:lnTo>
                  <a:pt x="541" y="51"/>
                </a:lnTo>
                <a:lnTo>
                  <a:pt x="541" y="53"/>
                </a:lnTo>
                <a:lnTo>
                  <a:pt x="540" y="55"/>
                </a:lnTo>
                <a:lnTo>
                  <a:pt x="539" y="54"/>
                </a:lnTo>
                <a:lnTo>
                  <a:pt x="538" y="54"/>
                </a:lnTo>
                <a:lnTo>
                  <a:pt x="538" y="56"/>
                </a:lnTo>
                <a:lnTo>
                  <a:pt x="538" y="57"/>
                </a:lnTo>
                <a:lnTo>
                  <a:pt x="538" y="58"/>
                </a:lnTo>
                <a:lnTo>
                  <a:pt x="538" y="59"/>
                </a:lnTo>
                <a:lnTo>
                  <a:pt x="538" y="61"/>
                </a:lnTo>
                <a:lnTo>
                  <a:pt x="537" y="62"/>
                </a:lnTo>
                <a:lnTo>
                  <a:pt x="536" y="62"/>
                </a:lnTo>
                <a:lnTo>
                  <a:pt x="535" y="62"/>
                </a:lnTo>
                <a:lnTo>
                  <a:pt x="534" y="62"/>
                </a:lnTo>
                <a:lnTo>
                  <a:pt x="533" y="63"/>
                </a:lnTo>
                <a:lnTo>
                  <a:pt x="531" y="64"/>
                </a:lnTo>
                <a:lnTo>
                  <a:pt x="529" y="64"/>
                </a:lnTo>
                <a:lnTo>
                  <a:pt x="528" y="64"/>
                </a:lnTo>
                <a:lnTo>
                  <a:pt x="528" y="66"/>
                </a:lnTo>
                <a:lnTo>
                  <a:pt x="527" y="66"/>
                </a:lnTo>
                <a:lnTo>
                  <a:pt x="525" y="65"/>
                </a:lnTo>
                <a:lnTo>
                  <a:pt x="524" y="66"/>
                </a:lnTo>
                <a:lnTo>
                  <a:pt x="523" y="66"/>
                </a:lnTo>
                <a:lnTo>
                  <a:pt x="522" y="66"/>
                </a:lnTo>
                <a:lnTo>
                  <a:pt x="520" y="67"/>
                </a:lnTo>
                <a:lnTo>
                  <a:pt x="519" y="68"/>
                </a:lnTo>
                <a:lnTo>
                  <a:pt x="519" y="69"/>
                </a:lnTo>
                <a:lnTo>
                  <a:pt x="517" y="70"/>
                </a:lnTo>
                <a:lnTo>
                  <a:pt x="517" y="71"/>
                </a:lnTo>
                <a:lnTo>
                  <a:pt x="516" y="74"/>
                </a:lnTo>
                <a:lnTo>
                  <a:pt x="516" y="75"/>
                </a:lnTo>
                <a:lnTo>
                  <a:pt x="515" y="75"/>
                </a:lnTo>
                <a:lnTo>
                  <a:pt x="516" y="76"/>
                </a:lnTo>
                <a:lnTo>
                  <a:pt x="515" y="76"/>
                </a:lnTo>
                <a:lnTo>
                  <a:pt x="514" y="76"/>
                </a:lnTo>
                <a:lnTo>
                  <a:pt x="514" y="77"/>
                </a:lnTo>
                <a:lnTo>
                  <a:pt x="513" y="77"/>
                </a:lnTo>
                <a:lnTo>
                  <a:pt x="512" y="77"/>
                </a:lnTo>
                <a:lnTo>
                  <a:pt x="513" y="77"/>
                </a:lnTo>
                <a:lnTo>
                  <a:pt x="514" y="77"/>
                </a:lnTo>
                <a:lnTo>
                  <a:pt x="514" y="78"/>
                </a:lnTo>
                <a:lnTo>
                  <a:pt x="513" y="78"/>
                </a:lnTo>
                <a:lnTo>
                  <a:pt x="512" y="80"/>
                </a:lnTo>
                <a:lnTo>
                  <a:pt x="512" y="81"/>
                </a:lnTo>
                <a:lnTo>
                  <a:pt x="511" y="81"/>
                </a:lnTo>
                <a:lnTo>
                  <a:pt x="511" y="83"/>
                </a:lnTo>
                <a:lnTo>
                  <a:pt x="511" y="84"/>
                </a:lnTo>
                <a:lnTo>
                  <a:pt x="511" y="85"/>
                </a:lnTo>
                <a:lnTo>
                  <a:pt x="510" y="85"/>
                </a:lnTo>
                <a:lnTo>
                  <a:pt x="509" y="86"/>
                </a:lnTo>
                <a:lnTo>
                  <a:pt x="509" y="87"/>
                </a:lnTo>
                <a:lnTo>
                  <a:pt x="509" y="88"/>
                </a:lnTo>
                <a:lnTo>
                  <a:pt x="509" y="89"/>
                </a:lnTo>
                <a:lnTo>
                  <a:pt x="507" y="89"/>
                </a:lnTo>
                <a:lnTo>
                  <a:pt x="506" y="91"/>
                </a:lnTo>
                <a:lnTo>
                  <a:pt x="505" y="91"/>
                </a:lnTo>
                <a:lnTo>
                  <a:pt x="505" y="92"/>
                </a:lnTo>
                <a:lnTo>
                  <a:pt x="506" y="92"/>
                </a:lnTo>
                <a:lnTo>
                  <a:pt x="506" y="93"/>
                </a:lnTo>
                <a:lnTo>
                  <a:pt x="506" y="94"/>
                </a:lnTo>
                <a:lnTo>
                  <a:pt x="507" y="96"/>
                </a:lnTo>
                <a:lnTo>
                  <a:pt x="507" y="97"/>
                </a:lnTo>
                <a:lnTo>
                  <a:pt x="507" y="98"/>
                </a:lnTo>
                <a:lnTo>
                  <a:pt x="507" y="99"/>
                </a:lnTo>
                <a:lnTo>
                  <a:pt x="506" y="99"/>
                </a:lnTo>
                <a:lnTo>
                  <a:pt x="505" y="100"/>
                </a:lnTo>
                <a:lnTo>
                  <a:pt x="504" y="101"/>
                </a:lnTo>
                <a:lnTo>
                  <a:pt x="503" y="101"/>
                </a:lnTo>
                <a:lnTo>
                  <a:pt x="503" y="102"/>
                </a:lnTo>
                <a:lnTo>
                  <a:pt x="502" y="103"/>
                </a:lnTo>
                <a:lnTo>
                  <a:pt x="500" y="103"/>
                </a:lnTo>
                <a:lnTo>
                  <a:pt x="500" y="104"/>
                </a:lnTo>
                <a:lnTo>
                  <a:pt x="499" y="104"/>
                </a:lnTo>
                <a:lnTo>
                  <a:pt x="499" y="105"/>
                </a:lnTo>
                <a:lnTo>
                  <a:pt x="499" y="106"/>
                </a:lnTo>
                <a:lnTo>
                  <a:pt x="498" y="107"/>
                </a:lnTo>
                <a:lnTo>
                  <a:pt x="497" y="108"/>
                </a:lnTo>
                <a:lnTo>
                  <a:pt x="496" y="109"/>
                </a:lnTo>
                <a:lnTo>
                  <a:pt x="495" y="110"/>
                </a:lnTo>
                <a:lnTo>
                  <a:pt x="494" y="110"/>
                </a:lnTo>
                <a:lnTo>
                  <a:pt x="493" y="110"/>
                </a:lnTo>
                <a:lnTo>
                  <a:pt x="491" y="110"/>
                </a:lnTo>
                <a:lnTo>
                  <a:pt x="492" y="111"/>
                </a:lnTo>
                <a:lnTo>
                  <a:pt x="491" y="110"/>
                </a:lnTo>
                <a:lnTo>
                  <a:pt x="490" y="110"/>
                </a:lnTo>
                <a:lnTo>
                  <a:pt x="489" y="110"/>
                </a:lnTo>
                <a:lnTo>
                  <a:pt x="488" y="110"/>
                </a:lnTo>
                <a:lnTo>
                  <a:pt x="487" y="110"/>
                </a:lnTo>
                <a:lnTo>
                  <a:pt x="486" y="110"/>
                </a:lnTo>
                <a:lnTo>
                  <a:pt x="485" y="110"/>
                </a:lnTo>
                <a:lnTo>
                  <a:pt x="484" y="111"/>
                </a:lnTo>
                <a:lnTo>
                  <a:pt x="484" y="112"/>
                </a:lnTo>
                <a:lnTo>
                  <a:pt x="484" y="113"/>
                </a:lnTo>
                <a:lnTo>
                  <a:pt x="483" y="113"/>
                </a:lnTo>
                <a:lnTo>
                  <a:pt x="482" y="113"/>
                </a:lnTo>
                <a:lnTo>
                  <a:pt x="481" y="112"/>
                </a:lnTo>
                <a:lnTo>
                  <a:pt x="480" y="112"/>
                </a:lnTo>
                <a:lnTo>
                  <a:pt x="480" y="113"/>
                </a:lnTo>
                <a:lnTo>
                  <a:pt x="481" y="114"/>
                </a:lnTo>
                <a:lnTo>
                  <a:pt x="481" y="115"/>
                </a:lnTo>
                <a:lnTo>
                  <a:pt x="480" y="117"/>
                </a:lnTo>
                <a:lnTo>
                  <a:pt x="479" y="117"/>
                </a:lnTo>
                <a:lnTo>
                  <a:pt x="477" y="117"/>
                </a:lnTo>
                <a:lnTo>
                  <a:pt x="476" y="118"/>
                </a:lnTo>
                <a:lnTo>
                  <a:pt x="475" y="118"/>
                </a:lnTo>
                <a:lnTo>
                  <a:pt x="474" y="118"/>
                </a:lnTo>
                <a:lnTo>
                  <a:pt x="474" y="119"/>
                </a:lnTo>
                <a:lnTo>
                  <a:pt x="474" y="120"/>
                </a:lnTo>
                <a:lnTo>
                  <a:pt x="474" y="121"/>
                </a:lnTo>
                <a:lnTo>
                  <a:pt x="474" y="122"/>
                </a:lnTo>
                <a:lnTo>
                  <a:pt x="475" y="123"/>
                </a:lnTo>
                <a:lnTo>
                  <a:pt x="475" y="124"/>
                </a:lnTo>
                <a:lnTo>
                  <a:pt x="475" y="125"/>
                </a:lnTo>
                <a:lnTo>
                  <a:pt x="474" y="124"/>
                </a:lnTo>
                <a:lnTo>
                  <a:pt x="474" y="125"/>
                </a:lnTo>
                <a:lnTo>
                  <a:pt x="473" y="125"/>
                </a:lnTo>
                <a:lnTo>
                  <a:pt x="472" y="126"/>
                </a:lnTo>
                <a:lnTo>
                  <a:pt x="472" y="127"/>
                </a:lnTo>
                <a:lnTo>
                  <a:pt x="472" y="128"/>
                </a:lnTo>
                <a:lnTo>
                  <a:pt x="471" y="129"/>
                </a:lnTo>
                <a:lnTo>
                  <a:pt x="471" y="130"/>
                </a:lnTo>
                <a:lnTo>
                  <a:pt x="470" y="130"/>
                </a:lnTo>
                <a:lnTo>
                  <a:pt x="470" y="131"/>
                </a:lnTo>
                <a:lnTo>
                  <a:pt x="470" y="132"/>
                </a:lnTo>
                <a:lnTo>
                  <a:pt x="468" y="134"/>
                </a:lnTo>
                <a:lnTo>
                  <a:pt x="467" y="134"/>
                </a:lnTo>
                <a:lnTo>
                  <a:pt x="467" y="135"/>
                </a:lnTo>
                <a:lnTo>
                  <a:pt x="467" y="136"/>
                </a:lnTo>
                <a:lnTo>
                  <a:pt x="467" y="138"/>
                </a:lnTo>
                <a:lnTo>
                  <a:pt x="467" y="139"/>
                </a:lnTo>
                <a:lnTo>
                  <a:pt x="467" y="140"/>
                </a:lnTo>
                <a:lnTo>
                  <a:pt x="467" y="142"/>
                </a:lnTo>
                <a:lnTo>
                  <a:pt x="466" y="142"/>
                </a:lnTo>
                <a:lnTo>
                  <a:pt x="465" y="142"/>
                </a:lnTo>
                <a:lnTo>
                  <a:pt x="464" y="142"/>
                </a:lnTo>
                <a:lnTo>
                  <a:pt x="463" y="143"/>
                </a:lnTo>
                <a:lnTo>
                  <a:pt x="462" y="143"/>
                </a:lnTo>
                <a:lnTo>
                  <a:pt x="461" y="144"/>
                </a:lnTo>
                <a:lnTo>
                  <a:pt x="460" y="145"/>
                </a:lnTo>
                <a:lnTo>
                  <a:pt x="459" y="146"/>
                </a:lnTo>
                <a:lnTo>
                  <a:pt x="459" y="148"/>
                </a:lnTo>
                <a:lnTo>
                  <a:pt x="460" y="150"/>
                </a:lnTo>
                <a:lnTo>
                  <a:pt x="461" y="150"/>
                </a:lnTo>
                <a:lnTo>
                  <a:pt x="462" y="151"/>
                </a:lnTo>
                <a:lnTo>
                  <a:pt x="462" y="152"/>
                </a:lnTo>
                <a:lnTo>
                  <a:pt x="463" y="153"/>
                </a:lnTo>
                <a:lnTo>
                  <a:pt x="464" y="154"/>
                </a:lnTo>
                <a:lnTo>
                  <a:pt x="464" y="155"/>
                </a:lnTo>
                <a:lnTo>
                  <a:pt x="464" y="156"/>
                </a:lnTo>
                <a:lnTo>
                  <a:pt x="463" y="156"/>
                </a:lnTo>
                <a:lnTo>
                  <a:pt x="463" y="157"/>
                </a:lnTo>
                <a:lnTo>
                  <a:pt x="462" y="157"/>
                </a:lnTo>
                <a:lnTo>
                  <a:pt x="460" y="158"/>
                </a:lnTo>
                <a:lnTo>
                  <a:pt x="459" y="158"/>
                </a:lnTo>
                <a:lnTo>
                  <a:pt x="458" y="158"/>
                </a:lnTo>
                <a:lnTo>
                  <a:pt x="458" y="159"/>
                </a:lnTo>
                <a:lnTo>
                  <a:pt x="457" y="159"/>
                </a:lnTo>
                <a:lnTo>
                  <a:pt x="457" y="160"/>
                </a:lnTo>
                <a:lnTo>
                  <a:pt x="457" y="161"/>
                </a:lnTo>
                <a:lnTo>
                  <a:pt x="458" y="162"/>
                </a:lnTo>
                <a:lnTo>
                  <a:pt x="458" y="163"/>
                </a:lnTo>
                <a:lnTo>
                  <a:pt x="459" y="163"/>
                </a:lnTo>
                <a:lnTo>
                  <a:pt x="461" y="163"/>
                </a:lnTo>
                <a:lnTo>
                  <a:pt x="462" y="163"/>
                </a:lnTo>
                <a:lnTo>
                  <a:pt x="462" y="164"/>
                </a:lnTo>
                <a:lnTo>
                  <a:pt x="461" y="164"/>
                </a:lnTo>
                <a:lnTo>
                  <a:pt x="461" y="165"/>
                </a:lnTo>
                <a:lnTo>
                  <a:pt x="460" y="166"/>
                </a:lnTo>
                <a:lnTo>
                  <a:pt x="459" y="166"/>
                </a:lnTo>
                <a:lnTo>
                  <a:pt x="459" y="167"/>
                </a:lnTo>
                <a:lnTo>
                  <a:pt x="458" y="167"/>
                </a:lnTo>
                <a:lnTo>
                  <a:pt x="459" y="167"/>
                </a:lnTo>
                <a:lnTo>
                  <a:pt x="462" y="168"/>
                </a:lnTo>
                <a:lnTo>
                  <a:pt x="463" y="168"/>
                </a:lnTo>
                <a:lnTo>
                  <a:pt x="463" y="167"/>
                </a:lnTo>
                <a:lnTo>
                  <a:pt x="463" y="165"/>
                </a:lnTo>
                <a:lnTo>
                  <a:pt x="464" y="165"/>
                </a:lnTo>
                <a:lnTo>
                  <a:pt x="465" y="165"/>
                </a:lnTo>
                <a:lnTo>
                  <a:pt x="465" y="166"/>
                </a:lnTo>
                <a:lnTo>
                  <a:pt x="465" y="167"/>
                </a:lnTo>
                <a:lnTo>
                  <a:pt x="465" y="168"/>
                </a:lnTo>
                <a:lnTo>
                  <a:pt x="465" y="169"/>
                </a:lnTo>
                <a:lnTo>
                  <a:pt x="468" y="169"/>
                </a:lnTo>
                <a:lnTo>
                  <a:pt x="467" y="169"/>
                </a:lnTo>
                <a:lnTo>
                  <a:pt x="467" y="170"/>
                </a:lnTo>
                <a:lnTo>
                  <a:pt x="468" y="171"/>
                </a:lnTo>
                <a:lnTo>
                  <a:pt x="469" y="172"/>
                </a:lnTo>
                <a:lnTo>
                  <a:pt x="470" y="171"/>
                </a:lnTo>
                <a:lnTo>
                  <a:pt x="471" y="170"/>
                </a:lnTo>
                <a:lnTo>
                  <a:pt x="471" y="169"/>
                </a:lnTo>
                <a:lnTo>
                  <a:pt x="472" y="168"/>
                </a:lnTo>
                <a:lnTo>
                  <a:pt x="473" y="168"/>
                </a:lnTo>
                <a:lnTo>
                  <a:pt x="474" y="168"/>
                </a:lnTo>
                <a:lnTo>
                  <a:pt x="475" y="168"/>
                </a:lnTo>
                <a:lnTo>
                  <a:pt x="476" y="168"/>
                </a:lnTo>
                <a:lnTo>
                  <a:pt x="477" y="168"/>
                </a:lnTo>
                <a:lnTo>
                  <a:pt x="478" y="168"/>
                </a:lnTo>
                <a:lnTo>
                  <a:pt x="478" y="169"/>
                </a:lnTo>
                <a:lnTo>
                  <a:pt x="479" y="170"/>
                </a:lnTo>
                <a:lnTo>
                  <a:pt x="480" y="170"/>
                </a:lnTo>
                <a:lnTo>
                  <a:pt x="481" y="170"/>
                </a:lnTo>
                <a:lnTo>
                  <a:pt x="481" y="169"/>
                </a:lnTo>
                <a:lnTo>
                  <a:pt x="482" y="169"/>
                </a:lnTo>
                <a:lnTo>
                  <a:pt x="483" y="168"/>
                </a:lnTo>
                <a:lnTo>
                  <a:pt x="483" y="167"/>
                </a:lnTo>
                <a:lnTo>
                  <a:pt x="484" y="167"/>
                </a:lnTo>
                <a:lnTo>
                  <a:pt x="485" y="166"/>
                </a:lnTo>
                <a:lnTo>
                  <a:pt x="487" y="166"/>
                </a:lnTo>
                <a:lnTo>
                  <a:pt x="488" y="166"/>
                </a:lnTo>
                <a:lnTo>
                  <a:pt x="489" y="166"/>
                </a:lnTo>
                <a:lnTo>
                  <a:pt x="489" y="165"/>
                </a:lnTo>
                <a:lnTo>
                  <a:pt x="490" y="165"/>
                </a:lnTo>
                <a:lnTo>
                  <a:pt x="491" y="165"/>
                </a:lnTo>
                <a:lnTo>
                  <a:pt x="491" y="166"/>
                </a:lnTo>
                <a:lnTo>
                  <a:pt x="491" y="167"/>
                </a:lnTo>
                <a:lnTo>
                  <a:pt x="491" y="168"/>
                </a:lnTo>
                <a:lnTo>
                  <a:pt x="492" y="168"/>
                </a:lnTo>
                <a:lnTo>
                  <a:pt x="493" y="169"/>
                </a:lnTo>
                <a:lnTo>
                  <a:pt x="494" y="170"/>
                </a:lnTo>
                <a:lnTo>
                  <a:pt x="495" y="170"/>
                </a:lnTo>
                <a:lnTo>
                  <a:pt x="497" y="170"/>
                </a:lnTo>
                <a:lnTo>
                  <a:pt x="497" y="171"/>
                </a:lnTo>
                <a:lnTo>
                  <a:pt x="498" y="171"/>
                </a:lnTo>
                <a:lnTo>
                  <a:pt x="499" y="171"/>
                </a:lnTo>
                <a:lnTo>
                  <a:pt x="499" y="170"/>
                </a:lnTo>
                <a:lnTo>
                  <a:pt x="501" y="170"/>
                </a:lnTo>
                <a:lnTo>
                  <a:pt x="501" y="171"/>
                </a:lnTo>
                <a:lnTo>
                  <a:pt x="500" y="172"/>
                </a:lnTo>
                <a:lnTo>
                  <a:pt x="499" y="172"/>
                </a:lnTo>
                <a:lnTo>
                  <a:pt x="499" y="174"/>
                </a:lnTo>
                <a:lnTo>
                  <a:pt x="498" y="174"/>
                </a:lnTo>
                <a:lnTo>
                  <a:pt x="498" y="175"/>
                </a:lnTo>
                <a:lnTo>
                  <a:pt x="498" y="176"/>
                </a:lnTo>
                <a:lnTo>
                  <a:pt x="499" y="177"/>
                </a:lnTo>
                <a:lnTo>
                  <a:pt x="500" y="177"/>
                </a:lnTo>
                <a:lnTo>
                  <a:pt x="501" y="177"/>
                </a:lnTo>
                <a:lnTo>
                  <a:pt x="501" y="176"/>
                </a:lnTo>
                <a:lnTo>
                  <a:pt x="502" y="175"/>
                </a:lnTo>
                <a:lnTo>
                  <a:pt x="503" y="175"/>
                </a:lnTo>
                <a:lnTo>
                  <a:pt x="505" y="176"/>
                </a:lnTo>
                <a:lnTo>
                  <a:pt x="505" y="177"/>
                </a:lnTo>
                <a:lnTo>
                  <a:pt x="504" y="178"/>
                </a:lnTo>
                <a:lnTo>
                  <a:pt x="503" y="178"/>
                </a:lnTo>
                <a:lnTo>
                  <a:pt x="503" y="179"/>
                </a:lnTo>
                <a:lnTo>
                  <a:pt x="503" y="181"/>
                </a:lnTo>
                <a:lnTo>
                  <a:pt x="503" y="182"/>
                </a:lnTo>
                <a:lnTo>
                  <a:pt x="504" y="181"/>
                </a:lnTo>
                <a:lnTo>
                  <a:pt x="504" y="182"/>
                </a:lnTo>
                <a:lnTo>
                  <a:pt x="504" y="183"/>
                </a:lnTo>
                <a:lnTo>
                  <a:pt x="504" y="184"/>
                </a:lnTo>
                <a:lnTo>
                  <a:pt x="504" y="185"/>
                </a:lnTo>
                <a:lnTo>
                  <a:pt x="506" y="185"/>
                </a:lnTo>
                <a:lnTo>
                  <a:pt x="507" y="183"/>
                </a:lnTo>
                <a:lnTo>
                  <a:pt x="507" y="182"/>
                </a:lnTo>
                <a:lnTo>
                  <a:pt x="509" y="183"/>
                </a:lnTo>
                <a:lnTo>
                  <a:pt x="509" y="184"/>
                </a:lnTo>
                <a:lnTo>
                  <a:pt x="508" y="184"/>
                </a:lnTo>
                <a:lnTo>
                  <a:pt x="508" y="185"/>
                </a:lnTo>
                <a:lnTo>
                  <a:pt x="509" y="185"/>
                </a:lnTo>
                <a:lnTo>
                  <a:pt x="509" y="184"/>
                </a:lnTo>
                <a:lnTo>
                  <a:pt x="509" y="183"/>
                </a:lnTo>
                <a:lnTo>
                  <a:pt x="510" y="182"/>
                </a:lnTo>
                <a:lnTo>
                  <a:pt x="510" y="181"/>
                </a:lnTo>
                <a:lnTo>
                  <a:pt x="512" y="181"/>
                </a:lnTo>
                <a:lnTo>
                  <a:pt x="513" y="182"/>
                </a:lnTo>
                <a:lnTo>
                  <a:pt x="514" y="183"/>
                </a:lnTo>
                <a:lnTo>
                  <a:pt x="516" y="184"/>
                </a:lnTo>
                <a:lnTo>
                  <a:pt x="518" y="185"/>
                </a:lnTo>
                <a:lnTo>
                  <a:pt x="519" y="185"/>
                </a:lnTo>
                <a:lnTo>
                  <a:pt x="520" y="184"/>
                </a:lnTo>
                <a:lnTo>
                  <a:pt x="521" y="185"/>
                </a:lnTo>
                <a:lnTo>
                  <a:pt x="522" y="186"/>
                </a:lnTo>
                <a:lnTo>
                  <a:pt x="523" y="187"/>
                </a:lnTo>
                <a:lnTo>
                  <a:pt x="524" y="187"/>
                </a:lnTo>
                <a:lnTo>
                  <a:pt x="524" y="188"/>
                </a:lnTo>
                <a:lnTo>
                  <a:pt x="524" y="190"/>
                </a:lnTo>
                <a:lnTo>
                  <a:pt x="525" y="190"/>
                </a:lnTo>
                <a:lnTo>
                  <a:pt x="525" y="191"/>
                </a:lnTo>
                <a:lnTo>
                  <a:pt x="526" y="192"/>
                </a:lnTo>
                <a:lnTo>
                  <a:pt x="526" y="194"/>
                </a:lnTo>
                <a:lnTo>
                  <a:pt x="527" y="195"/>
                </a:lnTo>
                <a:lnTo>
                  <a:pt x="526" y="196"/>
                </a:lnTo>
                <a:lnTo>
                  <a:pt x="526" y="197"/>
                </a:lnTo>
                <a:lnTo>
                  <a:pt x="525" y="197"/>
                </a:lnTo>
                <a:lnTo>
                  <a:pt x="525" y="198"/>
                </a:lnTo>
                <a:lnTo>
                  <a:pt x="526" y="198"/>
                </a:lnTo>
                <a:lnTo>
                  <a:pt x="526" y="199"/>
                </a:lnTo>
                <a:lnTo>
                  <a:pt x="527" y="199"/>
                </a:lnTo>
                <a:lnTo>
                  <a:pt x="528" y="202"/>
                </a:lnTo>
                <a:lnTo>
                  <a:pt x="528" y="204"/>
                </a:lnTo>
                <a:lnTo>
                  <a:pt x="528" y="205"/>
                </a:lnTo>
                <a:lnTo>
                  <a:pt x="527" y="205"/>
                </a:lnTo>
                <a:lnTo>
                  <a:pt x="528" y="206"/>
                </a:lnTo>
                <a:lnTo>
                  <a:pt x="529" y="207"/>
                </a:lnTo>
                <a:lnTo>
                  <a:pt x="529" y="206"/>
                </a:lnTo>
                <a:lnTo>
                  <a:pt x="530" y="208"/>
                </a:lnTo>
                <a:lnTo>
                  <a:pt x="530" y="209"/>
                </a:lnTo>
                <a:lnTo>
                  <a:pt x="529" y="209"/>
                </a:lnTo>
                <a:lnTo>
                  <a:pt x="529" y="210"/>
                </a:lnTo>
                <a:lnTo>
                  <a:pt x="530" y="210"/>
                </a:lnTo>
                <a:lnTo>
                  <a:pt x="530" y="209"/>
                </a:lnTo>
                <a:lnTo>
                  <a:pt x="531" y="209"/>
                </a:lnTo>
                <a:lnTo>
                  <a:pt x="532" y="210"/>
                </a:lnTo>
                <a:lnTo>
                  <a:pt x="532" y="211"/>
                </a:lnTo>
                <a:lnTo>
                  <a:pt x="533" y="212"/>
                </a:lnTo>
                <a:lnTo>
                  <a:pt x="534" y="213"/>
                </a:lnTo>
                <a:lnTo>
                  <a:pt x="535" y="214"/>
                </a:lnTo>
                <a:lnTo>
                  <a:pt x="536" y="215"/>
                </a:lnTo>
                <a:lnTo>
                  <a:pt x="537" y="216"/>
                </a:lnTo>
                <a:lnTo>
                  <a:pt x="538" y="216"/>
                </a:lnTo>
                <a:lnTo>
                  <a:pt x="539" y="216"/>
                </a:lnTo>
                <a:lnTo>
                  <a:pt x="540" y="216"/>
                </a:lnTo>
                <a:lnTo>
                  <a:pt x="541" y="216"/>
                </a:lnTo>
                <a:lnTo>
                  <a:pt x="542" y="216"/>
                </a:lnTo>
                <a:lnTo>
                  <a:pt x="543" y="216"/>
                </a:lnTo>
                <a:lnTo>
                  <a:pt x="544" y="216"/>
                </a:lnTo>
                <a:lnTo>
                  <a:pt x="545" y="216"/>
                </a:lnTo>
                <a:lnTo>
                  <a:pt x="547" y="216"/>
                </a:lnTo>
                <a:lnTo>
                  <a:pt x="548" y="215"/>
                </a:lnTo>
                <a:lnTo>
                  <a:pt x="549" y="215"/>
                </a:lnTo>
                <a:lnTo>
                  <a:pt x="550" y="215"/>
                </a:lnTo>
                <a:lnTo>
                  <a:pt x="550" y="216"/>
                </a:lnTo>
                <a:lnTo>
                  <a:pt x="551" y="216"/>
                </a:lnTo>
                <a:lnTo>
                  <a:pt x="552" y="216"/>
                </a:lnTo>
                <a:lnTo>
                  <a:pt x="552" y="217"/>
                </a:lnTo>
                <a:lnTo>
                  <a:pt x="553" y="217"/>
                </a:lnTo>
                <a:lnTo>
                  <a:pt x="555" y="217"/>
                </a:lnTo>
                <a:lnTo>
                  <a:pt x="556" y="216"/>
                </a:lnTo>
                <a:lnTo>
                  <a:pt x="556" y="215"/>
                </a:lnTo>
                <a:lnTo>
                  <a:pt x="556" y="214"/>
                </a:lnTo>
                <a:lnTo>
                  <a:pt x="556" y="213"/>
                </a:lnTo>
                <a:lnTo>
                  <a:pt x="556" y="212"/>
                </a:lnTo>
                <a:lnTo>
                  <a:pt x="555" y="212"/>
                </a:lnTo>
                <a:lnTo>
                  <a:pt x="556" y="212"/>
                </a:lnTo>
                <a:lnTo>
                  <a:pt x="556" y="211"/>
                </a:lnTo>
                <a:lnTo>
                  <a:pt x="557" y="211"/>
                </a:lnTo>
                <a:lnTo>
                  <a:pt x="557" y="212"/>
                </a:lnTo>
                <a:lnTo>
                  <a:pt x="558" y="212"/>
                </a:lnTo>
                <a:lnTo>
                  <a:pt x="559" y="212"/>
                </a:lnTo>
                <a:lnTo>
                  <a:pt x="560" y="212"/>
                </a:lnTo>
                <a:lnTo>
                  <a:pt x="562" y="212"/>
                </a:lnTo>
                <a:lnTo>
                  <a:pt x="563" y="212"/>
                </a:lnTo>
                <a:lnTo>
                  <a:pt x="564" y="212"/>
                </a:lnTo>
                <a:lnTo>
                  <a:pt x="565" y="213"/>
                </a:lnTo>
                <a:lnTo>
                  <a:pt x="566" y="213"/>
                </a:lnTo>
                <a:lnTo>
                  <a:pt x="567" y="213"/>
                </a:lnTo>
                <a:lnTo>
                  <a:pt x="567" y="214"/>
                </a:lnTo>
                <a:lnTo>
                  <a:pt x="568" y="214"/>
                </a:lnTo>
                <a:lnTo>
                  <a:pt x="569" y="214"/>
                </a:lnTo>
                <a:lnTo>
                  <a:pt x="569" y="215"/>
                </a:lnTo>
                <a:lnTo>
                  <a:pt x="570" y="215"/>
                </a:lnTo>
                <a:lnTo>
                  <a:pt x="571" y="215"/>
                </a:lnTo>
                <a:lnTo>
                  <a:pt x="572" y="214"/>
                </a:lnTo>
                <a:lnTo>
                  <a:pt x="575" y="213"/>
                </a:lnTo>
                <a:lnTo>
                  <a:pt x="577" y="213"/>
                </a:lnTo>
                <a:lnTo>
                  <a:pt x="580" y="212"/>
                </a:lnTo>
                <a:lnTo>
                  <a:pt x="581" y="211"/>
                </a:lnTo>
                <a:lnTo>
                  <a:pt x="583" y="211"/>
                </a:lnTo>
                <a:lnTo>
                  <a:pt x="584" y="210"/>
                </a:lnTo>
                <a:lnTo>
                  <a:pt x="585" y="210"/>
                </a:lnTo>
                <a:lnTo>
                  <a:pt x="585" y="209"/>
                </a:lnTo>
                <a:lnTo>
                  <a:pt x="586" y="209"/>
                </a:lnTo>
                <a:lnTo>
                  <a:pt x="586" y="207"/>
                </a:lnTo>
                <a:lnTo>
                  <a:pt x="586" y="206"/>
                </a:lnTo>
                <a:lnTo>
                  <a:pt x="587" y="206"/>
                </a:lnTo>
                <a:lnTo>
                  <a:pt x="588" y="206"/>
                </a:lnTo>
                <a:lnTo>
                  <a:pt x="592" y="208"/>
                </a:lnTo>
                <a:lnTo>
                  <a:pt x="593" y="208"/>
                </a:lnTo>
                <a:lnTo>
                  <a:pt x="593" y="207"/>
                </a:lnTo>
                <a:lnTo>
                  <a:pt x="594" y="207"/>
                </a:lnTo>
                <a:lnTo>
                  <a:pt x="596" y="207"/>
                </a:lnTo>
                <a:lnTo>
                  <a:pt x="597" y="207"/>
                </a:lnTo>
                <a:lnTo>
                  <a:pt x="598" y="207"/>
                </a:lnTo>
                <a:lnTo>
                  <a:pt x="598" y="208"/>
                </a:lnTo>
                <a:lnTo>
                  <a:pt x="599" y="208"/>
                </a:lnTo>
                <a:lnTo>
                  <a:pt x="600" y="209"/>
                </a:lnTo>
                <a:lnTo>
                  <a:pt x="601" y="209"/>
                </a:lnTo>
                <a:lnTo>
                  <a:pt x="601" y="210"/>
                </a:lnTo>
                <a:lnTo>
                  <a:pt x="601" y="211"/>
                </a:lnTo>
                <a:lnTo>
                  <a:pt x="602" y="211"/>
                </a:lnTo>
                <a:lnTo>
                  <a:pt x="602" y="212"/>
                </a:lnTo>
                <a:lnTo>
                  <a:pt x="603" y="212"/>
                </a:lnTo>
                <a:lnTo>
                  <a:pt x="604" y="212"/>
                </a:lnTo>
                <a:lnTo>
                  <a:pt x="604" y="211"/>
                </a:lnTo>
                <a:lnTo>
                  <a:pt x="605" y="210"/>
                </a:lnTo>
                <a:lnTo>
                  <a:pt x="607" y="209"/>
                </a:lnTo>
                <a:lnTo>
                  <a:pt x="608" y="209"/>
                </a:lnTo>
                <a:lnTo>
                  <a:pt x="608" y="210"/>
                </a:lnTo>
                <a:lnTo>
                  <a:pt x="608" y="211"/>
                </a:lnTo>
                <a:lnTo>
                  <a:pt x="608" y="212"/>
                </a:lnTo>
                <a:lnTo>
                  <a:pt x="608" y="214"/>
                </a:lnTo>
                <a:lnTo>
                  <a:pt x="608" y="215"/>
                </a:lnTo>
                <a:lnTo>
                  <a:pt x="609" y="215"/>
                </a:lnTo>
                <a:lnTo>
                  <a:pt x="610" y="216"/>
                </a:lnTo>
                <a:lnTo>
                  <a:pt x="610" y="217"/>
                </a:lnTo>
                <a:lnTo>
                  <a:pt x="609" y="218"/>
                </a:lnTo>
                <a:lnTo>
                  <a:pt x="608" y="218"/>
                </a:lnTo>
                <a:lnTo>
                  <a:pt x="607" y="220"/>
                </a:lnTo>
                <a:lnTo>
                  <a:pt x="607" y="222"/>
                </a:lnTo>
                <a:lnTo>
                  <a:pt x="606" y="222"/>
                </a:lnTo>
                <a:lnTo>
                  <a:pt x="606" y="223"/>
                </a:lnTo>
                <a:lnTo>
                  <a:pt x="606" y="224"/>
                </a:lnTo>
                <a:lnTo>
                  <a:pt x="605" y="224"/>
                </a:lnTo>
                <a:lnTo>
                  <a:pt x="606" y="225"/>
                </a:lnTo>
                <a:lnTo>
                  <a:pt x="606" y="226"/>
                </a:lnTo>
                <a:lnTo>
                  <a:pt x="607" y="226"/>
                </a:lnTo>
                <a:lnTo>
                  <a:pt x="608" y="226"/>
                </a:lnTo>
                <a:lnTo>
                  <a:pt x="609" y="227"/>
                </a:lnTo>
                <a:lnTo>
                  <a:pt x="609" y="228"/>
                </a:lnTo>
                <a:lnTo>
                  <a:pt x="608" y="228"/>
                </a:lnTo>
                <a:lnTo>
                  <a:pt x="609" y="228"/>
                </a:lnTo>
                <a:lnTo>
                  <a:pt x="610" y="228"/>
                </a:lnTo>
                <a:lnTo>
                  <a:pt x="610" y="229"/>
                </a:lnTo>
                <a:lnTo>
                  <a:pt x="611" y="230"/>
                </a:lnTo>
                <a:lnTo>
                  <a:pt x="611" y="229"/>
                </a:lnTo>
                <a:lnTo>
                  <a:pt x="613" y="230"/>
                </a:lnTo>
                <a:lnTo>
                  <a:pt x="613" y="231"/>
                </a:lnTo>
                <a:lnTo>
                  <a:pt x="612" y="231"/>
                </a:lnTo>
                <a:lnTo>
                  <a:pt x="611" y="232"/>
                </a:lnTo>
                <a:lnTo>
                  <a:pt x="611" y="234"/>
                </a:lnTo>
                <a:lnTo>
                  <a:pt x="612" y="234"/>
                </a:lnTo>
                <a:lnTo>
                  <a:pt x="612" y="235"/>
                </a:lnTo>
                <a:lnTo>
                  <a:pt x="613" y="235"/>
                </a:lnTo>
                <a:lnTo>
                  <a:pt x="615" y="235"/>
                </a:lnTo>
                <a:lnTo>
                  <a:pt x="616" y="235"/>
                </a:lnTo>
                <a:lnTo>
                  <a:pt x="616" y="234"/>
                </a:lnTo>
                <a:lnTo>
                  <a:pt x="617" y="234"/>
                </a:lnTo>
                <a:lnTo>
                  <a:pt x="618" y="235"/>
                </a:lnTo>
                <a:lnTo>
                  <a:pt x="619" y="236"/>
                </a:lnTo>
                <a:lnTo>
                  <a:pt x="620" y="237"/>
                </a:lnTo>
                <a:lnTo>
                  <a:pt x="621" y="236"/>
                </a:lnTo>
                <a:lnTo>
                  <a:pt x="621" y="237"/>
                </a:lnTo>
                <a:lnTo>
                  <a:pt x="622" y="237"/>
                </a:lnTo>
                <a:lnTo>
                  <a:pt x="621" y="237"/>
                </a:lnTo>
                <a:lnTo>
                  <a:pt x="621" y="238"/>
                </a:lnTo>
                <a:lnTo>
                  <a:pt x="622" y="239"/>
                </a:lnTo>
                <a:lnTo>
                  <a:pt x="623" y="240"/>
                </a:lnTo>
                <a:lnTo>
                  <a:pt x="623" y="239"/>
                </a:lnTo>
                <a:lnTo>
                  <a:pt x="624" y="239"/>
                </a:lnTo>
                <a:lnTo>
                  <a:pt x="625" y="239"/>
                </a:lnTo>
                <a:lnTo>
                  <a:pt x="625" y="240"/>
                </a:lnTo>
                <a:lnTo>
                  <a:pt x="627" y="240"/>
                </a:lnTo>
                <a:lnTo>
                  <a:pt x="629" y="242"/>
                </a:lnTo>
                <a:lnTo>
                  <a:pt x="630" y="244"/>
                </a:lnTo>
                <a:lnTo>
                  <a:pt x="630" y="245"/>
                </a:lnTo>
                <a:lnTo>
                  <a:pt x="629" y="246"/>
                </a:lnTo>
                <a:lnTo>
                  <a:pt x="629" y="247"/>
                </a:lnTo>
                <a:lnTo>
                  <a:pt x="630" y="247"/>
                </a:lnTo>
                <a:lnTo>
                  <a:pt x="631" y="247"/>
                </a:lnTo>
                <a:lnTo>
                  <a:pt x="632" y="247"/>
                </a:lnTo>
                <a:lnTo>
                  <a:pt x="632" y="246"/>
                </a:lnTo>
                <a:lnTo>
                  <a:pt x="634" y="246"/>
                </a:lnTo>
                <a:lnTo>
                  <a:pt x="635" y="247"/>
                </a:lnTo>
                <a:lnTo>
                  <a:pt x="637" y="246"/>
                </a:lnTo>
                <a:lnTo>
                  <a:pt x="636" y="246"/>
                </a:lnTo>
                <a:lnTo>
                  <a:pt x="637" y="245"/>
                </a:lnTo>
                <a:lnTo>
                  <a:pt x="637" y="244"/>
                </a:lnTo>
                <a:lnTo>
                  <a:pt x="638" y="244"/>
                </a:lnTo>
                <a:lnTo>
                  <a:pt x="639" y="244"/>
                </a:lnTo>
                <a:lnTo>
                  <a:pt x="638" y="244"/>
                </a:lnTo>
                <a:lnTo>
                  <a:pt x="638" y="245"/>
                </a:lnTo>
                <a:lnTo>
                  <a:pt x="639" y="246"/>
                </a:lnTo>
                <a:lnTo>
                  <a:pt x="640" y="246"/>
                </a:lnTo>
                <a:lnTo>
                  <a:pt x="641" y="246"/>
                </a:lnTo>
                <a:lnTo>
                  <a:pt x="642" y="246"/>
                </a:lnTo>
                <a:lnTo>
                  <a:pt x="643" y="243"/>
                </a:lnTo>
                <a:lnTo>
                  <a:pt x="644" y="242"/>
                </a:lnTo>
                <a:lnTo>
                  <a:pt x="645" y="242"/>
                </a:lnTo>
                <a:lnTo>
                  <a:pt x="646" y="243"/>
                </a:lnTo>
                <a:lnTo>
                  <a:pt x="647" y="243"/>
                </a:lnTo>
                <a:lnTo>
                  <a:pt x="649" y="242"/>
                </a:lnTo>
                <a:lnTo>
                  <a:pt x="650" y="242"/>
                </a:lnTo>
                <a:lnTo>
                  <a:pt x="650" y="243"/>
                </a:lnTo>
                <a:lnTo>
                  <a:pt x="651" y="243"/>
                </a:lnTo>
                <a:lnTo>
                  <a:pt x="651" y="244"/>
                </a:lnTo>
                <a:lnTo>
                  <a:pt x="652" y="244"/>
                </a:lnTo>
                <a:lnTo>
                  <a:pt x="652" y="245"/>
                </a:lnTo>
                <a:lnTo>
                  <a:pt x="652" y="246"/>
                </a:lnTo>
                <a:lnTo>
                  <a:pt x="652" y="247"/>
                </a:lnTo>
                <a:lnTo>
                  <a:pt x="651" y="247"/>
                </a:lnTo>
                <a:lnTo>
                  <a:pt x="651" y="248"/>
                </a:lnTo>
                <a:lnTo>
                  <a:pt x="650" y="248"/>
                </a:lnTo>
                <a:lnTo>
                  <a:pt x="650" y="249"/>
                </a:lnTo>
                <a:lnTo>
                  <a:pt x="649" y="249"/>
                </a:lnTo>
                <a:lnTo>
                  <a:pt x="649" y="250"/>
                </a:lnTo>
                <a:lnTo>
                  <a:pt x="649" y="251"/>
                </a:lnTo>
                <a:lnTo>
                  <a:pt x="649" y="252"/>
                </a:lnTo>
                <a:lnTo>
                  <a:pt x="649" y="253"/>
                </a:lnTo>
                <a:lnTo>
                  <a:pt x="650" y="255"/>
                </a:lnTo>
                <a:lnTo>
                  <a:pt x="651" y="256"/>
                </a:lnTo>
                <a:lnTo>
                  <a:pt x="652" y="256"/>
                </a:lnTo>
                <a:lnTo>
                  <a:pt x="652" y="257"/>
                </a:lnTo>
                <a:lnTo>
                  <a:pt x="652" y="258"/>
                </a:lnTo>
                <a:lnTo>
                  <a:pt x="651" y="258"/>
                </a:lnTo>
                <a:lnTo>
                  <a:pt x="650" y="259"/>
                </a:lnTo>
                <a:lnTo>
                  <a:pt x="649" y="262"/>
                </a:lnTo>
                <a:lnTo>
                  <a:pt x="649" y="264"/>
                </a:lnTo>
                <a:lnTo>
                  <a:pt x="650" y="265"/>
                </a:lnTo>
                <a:lnTo>
                  <a:pt x="651" y="266"/>
                </a:lnTo>
                <a:lnTo>
                  <a:pt x="650" y="266"/>
                </a:lnTo>
                <a:lnTo>
                  <a:pt x="650" y="267"/>
                </a:lnTo>
                <a:lnTo>
                  <a:pt x="651" y="267"/>
                </a:lnTo>
                <a:lnTo>
                  <a:pt x="652" y="267"/>
                </a:lnTo>
                <a:lnTo>
                  <a:pt x="653" y="269"/>
                </a:lnTo>
                <a:lnTo>
                  <a:pt x="654" y="269"/>
                </a:lnTo>
                <a:lnTo>
                  <a:pt x="654" y="270"/>
                </a:lnTo>
                <a:lnTo>
                  <a:pt x="655" y="271"/>
                </a:lnTo>
                <a:lnTo>
                  <a:pt x="655" y="272"/>
                </a:lnTo>
                <a:lnTo>
                  <a:pt x="656" y="272"/>
                </a:lnTo>
                <a:lnTo>
                  <a:pt x="656" y="273"/>
                </a:lnTo>
                <a:lnTo>
                  <a:pt x="656" y="274"/>
                </a:lnTo>
                <a:lnTo>
                  <a:pt x="657" y="274"/>
                </a:lnTo>
                <a:lnTo>
                  <a:pt x="658" y="275"/>
                </a:lnTo>
                <a:lnTo>
                  <a:pt x="658" y="276"/>
                </a:lnTo>
                <a:lnTo>
                  <a:pt x="658" y="277"/>
                </a:lnTo>
                <a:lnTo>
                  <a:pt x="659" y="278"/>
                </a:lnTo>
                <a:lnTo>
                  <a:pt x="659" y="279"/>
                </a:lnTo>
                <a:lnTo>
                  <a:pt x="659" y="280"/>
                </a:lnTo>
                <a:lnTo>
                  <a:pt x="660" y="280"/>
                </a:lnTo>
                <a:lnTo>
                  <a:pt x="661" y="281"/>
                </a:lnTo>
                <a:lnTo>
                  <a:pt x="662" y="282"/>
                </a:lnTo>
                <a:lnTo>
                  <a:pt x="663" y="282"/>
                </a:lnTo>
                <a:lnTo>
                  <a:pt x="664" y="282"/>
                </a:lnTo>
                <a:lnTo>
                  <a:pt x="664" y="283"/>
                </a:lnTo>
                <a:lnTo>
                  <a:pt x="664" y="284"/>
                </a:lnTo>
                <a:lnTo>
                  <a:pt x="664" y="285"/>
                </a:lnTo>
                <a:lnTo>
                  <a:pt x="664" y="286"/>
                </a:lnTo>
                <a:lnTo>
                  <a:pt x="664" y="287"/>
                </a:lnTo>
                <a:lnTo>
                  <a:pt x="664" y="288"/>
                </a:lnTo>
                <a:lnTo>
                  <a:pt x="664" y="290"/>
                </a:lnTo>
                <a:lnTo>
                  <a:pt x="664" y="291"/>
                </a:lnTo>
                <a:lnTo>
                  <a:pt x="665" y="291"/>
                </a:lnTo>
                <a:lnTo>
                  <a:pt x="665" y="292"/>
                </a:lnTo>
                <a:lnTo>
                  <a:pt x="664" y="294"/>
                </a:lnTo>
                <a:lnTo>
                  <a:pt x="662" y="294"/>
                </a:lnTo>
                <a:lnTo>
                  <a:pt x="661" y="294"/>
                </a:lnTo>
                <a:lnTo>
                  <a:pt x="661" y="293"/>
                </a:lnTo>
                <a:lnTo>
                  <a:pt x="660" y="293"/>
                </a:lnTo>
                <a:lnTo>
                  <a:pt x="660" y="292"/>
                </a:lnTo>
                <a:lnTo>
                  <a:pt x="659" y="293"/>
                </a:lnTo>
                <a:lnTo>
                  <a:pt x="658" y="293"/>
                </a:lnTo>
                <a:lnTo>
                  <a:pt x="658" y="292"/>
                </a:lnTo>
                <a:lnTo>
                  <a:pt x="657" y="291"/>
                </a:lnTo>
                <a:lnTo>
                  <a:pt x="656" y="292"/>
                </a:lnTo>
                <a:lnTo>
                  <a:pt x="655" y="293"/>
                </a:lnTo>
                <a:lnTo>
                  <a:pt x="655" y="294"/>
                </a:lnTo>
                <a:lnTo>
                  <a:pt x="656" y="295"/>
                </a:lnTo>
                <a:lnTo>
                  <a:pt x="654" y="296"/>
                </a:lnTo>
                <a:lnTo>
                  <a:pt x="653" y="296"/>
                </a:lnTo>
                <a:lnTo>
                  <a:pt x="653" y="295"/>
                </a:lnTo>
                <a:lnTo>
                  <a:pt x="652" y="296"/>
                </a:lnTo>
                <a:lnTo>
                  <a:pt x="652" y="297"/>
                </a:lnTo>
                <a:lnTo>
                  <a:pt x="652" y="298"/>
                </a:lnTo>
                <a:lnTo>
                  <a:pt x="650" y="298"/>
                </a:lnTo>
                <a:lnTo>
                  <a:pt x="649" y="298"/>
                </a:lnTo>
                <a:lnTo>
                  <a:pt x="648" y="298"/>
                </a:lnTo>
                <a:lnTo>
                  <a:pt x="647" y="299"/>
                </a:lnTo>
                <a:lnTo>
                  <a:pt x="646" y="299"/>
                </a:lnTo>
                <a:lnTo>
                  <a:pt x="646" y="300"/>
                </a:lnTo>
                <a:lnTo>
                  <a:pt x="646" y="301"/>
                </a:lnTo>
                <a:lnTo>
                  <a:pt x="645" y="301"/>
                </a:lnTo>
                <a:lnTo>
                  <a:pt x="644" y="301"/>
                </a:lnTo>
                <a:lnTo>
                  <a:pt x="644" y="302"/>
                </a:lnTo>
                <a:lnTo>
                  <a:pt x="644" y="305"/>
                </a:lnTo>
                <a:lnTo>
                  <a:pt x="644" y="306"/>
                </a:lnTo>
                <a:lnTo>
                  <a:pt x="644" y="307"/>
                </a:lnTo>
                <a:lnTo>
                  <a:pt x="644" y="308"/>
                </a:lnTo>
                <a:lnTo>
                  <a:pt x="643" y="308"/>
                </a:lnTo>
                <a:lnTo>
                  <a:pt x="642" y="307"/>
                </a:lnTo>
                <a:lnTo>
                  <a:pt x="641" y="307"/>
                </a:lnTo>
                <a:lnTo>
                  <a:pt x="640" y="308"/>
                </a:lnTo>
                <a:lnTo>
                  <a:pt x="640" y="309"/>
                </a:lnTo>
                <a:lnTo>
                  <a:pt x="640" y="310"/>
                </a:lnTo>
                <a:lnTo>
                  <a:pt x="639" y="310"/>
                </a:lnTo>
                <a:lnTo>
                  <a:pt x="639" y="311"/>
                </a:lnTo>
                <a:lnTo>
                  <a:pt x="637" y="311"/>
                </a:lnTo>
                <a:lnTo>
                  <a:pt x="636" y="311"/>
                </a:lnTo>
                <a:lnTo>
                  <a:pt x="635" y="311"/>
                </a:lnTo>
                <a:lnTo>
                  <a:pt x="634" y="311"/>
                </a:lnTo>
                <a:lnTo>
                  <a:pt x="634" y="312"/>
                </a:lnTo>
                <a:lnTo>
                  <a:pt x="633" y="313"/>
                </a:lnTo>
                <a:lnTo>
                  <a:pt x="632" y="313"/>
                </a:lnTo>
                <a:lnTo>
                  <a:pt x="631" y="315"/>
                </a:lnTo>
                <a:lnTo>
                  <a:pt x="630" y="315"/>
                </a:lnTo>
                <a:lnTo>
                  <a:pt x="629" y="315"/>
                </a:lnTo>
                <a:lnTo>
                  <a:pt x="628" y="315"/>
                </a:lnTo>
                <a:lnTo>
                  <a:pt x="628" y="316"/>
                </a:lnTo>
                <a:lnTo>
                  <a:pt x="627" y="317"/>
                </a:lnTo>
                <a:lnTo>
                  <a:pt x="627" y="319"/>
                </a:lnTo>
                <a:lnTo>
                  <a:pt x="626" y="319"/>
                </a:lnTo>
                <a:lnTo>
                  <a:pt x="625" y="319"/>
                </a:lnTo>
                <a:lnTo>
                  <a:pt x="625" y="318"/>
                </a:lnTo>
                <a:lnTo>
                  <a:pt x="624" y="317"/>
                </a:lnTo>
                <a:lnTo>
                  <a:pt x="623" y="318"/>
                </a:lnTo>
                <a:lnTo>
                  <a:pt x="623" y="319"/>
                </a:lnTo>
                <a:lnTo>
                  <a:pt x="623" y="320"/>
                </a:lnTo>
                <a:lnTo>
                  <a:pt x="621" y="321"/>
                </a:lnTo>
                <a:lnTo>
                  <a:pt x="621" y="320"/>
                </a:lnTo>
                <a:lnTo>
                  <a:pt x="621" y="319"/>
                </a:lnTo>
                <a:lnTo>
                  <a:pt x="620" y="320"/>
                </a:lnTo>
                <a:lnTo>
                  <a:pt x="620" y="321"/>
                </a:lnTo>
                <a:lnTo>
                  <a:pt x="620" y="322"/>
                </a:lnTo>
                <a:lnTo>
                  <a:pt x="619" y="322"/>
                </a:lnTo>
                <a:lnTo>
                  <a:pt x="617" y="323"/>
                </a:lnTo>
                <a:lnTo>
                  <a:pt x="616" y="323"/>
                </a:lnTo>
                <a:lnTo>
                  <a:pt x="616" y="322"/>
                </a:lnTo>
                <a:lnTo>
                  <a:pt x="615" y="320"/>
                </a:lnTo>
                <a:lnTo>
                  <a:pt x="614" y="319"/>
                </a:lnTo>
                <a:lnTo>
                  <a:pt x="613" y="318"/>
                </a:lnTo>
                <a:lnTo>
                  <a:pt x="612" y="317"/>
                </a:lnTo>
                <a:lnTo>
                  <a:pt x="611" y="317"/>
                </a:lnTo>
                <a:lnTo>
                  <a:pt x="610" y="317"/>
                </a:lnTo>
                <a:lnTo>
                  <a:pt x="610" y="316"/>
                </a:lnTo>
                <a:lnTo>
                  <a:pt x="610" y="315"/>
                </a:lnTo>
                <a:lnTo>
                  <a:pt x="609" y="315"/>
                </a:lnTo>
                <a:lnTo>
                  <a:pt x="609" y="314"/>
                </a:lnTo>
                <a:lnTo>
                  <a:pt x="607" y="314"/>
                </a:lnTo>
                <a:lnTo>
                  <a:pt x="606" y="314"/>
                </a:lnTo>
                <a:lnTo>
                  <a:pt x="606" y="313"/>
                </a:lnTo>
                <a:lnTo>
                  <a:pt x="606" y="312"/>
                </a:lnTo>
                <a:lnTo>
                  <a:pt x="605" y="311"/>
                </a:lnTo>
                <a:lnTo>
                  <a:pt x="605" y="310"/>
                </a:lnTo>
                <a:lnTo>
                  <a:pt x="604" y="309"/>
                </a:lnTo>
                <a:lnTo>
                  <a:pt x="603" y="309"/>
                </a:lnTo>
                <a:lnTo>
                  <a:pt x="603" y="308"/>
                </a:lnTo>
                <a:lnTo>
                  <a:pt x="604" y="308"/>
                </a:lnTo>
                <a:lnTo>
                  <a:pt x="605" y="309"/>
                </a:lnTo>
                <a:lnTo>
                  <a:pt x="605" y="306"/>
                </a:lnTo>
                <a:lnTo>
                  <a:pt x="604" y="305"/>
                </a:lnTo>
                <a:lnTo>
                  <a:pt x="603" y="303"/>
                </a:lnTo>
                <a:lnTo>
                  <a:pt x="602" y="302"/>
                </a:lnTo>
                <a:lnTo>
                  <a:pt x="601" y="302"/>
                </a:lnTo>
                <a:lnTo>
                  <a:pt x="600" y="301"/>
                </a:lnTo>
                <a:lnTo>
                  <a:pt x="599" y="301"/>
                </a:lnTo>
                <a:lnTo>
                  <a:pt x="598" y="300"/>
                </a:lnTo>
                <a:lnTo>
                  <a:pt x="598" y="299"/>
                </a:lnTo>
                <a:lnTo>
                  <a:pt x="597" y="299"/>
                </a:lnTo>
                <a:lnTo>
                  <a:pt x="597" y="300"/>
                </a:lnTo>
                <a:lnTo>
                  <a:pt x="596" y="299"/>
                </a:lnTo>
                <a:lnTo>
                  <a:pt x="595" y="298"/>
                </a:lnTo>
                <a:lnTo>
                  <a:pt x="595" y="296"/>
                </a:lnTo>
                <a:lnTo>
                  <a:pt x="596" y="295"/>
                </a:lnTo>
                <a:lnTo>
                  <a:pt x="596" y="294"/>
                </a:lnTo>
                <a:lnTo>
                  <a:pt x="597" y="292"/>
                </a:lnTo>
                <a:lnTo>
                  <a:pt x="596" y="291"/>
                </a:lnTo>
                <a:lnTo>
                  <a:pt x="595" y="289"/>
                </a:lnTo>
                <a:lnTo>
                  <a:pt x="594" y="288"/>
                </a:lnTo>
                <a:lnTo>
                  <a:pt x="593" y="287"/>
                </a:lnTo>
                <a:lnTo>
                  <a:pt x="592" y="287"/>
                </a:lnTo>
                <a:lnTo>
                  <a:pt x="591" y="287"/>
                </a:lnTo>
                <a:lnTo>
                  <a:pt x="590" y="287"/>
                </a:lnTo>
                <a:lnTo>
                  <a:pt x="589" y="287"/>
                </a:lnTo>
                <a:lnTo>
                  <a:pt x="588" y="286"/>
                </a:lnTo>
                <a:lnTo>
                  <a:pt x="586" y="287"/>
                </a:lnTo>
                <a:lnTo>
                  <a:pt x="584" y="286"/>
                </a:lnTo>
                <a:lnTo>
                  <a:pt x="584" y="285"/>
                </a:lnTo>
                <a:lnTo>
                  <a:pt x="585" y="285"/>
                </a:lnTo>
                <a:lnTo>
                  <a:pt x="585" y="284"/>
                </a:lnTo>
                <a:lnTo>
                  <a:pt x="584" y="284"/>
                </a:lnTo>
                <a:lnTo>
                  <a:pt x="583" y="284"/>
                </a:lnTo>
                <a:lnTo>
                  <a:pt x="582" y="284"/>
                </a:lnTo>
                <a:lnTo>
                  <a:pt x="582" y="285"/>
                </a:lnTo>
                <a:lnTo>
                  <a:pt x="582" y="286"/>
                </a:lnTo>
                <a:lnTo>
                  <a:pt x="583" y="287"/>
                </a:lnTo>
                <a:lnTo>
                  <a:pt x="581" y="288"/>
                </a:lnTo>
                <a:lnTo>
                  <a:pt x="580" y="288"/>
                </a:lnTo>
                <a:lnTo>
                  <a:pt x="580" y="285"/>
                </a:lnTo>
                <a:lnTo>
                  <a:pt x="580" y="284"/>
                </a:lnTo>
                <a:lnTo>
                  <a:pt x="579" y="284"/>
                </a:lnTo>
                <a:lnTo>
                  <a:pt x="578" y="284"/>
                </a:lnTo>
                <a:lnTo>
                  <a:pt x="577" y="283"/>
                </a:lnTo>
                <a:lnTo>
                  <a:pt x="576" y="282"/>
                </a:lnTo>
                <a:lnTo>
                  <a:pt x="576" y="281"/>
                </a:lnTo>
                <a:lnTo>
                  <a:pt x="575" y="280"/>
                </a:lnTo>
                <a:lnTo>
                  <a:pt x="573" y="280"/>
                </a:lnTo>
                <a:lnTo>
                  <a:pt x="572" y="280"/>
                </a:lnTo>
                <a:lnTo>
                  <a:pt x="571" y="281"/>
                </a:lnTo>
                <a:lnTo>
                  <a:pt x="570" y="281"/>
                </a:lnTo>
                <a:lnTo>
                  <a:pt x="569" y="280"/>
                </a:lnTo>
                <a:lnTo>
                  <a:pt x="568" y="280"/>
                </a:lnTo>
                <a:lnTo>
                  <a:pt x="567" y="279"/>
                </a:lnTo>
                <a:lnTo>
                  <a:pt x="566" y="280"/>
                </a:lnTo>
                <a:lnTo>
                  <a:pt x="565" y="281"/>
                </a:lnTo>
                <a:lnTo>
                  <a:pt x="565" y="282"/>
                </a:lnTo>
                <a:lnTo>
                  <a:pt x="564" y="282"/>
                </a:lnTo>
                <a:lnTo>
                  <a:pt x="564" y="281"/>
                </a:lnTo>
                <a:lnTo>
                  <a:pt x="562" y="281"/>
                </a:lnTo>
                <a:lnTo>
                  <a:pt x="561" y="282"/>
                </a:lnTo>
                <a:lnTo>
                  <a:pt x="561" y="283"/>
                </a:lnTo>
                <a:lnTo>
                  <a:pt x="560" y="283"/>
                </a:lnTo>
                <a:lnTo>
                  <a:pt x="559" y="282"/>
                </a:lnTo>
                <a:lnTo>
                  <a:pt x="558" y="282"/>
                </a:lnTo>
                <a:lnTo>
                  <a:pt x="559" y="283"/>
                </a:lnTo>
                <a:lnTo>
                  <a:pt x="559" y="286"/>
                </a:lnTo>
                <a:lnTo>
                  <a:pt x="558" y="286"/>
                </a:lnTo>
                <a:lnTo>
                  <a:pt x="557" y="287"/>
                </a:lnTo>
                <a:lnTo>
                  <a:pt x="557" y="286"/>
                </a:lnTo>
                <a:lnTo>
                  <a:pt x="555" y="286"/>
                </a:lnTo>
                <a:lnTo>
                  <a:pt x="554" y="287"/>
                </a:lnTo>
                <a:lnTo>
                  <a:pt x="554" y="288"/>
                </a:lnTo>
                <a:lnTo>
                  <a:pt x="554" y="289"/>
                </a:lnTo>
                <a:lnTo>
                  <a:pt x="554" y="290"/>
                </a:lnTo>
                <a:lnTo>
                  <a:pt x="553" y="290"/>
                </a:lnTo>
                <a:lnTo>
                  <a:pt x="552" y="292"/>
                </a:lnTo>
                <a:lnTo>
                  <a:pt x="552" y="293"/>
                </a:lnTo>
                <a:lnTo>
                  <a:pt x="553" y="293"/>
                </a:lnTo>
                <a:lnTo>
                  <a:pt x="553" y="294"/>
                </a:lnTo>
                <a:lnTo>
                  <a:pt x="552" y="294"/>
                </a:lnTo>
                <a:lnTo>
                  <a:pt x="552" y="295"/>
                </a:lnTo>
                <a:lnTo>
                  <a:pt x="552" y="296"/>
                </a:lnTo>
                <a:lnTo>
                  <a:pt x="552" y="298"/>
                </a:lnTo>
                <a:lnTo>
                  <a:pt x="551" y="298"/>
                </a:lnTo>
                <a:lnTo>
                  <a:pt x="551" y="300"/>
                </a:lnTo>
                <a:lnTo>
                  <a:pt x="551" y="301"/>
                </a:lnTo>
                <a:lnTo>
                  <a:pt x="551" y="302"/>
                </a:lnTo>
                <a:lnTo>
                  <a:pt x="551" y="303"/>
                </a:lnTo>
                <a:lnTo>
                  <a:pt x="550" y="304"/>
                </a:lnTo>
                <a:lnTo>
                  <a:pt x="550" y="305"/>
                </a:lnTo>
                <a:lnTo>
                  <a:pt x="550" y="306"/>
                </a:lnTo>
                <a:lnTo>
                  <a:pt x="550" y="307"/>
                </a:lnTo>
                <a:lnTo>
                  <a:pt x="550" y="308"/>
                </a:lnTo>
                <a:lnTo>
                  <a:pt x="551" y="308"/>
                </a:lnTo>
                <a:lnTo>
                  <a:pt x="551" y="307"/>
                </a:lnTo>
                <a:lnTo>
                  <a:pt x="551" y="308"/>
                </a:lnTo>
                <a:lnTo>
                  <a:pt x="552" y="308"/>
                </a:lnTo>
                <a:lnTo>
                  <a:pt x="552" y="307"/>
                </a:lnTo>
                <a:lnTo>
                  <a:pt x="553" y="307"/>
                </a:lnTo>
                <a:lnTo>
                  <a:pt x="554" y="307"/>
                </a:lnTo>
                <a:lnTo>
                  <a:pt x="554" y="308"/>
                </a:lnTo>
                <a:lnTo>
                  <a:pt x="555" y="308"/>
                </a:lnTo>
                <a:lnTo>
                  <a:pt x="556" y="308"/>
                </a:lnTo>
                <a:lnTo>
                  <a:pt x="557" y="307"/>
                </a:lnTo>
                <a:lnTo>
                  <a:pt x="558" y="307"/>
                </a:lnTo>
                <a:lnTo>
                  <a:pt x="559" y="307"/>
                </a:lnTo>
                <a:lnTo>
                  <a:pt x="559" y="308"/>
                </a:lnTo>
                <a:lnTo>
                  <a:pt x="560" y="310"/>
                </a:lnTo>
                <a:lnTo>
                  <a:pt x="560" y="311"/>
                </a:lnTo>
                <a:lnTo>
                  <a:pt x="559" y="312"/>
                </a:lnTo>
                <a:lnTo>
                  <a:pt x="558" y="314"/>
                </a:lnTo>
                <a:lnTo>
                  <a:pt x="558" y="315"/>
                </a:lnTo>
                <a:lnTo>
                  <a:pt x="559" y="315"/>
                </a:lnTo>
                <a:lnTo>
                  <a:pt x="558" y="319"/>
                </a:lnTo>
                <a:lnTo>
                  <a:pt x="558" y="320"/>
                </a:lnTo>
                <a:lnTo>
                  <a:pt x="557" y="320"/>
                </a:lnTo>
                <a:lnTo>
                  <a:pt x="556" y="319"/>
                </a:lnTo>
                <a:lnTo>
                  <a:pt x="555" y="319"/>
                </a:lnTo>
                <a:lnTo>
                  <a:pt x="554" y="319"/>
                </a:lnTo>
                <a:lnTo>
                  <a:pt x="554" y="320"/>
                </a:lnTo>
                <a:lnTo>
                  <a:pt x="553" y="321"/>
                </a:lnTo>
                <a:lnTo>
                  <a:pt x="553" y="322"/>
                </a:lnTo>
                <a:lnTo>
                  <a:pt x="554" y="322"/>
                </a:lnTo>
                <a:lnTo>
                  <a:pt x="554" y="321"/>
                </a:lnTo>
                <a:lnTo>
                  <a:pt x="554" y="322"/>
                </a:lnTo>
                <a:lnTo>
                  <a:pt x="555" y="323"/>
                </a:lnTo>
                <a:lnTo>
                  <a:pt x="555" y="324"/>
                </a:lnTo>
                <a:lnTo>
                  <a:pt x="556" y="325"/>
                </a:lnTo>
                <a:lnTo>
                  <a:pt x="557" y="326"/>
                </a:lnTo>
                <a:lnTo>
                  <a:pt x="557" y="327"/>
                </a:lnTo>
                <a:lnTo>
                  <a:pt x="558" y="327"/>
                </a:lnTo>
                <a:lnTo>
                  <a:pt x="558" y="328"/>
                </a:lnTo>
                <a:lnTo>
                  <a:pt x="558" y="329"/>
                </a:lnTo>
                <a:lnTo>
                  <a:pt x="558" y="330"/>
                </a:lnTo>
                <a:lnTo>
                  <a:pt x="559" y="331"/>
                </a:lnTo>
                <a:lnTo>
                  <a:pt x="558" y="332"/>
                </a:lnTo>
                <a:lnTo>
                  <a:pt x="558" y="333"/>
                </a:lnTo>
                <a:lnTo>
                  <a:pt x="559" y="333"/>
                </a:lnTo>
                <a:lnTo>
                  <a:pt x="558" y="334"/>
                </a:lnTo>
                <a:lnTo>
                  <a:pt x="559" y="335"/>
                </a:lnTo>
                <a:lnTo>
                  <a:pt x="559" y="336"/>
                </a:lnTo>
                <a:lnTo>
                  <a:pt x="559" y="337"/>
                </a:lnTo>
                <a:lnTo>
                  <a:pt x="560" y="337"/>
                </a:lnTo>
                <a:lnTo>
                  <a:pt x="560" y="338"/>
                </a:lnTo>
                <a:lnTo>
                  <a:pt x="561" y="338"/>
                </a:lnTo>
                <a:lnTo>
                  <a:pt x="562" y="339"/>
                </a:lnTo>
                <a:lnTo>
                  <a:pt x="563" y="342"/>
                </a:lnTo>
                <a:lnTo>
                  <a:pt x="563" y="344"/>
                </a:lnTo>
                <a:lnTo>
                  <a:pt x="564" y="345"/>
                </a:lnTo>
                <a:lnTo>
                  <a:pt x="563" y="345"/>
                </a:lnTo>
                <a:lnTo>
                  <a:pt x="562" y="345"/>
                </a:lnTo>
                <a:lnTo>
                  <a:pt x="562" y="346"/>
                </a:lnTo>
                <a:lnTo>
                  <a:pt x="561" y="346"/>
                </a:lnTo>
                <a:lnTo>
                  <a:pt x="560" y="346"/>
                </a:lnTo>
                <a:lnTo>
                  <a:pt x="559" y="346"/>
                </a:lnTo>
                <a:lnTo>
                  <a:pt x="556" y="346"/>
                </a:lnTo>
                <a:lnTo>
                  <a:pt x="556" y="347"/>
                </a:lnTo>
                <a:lnTo>
                  <a:pt x="556" y="348"/>
                </a:lnTo>
                <a:lnTo>
                  <a:pt x="555" y="348"/>
                </a:lnTo>
                <a:lnTo>
                  <a:pt x="554" y="348"/>
                </a:lnTo>
                <a:lnTo>
                  <a:pt x="553" y="348"/>
                </a:lnTo>
                <a:lnTo>
                  <a:pt x="552" y="348"/>
                </a:lnTo>
                <a:lnTo>
                  <a:pt x="551" y="349"/>
                </a:lnTo>
                <a:lnTo>
                  <a:pt x="550" y="350"/>
                </a:lnTo>
                <a:lnTo>
                  <a:pt x="550" y="349"/>
                </a:lnTo>
                <a:lnTo>
                  <a:pt x="549" y="349"/>
                </a:lnTo>
                <a:lnTo>
                  <a:pt x="550" y="349"/>
                </a:lnTo>
                <a:lnTo>
                  <a:pt x="549" y="348"/>
                </a:lnTo>
                <a:lnTo>
                  <a:pt x="548" y="349"/>
                </a:lnTo>
                <a:lnTo>
                  <a:pt x="547" y="350"/>
                </a:lnTo>
                <a:lnTo>
                  <a:pt x="545" y="350"/>
                </a:lnTo>
                <a:lnTo>
                  <a:pt x="545" y="349"/>
                </a:lnTo>
                <a:lnTo>
                  <a:pt x="544" y="349"/>
                </a:lnTo>
                <a:lnTo>
                  <a:pt x="544" y="348"/>
                </a:lnTo>
                <a:lnTo>
                  <a:pt x="544" y="349"/>
                </a:lnTo>
                <a:lnTo>
                  <a:pt x="543" y="349"/>
                </a:lnTo>
                <a:lnTo>
                  <a:pt x="542" y="350"/>
                </a:lnTo>
                <a:lnTo>
                  <a:pt x="540" y="351"/>
                </a:lnTo>
                <a:lnTo>
                  <a:pt x="539" y="352"/>
                </a:lnTo>
                <a:lnTo>
                  <a:pt x="539" y="354"/>
                </a:lnTo>
                <a:lnTo>
                  <a:pt x="539" y="355"/>
                </a:lnTo>
                <a:lnTo>
                  <a:pt x="539" y="356"/>
                </a:lnTo>
                <a:lnTo>
                  <a:pt x="539" y="357"/>
                </a:lnTo>
                <a:lnTo>
                  <a:pt x="539" y="358"/>
                </a:lnTo>
                <a:lnTo>
                  <a:pt x="538" y="357"/>
                </a:lnTo>
                <a:lnTo>
                  <a:pt x="537" y="357"/>
                </a:lnTo>
                <a:lnTo>
                  <a:pt x="536" y="356"/>
                </a:lnTo>
                <a:lnTo>
                  <a:pt x="535" y="356"/>
                </a:lnTo>
                <a:lnTo>
                  <a:pt x="534" y="357"/>
                </a:lnTo>
                <a:lnTo>
                  <a:pt x="533" y="358"/>
                </a:lnTo>
                <a:lnTo>
                  <a:pt x="533" y="359"/>
                </a:lnTo>
                <a:lnTo>
                  <a:pt x="534" y="360"/>
                </a:lnTo>
                <a:lnTo>
                  <a:pt x="534" y="362"/>
                </a:lnTo>
                <a:lnTo>
                  <a:pt x="534" y="363"/>
                </a:lnTo>
                <a:lnTo>
                  <a:pt x="533" y="363"/>
                </a:lnTo>
                <a:lnTo>
                  <a:pt x="533" y="364"/>
                </a:lnTo>
                <a:lnTo>
                  <a:pt x="534" y="364"/>
                </a:lnTo>
                <a:lnTo>
                  <a:pt x="534" y="365"/>
                </a:lnTo>
                <a:lnTo>
                  <a:pt x="534" y="366"/>
                </a:lnTo>
                <a:lnTo>
                  <a:pt x="533" y="366"/>
                </a:lnTo>
                <a:lnTo>
                  <a:pt x="532" y="366"/>
                </a:lnTo>
                <a:lnTo>
                  <a:pt x="532" y="365"/>
                </a:lnTo>
                <a:lnTo>
                  <a:pt x="531" y="365"/>
                </a:lnTo>
                <a:lnTo>
                  <a:pt x="531" y="366"/>
                </a:lnTo>
                <a:lnTo>
                  <a:pt x="531" y="368"/>
                </a:lnTo>
                <a:lnTo>
                  <a:pt x="531" y="369"/>
                </a:lnTo>
                <a:lnTo>
                  <a:pt x="532" y="371"/>
                </a:lnTo>
                <a:lnTo>
                  <a:pt x="533" y="371"/>
                </a:lnTo>
                <a:lnTo>
                  <a:pt x="533" y="372"/>
                </a:lnTo>
                <a:lnTo>
                  <a:pt x="532" y="373"/>
                </a:lnTo>
                <a:lnTo>
                  <a:pt x="531" y="374"/>
                </a:lnTo>
                <a:lnTo>
                  <a:pt x="531" y="376"/>
                </a:lnTo>
                <a:lnTo>
                  <a:pt x="532" y="376"/>
                </a:lnTo>
                <a:lnTo>
                  <a:pt x="532" y="377"/>
                </a:lnTo>
                <a:lnTo>
                  <a:pt x="533" y="377"/>
                </a:lnTo>
                <a:lnTo>
                  <a:pt x="533" y="376"/>
                </a:lnTo>
                <a:lnTo>
                  <a:pt x="534" y="376"/>
                </a:lnTo>
                <a:lnTo>
                  <a:pt x="534" y="375"/>
                </a:lnTo>
                <a:lnTo>
                  <a:pt x="534" y="376"/>
                </a:lnTo>
                <a:lnTo>
                  <a:pt x="535" y="376"/>
                </a:lnTo>
                <a:lnTo>
                  <a:pt x="534" y="376"/>
                </a:lnTo>
                <a:lnTo>
                  <a:pt x="534" y="377"/>
                </a:lnTo>
                <a:lnTo>
                  <a:pt x="535" y="377"/>
                </a:lnTo>
                <a:lnTo>
                  <a:pt x="535" y="378"/>
                </a:lnTo>
                <a:lnTo>
                  <a:pt x="536" y="379"/>
                </a:lnTo>
                <a:lnTo>
                  <a:pt x="537" y="379"/>
                </a:lnTo>
                <a:lnTo>
                  <a:pt x="538" y="380"/>
                </a:lnTo>
                <a:lnTo>
                  <a:pt x="537" y="381"/>
                </a:lnTo>
                <a:lnTo>
                  <a:pt x="537" y="383"/>
                </a:lnTo>
                <a:lnTo>
                  <a:pt x="537" y="384"/>
                </a:lnTo>
                <a:lnTo>
                  <a:pt x="537" y="385"/>
                </a:lnTo>
                <a:lnTo>
                  <a:pt x="536" y="385"/>
                </a:lnTo>
                <a:lnTo>
                  <a:pt x="536" y="384"/>
                </a:lnTo>
                <a:lnTo>
                  <a:pt x="536" y="385"/>
                </a:lnTo>
                <a:lnTo>
                  <a:pt x="535" y="385"/>
                </a:lnTo>
                <a:lnTo>
                  <a:pt x="535" y="387"/>
                </a:lnTo>
                <a:lnTo>
                  <a:pt x="535" y="388"/>
                </a:lnTo>
                <a:lnTo>
                  <a:pt x="536" y="389"/>
                </a:lnTo>
                <a:lnTo>
                  <a:pt x="536" y="390"/>
                </a:lnTo>
                <a:lnTo>
                  <a:pt x="535" y="391"/>
                </a:lnTo>
                <a:lnTo>
                  <a:pt x="535" y="392"/>
                </a:lnTo>
                <a:lnTo>
                  <a:pt x="535" y="393"/>
                </a:lnTo>
                <a:lnTo>
                  <a:pt x="535" y="394"/>
                </a:lnTo>
                <a:lnTo>
                  <a:pt x="534" y="394"/>
                </a:lnTo>
                <a:lnTo>
                  <a:pt x="534" y="395"/>
                </a:lnTo>
                <a:lnTo>
                  <a:pt x="534" y="396"/>
                </a:lnTo>
                <a:lnTo>
                  <a:pt x="535" y="396"/>
                </a:lnTo>
                <a:lnTo>
                  <a:pt x="535" y="397"/>
                </a:lnTo>
                <a:lnTo>
                  <a:pt x="534" y="397"/>
                </a:lnTo>
                <a:lnTo>
                  <a:pt x="533" y="397"/>
                </a:lnTo>
                <a:lnTo>
                  <a:pt x="532" y="398"/>
                </a:lnTo>
                <a:lnTo>
                  <a:pt x="532" y="399"/>
                </a:lnTo>
                <a:lnTo>
                  <a:pt x="531" y="399"/>
                </a:lnTo>
                <a:lnTo>
                  <a:pt x="531" y="400"/>
                </a:lnTo>
                <a:lnTo>
                  <a:pt x="532" y="400"/>
                </a:lnTo>
                <a:lnTo>
                  <a:pt x="533" y="402"/>
                </a:lnTo>
                <a:lnTo>
                  <a:pt x="533" y="403"/>
                </a:lnTo>
                <a:lnTo>
                  <a:pt x="533" y="405"/>
                </a:lnTo>
                <a:lnTo>
                  <a:pt x="533" y="406"/>
                </a:lnTo>
                <a:lnTo>
                  <a:pt x="532" y="406"/>
                </a:lnTo>
                <a:lnTo>
                  <a:pt x="532" y="407"/>
                </a:lnTo>
                <a:lnTo>
                  <a:pt x="531" y="406"/>
                </a:lnTo>
                <a:lnTo>
                  <a:pt x="530" y="407"/>
                </a:lnTo>
                <a:lnTo>
                  <a:pt x="529" y="407"/>
                </a:lnTo>
                <a:lnTo>
                  <a:pt x="528" y="407"/>
                </a:lnTo>
                <a:lnTo>
                  <a:pt x="527" y="407"/>
                </a:lnTo>
                <a:lnTo>
                  <a:pt x="527" y="408"/>
                </a:lnTo>
                <a:lnTo>
                  <a:pt x="524" y="410"/>
                </a:lnTo>
                <a:lnTo>
                  <a:pt x="523" y="410"/>
                </a:lnTo>
                <a:lnTo>
                  <a:pt x="522" y="410"/>
                </a:lnTo>
                <a:lnTo>
                  <a:pt x="521" y="410"/>
                </a:lnTo>
                <a:lnTo>
                  <a:pt x="520" y="411"/>
                </a:lnTo>
                <a:lnTo>
                  <a:pt x="520" y="412"/>
                </a:lnTo>
                <a:lnTo>
                  <a:pt x="520" y="413"/>
                </a:lnTo>
                <a:lnTo>
                  <a:pt x="520" y="414"/>
                </a:lnTo>
                <a:lnTo>
                  <a:pt x="519" y="415"/>
                </a:lnTo>
                <a:lnTo>
                  <a:pt x="518" y="415"/>
                </a:lnTo>
                <a:lnTo>
                  <a:pt x="517" y="415"/>
                </a:lnTo>
                <a:lnTo>
                  <a:pt x="515" y="416"/>
                </a:lnTo>
                <a:lnTo>
                  <a:pt x="512" y="416"/>
                </a:lnTo>
                <a:lnTo>
                  <a:pt x="512" y="415"/>
                </a:lnTo>
                <a:lnTo>
                  <a:pt x="511" y="415"/>
                </a:lnTo>
                <a:lnTo>
                  <a:pt x="510" y="415"/>
                </a:lnTo>
                <a:lnTo>
                  <a:pt x="509" y="416"/>
                </a:lnTo>
                <a:lnTo>
                  <a:pt x="509" y="417"/>
                </a:lnTo>
                <a:lnTo>
                  <a:pt x="508" y="416"/>
                </a:lnTo>
                <a:lnTo>
                  <a:pt x="508" y="415"/>
                </a:lnTo>
                <a:lnTo>
                  <a:pt x="507" y="415"/>
                </a:lnTo>
                <a:lnTo>
                  <a:pt x="506" y="416"/>
                </a:lnTo>
                <a:lnTo>
                  <a:pt x="504" y="416"/>
                </a:lnTo>
                <a:lnTo>
                  <a:pt x="504" y="415"/>
                </a:lnTo>
                <a:lnTo>
                  <a:pt x="503" y="415"/>
                </a:lnTo>
                <a:lnTo>
                  <a:pt x="502" y="415"/>
                </a:lnTo>
                <a:lnTo>
                  <a:pt x="501" y="415"/>
                </a:lnTo>
                <a:lnTo>
                  <a:pt x="501" y="414"/>
                </a:lnTo>
                <a:lnTo>
                  <a:pt x="501" y="413"/>
                </a:lnTo>
                <a:lnTo>
                  <a:pt x="501" y="412"/>
                </a:lnTo>
                <a:lnTo>
                  <a:pt x="500" y="412"/>
                </a:lnTo>
                <a:lnTo>
                  <a:pt x="499" y="411"/>
                </a:lnTo>
                <a:lnTo>
                  <a:pt x="498" y="411"/>
                </a:lnTo>
                <a:lnTo>
                  <a:pt x="498" y="410"/>
                </a:lnTo>
                <a:lnTo>
                  <a:pt x="499" y="409"/>
                </a:lnTo>
                <a:lnTo>
                  <a:pt x="499" y="408"/>
                </a:lnTo>
                <a:lnTo>
                  <a:pt x="499" y="409"/>
                </a:lnTo>
                <a:lnTo>
                  <a:pt x="498" y="408"/>
                </a:lnTo>
                <a:lnTo>
                  <a:pt x="497" y="408"/>
                </a:lnTo>
                <a:lnTo>
                  <a:pt x="494" y="408"/>
                </a:lnTo>
                <a:lnTo>
                  <a:pt x="494" y="409"/>
                </a:lnTo>
                <a:lnTo>
                  <a:pt x="494" y="410"/>
                </a:lnTo>
                <a:lnTo>
                  <a:pt x="493" y="410"/>
                </a:lnTo>
                <a:lnTo>
                  <a:pt x="492" y="411"/>
                </a:lnTo>
                <a:lnTo>
                  <a:pt x="491" y="412"/>
                </a:lnTo>
                <a:lnTo>
                  <a:pt x="492" y="413"/>
                </a:lnTo>
                <a:lnTo>
                  <a:pt x="492" y="414"/>
                </a:lnTo>
                <a:lnTo>
                  <a:pt x="492" y="415"/>
                </a:lnTo>
                <a:lnTo>
                  <a:pt x="491" y="415"/>
                </a:lnTo>
                <a:lnTo>
                  <a:pt x="491" y="416"/>
                </a:lnTo>
                <a:lnTo>
                  <a:pt x="491" y="418"/>
                </a:lnTo>
                <a:lnTo>
                  <a:pt x="493" y="417"/>
                </a:lnTo>
                <a:lnTo>
                  <a:pt x="493" y="418"/>
                </a:lnTo>
                <a:lnTo>
                  <a:pt x="494" y="418"/>
                </a:lnTo>
                <a:lnTo>
                  <a:pt x="494" y="419"/>
                </a:lnTo>
                <a:lnTo>
                  <a:pt x="494" y="420"/>
                </a:lnTo>
                <a:lnTo>
                  <a:pt x="494" y="422"/>
                </a:lnTo>
                <a:lnTo>
                  <a:pt x="495" y="422"/>
                </a:lnTo>
                <a:lnTo>
                  <a:pt x="495" y="423"/>
                </a:lnTo>
                <a:lnTo>
                  <a:pt x="495" y="424"/>
                </a:lnTo>
                <a:lnTo>
                  <a:pt x="496" y="425"/>
                </a:lnTo>
                <a:lnTo>
                  <a:pt x="495" y="426"/>
                </a:lnTo>
                <a:lnTo>
                  <a:pt x="494" y="426"/>
                </a:lnTo>
                <a:lnTo>
                  <a:pt x="493" y="426"/>
                </a:lnTo>
                <a:lnTo>
                  <a:pt x="492" y="426"/>
                </a:lnTo>
                <a:lnTo>
                  <a:pt x="492" y="427"/>
                </a:lnTo>
                <a:lnTo>
                  <a:pt x="493" y="427"/>
                </a:lnTo>
                <a:lnTo>
                  <a:pt x="493" y="428"/>
                </a:lnTo>
                <a:lnTo>
                  <a:pt x="493" y="429"/>
                </a:lnTo>
                <a:lnTo>
                  <a:pt x="492" y="429"/>
                </a:lnTo>
                <a:lnTo>
                  <a:pt x="491" y="430"/>
                </a:lnTo>
                <a:lnTo>
                  <a:pt x="491" y="431"/>
                </a:lnTo>
                <a:lnTo>
                  <a:pt x="491" y="432"/>
                </a:lnTo>
                <a:lnTo>
                  <a:pt x="492" y="432"/>
                </a:lnTo>
                <a:lnTo>
                  <a:pt x="493" y="432"/>
                </a:lnTo>
                <a:lnTo>
                  <a:pt x="494" y="432"/>
                </a:lnTo>
                <a:lnTo>
                  <a:pt x="495" y="432"/>
                </a:lnTo>
                <a:lnTo>
                  <a:pt x="497" y="434"/>
                </a:lnTo>
                <a:lnTo>
                  <a:pt x="497" y="435"/>
                </a:lnTo>
                <a:lnTo>
                  <a:pt x="498" y="436"/>
                </a:lnTo>
                <a:lnTo>
                  <a:pt x="498" y="437"/>
                </a:lnTo>
                <a:lnTo>
                  <a:pt x="499" y="437"/>
                </a:lnTo>
                <a:lnTo>
                  <a:pt x="499" y="436"/>
                </a:lnTo>
                <a:lnTo>
                  <a:pt x="500" y="436"/>
                </a:lnTo>
                <a:lnTo>
                  <a:pt x="502" y="435"/>
                </a:lnTo>
                <a:lnTo>
                  <a:pt x="505" y="435"/>
                </a:lnTo>
                <a:lnTo>
                  <a:pt x="506" y="435"/>
                </a:lnTo>
                <a:lnTo>
                  <a:pt x="506" y="436"/>
                </a:lnTo>
                <a:lnTo>
                  <a:pt x="507" y="436"/>
                </a:lnTo>
                <a:lnTo>
                  <a:pt x="508" y="435"/>
                </a:lnTo>
                <a:lnTo>
                  <a:pt x="509" y="435"/>
                </a:lnTo>
                <a:lnTo>
                  <a:pt x="509" y="436"/>
                </a:lnTo>
                <a:lnTo>
                  <a:pt x="508" y="437"/>
                </a:lnTo>
                <a:lnTo>
                  <a:pt x="508" y="438"/>
                </a:lnTo>
                <a:lnTo>
                  <a:pt x="507" y="438"/>
                </a:lnTo>
                <a:lnTo>
                  <a:pt x="507" y="439"/>
                </a:lnTo>
                <a:lnTo>
                  <a:pt x="508" y="440"/>
                </a:lnTo>
                <a:lnTo>
                  <a:pt x="509" y="439"/>
                </a:lnTo>
                <a:lnTo>
                  <a:pt x="511" y="439"/>
                </a:lnTo>
                <a:lnTo>
                  <a:pt x="512" y="439"/>
                </a:lnTo>
                <a:lnTo>
                  <a:pt x="513" y="439"/>
                </a:lnTo>
                <a:lnTo>
                  <a:pt x="514" y="439"/>
                </a:lnTo>
                <a:lnTo>
                  <a:pt x="515" y="440"/>
                </a:lnTo>
                <a:lnTo>
                  <a:pt x="516" y="440"/>
                </a:lnTo>
                <a:lnTo>
                  <a:pt x="517" y="439"/>
                </a:lnTo>
                <a:lnTo>
                  <a:pt x="519" y="439"/>
                </a:lnTo>
                <a:lnTo>
                  <a:pt x="520" y="440"/>
                </a:lnTo>
                <a:lnTo>
                  <a:pt x="520" y="441"/>
                </a:lnTo>
                <a:lnTo>
                  <a:pt x="521" y="441"/>
                </a:lnTo>
                <a:lnTo>
                  <a:pt x="521" y="442"/>
                </a:lnTo>
                <a:lnTo>
                  <a:pt x="522" y="442"/>
                </a:lnTo>
                <a:lnTo>
                  <a:pt x="521" y="443"/>
                </a:lnTo>
                <a:lnTo>
                  <a:pt x="522" y="443"/>
                </a:lnTo>
                <a:lnTo>
                  <a:pt x="522" y="444"/>
                </a:lnTo>
                <a:lnTo>
                  <a:pt x="523" y="444"/>
                </a:lnTo>
                <a:lnTo>
                  <a:pt x="524" y="444"/>
                </a:lnTo>
                <a:lnTo>
                  <a:pt x="525" y="444"/>
                </a:lnTo>
                <a:lnTo>
                  <a:pt x="526" y="444"/>
                </a:lnTo>
                <a:lnTo>
                  <a:pt x="527" y="445"/>
                </a:lnTo>
                <a:lnTo>
                  <a:pt x="527" y="446"/>
                </a:lnTo>
                <a:lnTo>
                  <a:pt x="526" y="446"/>
                </a:lnTo>
                <a:lnTo>
                  <a:pt x="525" y="446"/>
                </a:lnTo>
                <a:lnTo>
                  <a:pt x="525" y="447"/>
                </a:lnTo>
                <a:lnTo>
                  <a:pt x="526" y="447"/>
                </a:lnTo>
                <a:lnTo>
                  <a:pt x="526" y="448"/>
                </a:lnTo>
                <a:lnTo>
                  <a:pt x="526" y="449"/>
                </a:lnTo>
                <a:lnTo>
                  <a:pt x="526" y="450"/>
                </a:lnTo>
                <a:lnTo>
                  <a:pt x="526" y="451"/>
                </a:lnTo>
                <a:lnTo>
                  <a:pt x="527" y="451"/>
                </a:lnTo>
                <a:lnTo>
                  <a:pt x="528" y="451"/>
                </a:lnTo>
                <a:lnTo>
                  <a:pt x="528" y="452"/>
                </a:lnTo>
                <a:lnTo>
                  <a:pt x="529" y="452"/>
                </a:lnTo>
                <a:lnTo>
                  <a:pt x="529" y="453"/>
                </a:lnTo>
                <a:lnTo>
                  <a:pt x="528" y="453"/>
                </a:lnTo>
                <a:lnTo>
                  <a:pt x="527" y="453"/>
                </a:lnTo>
                <a:lnTo>
                  <a:pt x="526" y="453"/>
                </a:lnTo>
                <a:lnTo>
                  <a:pt x="526" y="452"/>
                </a:lnTo>
                <a:lnTo>
                  <a:pt x="526" y="453"/>
                </a:lnTo>
                <a:lnTo>
                  <a:pt x="525" y="453"/>
                </a:lnTo>
                <a:lnTo>
                  <a:pt x="525" y="454"/>
                </a:lnTo>
                <a:lnTo>
                  <a:pt x="526" y="454"/>
                </a:lnTo>
                <a:lnTo>
                  <a:pt x="526" y="455"/>
                </a:lnTo>
                <a:lnTo>
                  <a:pt x="526" y="457"/>
                </a:lnTo>
                <a:lnTo>
                  <a:pt x="526" y="459"/>
                </a:lnTo>
                <a:lnTo>
                  <a:pt x="526" y="460"/>
                </a:lnTo>
                <a:lnTo>
                  <a:pt x="526" y="461"/>
                </a:lnTo>
                <a:lnTo>
                  <a:pt x="526" y="465"/>
                </a:lnTo>
                <a:lnTo>
                  <a:pt x="526" y="466"/>
                </a:lnTo>
                <a:lnTo>
                  <a:pt x="526" y="467"/>
                </a:lnTo>
                <a:lnTo>
                  <a:pt x="527" y="467"/>
                </a:lnTo>
                <a:lnTo>
                  <a:pt x="527" y="468"/>
                </a:lnTo>
                <a:lnTo>
                  <a:pt x="527" y="469"/>
                </a:lnTo>
                <a:lnTo>
                  <a:pt x="526" y="469"/>
                </a:lnTo>
                <a:lnTo>
                  <a:pt x="527" y="469"/>
                </a:lnTo>
                <a:lnTo>
                  <a:pt x="529" y="468"/>
                </a:lnTo>
                <a:lnTo>
                  <a:pt x="530" y="468"/>
                </a:lnTo>
                <a:lnTo>
                  <a:pt x="530" y="469"/>
                </a:lnTo>
                <a:lnTo>
                  <a:pt x="529" y="470"/>
                </a:lnTo>
                <a:lnTo>
                  <a:pt x="529" y="471"/>
                </a:lnTo>
                <a:lnTo>
                  <a:pt x="529" y="472"/>
                </a:lnTo>
                <a:lnTo>
                  <a:pt x="529" y="473"/>
                </a:lnTo>
                <a:lnTo>
                  <a:pt x="530" y="474"/>
                </a:lnTo>
                <a:lnTo>
                  <a:pt x="529" y="474"/>
                </a:lnTo>
                <a:lnTo>
                  <a:pt x="529" y="475"/>
                </a:lnTo>
                <a:lnTo>
                  <a:pt x="530" y="475"/>
                </a:lnTo>
                <a:lnTo>
                  <a:pt x="530" y="476"/>
                </a:lnTo>
                <a:lnTo>
                  <a:pt x="529" y="476"/>
                </a:lnTo>
                <a:lnTo>
                  <a:pt x="529" y="477"/>
                </a:lnTo>
                <a:lnTo>
                  <a:pt x="530" y="477"/>
                </a:lnTo>
                <a:lnTo>
                  <a:pt x="530" y="478"/>
                </a:lnTo>
                <a:lnTo>
                  <a:pt x="531" y="478"/>
                </a:lnTo>
                <a:lnTo>
                  <a:pt x="531" y="479"/>
                </a:lnTo>
                <a:lnTo>
                  <a:pt x="532" y="479"/>
                </a:lnTo>
                <a:lnTo>
                  <a:pt x="532" y="478"/>
                </a:lnTo>
                <a:lnTo>
                  <a:pt x="533" y="478"/>
                </a:lnTo>
                <a:lnTo>
                  <a:pt x="534" y="478"/>
                </a:lnTo>
                <a:lnTo>
                  <a:pt x="535" y="477"/>
                </a:lnTo>
                <a:lnTo>
                  <a:pt x="535" y="478"/>
                </a:lnTo>
                <a:lnTo>
                  <a:pt x="536" y="477"/>
                </a:lnTo>
                <a:lnTo>
                  <a:pt x="536" y="478"/>
                </a:lnTo>
                <a:lnTo>
                  <a:pt x="537" y="479"/>
                </a:lnTo>
                <a:lnTo>
                  <a:pt x="538" y="478"/>
                </a:lnTo>
                <a:lnTo>
                  <a:pt x="539" y="478"/>
                </a:lnTo>
                <a:lnTo>
                  <a:pt x="538" y="477"/>
                </a:lnTo>
                <a:lnTo>
                  <a:pt x="539" y="477"/>
                </a:lnTo>
                <a:lnTo>
                  <a:pt x="541" y="478"/>
                </a:lnTo>
                <a:lnTo>
                  <a:pt x="541" y="480"/>
                </a:lnTo>
                <a:lnTo>
                  <a:pt x="541" y="481"/>
                </a:lnTo>
                <a:lnTo>
                  <a:pt x="541" y="482"/>
                </a:lnTo>
                <a:lnTo>
                  <a:pt x="542" y="482"/>
                </a:lnTo>
                <a:lnTo>
                  <a:pt x="543" y="482"/>
                </a:lnTo>
                <a:lnTo>
                  <a:pt x="544" y="482"/>
                </a:lnTo>
                <a:lnTo>
                  <a:pt x="544" y="481"/>
                </a:lnTo>
                <a:lnTo>
                  <a:pt x="545" y="481"/>
                </a:lnTo>
                <a:lnTo>
                  <a:pt x="545" y="480"/>
                </a:lnTo>
                <a:lnTo>
                  <a:pt x="550" y="479"/>
                </a:lnTo>
                <a:lnTo>
                  <a:pt x="551" y="479"/>
                </a:lnTo>
                <a:lnTo>
                  <a:pt x="552" y="479"/>
                </a:lnTo>
                <a:lnTo>
                  <a:pt x="552" y="478"/>
                </a:lnTo>
                <a:lnTo>
                  <a:pt x="553" y="478"/>
                </a:lnTo>
                <a:lnTo>
                  <a:pt x="554" y="478"/>
                </a:lnTo>
                <a:lnTo>
                  <a:pt x="554" y="479"/>
                </a:lnTo>
                <a:lnTo>
                  <a:pt x="554" y="480"/>
                </a:lnTo>
                <a:lnTo>
                  <a:pt x="555" y="481"/>
                </a:lnTo>
                <a:lnTo>
                  <a:pt x="556" y="481"/>
                </a:lnTo>
                <a:lnTo>
                  <a:pt x="557" y="481"/>
                </a:lnTo>
                <a:lnTo>
                  <a:pt x="557" y="482"/>
                </a:lnTo>
                <a:lnTo>
                  <a:pt x="557" y="483"/>
                </a:lnTo>
                <a:lnTo>
                  <a:pt x="558" y="484"/>
                </a:lnTo>
                <a:lnTo>
                  <a:pt x="559" y="484"/>
                </a:lnTo>
                <a:lnTo>
                  <a:pt x="560" y="485"/>
                </a:lnTo>
                <a:lnTo>
                  <a:pt x="561" y="485"/>
                </a:lnTo>
                <a:lnTo>
                  <a:pt x="561" y="484"/>
                </a:lnTo>
                <a:lnTo>
                  <a:pt x="561" y="486"/>
                </a:lnTo>
                <a:lnTo>
                  <a:pt x="562" y="486"/>
                </a:lnTo>
                <a:lnTo>
                  <a:pt x="562" y="485"/>
                </a:lnTo>
                <a:lnTo>
                  <a:pt x="562" y="486"/>
                </a:lnTo>
                <a:lnTo>
                  <a:pt x="563" y="487"/>
                </a:lnTo>
                <a:lnTo>
                  <a:pt x="563" y="488"/>
                </a:lnTo>
                <a:lnTo>
                  <a:pt x="564" y="488"/>
                </a:lnTo>
                <a:lnTo>
                  <a:pt x="564" y="489"/>
                </a:lnTo>
                <a:lnTo>
                  <a:pt x="565" y="489"/>
                </a:lnTo>
                <a:lnTo>
                  <a:pt x="565" y="490"/>
                </a:lnTo>
                <a:lnTo>
                  <a:pt x="566" y="491"/>
                </a:lnTo>
                <a:lnTo>
                  <a:pt x="566" y="492"/>
                </a:lnTo>
                <a:lnTo>
                  <a:pt x="566" y="493"/>
                </a:lnTo>
                <a:lnTo>
                  <a:pt x="567" y="493"/>
                </a:lnTo>
                <a:lnTo>
                  <a:pt x="567" y="494"/>
                </a:lnTo>
                <a:lnTo>
                  <a:pt x="568" y="494"/>
                </a:lnTo>
                <a:lnTo>
                  <a:pt x="569" y="494"/>
                </a:lnTo>
                <a:lnTo>
                  <a:pt x="569" y="495"/>
                </a:lnTo>
                <a:lnTo>
                  <a:pt x="570" y="495"/>
                </a:lnTo>
                <a:lnTo>
                  <a:pt x="570" y="496"/>
                </a:lnTo>
                <a:lnTo>
                  <a:pt x="571" y="496"/>
                </a:lnTo>
                <a:lnTo>
                  <a:pt x="572" y="496"/>
                </a:lnTo>
                <a:lnTo>
                  <a:pt x="573" y="496"/>
                </a:lnTo>
                <a:lnTo>
                  <a:pt x="573" y="497"/>
                </a:lnTo>
                <a:lnTo>
                  <a:pt x="572" y="497"/>
                </a:lnTo>
                <a:lnTo>
                  <a:pt x="572" y="498"/>
                </a:lnTo>
                <a:lnTo>
                  <a:pt x="571" y="498"/>
                </a:lnTo>
                <a:lnTo>
                  <a:pt x="571" y="497"/>
                </a:lnTo>
                <a:lnTo>
                  <a:pt x="571" y="498"/>
                </a:lnTo>
                <a:lnTo>
                  <a:pt x="572" y="498"/>
                </a:lnTo>
                <a:lnTo>
                  <a:pt x="572" y="499"/>
                </a:lnTo>
                <a:lnTo>
                  <a:pt x="572" y="498"/>
                </a:lnTo>
                <a:lnTo>
                  <a:pt x="573" y="498"/>
                </a:lnTo>
                <a:lnTo>
                  <a:pt x="573" y="497"/>
                </a:lnTo>
                <a:lnTo>
                  <a:pt x="574" y="497"/>
                </a:lnTo>
                <a:lnTo>
                  <a:pt x="574" y="496"/>
                </a:lnTo>
                <a:lnTo>
                  <a:pt x="575" y="496"/>
                </a:lnTo>
                <a:lnTo>
                  <a:pt x="575" y="495"/>
                </a:lnTo>
                <a:lnTo>
                  <a:pt x="576" y="495"/>
                </a:lnTo>
                <a:lnTo>
                  <a:pt x="577" y="495"/>
                </a:lnTo>
                <a:lnTo>
                  <a:pt x="577" y="496"/>
                </a:lnTo>
                <a:lnTo>
                  <a:pt x="578" y="496"/>
                </a:lnTo>
                <a:lnTo>
                  <a:pt x="578" y="497"/>
                </a:lnTo>
                <a:lnTo>
                  <a:pt x="578" y="498"/>
                </a:lnTo>
                <a:lnTo>
                  <a:pt x="579" y="498"/>
                </a:lnTo>
                <a:lnTo>
                  <a:pt x="579" y="497"/>
                </a:lnTo>
                <a:lnTo>
                  <a:pt x="580" y="496"/>
                </a:lnTo>
                <a:lnTo>
                  <a:pt x="581" y="496"/>
                </a:lnTo>
                <a:lnTo>
                  <a:pt x="581" y="495"/>
                </a:lnTo>
                <a:lnTo>
                  <a:pt x="582" y="495"/>
                </a:lnTo>
                <a:lnTo>
                  <a:pt x="582" y="497"/>
                </a:lnTo>
                <a:lnTo>
                  <a:pt x="583" y="497"/>
                </a:lnTo>
                <a:lnTo>
                  <a:pt x="583" y="496"/>
                </a:lnTo>
                <a:lnTo>
                  <a:pt x="584" y="492"/>
                </a:lnTo>
                <a:lnTo>
                  <a:pt x="584" y="491"/>
                </a:lnTo>
                <a:lnTo>
                  <a:pt x="584" y="490"/>
                </a:lnTo>
                <a:lnTo>
                  <a:pt x="583" y="490"/>
                </a:lnTo>
                <a:lnTo>
                  <a:pt x="583" y="489"/>
                </a:lnTo>
                <a:lnTo>
                  <a:pt x="584" y="489"/>
                </a:lnTo>
                <a:lnTo>
                  <a:pt x="586" y="489"/>
                </a:lnTo>
                <a:lnTo>
                  <a:pt x="586" y="488"/>
                </a:lnTo>
                <a:lnTo>
                  <a:pt x="585" y="488"/>
                </a:lnTo>
                <a:lnTo>
                  <a:pt x="585" y="487"/>
                </a:lnTo>
                <a:lnTo>
                  <a:pt x="585" y="486"/>
                </a:lnTo>
                <a:lnTo>
                  <a:pt x="585" y="485"/>
                </a:lnTo>
                <a:lnTo>
                  <a:pt x="586" y="485"/>
                </a:lnTo>
                <a:lnTo>
                  <a:pt x="587" y="486"/>
                </a:lnTo>
                <a:lnTo>
                  <a:pt x="588" y="486"/>
                </a:lnTo>
                <a:lnTo>
                  <a:pt x="589" y="486"/>
                </a:lnTo>
                <a:lnTo>
                  <a:pt x="589" y="487"/>
                </a:lnTo>
                <a:lnTo>
                  <a:pt x="590" y="487"/>
                </a:lnTo>
                <a:lnTo>
                  <a:pt x="591" y="487"/>
                </a:lnTo>
                <a:lnTo>
                  <a:pt x="591" y="486"/>
                </a:lnTo>
                <a:lnTo>
                  <a:pt x="592" y="486"/>
                </a:lnTo>
                <a:lnTo>
                  <a:pt x="592" y="485"/>
                </a:lnTo>
                <a:lnTo>
                  <a:pt x="593" y="485"/>
                </a:lnTo>
                <a:lnTo>
                  <a:pt x="593" y="484"/>
                </a:lnTo>
                <a:lnTo>
                  <a:pt x="592" y="484"/>
                </a:lnTo>
                <a:lnTo>
                  <a:pt x="592" y="483"/>
                </a:lnTo>
                <a:lnTo>
                  <a:pt x="593" y="483"/>
                </a:lnTo>
                <a:lnTo>
                  <a:pt x="594" y="484"/>
                </a:lnTo>
                <a:lnTo>
                  <a:pt x="594" y="485"/>
                </a:lnTo>
                <a:lnTo>
                  <a:pt x="595" y="485"/>
                </a:lnTo>
                <a:lnTo>
                  <a:pt x="595" y="486"/>
                </a:lnTo>
                <a:lnTo>
                  <a:pt x="595" y="487"/>
                </a:lnTo>
                <a:lnTo>
                  <a:pt x="594" y="488"/>
                </a:lnTo>
                <a:lnTo>
                  <a:pt x="595" y="488"/>
                </a:lnTo>
                <a:lnTo>
                  <a:pt x="596" y="486"/>
                </a:lnTo>
                <a:lnTo>
                  <a:pt x="597" y="485"/>
                </a:lnTo>
                <a:lnTo>
                  <a:pt x="598" y="484"/>
                </a:lnTo>
                <a:lnTo>
                  <a:pt x="598" y="483"/>
                </a:lnTo>
                <a:lnTo>
                  <a:pt x="599" y="483"/>
                </a:lnTo>
                <a:lnTo>
                  <a:pt x="600" y="483"/>
                </a:lnTo>
                <a:lnTo>
                  <a:pt x="600" y="481"/>
                </a:lnTo>
                <a:lnTo>
                  <a:pt x="600" y="480"/>
                </a:lnTo>
                <a:lnTo>
                  <a:pt x="600" y="479"/>
                </a:lnTo>
                <a:lnTo>
                  <a:pt x="601" y="479"/>
                </a:lnTo>
                <a:lnTo>
                  <a:pt x="601" y="478"/>
                </a:lnTo>
                <a:lnTo>
                  <a:pt x="602" y="478"/>
                </a:lnTo>
                <a:lnTo>
                  <a:pt x="602" y="477"/>
                </a:lnTo>
                <a:lnTo>
                  <a:pt x="604" y="475"/>
                </a:lnTo>
                <a:lnTo>
                  <a:pt x="604" y="474"/>
                </a:lnTo>
                <a:lnTo>
                  <a:pt x="604" y="473"/>
                </a:lnTo>
                <a:lnTo>
                  <a:pt x="605" y="473"/>
                </a:lnTo>
                <a:lnTo>
                  <a:pt x="605" y="472"/>
                </a:lnTo>
                <a:lnTo>
                  <a:pt x="607" y="472"/>
                </a:lnTo>
                <a:lnTo>
                  <a:pt x="608" y="472"/>
                </a:lnTo>
                <a:lnTo>
                  <a:pt x="608" y="473"/>
                </a:lnTo>
                <a:lnTo>
                  <a:pt x="609" y="473"/>
                </a:lnTo>
                <a:lnTo>
                  <a:pt x="608" y="473"/>
                </a:lnTo>
                <a:lnTo>
                  <a:pt x="607" y="473"/>
                </a:lnTo>
                <a:lnTo>
                  <a:pt x="607" y="474"/>
                </a:lnTo>
                <a:lnTo>
                  <a:pt x="606" y="474"/>
                </a:lnTo>
                <a:lnTo>
                  <a:pt x="606" y="475"/>
                </a:lnTo>
                <a:lnTo>
                  <a:pt x="605" y="475"/>
                </a:lnTo>
                <a:lnTo>
                  <a:pt x="605" y="476"/>
                </a:lnTo>
                <a:lnTo>
                  <a:pt x="604" y="476"/>
                </a:lnTo>
                <a:lnTo>
                  <a:pt x="603" y="477"/>
                </a:lnTo>
                <a:lnTo>
                  <a:pt x="603" y="478"/>
                </a:lnTo>
                <a:lnTo>
                  <a:pt x="604" y="478"/>
                </a:lnTo>
                <a:lnTo>
                  <a:pt x="604" y="479"/>
                </a:lnTo>
                <a:lnTo>
                  <a:pt x="603" y="479"/>
                </a:lnTo>
                <a:lnTo>
                  <a:pt x="603" y="480"/>
                </a:lnTo>
                <a:lnTo>
                  <a:pt x="602" y="480"/>
                </a:lnTo>
                <a:lnTo>
                  <a:pt x="602" y="481"/>
                </a:lnTo>
                <a:lnTo>
                  <a:pt x="601" y="481"/>
                </a:lnTo>
                <a:lnTo>
                  <a:pt x="601" y="482"/>
                </a:lnTo>
                <a:lnTo>
                  <a:pt x="602" y="482"/>
                </a:lnTo>
                <a:lnTo>
                  <a:pt x="603" y="482"/>
                </a:lnTo>
                <a:lnTo>
                  <a:pt x="604" y="482"/>
                </a:lnTo>
                <a:lnTo>
                  <a:pt x="604" y="483"/>
                </a:lnTo>
                <a:lnTo>
                  <a:pt x="605" y="483"/>
                </a:lnTo>
                <a:lnTo>
                  <a:pt x="605" y="486"/>
                </a:lnTo>
                <a:lnTo>
                  <a:pt x="604" y="486"/>
                </a:lnTo>
                <a:lnTo>
                  <a:pt x="604" y="487"/>
                </a:lnTo>
                <a:lnTo>
                  <a:pt x="603" y="487"/>
                </a:lnTo>
                <a:lnTo>
                  <a:pt x="603" y="488"/>
                </a:lnTo>
                <a:lnTo>
                  <a:pt x="604" y="488"/>
                </a:lnTo>
                <a:lnTo>
                  <a:pt x="605" y="488"/>
                </a:lnTo>
                <a:lnTo>
                  <a:pt x="606" y="489"/>
                </a:lnTo>
                <a:lnTo>
                  <a:pt x="606" y="490"/>
                </a:lnTo>
                <a:lnTo>
                  <a:pt x="605" y="491"/>
                </a:lnTo>
                <a:lnTo>
                  <a:pt x="607" y="494"/>
                </a:lnTo>
                <a:lnTo>
                  <a:pt x="608" y="496"/>
                </a:lnTo>
                <a:lnTo>
                  <a:pt x="608" y="497"/>
                </a:lnTo>
                <a:lnTo>
                  <a:pt x="608" y="498"/>
                </a:lnTo>
                <a:lnTo>
                  <a:pt x="608" y="500"/>
                </a:lnTo>
                <a:lnTo>
                  <a:pt x="609" y="501"/>
                </a:lnTo>
                <a:lnTo>
                  <a:pt x="609" y="502"/>
                </a:lnTo>
                <a:lnTo>
                  <a:pt x="609" y="503"/>
                </a:lnTo>
                <a:lnTo>
                  <a:pt x="610" y="505"/>
                </a:lnTo>
                <a:lnTo>
                  <a:pt x="610" y="508"/>
                </a:lnTo>
                <a:lnTo>
                  <a:pt x="611" y="508"/>
                </a:lnTo>
                <a:lnTo>
                  <a:pt x="611" y="510"/>
                </a:lnTo>
                <a:lnTo>
                  <a:pt x="612" y="511"/>
                </a:lnTo>
                <a:lnTo>
                  <a:pt x="612" y="512"/>
                </a:lnTo>
                <a:lnTo>
                  <a:pt x="612" y="513"/>
                </a:lnTo>
                <a:lnTo>
                  <a:pt x="612" y="515"/>
                </a:lnTo>
                <a:lnTo>
                  <a:pt x="612" y="517"/>
                </a:lnTo>
                <a:lnTo>
                  <a:pt x="612" y="518"/>
                </a:lnTo>
                <a:lnTo>
                  <a:pt x="613" y="520"/>
                </a:lnTo>
                <a:lnTo>
                  <a:pt x="614" y="522"/>
                </a:lnTo>
                <a:lnTo>
                  <a:pt x="615" y="523"/>
                </a:lnTo>
                <a:lnTo>
                  <a:pt x="615" y="524"/>
                </a:lnTo>
                <a:lnTo>
                  <a:pt x="615" y="525"/>
                </a:lnTo>
                <a:lnTo>
                  <a:pt x="616" y="525"/>
                </a:lnTo>
                <a:lnTo>
                  <a:pt x="616" y="527"/>
                </a:lnTo>
                <a:lnTo>
                  <a:pt x="616" y="528"/>
                </a:lnTo>
                <a:lnTo>
                  <a:pt x="616" y="529"/>
                </a:lnTo>
                <a:lnTo>
                  <a:pt x="616" y="530"/>
                </a:lnTo>
                <a:lnTo>
                  <a:pt x="616" y="531"/>
                </a:lnTo>
                <a:lnTo>
                  <a:pt x="615" y="531"/>
                </a:lnTo>
                <a:lnTo>
                  <a:pt x="616" y="531"/>
                </a:lnTo>
                <a:lnTo>
                  <a:pt x="616" y="532"/>
                </a:lnTo>
                <a:lnTo>
                  <a:pt x="615" y="532"/>
                </a:lnTo>
                <a:lnTo>
                  <a:pt x="615" y="533"/>
                </a:lnTo>
                <a:lnTo>
                  <a:pt x="616" y="535"/>
                </a:lnTo>
                <a:lnTo>
                  <a:pt x="616" y="536"/>
                </a:lnTo>
                <a:lnTo>
                  <a:pt x="617" y="536"/>
                </a:lnTo>
                <a:lnTo>
                  <a:pt x="617" y="537"/>
                </a:lnTo>
                <a:lnTo>
                  <a:pt x="617" y="539"/>
                </a:lnTo>
                <a:lnTo>
                  <a:pt x="616" y="539"/>
                </a:lnTo>
                <a:lnTo>
                  <a:pt x="616" y="540"/>
                </a:lnTo>
                <a:lnTo>
                  <a:pt x="615" y="540"/>
                </a:lnTo>
                <a:lnTo>
                  <a:pt x="616" y="541"/>
                </a:lnTo>
                <a:lnTo>
                  <a:pt x="616" y="542"/>
                </a:lnTo>
                <a:lnTo>
                  <a:pt x="615" y="543"/>
                </a:lnTo>
                <a:lnTo>
                  <a:pt x="616" y="544"/>
                </a:lnTo>
                <a:lnTo>
                  <a:pt x="617" y="544"/>
                </a:lnTo>
                <a:lnTo>
                  <a:pt x="616" y="544"/>
                </a:lnTo>
                <a:lnTo>
                  <a:pt x="617" y="544"/>
                </a:lnTo>
                <a:lnTo>
                  <a:pt x="617" y="546"/>
                </a:lnTo>
                <a:lnTo>
                  <a:pt x="617" y="547"/>
                </a:lnTo>
                <a:lnTo>
                  <a:pt x="616" y="547"/>
                </a:lnTo>
                <a:lnTo>
                  <a:pt x="617" y="547"/>
                </a:lnTo>
                <a:lnTo>
                  <a:pt x="616" y="548"/>
                </a:lnTo>
                <a:lnTo>
                  <a:pt x="617" y="548"/>
                </a:lnTo>
                <a:lnTo>
                  <a:pt x="616" y="548"/>
                </a:lnTo>
                <a:lnTo>
                  <a:pt x="617" y="548"/>
                </a:lnTo>
                <a:lnTo>
                  <a:pt x="617" y="549"/>
                </a:lnTo>
                <a:lnTo>
                  <a:pt x="616" y="550"/>
                </a:lnTo>
                <a:lnTo>
                  <a:pt x="616" y="551"/>
                </a:lnTo>
                <a:lnTo>
                  <a:pt x="616" y="552"/>
                </a:lnTo>
                <a:lnTo>
                  <a:pt x="616" y="553"/>
                </a:lnTo>
                <a:lnTo>
                  <a:pt x="615" y="553"/>
                </a:lnTo>
                <a:lnTo>
                  <a:pt x="616" y="554"/>
                </a:lnTo>
                <a:lnTo>
                  <a:pt x="616" y="555"/>
                </a:lnTo>
                <a:lnTo>
                  <a:pt x="617" y="555"/>
                </a:lnTo>
                <a:lnTo>
                  <a:pt x="617" y="556"/>
                </a:lnTo>
                <a:lnTo>
                  <a:pt x="616" y="556"/>
                </a:lnTo>
                <a:lnTo>
                  <a:pt x="617" y="556"/>
                </a:lnTo>
                <a:lnTo>
                  <a:pt x="617" y="557"/>
                </a:lnTo>
                <a:lnTo>
                  <a:pt x="617" y="558"/>
                </a:lnTo>
                <a:lnTo>
                  <a:pt x="617" y="559"/>
                </a:lnTo>
                <a:lnTo>
                  <a:pt x="617" y="560"/>
                </a:lnTo>
                <a:lnTo>
                  <a:pt x="616" y="560"/>
                </a:lnTo>
                <a:lnTo>
                  <a:pt x="617" y="560"/>
                </a:lnTo>
                <a:lnTo>
                  <a:pt x="616" y="560"/>
                </a:lnTo>
                <a:lnTo>
                  <a:pt x="616" y="561"/>
                </a:lnTo>
                <a:lnTo>
                  <a:pt x="616" y="562"/>
                </a:lnTo>
                <a:lnTo>
                  <a:pt x="615" y="562"/>
                </a:lnTo>
                <a:lnTo>
                  <a:pt x="615" y="563"/>
                </a:lnTo>
                <a:lnTo>
                  <a:pt x="615" y="564"/>
                </a:lnTo>
                <a:lnTo>
                  <a:pt x="615" y="565"/>
                </a:lnTo>
                <a:lnTo>
                  <a:pt x="615" y="567"/>
                </a:lnTo>
                <a:lnTo>
                  <a:pt x="615" y="568"/>
                </a:lnTo>
                <a:lnTo>
                  <a:pt x="616" y="569"/>
                </a:lnTo>
                <a:lnTo>
                  <a:pt x="617" y="569"/>
                </a:lnTo>
                <a:lnTo>
                  <a:pt x="618" y="570"/>
                </a:lnTo>
                <a:lnTo>
                  <a:pt x="618" y="571"/>
                </a:lnTo>
                <a:lnTo>
                  <a:pt x="618" y="572"/>
                </a:lnTo>
                <a:lnTo>
                  <a:pt x="618" y="573"/>
                </a:lnTo>
                <a:lnTo>
                  <a:pt x="618" y="574"/>
                </a:lnTo>
                <a:lnTo>
                  <a:pt x="617" y="574"/>
                </a:lnTo>
                <a:lnTo>
                  <a:pt x="616" y="575"/>
                </a:lnTo>
                <a:lnTo>
                  <a:pt x="616" y="576"/>
                </a:lnTo>
                <a:lnTo>
                  <a:pt x="615" y="576"/>
                </a:lnTo>
                <a:lnTo>
                  <a:pt x="613" y="576"/>
                </a:lnTo>
                <a:lnTo>
                  <a:pt x="613" y="577"/>
                </a:lnTo>
                <a:lnTo>
                  <a:pt x="612" y="577"/>
                </a:lnTo>
                <a:lnTo>
                  <a:pt x="612" y="576"/>
                </a:lnTo>
                <a:lnTo>
                  <a:pt x="612" y="575"/>
                </a:lnTo>
                <a:lnTo>
                  <a:pt x="611" y="575"/>
                </a:lnTo>
                <a:lnTo>
                  <a:pt x="611" y="576"/>
                </a:lnTo>
                <a:lnTo>
                  <a:pt x="611" y="577"/>
                </a:lnTo>
                <a:lnTo>
                  <a:pt x="610" y="577"/>
                </a:lnTo>
                <a:lnTo>
                  <a:pt x="610" y="576"/>
                </a:lnTo>
                <a:lnTo>
                  <a:pt x="610" y="577"/>
                </a:lnTo>
                <a:lnTo>
                  <a:pt x="609" y="577"/>
                </a:lnTo>
                <a:lnTo>
                  <a:pt x="609" y="578"/>
                </a:lnTo>
                <a:lnTo>
                  <a:pt x="608" y="579"/>
                </a:lnTo>
                <a:lnTo>
                  <a:pt x="608" y="578"/>
                </a:lnTo>
                <a:lnTo>
                  <a:pt x="607" y="578"/>
                </a:lnTo>
                <a:lnTo>
                  <a:pt x="607" y="577"/>
                </a:lnTo>
                <a:lnTo>
                  <a:pt x="607" y="578"/>
                </a:lnTo>
                <a:lnTo>
                  <a:pt x="606" y="578"/>
                </a:lnTo>
                <a:lnTo>
                  <a:pt x="606" y="577"/>
                </a:lnTo>
                <a:lnTo>
                  <a:pt x="605" y="577"/>
                </a:lnTo>
                <a:lnTo>
                  <a:pt x="604" y="576"/>
                </a:lnTo>
                <a:lnTo>
                  <a:pt x="603" y="576"/>
                </a:lnTo>
                <a:lnTo>
                  <a:pt x="602" y="576"/>
                </a:lnTo>
                <a:lnTo>
                  <a:pt x="602" y="577"/>
                </a:lnTo>
                <a:lnTo>
                  <a:pt x="600" y="577"/>
                </a:lnTo>
                <a:lnTo>
                  <a:pt x="600" y="578"/>
                </a:lnTo>
                <a:lnTo>
                  <a:pt x="599" y="579"/>
                </a:lnTo>
                <a:lnTo>
                  <a:pt x="600" y="579"/>
                </a:lnTo>
                <a:lnTo>
                  <a:pt x="600" y="580"/>
                </a:lnTo>
                <a:lnTo>
                  <a:pt x="599" y="580"/>
                </a:lnTo>
                <a:lnTo>
                  <a:pt x="598" y="579"/>
                </a:lnTo>
                <a:lnTo>
                  <a:pt x="598" y="580"/>
                </a:lnTo>
                <a:lnTo>
                  <a:pt x="598" y="579"/>
                </a:lnTo>
                <a:lnTo>
                  <a:pt x="597" y="579"/>
                </a:lnTo>
                <a:lnTo>
                  <a:pt x="596" y="579"/>
                </a:lnTo>
                <a:lnTo>
                  <a:pt x="595" y="579"/>
                </a:lnTo>
                <a:lnTo>
                  <a:pt x="595" y="578"/>
                </a:lnTo>
                <a:lnTo>
                  <a:pt x="594" y="578"/>
                </a:lnTo>
                <a:lnTo>
                  <a:pt x="593" y="578"/>
                </a:lnTo>
                <a:lnTo>
                  <a:pt x="593" y="579"/>
                </a:lnTo>
                <a:lnTo>
                  <a:pt x="592" y="579"/>
                </a:lnTo>
                <a:lnTo>
                  <a:pt x="592" y="580"/>
                </a:lnTo>
                <a:lnTo>
                  <a:pt x="592" y="581"/>
                </a:lnTo>
                <a:lnTo>
                  <a:pt x="591" y="581"/>
                </a:lnTo>
                <a:lnTo>
                  <a:pt x="590" y="581"/>
                </a:lnTo>
                <a:lnTo>
                  <a:pt x="589" y="581"/>
                </a:lnTo>
                <a:lnTo>
                  <a:pt x="589" y="582"/>
                </a:lnTo>
                <a:lnTo>
                  <a:pt x="589" y="583"/>
                </a:lnTo>
                <a:lnTo>
                  <a:pt x="588" y="583"/>
                </a:lnTo>
                <a:lnTo>
                  <a:pt x="588" y="584"/>
                </a:lnTo>
                <a:lnTo>
                  <a:pt x="587" y="584"/>
                </a:lnTo>
                <a:lnTo>
                  <a:pt x="587" y="585"/>
                </a:lnTo>
                <a:lnTo>
                  <a:pt x="586" y="585"/>
                </a:lnTo>
                <a:lnTo>
                  <a:pt x="585" y="585"/>
                </a:lnTo>
                <a:lnTo>
                  <a:pt x="585" y="586"/>
                </a:lnTo>
                <a:lnTo>
                  <a:pt x="584" y="587"/>
                </a:lnTo>
                <a:lnTo>
                  <a:pt x="584" y="588"/>
                </a:lnTo>
                <a:lnTo>
                  <a:pt x="583" y="588"/>
                </a:lnTo>
                <a:lnTo>
                  <a:pt x="582" y="588"/>
                </a:lnTo>
                <a:lnTo>
                  <a:pt x="582" y="589"/>
                </a:lnTo>
                <a:lnTo>
                  <a:pt x="581" y="590"/>
                </a:lnTo>
                <a:lnTo>
                  <a:pt x="581" y="591"/>
                </a:lnTo>
                <a:lnTo>
                  <a:pt x="580" y="591"/>
                </a:lnTo>
                <a:lnTo>
                  <a:pt x="580" y="590"/>
                </a:lnTo>
                <a:lnTo>
                  <a:pt x="579" y="590"/>
                </a:lnTo>
                <a:lnTo>
                  <a:pt x="578" y="590"/>
                </a:lnTo>
                <a:lnTo>
                  <a:pt x="578" y="591"/>
                </a:lnTo>
                <a:lnTo>
                  <a:pt x="577" y="591"/>
                </a:lnTo>
                <a:lnTo>
                  <a:pt x="577" y="592"/>
                </a:lnTo>
                <a:lnTo>
                  <a:pt x="577" y="593"/>
                </a:lnTo>
                <a:lnTo>
                  <a:pt x="576" y="593"/>
                </a:lnTo>
                <a:lnTo>
                  <a:pt x="575" y="594"/>
                </a:lnTo>
                <a:lnTo>
                  <a:pt x="575" y="595"/>
                </a:lnTo>
                <a:lnTo>
                  <a:pt x="574" y="595"/>
                </a:lnTo>
                <a:lnTo>
                  <a:pt x="574" y="596"/>
                </a:lnTo>
                <a:lnTo>
                  <a:pt x="574" y="597"/>
                </a:lnTo>
                <a:lnTo>
                  <a:pt x="574" y="598"/>
                </a:lnTo>
                <a:lnTo>
                  <a:pt x="573" y="598"/>
                </a:lnTo>
                <a:lnTo>
                  <a:pt x="574" y="598"/>
                </a:lnTo>
                <a:lnTo>
                  <a:pt x="574" y="599"/>
                </a:lnTo>
                <a:lnTo>
                  <a:pt x="575" y="600"/>
                </a:lnTo>
                <a:lnTo>
                  <a:pt x="575" y="602"/>
                </a:lnTo>
                <a:lnTo>
                  <a:pt x="574" y="603"/>
                </a:lnTo>
                <a:lnTo>
                  <a:pt x="573" y="603"/>
                </a:lnTo>
                <a:lnTo>
                  <a:pt x="573" y="604"/>
                </a:lnTo>
                <a:lnTo>
                  <a:pt x="572" y="604"/>
                </a:lnTo>
                <a:lnTo>
                  <a:pt x="572" y="605"/>
                </a:lnTo>
                <a:lnTo>
                  <a:pt x="571" y="605"/>
                </a:lnTo>
                <a:lnTo>
                  <a:pt x="570" y="605"/>
                </a:lnTo>
                <a:lnTo>
                  <a:pt x="570" y="606"/>
                </a:lnTo>
                <a:lnTo>
                  <a:pt x="570" y="607"/>
                </a:lnTo>
                <a:lnTo>
                  <a:pt x="570" y="608"/>
                </a:lnTo>
                <a:lnTo>
                  <a:pt x="569" y="608"/>
                </a:lnTo>
                <a:lnTo>
                  <a:pt x="569" y="609"/>
                </a:lnTo>
                <a:lnTo>
                  <a:pt x="570" y="609"/>
                </a:lnTo>
                <a:lnTo>
                  <a:pt x="570" y="610"/>
                </a:lnTo>
                <a:lnTo>
                  <a:pt x="569" y="611"/>
                </a:lnTo>
                <a:lnTo>
                  <a:pt x="570" y="611"/>
                </a:lnTo>
                <a:lnTo>
                  <a:pt x="569" y="611"/>
                </a:lnTo>
                <a:lnTo>
                  <a:pt x="569" y="612"/>
                </a:lnTo>
                <a:lnTo>
                  <a:pt x="569" y="613"/>
                </a:lnTo>
                <a:lnTo>
                  <a:pt x="569" y="614"/>
                </a:lnTo>
                <a:lnTo>
                  <a:pt x="568" y="614"/>
                </a:lnTo>
                <a:lnTo>
                  <a:pt x="568" y="615"/>
                </a:lnTo>
                <a:lnTo>
                  <a:pt x="567" y="615"/>
                </a:lnTo>
                <a:lnTo>
                  <a:pt x="567" y="616"/>
                </a:lnTo>
                <a:lnTo>
                  <a:pt x="566" y="616"/>
                </a:lnTo>
                <a:lnTo>
                  <a:pt x="566" y="617"/>
                </a:lnTo>
                <a:lnTo>
                  <a:pt x="565" y="617"/>
                </a:lnTo>
                <a:lnTo>
                  <a:pt x="565" y="618"/>
                </a:lnTo>
                <a:lnTo>
                  <a:pt x="564" y="618"/>
                </a:lnTo>
                <a:lnTo>
                  <a:pt x="564" y="619"/>
                </a:lnTo>
                <a:lnTo>
                  <a:pt x="565" y="619"/>
                </a:lnTo>
                <a:lnTo>
                  <a:pt x="565" y="621"/>
                </a:lnTo>
                <a:lnTo>
                  <a:pt x="565" y="622"/>
                </a:lnTo>
                <a:lnTo>
                  <a:pt x="566" y="622"/>
                </a:lnTo>
                <a:lnTo>
                  <a:pt x="566" y="623"/>
                </a:lnTo>
                <a:lnTo>
                  <a:pt x="566" y="624"/>
                </a:lnTo>
                <a:lnTo>
                  <a:pt x="567" y="624"/>
                </a:lnTo>
                <a:lnTo>
                  <a:pt x="566" y="624"/>
                </a:lnTo>
                <a:lnTo>
                  <a:pt x="566" y="625"/>
                </a:lnTo>
                <a:lnTo>
                  <a:pt x="567" y="625"/>
                </a:lnTo>
                <a:lnTo>
                  <a:pt x="566" y="626"/>
                </a:lnTo>
                <a:lnTo>
                  <a:pt x="567" y="626"/>
                </a:lnTo>
                <a:lnTo>
                  <a:pt x="566" y="626"/>
                </a:lnTo>
                <a:lnTo>
                  <a:pt x="566" y="627"/>
                </a:lnTo>
                <a:lnTo>
                  <a:pt x="567" y="628"/>
                </a:lnTo>
                <a:lnTo>
                  <a:pt x="567" y="629"/>
                </a:lnTo>
                <a:lnTo>
                  <a:pt x="566" y="629"/>
                </a:lnTo>
                <a:lnTo>
                  <a:pt x="566" y="630"/>
                </a:lnTo>
                <a:lnTo>
                  <a:pt x="565" y="630"/>
                </a:lnTo>
                <a:lnTo>
                  <a:pt x="564" y="631"/>
                </a:lnTo>
                <a:lnTo>
                  <a:pt x="563" y="631"/>
                </a:lnTo>
                <a:lnTo>
                  <a:pt x="562" y="631"/>
                </a:lnTo>
                <a:lnTo>
                  <a:pt x="561" y="632"/>
                </a:lnTo>
                <a:lnTo>
                  <a:pt x="560" y="632"/>
                </a:lnTo>
                <a:lnTo>
                  <a:pt x="560" y="633"/>
                </a:lnTo>
                <a:lnTo>
                  <a:pt x="559" y="634"/>
                </a:lnTo>
                <a:lnTo>
                  <a:pt x="558" y="634"/>
                </a:lnTo>
                <a:lnTo>
                  <a:pt x="558" y="633"/>
                </a:lnTo>
                <a:lnTo>
                  <a:pt x="557" y="633"/>
                </a:lnTo>
                <a:lnTo>
                  <a:pt x="557" y="632"/>
                </a:lnTo>
                <a:lnTo>
                  <a:pt x="556" y="632"/>
                </a:lnTo>
                <a:lnTo>
                  <a:pt x="555" y="632"/>
                </a:lnTo>
                <a:lnTo>
                  <a:pt x="555" y="633"/>
                </a:lnTo>
                <a:lnTo>
                  <a:pt x="554" y="633"/>
                </a:lnTo>
                <a:lnTo>
                  <a:pt x="554" y="634"/>
                </a:lnTo>
                <a:lnTo>
                  <a:pt x="553" y="634"/>
                </a:lnTo>
                <a:lnTo>
                  <a:pt x="553" y="633"/>
                </a:lnTo>
                <a:lnTo>
                  <a:pt x="552" y="633"/>
                </a:lnTo>
                <a:lnTo>
                  <a:pt x="553" y="632"/>
                </a:lnTo>
                <a:lnTo>
                  <a:pt x="553" y="631"/>
                </a:lnTo>
                <a:lnTo>
                  <a:pt x="553" y="630"/>
                </a:lnTo>
                <a:lnTo>
                  <a:pt x="552" y="629"/>
                </a:lnTo>
                <a:lnTo>
                  <a:pt x="551" y="629"/>
                </a:lnTo>
                <a:lnTo>
                  <a:pt x="550" y="629"/>
                </a:lnTo>
                <a:lnTo>
                  <a:pt x="549" y="629"/>
                </a:lnTo>
                <a:lnTo>
                  <a:pt x="548" y="629"/>
                </a:lnTo>
                <a:lnTo>
                  <a:pt x="548" y="628"/>
                </a:lnTo>
                <a:lnTo>
                  <a:pt x="547" y="627"/>
                </a:lnTo>
                <a:lnTo>
                  <a:pt x="547" y="626"/>
                </a:lnTo>
                <a:lnTo>
                  <a:pt x="548" y="625"/>
                </a:lnTo>
                <a:lnTo>
                  <a:pt x="548" y="624"/>
                </a:lnTo>
                <a:lnTo>
                  <a:pt x="548" y="623"/>
                </a:lnTo>
                <a:lnTo>
                  <a:pt x="547" y="622"/>
                </a:lnTo>
                <a:lnTo>
                  <a:pt x="547" y="621"/>
                </a:lnTo>
                <a:lnTo>
                  <a:pt x="547" y="620"/>
                </a:lnTo>
                <a:lnTo>
                  <a:pt x="548" y="619"/>
                </a:lnTo>
                <a:lnTo>
                  <a:pt x="547" y="618"/>
                </a:lnTo>
                <a:lnTo>
                  <a:pt x="547" y="617"/>
                </a:lnTo>
                <a:lnTo>
                  <a:pt x="548" y="617"/>
                </a:lnTo>
                <a:lnTo>
                  <a:pt x="548" y="614"/>
                </a:lnTo>
                <a:lnTo>
                  <a:pt x="548" y="613"/>
                </a:lnTo>
                <a:lnTo>
                  <a:pt x="549" y="612"/>
                </a:lnTo>
                <a:lnTo>
                  <a:pt x="548" y="612"/>
                </a:lnTo>
                <a:lnTo>
                  <a:pt x="547" y="612"/>
                </a:lnTo>
                <a:lnTo>
                  <a:pt x="545" y="613"/>
                </a:lnTo>
                <a:lnTo>
                  <a:pt x="545" y="612"/>
                </a:lnTo>
                <a:lnTo>
                  <a:pt x="545" y="611"/>
                </a:lnTo>
                <a:lnTo>
                  <a:pt x="544" y="611"/>
                </a:lnTo>
                <a:lnTo>
                  <a:pt x="543" y="612"/>
                </a:lnTo>
                <a:lnTo>
                  <a:pt x="543" y="611"/>
                </a:lnTo>
                <a:lnTo>
                  <a:pt x="542" y="611"/>
                </a:lnTo>
                <a:lnTo>
                  <a:pt x="542" y="610"/>
                </a:lnTo>
                <a:lnTo>
                  <a:pt x="541" y="610"/>
                </a:lnTo>
                <a:lnTo>
                  <a:pt x="541" y="609"/>
                </a:lnTo>
                <a:lnTo>
                  <a:pt x="541" y="608"/>
                </a:lnTo>
                <a:lnTo>
                  <a:pt x="541" y="607"/>
                </a:lnTo>
                <a:lnTo>
                  <a:pt x="540" y="607"/>
                </a:lnTo>
                <a:lnTo>
                  <a:pt x="538" y="607"/>
                </a:lnTo>
                <a:lnTo>
                  <a:pt x="538" y="606"/>
                </a:lnTo>
                <a:lnTo>
                  <a:pt x="537" y="607"/>
                </a:lnTo>
                <a:lnTo>
                  <a:pt x="535" y="608"/>
                </a:lnTo>
                <a:lnTo>
                  <a:pt x="535" y="609"/>
                </a:lnTo>
                <a:lnTo>
                  <a:pt x="536" y="609"/>
                </a:lnTo>
                <a:lnTo>
                  <a:pt x="536" y="610"/>
                </a:lnTo>
                <a:lnTo>
                  <a:pt x="535" y="611"/>
                </a:lnTo>
                <a:lnTo>
                  <a:pt x="534" y="612"/>
                </a:lnTo>
                <a:lnTo>
                  <a:pt x="533" y="612"/>
                </a:lnTo>
                <a:lnTo>
                  <a:pt x="533" y="614"/>
                </a:lnTo>
                <a:lnTo>
                  <a:pt x="534" y="614"/>
                </a:lnTo>
                <a:lnTo>
                  <a:pt x="534" y="615"/>
                </a:lnTo>
                <a:lnTo>
                  <a:pt x="534" y="616"/>
                </a:lnTo>
                <a:lnTo>
                  <a:pt x="535" y="616"/>
                </a:lnTo>
                <a:lnTo>
                  <a:pt x="535" y="617"/>
                </a:lnTo>
                <a:lnTo>
                  <a:pt x="534" y="618"/>
                </a:lnTo>
                <a:lnTo>
                  <a:pt x="533" y="618"/>
                </a:lnTo>
                <a:lnTo>
                  <a:pt x="533" y="619"/>
                </a:lnTo>
                <a:lnTo>
                  <a:pt x="533" y="620"/>
                </a:lnTo>
                <a:lnTo>
                  <a:pt x="531" y="620"/>
                </a:lnTo>
                <a:lnTo>
                  <a:pt x="530" y="620"/>
                </a:lnTo>
                <a:lnTo>
                  <a:pt x="529" y="619"/>
                </a:lnTo>
                <a:lnTo>
                  <a:pt x="528" y="619"/>
                </a:lnTo>
                <a:lnTo>
                  <a:pt x="527" y="619"/>
                </a:lnTo>
                <a:lnTo>
                  <a:pt x="527" y="620"/>
                </a:lnTo>
                <a:lnTo>
                  <a:pt x="527" y="619"/>
                </a:lnTo>
                <a:lnTo>
                  <a:pt x="526" y="619"/>
                </a:lnTo>
                <a:lnTo>
                  <a:pt x="526" y="618"/>
                </a:lnTo>
                <a:lnTo>
                  <a:pt x="525" y="618"/>
                </a:lnTo>
                <a:lnTo>
                  <a:pt x="525" y="619"/>
                </a:lnTo>
                <a:lnTo>
                  <a:pt x="524" y="620"/>
                </a:lnTo>
                <a:lnTo>
                  <a:pt x="524" y="621"/>
                </a:lnTo>
                <a:lnTo>
                  <a:pt x="524" y="622"/>
                </a:lnTo>
                <a:lnTo>
                  <a:pt x="523" y="622"/>
                </a:lnTo>
                <a:lnTo>
                  <a:pt x="524" y="622"/>
                </a:lnTo>
                <a:lnTo>
                  <a:pt x="524" y="623"/>
                </a:lnTo>
                <a:lnTo>
                  <a:pt x="524" y="624"/>
                </a:lnTo>
                <a:lnTo>
                  <a:pt x="523" y="624"/>
                </a:lnTo>
                <a:lnTo>
                  <a:pt x="523" y="625"/>
                </a:lnTo>
                <a:lnTo>
                  <a:pt x="523" y="626"/>
                </a:lnTo>
                <a:lnTo>
                  <a:pt x="522" y="626"/>
                </a:lnTo>
                <a:lnTo>
                  <a:pt x="522" y="625"/>
                </a:lnTo>
                <a:lnTo>
                  <a:pt x="521" y="625"/>
                </a:lnTo>
                <a:lnTo>
                  <a:pt x="521" y="624"/>
                </a:lnTo>
                <a:lnTo>
                  <a:pt x="521" y="623"/>
                </a:lnTo>
                <a:lnTo>
                  <a:pt x="520" y="622"/>
                </a:lnTo>
                <a:lnTo>
                  <a:pt x="519" y="622"/>
                </a:lnTo>
                <a:lnTo>
                  <a:pt x="519" y="623"/>
                </a:lnTo>
                <a:lnTo>
                  <a:pt x="519" y="624"/>
                </a:lnTo>
                <a:lnTo>
                  <a:pt x="518" y="624"/>
                </a:lnTo>
                <a:lnTo>
                  <a:pt x="518" y="625"/>
                </a:lnTo>
                <a:lnTo>
                  <a:pt x="517" y="625"/>
                </a:lnTo>
                <a:lnTo>
                  <a:pt x="517" y="627"/>
                </a:lnTo>
                <a:lnTo>
                  <a:pt x="517" y="626"/>
                </a:lnTo>
                <a:lnTo>
                  <a:pt x="516" y="626"/>
                </a:lnTo>
                <a:lnTo>
                  <a:pt x="515" y="626"/>
                </a:lnTo>
                <a:lnTo>
                  <a:pt x="515" y="625"/>
                </a:lnTo>
                <a:lnTo>
                  <a:pt x="514" y="625"/>
                </a:lnTo>
                <a:lnTo>
                  <a:pt x="514" y="626"/>
                </a:lnTo>
                <a:lnTo>
                  <a:pt x="513" y="626"/>
                </a:lnTo>
                <a:lnTo>
                  <a:pt x="512" y="626"/>
                </a:lnTo>
                <a:lnTo>
                  <a:pt x="511" y="627"/>
                </a:lnTo>
                <a:lnTo>
                  <a:pt x="510" y="627"/>
                </a:lnTo>
                <a:lnTo>
                  <a:pt x="510" y="626"/>
                </a:lnTo>
                <a:lnTo>
                  <a:pt x="509" y="626"/>
                </a:lnTo>
                <a:lnTo>
                  <a:pt x="508" y="626"/>
                </a:lnTo>
                <a:lnTo>
                  <a:pt x="508" y="627"/>
                </a:lnTo>
                <a:lnTo>
                  <a:pt x="507" y="626"/>
                </a:lnTo>
                <a:lnTo>
                  <a:pt x="507" y="627"/>
                </a:lnTo>
                <a:lnTo>
                  <a:pt x="507" y="628"/>
                </a:lnTo>
                <a:lnTo>
                  <a:pt x="506" y="629"/>
                </a:lnTo>
                <a:lnTo>
                  <a:pt x="505" y="629"/>
                </a:lnTo>
                <a:lnTo>
                  <a:pt x="505" y="628"/>
                </a:lnTo>
                <a:lnTo>
                  <a:pt x="504" y="628"/>
                </a:lnTo>
                <a:lnTo>
                  <a:pt x="504" y="627"/>
                </a:lnTo>
                <a:lnTo>
                  <a:pt x="503" y="627"/>
                </a:lnTo>
                <a:lnTo>
                  <a:pt x="502" y="627"/>
                </a:lnTo>
                <a:lnTo>
                  <a:pt x="501" y="627"/>
                </a:lnTo>
                <a:lnTo>
                  <a:pt x="500" y="626"/>
                </a:lnTo>
                <a:lnTo>
                  <a:pt x="499" y="626"/>
                </a:lnTo>
                <a:lnTo>
                  <a:pt x="500" y="626"/>
                </a:lnTo>
                <a:lnTo>
                  <a:pt x="500" y="625"/>
                </a:lnTo>
                <a:lnTo>
                  <a:pt x="499" y="624"/>
                </a:lnTo>
                <a:lnTo>
                  <a:pt x="499" y="623"/>
                </a:lnTo>
                <a:lnTo>
                  <a:pt x="498" y="623"/>
                </a:lnTo>
                <a:lnTo>
                  <a:pt x="498" y="622"/>
                </a:lnTo>
                <a:lnTo>
                  <a:pt x="499" y="622"/>
                </a:lnTo>
                <a:lnTo>
                  <a:pt x="500" y="622"/>
                </a:lnTo>
                <a:lnTo>
                  <a:pt x="500" y="621"/>
                </a:lnTo>
                <a:lnTo>
                  <a:pt x="499" y="621"/>
                </a:lnTo>
                <a:lnTo>
                  <a:pt x="499" y="622"/>
                </a:lnTo>
                <a:lnTo>
                  <a:pt x="498" y="622"/>
                </a:lnTo>
                <a:lnTo>
                  <a:pt x="497" y="621"/>
                </a:lnTo>
                <a:lnTo>
                  <a:pt x="496" y="621"/>
                </a:lnTo>
                <a:lnTo>
                  <a:pt x="496" y="622"/>
                </a:lnTo>
                <a:lnTo>
                  <a:pt x="495" y="622"/>
                </a:lnTo>
                <a:lnTo>
                  <a:pt x="495" y="621"/>
                </a:lnTo>
                <a:lnTo>
                  <a:pt x="494" y="621"/>
                </a:lnTo>
                <a:lnTo>
                  <a:pt x="494" y="622"/>
                </a:lnTo>
                <a:lnTo>
                  <a:pt x="493" y="622"/>
                </a:lnTo>
                <a:lnTo>
                  <a:pt x="493" y="623"/>
                </a:lnTo>
                <a:lnTo>
                  <a:pt x="492" y="622"/>
                </a:lnTo>
                <a:lnTo>
                  <a:pt x="492" y="621"/>
                </a:lnTo>
                <a:lnTo>
                  <a:pt x="491" y="622"/>
                </a:lnTo>
                <a:lnTo>
                  <a:pt x="490" y="622"/>
                </a:lnTo>
                <a:lnTo>
                  <a:pt x="490" y="621"/>
                </a:lnTo>
                <a:lnTo>
                  <a:pt x="490" y="620"/>
                </a:lnTo>
                <a:lnTo>
                  <a:pt x="490" y="619"/>
                </a:lnTo>
                <a:lnTo>
                  <a:pt x="489" y="619"/>
                </a:lnTo>
                <a:lnTo>
                  <a:pt x="488" y="620"/>
                </a:lnTo>
                <a:lnTo>
                  <a:pt x="487" y="620"/>
                </a:lnTo>
                <a:lnTo>
                  <a:pt x="487" y="619"/>
                </a:lnTo>
                <a:lnTo>
                  <a:pt x="486" y="619"/>
                </a:lnTo>
                <a:lnTo>
                  <a:pt x="486" y="618"/>
                </a:lnTo>
                <a:lnTo>
                  <a:pt x="485" y="618"/>
                </a:lnTo>
                <a:lnTo>
                  <a:pt x="485" y="617"/>
                </a:lnTo>
                <a:lnTo>
                  <a:pt x="485" y="618"/>
                </a:lnTo>
                <a:lnTo>
                  <a:pt x="485" y="617"/>
                </a:lnTo>
                <a:lnTo>
                  <a:pt x="485" y="616"/>
                </a:lnTo>
                <a:lnTo>
                  <a:pt x="484" y="616"/>
                </a:lnTo>
                <a:lnTo>
                  <a:pt x="484" y="615"/>
                </a:lnTo>
                <a:lnTo>
                  <a:pt x="483" y="615"/>
                </a:lnTo>
                <a:lnTo>
                  <a:pt x="482" y="615"/>
                </a:lnTo>
                <a:lnTo>
                  <a:pt x="481" y="615"/>
                </a:lnTo>
                <a:lnTo>
                  <a:pt x="480" y="615"/>
                </a:lnTo>
                <a:lnTo>
                  <a:pt x="480" y="616"/>
                </a:lnTo>
                <a:lnTo>
                  <a:pt x="479" y="616"/>
                </a:lnTo>
                <a:lnTo>
                  <a:pt x="478" y="616"/>
                </a:lnTo>
                <a:lnTo>
                  <a:pt x="479" y="617"/>
                </a:lnTo>
                <a:lnTo>
                  <a:pt x="478" y="617"/>
                </a:lnTo>
                <a:lnTo>
                  <a:pt x="478" y="618"/>
                </a:lnTo>
                <a:lnTo>
                  <a:pt x="477" y="618"/>
                </a:lnTo>
                <a:lnTo>
                  <a:pt x="476" y="619"/>
                </a:lnTo>
                <a:lnTo>
                  <a:pt x="475" y="618"/>
                </a:lnTo>
                <a:lnTo>
                  <a:pt x="474" y="618"/>
                </a:lnTo>
                <a:lnTo>
                  <a:pt x="474" y="617"/>
                </a:lnTo>
                <a:lnTo>
                  <a:pt x="474" y="616"/>
                </a:lnTo>
                <a:lnTo>
                  <a:pt x="474" y="615"/>
                </a:lnTo>
                <a:lnTo>
                  <a:pt x="474" y="614"/>
                </a:lnTo>
                <a:lnTo>
                  <a:pt x="473" y="613"/>
                </a:lnTo>
                <a:lnTo>
                  <a:pt x="473" y="612"/>
                </a:lnTo>
                <a:lnTo>
                  <a:pt x="473" y="611"/>
                </a:lnTo>
                <a:lnTo>
                  <a:pt x="473" y="610"/>
                </a:lnTo>
                <a:lnTo>
                  <a:pt x="473" y="609"/>
                </a:lnTo>
                <a:lnTo>
                  <a:pt x="473" y="608"/>
                </a:lnTo>
                <a:lnTo>
                  <a:pt x="473" y="607"/>
                </a:lnTo>
                <a:lnTo>
                  <a:pt x="473" y="606"/>
                </a:lnTo>
                <a:lnTo>
                  <a:pt x="474" y="606"/>
                </a:lnTo>
                <a:lnTo>
                  <a:pt x="475" y="606"/>
                </a:lnTo>
                <a:lnTo>
                  <a:pt x="475" y="605"/>
                </a:lnTo>
                <a:lnTo>
                  <a:pt x="475" y="604"/>
                </a:lnTo>
                <a:lnTo>
                  <a:pt x="475" y="603"/>
                </a:lnTo>
                <a:lnTo>
                  <a:pt x="475" y="602"/>
                </a:lnTo>
                <a:lnTo>
                  <a:pt x="476" y="602"/>
                </a:lnTo>
                <a:lnTo>
                  <a:pt x="476" y="601"/>
                </a:lnTo>
                <a:lnTo>
                  <a:pt x="476" y="600"/>
                </a:lnTo>
                <a:lnTo>
                  <a:pt x="475" y="600"/>
                </a:lnTo>
                <a:lnTo>
                  <a:pt x="475" y="599"/>
                </a:lnTo>
                <a:lnTo>
                  <a:pt x="475" y="598"/>
                </a:lnTo>
                <a:lnTo>
                  <a:pt x="475" y="597"/>
                </a:lnTo>
                <a:lnTo>
                  <a:pt x="475" y="596"/>
                </a:lnTo>
                <a:lnTo>
                  <a:pt x="475" y="595"/>
                </a:lnTo>
                <a:lnTo>
                  <a:pt x="475" y="594"/>
                </a:lnTo>
                <a:lnTo>
                  <a:pt x="475" y="593"/>
                </a:lnTo>
                <a:lnTo>
                  <a:pt x="475" y="592"/>
                </a:lnTo>
                <a:lnTo>
                  <a:pt x="474" y="592"/>
                </a:lnTo>
                <a:lnTo>
                  <a:pt x="473" y="592"/>
                </a:lnTo>
                <a:lnTo>
                  <a:pt x="472" y="592"/>
                </a:lnTo>
                <a:lnTo>
                  <a:pt x="471" y="592"/>
                </a:lnTo>
                <a:lnTo>
                  <a:pt x="471" y="593"/>
                </a:lnTo>
                <a:lnTo>
                  <a:pt x="472" y="593"/>
                </a:lnTo>
                <a:lnTo>
                  <a:pt x="471" y="594"/>
                </a:lnTo>
                <a:lnTo>
                  <a:pt x="471" y="595"/>
                </a:lnTo>
                <a:lnTo>
                  <a:pt x="470" y="595"/>
                </a:lnTo>
                <a:lnTo>
                  <a:pt x="470" y="596"/>
                </a:lnTo>
                <a:lnTo>
                  <a:pt x="469" y="596"/>
                </a:lnTo>
                <a:lnTo>
                  <a:pt x="469" y="595"/>
                </a:lnTo>
                <a:lnTo>
                  <a:pt x="469" y="594"/>
                </a:lnTo>
                <a:lnTo>
                  <a:pt x="468" y="594"/>
                </a:lnTo>
                <a:lnTo>
                  <a:pt x="468" y="593"/>
                </a:lnTo>
                <a:lnTo>
                  <a:pt x="468" y="592"/>
                </a:lnTo>
                <a:lnTo>
                  <a:pt x="467" y="592"/>
                </a:lnTo>
                <a:lnTo>
                  <a:pt x="467" y="593"/>
                </a:lnTo>
                <a:lnTo>
                  <a:pt x="466" y="593"/>
                </a:lnTo>
                <a:lnTo>
                  <a:pt x="466" y="594"/>
                </a:lnTo>
                <a:lnTo>
                  <a:pt x="466" y="595"/>
                </a:lnTo>
                <a:lnTo>
                  <a:pt x="467" y="595"/>
                </a:lnTo>
                <a:lnTo>
                  <a:pt x="467" y="596"/>
                </a:lnTo>
                <a:lnTo>
                  <a:pt x="466" y="596"/>
                </a:lnTo>
                <a:lnTo>
                  <a:pt x="466" y="597"/>
                </a:lnTo>
                <a:lnTo>
                  <a:pt x="466" y="596"/>
                </a:lnTo>
                <a:lnTo>
                  <a:pt x="465" y="596"/>
                </a:lnTo>
                <a:lnTo>
                  <a:pt x="464" y="596"/>
                </a:lnTo>
                <a:lnTo>
                  <a:pt x="463" y="596"/>
                </a:lnTo>
                <a:lnTo>
                  <a:pt x="463" y="597"/>
                </a:lnTo>
                <a:lnTo>
                  <a:pt x="462" y="597"/>
                </a:lnTo>
                <a:lnTo>
                  <a:pt x="462" y="598"/>
                </a:lnTo>
                <a:lnTo>
                  <a:pt x="462" y="597"/>
                </a:lnTo>
                <a:lnTo>
                  <a:pt x="461" y="597"/>
                </a:lnTo>
                <a:lnTo>
                  <a:pt x="461" y="598"/>
                </a:lnTo>
                <a:lnTo>
                  <a:pt x="460" y="598"/>
                </a:lnTo>
                <a:lnTo>
                  <a:pt x="459" y="598"/>
                </a:lnTo>
                <a:lnTo>
                  <a:pt x="459" y="597"/>
                </a:lnTo>
                <a:lnTo>
                  <a:pt x="458" y="598"/>
                </a:lnTo>
                <a:lnTo>
                  <a:pt x="457" y="598"/>
                </a:lnTo>
                <a:lnTo>
                  <a:pt x="458" y="597"/>
                </a:lnTo>
                <a:lnTo>
                  <a:pt x="457" y="597"/>
                </a:lnTo>
                <a:lnTo>
                  <a:pt x="456" y="596"/>
                </a:lnTo>
                <a:lnTo>
                  <a:pt x="455" y="596"/>
                </a:lnTo>
                <a:lnTo>
                  <a:pt x="454" y="597"/>
                </a:lnTo>
                <a:lnTo>
                  <a:pt x="453" y="597"/>
                </a:lnTo>
                <a:lnTo>
                  <a:pt x="452" y="597"/>
                </a:lnTo>
                <a:lnTo>
                  <a:pt x="452" y="596"/>
                </a:lnTo>
                <a:lnTo>
                  <a:pt x="451" y="597"/>
                </a:lnTo>
                <a:lnTo>
                  <a:pt x="451" y="596"/>
                </a:lnTo>
                <a:lnTo>
                  <a:pt x="450" y="596"/>
                </a:lnTo>
                <a:lnTo>
                  <a:pt x="449" y="596"/>
                </a:lnTo>
                <a:lnTo>
                  <a:pt x="448" y="596"/>
                </a:lnTo>
                <a:lnTo>
                  <a:pt x="447" y="596"/>
                </a:lnTo>
                <a:lnTo>
                  <a:pt x="446" y="596"/>
                </a:lnTo>
                <a:lnTo>
                  <a:pt x="446" y="597"/>
                </a:lnTo>
                <a:lnTo>
                  <a:pt x="445" y="596"/>
                </a:lnTo>
                <a:lnTo>
                  <a:pt x="444" y="596"/>
                </a:lnTo>
                <a:lnTo>
                  <a:pt x="444" y="597"/>
                </a:lnTo>
                <a:lnTo>
                  <a:pt x="444" y="596"/>
                </a:lnTo>
                <a:lnTo>
                  <a:pt x="443" y="595"/>
                </a:lnTo>
                <a:lnTo>
                  <a:pt x="442" y="595"/>
                </a:lnTo>
                <a:lnTo>
                  <a:pt x="441" y="594"/>
                </a:lnTo>
                <a:lnTo>
                  <a:pt x="441" y="593"/>
                </a:lnTo>
                <a:lnTo>
                  <a:pt x="440" y="592"/>
                </a:lnTo>
                <a:lnTo>
                  <a:pt x="440" y="591"/>
                </a:lnTo>
                <a:lnTo>
                  <a:pt x="439" y="591"/>
                </a:lnTo>
                <a:lnTo>
                  <a:pt x="439" y="590"/>
                </a:lnTo>
                <a:lnTo>
                  <a:pt x="438" y="590"/>
                </a:lnTo>
                <a:lnTo>
                  <a:pt x="438" y="589"/>
                </a:lnTo>
                <a:lnTo>
                  <a:pt x="437" y="588"/>
                </a:lnTo>
                <a:lnTo>
                  <a:pt x="436" y="587"/>
                </a:lnTo>
                <a:lnTo>
                  <a:pt x="436" y="586"/>
                </a:lnTo>
                <a:lnTo>
                  <a:pt x="435" y="587"/>
                </a:lnTo>
                <a:lnTo>
                  <a:pt x="434" y="586"/>
                </a:lnTo>
                <a:lnTo>
                  <a:pt x="433" y="586"/>
                </a:lnTo>
                <a:lnTo>
                  <a:pt x="432" y="586"/>
                </a:lnTo>
                <a:lnTo>
                  <a:pt x="432" y="585"/>
                </a:lnTo>
                <a:lnTo>
                  <a:pt x="431" y="585"/>
                </a:lnTo>
                <a:lnTo>
                  <a:pt x="430" y="584"/>
                </a:lnTo>
                <a:lnTo>
                  <a:pt x="429" y="585"/>
                </a:lnTo>
                <a:lnTo>
                  <a:pt x="428" y="586"/>
                </a:lnTo>
                <a:lnTo>
                  <a:pt x="428" y="587"/>
                </a:lnTo>
                <a:lnTo>
                  <a:pt x="427" y="587"/>
                </a:lnTo>
                <a:lnTo>
                  <a:pt x="426" y="586"/>
                </a:lnTo>
                <a:lnTo>
                  <a:pt x="425" y="586"/>
                </a:lnTo>
                <a:lnTo>
                  <a:pt x="425" y="587"/>
                </a:lnTo>
                <a:lnTo>
                  <a:pt x="425" y="589"/>
                </a:lnTo>
                <a:lnTo>
                  <a:pt x="424" y="589"/>
                </a:lnTo>
                <a:lnTo>
                  <a:pt x="424" y="590"/>
                </a:lnTo>
                <a:lnTo>
                  <a:pt x="424" y="591"/>
                </a:lnTo>
                <a:lnTo>
                  <a:pt x="424" y="592"/>
                </a:lnTo>
                <a:lnTo>
                  <a:pt x="423" y="592"/>
                </a:lnTo>
                <a:lnTo>
                  <a:pt x="422" y="592"/>
                </a:lnTo>
                <a:lnTo>
                  <a:pt x="422" y="593"/>
                </a:lnTo>
                <a:lnTo>
                  <a:pt x="422" y="594"/>
                </a:lnTo>
                <a:lnTo>
                  <a:pt x="421" y="594"/>
                </a:lnTo>
                <a:lnTo>
                  <a:pt x="421" y="595"/>
                </a:lnTo>
                <a:lnTo>
                  <a:pt x="420" y="595"/>
                </a:lnTo>
                <a:lnTo>
                  <a:pt x="419" y="595"/>
                </a:lnTo>
                <a:lnTo>
                  <a:pt x="418" y="595"/>
                </a:lnTo>
                <a:lnTo>
                  <a:pt x="418" y="596"/>
                </a:lnTo>
                <a:lnTo>
                  <a:pt x="418" y="597"/>
                </a:lnTo>
                <a:lnTo>
                  <a:pt x="417" y="596"/>
                </a:lnTo>
                <a:lnTo>
                  <a:pt x="416" y="596"/>
                </a:lnTo>
                <a:lnTo>
                  <a:pt x="416" y="597"/>
                </a:lnTo>
                <a:lnTo>
                  <a:pt x="415" y="597"/>
                </a:lnTo>
                <a:lnTo>
                  <a:pt x="413" y="597"/>
                </a:lnTo>
                <a:lnTo>
                  <a:pt x="413" y="598"/>
                </a:lnTo>
                <a:lnTo>
                  <a:pt x="412" y="598"/>
                </a:lnTo>
                <a:lnTo>
                  <a:pt x="412" y="599"/>
                </a:lnTo>
                <a:lnTo>
                  <a:pt x="411" y="600"/>
                </a:lnTo>
                <a:lnTo>
                  <a:pt x="410" y="600"/>
                </a:lnTo>
                <a:lnTo>
                  <a:pt x="410" y="599"/>
                </a:lnTo>
                <a:lnTo>
                  <a:pt x="409" y="599"/>
                </a:lnTo>
                <a:lnTo>
                  <a:pt x="409" y="598"/>
                </a:lnTo>
                <a:lnTo>
                  <a:pt x="409" y="597"/>
                </a:lnTo>
                <a:lnTo>
                  <a:pt x="408" y="597"/>
                </a:lnTo>
                <a:lnTo>
                  <a:pt x="408" y="596"/>
                </a:lnTo>
                <a:lnTo>
                  <a:pt x="407" y="595"/>
                </a:lnTo>
                <a:lnTo>
                  <a:pt x="406" y="595"/>
                </a:lnTo>
                <a:lnTo>
                  <a:pt x="406" y="594"/>
                </a:lnTo>
                <a:lnTo>
                  <a:pt x="406" y="593"/>
                </a:lnTo>
                <a:lnTo>
                  <a:pt x="406" y="592"/>
                </a:lnTo>
                <a:lnTo>
                  <a:pt x="406" y="591"/>
                </a:lnTo>
                <a:lnTo>
                  <a:pt x="405" y="591"/>
                </a:lnTo>
                <a:lnTo>
                  <a:pt x="406" y="590"/>
                </a:lnTo>
                <a:lnTo>
                  <a:pt x="406" y="589"/>
                </a:lnTo>
                <a:lnTo>
                  <a:pt x="406" y="587"/>
                </a:lnTo>
                <a:lnTo>
                  <a:pt x="406" y="586"/>
                </a:lnTo>
                <a:lnTo>
                  <a:pt x="405" y="586"/>
                </a:lnTo>
                <a:lnTo>
                  <a:pt x="404" y="585"/>
                </a:lnTo>
                <a:lnTo>
                  <a:pt x="403" y="585"/>
                </a:lnTo>
                <a:lnTo>
                  <a:pt x="403" y="584"/>
                </a:lnTo>
                <a:lnTo>
                  <a:pt x="404" y="584"/>
                </a:lnTo>
                <a:lnTo>
                  <a:pt x="403" y="583"/>
                </a:lnTo>
                <a:lnTo>
                  <a:pt x="402" y="584"/>
                </a:lnTo>
                <a:lnTo>
                  <a:pt x="401" y="585"/>
                </a:lnTo>
                <a:lnTo>
                  <a:pt x="401" y="586"/>
                </a:lnTo>
                <a:lnTo>
                  <a:pt x="400" y="587"/>
                </a:lnTo>
                <a:lnTo>
                  <a:pt x="400" y="588"/>
                </a:lnTo>
                <a:lnTo>
                  <a:pt x="399" y="588"/>
                </a:lnTo>
                <a:lnTo>
                  <a:pt x="398" y="588"/>
                </a:lnTo>
                <a:lnTo>
                  <a:pt x="398" y="589"/>
                </a:lnTo>
                <a:lnTo>
                  <a:pt x="397" y="589"/>
                </a:lnTo>
                <a:lnTo>
                  <a:pt x="396" y="589"/>
                </a:lnTo>
                <a:lnTo>
                  <a:pt x="395" y="589"/>
                </a:lnTo>
                <a:lnTo>
                  <a:pt x="394" y="588"/>
                </a:lnTo>
                <a:lnTo>
                  <a:pt x="393" y="588"/>
                </a:lnTo>
                <a:lnTo>
                  <a:pt x="393" y="587"/>
                </a:lnTo>
                <a:lnTo>
                  <a:pt x="393" y="586"/>
                </a:lnTo>
                <a:lnTo>
                  <a:pt x="394" y="586"/>
                </a:lnTo>
                <a:lnTo>
                  <a:pt x="393" y="586"/>
                </a:lnTo>
                <a:lnTo>
                  <a:pt x="393" y="585"/>
                </a:lnTo>
                <a:lnTo>
                  <a:pt x="392" y="584"/>
                </a:lnTo>
                <a:lnTo>
                  <a:pt x="393" y="584"/>
                </a:lnTo>
                <a:lnTo>
                  <a:pt x="393" y="583"/>
                </a:lnTo>
                <a:lnTo>
                  <a:pt x="392" y="582"/>
                </a:lnTo>
                <a:lnTo>
                  <a:pt x="393" y="581"/>
                </a:lnTo>
                <a:lnTo>
                  <a:pt x="392" y="580"/>
                </a:lnTo>
                <a:lnTo>
                  <a:pt x="392" y="579"/>
                </a:lnTo>
                <a:lnTo>
                  <a:pt x="391" y="579"/>
                </a:lnTo>
                <a:lnTo>
                  <a:pt x="391" y="580"/>
                </a:lnTo>
                <a:lnTo>
                  <a:pt x="391" y="579"/>
                </a:lnTo>
                <a:lnTo>
                  <a:pt x="390" y="579"/>
                </a:lnTo>
                <a:lnTo>
                  <a:pt x="389" y="578"/>
                </a:lnTo>
                <a:lnTo>
                  <a:pt x="389" y="576"/>
                </a:lnTo>
                <a:lnTo>
                  <a:pt x="389" y="575"/>
                </a:lnTo>
                <a:lnTo>
                  <a:pt x="389" y="574"/>
                </a:lnTo>
                <a:lnTo>
                  <a:pt x="390" y="574"/>
                </a:lnTo>
                <a:lnTo>
                  <a:pt x="389" y="574"/>
                </a:lnTo>
                <a:lnTo>
                  <a:pt x="389" y="573"/>
                </a:lnTo>
                <a:lnTo>
                  <a:pt x="388" y="573"/>
                </a:lnTo>
                <a:lnTo>
                  <a:pt x="387" y="573"/>
                </a:lnTo>
                <a:lnTo>
                  <a:pt x="386" y="573"/>
                </a:lnTo>
                <a:lnTo>
                  <a:pt x="386" y="572"/>
                </a:lnTo>
                <a:lnTo>
                  <a:pt x="384" y="572"/>
                </a:lnTo>
                <a:lnTo>
                  <a:pt x="383" y="571"/>
                </a:lnTo>
                <a:lnTo>
                  <a:pt x="383" y="570"/>
                </a:lnTo>
                <a:lnTo>
                  <a:pt x="383" y="569"/>
                </a:lnTo>
                <a:lnTo>
                  <a:pt x="384" y="569"/>
                </a:lnTo>
                <a:lnTo>
                  <a:pt x="384" y="568"/>
                </a:lnTo>
                <a:lnTo>
                  <a:pt x="384" y="567"/>
                </a:lnTo>
                <a:lnTo>
                  <a:pt x="385" y="567"/>
                </a:lnTo>
                <a:lnTo>
                  <a:pt x="386" y="566"/>
                </a:lnTo>
                <a:lnTo>
                  <a:pt x="386" y="565"/>
                </a:lnTo>
                <a:lnTo>
                  <a:pt x="386" y="564"/>
                </a:lnTo>
                <a:lnTo>
                  <a:pt x="385" y="564"/>
                </a:lnTo>
                <a:lnTo>
                  <a:pt x="385" y="563"/>
                </a:lnTo>
                <a:lnTo>
                  <a:pt x="384" y="563"/>
                </a:lnTo>
                <a:lnTo>
                  <a:pt x="383" y="563"/>
                </a:lnTo>
                <a:lnTo>
                  <a:pt x="383" y="562"/>
                </a:lnTo>
                <a:lnTo>
                  <a:pt x="382" y="561"/>
                </a:lnTo>
                <a:lnTo>
                  <a:pt x="381" y="561"/>
                </a:lnTo>
                <a:lnTo>
                  <a:pt x="381" y="560"/>
                </a:lnTo>
                <a:lnTo>
                  <a:pt x="380" y="560"/>
                </a:lnTo>
                <a:lnTo>
                  <a:pt x="379" y="559"/>
                </a:lnTo>
                <a:lnTo>
                  <a:pt x="378" y="559"/>
                </a:lnTo>
                <a:lnTo>
                  <a:pt x="379" y="559"/>
                </a:lnTo>
                <a:lnTo>
                  <a:pt x="379" y="558"/>
                </a:lnTo>
                <a:lnTo>
                  <a:pt x="379" y="557"/>
                </a:lnTo>
                <a:lnTo>
                  <a:pt x="379" y="556"/>
                </a:lnTo>
                <a:lnTo>
                  <a:pt x="378" y="556"/>
                </a:lnTo>
                <a:lnTo>
                  <a:pt x="378" y="555"/>
                </a:lnTo>
                <a:lnTo>
                  <a:pt x="378" y="554"/>
                </a:lnTo>
                <a:lnTo>
                  <a:pt x="379" y="554"/>
                </a:lnTo>
                <a:lnTo>
                  <a:pt x="380" y="555"/>
                </a:lnTo>
                <a:lnTo>
                  <a:pt x="382" y="554"/>
                </a:lnTo>
                <a:lnTo>
                  <a:pt x="382" y="553"/>
                </a:lnTo>
                <a:lnTo>
                  <a:pt x="382" y="552"/>
                </a:lnTo>
                <a:lnTo>
                  <a:pt x="382" y="551"/>
                </a:lnTo>
                <a:lnTo>
                  <a:pt x="382" y="550"/>
                </a:lnTo>
                <a:lnTo>
                  <a:pt x="382" y="549"/>
                </a:lnTo>
                <a:lnTo>
                  <a:pt x="382" y="548"/>
                </a:lnTo>
                <a:lnTo>
                  <a:pt x="383" y="546"/>
                </a:lnTo>
                <a:lnTo>
                  <a:pt x="384" y="545"/>
                </a:lnTo>
                <a:lnTo>
                  <a:pt x="383" y="544"/>
                </a:lnTo>
                <a:lnTo>
                  <a:pt x="383" y="543"/>
                </a:lnTo>
                <a:lnTo>
                  <a:pt x="383" y="542"/>
                </a:lnTo>
                <a:lnTo>
                  <a:pt x="382" y="543"/>
                </a:lnTo>
                <a:lnTo>
                  <a:pt x="381" y="543"/>
                </a:lnTo>
                <a:lnTo>
                  <a:pt x="380" y="542"/>
                </a:lnTo>
                <a:lnTo>
                  <a:pt x="380" y="541"/>
                </a:lnTo>
                <a:lnTo>
                  <a:pt x="380" y="540"/>
                </a:lnTo>
                <a:lnTo>
                  <a:pt x="379" y="540"/>
                </a:lnTo>
                <a:lnTo>
                  <a:pt x="379" y="539"/>
                </a:lnTo>
                <a:lnTo>
                  <a:pt x="378" y="538"/>
                </a:lnTo>
                <a:lnTo>
                  <a:pt x="378" y="537"/>
                </a:lnTo>
                <a:lnTo>
                  <a:pt x="378" y="536"/>
                </a:lnTo>
                <a:lnTo>
                  <a:pt x="379" y="536"/>
                </a:lnTo>
                <a:lnTo>
                  <a:pt x="379" y="535"/>
                </a:lnTo>
                <a:lnTo>
                  <a:pt x="379" y="534"/>
                </a:lnTo>
                <a:lnTo>
                  <a:pt x="378" y="534"/>
                </a:lnTo>
                <a:lnTo>
                  <a:pt x="378" y="533"/>
                </a:lnTo>
                <a:lnTo>
                  <a:pt x="379" y="532"/>
                </a:lnTo>
                <a:lnTo>
                  <a:pt x="380" y="531"/>
                </a:lnTo>
                <a:lnTo>
                  <a:pt x="381" y="530"/>
                </a:lnTo>
                <a:lnTo>
                  <a:pt x="381" y="529"/>
                </a:lnTo>
                <a:lnTo>
                  <a:pt x="380" y="528"/>
                </a:lnTo>
                <a:lnTo>
                  <a:pt x="379" y="528"/>
                </a:lnTo>
                <a:lnTo>
                  <a:pt x="379" y="527"/>
                </a:lnTo>
                <a:lnTo>
                  <a:pt x="379" y="526"/>
                </a:lnTo>
                <a:lnTo>
                  <a:pt x="379" y="525"/>
                </a:lnTo>
                <a:lnTo>
                  <a:pt x="379" y="524"/>
                </a:lnTo>
                <a:lnTo>
                  <a:pt x="380" y="524"/>
                </a:lnTo>
                <a:lnTo>
                  <a:pt x="380" y="523"/>
                </a:lnTo>
                <a:lnTo>
                  <a:pt x="380" y="522"/>
                </a:lnTo>
                <a:lnTo>
                  <a:pt x="380" y="521"/>
                </a:lnTo>
                <a:lnTo>
                  <a:pt x="380" y="522"/>
                </a:lnTo>
                <a:lnTo>
                  <a:pt x="379" y="522"/>
                </a:lnTo>
                <a:lnTo>
                  <a:pt x="379" y="523"/>
                </a:lnTo>
                <a:lnTo>
                  <a:pt x="378" y="523"/>
                </a:lnTo>
                <a:lnTo>
                  <a:pt x="377" y="522"/>
                </a:lnTo>
                <a:lnTo>
                  <a:pt x="377" y="521"/>
                </a:lnTo>
                <a:lnTo>
                  <a:pt x="378" y="521"/>
                </a:lnTo>
                <a:lnTo>
                  <a:pt x="378" y="520"/>
                </a:lnTo>
                <a:lnTo>
                  <a:pt x="378" y="519"/>
                </a:lnTo>
                <a:lnTo>
                  <a:pt x="377" y="519"/>
                </a:lnTo>
                <a:lnTo>
                  <a:pt x="376" y="519"/>
                </a:lnTo>
                <a:lnTo>
                  <a:pt x="376" y="518"/>
                </a:lnTo>
                <a:lnTo>
                  <a:pt x="376" y="517"/>
                </a:lnTo>
                <a:lnTo>
                  <a:pt x="374" y="516"/>
                </a:lnTo>
                <a:lnTo>
                  <a:pt x="374" y="517"/>
                </a:lnTo>
                <a:lnTo>
                  <a:pt x="373" y="517"/>
                </a:lnTo>
                <a:lnTo>
                  <a:pt x="373" y="516"/>
                </a:lnTo>
                <a:lnTo>
                  <a:pt x="372" y="516"/>
                </a:lnTo>
                <a:lnTo>
                  <a:pt x="371" y="516"/>
                </a:lnTo>
                <a:lnTo>
                  <a:pt x="370" y="516"/>
                </a:lnTo>
                <a:lnTo>
                  <a:pt x="369" y="516"/>
                </a:lnTo>
                <a:lnTo>
                  <a:pt x="368" y="516"/>
                </a:lnTo>
                <a:lnTo>
                  <a:pt x="368" y="517"/>
                </a:lnTo>
                <a:lnTo>
                  <a:pt x="367" y="517"/>
                </a:lnTo>
                <a:lnTo>
                  <a:pt x="366" y="518"/>
                </a:lnTo>
                <a:lnTo>
                  <a:pt x="366" y="519"/>
                </a:lnTo>
                <a:lnTo>
                  <a:pt x="366" y="520"/>
                </a:lnTo>
                <a:lnTo>
                  <a:pt x="366" y="521"/>
                </a:lnTo>
                <a:lnTo>
                  <a:pt x="365" y="521"/>
                </a:lnTo>
                <a:lnTo>
                  <a:pt x="365" y="522"/>
                </a:lnTo>
                <a:lnTo>
                  <a:pt x="365" y="524"/>
                </a:lnTo>
                <a:lnTo>
                  <a:pt x="364" y="524"/>
                </a:lnTo>
                <a:lnTo>
                  <a:pt x="364" y="525"/>
                </a:lnTo>
                <a:lnTo>
                  <a:pt x="363" y="524"/>
                </a:lnTo>
                <a:lnTo>
                  <a:pt x="362" y="524"/>
                </a:lnTo>
                <a:lnTo>
                  <a:pt x="361" y="524"/>
                </a:lnTo>
                <a:lnTo>
                  <a:pt x="362" y="525"/>
                </a:lnTo>
                <a:lnTo>
                  <a:pt x="363" y="525"/>
                </a:lnTo>
                <a:lnTo>
                  <a:pt x="363" y="526"/>
                </a:lnTo>
                <a:lnTo>
                  <a:pt x="362" y="526"/>
                </a:lnTo>
                <a:lnTo>
                  <a:pt x="361" y="526"/>
                </a:lnTo>
                <a:lnTo>
                  <a:pt x="360" y="527"/>
                </a:lnTo>
                <a:lnTo>
                  <a:pt x="359" y="527"/>
                </a:lnTo>
                <a:lnTo>
                  <a:pt x="358" y="528"/>
                </a:lnTo>
                <a:lnTo>
                  <a:pt x="357" y="529"/>
                </a:lnTo>
                <a:lnTo>
                  <a:pt x="358" y="529"/>
                </a:lnTo>
                <a:lnTo>
                  <a:pt x="358" y="530"/>
                </a:lnTo>
                <a:lnTo>
                  <a:pt x="358" y="531"/>
                </a:lnTo>
                <a:lnTo>
                  <a:pt x="358" y="532"/>
                </a:lnTo>
                <a:lnTo>
                  <a:pt x="359" y="532"/>
                </a:lnTo>
                <a:lnTo>
                  <a:pt x="360" y="532"/>
                </a:lnTo>
                <a:lnTo>
                  <a:pt x="359" y="533"/>
                </a:lnTo>
                <a:lnTo>
                  <a:pt x="358" y="532"/>
                </a:lnTo>
                <a:lnTo>
                  <a:pt x="357" y="532"/>
                </a:lnTo>
                <a:lnTo>
                  <a:pt x="357" y="531"/>
                </a:lnTo>
                <a:lnTo>
                  <a:pt x="357" y="530"/>
                </a:lnTo>
                <a:lnTo>
                  <a:pt x="357" y="529"/>
                </a:lnTo>
                <a:lnTo>
                  <a:pt x="355" y="529"/>
                </a:lnTo>
                <a:lnTo>
                  <a:pt x="354" y="529"/>
                </a:lnTo>
                <a:lnTo>
                  <a:pt x="354" y="530"/>
                </a:lnTo>
                <a:lnTo>
                  <a:pt x="354" y="531"/>
                </a:lnTo>
                <a:lnTo>
                  <a:pt x="353" y="531"/>
                </a:lnTo>
                <a:lnTo>
                  <a:pt x="351" y="532"/>
                </a:lnTo>
                <a:lnTo>
                  <a:pt x="351" y="533"/>
                </a:lnTo>
                <a:lnTo>
                  <a:pt x="350" y="534"/>
                </a:lnTo>
                <a:lnTo>
                  <a:pt x="349" y="534"/>
                </a:lnTo>
                <a:lnTo>
                  <a:pt x="349" y="533"/>
                </a:lnTo>
                <a:lnTo>
                  <a:pt x="349" y="534"/>
                </a:lnTo>
                <a:lnTo>
                  <a:pt x="349" y="535"/>
                </a:lnTo>
                <a:lnTo>
                  <a:pt x="348" y="535"/>
                </a:lnTo>
                <a:lnTo>
                  <a:pt x="346" y="536"/>
                </a:lnTo>
                <a:lnTo>
                  <a:pt x="346" y="537"/>
                </a:lnTo>
                <a:lnTo>
                  <a:pt x="345" y="538"/>
                </a:lnTo>
                <a:lnTo>
                  <a:pt x="344" y="538"/>
                </a:lnTo>
                <a:lnTo>
                  <a:pt x="343" y="538"/>
                </a:lnTo>
                <a:lnTo>
                  <a:pt x="343" y="537"/>
                </a:lnTo>
                <a:lnTo>
                  <a:pt x="342" y="537"/>
                </a:lnTo>
                <a:lnTo>
                  <a:pt x="341" y="536"/>
                </a:lnTo>
                <a:lnTo>
                  <a:pt x="341" y="535"/>
                </a:lnTo>
                <a:lnTo>
                  <a:pt x="339" y="535"/>
                </a:lnTo>
                <a:lnTo>
                  <a:pt x="339" y="534"/>
                </a:lnTo>
                <a:lnTo>
                  <a:pt x="338" y="534"/>
                </a:lnTo>
                <a:lnTo>
                  <a:pt x="338" y="535"/>
                </a:lnTo>
                <a:lnTo>
                  <a:pt x="337" y="535"/>
                </a:lnTo>
                <a:lnTo>
                  <a:pt x="336" y="535"/>
                </a:lnTo>
                <a:lnTo>
                  <a:pt x="336" y="534"/>
                </a:lnTo>
                <a:lnTo>
                  <a:pt x="335" y="534"/>
                </a:lnTo>
                <a:lnTo>
                  <a:pt x="334" y="533"/>
                </a:lnTo>
                <a:lnTo>
                  <a:pt x="334" y="532"/>
                </a:lnTo>
                <a:lnTo>
                  <a:pt x="333" y="532"/>
                </a:lnTo>
                <a:lnTo>
                  <a:pt x="332" y="532"/>
                </a:lnTo>
                <a:lnTo>
                  <a:pt x="332" y="531"/>
                </a:lnTo>
                <a:lnTo>
                  <a:pt x="333" y="531"/>
                </a:lnTo>
                <a:lnTo>
                  <a:pt x="334" y="530"/>
                </a:lnTo>
                <a:lnTo>
                  <a:pt x="334" y="529"/>
                </a:lnTo>
                <a:lnTo>
                  <a:pt x="333" y="529"/>
                </a:lnTo>
                <a:lnTo>
                  <a:pt x="332" y="528"/>
                </a:lnTo>
                <a:lnTo>
                  <a:pt x="331" y="528"/>
                </a:lnTo>
                <a:lnTo>
                  <a:pt x="331" y="529"/>
                </a:lnTo>
                <a:lnTo>
                  <a:pt x="331" y="528"/>
                </a:lnTo>
                <a:lnTo>
                  <a:pt x="330" y="528"/>
                </a:lnTo>
                <a:lnTo>
                  <a:pt x="329" y="527"/>
                </a:lnTo>
                <a:lnTo>
                  <a:pt x="329" y="526"/>
                </a:lnTo>
                <a:lnTo>
                  <a:pt x="330" y="526"/>
                </a:lnTo>
                <a:lnTo>
                  <a:pt x="329" y="526"/>
                </a:lnTo>
                <a:lnTo>
                  <a:pt x="329" y="525"/>
                </a:lnTo>
                <a:lnTo>
                  <a:pt x="328" y="525"/>
                </a:lnTo>
                <a:lnTo>
                  <a:pt x="327" y="525"/>
                </a:lnTo>
                <a:lnTo>
                  <a:pt x="327" y="524"/>
                </a:lnTo>
                <a:lnTo>
                  <a:pt x="326" y="524"/>
                </a:lnTo>
                <a:lnTo>
                  <a:pt x="325" y="523"/>
                </a:lnTo>
                <a:lnTo>
                  <a:pt x="324" y="523"/>
                </a:lnTo>
                <a:lnTo>
                  <a:pt x="323" y="522"/>
                </a:lnTo>
                <a:lnTo>
                  <a:pt x="322" y="521"/>
                </a:lnTo>
                <a:lnTo>
                  <a:pt x="322" y="520"/>
                </a:lnTo>
                <a:lnTo>
                  <a:pt x="321" y="519"/>
                </a:lnTo>
                <a:lnTo>
                  <a:pt x="320" y="519"/>
                </a:lnTo>
                <a:lnTo>
                  <a:pt x="319" y="519"/>
                </a:lnTo>
                <a:lnTo>
                  <a:pt x="318" y="520"/>
                </a:lnTo>
                <a:lnTo>
                  <a:pt x="317" y="520"/>
                </a:lnTo>
                <a:lnTo>
                  <a:pt x="316" y="520"/>
                </a:lnTo>
                <a:lnTo>
                  <a:pt x="315" y="521"/>
                </a:lnTo>
                <a:lnTo>
                  <a:pt x="315" y="522"/>
                </a:lnTo>
                <a:lnTo>
                  <a:pt x="314" y="522"/>
                </a:lnTo>
                <a:lnTo>
                  <a:pt x="315" y="522"/>
                </a:lnTo>
                <a:lnTo>
                  <a:pt x="315" y="523"/>
                </a:lnTo>
                <a:lnTo>
                  <a:pt x="314" y="524"/>
                </a:lnTo>
                <a:lnTo>
                  <a:pt x="314" y="525"/>
                </a:lnTo>
                <a:lnTo>
                  <a:pt x="315" y="526"/>
                </a:lnTo>
                <a:lnTo>
                  <a:pt x="314" y="526"/>
                </a:lnTo>
                <a:lnTo>
                  <a:pt x="313" y="526"/>
                </a:lnTo>
                <a:lnTo>
                  <a:pt x="311" y="526"/>
                </a:lnTo>
                <a:lnTo>
                  <a:pt x="311" y="527"/>
                </a:lnTo>
                <a:lnTo>
                  <a:pt x="310" y="527"/>
                </a:lnTo>
                <a:lnTo>
                  <a:pt x="310" y="526"/>
                </a:lnTo>
                <a:lnTo>
                  <a:pt x="310" y="525"/>
                </a:lnTo>
                <a:lnTo>
                  <a:pt x="309" y="524"/>
                </a:lnTo>
                <a:lnTo>
                  <a:pt x="308" y="524"/>
                </a:lnTo>
                <a:lnTo>
                  <a:pt x="307" y="524"/>
                </a:lnTo>
                <a:lnTo>
                  <a:pt x="307" y="525"/>
                </a:lnTo>
                <a:lnTo>
                  <a:pt x="306" y="525"/>
                </a:lnTo>
                <a:lnTo>
                  <a:pt x="305" y="524"/>
                </a:lnTo>
                <a:lnTo>
                  <a:pt x="304" y="524"/>
                </a:lnTo>
                <a:lnTo>
                  <a:pt x="304" y="523"/>
                </a:lnTo>
                <a:lnTo>
                  <a:pt x="303" y="522"/>
                </a:lnTo>
                <a:lnTo>
                  <a:pt x="302" y="522"/>
                </a:lnTo>
                <a:lnTo>
                  <a:pt x="302" y="521"/>
                </a:lnTo>
                <a:lnTo>
                  <a:pt x="301" y="521"/>
                </a:lnTo>
                <a:lnTo>
                  <a:pt x="300" y="522"/>
                </a:lnTo>
                <a:lnTo>
                  <a:pt x="299" y="522"/>
                </a:lnTo>
                <a:lnTo>
                  <a:pt x="298" y="522"/>
                </a:lnTo>
                <a:lnTo>
                  <a:pt x="297" y="522"/>
                </a:lnTo>
                <a:lnTo>
                  <a:pt x="297" y="523"/>
                </a:lnTo>
                <a:lnTo>
                  <a:pt x="297" y="524"/>
                </a:lnTo>
                <a:lnTo>
                  <a:pt x="297" y="525"/>
                </a:lnTo>
                <a:lnTo>
                  <a:pt x="297" y="526"/>
                </a:lnTo>
                <a:lnTo>
                  <a:pt x="297" y="528"/>
                </a:lnTo>
                <a:lnTo>
                  <a:pt x="297" y="529"/>
                </a:lnTo>
                <a:lnTo>
                  <a:pt x="296" y="529"/>
                </a:lnTo>
                <a:lnTo>
                  <a:pt x="295" y="529"/>
                </a:lnTo>
                <a:lnTo>
                  <a:pt x="294" y="528"/>
                </a:lnTo>
                <a:lnTo>
                  <a:pt x="294" y="527"/>
                </a:lnTo>
                <a:lnTo>
                  <a:pt x="294" y="526"/>
                </a:lnTo>
                <a:lnTo>
                  <a:pt x="293" y="526"/>
                </a:lnTo>
                <a:lnTo>
                  <a:pt x="293" y="527"/>
                </a:lnTo>
                <a:lnTo>
                  <a:pt x="293" y="528"/>
                </a:lnTo>
                <a:lnTo>
                  <a:pt x="292" y="528"/>
                </a:lnTo>
                <a:lnTo>
                  <a:pt x="292" y="527"/>
                </a:lnTo>
                <a:lnTo>
                  <a:pt x="291" y="527"/>
                </a:lnTo>
                <a:lnTo>
                  <a:pt x="290" y="527"/>
                </a:lnTo>
                <a:lnTo>
                  <a:pt x="289" y="526"/>
                </a:lnTo>
                <a:lnTo>
                  <a:pt x="288" y="526"/>
                </a:lnTo>
                <a:lnTo>
                  <a:pt x="286" y="527"/>
                </a:lnTo>
                <a:lnTo>
                  <a:pt x="286" y="528"/>
                </a:lnTo>
                <a:lnTo>
                  <a:pt x="286" y="529"/>
                </a:lnTo>
                <a:lnTo>
                  <a:pt x="285" y="529"/>
                </a:lnTo>
                <a:lnTo>
                  <a:pt x="285" y="528"/>
                </a:lnTo>
                <a:lnTo>
                  <a:pt x="284" y="526"/>
                </a:lnTo>
                <a:lnTo>
                  <a:pt x="283" y="526"/>
                </a:lnTo>
                <a:lnTo>
                  <a:pt x="283" y="527"/>
                </a:lnTo>
                <a:lnTo>
                  <a:pt x="282" y="528"/>
                </a:lnTo>
                <a:lnTo>
                  <a:pt x="281" y="529"/>
                </a:lnTo>
                <a:lnTo>
                  <a:pt x="280" y="529"/>
                </a:lnTo>
                <a:lnTo>
                  <a:pt x="280" y="530"/>
                </a:lnTo>
                <a:lnTo>
                  <a:pt x="279" y="530"/>
                </a:lnTo>
                <a:lnTo>
                  <a:pt x="277" y="530"/>
                </a:lnTo>
                <a:lnTo>
                  <a:pt x="277" y="531"/>
                </a:lnTo>
                <a:lnTo>
                  <a:pt x="276" y="532"/>
                </a:lnTo>
                <a:lnTo>
                  <a:pt x="275" y="532"/>
                </a:lnTo>
                <a:lnTo>
                  <a:pt x="274" y="532"/>
                </a:lnTo>
                <a:lnTo>
                  <a:pt x="274" y="533"/>
                </a:lnTo>
                <a:lnTo>
                  <a:pt x="274" y="534"/>
                </a:lnTo>
                <a:lnTo>
                  <a:pt x="273" y="534"/>
                </a:lnTo>
                <a:lnTo>
                  <a:pt x="272" y="534"/>
                </a:lnTo>
                <a:lnTo>
                  <a:pt x="270" y="534"/>
                </a:lnTo>
                <a:lnTo>
                  <a:pt x="270" y="533"/>
                </a:lnTo>
                <a:lnTo>
                  <a:pt x="270" y="532"/>
                </a:lnTo>
                <a:lnTo>
                  <a:pt x="270" y="531"/>
                </a:lnTo>
                <a:lnTo>
                  <a:pt x="269" y="531"/>
                </a:lnTo>
                <a:lnTo>
                  <a:pt x="268" y="532"/>
                </a:lnTo>
                <a:lnTo>
                  <a:pt x="268" y="533"/>
                </a:lnTo>
                <a:lnTo>
                  <a:pt x="267" y="533"/>
                </a:lnTo>
                <a:lnTo>
                  <a:pt x="266" y="533"/>
                </a:lnTo>
                <a:lnTo>
                  <a:pt x="265" y="533"/>
                </a:lnTo>
                <a:lnTo>
                  <a:pt x="264" y="533"/>
                </a:lnTo>
                <a:lnTo>
                  <a:pt x="264" y="532"/>
                </a:lnTo>
                <a:lnTo>
                  <a:pt x="263" y="532"/>
                </a:lnTo>
                <a:lnTo>
                  <a:pt x="263" y="531"/>
                </a:lnTo>
                <a:lnTo>
                  <a:pt x="262" y="531"/>
                </a:lnTo>
                <a:lnTo>
                  <a:pt x="262" y="532"/>
                </a:lnTo>
                <a:lnTo>
                  <a:pt x="262" y="531"/>
                </a:lnTo>
                <a:lnTo>
                  <a:pt x="261" y="531"/>
                </a:lnTo>
                <a:lnTo>
                  <a:pt x="260" y="531"/>
                </a:lnTo>
                <a:lnTo>
                  <a:pt x="260" y="532"/>
                </a:lnTo>
                <a:lnTo>
                  <a:pt x="259" y="532"/>
                </a:lnTo>
                <a:lnTo>
                  <a:pt x="258" y="531"/>
                </a:lnTo>
                <a:lnTo>
                  <a:pt x="257" y="531"/>
                </a:lnTo>
                <a:lnTo>
                  <a:pt x="257" y="530"/>
                </a:lnTo>
                <a:lnTo>
                  <a:pt x="256" y="530"/>
                </a:lnTo>
                <a:lnTo>
                  <a:pt x="255" y="530"/>
                </a:lnTo>
                <a:lnTo>
                  <a:pt x="254" y="530"/>
                </a:lnTo>
                <a:lnTo>
                  <a:pt x="253" y="530"/>
                </a:lnTo>
                <a:lnTo>
                  <a:pt x="252" y="529"/>
                </a:lnTo>
                <a:lnTo>
                  <a:pt x="251" y="529"/>
                </a:lnTo>
                <a:lnTo>
                  <a:pt x="251" y="528"/>
                </a:lnTo>
                <a:lnTo>
                  <a:pt x="251" y="529"/>
                </a:lnTo>
                <a:lnTo>
                  <a:pt x="250" y="528"/>
                </a:lnTo>
                <a:lnTo>
                  <a:pt x="249" y="528"/>
                </a:lnTo>
                <a:lnTo>
                  <a:pt x="249" y="529"/>
                </a:lnTo>
                <a:lnTo>
                  <a:pt x="249" y="530"/>
                </a:lnTo>
                <a:lnTo>
                  <a:pt x="248" y="531"/>
                </a:lnTo>
                <a:lnTo>
                  <a:pt x="247" y="531"/>
                </a:lnTo>
                <a:lnTo>
                  <a:pt x="246" y="531"/>
                </a:lnTo>
                <a:lnTo>
                  <a:pt x="245" y="531"/>
                </a:lnTo>
                <a:lnTo>
                  <a:pt x="244" y="532"/>
                </a:lnTo>
                <a:lnTo>
                  <a:pt x="243" y="532"/>
                </a:lnTo>
                <a:lnTo>
                  <a:pt x="243" y="531"/>
                </a:lnTo>
                <a:lnTo>
                  <a:pt x="242" y="531"/>
                </a:lnTo>
                <a:lnTo>
                  <a:pt x="242" y="532"/>
                </a:lnTo>
                <a:lnTo>
                  <a:pt x="242" y="533"/>
                </a:lnTo>
                <a:lnTo>
                  <a:pt x="241" y="533"/>
                </a:lnTo>
                <a:lnTo>
                  <a:pt x="240" y="533"/>
                </a:lnTo>
                <a:lnTo>
                  <a:pt x="240" y="534"/>
                </a:lnTo>
                <a:lnTo>
                  <a:pt x="239" y="535"/>
                </a:lnTo>
                <a:lnTo>
                  <a:pt x="239" y="536"/>
                </a:lnTo>
                <a:lnTo>
                  <a:pt x="240" y="536"/>
                </a:lnTo>
                <a:lnTo>
                  <a:pt x="239" y="537"/>
                </a:lnTo>
                <a:lnTo>
                  <a:pt x="239" y="536"/>
                </a:lnTo>
                <a:lnTo>
                  <a:pt x="238" y="536"/>
                </a:lnTo>
                <a:lnTo>
                  <a:pt x="237" y="536"/>
                </a:lnTo>
                <a:lnTo>
                  <a:pt x="236" y="535"/>
                </a:lnTo>
                <a:lnTo>
                  <a:pt x="235" y="534"/>
                </a:lnTo>
                <a:lnTo>
                  <a:pt x="234" y="534"/>
                </a:lnTo>
                <a:lnTo>
                  <a:pt x="233" y="534"/>
                </a:lnTo>
                <a:lnTo>
                  <a:pt x="232" y="534"/>
                </a:lnTo>
                <a:lnTo>
                  <a:pt x="231" y="534"/>
                </a:lnTo>
                <a:lnTo>
                  <a:pt x="230" y="534"/>
                </a:lnTo>
                <a:lnTo>
                  <a:pt x="229" y="535"/>
                </a:lnTo>
                <a:lnTo>
                  <a:pt x="229" y="536"/>
                </a:lnTo>
                <a:lnTo>
                  <a:pt x="229" y="537"/>
                </a:lnTo>
                <a:lnTo>
                  <a:pt x="228" y="537"/>
                </a:lnTo>
                <a:lnTo>
                  <a:pt x="227" y="537"/>
                </a:lnTo>
                <a:lnTo>
                  <a:pt x="227" y="538"/>
                </a:lnTo>
                <a:lnTo>
                  <a:pt x="226" y="539"/>
                </a:lnTo>
                <a:lnTo>
                  <a:pt x="226" y="540"/>
                </a:lnTo>
                <a:lnTo>
                  <a:pt x="225" y="540"/>
                </a:lnTo>
                <a:lnTo>
                  <a:pt x="224" y="539"/>
                </a:lnTo>
                <a:lnTo>
                  <a:pt x="223" y="539"/>
                </a:lnTo>
                <a:lnTo>
                  <a:pt x="222" y="538"/>
                </a:lnTo>
                <a:lnTo>
                  <a:pt x="222" y="537"/>
                </a:lnTo>
                <a:lnTo>
                  <a:pt x="221" y="537"/>
                </a:lnTo>
                <a:lnTo>
                  <a:pt x="219" y="536"/>
                </a:lnTo>
                <a:lnTo>
                  <a:pt x="218" y="536"/>
                </a:lnTo>
                <a:lnTo>
                  <a:pt x="218" y="535"/>
                </a:lnTo>
                <a:lnTo>
                  <a:pt x="217" y="535"/>
                </a:lnTo>
                <a:lnTo>
                  <a:pt x="216" y="535"/>
                </a:lnTo>
                <a:lnTo>
                  <a:pt x="216" y="534"/>
                </a:lnTo>
                <a:lnTo>
                  <a:pt x="215" y="533"/>
                </a:lnTo>
                <a:lnTo>
                  <a:pt x="214" y="533"/>
                </a:lnTo>
                <a:lnTo>
                  <a:pt x="213" y="532"/>
                </a:lnTo>
                <a:lnTo>
                  <a:pt x="213" y="533"/>
                </a:lnTo>
                <a:lnTo>
                  <a:pt x="212" y="533"/>
                </a:lnTo>
                <a:lnTo>
                  <a:pt x="212" y="532"/>
                </a:lnTo>
                <a:lnTo>
                  <a:pt x="211" y="533"/>
                </a:lnTo>
                <a:lnTo>
                  <a:pt x="210" y="533"/>
                </a:lnTo>
                <a:lnTo>
                  <a:pt x="209" y="533"/>
                </a:lnTo>
                <a:lnTo>
                  <a:pt x="210" y="532"/>
                </a:lnTo>
                <a:lnTo>
                  <a:pt x="209" y="531"/>
                </a:lnTo>
                <a:lnTo>
                  <a:pt x="209" y="530"/>
                </a:lnTo>
                <a:lnTo>
                  <a:pt x="208" y="530"/>
                </a:lnTo>
                <a:lnTo>
                  <a:pt x="207" y="530"/>
                </a:lnTo>
                <a:lnTo>
                  <a:pt x="206" y="531"/>
                </a:lnTo>
                <a:lnTo>
                  <a:pt x="207" y="531"/>
                </a:lnTo>
                <a:lnTo>
                  <a:pt x="208" y="531"/>
                </a:lnTo>
                <a:lnTo>
                  <a:pt x="208" y="532"/>
                </a:lnTo>
                <a:lnTo>
                  <a:pt x="207" y="533"/>
                </a:lnTo>
                <a:lnTo>
                  <a:pt x="207" y="534"/>
                </a:lnTo>
                <a:lnTo>
                  <a:pt x="208" y="533"/>
                </a:lnTo>
                <a:lnTo>
                  <a:pt x="208" y="534"/>
                </a:lnTo>
                <a:lnTo>
                  <a:pt x="208" y="535"/>
                </a:lnTo>
                <a:lnTo>
                  <a:pt x="207" y="535"/>
                </a:lnTo>
                <a:lnTo>
                  <a:pt x="206" y="534"/>
                </a:lnTo>
                <a:lnTo>
                  <a:pt x="205" y="533"/>
                </a:lnTo>
                <a:lnTo>
                  <a:pt x="205" y="532"/>
                </a:lnTo>
                <a:lnTo>
                  <a:pt x="205" y="531"/>
                </a:lnTo>
                <a:lnTo>
                  <a:pt x="204" y="531"/>
                </a:lnTo>
                <a:lnTo>
                  <a:pt x="204" y="532"/>
                </a:lnTo>
                <a:lnTo>
                  <a:pt x="204" y="533"/>
                </a:lnTo>
                <a:lnTo>
                  <a:pt x="204" y="532"/>
                </a:lnTo>
                <a:lnTo>
                  <a:pt x="203" y="532"/>
                </a:lnTo>
                <a:lnTo>
                  <a:pt x="202" y="531"/>
                </a:lnTo>
                <a:lnTo>
                  <a:pt x="202" y="530"/>
                </a:lnTo>
                <a:lnTo>
                  <a:pt x="201" y="530"/>
                </a:lnTo>
                <a:lnTo>
                  <a:pt x="199" y="530"/>
                </a:lnTo>
                <a:lnTo>
                  <a:pt x="199" y="529"/>
                </a:lnTo>
                <a:lnTo>
                  <a:pt x="199" y="528"/>
                </a:lnTo>
                <a:lnTo>
                  <a:pt x="198" y="527"/>
                </a:lnTo>
                <a:lnTo>
                  <a:pt x="197" y="527"/>
                </a:lnTo>
                <a:lnTo>
                  <a:pt x="197" y="526"/>
                </a:lnTo>
                <a:lnTo>
                  <a:pt x="198" y="525"/>
                </a:lnTo>
                <a:lnTo>
                  <a:pt x="198" y="524"/>
                </a:lnTo>
                <a:lnTo>
                  <a:pt x="197" y="524"/>
                </a:lnTo>
                <a:lnTo>
                  <a:pt x="197" y="523"/>
                </a:lnTo>
                <a:lnTo>
                  <a:pt x="195" y="523"/>
                </a:lnTo>
                <a:lnTo>
                  <a:pt x="194" y="523"/>
                </a:lnTo>
                <a:lnTo>
                  <a:pt x="194" y="524"/>
                </a:lnTo>
                <a:lnTo>
                  <a:pt x="194" y="525"/>
                </a:lnTo>
                <a:lnTo>
                  <a:pt x="193" y="526"/>
                </a:lnTo>
                <a:lnTo>
                  <a:pt x="192" y="526"/>
                </a:lnTo>
                <a:lnTo>
                  <a:pt x="191" y="526"/>
                </a:lnTo>
                <a:lnTo>
                  <a:pt x="191" y="525"/>
                </a:lnTo>
                <a:lnTo>
                  <a:pt x="190" y="525"/>
                </a:lnTo>
                <a:lnTo>
                  <a:pt x="189" y="525"/>
                </a:lnTo>
                <a:lnTo>
                  <a:pt x="189" y="524"/>
                </a:lnTo>
                <a:lnTo>
                  <a:pt x="187" y="524"/>
                </a:lnTo>
                <a:lnTo>
                  <a:pt x="187" y="523"/>
                </a:lnTo>
                <a:lnTo>
                  <a:pt x="187" y="521"/>
                </a:lnTo>
                <a:lnTo>
                  <a:pt x="186" y="521"/>
                </a:lnTo>
                <a:lnTo>
                  <a:pt x="186" y="520"/>
                </a:lnTo>
                <a:lnTo>
                  <a:pt x="185" y="519"/>
                </a:lnTo>
                <a:lnTo>
                  <a:pt x="185" y="518"/>
                </a:lnTo>
                <a:lnTo>
                  <a:pt x="184" y="518"/>
                </a:lnTo>
                <a:lnTo>
                  <a:pt x="183" y="518"/>
                </a:lnTo>
                <a:lnTo>
                  <a:pt x="182" y="519"/>
                </a:lnTo>
                <a:lnTo>
                  <a:pt x="181" y="519"/>
                </a:lnTo>
                <a:lnTo>
                  <a:pt x="181" y="520"/>
                </a:lnTo>
                <a:lnTo>
                  <a:pt x="180" y="520"/>
                </a:lnTo>
                <a:lnTo>
                  <a:pt x="179" y="520"/>
                </a:lnTo>
                <a:lnTo>
                  <a:pt x="178" y="521"/>
                </a:lnTo>
                <a:lnTo>
                  <a:pt x="177" y="520"/>
                </a:lnTo>
                <a:lnTo>
                  <a:pt x="176" y="520"/>
                </a:lnTo>
                <a:lnTo>
                  <a:pt x="175" y="519"/>
                </a:lnTo>
                <a:lnTo>
                  <a:pt x="175" y="518"/>
                </a:lnTo>
                <a:lnTo>
                  <a:pt x="175" y="517"/>
                </a:lnTo>
                <a:lnTo>
                  <a:pt x="174" y="517"/>
                </a:lnTo>
                <a:lnTo>
                  <a:pt x="173" y="517"/>
                </a:lnTo>
                <a:lnTo>
                  <a:pt x="171" y="517"/>
                </a:lnTo>
                <a:lnTo>
                  <a:pt x="171" y="516"/>
                </a:lnTo>
                <a:lnTo>
                  <a:pt x="170" y="516"/>
                </a:lnTo>
                <a:lnTo>
                  <a:pt x="169" y="516"/>
                </a:lnTo>
                <a:lnTo>
                  <a:pt x="168" y="516"/>
                </a:lnTo>
                <a:lnTo>
                  <a:pt x="168" y="515"/>
                </a:lnTo>
                <a:lnTo>
                  <a:pt x="167" y="515"/>
                </a:lnTo>
                <a:lnTo>
                  <a:pt x="167" y="516"/>
                </a:lnTo>
                <a:lnTo>
                  <a:pt x="167" y="515"/>
                </a:lnTo>
                <a:lnTo>
                  <a:pt x="167" y="514"/>
                </a:lnTo>
                <a:lnTo>
                  <a:pt x="166" y="514"/>
                </a:lnTo>
                <a:lnTo>
                  <a:pt x="165" y="513"/>
                </a:lnTo>
                <a:lnTo>
                  <a:pt x="164" y="514"/>
                </a:lnTo>
                <a:lnTo>
                  <a:pt x="163" y="513"/>
                </a:lnTo>
                <a:lnTo>
                  <a:pt x="162" y="512"/>
                </a:lnTo>
                <a:lnTo>
                  <a:pt x="162" y="511"/>
                </a:lnTo>
                <a:lnTo>
                  <a:pt x="161" y="510"/>
                </a:lnTo>
                <a:lnTo>
                  <a:pt x="160" y="509"/>
                </a:lnTo>
                <a:lnTo>
                  <a:pt x="159" y="508"/>
                </a:lnTo>
                <a:lnTo>
                  <a:pt x="158" y="508"/>
                </a:lnTo>
                <a:lnTo>
                  <a:pt x="157" y="508"/>
                </a:lnTo>
                <a:lnTo>
                  <a:pt x="156" y="508"/>
                </a:lnTo>
                <a:lnTo>
                  <a:pt x="155" y="508"/>
                </a:lnTo>
                <a:lnTo>
                  <a:pt x="154" y="508"/>
                </a:lnTo>
                <a:lnTo>
                  <a:pt x="153" y="507"/>
                </a:lnTo>
                <a:lnTo>
                  <a:pt x="152" y="507"/>
                </a:lnTo>
                <a:lnTo>
                  <a:pt x="152" y="508"/>
                </a:lnTo>
                <a:lnTo>
                  <a:pt x="152" y="509"/>
                </a:lnTo>
                <a:lnTo>
                  <a:pt x="151" y="509"/>
                </a:lnTo>
                <a:lnTo>
                  <a:pt x="150" y="508"/>
                </a:lnTo>
                <a:lnTo>
                  <a:pt x="150" y="507"/>
                </a:lnTo>
                <a:lnTo>
                  <a:pt x="151" y="506"/>
                </a:lnTo>
                <a:lnTo>
                  <a:pt x="149" y="506"/>
                </a:lnTo>
                <a:lnTo>
                  <a:pt x="148" y="506"/>
                </a:lnTo>
                <a:lnTo>
                  <a:pt x="148" y="507"/>
                </a:lnTo>
                <a:lnTo>
                  <a:pt x="148" y="508"/>
                </a:lnTo>
                <a:lnTo>
                  <a:pt x="147" y="509"/>
                </a:lnTo>
                <a:lnTo>
                  <a:pt x="146" y="510"/>
                </a:lnTo>
                <a:lnTo>
                  <a:pt x="145" y="510"/>
                </a:lnTo>
                <a:lnTo>
                  <a:pt x="145" y="511"/>
                </a:lnTo>
                <a:lnTo>
                  <a:pt x="144" y="511"/>
                </a:lnTo>
                <a:lnTo>
                  <a:pt x="143" y="511"/>
                </a:lnTo>
                <a:lnTo>
                  <a:pt x="142" y="511"/>
                </a:lnTo>
                <a:lnTo>
                  <a:pt x="142" y="510"/>
                </a:lnTo>
                <a:lnTo>
                  <a:pt x="142" y="509"/>
                </a:lnTo>
                <a:lnTo>
                  <a:pt x="141" y="509"/>
                </a:lnTo>
                <a:lnTo>
                  <a:pt x="140" y="508"/>
                </a:lnTo>
                <a:lnTo>
                  <a:pt x="139" y="508"/>
                </a:lnTo>
                <a:lnTo>
                  <a:pt x="138" y="508"/>
                </a:lnTo>
                <a:lnTo>
                  <a:pt x="139" y="508"/>
                </a:lnTo>
                <a:lnTo>
                  <a:pt x="139" y="507"/>
                </a:lnTo>
                <a:lnTo>
                  <a:pt x="139" y="506"/>
                </a:lnTo>
                <a:lnTo>
                  <a:pt x="138" y="506"/>
                </a:lnTo>
                <a:lnTo>
                  <a:pt x="138" y="505"/>
                </a:lnTo>
                <a:lnTo>
                  <a:pt x="139" y="504"/>
                </a:lnTo>
                <a:lnTo>
                  <a:pt x="138" y="504"/>
                </a:lnTo>
                <a:lnTo>
                  <a:pt x="137" y="502"/>
                </a:lnTo>
                <a:lnTo>
                  <a:pt x="137" y="501"/>
                </a:lnTo>
                <a:lnTo>
                  <a:pt x="136" y="501"/>
                </a:lnTo>
                <a:lnTo>
                  <a:pt x="135" y="500"/>
                </a:lnTo>
                <a:lnTo>
                  <a:pt x="134" y="500"/>
                </a:lnTo>
                <a:lnTo>
                  <a:pt x="134" y="499"/>
                </a:lnTo>
                <a:lnTo>
                  <a:pt x="133" y="499"/>
                </a:lnTo>
                <a:lnTo>
                  <a:pt x="133" y="498"/>
                </a:lnTo>
                <a:lnTo>
                  <a:pt x="132" y="498"/>
                </a:lnTo>
                <a:lnTo>
                  <a:pt x="132" y="497"/>
                </a:lnTo>
                <a:lnTo>
                  <a:pt x="131" y="497"/>
                </a:lnTo>
                <a:lnTo>
                  <a:pt x="132" y="496"/>
                </a:lnTo>
                <a:lnTo>
                  <a:pt x="132" y="495"/>
                </a:lnTo>
                <a:lnTo>
                  <a:pt x="131" y="495"/>
                </a:lnTo>
                <a:lnTo>
                  <a:pt x="130" y="495"/>
                </a:lnTo>
                <a:lnTo>
                  <a:pt x="130" y="494"/>
                </a:lnTo>
                <a:lnTo>
                  <a:pt x="130" y="495"/>
                </a:lnTo>
                <a:lnTo>
                  <a:pt x="129" y="495"/>
                </a:lnTo>
                <a:lnTo>
                  <a:pt x="128" y="495"/>
                </a:lnTo>
                <a:lnTo>
                  <a:pt x="127" y="494"/>
                </a:lnTo>
                <a:lnTo>
                  <a:pt x="126" y="494"/>
                </a:lnTo>
                <a:lnTo>
                  <a:pt x="126" y="493"/>
                </a:lnTo>
                <a:lnTo>
                  <a:pt x="127" y="493"/>
                </a:lnTo>
                <a:lnTo>
                  <a:pt x="128" y="494"/>
                </a:lnTo>
                <a:lnTo>
                  <a:pt x="130" y="494"/>
                </a:lnTo>
                <a:lnTo>
                  <a:pt x="130" y="493"/>
                </a:lnTo>
                <a:lnTo>
                  <a:pt x="131" y="493"/>
                </a:lnTo>
                <a:lnTo>
                  <a:pt x="131" y="492"/>
                </a:lnTo>
                <a:lnTo>
                  <a:pt x="131" y="491"/>
                </a:lnTo>
                <a:lnTo>
                  <a:pt x="131" y="490"/>
                </a:lnTo>
                <a:lnTo>
                  <a:pt x="131" y="489"/>
                </a:lnTo>
                <a:lnTo>
                  <a:pt x="130" y="488"/>
                </a:lnTo>
                <a:lnTo>
                  <a:pt x="130" y="489"/>
                </a:lnTo>
                <a:lnTo>
                  <a:pt x="130" y="490"/>
                </a:lnTo>
                <a:lnTo>
                  <a:pt x="129" y="490"/>
                </a:lnTo>
                <a:lnTo>
                  <a:pt x="129" y="491"/>
                </a:lnTo>
                <a:lnTo>
                  <a:pt x="128" y="491"/>
                </a:lnTo>
                <a:lnTo>
                  <a:pt x="127" y="491"/>
                </a:lnTo>
                <a:lnTo>
                  <a:pt x="126" y="491"/>
                </a:lnTo>
                <a:lnTo>
                  <a:pt x="125" y="491"/>
                </a:lnTo>
                <a:lnTo>
                  <a:pt x="125" y="490"/>
                </a:lnTo>
                <a:lnTo>
                  <a:pt x="124" y="488"/>
                </a:lnTo>
                <a:lnTo>
                  <a:pt x="124" y="487"/>
                </a:lnTo>
                <a:lnTo>
                  <a:pt x="123" y="486"/>
                </a:lnTo>
                <a:lnTo>
                  <a:pt x="122" y="486"/>
                </a:lnTo>
                <a:lnTo>
                  <a:pt x="122" y="485"/>
                </a:lnTo>
                <a:lnTo>
                  <a:pt x="122" y="483"/>
                </a:lnTo>
                <a:lnTo>
                  <a:pt x="121" y="483"/>
                </a:lnTo>
                <a:lnTo>
                  <a:pt x="120" y="482"/>
                </a:lnTo>
                <a:lnTo>
                  <a:pt x="120" y="481"/>
                </a:lnTo>
                <a:lnTo>
                  <a:pt x="119" y="481"/>
                </a:lnTo>
                <a:lnTo>
                  <a:pt x="117" y="481"/>
                </a:lnTo>
                <a:lnTo>
                  <a:pt x="116" y="481"/>
                </a:lnTo>
                <a:lnTo>
                  <a:pt x="115" y="481"/>
                </a:lnTo>
                <a:lnTo>
                  <a:pt x="115" y="480"/>
                </a:lnTo>
                <a:lnTo>
                  <a:pt x="114" y="479"/>
                </a:lnTo>
                <a:lnTo>
                  <a:pt x="113" y="479"/>
                </a:lnTo>
                <a:lnTo>
                  <a:pt x="112" y="479"/>
                </a:lnTo>
                <a:lnTo>
                  <a:pt x="111" y="479"/>
                </a:lnTo>
                <a:lnTo>
                  <a:pt x="110" y="477"/>
                </a:lnTo>
                <a:lnTo>
                  <a:pt x="110" y="476"/>
                </a:lnTo>
                <a:lnTo>
                  <a:pt x="111" y="476"/>
                </a:lnTo>
                <a:lnTo>
                  <a:pt x="111" y="475"/>
                </a:lnTo>
                <a:lnTo>
                  <a:pt x="111" y="474"/>
                </a:lnTo>
                <a:lnTo>
                  <a:pt x="110" y="473"/>
                </a:lnTo>
                <a:lnTo>
                  <a:pt x="109" y="473"/>
                </a:lnTo>
                <a:lnTo>
                  <a:pt x="109" y="474"/>
                </a:lnTo>
                <a:lnTo>
                  <a:pt x="108" y="474"/>
                </a:lnTo>
                <a:lnTo>
                  <a:pt x="108" y="475"/>
                </a:lnTo>
                <a:lnTo>
                  <a:pt x="106" y="475"/>
                </a:lnTo>
                <a:lnTo>
                  <a:pt x="106" y="474"/>
                </a:lnTo>
                <a:lnTo>
                  <a:pt x="106" y="473"/>
                </a:lnTo>
                <a:lnTo>
                  <a:pt x="107" y="472"/>
                </a:lnTo>
                <a:lnTo>
                  <a:pt x="106" y="472"/>
                </a:lnTo>
                <a:lnTo>
                  <a:pt x="106" y="471"/>
                </a:lnTo>
                <a:lnTo>
                  <a:pt x="106" y="470"/>
                </a:lnTo>
                <a:lnTo>
                  <a:pt x="106" y="469"/>
                </a:lnTo>
                <a:lnTo>
                  <a:pt x="106" y="468"/>
                </a:lnTo>
                <a:lnTo>
                  <a:pt x="106" y="467"/>
                </a:lnTo>
                <a:lnTo>
                  <a:pt x="106" y="466"/>
                </a:lnTo>
                <a:lnTo>
                  <a:pt x="107" y="466"/>
                </a:lnTo>
                <a:lnTo>
                  <a:pt x="108" y="466"/>
                </a:lnTo>
                <a:lnTo>
                  <a:pt x="108" y="465"/>
                </a:lnTo>
                <a:lnTo>
                  <a:pt x="108" y="464"/>
                </a:lnTo>
                <a:lnTo>
                  <a:pt x="108" y="463"/>
                </a:lnTo>
                <a:lnTo>
                  <a:pt x="108" y="462"/>
                </a:lnTo>
                <a:lnTo>
                  <a:pt x="108" y="461"/>
                </a:lnTo>
                <a:lnTo>
                  <a:pt x="107" y="461"/>
                </a:lnTo>
                <a:lnTo>
                  <a:pt x="107" y="460"/>
                </a:lnTo>
                <a:lnTo>
                  <a:pt x="107" y="459"/>
                </a:lnTo>
                <a:lnTo>
                  <a:pt x="106" y="458"/>
                </a:lnTo>
                <a:lnTo>
                  <a:pt x="105" y="458"/>
                </a:lnTo>
                <a:lnTo>
                  <a:pt x="105" y="457"/>
                </a:lnTo>
                <a:lnTo>
                  <a:pt x="105" y="456"/>
                </a:lnTo>
                <a:lnTo>
                  <a:pt x="104" y="455"/>
                </a:lnTo>
                <a:lnTo>
                  <a:pt x="103" y="455"/>
                </a:lnTo>
                <a:lnTo>
                  <a:pt x="102" y="455"/>
                </a:lnTo>
                <a:lnTo>
                  <a:pt x="101" y="455"/>
                </a:lnTo>
                <a:lnTo>
                  <a:pt x="99" y="455"/>
                </a:lnTo>
                <a:lnTo>
                  <a:pt x="98" y="455"/>
                </a:lnTo>
                <a:lnTo>
                  <a:pt x="97" y="455"/>
                </a:lnTo>
                <a:lnTo>
                  <a:pt x="96" y="455"/>
                </a:lnTo>
                <a:lnTo>
                  <a:pt x="96" y="456"/>
                </a:lnTo>
                <a:lnTo>
                  <a:pt x="95" y="456"/>
                </a:lnTo>
                <a:lnTo>
                  <a:pt x="95" y="455"/>
                </a:lnTo>
                <a:lnTo>
                  <a:pt x="97" y="453"/>
                </a:lnTo>
                <a:lnTo>
                  <a:pt x="97" y="452"/>
                </a:lnTo>
                <a:lnTo>
                  <a:pt x="98" y="452"/>
                </a:lnTo>
                <a:lnTo>
                  <a:pt x="99" y="452"/>
                </a:lnTo>
                <a:lnTo>
                  <a:pt x="99" y="451"/>
                </a:lnTo>
                <a:lnTo>
                  <a:pt x="100" y="451"/>
                </a:lnTo>
                <a:lnTo>
                  <a:pt x="99" y="450"/>
                </a:lnTo>
                <a:lnTo>
                  <a:pt x="99" y="449"/>
                </a:lnTo>
                <a:lnTo>
                  <a:pt x="99" y="448"/>
                </a:lnTo>
                <a:lnTo>
                  <a:pt x="98" y="448"/>
                </a:lnTo>
                <a:lnTo>
                  <a:pt x="98" y="449"/>
                </a:lnTo>
                <a:lnTo>
                  <a:pt x="97" y="449"/>
                </a:lnTo>
                <a:lnTo>
                  <a:pt x="97" y="448"/>
                </a:lnTo>
                <a:lnTo>
                  <a:pt x="97" y="446"/>
                </a:lnTo>
                <a:lnTo>
                  <a:pt x="97" y="445"/>
                </a:lnTo>
                <a:lnTo>
                  <a:pt x="96" y="445"/>
                </a:lnTo>
                <a:lnTo>
                  <a:pt x="95" y="445"/>
                </a:lnTo>
                <a:lnTo>
                  <a:pt x="95" y="444"/>
                </a:lnTo>
                <a:lnTo>
                  <a:pt x="95" y="445"/>
                </a:lnTo>
                <a:lnTo>
                  <a:pt x="94" y="445"/>
                </a:lnTo>
                <a:lnTo>
                  <a:pt x="94" y="444"/>
                </a:lnTo>
                <a:lnTo>
                  <a:pt x="93" y="444"/>
                </a:lnTo>
                <a:lnTo>
                  <a:pt x="93" y="443"/>
                </a:lnTo>
                <a:lnTo>
                  <a:pt x="92" y="443"/>
                </a:lnTo>
                <a:lnTo>
                  <a:pt x="92" y="441"/>
                </a:lnTo>
                <a:lnTo>
                  <a:pt x="91" y="441"/>
                </a:lnTo>
                <a:lnTo>
                  <a:pt x="92" y="441"/>
                </a:lnTo>
                <a:lnTo>
                  <a:pt x="92" y="440"/>
                </a:lnTo>
                <a:lnTo>
                  <a:pt x="91" y="440"/>
                </a:lnTo>
                <a:lnTo>
                  <a:pt x="90" y="440"/>
                </a:lnTo>
                <a:lnTo>
                  <a:pt x="89" y="439"/>
                </a:lnTo>
                <a:lnTo>
                  <a:pt x="87" y="439"/>
                </a:lnTo>
                <a:lnTo>
                  <a:pt x="88" y="438"/>
                </a:lnTo>
                <a:lnTo>
                  <a:pt x="87" y="437"/>
                </a:lnTo>
                <a:lnTo>
                  <a:pt x="86" y="437"/>
                </a:lnTo>
                <a:lnTo>
                  <a:pt x="86" y="438"/>
                </a:lnTo>
                <a:lnTo>
                  <a:pt x="85" y="438"/>
                </a:lnTo>
                <a:lnTo>
                  <a:pt x="85" y="439"/>
                </a:lnTo>
                <a:lnTo>
                  <a:pt x="84" y="440"/>
                </a:lnTo>
                <a:lnTo>
                  <a:pt x="84" y="441"/>
                </a:lnTo>
                <a:lnTo>
                  <a:pt x="83" y="441"/>
                </a:lnTo>
                <a:lnTo>
                  <a:pt x="82" y="441"/>
                </a:lnTo>
                <a:lnTo>
                  <a:pt x="83" y="440"/>
                </a:lnTo>
                <a:lnTo>
                  <a:pt x="83" y="439"/>
                </a:lnTo>
                <a:lnTo>
                  <a:pt x="84" y="439"/>
                </a:lnTo>
                <a:lnTo>
                  <a:pt x="84" y="438"/>
                </a:lnTo>
                <a:lnTo>
                  <a:pt x="84" y="437"/>
                </a:lnTo>
                <a:lnTo>
                  <a:pt x="84" y="436"/>
                </a:lnTo>
                <a:lnTo>
                  <a:pt x="83" y="436"/>
                </a:lnTo>
                <a:lnTo>
                  <a:pt x="82" y="435"/>
                </a:lnTo>
                <a:lnTo>
                  <a:pt x="81" y="435"/>
                </a:lnTo>
                <a:lnTo>
                  <a:pt x="80" y="434"/>
                </a:lnTo>
                <a:lnTo>
                  <a:pt x="79" y="433"/>
                </a:lnTo>
                <a:lnTo>
                  <a:pt x="79" y="432"/>
                </a:lnTo>
                <a:lnTo>
                  <a:pt x="78" y="432"/>
                </a:lnTo>
                <a:lnTo>
                  <a:pt x="78" y="431"/>
                </a:lnTo>
                <a:lnTo>
                  <a:pt x="77" y="431"/>
                </a:lnTo>
                <a:lnTo>
                  <a:pt x="77" y="430"/>
                </a:lnTo>
                <a:lnTo>
                  <a:pt x="77" y="429"/>
                </a:lnTo>
                <a:lnTo>
                  <a:pt x="76" y="429"/>
                </a:lnTo>
                <a:lnTo>
                  <a:pt x="77" y="429"/>
                </a:lnTo>
                <a:lnTo>
                  <a:pt x="77" y="428"/>
                </a:lnTo>
                <a:lnTo>
                  <a:pt x="76" y="428"/>
                </a:lnTo>
                <a:lnTo>
                  <a:pt x="75" y="427"/>
                </a:lnTo>
                <a:lnTo>
                  <a:pt x="76" y="426"/>
                </a:lnTo>
                <a:lnTo>
                  <a:pt x="77" y="424"/>
                </a:lnTo>
                <a:lnTo>
                  <a:pt x="76" y="424"/>
                </a:lnTo>
                <a:lnTo>
                  <a:pt x="76" y="423"/>
                </a:lnTo>
                <a:lnTo>
                  <a:pt x="77" y="422"/>
                </a:lnTo>
                <a:lnTo>
                  <a:pt x="78" y="422"/>
                </a:lnTo>
                <a:lnTo>
                  <a:pt x="77" y="422"/>
                </a:lnTo>
                <a:lnTo>
                  <a:pt x="77" y="421"/>
                </a:lnTo>
                <a:lnTo>
                  <a:pt x="78" y="419"/>
                </a:lnTo>
                <a:lnTo>
                  <a:pt x="79" y="419"/>
                </a:lnTo>
                <a:lnTo>
                  <a:pt x="80" y="418"/>
                </a:lnTo>
                <a:lnTo>
                  <a:pt x="80" y="417"/>
                </a:lnTo>
                <a:lnTo>
                  <a:pt x="79" y="416"/>
                </a:lnTo>
                <a:lnTo>
                  <a:pt x="79" y="415"/>
                </a:lnTo>
                <a:lnTo>
                  <a:pt x="80" y="415"/>
                </a:lnTo>
                <a:lnTo>
                  <a:pt x="80" y="414"/>
                </a:lnTo>
                <a:lnTo>
                  <a:pt x="80" y="413"/>
                </a:lnTo>
                <a:lnTo>
                  <a:pt x="79" y="413"/>
                </a:lnTo>
                <a:lnTo>
                  <a:pt x="79" y="412"/>
                </a:lnTo>
                <a:lnTo>
                  <a:pt x="79" y="411"/>
                </a:lnTo>
                <a:lnTo>
                  <a:pt x="78" y="411"/>
                </a:lnTo>
                <a:lnTo>
                  <a:pt x="78" y="410"/>
                </a:lnTo>
                <a:lnTo>
                  <a:pt x="77" y="409"/>
                </a:lnTo>
                <a:lnTo>
                  <a:pt x="77" y="408"/>
                </a:lnTo>
                <a:lnTo>
                  <a:pt x="77" y="407"/>
                </a:lnTo>
                <a:lnTo>
                  <a:pt x="76" y="406"/>
                </a:lnTo>
                <a:lnTo>
                  <a:pt x="76" y="405"/>
                </a:lnTo>
                <a:lnTo>
                  <a:pt x="75" y="405"/>
                </a:lnTo>
                <a:lnTo>
                  <a:pt x="76" y="405"/>
                </a:lnTo>
                <a:lnTo>
                  <a:pt x="76" y="404"/>
                </a:lnTo>
                <a:lnTo>
                  <a:pt x="77" y="405"/>
                </a:lnTo>
                <a:lnTo>
                  <a:pt x="77" y="404"/>
                </a:lnTo>
                <a:lnTo>
                  <a:pt x="78" y="404"/>
                </a:lnTo>
                <a:lnTo>
                  <a:pt x="78" y="403"/>
                </a:lnTo>
                <a:lnTo>
                  <a:pt x="78" y="402"/>
                </a:lnTo>
                <a:lnTo>
                  <a:pt x="78" y="401"/>
                </a:lnTo>
                <a:lnTo>
                  <a:pt x="78" y="400"/>
                </a:lnTo>
                <a:lnTo>
                  <a:pt x="78" y="399"/>
                </a:lnTo>
                <a:lnTo>
                  <a:pt x="79" y="398"/>
                </a:lnTo>
                <a:lnTo>
                  <a:pt x="78" y="398"/>
                </a:lnTo>
                <a:lnTo>
                  <a:pt x="78" y="397"/>
                </a:lnTo>
                <a:lnTo>
                  <a:pt x="78" y="396"/>
                </a:lnTo>
                <a:lnTo>
                  <a:pt x="78" y="395"/>
                </a:lnTo>
                <a:lnTo>
                  <a:pt x="77" y="394"/>
                </a:lnTo>
                <a:lnTo>
                  <a:pt x="76" y="393"/>
                </a:lnTo>
                <a:lnTo>
                  <a:pt x="75" y="392"/>
                </a:lnTo>
                <a:lnTo>
                  <a:pt x="75" y="391"/>
                </a:lnTo>
                <a:lnTo>
                  <a:pt x="75" y="390"/>
                </a:lnTo>
                <a:lnTo>
                  <a:pt x="76" y="389"/>
                </a:lnTo>
                <a:lnTo>
                  <a:pt x="75" y="388"/>
                </a:lnTo>
                <a:lnTo>
                  <a:pt x="75" y="387"/>
                </a:lnTo>
                <a:lnTo>
                  <a:pt x="75" y="386"/>
                </a:lnTo>
                <a:lnTo>
                  <a:pt x="74" y="385"/>
                </a:lnTo>
                <a:lnTo>
                  <a:pt x="73" y="385"/>
                </a:lnTo>
                <a:lnTo>
                  <a:pt x="72" y="384"/>
                </a:lnTo>
                <a:lnTo>
                  <a:pt x="72" y="383"/>
                </a:lnTo>
                <a:lnTo>
                  <a:pt x="71" y="383"/>
                </a:lnTo>
                <a:lnTo>
                  <a:pt x="70" y="382"/>
                </a:lnTo>
                <a:lnTo>
                  <a:pt x="69" y="383"/>
                </a:lnTo>
                <a:lnTo>
                  <a:pt x="69" y="382"/>
                </a:lnTo>
                <a:lnTo>
                  <a:pt x="68" y="382"/>
                </a:lnTo>
                <a:lnTo>
                  <a:pt x="68" y="381"/>
                </a:lnTo>
                <a:lnTo>
                  <a:pt x="67" y="381"/>
                </a:lnTo>
                <a:lnTo>
                  <a:pt x="66" y="381"/>
                </a:lnTo>
                <a:lnTo>
                  <a:pt x="65" y="381"/>
                </a:lnTo>
                <a:lnTo>
                  <a:pt x="64" y="380"/>
                </a:lnTo>
                <a:lnTo>
                  <a:pt x="63" y="380"/>
                </a:lnTo>
                <a:lnTo>
                  <a:pt x="62" y="380"/>
                </a:lnTo>
                <a:lnTo>
                  <a:pt x="61" y="380"/>
                </a:lnTo>
                <a:lnTo>
                  <a:pt x="60" y="379"/>
                </a:lnTo>
                <a:lnTo>
                  <a:pt x="60" y="378"/>
                </a:lnTo>
                <a:lnTo>
                  <a:pt x="59" y="377"/>
                </a:lnTo>
                <a:lnTo>
                  <a:pt x="58" y="377"/>
                </a:lnTo>
                <a:lnTo>
                  <a:pt x="57" y="376"/>
                </a:lnTo>
                <a:lnTo>
                  <a:pt x="56" y="375"/>
                </a:lnTo>
                <a:lnTo>
                  <a:pt x="56" y="374"/>
                </a:lnTo>
                <a:lnTo>
                  <a:pt x="55" y="374"/>
                </a:lnTo>
                <a:lnTo>
                  <a:pt x="55" y="373"/>
                </a:lnTo>
                <a:lnTo>
                  <a:pt x="55" y="372"/>
                </a:lnTo>
                <a:lnTo>
                  <a:pt x="56" y="370"/>
                </a:lnTo>
                <a:lnTo>
                  <a:pt x="56" y="369"/>
                </a:lnTo>
                <a:lnTo>
                  <a:pt x="55" y="369"/>
                </a:lnTo>
                <a:lnTo>
                  <a:pt x="55" y="368"/>
                </a:lnTo>
                <a:lnTo>
                  <a:pt x="54" y="367"/>
                </a:lnTo>
                <a:lnTo>
                  <a:pt x="54" y="365"/>
                </a:lnTo>
                <a:lnTo>
                  <a:pt x="53" y="365"/>
                </a:lnTo>
                <a:lnTo>
                  <a:pt x="53" y="364"/>
                </a:lnTo>
                <a:lnTo>
                  <a:pt x="52" y="363"/>
                </a:lnTo>
                <a:lnTo>
                  <a:pt x="52" y="362"/>
                </a:lnTo>
                <a:lnTo>
                  <a:pt x="51" y="362"/>
                </a:lnTo>
                <a:lnTo>
                  <a:pt x="51" y="361"/>
                </a:lnTo>
                <a:lnTo>
                  <a:pt x="50" y="361"/>
                </a:lnTo>
                <a:lnTo>
                  <a:pt x="50" y="360"/>
                </a:lnTo>
                <a:lnTo>
                  <a:pt x="50" y="359"/>
                </a:lnTo>
                <a:lnTo>
                  <a:pt x="49" y="359"/>
                </a:lnTo>
                <a:lnTo>
                  <a:pt x="49" y="360"/>
                </a:lnTo>
                <a:lnTo>
                  <a:pt x="48" y="360"/>
                </a:lnTo>
                <a:lnTo>
                  <a:pt x="47" y="360"/>
                </a:lnTo>
                <a:lnTo>
                  <a:pt x="46" y="359"/>
                </a:lnTo>
                <a:lnTo>
                  <a:pt x="45" y="359"/>
                </a:lnTo>
                <a:lnTo>
                  <a:pt x="44" y="358"/>
                </a:lnTo>
                <a:lnTo>
                  <a:pt x="44" y="357"/>
                </a:lnTo>
                <a:lnTo>
                  <a:pt x="43" y="356"/>
                </a:lnTo>
                <a:lnTo>
                  <a:pt x="42" y="355"/>
                </a:lnTo>
                <a:lnTo>
                  <a:pt x="41" y="355"/>
                </a:lnTo>
                <a:lnTo>
                  <a:pt x="40" y="354"/>
                </a:lnTo>
                <a:lnTo>
                  <a:pt x="39" y="354"/>
                </a:lnTo>
                <a:lnTo>
                  <a:pt x="38" y="354"/>
                </a:lnTo>
                <a:lnTo>
                  <a:pt x="38" y="353"/>
                </a:lnTo>
                <a:lnTo>
                  <a:pt x="37" y="353"/>
                </a:lnTo>
                <a:lnTo>
                  <a:pt x="36" y="353"/>
                </a:lnTo>
                <a:lnTo>
                  <a:pt x="35" y="354"/>
                </a:lnTo>
                <a:lnTo>
                  <a:pt x="33" y="354"/>
                </a:lnTo>
                <a:lnTo>
                  <a:pt x="32" y="353"/>
                </a:lnTo>
                <a:lnTo>
                  <a:pt x="32" y="352"/>
                </a:lnTo>
                <a:lnTo>
                  <a:pt x="32" y="351"/>
                </a:lnTo>
                <a:lnTo>
                  <a:pt x="31" y="351"/>
                </a:lnTo>
                <a:lnTo>
                  <a:pt x="30" y="351"/>
                </a:lnTo>
                <a:lnTo>
                  <a:pt x="30" y="350"/>
                </a:lnTo>
                <a:lnTo>
                  <a:pt x="30" y="349"/>
                </a:lnTo>
                <a:lnTo>
                  <a:pt x="29" y="349"/>
                </a:lnTo>
                <a:lnTo>
                  <a:pt x="29" y="348"/>
                </a:lnTo>
                <a:lnTo>
                  <a:pt x="29" y="347"/>
                </a:lnTo>
                <a:lnTo>
                  <a:pt x="30" y="347"/>
                </a:lnTo>
                <a:lnTo>
                  <a:pt x="30" y="346"/>
                </a:lnTo>
                <a:lnTo>
                  <a:pt x="31" y="346"/>
                </a:lnTo>
                <a:lnTo>
                  <a:pt x="32" y="346"/>
                </a:lnTo>
                <a:lnTo>
                  <a:pt x="33" y="346"/>
                </a:lnTo>
                <a:lnTo>
                  <a:pt x="33" y="345"/>
                </a:lnTo>
                <a:lnTo>
                  <a:pt x="32" y="345"/>
                </a:lnTo>
                <a:lnTo>
                  <a:pt x="32" y="344"/>
                </a:lnTo>
                <a:lnTo>
                  <a:pt x="33" y="343"/>
                </a:lnTo>
                <a:lnTo>
                  <a:pt x="34" y="342"/>
                </a:lnTo>
                <a:lnTo>
                  <a:pt x="35" y="341"/>
                </a:lnTo>
                <a:lnTo>
                  <a:pt x="36" y="341"/>
                </a:lnTo>
                <a:lnTo>
                  <a:pt x="36" y="342"/>
                </a:lnTo>
                <a:lnTo>
                  <a:pt x="37" y="341"/>
                </a:lnTo>
                <a:lnTo>
                  <a:pt x="38" y="340"/>
                </a:lnTo>
                <a:lnTo>
                  <a:pt x="37" y="340"/>
                </a:lnTo>
                <a:lnTo>
                  <a:pt x="37" y="339"/>
                </a:lnTo>
                <a:lnTo>
                  <a:pt x="37" y="338"/>
                </a:lnTo>
                <a:lnTo>
                  <a:pt x="36" y="338"/>
                </a:lnTo>
                <a:lnTo>
                  <a:pt x="36" y="337"/>
                </a:lnTo>
                <a:lnTo>
                  <a:pt x="35" y="337"/>
                </a:lnTo>
                <a:lnTo>
                  <a:pt x="35" y="335"/>
                </a:lnTo>
                <a:lnTo>
                  <a:pt x="35" y="334"/>
                </a:lnTo>
                <a:lnTo>
                  <a:pt x="34" y="334"/>
                </a:lnTo>
                <a:lnTo>
                  <a:pt x="34" y="333"/>
                </a:lnTo>
                <a:lnTo>
                  <a:pt x="33" y="333"/>
                </a:lnTo>
                <a:lnTo>
                  <a:pt x="33" y="332"/>
                </a:lnTo>
                <a:lnTo>
                  <a:pt x="33" y="331"/>
                </a:lnTo>
                <a:lnTo>
                  <a:pt x="32" y="331"/>
                </a:lnTo>
                <a:lnTo>
                  <a:pt x="32" y="330"/>
                </a:lnTo>
                <a:lnTo>
                  <a:pt x="32" y="329"/>
                </a:lnTo>
                <a:lnTo>
                  <a:pt x="31" y="329"/>
                </a:lnTo>
                <a:lnTo>
                  <a:pt x="30" y="330"/>
                </a:lnTo>
                <a:lnTo>
                  <a:pt x="31" y="330"/>
                </a:lnTo>
                <a:lnTo>
                  <a:pt x="31" y="331"/>
                </a:lnTo>
                <a:lnTo>
                  <a:pt x="30" y="331"/>
                </a:lnTo>
                <a:lnTo>
                  <a:pt x="29" y="331"/>
                </a:lnTo>
                <a:lnTo>
                  <a:pt x="28" y="331"/>
                </a:lnTo>
                <a:lnTo>
                  <a:pt x="28" y="330"/>
                </a:lnTo>
                <a:lnTo>
                  <a:pt x="28" y="329"/>
                </a:lnTo>
                <a:lnTo>
                  <a:pt x="28" y="328"/>
                </a:lnTo>
                <a:lnTo>
                  <a:pt x="28" y="327"/>
                </a:lnTo>
                <a:lnTo>
                  <a:pt x="28" y="326"/>
                </a:lnTo>
                <a:lnTo>
                  <a:pt x="28" y="325"/>
                </a:lnTo>
                <a:lnTo>
                  <a:pt x="28" y="323"/>
                </a:lnTo>
                <a:lnTo>
                  <a:pt x="28" y="322"/>
                </a:lnTo>
                <a:lnTo>
                  <a:pt x="28" y="321"/>
                </a:lnTo>
                <a:lnTo>
                  <a:pt x="28" y="320"/>
                </a:lnTo>
                <a:lnTo>
                  <a:pt x="29" y="320"/>
                </a:lnTo>
                <a:lnTo>
                  <a:pt x="30" y="319"/>
                </a:lnTo>
                <a:lnTo>
                  <a:pt x="30" y="318"/>
                </a:lnTo>
                <a:lnTo>
                  <a:pt x="31" y="317"/>
                </a:lnTo>
                <a:lnTo>
                  <a:pt x="31" y="316"/>
                </a:lnTo>
                <a:lnTo>
                  <a:pt x="31" y="315"/>
                </a:lnTo>
                <a:lnTo>
                  <a:pt x="32" y="315"/>
                </a:lnTo>
                <a:lnTo>
                  <a:pt x="32" y="314"/>
                </a:lnTo>
                <a:lnTo>
                  <a:pt x="32" y="313"/>
                </a:lnTo>
                <a:lnTo>
                  <a:pt x="33" y="313"/>
                </a:lnTo>
                <a:lnTo>
                  <a:pt x="32" y="312"/>
                </a:lnTo>
                <a:lnTo>
                  <a:pt x="32" y="311"/>
                </a:lnTo>
                <a:lnTo>
                  <a:pt x="31" y="311"/>
                </a:lnTo>
                <a:lnTo>
                  <a:pt x="30" y="311"/>
                </a:lnTo>
                <a:lnTo>
                  <a:pt x="29" y="311"/>
                </a:lnTo>
                <a:lnTo>
                  <a:pt x="28" y="311"/>
                </a:lnTo>
                <a:lnTo>
                  <a:pt x="27" y="311"/>
                </a:lnTo>
                <a:lnTo>
                  <a:pt x="27" y="310"/>
                </a:lnTo>
                <a:lnTo>
                  <a:pt x="27" y="309"/>
                </a:lnTo>
                <a:lnTo>
                  <a:pt x="26" y="309"/>
                </a:lnTo>
                <a:lnTo>
                  <a:pt x="25" y="309"/>
                </a:lnTo>
                <a:lnTo>
                  <a:pt x="24" y="309"/>
                </a:lnTo>
                <a:lnTo>
                  <a:pt x="23" y="309"/>
                </a:lnTo>
                <a:lnTo>
                  <a:pt x="23" y="308"/>
                </a:lnTo>
                <a:lnTo>
                  <a:pt x="23" y="307"/>
                </a:lnTo>
                <a:lnTo>
                  <a:pt x="23" y="306"/>
                </a:lnTo>
                <a:lnTo>
                  <a:pt x="22" y="306"/>
                </a:lnTo>
                <a:lnTo>
                  <a:pt x="21" y="306"/>
                </a:lnTo>
                <a:lnTo>
                  <a:pt x="20" y="306"/>
                </a:lnTo>
                <a:lnTo>
                  <a:pt x="19" y="306"/>
                </a:lnTo>
                <a:lnTo>
                  <a:pt x="18" y="306"/>
                </a:lnTo>
                <a:lnTo>
                  <a:pt x="18" y="305"/>
                </a:lnTo>
                <a:lnTo>
                  <a:pt x="17" y="305"/>
                </a:lnTo>
                <a:lnTo>
                  <a:pt x="16" y="304"/>
                </a:lnTo>
                <a:lnTo>
                  <a:pt x="15" y="304"/>
                </a:lnTo>
                <a:lnTo>
                  <a:pt x="14" y="304"/>
                </a:lnTo>
                <a:lnTo>
                  <a:pt x="13" y="303"/>
                </a:lnTo>
                <a:lnTo>
                  <a:pt x="12" y="303"/>
                </a:lnTo>
                <a:lnTo>
                  <a:pt x="11" y="303"/>
                </a:lnTo>
                <a:lnTo>
                  <a:pt x="11" y="302"/>
                </a:lnTo>
                <a:lnTo>
                  <a:pt x="11" y="301"/>
                </a:lnTo>
                <a:lnTo>
                  <a:pt x="10" y="299"/>
                </a:lnTo>
                <a:lnTo>
                  <a:pt x="9" y="299"/>
                </a:lnTo>
                <a:lnTo>
                  <a:pt x="9" y="297"/>
                </a:lnTo>
                <a:lnTo>
                  <a:pt x="10" y="297"/>
                </a:lnTo>
                <a:lnTo>
                  <a:pt x="11" y="297"/>
                </a:lnTo>
                <a:lnTo>
                  <a:pt x="12" y="296"/>
                </a:lnTo>
                <a:lnTo>
                  <a:pt x="12" y="295"/>
                </a:lnTo>
                <a:lnTo>
                  <a:pt x="13" y="295"/>
                </a:lnTo>
                <a:lnTo>
                  <a:pt x="14" y="294"/>
                </a:lnTo>
                <a:lnTo>
                  <a:pt x="14" y="293"/>
                </a:lnTo>
                <a:lnTo>
                  <a:pt x="15" y="293"/>
                </a:lnTo>
                <a:lnTo>
                  <a:pt x="16" y="293"/>
                </a:lnTo>
                <a:lnTo>
                  <a:pt x="17" y="293"/>
                </a:lnTo>
                <a:lnTo>
                  <a:pt x="17" y="292"/>
                </a:lnTo>
                <a:lnTo>
                  <a:pt x="17" y="291"/>
                </a:lnTo>
                <a:lnTo>
                  <a:pt x="17" y="290"/>
                </a:lnTo>
                <a:lnTo>
                  <a:pt x="16" y="289"/>
                </a:lnTo>
                <a:lnTo>
                  <a:pt x="15" y="288"/>
                </a:lnTo>
                <a:lnTo>
                  <a:pt x="15" y="287"/>
                </a:lnTo>
                <a:lnTo>
                  <a:pt x="15" y="286"/>
                </a:lnTo>
                <a:lnTo>
                  <a:pt x="14" y="286"/>
                </a:lnTo>
                <a:lnTo>
                  <a:pt x="14" y="285"/>
                </a:lnTo>
                <a:lnTo>
                  <a:pt x="14" y="284"/>
                </a:lnTo>
                <a:lnTo>
                  <a:pt x="13" y="284"/>
                </a:lnTo>
                <a:lnTo>
                  <a:pt x="13" y="283"/>
                </a:lnTo>
                <a:lnTo>
                  <a:pt x="13" y="282"/>
                </a:lnTo>
                <a:lnTo>
                  <a:pt x="13" y="281"/>
                </a:lnTo>
                <a:lnTo>
                  <a:pt x="12" y="281"/>
                </a:lnTo>
                <a:lnTo>
                  <a:pt x="12" y="282"/>
                </a:lnTo>
                <a:lnTo>
                  <a:pt x="11" y="282"/>
                </a:lnTo>
                <a:lnTo>
                  <a:pt x="10" y="282"/>
                </a:lnTo>
                <a:lnTo>
                  <a:pt x="9" y="282"/>
                </a:lnTo>
                <a:lnTo>
                  <a:pt x="8" y="282"/>
                </a:lnTo>
                <a:lnTo>
                  <a:pt x="8" y="281"/>
                </a:lnTo>
                <a:lnTo>
                  <a:pt x="7" y="281"/>
                </a:lnTo>
                <a:lnTo>
                  <a:pt x="6" y="280"/>
                </a:lnTo>
                <a:lnTo>
                  <a:pt x="6" y="279"/>
                </a:lnTo>
                <a:lnTo>
                  <a:pt x="6" y="278"/>
                </a:lnTo>
                <a:lnTo>
                  <a:pt x="5" y="278"/>
                </a:lnTo>
                <a:lnTo>
                  <a:pt x="5" y="277"/>
                </a:lnTo>
                <a:lnTo>
                  <a:pt x="5" y="276"/>
                </a:lnTo>
                <a:lnTo>
                  <a:pt x="4" y="276"/>
                </a:lnTo>
                <a:lnTo>
                  <a:pt x="4" y="275"/>
                </a:lnTo>
                <a:lnTo>
                  <a:pt x="4" y="274"/>
                </a:lnTo>
                <a:lnTo>
                  <a:pt x="3" y="274"/>
                </a:lnTo>
                <a:lnTo>
                  <a:pt x="3" y="273"/>
                </a:lnTo>
                <a:lnTo>
                  <a:pt x="3" y="272"/>
                </a:lnTo>
                <a:lnTo>
                  <a:pt x="2" y="271"/>
                </a:lnTo>
                <a:lnTo>
                  <a:pt x="1" y="271"/>
                </a:lnTo>
                <a:lnTo>
                  <a:pt x="1" y="270"/>
                </a:lnTo>
                <a:lnTo>
                  <a:pt x="1" y="269"/>
                </a:lnTo>
                <a:lnTo>
                  <a:pt x="1" y="268"/>
                </a:lnTo>
                <a:lnTo>
                  <a:pt x="0" y="266"/>
                </a:lnTo>
                <a:lnTo>
                  <a:pt x="1" y="266"/>
                </a:lnTo>
                <a:lnTo>
                  <a:pt x="1" y="265"/>
                </a:lnTo>
                <a:lnTo>
                  <a:pt x="2" y="264"/>
                </a:lnTo>
                <a:lnTo>
                  <a:pt x="2" y="263"/>
                </a:lnTo>
                <a:lnTo>
                  <a:pt x="3" y="263"/>
                </a:lnTo>
                <a:lnTo>
                  <a:pt x="4" y="263"/>
                </a:lnTo>
                <a:lnTo>
                  <a:pt x="5" y="262"/>
                </a:lnTo>
                <a:lnTo>
                  <a:pt x="4" y="262"/>
                </a:lnTo>
                <a:lnTo>
                  <a:pt x="2" y="262"/>
                </a:lnTo>
                <a:lnTo>
                  <a:pt x="1" y="262"/>
                </a:lnTo>
                <a:lnTo>
                  <a:pt x="1" y="261"/>
                </a:lnTo>
                <a:lnTo>
                  <a:pt x="1" y="260"/>
                </a:lnTo>
                <a:lnTo>
                  <a:pt x="1" y="259"/>
                </a:lnTo>
                <a:lnTo>
                  <a:pt x="1" y="258"/>
                </a:lnTo>
                <a:lnTo>
                  <a:pt x="1" y="257"/>
                </a:lnTo>
                <a:lnTo>
                  <a:pt x="2" y="257"/>
                </a:lnTo>
                <a:lnTo>
                  <a:pt x="3" y="257"/>
                </a:lnTo>
                <a:lnTo>
                  <a:pt x="4" y="257"/>
                </a:lnTo>
                <a:lnTo>
                  <a:pt x="4" y="258"/>
                </a:lnTo>
                <a:lnTo>
                  <a:pt x="7" y="258"/>
                </a:lnTo>
                <a:lnTo>
                  <a:pt x="7" y="257"/>
                </a:lnTo>
                <a:lnTo>
                  <a:pt x="8" y="257"/>
                </a:lnTo>
                <a:lnTo>
                  <a:pt x="9" y="256"/>
                </a:lnTo>
                <a:lnTo>
                  <a:pt x="10" y="256"/>
                </a:lnTo>
                <a:lnTo>
                  <a:pt x="10" y="255"/>
                </a:lnTo>
                <a:lnTo>
                  <a:pt x="11" y="255"/>
                </a:lnTo>
                <a:lnTo>
                  <a:pt x="11" y="254"/>
                </a:lnTo>
                <a:lnTo>
                  <a:pt x="12" y="254"/>
                </a:lnTo>
                <a:lnTo>
                  <a:pt x="12" y="255"/>
                </a:lnTo>
                <a:lnTo>
                  <a:pt x="13" y="255"/>
                </a:lnTo>
                <a:lnTo>
                  <a:pt x="14" y="255"/>
                </a:lnTo>
                <a:lnTo>
                  <a:pt x="14" y="256"/>
                </a:lnTo>
                <a:lnTo>
                  <a:pt x="15" y="256"/>
                </a:lnTo>
                <a:lnTo>
                  <a:pt x="16" y="256"/>
                </a:lnTo>
                <a:lnTo>
                  <a:pt x="16" y="257"/>
                </a:lnTo>
                <a:lnTo>
                  <a:pt x="17" y="257"/>
                </a:lnTo>
                <a:lnTo>
                  <a:pt x="17" y="258"/>
                </a:lnTo>
                <a:lnTo>
                  <a:pt x="18" y="258"/>
                </a:lnTo>
                <a:lnTo>
                  <a:pt x="19" y="258"/>
                </a:lnTo>
                <a:lnTo>
                  <a:pt x="20" y="258"/>
                </a:lnTo>
                <a:lnTo>
                  <a:pt x="20" y="257"/>
                </a:lnTo>
                <a:lnTo>
                  <a:pt x="21" y="257"/>
                </a:lnTo>
                <a:lnTo>
                  <a:pt x="22" y="257"/>
                </a:lnTo>
                <a:lnTo>
                  <a:pt x="23" y="257"/>
                </a:lnTo>
                <a:lnTo>
                  <a:pt x="23" y="256"/>
                </a:lnTo>
                <a:lnTo>
                  <a:pt x="24" y="256"/>
                </a:lnTo>
                <a:lnTo>
                  <a:pt x="24" y="255"/>
                </a:lnTo>
                <a:lnTo>
                  <a:pt x="25" y="255"/>
                </a:lnTo>
                <a:lnTo>
                  <a:pt x="25" y="254"/>
                </a:lnTo>
                <a:lnTo>
                  <a:pt x="26" y="254"/>
                </a:lnTo>
                <a:lnTo>
                  <a:pt x="27" y="254"/>
                </a:lnTo>
                <a:lnTo>
                  <a:pt x="27" y="255"/>
                </a:lnTo>
                <a:lnTo>
                  <a:pt x="28" y="255"/>
                </a:lnTo>
                <a:lnTo>
                  <a:pt x="29" y="255"/>
                </a:lnTo>
                <a:lnTo>
                  <a:pt x="29" y="256"/>
                </a:lnTo>
                <a:lnTo>
                  <a:pt x="30" y="256"/>
                </a:lnTo>
                <a:lnTo>
                  <a:pt x="31" y="256"/>
                </a:lnTo>
                <a:lnTo>
                  <a:pt x="31" y="257"/>
                </a:lnTo>
                <a:lnTo>
                  <a:pt x="32" y="257"/>
                </a:lnTo>
                <a:lnTo>
                  <a:pt x="32" y="256"/>
                </a:lnTo>
                <a:lnTo>
                  <a:pt x="33" y="256"/>
                </a:lnTo>
                <a:lnTo>
                  <a:pt x="33" y="255"/>
                </a:lnTo>
                <a:lnTo>
                  <a:pt x="34" y="255"/>
                </a:lnTo>
                <a:lnTo>
                  <a:pt x="34" y="254"/>
                </a:lnTo>
                <a:lnTo>
                  <a:pt x="35" y="254"/>
                </a:lnTo>
                <a:lnTo>
                  <a:pt x="36" y="254"/>
                </a:lnTo>
                <a:lnTo>
                  <a:pt x="36" y="255"/>
                </a:lnTo>
                <a:lnTo>
                  <a:pt x="36" y="254"/>
                </a:lnTo>
                <a:lnTo>
                  <a:pt x="37" y="254"/>
                </a:lnTo>
                <a:lnTo>
                  <a:pt x="37" y="253"/>
                </a:lnTo>
                <a:lnTo>
                  <a:pt x="37" y="252"/>
                </a:lnTo>
                <a:lnTo>
                  <a:pt x="37" y="251"/>
                </a:lnTo>
                <a:lnTo>
                  <a:pt x="38" y="251"/>
                </a:lnTo>
                <a:lnTo>
                  <a:pt x="39" y="250"/>
                </a:lnTo>
                <a:lnTo>
                  <a:pt x="39" y="249"/>
                </a:lnTo>
                <a:lnTo>
                  <a:pt x="40" y="249"/>
                </a:lnTo>
                <a:lnTo>
                  <a:pt x="40" y="248"/>
                </a:lnTo>
                <a:lnTo>
                  <a:pt x="41" y="248"/>
                </a:lnTo>
                <a:lnTo>
                  <a:pt x="43" y="248"/>
                </a:lnTo>
                <a:lnTo>
                  <a:pt x="45" y="248"/>
                </a:lnTo>
                <a:lnTo>
                  <a:pt x="45" y="249"/>
                </a:lnTo>
                <a:lnTo>
                  <a:pt x="46" y="250"/>
                </a:lnTo>
                <a:lnTo>
                  <a:pt x="46" y="251"/>
                </a:lnTo>
                <a:lnTo>
                  <a:pt x="47" y="252"/>
                </a:lnTo>
                <a:lnTo>
                  <a:pt x="48" y="252"/>
                </a:lnTo>
                <a:lnTo>
                  <a:pt x="49" y="252"/>
                </a:lnTo>
                <a:lnTo>
                  <a:pt x="50" y="251"/>
                </a:lnTo>
                <a:lnTo>
                  <a:pt x="50" y="250"/>
                </a:lnTo>
                <a:lnTo>
                  <a:pt x="51" y="249"/>
                </a:lnTo>
                <a:lnTo>
                  <a:pt x="53" y="249"/>
                </a:lnTo>
                <a:lnTo>
                  <a:pt x="54" y="248"/>
                </a:lnTo>
                <a:lnTo>
                  <a:pt x="55" y="247"/>
                </a:lnTo>
                <a:lnTo>
                  <a:pt x="56" y="246"/>
                </a:lnTo>
                <a:lnTo>
                  <a:pt x="56" y="245"/>
                </a:lnTo>
                <a:lnTo>
                  <a:pt x="56" y="244"/>
                </a:lnTo>
                <a:lnTo>
                  <a:pt x="56" y="243"/>
                </a:lnTo>
                <a:lnTo>
                  <a:pt x="56" y="242"/>
                </a:lnTo>
                <a:lnTo>
                  <a:pt x="57" y="240"/>
                </a:lnTo>
                <a:lnTo>
                  <a:pt x="57" y="239"/>
                </a:lnTo>
                <a:lnTo>
                  <a:pt x="57" y="238"/>
                </a:lnTo>
                <a:lnTo>
                  <a:pt x="57" y="237"/>
                </a:lnTo>
                <a:lnTo>
                  <a:pt x="58" y="237"/>
                </a:lnTo>
                <a:lnTo>
                  <a:pt x="58" y="236"/>
                </a:lnTo>
                <a:lnTo>
                  <a:pt x="59" y="236"/>
                </a:lnTo>
                <a:lnTo>
                  <a:pt x="60" y="237"/>
                </a:lnTo>
                <a:lnTo>
                  <a:pt x="61" y="238"/>
                </a:lnTo>
                <a:lnTo>
                  <a:pt x="62" y="238"/>
                </a:lnTo>
                <a:lnTo>
                  <a:pt x="62" y="239"/>
                </a:lnTo>
                <a:lnTo>
                  <a:pt x="62" y="240"/>
                </a:lnTo>
                <a:lnTo>
                  <a:pt x="63" y="240"/>
                </a:lnTo>
                <a:lnTo>
                  <a:pt x="64" y="239"/>
                </a:lnTo>
                <a:lnTo>
                  <a:pt x="65" y="238"/>
                </a:lnTo>
                <a:lnTo>
                  <a:pt x="66" y="237"/>
                </a:lnTo>
                <a:lnTo>
                  <a:pt x="68" y="235"/>
                </a:lnTo>
                <a:lnTo>
                  <a:pt x="69" y="235"/>
                </a:lnTo>
                <a:lnTo>
                  <a:pt x="70" y="234"/>
                </a:lnTo>
                <a:lnTo>
                  <a:pt x="71" y="232"/>
                </a:lnTo>
                <a:lnTo>
                  <a:pt x="72" y="232"/>
                </a:lnTo>
                <a:lnTo>
                  <a:pt x="73" y="232"/>
                </a:lnTo>
                <a:lnTo>
                  <a:pt x="74" y="232"/>
                </a:lnTo>
                <a:lnTo>
                  <a:pt x="75" y="232"/>
                </a:lnTo>
                <a:lnTo>
                  <a:pt x="76" y="231"/>
                </a:lnTo>
                <a:lnTo>
                  <a:pt x="77" y="231"/>
                </a:lnTo>
                <a:lnTo>
                  <a:pt x="78" y="231"/>
                </a:lnTo>
                <a:lnTo>
                  <a:pt x="78" y="230"/>
                </a:lnTo>
                <a:lnTo>
                  <a:pt x="78" y="229"/>
                </a:lnTo>
                <a:lnTo>
                  <a:pt x="79" y="229"/>
                </a:lnTo>
                <a:lnTo>
                  <a:pt x="79" y="228"/>
                </a:lnTo>
                <a:lnTo>
                  <a:pt x="79" y="227"/>
                </a:lnTo>
                <a:lnTo>
                  <a:pt x="79" y="226"/>
                </a:lnTo>
                <a:lnTo>
                  <a:pt x="80" y="224"/>
                </a:lnTo>
                <a:lnTo>
                  <a:pt x="81" y="223"/>
                </a:lnTo>
                <a:lnTo>
                  <a:pt x="82" y="223"/>
                </a:lnTo>
                <a:lnTo>
                  <a:pt x="82" y="224"/>
                </a:lnTo>
                <a:lnTo>
                  <a:pt x="83" y="224"/>
                </a:lnTo>
                <a:lnTo>
                  <a:pt x="84" y="225"/>
                </a:lnTo>
                <a:lnTo>
                  <a:pt x="85" y="225"/>
                </a:lnTo>
                <a:lnTo>
                  <a:pt x="86" y="225"/>
                </a:lnTo>
                <a:lnTo>
                  <a:pt x="87" y="225"/>
                </a:lnTo>
                <a:lnTo>
                  <a:pt x="87" y="226"/>
                </a:lnTo>
                <a:lnTo>
                  <a:pt x="88" y="226"/>
                </a:lnTo>
                <a:lnTo>
                  <a:pt x="89" y="226"/>
                </a:lnTo>
                <a:lnTo>
                  <a:pt x="90" y="226"/>
                </a:lnTo>
                <a:lnTo>
                  <a:pt x="90" y="225"/>
                </a:lnTo>
                <a:lnTo>
                  <a:pt x="90" y="224"/>
                </a:lnTo>
                <a:lnTo>
                  <a:pt x="90" y="223"/>
                </a:lnTo>
                <a:lnTo>
                  <a:pt x="91" y="223"/>
                </a:lnTo>
                <a:lnTo>
                  <a:pt x="91" y="222"/>
                </a:lnTo>
                <a:lnTo>
                  <a:pt x="92" y="222"/>
                </a:lnTo>
                <a:lnTo>
                  <a:pt x="93" y="222"/>
                </a:lnTo>
                <a:lnTo>
                  <a:pt x="93" y="223"/>
                </a:lnTo>
                <a:lnTo>
                  <a:pt x="95" y="223"/>
                </a:lnTo>
                <a:lnTo>
                  <a:pt x="96" y="223"/>
                </a:lnTo>
                <a:lnTo>
                  <a:pt x="97" y="222"/>
                </a:lnTo>
                <a:lnTo>
                  <a:pt x="98" y="221"/>
                </a:lnTo>
                <a:lnTo>
                  <a:pt x="99" y="221"/>
                </a:lnTo>
                <a:lnTo>
                  <a:pt x="100" y="220"/>
                </a:lnTo>
                <a:lnTo>
                  <a:pt x="101" y="220"/>
                </a:lnTo>
                <a:lnTo>
                  <a:pt x="102" y="221"/>
                </a:lnTo>
                <a:lnTo>
                  <a:pt x="103" y="221"/>
                </a:lnTo>
                <a:lnTo>
                  <a:pt x="105" y="221"/>
                </a:lnTo>
                <a:lnTo>
                  <a:pt x="105" y="222"/>
                </a:lnTo>
                <a:lnTo>
                  <a:pt x="106" y="222"/>
                </a:lnTo>
                <a:lnTo>
                  <a:pt x="106" y="221"/>
                </a:lnTo>
                <a:lnTo>
                  <a:pt x="107" y="221"/>
                </a:lnTo>
                <a:lnTo>
                  <a:pt x="107" y="220"/>
                </a:lnTo>
                <a:lnTo>
                  <a:pt x="108" y="220"/>
                </a:lnTo>
                <a:lnTo>
                  <a:pt x="109" y="220"/>
                </a:lnTo>
                <a:lnTo>
                  <a:pt x="110" y="220"/>
                </a:lnTo>
                <a:lnTo>
                  <a:pt x="110" y="219"/>
                </a:lnTo>
                <a:lnTo>
                  <a:pt x="110" y="218"/>
                </a:lnTo>
                <a:lnTo>
                  <a:pt x="111" y="218"/>
                </a:lnTo>
                <a:lnTo>
                  <a:pt x="112" y="218"/>
                </a:lnTo>
                <a:lnTo>
                  <a:pt x="112" y="219"/>
                </a:lnTo>
                <a:lnTo>
                  <a:pt x="113" y="219"/>
                </a:lnTo>
                <a:lnTo>
                  <a:pt x="113" y="220"/>
                </a:lnTo>
                <a:lnTo>
                  <a:pt x="115" y="220"/>
                </a:lnTo>
                <a:lnTo>
                  <a:pt x="116" y="219"/>
                </a:lnTo>
                <a:lnTo>
                  <a:pt x="117" y="219"/>
                </a:lnTo>
                <a:lnTo>
                  <a:pt x="117" y="218"/>
                </a:lnTo>
                <a:lnTo>
                  <a:pt x="118" y="218"/>
                </a:lnTo>
                <a:lnTo>
                  <a:pt x="119" y="216"/>
                </a:lnTo>
                <a:lnTo>
                  <a:pt x="121" y="216"/>
                </a:lnTo>
                <a:lnTo>
                  <a:pt x="122" y="216"/>
                </a:lnTo>
                <a:lnTo>
                  <a:pt x="123" y="216"/>
                </a:lnTo>
                <a:lnTo>
                  <a:pt x="123" y="217"/>
                </a:lnTo>
                <a:lnTo>
                  <a:pt x="124" y="217"/>
                </a:lnTo>
                <a:lnTo>
                  <a:pt x="125" y="216"/>
                </a:lnTo>
                <a:lnTo>
                  <a:pt x="125" y="215"/>
                </a:lnTo>
                <a:lnTo>
                  <a:pt x="125" y="214"/>
                </a:lnTo>
                <a:lnTo>
                  <a:pt x="126" y="214"/>
                </a:lnTo>
                <a:lnTo>
                  <a:pt x="126" y="212"/>
                </a:lnTo>
                <a:lnTo>
                  <a:pt x="125" y="212"/>
                </a:lnTo>
                <a:lnTo>
                  <a:pt x="126" y="212"/>
                </a:lnTo>
                <a:lnTo>
                  <a:pt x="126" y="211"/>
                </a:lnTo>
                <a:lnTo>
                  <a:pt x="127" y="210"/>
                </a:lnTo>
                <a:lnTo>
                  <a:pt x="128" y="210"/>
                </a:lnTo>
                <a:lnTo>
                  <a:pt x="128" y="209"/>
                </a:lnTo>
                <a:lnTo>
                  <a:pt x="129" y="208"/>
                </a:lnTo>
                <a:lnTo>
                  <a:pt x="128" y="208"/>
                </a:lnTo>
                <a:lnTo>
                  <a:pt x="129" y="207"/>
                </a:lnTo>
                <a:lnTo>
                  <a:pt x="129" y="206"/>
                </a:lnTo>
                <a:lnTo>
                  <a:pt x="130" y="205"/>
                </a:lnTo>
                <a:lnTo>
                  <a:pt x="130" y="204"/>
                </a:lnTo>
                <a:lnTo>
                  <a:pt x="131" y="204"/>
                </a:lnTo>
                <a:lnTo>
                  <a:pt x="132" y="204"/>
                </a:lnTo>
                <a:lnTo>
                  <a:pt x="133" y="204"/>
                </a:lnTo>
                <a:lnTo>
                  <a:pt x="133" y="203"/>
                </a:lnTo>
                <a:lnTo>
                  <a:pt x="134" y="203"/>
                </a:lnTo>
                <a:lnTo>
                  <a:pt x="134" y="202"/>
                </a:lnTo>
                <a:lnTo>
                  <a:pt x="134" y="200"/>
                </a:lnTo>
                <a:lnTo>
                  <a:pt x="134" y="199"/>
                </a:lnTo>
                <a:lnTo>
                  <a:pt x="133" y="199"/>
                </a:lnTo>
                <a:lnTo>
                  <a:pt x="133" y="198"/>
                </a:lnTo>
                <a:lnTo>
                  <a:pt x="132" y="198"/>
                </a:lnTo>
                <a:lnTo>
                  <a:pt x="132" y="197"/>
                </a:lnTo>
                <a:lnTo>
                  <a:pt x="133" y="197"/>
                </a:lnTo>
                <a:lnTo>
                  <a:pt x="134" y="197"/>
                </a:lnTo>
                <a:lnTo>
                  <a:pt x="135" y="196"/>
                </a:lnTo>
                <a:lnTo>
                  <a:pt x="136" y="196"/>
                </a:lnTo>
                <a:lnTo>
                  <a:pt x="137" y="195"/>
                </a:lnTo>
                <a:lnTo>
                  <a:pt x="138" y="195"/>
                </a:lnTo>
                <a:lnTo>
                  <a:pt x="139" y="195"/>
                </a:lnTo>
                <a:lnTo>
                  <a:pt x="140" y="195"/>
                </a:lnTo>
                <a:lnTo>
                  <a:pt x="140" y="194"/>
                </a:lnTo>
                <a:lnTo>
                  <a:pt x="140" y="193"/>
                </a:lnTo>
                <a:lnTo>
                  <a:pt x="141" y="193"/>
                </a:lnTo>
                <a:lnTo>
                  <a:pt x="142" y="193"/>
                </a:lnTo>
                <a:lnTo>
                  <a:pt x="143" y="193"/>
                </a:lnTo>
                <a:lnTo>
                  <a:pt x="143" y="192"/>
                </a:lnTo>
                <a:lnTo>
                  <a:pt x="144" y="192"/>
                </a:lnTo>
                <a:lnTo>
                  <a:pt x="144" y="191"/>
                </a:lnTo>
                <a:lnTo>
                  <a:pt x="145" y="191"/>
                </a:lnTo>
                <a:lnTo>
                  <a:pt x="146" y="191"/>
                </a:lnTo>
                <a:lnTo>
                  <a:pt x="147" y="190"/>
                </a:lnTo>
                <a:lnTo>
                  <a:pt x="147" y="188"/>
                </a:lnTo>
                <a:lnTo>
                  <a:pt x="147" y="187"/>
                </a:lnTo>
                <a:lnTo>
                  <a:pt x="147" y="186"/>
                </a:lnTo>
                <a:lnTo>
                  <a:pt x="149" y="185"/>
                </a:lnTo>
                <a:lnTo>
                  <a:pt x="150" y="185"/>
                </a:lnTo>
                <a:lnTo>
                  <a:pt x="151" y="185"/>
                </a:lnTo>
                <a:lnTo>
                  <a:pt x="152" y="184"/>
                </a:lnTo>
                <a:lnTo>
                  <a:pt x="153" y="184"/>
                </a:lnTo>
                <a:lnTo>
                  <a:pt x="153" y="185"/>
                </a:lnTo>
                <a:lnTo>
                  <a:pt x="154" y="185"/>
                </a:lnTo>
                <a:lnTo>
                  <a:pt x="155" y="184"/>
                </a:lnTo>
                <a:lnTo>
                  <a:pt x="156" y="184"/>
                </a:lnTo>
                <a:lnTo>
                  <a:pt x="157" y="184"/>
                </a:lnTo>
                <a:lnTo>
                  <a:pt x="157" y="185"/>
                </a:lnTo>
                <a:lnTo>
                  <a:pt x="158" y="185"/>
                </a:lnTo>
                <a:lnTo>
                  <a:pt x="158" y="184"/>
                </a:lnTo>
                <a:lnTo>
                  <a:pt x="158" y="183"/>
                </a:lnTo>
                <a:lnTo>
                  <a:pt x="159" y="183"/>
                </a:lnTo>
                <a:lnTo>
                  <a:pt x="161" y="183"/>
                </a:lnTo>
                <a:lnTo>
                  <a:pt x="162" y="183"/>
                </a:lnTo>
                <a:lnTo>
                  <a:pt x="163" y="184"/>
                </a:lnTo>
                <a:lnTo>
                  <a:pt x="164" y="185"/>
                </a:lnTo>
                <a:lnTo>
                  <a:pt x="165" y="184"/>
                </a:lnTo>
                <a:lnTo>
                  <a:pt x="166" y="185"/>
                </a:lnTo>
                <a:lnTo>
                  <a:pt x="167" y="185"/>
                </a:lnTo>
                <a:lnTo>
                  <a:pt x="167" y="184"/>
                </a:lnTo>
                <a:lnTo>
                  <a:pt x="168" y="184"/>
                </a:lnTo>
                <a:lnTo>
                  <a:pt x="168" y="185"/>
                </a:lnTo>
                <a:lnTo>
                  <a:pt x="169" y="185"/>
                </a:lnTo>
                <a:lnTo>
                  <a:pt x="169" y="186"/>
                </a:lnTo>
                <a:lnTo>
                  <a:pt x="170" y="186"/>
                </a:lnTo>
                <a:lnTo>
                  <a:pt x="170" y="187"/>
                </a:lnTo>
                <a:lnTo>
                  <a:pt x="171" y="187"/>
                </a:lnTo>
                <a:lnTo>
                  <a:pt x="172" y="187"/>
                </a:lnTo>
                <a:lnTo>
                  <a:pt x="173" y="186"/>
                </a:lnTo>
                <a:lnTo>
                  <a:pt x="173" y="185"/>
                </a:lnTo>
                <a:lnTo>
                  <a:pt x="173" y="184"/>
                </a:lnTo>
                <a:lnTo>
                  <a:pt x="172" y="183"/>
                </a:lnTo>
                <a:lnTo>
                  <a:pt x="172" y="182"/>
                </a:lnTo>
                <a:lnTo>
                  <a:pt x="172" y="181"/>
                </a:lnTo>
                <a:lnTo>
                  <a:pt x="172" y="180"/>
                </a:lnTo>
                <a:lnTo>
                  <a:pt x="172" y="178"/>
                </a:lnTo>
                <a:lnTo>
                  <a:pt x="172" y="177"/>
                </a:lnTo>
                <a:lnTo>
                  <a:pt x="172" y="176"/>
                </a:lnTo>
                <a:lnTo>
                  <a:pt x="172" y="175"/>
                </a:lnTo>
                <a:lnTo>
                  <a:pt x="172" y="174"/>
                </a:lnTo>
                <a:lnTo>
                  <a:pt x="172" y="173"/>
                </a:lnTo>
                <a:lnTo>
                  <a:pt x="172" y="172"/>
                </a:lnTo>
                <a:lnTo>
                  <a:pt x="171" y="171"/>
                </a:lnTo>
                <a:lnTo>
                  <a:pt x="171" y="170"/>
                </a:lnTo>
                <a:lnTo>
                  <a:pt x="170" y="169"/>
                </a:lnTo>
                <a:lnTo>
                  <a:pt x="169" y="168"/>
                </a:lnTo>
                <a:lnTo>
                  <a:pt x="169" y="167"/>
                </a:lnTo>
                <a:lnTo>
                  <a:pt x="170" y="167"/>
                </a:lnTo>
                <a:lnTo>
                  <a:pt x="171" y="166"/>
                </a:lnTo>
                <a:lnTo>
                  <a:pt x="171" y="165"/>
                </a:lnTo>
                <a:lnTo>
                  <a:pt x="172" y="165"/>
                </a:lnTo>
                <a:lnTo>
                  <a:pt x="172" y="164"/>
                </a:lnTo>
                <a:lnTo>
                  <a:pt x="173" y="164"/>
                </a:lnTo>
                <a:lnTo>
                  <a:pt x="173" y="162"/>
                </a:lnTo>
                <a:lnTo>
                  <a:pt x="173" y="161"/>
                </a:lnTo>
                <a:lnTo>
                  <a:pt x="172" y="160"/>
                </a:lnTo>
                <a:lnTo>
                  <a:pt x="171" y="159"/>
                </a:lnTo>
                <a:lnTo>
                  <a:pt x="170" y="158"/>
                </a:lnTo>
                <a:lnTo>
                  <a:pt x="170" y="157"/>
                </a:lnTo>
                <a:lnTo>
                  <a:pt x="170" y="156"/>
                </a:lnTo>
                <a:lnTo>
                  <a:pt x="171" y="157"/>
                </a:lnTo>
                <a:lnTo>
                  <a:pt x="172" y="157"/>
                </a:lnTo>
                <a:lnTo>
                  <a:pt x="174" y="156"/>
                </a:lnTo>
                <a:lnTo>
                  <a:pt x="175" y="157"/>
                </a:lnTo>
                <a:lnTo>
                  <a:pt x="176" y="157"/>
                </a:lnTo>
                <a:lnTo>
                  <a:pt x="176" y="158"/>
                </a:lnTo>
                <a:lnTo>
                  <a:pt x="177" y="158"/>
                </a:lnTo>
                <a:lnTo>
                  <a:pt x="177" y="157"/>
                </a:lnTo>
                <a:lnTo>
                  <a:pt x="178" y="157"/>
                </a:lnTo>
                <a:lnTo>
                  <a:pt x="180" y="157"/>
                </a:lnTo>
                <a:lnTo>
                  <a:pt x="181" y="158"/>
                </a:lnTo>
                <a:lnTo>
                  <a:pt x="182" y="158"/>
                </a:lnTo>
                <a:lnTo>
                  <a:pt x="183" y="158"/>
                </a:lnTo>
                <a:lnTo>
                  <a:pt x="185" y="158"/>
                </a:lnTo>
                <a:lnTo>
                  <a:pt x="186" y="159"/>
                </a:lnTo>
                <a:lnTo>
                  <a:pt x="186" y="160"/>
                </a:lnTo>
                <a:lnTo>
                  <a:pt x="187" y="161"/>
                </a:lnTo>
                <a:lnTo>
                  <a:pt x="188" y="161"/>
                </a:lnTo>
                <a:lnTo>
                  <a:pt x="190" y="161"/>
                </a:lnTo>
                <a:lnTo>
                  <a:pt x="191" y="160"/>
                </a:lnTo>
                <a:lnTo>
                  <a:pt x="191" y="159"/>
                </a:lnTo>
                <a:lnTo>
                  <a:pt x="192" y="159"/>
                </a:lnTo>
                <a:lnTo>
                  <a:pt x="193" y="159"/>
                </a:lnTo>
                <a:lnTo>
                  <a:pt x="194" y="159"/>
                </a:lnTo>
                <a:lnTo>
                  <a:pt x="194" y="158"/>
                </a:lnTo>
                <a:lnTo>
                  <a:pt x="195" y="158"/>
                </a:lnTo>
                <a:lnTo>
                  <a:pt x="196" y="159"/>
                </a:lnTo>
                <a:lnTo>
                  <a:pt x="195" y="160"/>
                </a:lnTo>
                <a:lnTo>
                  <a:pt x="195" y="161"/>
                </a:lnTo>
                <a:lnTo>
                  <a:pt x="195" y="162"/>
                </a:lnTo>
                <a:lnTo>
                  <a:pt x="194" y="162"/>
                </a:lnTo>
                <a:lnTo>
                  <a:pt x="194" y="163"/>
                </a:lnTo>
                <a:lnTo>
                  <a:pt x="195" y="163"/>
                </a:lnTo>
                <a:lnTo>
                  <a:pt x="196" y="162"/>
                </a:lnTo>
                <a:lnTo>
                  <a:pt x="199" y="162"/>
                </a:lnTo>
                <a:lnTo>
                  <a:pt x="200" y="162"/>
                </a:lnTo>
                <a:lnTo>
                  <a:pt x="201" y="162"/>
                </a:lnTo>
                <a:lnTo>
                  <a:pt x="202" y="162"/>
                </a:lnTo>
                <a:lnTo>
                  <a:pt x="204" y="161"/>
                </a:lnTo>
                <a:lnTo>
                  <a:pt x="205" y="160"/>
                </a:lnTo>
                <a:lnTo>
                  <a:pt x="205" y="159"/>
                </a:lnTo>
                <a:lnTo>
                  <a:pt x="206" y="159"/>
                </a:lnTo>
                <a:lnTo>
                  <a:pt x="207" y="159"/>
                </a:lnTo>
                <a:lnTo>
                  <a:pt x="208" y="159"/>
                </a:lnTo>
                <a:lnTo>
                  <a:pt x="209" y="159"/>
                </a:lnTo>
                <a:lnTo>
                  <a:pt x="211" y="159"/>
                </a:lnTo>
                <a:lnTo>
                  <a:pt x="211" y="160"/>
                </a:lnTo>
                <a:lnTo>
                  <a:pt x="213" y="160"/>
                </a:lnTo>
                <a:lnTo>
                  <a:pt x="214" y="160"/>
                </a:lnTo>
                <a:lnTo>
                  <a:pt x="215" y="160"/>
                </a:lnTo>
                <a:lnTo>
                  <a:pt x="215" y="159"/>
                </a:lnTo>
                <a:lnTo>
                  <a:pt x="215" y="160"/>
                </a:lnTo>
                <a:lnTo>
                  <a:pt x="216" y="160"/>
                </a:lnTo>
                <a:lnTo>
                  <a:pt x="217" y="160"/>
                </a:lnTo>
                <a:lnTo>
                  <a:pt x="218" y="161"/>
                </a:lnTo>
                <a:lnTo>
                  <a:pt x="219" y="160"/>
                </a:lnTo>
                <a:lnTo>
                  <a:pt x="220" y="160"/>
                </a:lnTo>
                <a:lnTo>
                  <a:pt x="221" y="160"/>
                </a:lnTo>
                <a:lnTo>
                  <a:pt x="221" y="161"/>
                </a:lnTo>
                <a:lnTo>
                  <a:pt x="222" y="161"/>
                </a:lnTo>
                <a:lnTo>
                  <a:pt x="223" y="162"/>
                </a:lnTo>
                <a:lnTo>
                  <a:pt x="223" y="161"/>
                </a:lnTo>
                <a:lnTo>
                  <a:pt x="223" y="160"/>
                </a:lnTo>
                <a:lnTo>
                  <a:pt x="224" y="160"/>
                </a:lnTo>
                <a:lnTo>
                  <a:pt x="226" y="160"/>
                </a:lnTo>
                <a:lnTo>
                  <a:pt x="227" y="160"/>
                </a:lnTo>
                <a:lnTo>
                  <a:pt x="228" y="160"/>
                </a:lnTo>
                <a:lnTo>
                  <a:pt x="229" y="160"/>
                </a:lnTo>
                <a:lnTo>
                  <a:pt x="229" y="159"/>
                </a:lnTo>
                <a:lnTo>
                  <a:pt x="230" y="159"/>
                </a:lnTo>
                <a:lnTo>
                  <a:pt x="230" y="158"/>
                </a:lnTo>
                <a:lnTo>
                  <a:pt x="230" y="157"/>
                </a:lnTo>
                <a:lnTo>
                  <a:pt x="229" y="157"/>
                </a:lnTo>
                <a:lnTo>
                  <a:pt x="228" y="156"/>
                </a:lnTo>
                <a:lnTo>
                  <a:pt x="229" y="155"/>
                </a:lnTo>
                <a:lnTo>
                  <a:pt x="229" y="154"/>
                </a:lnTo>
                <a:lnTo>
                  <a:pt x="229" y="153"/>
                </a:lnTo>
                <a:lnTo>
                  <a:pt x="230" y="154"/>
                </a:lnTo>
                <a:lnTo>
                  <a:pt x="231" y="155"/>
                </a:lnTo>
                <a:lnTo>
                  <a:pt x="232" y="155"/>
                </a:lnTo>
                <a:lnTo>
                  <a:pt x="232" y="156"/>
                </a:lnTo>
                <a:lnTo>
                  <a:pt x="232" y="157"/>
                </a:lnTo>
                <a:lnTo>
                  <a:pt x="233" y="157"/>
                </a:lnTo>
                <a:lnTo>
                  <a:pt x="234" y="157"/>
                </a:lnTo>
                <a:lnTo>
                  <a:pt x="235" y="158"/>
                </a:lnTo>
                <a:lnTo>
                  <a:pt x="235" y="159"/>
                </a:lnTo>
                <a:lnTo>
                  <a:pt x="236" y="159"/>
                </a:lnTo>
                <a:lnTo>
                  <a:pt x="237" y="159"/>
                </a:lnTo>
                <a:lnTo>
                  <a:pt x="237" y="160"/>
                </a:lnTo>
                <a:lnTo>
                  <a:pt x="238" y="160"/>
                </a:lnTo>
                <a:lnTo>
                  <a:pt x="238" y="161"/>
                </a:lnTo>
                <a:lnTo>
                  <a:pt x="237" y="161"/>
                </a:lnTo>
                <a:lnTo>
                  <a:pt x="238" y="161"/>
                </a:lnTo>
                <a:lnTo>
                  <a:pt x="238" y="162"/>
                </a:lnTo>
                <a:lnTo>
                  <a:pt x="238" y="163"/>
                </a:lnTo>
                <a:lnTo>
                  <a:pt x="238" y="164"/>
                </a:lnTo>
                <a:lnTo>
                  <a:pt x="239" y="164"/>
                </a:lnTo>
                <a:lnTo>
                  <a:pt x="239" y="163"/>
                </a:lnTo>
                <a:lnTo>
                  <a:pt x="239" y="162"/>
                </a:lnTo>
                <a:lnTo>
                  <a:pt x="239" y="161"/>
                </a:lnTo>
                <a:lnTo>
                  <a:pt x="240" y="160"/>
                </a:lnTo>
                <a:lnTo>
                  <a:pt x="241" y="160"/>
                </a:lnTo>
                <a:lnTo>
                  <a:pt x="241" y="161"/>
                </a:lnTo>
                <a:lnTo>
                  <a:pt x="242" y="161"/>
                </a:lnTo>
                <a:lnTo>
                  <a:pt x="243" y="161"/>
                </a:lnTo>
                <a:lnTo>
                  <a:pt x="244" y="161"/>
                </a:lnTo>
                <a:lnTo>
                  <a:pt x="244" y="160"/>
                </a:lnTo>
                <a:lnTo>
                  <a:pt x="244" y="159"/>
                </a:lnTo>
                <a:lnTo>
                  <a:pt x="245" y="159"/>
                </a:lnTo>
                <a:lnTo>
                  <a:pt x="245" y="158"/>
                </a:lnTo>
                <a:lnTo>
                  <a:pt x="245" y="157"/>
                </a:lnTo>
                <a:lnTo>
                  <a:pt x="245" y="156"/>
                </a:lnTo>
                <a:lnTo>
                  <a:pt x="245" y="155"/>
                </a:lnTo>
                <a:lnTo>
                  <a:pt x="246" y="155"/>
                </a:lnTo>
                <a:lnTo>
                  <a:pt x="246" y="156"/>
                </a:lnTo>
                <a:lnTo>
                  <a:pt x="247" y="156"/>
                </a:lnTo>
                <a:lnTo>
                  <a:pt x="248" y="156"/>
                </a:lnTo>
                <a:lnTo>
                  <a:pt x="249" y="155"/>
                </a:lnTo>
                <a:lnTo>
                  <a:pt x="249" y="154"/>
                </a:lnTo>
                <a:lnTo>
                  <a:pt x="250" y="154"/>
                </a:lnTo>
                <a:lnTo>
                  <a:pt x="251" y="154"/>
                </a:lnTo>
                <a:lnTo>
                  <a:pt x="252" y="154"/>
                </a:lnTo>
                <a:lnTo>
                  <a:pt x="253" y="154"/>
                </a:lnTo>
                <a:lnTo>
                  <a:pt x="254" y="154"/>
                </a:lnTo>
                <a:lnTo>
                  <a:pt x="254" y="155"/>
                </a:lnTo>
                <a:lnTo>
                  <a:pt x="256" y="155"/>
                </a:lnTo>
                <a:lnTo>
                  <a:pt x="258" y="154"/>
                </a:lnTo>
                <a:lnTo>
                  <a:pt x="259" y="154"/>
                </a:lnTo>
                <a:lnTo>
                  <a:pt x="260" y="154"/>
                </a:lnTo>
                <a:lnTo>
                  <a:pt x="260" y="153"/>
                </a:lnTo>
                <a:lnTo>
                  <a:pt x="261" y="152"/>
                </a:lnTo>
                <a:lnTo>
                  <a:pt x="261" y="151"/>
                </a:lnTo>
                <a:lnTo>
                  <a:pt x="261" y="150"/>
                </a:lnTo>
                <a:lnTo>
                  <a:pt x="260" y="149"/>
                </a:lnTo>
                <a:lnTo>
                  <a:pt x="261" y="149"/>
                </a:lnTo>
                <a:lnTo>
                  <a:pt x="262" y="149"/>
                </a:lnTo>
                <a:lnTo>
                  <a:pt x="263" y="148"/>
                </a:lnTo>
                <a:lnTo>
                  <a:pt x="264" y="148"/>
                </a:lnTo>
                <a:lnTo>
                  <a:pt x="264" y="147"/>
                </a:lnTo>
                <a:lnTo>
                  <a:pt x="264" y="148"/>
                </a:lnTo>
                <a:lnTo>
                  <a:pt x="265" y="148"/>
                </a:lnTo>
                <a:lnTo>
                  <a:pt x="266" y="148"/>
                </a:lnTo>
                <a:lnTo>
                  <a:pt x="266" y="147"/>
                </a:lnTo>
                <a:lnTo>
                  <a:pt x="266" y="145"/>
                </a:lnTo>
                <a:lnTo>
                  <a:pt x="265" y="145"/>
                </a:lnTo>
                <a:lnTo>
                  <a:pt x="265" y="143"/>
                </a:lnTo>
                <a:lnTo>
                  <a:pt x="265" y="142"/>
                </a:lnTo>
                <a:lnTo>
                  <a:pt x="265" y="141"/>
                </a:lnTo>
                <a:lnTo>
                  <a:pt x="266" y="140"/>
                </a:lnTo>
                <a:lnTo>
                  <a:pt x="265" y="140"/>
                </a:lnTo>
                <a:lnTo>
                  <a:pt x="265" y="139"/>
                </a:lnTo>
                <a:lnTo>
                  <a:pt x="266" y="138"/>
                </a:lnTo>
                <a:lnTo>
                  <a:pt x="267" y="138"/>
                </a:lnTo>
                <a:lnTo>
                  <a:pt x="267" y="139"/>
                </a:lnTo>
                <a:lnTo>
                  <a:pt x="268" y="139"/>
                </a:lnTo>
                <a:lnTo>
                  <a:pt x="268" y="138"/>
                </a:lnTo>
                <a:lnTo>
                  <a:pt x="269" y="139"/>
                </a:lnTo>
                <a:lnTo>
                  <a:pt x="270" y="138"/>
                </a:lnTo>
                <a:lnTo>
                  <a:pt x="272" y="139"/>
                </a:lnTo>
                <a:lnTo>
                  <a:pt x="273" y="139"/>
                </a:lnTo>
                <a:lnTo>
                  <a:pt x="273" y="140"/>
                </a:lnTo>
                <a:lnTo>
                  <a:pt x="274" y="139"/>
                </a:lnTo>
                <a:lnTo>
                  <a:pt x="275" y="140"/>
                </a:lnTo>
                <a:lnTo>
                  <a:pt x="276" y="141"/>
                </a:lnTo>
                <a:lnTo>
                  <a:pt x="277" y="141"/>
                </a:lnTo>
                <a:lnTo>
                  <a:pt x="278" y="141"/>
                </a:lnTo>
                <a:lnTo>
                  <a:pt x="279" y="141"/>
                </a:lnTo>
                <a:lnTo>
                  <a:pt x="280" y="141"/>
                </a:lnTo>
                <a:lnTo>
                  <a:pt x="280" y="142"/>
                </a:lnTo>
                <a:lnTo>
                  <a:pt x="280" y="141"/>
                </a:lnTo>
                <a:lnTo>
                  <a:pt x="281" y="141"/>
                </a:lnTo>
                <a:lnTo>
                  <a:pt x="281" y="140"/>
                </a:lnTo>
                <a:lnTo>
                  <a:pt x="281" y="139"/>
                </a:lnTo>
                <a:lnTo>
                  <a:pt x="282" y="139"/>
                </a:lnTo>
                <a:lnTo>
                  <a:pt x="282" y="138"/>
                </a:lnTo>
                <a:lnTo>
                  <a:pt x="281" y="137"/>
                </a:lnTo>
                <a:lnTo>
                  <a:pt x="281" y="136"/>
                </a:lnTo>
                <a:lnTo>
                  <a:pt x="282" y="136"/>
                </a:lnTo>
                <a:lnTo>
                  <a:pt x="282" y="135"/>
                </a:lnTo>
                <a:lnTo>
                  <a:pt x="283" y="134"/>
                </a:lnTo>
                <a:lnTo>
                  <a:pt x="284" y="133"/>
                </a:lnTo>
                <a:lnTo>
                  <a:pt x="284" y="132"/>
                </a:lnTo>
                <a:lnTo>
                  <a:pt x="283" y="132"/>
                </a:lnTo>
                <a:lnTo>
                  <a:pt x="283" y="131"/>
                </a:lnTo>
                <a:lnTo>
                  <a:pt x="283" y="130"/>
                </a:lnTo>
                <a:lnTo>
                  <a:pt x="284" y="130"/>
                </a:lnTo>
                <a:lnTo>
                  <a:pt x="285" y="130"/>
                </a:lnTo>
                <a:lnTo>
                  <a:pt x="285" y="131"/>
                </a:lnTo>
                <a:lnTo>
                  <a:pt x="285" y="130"/>
                </a:lnTo>
                <a:lnTo>
                  <a:pt x="285" y="129"/>
                </a:lnTo>
                <a:lnTo>
                  <a:pt x="285" y="128"/>
                </a:lnTo>
                <a:lnTo>
                  <a:pt x="285" y="127"/>
                </a:lnTo>
                <a:lnTo>
                  <a:pt x="285" y="126"/>
                </a:lnTo>
                <a:lnTo>
                  <a:pt x="286" y="125"/>
                </a:lnTo>
                <a:lnTo>
                  <a:pt x="287" y="125"/>
                </a:lnTo>
                <a:lnTo>
                  <a:pt x="287" y="126"/>
                </a:lnTo>
                <a:lnTo>
                  <a:pt x="287" y="125"/>
                </a:lnTo>
                <a:lnTo>
                  <a:pt x="288" y="125"/>
                </a:lnTo>
                <a:lnTo>
                  <a:pt x="290" y="124"/>
                </a:lnTo>
                <a:lnTo>
                  <a:pt x="290" y="125"/>
                </a:lnTo>
                <a:lnTo>
                  <a:pt x="291" y="125"/>
                </a:lnTo>
                <a:lnTo>
                  <a:pt x="291" y="126"/>
                </a:lnTo>
                <a:lnTo>
                  <a:pt x="292" y="126"/>
                </a:lnTo>
                <a:lnTo>
                  <a:pt x="293" y="126"/>
                </a:lnTo>
                <a:lnTo>
                  <a:pt x="294" y="126"/>
                </a:lnTo>
                <a:lnTo>
                  <a:pt x="295" y="126"/>
                </a:lnTo>
                <a:lnTo>
                  <a:pt x="295" y="127"/>
                </a:lnTo>
                <a:lnTo>
                  <a:pt x="296" y="127"/>
                </a:lnTo>
                <a:lnTo>
                  <a:pt x="297" y="127"/>
                </a:lnTo>
                <a:lnTo>
                  <a:pt x="297" y="128"/>
                </a:lnTo>
                <a:lnTo>
                  <a:pt x="297" y="127"/>
                </a:lnTo>
                <a:lnTo>
                  <a:pt x="297" y="126"/>
                </a:lnTo>
                <a:lnTo>
                  <a:pt x="296" y="126"/>
                </a:lnTo>
                <a:lnTo>
                  <a:pt x="296" y="125"/>
                </a:lnTo>
                <a:lnTo>
                  <a:pt x="297" y="124"/>
                </a:lnTo>
                <a:lnTo>
                  <a:pt x="297" y="123"/>
                </a:lnTo>
                <a:lnTo>
                  <a:pt x="298" y="123"/>
                </a:lnTo>
                <a:lnTo>
                  <a:pt x="298" y="124"/>
                </a:lnTo>
                <a:lnTo>
                  <a:pt x="299" y="123"/>
                </a:lnTo>
                <a:lnTo>
                  <a:pt x="298" y="122"/>
                </a:lnTo>
                <a:lnTo>
                  <a:pt x="297" y="122"/>
                </a:lnTo>
                <a:lnTo>
                  <a:pt x="295" y="122"/>
                </a:lnTo>
                <a:lnTo>
                  <a:pt x="296" y="122"/>
                </a:lnTo>
                <a:lnTo>
                  <a:pt x="296" y="121"/>
                </a:lnTo>
                <a:lnTo>
                  <a:pt x="297" y="120"/>
                </a:lnTo>
                <a:lnTo>
                  <a:pt x="298" y="120"/>
                </a:lnTo>
                <a:lnTo>
                  <a:pt x="298" y="121"/>
                </a:lnTo>
                <a:lnTo>
                  <a:pt x="299" y="121"/>
                </a:lnTo>
                <a:lnTo>
                  <a:pt x="299" y="122"/>
                </a:lnTo>
                <a:lnTo>
                  <a:pt x="301" y="122"/>
                </a:lnTo>
                <a:lnTo>
                  <a:pt x="301" y="121"/>
                </a:lnTo>
                <a:lnTo>
                  <a:pt x="302" y="120"/>
                </a:lnTo>
                <a:lnTo>
                  <a:pt x="303" y="120"/>
                </a:lnTo>
                <a:lnTo>
                  <a:pt x="304" y="119"/>
                </a:lnTo>
                <a:lnTo>
                  <a:pt x="304" y="118"/>
                </a:lnTo>
                <a:lnTo>
                  <a:pt x="304" y="117"/>
                </a:lnTo>
                <a:lnTo>
                  <a:pt x="305" y="117"/>
                </a:lnTo>
                <a:lnTo>
                  <a:pt x="306" y="116"/>
                </a:lnTo>
                <a:lnTo>
                  <a:pt x="306" y="115"/>
                </a:lnTo>
                <a:lnTo>
                  <a:pt x="307" y="115"/>
                </a:lnTo>
                <a:lnTo>
                  <a:pt x="307" y="116"/>
                </a:lnTo>
                <a:lnTo>
                  <a:pt x="308" y="116"/>
                </a:lnTo>
                <a:lnTo>
                  <a:pt x="309" y="116"/>
                </a:lnTo>
                <a:lnTo>
                  <a:pt x="310" y="115"/>
                </a:lnTo>
                <a:lnTo>
                  <a:pt x="311" y="115"/>
                </a:lnTo>
                <a:lnTo>
                  <a:pt x="312" y="115"/>
                </a:lnTo>
                <a:lnTo>
                  <a:pt x="313" y="115"/>
                </a:lnTo>
                <a:lnTo>
                  <a:pt x="314" y="115"/>
                </a:lnTo>
                <a:lnTo>
                  <a:pt x="314" y="114"/>
                </a:lnTo>
                <a:lnTo>
                  <a:pt x="314" y="113"/>
                </a:lnTo>
                <a:lnTo>
                  <a:pt x="315" y="113"/>
                </a:lnTo>
                <a:lnTo>
                  <a:pt x="315" y="114"/>
                </a:lnTo>
                <a:lnTo>
                  <a:pt x="316" y="114"/>
                </a:lnTo>
                <a:lnTo>
                  <a:pt x="317" y="114"/>
                </a:lnTo>
                <a:lnTo>
                  <a:pt x="317" y="113"/>
                </a:lnTo>
                <a:lnTo>
                  <a:pt x="316" y="112"/>
                </a:lnTo>
                <a:lnTo>
                  <a:pt x="316" y="111"/>
                </a:lnTo>
                <a:lnTo>
                  <a:pt x="315" y="110"/>
                </a:lnTo>
                <a:lnTo>
                  <a:pt x="316" y="110"/>
                </a:lnTo>
                <a:lnTo>
                  <a:pt x="316" y="109"/>
                </a:lnTo>
                <a:lnTo>
                  <a:pt x="317" y="109"/>
                </a:lnTo>
                <a:lnTo>
                  <a:pt x="317" y="108"/>
                </a:lnTo>
                <a:lnTo>
                  <a:pt x="316" y="108"/>
                </a:lnTo>
                <a:lnTo>
                  <a:pt x="316" y="107"/>
                </a:lnTo>
                <a:lnTo>
                  <a:pt x="316" y="106"/>
                </a:lnTo>
                <a:lnTo>
                  <a:pt x="317" y="106"/>
                </a:lnTo>
                <a:lnTo>
                  <a:pt x="317" y="105"/>
                </a:lnTo>
                <a:lnTo>
                  <a:pt x="318" y="105"/>
                </a:lnTo>
                <a:lnTo>
                  <a:pt x="318" y="104"/>
                </a:lnTo>
                <a:lnTo>
                  <a:pt x="320" y="103"/>
                </a:lnTo>
                <a:lnTo>
                  <a:pt x="320" y="102"/>
                </a:lnTo>
                <a:lnTo>
                  <a:pt x="320" y="101"/>
                </a:lnTo>
                <a:lnTo>
                  <a:pt x="320" y="100"/>
                </a:lnTo>
                <a:lnTo>
                  <a:pt x="321" y="100"/>
                </a:lnTo>
                <a:lnTo>
                  <a:pt x="321" y="99"/>
                </a:lnTo>
                <a:lnTo>
                  <a:pt x="320" y="99"/>
                </a:lnTo>
                <a:lnTo>
                  <a:pt x="320" y="98"/>
                </a:lnTo>
                <a:lnTo>
                  <a:pt x="320" y="97"/>
                </a:lnTo>
                <a:lnTo>
                  <a:pt x="320" y="96"/>
                </a:lnTo>
                <a:lnTo>
                  <a:pt x="320" y="95"/>
                </a:lnTo>
                <a:lnTo>
                  <a:pt x="321" y="96"/>
                </a:lnTo>
                <a:lnTo>
                  <a:pt x="321" y="97"/>
                </a:lnTo>
                <a:lnTo>
                  <a:pt x="322" y="97"/>
                </a:lnTo>
                <a:lnTo>
                  <a:pt x="323" y="98"/>
                </a:lnTo>
                <a:lnTo>
                  <a:pt x="324" y="98"/>
                </a:lnTo>
                <a:lnTo>
                  <a:pt x="325" y="98"/>
                </a:lnTo>
                <a:lnTo>
                  <a:pt x="326" y="98"/>
                </a:lnTo>
                <a:lnTo>
                  <a:pt x="327" y="98"/>
                </a:lnTo>
                <a:lnTo>
                  <a:pt x="328" y="98"/>
                </a:lnTo>
                <a:lnTo>
                  <a:pt x="328" y="97"/>
                </a:lnTo>
                <a:lnTo>
                  <a:pt x="328" y="96"/>
                </a:lnTo>
                <a:lnTo>
                  <a:pt x="327" y="96"/>
                </a:lnTo>
                <a:lnTo>
                  <a:pt x="327" y="95"/>
                </a:lnTo>
                <a:lnTo>
                  <a:pt x="327" y="94"/>
                </a:lnTo>
                <a:lnTo>
                  <a:pt x="327" y="93"/>
                </a:lnTo>
                <a:lnTo>
                  <a:pt x="327" y="92"/>
                </a:lnTo>
                <a:lnTo>
                  <a:pt x="326" y="91"/>
                </a:lnTo>
                <a:lnTo>
                  <a:pt x="325" y="91"/>
                </a:lnTo>
                <a:lnTo>
                  <a:pt x="324" y="90"/>
                </a:lnTo>
                <a:lnTo>
                  <a:pt x="325" y="89"/>
                </a:lnTo>
                <a:lnTo>
                  <a:pt x="325" y="88"/>
                </a:lnTo>
                <a:lnTo>
                  <a:pt x="324" y="88"/>
                </a:lnTo>
                <a:lnTo>
                  <a:pt x="324" y="87"/>
                </a:lnTo>
                <a:lnTo>
                  <a:pt x="325" y="87"/>
                </a:lnTo>
                <a:lnTo>
                  <a:pt x="324" y="86"/>
                </a:lnTo>
                <a:lnTo>
                  <a:pt x="324" y="85"/>
                </a:lnTo>
                <a:lnTo>
                  <a:pt x="323" y="85"/>
                </a:lnTo>
                <a:lnTo>
                  <a:pt x="323" y="84"/>
                </a:lnTo>
                <a:lnTo>
                  <a:pt x="323" y="83"/>
                </a:lnTo>
                <a:lnTo>
                  <a:pt x="323" y="82"/>
                </a:lnTo>
                <a:lnTo>
                  <a:pt x="324" y="81"/>
                </a:lnTo>
                <a:lnTo>
                  <a:pt x="324" y="80"/>
                </a:lnTo>
                <a:lnTo>
                  <a:pt x="324" y="79"/>
                </a:lnTo>
                <a:lnTo>
                  <a:pt x="323" y="79"/>
                </a:lnTo>
                <a:lnTo>
                  <a:pt x="322" y="78"/>
                </a:lnTo>
                <a:lnTo>
                  <a:pt x="321" y="78"/>
                </a:lnTo>
                <a:lnTo>
                  <a:pt x="322" y="77"/>
                </a:lnTo>
                <a:lnTo>
                  <a:pt x="323" y="77"/>
                </a:lnTo>
                <a:lnTo>
                  <a:pt x="324" y="77"/>
                </a:lnTo>
                <a:lnTo>
                  <a:pt x="324" y="76"/>
                </a:lnTo>
                <a:lnTo>
                  <a:pt x="323" y="76"/>
                </a:lnTo>
                <a:lnTo>
                  <a:pt x="322" y="76"/>
                </a:lnTo>
                <a:lnTo>
                  <a:pt x="322" y="75"/>
                </a:lnTo>
                <a:lnTo>
                  <a:pt x="322" y="74"/>
                </a:lnTo>
                <a:lnTo>
                  <a:pt x="321" y="74"/>
                </a:lnTo>
                <a:lnTo>
                  <a:pt x="321" y="73"/>
                </a:lnTo>
                <a:lnTo>
                  <a:pt x="322" y="73"/>
                </a:lnTo>
                <a:lnTo>
                  <a:pt x="323" y="73"/>
                </a:lnTo>
                <a:lnTo>
                  <a:pt x="324" y="73"/>
                </a:lnTo>
                <a:lnTo>
                  <a:pt x="325" y="72"/>
                </a:lnTo>
                <a:lnTo>
                  <a:pt x="325" y="71"/>
                </a:lnTo>
                <a:lnTo>
                  <a:pt x="326" y="72"/>
                </a:lnTo>
                <a:lnTo>
                  <a:pt x="327" y="72"/>
                </a:lnTo>
                <a:lnTo>
                  <a:pt x="327" y="73"/>
                </a:lnTo>
                <a:lnTo>
                  <a:pt x="328" y="73"/>
                </a:lnTo>
                <a:lnTo>
                  <a:pt x="328" y="72"/>
                </a:lnTo>
                <a:lnTo>
                  <a:pt x="329" y="71"/>
                </a:lnTo>
                <a:lnTo>
                  <a:pt x="329" y="70"/>
                </a:lnTo>
                <a:lnTo>
                  <a:pt x="329" y="69"/>
                </a:lnTo>
                <a:lnTo>
                  <a:pt x="329" y="68"/>
                </a:lnTo>
                <a:lnTo>
                  <a:pt x="328" y="68"/>
                </a:lnTo>
                <a:lnTo>
                  <a:pt x="328" y="69"/>
                </a:lnTo>
                <a:lnTo>
                  <a:pt x="327" y="69"/>
                </a:lnTo>
                <a:lnTo>
                  <a:pt x="327" y="68"/>
                </a:lnTo>
                <a:lnTo>
                  <a:pt x="326" y="68"/>
                </a:lnTo>
                <a:lnTo>
                  <a:pt x="326" y="67"/>
                </a:lnTo>
                <a:lnTo>
                  <a:pt x="326" y="66"/>
                </a:lnTo>
                <a:lnTo>
                  <a:pt x="327" y="65"/>
                </a:lnTo>
                <a:lnTo>
                  <a:pt x="327" y="63"/>
                </a:lnTo>
                <a:lnTo>
                  <a:pt x="327" y="62"/>
                </a:lnTo>
                <a:lnTo>
                  <a:pt x="327" y="61"/>
                </a:lnTo>
                <a:lnTo>
                  <a:pt x="327" y="60"/>
                </a:lnTo>
                <a:lnTo>
                  <a:pt x="326" y="60"/>
                </a:lnTo>
                <a:lnTo>
                  <a:pt x="327" y="59"/>
                </a:lnTo>
                <a:lnTo>
                  <a:pt x="327" y="58"/>
                </a:lnTo>
                <a:lnTo>
                  <a:pt x="327" y="57"/>
                </a:lnTo>
                <a:lnTo>
                  <a:pt x="327" y="56"/>
                </a:lnTo>
                <a:lnTo>
                  <a:pt x="327" y="55"/>
                </a:lnTo>
                <a:lnTo>
                  <a:pt x="327" y="54"/>
                </a:lnTo>
                <a:lnTo>
                  <a:pt x="326" y="54"/>
                </a:lnTo>
                <a:lnTo>
                  <a:pt x="326" y="53"/>
                </a:lnTo>
                <a:lnTo>
                  <a:pt x="325" y="53"/>
                </a:lnTo>
                <a:lnTo>
                  <a:pt x="324" y="52"/>
                </a:lnTo>
                <a:lnTo>
                  <a:pt x="325" y="52"/>
                </a:lnTo>
                <a:lnTo>
                  <a:pt x="325" y="51"/>
                </a:lnTo>
                <a:lnTo>
                  <a:pt x="325" y="52"/>
                </a:lnTo>
                <a:lnTo>
                  <a:pt x="326" y="51"/>
                </a:lnTo>
                <a:lnTo>
                  <a:pt x="326" y="50"/>
                </a:lnTo>
                <a:lnTo>
                  <a:pt x="327" y="50"/>
                </a:lnTo>
                <a:lnTo>
                  <a:pt x="327" y="51"/>
                </a:lnTo>
                <a:lnTo>
                  <a:pt x="328" y="51"/>
                </a:lnTo>
                <a:lnTo>
                  <a:pt x="328" y="52"/>
                </a:lnTo>
                <a:lnTo>
                  <a:pt x="330" y="51"/>
                </a:lnTo>
                <a:lnTo>
                  <a:pt x="332" y="50"/>
                </a:lnTo>
                <a:lnTo>
                  <a:pt x="331" y="50"/>
                </a:lnTo>
                <a:lnTo>
                  <a:pt x="331" y="49"/>
                </a:lnTo>
                <a:lnTo>
                  <a:pt x="331" y="48"/>
                </a:lnTo>
                <a:lnTo>
                  <a:pt x="332" y="47"/>
                </a:lnTo>
                <a:lnTo>
                  <a:pt x="332" y="46"/>
                </a:lnTo>
                <a:lnTo>
                  <a:pt x="331" y="46"/>
                </a:lnTo>
                <a:lnTo>
                  <a:pt x="329" y="46"/>
                </a:lnTo>
                <a:lnTo>
                  <a:pt x="328" y="46"/>
                </a:lnTo>
                <a:lnTo>
                  <a:pt x="327" y="46"/>
                </a:lnTo>
                <a:lnTo>
                  <a:pt x="327" y="45"/>
                </a:lnTo>
                <a:lnTo>
                  <a:pt x="327" y="44"/>
                </a:lnTo>
                <a:lnTo>
                  <a:pt x="327" y="43"/>
                </a:lnTo>
                <a:lnTo>
                  <a:pt x="328" y="43"/>
                </a:lnTo>
                <a:lnTo>
                  <a:pt x="329" y="42"/>
                </a:lnTo>
                <a:lnTo>
                  <a:pt x="329" y="41"/>
                </a:lnTo>
                <a:lnTo>
                  <a:pt x="329" y="39"/>
                </a:lnTo>
                <a:lnTo>
                  <a:pt x="328" y="37"/>
                </a:lnTo>
                <a:lnTo>
                  <a:pt x="327" y="35"/>
                </a:lnTo>
                <a:lnTo>
                  <a:pt x="327" y="34"/>
                </a:lnTo>
                <a:lnTo>
                  <a:pt x="327" y="33"/>
                </a:lnTo>
                <a:lnTo>
                  <a:pt x="328" y="33"/>
                </a:lnTo>
                <a:lnTo>
                  <a:pt x="329" y="33"/>
                </a:lnTo>
                <a:lnTo>
                  <a:pt x="330" y="33"/>
                </a:lnTo>
                <a:lnTo>
                  <a:pt x="331" y="32"/>
                </a:lnTo>
                <a:lnTo>
                  <a:pt x="330" y="30"/>
                </a:lnTo>
                <a:lnTo>
                  <a:pt x="329" y="29"/>
                </a:lnTo>
                <a:lnTo>
                  <a:pt x="327" y="29"/>
                </a:lnTo>
                <a:lnTo>
                  <a:pt x="327" y="28"/>
                </a:lnTo>
                <a:lnTo>
                  <a:pt x="326" y="28"/>
                </a:lnTo>
                <a:lnTo>
                  <a:pt x="325" y="28"/>
                </a:lnTo>
                <a:lnTo>
                  <a:pt x="324" y="27"/>
                </a:lnTo>
                <a:lnTo>
                  <a:pt x="325" y="27"/>
                </a:lnTo>
                <a:lnTo>
                  <a:pt x="326" y="27"/>
                </a:lnTo>
                <a:lnTo>
                  <a:pt x="327" y="27"/>
                </a:lnTo>
                <a:lnTo>
                  <a:pt x="328" y="26"/>
                </a:lnTo>
                <a:lnTo>
                  <a:pt x="329" y="25"/>
                </a:lnTo>
                <a:lnTo>
                  <a:pt x="328" y="24"/>
                </a:lnTo>
                <a:lnTo>
                  <a:pt x="327" y="24"/>
                </a:lnTo>
                <a:lnTo>
                  <a:pt x="328" y="23"/>
                </a:lnTo>
                <a:lnTo>
                  <a:pt x="329" y="23"/>
                </a:lnTo>
                <a:lnTo>
                  <a:pt x="329" y="22"/>
                </a:lnTo>
                <a:lnTo>
                  <a:pt x="329" y="21"/>
                </a:lnTo>
                <a:lnTo>
                  <a:pt x="328" y="21"/>
                </a:lnTo>
                <a:lnTo>
                  <a:pt x="328" y="20"/>
                </a:lnTo>
                <a:lnTo>
                  <a:pt x="328" y="17"/>
                </a:lnTo>
                <a:lnTo>
                  <a:pt x="328" y="16"/>
                </a:lnTo>
                <a:lnTo>
                  <a:pt x="328" y="15"/>
                </a:lnTo>
                <a:lnTo>
                  <a:pt x="329" y="15"/>
                </a:lnTo>
                <a:lnTo>
                  <a:pt x="330" y="15"/>
                </a:lnTo>
                <a:lnTo>
                  <a:pt x="329" y="13"/>
                </a:lnTo>
                <a:lnTo>
                  <a:pt x="328" y="10"/>
                </a:lnTo>
                <a:lnTo>
                  <a:pt x="329" y="10"/>
                </a:lnTo>
                <a:lnTo>
                  <a:pt x="329" y="9"/>
                </a:lnTo>
                <a:lnTo>
                  <a:pt x="329" y="10"/>
                </a:lnTo>
                <a:lnTo>
                  <a:pt x="330" y="10"/>
                </a:lnTo>
                <a:lnTo>
                  <a:pt x="331" y="9"/>
                </a:lnTo>
                <a:lnTo>
                  <a:pt x="332" y="7"/>
                </a:lnTo>
                <a:lnTo>
                  <a:pt x="330" y="5"/>
                </a:lnTo>
                <a:lnTo>
                  <a:pt x="331" y="3"/>
                </a:lnTo>
                <a:lnTo>
                  <a:pt x="332" y="2"/>
                </a:lnTo>
                <a:lnTo>
                  <a:pt x="331" y="2"/>
                </a:lnTo>
                <a:lnTo>
                  <a:pt x="331" y="1"/>
                </a:lnTo>
                <a:lnTo>
                  <a:pt x="332" y="1"/>
                </a:lnTo>
                <a:lnTo>
                  <a:pt x="333" y="1"/>
                </a:lnTo>
                <a:close/>
              </a:path>
            </a:pathLst>
          </a:custGeom>
          <a:solidFill>
            <a:srgbClr val="EFC4B1"/>
          </a:solidFill>
          <a:ln w="2520">
            <a:solidFill>
              <a:srgbClr val="FFFFFF"/>
            </a:solidFill>
            <a:round/>
          </a:ln>
        </p:spPr>
        <p:txBody>
          <a:bodyPr lIns="1080" tIns="1080" rIns="1080" bIns="108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78" name=""/>
          <p:cNvSpPr/>
          <p:nvPr/>
        </p:nvSpPr>
        <p:spPr>
          <a:xfrm>
            <a:off x="4880880" y="1825920"/>
            <a:ext cx="1080" cy="1440"/>
          </a:xfrm>
          <a:custGeom>
            <a:avLst/>
            <a:gdLst/>
            <a:ahLst/>
            <a:rect l="0" t="0" r="r" b="b"/>
            <a:pathLst>
              <a:path w="3" h="4">
                <a:moveTo>
                  <a:pt x="3" y="2"/>
                </a:moveTo>
                <a:lnTo>
                  <a:pt x="2" y="4"/>
                </a:lnTo>
                <a:lnTo>
                  <a:pt x="0" y="2"/>
                </a:lnTo>
                <a:lnTo>
                  <a:pt x="2" y="2"/>
                </a:lnTo>
                <a:lnTo>
                  <a:pt x="3" y="2"/>
                </a:lnTo>
                <a:lnTo>
                  <a:pt x="3" y="0"/>
                </a:lnTo>
                <a:lnTo>
                  <a:pt x="3" y="2"/>
                </a:lnTo>
                <a:close/>
              </a:path>
            </a:pathLst>
          </a:custGeom>
          <a:solidFill>
            <a:srgbClr val="C2C2BF"/>
          </a:solidFill>
          <a:ln w="2520">
            <a:solidFill>
              <a:srgbClr val="FFFFFF"/>
            </a:solidFill>
            <a:round/>
          </a:ln>
        </p:spPr>
        <p:txBody>
          <a:bodyPr lIns="1080" tIns="360" rIns="1080" bIns="3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79" name=""/>
          <p:cNvSpPr/>
          <p:nvPr/>
        </p:nvSpPr>
        <p:spPr>
          <a:xfrm>
            <a:off x="4881240" y="1825200"/>
            <a:ext cx="1440" cy="720"/>
          </a:xfrm>
          <a:custGeom>
            <a:avLst/>
            <a:gdLst/>
            <a:ahLst/>
            <a:rect l="0" t="0" r="r" b="b"/>
            <a:pathLst>
              <a:path w="4" h="2">
                <a:moveTo>
                  <a:pt x="0" y="2"/>
                </a:moveTo>
                <a:lnTo>
                  <a:pt x="0" y="0"/>
                </a:lnTo>
                <a:lnTo>
                  <a:pt x="2" y="0"/>
                </a:lnTo>
                <a:lnTo>
                  <a:pt x="4" y="0"/>
                </a:lnTo>
                <a:lnTo>
                  <a:pt x="4" y="2"/>
                </a:lnTo>
                <a:lnTo>
                  <a:pt x="2" y="2"/>
                </a:lnTo>
                <a:lnTo>
                  <a:pt x="0" y="2"/>
                </a:lnTo>
                <a:close/>
              </a:path>
            </a:pathLst>
          </a:custGeom>
          <a:solidFill>
            <a:srgbClr val="C2C2BF"/>
          </a:solidFill>
          <a:ln w="2520">
            <a:solidFill>
              <a:srgbClr val="FFFFFF"/>
            </a:solidFill>
            <a:round/>
          </a:ln>
        </p:spPr>
        <p:txBody>
          <a:bodyPr lIns="1080" tIns="-360" rIns="1080" bIns="-3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80" name=""/>
          <p:cNvSpPr/>
          <p:nvPr/>
        </p:nvSpPr>
        <p:spPr>
          <a:xfrm>
            <a:off x="4884480" y="1824120"/>
            <a:ext cx="720" cy="1440"/>
          </a:xfrm>
          <a:custGeom>
            <a:avLst/>
            <a:gdLst/>
            <a:ahLst/>
            <a:rect l="0" t="0" r="r" b="b"/>
            <a:pathLst>
              <a:path w="2" h="4">
                <a:moveTo>
                  <a:pt x="0" y="2"/>
                </a:moveTo>
                <a:lnTo>
                  <a:pt x="0" y="0"/>
                </a:lnTo>
                <a:lnTo>
                  <a:pt x="2" y="0"/>
                </a:lnTo>
                <a:lnTo>
                  <a:pt x="2" y="2"/>
                </a:lnTo>
                <a:lnTo>
                  <a:pt x="2" y="4"/>
                </a:lnTo>
                <a:lnTo>
                  <a:pt x="0" y="2"/>
                </a:lnTo>
                <a:close/>
              </a:path>
            </a:pathLst>
          </a:custGeom>
          <a:solidFill>
            <a:srgbClr val="C2C2BF"/>
          </a:solidFill>
          <a:ln w="2520">
            <a:solidFill>
              <a:srgbClr val="FFFFFF"/>
            </a:solidFill>
            <a:round/>
          </a:ln>
        </p:spPr>
        <p:txBody>
          <a:bodyPr lIns="1080" tIns="360" rIns="1080" bIns="3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81" name=""/>
          <p:cNvSpPr/>
          <p:nvPr/>
        </p:nvSpPr>
        <p:spPr>
          <a:xfrm>
            <a:off x="4895640" y="1823760"/>
            <a:ext cx="1440" cy="720"/>
          </a:xfrm>
          <a:custGeom>
            <a:avLst/>
            <a:gdLst/>
            <a:ahLst/>
            <a:rect l="0" t="0" r="r" b="b"/>
            <a:pathLst>
              <a:path w="4" h="2">
                <a:moveTo>
                  <a:pt x="4" y="2"/>
                </a:moveTo>
                <a:lnTo>
                  <a:pt x="2" y="2"/>
                </a:lnTo>
                <a:lnTo>
                  <a:pt x="0" y="0"/>
                </a:lnTo>
                <a:lnTo>
                  <a:pt x="2" y="0"/>
                </a:lnTo>
                <a:lnTo>
                  <a:pt x="4" y="0"/>
                </a:lnTo>
                <a:lnTo>
                  <a:pt x="4" y="2"/>
                </a:lnTo>
                <a:close/>
              </a:path>
            </a:pathLst>
          </a:custGeom>
          <a:solidFill>
            <a:srgbClr val="C2C2BF"/>
          </a:solidFill>
          <a:ln w="2520">
            <a:solidFill>
              <a:srgbClr val="FFFFFF"/>
            </a:solidFill>
            <a:round/>
          </a:ln>
        </p:spPr>
        <p:txBody>
          <a:bodyPr lIns="1080" tIns="-360" rIns="1080" bIns="-3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82" name=""/>
          <p:cNvSpPr/>
          <p:nvPr/>
        </p:nvSpPr>
        <p:spPr>
          <a:xfrm>
            <a:off x="4885920" y="1823040"/>
            <a:ext cx="1800" cy="1800"/>
          </a:xfrm>
          <a:custGeom>
            <a:avLst/>
            <a:gdLst/>
            <a:ahLst/>
            <a:rect l="0" t="0" r="r" b="b"/>
            <a:pathLst>
              <a:path w="5" h="5">
                <a:moveTo>
                  <a:pt x="3" y="1"/>
                </a:moveTo>
                <a:lnTo>
                  <a:pt x="2" y="1"/>
                </a:lnTo>
                <a:lnTo>
                  <a:pt x="3" y="3"/>
                </a:lnTo>
                <a:lnTo>
                  <a:pt x="5" y="3"/>
                </a:lnTo>
                <a:lnTo>
                  <a:pt x="3" y="4"/>
                </a:lnTo>
                <a:lnTo>
                  <a:pt x="3" y="3"/>
                </a:lnTo>
                <a:lnTo>
                  <a:pt x="3" y="4"/>
                </a:lnTo>
                <a:lnTo>
                  <a:pt x="2" y="4"/>
                </a:lnTo>
                <a:lnTo>
                  <a:pt x="2" y="5"/>
                </a:lnTo>
                <a:lnTo>
                  <a:pt x="0" y="4"/>
                </a:lnTo>
                <a:lnTo>
                  <a:pt x="2" y="3"/>
                </a:lnTo>
                <a:lnTo>
                  <a:pt x="2" y="1"/>
                </a:lnTo>
                <a:lnTo>
                  <a:pt x="2" y="0"/>
                </a:lnTo>
                <a:lnTo>
                  <a:pt x="3" y="0"/>
                </a:lnTo>
                <a:lnTo>
                  <a:pt x="3" y="1"/>
                </a:lnTo>
                <a:close/>
              </a:path>
            </a:pathLst>
          </a:custGeom>
          <a:solidFill>
            <a:srgbClr val="C2C2BF"/>
          </a:solidFill>
          <a:ln w="2520">
            <a:solidFill>
              <a:srgbClr val="FFFFFF"/>
            </a:solidFill>
            <a:round/>
          </a:ln>
        </p:spPr>
        <p:txBody>
          <a:bodyPr lIns="1080" tIns="720" rIns="1080" bIns="7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83" name=""/>
          <p:cNvSpPr/>
          <p:nvPr/>
        </p:nvSpPr>
        <p:spPr>
          <a:xfrm>
            <a:off x="4889520" y="1821960"/>
            <a:ext cx="2880" cy="2880"/>
          </a:xfrm>
          <a:custGeom>
            <a:avLst/>
            <a:gdLst/>
            <a:ahLst/>
            <a:rect l="0" t="0" r="r" b="b"/>
            <a:pathLst>
              <a:path w="8" h="8">
                <a:moveTo>
                  <a:pt x="2" y="1"/>
                </a:moveTo>
                <a:lnTo>
                  <a:pt x="3" y="1"/>
                </a:lnTo>
                <a:lnTo>
                  <a:pt x="3" y="2"/>
                </a:lnTo>
                <a:lnTo>
                  <a:pt x="4" y="2"/>
                </a:lnTo>
                <a:lnTo>
                  <a:pt x="4" y="3"/>
                </a:lnTo>
                <a:lnTo>
                  <a:pt x="3" y="3"/>
                </a:lnTo>
                <a:lnTo>
                  <a:pt x="3" y="5"/>
                </a:lnTo>
                <a:lnTo>
                  <a:pt x="4" y="5"/>
                </a:lnTo>
                <a:lnTo>
                  <a:pt x="6" y="3"/>
                </a:lnTo>
                <a:lnTo>
                  <a:pt x="7" y="3"/>
                </a:lnTo>
                <a:lnTo>
                  <a:pt x="8" y="3"/>
                </a:lnTo>
                <a:lnTo>
                  <a:pt x="8" y="5"/>
                </a:lnTo>
                <a:lnTo>
                  <a:pt x="7" y="5"/>
                </a:lnTo>
                <a:lnTo>
                  <a:pt x="6" y="6"/>
                </a:lnTo>
                <a:lnTo>
                  <a:pt x="7" y="8"/>
                </a:lnTo>
                <a:lnTo>
                  <a:pt x="6" y="8"/>
                </a:lnTo>
                <a:lnTo>
                  <a:pt x="6" y="7"/>
                </a:lnTo>
                <a:lnTo>
                  <a:pt x="4" y="7"/>
                </a:lnTo>
                <a:lnTo>
                  <a:pt x="6" y="7"/>
                </a:lnTo>
                <a:lnTo>
                  <a:pt x="6" y="8"/>
                </a:lnTo>
                <a:lnTo>
                  <a:pt x="4" y="8"/>
                </a:lnTo>
                <a:lnTo>
                  <a:pt x="3" y="8"/>
                </a:lnTo>
                <a:lnTo>
                  <a:pt x="2" y="8"/>
                </a:lnTo>
                <a:lnTo>
                  <a:pt x="2" y="7"/>
                </a:lnTo>
                <a:lnTo>
                  <a:pt x="3" y="7"/>
                </a:lnTo>
                <a:lnTo>
                  <a:pt x="3" y="5"/>
                </a:lnTo>
                <a:lnTo>
                  <a:pt x="2" y="3"/>
                </a:lnTo>
                <a:lnTo>
                  <a:pt x="2" y="2"/>
                </a:lnTo>
                <a:lnTo>
                  <a:pt x="2" y="3"/>
                </a:lnTo>
                <a:lnTo>
                  <a:pt x="2" y="2"/>
                </a:lnTo>
                <a:lnTo>
                  <a:pt x="1" y="2"/>
                </a:lnTo>
                <a:lnTo>
                  <a:pt x="2" y="3"/>
                </a:lnTo>
                <a:lnTo>
                  <a:pt x="1" y="3"/>
                </a:lnTo>
                <a:lnTo>
                  <a:pt x="0" y="5"/>
                </a:lnTo>
                <a:lnTo>
                  <a:pt x="0" y="2"/>
                </a:lnTo>
                <a:lnTo>
                  <a:pt x="1" y="2"/>
                </a:lnTo>
                <a:lnTo>
                  <a:pt x="1" y="1"/>
                </a:lnTo>
                <a:lnTo>
                  <a:pt x="0" y="1"/>
                </a:lnTo>
                <a:lnTo>
                  <a:pt x="1" y="1"/>
                </a:lnTo>
                <a:lnTo>
                  <a:pt x="1" y="0"/>
                </a:lnTo>
                <a:lnTo>
                  <a:pt x="2" y="0"/>
                </a:lnTo>
                <a:lnTo>
                  <a:pt x="2" y="1"/>
                </a:lnTo>
                <a:close/>
              </a:path>
            </a:pathLst>
          </a:custGeom>
          <a:solidFill>
            <a:srgbClr val="C2C2BF"/>
          </a:solidFill>
          <a:ln w="2520">
            <a:solidFill>
              <a:srgbClr val="FFFFFF"/>
            </a:solidFill>
            <a:round/>
          </a:ln>
        </p:spPr>
        <p:txBody>
          <a:bodyPr lIns="1080" tIns="1080" rIns="1080" bIns="108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84" name=""/>
          <p:cNvSpPr/>
          <p:nvPr/>
        </p:nvSpPr>
        <p:spPr>
          <a:xfrm>
            <a:off x="4891320" y="1821600"/>
            <a:ext cx="1080" cy="1080"/>
          </a:xfrm>
          <a:custGeom>
            <a:avLst/>
            <a:gdLst/>
            <a:ahLst/>
            <a:rect l="0" t="0" r="r" b="b"/>
            <a:pathLst>
              <a:path w="3" h="3">
                <a:moveTo>
                  <a:pt x="3" y="3"/>
                </a:moveTo>
                <a:lnTo>
                  <a:pt x="1" y="2"/>
                </a:lnTo>
                <a:lnTo>
                  <a:pt x="0" y="0"/>
                </a:lnTo>
                <a:lnTo>
                  <a:pt x="1" y="0"/>
                </a:lnTo>
                <a:lnTo>
                  <a:pt x="3" y="0"/>
                </a:lnTo>
                <a:lnTo>
                  <a:pt x="3" y="2"/>
                </a:lnTo>
                <a:lnTo>
                  <a:pt x="3" y="3"/>
                </a:lnTo>
                <a:close/>
              </a:path>
            </a:pathLst>
          </a:custGeom>
          <a:solidFill>
            <a:srgbClr val="C2C2BF"/>
          </a:solidFill>
          <a:ln w="2520">
            <a:solidFill>
              <a:srgbClr val="FFFFFF"/>
            </a:solidFill>
            <a:round/>
          </a:ln>
        </p:spPr>
        <p:txBody>
          <a:bodyPr lIns="1080" tIns="0" rIns="108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85" name=""/>
          <p:cNvSpPr/>
          <p:nvPr/>
        </p:nvSpPr>
        <p:spPr>
          <a:xfrm>
            <a:off x="4886280" y="1821240"/>
            <a:ext cx="1080" cy="1080"/>
          </a:xfrm>
          <a:custGeom>
            <a:avLst/>
            <a:gdLst/>
            <a:ahLst/>
            <a:rect l="0" t="0" r="r" b="b"/>
            <a:pathLst>
              <a:path w="3" h="3">
                <a:moveTo>
                  <a:pt x="3" y="3"/>
                </a:moveTo>
                <a:lnTo>
                  <a:pt x="1" y="3"/>
                </a:lnTo>
                <a:lnTo>
                  <a:pt x="1" y="1"/>
                </a:lnTo>
                <a:lnTo>
                  <a:pt x="0" y="1"/>
                </a:lnTo>
                <a:lnTo>
                  <a:pt x="0" y="0"/>
                </a:lnTo>
                <a:lnTo>
                  <a:pt x="3" y="0"/>
                </a:lnTo>
                <a:lnTo>
                  <a:pt x="3" y="1"/>
                </a:lnTo>
                <a:lnTo>
                  <a:pt x="3" y="3"/>
                </a:lnTo>
                <a:close/>
              </a:path>
            </a:pathLst>
          </a:custGeom>
          <a:solidFill>
            <a:srgbClr val="C2C2BF"/>
          </a:solidFill>
          <a:ln w="2520">
            <a:solidFill>
              <a:srgbClr val="FFFFFF"/>
            </a:solidFill>
            <a:round/>
          </a:ln>
        </p:spPr>
        <p:txBody>
          <a:bodyPr lIns="1080" tIns="0" rIns="108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86" name=""/>
          <p:cNvSpPr/>
          <p:nvPr/>
        </p:nvSpPr>
        <p:spPr>
          <a:xfrm>
            <a:off x="4889880" y="1819080"/>
            <a:ext cx="6840" cy="5040"/>
          </a:xfrm>
          <a:custGeom>
            <a:avLst/>
            <a:gdLst/>
            <a:ahLst/>
            <a:rect l="0" t="0" r="r" b="b"/>
            <a:pathLst>
              <a:path w="19" h="14">
                <a:moveTo>
                  <a:pt x="14" y="1"/>
                </a:moveTo>
                <a:lnTo>
                  <a:pt x="15" y="1"/>
                </a:lnTo>
                <a:lnTo>
                  <a:pt x="15" y="2"/>
                </a:lnTo>
                <a:lnTo>
                  <a:pt x="17" y="2"/>
                </a:lnTo>
                <a:lnTo>
                  <a:pt x="15" y="3"/>
                </a:lnTo>
                <a:lnTo>
                  <a:pt x="17" y="3"/>
                </a:lnTo>
                <a:lnTo>
                  <a:pt x="18" y="3"/>
                </a:lnTo>
                <a:lnTo>
                  <a:pt x="18" y="4"/>
                </a:lnTo>
                <a:lnTo>
                  <a:pt x="18" y="6"/>
                </a:lnTo>
                <a:lnTo>
                  <a:pt x="17" y="7"/>
                </a:lnTo>
                <a:lnTo>
                  <a:pt x="17" y="6"/>
                </a:lnTo>
                <a:lnTo>
                  <a:pt x="17" y="7"/>
                </a:lnTo>
                <a:lnTo>
                  <a:pt x="18" y="7"/>
                </a:lnTo>
                <a:lnTo>
                  <a:pt x="18" y="8"/>
                </a:lnTo>
                <a:lnTo>
                  <a:pt x="18" y="9"/>
                </a:lnTo>
                <a:lnTo>
                  <a:pt x="18" y="10"/>
                </a:lnTo>
                <a:lnTo>
                  <a:pt x="18" y="11"/>
                </a:lnTo>
                <a:lnTo>
                  <a:pt x="19" y="11"/>
                </a:lnTo>
                <a:lnTo>
                  <a:pt x="18" y="11"/>
                </a:lnTo>
                <a:lnTo>
                  <a:pt x="19" y="11"/>
                </a:lnTo>
                <a:lnTo>
                  <a:pt x="18" y="11"/>
                </a:lnTo>
                <a:lnTo>
                  <a:pt x="18" y="12"/>
                </a:lnTo>
                <a:lnTo>
                  <a:pt x="17" y="12"/>
                </a:lnTo>
                <a:lnTo>
                  <a:pt x="17" y="11"/>
                </a:lnTo>
                <a:lnTo>
                  <a:pt x="17" y="10"/>
                </a:lnTo>
                <a:lnTo>
                  <a:pt x="15" y="10"/>
                </a:lnTo>
                <a:lnTo>
                  <a:pt x="15" y="9"/>
                </a:lnTo>
                <a:lnTo>
                  <a:pt x="15" y="8"/>
                </a:lnTo>
                <a:lnTo>
                  <a:pt x="15" y="7"/>
                </a:lnTo>
                <a:lnTo>
                  <a:pt x="14" y="7"/>
                </a:lnTo>
                <a:lnTo>
                  <a:pt x="13" y="7"/>
                </a:lnTo>
                <a:lnTo>
                  <a:pt x="14" y="8"/>
                </a:lnTo>
                <a:lnTo>
                  <a:pt x="14" y="9"/>
                </a:lnTo>
                <a:lnTo>
                  <a:pt x="13" y="9"/>
                </a:lnTo>
                <a:lnTo>
                  <a:pt x="13" y="8"/>
                </a:lnTo>
                <a:lnTo>
                  <a:pt x="13" y="9"/>
                </a:lnTo>
                <a:lnTo>
                  <a:pt x="12" y="10"/>
                </a:lnTo>
                <a:lnTo>
                  <a:pt x="13" y="11"/>
                </a:lnTo>
                <a:lnTo>
                  <a:pt x="14" y="11"/>
                </a:lnTo>
                <a:lnTo>
                  <a:pt x="13" y="11"/>
                </a:lnTo>
                <a:lnTo>
                  <a:pt x="13" y="12"/>
                </a:lnTo>
                <a:lnTo>
                  <a:pt x="14" y="12"/>
                </a:lnTo>
                <a:lnTo>
                  <a:pt x="14" y="13"/>
                </a:lnTo>
                <a:lnTo>
                  <a:pt x="13" y="13"/>
                </a:lnTo>
                <a:lnTo>
                  <a:pt x="13" y="14"/>
                </a:lnTo>
                <a:lnTo>
                  <a:pt x="12" y="13"/>
                </a:lnTo>
                <a:lnTo>
                  <a:pt x="12" y="12"/>
                </a:lnTo>
                <a:lnTo>
                  <a:pt x="12" y="11"/>
                </a:lnTo>
                <a:lnTo>
                  <a:pt x="13" y="11"/>
                </a:lnTo>
                <a:lnTo>
                  <a:pt x="12" y="11"/>
                </a:lnTo>
                <a:lnTo>
                  <a:pt x="12" y="10"/>
                </a:lnTo>
                <a:lnTo>
                  <a:pt x="12" y="11"/>
                </a:lnTo>
                <a:lnTo>
                  <a:pt x="11" y="11"/>
                </a:lnTo>
                <a:lnTo>
                  <a:pt x="11" y="12"/>
                </a:lnTo>
                <a:lnTo>
                  <a:pt x="11" y="11"/>
                </a:lnTo>
                <a:lnTo>
                  <a:pt x="11" y="10"/>
                </a:lnTo>
                <a:lnTo>
                  <a:pt x="10" y="10"/>
                </a:lnTo>
                <a:lnTo>
                  <a:pt x="10" y="8"/>
                </a:lnTo>
                <a:lnTo>
                  <a:pt x="9" y="8"/>
                </a:lnTo>
                <a:lnTo>
                  <a:pt x="9" y="7"/>
                </a:lnTo>
                <a:lnTo>
                  <a:pt x="8" y="7"/>
                </a:lnTo>
                <a:lnTo>
                  <a:pt x="8" y="8"/>
                </a:lnTo>
                <a:lnTo>
                  <a:pt x="8" y="9"/>
                </a:lnTo>
                <a:lnTo>
                  <a:pt x="7" y="9"/>
                </a:lnTo>
                <a:lnTo>
                  <a:pt x="6" y="9"/>
                </a:lnTo>
                <a:lnTo>
                  <a:pt x="6" y="8"/>
                </a:lnTo>
                <a:lnTo>
                  <a:pt x="5" y="8"/>
                </a:lnTo>
                <a:lnTo>
                  <a:pt x="5" y="7"/>
                </a:lnTo>
                <a:lnTo>
                  <a:pt x="4" y="7"/>
                </a:lnTo>
                <a:lnTo>
                  <a:pt x="4" y="8"/>
                </a:lnTo>
                <a:lnTo>
                  <a:pt x="3" y="8"/>
                </a:lnTo>
                <a:lnTo>
                  <a:pt x="3" y="7"/>
                </a:lnTo>
                <a:lnTo>
                  <a:pt x="2" y="7"/>
                </a:lnTo>
                <a:lnTo>
                  <a:pt x="1" y="6"/>
                </a:lnTo>
                <a:lnTo>
                  <a:pt x="1" y="4"/>
                </a:lnTo>
                <a:lnTo>
                  <a:pt x="0" y="3"/>
                </a:lnTo>
                <a:lnTo>
                  <a:pt x="1" y="3"/>
                </a:lnTo>
                <a:lnTo>
                  <a:pt x="1" y="2"/>
                </a:lnTo>
                <a:lnTo>
                  <a:pt x="2" y="2"/>
                </a:lnTo>
                <a:lnTo>
                  <a:pt x="2" y="1"/>
                </a:lnTo>
                <a:lnTo>
                  <a:pt x="3" y="1"/>
                </a:lnTo>
                <a:lnTo>
                  <a:pt x="4" y="1"/>
                </a:lnTo>
                <a:lnTo>
                  <a:pt x="5" y="2"/>
                </a:lnTo>
                <a:lnTo>
                  <a:pt x="7" y="2"/>
                </a:lnTo>
                <a:lnTo>
                  <a:pt x="8" y="2"/>
                </a:lnTo>
                <a:lnTo>
                  <a:pt x="9" y="1"/>
                </a:lnTo>
                <a:lnTo>
                  <a:pt x="9" y="0"/>
                </a:lnTo>
                <a:lnTo>
                  <a:pt x="11" y="0"/>
                </a:lnTo>
                <a:lnTo>
                  <a:pt x="12" y="0"/>
                </a:lnTo>
                <a:lnTo>
                  <a:pt x="13" y="1"/>
                </a:lnTo>
                <a:lnTo>
                  <a:pt x="14" y="1"/>
                </a:lnTo>
                <a:close/>
              </a:path>
            </a:pathLst>
          </a:custGeom>
          <a:solidFill>
            <a:srgbClr val="C2C2BF"/>
          </a:solidFill>
          <a:ln w="2520">
            <a:solidFill>
              <a:srgbClr val="FFFFFF"/>
            </a:solidFill>
            <a:round/>
          </a:ln>
        </p:spPr>
        <p:txBody>
          <a:bodyPr lIns="1080" tIns="1080" rIns="1080" bIns="108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87" name=""/>
          <p:cNvSpPr/>
          <p:nvPr/>
        </p:nvSpPr>
        <p:spPr>
          <a:xfrm>
            <a:off x="4887000" y="1820880"/>
            <a:ext cx="360" cy="360"/>
          </a:xfrm>
          <a:custGeom>
            <a:avLst/>
            <a:gdLst/>
            <a:ahLst/>
            <a:rect l="0" t="0" r="r" b="b"/>
            <a:pathLst>
              <a:path w="1" h="1">
                <a:moveTo>
                  <a:pt x="1" y="1"/>
                </a:moveTo>
                <a:lnTo>
                  <a:pt x="0" y="1"/>
                </a:lnTo>
                <a:lnTo>
                  <a:pt x="0" y="0"/>
                </a:lnTo>
                <a:lnTo>
                  <a:pt x="0" y="1"/>
                </a:lnTo>
                <a:lnTo>
                  <a:pt x="1" y="1"/>
                </a:lnTo>
                <a:lnTo>
                  <a:pt x="1" y="0"/>
                </a:lnTo>
                <a:lnTo>
                  <a:pt x="1" y="1"/>
                </a:lnTo>
                <a:close/>
              </a:path>
            </a:pathLst>
          </a:custGeom>
          <a:solidFill>
            <a:srgbClr val="C2C2BF"/>
          </a:solidFill>
          <a:ln w="2520">
            <a:solidFill>
              <a:srgbClr val="FFFFFF"/>
            </a:solidFill>
            <a:round/>
          </a:ln>
        </p:spPr>
        <p:txBody>
          <a:bodyPr lIns="1080" tIns="-720" rIns="1080" bIns="-7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88" name=""/>
          <p:cNvSpPr/>
          <p:nvPr/>
        </p:nvSpPr>
        <p:spPr>
          <a:xfrm>
            <a:off x="4878360" y="1817280"/>
            <a:ext cx="9360" cy="7920"/>
          </a:xfrm>
          <a:custGeom>
            <a:avLst/>
            <a:gdLst/>
            <a:ahLst/>
            <a:rect l="0" t="0" r="r" b="b"/>
            <a:pathLst>
              <a:path w="26" h="22">
                <a:moveTo>
                  <a:pt x="24" y="0"/>
                </a:moveTo>
                <a:lnTo>
                  <a:pt x="25" y="0"/>
                </a:lnTo>
                <a:lnTo>
                  <a:pt x="25" y="1"/>
                </a:lnTo>
                <a:lnTo>
                  <a:pt x="26" y="1"/>
                </a:lnTo>
                <a:lnTo>
                  <a:pt x="25" y="2"/>
                </a:lnTo>
                <a:lnTo>
                  <a:pt x="25" y="4"/>
                </a:lnTo>
                <a:lnTo>
                  <a:pt x="25" y="5"/>
                </a:lnTo>
                <a:lnTo>
                  <a:pt x="25" y="6"/>
                </a:lnTo>
                <a:lnTo>
                  <a:pt x="24" y="6"/>
                </a:lnTo>
                <a:lnTo>
                  <a:pt x="23" y="6"/>
                </a:lnTo>
                <a:lnTo>
                  <a:pt x="22" y="6"/>
                </a:lnTo>
                <a:lnTo>
                  <a:pt x="20" y="6"/>
                </a:lnTo>
                <a:lnTo>
                  <a:pt x="20" y="7"/>
                </a:lnTo>
                <a:lnTo>
                  <a:pt x="20" y="8"/>
                </a:lnTo>
                <a:lnTo>
                  <a:pt x="22" y="8"/>
                </a:lnTo>
                <a:lnTo>
                  <a:pt x="22" y="7"/>
                </a:lnTo>
                <a:lnTo>
                  <a:pt x="22" y="8"/>
                </a:lnTo>
                <a:lnTo>
                  <a:pt x="20" y="8"/>
                </a:lnTo>
                <a:lnTo>
                  <a:pt x="20" y="9"/>
                </a:lnTo>
                <a:lnTo>
                  <a:pt x="22" y="9"/>
                </a:lnTo>
                <a:lnTo>
                  <a:pt x="22" y="10"/>
                </a:lnTo>
                <a:lnTo>
                  <a:pt x="22" y="11"/>
                </a:lnTo>
                <a:lnTo>
                  <a:pt x="22" y="12"/>
                </a:lnTo>
                <a:lnTo>
                  <a:pt x="20" y="12"/>
                </a:lnTo>
                <a:lnTo>
                  <a:pt x="20" y="11"/>
                </a:lnTo>
                <a:lnTo>
                  <a:pt x="19" y="11"/>
                </a:lnTo>
                <a:lnTo>
                  <a:pt x="18" y="11"/>
                </a:lnTo>
                <a:lnTo>
                  <a:pt x="18" y="12"/>
                </a:lnTo>
                <a:lnTo>
                  <a:pt x="19" y="12"/>
                </a:lnTo>
                <a:lnTo>
                  <a:pt x="20" y="13"/>
                </a:lnTo>
                <a:lnTo>
                  <a:pt x="19" y="14"/>
                </a:lnTo>
                <a:lnTo>
                  <a:pt x="18" y="14"/>
                </a:lnTo>
                <a:lnTo>
                  <a:pt x="18" y="15"/>
                </a:lnTo>
                <a:lnTo>
                  <a:pt x="19" y="15"/>
                </a:lnTo>
                <a:lnTo>
                  <a:pt x="18" y="15"/>
                </a:lnTo>
                <a:lnTo>
                  <a:pt x="19" y="15"/>
                </a:lnTo>
                <a:lnTo>
                  <a:pt x="19" y="16"/>
                </a:lnTo>
                <a:lnTo>
                  <a:pt x="20" y="16"/>
                </a:lnTo>
                <a:lnTo>
                  <a:pt x="22" y="16"/>
                </a:lnTo>
                <a:lnTo>
                  <a:pt x="22" y="17"/>
                </a:lnTo>
                <a:lnTo>
                  <a:pt x="20" y="17"/>
                </a:lnTo>
                <a:lnTo>
                  <a:pt x="20" y="18"/>
                </a:lnTo>
                <a:lnTo>
                  <a:pt x="19" y="18"/>
                </a:lnTo>
                <a:lnTo>
                  <a:pt x="18" y="18"/>
                </a:lnTo>
                <a:lnTo>
                  <a:pt x="18" y="19"/>
                </a:lnTo>
                <a:lnTo>
                  <a:pt x="17" y="19"/>
                </a:lnTo>
                <a:lnTo>
                  <a:pt x="17" y="18"/>
                </a:lnTo>
                <a:lnTo>
                  <a:pt x="17" y="17"/>
                </a:lnTo>
                <a:lnTo>
                  <a:pt x="16" y="17"/>
                </a:lnTo>
                <a:lnTo>
                  <a:pt x="16" y="16"/>
                </a:lnTo>
                <a:lnTo>
                  <a:pt x="16" y="15"/>
                </a:lnTo>
                <a:lnTo>
                  <a:pt x="15" y="15"/>
                </a:lnTo>
                <a:lnTo>
                  <a:pt x="15" y="16"/>
                </a:lnTo>
                <a:lnTo>
                  <a:pt x="14" y="16"/>
                </a:lnTo>
                <a:lnTo>
                  <a:pt x="14" y="17"/>
                </a:lnTo>
                <a:lnTo>
                  <a:pt x="14" y="16"/>
                </a:lnTo>
                <a:lnTo>
                  <a:pt x="13" y="16"/>
                </a:lnTo>
                <a:lnTo>
                  <a:pt x="12" y="17"/>
                </a:lnTo>
                <a:lnTo>
                  <a:pt x="11" y="17"/>
                </a:lnTo>
                <a:lnTo>
                  <a:pt x="11" y="18"/>
                </a:lnTo>
                <a:lnTo>
                  <a:pt x="10" y="18"/>
                </a:lnTo>
                <a:lnTo>
                  <a:pt x="9" y="18"/>
                </a:lnTo>
                <a:lnTo>
                  <a:pt x="9" y="19"/>
                </a:lnTo>
                <a:lnTo>
                  <a:pt x="10" y="19"/>
                </a:lnTo>
                <a:lnTo>
                  <a:pt x="11" y="19"/>
                </a:lnTo>
                <a:lnTo>
                  <a:pt x="11" y="20"/>
                </a:lnTo>
                <a:lnTo>
                  <a:pt x="10" y="20"/>
                </a:lnTo>
                <a:lnTo>
                  <a:pt x="9" y="20"/>
                </a:lnTo>
                <a:lnTo>
                  <a:pt x="8" y="20"/>
                </a:lnTo>
                <a:lnTo>
                  <a:pt x="7" y="20"/>
                </a:lnTo>
                <a:lnTo>
                  <a:pt x="7" y="19"/>
                </a:lnTo>
                <a:lnTo>
                  <a:pt x="6" y="19"/>
                </a:lnTo>
                <a:lnTo>
                  <a:pt x="7" y="19"/>
                </a:lnTo>
                <a:lnTo>
                  <a:pt x="7" y="18"/>
                </a:lnTo>
                <a:lnTo>
                  <a:pt x="6" y="18"/>
                </a:lnTo>
                <a:lnTo>
                  <a:pt x="5" y="19"/>
                </a:lnTo>
                <a:lnTo>
                  <a:pt x="4" y="20"/>
                </a:lnTo>
                <a:lnTo>
                  <a:pt x="3" y="21"/>
                </a:lnTo>
                <a:lnTo>
                  <a:pt x="2" y="21"/>
                </a:lnTo>
                <a:lnTo>
                  <a:pt x="1" y="22"/>
                </a:lnTo>
                <a:lnTo>
                  <a:pt x="2" y="22"/>
                </a:lnTo>
                <a:lnTo>
                  <a:pt x="1" y="22"/>
                </a:lnTo>
                <a:lnTo>
                  <a:pt x="1" y="21"/>
                </a:lnTo>
                <a:lnTo>
                  <a:pt x="0" y="21"/>
                </a:lnTo>
                <a:lnTo>
                  <a:pt x="0" y="20"/>
                </a:lnTo>
                <a:lnTo>
                  <a:pt x="0" y="19"/>
                </a:lnTo>
                <a:lnTo>
                  <a:pt x="0" y="18"/>
                </a:lnTo>
                <a:lnTo>
                  <a:pt x="0" y="17"/>
                </a:lnTo>
                <a:lnTo>
                  <a:pt x="0" y="18"/>
                </a:lnTo>
                <a:lnTo>
                  <a:pt x="1" y="18"/>
                </a:lnTo>
                <a:lnTo>
                  <a:pt x="1" y="17"/>
                </a:lnTo>
                <a:lnTo>
                  <a:pt x="1" y="16"/>
                </a:lnTo>
                <a:lnTo>
                  <a:pt x="2" y="16"/>
                </a:lnTo>
                <a:lnTo>
                  <a:pt x="2" y="15"/>
                </a:lnTo>
                <a:lnTo>
                  <a:pt x="1" y="15"/>
                </a:lnTo>
                <a:lnTo>
                  <a:pt x="1" y="14"/>
                </a:lnTo>
                <a:lnTo>
                  <a:pt x="2" y="14"/>
                </a:lnTo>
                <a:lnTo>
                  <a:pt x="3" y="13"/>
                </a:lnTo>
                <a:lnTo>
                  <a:pt x="4" y="13"/>
                </a:lnTo>
                <a:lnTo>
                  <a:pt x="5" y="13"/>
                </a:lnTo>
                <a:lnTo>
                  <a:pt x="5" y="12"/>
                </a:lnTo>
                <a:lnTo>
                  <a:pt x="5" y="11"/>
                </a:lnTo>
                <a:lnTo>
                  <a:pt x="5" y="10"/>
                </a:lnTo>
                <a:lnTo>
                  <a:pt x="6" y="10"/>
                </a:lnTo>
                <a:lnTo>
                  <a:pt x="6" y="9"/>
                </a:lnTo>
                <a:lnTo>
                  <a:pt x="7" y="9"/>
                </a:lnTo>
                <a:lnTo>
                  <a:pt x="8" y="9"/>
                </a:lnTo>
                <a:lnTo>
                  <a:pt x="9" y="9"/>
                </a:lnTo>
                <a:lnTo>
                  <a:pt x="9" y="10"/>
                </a:lnTo>
                <a:lnTo>
                  <a:pt x="9" y="11"/>
                </a:lnTo>
                <a:lnTo>
                  <a:pt x="10" y="11"/>
                </a:lnTo>
                <a:lnTo>
                  <a:pt x="10" y="10"/>
                </a:lnTo>
                <a:lnTo>
                  <a:pt x="10" y="9"/>
                </a:lnTo>
                <a:lnTo>
                  <a:pt x="11" y="9"/>
                </a:lnTo>
                <a:lnTo>
                  <a:pt x="12" y="9"/>
                </a:lnTo>
                <a:lnTo>
                  <a:pt x="12" y="8"/>
                </a:lnTo>
                <a:lnTo>
                  <a:pt x="13" y="8"/>
                </a:lnTo>
                <a:lnTo>
                  <a:pt x="14" y="8"/>
                </a:lnTo>
                <a:lnTo>
                  <a:pt x="15" y="8"/>
                </a:lnTo>
                <a:lnTo>
                  <a:pt x="15" y="7"/>
                </a:lnTo>
                <a:lnTo>
                  <a:pt x="16" y="6"/>
                </a:lnTo>
                <a:lnTo>
                  <a:pt x="17" y="6"/>
                </a:lnTo>
                <a:lnTo>
                  <a:pt x="17" y="5"/>
                </a:lnTo>
                <a:lnTo>
                  <a:pt x="18" y="5"/>
                </a:lnTo>
                <a:lnTo>
                  <a:pt x="19" y="4"/>
                </a:lnTo>
                <a:lnTo>
                  <a:pt x="20" y="2"/>
                </a:lnTo>
                <a:lnTo>
                  <a:pt x="20" y="4"/>
                </a:lnTo>
                <a:lnTo>
                  <a:pt x="22" y="4"/>
                </a:lnTo>
                <a:lnTo>
                  <a:pt x="22" y="2"/>
                </a:lnTo>
                <a:lnTo>
                  <a:pt x="23" y="1"/>
                </a:lnTo>
                <a:lnTo>
                  <a:pt x="24" y="0"/>
                </a:lnTo>
                <a:close/>
              </a:path>
            </a:pathLst>
          </a:custGeom>
          <a:solidFill>
            <a:srgbClr val="C2C2BF"/>
          </a:solidFill>
          <a:ln w="2520">
            <a:solidFill>
              <a:srgbClr val="FFFFFF"/>
            </a:solidFill>
            <a:round/>
          </a:ln>
        </p:spPr>
        <p:txBody>
          <a:bodyPr lIns="1080" tIns="1080" rIns="1080" bIns="108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89" name=""/>
          <p:cNvSpPr/>
          <p:nvPr/>
        </p:nvSpPr>
        <p:spPr>
          <a:xfrm>
            <a:off x="4886280" y="1819800"/>
            <a:ext cx="1440" cy="1440"/>
          </a:xfrm>
          <a:custGeom>
            <a:avLst/>
            <a:gdLst/>
            <a:ahLst/>
            <a:rect l="0" t="0" r="r" b="b"/>
            <a:pathLst>
              <a:path w="4" h="4">
                <a:moveTo>
                  <a:pt x="2" y="0"/>
                </a:moveTo>
                <a:lnTo>
                  <a:pt x="2" y="2"/>
                </a:lnTo>
                <a:lnTo>
                  <a:pt x="4" y="2"/>
                </a:lnTo>
                <a:lnTo>
                  <a:pt x="2" y="2"/>
                </a:lnTo>
                <a:lnTo>
                  <a:pt x="2" y="4"/>
                </a:lnTo>
                <a:lnTo>
                  <a:pt x="2" y="2"/>
                </a:lnTo>
                <a:lnTo>
                  <a:pt x="0" y="2"/>
                </a:lnTo>
                <a:lnTo>
                  <a:pt x="0" y="0"/>
                </a:lnTo>
                <a:lnTo>
                  <a:pt x="2" y="0"/>
                </a:lnTo>
                <a:lnTo>
                  <a:pt x="4" y="0"/>
                </a:lnTo>
                <a:lnTo>
                  <a:pt x="2" y="0"/>
                </a:lnTo>
                <a:close/>
              </a:path>
            </a:pathLst>
          </a:custGeom>
          <a:solidFill>
            <a:srgbClr val="C2C2BF"/>
          </a:solidFill>
          <a:ln w="2520">
            <a:solidFill>
              <a:srgbClr val="FFFFFF"/>
            </a:solidFill>
            <a:round/>
          </a:ln>
        </p:spPr>
        <p:txBody>
          <a:bodyPr lIns="1080" tIns="360" rIns="1080" bIns="3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90" name=""/>
          <p:cNvSpPr/>
          <p:nvPr/>
        </p:nvSpPr>
        <p:spPr>
          <a:xfrm>
            <a:off x="4880160" y="1818720"/>
            <a:ext cx="3240" cy="1800"/>
          </a:xfrm>
          <a:custGeom>
            <a:avLst/>
            <a:gdLst/>
            <a:ahLst/>
            <a:rect l="0" t="0" r="r" b="b"/>
            <a:pathLst>
              <a:path w="9" h="5">
                <a:moveTo>
                  <a:pt x="6" y="0"/>
                </a:moveTo>
                <a:lnTo>
                  <a:pt x="6" y="1"/>
                </a:lnTo>
                <a:lnTo>
                  <a:pt x="7" y="0"/>
                </a:lnTo>
                <a:lnTo>
                  <a:pt x="9" y="0"/>
                </a:lnTo>
                <a:lnTo>
                  <a:pt x="9" y="1"/>
                </a:lnTo>
                <a:lnTo>
                  <a:pt x="9" y="3"/>
                </a:lnTo>
                <a:lnTo>
                  <a:pt x="7" y="1"/>
                </a:lnTo>
                <a:lnTo>
                  <a:pt x="6" y="1"/>
                </a:lnTo>
                <a:lnTo>
                  <a:pt x="6" y="3"/>
                </a:lnTo>
                <a:lnTo>
                  <a:pt x="6" y="4"/>
                </a:lnTo>
                <a:lnTo>
                  <a:pt x="5" y="4"/>
                </a:lnTo>
                <a:lnTo>
                  <a:pt x="5" y="5"/>
                </a:lnTo>
                <a:lnTo>
                  <a:pt x="6" y="5"/>
                </a:lnTo>
                <a:lnTo>
                  <a:pt x="5" y="5"/>
                </a:lnTo>
                <a:lnTo>
                  <a:pt x="3" y="5"/>
                </a:lnTo>
                <a:lnTo>
                  <a:pt x="2" y="5"/>
                </a:lnTo>
                <a:lnTo>
                  <a:pt x="1" y="5"/>
                </a:lnTo>
                <a:lnTo>
                  <a:pt x="0" y="5"/>
                </a:lnTo>
                <a:lnTo>
                  <a:pt x="1" y="4"/>
                </a:lnTo>
                <a:lnTo>
                  <a:pt x="0" y="4"/>
                </a:lnTo>
                <a:lnTo>
                  <a:pt x="0" y="3"/>
                </a:lnTo>
                <a:lnTo>
                  <a:pt x="5" y="0"/>
                </a:lnTo>
                <a:lnTo>
                  <a:pt x="5" y="1"/>
                </a:lnTo>
                <a:lnTo>
                  <a:pt x="6" y="0"/>
                </a:lnTo>
                <a:close/>
              </a:path>
            </a:pathLst>
          </a:custGeom>
          <a:solidFill>
            <a:srgbClr val="C2C2BF"/>
          </a:solidFill>
          <a:ln w="2520">
            <a:solidFill>
              <a:srgbClr val="FFFFFF"/>
            </a:solidFill>
            <a:round/>
          </a:ln>
        </p:spPr>
        <p:txBody>
          <a:bodyPr lIns="1080" tIns="720" rIns="1080" bIns="7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91" name=""/>
          <p:cNvSpPr/>
          <p:nvPr/>
        </p:nvSpPr>
        <p:spPr>
          <a:xfrm>
            <a:off x="4888080" y="1816200"/>
            <a:ext cx="2160" cy="2520"/>
          </a:xfrm>
          <a:custGeom>
            <a:avLst/>
            <a:gdLst/>
            <a:ahLst/>
            <a:rect l="0" t="0" r="r" b="b"/>
            <a:pathLst>
              <a:path w="6" h="7">
                <a:moveTo>
                  <a:pt x="3" y="2"/>
                </a:moveTo>
                <a:lnTo>
                  <a:pt x="3" y="3"/>
                </a:lnTo>
                <a:lnTo>
                  <a:pt x="5" y="3"/>
                </a:lnTo>
                <a:lnTo>
                  <a:pt x="5" y="4"/>
                </a:lnTo>
                <a:lnTo>
                  <a:pt x="6" y="5"/>
                </a:lnTo>
                <a:lnTo>
                  <a:pt x="5" y="7"/>
                </a:lnTo>
                <a:lnTo>
                  <a:pt x="3" y="7"/>
                </a:lnTo>
                <a:lnTo>
                  <a:pt x="2" y="7"/>
                </a:lnTo>
                <a:lnTo>
                  <a:pt x="1" y="7"/>
                </a:lnTo>
                <a:lnTo>
                  <a:pt x="1" y="5"/>
                </a:lnTo>
                <a:lnTo>
                  <a:pt x="2" y="5"/>
                </a:lnTo>
                <a:lnTo>
                  <a:pt x="1" y="4"/>
                </a:lnTo>
                <a:lnTo>
                  <a:pt x="0" y="4"/>
                </a:lnTo>
                <a:lnTo>
                  <a:pt x="1" y="4"/>
                </a:lnTo>
                <a:lnTo>
                  <a:pt x="0" y="3"/>
                </a:lnTo>
                <a:lnTo>
                  <a:pt x="0" y="2"/>
                </a:lnTo>
                <a:lnTo>
                  <a:pt x="1" y="2"/>
                </a:lnTo>
                <a:lnTo>
                  <a:pt x="2" y="2"/>
                </a:lnTo>
                <a:lnTo>
                  <a:pt x="2" y="0"/>
                </a:lnTo>
                <a:lnTo>
                  <a:pt x="3" y="0"/>
                </a:lnTo>
                <a:lnTo>
                  <a:pt x="3" y="2"/>
                </a:lnTo>
                <a:close/>
              </a:path>
            </a:pathLst>
          </a:custGeom>
          <a:solidFill>
            <a:srgbClr val="C2C2BF"/>
          </a:solidFill>
          <a:ln w="2520">
            <a:solidFill>
              <a:srgbClr val="FFFFFF"/>
            </a:solidFill>
            <a:round/>
          </a:ln>
        </p:spPr>
        <p:txBody>
          <a:bodyPr lIns="1080" tIns="1080" rIns="1080" bIns="108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92" name=""/>
          <p:cNvSpPr/>
          <p:nvPr/>
        </p:nvSpPr>
        <p:spPr>
          <a:xfrm>
            <a:off x="4887000" y="1816920"/>
            <a:ext cx="720" cy="720"/>
          </a:xfrm>
          <a:custGeom>
            <a:avLst/>
            <a:gdLst/>
            <a:ahLst/>
            <a:rect l="0" t="0" r="r" b="b"/>
            <a:pathLst>
              <a:path w="2" h="2">
                <a:moveTo>
                  <a:pt x="0" y="2"/>
                </a:moveTo>
                <a:lnTo>
                  <a:pt x="0" y="0"/>
                </a:lnTo>
                <a:lnTo>
                  <a:pt x="2" y="0"/>
                </a:lnTo>
                <a:lnTo>
                  <a:pt x="2" y="2"/>
                </a:lnTo>
                <a:lnTo>
                  <a:pt x="0" y="2"/>
                </a:lnTo>
                <a:close/>
              </a:path>
            </a:pathLst>
          </a:custGeom>
          <a:solidFill>
            <a:srgbClr val="C2C2BF"/>
          </a:solidFill>
          <a:ln w="2520">
            <a:solidFill>
              <a:srgbClr val="FFFFFF"/>
            </a:solidFill>
            <a:round/>
          </a:ln>
        </p:spPr>
        <p:txBody>
          <a:bodyPr lIns="1080" tIns="-360" rIns="1080" bIns="-3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93" name=""/>
          <p:cNvSpPr/>
          <p:nvPr/>
        </p:nvSpPr>
        <p:spPr>
          <a:xfrm>
            <a:off x="4879440" y="1816200"/>
            <a:ext cx="720" cy="1440"/>
          </a:xfrm>
          <a:custGeom>
            <a:avLst/>
            <a:gdLst/>
            <a:ahLst/>
            <a:rect l="0" t="0" r="r" b="b"/>
            <a:pathLst>
              <a:path w="2" h="4">
                <a:moveTo>
                  <a:pt x="0" y="0"/>
                </a:moveTo>
                <a:lnTo>
                  <a:pt x="2" y="2"/>
                </a:lnTo>
                <a:lnTo>
                  <a:pt x="2" y="4"/>
                </a:lnTo>
                <a:lnTo>
                  <a:pt x="0" y="4"/>
                </a:lnTo>
                <a:lnTo>
                  <a:pt x="0" y="2"/>
                </a:lnTo>
                <a:lnTo>
                  <a:pt x="0" y="0"/>
                </a:lnTo>
                <a:close/>
              </a:path>
            </a:pathLst>
          </a:custGeom>
          <a:solidFill>
            <a:srgbClr val="C2C2BF"/>
          </a:solidFill>
          <a:ln w="2520">
            <a:solidFill>
              <a:srgbClr val="FFFFFF"/>
            </a:solidFill>
            <a:round/>
          </a:ln>
        </p:spPr>
        <p:txBody>
          <a:bodyPr lIns="1080" tIns="360" rIns="1080" bIns="3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94" name=""/>
          <p:cNvSpPr/>
          <p:nvPr/>
        </p:nvSpPr>
        <p:spPr>
          <a:xfrm>
            <a:off x="4880160" y="1807200"/>
            <a:ext cx="21960" cy="13320"/>
          </a:xfrm>
          <a:custGeom>
            <a:avLst/>
            <a:gdLst/>
            <a:ahLst/>
            <a:rect l="0" t="0" r="r" b="b"/>
            <a:pathLst>
              <a:path w="61" h="37">
                <a:moveTo>
                  <a:pt x="31" y="0"/>
                </a:moveTo>
                <a:lnTo>
                  <a:pt x="32" y="0"/>
                </a:lnTo>
                <a:lnTo>
                  <a:pt x="33" y="0"/>
                </a:lnTo>
                <a:lnTo>
                  <a:pt x="35" y="0"/>
                </a:lnTo>
                <a:lnTo>
                  <a:pt x="37" y="0"/>
                </a:lnTo>
                <a:lnTo>
                  <a:pt x="38" y="0"/>
                </a:lnTo>
                <a:lnTo>
                  <a:pt x="38" y="1"/>
                </a:lnTo>
                <a:lnTo>
                  <a:pt x="37" y="1"/>
                </a:lnTo>
                <a:lnTo>
                  <a:pt x="36" y="2"/>
                </a:lnTo>
                <a:lnTo>
                  <a:pt x="36" y="4"/>
                </a:lnTo>
                <a:lnTo>
                  <a:pt x="36" y="5"/>
                </a:lnTo>
                <a:lnTo>
                  <a:pt x="37" y="5"/>
                </a:lnTo>
                <a:lnTo>
                  <a:pt x="39" y="4"/>
                </a:lnTo>
                <a:lnTo>
                  <a:pt x="40" y="2"/>
                </a:lnTo>
                <a:lnTo>
                  <a:pt x="40" y="1"/>
                </a:lnTo>
                <a:lnTo>
                  <a:pt x="40" y="0"/>
                </a:lnTo>
                <a:lnTo>
                  <a:pt x="41" y="0"/>
                </a:lnTo>
                <a:lnTo>
                  <a:pt x="42" y="0"/>
                </a:lnTo>
                <a:lnTo>
                  <a:pt x="42" y="1"/>
                </a:lnTo>
                <a:lnTo>
                  <a:pt x="43" y="1"/>
                </a:lnTo>
                <a:lnTo>
                  <a:pt x="43" y="2"/>
                </a:lnTo>
                <a:lnTo>
                  <a:pt x="43" y="4"/>
                </a:lnTo>
                <a:lnTo>
                  <a:pt x="44" y="4"/>
                </a:lnTo>
                <a:lnTo>
                  <a:pt x="45" y="2"/>
                </a:lnTo>
                <a:lnTo>
                  <a:pt x="45" y="4"/>
                </a:lnTo>
                <a:lnTo>
                  <a:pt x="45" y="5"/>
                </a:lnTo>
                <a:lnTo>
                  <a:pt x="44" y="5"/>
                </a:lnTo>
                <a:lnTo>
                  <a:pt x="44" y="6"/>
                </a:lnTo>
                <a:lnTo>
                  <a:pt x="45" y="6"/>
                </a:lnTo>
                <a:lnTo>
                  <a:pt x="46" y="6"/>
                </a:lnTo>
                <a:lnTo>
                  <a:pt x="47" y="6"/>
                </a:lnTo>
                <a:lnTo>
                  <a:pt x="48" y="7"/>
                </a:lnTo>
                <a:lnTo>
                  <a:pt x="49" y="6"/>
                </a:lnTo>
                <a:lnTo>
                  <a:pt x="50" y="6"/>
                </a:lnTo>
                <a:lnTo>
                  <a:pt x="51" y="6"/>
                </a:lnTo>
                <a:lnTo>
                  <a:pt x="51" y="5"/>
                </a:lnTo>
                <a:lnTo>
                  <a:pt x="52" y="5"/>
                </a:lnTo>
                <a:lnTo>
                  <a:pt x="52" y="6"/>
                </a:lnTo>
                <a:lnTo>
                  <a:pt x="51" y="6"/>
                </a:lnTo>
                <a:lnTo>
                  <a:pt x="50" y="6"/>
                </a:lnTo>
                <a:lnTo>
                  <a:pt x="50" y="7"/>
                </a:lnTo>
                <a:lnTo>
                  <a:pt x="49" y="8"/>
                </a:lnTo>
                <a:lnTo>
                  <a:pt x="48" y="9"/>
                </a:lnTo>
                <a:lnTo>
                  <a:pt x="47" y="10"/>
                </a:lnTo>
                <a:lnTo>
                  <a:pt x="44" y="11"/>
                </a:lnTo>
                <a:lnTo>
                  <a:pt x="44" y="12"/>
                </a:lnTo>
                <a:lnTo>
                  <a:pt x="43" y="12"/>
                </a:lnTo>
                <a:lnTo>
                  <a:pt x="43" y="13"/>
                </a:lnTo>
                <a:lnTo>
                  <a:pt x="42" y="13"/>
                </a:lnTo>
                <a:lnTo>
                  <a:pt x="41" y="12"/>
                </a:lnTo>
                <a:lnTo>
                  <a:pt x="40" y="12"/>
                </a:lnTo>
                <a:lnTo>
                  <a:pt x="40" y="11"/>
                </a:lnTo>
                <a:lnTo>
                  <a:pt x="37" y="11"/>
                </a:lnTo>
                <a:lnTo>
                  <a:pt x="37" y="12"/>
                </a:lnTo>
                <a:lnTo>
                  <a:pt x="36" y="13"/>
                </a:lnTo>
                <a:lnTo>
                  <a:pt x="36" y="14"/>
                </a:lnTo>
                <a:lnTo>
                  <a:pt x="35" y="14"/>
                </a:lnTo>
                <a:lnTo>
                  <a:pt x="33" y="14"/>
                </a:lnTo>
                <a:lnTo>
                  <a:pt x="32" y="15"/>
                </a:lnTo>
                <a:lnTo>
                  <a:pt x="33" y="15"/>
                </a:lnTo>
                <a:lnTo>
                  <a:pt x="35" y="16"/>
                </a:lnTo>
                <a:lnTo>
                  <a:pt x="36" y="16"/>
                </a:lnTo>
                <a:lnTo>
                  <a:pt x="37" y="17"/>
                </a:lnTo>
                <a:lnTo>
                  <a:pt x="38" y="17"/>
                </a:lnTo>
                <a:lnTo>
                  <a:pt x="38" y="19"/>
                </a:lnTo>
                <a:lnTo>
                  <a:pt x="39" y="19"/>
                </a:lnTo>
                <a:lnTo>
                  <a:pt x="39" y="20"/>
                </a:lnTo>
                <a:lnTo>
                  <a:pt x="39" y="19"/>
                </a:lnTo>
                <a:lnTo>
                  <a:pt x="39" y="18"/>
                </a:lnTo>
                <a:lnTo>
                  <a:pt x="39" y="17"/>
                </a:lnTo>
                <a:lnTo>
                  <a:pt x="40" y="17"/>
                </a:lnTo>
                <a:lnTo>
                  <a:pt x="41" y="16"/>
                </a:lnTo>
                <a:lnTo>
                  <a:pt x="41" y="15"/>
                </a:lnTo>
                <a:lnTo>
                  <a:pt x="42" y="16"/>
                </a:lnTo>
                <a:lnTo>
                  <a:pt x="43" y="16"/>
                </a:lnTo>
                <a:lnTo>
                  <a:pt x="44" y="16"/>
                </a:lnTo>
                <a:lnTo>
                  <a:pt x="45" y="16"/>
                </a:lnTo>
                <a:lnTo>
                  <a:pt x="45" y="17"/>
                </a:lnTo>
                <a:lnTo>
                  <a:pt x="46" y="17"/>
                </a:lnTo>
                <a:lnTo>
                  <a:pt x="47" y="17"/>
                </a:lnTo>
                <a:lnTo>
                  <a:pt x="47" y="16"/>
                </a:lnTo>
                <a:lnTo>
                  <a:pt x="46" y="16"/>
                </a:lnTo>
                <a:lnTo>
                  <a:pt x="46" y="15"/>
                </a:lnTo>
                <a:lnTo>
                  <a:pt x="46" y="14"/>
                </a:lnTo>
                <a:lnTo>
                  <a:pt x="47" y="12"/>
                </a:lnTo>
                <a:lnTo>
                  <a:pt x="48" y="13"/>
                </a:lnTo>
                <a:lnTo>
                  <a:pt x="48" y="12"/>
                </a:lnTo>
                <a:lnTo>
                  <a:pt x="48" y="11"/>
                </a:lnTo>
                <a:lnTo>
                  <a:pt x="49" y="10"/>
                </a:lnTo>
                <a:lnTo>
                  <a:pt x="50" y="9"/>
                </a:lnTo>
                <a:lnTo>
                  <a:pt x="51" y="9"/>
                </a:lnTo>
                <a:lnTo>
                  <a:pt x="51" y="10"/>
                </a:lnTo>
                <a:lnTo>
                  <a:pt x="50" y="10"/>
                </a:lnTo>
                <a:lnTo>
                  <a:pt x="51" y="10"/>
                </a:lnTo>
                <a:lnTo>
                  <a:pt x="51" y="11"/>
                </a:lnTo>
                <a:lnTo>
                  <a:pt x="51" y="12"/>
                </a:lnTo>
                <a:lnTo>
                  <a:pt x="52" y="11"/>
                </a:lnTo>
                <a:lnTo>
                  <a:pt x="52" y="10"/>
                </a:lnTo>
                <a:lnTo>
                  <a:pt x="53" y="9"/>
                </a:lnTo>
                <a:lnTo>
                  <a:pt x="53" y="10"/>
                </a:lnTo>
                <a:lnTo>
                  <a:pt x="53" y="11"/>
                </a:lnTo>
                <a:lnTo>
                  <a:pt x="54" y="11"/>
                </a:lnTo>
                <a:lnTo>
                  <a:pt x="53" y="11"/>
                </a:lnTo>
                <a:lnTo>
                  <a:pt x="53" y="12"/>
                </a:lnTo>
                <a:lnTo>
                  <a:pt x="52" y="12"/>
                </a:lnTo>
                <a:lnTo>
                  <a:pt x="53" y="13"/>
                </a:lnTo>
                <a:lnTo>
                  <a:pt x="53" y="14"/>
                </a:lnTo>
                <a:lnTo>
                  <a:pt x="52" y="14"/>
                </a:lnTo>
                <a:lnTo>
                  <a:pt x="53" y="15"/>
                </a:lnTo>
                <a:lnTo>
                  <a:pt x="52" y="15"/>
                </a:lnTo>
                <a:lnTo>
                  <a:pt x="52" y="16"/>
                </a:lnTo>
                <a:lnTo>
                  <a:pt x="53" y="15"/>
                </a:lnTo>
                <a:lnTo>
                  <a:pt x="53" y="14"/>
                </a:lnTo>
                <a:lnTo>
                  <a:pt x="54" y="14"/>
                </a:lnTo>
                <a:lnTo>
                  <a:pt x="54" y="16"/>
                </a:lnTo>
                <a:lnTo>
                  <a:pt x="55" y="16"/>
                </a:lnTo>
                <a:lnTo>
                  <a:pt x="55" y="15"/>
                </a:lnTo>
                <a:lnTo>
                  <a:pt x="55" y="13"/>
                </a:lnTo>
                <a:lnTo>
                  <a:pt x="55" y="12"/>
                </a:lnTo>
                <a:lnTo>
                  <a:pt x="55" y="11"/>
                </a:lnTo>
                <a:lnTo>
                  <a:pt x="56" y="11"/>
                </a:lnTo>
                <a:lnTo>
                  <a:pt x="56" y="12"/>
                </a:lnTo>
                <a:lnTo>
                  <a:pt x="56" y="13"/>
                </a:lnTo>
                <a:lnTo>
                  <a:pt x="57" y="14"/>
                </a:lnTo>
                <a:lnTo>
                  <a:pt x="58" y="14"/>
                </a:lnTo>
                <a:lnTo>
                  <a:pt x="59" y="14"/>
                </a:lnTo>
                <a:lnTo>
                  <a:pt x="60" y="14"/>
                </a:lnTo>
                <a:lnTo>
                  <a:pt x="60" y="15"/>
                </a:lnTo>
                <a:lnTo>
                  <a:pt x="61" y="16"/>
                </a:lnTo>
                <a:lnTo>
                  <a:pt x="61" y="17"/>
                </a:lnTo>
                <a:lnTo>
                  <a:pt x="60" y="17"/>
                </a:lnTo>
                <a:lnTo>
                  <a:pt x="60" y="16"/>
                </a:lnTo>
                <a:lnTo>
                  <a:pt x="59" y="16"/>
                </a:lnTo>
                <a:lnTo>
                  <a:pt x="58" y="16"/>
                </a:lnTo>
                <a:lnTo>
                  <a:pt x="58" y="17"/>
                </a:lnTo>
                <a:lnTo>
                  <a:pt x="57" y="18"/>
                </a:lnTo>
                <a:lnTo>
                  <a:pt x="58" y="18"/>
                </a:lnTo>
                <a:lnTo>
                  <a:pt x="58" y="19"/>
                </a:lnTo>
                <a:lnTo>
                  <a:pt x="59" y="20"/>
                </a:lnTo>
                <a:lnTo>
                  <a:pt x="60" y="20"/>
                </a:lnTo>
                <a:lnTo>
                  <a:pt x="60" y="21"/>
                </a:lnTo>
                <a:lnTo>
                  <a:pt x="60" y="22"/>
                </a:lnTo>
                <a:lnTo>
                  <a:pt x="60" y="23"/>
                </a:lnTo>
                <a:lnTo>
                  <a:pt x="59" y="22"/>
                </a:lnTo>
                <a:lnTo>
                  <a:pt x="58" y="22"/>
                </a:lnTo>
                <a:lnTo>
                  <a:pt x="58" y="23"/>
                </a:lnTo>
                <a:lnTo>
                  <a:pt x="59" y="23"/>
                </a:lnTo>
                <a:lnTo>
                  <a:pt x="58" y="23"/>
                </a:lnTo>
                <a:lnTo>
                  <a:pt x="58" y="24"/>
                </a:lnTo>
                <a:lnTo>
                  <a:pt x="58" y="25"/>
                </a:lnTo>
                <a:lnTo>
                  <a:pt x="57" y="25"/>
                </a:lnTo>
                <a:lnTo>
                  <a:pt x="56" y="25"/>
                </a:lnTo>
                <a:lnTo>
                  <a:pt x="57" y="26"/>
                </a:lnTo>
                <a:lnTo>
                  <a:pt x="57" y="27"/>
                </a:lnTo>
                <a:lnTo>
                  <a:pt x="56" y="27"/>
                </a:lnTo>
                <a:lnTo>
                  <a:pt x="56" y="25"/>
                </a:lnTo>
                <a:lnTo>
                  <a:pt x="55" y="25"/>
                </a:lnTo>
                <a:lnTo>
                  <a:pt x="55" y="26"/>
                </a:lnTo>
                <a:lnTo>
                  <a:pt x="54" y="26"/>
                </a:lnTo>
                <a:lnTo>
                  <a:pt x="54" y="25"/>
                </a:lnTo>
                <a:lnTo>
                  <a:pt x="53" y="24"/>
                </a:lnTo>
                <a:lnTo>
                  <a:pt x="53" y="23"/>
                </a:lnTo>
                <a:lnTo>
                  <a:pt x="53" y="22"/>
                </a:lnTo>
                <a:lnTo>
                  <a:pt x="51" y="22"/>
                </a:lnTo>
                <a:lnTo>
                  <a:pt x="50" y="21"/>
                </a:lnTo>
                <a:lnTo>
                  <a:pt x="49" y="21"/>
                </a:lnTo>
                <a:lnTo>
                  <a:pt x="48" y="21"/>
                </a:lnTo>
                <a:lnTo>
                  <a:pt x="47" y="20"/>
                </a:lnTo>
                <a:lnTo>
                  <a:pt x="46" y="20"/>
                </a:lnTo>
                <a:lnTo>
                  <a:pt x="46" y="21"/>
                </a:lnTo>
                <a:lnTo>
                  <a:pt x="46" y="22"/>
                </a:lnTo>
                <a:lnTo>
                  <a:pt x="46" y="23"/>
                </a:lnTo>
                <a:lnTo>
                  <a:pt x="46" y="24"/>
                </a:lnTo>
                <a:lnTo>
                  <a:pt x="46" y="25"/>
                </a:lnTo>
                <a:lnTo>
                  <a:pt x="47" y="25"/>
                </a:lnTo>
                <a:lnTo>
                  <a:pt x="46" y="26"/>
                </a:lnTo>
                <a:lnTo>
                  <a:pt x="45" y="25"/>
                </a:lnTo>
                <a:lnTo>
                  <a:pt x="45" y="24"/>
                </a:lnTo>
                <a:lnTo>
                  <a:pt x="44" y="25"/>
                </a:lnTo>
                <a:lnTo>
                  <a:pt x="43" y="26"/>
                </a:lnTo>
                <a:lnTo>
                  <a:pt x="44" y="26"/>
                </a:lnTo>
                <a:lnTo>
                  <a:pt x="45" y="26"/>
                </a:lnTo>
                <a:lnTo>
                  <a:pt x="45" y="27"/>
                </a:lnTo>
                <a:lnTo>
                  <a:pt x="45" y="28"/>
                </a:lnTo>
                <a:lnTo>
                  <a:pt x="46" y="30"/>
                </a:lnTo>
                <a:lnTo>
                  <a:pt x="47" y="30"/>
                </a:lnTo>
                <a:lnTo>
                  <a:pt x="49" y="31"/>
                </a:lnTo>
                <a:lnTo>
                  <a:pt x="50" y="31"/>
                </a:lnTo>
                <a:lnTo>
                  <a:pt x="51" y="32"/>
                </a:lnTo>
                <a:lnTo>
                  <a:pt x="51" y="33"/>
                </a:lnTo>
                <a:lnTo>
                  <a:pt x="50" y="34"/>
                </a:lnTo>
                <a:lnTo>
                  <a:pt x="49" y="34"/>
                </a:lnTo>
                <a:lnTo>
                  <a:pt x="49" y="33"/>
                </a:lnTo>
                <a:lnTo>
                  <a:pt x="48" y="34"/>
                </a:lnTo>
                <a:lnTo>
                  <a:pt x="49" y="35"/>
                </a:lnTo>
                <a:lnTo>
                  <a:pt x="50" y="35"/>
                </a:lnTo>
                <a:lnTo>
                  <a:pt x="50" y="36"/>
                </a:lnTo>
                <a:lnTo>
                  <a:pt x="51" y="36"/>
                </a:lnTo>
                <a:lnTo>
                  <a:pt x="51" y="37"/>
                </a:lnTo>
                <a:lnTo>
                  <a:pt x="50" y="37"/>
                </a:lnTo>
                <a:lnTo>
                  <a:pt x="49" y="36"/>
                </a:lnTo>
                <a:lnTo>
                  <a:pt x="48" y="36"/>
                </a:lnTo>
                <a:lnTo>
                  <a:pt x="48" y="37"/>
                </a:lnTo>
                <a:lnTo>
                  <a:pt x="47" y="37"/>
                </a:lnTo>
                <a:lnTo>
                  <a:pt x="47" y="36"/>
                </a:lnTo>
                <a:lnTo>
                  <a:pt x="46" y="36"/>
                </a:lnTo>
                <a:lnTo>
                  <a:pt x="46" y="35"/>
                </a:lnTo>
                <a:lnTo>
                  <a:pt x="46" y="34"/>
                </a:lnTo>
                <a:lnTo>
                  <a:pt x="46" y="33"/>
                </a:lnTo>
                <a:lnTo>
                  <a:pt x="45" y="33"/>
                </a:lnTo>
                <a:lnTo>
                  <a:pt x="45" y="32"/>
                </a:lnTo>
                <a:lnTo>
                  <a:pt x="45" y="33"/>
                </a:lnTo>
                <a:lnTo>
                  <a:pt x="44" y="34"/>
                </a:lnTo>
                <a:lnTo>
                  <a:pt x="43" y="35"/>
                </a:lnTo>
                <a:lnTo>
                  <a:pt x="42" y="34"/>
                </a:lnTo>
                <a:lnTo>
                  <a:pt x="42" y="33"/>
                </a:lnTo>
                <a:lnTo>
                  <a:pt x="41" y="33"/>
                </a:lnTo>
                <a:lnTo>
                  <a:pt x="40" y="32"/>
                </a:lnTo>
                <a:lnTo>
                  <a:pt x="40" y="33"/>
                </a:lnTo>
                <a:lnTo>
                  <a:pt x="39" y="33"/>
                </a:lnTo>
                <a:lnTo>
                  <a:pt x="39" y="32"/>
                </a:lnTo>
                <a:lnTo>
                  <a:pt x="37" y="31"/>
                </a:lnTo>
                <a:lnTo>
                  <a:pt x="37" y="32"/>
                </a:lnTo>
                <a:lnTo>
                  <a:pt x="37" y="33"/>
                </a:lnTo>
                <a:lnTo>
                  <a:pt x="36" y="34"/>
                </a:lnTo>
                <a:lnTo>
                  <a:pt x="35" y="34"/>
                </a:lnTo>
                <a:lnTo>
                  <a:pt x="33" y="35"/>
                </a:lnTo>
                <a:lnTo>
                  <a:pt x="33" y="34"/>
                </a:lnTo>
                <a:lnTo>
                  <a:pt x="32" y="34"/>
                </a:lnTo>
                <a:lnTo>
                  <a:pt x="31" y="34"/>
                </a:lnTo>
                <a:lnTo>
                  <a:pt x="31" y="33"/>
                </a:lnTo>
                <a:lnTo>
                  <a:pt x="32" y="33"/>
                </a:lnTo>
                <a:lnTo>
                  <a:pt x="32" y="32"/>
                </a:lnTo>
                <a:lnTo>
                  <a:pt x="31" y="32"/>
                </a:lnTo>
                <a:lnTo>
                  <a:pt x="30" y="32"/>
                </a:lnTo>
                <a:lnTo>
                  <a:pt x="29" y="32"/>
                </a:lnTo>
                <a:lnTo>
                  <a:pt x="28" y="32"/>
                </a:lnTo>
                <a:lnTo>
                  <a:pt x="27" y="31"/>
                </a:lnTo>
                <a:lnTo>
                  <a:pt x="28" y="31"/>
                </a:lnTo>
                <a:lnTo>
                  <a:pt x="28" y="30"/>
                </a:lnTo>
                <a:lnTo>
                  <a:pt x="27" y="29"/>
                </a:lnTo>
                <a:lnTo>
                  <a:pt x="27" y="28"/>
                </a:lnTo>
                <a:lnTo>
                  <a:pt x="26" y="27"/>
                </a:lnTo>
                <a:lnTo>
                  <a:pt x="26" y="26"/>
                </a:lnTo>
                <a:lnTo>
                  <a:pt x="25" y="26"/>
                </a:lnTo>
                <a:lnTo>
                  <a:pt x="24" y="26"/>
                </a:lnTo>
                <a:lnTo>
                  <a:pt x="23" y="26"/>
                </a:lnTo>
                <a:lnTo>
                  <a:pt x="22" y="26"/>
                </a:lnTo>
                <a:lnTo>
                  <a:pt x="21" y="26"/>
                </a:lnTo>
                <a:lnTo>
                  <a:pt x="21" y="27"/>
                </a:lnTo>
                <a:lnTo>
                  <a:pt x="20" y="27"/>
                </a:lnTo>
                <a:lnTo>
                  <a:pt x="19" y="26"/>
                </a:lnTo>
                <a:lnTo>
                  <a:pt x="19" y="27"/>
                </a:lnTo>
                <a:lnTo>
                  <a:pt x="18" y="27"/>
                </a:lnTo>
                <a:lnTo>
                  <a:pt x="17" y="28"/>
                </a:lnTo>
                <a:lnTo>
                  <a:pt x="16" y="28"/>
                </a:lnTo>
                <a:lnTo>
                  <a:pt x="15" y="28"/>
                </a:lnTo>
                <a:lnTo>
                  <a:pt x="14" y="28"/>
                </a:lnTo>
                <a:lnTo>
                  <a:pt x="14" y="27"/>
                </a:lnTo>
                <a:lnTo>
                  <a:pt x="13" y="27"/>
                </a:lnTo>
                <a:lnTo>
                  <a:pt x="12" y="28"/>
                </a:lnTo>
                <a:lnTo>
                  <a:pt x="10" y="26"/>
                </a:lnTo>
                <a:lnTo>
                  <a:pt x="9" y="25"/>
                </a:lnTo>
                <a:lnTo>
                  <a:pt x="8" y="26"/>
                </a:lnTo>
                <a:lnTo>
                  <a:pt x="9" y="27"/>
                </a:lnTo>
                <a:lnTo>
                  <a:pt x="8" y="27"/>
                </a:lnTo>
                <a:lnTo>
                  <a:pt x="7" y="27"/>
                </a:lnTo>
                <a:lnTo>
                  <a:pt x="6" y="27"/>
                </a:lnTo>
                <a:lnTo>
                  <a:pt x="6" y="29"/>
                </a:lnTo>
                <a:lnTo>
                  <a:pt x="5" y="29"/>
                </a:lnTo>
                <a:lnTo>
                  <a:pt x="4" y="28"/>
                </a:lnTo>
                <a:lnTo>
                  <a:pt x="3" y="27"/>
                </a:lnTo>
                <a:lnTo>
                  <a:pt x="2" y="27"/>
                </a:lnTo>
                <a:lnTo>
                  <a:pt x="2" y="26"/>
                </a:lnTo>
                <a:lnTo>
                  <a:pt x="2" y="25"/>
                </a:lnTo>
                <a:lnTo>
                  <a:pt x="2" y="24"/>
                </a:lnTo>
                <a:lnTo>
                  <a:pt x="1" y="24"/>
                </a:lnTo>
                <a:lnTo>
                  <a:pt x="1" y="23"/>
                </a:lnTo>
                <a:lnTo>
                  <a:pt x="0" y="23"/>
                </a:lnTo>
                <a:lnTo>
                  <a:pt x="1" y="22"/>
                </a:lnTo>
                <a:lnTo>
                  <a:pt x="1" y="21"/>
                </a:lnTo>
                <a:lnTo>
                  <a:pt x="2" y="21"/>
                </a:lnTo>
                <a:lnTo>
                  <a:pt x="3" y="21"/>
                </a:lnTo>
                <a:lnTo>
                  <a:pt x="4" y="20"/>
                </a:lnTo>
                <a:lnTo>
                  <a:pt x="5" y="20"/>
                </a:lnTo>
                <a:lnTo>
                  <a:pt x="5" y="19"/>
                </a:lnTo>
                <a:lnTo>
                  <a:pt x="5" y="18"/>
                </a:lnTo>
                <a:lnTo>
                  <a:pt x="6" y="17"/>
                </a:lnTo>
                <a:lnTo>
                  <a:pt x="7" y="17"/>
                </a:lnTo>
                <a:lnTo>
                  <a:pt x="8" y="16"/>
                </a:lnTo>
                <a:lnTo>
                  <a:pt x="9" y="16"/>
                </a:lnTo>
                <a:lnTo>
                  <a:pt x="9" y="15"/>
                </a:lnTo>
                <a:lnTo>
                  <a:pt x="9" y="14"/>
                </a:lnTo>
                <a:lnTo>
                  <a:pt x="10" y="13"/>
                </a:lnTo>
                <a:lnTo>
                  <a:pt x="10" y="12"/>
                </a:lnTo>
                <a:lnTo>
                  <a:pt x="11" y="12"/>
                </a:lnTo>
                <a:lnTo>
                  <a:pt x="12" y="12"/>
                </a:lnTo>
                <a:lnTo>
                  <a:pt x="12" y="13"/>
                </a:lnTo>
                <a:lnTo>
                  <a:pt x="12" y="14"/>
                </a:lnTo>
                <a:lnTo>
                  <a:pt x="13" y="14"/>
                </a:lnTo>
                <a:lnTo>
                  <a:pt x="13" y="13"/>
                </a:lnTo>
                <a:lnTo>
                  <a:pt x="14" y="13"/>
                </a:lnTo>
                <a:lnTo>
                  <a:pt x="14" y="12"/>
                </a:lnTo>
                <a:lnTo>
                  <a:pt x="14" y="13"/>
                </a:lnTo>
                <a:lnTo>
                  <a:pt x="15" y="13"/>
                </a:lnTo>
                <a:lnTo>
                  <a:pt x="15" y="12"/>
                </a:lnTo>
                <a:lnTo>
                  <a:pt x="15" y="11"/>
                </a:lnTo>
                <a:lnTo>
                  <a:pt x="15" y="10"/>
                </a:lnTo>
                <a:lnTo>
                  <a:pt x="16" y="10"/>
                </a:lnTo>
                <a:lnTo>
                  <a:pt x="16" y="9"/>
                </a:lnTo>
                <a:lnTo>
                  <a:pt x="17" y="9"/>
                </a:lnTo>
                <a:lnTo>
                  <a:pt x="17" y="8"/>
                </a:lnTo>
                <a:lnTo>
                  <a:pt x="18" y="8"/>
                </a:lnTo>
                <a:lnTo>
                  <a:pt x="18" y="7"/>
                </a:lnTo>
                <a:lnTo>
                  <a:pt x="19" y="7"/>
                </a:lnTo>
                <a:lnTo>
                  <a:pt x="20" y="7"/>
                </a:lnTo>
                <a:lnTo>
                  <a:pt x="20" y="6"/>
                </a:lnTo>
                <a:lnTo>
                  <a:pt x="20" y="5"/>
                </a:lnTo>
                <a:lnTo>
                  <a:pt x="21" y="5"/>
                </a:lnTo>
                <a:lnTo>
                  <a:pt x="23" y="5"/>
                </a:lnTo>
                <a:lnTo>
                  <a:pt x="24" y="5"/>
                </a:lnTo>
                <a:lnTo>
                  <a:pt x="25" y="4"/>
                </a:lnTo>
                <a:lnTo>
                  <a:pt x="26" y="2"/>
                </a:lnTo>
                <a:lnTo>
                  <a:pt x="27" y="2"/>
                </a:lnTo>
                <a:lnTo>
                  <a:pt x="28" y="2"/>
                </a:lnTo>
                <a:lnTo>
                  <a:pt x="28" y="1"/>
                </a:lnTo>
                <a:lnTo>
                  <a:pt x="29" y="0"/>
                </a:lnTo>
                <a:lnTo>
                  <a:pt x="31" y="0"/>
                </a:lnTo>
                <a:close/>
              </a:path>
            </a:pathLst>
          </a:custGeom>
          <a:solidFill>
            <a:srgbClr val="C2C2BF"/>
          </a:solidFill>
          <a:ln w="2520">
            <a:solidFill>
              <a:srgbClr val="FFFFFF"/>
            </a:solidFill>
            <a:round/>
          </a:ln>
        </p:spPr>
        <p:txBody>
          <a:bodyPr lIns="1080" tIns="1080" rIns="1080" bIns="108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95" name=""/>
          <p:cNvSpPr/>
          <p:nvPr/>
        </p:nvSpPr>
        <p:spPr>
          <a:xfrm>
            <a:off x="4896000" y="1824120"/>
            <a:ext cx="1800" cy="1440"/>
          </a:xfrm>
          <a:custGeom>
            <a:avLst/>
            <a:gdLst/>
            <a:ahLst/>
            <a:rect l="0" t="0" r="r" b="b"/>
            <a:pathLst>
              <a:path w="5" h="4">
                <a:moveTo>
                  <a:pt x="3" y="0"/>
                </a:moveTo>
                <a:lnTo>
                  <a:pt x="5" y="0"/>
                </a:lnTo>
                <a:lnTo>
                  <a:pt x="5" y="1"/>
                </a:lnTo>
                <a:lnTo>
                  <a:pt x="5" y="3"/>
                </a:lnTo>
                <a:lnTo>
                  <a:pt x="3" y="3"/>
                </a:lnTo>
                <a:lnTo>
                  <a:pt x="3" y="4"/>
                </a:lnTo>
                <a:lnTo>
                  <a:pt x="2" y="4"/>
                </a:lnTo>
                <a:lnTo>
                  <a:pt x="2" y="3"/>
                </a:lnTo>
                <a:lnTo>
                  <a:pt x="0" y="3"/>
                </a:lnTo>
                <a:lnTo>
                  <a:pt x="0" y="1"/>
                </a:lnTo>
                <a:lnTo>
                  <a:pt x="2" y="1"/>
                </a:lnTo>
                <a:lnTo>
                  <a:pt x="3" y="0"/>
                </a:lnTo>
                <a:close/>
              </a:path>
            </a:pathLst>
          </a:custGeom>
          <a:solidFill>
            <a:srgbClr val="C2C2BF"/>
          </a:solidFill>
          <a:ln w="2520">
            <a:solidFill>
              <a:srgbClr val="FFFFFF"/>
            </a:solidFill>
            <a:round/>
          </a:ln>
        </p:spPr>
        <p:txBody>
          <a:bodyPr lIns="1080" tIns="360" rIns="1080" bIns="3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96" name=""/>
          <p:cNvSpPr/>
          <p:nvPr/>
        </p:nvSpPr>
        <p:spPr>
          <a:xfrm>
            <a:off x="4897440" y="1823400"/>
            <a:ext cx="360" cy="360"/>
          </a:xfrm>
          <a:custGeom>
            <a:avLst/>
            <a:gdLst/>
            <a:ahLst/>
            <a:rect l="0" t="0" r="r" b="b"/>
            <a:pathLst>
              <a:path w="1" h="1">
                <a:moveTo>
                  <a:pt x="1" y="1"/>
                </a:moveTo>
                <a:lnTo>
                  <a:pt x="0" y="1"/>
                </a:lnTo>
                <a:lnTo>
                  <a:pt x="1" y="0"/>
                </a:lnTo>
                <a:lnTo>
                  <a:pt x="1" y="1"/>
                </a:lnTo>
                <a:close/>
              </a:path>
            </a:pathLst>
          </a:custGeom>
          <a:solidFill>
            <a:srgbClr val="C2C2BF"/>
          </a:solidFill>
          <a:ln w="2520">
            <a:solidFill>
              <a:srgbClr val="FFFFFF"/>
            </a:solidFill>
            <a:round/>
          </a:ln>
        </p:spPr>
        <p:txBody>
          <a:bodyPr lIns="1080" tIns="-720" rIns="1080" bIns="-7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97" name=""/>
          <p:cNvSpPr/>
          <p:nvPr/>
        </p:nvSpPr>
        <p:spPr>
          <a:xfrm>
            <a:off x="4897080" y="1820160"/>
            <a:ext cx="1080" cy="1800"/>
          </a:xfrm>
          <a:custGeom>
            <a:avLst/>
            <a:gdLst/>
            <a:ahLst/>
            <a:rect l="0" t="0" r="r" b="b"/>
            <a:pathLst>
              <a:path w="3" h="5">
                <a:moveTo>
                  <a:pt x="0" y="3"/>
                </a:moveTo>
                <a:lnTo>
                  <a:pt x="0" y="2"/>
                </a:lnTo>
                <a:lnTo>
                  <a:pt x="3" y="0"/>
                </a:lnTo>
                <a:lnTo>
                  <a:pt x="3" y="2"/>
                </a:lnTo>
                <a:lnTo>
                  <a:pt x="3" y="3"/>
                </a:lnTo>
                <a:lnTo>
                  <a:pt x="3" y="5"/>
                </a:lnTo>
                <a:lnTo>
                  <a:pt x="1" y="5"/>
                </a:lnTo>
                <a:lnTo>
                  <a:pt x="0" y="5"/>
                </a:lnTo>
                <a:lnTo>
                  <a:pt x="0" y="3"/>
                </a:lnTo>
                <a:close/>
              </a:path>
            </a:pathLst>
          </a:custGeom>
          <a:solidFill>
            <a:srgbClr val="C2C2BF"/>
          </a:solidFill>
          <a:ln w="2520">
            <a:solidFill>
              <a:srgbClr val="FFFFFF"/>
            </a:solidFill>
            <a:round/>
          </a:ln>
        </p:spPr>
        <p:txBody>
          <a:bodyPr lIns="1080" tIns="720" rIns="1080" bIns="7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98" name=""/>
          <p:cNvSpPr/>
          <p:nvPr/>
        </p:nvSpPr>
        <p:spPr>
          <a:xfrm>
            <a:off x="4900320" y="1817280"/>
            <a:ext cx="720" cy="1440"/>
          </a:xfrm>
          <a:custGeom>
            <a:avLst/>
            <a:gdLst/>
            <a:ahLst/>
            <a:rect l="0" t="0" r="r" b="b"/>
            <a:pathLst>
              <a:path w="2" h="4">
                <a:moveTo>
                  <a:pt x="2" y="0"/>
                </a:moveTo>
                <a:lnTo>
                  <a:pt x="2" y="2"/>
                </a:lnTo>
                <a:lnTo>
                  <a:pt x="2" y="4"/>
                </a:lnTo>
                <a:lnTo>
                  <a:pt x="2" y="2"/>
                </a:lnTo>
                <a:lnTo>
                  <a:pt x="0" y="2"/>
                </a:lnTo>
                <a:lnTo>
                  <a:pt x="0" y="0"/>
                </a:lnTo>
                <a:lnTo>
                  <a:pt x="2" y="0"/>
                </a:lnTo>
                <a:close/>
              </a:path>
            </a:pathLst>
          </a:custGeom>
          <a:solidFill>
            <a:srgbClr val="C2C2BF"/>
          </a:solidFill>
          <a:ln w="2520">
            <a:solidFill>
              <a:srgbClr val="FFFFFF"/>
            </a:solidFill>
            <a:round/>
          </a:ln>
        </p:spPr>
        <p:txBody>
          <a:bodyPr lIns="1080" tIns="360" rIns="1080" bIns="3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99" name=""/>
          <p:cNvSpPr/>
          <p:nvPr/>
        </p:nvSpPr>
        <p:spPr>
          <a:xfrm>
            <a:off x="4899600" y="1816920"/>
            <a:ext cx="720" cy="1440"/>
          </a:xfrm>
          <a:custGeom>
            <a:avLst/>
            <a:gdLst/>
            <a:ahLst/>
            <a:rect l="0" t="0" r="r" b="b"/>
            <a:pathLst>
              <a:path w="2" h="4">
                <a:moveTo>
                  <a:pt x="0" y="4"/>
                </a:moveTo>
                <a:lnTo>
                  <a:pt x="0" y="2"/>
                </a:lnTo>
                <a:lnTo>
                  <a:pt x="2" y="2"/>
                </a:lnTo>
                <a:lnTo>
                  <a:pt x="2" y="0"/>
                </a:lnTo>
                <a:lnTo>
                  <a:pt x="2" y="2"/>
                </a:lnTo>
                <a:lnTo>
                  <a:pt x="2" y="0"/>
                </a:lnTo>
                <a:lnTo>
                  <a:pt x="2" y="2"/>
                </a:lnTo>
                <a:lnTo>
                  <a:pt x="2" y="4"/>
                </a:lnTo>
                <a:lnTo>
                  <a:pt x="0" y="4"/>
                </a:lnTo>
                <a:close/>
              </a:path>
            </a:pathLst>
          </a:custGeom>
          <a:solidFill>
            <a:srgbClr val="C2C2BF"/>
          </a:solidFill>
          <a:ln w="2520">
            <a:solidFill>
              <a:srgbClr val="FFFFFF"/>
            </a:solidFill>
            <a:round/>
          </a:ln>
        </p:spPr>
        <p:txBody>
          <a:bodyPr lIns="1080" tIns="360" rIns="1080" bIns="3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00" name=""/>
          <p:cNvSpPr/>
          <p:nvPr/>
        </p:nvSpPr>
        <p:spPr>
          <a:xfrm>
            <a:off x="4897440" y="1816920"/>
            <a:ext cx="720" cy="720"/>
          </a:xfrm>
          <a:custGeom>
            <a:avLst/>
            <a:gdLst/>
            <a:ahLst/>
            <a:rect l="0" t="0" r="r" b="b"/>
            <a:pathLst>
              <a:path w="2" h="2">
                <a:moveTo>
                  <a:pt x="0" y="2"/>
                </a:moveTo>
                <a:lnTo>
                  <a:pt x="0" y="0"/>
                </a:lnTo>
                <a:lnTo>
                  <a:pt x="0" y="2"/>
                </a:lnTo>
                <a:lnTo>
                  <a:pt x="2" y="2"/>
                </a:lnTo>
                <a:lnTo>
                  <a:pt x="0" y="2"/>
                </a:lnTo>
                <a:close/>
              </a:path>
            </a:pathLst>
          </a:custGeom>
          <a:solidFill>
            <a:srgbClr val="C2C2BF"/>
          </a:solidFill>
          <a:ln w="2520">
            <a:solidFill>
              <a:srgbClr val="FFFFFF"/>
            </a:solidFill>
            <a:round/>
          </a:ln>
        </p:spPr>
        <p:txBody>
          <a:bodyPr lIns="1080" tIns="-360" rIns="1080" bIns="-3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01" name=""/>
          <p:cNvSpPr/>
          <p:nvPr/>
        </p:nvSpPr>
        <p:spPr>
          <a:xfrm>
            <a:off x="4898160" y="1816560"/>
            <a:ext cx="1440" cy="1080"/>
          </a:xfrm>
          <a:custGeom>
            <a:avLst/>
            <a:gdLst/>
            <a:ahLst/>
            <a:rect l="0" t="0" r="r" b="b"/>
            <a:pathLst>
              <a:path w="4" h="3">
                <a:moveTo>
                  <a:pt x="4" y="2"/>
                </a:moveTo>
                <a:lnTo>
                  <a:pt x="4" y="3"/>
                </a:lnTo>
                <a:lnTo>
                  <a:pt x="2" y="3"/>
                </a:lnTo>
                <a:lnTo>
                  <a:pt x="2" y="2"/>
                </a:lnTo>
                <a:lnTo>
                  <a:pt x="2" y="3"/>
                </a:lnTo>
                <a:lnTo>
                  <a:pt x="2" y="2"/>
                </a:lnTo>
                <a:lnTo>
                  <a:pt x="2" y="3"/>
                </a:lnTo>
                <a:lnTo>
                  <a:pt x="2" y="2"/>
                </a:lnTo>
                <a:lnTo>
                  <a:pt x="0" y="0"/>
                </a:lnTo>
                <a:lnTo>
                  <a:pt x="2" y="0"/>
                </a:lnTo>
                <a:lnTo>
                  <a:pt x="4" y="2"/>
                </a:lnTo>
                <a:close/>
              </a:path>
            </a:pathLst>
          </a:custGeom>
          <a:solidFill>
            <a:srgbClr val="C2C2BF"/>
          </a:solidFill>
          <a:ln w="2520">
            <a:solidFill>
              <a:srgbClr val="FFFFFF"/>
            </a:solidFill>
            <a:round/>
          </a:ln>
        </p:spPr>
        <p:txBody>
          <a:bodyPr lIns="1080" tIns="0" rIns="108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02" name=""/>
          <p:cNvSpPr/>
          <p:nvPr/>
        </p:nvSpPr>
        <p:spPr>
          <a:xfrm>
            <a:off x="4900320" y="1816200"/>
            <a:ext cx="360" cy="720"/>
          </a:xfrm>
          <a:custGeom>
            <a:avLst/>
            <a:gdLst/>
            <a:ahLst/>
            <a:rect l="0" t="0" r="r" b="b"/>
            <a:pathLst>
              <a:path w="1" h="2">
                <a:moveTo>
                  <a:pt x="0" y="2"/>
                </a:moveTo>
                <a:lnTo>
                  <a:pt x="0" y="1"/>
                </a:lnTo>
                <a:lnTo>
                  <a:pt x="0" y="0"/>
                </a:lnTo>
                <a:lnTo>
                  <a:pt x="0" y="1"/>
                </a:lnTo>
                <a:lnTo>
                  <a:pt x="1" y="1"/>
                </a:lnTo>
                <a:lnTo>
                  <a:pt x="0" y="2"/>
                </a:lnTo>
                <a:close/>
              </a:path>
            </a:pathLst>
          </a:custGeom>
          <a:solidFill>
            <a:srgbClr val="C2C2BF"/>
          </a:solidFill>
          <a:ln w="2520">
            <a:solidFill>
              <a:srgbClr val="FFFFFF"/>
            </a:solidFill>
            <a:round/>
          </a:ln>
        </p:spPr>
        <p:txBody>
          <a:bodyPr lIns="1080" tIns="-360" rIns="1080" bIns="-3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03" name=""/>
          <p:cNvSpPr/>
          <p:nvPr/>
        </p:nvSpPr>
        <p:spPr>
          <a:xfrm>
            <a:off x="4897440" y="1814760"/>
            <a:ext cx="1440" cy="2520"/>
          </a:xfrm>
          <a:custGeom>
            <a:avLst/>
            <a:gdLst/>
            <a:ahLst/>
            <a:rect l="0" t="0" r="r" b="b"/>
            <a:pathLst>
              <a:path w="4" h="7">
                <a:moveTo>
                  <a:pt x="0" y="2"/>
                </a:moveTo>
                <a:lnTo>
                  <a:pt x="1" y="2"/>
                </a:lnTo>
                <a:lnTo>
                  <a:pt x="1" y="0"/>
                </a:lnTo>
                <a:lnTo>
                  <a:pt x="2" y="0"/>
                </a:lnTo>
                <a:lnTo>
                  <a:pt x="2" y="2"/>
                </a:lnTo>
                <a:lnTo>
                  <a:pt x="4" y="2"/>
                </a:lnTo>
                <a:lnTo>
                  <a:pt x="4" y="3"/>
                </a:lnTo>
                <a:lnTo>
                  <a:pt x="4" y="4"/>
                </a:lnTo>
                <a:lnTo>
                  <a:pt x="4" y="5"/>
                </a:lnTo>
                <a:lnTo>
                  <a:pt x="4" y="7"/>
                </a:lnTo>
                <a:lnTo>
                  <a:pt x="2" y="5"/>
                </a:lnTo>
                <a:lnTo>
                  <a:pt x="2" y="7"/>
                </a:lnTo>
                <a:lnTo>
                  <a:pt x="1" y="5"/>
                </a:lnTo>
                <a:lnTo>
                  <a:pt x="1" y="4"/>
                </a:lnTo>
                <a:lnTo>
                  <a:pt x="1" y="3"/>
                </a:lnTo>
                <a:lnTo>
                  <a:pt x="0" y="2"/>
                </a:lnTo>
                <a:lnTo>
                  <a:pt x="0" y="0"/>
                </a:lnTo>
                <a:lnTo>
                  <a:pt x="1" y="0"/>
                </a:lnTo>
                <a:lnTo>
                  <a:pt x="1" y="2"/>
                </a:lnTo>
                <a:lnTo>
                  <a:pt x="0" y="2"/>
                </a:lnTo>
                <a:close/>
              </a:path>
            </a:pathLst>
          </a:custGeom>
          <a:solidFill>
            <a:srgbClr val="C2C2BF"/>
          </a:solidFill>
          <a:ln w="2520">
            <a:solidFill>
              <a:srgbClr val="FFFFFF"/>
            </a:solidFill>
            <a:round/>
          </a:ln>
        </p:spPr>
        <p:txBody>
          <a:bodyPr lIns="1080" tIns="1080" rIns="1080" bIns="108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04" name=""/>
          <p:cNvSpPr/>
          <p:nvPr/>
        </p:nvSpPr>
        <p:spPr>
          <a:xfrm>
            <a:off x="4897080" y="1815120"/>
            <a:ext cx="720" cy="1800"/>
          </a:xfrm>
          <a:custGeom>
            <a:avLst/>
            <a:gdLst/>
            <a:ahLst/>
            <a:rect l="0" t="0" r="r" b="b"/>
            <a:pathLst>
              <a:path w="2" h="5">
                <a:moveTo>
                  <a:pt x="0" y="0"/>
                </a:moveTo>
                <a:lnTo>
                  <a:pt x="0" y="2"/>
                </a:lnTo>
                <a:lnTo>
                  <a:pt x="2" y="2"/>
                </a:lnTo>
                <a:lnTo>
                  <a:pt x="2" y="3"/>
                </a:lnTo>
                <a:lnTo>
                  <a:pt x="2" y="5"/>
                </a:lnTo>
                <a:lnTo>
                  <a:pt x="0" y="3"/>
                </a:lnTo>
                <a:lnTo>
                  <a:pt x="0" y="2"/>
                </a:lnTo>
                <a:lnTo>
                  <a:pt x="0" y="0"/>
                </a:lnTo>
                <a:close/>
              </a:path>
            </a:pathLst>
          </a:custGeom>
          <a:solidFill>
            <a:srgbClr val="C2C2BF"/>
          </a:solidFill>
          <a:ln w="2520">
            <a:solidFill>
              <a:srgbClr val="FFFFFF"/>
            </a:solidFill>
            <a:round/>
          </a:ln>
        </p:spPr>
        <p:txBody>
          <a:bodyPr lIns="1080" tIns="720" rIns="1080" bIns="7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05" name=""/>
          <p:cNvSpPr/>
          <p:nvPr/>
        </p:nvSpPr>
        <p:spPr>
          <a:xfrm>
            <a:off x="4898160" y="1814760"/>
            <a:ext cx="720" cy="1440"/>
          </a:xfrm>
          <a:custGeom>
            <a:avLst/>
            <a:gdLst/>
            <a:ahLst/>
            <a:rect l="0" t="0" r="r" b="b"/>
            <a:pathLst>
              <a:path w="2" h="4">
                <a:moveTo>
                  <a:pt x="2" y="0"/>
                </a:moveTo>
                <a:lnTo>
                  <a:pt x="2" y="4"/>
                </a:lnTo>
                <a:lnTo>
                  <a:pt x="2" y="2"/>
                </a:lnTo>
                <a:lnTo>
                  <a:pt x="0" y="2"/>
                </a:lnTo>
                <a:lnTo>
                  <a:pt x="0" y="0"/>
                </a:lnTo>
                <a:lnTo>
                  <a:pt x="2" y="0"/>
                </a:lnTo>
                <a:close/>
              </a:path>
            </a:pathLst>
          </a:custGeom>
          <a:solidFill>
            <a:srgbClr val="C2C2BF"/>
          </a:solidFill>
          <a:ln w="2520">
            <a:solidFill>
              <a:srgbClr val="FFFFFF"/>
            </a:solidFill>
            <a:round/>
          </a:ln>
        </p:spPr>
        <p:txBody>
          <a:bodyPr lIns="1080" tIns="360" rIns="1080" bIns="3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06" name=""/>
          <p:cNvSpPr/>
          <p:nvPr/>
        </p:nvSpPr>
        <p:spPr>
          <a:xfrm>
            <a:off x="4899240" y="1809720"/>
            <a:ext cx="1440" cy="1440"/>
          </a:xfrm>
          <a:custGeom>
            <a:avLst/>
            <a:gdLst/>
            <a:ahLst/>
            <a:rect l="0" t="0" r="r" b="b"/>
            <a:pathLst>
              <a:path w="4" h="4">
                <a:moveTo>
                  <a:pt x="4" y="3"/>
                </a:moveTo>
                <a:lnTo>
                  <a:pt x="2" y="3"/>
                </a:lnTo>
                <a:lnTo>
                  <a:pt x="2" y="4"/>
                </a:lnTo>
                <a:lnTo>
                  <a:pt x="2" y="3"/>
                </a:lnTo>
                <a:lnTo>
                  <a:pt x="2" y="1"/>
                </a:lnTo>
                <a:lnTo>
                  <a:pt x="0" y="1"/>
                </a:lnTo>
                <a:lnTo>
                  <a:pt x="2" y="0"/>
                </a:lnTo>
                <a:lnTo>
                  <a:pt x="4" y="1"/>
                </a:lnTo>
                <a:lnTo>
                  <a:pt x="4" y="3"/>
                </a:lnTo>
                <a:close/>
              </a:path>
            </a:pathLst>
          </a:custGeom>
          <a:solidFill>
            <a:srgbClr val="C2C2BF"/>
          </a:solidFill>
          <a:ln w="2520">
            <a:solidFill>
              <a:srgbClr val="FFFFFF"/>
            </a:solidFill>
            <a:round/>
          </a:ln>
        </p:spPr>
        <p:txBody>
          <a:bodyPr lIns="1080" tIns="360" rIns="1080" bIns="3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07" name=""/>
          <p:cNvSpPr/>
          <p:nvPr/>
        </p:nvSpPr>
        <p:spPr>
          <a:xfrm>
            <a:off x="4899240" y="1809000"/>
            <a:ext cx="360" cy="360"/>
          </a:xfrm>
          <a:custGeom>
            <a:avLst/>
            <a:gdLst/>
            <a:ahLst/>
            <a:rect l="0" t="0" r="r" b="b"/>
            <a:pathLst>
              <a:path w="1" h="1">
                <a:moveTo>
                  <a:pt x="0" y="1"/>
                </a:moveTo>
                <a:lnTo>
                  <a:pt x="0" y="0"/>
                </a:lnTo>
                <a:lnTo>
                  <a:pt x="1" y="0"/>
                </a:lnTo>
                <a:lnTo>
                  <a:pt x="1" y="1"/>
                </a:lnTo>
                <a:lnTo>
                  <a:pt x="0" y="1"/>
                </a:lnTo>
                <a:close/>
              </a:path>
            </a:pathLst>
          </a:custGeom>
          <a:solidFill>
            <a:srgbClr val="C2C2B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08" name=""/>
          <p:cNvSpPr/>
          <p:nvPr/>
        </p:nvSpPr>
        <p:spPr>
          <a:xfrm>
            <a:off x="4899240" y="1809000"/>
            <a:ext cx="360" cy="360"/>
          </a:xfrm>
          <a:custGeom>
            <a:avLst/>
            <a:gdLst/>
            <a:ahLst/>
            <a:rect l="0" t="0" r="r" b="b"/>
            <a:pathLst>
              <a:path w="1" h="1">
                <a:moveTo>
                  <a:pt x="0" y="1"/>
                </a:moveTo>
                <a:lnTo>
                  <a:pt x="0" y="0"/>
                </a:lnTo>
                <a:lnTo>
                  <a:pt x="1" y="0"/>
                </a:lnTo>
                <a:lnTo>
                  <a:pt x="1" y="1"/>
                </a:lnTo>
                <a:lnTo>
                  <a:pt x="0" y="1"/>
                </a:lnTo>
                <a:close/>
              </a:path>
            </a:pathLst>
          </a:custGeom>
          <a:noFill/>
          <a:ln w="2520">
            <a:solidFill>
              <a:srgbClr val="FFFFFF"/>
            </a:solidFill>
            <a:round/>
          </a:ln>
        </p:spPr>
        <p:txBody>
          <a:bodyPr lIns="1080" tIns="-720" rIns="1080" bIns="-7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09" name=""/>
          <p:cNvSpPr/>
          <p:nvPr/>
        </p:nvSpPr>
        <p:spPr>
          <a:xfrm>
            <a:off x="4896720" y="1807920"/>
            <a:ext cx="1440" cy="1800"/>
          </a:xfrm>
          <a:custGeom>
            <a:avLst/>
            <a:gdLst/>
            <a:ahLst/>
            <a:rect l="0" t="0" r="r" b="b"/>
            <a:pathLst>
              <a:path w="4" h="5">
                <a:moveTo>
                  <a:pt x="3" y="3"/>
                </a:moveTo>
                <a:lnTo>
                  <a:pt x="3" y="5"/>
                </a:lnTo>
                <a:lnTo>
                  <a:pt x="1" y="5"/>
                </a:lnTo>
                <a:lnTo>
                  <a:pt x="0" y="5"/>
                </a:lnTo>
                <a:lnTo>
                  <a:pt x="0" y="3"/>
                </a:lnTo>
                <a:lnTo>
                  <a:pt x="1" y="3"/>
                </a:lnTo>
                <a:lnTo>
                  <a:pt x="1" y="5"/>
                </a:lnTo>
                <a:lnTo>
                  <a:pt x="1" y="3"/>
                </a:lnTo>
                <a:lnTo>
                  <a:pt x="1" y="2"/>
                </a:lnTo>
                <a:lnTo>
                  <a:pt x="1" y="0"/>
                </a:lnTo>
                <a:lnTo>
                  <a:pt x="3" y="2"/>
                </a:lnTo>
                <a:lnTo>
                  <a:pt x="4" y="3"/>
                </a:lnTo>
                <a:lnTo>
                  <a:pt x="3" y="3"/>
                </a:lnTo>
                <a:close/>
              </a:path>
            </a:pathLst>
          </a:custGeom>
          <a:solidFill>
            <a:srgbClr val="C2C2BF"/>
          </a:solidFill>
          <a:ln w="2520">
            <a:solidFill>
              <a:srgbClr val="FFFFFF"/>
            </a:solidFill>
            <a:round/>
          </a:ln>
        </p:spPr>
        <p:txBody>
          <a:bodyPr lIns="1080" tIns="720" rIns="1080" bIns="7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10" name=""/>
          <p:cNvSpPr/>
          <p:nvPr/>
        </p:nvSpPr>
        <p:spPr>
          <a:xfrm>
            <a:off x="4897080" y="1807560"/>
            <a:ext cx="1440" cy="1440"/>
          </a:xfrm>
          <a:custGeom>
            <a:avLst/>
            <a:gdLst/>
            <a:ahLst/>
            <a:rect l="0" t="0" r="r" b="b"/>
            <a:pathLst>
              <a:path w="4" h="4">
                <a:moveTo>
                  <a:pt x="2" y="4"/>
                </a:moveTo>
                <a:lnTo>
                  <a:pt x="2" y="2"/>
                </a:lnTo>
                <a:lnTo>
                  <a:pt x="0" y="2"/>
                </a:lnTo>
                <a:lnTo>
                  <a:pt x="0" y="0"/>
                </a:lnTo>
                <a:lnTo>
                  <a:pt x="2" y="2"/>
                </a:lnTo>
                <a:lnTo>
                  <a:pt x="2" y="0"/>
                </a:lnTo>
                <a:lnTo>
                  <a:pt x="4" y="0"/>
                </a:lnTo>
                <a:lnTo>
                  <a:pt x="4" y="4"/>
                </a:lnTo>
                <a:lnTo>
                  <a:pt x="2" y="4"/>
                </a:lnTo>
                <a:close/>
              </a:path>
            </a:pathLst>
          </a:custGeom>
          <a:solidFill>
            <a:srgbClr val="C2C2BF"/>
          </a:solidFill>
          <a:ln w="2520">
            <a:solidFill>
              <a:srgbClr val="FFFFFF"/>
            </a:solidFill>
            <a:round/>
          </a:ln>
        </p:spPr>
        <p:txBody>
          <a:bodyPr lIns="1080" tIns="360" rIns="1080" bIns="3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11" name=""/>
          <p:cNvSpPr/>
          <p:nvPr/>
        </p:nvSpPr>
        <p:spPr>
          <a:xfrm>
            <a:off x="4896000" y="1806840"/>
            <a:ext cx="2160" cy="1440"/>
          </a:xfrm>
          <a:custGeom>
            <a:avLst/>
            <a:gdLst/>
            <a:ahLst/>
            <a:rect l="0" t="0" r="r" b="b"/>
            <a:pathLst>
              <a:path w="6" h="4">
                <a:moveTo>
                  <a:pt x="3" y="0"/>
                </a:moveTo>
                <a:lnTo>
                  <a:pt x="4" y="0"/>
                </a:lnTo>
                <a:lnTo>
                  <a:pt x="6" y="0"/>
                </a:lnTo>
                <a:lnTo>
                  <a:pt x="6" y="1"/>
                </a:lnTo>
                <a:lnTo>
                  <a:pt x="4" y="1"/>
                </a:lnTo>
                <a:lnTo>
                  <a:pt x="3" y="1"/>
                </a:lnTo>
                <a:lnTo>
                  <a:pt x="2" y="1"/>
                </a:lnTo>
                <a:lnTo>
                  <a:pt x="3" y="3"/>
                </a:lnTo>
                <a:lnTo>
                  <a:pt x="4" y="3"/>
                </a:lnTo>
                <a:lnTo>
                  <a:pt x="4" y="4"/>
                </a:lnTo>
                <a:lnTo>
                  <a:pt x="3" y="4"/>
                </a:lnTo>
                <a:lnTo>
                  <a:pt x="3" y="3"/>
                </a:lnTo>
                <a:lnTo>
                  <a:pt x="2" y="4"/>
                </a:lnTo>
                <a:lnTo>
                  <a:pt x="0" y="4"/>
                </a:lnTo>
                <a:lnTo>
                  <a:pt x="0" y="3"/>
                </a:lnTo>
                <a:lnTo>
                  <a:pt x="2" y="3"/>
                </a:lnTo>
                <a:lnTo>
                  <a:pt x="2" y="1"/>
                </a:lnTo>
                <a:lnTo>
                  <a:pt x="0" y="0"/>
                </a:lnTo>
                <a:lnTo>
                  <a:pt x="2" y="0"/>
                </a:lnTo>
                <a:lnTo>
                  <a:pt x="2" y="1"/>
                </a:lnTo>
                <a:lnTo>
                  <a:pt x="3" y="1"/>
                </a:lnTo>
                <a:lnTo>
                  <a:pt x="3" y="0"/>
                </a:lnTo>
                <a:close/>
              </a:path>
            </a:pathLst>
          </a:custGeom>
          <a:solidFill>
            <a:srgbClr val="C2C2BF"/>
          </a:solidFill>
          <a:ln w="2520">
            <a:solidFill>
              <a:srgbClr val="FFFFFF"/>
            </a:solidFill>
            <a:round/>
          </a:ln>
        </p:spPr>
        <p:txBody>
          <a:bodyPr lIns="1080" tIns="360" rIns="1080" bIns="3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12" name=""/>
          <p:cNvSpPr/>
          <p:nvPr/>
        </p:nvSpPr>
        <p:spPr>
          <a:xfrm>
            <a:off x="4902120" y="1806480"/>
            <a:ext cx="1080" cy="1440"/>
          </a:xfrm>
          <a:custGeom>
            <a:avLst/>
            <a:gdLst/>
            <a:ahLst/>
            <a:rect l="0" t="0" r="r" b="b"/>
            <a:pathLst>
              <a:path w="3" h="4">
                <a:moveTo>
                  <a:pt x="1" y="2"/>
                </a:moveTo>
                <a:lnTo>
                  <a:pt x="3" y="2"/>
                </a:lnTo>
                <a:lnTo>
                  <a:pt x="3" y="4"/>
                </a:lnTo>
                <a:lnTo>
                  <a:pt x="1" y="4"/>
                </a:lnTo>
                <a:lnTo>
                  <a:pt x="1" y="2"/>
                </a:lnTo>
                <a:lnTo>
                  <a:pt x="0" y="2"/>
                </a:lnTo>
                <a:lnTo>
                  <a:pt x="0" y="0"/>
                </a:lnTo>
                <a:lnTo>
                  <a:pt x="1" y="0"/>
                </a:lnTo>
                <a:lnTo>
                  <a:pt x="1" y="2"/>
                </a:lnTo>
                <a:close/>
              </a:path>
            </a:pathLst>
          </a:custGeom>
          <a:solidFill>
            <a:srgbClr val="C2C2BF"/>
          </a:solidFill>
          <a:ln w="2520">
            <a:solidFill>
              <a:srgbClr val="FFFFFF"/>
            </a:solidFill>
            <a:round/>
          </a:ln>
        </p:spPr>
        <p:txBody>
          <a:bodyPr lIns="1080" tIns="360" rIns="1080" bIns="3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13" name=""/>
          <p:cNvSpPr/>
          <p:nvPr/>
        </p:nvSpPr>
        <p:spPr>
          <a:xfrm>
            <a:off x="4629240" y="1321200"/>
            <a:ext cx="308880" cy="197640"/>
          </a:xfrm>
          <a:custGeom>
            <a:avLst/>
            <a:gdLst/>
            <a:ahLst/>
            <a:rect l="0" t="0" r="r" b="b"/>
            <a:pathLst>
              <a:path w="858" h="549">
                <a:moveTo>
                  <a:pt x="120" y="6"/>
                </a:moveTo>
                <a:lnTo>
                  <a:pt x="121" y="6"/>
                </a:lnTo>
                <a:lnTo>
                  <a:pt x="121" y="7"/>
                </a:lnTo>
                <a:lnTo>
                  <a:pt x="121" y="8"/>
                </a:lnTo>
                <a:lnTo>
                  <a:pt x="121" y="9"/>
                </a:lnTo>
                <a:lnTo>
                  <a:pt x="122" y="9"/>
                </a:lnTo>
                <a:lnTo>
                  <a:pt x="123" y="9"/>
                </a:lnTo>
                <a:lnTo>
                  <a:pt x="122" y="9"/>
                </a:lnTo>
                <a:lnTo>
                  <a:pt x="122" y="8"/>
                </a:lnTo>
                <a:lnTo>
                  <a:pt x="123" y="8"/>
                </a:lnTo>
                <a:lnTo>
                  <a:pt x="125" y="8"/>
                </a:lnTo>
                <a:lnTo>
                  <a:pt x="126" y="8"/>
                </a:lnTo>
                <a:lnTo>
                  <a:pt x="127" y="9"/>
                </a:lnTo>
                <a:lnTo>
                  <a:pt x="127" y="10"/>
                </a:lnTo>
                <a:lnTo>
                  <a:pt x="128" y="11"/>
                </a:lnTo>
                <a:lnTo>
                  <a:pt x="129" y="10"/>
                </a:lnTo>
                <a:lnTo>
                  <a:pt x="130" y="10"/>
                </a:lnTo>
                <a:lnTo>
                  <a:pt x="130" y="11"/>
                </a:lnTo>
                <a:lnTo>
                  <a:pt x="131" y="11"/>
                </a:lnTo>
                <a:lnTo>
                  <a:pt x="133" y="10"/>
                </a:lnTo>
                <a:lnTo>
                  <a:pt x="134" y="10"/>
                </a:lnTo>
                <a:lnTo>
                  <a:pt x="135" y="10"/>
                </a:lnTo>
                <a:lnTo>
                  <a:pt x="136" y="10"/>
                </a:lnTo>
                <a:lnTo>
                  <a:pt x="137" y="10"/>
                </a:lnTo>
                <a:lnTo>
                  <a:pt x="138" y="10"/>
                </a:lnTo>
                <a:lnTo>
                  <a:pt x="139" y="10"/>
                </a:lnTo>
                <a:lnTo>
                  <a:pt x="139" y="9"/>
                </a:lnTo>
                <a:lnTo>
                  <a:pt x="140" y="9"/>
                </a:lnTo>
                <a:lnTo>
                  <a:pt x="141" y="9"/>
                </a:lnTo>
                <a:lnTo>
                  <a:pt x="142" y="9"/>
                </a:lnTo>
                <a:lnTo>
                  <a:pt x="142" y="8"/>
                </a:lnTo>
                <a:lnTo>
                  <a:pt x="143" y="8"/>
                </a:lnTo>
                <a:lnTo>
                  <a:pt x="145" y="8"/>
                </a:lnTo>
                <a:lnTo>
                  <a:pt x="145" y="9"/>
                </a:lnTo>
                <a:lnTo>
                  <a:pt x="146" y="9"/>
                </a:lnTo>
                <a:lnTo>
                  <a:pt x="147" y="9"/>
                </a:lnTo>
                <a:lnTo>
                  <a:pt x="148" y="9"/>
                </a:lnTo>
                <a:lnTo>
                  <a:pt x="148" y="10"/>
                </a:lnTo>
                <a:lnTo>
                  <a:pt x="149" y="10"/>
                </a:lnTo>
                <a:lnTo>
                  <a:pt x="150" y="10"/>
                </a:lnTo>
                <a:lnTo>
                  <a:pt x="151" y="10"/>
                </a:lnTo>
                <a:lnTo>
                  <a:pt x="152" y="11"/>
                </a:lnTo>
                <a:lnTo>
                  <a:pt x="153" y="12"/>
                </a:lnTo>
                <a:lnTo>
                  <a:pt x="155" y="12"/>
                </a:lnTo>
                <a:lnTo>
                  <a:pt x="155" y="13"/>
                </a:lnTo>
                <a:lnTo>
                  <a:pt x="156" y="13"/>
                </a:lnTo>
                <a:lnTo>
                  <a:pt x="157" y="14"/>
                </a:lnTo>
                <a:lnTo>
                  <a:pt x="158" y="14"/>
                </a:lnTo>
                <a:lnTo>
                  <a:pt x="158" y="13"/>
                </a:lnTo>
                <a:lnTo>
                  <a:pt x="159" y="12"/>
                </a:lnTo>
                <a:lnTo>
                  <a:pt x="160" y="12"/>
                </a:lnTo>
                <a:lnTo>
                  <a:pt x="161" y="13"/>
                </a:lnTo>
                <a:lnTo>
                  <a:pt x="162" y="13"/>
                </a:lnTo>
                <a:lnTo>
                  <a:pt x="162" y="14"/>
                </a:lnTo>
                <a:lnTo>
                  <a:pt x="163" y="14"/>
                </a:lnTo>
                <a:lnTo>
                  <a:pt x="164" y="14"/>
                </a:lnTo>
                <a:lnTo>
                  <a:pt x="166" y="14"/>
                </a:lnTo>
                <a:lnTo>
                  <a:pt x="166" y="13"/>
                </a:lnTo>
                <a:lnTo>
                  <a:pt x="166" y="12"/>
                </a:lnTo>
                <a:lnTo>
                  <a:pt x="167" y="13"/>
                </a:lnTo>
                <a:lnTo>
                  <a:pt x="168" y="13"/>
                </a:lnTo>
                <a:lnTo>
                  <a:pt x="169" y="12"/>
                </a:lnTo>
                <a:lnTo>
                  <a:pt x="170" y="12"/>
                </a:lnTo>
                <a:lnTo>
                  <a:pt x="171" y="12"/>
                </a:lnTo>
                <a:lnTo>
                  <a:pt x="171" y="13"/>
                </a:lnTo>
                <a:lnTo>
                  <a:pt x="172" y="12"/>
                </a:lnTo>
                <a:lnTo>
                  <a:pt x="173" y="12"/>
                </a:lnTo>
                <a:lnTo>
                  <a:pt x="174" y="12"/>
                </a:lnTo>
                <a:lnTo>
                  <a:pt x="175" y="11"/>
                </a:lnTo>
                <a:lnTo>
                  <a:pt x="176" y="11"/>
                </a:lnTo>
                <a:lnTo>
                  <a:pt x="177" y="12"/>
                </a:lnTo>
                <a:lnTo>
                  <a:pt x="177" y="13"/>
                </a:lnTo>
                <a:lnTo>
                  <a:pt x="177" y="14"/>
                </a:lnTo>
                <a:lnTo>
                  <a:pt x="178" y="14"/>
                </a:lnTo>
                <a:lnTo>
                  <a:pt x="179" y="14"/>
                </a:lnTo>
                <a:lnTo>
                  <a:pt x="179" y="15"/>
                </a:lnTo>
                <a:lnTo>
                  <a:pt x="180" y="15"/>
                </a:lnTo>
                <a:lnTo>
                  <a:pt x="181" y="16"/>
                </a:lnTo>
                <a:lnTo>
                  <a:pt x="181" y="17"/>
                </a:lnTo>
                <a:lnTo>
                  <a:pt x="182" y="17"/>
                </a:lnTo>
                <a:lnTo>
                  <a:pt x="183" y="18"/>
                </a:lnTo>
                <a:lnTo>
                  <a:pt x="184" y="18"/>
                </a:lnTo>
                <a:lnTo>
                  <a:pt x="184" y="17"/>
                </a:lnTo>
                <a:lnTo>
                  <a:pt x="185" y="17"/>
                </a:lnTo>
                <a:lnTo>
                  <a:pt x="186" y="17"/>
                </a:lnTo>
                <a:lnTo>
                  <a:pt x="187" y="17"/>
                </a:lnTo>
                <a:lnTo>
                  <a:pt x="187" y="16"/>
                </a:lnTo>
                <a:lnTo>
                  <a:pt x="189" y="16"/>
                </a:lnTo>
                <a:lnTo>
                  <a:pt x="190" y="16"/>
                </a:lnTo>
                <a:lnTo>
                  <a:pt x="191" y="16"/>
                </a:lnTo>
                <a:lnTo>
                  <a:pt x="192" y="16"/>
                </a:lnTo>
                <a:lnTo>
                  <a:pt x="193" y="16"/>
                </a:lnTo>
                <a:lnTo>
                  <a:pt x="194" y="16"/>
                </a:lnTo>
                <a:lnTo>
                  <a:pt x="194" y="17"/>
                </a:lnTo>
                <a:lnTo>
                  <a:pt x="195" y="17"/>
                </a:lnTo>
                <a:lnTo>
                  <a:pt x="195" y="16"/>
                </a:lnTo>
                <a:lnTo>
                  <a:pt x="195" y="15"/>
                </a:lnTo>
                <a:lnTo>
                  <a:pt x="196" y="15"/>
                </a:lnTo>
                <a:lnTo>
                  <a:pt x="197" y="15"/>
                </a:lnTo>
                <a:lnTo>
                  <a:pt x="197" y="14"/>
                </a:lnTo>
                <a:lnTo>
                  <a:pt x="198" y="14"/>
                </a:lnTo>
                <a:lnTo>
                  <a:pt x="198" y="13"/>
                </a:lnTo>
                <a:lnTo>
                  <a:pt x="199" y="13"/>
                </a:lnTo>
                <a:lnTo>
                  <a:pt x="199" y="14"/>
                </a:lnTo>
                <a:lnTo>
                  <a:pt x="198" y="14"/>
                </a:lnTo>
                <a:lnTo>
                  <a:pt x="198" y="15"/>
                </a:lnTo>
                <a:lnTo>
                  <a:pt x="199" y="15"/>
                </a:lnTo>
                <a:lnTo>
                  <a:pt x="200" y="14"/>
                </a:lnTo>
                <a:lnTo>
                  <a:pt x="200" y="15"/>
                </a:lnTo>
                <a:lnTo>
                  <a:pt x="201" y="15"/>
                </a:lnTo>
                <a:lnTo>
                  <a:pt x="202" y="14"/>
                </a:lnTo>
                <a:lnTo>
                  <a:pt x="202" y="15"/>
                </a:lnTo>
                <a:lnTo>
                  <a:pt x="203" y="15"/>
                </a:lnTo>
                <a:lnTo>
                  <a:pt x="204" y="15"/>
                </a:lnTo>
                <a:lnTo>
                  <a:pt x="205" y="15"/>
                </a:lnTo>
                <a:lnTo>
                  <a:pt x="205" y="14"/>
                </a:lnTo>
                <a:lnTo>
                  <a:pt x="206" y="14"/>
                </a:lnTo>
                <a:lnTo>
                  <a:pt x="207" y="14"/>
                </a:lnTo>
                <a:lnTo>
                  <a:pt x="208" y="14"/>
                </a:lnTo>
                <a:lnTo>
                  <a:pt x="209" y="14"/>
                </a:lnTo>
                <a:lnTo>
                  <a:pt x="208" y="13"/>
                </a:lnTo>
                <a:lnTo>
                  <a:pt x="209" y="13"/>
                </a:lnTo>
                <a:lnTo>
                  <a:pt x="209" y="12"/>
                </a:lnTo>
                <a:lnTo>
                  <a:pt x="210" y="12"/>
                </a:lnTo>
                <a:lnTo>
                  <a:pt x="210" y="11"/>
                </a:lnTo>
                <a:lnTo>
                  <a:pt x="211" y="10"/>
                </a:lnTo>
                <a:lnTo>
                  <a:pt x="212" y="9"/>
                </a:lnTo>
                <a:lnTo>
                  <a:pt x="212" y="8"/>
                </a:lnTo>
                <a:lnTo>
                  <a:pt x="213" y="7"/>
                </a:lnTo>
                <a:lnTo>
                  <a:pt x="213" y="6"/>
                </a:lnTo>
                <a:lnTo>
                  <a:pt x="213" y="7"/>
                </a:lnTo>
                <a:lnTo>
                  <a:pt x="214" y="7"/>
                </a:lnTo>
                <a:lnTo>
                  <a:pt x="215" y="7"/>
                </a:lnTo>
                <a:lnTo>
                  <a:pt x="215" y="6"/>
                </a:lnTo>
                <a:lnTo>
                  <a:pt x="215" y="5"/>
                </a:lnTo>
                <a:lnTo>
                  <a:pt x="215" y="3"/>
                </a:lnTo>
                <a:lnTo>
                  <a:pt x="216" y="4"/>
                </a:lnTo>
                <a:lnTo>
                  <a:pt x="218" y="4"/>
                </a:lnTo>
                <a:lnTo>
                  <a:pt x="219" y="5"/>
                </a:lnTo>
                <a:lnTo>
                  <a:pt x="219" y="4"/>
                </a:lnTo>
                <a:lnTo>
                  <a:pt x="220" y="5"/>
                </a:lnTo>
                <a:lnTo>
                  <a:pt x="221" y="6"/>
                </a:lnTo>
                <a:lnTo>
                  <a:pt x="220" y="7"/>
                </a:lnTo>
                <a:lnTo>
                  <a:pt x="221" y="8"/>
                </a:lnTo>
                <a:lnTo>
                  <a:pt x="222" y="8"/>
                </a:lnTo>
                <a:lnTo>
                  <a:pt x="222" y="9"/>
                </a:lnTo>
                <a:lnTo>
                  <a:pt x="222" y="11"/>
                </a:lnTo>
                <a:lnTo>
                  <a:pt x="222" y="13"/>
                </a:lnTo>
                <a:lnTo>
                  <a:pt x="222" y="14"/>
                </a:lnTo>
                <a:lnTo>
                  <a:pt x="222" y="15"/>
                </a:lnTo>
                <a:lnTo>
                  <a:pt x="222" y="16"/>
                </a:lnTo>
                <a:lnTo>
                  <a:pt x="222" y="17"/>
                </a:lnTo>
                <a:lnTo>
                  <a:pt x="223" y="17"/>
                </a:lnTo>
                <a:lnTo>
                  <a:pt x="224" y="17"/>
                </a:lnTo>
                <a:lnTo>
                  <a:pt x="225" y="17"/>
                </a:lnTo>
                <a:lnTo>
                  <a:pt x="226" y="17"/>
                </a:lnTo>
                <a:lnTo>
                  <a:pt x="227" y="17"/>
                </a:lnTo>
                <a:lnTo>
                  <a:pt x="227" y="16"/>
                </a:lnTo>
                <a:lnTo>
                  <a:pt x="227" y="15"/>
                </a:lnTo>
                <a:lnTo>
                  <a:pt x="228" y="15"/>
                </a:lnTo>
                <a:lnTo>
                  <a:pt x="228" y="16"/>
                </a:lnTo>
                <a:lnTo>
                  <a:pt x="229" y="17"/>
                </a:lnTo>
                <a:lnTo>
                  <a:pt x="229" y="18"/>
                </a:lnTo>
                <a:lnTo>
                  <a:pt x="230" y="18"/>
                </a:lnTo>
                <a:lnTo>
                  <a:pt x="231" y="19"/>
                </a:lnTo>
                <a:lnTo>
                  <a:pt x="231" y="20"/>
                </a:lnTo>
                <a:lnTo>
                  <a:pt x="233" y="22"/>
                </a:lnTo>
                <a:lnTo>
                  <a:pt x="234" y="22"/>
                </a:lnTo>
                <a:lnTo>
                  <a:pt x="235" y="23"/>
                </a:lnTo>
                <a:lnTo>
                  <a:pt x="236" y="23"/>
                </a:lnTo>
                <a:lnTo>
                  <a:pt x="236" y="22"/>
                </a:lnTo>
                <a:lnTo>
                  <a:pt x="236" y="21"/>
                </a:lnTo>
                <a:lnTo>
                  <a:pt x="236" y="20"/>
                </a:lnTo>
                <a:lnTo>
                  <a:pt x="235" y="20"/>
                </a:lnTo>
                <a:lnTo>
                  <a:pt x="235" y="19"/>
                </a:lnTo>
                <a:lnTo>
                  <a:pt x="236" y="18"/>
                </a:lnTo>
                <a:lnTo>
                  <a:pt x="237" y="18"/>
                </a:lnTo>
                <a:lnTo>
                  <a:pt x="237" y="17"/>
                </a:lnTo>
                <a:lnTo>
                  <a:pt x="238" y="17"/>
                </a:lnTo>
                <a:lnTo>
                  <a:pt x="239" y="16"/>
                </a:lnTo>
                <a:lnTo>
                  <a:pt x="240" y="15"/>
                </a:lnTo>
                <a:lnTo>
                  <a:pt x="241" y="15"/>
                </a:lnTo>
                <a:lnTo>
                  <a:pt x="242" y="16"/>
                </a:lnTo>
                <a:lnTo>
                  <a:pt x="243" y="15"/>
                </a:lnTo>
                <a:lnTo>
                  <a:pt x="244" y="15"/>
                </a:lnTo>
                <a:lnTo>
                  <a:pt x="244" y="14"/>
                </a:lnTo>
                <a:lnTo>
                  <a:pt x="245" y="14"/>
                </a:lnTo>
                <a:lnTo>
                  <a:pt x="245" y="15"/>
                </a:lnTo>
                <a:lnTo>
                  <a:pt x="246" y="15"/>
                </a:lnTo>
                <a:lnTo>
                  <a:pt x="246" y="14"/>
                </a:lnTo>
                <a:lnTo>
                  <a:pt x="246" y="13"/>
                </a:lnTo>
                <a:lnTo>
                  <a:pt x="245" y="13"/>
                </a:lnTo>
                <a:lnTo>
                  <a:pt x="245" y="12"/>
                </a:lnTo>
                <a:lnTo>
                  <a:pt x="245" y="11"/>
                </a:lnTo>
                <a:lnTo>
                  <a:pt x="245" y="10"/>
                </a:lnTo>
                <a:lnTo>
                  <a:pt x="246" y="10"/>
                </a:lnTo>
                <a:lnTo>
                  <a:pt x="246" y="9"/>
                </a:lnTo>
                <a:lnTo>
                  <a:pt x="246" y="8"/>
                </a:lnTo>
                <a:lnTo>
                  <a:pt x="247" y="8"/>
                </a:lnTo>
                <a:lnTo>
                  <a:pt x="248" y="8"/>
                </a:lnTo>
                <a:lnTo>
                  <a:pt x="249" y="8"/>
                </a:lnTo>
                <a:lnTo>
                  <a:pt x="250" y="7"/>
                </a:lnTo>
                <a:lnTo>
                  <a:pt x="251" y="7"/>
                </a:lnTo>
                <a:lnTo>
                  <a:pt x="252" y="7"/>
                </a:lnTo>
                <a:lnTo>
                  <a:pt x="253" y="7"/>
                </a:lnTo>
                <a:lnTo>
                  <a:pt x="254" y="7"/>
                </a:lnTo>
                <a:lnTo>
                  <a:pt x="254" y="8"/>
                </a:lnTo>
                <a:lnTo>
                  <a:pt x="254" y="7"/>
                </a:lnTo>
                <a:lnTo>
                  <a:pt x="255" y="7"/>
                </a:lnTo>
                <a:lnTo>
                  <a:pt x="256" y="7"/>
                </a:lnTo>
                <a:lnTo>
                  <a:pt x="255" y="7"/>
                </a:lnTo>
                <a:lnTo>
                  <a:pt x="255" y="8"/>
                </a:lnTo>
                <a:lnTo>
                  <a:pt x="256" y="8"/>
                </a:lnTo>
                <a:lnTo>
                  <a:pt x="256" y="7"/>
                </a:lnTo>
                <a:lnTo>
                  <a:pt x="257" y="6"/>
                </a:lnTo>
                <a:lnTo>
                  <a:pt x="258" y="5"/>
                </a:lnTo>
                <a:lnTo>
                  <a:pt x="258" y="4"/>
                </a:lnTo>
                <a:lnTo>
                  <a:pt x="259" y="3"/>
                </a:lnTo>
                <a:lnTo>
                  <a:pt x="260" y="3"/>
                </a:lnTo>
                <a:lnTo>
                  <a:pt x="260" y="2"/>
                </a:lnTo>
                <a:lnTo>
                  <a:pt x="260" y="1"/>
                </a:lnTo>
                <a:lnTo>
                  <a:pt x="261" y="0"/>
                </a:lnTo>
                <a:lnTo>
                  <a:pt x="262" y="0"/>
                </a:lnTo>
                <a:lnTo>
                  <a:pt x="263" y="1"/>
                </a:lnTo>
                <a:lnTo>
                  <a:pt x="264" y="1"/>
                </a:lnTo>
                <a:lnTo>
                  <a:pt x="264" y="2"/>
                </a:lnTo>
                <a:lnTo>
                  <a:pt x="264" y="3"/>
                </a:lnTo>
                <a:lnTo>
                  <a:pt x="265" y="3"/>
                </a:lnTo>
                <a:lnTo>
                  <a:pt x="265" y="4"/>
                </a:lnTo>
                <a:lnTo>
                  <a:pt x="266" y="4"/>
                </a:lnTo>
                <a:lnTo>
                  <a:pt x="266" y="5"/>
                </a:lnTo>
                <a:lnTo>
                  <a:pt x="267" y="6"/>
                </a:lnTo>
                <a:lnTo>
                  <a:pt x="268" y="7"/>
                </a:lnTo>
                <a:lnTo>
                  <a:pt x="269" y="7"/>
                </a:lnTo>
                <a:lnTo>
                  <a:pt x="270" y="8"/>
                </a:lnTo>
                <a:lnTo>
                  <a:pt x="271" y="8"/>
                </a:lnTo>
                <a:lnTo>
                  <a:pt x="271" y="9"/>
                </a:lnTo>
                <a:lnTo>
                  <a:pt x="271" y="10"/>
                </a:lnTo>
                <a:lnTo>
                  <a:pt x="271" y="11"/>
                </a:lnTo>
                <a:lnTo>
                  <a:pt x="270" y="11"/>
                </a:lnTo>
                <a:lnTo>
                  <a:pt x="270" y="12"/>
                </a:lnTo>
                <a:lnTo>
                  <a:pt x="269" y="13"/>
                </a:lnTo>
                <a:lnTo>
                  <a:pt x="270" y="13"/>
                </a:lnTo>
                <a:lnTo>
                  <a:pt x="271" y="13"/>
                </a:lnTo>
                <a:lnTo>
                  <a:pt x="271" y="12"/>
                </a:lnTo>
                <a:lnTo>
                  <a:pt x="272" y="11"/>
                </a:lnTo>
                <a:lnTo>
                  <a:pt x="272" y="10"/>
                </a:lnTo>
                <a:lnTo>
                  <a:pt x="273" y="10"/>
                </a:lnTo>
                <a:lnTo>
                  <a:pt x="273" y="9"/>
                </a:lnTo>
                <a:lnTo>
                  <a:pt x="274" y="9"/>
                </a:lnTo>
                <a:lnTo>
                  <a:pt x="275" y="10"/>
                </a:lnTo>
                <a:lnTo>
                  <a:pt x="274" y="11"/>
                </a:lnTo>
                <a:lnTo>
                  <a:pt x="276" y="11"/>
                </a:lnTo>
                <a:lnTo>
                  <a:pt x="277" y="12"/>
                </a:lnTo>
                <a:lnTo>
                  <a:pt x="278" y="12"/>
                </a:lnTo>
                <a:lnTo>
                  <a:pt x="279" y="12"/>
                </a:lnTo>
                <a:lnTo>
                  <a:pt x="279" y="13"/>
                </a:lnTo>
                <a:lnTo>
                  <a:pt x="278" y="13"/>
                </a:lnTo>
                <a:lnTo>
                  <a:pt x="279" y="13"/>
                </a:lnTo>
                <a:lnTo>
                  <a:pt x="279" y="15"/>
                </a:lnTo>
                <a:lnTo>
                  <a:pt x="280" y="15"/>
                </a:lnTo>
                <a:lnTo>
                  <a:pt x="280" y="16"/>
                </a:lnTo>
                <a:lnTo>
                  <a:pt x="281" y="16"/>
                </a:lnTo>
                <a:lnTo>
                  <a:pt x="281" y="17"/>
                </a:lnTo>
                <a:lnTo>
                  <a:pt x="282" y="17"/>
                </a:lnTo>
                <a:lnTo>
                  <a:pt x="282" y="16"/>
                </a:lnTo>
                <a:lnTo>
                  <a:pt x="282" y="17"/>
                </a:lnTo>
                <a:lnTo>
                  <a:pt x="283" y="17"/>
                </a:lnTo>
                <a:lnTo>
                  <a:pt x="284" y="17"/>
                </a:lnTo>
                <a:lnTo>
                  <a:pt x="284" y="18"/>
                </a:lnTo>
                <a:lnTo>
                  <a:pt x="284" y="20"/>
                </a:lnTo>
                <a:lnTo>
                  <a:pt x="284" y="21"/>
                </a:lnTo>
                <a:lnTo>
                  <a:pt x="285" y="21"/>
                </a:lnTo>
                <a:lnTo>
                  <a:pt x="285" y="20"/>
                </a:lnTo>
                <a:lnTo>
                  <a:pt x="286" y="20"/>
                </a:lnTo>
                <a:lnTo>
                  <a:pt x="286" y="21"/>
                </a:lnTo>
                <a:lnTo>
                  <a:pt x="286" y="22"/>
                </a:lnTo>
                <a:lnTo>
                  <a:pt x="287" y="23"/>
                </a:lnTo>
                <a:lnTo>
                  <a:pt x="286" y="23"/>
                </a:lnTo>
                <a:lnTo>
                  <a:pt x="286" y="24"/>
                </a:lnTo>
                <a:lnTo>
                  <a:pt x="285" y="24"/>
                </a:lnTo>
                <a:lnTo>
                  <a:pt x="284" y="24"/>
                </a:lnTo>
                <a:lnTo>
                  <a:pt x="284" y="25"/>
                </a:lnTo>
                <a:lnTo>
                  <a:pt x="282" y="27"/>
                </a:lnTo>
                <a:lnTo>
                  <a:pt x="282" y="28"/>
                </a:lnTo>
                <a:lnTo>
                  <a:pt x="283" y="28"/>
                </a:lnTo>
                <a:lnTo>
                  <a:pt x="283" y="27"/>
                </a:lnTo>
                <a:lnTo>
                  <a:pt x="284" y="27"/>
                </a:lnTo>
                <a:lnTo>
                  <a:pt x="285" y="27"/>
                </a:lnTo>
                <a:lnTo>
                  <a:pt x="286" y="27"/>
                </a:lnTo>
                <a:lnTo>
                  <a:pt x="288" y="27"/>
                </a:lnTo>
                <a:lnTo>
                  <a:pt x="289" y="27"/>
                </a:lnTo>
                <a:lnTo>
                  <a:pt x="290" y="27"/>
                </a:lnTo>
                <a:lnTo>
                  <a:pt x="291" y="27"/>
                </a:lnTo>
                <a:lnTo>
                  <a:pt x="292" y="28"/>
                </a:lnTo>
                <a:lnTo>
                  <a:pt x="292" y="29"/>
                </a:lnTo>
                <a:lnTo>
                  <a:pt x="292" y="30"/>
                </a:lnTo>
                <a:lnTo>
                  <a:pt x="293" y="30"/>
                </a:lnTo>
                <a:lnTo>
                  <a:pt x="294" y="31"/>
                </a:lnTo>
                <a:lnTo>
                  <a:pt x="294" y="32"/>
                </a:lnTo>
                <a:lnTo>
                  <a:pt x="294" y="33"/>
                </a:lnTo>
                <a:lnTo>
                  <a:pt x="295" y="33"/>
                </a:lnTo>
                <a:lnTo>
                  <a:pt x="295" y="34"/>
                </a:lnTo>
                <a:lnTo>
                  <a:pt x="295" y="35"/>
                </a:lnTo>
                <a:lnTo>
                  <a:pt x="295" y="36"/>
                </a:lnTo>
                <a:lnTo>
                  <a:pt x="295" y="37"/>
                </a:lnTo>
                <a:lnTo>
                  <a:pt x="295" y="38"/>
                </a:lnTo>
                <a:lnTo>
                  <a:pt x="294" y="38"/>
                </a:lnTo>
                <a:lnTo>
                  <a:pt x="293" y="38"/>
                </a:lnTo>
                <a:lnTo>
                  <a:pt x="293" y="39"/>
                </a:lnTo>
                <a:lnTo>
                  <a:pt x="293" y="40"/>
                </a:lnTo>
                <a:lnTo>
                  <a:pt x="293" y="41"/>
                </a:lnTo>
                <a:lnTo>
                  <a:pt x="293" y="42"/>
                </a:lnTo>
                <a:lnTo>
                  <a:pt x="293" y="43"/>
                </a:lnTo>
                <a:lnTo>
                  <a:pt x="293" y="44"/>
                </a:lnTo>
                <a:lnTo>
                  <a:pt x="294" y="44"/>
                </a:lnTo>
                <a:lnTo>
                  <a:pt x="293" y="45"/>
                </a:lnTo>
                <a:lnTo>
                  <a:pt x="293" y="46"/>
                </a:lnTo>
                <a:lnTo>
                  <a:pt x="293" y="47"/>
                </a:lnTo>
                <a:lnTo>
                  <a:pt x="295" y="47"/>
                </a:lnTo>
                <a:lnTo>
                  <a:pt x="295" y="46"/>
                </a:lnTo>
                <a:lnTo>
                  <a:pt x="296" y="46"/>
                </a:lnTo>
                <a:lnTo>
                  <a:pt x="296" y="45"/>
                </a:lnTo>
                <a:lnTo>
                  <a:pt x="297" y="45"/>
                </a:lnTo>
                <a:lnTo>
                  <a:pt x="298" y="46"/>
                </a:lnTo>
                <a:lnTo>
                  <a:pt x="298" y="47"/>
                </a:lnTo>
                <a:lnTo>
                  <a:pt x="298" y="48"/>
                </a:lnTo>
                <a:lnTo>
                  <a:pt x="297" y="48"/>
                </a:lnTo>
                <a:lnTo>
                  <a:pt x="297" y="49"/>
                </a:lnTo>
                <a:lnTo>
                  <a:pt x="298" y="51"/>
                </a:lnTo>
                <a:lnTo>
                  <a:pt x="299" y="51"/>
                </a:lnTo>
                <a:lnTo>
                  <a:pt x="300" y="51"/>
                </a:lnTo>
                <a:lnTo>
                  <a:pt x="301" y="51"/>
                </a:lnTo>
                <a:lnTo>
                  <a:pt x="302" y="52"/>
                </a:lnTo>
                <a:lnTo>
                  <a:pt x="302" y="53"/>
                </a:lnTo>
                <a:lnTo>
                  <a:pt x="303" y="53"/>
                </a:lnTo>
                <a:lnTo>
                  <a:pt x="304" y="53"/>
                </a:lnTo>
                <a:lnTo>
                  <a:pt x="306" y="53"/>
                </a:lnTo>
                <a:lnTo>
                  <a:pt x="307" y="53"/>
                </a:lnTo>
                <a:lnTo>
                  <a:pt x="307" y="54"/>
                </a:lnTo>
                <a:lnTo>
                  <a:pt x="308" y="55"/>
                </a:lnTo>
                <a:lnTo>
                  <a:pt x="309" y="55"/>
                </a:lnTo>
                <a:lnTo>
                  <a:pt x="309" y="57"/>
                </a:lnTo>
                <a:lnTo>
                  <a:pt x="309" y="58"/>
                </a:lnTo>
                <a:lnTo>
                  <a:pt x="310" y="58"/>
                </a:lnTo>
                <a:lnTo>
                  <a:pt x="311" y="59"/>
                </a:lnTo>
                <a:lnTo>
                  <a:pt x="311" y="60"/>
                </a:lnTo>
                <a:lnTo>
                  <a:pt x="312" y="62"/>
                </a:lnTo>
                <a:lnTo>
                  <a:pt x="312" y="63"/>
                </a:lnTo>
                <a:lnTo>
                  <a:pt x="313" y="63"/>
                </a:lnTo>
                <a:lnTo>
                  <a:pt x="314" y="63"/>
                </a:lnTo>
                <a:lnTo>
                  <a:pt x="315" y="63"/>
                </a:lnTo>
                <a:lnTo>
                  <a:pt x="316" y="63"/>
                </a:lnTo>
                <a:lnTo>
                  <a:pt x="316" y="62"/>
                </a:lnTo>
                <a:lnTo>
                  <a:pt x="317" y="62"/>
                </a:lnTo>
                <a:lnTo>
                  <a:pt x="317" y="61"/>
                </a:lnTo>
                <a:lnTo>
                  <a:pt x="317" y="60"/>
                </a:lnTo>
                <a:lnTo>
                  <a:pt x="318" y="61"/>
                </a:lnTo>
                <a:lnTo>
                  <a:pt x="318" y="62"/>
                </a:lnTo>
                <a:lnTo>
                  <a:pt x="318" y="63"/>
                </a:lnTo>
                <a:lnTo>
                  <a:pt x="318" y="64"/>
                </a:lnTo>
                <a:lnTo>
                  <a:pt x="318" y="65"/>
                </a:lnTo>
                <a:lnTo>
                  <a:pt x="317" y="65"/>
                </a:lnTo>
                <a:lnTo>
                  <a:pt x="317" y="66"/>
                </a:lnTo>
                <a:lnTo>
                  <a:pt x="315" y="66"/>
                </a:lnTo>
                <a:lnTo>
                  <a:pt x="314" y="65"/>
                </a:lnTo>
                <a:lnTo>
                  <a:pt x="313" y="65"/>
                </a:lnTo>
                <a:lnTo>
                  <a:pt x="313" y="66"/>
                </a:lnTo>
                <a:lnTo>
                  <a:pt x="314" y="66"/>
                </a:lnTo>
                <a:lnTo>
                  <a:pt x="315" y="67"/>
                </a:lnTo>
                <a:lnTo>
                  <a:pt x="316" y="67"/>
                </a:lnTo>
                <a:lnTo>
                  <a:pt x="317" y="67"/>
                </a:lnTo>
                <a:lnTo>
                  <a:pt x="317" y="66"/>
                </a:lnTo>
                <a:lnTo>
                  <a:pt x="317" y="67"/>
                </a:lnTo>
                <a:lnTo>
                  <a:pt x="318" y="67"/>
                </a:lnTo>
                <a:lnTo>
                  <a:pt x="319" y="67"/>
                </a:lnTo>
                <a:lnTo>
                  <a:pt x="319" y="68"/>
                </a:lnTo>
                <a:lnTo>
                  <a:pt x="318" y="69"/>
                </a:lnTo>
                <a:lnTo>
                  <a:pt x="319" y="69"/>
                </a:lnTo>
                <a:lnTo>
                  <a:pt x="319" y="70"/>
                </a:lnTo>
                <a:lnTo>
                  <a:pt x="320" y="70"/>
                </a:lnTo>
                <a:lnTo>
                  <a:pt x="320" y="71"/>
                </a:lnTo>
                <a:lnTo>
                  <a:pt x="321" y="71"/>
                </a:lnTo>
                <a:lnTo>
                  <a:pt x="321" y="72"/>
                </a:lnTo>
                <a:lnTo>
                  <a:pt x="322" y="72"/>
                </a:lnTo>
                <a:lnTo>
                  <a:pt x="323" y="73"/>
                </a:lnTo>
                <a:lnTo>
                  <a:pt x="324" y="73"/>
                </a:lnTo>
                <a:lnTo>
                  <a:pt x="324" y="74"/>
                </a:lnTo>
                <a:lnTo>
                  <a:pt x="325" y="76"/>
                </a:lnTo>
                <a:lnTo>
                  <a:pt x="326" y="76"/>
                </a:lnTo>
                <a:lnTo>
                  <a:pt x="325" y="77"/>
                </a:lnTo>
                <a:lnTo>
                  <a:pt x="325" y="78"/>
                </a:lnTo>
                <a:lnTo>
                  <a:pt x="326" y="78"/>
                </a:lnTo>
                <a:lnTo>
                  <a:pt x="326" y="79"/>
                </a:lnTo>
                <a:lnTo>
                  <a:pt x="326" y="80"/>
                </a:lnTo>
                <a:lnTo>
                  <a:pt x="325" y="80"/>
                </a:lnTo>
                <a:lnTo>
                  <a:pt x="326" y="80"/>
                </a:lnTo>
                <a:lnTo>
                  <a:pt x="327" y="80"/>
                </a:lnTo>
                <a:lnTo>
                  <a:pt x="328" y="81"/>
                </a:lnTo>
                <a:lnTo>
                  <a:pt x="329" y="81"/>
                </a:lnTo>
                <a:lnTo>
                  <a:pt x="329" y="82"/>
                </a:lnTo>
                <a:lnTo>
                  <a:pt x="329" y="83"/>
                </a:lnTo>
                <a:lnTo>
                  <a:pt x="330" y="83"/>
                </a:lnTo>
                <a:lnTo>
                  <a:pt x="331" y="83"/>
                </a:lnTo>
                <a:lnTo>
                  <a:pt x="332" y="83"/>
                </a:lnTo>
                <a:lnTo>
                  <a:pt x="332" y="82"/>
                </a:lnTo>
                <a:lnTo>
                  <a:pt x="333" y="82"/>
                </a:lnTo>
                <a:lnTo>
                  <a:pt x="334" y="81"/>
                </a:lnTo>
                <a:lnTo>
                  <a:pt x="335" y="80"/>
                </a:lnTo>
                <a:lnTo>
                  <a:pt x="335" y="79"/>
                </a:lnTo>
                <a:lnTo>
                  <a:pt x="335" y="78"/>
                </a:lnTo>
                <a:lnTo>
                  <a:pt x="336" y="78"/>
                </a:lnTo>
                <a:lnTo>
                  <a:pt x="338" y="78"/>
                </a:lnTo>
                <a:lnTo>
                  <a:pt x="337" y="79"/>
                </a:lnTo>
                <a:lnTo>
                  <a:pt x="337" y="80"/>
                </a:lnTo>
                <a:lnTo>
                  <a:pt x="338" y="81"/>
                </a:lnTo>
                <a:lnTo>
                  <a:pt x="339" y="81"/>
                </a:lnTo>
                <a:lnTo>
                  <a:pt x="339" y="80"/>
                </a:lnTo>
                <a:lnTo>
                  <a:pt x="339" y="79"/>
                </a:lnTo>
                <a:lnTo>
                  <a:pt x="340" y="79"/>
                </a:lnTo>
                <a:lnTo>
                  <a:pt x="341" y="80"/>
                </a:lnTo>
                <a:lnTo>
                  <a:pt x="342" y="80"/>
                </a:lnTo>
                <a:lnTo>
                  <a:pt x="343" y="80"/>
                </a:lnTo>
                <a:lnTo>
                  <a:pt x="344" y="80"/>
                </a:lnTo>
                <a:lnTo>
                  <a:pt x="345" y="80"/>
                </a:lnTo>
                <a:lnTo>
                  <a:pt x="346" y="80"/>
                </a:lnTo>
                <a:lnTo>
                  <a:pt x="347" y="81"/>
                </a:lnTo>
                <a:lnTo>
                  <a:pt x="348" y="82"/>
                </a:lnTo>
                <a:lnTo>
                  <a:pt x="349" y="83"/>
                </a:lnTo>
                <a:lnTo>
                  <a:pt x="349" y="84"/>
                </a:lnTo>
                <a:lnTo>
                  <a:pt x="350" y="85"/>
                </a:lnTo>
                <a:lnTo>
                  <a:pt x="351" y="86"/>
                </a:lnTo>
                <a:lnTo>
                  <a:pt x="352" y="85"/>
                </a:lnTo>
                <a:lnTo>
                  <a:pt x="353" y="86"/>
                </a:lnTo>
                <a:lnTo>
                  <a:pt x="354" y="86"/>
                </a:lnTo>
                <a:lnTo>
                  <a:pt x="354" y="87"/>
                </a:lnTo>
                <a:lnTo>
                  <a:pt x="354" y="88"/>
                </a:lnTo>
                <a:lnTo>
                  <a:pt x="354" y="87"/>
                </a:lnTo>
                <a:lnTo>
                  <a:pt x="355" y="87"/>
                </a:lnTo>
                <a:lnTo>
                  <a:pt x="355" y="88"/>
                </a:lnTo>
                <a:lnTo>
                  <a:pt x="356" y="88"/>
                </a:lnTo>
                <a:lnTo>
                  <a:pt x="357" y="88"/>
                </a:lnTo>
                <a:lnTo>
                  <a:pt x="358" y="88"/>
                </a:lnTo>
                <a:lnTo>
                  <a:pt x="358" y="89"/>
                </a:lnTo>
                <a:lnTo>
                  <a:pt x="360" y="89"/>
                </a:lnTo>
                <a:lnTo>
                  <a:pt x="361" y="89"/>
                </a:lnTo>
                <a:lnTo>
                  <a:pt x="362" y="89"/>
                </a:lnTo>
                <a:lnTo>
                  <a:pt x="362" y="90"/>
                </a:lnTo>
                <a:lnTo>
                  <a:pt x="362" y="91"/>
                </a:lnTo>
                <a:lnTo>
                  <a:pt x="363" y="92"/>
                </a:lnTo>
                <a:lnTo>
                  <a:pt x="364" y="92"/>
                </a:lnTo>
                <a:lnTo>
                  <a:pt x="365" y="93"/>
                </a:lnTo>
                <a:lnTo>
                  <a:pt x="366" y="92"/>
                </a:lnTo>
                <a:lnTo>
                  <a:pt x="367" y="92"/>
                </a:lnTo>
                <a:lnTo>
                  <a:pt x="368" y="92"/>
                </a:lnTo>
                <a:lnTo>
                  <a:pt x="368" y="91"/>
                </a:lnTo>
                <a:lnTo>
                  <a:pt x="369" y="91"/>
                </a:lnTo>
                <a:lnTo>
                  <a:pt x="370" y="90"/>
                </a:lnTo>
                <a:lnTo>
                  <a:pt x="371" y="90"/>
                </a:lnTo>
                <a:lnTo>
                  <a:pt x="372" y="90"/>
                </a:lnTo>
                <a:lnTo>
                  <a:pt x="372" y="91"/>
                </a:lnTo>
                <a:lnTo>
                  <a:pt x="373" y="92"/>
                </a:lnTo>
                <a:lnTo>
                  <a:pt x="373" y="93"/>
                </a:lnTo>
                <a:lnTo>
                  <a:pt x="374" y="93"/>
                </a:lnTo>
                <a:lnTo>
                  <a:pt x="374" y="95"/>
                </a:lnTo>
                <a:lnTo>
                  <a:pt x="374" y="96"/>
                </a:lnTo>
                <a:lnTo>
                  <a:pt x="376" y="96"/>
                </a:lnTo>
                <a:lnTo>
                  <a:pt x="376" y="97"/>
                </a:lnTo>
                <a:lnTo>
                  <a:pt x="377" y="97"/>
                </a:lnTo>
                <a:lnTo>
                  <a:pt x="378" y="97"/>
                </a:lnTo>
                <a:lnTo>
                  <a:pt x="378" y="98"/>
                </a:lnTo>
                <a:lnTo>
                  <a:pt x="379" y="98"/>
                </a:lnTo>
                <a:lnTo>
                  <a:pt x="380" y="98"/>
                </a:lnTo>
                <a:lnTo>
                  <a:pt x="381" y="97"/>
                </a:lnTo>
                <a:lnTo>
                  <a:pt x="381" y="96"/>
                </a:lnTo>
                <a:lnTo>
                  <a:pt x="381" y="95"/>
                </a:lnTo>
                <a:lnTo>
                  <a:pt x="382" y="95"/>
                </a:lnTo>
                <a:lnTo>
                  <a:pt x="384" y="95"/>
                </a:lnTo>
                <a:lnTo>
                  <a:pt x="384" y="96"/>
                </a:lnTo>
                <a:lnTo>
                  <a:pt x="385" y="96"/>
                </a:lnTo>
                <a:lnTo>
                  <a:pt x="385" y="97"/>
                </a:lnTo>
                <a:lnTo>
                  <a:pt x="384" y="98"/>
                </a:lnTo>
                <a:lnTo>
                  <a:pt x="384" y="99"/>
                </a:lnTo>
                <a:lnTo>
                  <a:pt x="385" y="99"/>
                </a:lnTo>
                <a:lnTo>
                  <a:pt x="386" y="100"/>
                </a:lnTo>
                <a:lnTo>
                  <a:pt x="386" y="101"/>
                </a:lnTo>
                <a:lnTo>
                  <a:pt x="386" y="102"/>
                </a:lnTo>
                <a:lnTo>
                  <a:pt x="388" y="102"/>
                </a:lnTo>
                <a:lnTo>
                  <a:pt x="389" y="102"/>
                </a:lnTo>
                <a:lnTo>
                  <a:pt x="389" y="103"/>
                </a:lnTo>
                <a:lnTo>
                  <a:pt x="390" y="104"/>
                </a:lnTo>
                <a:lnTo>
                  <a:pt x="391" y="104"/>
                </a:lnTo>
                <a:lnTo>
                  <a:pt x="391" y="105"/>
                </a:lnTo>
                <a:lnTo>
                  <a:pt x="391" y="104"/>
                </a:lnTo>
                <a:lnTo>
                  <a:pt x="391" y="103"/>
                </a:lnTo>
                <a:lnTo>
                  <a:pt x="392" y="103"/>
                </a:lnTo>
                <a:lnTo>
                  <a:pt x="392" y="104"/>
                </a:lnTo>
                <a:lnTo>
                  <a:pt x="392" y="105"/>
                </a:lnTo>
                <a:lnTo>
                  <a:pt x="393" y="106"/>
                </a:lnTo>
                <a:lnTo>
                  <a:pt x="394" y="107"/>
                </a:lnTo>
                <a:lnTo>
                  <a:pt x="395" y="107"/>
                </a:lnTo>
                <a:lnTo>
                  <a:pt x="395" y="106"/>
                </a:lnTo>
                <a:lnTo>
                  <a:pt x="395" y="105"/>
                </a:lnTo>
                <a:lnTo>
                  <a:pt x="394" y="106"/>
                </a:lnTo>
                <a:lnTo>
                  <a:pt x="394" y="105"/>
                </a:lnTo>
                <a:lnTo>
                  <a:pt x="395" y="104"/>
                </a:lnTo>
                <a:lnTo>
                  <a:pt x="395" y="103"/>
                </a:lnTo>
                <a:lnTo>
                  <a:pt x="394" y="103"/>
                </a:lnTo>
                <a:lnTo>
                  <a:pt x="393" y="103"/>
                </a:lnTo>
                <a:lnTo>
                  <a:pt x="394" y="102"/>
                </a:lnTo>
                <a:lnTo>
                  <a:pt x="395" y="102"/>
                </a:lnTo>
                <a:lnTo>
                  <a:pt x="396" y="102"/>
                </a:lnTo>
                <a:lnTo>
                  <a:pt x="396" y="103"/>
                </a:lnTo>
                <a:lnTo>
                  <a:pt x="397" y="104"/>
                </a:lnTo>
                <a:lnTo>
                  <a:pt x="396" y="105"/>
                </a:lnTo>
                <a:lnTo>
                  <a:pt x="397" y="105"/>
                </a:lnTo>
                <a:lnTo>
                  <a:pt x="398" y="105"/>
                </a:lnTo>
                <a:lnTo>
                  <a:pt x="399" y="104"/>
                </a:lnTo>
                <a:lnTo>
                  <a:pt x="399" y="105"/>
                </a:lnTo>
                <a:lnTo>
                  <a:pt x="400" y="105"/>
                </a:lnTo>
                <a:lnTo>
                  <a:pt x="400" y="104"/>
                </a:lnTo>
                <a:lnTo>
                  <a:pt x="401" y="105"/>
                </a:lnTo>
                <a:lnTo>
                  <a:pt x="402" y="105"/>
                </a:lnTo>
                <a:lnTo>
                  <a:pt x="403" y="106"/>
                </a:lnTo>
                <a:lnTo>
                  <a:pt x="403" y="107"/>
                </a:lnTo>
                <a:lnTo>
                  <a:pt x="404" y="107"/>
                </a:lnTo>
                <a:lnTo>
                  <a:pt x="405" y="107"/>
                </a:lnTo>
                <a:lnTo>
                  <a:pt x="405" y="108"/>
                </a:lnTo>
                <a:lnTo>
                  <a:pt x="406" y="108"/>
                </a:lnTo>
                <a:lnTo>
                  <a:pt x="408" y="109"/>
                </a:lnTo>
                <a:lnTo>
                  <a:pt x="410" y="109"/>
                </a:lnTo>
                <a:lnTo>
                  <a:pt x="410" y="110"/>
                </a:lnTo>
                <a:lnTo>
                  <a:pt x="411" y="111"/>
                </a:lnTo>
                <a:lnTo>
                  <a:pt x="412" y="111"/>
                </a:lnTo>
                <a:lnTo>
                  <a:pt x="413" y="112"/>
                </a:lnTo>
                <a:lnTo>
                  <a:pt x="414" y="112"/>
                </a:lnTo>
                <a:lnTo>
                  <a:pt x="414" y="111"/>
                </a:lnTo>
                <a:lnTo>
                  <a:pt x="415" y="110"/>
                </a:lnTo>
                <a:lnTo>
                  <a:pt x="415" y="109"/>
                </a:lnTo>
                <a:lnTo>
                  <a:pt x="416" y="109"/>
                </a:lnTo>
                <a:lnTo>
                  <a:pt x="417" y="109"/>
                </a:lnTo>
                <a:lnTo>
                  <a:pt x="417" y="108"/>
                </a:lnTo>
                <a:lnTo>
                  <a:pt x="417" y="107"/>
                </a:lnTo>
                <a:lnTo>
                  <a:pt x="418" y="106"/>
                </a:lnTo>
                <a:lnTo>
                  <a:pt x="419" y="106"/>
                </a:lnTo>
                <a:lnTo>
                  <a:pt x="420" y="106"/>
                </a:lnTo>
                <a:lnTo>
                  <a:pt x="421" y="106"/>
                </a:lnTo>
                <a:lnTo>
                  <a:pt x="422" y="106"/>
                </a:lnTo>
                <a:lnTo>
                  <a:pt x="423" y="106"/>
                </a:lnTo>
                <a:lnTo>
                  <a:pt x="424" y="107"/>
                </a:lnTo>
                <a:lnTo>
                  <a:pt x="425" y="108"/>
                </a:lnTo>
                <a:lnTo>
                  <a:pt x="426" y="108"/>
                </a:lnTo>
                <a:lnTo>
                  <a:pt x="427" y="108"/>
                </a:lnTo>
                <a:lnTo>
                  <a:pt x="427" y="109"/>
                </a:lnTo>
                <a:lnTo>
                  <a:pt x="428" y="108"/>
                </a:lnTo>
                <a:lnTo>
                  <a:pt x="427" y="108"/>
                </a:lnTo>
                <a:lnTo>
                  <a:pt x="427" y="107"/>
                </a:lnTo>
                <a:lnTo>
                  <a:pt x="428" y="106"/>
                </a:lnTo>
                <a:lnTo>
                  <a:pt x="428" y="105"/>
                </a:lnTo>
                <a:lnTo>
                  <a:pt x="429" y="105"/>
                </a:lnTo>
                <a:lnTo>
                  <a:pt x="430" y="105"/>
                </a:lnTo>
                <a:lnTo>
                  <a:pt x="430" y="104"/>
                </a:lnTo>
                <a:lnTo>
                  <a:pt x="430" y="103"/>
                </a:lnTo>
                <a:lnTo>
                  <a:pt x="431" y="103"/>
                </a:lnTo>
                <a:lnTo>
                  <a:pt x="431" y="104"/>
                </a:lnTo>
                <a:lnTo>
                  <a:pt x="432" y="104"/>
                </a:lnTo>
                <a:lnTo>
                  <a:pt x="433" y="103"/>
                </a:lnTo>
                <a:lnTo>
                  <a:pt x="434" y="103"/>
                </a:lnTo>
                <a:lnTo>
                  <a:pt x="435" y="103"/>
                </a:lnTo>
                <a:lnTo>
                  <a:pt x="436" y="103"/>
                </a:lnTo>
                <a:lnTo>
                  <a:pt x="437" y="102"/>
                </a:lnTo>
                <a:lnTo>
                  <a:pt x="437" y="101"/>
                </a:lnTo>
                <a:lnTo>
                  <a:pt x="437" y="100"/>
                </a:lnTo>
                <a:lnTo>
                  <a:pt x="438" y="100"/>
                </a:lnTo>
                <a:lnTo>
                  <a:pt x="439" y="101"/>
                </a:lnTo>
                <a:lnTo>
                  <a:pt x="439" y="100"/>
                </a:lnTo>
                <a:lnTo>
                  <a:pt x="439" y="101"/>
                </a:lnTo>
                <a:lnTo>
                  <a:pt x="440" y="101"/>
                </a:lnTo>
                <a:lnTo>
                  <a:pt x="441" y="102"/>
                </a:lnTo>
                <a:lnTo>
                  <a:pt x="442" y="102"/>
                </a:lnTo>
                <a:lnTo>
                  <a:pt x="443" y="102"/>
                </a:lnTo>
                <a:lnTo>
                  <a:pt x="444" y="102"/>
                </a:lnTo>
                <a:lnTo>
                  <a:pt x="445" y="102"/>
                </a:lnTo>
                <a:lnTo>
                  <a:pt x="445" y="103"/>
                </a:lnTo>
                <a:lnTo>
                  <a:pt x="446" y="103"/>
                </a:lnTo>
                <a:lnTo>
                  <a:pt x="447" y="104"/>
                </a:lnTo>
                <a:lnTo>
                  <a:pt x="448" y="104"/>
                </a:lnTo>
                <a:lnTo>
                  <a:pt x="448" y="103"/>
                </a:lnTo>
                <a:lnTo>
                  <a:pt x="449" y="103"/>
                </a:lnTo>
                <a:lnTo>
                  <a:pt x="450" y="103"/>
                </a:lnTo>
                <a:lnTo>
                  <a:pt x="450" y="104"/>
                </a:lnTo>
                <a:lnTo>
                  <a:pt x="450" y="103"/>
                </a:lnTo>
                <a:lnTo>
                  <a:pt x="451" y="103"/>
                </a:lnTo>
                <a:lnTo>
                  <a:pt x="451" y="104"/>
                </a:lnTo>
                <a:lnTo>
                  <a:pt x="452" y="104"/>
                </a:lnTo>
                <a:lnTo>
                  <a:pt x="452" y="105"/>
                </a:lnTo>
                <a:lnTo>
                  <a:pt x="453" y="105"/>
                </a:lnTo>
                <a:lnTo>
                  <a:pt x="454" y="105"/>
                </a:lnTo>
                <a:lnTo>
                  <a:pt x="455" y="105"/>
                </a:lnTo>
                <a:lnTo>
                  <a:pt x="456" y="105"/>
                </a:lnTo>
                <a:lnTo>
                  <a:pt x="456" y="104"/>
                </a:lnTo>
                <a:lnTo>
                  <a:pt x="457" y="103"/>
                </a:lnTo>
                <a:lnTo>
                  <a:pt x="458" y="103"/>
                </a:lnTo>
                <a:lnTo>
                  <a:pt x="458" y="104"/>
                </a:lnTo>
                <a:lnTo>
                  <a:pt x="458" y="105"/>
                </a:lnTo>
                <a:lnTo>
                  <a:pt x="458" y="106"/>
                </a:lnTo>
                <a:lnTo>
                  <a:pt x="460" y="106"/>
                </a:lnTo>
                <a:lnTo>
                  <a:pt x="461" y="106"/>
                </a:lnTo>
                <a:lnTo>
                  <a:pt x="462" y="106"/>
                </a:lnTo>
                <a:lnTo>
                  <a:pt x="462" y="105"/>
                </a:lnTo>
                <a:lnTo>
                  <a:pt x="462" y="104"/>
                </a:lnTo>
                <a:lnTo>
                  <a:pt x="463" y="104"/>
                </a:lnTo>
                <a:lnTo>
                  <a:pt x="464" y="104"/>
                </a:lnTo>
                <a:lnTo>
                  <a:pt x="465" y="103"/>
                </a:lnTo>
                <a:lnTo>
                  <a:pt x="465" y="102"/>
                </a:lnTo>
                <a:lnTo>
                  <a:pt x="467" y="102"/>
                </a:lnTo>
                <a:lnTo>
                  <a:pt x="468" y="102"/>
                </a:lnTo>
                <a:lnTo>
                  <a:pt x="468" y="101"/>
                </a:lnTo>
                <a:lnTo>
                  <a:pt x="469" y="101"/>
                </a:lnTo>
                <a:lnTo>
                  <a:pt x="470" y="100"/>
                </a:lnTo>
                <a:lnTo>
                  <a:pt x="471" y="99"/>
                </a:lnTo>
                <a:lnTo>
                  <a:pt x="471" y="98"/>
                </a:lnTo>
                <a:lnTo>
                  <a:pt x="472" y="98"/>
                </a:lnTo>
                <a:lnTo>
                  <a:pt x="473" y="100"/>
                </a:lnTo>
                <a:lnTo>
                  <a:pt x="473" y="101"/>
                </a:lnTo>
                <a:lnTo>
                  <a:pt x="474" y="101"/>
                </a:lnTo>
                <a:lnTo>
                  <a:pt x="474" y="100"/>
                </a:lnTo>
                <a:lnTo>
                  <a:pt x="474" y="99"/>
                </a:lnTo>
                <a:lnTo>
                  <a:pt x="476" y="98"/>
                </a:lnTo>
                <a:lnTo>
                  <a:pt x="477" y="98"/>
                </a:lnTo>
                <a:lnTo>
                  <a:pt x="478" y="99"/>
                </a:lnTo>
                <a:lnTo>
                  <a:pt x="479" y="99"/>
                </a:lnTo>
                <a:lnTo>
                  <a:pt x="480" y="99"/>
                </a:lnTo>
                <a:lnTo>
                  <a:pt x="480" y="100"/>
                </a:lnTo>
                <a:lnTo>
                  <a:pt x="481" y="100"/>
                </a:lnTo>
                <a:lnTo>
                  <a:pt x="481" y="99"/>
                </a:lnTo>
                <a:lnTo>
                  <a:pt x="481" y="98"/>
                </a:lnTo>
                <a:lnTo>
                  <a:pt x="482" y="98"/>
                </a:lnTo>
                <a:lnTo>
                  <a:pt x="482" y="99"/>
                </a:lnTo>
                <a:lnTo>
                  <a:pt x="482" y="100"/>
                </a:lnTo>
                <a:lnTo>
                  <a:pt x="483" y="101"/>
                </a:lnTo>
                <a:lnTo>
                  <a:pt x="484" y="101"/>
                </a:lnTo>
                <a:lnTo>
                  <a:pt x="485" y="101"/>
                </a:lnTo>
                <a:lnTo>
                  <a:pt x="485" y="100"/>
                </a:lnTo>
                <a:lnTo>
                  <a:pt x="485" y="98"/>
                </a:lnTo>
                <a:lnTo>
                  <a:pt x="485" y="97"/>
                </a:lnTo>
                <a:lnTo>
                  <a:pt x="485" y="96"/>
                </a:lnTo>
                <a:lnTo>
                  <a:pt x="485" y="95"/>
                </a:lnTo>
                <a:lnTo>
                  <a:pt x="485" y="94"/>
                </a:lnTo>
                <a:lnTo>
                  <a:pt x="486" y="94"/>
                </a:lnTo>
                <a:lnTo>
                  <a:pt x="487" y="94"/>
                </a:lnTo>
                <a:lnTo>
                  <a:pt x="488" y="94"/>
                </a:lnTo>
                <a:lnTo>
                  <a:pt x="489" y="93"/>
                </a:lnTo>
                <a:lnTo>
                  <a:pt x="490" y="93"/>
                </a:lnTo>
                <a:lnTo>
                  <a:pt x="490" y="94"/>
                </a:lnTo>
                <a:lnTo>
                  <a:pt x="491" y="94"/>
                </a:lnTo>
                <a:lnTo>
                  <a:pt x="492" y="95"/>
                </a:lnTo>
                <a:lnTo>
                  <a:pt x="492" y="96"/>
                </a:lnTo>
                <a:lnTo>
                  <a:pt x="493" y="96"/>
                </a:lnTo>
                <a:lnTo>
                  <a:pt x="494" y="97"/>
                </a:lnTo>
                <a:lnTo>
                  <a:pt x="495" y="97"/>
                </a:lnTo>
                <a:lnTo>
                  <a:pt x="495" y="96"/>
                </a:lnTo>
                <a:lnTo>
                  <a:pt x="496" y="96"/>
                </a:lnTo>
                <a:lnTo>
                  <a:pt x="497" y="96"/>
                </a:lnTo>
                <a:lnTo>
                  <a:pt x="498" y="97"/>
                </a:lnTo>
                <a:lnTo>
                  <a:pt x="498" y="98"/>
                </a:lnTo>
                <a:lnTo>
                  <a:pt x="498" y="99"/>
                </a:lnTo>
                <a:lnTo>
                  <a:pt x="499" y="99"/>
                </a:lnTo>
                <a:lnTo>
                  <a:pt x="499" y="98"/>
                </a:lnTo>
                <a:lnTo>
                  <a:pt x="501" y="98"/>
                </a:lnTo>
                <a:lnTo>
                  <a:pt x="502" y="98"/>
                </a:lnTo>
                <a:lnTo>
                  <a:pt x="503" y="98"/>
                </a:lnTo>
                <a:lnTo>
                  <a:pt x="502" y="97"/>
                </a:lnTo>
                <a:lnTo>
                  <a:pt x="502" y="96"/>
                </a:lnTo>
                <a:lnTo>
                  <a:pt x="503" y="95"/>
                </a:lnTo>
                <a:lnTo>
                  <a:pt x="503" y="94"/>
                </a:lnTo>
                <a:lnTo>
                  <a:pt x="502" y="94"/>
                </a:lnTo>
                <a:lnTo>
                  <a:pt x="503" y="94"/>
                </a:lnTo>
                <a:lnTo>
                  <a:pt x="503" y="93"/>
                </a:lnTo>
                <a:lnTo>
                  <a:pt x="504" y="92"/>
                </a:lnTo>
                <a:lnTo>
                  <a:pt x="505" y="92"/>
                </a:lnTo>
                <a:lnTo>
                  <a:pt x="506" y="92"/>
                </a:lnTo>
                <a:lnTo>
                  <a:pt x="507" y="91"/>
                </a:lnTo>
                <a:lnTo>
                  <a:pt x="508" y="91"/>
                </a:lnTo>
                <a:lnTo>
                  <a:pt x="509" y="91"/>
                </a:lnTo>
                <a:lnTo>
                  <a:pt x="510" y="92"/>
                </a:lnTo>
                <a:lnTo>
                  <a:pt x="510" y="93"/>
                </a:lnTo>
                <a:lnTo>
                  <a:pt x="511" y="94"/>
                </a:lnTo>
                <a:lnTo>
                  <a:pt x="512" y="95"/>
                </a:lnTo>
                <a:lnTo>
                  <a:pt x="513" y="95"/>
                </a:lnTo>
                <a:lnTo>
                  <a:pt x="514" y="96"/>
                </a:lnTo>
                <a:lnTo>
                  <a:pt x="515" y="96"/>
                </a:lnTo>
                <a:lnTo>
                  <a:pt x="515" y="97"/>
                </a:lnTo>
                <a:lnTo>
                  <a:pt x="516" y="97"/>
                </a:lnTo>
                <a:lnTo>
                  <a:pt x="517" y="97"/>
                </a:lnTo>
                <a:lnTo>
                  <a:pt x="517" y="98"/>
                </a:lnTo>
                <a:lnTo>
                  <a:pt x="518" y="98"/>
                </a:lnTo>
                <a:lnTo>
                  <a:pt x="517" y="98"/>
                </a:lnTo>
                <a:lnTo>
                  <a:pt x="517" y="99"/>
                </a:lnTo>
                <a:lnTo>
                  <a:pt x="518" y="100"/>
                </a:lnTo>
                <a:lnTo>
                  <a:pt x="519" y="100"/>
                </a:lnTo>
                <a:lnTo>
                  <a:pt x="519" y="101"/>
                </a:lnTo>
                <a:lnTo>
                  <a:pt x="519" y="100"/>
                </a:lnTo>
                <a:lnTo>
                  <a:pt x="520" y="100"/>
                </a:lnTo>
                <a:lnTo>
                  <a:pt x="521" y="101"/>
                </a:lnTo>
                <a:lnTo>
                  <a:pt x="522" y="101"/>
                </a:lnTo>
                <a:lnTo>
                  <a:pt x="522" y="102"/>
                </a:lnTo>
                <a:lnTo>
                  <a:pt x="521" y="103"/>
                </a:lnTo>
                <a:lnTo>
                  <a:pt x="520" y="103"/>
                </a:lnTo>
                <a:lnTo>
                  <a:pt x="520" y="104"/>
                </a:lnTo>
                <a:lnTo>
                  <a:pt x="521" y="104"/>
                </a:lnTo>
                <a:lnTo>
                  <a:pt x="522" y="104"/>
                </a:lnTo>
                <a:lnTo>
                  <a:pt x="522" y="105"/>
                </a:lnTo>
                <a:lnTo>
                  <a:pt x="523" y="106"/>
                </a:lnTo>
                <a:lnTo>
                  <a:pt x="524" y="106"/>
                </a:lnTo>
                <a:lnTo>
                  <a:pt x="524" y="107"/>
                </a:lnTo>
                <a:lnTo>
                  <a:pt x="525" y="107"/>
                </a:lnTo>
                <a:lnTo>
                  <a:pt x="526" y="107"/>
                </a:lnTo>
                <a:lnTo>
                  <a:pt x="526" y="106"/>
                </a:lnTo>
                <a:lnTo>
                  <a:pt x="527" y="106"/>
                </a:lnTo>
                <a:lnTo>
                  <a:pt x="527" y="107"/>
                </a:lnTo>
                <a:lnTo>
                  <a:pt x="529" y="107"/>
                </a:lnTo>
                <a:lnTo>
                  <a:pt x="529" y="108"/>
                </a:lnTo>
                <a:lnTo>
                  <a:pt x="530" y="109"/>
                </a:lnTo>
                <a:lnTo>
                  <a:pt x="531" y="109"/>
                </a:lnTo>
                <a:lnTo>
                  <a:pt x="531" y="110"/>
                </a:lnTo>
                <a:lnTo>
                  <a:pt x="532" y="110"/>
                </a:lnTo>
                <a:lnTo>
                  <a:pt x="533" y="110"/>
                </a:lnTo>
                <a:lnTo>
                  <a:pt x="534" y="109"/>
                </a:lnTo>
                <a:lnTo>
                  <a:pt x="534" y="108"/>
                </a:lnTo>
                <a:lnTo>
                  <a:pt x="536" y="107"/>
                </a:lnTo>
                <a:lnTo>
                  <a:pt x="537" y="107"/>
                </a:lnTo>
                <a:lnTo>
                  <a:pt x="537" y="106"/>
                </a:lnTo>
                <a:lnTo>
                  <a:pt x="537" y="105"/>
                </a:lnTo>
                <a:lnTo>
                  <a:pt x="537" y="106"/>
                </a:lnTo>
                <a:lnTo>
                  <a:pt x="538" y="106"/>
                </a:lnTo>
                <a:lnTo>
                  <a:pt x="539" y="105"/>
                </a:lnTo>
                <a:lnTo>
                  <a:pt x="539" y="104"/>
                </a:lnTo>
                <a:lnTo>
                  <a:pt x="541" y="103"/>
                </a:lnTo>
                <a:lnTo>
                  <a:pt x="542" y="103"/>
                </a:lnTo>
                <a:lnTo>
                  <a:pt x="542" y="102"/>
                </a:lnTo>
                <a:lnTo>
                  <a:pt x="542" y="101"/>
                </a:lnTo>
                <a:lnTo>
                  <a:pt x="543" y="101"/>
                </a:lnTo>
                <a:lnTo>
                  <a:pt x="545" y="101"/>
                </a:lnTo>
                <a:lnTo>
                  <a:pt x="545" y="102"/>
                </a:lnTo>
                <a:lnTo>
                  <a:pt x="545" y="103"/>
                </a:lnTo>
                <a:lnTo>
                  <a:pt x="545" y="104"/>
                </a:lnTo>
                <a:lnTo>
                  <a:pt x="546" y="104"/>
                </a:lnTo>
                <a:lnTo>
                  <a:pt x="547" y="105"/>
                </a:lnTo>
                <a:lnTo>
                  <a:pt x="548" y="104"/>
                </a:lnTo>
                <a:lnTo>
                  <a:pt x="547" y="104"/>
                </a:lnTo>
                <a:lnTo>
                  <a:pt x="546" y="104"/>
                </a:lnTo>
                <a:lnTo>
                  <a:pt x="546" y="103"/>
                </a:lnTo>
                <a:lnTo>
                  <a:pt x="546" y="102"/>
                </a:lnTo>
                <a:lnTo>
                  <a:pt x="546" y="101"/>
                </a:lnTo>
                <a:lnTo>
                  <a:pt x="545" y="101"/>
                </a:lnTo>
                <a:lnTo>
                  <a:pt x="546" y="100"/>
                </a:lnTo>
                <a:lnTo>
                  <a:pt x="547" y="99"/>
                </a:lnTo>
                <a:lnTo>
                  <a:pt x="548" y="99"/>
                </a:lnTo>
                <a:lnTo>
                  <a:pt x="549" y="98"/>
                </a:lnTo>
                <a:lnTo>
                  <a:pt x="550" y="98"/>
                </a:lnTo>
                <a:lnTo>
                  <a:pt x="551" y="98"/>
                </a:lnTo>
                <a:lnTo>
                  <a:pt x="551" y="97"/>
                </a:lnTo>
                <a:lnTo>
                  <a:pt x="550" y="97"/>
                </a:lnTo>
                <a:lnTo>
                  <a:pt x="549" y="96"/>
                </a:lnTo>
                <a:lnTo>
                  <a:pt x="550" y="96"/>
                </a:lnTo>
                <a:lnTo>
                  <a:pt x="551" y="96"/>
                </a:lnTo>
                <a:lnTo>
                  <a:pt x="552" y="97"/>
                </a:lnTo>
                <a:lnTo>
                  <a:pt x="552" y="96"/>
                </a:lnTo>
                <a:lnTo>
                  <a:pt x="553" y="96"/>
                </a:lnTo>
                <a:lnTo>
                  <a:pt x="553" y="94"/>
                </a:lnTo>
                <a:lnTo>
                  <a:pt x="553" y="93"/>
                </a:lnTo>
                <a:lnTo>
                  <a:pt x="554" y="93"/>
                </a:lnTo>
                <a:lnTo>
                  <a:pt x="554" y="92"/>
                </a:lnTo>
                <a:lnTo>
                  <a:pt x="554" y="91"/>
                </a:lnTo>
                <a:lnTo>
                  <a:pt x="554" y="90"/>
                </a:lnTo>
                <a:lnTo>
                  <a:pt x="555" y="89"/>
                </a:lnTo>
                <a:lnTo>
                  <a:pt x="556" y="89"/>
                </a:lnTo>
                <a:lnTo>
                  <a:pt x="556" y="88"/>
                </a:lnTo>
                <a:lnTo>
                  <a:pt x="557" y="88"/>
                </a:lnTo>
                <a:lnTo>
                  <a:pt x="558" y="88"/>
                </a:lnTo>
                <a:lnTo>
                  <a:pt x="559" y="88"/>
                </a:lnTo>
                <a:lnTo>
                  <a:pt x="560" y="88"/>
                </a:lnTo>
                <a:lnTo>
                  <a:pt x="561" y="88"/>
                </a:lnTo>
                <a:lnTo>
                  <a:pt x="561" y="89"/>
                </a:lnTo>
                <a:lnTo>
                  <a:pt x="562" y="89"/>
                </a:lnTo>
                <a:lnTo>
                  <a:pt x="562" y="88"/>
                </a:lnTo>
                <a:lnTo>
                  <a:pt x="564" y="89"/>
                </a:lnTo>
                <a:lnTo>
                  <a:pt x="564" y="90"/>
                </a:lnTo>
                <a:lnTo>
                  <a:pt x="564" y="91"/>
                </a:lnTo>
                <a:lnTo>
                  <a:pt x="565" y="91"/>
                </a:lnTo>
                <a:lnTo>
                  <a:pt x="566" y="91"/>
                </a:lnTo>
                <a:lnTo>
                  <a:pt x="566" y="92"/>
                </a:lnTo>
                <a:lnTo>
                  <a:pt x="566" y="93"/>
                </a:lnTo>
                <a:lnTo>
                  <a:pt x="565" y="93"/>
                </a:lnTo>
                <a:lnTo>
                  <a:pt x="565" y="94"/>
                </a:lnTo>
                <a:lnTo>
                  <a:pt x="566" y="95"/>
                </a:lnTo>
                <a:lnTo>
                  <a:pt x="567" y="95"/>
                </a:lnTo>
                <a:lnTo>
                  <a:pt x="567" y="94"/>
                </a:lnTo>
                <a:lnTo>
                  <a:pt x="568" y="94"/>
                </a:lnTo>
                <a:lnTo>
                  <a:pt x="568" y="93"/>
                </a:lnTo>
                <a:lnTo>
                  <a:pt x="568" y="94"/>
                </a:lnTo>
                <a:lnTo>
                  <a:pt x="568" y="95"/>
                </a:lnTo>
                <a:lnTo>
                  <a:pt x="568" y="96"/>
                </a:lnTo>
                <a:lnTo>
                  <a:pt x="567" y="96"/>
                </a:lnTo>
                <a:lnTo>
                  <a:pt x="567" y="97"/>
                </a:lnTo>
                <a:lnTo>
                  <a:pt x="567" y="98"/>
                </a:lnTo>
                <a:lnTo>
                  <a:pt x="567" y="99"/>
                </a:lnTo>
                <a:lnTo>
                  <a:pt x="567" y="100"/>
                </a:lnTo>
                <a:lnTo>
                  <a:pt x="568" y="100"/>
                </a:lnTo>
                <a:lnTo>
                  <a:pt x="569" y="101"/>
                </a:lnTo>
                <a:lnTo>
                  <a:pt x="569" y="102"/>
                </a:lnTo>
                <a:lnTo>
                  <a:pt x="568" y="103"/>
                </a:lnTo>
                <a:lnTo>
                  <a:pt x="567" y="104"/>
                </a:lnTo>
                <a:lnTo>
                  <a:pt x="566" y="105"/>
                </a:lnTo>
                <a:lnTo>
                  <a:pt x="566" y="106"/>
                </a:lnTo>
                <a:lnTo>
                  <a:pt x="567" y="106"/>
                </a:lnTo>
                <a:lnTo>
                  <a:pt x="567" y="107"/>
                </a:lnTo>
                <a:lnTo>
                  <a:pt x="567" y="108"/>
                </a:lnTo>
                <a:lnTo>
                  <a:pt x="566" y="108"/>
                </a:lnTo>
                <a:lnTo>
                  <a:pt x="566" y="109"/>
                </a:lnTo>
                <a:lnTo>
                  <a:pt x="566" y="110"/>
                </a:lnTo>
                <a:lnTo>
                  <a:pt x="567" y="111"/>
                </a:lnTo>
                <a:lnTo>
                  <a:pt x="567" y="112"/>
                </a:lnTo>
                <a:lnTo>
                  <a:pt x="568" y="112"/>
                </a:lnTo>
                <a:lnTo>
                  <a:pt x="568" y="113"/>
                </a:lnTo>
                <a:lnTo>
                  <a:pt x="568" y="114"/>
                </a:lnTo>
                <a:lnTo>
                  <a:pt x="569" y="115"/>
                </a:lnTo>
                <a:lnTo>
                  <a:pt x="570" y="115"/>
                </a:lnTo>
                <a:lnTo>
                  <a:pt x="571" y="114"/>
                </a:lnTo>
                <a:lnTo>
                  <a:pt x="571" y="115"/>
                </a:lnTo>
                <a:lnTo>
                  <a:pt x="571" y="116"/>
                </a:lnTo>
                <a:lnTo>
                  <a:pt x="572" y="117"/>
                </a:lnTo>
                <a:lnTo>
                  <a:pt x="571" y="118"/>
                </a:lnTo>
                <a:lnTo>
                  <a:pt x="570" y="120"/>
                </a:lnTo>
                <a:lnTo>
                  <a:pt x="570" y="121"/>
                </a:lnTo>
                <a:lnTo>
                  <a:pt x="570" y="122"/>
                </a:lnTo>
                <a:lnTo>
                  <a:pt x="570" y="123"/>
                </a:lnTo>
                <a:lnTo>
                  <a:pt x="570" y="124"/>
                </a:lnTo>
                <a:lnTo>
                  <a:pt x="570" y="125"/>
                </a:lnTo>
                <a:lnTo>
                  <a:pt x="570" y="126"/>
                </a:lnTo>
                <a:lnTo>
                  <a:pt x="568" y="127"/>
                </a:lnTo>
                <a:lnTo>
                  <a:pt x="567" y="126"/>
                </a:lnTo>
                <a:lnTo>
                  <a:pt x="566" y="126"/>
                </a:lnTo>
                <a:lnTo>
                  <a:pt x="566" y="127"/>
                </a:lnTo>
                <a:lnTo>
                  <a:pt x="566" y="128"/>
                </a:lnTo>
                <a:lnTo>
                  <a:pt x="567" y="128"/>
                </a:lnTo>
                <a:lnTo>
                  <a:pt x="567" y="129"/>
                </a:lnTo>
                <a:lnTo>
                  <a:pt x="567" y="130"/>
                </a:lnTo>
                <a:lnTo>
                  <a:pt x="567" y="131"/>
                </a:lnTo>
                <a:lnTo>
                  <a:pt x="566" y="131"/>
                </a:lnTo>
                <a:lnTo>
                  <a:pt x="567" y="131"/>
                </a:lnTo>
                <a:lnTo>
                  <a:pt x="568" y="132"/>
                </a:lnTo>
                <a:lnTo>
                  <a:pt x="569" y="132"/>
                </a:lnTo>
                <a:lnTo>
                  <a:pt x="569" y="133"/>
                </a:lnTo>
                <a:lnTo>
                  <a:pt x="570" y="133"/>
                </a:lnTo>
                <a:lnTo>
                  <a:pt x="571" y="134"/>
                </a:lnTo>
                <a:lnTo>
                  <a:pt x="571" y="135"/>
                </a:lnTo>
                <a:lnTo>
                  <a:pt x="572" y="135"/>
                </a:lnTo>
                <a:lnTo>
                  <a:pt x="573" y="135"/>
                </a:lnTo>
                <a:lnTo>
                  <a:pt x="573" y="136"/>
                </a:lnTo>
                <a:lnTo>
                  <a:pt x="574" y="136"/>
                </a:lnTo>
                <a:lnTo>
                  <a:pt x="574" y="137"/>
                </a:lnTo>
                <a:lnTo>
                  <a:pt x="574" y="138"/>
                </a:lnTo>
                <a:lnTo>
                  <a:pt x="573" y="139"/>
                </a:lnTo>
                <a:lnTo>
                  <a:pt x="572" y="139"/>
                </a:lnTo>
                <a:lnTo>
                  <a:pt x="572" y="140"/>
                </a:lnTo>
                <a:lnTo>
                  <a:pt x="572" y="141"/>
                </a:lnTo>
                <a:lnTo>
                  <a:pt x="571" y="141"/>
                </a:lnTo>
                <a:lnTo>
                  <a:pt x="571" y="142"/>
                </a:lnTo>
                <a:lnTo>
                  <a:pt x="571" y="143"/>
                </a:lnTo>
                <a:lnTo>
                  <a:pt x="572" y="144"/>
                </a:lnTo>
                <a:lnTo>
                  <a:pt x="574" y="144"/>
                </a:lnTo>
                <a:lnTo>
                  <a:pt x="574" y="145"/>
                </a:lnTo>
                <a:lnTo>
                  <a:pt x="575" y="145"/>
                </a:lnTo>
                <a:lnTo>
                  <a:pt x="576" y="145"/>
                </a:lnTo>
                <a:lnTo>
                  <a:pt x="577" y="145"/>
                </a:lnTo>
                <a:lnTo>
                  <a:pt x="577" y="146"/>
                </a:lnTo>
                <a:lnTo>
                  <a:pt x="578" y="146"/>
                </a:lnTo>
                <a:lnTo>
                  <a:pt x="577" y="146"/>
                </a:lnTo>
                <a:lnTo>
                  <a:pt x="577" y="147"/>
                </a:lnTo>
                <a:lnTo>
                  <a:pt x="577" y="148"/>
                </a:lnTo>
                <a:lnTo>
                  <a:pt x="577" y="150"/>
                </a:lnTo>
                <a:lnTo>
                  <a:pt x="578" y="151"/>
                </a:lnTo>
                <a:lnTo>
                  <a:pt x="579" y="151"/>
                </a:lnTo>
                <a:lnTo>
                  <a:pt x="579" y="152"/>
                </a:lnTo>
                <a:lnTo>
                  <a:pt x="579" y="151"/>
                </a:lnTo>
                <a:lnTo>
                  <a:pt x="580" y="151"/>
                </a:lnTo>
                <a:lnTo>
                  <a:pt x="580" y="152"/>
                </a:lnTo>
                <a:lnTo>
                  <a:pt x="581" y="153"/>
                </a:lnTo>
                <a:lnTo>
                  <a:pt x="580" y="154"/>
                </a:lnTo>
                <a:lnTo>
                  <a:pt x="581" y="155"/>
                </a:lnTo>
                <a:lnTo>
                  <a:pt x="581" y="156"/>
                </a:lnTo>
                <a:lnTo>
                  <a:pt x="580" y="156"/>
                </a:lnTo>
                <a:lnTo>
                  <a:pt x="581" y="157"/>
                </a:lnTo>
                <a:lnTo>
                  <a:pt x="581" y="158"/>
                </a:lnTo>
                <a:lnTo>
                  <a:pt x="582" y="158"/>
                </a:lnTo>
                <a:lnTo>
                  <a:pt x="581" y="158"/>
                </a:lnTo>
                <a:lnTo>
                  <a:pt x="581" y="159"/>
                </a:lnTo>
                <a:lnTo>
                  <a:pt x="581" y="160"/>
                </a:lnTo>
                <a:lnTo>
                  <a:pt x="582" y="160"/>
                </a:lnTo>
                <a:lnTo>
                  <a:pt x="583" y="161"/>
                </a:lnTo>
                <a:lnTo>
                  <a:pt x="584" y="161"/>
                </a:lnTo>
                <a:lnTo>
                  <a:pt x="585" y="161"/>
                </a:lnTo>
                <a:lnTo>
                  <a:pt x="586" y="161"/>
                </a:lnTo>
                <a:lnTo>
                  <a:pt x="586" y="160"/>
                </a:lnTo>
                <a:lnTo>
                  <a:pt x="587" y="160"/>
                </a:lnTo>
                <a:lnTo>
                  <a:pt x="588" y="160"/>
                </a:lnTo>
                <a:lnTo>
                  <a:pt x="588" y="159"/>
                </a:lnTo>
                <a:lnTo>
                  <a:pt x="589" y="158"/>
                </a:lnTo>
                <a:lnTo>
                  <a:pt x="589" y="157"/>
                </a:lnTo>
                <a:lnTo>
                  <a:pt x="590" y="156"/>
                </a:lnTo>
                <a:lnTo>
                  <a:pt x="591" y="155"/>
                </a:lnTo>
                <a:lnTo>
                  <a:pt x="592" y="156"/>
                </a:lnTo>
                <a:lnTo>
                  <a:pt x="591" y="156"/>
                </a:lnTo>
                <a:lnTo>
                  <a:pt x="591" y="157"/>
                </a:lnTo>
                <a:lnTo>
                  <a:pt x="592" y="157"/>
                </a:lnTo>
                <a:lnTo>
                  <a:pt x="593" y="158"/>
                </a:lnTo>
                <a:lnTo>
                  <a:pt x="594" y="158"/>
                </a:lnTo>
                <a:lnTo>
                  <a:pt x="594" y="159"/>
                </a:lnTo>
                <a:lnTo>
                  <a:pt x="594" y="161"/>
                </a:lnTo>
                <a:lnTo>
                  <a:pt x="594" y="162"/>
                </a:lnTo>
                <a:lnTo>
                  <a:pt x="593" y="163"/>
                </a:lnTo>
                <a:lnTo>
                  <a:pt x="594" y="163"/>
                </a:lnTo>
                <a:lnTo>
                  <a:pt x="594" y="164"/>
                </a:lnTo>
                <a:lnTo>
                  <a:pt x="594" y="165"/>
                </a:lnTo>
                <a:lnTo>
                  <a:pt x="594" y="166"/>
                </a:lnTo>
                <a:lnTo>
                  <a:pt x="594" y="167"/>
                </a:lnTo>
                <a:lnTo>
                  <a:pt x="595" y="167"/>
                </a:lnTo>
                <a:lnTo>
                  <a:pt x="596" y="168"/>
                </a:lnTo>
                <a:lnTo>
                  <a:pt x="596" y="169"/>
                </a:lnTo>
                <a:lnTo>
                  <a:pt x="597" y="169"/>
                </a:lnTo>
                <a:lnTo>
                  <a:pt x="597" y="170"/>
                </a:lnTo>
                <a:lnTo>
                  <a:pt x="597" y="171"/>
                </a:lnTo>
                <a:lnTo>
                  <a:pt x="598" y="171"/>
                </a:lnTo>
                <a:lnTo>
                  <a:pt x="598" y="172"/>
                </a:lnTo>
                <a:lnTo>
                  <a:pt x="599" y="172"/>
                </a:lnTo>
                <a:lnTo>
                  <a:pt x="600" y="171"/>
                </a:lnTo>
                <a:lnTo>
                  <a:pt x="600" y="170"/>
                </a:lnTo>
                <a:lnTo>
                  <a:pt x="601" y="170"/>
                </a:lnTo>
                <a:lnTo>
                  <a:pt x="601" y="169"/>
                </a:lnTo>
                <a:lnTo>
                  <a:pt x="603" y="169"/>
                </a:lnTo>
                <a:lnTo>
                  <a:pt x="604" y="169"/>
                </a:lnTo>
                <a:lnTo>
                  <a:pt x="604" y="168"/>
                </a:lnTo>
                <a:lnTo>
                  <a:pt x="605" y="168"/>
                </a:lnTo>
                <a:lnTo>
                  <a:pt x="606" y="169"/>
                </a:lnTo>
                <a:lnTo>
                  <a:pt x="606" y="168"/>
                </a:lnTo>
                <a:lnTo>
                  <a:pt x="606" y="167"/>
                </a:lnTo>
                <a:lnTo>
                  <a:pt x="607" y="167"/>
                </a:lnTo>
                <a:lnTo>
                  <a:pt x="608" y="167"/>
                </a:lnTo>
                <a:lnTo>
                  <a:pt x="609" y="167"/>
                </a:lnTo>
                <a:lnTo>
                  <a:pt x="609" y="166"/>
                </a:lnTo>
                <a:lnTo>
                  <a:pt x="610" y="166"/>
                </a:lnTo>
                <a:lnTo>
                  <a:pt x="610" y="165"/>
                </a:lnTo>
                <a:lnTo>
                  <a:pt x="610" y="164"/>
                </a:lnTo>
                <a:lnTo>
                  <a:pt x="611" y="164"/>
                </a:lnTo>
                <a:lnTo>
                  <a:pt x="612" y="164"/>
                </a:lnTo>
                <a:lnTo>
                  <a:pt x="612" y="163"/>
                </a:lnTo>
                <a:lnTo>
                  <a:pt x="612" y="162"/>
                </a:lnTo>
                <a:lnTo>
                  <a:pt x="612" y="161"/>
                </a:lnTo>
                <a:lnTo>
                  <a:pt x="613" y="161"/>
                </a:lnTo>
                <a:lnTo>
                  <a:pt x="613" y="159"/>
                </a:lnTo>
                <a:lnTo>
                  <a:pt x="613" y="158"/>
                </a:lnTo>
                <a:lnTo>
                  <a:pt x="614" y="158"/>
                </a:lnTo>
                <a:lnTo>
                  <a:pt x="615" y="159"/>
                </a:lnTo>
                <a:lnTo>
                  <a:pt x="616" y="159"/>
                </a:lnTo>
                <a:lnTo>
                  <a:pt x="616" y="158"/>
                </a:lnTo>
                <a:lnTo>
                  <a:pt x="617" y="157"/>
                </a:lnTo>
                <a:lnTo>
                  <a:pt x="618" y="156"/>
                </a:lnTo>
                <a:lnTo>
                  <a:pt x="619" y="157"/>
                </a:lnTo>
                <a:lnTo>
                  <a:pt x="620" y="157"/>
                </a:lnTo>
                <a:lnTo>
                  <a:pt x="620" y="158"/>
                </a:lnTo>
                <a:lnTo>
                  <a:pt x="621" y="158"/>
                </a:lnTo>
                <a:lnTo>
                  <a:pt x="622" y="158"/>
                </a:lnTo>
                <a:lnTo>
                  <a:pt x="623" y="159"/>
                </a:lnTo>
                <a:lnTo>
                  <a:pt x="624" y="158"/>
                </a:lnTo>
                <a:lnTo>
                  <a:pt x="624" y="159"/>
                </a:lnTo>
                <a:lnTo>
                  <a:pt x="625" y="160"/>
                </a:lnTo>
                <a:lnTo>
                  <a:pt x="626" y="161"/>
                </a:lnTo>
                <a:lnTo>
                  <a:pt x="626" y="162"/>
                </a:lnTo>
                <a:lnTo>
                  <a:pt x="627" y="162"/>
                </a:lnTo>
                <a:lnTo>
                  <a:pt x="627" y="163"/>
                </a:lnTo>
                <a:lnTo>
                  <a:pt x="628" y="163"/>
                </a:lnTo>
                <a:lnTo>
                  <a:pt x="628" y="164"/>
                </a:lnTo>
                <a:lnTo>
                  <a:pt x="629" y="165"/>
                </a:lnTo>
                <a:lnTo>
                  <a:pt x="629" y="166"/>
                </a:lnTo>
                <a:lnTo>
                  <a:pt x="630" y="167"/>
                </a:lnTo>
                <a:lnTo>
                  <a:pt x="631" y="167"/>
                </a:lnTo>
                <a:lnTo>
                  <a:pt x="632" y="168"/>
                </a:lnTo>
                <a:lnTo>
                  <a:pt x="632" y="169"/>
                </a:lnTo>
                <a:lnTo>
                  <a:pt x="632" y="168"/>
                </a:lnTo>
                <a:lnTo>
                  <a:pt x="633" y="168"/>
                </a:lnTo>
                <a:lnTo>
                  <a:pt x="634" y="169"/>
                </a:lnTo>
                <a:lnTo>
                  <a:pt x="634" y="168"/>
                </a:lnTo>
                <a:lnTo>
                  <a:pt x="635" y="168"/>
                </a:lnTo>
                <a:lnTo>
                  <a:pt x="636" y="168"/>
                </a:lnTo>
                <a:lnTo>
                  <a:pt x="637" y="168"/>
                </a:lnTo>
                <a:lnTo>
                  <a:pt x="638" y="168"/>
                </a:lnTo>
                <a:lnTo>
                  <a:pt x="639" y="168"/>
                </a:lnTo>
                <a:lnTo>
                  <a:pt x="639" y="169"/>
                </a:lnTo>
                <a:lnTo>
                  <a:pt x="640" y="168"/>
                </a:lnTo>
                <a:lnTo>
                  <a:pt x="640" y="169"/>
                </a:lnTo>
                <a:lnTo>
                  <a:pt x="641" y="169"/>
                </a:lnTo>
                <a:lnTo>
                  <a:pt x="642" y="169"/>
                </a:lnTo>
                <a:lnTo>
                  <a:pt x="643" y="168"/>
                </a:lnTo>
                <a:lnTo>
                  <a:pt x="644" y="168"/>
                </a:lnTo>
                <a:lnTo>
                  <a:pt x="645" y="169"/>
                </a:lnTo>
                <a:lnTo>
                  <a:pt x="646" y="169"/>
                </a:lnTo>
                <a:lnTo>
                  <a:pt x="645" y="170"/>
                </a:lnTo>
                <a:lnTo>
                  <a:pt x="646" y="170"/>
                </a:lnTo>
                <a:lnTo>
                  <a:pt x="647" y="169"/>
                </a:lnTo>
                <a:lnTo>
                  <a:pt x="647" y="170"/>
                </a:lnTo>
                <a:lnTo>
                  <a:pt x="648" y="170"/>
                </a:lnTo>
                <a:lnTo>
                  <a:pt x="649" y="170"/>
                </a:lnTo>
                <a:lnTo>
                  <a:pt x="649" y="169"/>
                </a:lnTo>
                <a:lnTo>
                  <a:pt x="650" y="169"/>
                </a:lnTo>
                <a:lnTo>
                  <a:pt x="650" y="170"/>
                </a:lnTo>
                <a:lnTo>
                  <a:pt x="650" y="169"/>
                </a:lnTo>
                <a:lnTo>
                  <a:pt x="651" y="169"/>
                </a:lnTo>
                <a:lnTo>
                  <a:pt x="651" y="168"/>
                </a:lnTo>
                <a:lnTo>
                  <a:pt x="652" y="168"/>
                </a:lnTo>
                <a:lnTo>
                  <a:pt x="653" y="168"/>
                </a:lnTo>
                <a:lnTo>
                  <a:pt x="654" y="168"/>
                </a:lnTo>
                <a:lnTo>
                  <a:pt x="654" y="169"/>
                </a:lnTo>
                <a:lnTo>
                  <a:pt x="654" y="168"/>
                </a:lnTo>
                <a:lnTo>
                  <a:pt x="655" y="168"/>
                </a:lnTo>
                <a:lnTo>
                  <a:pt x="655" y="167"/>
                </a:lnTo>
                <a:lnTo>
                  <a:pt x="654" y="167"/>
                </a:lnTo>
                <a:lnTo>
                  <a:pt x="654" y="166"/>
                </a:lnTo>
                <a:lnTo>
                  <a:pt x="654" y="165"/>
                </a:lnTo>
                <a:lnTo>
                  <a:pt x="655" y="165"/>
                </a:lnTo>
                <a:lnTo>
                  <a:pt x="655" y="164"/>
                </a:lnTo>
                <a:lnTo>
                  <a:pt x="656" y="164"/>
                </a:lnTo>
                <a:lnTo>
                  <a:pt x="656" y="165"/>
                </a:lnTo>
                <a:lnTo>
                  <a:pt x="656" y="166"/>
                </a:lnTo>
                <a:lnTo>
                  <a:pt x="657" y="166"/>
                </a:lnTo>
                <a:lnTo>
                  <a:pt x="657" y="167"/>
                </a:lnTo>
                <a:lnTo>
                  <a:pt x="657" y="168"/>
                </a:lnTo>
                <a:lnTo>
                  <a:pt x="658" y="168"/>
                </a:lnTo>
                <a:lnTo>
                  <a:pt x="658" y="167"/>
                </a:lnTo>
                <a:lnTo>
                  <a:pt x="659" y="167"/>
                </a:lnTo>
                <a:lnTo>
                  <a:pt x="659" y="166"/>
                </a:lnTo>
                <a:lnTo>
                  <a:pt x="660" y="165"/>
                </a:lnTo>
                <a:lnTo>
                  <a:pt x="659" y="165"/>
                </a:lnTo>
                <a:lnTo>
                  <a:pt x="659" y="164"/>
                </a:lnTo>
                <a:lnTo>
                  <a:pt x="660" y="164"/>
                </a:lnTo>
                <a:lnTo>
                  <a:pt x="661" y="164"/>
                </a:lnTo>
                <a:lnTo>
                  <a:pt x="662" y="164"/>
                </a:lnTo>
                <a:lnTo>
                  <a:pt x="663" y="164"/>
                </a:lnTo>
                <a:lnTo>
                  <a:pt x="663" y="165"/>
                </a:lnTo>
                <a:lnTo>
                  <a:pt x="663" y="166"/>
                </a:lnTo>
                <a:lnTo>
                  <a:pt x="663" y="167"/>
                </a:lnTo>
                <a:lnTo>
                  <a:pt x="663" y="168"/>
                </a:lnTo>
                <a:lnTo>
                  <a:pt x="663" y="169"/>
                </a:lnTo>
                <a:lnTo>
                  <a:pt x="663" y="170"/>
                </a:lnTo>
                <a:lnTo>
                  <a:pt x="663" y="171"/>
                </a:lnTo>
                <a:lnTo>
                  <a:pt x="663" y="172"/>
                </a:lnTo>
                <a:lnTo>
                  <a:pt x="664" y="172"/>
                </a:lnTo>
                <a:lnTo>
                  <a:pt x="664" y="173"/>
                </a:lnTo>
                <a:lnTo>
                  <a:pt x="664" y="174"/>
                </a:lnTo>
                <a:lnTo>
                  <a:pt x="663" y="174"/>
                </a:lnTo>
                <a:lnTo>
                  <a:pt x="663" y="175"/>
                </a:lnTo>
                <a:lnTo>
                  <a:pt x="663" y="176"/>
                </a:lnTo>
                <a:lnTo>
                  <a:pt x="663" y="177"/>
                </a:lnTo>
                <a:lnTo>
                  <a:pt x="663" y="178"/>
                </a:lnTo>
                <a:lnTo>
                  <a:pt x="662" y="178"/>
                </a:lnTo>
                <a:lnTo>
                  <a:pt x="661" y="178"/>
                </a:lnTo>
                <a:lnTo>
                  <a:pt x="661" y="179"/>
                </a:lnTo>
                <a:lnTo>
                  <a:pt x="661" y="180"/>
                </a:lnTo>
                <a:lnTo>
                  <a:pt x="661" y="181"/>
                </a:lnTo>
                <a:lnTo>
                  <a:pt x="661" y="182"/>
                </a:lnTo>
                <a:lnTo>
                  <a:pt x="661" y="183"/>
                </a:lnTo>
                <a:lnTo>
                  <a:pt x="661" y="184"/>
                </a:lnTo>
                <a:lnTo>
                  <a:pt x="661" y="185"/>
                </a:lnTo>
                <a:lnTo>
                  <a:pt x="662" y="186"/>
                </a:lnTo>
                <a:lnTo>
                  <a:pt x="662" y="187"/>
                </a:lnTo>
                <a:lnTo>
                  <a:pt x="662" y="188"/>
                </a:lnTo>
                <a:lnTo>
                  <a:pt x="662" y="189"/>
                </a:lnTo>
                <a:lnTo>
                  <a:pt x="662" y="190"/>
                </a:lnTo>
                <a:lnTo>
                  <a:pt x="663" y="190"/>
                </a:lnTo>
                <a:lnTo>
                  <a:pt x="664" y="191"/>
                </a:lnTo>
                <a:lnTo>
                  <a:pt x="665" y="190"/>
                </a:lnTo>
                <a:lnTo>
                  <a:pt x="666" y="190"/>
                </a:lnTo>
                <a:lnTo>
                  <a:pt x="666" y="189"/>
                </a:lnTo>
                <a:lnTo>
                  <a:pt x="667" y="189"/>
                </a:lnTo>
                <a:lnTo>
                  <a:pt x="666" y="188"/>
                </a:lnTo>
                <a:lnTo>
                  <a:pt x="667" y="188"/>
                </a:lnTo>
                <a:lnTo>
                  <a:pt x="668" y="188"/>
                </a:lnTo>
                <a:lnTo>
                  <a:pt x="668" y="187"/>
                </a:lnTo>
                <a:lnTo>
                  <a:pt x="669" y="187"/>
                </a:lnTo>
                <a:lnTo>
                  <a:pt x="670" y="187"/>
                </a:lnTo>
                <a:lnTo>
                  <a:pt x="671" y="187"/>
                </a:lnTo>
                <a:lnTo>
                  <a:pt x="672" y="187"/>
                </a:lnTo>
                <a:lnTo>
                  <a:pt x="672" y="188"/>
                </a:lnTo>
                <a:lnTo>
                  <a:pt x="673" y="188"/>
                </a:lnTo>
                <a:lnTo>
                  <a:pt x="673" y="189"/>
                </a:lnTo>
                <a:lnTo>
                  <a:pt x="673" y="190"/>
                </a:lnTo>
                <a:lnTo>
                  <a:pt x="673" y="189"/>
                </a:lnTo>
                <a:lnTo>
                  <a:pt x="673" y="190"/>
                </a:lnTo>
                <a:lnTo>
                  <a:pt x="674" y="190"/>
                </a:lnTo>
                <a:lnTo>
                  <a:pt x="674" y="191"/>
                </a:lnTo>
                <a:lnTo>
                  <a:pt x="675" y="191"/>
                </a:lnTo>
                <a:lnTo>
                  <a:pt x="675" y="192"/>
                </a:lnTo>
                <a:lnTo>
                  <a:pt x="676" y="192"/>
                </a:lnTo>
                <a:lnTo>
                  <a:pt x="677" y="191"/>
                </a:lnTo>
                <a:lnTo>
                  <a:pt x="678" y="191"/>
                </a:lnTo>
                <a:lnTo>
                  <a:pt x="678" y="192"/>
                </a:lnTo>
                <a:lnTo>
                  <a:pt x="678" y="193"/>
                </a:lnTo>
                <a:lnTo>
                  <a:pt x="678" y="194"/>
                </a:lnTo>
                <a:lnTo>
                  <a:pt x="679" y="194"/>
                </a:lnTo>
                <a:lnTo>
                  <a:pt x="680" y="193"/>
                </a:lnTo>
                <a:lnTo>
                  <a:pt x="680" y="194"/>
                </a:lnTo>
                <a:lnTo>
                  <a:pt x="681" y="195"/>
                </a:lnTo>
                <a:lnTo>
                  <a:pt x="681" y="194"/>
                </a:lnTo>
                <a:lnTo>
                  <a:pt x="682" y="194"/>
                </a:lnTo>
                <a:lnTo>
                  <a:pt x="682" y="193"/>
                </a:lnTo>
                <a:lnTo>
                  <a:pt x="683" y="193"/>
                </a:lnTo>
                <a:lnTo>
                  <a:pt x="683" y="194"/>
                </a:lnTo>
                <a:lnTo>
                  <a:pt x="684" y="194"/>
                </a:lnTo>
                <a:lnTo>
                  <a:pt x="684" y="193"/>
                </a:lnTo>
                <a:lnTo>
                  <a:pt x="685" y="193"/>
                </a:lnTo>
                <a:lnTo>
                  <a:pt x="686" y="194"/>
                </a:lnTo>
                <a:lnTo>
                  <a:pt x="687" y="194"/>
                </a:lnTo>
                <a:lnTo>
                  <a:pt x="687" y="193"/>
                </a:lnTo>
                <a:lnTo>
                  <a:pt x="688" y="193"/>
                </a:lnTo>
                <a:lnTo>
                  <a:pt x="688" y="194"/>
                </a:lnTo>
                <a:lnTo>
                  <a:pt x="687" y="194"/>
                </a:lnTo>
                <a:lnTo>
                  <a:pt x="686" y="194"/>
                </a:lnTo>
                <a:lnTo>
                  <a:pt x="686" y="195"/>
                </a:lnTo>
                <a:lnTo>
                  <a:pt x="687" y="195"/>
                </a:lnTo>
                <a:lnTo>
                  <a:pt x="687" y="196"/>
                </a:lnTo>
                <a:lnTo>
                  <a:pt x="688" y="197"/>
                </a:lnTo>
                <a:lnTo>
                  <a:pt x="688" y="198"/>
                </a:lnTo>
                <a:lnTo>
                  <a:pt x="687" y="198"/>
                </a:lnTo>
                <a:lnTo>
                  <a:pt x="688" y="198"/>
                </a:lnTo>
                <a:lnTo>
                  <a:pt x="689" y="199"/>
                </a:lnTo>
                <a:lnTo>
                  <a:pt x="690" y="199"/>
                </a:lnTo>
                <a:lnTo>
                  <a:pt x="691" y="199"/>
                </a:lnTo>
                <a:lnTo>
                  <a:pt x="692" y="199"/>
                </a:lnTo>
                <a:lnTo>
                  <a:pt x="692" y="200"/>
                </a:lnTo>
                <a:lnTo>
                  <a:pt x="693" y="200"/>
                </a:lnTo>
                <a:lnTo>
                  <a:pt x="693" y="201"/>
                </a:lnTo>
                <a:lnTo>
                  <a:pt x="694" y="201"/>
                </a:lnTo>
                <a:lnTo>
                  <a:pt x="695" y="200"/>
                </a:lnTo>
                <a:lnTo>
                  <a:pt x="695" y="199"/>
                </a:lnTo>
                <a:lnTo>
                  <a:pt x="695" y="198"/>
                </a:lnTo>
                <a:lnTo>
                  <a:pt x="696" y="199"/>
                </a:lnTo>
                <a:lnTo>
                  <a:pt x="696" y="198"/>
                </a:lnTo>
                <a:lnTo>
                  <a:pt x="697" y="198"/>
                </a:lnTo>
                <a:lnTo>
                  <a:pt x="698" y="198"/>
                </a:lnTo>
                <a:lnTo>
                  <a:pt x="698" y="199"/>
                </a:lnTo>
                <a:lnTo>
                  <a:pt x="699" y="199"/>
                </a:lnTo>
                <a:lnTo>
                  <a:pt x="700" y="198"/>
                </a:lnTo>
                <a:lnTo>
                  <a:pt x="701" y="198"/>
                </a:lnTo>
                <a:lnTo>
                  <a:pt x="702" y="198"/>
                </a:lnTo>
                <a:lnTo>
                  <a:pt x="702" y="197"/>
                </a:lnTo>
                <a:lnTo>
                  <a:pt x="703" y="197"/>
                </a:lnTo>
                <a:lnTo>
                  <a:pt x="703" y="198"/>
                </a:lnTo>
                <a:lnTo>
                  <a:pt x="704" y="198"/>
                </a:lnTo>
                <a:lnTo>
                  <a:pt x="705" y="198"/>
                </a:lnTo>
                <a:lnTo>
                  <a:pt x="705" y="199"/>
                </a:lnTo>
                <a:lnTo>
                  <a:pt x="705" y="197"/>
                </a:lnTo>
                <a:lnTo>
                  <a:pt x="706" y="197"/>
                </a:lnTo>
                <a:lnTo>
                  <a:pt x="706" y="196"/>
                </a:lnTo>
                <a:lnTo>
                  <a:pt x="707" y="196"/>
                </a:lnTo>
                <a:lnTo>
                  <a:pt x="707" y="195"/>
                </a:lnTo>
                <a:lnTo>
                  <a:pt x="707" y="194"/>
                </a:lnTo>
                <a:lnTo>
                  <a:pt x="708" y="194"/>
                </a:lnTo>
                <a:lnTo>
                  <a:pt x="709" y="195"/>
                </a:lnTo>
                <a:lnTo>
                  <a:pt x="709" y="196"/>
                </a:lnTo>
                <a:lnTo>
                  <a:pt x="709" y="197"/>
                </a:lnTo>
                <a:lnTo>
                  <a:pt x="710" y="197"/>
                </a:lnTo>
                <a:lnTo>
                  <a:pt x="710" y="198"/>
                </a:lnTo>
                <a:lnTo>
                  <a:pt x="711" y="198"/>
                </a:lnTo>
                <a:lnTo>
                  <a:pt x="711" y="197"/>
                </a:lnTo>
                <a:lnTo>
                  <a:pt x="711" y="196"/>
                </a:lnTo>
                <a:lnTo>
                  <a:pt x="712" y="196"/>
                </a:lnTo>
                <a:lnTo>
                  <a:pt x="712" y="195"/>
                </a:lnTo>
                <a:lnTo>
                  <a:pt x="712" y="194"/>
                </a:lnTo>
                <a:lnTo>
                  <a:pt x="711" y="194"/>
                </a:lnTo>
                <a:lnTo>
                  <a:pt x="712" y="194"/>
                </a:lnTo>
                <a:lnTo>
                  <a:pt x="712" y="193"/>
                </a:lnTo>
                <a:lnTo>
                  <a:pt x="712" y="192"/>
                </a:lnTo>
                <a:lnTo>
                  <a:pt x="713" y="191"/>
                </a:lnTo>
                <a:lnTo>
                  <a:pt x="713" y="190"/>
                </a:lnTo>
                <a:lnTo>
                  <a:pt x="714" y="190"/>
                </a:lnTo>
                <a:lnTo>
                  <a:pt x="714" y="191"/>
                </a:lnTo>
                <a:lnTo>
                  <a:pt x="715" y="191"/>
                </a:lnTo>
                <a:lnTo>
                  <a:pt x="715" y="192"/>
                </a:lnTo>
                <a:lnTo>
                  <a:pt x="715" y="191"/>
                </a:lnTo>
                <a:lnTo>
                  <a:pt x="716" y="191"/>
                </a:lnTo>
                <a:lnTo>
                  <a:pt x="717" y="191"/>
                </a:lnTo>
                <a:lnTo>
                  <a:pt x="718" y="192"/>
                </a:lnTo>
                <a:lnTo>
                  <a:pt x="719" y="192"/>
                </a:lnTo>
                <a:lnTo>
                  <a:pt x="721" y="192"/>
                </a:lnTo>
                <a:lnTo>
                  <a:pt x="721" y="191"/>
                </a:lnTo>
                <a:lnTo>
                  <a:pt x="721" y="190"/>
                </a:lnTo>
                <a:lnTo>
                  <a:pt x="722" y="190"/>
                </a:lnTo>
                <a:lnTo>
                  <a:pt x="723" y="189"/>
                </a:lnTo>
                <a:lnTo>
                  <a:pt x="723" y="188"/>
                </a:lnTo>
                <a:lnTo>
                  <a:pt x="722" y="188"/>
                </a:lnTo>
                <a:lnTo>
                  <a:pt x="722" y="187"/>
                </a:lnTo>
                <a:lnTo>
                  <a:pt x="722" y="186"/>
                </a:lnTo>
                <a:lnTo>
                  <a:pt x="721" y="186"/>
                </a:lnTo>
                <a:lnTo>
                  <a:pt x="721" y="184"/>
                </a:lnTo>
                <a:lnTo>
                  <a:pt x="722" y="184"/>
                </a:lnTo>
                <a:lnTo>
                  <a:pt x="723" y="183"/>
                </a:lnTo>
                <a:lnTo>
                  <a:pt x="724" y="182"/>
                </a:lnTo>
                <a:lnTo>
                  <a:pt x="724" y="181"/>
                </a:lnTo>
                <a:lnTo>
                  <a:pt x="723" y="181"/>
                </a:lnTo>
                <a:lnTo>
                  <a:pt x="723" y="180"/>
                </a:lnTo>
                <a:lnTo>
                  <a:pt x="725" y="179"/>
                </a:lnTo>
                <a:lnTo>
                  <a:pt x="726" y="178"/>
                </a:lnTo>
                <a:lnTo>
                  <a:pt x="726" y="179"/>
                </a:lnTo>
                <a:lnTo>
                  <a:pt x="728" y="179"/>
                </a:lnTo>
                <a:lnTo>
                  <a:pt x="729" y="179"/>
                </a:lnTo>
                <a:lnTo>
                  <a:pt x="729" y="180"/>
                </a:lnTo>
                <a:lnTo>
                  <a:pt x="729" y="181"/>
                </a:lnTo>
                <a:lnTo>
                  <a:pt x="729" y="182"/>
                </a:lnTo>
                <a:lnTo>
                  <a:pt x="730" y="182"/>
                </a:lnTo>
                <a:lnTo>
                  <a:pt x="730" y="183"/>
                </a:lnTo>
                <a:lnTo>
                  <a:pt x="731" y="183"/>
                </a:lnTo>
                <a:lnTo>
                  <a:pt x="731" y="184"/>
                </a:lnTo>
                <a:lnTo>
                  <a:pt x="732" y="183"/>
                </a:lnTo>
                <a:lnTo>
                  <a:pt x="733" y="183"/>
                </a:lnTo>
                <a:lnTo>
                  <a:pt x="733" y="184"/>
                </a:lnTo>
                <a:lnTo>
                  <a:pt x="733" y="185"/>
                </a:lnTo>
                <a:lnTo>
                  <a:pt x="734" y="184"/>
                </a:lnTo>
                <a:lnTo>
                  <a:pt x="735" y="184"/>
                </a:lnTo>
                <a:lnTo>
                  <a:pt x="736" y="184"/>
                </a:lnTo>
                <a:lnTo>
                  <a:pt x="735" y="185"/>
                </a:lnTo>
                <a:lnTo>
                  <a:pt x="735" y="186"/>
                </a:lnTo>
                <a:lnTo>
                  <a:pt x="735" y="189"/>
                </a:lnTo>
                <a:lnTo>
                  <a:pt x="734" y="189"/>
                </a:lnTo>
                <a:lnTo>
                  <a:pt x="734" y="190"/>
                </a:lnTo>
                <a:lnTo>
                  <a:pt x="735" y="191"/>
                </a:lnTo>
                <a:lnTo>
                  <a:pt x="734" y="192"/>
                </a:lnTo>
                <a:lnTo>
                  <a:pt x="734" y="193"/>
                </a:lnTo>
                <a:lnTo>
                  <a:pt x="734" y="194"/>
                </a:lnTo>
                <a:lnTo>
                  <a:pt x="735" y="195"/>
                </a:lnTo>
                <a:lnTo>
                  <a:pt x="735" y="196"/>
                </a:lnTo>
                <a:lnTo>
                  <a:pt x="735" y="197"/>
                </a:lnTo>
                <a:lnTo>
                  <a:pt x="734" y="198"/>
                </a:lnTo>
                <a:lnTo>
                  <a:pt x="734" y="199"/>
                </a:lnTo>
                <a:lnTo>
                  <a:pt x="735" y="200"/>
                </a:lnTo>
                <a:lnTo>
                  <a:pt x="735" y="201"/>
                </a:lnTo>
                <a:lnTo>
                  <a:pt x="736" y="201"/>
                </a:lnTo>
                <a:lnTo>
                  <a:pt x="737" y="201"/>
                </a:lnTo>
                <a:lnTo>
                  <a:pt x="738" y="201"/>
                </a:lnTo>
                <a:lnTo>
                  <a:pt x="739" y="201"/>
                </a:lnTo>
                <a:lnTo>
                  <a:pt x="740" y="202"/>
                </a:lnTo>
                <a:lnTo>
                  <a:pt x="740" y="203"/>
                </a:lnTo>
                <a:lnTo>
                  <a:pt x="740" y="204"/>
                </a:lnTo>
                <a:lnTo>
                  <a:pt x="739" y="205"/>
                </a:lnTo>
                <a:lnTo>
                  <a:pt x="740" y="205"/>
                </a:lnTo>
                <a:lnTo>
                  <a:pt x="740" y="206"/>
                </a:lnTo>
                <a:lnTo>
                  <a:pt x="741" y="206"/>
                </a:lnTo>
                <a:lnTo>
                  <a:pt x="741" y="205"/>
                </a:lnTo>
                <a:lnTo>
                  <a:pt x="742" y="205"/>
                </a:lnTo>
                <a:lnTo>
                  <a:pt x="742" y="204"/>
                </a:lnTo>
                <a:lnTo>
                  <a:pt x="743" y="204"/>
                </a:lnTo>
                <a:lnTo>
                  <a:pt x="744" y="204"/>
                </a:lnTo>
                <a:lnTo>
                  <a:pt x="744" y="205"/>
                </a:lnTo>
                <a:lnTo>
                  <a:pt x="745" y="205"/>
                </a:lnTo>
                <a:lnTo>
                  <a:pt x="745" y="206"/>
                </a:lnTo>
                <a:lnTo>
                  <a:pt x="746" y="206"/>
                </a:lnTo>
                <a:lnTo>
                  <a:pt x="747" y="205"/>
                </a:lnTo>
                <a:lnTo>
                  <a:pt x="747" y="204"/>
                </a:lnTo>
                <a:lnTo>
                  <a:pt x="748" y="204"/>
                </a:lnTo>
                <a:lnTo>
                  <a:pt x="749" y="203"/>
                </a:lnTo>
                <a:lnTo>
                  <a:pt x="750" y="203"/>
                </a:lnTo>
                <a:lnTo>
                  <a:pt x="751" y="203"/>
                </a:lnTo>
                <a:lnTo>
                  <a:pt x="752" y="202"/>
                </a:lnTo>
                <a:lnTo>
                  <a:pt x="753" y="202"/>
                </a:lnTo>
                <a:lnTo>
                  <a:pt x="753" y="203"/>
                </a:lnTo>
                <a:lnTo>
                  <a:pt x="754" y="203"/>
                </a:lnTo>
                <a:lnTo>
                  <a:pt x="755" y="204"/>
                </a:lnTo>
                <a:lnTo>
                  <a:pt x="754" y="205"/>
                </a:lnTo>
                <a:lnTo>
                  <a:pt x="754" y="206"/>
                </a:lnTo>
                <a:lnTo>
                  <a:pt x="753" y="206"/>
                </a:lnTo>
                <a:lnTo>
                  <a:pt x="754" y="207"/>
                </a:lnTo>
                <a:lnTo>
                  <a:pt x="754" y="209"/>
                </a:lnTo>
                <a:lnTo>
                  <a:pt x="753" y="209"/>
                </a:lnTo>
                <a:lnTo>
                  <a:pt x="754" y="209"/>
                </a:lnTo>
                <a:lnTo>
                  <a:pt x="755" y="210"/>
                </a:lnTo>
                <a:lnTo>
                  <a:pt x="756" y="210"/>
                </a:lnTo>
                <a:lnTo>
                  <a:pt x="757" y="210"/>
                </a:lnTo>
                <a:lnTo>
                  <a:pt x="758" y="210"/>
                </a:lnTo>
                <a:lnTo>
                  <a:pt x="758" y="209"/>
                </a:lnTo>
                <a:lnTo>
                  <a:pt x="759" y="209"/>
                </a:lnTo>
                <a:lnTo>
                  <a:pt x="760" y="208"/>
                </a:lnTo>
                <a:lnTo>
                  <a:pt x="760" y="209"/>
                </a:lnTo>
                <a:lnTo>
                  <a:pt x="761" y="209"/>
                </a:lnTo>
                <a:lnTo>
                  <a:pt x="761" y="210"/>
                </a:lnTo>
                <a:lnTo>
                  <a:pt x="761" y="211"/>
                </a:lnTo>
                <a:lnTo>
                  <a:pt x="762" y="212"/>
                </a:lnTo>
                <a:lnTo>
                  <a:pt x="762" y="213"/>
                </a:lnTo>
                <a:lnTo>
                  <a:pt x="763" y="213"/>
                </a:lnTo>
                <a:lnTo>
                  <a:pt x="763" y="212"/>
                </a:lnTo>
                <a:lnTo>
                  <a:pt x="764" y="213"/>
                </a:lnTo>
                <a:lnTo>
                  <a:pt x="764" y="214"/>
                </a:lnTo>
                <a:lnTo>
                  <a:pt x="763" y="214"/>
                </a:lnTo>
                <a:lnTo>
                  <a:pt x="763" y="215"/>
                </a:lnTo>
                <a:lnTo>
                  <a:pt x="763" y="216"/>
                </a:lnTo>
                <a:lnTo>
                  <a:pt x="763" y="217"/>
                </a:lnTo>
                <a:lnTo>
                  <a:pt x="764" y="217"/>
                </a:lnTo>
                <a:lnTo>
                  <a:pt x="764" y="218"/>
                </a:lnTo>
                <a:lnTo>
                  <a:pt x="765" y="218"/>
                </a:lnTo>
                <a:lnTo>
                  <a:pt x="765" y="219"/>
                </a:lnTo>
                <a:lnTo>
                  <a:pt x="766" y="219"/>
                </a:lnTo>
                <a:lnTo>
                  <a:pt x="766" y="218"/>
                </a:lnTo>
                <a:lnTo>
                  <a:pt x="767" y="219"/>
                </a:lnTo>
                <a:lnTo>
                  <a:pt x="768" y="219"/>
                </a:lnTo>
                <a:lnTo>
                  <a:pt x="769" y="219"/>
                </a:lnTo>
                <a:lnTo>
                  <a:pt x="769" y="218"/>
                </a:lnTo>
                <a:lnTo>
                  <a:pt x="770" y="218"/>
                </a:lnTo>
                <a:lnTo>
                  <a:pt x="770" y="219"/>
                </a:lnTo>
                <a:lnTo>
                  <a:pt x="771" y="219"/>
                </a:lnTo>
                <a:lnTo>
                  <a:pt x="771" y="220"/>
                </a:lnTo>
                <a:lnTo>
                  <a:pt x="772" y="221"/>
                </a:lnTo>
                <a:lnTo>
                  <a:pt x="772" y="222"/>
                </a:lnTo>
                <a:lnTo>
                  <a:pt x="773" y="222"/>
                </a:lnTo>
                <a:lnTo>
                  <a:pt x="773" y="223"/>
                </a:lnTo>
                <a:lnTo>
                  <a:pt x="773" y="224"/>
                </a:lnTo>
                <a:lnTo>
                  <a:pt x="773" y="226"/>
                </a:lnTo>
                <a:lnTo>
                  <a:pt x="773" y="227"/>
                </a:lnTo>
                <a:lnTo>
                  <a:pt x="773" y="228"/>
                </a:lnTo>
                <a:lnTo>
                  <a:pt x="774" y="228"/>
                </a:lnTo>
                <a:lnTo>
                  <a:pt x="774" y="229"/>
                </a:lnTo>
                <a:lnTo>
                  <a:pt x="775" y="230"/>
                </a:lnTo>
                <a:lnTo>
                  <a:pt x="776" y="230"/>
                </a:lnTo>
                <a:lnTo>
                  <a:pt x="776" y="231"/>
                </a:lnTo>
                <a:lnTo>
                  <a:pt x="775" y="231"/>
                </a:lnTo>
                <a:lnTo>
                  <a:pt x="776" y="231"/>
                </a:lnTo>
                <a:lnTo>
                  <a:pt x="777" y="232"/>
                </a:lnTo>
                <a:lnTo>
                  <a:pt x="778" y="233"/>
                </a:lnTo>
                <a:lnTo>
                  <a:pt x="779" y="233"/>
                </a:lnTo>
                <a:lnTo>
                  <a:pt x="779" y="234"/>
                </a:lnTo>
                <a:lnTo>
                  <a:pt x="780" y="233"/>
                </a:lnTo>
                <a:lnTo>
                  <a:pt x="780" y="232"/>
                </a:lnTo>
                <a:lnTo>
                  <a:pt x="780" y="231"/>
                </a:lnTo>
                <a:lnTo>
                  <a:pt x="781" y="231"/>
                </a:lnTo>
                <a:lnTo>
                  <a:pt x="781" y="230"/>
                </a:lnTo>
                <a:lnTo>
                  <a:pt x="781" y="229"/>
                </a:lnTo>
                <a:lnTo>
                  <a:pt x="782" y="229"/>
                </a:lnTo>
                <a:lnTo>
                  <a:pt x="782" y="228"/>
                </a:lnTo>
                <a:lnTo>
                  <a:pt x="783" y="228"/>
                </a:lnTo>
                <a:lnTo>
                  <a:pt x="784" y="227"/>
                </a:lnTo>
                <a:lnTo>
                  <a:pt x="784" y="226"/>
                </a:lnTo>
                <a:lnTo>
                  <a:pt x="784" y="225"/>
                </a:lnTo>
                <a:lnTo>
                  <a:pt x="784" y="224"/>
                </a:lnTo>
                <a:lnTo>
                  <a:pt x="784" y="223"/>
                </a:lnTo>
                <a:lnTo>
                  <a:pt x="785" y="223"/>
                </a:lnTo>
                <a:lnTo>
                  <a:pt x="786" y="223"/>
                </a:lnTo>
                <a:lnTo>
                  <a:pt x="786" y="224"/>
                </a:lnTo>
                <a:lnTo>
                  <a:pt x="787" y="224"/>
                </a:lnTo>
                <a:lnTo>
                  <a:pt x="788" y="224"/>
                </a:lnTo>
                <a:lnTo>
                  <a:pt x="789" y="224"/>
                </a:lnTo>
                <a:lnTo>
                  <a:pt x="789" y="225"/>
                </a:lnTo>
                <a:lnTo>
                  <a:pt x="790" y="225"/>
                </a:lnTo>
                <a:lnTo>
                  <a:pt x="790" y="224"/>
                </a:lnTo>
                <a:lnTo>
                  <a:pt x="791" y="224"/>
                </a:lnTo>
                <a:lnTo>
                  <a:pt x="791" y="225"/>
                </a:lnTo>
                <a:lnTo>
                  <a:pt x="792" y="225"/>
                </a:lnTo>
                <a:lnTo>
                  <a:pt x="792" y="226"/>
                </a:lnTo>
                <a:lnTo>
                  <a:pt x="792" y="227"/>
                </a:lnTo>
                <a:lnTo>
                  <a:pt x="793" y="227"/>
                </a:lnTo>
                <a:lnTo>
                  <a:pt x="794" y="227"/>
                </a:lnTo>
                <a:lnTo>
                  <a:pt x="794" y="228"/>
                </a:lnTo>
                <a:lnTo>
                  <a:pt x="795" y="228"/>
                </a:lnTo>
                <a:lnTo>
                  <a:pt x="795" y="229"/>
                </a:lnTo>
                <a:lnTo>
                  <a:pt x="795" y="230"/>
                </a:lnTo>
                <a:lnTo>
                  <a:pt x="796" y="230"/>
                </a:lnTo>
                <a:lnTo>
                  <a:pt x="797" y="231"/>
                </a:lnTo>
                <a:lnTo>
                  <a:pt x="797" y="232"/>
                </a:lnTo>
                <a:lnTo>
                  <a:pt x="798" y="232"/>
                </a:lnTo>
                <a:lnTo>
                  <a:pt x="798" y="233"/>
                </a:lnTo>
                <a:lnTo>
                  <a:pt x="799" y="233"/>
                </a:lnTo>
                <a:lnTo>
                  <a:pt x="799" y="234"/>
                </a:lnTo>
                <a:lnTo>
                  <a:pt x="799" y="235"/>
                </a:lnTo>
                <a:lnTo>
                  <a:pt x="799" y="236"/>
                </a:lnTo>
                <a:lnTo>
                  <a:pt x="800" y="236"/>
                </a:lnTo>
                <a:lnTo>
                  <a:pt x="801" y="236"/>
                </a:lnTo>
                <a:lnTo>
                  <a:pt x="801" y="235"/>
                </a:lnTo>
                <a:lnTo>
                  <a:pt x="801" y="234"/>
                </a:lnTo>
                <a:lnTo>
                  <a:pt x="802" y="233"/>
                </a:lnTo>
                <a:lnTo>
                  <a:pt x="803" y="233"/>
                </a:lnTo>
                <a:lnTo>
                  <a:pt x="804" y="233"/>
                </a:lnTo>
                <a:lnTo>
                  <a:pt x="805" y="233"/>
                </a:lnTo>
                <a:lnTo>
                  <a:pt x="807" y="233"/>
                </a:lnTo>
                <a:lnTo>
                  <a:pt x="807" y="232"/>
                </a:lnTo>
                <a:lnTo>
                  <a:pt x="808" y="231"/>
                </a:lnTo>
                <a:lnTo>
                  <a:pt x="808" y="230"/>
                </a:lnTo>
                <a:lnTo>
                  <a:pt x="809" y="230"/>
                </a:lnTo>
                <a:lnTo>
                  <a:pt x="810" y="229"/>
                </a:lnTo>
                <a:lnTo>
                  <a:pt x="811" y="229"/>
                </a:lnTo>
                <a:lnTo>
                  <a:pt x="811" y="230"/>
                </a:lnTo>
                <a:lnTo>
                  <a:pt x="812" y="231"/>
                </a:lnTo>
                <a:lnTo>
                  <a:pt x="812" y="232"/>
                </a:lnTo>
                <a:lnTo>
                  <a:pt x="813" y="232"/>
                </a:lnTo>
                <a:lnTo>
                  <a:pt x="812" y="233"/>
                </a:lnTo>
                <a:lnTo>
                  <a:pt x="813" y="233"/>
                </a:lnTo>
                <a:lnTo>
                  <a:pt x="813" y="234"/>
                </a:lnTo>
                <a:lnTo>
                  <a:pt x="813" y="235"/>
                </a:lnTo>
                <a:lnTo>
                  <a:pt x="813" y="236"/>
                </a:lnTo>
                <a:lnTo>
                  <a:pt x="814" y="237"/>
                </a:lnTo>
                <a:lnTo>
                  <a:pt x="815" y="237"/>
                </a:lnTo>
                <a:lnTo>
                  <a:pt x="815" y="236"/>
                </a:lnTo>
                <a:lnTo>
                  <a:pt x="816" y="237"/>
                </a:lnTo>
                <a:lnTo>
                  <a:pt x="816" y="238"/>
                </a:lnTo>
                <a:lnTo>
                  <a:pt x="817" y="239"/>
                </a:lnTo>
                <a:lnTo>
                  <a:pt x="818" y="239"/>
                </a:lnTo>
                <a:lnTo>
                  <a:pt x="819" y="239"/>
                </a:lnTo>
                <a:lnTo>
                  <a:pt x="819" y="240"/>
                </a:lnTo>
                <a:lnTo>
                  <a:pt x="819" y="241"/>
                </a:lnTo>
                <a:lnTo>
                  <a:pt x="819" y="242"/>
                </a:lnTo>
                <a:lnTo>
                  <a:pt x="819" y="243"/>
                </a:lnTo>
                <a:lnTo>
                  <a:pt x="820" y="243"/>
                </a:lnTo>
                <a:lnTo>
                  <a:pt x="820" y="242"/>
                </a:lnTo>
                <a:lnTo>
                  <a:pt x="821" y="242"/>
                </a:lnTo>
                <a:lnTo>
                  <a:pt x="821" y="243"/>
                </a:lnTo>
                <a:lnTo>
                  <a:pt x="822" y="243"/>
                </a:lnTo>
                <a:lnTo>
                  <a:pt x="822" y="242"/>
                </a:lnTo>
                <a:lnTo>
                  <a:pt x="823" y="242"/>
                </a:lnTo>
                <a:lnTo>
                  <a:pt x="824" y="243"/>
                </a:lnTo>
                <a:lnTo>
                  <a:pt x="824" y="242"/>
                </a:lnTo>
                <a:lnTo>
                  <a:pt x="825" y="242"/>
                </a:lnTo>
                <a:lnTo>
                  <a:pt x="825" y="243"/>
                </a:lnTo>
                <a:lnTo>
                  <a:pt x="826" y="243"/>
                </a:lnTo>
                <a:lnTo>
                  <a:pt x="827" y="244"/>
                </a:lnTo>
                <a:lnTo>
                  <a:pt x="826" y="244"/>
                </a:lnTo>
                <a:lnTo>
                  <a:pt x="827" y="245"/>
                </a:lnTo>
                <a:lnTo>
                  <a:pt x="828" y="245"/>
                </a:lnTo>
                <a:lnTo>
                  <a:pt x="829" y="245"/>
                </a:lnTo>
                <a:lnTo>
                  <a:pt x="829" y="246"/>
                </a:lnTo>
                <a:lnTo>
                  <a:pt x="829" y="245"/>
                </a:lnTo>
                <a:lnTo>
                  <a:pt x="830" y="245"/>
                </a:lnTo>
                <a:lnTo>
                  <a:pt x="831" y="245"/>
                </a:lnTo>
                <a:lnTo>
                  <a:pt x="832" y="245"/>
                </a:lnTo>
                <a:lnTo>
                  <a:pt x="832" y="247"/>
                </a:lnTo>
                <a:lnTo>
                  <a:pt x="833" y="249"/>
                </a:lnTo>
                <a:lnTo>
                  <a:pt x="834" y="249"/>
                </a:lnTo>
                <a:lnTo>
                  <a:pt x="833" y="249"/>
                </a:lnTo>
                <a:lnTo>
                  <a:pt x="834" y="250"/>
                </a:lnTo>
                <a:lnTo>
                  <a:pt x="834" y="251"/>
                </a:lnTo>
                <a:lnTo>
                  <a:pt x="834" y="252"/>
                </a:lnTo>
                <a:lnTo>
                  <a:pt x="833" y="252"/>
                </a:lnTo>
                <a:lnTo>
                  <a:pt x="832" y="252"/>
                </a:lnTo>
                <a:lnTo>
                  <a:pt x="831" y="252"/>
                </a:lnTo>
                <a:lnTo>
                  <a:pt x="830" y="253"/>
                </a:lnTo>
                <a:lnTo>
                  <a:pt x="829" y="253"/>
                </a:lnTo>
                <a:lnTo>
                  <a:pt x="828" y="253"/>
                </a:lnTo>
                <a:lnTo>
                  <a:pt x="827" y="254"/>
                </a:lnTo>
                <a:lnTo>
                  <a:pt x="826" y="255"/>
                </a:lnTo>
                <a:lnTo>
                  <a:pt x="826" y="256"/>
                </a:lnTo>
                <a:lnTo>
                  <a:pt x="825" y="256"/>
                </a:lnTo>
                <a:lnTo>
                  <a:pt x="824" y="256"/>
                </a:lnTo>
                <a:lnTo>
                  <a:pt x="824" y="257"/>
                </a:lnTo>
                <a:lnTo>
                  <a:pt x="824" y="258"/>
                </a:lnTo>
                <a:lnTo>
                  <a:pt x="823" y="258"/>
                </a:lnTo>
                <a:lnTo>
                  <a:pt x="822" y="259"/>
                </a:lnTo>
                <a:lnTo>
                  <a:pt x="822" y="260"/>
                </a:lnTo>
                <a:lnTo>
                  <a:pt x="821" y="261"/>
                </a:lnTo>
                <a:lnTo>
                  <a:pt x="820" y="260"/>
                </a:lnTo>
                <a:lnTo>
                  <a:pt x="820" y="261"/>
                </a:lnTo>
                <a:lnTo>
                  <a:pt x="820" y="262"/>
                </a:lnTo>
                <a:lnTo>
                  <a:pt x="820" y="263"/>
                </a:lnTo>
                <a:lnTo>
                  <a:pt x="819" y="263"/>
                </a:lnTo>
                <a:lnTo>
                  <a:pt x="818" y="263"/>
                </a:lnTo>
                <a:lnTo>
                  <a:pt x="817" y="263"/>
                </a:lnTo>
                <a:lnTo>
                  <a:pt x="818" y="263"/>
                </a:lnTo>
                <a:lnTo>
                  <a:pt x="817" y="263"/>
                </a:lnTo>
                <a:lnTo>
                  <a:pt x="816" y="264"/>
                </a:lnTo>
                <a:lnTo>
                  <a:pt x="815" y="264"/>
                </a:lnTo>
                <a:lnTo>
                  <a:pt x="815" y="265"/>
                </a:lnTo>
                <a:lnTo>
                  <a:pt x="814" y="265"/>
                </a:lnTo>
                <a:lnTo>
                  <a:pt x="814" y="266"/>
                </a:lnTo>
                <a:lnTo>
                  <a:pt x="813" y="266"/>
                </a:lnTo>
                <a:lnTo>
                  <a:pt x="813" y="267"/>
                </a:lnTo>
                <a:lnTo>
                  <a:pt x="813" y="268"/>
                </a:lnTo>
                <a:lnTo>
                  <a:pt x="812" y="269"/>
                </a:lnTo>
                <a:lnTo>
                  <a:pt x="812" y="271"/>
                </a:lnTo>
                <a:lnTo>
                  <a:pt x="812" y="272"/>
                </a:lnTo>
                <a:lnTo>
                  <a:pt x="813" y="272"/>
                </a:lnTo>
                <a:lnTo>
                  <a:pt x="814" y="272"/>
                </a:lnTo>
                <a:lnTo>
                  <a:pt x="814" y="273"/>
                </a:lnTo>
                <a:lnTo>
                  <a:pt x="814" y="274"/>
                </a:lnTo>
                <a:lnTo>
                  <a:pt x="814" y="275"/>
                </a:lnTo>
                <a:lnTo>
                  <a:pt x="813" y="275"/>
                </a:lnTo>
                <a:lnTo>
                  <a:pt x="813" y="276"/>
                </a:lnTo>
                <a:lnTo>
                  <a:pt x="814" y="277"/>
                </a:lnTo>
                <a:lnTo>
                  <a:pt x="815" y="277"/>
                </a:lnTo>
                <a:lnTo>
                  <a:pt x="815" y="278"/>
                </a:lnTo>
                <a:lnTo>
                  <a:pt x="814" y="279"/>
                </a:lnTo>
                <a:lnTo>
                  <a:pt x="813" y="279"/>
                </a:lnTo>
                <a:lnTo>
                  <a:pt x="813" y="280"/>
                </a:lnTo>
                <a:lnTo>
                  <a:pt x="813" y="281"/>
                </a:lnTo>
                <a:lnTo>
                  <a:pt x="812" y="281"/>
                </a:lnTo>
                <a:lnTo>
                  <a:pt x="812" y="280"/>
                </a:lnTo>
                <a:lnTo>
                  <a:pt x="811" y="280"/>
                </a:lnTo>
                <a:lnTo>
                  <a:pt x="811" y="281"/>
                </a:lnTo>
                <a:lnTo>
                  <a:pt x="810" y="281"/>
                </a:lnTo>
                <a:lnTo>
                  <a:pt x="809" y="281"/>
                </a:lnTo>
                <a:lnTo>
                  <a:pt x="808" y="281"/>
                </a:lnTo>
                <a:lnTo>
                  <a:pt x="808" y="280"/>
                </a:lnTo>
                <a:lnTo>
                  <a:pt x="807" y="281"/>
                </a:lnTo>
                <a:lnTo>
                  <a:pt x="806" y="281"/>
                </a:lnTo>
                <a:lnTo>
                  <a:pt x="805" y="283"/>
                </a:lnTo>
                <a:lnTo>
                  <a:pt x="806" y="283"/>
                </a:lnTo>
                <a:lnTo>
                  <a:pt x="805" y="283"/>
                </a:lnTo>
                <a:lnTo>
                  <a:pt x="805" y="285"/>
                </a:lnTo>
                <a:lnTo>
                  <a:pt x="806" y="285"/>
                </a:lnTo>
                <a:lnTo>
                  <a:pt x="805" y="285"/>
                </a:lnTo>
                <a:lnTo>
                  <a:pt x="805" y="286"/>
                </a:lnTo>
                <a:lnTo>
                  <a:pt x="805" y="287"/>
                </a:lnTo>
                <a:lnTo>
                  <a:pt x="805" y="289"/>
                </a:lnTo>
                <a:lnTo>
                  <a:pt x="805" y="290"/>
                </a:lnTo>
                <a:lnTo>
                  <a:pt x="804" y="290"/>
                </a:lnTo>
                <a:lnTo>
                  <a:pt x="805" y="291"/>
                </a:lnTo>
                <a:lnTo>
                  <a:pt x="806" y="292"/>
                </a:lnTo>
                <a:lnTo>
                  <a:pt x="806" y="293"/>
                </a:lnTo>
                <a:lnTo>
                  <a:pt x="807" y="293"/>
                </a:lnTo>
                <a:lnTo>
                  <a:pt x="809" y="293"/>
                </a:lnTo>
                <a:lnTo>
                  <a:pt x="809" y="294"/>
                </a:lnTo>
                <a:lnTo>
                  <a:pt x="809" y="295"/>
                </a:lnTo>
                <a:lnTo>
                  <a:pt x="810" y="296"/>
                </a:lnTo>
                <a:lnTo>
                  <a:pt x="811" y="296"/>
                </a:lnTo>
                <a:lnTo>
                  <a:pt x="811" y="297"/>
                </a:lnTo>
                <a:lnTo>
                  <a:pt x="811" y="298"/>
                </a:lnTo>
                <a:lnTo>
                  <a:pt x="810" y="299"/>
                </a:lnTo>
                <a:lnTo>
                  <a:pt x="811" y="300"/>
                </a:lnTo>
                <a:lnTo>
                  <a:pt x="812" y="301"/>
                </a:lnTo>
                <a:lnTo>
                  <a:pt x="812" y="302"/>
                </a:lnTo>
                <a:lnTo>
                  <a:pt x="812" y="301"/>
                </a:lnTo>
                <a:lnTo>
                  <a:pt x="813" y="301"/>
                </a:lnTo>
                <a:lnTo>
                  <a:pt x="812" y="301"/>
                </a:lnTo>
                <a:lnTo>
                  <a:pt x="812" y="300"/>
                </a:lnTo>
                <a:lnTo>
                  <a:pt x="813" y="300"/>
                </a:lnTo>
                <a:lnTo>
                  <a:pt x="814" y="300"/>
                </a:lnTo>
                <a:lnTo>
                  <a:pt x="814" y="301"/>
                </a:lnTo>
                <a:lnTo>
                  <a:pt x="815" y="301"/>
                </a:lnTo>
                <a:lnTo>
                  <a:pt x="815" y="300"/>
                </a:lnTo>
                <a:lnTo>
                  <a:pt x="816" y="301"/>
                </a:lnTo>
                <a:lnTo>
                  <a:pt x="816" y="302"/>
                </a:lnTo>
                <a:lnTo>
                  <a:pt x="817" y="302"/>
                </a:lnTo>
                <a:lnTo>
                  <a:pt x="819" y="303"/>
                </a:lnTo>
                <a:lnTo>
                  <a:pt x="819" y="304"/>
                </a:lnTo>
                <a:lnTo>
                  <a:pt x="818" y="304"/>
                </a:lnTo>
                <a:lnTo>
                  <a:pt x="819" y="305"/>
                </a:lnTo>
                <a:lnTo>
                  <a:pt x="820" y="305"/>
                </a:lnTo>
                <a:lnTo>
                  <a:pt x="820" y="306"/>
                </a:lnTo>
                <a:lnTo>
                  <a:pt x="820" y="307"/>
                </a:lnTo>
                <a:lnTo>
                  <a:pt x="821" y="308"/>
                </a:lnTo>
                <a:lnTo>
                  <a:pt x="822" y="308"/>
                </a:lnTo>
                <a:lnTo>
                  <a:pt x="822" y="309"/>
                </a:lnTo>
                <a:lnTo>
                  <a:pt x="822" y="310"/>
                </a:lnTo>
                <a:lnTo>
                  <a:pt x="823" y="310"/>
                </a:lnTo>
                <a:lnTo>
                  <a:pt x="823" y="311"/>
                </a:lnTo>
                <a:lnTo>
                  <a:pt x="823" y="310"/>
                </a:lnTo>
                <a:lnTo>
                  <a:pt x="824" y="310"/>
                </a:lnTo>
                <a:lnTo>
                  <a:pt x="824" y="311"/>
                </a:lnTo>
                <a:lnTo>
                  <a:pt x="823" y="312"/>
                </a:lnTo>
                <a:lnTo>
                  <a:pt x="823" y="313"/>
                </a:lnTo>
                <a:lnTo>
                  <a:pt x="823" y="314"/>
                </a:lnTo>
                <a:lnTo>
                  <a:pt x="822" y="315"/>
                </a:lnTo>
                <a:lnTo>
                  <a:pt x="822" y="316"/>
                </a:lnTo>
                <a:lnTo>
                  <a:pt x="823" y="316"/>
                </a:lnTo>
                <a:lnTo>
                  <a:pt x="823" y="317"/>
                </a:lnTo>
                <a:lnTo>
                  <a:pt x="823" y="318"/>
                </a:lnTo>
                <a:lnTo>
                  <a:pt x="822" y="318"/>
                </a:lnTo>
                <a:lnTo>
                  <a:pt x="822" y="319"/>
                </a:lnTo>
                <a:lnTo>
                  <a:pt x="823" y="319"/>
                </a:lnTo>
                <a:lnTo>
                  <a:pt x="824" y="320"/>
                </a:lnTo>
                <a:lnTo>
                  <a:pt x="825" y="320"/>
                </a:lnTo>
                <a:lnTo>
                  <a:pt x="825" y="321"/>
                </a:lnTo>
                <a:lnTo>
                  <a:pt x="825" y="322"/>
                </a:lnTo>
                <a:lnTo>
                  <a:pt x="826" y="322"/>
                </a:lnTo>
                <a:lnTo>
                  <a:pt x="827" y="322"/>
                </a:lnTo>
                <a:lnTo>
                  <a:pt x="828" y="322"/>
                </a:lnTo>
                <a:lnTo>
                  <a:pt x="828" y="323"/>
                </a:lnTo>
                <a:lnTo>
                  <a:pt x="827" y="323"/>
                </a:lnTo>
                <a:lnTo>
                  <a:pt x="826" y="323"/>
                </a:lnTo>
                <a:lnTo>
                  <a:pt x="826" y="324"/>
                </a:lnTo>
                <a:lnTo>
                  <a:pt x="825" y="324"/>
                </a:lnTo>
                <a:lnTo>
                  <a:pt x="825" y="326"/>
                </a:lnTo>
                <a:lnTo>
                  <a:pt x="824" y="326"/>
                </a:lnTo>
                <a:lnTo>
                  <a:pt x="823" y="326"/>
                </a:lnTo>
                <a:lnTo>
                  <a:pt x="824" y="327"/>
                </a:lnTo>
                <a:lnTo>
                  <a:pt x="823" y="327"/>
                </a:lnTo>
                <a:lnTo>
                  <a:pt x="822" y="328"/>
                </a:lnTo>
                <a:lnTo>
                  <a:pt x="822" y="329"/>
                </a:lnTo>
                <a:lnTo>
                  <a:pt x="823" y="329"/>
                </a:lnTo>
                <a:lnTo>
                  <a:pt x="823" y="330"/>
                </a:lnTo>
                <a:lnTo>
                  <a:pt x="823" y="332"/>
                </a:lnTo>
                <a:lnTo>
                  <a:pt x="824" y="332"/>
                </a:lnTo>
                <a:lnTo>
                  <a:pt x="825" y="332"/>
                </a:lnTo>
                <a:lnTo>
                  <a:pt x="825" y="333"/>
                </a:lnTo>
                <a:lnTo>
                  <a:pt x="826" y="333"/>
                </a:lnTo>
                <a:lnTo>
                  <a:pt x="826" y="334"/>
                </a:lnTo>
                <a:lnTo>
                  <a:pt x="827" y="335"/>
                </a:lnTo>
                <a:lnTo>
                  <a:pt x="826" y="335"/>
                </a:lnTo>
                <a:lnTo>
                  <a:pt x="826" y="336"/>
                </a:lnTo>
                <a:lnTo>
                  <a:pt x="826" y="337"/>
                </a:lnTo>
                <a:lnTo>
                  <a:pt x="825" y="337"/>
                </a:lnTo>
                <a:lnTo>
                  <a:pt x="825" y="338"/>
                </a:lnTo>
                <a:lnTo>
                  <a:pt x="826" y="338"/>
                </a:lnTo>
                <a:lnTo>
                  <a:pt x="827" y="338"/>
                </a:lnTo>
                <a:lnTo>
                  <a:pt x="828" y="338"/>
                </a:lnTo>
                <a:lnTo>
                  <a:pt x="829" y="338"/>
                </a:lnTo>
                <a:lnTo>
                  <a:pt x="829" y="337"/>
                </a:lnTo>
                <a:lnTo>
                  <a:pt x="829" y="338"/>
                </a:lnTo>
                <a:lnTo>
                  <a:pt x="830" y="337"/>
                </a:lnTo>
                <a:lnTo>
                  <a:pt x="831" y="337"/>
                </a:lnTo>
                <a:lnTo>
                  <a:pt x="831" y="338"/>
                </a:lnTo>
                <a:lnTo>
                  <a:pt x="832" y="338"/>
                </a:lnTo>
                <a:lnTo>
                  <a:pt x="833" y="338"/>
                </a:lnTo>
                <a:lnTo>
                  <a:pt x="834" y="339"/>
                </a:lnTo>
                <a:lnTo>
                  <a:pt x="835" y="339"/>
                </a:lnTo>
                <a:lnTo>
                  <a:pt x="835" y="340"/>
                </a:lnTo>
                <a:lnTo>
                  <a:pt x="834" y="341"/>
                </a:lnTo>
                <a:lnTo>
                  <a:pt x="835" y="341"/>
                </a:lnTo>
                <a:lnTo>
                  <a:pt x="835" y="342"/>
                </a:lnTo>
                <a:lnTo>
                  <a:pt x="835" y="343"/>
                </a:lnTo>
                <a:lnTo>
                  <a:pt x="836" y="343"/>
                </a:lnTo>
                <a:lnTo>
                  <a:pt x="837" y="343"/>
                </a:lnTo>
                <a:lnTo>
                  <a:pt x="838" y="343"/>
                </a:lnTo>
                <a:lnTo>
                  <a:pt x="838" y="344"/>
                </a:lnTo>
                <a:lnTo>
                  <a:pt x="839" y="344"/>
                </a:lnTo>
                <a:lnTo>
                  <a:pt x="839" y="345"/>
                </a:lnTo>
                <a:lnTo>
                  <a:pt x="838" y="345"/>
                </a:lnTo>
                <a:lnTo>
                  <a:pt x="839" y="345"/>
                </a:lnTo>
                <a:lnTo>
                  <a:pt x="840" y="345"/>
                </a:lnTo>
                <a:lnTo>
                  <a:pt x="840" y="346"/>
                </a:lnTo>
                <a:lnTo>
                  <a:pt x="841" y="346"/>
                </a:lnTo>
                <a:lnTo>
                  <a:pt x="841" y="347"/>
                </a:lnTo>
                <a:lnTo>
                  <a:pt x="842" y="346"/>
                </a:lnTo>
                <a:lnTo>
                  <a:pt x="842" y="347"/>
                </a:lnTo>
                <a:lnTo>
                  <a:pt x="843" y="347"/>
                </a:lnTo>
                <a:lnTo>
                  <a:pt x="843" y="348"/>
                </a:lnTo>
                <a:lnTo>
                  <a:pt x="844" y="348"/>
                </a:lnTo>
                <a:lnTo>
                  <a:pt x="845" y="349"/>
                </a:lnTo>
                <a:lnTo>
                  <a:pt x="844" y="349"/>
                </a:lnTo>
                <a:lnTo>
                  <a:pt x="844" y="350"/>
                </a:lnTo>
                <a:lnTo>
                  <a:pt x="845" y="350"/>
                </a:lnTo>
                <a:lnTo>
                  <a:pt x="844" y="351"/>
                </a:lnTo>
                <a:lnTo>
                  <a:pt x="844" y="352"/>
                </a:lnTo>
                <a:lnTo>
                  <a:pt x="844" y="353"/>
                </a:lnTo>
                <a:lnTo>
                  <a:pt x="844" y="354"/>
                </a:lnTo>
                <a:lnTo>
                  <a:pt x="845" y="354"/>
                </a:lnTo>
                <a:lnTo>
                  <a:pt x="845" y="355"/>
                </a:lnTo>
                <a:lnTo>
                  <a:pt x="845" y="356"/>
                </a:lnTo>
                <a:lnTo>
                  <a:pt x="845" y="357"/>
                </a:lnTo>
                <a:lnTo>
                  <a:pt x="846" y="357"/>
                </a:lnTo>
                <a:lnTo>
                  <a:pt x="846" y="358"/>
                </a:lnTo>
                <a:lnTo>
                  <a:pt x="847" y="358"/>
                </a:lnTo>
                <a:lnTo>
                  <a:pt x="848" y="359"/>
                </a:lnTo>
                <a:lnTo>
                  <a:pt x="848" y="360"/>
                </a:lnTo>
                <a:lnTo>
                  <a:pt x="848" y="361"/>
                </a:lnTo>
                <a:lnTo>
                  <a:pt x="849" y="361"/>
                </a:lnTo>
                <a:lnTo>
                  <a:pt x="849" y="362"/>
                </a:lnTo>
                <a:lnTo>
                  <a:pt x="848" y="362"/>
                </a:lnTo>
                <a:lnTo>
                  <a:pt x="848" y="363"/>
                </a:lnTo>
                <a:lnTo>
                  <a:pt x="848" y="364"/>
                </a:lnTo>
                <a:lnTo>
                  <a:pt x="848" y="365"/>
                </a:lnTo>
                <a:lnTo>
                  <a:pt x="849" y="365"/>
                </a:lnTo>
                <a:lnTo>
                  <a:pt x="848" y="366"/>
                </a:lnTo>
                <a:lnTo>
                  <a:pt x="848" y="367"/>
                </a:lnTo>
                <a:lnTo>
                  <a:pt x="848" y="368"/>
                </a:lnTo>
                <a:lnTo>
                  <a:pt x="849" y="368"/>
                </a:lnTo>
                <a:lnTo>
                  <a:pt x="849" y="369"/>
                </a:lnTo>
                <a:lnTo>
                  <a:pt x="849" y="370"/>
                </a:lnTo>
                <a:lnTo>
                  <a:pt x="850" y="370"/>
                </a:lnTo>
                <a:lnTo>
                  <a:pt x="850" y="371"/>
                </a:lnTo>
                <a:lnTo>
                  <a:pt x="850" y="372"/>
                </a:lnTo>
                <a:lnTo>
                  <a:pt x="849" y="372"/>
                </a:lnTo>
                <a:lnTo>
                  <a:pt x="849" y="373"/>
                </a:lnTo>
                <a:lnTo>
                  <a:pt x="849" y="374"/>
                </a:lnTo>
                <a:lnTo>
                  <a:pt x="849" y="375"/>
                </a:lnTo>
                <a:lnTo>
                  <a:pt x="849" y="376"/>
                </a:lnTo>
                <a:lnTo>
                  <a:pt x="849" y="377"/>
                </a:lnTo>
                <a:lnTo>
                  <a:pt x="849" y="378"/>
                </a:lnTo>
                <a:lnTo>
                  <a:pt x="849" y="379"/>
                </a:lnTo>
                <a:lnTo>
                  <a:pt x="849" y="380"/>
                </a:lnTo>
                <a:lnTo>
                  <a:pt x="850" y="381"/>
                </a:lnTo>
                <a:lnTo>
                  <a:pt x="856" y="388"/>
                </a:lnTo>
                <a:lnTo>
                  <a:pt x="856" y="389"/>
                </a:lnTo>
                <a:lnTo>
                  <a:pt x="856" y="390"/>
                </a:lnTo>
                <a:lnTo>
                  <a:pt x="857" y="390"/>
                </a:lnTo>
                <a:lnTo>
                  <a:pt x="857" y="391"/>
                </a:lnTo>
                <a:lnTo>
                  <a:pt x="857" y="392"/>
                </a:lnTo>
                <a:lnTo>
                  <a:pt x="856" y="393"/>
                </a:lnTo>
                <a:lnTo>
                  <a:pt x="857" y="393"/>
                </a:lnTo>
                <a:lnTo>
                  <a:pt x="857" y="394"/>
                </a:lnTo>
                <a:lnTo>
                  <a:pt x="858" y="396"/>
                </a:lnTo>
                <a:lnTo>
                  <a:pt x="858" y="397"/>
                </a:lnTo>
                <a:lnTo>
                  <a:pt x="857" y="398"/>
                </a:lnTo>
                <a:lnTo>
                  <a:pt x="856" y="398"/>
                </a:lnTo>
                <a:lnTo>
                  <a:pt x="856" y="399"/>
                </a:lnTo>
                <a:lnTo>
                  <a:pt x="855" y="399"/>
                </a:lnTo>
                <a:lnTo>
                  <a:pt x="854" y="400"/>
                </a:lnTo>
                <a:lnTo>
                  <a:pt x="853" y="401"/>
                </a:lnTo>
                <a:lnTo>
                  <a:pt x="853" y="402"/>
                </a:lnTo>
                <a:lnTo>
                  <a:pt x="852" y="402"/>
                </a:lnTo>
                <a:lnTo>
                  <a:pt x="851" y="403"/>
                </a:lnTo>
                <a:lnTo>
                  <a:pt x="851" y="404"/>
                </a:lnTo>
                <a:lnTo>
                  <a:pt x="851" y="405"/>
                </a:lnTo>
                <a:lnTo>
                  <a:pt x="850" y="405"/>
                </a:lnTo>
                <a:lnTo>
                  <a:pt x="850" y="406"/>
                </a:lnTo>
                <a:lnTo>
                  <a:pt x="849" y="406"/>
                </a:lnTo>
                <a:lnTo>
                  <a:pt x="849" y="407"/>
                </a:lnTo>
                <a:lnTo>
                  <a:pt x="848" y="407"/>
                </a:lnTo>
                <a:lnTo>
                  <a:pt x="848" y="408"/>
                </a:lnTo>
                <a:lnTo>
                  <a:pt x="847" y="408"/>
                </a:lnTo>
                <a:lnTo>
                  <a:pt x="846" y="409"/>
                </a:lnTo>
                <a:lnTo>
                  <a:pt x="845" y="410"/>
                </a:lnTo>
                <a:lnTo>
                  <a:pt x="844" y="410"/>
                </a:lnTo>
                <a:lnTo>
                  <a:pt x="841" y="412"/>
                </a:lnTo>
                <a:lnTo>
                  <a:pt x="840" y="412"/>
                </a:lnTo>
                <a:lnTo>
                  <a:pt x="839" y="412"/>
                </a:lnTo>
                <a:lnTo>
                  <a:pt x="837" y="413"/>
                </a:lnTo>
                <a:lnTo>
                  <a:pt x="836" y="413"/>
                </a:lnTo>
                <a:lnTo>
                  <a:pt x="834" y="413"/>
                </a:lnTo>
                <a:lnTo>
                  <a:pt x="832" y="412"/>
                </a:lnTo>
                <a:lnTo>
                  <a:pt x="831" y="412"/>
                </a:lnTo>
                <a:lnTo>
                  <a:pt x="827" y="411"/>
                </a:lnTo>
                <a:lnTo>
                  <a:pt x="825" y="410"/>
                </a:lnTo>
                <a:lnTo>
                  <a:pt x="822" y="409"/>
                </a:lnTo>
                <a:lnTo>
                  <a:pt x="822" y="408"/>
                </a:lnTo>
                <a:lnTo>
                  <a:pt x="821" y="408"/>
                </a:lnTo>
                <a:lnTo>
                  <a:pt x="819" y="407"/>
                </a:lnTo>
                <a:lnTo>
                  <a:pt x="818" y="406"/>
                </a:lnTo>
                <a:lnTo>
                  <a:pt x="817" y="405"/>
                </a:lnTo>
                <a:lnTo>
                  <a:pt x="816" y="405"/>
                </a:lnTo>
                <a:lnTo>
                  <a:pt x="815" y="404"/>
                </a:lnTo>
                <a:lnTo>
                  <a:pt x="814" y="404"/>
                </a:lnTo>
                <a:lnTo>
                  <a:pt x="813" y="402"/>
                </a:lnTo>
                <a:lnTo>
                  <a:pt x="811" y="401"/>
                </a:lnTo>
                <a:lnTo>
                  <a:pt x="810" y="400"/>
                </a:lnTo>
                <a:lnTo>
                  <a:pt x="808" y="400"/>
                </a:lnTo>
                <a:lnTo>
                  <a:pt x="807" y="400"/>
                </a:lnTo>
                <a:lnTo>
                  <a:pt x="806" y="400"/>
                </a:lnTo>
                <a:lnTo>
                  <a:pt x="805" y="401"/>
                </a:lnTo>
                <a:lnTo>
                  <a:pt x="804" y="401"/>
                </a:lnTo>
                <a:lnTo>
                  <a:pt x="802" y="402"/>
                </a:lnTo>
                <a:lnTo>
                  <a:pt x="800" y="402"/>
                </a:lnTo>
                <a:lnTo>
                  <a:pt x="797" y="402"/>
                </a:lnTo>
                <a:lnTo>
                  <a:pt x="796" y="403"/>
                </a:lnTo>
                <a:lnTo>
                  <a:pt x="793" y="403"/>
                </a:lnTo>
                <a:lnTo>
                  <a:pt x="790" y="403"/>
                </a:lnTo>
                <a:lnTo>
                  <a:pt x="789" y="403"/>
                </a:lnTo>
                <a:lnTo>
                  <a:pt x="788" y="404"/>
                </a:lnTo>
                <a:lnTo>
                  <a:pt x="788" y="405"/>
                </a:lnTo>
                <a:lnTo>
                  <a:pt x="787" y="406"/>
                </a:lnTo>
                <a:lnTo>
                  <a:pt x="786" y="406"/>
                </a:lnTo>
                <a:lnTo>
                  <a:pt x="786" y="407"/>
                </a:lnTo>
                <a:lnTo>
                  <a:pt x="785" y="407"/>
                </a:lnTo>
                <a:lnTo>
                  <a:pt x="785" y="408"/>
                </a:lnTo>
                <a:lnTo>
                  <a:pt x="785" y="409"/>
                </a:lnTo>
                <a:lnTo>
                  <a:pt x="786" y="409"/>
                </a:lnTo>
                <a:lnTo>
                  <a:pt x="786" y="410"/>
                </a:lnTo>
                <a:lnTo>
                  <a:pt x="785" y="410"/>
                </a:lnTo>
                <a:lnTo>
                  <a:pt x="785" y="411"/>
                </a:lnTo>
                <a:lnTo>
                  <a:pt x="786" y="411"/>
                </a:lnTo>
                <a:lnTo>
                  <a:pt x="785" y="412"/>
                </a:lnTo>
                <a:lnTo>
                  <a:pt x="784" y="412"/>
                </a:lnTo>
                <a:lnTo>
                  <a:pt x="785" y="413"/>
                </a:lnTo>
                <a:lnTo>
                  <a:pt x="785" y="414"/>
                </a:lnTo>
                <a:lnTo>
                  <a:pt x="786" y="414"/>
                </a:lnTo>
                <a:lnTo>
                  <a:pt x="786" y="416"/>
                </a:lnTo>
                <a:lnTo>
                  <a:pt x="786" y="417"/>
                </a:lnTo>
                <a:lnTo>
                  <a:pt x="785" y="417"/>
                </a:lnTo>
                <a:lnTo>
                  <a:pt x="784" y="417"/>
                </a:lnTo>
                <a:lnTo>
                  <a:pt x="784" y="418"/>
                </a:lnTo>
                <a:lnTo>
                  <a:pt x="784" y="419"/>
                </a:lnTo>
                <a:lnTo>
                  <a:pt x="783" y="418"/>
                </a:lnTo>
                <a:lnTo>
                  <a:pt x="783" y="419"/>
                </a:lnTo>
                <a:lnTo>
                  <a:pt x="783" y="420"/>
                </a:lnTo>
                <a:lnTo>
                  <a:pt x="782" y="420"/>
                </a:lnTo>
                <a:lnTo>
                  <a:pt x="781" y="420"/>
                </a:lnTo>
                <a:lnTo>
                  <a:pt x="781" y="421"/>
                </a:lnTo>
                <a:lnTo>
                  <a:pt x="781" y="422"/>
                </a:lnTo>
                <a:lnTo>
                  <a:pt x="780" y="422"/>
                </a:lnTo>
                <a:lnTo>
                  <a:pt x="780" y="423"/>
                </a:lnTo>
                <a:lnTo>
                  <a:pt x="781" y="424"/>
                </a:lnTo>
                <a:lnTo>
                  <a:pt x="780" y="425"/>
                </a:lnTo>
                <a:lnTo>
                  <a:pt x="779" y="425"/>
                </a:lnTo>
                <a:lnTo>
                  <a:pt x="778" y="425"/>
                </a:lnTo>
                <a:lnTo>
                  <a:pt x="777" y="426"/>
                </a:lnTo>
                <a:lnTo>
                  <a:pt x="776" y="427"/>
                </a:lnTo>
                <a:lnTo>
                  <a:pt x="776" y="428"/>
                </a:lnTo>
                <a:lnTo>
                  <a:pt x="775" y="428"/>
                </a:lnTo>
                <a:lnTo>
                  <a:pt x="775" y="429"/>
                </a:lnTo>
                <a:lnTo>
                  <a:pt x="774" y="429"/>
                </a:lnTo>
                <a:lnTo>
                  <a:pt x="773" y="429"/>
                </a:lnTo>
                <a:lnTo>
                  <a:pt x="772" y="429"/>
                </a:lnTo>
                <a:lnTo>
                  <a:pt x="772" y="430"/>
                </a:lnTo>
                <a:lnTo>
                  <a:pt x="771" y="430"/>
                </a:lnTo>
                <a:lnTo>
                  <a:pt x="771" y="431"/>
                </a:lnTo>
                <a:lnTo>
                  <a:pt x="770" y="431"/>
                </a:lnTo>
                <a:lnTo>
                  <a:pt x="769" y="431"/>
                </a:lnTo>
                <a:lnTo>
                  <a:pt x="769" y="432"/>
                </a:lnTo>
                <a:lnTo>
                  <a:pt x="768" y="432"/>
                </a:lnTo>
                <a:lnTo>
                  <a:pt x="768" y="433"/>
                </a:lnTo>
                <a:lnTo>
                  <a:pt x="767" y="433"/>
                </a:lnTo>
                <a:lnTo>
                  <a:pt x="767" y="434"/>
                </a:lnTo>
                <a:lnTo>
                  <a:pt x="766" y="433"/>
                </a:lnTo>
                <a:lnTo>
                  <a:pt x="765" y="434"/>
                </a:lnTo>
                <a:lnTo>
                  <a:pt x="765" y="433"/>
                </a:lnTo>
                <a:lnTo>
                  <a:pt x="764" y="432"/>
                </a:lnTo>
                <a:lnTo>
                  <a:pt x="764" y="431"/>
                </a:lnTo>
                <a:lnTo>
                  <a:pt x="765" y="430"/>
                </a:lnTo>
                <a:lnTo>
                  <a:pt x="765" y="429"/>
                </a:lnTo>
                <a:lnTo>
                  <a:pt x="764" y="429"/>
                </a:lnTo>
                <a:lnTo>
                  <a:pt x="763" y="429"/>
                </a:lnTo>
                <a:lnTo>
                  <a:pt x="762" y="429"/>
                </a:lnTo>
                <a:lnTo>
                  <a:pt x="762" y="430"/>
                </a:lnTo>
                <a:lnTo>
                  <a:pt x="761" y="430"/>
                </a:lnTo>
                <a:lnTo>
                  <a:pt x="759" y="430"/>
                </a:lnTo>
                <a:lnTo>
                  <a:pt x="758" y="430"/>
                </a:lnTo>
                <a:lnTo>
                  <a:pt x="757" y="430"/>
                </a:lnTo>
                <a:lnTo>
                  <a:pt x="755" y="430"/>
                </a:lnTo>
                <a:lnTo>
                  <a:pt x="754" y="430"/>
                </a:lnTo>
                <a:lnTo>
                  <a:pt x="753" y="431"/>
                </a:lnTo>
                <a:lnTo>
                  <a:pt x="752" y="430"/>
                </a:lnTo>
                <a:lnTo>
                  <a:pt x="751" y="430"/>
                </a:lnTo>
                <a:lnTo>
                  <a:pt x="750" y="429"/>
                </a:lnTo>
                <a:lnTo>
                  <a:pt x="750" y="428"/>
                </a:lnTo>
                <a:lnTo>
                  <a:pt x="749" y="428"/>
                </a:lnTo>
                <a:lnTo>
                  <a:pt x="748" y="428"/>
                </a:lnTo>
                <a:lnTo>
                  <a:pt x="747" y="428"/>
                </a:lnTo>
                <a:lnTo>
                  <a:pt x="747" y="429"/>
                </a:lnTo>
                <a:lnTo>
                  <a:pt x="747" y="430"/>
                </a:lnTo>
                <a:lnTo>
                  <a:pt x="747" y="431"/>
                </a:lnTo>
                <a:lnTo>
                  <a:pt x="748" y="431"/>
                </a:lnTo>
                <a:lnTo>
                  <a:pt x="749" y="431"/>
                </a:lnTo>
                <a:lnTo>
                  <a:pt x="749" y="432"/>
                </a:lnTo>
                <a:lnTo>
                  <a:pt x="750" y="432"/>
                </a:lnTo>
                <a:lnTo>
                  <a:pt x="750" y="431"/>
                </a:lnTo>
                <a:lnTo>
                  <a:pt x="751" y="431"/>
                </a:lnTo>
                <a:lnTo>
                  <a:pt x="751" y="432"/>
                </a:lnTo>
                <a:lnTo>
                  <a:pt x="751" y="433"/>
                </a:lnTo>
                <a:lnTo>
                  <a:pt x="750" y="433"/>
                </a:lnTo>
                <a:lnTo>
                  <a:pt x="750" y="434"/>
                </a:lnTo>
                <a:lnTo>
                  <a:pt x="750" y="435"/>
                </a:lnTo>
                <a:lnTo>
                  <a:pt x="750" y="436"/>
                </a:lnTo>
                <a:lnTo>
                  <a:pt x="750" y="437"/>
                </a:lnTo>
                <a:lnTo>
                  <a:pt x="750" y="438"/>
                </a:lnTo>
                <a:lnTo>
                  <a:pt x="749" y="438"/>
                </a:lnTo>
                <a:lnTo>
                  <a:pt x="749" y="439"/>
                </a:lnTo>
                <a:lnTo>
                  <a:pt x="750" y="439"/>
                </a:lnTo>
                <a:lnTo>
                  <a:pt x="751" y="439"/>
                </a:lnTo>
                <a:lnTo>
                  <a:pt x="751" y="438"/>
                </a:lnTo>
                <a:lnTo>
                  <a:pt x="753" y="438"/>
                </a:lnTo>
                <a:lnTo>
                  <a:pt x="753" y="437"/>
                </a:lnTo>
                <a:lnTo>
                  <a:pt x="754" y="437"/>
                </a:lnTo>
                <a:lnTo>
                  <a:pt x="755" y="438"/>
                </a:lnTo>
                <a:lnTo>
                  <a:pt x="755" y="439"/>
                </a:lnTo>
                <a:lnTo>
                  <a:pt x="754" y="439"/>
                </a:lnTo>
                <a:lnTo>
                  <a:pt x="753" y="441"/>
                </a:lnTo>
                <a:lnTo>
                  <a:pt x="753" y="442"/>
                </a:lnTo>
                <a:lnTo>
                  <a:pt x="754" y="443"/>
                </a:lnTo>
                <a:lnTo>
                  <a:pt x="754" y="444"/>
                </a:lnTo>
                <a:lnTo>
                  <a:pt x="753" y="444"/>
                </a:lnTo>
                <a:lnTo>
                  <a:pt x="754" y="445"/>
                </a:lnTo>
                <a:lnTo>
                  <a:pt x="753" y="445"/>
                </a:lnTo>
                <a:lnTo>
                  <a:pt x="753" y="446"/>
                </a:lnTo>
                <a:lnTo>
                  <a:pt x="754" y="446"/>
                </a:lnTo>
                <a:lnTo>
                  <a:pt x="753" y="447"/>
                </a:lnTo>
                <a:lnTo>
                  <a:pt x="753" y="448"/>
                </a:lnTo>
                <a:lnTo>
                  <a:pt x="754" y="448"/>
                </a:lnTo>
                <a:lnTo>
                  <a:pt x="754" y="449"/>
                </a:lnTo>
                <a:lnTo>
                  <a:pt x="754" y="450"/>
                </a:lnTo>
                <a:lnTo>
                  <a:pt x="755" y="451"/>
                </a:lnTo>
                <a:lnTo>
                  <a:pt x="754" y="451"/>
                </a:lnTo>
                <a:lnTo>
                  <a:pt x="753" y="451"/>
                </a:lnTo>
                <a:lnTo>
                  <a:pt x="752" y="450"/>
                </a:lnTo>
                <a:lnTo>
                  <a:pt x="751" y="451"/>
                </a:lnTo>
                <a:lnTo>
                  <a:pt x="749" y="450"/>
                </a:lnTo>
                <a:lnTo>
                  <a:pt x="748" y="450"/>
                </a:lnTo>
                <a:lnTo>
                  <a:pt x="747" y="450"/>
                </a:lnTo>
                <a:lnTo>
                  <a:pt x="746" y="450"/>
                </a:lnTo>
                <a:lnTo>
                  <a:pt x="746" y="449"/>
                </a:lnTo>
                <a:lnTo>
                  <a:pt x="747" y="448"/>
                </a:lnTo>
                <a:lnTo>
                  <a:pt x="747" y="447"/>
                </a:lnTo>
                <a:lnTo>
                  <a:pt x="747" y="446"/>
                </a:lnTo>
                <a:lnTo>
                  <a:pt x="747" y="445"/>
                </a:lnTo>
                <a:lnTo>
                  <a:pt x="746" y="445"/>
                </a:lnTo>
                <a:lnTo>
                  <a:pt x="745" y="445"/>
                </a:lnTo>
                <a:lnTo>
                  <a:pt x="744" y="445"/>
                </a:lnTo>
                <a:lnTo>
                  <a:pt x="743" y="446"/>
                </a:lnTo>
                <a:lnTo>
                  <a:pt x="742" y="446"/>
                </a:lnTo>
                <a:lnTo>
                  <a:pt x="741" y="447"/>
                </a:lnTo>
                <a:lnTo>
                  <a:pt x="740" y="447"/>
                </a:lnTo>
                <a:lnTo>
                  <a:pt x="739" y="446"/>
                </a:lnTo>
                <a:lnTo>
                  <a:pt x="738" y="446"/>
                </a:lnTo>
                <a:lnTo>
                  <a:pt x="738" y="445"/>
                </a:lnTo>
                <a:lnTo>
                  <a:pt x="737" y="445"/>
                </a:lnTo>
                <a:lnTo>
                  <a:pt x="736" y="444"/>
                </a:lnTo>
                <a:lnTo>
                  <a:pt x="736" y="445"/>
                </a:lnTo>
                <a:lnTo>
                  <a:pt x="735" y="445"/>
                </a:lnTo>
                <a:lnTo>
                  <a:pt x="735" y="446"/>
                </a:lnTo>
                <a:lnTo>
                  <a:pt x="734" y="446"/>
                </a:lnTo>
                <a:lnTo>
                  <a:pt x="734" y="445"/>
                </a:lnTo>
                <a:lnTo>
                  <a:pt x="734" y="446"/>
                </a:lnTo>
                <a:lnTo>
                  <a:pt x="733" y="446"/>
                </a:lnTo>
                <a:lnTo>
                  <a:pt x="733" y="447"/>
                </a:lnTo>
                <a:lnTo>
                  <a:pt x="732" y="447"/>
                </a:lnTo>
                <a:lnTo>
                  <a:pt x="731" y="448"/>
                </a:lnTo>
                <a:lnTo>
                  <a:pt x="731" y="449"/>
                </a:lnTo>
                <a:lnTo>
                  <a:pt x="731" y="450"/>
                </a:lnTo>
                <a:lnTo>
                  <a:pt x="731" y="451"/>
                </a:lnTo>
                <a:lnTo>
                  <a:pt x="732" y="451"/>
                </a:lnTo>
                <a:lnTo>
                  <a:pt x="733" y="450"/>
                </a:lnTo>
                <a:lnTo>
                  <a:pt x="733" y="451"/>
                </a:lnTo>
                <a:lnTo>
                  <a:pt x="734" y="451"/>
                </a:lnTo>
                <a:lnTo>
                  <a:pt x="734" y="452"/>
                </a:lnTo>
                <a:lnTo>
                  <a:pt x="733" y="452"/>
                </a:lnTo>
                <a:lnTo>
                  <a:pt x="733" y="453"/>
                </a:lnTo>
                <a:lnTo>
                  <a:pt x="732" y="454"/>
                </a:lnTo>
                <a:lnTo>
                  <a:pt x="731" y="455"/>
                </a:lnTo>
                <a:lnTo>
                  <a:pt x="730" y="455"/>
                </a:lnTo>
                <a:lnTo>
                  <a:pt x="730" y="454"/>
                </a:lnTo>
                <a:lnTo>
                  <a:pt x="729" y="454"/>
                </a:lnTo>
                <a:lnTo>
                  <a:pt x="729" y="453"/>
                </a:lnTo>
                <a:lnTo>
                  <a:pt x="729" y="452"/>
                </a:lnTo>
                <a:lnTo>
                  <a:pt x="729" y="451"/>
                </a:lnTo>
                <a:lnTo>
                  <a:pt x="728" y="451"/>
                </a:lnTo>
                <a:lnTo>
                  <a:pt x="728" y="452"/>
                </a:lnTo>
                <a:lnTo>
                  <a:pt x="728" y="453"/>
                </a:lnTo>
                <a:lnTo>
                  <a:pt x="727" y="453"/>
                </a:lnTo>
                <a:lnTo>
                  <a:pt x="726" y="454"/>
                </a:lnTo>
                <a:lnTo>
                  <a:pt x="726" y="452"/>
                </a:lnTo>
                <a:lnTo>
                  <a:pt x="727" y="452"/>
                </a:lnTo>
                <a:lnTo>
                  <a:pt x="726" y="452"/>
                </a:lnTo>
                <a:lnTo>
                  <a:pt x="726" y="451"/>
                </a:lnTo>
                <a:lnTo>
                  <a:pt x="725" y="451"/>
                </a:lnTo>
                <a:lnTo>
                  <a:pt x="725" y="452"/>
                </a:lnTo>
                <a:lnTo>
                  <a:pt x="725" y="453"/>
                </a:lnTo>
                <a:lnTo>
                  <a:pt x="725" y="454"/>
                </a:lnTo>
                <a:lnTo>
                  <a:pt x="725" y="455"/>
                </a:lnTo>
                <a:lnTo>
                  <a:pt x="724" y="455"/>
                </a:lnTo>
                <a:lnTo>
                  <a:pt x="724" y="456"/>
                </a:lnTo>
                <a:lnTo>
                  <a:pt x="723" y="456"/>
                </a:lnTo>
                <a:lnTo>
                  <a:pt x="723" y="457"/>
                </a:lnTo>
                <a:lnTo>
                  <a:pt x="722" y="458"/>
                </a:lnTo>
                <a:lnTo>
                  <a:pt x="722" y="459"/>
                </a:lnTo>
                <a:lnTo>
                  <a:pt x="723" y="459"/>
                </a:lnTo>
                <a:lnTo>
                  <a:pt x="724" y="459"/>
                </a:lnTo>
                <a:lnTo>
                  <a:pt x="724" y="460"/>
                </a:lnTo>
                <a:lnTo>
                  <a:pt x="725" y="461"/>
                </a:lnTo>
                <a:lnTo>
                  <a:pt x="725" y="462"/>
                </a:lnTo>
                <a:lnTo>
                  <a:pt x="725" y="463"/>
                </a:lnTo>
                <a:lnTo>
                  <a:pt x="726" y="463"/>
                </a:lnTo>
                <a:lnTo>
                  <a:pt x="727" y="462"/>
                </a:lnTo>
                <a:lnTo>
                  <a:pt x="727" y="461"/>
                </a:lnTo>
                <a:lnTo>
                  <a:pt x="728" y="461"/>
                </a:lnTo>
                <a:lnTo>
                  <a:pt x="728" y="460"/>
                </a:lnTo>
                <a:lnTo>
                  <a:pt x="729" y="460"/>
                </a:lnTo>
                <a:lnTo>
                  <a:pt x="729" y="459"/>
                </a:lnTo>
                <a:lnTo>
                  <a:pt x="728" y="459"/>
                </a:lnTo>
                <a:lnTo>
                  <a:pt x="727" y="459"/>
                </a:lnTo>
                <a:lnTo>
                  <a:pt x="727" y="458"/>
                </a:lnTo>
                <a:lnTo>
                  <a:pt x="728" y="457"/>
                </a:lnTo>
                <a:lnTo>
                  <a:pt x="728" y="456"/>
                </a:lnTo>
                <a:lnTo>
                  <a:pt x="729" y="456"/>
                </a:lnTo>
                <a:lnTo>
                  <a:pt x="730" y="456"/>
                </a:lnTo>
                <a:lnTo>
                  <a:pt x="731" y="456"/>
                </a:lnTo>
                <a:lnTo>
                  <a:pt x="730" y="457"/>
                </a:lnTo>
                <a:lnTo>
                  <a:pt x="730" y="458"/>
                </a:lnTo>
                <a:lnTo>
                  <a:pt x="732" y="458"/>
                </a:lnTo>
                <a:lnTo>
                  <a:pt x="731" y="459"/>
                </a:lnTo>
                <a:lnTo>
                  <a:pt x="731" y="460"/>
                </a:lnTo>
                <a:lnTo>
                  <a:pt x="730" y="461"/>
                </a:lnTo>
                <a:lnTo>
                  <a:pt x="730" y="462"/>
                </a:lnTo>
                <a:lnTo>
                  <a:pt x="730" y="463"/>
                </a:lnTo>
                <a:lnTo>
                  <a:pt x="730" y="464"/>
                </a:lnTo>
                <a:lnTo>
                  <a:pt x="730" y="465"/>
                </a:lnTo>
                <a:lnTo>
                  <a:pt x="729" y="465"/>
                </a:lnTo>
                <a:lnTo>
                  <a:pt x="728" y="464"/>
                </a:lnTo>
                <a:lnTo>
                  <a:pt x="728" y="465"/>
                </a:lnTo>
                <a:lnTo>
                  <a:pt x="728" y="466"/>
                </a:lnTo>
                <a:lnTo>
                  <a:pt x="727" y="466"/>
                </a:lnTo>
                <a:lnTo>
                  <a:pt x="728" y="466"/>
                </a:lnTo>
                <a:lnTo>
                  <a:pt x="727" y="467"/>
                </a:lnTo>
                <a:lnTo>
                  <a:pt x="727" y="468"/>
                </a:lnTo>
                <a:lnTo>
                  <a:pt x="726" y="468"/>
                </a:lnTo>
                <a:lnTo>
                  <a:pt x="726" y="469"/>
                </a:lnTo>
                <a:lnTo>
                  <a:pt x="725" y="469"/>
                </a:lnTo>
                <a:lnTo>
                  <a:pt x="725" y="468"/>
                </a:lnTo>
                <a:lnTo>
                  <a:pt x="724" y="467"/>
                </a:lnTo>
                <a:lnTo>
                  <a:pt x="723" y="467"/>
                </a:lnTo>
                <a:lnTo>
                  <a:pt x="722" y="468"/>
                </a:lnTo>
                <a:lnTo>
                  <a:pt x="720" y="469"/>
                </a:lnTo>
                <a:lnTo>
                  <a:pt x="719" y="469"/>
                </a:lnTo>
                <a:lnTo>
                  <a:pt x="717" y="471"/>
                </a:lnTo>
                <a:lnTo>
                  <a:pt x="716" y="471"/>
                </a:lnTo>
                <a:lnTo>
                  <a:pt x="715" y="471"/>
                </a:lnTo>
                <a:lnTo>
                  <a:pt x="714" y="471"/>
                </a:lnTo>
                <a:lnTo>
                  <a:pt x="714" y="472"/>
                </a:lnTo>
                <a:lnTo>
                  <a:pt x="713" y="472"/>
                </a:lnTo>
                <a:lnTo>
                  <a:pt x="713" y="473"/>
                </a:lnTo>
                <a:lnTo>
                  <a:pt x="712" y="474"/>
                </a:lnTo>
                <a:lnTo>
                  <a:pt x="711" y="474"/>
                </a:lnTo>
                <a:lnTo>
                  <a:pt x="710" y="474"/>
                </a:lnTo>
                <a:lnTo>
                  <a:pt x="710" y="473"/>
                </a:lnTo>
                <a:lnTo>
                  <a:pt x="710" y="472"/>
                </a:lnTo>
                <a:lnTo>
                  <a:pt x="710" y="471"/>
                </a:lnTo>
                <a:lnTo>
                  <a:pt x="709" y="470"/>
                </a:lnTo>
                <a:lnTo>
                  <a:pt x="707" y="470"/>
                </a:lnTo>
                <a:lnTo>
                  <a:pt x="706" y="470"/>
                </a:lnTo>
                <a:lnTo>
                  <a:pt x="706" y="471"/>
                </a:lnTo>
                <a:lnTo>
                  <a:pt x="705" y="471"/>
                </a:lnTo>
                <a:lnTo>
                  <a:pt x="703" y="472"/>
                </a:lnTo>
                <a:lnTo>
                  <a:pt x="703" y="471"/>
                </a:lnTo>
                <a:lnTo>
                  <a:pt x="702" y="471"/>
                </a:lnTo>
                <a:lnTo>
                  <a:pt x="701" y="471"/>
                </a:lnTo>
                <a:lnTo>
                  <a:pt x="700" y="472"/>
                </a:lnTo>
                <a:lnTo>
                  <a:pt x="699" y="473"/>
                </a:lnTo>
                <a:lnTo>
                  <a:pt x="698" y="473"/>
                </a:lnTo>
                <a:lnTo>
                  <a:pt x="697" y="473"/>
                </a:lnTo>
                <a:lnTo>
                  <a:pt x="696" y="473"/>
                </a:lnTo>
                <a:lnTo>
                  <a:pt x="696" y="474"/>
                </a:lnTo>
                <a:lnTo>
                  <a:pt x="696" y="475"/>
                </a:lnTo>
                <a:lnTo>
                  <a:pt x="695" y="475"/>
                </a:lnTo>
                <a:lnTo>
                  <a:pt x="695" y="476"/>
                </a:lnTo>
                <a:lnTo>
                  <a:pt x="694" y="476"/>
                </a:lnTo>
                <a:lnTo>
                  <a:pt x="694" y="477"/>
                </a:lnTo>
                <a:lnTo>
                  <a:pt x="693" y="477"/>
                </a:lnTo>
                <a:lnTo>
                  <a:pt x="692" y="478"/>
                </a:lnTo>
                <a:lnTo>
                  <a:pt x="691" y="478"/>
                </a:lnTo>
                <a:lnTo>
                  <a:pt x="690" y="478"/>
                </a:lnTo>
                <a:lnTo>
                  <a:pt x="690" y="479"/>
                </a:lnTo>
                <a:lnTo>
                  <a:pt x="689" y="480"/>
                </a:lnTo>
                <a:lnTo>
                  <a:pt x="688" y="480"/>
                </a:lnTo>
                <a:lnTo>
                  <a:pt x="687" y="480"/>
                </a:lnTo>
                <a:lnTo>
                  <a:pt x="687" y="481"/>
                </a:lnTo>
                <a:lnTo>
                  <a:pt x="686" y="482"/>
                </a:lnTo>
                <a:lnTo>
                  <a:pt x="684" y="482"/>
                </a:lnTo>
                <a:lnTo>
                  <a:pt x="684" y="481"/>
                </a:lnTo>
                <a:lnTo>
                  <a:pt x="683" y="481"/>
                </a:lnTo>
                <a:lnTo>
                  <a:pt x="682" y="481"/>
                </a:lnTo>
                <a:lnTo>
                  <a:pt x="681" y="482"/>
                </a:lnTo>
                <a:lnTo>
                  <a:pt x="680" y="482"/>
                </a:lnTo>
                <a:lnTo>
                  <a:pt x="679" y="482"/>
                </a:lnTo>
                <a:lnTo>
                  <a:pt x="679" y="481"/>
                </a:lnTo>
                <a:lnTo>
                  <a:pt x="679" y="480"/>
                </a:lnTo>
                <a:lnTo>
                  <a:pt x="678" y="481"/>
                </a:lnTo>
                <a:lnTo>
                  <a:pt x="678" y="480"/>
                </a:lnTo>
                <a:lnTo>
                  <a:pt x="677" y="480"/>
                </a:lnTo>
                <a:lnTo>
                  <a:pt x="678" y="480"/>
                </a:lnTo>
                <a:lnTo>
                  <a:pt x="678" y="479"/>
                </a:lnTo>
                <a:lnTo>
                  <a:pt x="677" y="479"/>
                </a:lnTo>
                <a:lnTo>
                  <a:pt x="677" y="480"/>
                </a:lnTo>
                <a:lnTo>
                  <a:pt x="676" y="480"/>
                </a:lnTo>
                <a:lnTo>
                  <a:pt x="676" y="481"/>
                </a:lnTo>
                <a:lnTo>
                  <a:pt x="675" y="481"/>
                </a:lnTo>
                <a:lnTo>
                  <a:pt x="674" y="481"/>
                </a:lnTo>
                <a:lnTo>
                  <a:pt x="673" y="481"/>
                </a:lnTo>
                <a:lnTo>
                  <a:pt x="672" y="481"/>
                </a:lnTo>
                <a:lnTo>
                  <a:pt x="671" y="482"/>
                </a:lnTo>
                <a:lnTo>
                  <a:pt x="670" y="483"/>
                </a:lnTo>
                <a:lnTo>
                  <a:pt x="669" y="483"/>
                </a:lnTo>
                <a:lnTo>
                  <a:pt x="668" y="483"/>
                </a:lnTo>
                <a:lnTo>
                  <a:pt x="668" y="484"/>
                </a:lnTo>
                <a:lnTo>
                  <a:pt x="667" y="484"/>
                </a:lnTo>
                <a:lnTo>
                  <a:pt x="667" y="483"/>
                </a:lnTo>
                <a:lnTo>
                  <a:pt x="666" y="483"/>
                </a:lnTo>
                <a:lnTo>
                  <a:pt x="666" y="482"/>
                </a:lnTo>
                <a:lnTo>
                  <a:pt x="665" y="482"/>
                </a:lnTo>
                <a:lnTo>
                  <a:pt x="665" y="481"/>
                </a:lnTo>
                <a:lnTo>
                  <a:pt x="664" y="479"/>
                </a:lnTo>
                <a:lnTo>
                  <a:pt x="663" y="479"/>
                </a:lnTo>
                <a:lnTo>
                  <a:pt x="662" y="478"/>
                </a:lnTo>
                <a:lnTo>
                  <a:pt x="661" y="479"/>
                </a:lnTo>
                <a:lnTo>
                  <a:pt x="660" y="479"/>
                </a:lnTo>
                <a:lnTo>
                  <a:pt x="659" y="480"/>
                </a:lnTo>
                <a:lnTo>
                  <a:pt x="658" y="481"/>
                </a:lnTo>
                <a:lnTo>
                  <a:pt x="657" y="482"/>
                </a:lnTo>
                <a:lnTo>
                  <a:pt x="657" y="483"/>
                </a:lnTo>
                <a:lnTo>
                  <a:pt x="657" y="484"/>
                </a:lnTo>
                <a:lnTo>
                  <a:pt x="657" y="485"/>
                </a:lnTo>
                <a:lnTo>
                  <a:pt x="657" y="486"/>
                </a:lnTo>
                <a:lnTo>
                  <a:pt x="657" y="487"/>
                </a:lnTo>
                <a:lnTo>
                  <a:pt x="658" y="487"/>
                </a:lnTo>
                <a:lnTo>
                  <a:pt x="658" y="488"/>
                </a:lnTo>
                <a:lnTo>
                  <a:pt x="658" y="489"/>
                </a:lnTo>
                <a:lnTo>
                  <a:pt x="657" y="489"/>
                </a:lnTo>
                <a:lnTo>
                  <a:pt x="657" y="490"/>
                </a:lnTo>
                <a:lnTo>
                  <a:pt x="658" y="491"/>
                </a:lnTo>
                <a:lnTo>
                  <a:pt x="657" y="491"/>
                </a:lnTo>
                <a:lnTo>
                  <a:pt x="657" y="492"/>
                </a:lnTo>
                <a:lnTo>
                  <a:pt x="657" y="493"/>
                </a:lnTo>
                <a:lnTo>
                  <a:pt x="658" y="494"/>
                </a:lnTo>
                <a:lnTo>
                  <a:pt x="658" y="495"/>
                </a:lnTo>
                <a:lnTo>
                  <a:pt x="657" y="496"/>
                </a:lnTo>
                <a:lnTo>
                  <a:pt x="656" y="496"/>
                </a:lnTo>
                <a:lnTo>
                  <a:pt x="655" y="496"/>
                </a:lnTo>
                <a:lnTo>
                  <a:pt x="654" y="496"/>
                </a:lnTo>
                <a:lnTo>
                  <a:pt x="654" y="497"/>
                </a:lnTo>
                <a:lnTo>
                  <a:pt x="653" y="497"/>
                </a:lnTo>
                <a:lnTo>
                  <a:pt x="652" y="498"/>
                </a:lnTo>
                <a:lnTo>
                  <a:pt x="651" y="498"/>
                </a:lnTo>
                <a:lnTo>
                  <a:pt x="650" y="499"/>
                </a:lnTo>
                <a:lnTo>
                  <a:pt x="649" y="499"/>
                </a:lnTo>
                <a:lnTo>
                  <a:pt x="648" y="499"/>
                </a:lnTo>
                <a:lnTo>
                  <a:pt x="647" y="499"/>
                </a:lnTo>
                <a:lnTo>
                  <a:pt x="646" y="499"/>
                </a:lnTo>
                <a:lnTo>
                  <a:pt x="646" y="500"/>
                </a:lnTo>
                <a:lnTo>
                  <a:pt x="645" y="500"/>
                </a:lnTo>
                <a:lnTo>
                  <a:pt x="644" y="499"/>
                </a:lnTo>
                <a:lnTo>
                  <a:pt x="644" y="500"/>
                </a:lnTo>
                <a:lnTo>
                  <a:pt x="643" y="500"/>
                </a:lnTo>
                <a:lnTo>
                  <a:pt x="642" y="500"/>
                </a:lnTo>
                <a:lnTo>
                  <a:pt x="641" y="500"/>
                </a:lnTo>
                <a:lnTo>
                  <a:pt x="640" y="500"/>
                </a:lnTo>
                <a:lnTo>
                  <a:pt x="639" y="501"/>
                </a:lnTo>
                <a:lnTo>
                  <a:pt x="638" y="501"/>
                </a:lnTo>
                <a:lnTo>
                  <a:pt x="638" y="502"/>
                </a:lnTo>
                <a:lnTo>
                  <a:pt x="637" y="503"/>
                </a:lnTo>
                <a:lnTo>
                  <a:pt x="637" y="504"/>
                </a:lnTo>
                <a:lnTo>
                  <a:pt x="637" y="505"/>
                </a:lnTo>
                <a:lnTo>
                  <a:pt x="636" y="506"/>
                </a:lnTo>
                <a:lnTo>
                  <a:pt x="635" y="506"/>
                </a:lnTo>
                <a:lnTo>
                  <a:pt x="635" y="507"/>
                </a:lnTo>
                <a:lnTo>
                  <a:pt x="633" y="509"/>
                </a:lnTo>
                <a:lnTo>
                  <a:pt x="633" y="510"/>
                </a:lnTo>
                <a:lnTo>
                  <a:pt x="632" y="510"/>
                </a:lnTo>
                <a:lnTo>
                  <a:pt x="631" y="511"/>
                </a:lnTo>
                <a:lnTo>
                  <a:pt x="631" y="512"/>
                </a:lnTo>
                <a:lnTo>
                  <a:pt x="630" y="512"/>
                </a:lnTo>
                <a:lnTo>
                  <a:pt x="629" y="512"/>
                </a:lnTo>
                <a:lnTo>
                  <a:pt x="629" y="513"/>
                </a:lnTo>
                <a:lnTo>
                  <a:pt x="629" y="514"/>
                </a:lnTo>
                <a:lnTo>
                  <a:pt x="629" y="515"/>
                </a:lnTo>
                <a:lnTo>
                  <a:pt x="628" y="515"/>
                </a:lnTo>
                <a:lnTo>
                  <a:pt x="628" y="516"/>
                </a:lnTo>
                <a:lnTo>
                  <a:pt x="627" y="516"/>
                </a:lnTo>
                <a:lnTo>
                  <a:pt x="626" y="516"/>
                </a:lnTo>
                <a:lnTo>
                  <a:pt x="626" y="517"/>
                </a:lnTo>
                <a:lnTo>
                  <a:pt x="626" y="518"/>
                </a:lnTo>
                <a:lnTo>
                  <a:pt x="626" y="519"/>
                </a:lnTo>
                <a:lnTo>
                  <a:pt x="626" y="520"/>
                </a:lnTo>
                <a:lnTo>
                  <a:pt x="626" y="521"/>
                </a:lnTo>
                <a:lnTo>
                  <a:pt x="626" y="522"/>
                </a:lnTo>
                <a:lnTo>
                  <a:pt x="626" y="523"/>
                </a:lnTo>
                <a:lnTo>
                  <a:pt x="625" y="523"/>
                </a:lnTo>
                <a:lnTo>
                  <a:pt x="624" y="523"/>
                </a:lnTo>
                <a:lnTo>
                  <a:pt x="624" y="524"/>
                </a:lnTo>
                <a:lnTo>
                  <a:pt x="623" y="524"/>
                </a:lnTo>
                <a:lnTo>
                  <a:pt x="623" y="525"/>
                </a:lnTo>
                <a:lnTo>
                  <a:pt x="622" y="525"/>
                </a:lnTo>
                <a:lnTo>
                  <a:pt x="622" y="526"/>
                </a:lnTo>
                <a:lnTo>
                  <a:pt x="621" y="526"/>
                </a:lnTo>
                <a:lnTo>
                  <a:pt x="621" y="525"/>
                </a:lnTo>
                <a:lnTo>
                  <a:pt x="621" y="526"/>
                </a:lnTo>
                <a:lnTo>
                  <a:pt x="620" y="526"/>
                </a:lnTo>
                <a:lnTo>
                  <a:pt x="620" y="525"/>
                </a:lnTo>
                <a:lnTo>
                  <a:pt x="619" y="525"/>
                </a:lnTo>
                <a:lnTo>
                  <a:pt x="618" y="525"/>
                </a:lnTo>
                <a:lnTo>
                  <a:pt x="618" y="524"/>
                </a:lnTo>
                <a:lnTo>
                  <a:pt x="618" y="522"/>
                </a:lnTo>
                <a:lnTo>
                  <a:pt x="618" y="521"/>
                </a:lnTo>
                <a:lnTo>
                  <a:pt x="617" y="521"/>
                </a:lnTo>
                <a:lnTo>
                  <a:pt x="617" y="522"/>
                </a:lnTo>
                <a:lnTo>
                  <a:pt x="616" y="522"/>
                </a:lnTo>
                <a:lnTo>
                  <a:pt x="615" y="522"/>
                </a:lnTo>
                <a:lnTo>
                  <a:pt x="614" y="522"/>
                </a:lnTo>
                <a:lnTo>
                  <a:pt x="613" y="522"/>
                </a:lnTo>
                <a:lnTo>
                  <a:pt x="613" y="521"/>
                </a:lnTo>
                <a:lnTo>
                  <a:pt x="613" y="520"/>
                </a:lnTo>
                <a:lnTo>
                  <a:pt x="613" y="519"/>
                </a:lnTo>
                <a:lnTo>
                  <a:pt x="613" y="518"/>
                </a:lnTo>
                <a:lnTo>
                  <a:pt x="612" y="518"/>
                </a:lnTo>
                <a:lnTo>
                  <a:pt x="612" y="517"/>
                </a:lnTo>
                <a:lnTo>
                  <a:pt x="611" y="517"/>
                </a:lnTo>
                <a:lnTo>
                  <a:pt x="610" y="517"/>
                </a:lnTo>
                <a:lnTo>
                  <a:pt x="609" y="517"/>
                </a:lnTo>
                <a:lnTo>
                  <a:pt x="609" y="518"/>
                </a:lnTo>
                <a:lnTo>
                  <a:pt x="608" y="518"/>
                </a:lnTo>
                <a:lnTo>
                  <a:pt x="607" y="519"/>
                </a:lnTo>
                <a:lnTo>
                  <a:pt x="606" y="519"/>
                </a:lnTo>
                <a:lnTo>
                  <a:pt x="605" y="520"/>
                </a:lnTo>
                <a:lnTo>
                  <a:pt x="605" y="521"/>
                </a:lnTo>
                <a:lnTo>
                  <a:pt x="605" y="522"/>
                </a:lnTo>
                <a:lnTo>
                  <a:pt x="604" y="522"/>
                </a:lnTo>
                <a:lnTo>
                  <a:pt x="604" y="523"/>
                </a:lnTo>
                <a:lnTo>
                  <a:pt x="604" y="524"/>
                </a:lnTo>
                <a:lnTo>
                  <a:pt x="603" y="524"/>
                </a:lnTo>
                <a:lnTo>
                  <a:pt x="602" y="524"/>
                </a:lnTo>
                <a:lnTo>
                  <a:pt x="602" y="523"/>
                </a:lnTo>
                <a:lnTo>
                  <a:pt x="602" y="522"/>
                </a:lnTo>
                <a:lnTo>
                  <a:pt x="601" y="522"/>
                </a:lnTo>
                <a:lnTo>
                  <a:pt x="602" y="522"/>
                </a:lnTo>
                <a:lnTo>
                  <a:pt x="602" y="521"/>
                </a:lnTo>
                <a:lnTo>
                  <a:pt x="601" y="521"/>
                </a:lnTo>
                <a:lnTo>
                  <a:pt x="601" y="519"/>
                </a:lnTo>
                <a:lnTo>
                  <a:pt x="601" y="518"/>
                </a:lnTo>
                <a:lnTo>
                  <a:pt x="600" y="518"/>
                </a:lnTo>
                <a:lnTo>
                  <a:pt x="600" y="519"/>
                </a:lnTo>
                <a:lnTo>
                  <a:pt x="599" y="519"/>
                </a:lnTo>
                <a:lnTo>
                  <a:pt x="599" y="520"/>
                </a:lnTo>
                <a:lnTo>
                  <a:pt x="599" y="521"/>
                </a:lnTo>
                <a:lnTo>
                  <a:pt x="598" y="521"/>
                </a:lnTo>
                <a:lnTo>
                  <a:pt x="597" y="522"/>
                </a:lnTo>
                <a:lnTo>
                  <a:pt x="597" y="521"/>
                </a:lnTo>
                <a:lnTo>
                  <a:pt x="596" y="521"/>
                </a:lnTo>
                <a:lnTo>
                  <a:pt x="597" y="520"/>
                </a:lnTo>
                <a:lnTo>
                  <a:pt x="596" y="520"/>
                </a:lnTo>
                <a:lnTo>
                  <a:pt x="596" y="519"/>
                </a:lnTo>
                <a:lnTo>
                  <a:pt x="597" y="519"/>
                </a:lnTo>
                <a:lnTo>
                  <a:pt x="596" y="519"/>
                </a:lnTo>
                <a:lnTo>
                  <a:pt x="596" y="518"/>
                </a:lnTo>
                <a:lnTo>
                  <a:pt x="597" y="518"/>
                </a:lnTo>
                <a:lnTo>
                  <a:pt x="597" y="517"/>
                </a:lnTo>
                <a:lnTo>
                  <a:pt x="596" y="517"/>
                </a:lnTo>
                <a:lnTo>
                  <a:pt x="596" y="516"/>
                </a:lnTo>
                <a:lnTo>
                  <a:pt x="596" y="515"/>
                </a:lnTo>
                <a:lnTo>
                  <a:pt x="595" y="515"/>
                </a:lnTo>
                <a:lnTo>
                  <a:pt x="595" y="514"/>
                </a:lnTo>
                <a:lnTo>
                  <a:pt x="595" y="515"/>
                </a:lnTo>
                <a:lnTo>
                  <a:pt x="595" y="514"/>
                </a:lnTo>
                <a:lnTo>
                  <a:pt x="594" y="514"/>
                </a:lnTo>
                <a:lnTo>
                  <a:pt x="594" y="513"/>
                </a:lnTo>
                <a:lnTo>
                  <a:pt x="594" y="512"/>
                </a:lnTo>
                <a:lnTo>
                  <a:pt x="594" y="511"/>
                </a:lnTo>
                <a:lnTo>
                  <a:pt x="593" y="511"/>
                </a:lnTo>
                <a:lnTo>
                  <a:pt x="593" y="510"/>
                </a:lnTo>
                <a:lnTo>
                  <a:pt x="594" y="509"/>
                </a:lnTo>
                <a:lnTo>
                  <a:pt x="594" y="508"/>
                </a:lnTo>
                <a:lnTo>
                  <a:pt x="595" y="508"/>
                </a:lnTo>
                <a:lnTo>
                  <a:pt x="595" y="507"/>
                </a:lnTo>
                <a:lnTo>
                  <a:pt x="596" y="507"/>
                </a:lnTo>
                <a:lnTo>
                  <a:pt x="596" y="506"/>
                </a:lnTo>
                <a:lnTo>
                  <a:pt x="596" y="505"/>
                </a:lnTo>
                <a:lnTo>
                  <a:pt x="596" y="504"/>
                </a:lnTo>
                <a:lnTo>
                  <a:pt x="596" y="503"/>
                </a:lnTo>
                <a:lnTo>
                  <a:pt x="596" y="502"/>
                </a:lnTo>
                <a:lnTo>
                  <a:pt x="595" y="502"/>
                </a:lnTo>
                <a:lnTo>
                  <a:pt x="595" y="501"/>
                </a:lnTo>
                <a:lnTo>
                  <a:pt x="594" y="501"/>
                </a:lnTo>
                <a:lnTo>
                  <a:pt x="594" y="502"/>
                </a:lnTo>
                <a:lnTo>
                  <a:pt x="593" y="502"/>
                </a:lnTo>
                <a:lnTo>
                  <a:pt x="593" y="503"/>
                </a:lnTo>
                <a:lnTo>
                  <a:pt x="592" y="503"/>
                </a:lnTo>
                <a:lnTo>
                  <a:pt x="591" y="503"/>
                </a:lnTo>
                <a:lnTo>
                  <a:pt x="590" y="503"/>
                </a:lnTo>
                <a:lnTo>
                  <a:pt x="590" y="502"/>
                </a:lnTo>
                <a:lnTo>
                  <a:pt x="591" y="502"/>
                </a:lnTo>
                <a:lnTo>
                  <a:pt x="590" y="502"/>
                </a:lnTo>
                <a:lnTo>
                  <a:pt x="590" y="501"/>
                </a:lnTo>
                <a:lnTo>
                  <a:pt x="589" y="500"/>
                </a:lnTo>
                <a:lnTo>
                  <a:pt x="588" y="500"/>
                </a:lnTo>
                <a:lnTo>
                  <a:pt x="588" y="501"/>
                </a:lnTo>
                <a:lnTo>
                  <a:pt x="588" y="500"/>
                </a:lnTo>
                <a:lnTo>
                  <a:pt x="587" y="500"/>
                </a:lnTo>
                <a:lnTo>
                  <a:pt x="587" y="499"/>
                </a:lnTo>
                <a:lnTo>
                  <a:pt x="586" y="499"/>
                </a:lnTo>
                <a:lnTo>
                  <a:pt x="586" y="498"/>
                </a:lnTo>
                <a:lnTo>
                  <a:pt x="586" y="497"/>
                </a:lnTo>
                <a:lnTo>
                  <a:pt x="586" y="496"/>
                </a:lnTo>
                <a:lnTo>
                  <a:pt x="587" y="496"/>
                </a:lnTo>
                <a:lnTo>
                  <a:pt x="587" y="495"/>
                </a:lnTo>
                <a:lnTo>
                  <a:pt x="587" y="494"/>
                </a:lnTo>
                <a:lnTo>
                  <a:pt x="588" y="494"/>
                </a:lnTo>
                <a:lnTo>
                  <a:pt x="588" y="493"/>
                </a:lnTo>
                <a:lnTo>
                  <a:pt x="588" y="492"/>
                </a:lnTo>
                <a:lnTo>
                  <a:pt x="588" y="491"/>
                </a:lnTo>
                <a:lnTo>
                  <a:pt x="588" y="490"/>
                </a:lnTo>
                <a:lnTo>
                  <a:pt x="589" y="490"/>
                </a:lnTo>
                <a:lnTo>
                  <a:pt x="590" y="490"/>
                </a:lnTo>
                <a:lnTo>
                  <a:pt x="590" y="489"/>
                </a:lnTo>
                <a:lnTo>
                  <a:pt x="591" y="489"/>
                </a:lnTo>
                <a:lnTo>
                  <a:pt x="591" y="488"/>
                </a:lnTo>
                <a:lnTo>
                  <a:pt x="591" y="487"/>
                </a:lnTo>
                <a:lnTo>
                  <a:pt x="591" y="486"/>
                </a:lnTo>
                <a:lnTo>
                  <a:pt x="591" y="485"/>
                </a:lnTo>
                <a:lnTo>
                  <a:pt x="590" y="484"/>
                </a:lnTo>
                <a:lnTo>
                  <a:pt x="591" y="484"/>
                </a:lnTo>
                <a:lnTo>
                  <a:pt x="591" y="483"/>
                </a:lnTo>
                <a:lnTo>
                  <a:pt x="591" y="482"/>
                </a:lnTo>
                <a:lnTo>
                  <a:pt x="592" y="482"/>
                </a:lnTo>
                <a:lnTo>
                  <a:pt x="592" y="481"/>
                </a:lnTo>
                <a:lnTo>
                  <a:pt x="593" y="481"/>
                </a:lnTo>
                <a:lnTo>
                  <a:pt x="594" y="481"/>
                </a:lnTo>
                <a:lnTo>
                  <a:pt x="595" y="481"/>
                </a:lnTo>
                <a:lnTo>
                  <a:pt x="596" y="480"/>
                </a:lnTo>
                <a:lnTo>
                  <a:pt x="596" y="481"/>
                </a:lnTo>
                <a:lnTo>
                  <a:pt x="597" y="481"/>
                </a:lnTo>
                <a:lnTo>
                  <a:pt x="598" y="481"/>
                </a:lnTo>
                <a:lnTo>
                  <a:pt x="598" y="480"/>
                </a:lnTo>
                <a:lnTo>
                  <a:pt x="598" y="479"/>
                </a:lnTo>
                <a:lnTo>
                  <a:pt x="599" y="478"/>
                </a:lnTo>
                <a:lnTo>
                  <a:pt x="599" y="477"/>
                </a:lnTo>
                <a:lnTo>
                  <a:pt x="598" y="476"/>
                </a:lnTo>
                <a:lnTo>
                  <a:pt x="599" y="475"/>
                </a:lnTo>
                <a:lnTo>
                  <a:pt x="600" y="475"/>
                </a:lnTo>
                <a:lnTo>
                  <a:pt x="600" y="474"/>
                </a:lnTo>
                <a:lnTo>
                  <a:pt x="600" y="473"/>
                </a:lnTo>
                <a:lnTo>
                  <a:pt x="599" y="473"/>
                </a:lnTo>
                <a:lnTo>
                  <a:pt x="599" y="472"/>
                </a:lnTo>
                <a:lnTo>
                  <a:pt x="599" y="471"/>
                </a:lnTo>
                <a:lnTo>
                  <a:pt x="598" y="471"/>
                </a:lnTo>
                <a:lnTo>
                  <a:pt x="598" y="470"/>
                </a:lnTo>
                <a:lnTo>
                  <a:pt x="597" y="470"/>
                </a:lnTo>
                <a:lnTo>
                  <a:pt x="596" y="470"/>
                </a:lnTo>
                <a:lnTo>
                  <a:pt x="596" y="469"/>
                </a:lnTo>
                <a:lnTo>
                  <a:pt x="595" y="469"/>
                </a:lnTo>
                <a:lnTo>
                  <a:pt x="594" y="469"/>
                </a:lnTo>
                <a:lnTo>
                  <a:pt x="594" y="468"/>
                </a:lnTo>
                <a:lnTo>
                  <a:pt x="593" y="468"/>
                </a:lnTo>
                <a:lnTo>
                  <a:pt x="593" y="467"/>
                </a:lnTo>
                <a:lnTo>
                  <a:pt x="593" y="466"/>
                </a:lnTo>
                <a:lnTo>
                  <a:pt x="592" y="466"/>
                </a:lnTo>
                <a:lnTo>
                  <a:pt x="591" y="466"/>
                </a:lnTo>
                <a:lnTo>
                  <a:pt x="591" y="465"/>
                </a:lnTo>
                <a:lnTo>
                  <a:pt x="591" y="466"/>
                </a:lnTo>
                <a:lnTo>
                  <a:pt x="590" y="466"/>
                </a:lnTo>
                <a:lnTo>
                  <a:pt x="589" y="466"/>
                </a:lnTo>
                <a:lnTo>
                  <a:pt x="588" y="466"/>
                </a:lnTo>
                <a:lnTo>
                  <a:pt x="587" y="466"/>
                </a:lnTo>
                <a:lnTo>
                  <a:pt x="586" y="466"/>
                </a:lnTo>
                <a:lnTo>
                  <a:pt x="586" y="465"/>
                </a:lnTo>
                <a:lnTo>
                  <a:pt x="586" y="464"/>
                </a:lnTo>
                <a:lnTo>
                  <a:pt x="587" y="464"/>
                </a:lnTo>
                <a:lnTo>
                  <a:pt x="588" y="464"/>
                </a:lnTo>
                <a:lnTo>
                  <a:pt x="588" y="463"/>
                </a:lnTo>
                <a:lnTo>
                  <a:pt x="589" y="463"/>
                </a:lnTo>
                <a:lnTo>
                  <a:pt x="590" y="463"/>
                </a:lnTo>
                <a:lnTo>
                  <a:pt x="590" y="462"/>
                </a:lnTo>
                <a:lnTo>
                  <a:pt x="591" y="462"/>
                </a:lnTo>
                <a:lnTo>
                  <a:pt x="591" y="461"/>
                </a:lnTo>
                <a:lnTo>
                  <a:pt x="590" y="461"/>
                </a:lnTo>
                <a:lnTo>
                  <a:pt x="591" y="461"/>
                </a:lnTo>
                <a:lnTo>
                  <a:pt x="592" y="461"/>
                </a:lnTo>
                <a:lnTo>
                  <a:pt x="592" y="460"/>
                </a:lnTo>
                <a:lnTo>
                  <a:pt x="593" y="460"/>
                </a:lnTo>
                <a:lnTo>
                  <a:pt x="594" y="460"/>
                </a:lnTo>
                <a:lnTo>
                  <a:pt x="594" y="459"/>
                </a:lnTo>
                <a:lnTo>
                  <a:pt x="594" y="458"/>
                </a:lnTo>
                <a:lnTo>
                  <a:pt x="595" y="458"/>
                </a:lnTo>
                <a:lnTo>
                  <a:pt x="595" y="457"/>
                </a:lnTo>
                <a:lnTo>
                  <a:pt x="596" y="457"/>
                </a:lnTo>
                <a:lnTo>
                  <a:pt x="597" y="456"/>
                </a:lnTo>
                <a:lnTo>
                  <a:pt x="597" y="455"/>
                </a:lnTo>
                <a:lnTo>
                  <a:pt x="596" y="454"/>
                </a:lnTo>
                <a:lnTo>
                  <a:pt x="595" y="454"/>
                </a:lnTo>
                <a:lnTo>
                  <a:pt x="595" y="453"/>
                </a:lnTo>
                <a:lnTo>
                  <a:pt x="595" y="452"/>
                </a:lnTo>
                <a:lnTo>
                  <a:pt x="594" y="452"/>
                </a:lnTo>
                <a:lnTo>
                  <a:pt x="593" y="452"/>
                </a:lnTo>
                <a:lnTo>
                  <a:pt x="593" y="453"/>
                </a:lnTo>
                <a:lnTo>
                  <a:pt x="593" y="452"/>
                </a:lnTo>
                <a:lnTo>
                  <a:pt x="593" y="451"/>
                </a:lnTo>
                <a:lnTo>
                  <a:pt x="592" y="451"/>
                </a:lnTo>
                <a:lnTo>
                  <a:pt x="592" y="450"/>
                </a:lnTo>
                <a:lnTo>
                  <a:pt x="591" y="450"/>
                </a:lnTo>
                <a:lnTo>
                  <a:pt x="591" y="449"/>
                </a:lnTo>
                <a:lnTo>
                  <a:pt x="590" y="449"/>
                </a:lnTo>
                <a:lnTo>
                  <a:pt x="590" y="450"/>
                </a:lnTo>
                <a:lnTo>
                  <a:pt x="589" y="450"/>
                </a:lnTo>
                <a:lnTo>
                  <a:pt x="589" y="449"/>
                </a:lnTo>
                <a:lnTo>
                  <a:pt x="590" y="449"/>
                </a:lnTo>
                <a:lnTo>
                  <a:pt x="589" y="448"/>
                </a:lnTo>
                <a:lnTo>
                  <a:pt x="589" y="447"/>
                </a:lnTo>
                <a:lnTo>
                  <a:pt x="588" y="447"/>
                </a:lnTo>
                <a:lnTo>
                  <a:pt x="588" y="446"/>
                </a:lnTo>
                <a:lnTo>
                  <a:pt x="588" y="445"/>
                </a:lnTo>
                <a:lnTo>
                  <a:pt x="587" y="444"/>
                </a:lnTo>
                <a:lnTo>
                  <a:pt x="587" y="443"/>
                </a:lnTo>
                <a:lnTo>
                  <a:pt x="587" y="444"/>
                </a:lnTo>
                <a:lnTo>
                  <a:pt x="586" y="444"/>
                </a:lnTo>
                <a:lnTo>
                  <a:pt x="585" y="445"/>
                </a:lnTo>
                <a:lnTo>
                  <a:pt x="586" y="445"/>
                </a:lnTo>
                <a:lnTo>
                  <a:pt x="585" y="445"/>
                </a:lnTo>
                <a:lnTo>
                  <a:pt x="585" y="446"/>
                </a:lnTo>
                <a:lnTo>
                  <a:pt x="583" y="446"/>
                </a:lnTo>
                <a:lnTo>
                  <a:pt x="582" y="446"/>
                </a:lnTo>
                <a:lnTo>
                  <a:pt x="581" y="446"/>
                </a:lnTo>
                <a:lnTo>
                  <a:pt x="580" y="446"/>
                </a:lnTo>
                <a:lnTo>
                  <a:pt x="579" y="446"/>
                </a:lnTo>
                <a:lnTo>
                  <a:pt x="578" y="446"/>
                </a:lnTo>
                <a:lnTo>
                  <a:pt x="578" y="445"/>
                </a:lnTo>
                <a:lnTo>
                  <a:pt x="577" y="446"/>
                </a:lnTo>
                <a:lnTo>
                  <a:pt x="576" y="446"/>
                </a:lnTo>
                <a:lnTo>
                  <a:pt x="575" y="446"/>
                </a:lnTo>
                <a:lnTo>
                  <a:pt x="575" y="445"/>
                </a:lnTo>
                <a:lnTo>
                  <a:pt x="574" y="445"/>
                </a:lnTo>
                <a:lnTo>
                  <a:pt x="574" y="444"/>
                </a:lnTo>
                <a:lnTo>
                  <a:pt x="573" y="444"/>
                </a:lnTo>
                <a:lnTo>
                  <a:pt x="573" y="443"/>
                </a:lnTo>
                <a:lnTo>
                  <a:pt x="573" y="442"/>
                </a:lnTo>
                <a:lnTo>
                  <a:pt x="574" y="442"/>
                </a:lnTo>
                <a:lnTo>
                  <a:pt x="574" y="441"/>
                </a:lnTo>
                <a:lnTo>
                  <a:pt x="574" y="439"/>
                </a:lnTo>
                <a:lnTo>
                  <a:pt x="574" y="438"/>
                </a:lnTo>
                <a:lnTo>
                  <a:pt x="574" y="437"/>
                </a:lnTo>
                <a:lnTo>
                  <a:pt x="574" y="436"/>
                </a:lnTo>
                <a:lnTo>
                  <a:pt x="574" y="435"/>
                </a:lnTo>
                <a:lnTo>
                  <a:pt x="574" y="434"/>
                </a:lnTo>
                <a:lnTo>
                  <a:pt x="574" y="433"/>
                </a:lnTo>
                <a:lnTo>
                  <a:pt x="574" y="432"/>
                </a:lnTo>
                <a:lnTo>
                  <a:pt x="574" y="431"/>
                </a:lnTo>
                <a:lnTo>
                  <a:pt x="575" y="431"/>
                </a:lnTo>
                <a:lnTo>
                  <a:pt x="575" y="430"/>
                </a:lnTo>
                <a:lnTo>
                  <a:pt x="576" y="430"/>
                </a:lnTo>
                <a:lnTo>
                  <a:pt x="575" y="430"/>
                </a:lnTo>
                <a:lnTo>
                  <a:pt x="575" y="429"/>
                </a:lnTo>
                <a:lnTo>
                  <a:pt x="575" y="428"/>
                </a:lnTo>
                <a:lnTo>
                  <a:pt x="576" y="428"/>
                </a:lnTo>
                <a:lnTo>
                  <a:pt x="576" y="427"/>
                </a:lnTo>
                <a:lnTo>
                  <a:pt x="575" y="427"/>
                </a:lnTo>
                <a:lnTo>
                  <a:pt x="576" y="427"/>
                </a:lnTo>
                <a:lnTo>
                  <a:pt x="576" y="426"/>
                </a:lnTo>
                <a:lnTo>
                  <a:pt x="576" y="425"/>
                </a:lnTo>
                <a:lnTo>
                  <a:pt x="576" y="424"/>
                </a:lnTo>
                <a:lnTo>
                  <a:pt x="577" y="424"/>
                </a:lnTo>
                <a:lnTo>
                  <a:pt x="576" y="424"/>
                </a:lnTo>
                <a:lnTo>
                  <a:pt x="576" y="423"/>
                </a:lnTo>
                <a:lnTo>
                  <a:pt x="575" y="422"/>
                </a:lnTo>
                <a:lnTo>
                  <a:pt x="575" y="423"/>
                </a:lnTo>
                <a:lnTo>
                  <a:pt x="574" y="423"/>
                </a:lnTo>
                <a:lnTo>
                  <a:pt x="572" y="425"/>
                </a:lnTo>
                <a:lnTo>
                  <a:pt x="571" y="426"/>
                </a:lnTo>
                <a:lnTo>
                  <a:pt x="570" y="426"/>
                </a:lnTo>
                <a:lnTo>
                  <a:pt x="570" y="427"/>
                </a:lnTo>
                <a:lnTo>
                  <a:pt x="570" y="428"/>
                </a:lnTo>
                <a:lnTo>
                  <a:pt x="569" y="428"/>
                </a:lnTo>
                <a:lnTo>
                  <a:pt x="569" y="429"/>
                </a:lnTo>
                <a:lnTo>
                  <a:pt x="568" y="430"/>
                </a:lnTo>
                <a:lnTo>
                  <a:pt x="566" y="432"/>
                </a:lnTo>
                <a:lnTo>
                  <a:pt x="564" y="434"/>
                </a:lnTo>
                <a:lnTo>
                  <a:pt x="564" y="435"/>
                </a:lnTo>
                <a:lnTo>
                  <a:pt x="563" y="435"/>
                </a:lnTo>
                <a:lnTo>
                  <a:pt x="563" y="436"/>
                </a:lnTo>
                <a:lnTo>
                  <a:pt x="562" y="436"/>
                </a:lnTo>
                <a:lnTo>
                  <a:pt x="560" y="438"/>
                </a:lnTo>
                <a:lnTo>
                  <a:pt x="559" y="438"/>
                </a:lnTo>
                <a:lnTo>
                  <a:pt x="558" y="439"/>
                </a:lnTo>
                <a:lnTo>
                  <a:pt x="558" y="441"/>
                </a:lnTo>
                <a:lnTo>
                  <a:pt x="557" y="442"/>
                </a:lnTo>
                <a:lnTo>
                  <a:pt x="556" y="443"/>
                </a:lnTo>
                <a:lnTo>
                  <a:pt x="556" y="444"/>
                </a:lnTo>
                <a:lnTo>
                  <a:pt x="555" y="444"/>
                </a:lnTo>
                <a:lnTo>
                  <a:pt x="555" y="445"/>
                </a:lnTo>
                <a:lnTo>
                  <a:pt x="554" y="445"/>
                </a:lnTo>
                <a:lnTo>
                  <a:pt x="554" y="446"/>
                </a:lnTo>
                <a:lnTo>
                  <a:pt x="553" y="446"/>
                </a:lnTo>
                <a:lnTo>
                  <a:pt x="553" y="447"/>
                </a:lnTo>
                <a:lnTo>
                  <a:pt x="553" y="448"/>
                </a:lnTo>
                <a:lnTo>
                  <a:pt x="552" y="449"/>
                </a:lnTo>
                <a:lnTo>
                  <a:pt x="551" y="449"/>
                </a:lnTo>
                <a:lnTo>
                  <a:pt x="551" y="450"/>
                </a:lnTo>
                <a:lnTo>
                  <a:pt x="551" y="451"/>
                </a:lnTo>
                <a:lnTo>
                  <a:pt x="550" y="452"/>
                </a:lnTo>
                <a:lnTo>
                  <a:pt x="549" y="454"/>
                </a:lnTo>
                <a:lnTo>
                  <a:pt x="548" y="455"/>
                </a:lnTo>
                <a:lnTo>
                  <a:pt x="548" y="456"/>
                </a:lnTo>
                <a:lnTo>
                  <a:pt x="547" y="456"/>
                </a:lnTo>
                <a:lnTo>
                  <a:pt x="547" y="457"/>
                </a:lnTo>
                <a:lnTo>
                  <a:pt x="546" y="459"/>
                </a:lnTo>
                <a:lnTo>
                  <a:pt x="545" y="459"/>
                </a:lnTo>
                <a:lnTo>
                  <a:pt x="545" y="461"/>
                </a:lnTo>
                <a:lnTo>
                  <a:pt x="545" y="462"/>
                </a:lnTo>
                <a:lnTo>
                  <a:pt x="544" y="462"/>
                </a:lnTo>
                <a:lnTo>
                  <a:pt x="544" y="463"/>
                </a:lnTo>
                <a:lnTo>
                  <a:pt x="543" y="463"/>
                </a:lnTo>
                <a:lnTo>
                  <a:pt x="543" y="464"/>
                </a:lnTo>
                <a:lnTo>
                  <a:pt x="541" y="465"/>
                </a:lnTo>
                <a:lnTo>
                  <a:pt x="541" y="466"/>
                </a:lnTo>
                <a:lnTo>
                  <a:pt x="540" y="466"/>
                </a:lnTo>
                <a:lnTo>
                  <a:pt x="540" y="467"/>
                </a:lnTo>
                <a:lnTo>
                  <a:pt x="540" y="468"/>
                </a:lnTo>
                <a:lnTo>
                  <a:pt x="539" y="468"/>
                </a:lnTo>
                <a:lnTo>
                  <a:pt x="539" y="469"/>
                </a:lnTo>
                <a:lnTo>
                  <a:pt x="539" y="470"/>
                </a:lnTo>
                <a:lnTo>
                  <a:pt x="538" y="470"/>
                </a:lnTo>
                <a:lnTo>
                  <a:pt x="538" y="471"/>
                </a:lnTo>
                <a:lnTo>
                  <a:pt x="537" y="471"/>
                </a:lnTo>
                <a:lnTo>
                  <a:pt x="537" y="472"/>
                </a:lnTo>
                <a:lnTo>
                  <a:pt x="537" y="473"/>
                </a:lnTo>
                <a:lnTo>
                  <a:pt x="536" y="473"/>
                </a:lnTo>
                <a:lnTo>
                  <a:pt x="536" y="474"/>
                </a:lnTo>
                <a:lnTo>
                  <a:pt x="535" y="475"/>
                </a:lnTo>
                <a:lnTo>
                  <a:pt x="535" y="476"/>
                </a:lnTo>
                <a:lnTo>
                  <a:pt x="535" y="477"/>
                </a:lnTo>
                <a:lnTo>
                  <a:pt x="534" y="477"/>
                </a:lnTo>
                <a:lnTo>
                  <a:pt x="534" y="478"/>
                </a:lnTo>
                <a:lnTo>
                  <a:pt x="533" y="478"/>
                </a:lnTo>
                <a:lnTo>
                  <a:pt x="532" y="479"/>
                </a:lnTo>
                <a:lnTo>
                  <a:pt x="532" y="478"/>
                </a:lnTo>
                <a:lnTo>
                  <a:pt x="531" y="478"/>
                </a:lnTo>
                <a:lnTo>
                  <a:pt x="530" y="478"/>
                </a:lnTo>
                <a:lnTo>
                  <a:pt x="529" y="478"/>
                </a:lnTo>
                <a:lnTo>
                  <a:pt x="528" y="478"/>
                </a:lnTo>
                <a:lnTo>
                  <a:pt x="527" y="478"/>
                </a:lnTo>
                <a:lnTo>
                  <a:pt x="528" y="478"/>
                </a:lnTo>
                <a:lnTo>
                  <a:pt x="528" y="479"/>
                </a:lnTo>
                <a:lnTo>
                  <a:pt x="528" y="480"/>
                </a:lnTo>
                <a:lnTo>
                  <a:pt x="528" y="481"/>
                </a:lnTo>
                <a:lnTo>
                  <a:pt x="527" y="481"/>
                </a:lnTo>
                <a:lnTo>
                  <a:pt x="527" y="482"/>
                </a:lnTo>
                <a:lnTo>
                  <a:pt x="526" y="482"/>
                </a:lnTo>
                <a:lnTo>
                  <a:pt x="526" y="481"/>
                </a:lnTo>
                <a:lnTo>
                  <a:pt x="525" y="481"/>
                </a:lnTo>
                <a:lnTo>
                  <a:pt x="525" y="480"/>
                </a:lnTo>
                <a:lnTo>
                  <a:pt x="525" y="479"/>
                </a:lnTo>
                <a:lnTo>
                  <a:pt x="525" y="478"/>
                </a:lnTo>
                <a:lnTo>
                  <a:pt x="524" y="476"/>
                </a:lnTo>
                <a:lnTo>
                  <a:pt x="524" y="474"/>
                </a:lnTo>
                <a:lnTo>
                  <a:pt x="524" y="473"/>
                </a:lnTo>
                <a:lnTo>
                  <a:pt x="523" y="473"/>
                </a:lnTo>
                <a:lnTo>
                  <a:pt x="523" y="472"/>
                </a:lnTo>
                <a:lnTo>
                  <a:pt x="523" y="471"/>
                </a:lnTo>
                <a:lnTo>
                  <a:pt x="522" y="470"/>
                </a:lnTo>
                <a:lnTo>
                  <a:pt x="521" y="470"/>
                </a:lnTo>
                <a:lnTo>
                  <a:pt x="520" y="470"/>
                </a:lnTo>
                <a:lnTo>
                  <a:pt x="519" y="470"/>
                </a:lnTo>
                <a:lnTo>
                  <a:pt x="518" y="471"/>
                </a:lnTo>
                <a:lnTo>
                  <a:pt x="517" y="472"/>
                </a:lnTo>
                <a:lnTo>
                  <a:pt x="516" y="472"/>
                </a:lnTo>
                <a:lnTo>
                  <a:pt x="515" y="474"/>
                </a:lnTo>
                <a:lnTo>
                  <a:pt x="515" y="475"/>
                </a:lnTo>
                <a:lnTo>
                  <a:pt x="514" y="475"/>
                </a:lnTo>
                <a:lnTo>
                  <a:pt x="514" y="476"/>
                </a:lnTo>
                <a:lnTo>
                  <a:pt x="513" y="476"/>
                </a:lnTo>
                <a:lnTo>
                  <a:pt x="513" y="477"/>
                </a:lnTo>
                <a:lnTo>
                  <a:pt x="513" y="478"/>
                </a:lnTo>
                <a:lnTo>
                  <a:pt x="512" y="478"/>
                </a:lnTo>
                <a:lnTo>
                  <a:pt x="511" y="478"/>
                </a:lnTo>
                <a:lnTo>
                  <a:pt x="511" y="477"/>
                </a:lnTo>
                <a:lnTo>
                  <a:pt x="510" y="477"/>
                </a:lnTo>
                <a:lnTo>
                  <a:pt x="510" y="476"/>
                </a:lnTo>
                <a:lnTo>
                  <a:pt x="510" y="475"/>
                </a:lnTo>
                <a:lnTo>
                  <a:pt x="509" y="475"/>
                </a:lnTo>
                <a:lnTo>
                  <a:pt x="509" y="474"/>
                </a:lnTo>
                <a:lnTo>
                  <a:pt x="509" y="472"/>
                </a:lnTo>
                <a:lnTo>
                  <a:pt x="509" y="471"/>
                </a:lnTo>
                <a:lnTo>
                  <a:pt x="508" y="470"/>
                </a:lnTo>
                <a:lnTo>
                  <a:pt x="508" y="469"/>
                </a:lnTo>
                <a:lnTo>
                  <a:pt x="508" y="468"/>
                </a:lnTo>
                <a:lnTo>
                  <a:pt x="507" y="466"/>
                </a:lnTo>
                <a:lnTo>
                  <a:pt x="507" y="465"/>
                </a:lnTo>
                <a:lnTo>
                  <a:pt x="506" y="463"/>
                </a:lnTo>
                <a:lnTo>
                  <a:pt x="506" y="462"/>
                </a:lnTo>
                <a:lnTo>
                  <a:pt x="505" y="461"/>
                </a:lnTo>
                <a:lnTo>
                  <a:pt x="505" y="460"/>
                </a:lnTo>
                <a:lnTo>
                  <a:pt x="505" y="459"/>
                </a:lnTo>
                <a:lnTo>
                  <a:pt x="506" y="459"/>
                </a:lnTo>
                <a:lnTo>
                  <a:pt x="506" y="458"/>
                </a:lnTo>
                <a:lnTo>
                  <a:pt x="507" y="456"/>
                </a:lnTo>
                <a:lnTo>
                  <a:pt x="508" y="455"/>
                </a:lnTo>
                <a:lnTo>
                  <a:pt x="509" y="455"/>
                </a:lnTo>
                <a:lnTo>
                  <a:pt x="509" y="454"/>
                </a:lnTo>
                <a:lnTo>
                  <a:pt x="510" y="454"/>
                </a:lnTo>
                <a:lnTo>
                  <a:pt x="510" y="453"/>
                </a:lnTo>
                <a:lnTo>
                  <a:pt x="511" y="452"/>
                </a:lnTo>
                <a:lnTo>
                  <a:pt x="512" y="452"/>
                </a:lnTo>
                <a:lnTo>
                  <a:pt x="512" y="451"/>
                </a:lnTo>
                <a:lnTo>
                  <a:pt x="513" y="451"/>
                </a:lnTo>
                <a:lnTo>
                  <a:pt x="513" y="450"/>
                </a:lnTo>
                <a:lnTo>
                  <a:pt x="514" y="449"/>
                </a:lnTo>
                <a:lnTo>
                  <a:pt x="514" y="448"/>
                </a:lnTo>
                <a:lnTo>
                  <a:pt x="515" y="447"/>
                </a:lnTo>
                <a:lnTo>
                  <a:pt x="515" y="446"/>
                </a:lnTo>
                <a:lnTo>
                  <a:pt x="515" y="445"/>
                </a:lnTo>
                <a:lnTo>
                  <a:pt x="515" y="444"/>
                </a:lnTo>
                <a:lnTo>
                  <a:pt x="516" y="443"/>
                </a:lnTo>
                <a:lnTo>
                  <a:pt x="516" y="442"/>
                </a:lnTo>
                <a:lnTo>
                  <a:pt x="516" y="441"/>
                </a:lnTo>
                <a:lnTo>
                  <a:pt x="516" y="439"/>
                </a:lnTo>
                <a:lnTo>
                  <a:pt x="517" y="438"/>
                </a:lnTo>
                <a:lnTo>
                  <a:pt x="516" y="437"/>
                </a:lnTo>
                <a:lnTo>
                  <a:pt x="515" y="437"/>
                </a:lnTo>
                <a:lnTo>
                  <a:pt x="515" y="438"/>
                </a:lnTo>
                <a:lnTo>
                  <a:pt x="514" y="439"/>
                </a:lnTo>
                <a:lnTo>
                  <a:pt x="514" y="441"/>
                </a:lnTo>
                <a:lnTo>
                  <a:pt x="513" y="443"/>
                </a:lnTo>
                <a:lnTo>
                  <a:pt x="512" y="445"/>
                </a:lnTo>
                <a:lnTo>
                  <a:pt x="511" y="446"/>
                </a:lnTo>
                <a:lnTo>
                  <a:pt x="510" y="447"/>
                </a:lnTo>
                <a:lnTo>
                  <a:pt x="510" y="448"/>
                </a:lnTo>
                <a:lnTo>
                  <a:pt x="509" y="448"/>
                </a:lnTo>
                <a:lnTo>
                  <a:pt x="509" y="449"/>
                </a:lnTo>
                <a:lnTo>
                  <a:pt x="509" y="450"/>
                </a:lnTo>
                <a:lnTo>
                  <a:pt x="508" y="450"/>
                </a:lnTo>
                <a:lnTo>
                  <a:pt x="508" y="451"/>
                </a:lnTo>
                <a:lnTo>
                  <a:pt x="507" y="451"/>
                </a:lnTo>
                <a:lnTo>
                  <a:pt x="506" y="450"/>
                </a:lnTo>
                <a:lnTo>
                  <a:pt x="506" y="449"/>
                </a:lnTo>
                <a:lnTo>
                  <a:pt x="506" y="448"/>
                </a:lnTo>
                <a:lnTo>
                  <a:pt x="506" y="447"/>
                </a:lnTo>
                <a:lnTo>
                  <a:pt x="506" y="446"/>
                </a:lnTo>
                <a:lnTo>
                  <a:pt x="506" y="445"/>
                </a:lnTo>
                <a:lnTo>
                  <a:pt x="506" y="443"/>
                </a:lnTo>
                <a:lnTo>
                  <a:pt x="506" y="442"/>
                </a:lnTo>
                <a:lnTo>
                  <a:pt x="506" y="441"/>
                </a:lnTo>
                <a:lnTo>
                  <a:pt x="506" y="439"/>
                </a:lnTo>
                <a:lnTo>
                  <a:pt x="505" y="438"/>
                </a:lnTo>
                <a:lnTo>
                  <a:pt x="504" y="437"/>
                </a:lnTo>
                <a:lnTo>
                  <a:pt x="502" y="436"/>
                </a:lnTo>
                <a:lnTo>
                  <a:pt x="501" y="436"/>
                </a:lnTo>
                <a:lnTo>
                  <a:pt x="500" y="436"/>
                </a:lnTo>
                <a:lnTo>
                  <a:pt x="499" y="436"/>
                </a:lnTo>
                <a:lnTo>
                  <a:pt x="498" y="437"/>
                </a:lnTo>
                <a:lnTo>
                  <a:pt x="497" y="438"/>
                </a:lnTo>
                <a:lnTo>
                  <a:pt x="496" y="439"/>
                </a:lnTo>
                <a:lnTo>
                  <a:pt x="495" y="441"/>
                </a:lnTo>
                <a:lnTo>
                  <a:pt x="494" y="442"/>
                </a:lnTo>
                <a:lnTo>
                  <a:pt x="493" y="443"/>
                </a:lnTo>
                <a:lnTo>
                  <a:pt x="492" y="444"/>
                </a:lnTo>
                <a:lnTo>
                  <a:pt x="491" y="444"/>
                </a:lnTo>
                <a:lnTo>
                  <a:pt x="491" y="445"/>
                </a:lnTo>
                <a:lnTo>
                  <a:pt x="491" y="446"/>
                </a:lnTo>
                <a:lnTo>
                  <a:pt x="492" y="446"/>
                </a:lnTo>
                <a:lnTo>
                  <a:pt x="492" y="447"/>
                </a:lnTo>
                <a:lnTo>
                  <a:pt x="491" y="447"/>
                </a:lnTo>
                <a:lnTo>
                  <a:pt x="491" y="448"/>
                </a:lnTo>
                <a:lnTo>
                  <a:pt x="491" y="449"/>
                </a:lnTo>
                <a:lnTo>
                  <a:pt x="492" y="449"/>
                </a:lnTo>
                <a:lnTo>
                  <a:pt x="492" y="450"/>
                </a:lnTo>
                <a:lnTo>
                  <a:pt x="491" y="450"/>
                </a:lnTo>
                <a:lnTo>
                  <a:pt x="490" y="450"/>
                </a:lnTo>
                <a:lnTo>
                  <a:pt x="490" y="451"/>
                </a:lnTo>
                <a:lnTo>
                  <a:pt x="490" y="452"/>
                </a:lnTo>
                <a:lnTo>
                  <a:pt x="491" y="452"/>
                </a:lnTo>
                <a:lnTo>
                  <a:pt x="490" y="452"/>
                </a:lnTo>
                <a:lnTo>
                  <a:pt x="489" y="452"/>
                </a:lnTo>
                <a:lnTo>
                  <a:pt x="489" y="453"/>
                </a:lnTo>
                <a:lnTo>
                  <a:pt x="488" y="453"/>
                </a:lnTo>
                <a:lnTo>
                  <a:pt x="488" y="455"/>
                </a:lnTo>
                <a:lnTo>
                  <a:pt x="487" y="455"/>
                </a:lnTo>
                <a:lnTo>
                  <a:pt x="487" y="456"/>
                </a:lnTo>
                <a:lnTo>
                  <a:pt x="486" y="456"/>
                </a:lnTo>
                <a:lnTo>
                  <a:pt x="486" y="457"/>
                </a:lnTo>
                <a:lnTo>
                  <a:pt x="485" y="457"/>
                </a:lnTo>
                <a:lnTo>
                  <a:pt x="485" y="456"/>
                </a:lnTo>
                <a:lnTo>
                  <a:pt x="484" y="456"/>
                </a:lnTo>
                <a:lnTo>
                  <a:pt x="483" y="456"/>
                </a:lnTo>
                <a:lnTo>
                  <a:pt x="483" y="457"/>
                </a:lnTo>
                <a:lnTo>
                  <a:pt x="483" y="458"/>
                </a:lnTo>
                <a:lnTo>
                  <a:pt x="482" y="459"/>
                </a:lnTo>
                <a:lnTo>
                  <a:pt x="482" y="460"/>
                </a:lnTo>
                <a:lnTo>
                  <a:pt x="482" y="461"/>
                </a:lnTo>
                <a:lnTo>
                  <a:pt x="482" y="462"/>
                </a:lnTo>
                <a:lnTo>
                  <a:pt x="481" y="462"/>
                </a:lnTo>
                <a:lnTo>
                  <a:pt x="481" y="463"/>
                </a:lnTo>
                <a:lnTo>
                  <a:pt x="480" y="464"/>
                </a:lnTo>
                <a:lnTo>
                  <a:pt x="480" y="465"/>
                </a:lnTo>
                <a:lnTo>
                  <a:pt x="479" y="464"/>
                </a:lnTo>
                <a:lnTo>
                  <a:pt x="479" y="463"/>
                </a:lnTo>
                <a:lnTo>
                  <a:pt x="478" y="463"/>
                </a:lnTo>
                <a:lnTo>
                  <a:pt x="478" y="464"/>
                </a:lnTo>
                <a:lnTo>
                  <a:pt x="477" y="464"/>
                </a:lnTo>
                <a:lnTo>
                  <a:pt x="476" y="464"/>
                </a:lnTo>
                <a:lnTo>
                  <a:pt x="476" y="465"/>
                </a:lnTo>
                <a:lnTo>
                  <a:pt x="476" y="464"/>
                </a:lnTo>
                <a:lnTo>
                  <a:pt x="476" y="463"/>
                </a:lnTo>
                <a:lnTo>
                  <a:pt x="475" y="463"/>
                </a:lnTo>
                <a:lnTo>
                  <a:pt x="475" y="462"/>
                </a:lnTo>
                <a:lnTo>
                  <a:pt x="474" y="462"/>
                </a:lnTo>
                <a:lnTo>
                  <a:pt x="473" y="462"/>
                </a:lnTo>
                <a:lnTo>
                  <a:pt x="472" y="463"/>
                </a:lnTo>
                <a:lnTo>
                  <a:pt x="472" y="462"/>
                </a:lnTo>
                <a:lnTo>
                  <a:pt x="471" y="462"/>
                </a:lnTo>
                <a:lnTo>
                  <a:pt x="470" y="462"/>
                </a:lnTo>
                <a:lnTo>
                  <a:pt x="469" y="462"/>
                </a:lnTo>
                <a:lnTo>
                  <a:pt x="469" y="461"/>
                </a:lnTo>
                <a:lnTo>
                  <a:pt x="468" y="461"/>
                </a:lnTo>
                <a:lnTo>
                  <a:pt x="467" y="461"/>
                </a:lnTo>
                <a:lnTo>
                  <a:pt x="467" y="462"/>
                </a:lnTo>
                <a:lnTo>
                  <a:pt x="466" y="462"/>
                </a:lnTo>
                <a:lnTo>
                  <a:pt x="466" y="463"/>
                </a:lnTo>
                <a:lnTo>
                  <a:pt x="465" y="463"/>
                </a:lnTo>
                <a:lnTo>
                  <a:pt x="464" y="464"/>
                </a:lnTo>
                <a:lnTo>
                  <a:pt x="464" y="465"/>
                </a:lnTo>
                <a:lnTo>
                  <a:pt x="463" y="464"/>
                </a:lnTo>
                <a:lnTo>
                  <a:pt x="462" y="464"/>
                </a:lnTo>
                <a:lnTo>
                  <a:pt x="461" y="464"/>
                </a:lnTo>
                <a:lnTo>
                  <a:pt x="460" y="463"/>
                </a:lnTo>
                <a:lnTo>
                  <a:pt x="460" y="462"/>
                </a:lnTo>
                <a:lnTo>
                  <a:pt x="460" y="461"/>
                </a:lnTo>
                <a:lnTo>
                  <a:pt x="459" y="461"/>
                </a:lnTo>
                <a:lnTo>
                  <a:pt x="457" y="461"/>
                </a:lnTo>
                <a:lnTo>
                  <a:pt x="455" y="461"/>
                </a:lnTo>
                <a:lnTo>
                  <a:pt x="454" y="461"/>
                </a:lnTo>
                <a:lnTo>
                  <a:pt x="453" y="461"/>
                </a:lnTo>
                <a:lnTo>
                  <a:pt x="453" y="462"/>
                </a:lnTo>
                <a:lnTo>
                  <a:pt x="452" y="462"/>
                </a:lnTo>
                <a:lnTo>
                  <a:pt x="452" y="463"/>
                </a:lnTo>
                <a:lnTo>
                  <a:pt x="452" y="466"/>
                </a:lnTo>
                <a:lnTo>
                  <a:pt x="451" y="466"/>
                </a:lnTo>
                <a:lnTo>
                  <a:pt x="451" y="467"/>
                </a:lnTo>
                <a:lnTo>
                  <a:pt x="450" y="468"/>
                </a:lnTo>
                <a:lnTo>
                  <a:pt x="450" y="469"/>
                </a:lnTo>
                <a:lnTo>
                  <a:pt x="449" y="469"/>
                </a:lnTo>
                <a:lnTo>
                  <a:pt x="449" y="470"/>
                </a:lnTo>
                <a:lnTo>
                  <a:pt x="449" y="471"/>
                </a:lnTo>
                <a:lnTo>
                  <a:pt x="448" y="471"/>
                </a:lnTo>
                <a:lnTo>
                  <a:pt x="448" y="470"/>
                </a:lnTo>
                <a:lnTo>
                  <a:pt x="447" y="471"/>
                </a:lnTo>
                <a:lnTo>
                  <a:pt x="447" y="472"/>
                </a:lnTo>
                <a:lnTo>
                  <a:pt x="446" y="472"/>
                </a:lnTo>
                <a:lnTo>
                  <a:pt x="446" y="473"/>
                </a:lnTo>
                <a:lnTo>
                  <a:pt x="446" y="474"/>
                </a:lnTo>
                <a:lnTo>
                  <a:pt x="445" y="474"/>
                </a:lnTo>
                <a:lnTo>
                  <a:pt x="444" y="474"/>
                </a:lnTo>
                <a:lnTo>
                  <a:pt x="444" y="473"/>
                </a:lnTo>
                <a:lnTo>
                  <a:pt x="443" y="473"/>
                </a:lnTo>
                <a:lnTo>
                  <a:pt x="443" y="474"/>
                </a:lnTo>
                <a:lnTo>
                  <a:pt x="441" y="474"/>
                </a:lnTo>
                <a:lnTo>
                  <a:pt x="440" y="474"/>
                </a:lnTo>
                <a:lnTo>
                  <a:pt x="440" y="475"/>
                </a:lnTo>
                <a:lnTo>
                  <a:pt x="440" y="476"/>
                </a:lnTo>
                <a:lnTo>
                  <a:pt x="439" y="477"/>
                </a:lnTo>
                <a:lnTo>
                  <a:pt x="438" y="477"/>
                </a:lnTo>
                <a:lnTo>
                  <a:pt x="437" y="477"/>
                </a:lnTo>
                <a:lnTo>
                  <a:pt x="437" y="478"/>
                </a:lnTo>
                <a:lnTo>
                  <a:pt x="437" y="479"/>
                </a:lnTo>
                <a:lnTo>
                  <a:pt x="437" y="480"/>
                </a:lnTo>
                <a:lnTo>
                  <a:pt x="436" y="480"/>
                </a:lnTo>
                <a:lnTo>
                  <a:pt x="436" y="479"/>
                </a:lnTo>
                <a:lnTo>
                  <a:pt x="436" y="475"/>
                </a:lnTo>
                <a:lnTo>
                  <a:pt x="437" y="475"/>
                </a:lnTo>
                <a:lnTo>
                  <a:pt x="437" y="474"/>
                </a:lnTo>
                <a:lnTo>
                  <a:pt x="437" y="473"/>
                </a:lnTo>
                <a:lnTo>
                  <a:pt x="438" y="473"/>
                </a:lnTo>
                <a:lnTo>
                  <a:pt x="438" y="472"/>
                </a:lnTo>
                <a:lnTo>
                  <a:pt x="438" y="471"/>
                </a:lnTo>
                <a:lnTo>
                  <a:pt x="438" y="470"/>
                </a:lnTo>
                <a:lnTo>
                  <a:pt x="438" y="469"/>
                </a:lnTo>
                <a:lnTo>
                  <a:pt x="438" y="468"/>
                </a:lnTo>
                <a:lnTo>
                  <a:pt x="437" y="468"/>
                </a:lnTo>
                <a:lnTo>
                  <a:pt x="437" y="467"/>
                </a:lnTo>
                <a:lnTo>
                  <a:pt x="436" y="467"/>
                </a:lnTo>
                <a:lnTo>
                  <a:pt x="435" y="467"/>
                </a:lnTo>
                <a:lnTo>
                  <a:pt x="434" y="466"/>
                </a:lnTo>
                <a:lnTo>
                  <a:pt x="433" y="466"/>
                </a:lnTo>
                <a:lnTo>
                  <a:pt x="432" y="466"/>
                </a:lnTo>
                <a:lnTo>
                  <a:pt x="432" y="465"/>
                </a:lnTo>
                <a:lnTo>
                  <a:pt x="431" y="465"/>
                </a:lnTo>
                <a:lnTo>
                  <a:pt x="431" y="466"/>
                </a:lnTo>
                <a:lnTo>
                  <a:pt x="431" y="465"/>
                </a:lnTo>
                <a:lnTo>
                  <a:pt x="430" y="465"/>
                </a:lnTo>
                <a:lnTo>
                  <a:pt x="430" y="464"/>
                </a:lnTo>
                <a:lnTo>
                  <a:pt x="429" y="464"/>
                </a:lnTo>
                <a:lnTo>
                  <a:pt x="429" y="462"/>
                </a:lnTo>
                <a:lnTo>
                  <a:pt x="430" y="462"/>
                </a:lnTo>
                <a:lnTo>
                  <a:pt x="430" y="461"/>
                </a:lnTo>
                <a:lnTo>
                  <a:pt x="430" y="460"/>
                </a:lnTo>
                <a:lnTo>
                  <a:pt x="431" y="460"/>
                </a:lnTo>
                <a:lnTo>
                  <a:pt x="431" y="459"/>
                </a:lnTo>
                <a:lnTo>
                  <a:pt x="430" y="459"/>
                </a:lnTo>
                <a:lnTo>
                  <a:pt x="430" y="460"/>
                </a:lnTo>
                <a:lnTo>
                  <a:pt x="429" y="460"/>
                </a:lnTo>
                <a:lnTo>
                  <a:pt x="428" y="461"/>
                </a:lnTo>
                <a:lnTo>
                  <a:pt x="428" y="462"/>
                </a:lnTo>
                <a:lnTo>
                  <a:pt x="428" y="463"/>
                </a:lnTo>
                <a:lnTo>
                  <a:pt x="427" y="463"/>
                </a:lnTo>
                <a:lnTo>
                  <a:pt x="426" y="463"/>
                </a:lnTo>
                <a:lnTo>
                  <a:pt x="426" y="464"/>
                </a:lnTo>
                <a:lnTo>
                  <a:pt x="426" y="465"/>
                </a:lnTo>
                <a:lnTo>
                  <a:pt x="425" y="464"/>
                </a:lnTo>
                <a:lnTo>
                  <a:pt x="425" y="463"/>
                </a:lnTo>
                <a:lnTo>
                  <a:pt x="425" y="462"/>
                </a:lnTo>
                <a:lnTo>
                  <a:pt x="424" y="462"/>
                </a:lnTo>
                <a:lnTo>
                  <a:pt x="424" y="461"/>
                </a:lnTo>
                <a:lnTo>
                  <a:pt x="424" y="460"/>
                </a:lnTo>
                <a:lnTo>
                  <a:pt x="423" y="460"/>
                </a:lnTo>
                <a:lnTo>
                  <a:pt x="422" y="460"/>
                </a:lnTo>
                <a:lnTo>
                  <a:pt x="421" y="460"/>
                </a:lnTo>
                <a:lnTo>
                  <a:pt x="421" y="461"/>
                </a:lnTo>
                <a:lnTo>
                  <a:pt x="420" y="461"/>
                </a:lnTo>
                <a:lnTo>
                  <a:pt x="420" y="460"/>
                </a:lnTo>
                <a:lnTo>
                  <a:pt x="419" y="460"/>
                </a:lnTo>
                <a:lnTo>
                  <a:pt x="418" y="460"/>
                </a:lnTo>
                <a:lnTo>
                  <a:pt x="418" y="461"/>
                </a:lnTo>
                <a:lnTo>
                  <a:pt x="417" y="461"/>
                </a:lnTo>
                <a:lnTo>
                  <a:pt x="417" y="460"/>
                </a:lnTo>
                <a:lnTo>
                  <a:pt x="416" y="460"/>
                </a:lnTo>
                <a:lnTo>
                  <a:pt x="416" y="459"/>
                </a:lnTo>
                <a:lnTo>
                  <a:pt x="415" y="458"/>
                </a:lnTo>
                <a:lnTo>
                  <a:pt x="414" y="458"/>
                </a:lnTo>
                <a:lnTo>
                  <a:pt x="414" y="457"/>
                </a:lnTo>
                <a:lnTo>
                  <a:pt x="413" y="457"/>
                </a:lnTo>
                <a:lnTo>
                  <a:pt x="413" y="458"/>
                </a:lnTo>
                <a:lnTo>
                  <a:pt x="412" y="458"/>
                </a:lnTo>
                <a:lnTo>
                  <a:pt x="411" y="458"/>
                </a:lnTo>
                <a:lnTo>
                  <a:pt x="411" y="457"/>
                </a:lnTo>
                <a:lnTo>
                  <a:pt x="410" y="456"/>
                </a:lnTo>
                <a:lnTo>
                  <a:pt x="411" y="456"/>
                </a:lnTo>
                <a:lnTo>
                  <a:pt x="411" y="455"/>
                </a:lnTo>
                <a:lnTo>
                  <a:pt x="410" y="455"/>
                </a:lnTo>
                <a:lnTo>
                  <a:pt x="410" y="454"/>
                </a:lnTo>
                <a:lnTo>
                  <a:pt x="411" y="454"/>
                </a:lnTo>
                <a:lnTo>
                  <a:pt x="411" y="453"/>
                </a:lnTo>
                <a:lnTo>
                  <a:pt x="411" y="451"/>
                </a:lnTo>
                <a:lnTo>
                  <a:pt x="411" y="450"/>
                </a:lnTo>
                <a:lnTo>
                  <a:pt x="411" y="449"/>
                </a:lnTo>
                <a:lnTo>
                  <a:pt x="410" y="449"/>
                </a:lnTo>
                <a:lnTo>
                  <a:pt x="410" y="448"/>
                </a:lnTo>
                <a:lnTo>
                  <a:pt x="410" y="447"/>
                </a:lnTo>
                <a:lnTo>
                  <a:pt x="408" y="447"/>
                </a:lnTo>
                <a:lnTo>
                  <a:pt x="408" y="448"/>
                </a:lnTo>
                <a:lnTo>
                  <a:pt x="410" y="449"/>
                </a:lnTo>
                <a:lnTo>
                  <a:pt x="410" y="450"/>
                </a:lnTo>
                <a:lnTo>
                  <a:pt x="408" y="449"/>
                </a:lnTo>
                <a:lnTo>
                  <a:pt x="407" y="449"/>
                </a:lnTo>
                <a:lnTo>
                  <a:pt x="407" y="448"/>
                </a:lnTo>
                <a:lnTo>
                  <a:pt x="406" y="448"/>
                </a:lnTo>
                <a:lnTo>
                  <a:pt x="405" y="448"/>
                </a:lnTo>
                <a:lnTo>
                  <a:pt x="405" y="447"/>
                </a:lnTo>
                <a:lnTo>
                  <a:pt x="404" y="447"/>
                </a:lnTo>
                <a:lnTo>
                  <a:pt x="403" y="446"/>
                </a:lnTo>
                <a:lnTo>
                  <a:pt x="402" y="446"/>
                </a:lnTo>
                <a:lnTo>
                  <a:pt x="401" y="446"/>
                </a:lnTo>
                <a:lnTo>
                  <a:pt x="401" y="445"/>
                </a:lnTo>
                <a:lnTo>
                  <a:pt x="400" y="445"/>
                </a:lnTo>
                <a:lnTo>
                  <a:pt x="400" y="444"/>
                </a:lnTo>
                <a:lnTo>
                  <a:pt x="399" y="444"/>
                </a:lnTo>
                <a:lnTo>
                  <a:pt x="398" y="444"/>
                </a:lnTo>
                <a:lnTo>
                  <a:pt x="397" y="444"/>
                </a:lnTo>
                <a:lnTo>
                  <a:pt x="397" y="443"/>
                </a:lnTo>
                <a:lnTo>
                  <a:pt x="396" y="443"/>
                </a:lnTo>
                <a:lnTo>
                  <a:pt x="396" y="442"/>
                </a:lnTo>
                <a:lnTo>
                  <a:pt x="396" y="441"/>
                </a:lnTo>
                <a:lnTo>
                  <a:pt x="397" y="439"/>
                </a:lnTo>
                <a:lnTo>
                  <a:pt x="397" y="438"/>
                </a:lnTo>
                <a:lnTo>
                  <a:pt x="397" y="437"/>
                </a:lnTo>
                <a:lnTo>
                  <a:pt x="396" y="437"/>
                </a:lnTo>
                <a:lnTo>
                  <a:pt x="396" y="438"/>
                </a:lnTo>
                <a:lnTo>
                  <a:pt x="395" y="438"/>
                </a:lnTo>
                <a:lnTo>
                  <a:pt x="394" y="438"/>
                </a:lnTo>
                <a:lnTo>
                  <a:pt x="393" y="438"/>
                </a:lnTo>
                <a:lnTo>
                  <a:pt x="392" y="437"/>
                </a:lnTo>
                <a:lnTo>
                  <a:pt x="392" y="436"/>
                </a:lnTo>
                <a:lnTo>
                  <a:pt x="391" y="436"/>
                </a:lnTo>
                <a:lnTo>
                  <a:pt x="390" y="436"/>
                </a:lnTo>
                <a:lnTo>
                  <a:pt x="389" y="435"/>
                </a:lnTo>
                <a:lnTo>
                  <a:pt x="389" y="436"/>
                </a:lnTo>
                <a:lnTo>
                  <a:pt x="389" y="435"/>
                </a:lnTo>
                <a:lnTo>
                  <a:pt x="388" y="435"/>
                </a:lnTo>
                <a:lnTo>
                  <a:pt x="388" y="434"/>
                </a:lnTo>
                <a:lnTo>
                  <a:pt x="387" y="434"/>
                </a:lnTo>
                <a:lnTo>
                  <a:pt x="387" y="435"/>
                </a:lnTo>
                <a:lnTo>
                  <a:pt x="388" y="435"/>
                </a:lnTo>
                <a:lnTo>
                  <a:pt x="388" y="436"/>
                </a:lnTo>
                <a:lnTo>
                  <a:pt x="387" y="436"/>
                </a:lnTo>
                <a:lnTo>
                  <a:pt x="387" y="435"/>
                </a:lnTo>
                <a:lnTo>
                  <a:pt x="386" y="435"/>
                </a:lnTo>
                <a:lnTo>
                  <a:pt x="386" y="436"/>
                </a:lnTo>
                <a:lnTo>
                  <a:pt x="386" y="435"/>
                </a:lnTo>
                <a:lnTo>
                  <a:pt x="385" y="434"/>
                </a:lnTo>
                <a:lnTo>
                  <a:pt x="384" y="434"/>
                </a:lnTo>
                <a:lnTo>
                  <a:pt x="384" y="433"/>
                </a:lnTo>
                <a:lnTo>
                  <a:pt x="383" y="433"/>
                </a:lnTo>
                <a:lnTo>
                  <a:pt x="383" y="434"/>
                </a:lnTo>
                <a:lnTo>
                  <a:pt x="382" y="434"/>
                </a:lnTo>
                <a:lnTo>
                  <a:pt x="382" y="433"/>
                </a:lnTo>
                <a:lnTo>
                  <a:pt x="382" y="432"/>
                </a:lnTo>
                <a:lnTo>
                  <a:pt x="381" y="432"/>
                </a:lnTo>
                <a:lnTo>
                  <a:pt x="380" y="431"/>
                </a:lnTo>
                <a:lnTo>
                  <a:pt x="380" y="430"/>
                </a:lnTo>
                <a:lnTo>
                  <a:pt x="379" y="430"/>
                </a:lnTo>
                <a:lnTo>
                  <a:pt x="378" y="430"/>
                </a:lnTo>
                <a:lnTo>
                  <a:pt x="378" y="429"/>
                </a:lnTo>
                <a:lnTo>
                  <a:pt x="377" y="429"/>
                </a:lnTo>
                <a:lnTo>
                  <a:pt x="376" y="429"/>
                </a:lnTo>
                <a:lnTo>
                  <a:pt x="376" y="430"/>
                </a:lnTo>
                <a:lnTo>
                  <a:pt x="375" y="430"/>
                </a:lnTo>
                <a:lnTo>
                  <a:pt x="374" y="430"/>
                </a:lnTo>
                <a:lnTo>
                  <a:pt x="374" y="429"/>
                </a:lnTo>
                <a:lnTo>
                  <a:pt x="374" y="428"/>
                </a:lnTo>
                <a:lnTo>
                  <a:pt x="373" y="428"/>
                </a:lnTo>
                <a:lnTo>
                  <a:pt x="373" y="429"/>
                </a:lnTo>
                <a:lnTo>
                  <a:pt x="373" y="428"/>
                </a:lnTo>
                <a:lnTo>
                  <a:pt x="372" y="428"/>
                </a:lnTo>
                <a:lnTo>
                  <a:pt x="372" y="429"/>
                </a:lnTo>
                <a:lnTo>
                  <a:pt x="371" y="428"/>
                </a:lnTo>
                <a:lnTo>
                  <a:pt x="371" y="429"/>
                </a:lnTo>
                <a:lnTo>
                  <a:pt x="370" y="429"/>
                </a:lnTo>
                <a:lnTo>
                  <a:pt x="370" y="430"/>
                </a:lnTo>
                <a:lnTo>
                  <a:pt x="370" y="431"/>
                </a:lnTo>
                <a:lnTo>
                  <a:pt x="369" y="431"/>
                </a:lnTo>
                <a:lnTo>
                  <a:pt x="369" y="432"/>
                </a:lnTo>
                <a:lnTo>
                  <a:pt x="369" y="431"/>
                </a:lnTo>
                <a:lnTo>
                  <a:pt x="368" y="432"/>
                </a:lnTo>
                <a:lnTo>
                  <a:pt x="368" y="433"/>
                </a:lnTo>
                <a:lnTo>
                  <a:pt x="367" y="433"/>
                </a:lnTo>
                <a:lnTo>
                  <a:pt x="366" y="433"/>
                </a:lnTo>
                <a:lnTo>
                  <a:pt x="365" y="433"/>
                </a:lnTo>
                <a:lnTo>
                  <a:pt x="364" y="433"/>
                </a:lnTo>
                <a:lnTo>
                  <a:pt x="363" y="433"/>
                </a:lnTo>
                <a:lnTo>
                  <a:pt x="362" y="433"/>
                </a:lnTo>
                <a:lnTo>
                  <a:pt x="362" y="432"/>
                </a:lnTo>
                <a:lnTo>
                  <a:pt x="361" y="433"/>
                </a:lnTo>
                <a:lnTo>
                  <a:pt x="361" y="432"/>
                </a:lnTo>
                <a:lnTo>
                  <a:pt x="360" y="433"/>
                </a:lnTo>
                <a:lnTo>
                  <a:pt x="360" y="432"/>
                </a:lnTo>
                <a:lnTo>
                  <a:pt x="360" y="433"/>
                </a:lnTo>
                <a:lnTo>
                  <a:pt x="359" y="433"/>
                </a:lnTo>
                <a:lnTo>
                  <a:pt x="359" y="432"/>
                </a:lnTo>
                <a:lnTo>
                  <a:pt x="359" y="433"/>
                </a:lnTo>
                <a:lnTo>
                  <a:pt x="358" y="433"/>
                </a:lnTo>
                <a:lnTo>
                  <a:pt x="357" y="433"/>
                </a:lnTo>
                <a:lnTo>
                  <a:pt x="356" y="433"/>
                </a:lnTo>
                <a:lnTo>
                  <a:pt x="355" y="433"/>
                </a:lnTo>
                <a:lnTo>
                  <a:pt x="355" y="432"/>
                </a:lnTo>
                <a:lnTo>
                  <a:pt x="354" y="433"/>
                </a:lnTo>
                <a:lnTo>
                  <a:pt x="353" y="433"/>
                </a:lnTo>
                <a:lnTo>
                  <a:pt x="353" y="432"/>
                </a:lnTo>
                <a:lnTo>
                  <a:pt x="353" y="433"/>
                </a:lnTo>
                <a:lnTo>
                  <a:pt x="352" y="433"/>
                </a:lnTo>
                <a:lnTo>
                  <a:pt x="351" y="433"/>
                </a:lnTo>
                <a:lnTo>
                  <a:pt x="351" y="432"/>
                </a:lnTo>
                <a:lnTo>
                  <a:pt x="350" y="432"/>
                </a:lnTo>
                <a:lnTo>
                  <a:pt x="350" y="431"/>
                </a:lnTo>
                <a:lnTo>
                  <a:pt x="349" y="431"/>
                </a:lnTo>
                <a:lnTo>
                  <a:pt x="349" y="430"/>
                </a:lnTo>
                <a:lnTo>
                  <a:pt x="348" y="430"/>
                </a:lnTo>
                <a:lnTo>
                  <a:pt x="348" y="429"/>
                </a:lnTo>
                <a:lnTo>
                  <a:pt x="347" y="429"/>
                </a:lnTo>
                <a:lnTo>
                  <a:pt x="346" y="429"/>
                </a:lnTo>
                <a:lnTo>
                  <a:pt x="346" y="430"/>
                </a:lnTo>
                <a:lnTo>
                  <a:pt x="346" y="429"/>
                </a:lnTo>
                <a:lnTo>
                  <a:pt x="345" y="430"/>
                </a:lnTo>
                <a:lnTo>
                  <a:pt x="344" y="430"/>
                </a:lnTo>
                <a:lnTo>
                  <a:pt x="343" y="430"/>
                </a:lnTo>
                <a:lnTo>
                  <a:pt x="343" y="431"/>
                </a:lnTo>
                <a:lnTo>
                  <a:pt x="343" y="430"/>
                </a:lnTo>
                <a:lnTo>
                  <a:pt x="342" y="430"/>
                </a:lnTo>
                <a:lnTo>
                  <a:pt x="341" y="430"/>
                </a:lnTo>
                <a:lnTo>
                  <a:pt x="341" y="429"/>
                </a:lnTo>
                <a:lnTo>
                  <a:pt x="341" y="430"/>
                </a:lnTo>
                <a:lnTo>
                  <a:pt x="340" y="430"/>
                </a:lnTo>
                <a:lnTo>
                  <a:pt x="339" y="430"/>
                </a:lnTo>
                <a:lnTo>
                  <a:pt x="339" y="429"/>
                </a:lnTo>
                <a:lnTo>
                  <a:pt x="338" y="429"/>
                </a:lnTo>
                <a:lnTo>
                  <a:pt x="338" y="430"/>
                </a:lnTo>
                <a:lnTo>
                  <a:pt x="337" y="430"/>
                </a:lnTo>
                <a:lnTo>
                  <a:pt x="337" y="431"/>
                </a:lnTo>
                <a:lnTo>
                  <a:pt x="336" y="432"/>
                </a:lnTo>
                <a:lnTo>
                  <a:pt x="335" y="432"/>
                </a:lnTo>
                <a:lnTo>
                  <a:pt x="334" y="432"/>
                </a:lnTo>
                <a:lnTo>
                  <a:pt x="333" y="432"/>
                </a:lnTo>
                <a:lnTo>
                  <a:pt x="333" y="431"/>
                </a:lnTo>
                <a:lnTo>
                  <a:pt x="332" y="431"/>
                </a:lnTo>
                <a:lnTo>
                  <a:pt x="332" y="430"/>
                </a:lnTo>
                <a:lnTo>
                  <a:pt x="333" y="430"/>
                </a:lnTo>
                <a:lnTo>
                  <a:pt x="333" y="429"/>
                </a:lnTo>
                <a:lnTo>
                  <a:pt x="332" y="429"/>
                </a:lnTo>
                <a:lnTo>
                  <a:pt x="332" y="428"/>
                </a:lnTo>
                <a:lnTo>
                  <a:pt x="332" y="427"/>
                </a:lnTo>
                <a:lnTo>
                  <a:pt x="331" y="427"/>
                </a:lnTo>
                <a:lnTo>
                  <a:pt x="330" y="427"/>
                </a:lnTo>
                <a:lnTo>
                  <a:pt x="329" y="427"/>
                </a:lnTo>
                <a:lnTo>
                  <a:pt x="329" y="428"/>
                </a:lnTo>
                <a:lnTo>
                  <a:pt x="328" y="428"/>
                </a:lnTo>
                <a:lnTo>
                  <a:pt x="328" y="427"/>
                </a:lnTo>
                <a:lnTo>
                  <a:pt x="327" y="427"/>
                </a:lnTo>
                <a:lnTo>
                  <a:pt x="327" y="426"/>
                </a:lnTo>
                <a:lnTo>
                  <a:pt x="326" y="426"/>
                </a:lnTo>
                <a:lnTo>
                  <a:pt x="326" y="425"/>
                </a:lnTo>
                <a:lnTo>
                  <a:pt x="326" y="424"/>
                </a:lnTo>
                <a:lnTo>
                  <a:pt x="325" y="424"/>
                </a:lnTo>
                <a:lnTo>
                  <a:pt x="325" y="425"/>
                </a:lnTo>
                <a:lnTo>
                  <a:pt x="325" y="424"/>
                </a:lnTo>
                <a:lnTo>
                  <a:pt x="324" y="424"/>
                </a:lnTo>
                <a:lnTo>
                  <a:pt x="323" y="424"/>
                </a:lnTo>
                <a:lnTo>
                  <a:pt x="323" y="423"/>
                </a:lnTo>
                <a:lnTo>
                  <a:pt x="322" y="423"/>
                </a:lnTo>
                <a:lnTo>
                  <a:pt x="322" y="422"/>
                </a:lnTo>
                <a:lnTo>
                  <a:pt x="323" y="421"/>
                </a:lnTo>
                <a:lnTo>
                  <a:pt x="322" y="421"/>
                </a:lnTo>
                <a:lnTo>
                  <a:pt x="322" y="420"/>
                </a:lnTo>
                <a:lnTo>
                  <a:pt x="321" y="420"/>
                </a:lnTo>
                <a:lnTo>
                  <a:pt x="320" y="420"/>
                </a:lnTo>
                <a:lnTo>
                  <a:pt x="319" y="420"/>
                </a:lnTo>
                <a:lnTo>
                  <a:pt x="319" y="419"/>
                </a:lnTo>
                <a:lnTo>
                  <a:pt x="318" y="419"/>
                </a:lnTo>
                <a:lnTo>
                  <a:pt x="318" y="418"/>
                </a:lnTo>
                <a:lnTo>
                  <a:pt x="318" y="417"/>
                </a:lnTo>
                <a:lnTo>
                  <a:pt x="317" y="417"/>
                </a:lnTo>
                <a:lnTo>
                  <a:pt x="316" y="417"/>
                </a:lnTo>
                <a:lnTo>
                  <a:pt x="315" y="417"/>
                </a:lnTo>
                <a:lnTo>
                  <a:pt x="314" y="417"/>
                </a:lnTo>
                <a:lnTo>
                  <a:pt x="313" y="417"/>
                </a:lnTo>
                <a:lnTo>
                  <a:pt x="312" y="417"/>
                </a:lnTo>
                <a:lnTo>
                  <a:pt x="311" y="417"/>
                </a:lnTo>
                <a:lnTo>
                  <a:pt x="310" y="417"/>
                </a:lnTo>
                <a:lnTo>
                  <a:pt x="309" y="417"/>
                </a:lnTo>
                <a:lnTo>
                  <a:pt x="308" y="417"/>
                </a:lnTo>
                <a:lnTo>
                  <a:pt x="307" y="417"/>
                </a:lnTo>
                <a:lnTo>
                  <a:pt x="306" y="417"/>
                </a:lnTo>
                <a:lnTo>
                  <a:pt x="305" y="417"/>
                </a:lnTo>
                <a:lnTo>
                  <a:pt x="304" y="417"/>
                </a:lnTo>
                <a:lnTo>
                  <a:pt x="303" y="417"/>
                </a:lnTo>
                <a:lnTo>
                  <a:pt x="302" y="417"/>
                </a:lnTo>
                <a:lnTo>
                  <a:pt x="301" y="417"/>
                </a:lnTo>
                <a:lnTo>
                  <a:pt x="301" y="416"/>
                </a:lnTo>
                <a:lnTo>
                  <a:pt x="300" y="416"/>
                </a:lnTo>
                <a:lnTo>
                  <a:pt x="300" y="417"/>
                </a:lnTo>
                <a:lnTo>
                  <a:pt x="300" y="416"/>
                </a:lnTo>
                <a:lnTo>
                  <a:pt x="299" y="416"/>
                </a:lnTo>
                <a:lnTo>
                  <a:pt x="298" y="417"/>
                </a:lnTo>
                <a:lnTo>
                  <a:pt x="297" y="417"/>
                </a:lnTo>
                <a:lnTo>
                  <a:pt x="295" y="417"/>
                </a:lnTo>
                <a:lnTo>
                  <a:pt x="294" y="417"/>
                </a:lnTo>
                <a:lnTo>
                  <a:pt x="293" y="417"/>
                </a:lnTo>
                <a:lnTo>
                  <a:pt x="292" y="417"/>
                </a:lnTo>
                <a:lnTo>
                  <a:pt x="291" y="417"/>
                </a:lnTo>
                <a:lnTo>
                  <a:pt x="290" y="416"/>
                </a:lnTo>
                <a:lnTo>
                  <a:pt x="289" y="416"/>
                </a:lnTo>
                <a:lnTo>
                  <a:pt x="288" y="416"/>
                </a:lnTo>
                <a:lnTo>
                  <a:pt x="287" y="416"/>
                </a:lnTo>
                <a:lnTo>
                  <a:pt x="286" y="416"/>
                </a:lnTo>
                <a:lnTo>
                  <a:pt x="285" y="416"/>
                </a:lnTo>
                <a:lnTo>
                  <a:pt x="284" y="416"/>
                </a:lnTo>
                <a:lnTo>
                  <a:pt x="283" y="416"/>
                </a:lnTo>
                <a:lnTo>
                  <a:pt x="282" y="416"/>
                </a:lnTo>
                <a:lnTo>
                  <a:pt x="281" y="416"/>
                </a:lnTo>
                <a:lnTo>
                  <a:pt x="281" y="415"/>
                </a:lnTo>
                <a:lnTo>
                  <a:pt x="281" y="414"/>
                </a:lnTo>
                <a:lnTo>
                  <a:pt x="281" y="413"/>
                </a:lnTo>
                <a:lnTo>
                  <a:pt x="281" y="412"/>
                </a:lnTo>
                <a:lnTo>
                  <a:pt x="281" y="411"/>
                </a:lnTo>
                <a:lnTo>
                  <a:pt x="281" y="409"/>
                </a:lnTo>
                <a:lnTo>
                  <a:pt x="280" y="409"/>
                </a:lnTo>
                <a:lnTo>
                  <a:pt x="279" y="409"/>
                </a:lnTo>
                <a:lnTo>
                  <a:pt x="278" y="410"/>
                </a:lnTo>
                <a:lnTo>
                  <a:pt x="277" y="410"/>
                </a:lnTo>
                <a:lnTo>
                  <a:pt x="277" y="409"/>
                </a:lnTo>
                <a:lnTo>
                  <a:pt x="276" y="409"/>
                </a:lnTo>
                <a:lnTo>
                  <a:pt x="275" y="410"/>
                </a:lnTo>
                <a:lnTo>
                  <a:pt x="274" y="409"/>
                </a:lnTo>
                <a:lnTo>
                  <a:pt x="273" y="409"/>
                </a:lnTo>
                <a:lnTo>
                  <a:pt x="273" y="408"/>
                </a:lnTo>
                <a:lnTo>
                  <a:pt x="272" y="408"/>
                </a:lnTo>
                <a:lnTo>
                  <a:pt x="271" y="408"/>
                </a:lnTo>
                <a:lnTo>
                  <a:pt x="271" y="409"/>
                </a:lnTo>
                <a:lnTo>
                  <a:pt x="270" y="408"/>
                </a:lnTo>
                <a:lnTo>
                  <a:pt x="269" y="408"/>
                </a:lnTo>
                <a:lnTo>
                  <a:pt x="268" y="408"/>
                </a:lnTo>
                <a:lnTo>
                  <a:pt x="268" y="409"/>
                </a:lnTo>
                <a:lnTo>
                  <a:pt x="268" y="410"/>
                </a:lnTo>
                <a:lnTo>
                  <a:pt x="267" y="410"/>
                </a:lnTo>
                <a:lnTo>
                  <a:pt x="266" y="410"/>
                </a:lnTo>
                <a:lnTo>
                  <a:pt x="266" y="409"/>
                </a:lnTo>
                <a:lnTo>
                  <a:pt x="265" y="409"/>
                </a:lnTo>
                <a:lnTo>
                  <a:pt x="264" y="409"/>
                </a:lnTo>
                <a:lnTo>
                  <a:pt x="263" y="409"/>
                </a:lnTo>
                <a:lnTo>
                  <a:pt x="263" y="410"/>
                </a:lnTo>
                <a:lnTo>
                  <a:pt x="262" y="410"/>
                </a:lnTo>
                <a:lnTo>
                  <a:pt x="261" y="410"/>
                </a:lnTo>
                <a:lnTo>
                  <a:pt x="261" y="411"/>
                </a:lnTo>
                <a:lnTo>
                  <a:pt x="262" y="411"/>
                </a:lnTo>
                <a:lnTo>
                  <a:pt x="262" y="412"/>
                </a:lnTo>
                <a:lnTo>
                  <a:pt x="262" y="413"/>
                </a:lnTo>
                <a:lnTo>
                  <a:pt x="261" y="413"/>
                </a:lnTo>
                <a:lnTo>
                  <a:pt x="261" y="414"/>
                </a:lnTo>
                <a:lnTo>
                  <a:pt x="262" y="414"/>
                </a:lnTo>
                <a:lnTo>
                  <a:pt x="262" y="415"/>
                </a:lnTo>
                <a:lnTo>
                  <a:pt x="262" y="416"/>
                </a:lnTo>
                <a:lnTo>
                  <a:pt x="262" y="417"/>
                </a:lnTo>
                <a:lnTo>
                  <a:pt x="262" y="418"/>
                </a:lnTo>
                <a:lnTo>
                  <a:pt x="262" y="419"/>
                </a:lnTo>
                <a:lnTo>
                  <a:pt x="261" y="420"/>
                </a:lnTo>
                <a:lnTo>
                  <a:pt x="260" y="420"/>
                </a:lnTo>
                <a:lnTo>
                  <a:pt x="259" y="420"/>
                </a:lnTo>
                <a:lnTo>
                  <a:pt x="258" y="420"/>
                </a:lnTo>
                <a:lnTo>
                  <a:pt x="258" y="421"/>
                </a:lnTo>
                <a:lnTo>
                  <a:pt x="257" y="421"/>
                </a:lnTo>
                <a:lnTo>
                  <a:pt x="256" y="420"/>
                </a:lnTo>
                <a:lnTo>
                  <a:pt x="255" y="420"/>
                </a:lnTo>
                <a:lnTo>
                  <a:pt x="255" y="418"/>
                </a:lnTo>
                <a:lnTo>
                  <a:pt x="255" y="417"/>
                </a:lnTo>
                <a:lnTo>
                  <a:pt x="254" y="417"/>
                </a:lnTo>
                <a:lnTo>
                  <a:pt x="253" y="417"/>
                </a:lnTo>
                <a:lnTo>
                  <a:pt x="252" y="417"/>
                </a:lnTo>
                <a:lnTo>
                  <a:pt x="252" y="416"/>
                </a:lnTo>
                <a:lnTo>
                  <a:pt x="251" y="416"/>
                </a:lnTo>
                <a:lnTo>
                  <a:pt x="250" y="416"/>
                </a:lnTo>
                <a:lnTo>
                  <a:pt x="249" y="417"/>
                </a:lnTo>
                <a:lnTo>
                  <a:pt x="248" y="417"/>
                </a:lnTo>
                <a:lnTo>
                  <a:pt x="248" y="418"/>
                </a:lnTo>
                <a:lnTo>
                  <a:pt x="247" y="418"/>
                </a:lnTo>
                <a:lnTo>
                  <a:pt x="246" y="418"/>
                </a:lnTo>
                <a:lnTo>
                  <a:pt x="246" y="419"/>
                </a:lnTo>
                <a:lnTo>
                  <a:pt x="245" y="419"/>
                </a:lnTo>
                <a:lnTo>
                  <a:pt x="244" y="418"/>
                </a:lnTo>
                <a:lnTo>
                  <a:pt x="244" y="419"/>
                </a:lnTo>
                <a:lnTo>
                  <a:pt x="243" y="419"/>
                </a:lnTo>
                <a:lnTo>
                  <a:pt x="243" y="418"/>
                </a:lnTo>
                <a:lnTo>
                  <a:pt x="242" y="418"/>
                </a:lnTo>
                <a:lnTo>
                  <a:pt x="242" y="419"/>
                </a:lnTo>
                <a:lnTo>
                  <a:pt x="241" y="418"/>
                </a:lnTo>
                <a:lnTo>
                  <a:pt x="241" y="419"/>
                </a:lnTo>
                <a:lnTo>
                  <a:pt x="240" y="419"/>
                </a:lnTo>
                <a:lnTo>
                  <a:pt x="239" y="419"/>
                </a:lnTo>
                <a:lnTo>
                  <a:pt x="238" y="419"/>
                </a:lnTo>
                <a:lnTo>
                  <a:pt x="238" y="418"/>
                </a:lnTo>
                <a:lnTo>
                  <a:pt x="237" y="418"/>
                </a:lnTo>
                <a:lnTo>
                  <a:pt x="237" y="419"/>
                </a:lnTo>
                <a:lnTo>
                  <a:pt x="236" y="419"/>
                </a:lnTo>
                <a:lnTo>
                  <a:pt x="236" y="420"/>
                </a:lnTo>
                <a:lnTo>
                  <a:pt x="235" y="420"/>
                </a:lnTo>
                <a:lnTo>
                  <a:pt x="235" y="419"/>
                </a:lnTo>
                <a:lnTo>
                  <a:pt x="234" y="419"/>
                </a:lnTo>
                <a:lnTo>
                  <a:pt x="234" y="420"/>
                </a:lnTo>
                <a:lnTo>
                  <a:pt x="234" y="421"/>
                </a:lnTo>
                <a:lnTo>
                  <a:pt x="234" y="422"/>
                </a:lnTo>
                <a:lnTo>
                  <a:pt x="234" y="423"/>
                </a:lnTo>
                <a:lnTo>
                  <a:pt x="235" y="423"/>
                </a:lnTo>
                <a:lnTo>
                  <a:pt x="234" y="423"/>
                </a:lnTo>
                <a:lnTo>
                  <a:pt x="234" y="424"/>
                </a:lnTo>
                <a:lnTo>
                  <a:pt x="234" y="425"/>
                </a:lnTo>
                <a:lnTo>
                  <a:pt x="235" y="425"/>
                </a:lnTo>
                <a:lnTo>
                  <a:pt x="236" y="425"/>
                </a:lnTo>
                <a:lnTo>
                  <a:pt x="236" y="426"/>
                </a:lnTo>
                <a:lnTo>
                  <a:pt x="237" y="426"/>
                </a:lnTo>
                <a:lnTo>
                  <a:pt x="238" y="426"/>
                </a:lnTo>
                <a:lnTo>
                  <a:pt x="239" y="426"/>
                </a:lnTo>
                <a:lnTo>
                  <a:pt x="240" y="426"/>
                </a:lnTo>
                <a:lnTo>
                  <a:pt x="240" y="427"/>
                </a:lnTo>
                <a:lnTo>
                  <a:pt x="240" y="428"/>
                </a:lnTo>
                <a:lnTo>
                  <a:pt x="241" y="428"/>
                </a:lnTo>
                <a:lnTo>
                  <a:pt x="241" y="429"/>
                </a:lnTo>
                <a:lnTo>
                  <a:pt x="240" y="429"/>
                </a:lnTo>
                <a:lnTo>
                  <a:pt x="239" y="429"/>
                </a:lnTo>
                <a:lnTo>
                  <a:pt x="238" y="429"/>
                </a:lnTo>
                <a:lnTo>
                  <a:pt x="238" y="430"/>
                </a:lnTo>
                <a:lnTo>
                  <a:pt x="238" y="431"/>
                </a:lnTo>
                <a:lnTo>
                  <a:pt x="237" y="431"/>
                </a:lnTo>
                <a:lnTo>
                  <a:pt x="237" y="432"/>
                </a:lnTo>
                <a:lnTo>
                  <a:pt x="237" y="433"/>
                </a:lnTo>
                <a:lnTo>
                  <a:pt x="236" y="433"/>
                </a:lnTo>
                <a:lnTo>
                  <a:pt x="236" y="434"/>
                </a:lnTo>
                <a:lnTo>
                  <a:pt x="236" y="435"/>
                </a:lnTo>
                <a:lnTo>
                  <a:pt x="236" y="436"/>
                </a:lnTo>
                <a:lnTo>
                  <a:pt x="236" y="437"/>
                </a:lnTo>
                <a:lnTo>
                  <a:pt x="237" y="437"/>
                </a:lnTo>
                <a:lnTo>
                  <a:pt x="237" y="438"/>
                </a:lnTo>
                <a:lnTo>
                  <a:pt x="237" y="439"/>
                </a:lnTo>
                <a:lnTo>
                  <a:pt x="238" y="439"/>
                </a:lnTo>
                <a:lnTo>
                  <a:pt x="239" y="439"/>
                </a:lnTo>
                <a:lnTo>
                  <a:pt x="240" y="439"/>
                </a:lnTo>
                <a:lnTo>
                  <a:pt x="240" y="441"/>
                </a:lnTo>
                <a:lnTo>
                  <a:pt x="240" y="443"/>
                </a:lnTo>
                <a:lnTo>
                  <a:pt x="239" y="443"/>
                </a:lnTo>
                <a:lnTo>
                  <a:pt x="239" y="444"/>
                </a:lnTo>
                <a:lnTo>
                  <a:pt x="240" y="444"/>
                </a:lnTo>
                <a:lnTo>
                  <a:pt x="241" y="444"/>
                </a:lnTo>
                <a:lnTo>
                  <a:pt x="241" y="445"/>
                </a:lnTo>
                <a:lnTo>
                  <a:pt x="241" y="446"/>
                </a:lnTo>
                <a:lnTo>
                  <a:pt x="241" y="447"/>
                </a:lnTo>
                <a:lnTo>
                  <a:pt x="242" y="447"/>
                </a:lnTo>
                <a:lnTo>
                  <a:pt x="243" y="447"/>
                </a:lnTo>
                <a:lnTo>
                  <a:pt x="244" y="447"/>
                </a:lnTo>
                <a:lnTo>
                  <a:pt x="244" y="448"/>
                </a:lnTo>
                <a:lnTo>
                  <a:pt x="245" y="448"/>
                </a:lnTo>
                <a:lnTo>
                  <a:pt x="246" y="448"/>
                </a:lnTo>
                <a:lnTo>
                  <a:pt x="247" y="448"/>
                </a:lnTo>
                <a:lnTo>
                  <a:pt x="248" y="448"/>
                </a:lnTo>
                <a:lnTo>
                  <a:pt x="248" y="449"/>
                </a:lnTo>
                <a:lnTo>
                  <a:pt x="249" y="449"/>
                </a:lnTo>
                <a:lnTo>
                  <a:pt x="249" y="450"/>
                </a:lnTo>
                <a:lnTo>
                  <a:pt x="250" y="450"/>
                </a:lnTo>
                <a:lnTo>
                  <a:pt x="250" y="451"/>
                </a:lnTo>
                <a:lnTo>
                  <a:pt x="250" y="452"/>
                </a:lnTo>
                <a:lnTo>
                  <a:pt x="250" y="453"/>
                </a:lnTo>
                <a:lnTo>
                  <a:pt x="251" y="453"/>
                </a:lnTo>
                <a:lnTo>
                  <a:pt x="251" y="454"/>
                </a:lnTo>
                <a:lnTo>
                  <a:pt x="252" y="455"/>
                </a:lnTo>
                <a:lnTo>
                  <a:pt x="252" y="456"/>
                </a:lnTo>
                <a:lnTo>
                  <a:pt x="252" y="457"/>
                </a:lnTo>
                <a:lnTo>
                  <a:pt x="251" y="457"/>
                </a:lnTo>
                <a:lnTo>
                  <a:pt x="251" y="458"/>
                </a:lnTo>
                <a:lnTo>
                  <a:pt x="250" y="458"/>
                </a:lnTo>
                <a:lnTo>
                  <a:pt x="250" y="459"/>
                </a:lnTo>
                <a:lnTo>
                  <a:pt x="249" y="460"/>
                </a:lnTo>
                <a:lnTo>
                  <a:pt x="248" y="460"/>
                </a:lnTo>
                <a:lnTo>
                  <a:pt x="247" y="461"/>
                </a:lnTo>
                <a:lnTo>
                  <a:pt x="247" y="462"/>
                </a:lnTo>
                <a:lnTo>
                  <a:pt x="246" y="462"/>
                </a:lnTo>
                <a:lnTo>
                  <a:pt x="245" y="462"/>
                </a:lnTo>
                <a:lnTo>
                  <a:pt x="245" y="463"/>
                </a:lnTo>
                <a:lnTo>
                  <a:pt x="245" y="464"/>
                </a:lnTo>
                <a:lnTo>
                  <a:pt x="244" y="464"/>
                </a:lnTo>
                <a:lnTo>
                  <a:pt x="243" y="464"/>
                </a:lnTo>
                <a:lnTo>
                  <a:pt x="243" y="465"/>
                </a:lnTo>
                <a:lnTo>
                  <a:pt x="242" y="465"/>
                </a:lnTo>
                <a:lnTo>
                  <a:pt x="242" y="466"/>
                </a:lnTo>
                <a:lnTo>
                  <a:pt x="241" y="466"/>
                </a:lnTo>
                <a:lnTo>
                  <a:pt x="240" y="466"/>
                </a:lnTo>
                <a:lnTo>
                  <a:pt x="240" y="467"/>
                </a:lnTo>
                <a:lnTo>
                  <a:pt x="239" y="467"/>
                </a:lnTo>
                <a:lnTo>
                  <a:pt x="238" y="466"/>
                </a:lnTo>
                <a:lnTo>
                  <a:pt x="238" y="467"/>
                </a:lnTo>
                <a:lnTo>
                  <a:pt x="237" y="467"/>
                </a:lnTo>
                <a:lnTo>
                  <a:pt x="236" y="467"/>
                </a:lnTo>
                <a:lnTo>
                  <a:pt x="236" y="466"/>
                </a:lnTo>
                <a:lnTo>
                  <a:pt x="235" y="466"/>
                </a:lnTo>
                <a:lnTo>
                  <a:pt x="234" y="466"/>
                </a:lnTo>
                <a:lnTo>
                  <a:pt x="234" y="465"/>
                </a:lnTo>
                <a:lnTo>
                  <a:pt x="233" y="465"/>
                </a:lnTo>
                <a:lnTo>
                  <a:pt x="232" y="465"/>
                </a:lnTo>
                <a:lnTo>
                  <a:pt x="232" y="466"/>
                </a:lnTo>
                <a:lnTo>
                  <a:pt x="232" y="467"/>
                </a:lnTo>
                <a:lnTo>
                  <a:pt x="231" y="467"/>
                </a:lnTo>
                <a:lnTo>
                  <a:pt x="231" y="468"/>
                </a:lnTo>
                <a:lnTo>
                  <a:pt x="231" y="469"/>
                </a:lnTo>
                <a:lnTo>
                  <a:pt x="231" y="470"/>
                </a:lnTo>
                <a:lnTo>
                  <a:pt x="231" y="471"/>
                </a:lnTo>
                <a:lnTo>
                  <a:pt x="231" y="472"/>
                </a:lnTo>
                <a:lnTo>
                  <a:pt x="230" y="472"/>
                </a:lnTo>
                <a:lnTo>
                  <a:pt x="229" y="472"/>
                </a:lnTo>
                <a:lnTo>
                  <a:pt x="228" y="472"/>
                </a:lnTo>
                <a:lnTo>
                  <a:pt x="228" y="473"/>
                </a:lnTo>
                <a:lnTo>
                  <a:pt x="227" y="473"/>
                </a:lnTo>
                <a:lnTo>
                  <a:pt x="226" y="473"/>
                </a:lnTo>
                <a:lnTo>
                  <a:pt x="226" y="474"/>
                </a:lnTo>
                <a:lnTo>
                  <a:pt x="225" y="474"/>
                </a:lnTo>
                <a:lnTo>
                  <a:pt x="224" y="475"/>
                </a:lnTo>
                <a:lnTo>
                  <a:pt x="223" y="475"/>
                </a:lnTo>
                <a:lnTo>
                  <a:pt x="223" y="476"/>
                </a:lnTo>
                <a:lnTo>
                  <a:pt x="222" y="476"/>
                </a:lnTo>
                <a:lnTo>
                  <a:pt x="222" y="475"/>
                </a:lnTo>
                <a:lnTo>
                  <a:pt x="221" y="475"/>
                </a:lnTo>
                <a:lnTo>
                  <a:pt x="221" y="474"/>
                </a:lnTo>
                <a:lnTo>
                  <a:pt x="221" y="473"/>
                </a:lnTo>
                <a:lnTo>
                  <a:pt x="220" y="473"/>
                </a:lnTo>
                <a:lnTo>
                  <a:pt x="220" y="472"/>
                </a:lnTo>
                <a:lnTo>
                  <a:pt x="219" y="472"/>
                </a:lnTo>
                <a:lnTo>
                  <a:pt x="219" y="471"/>
                </a:lnTo>
                <a:lnTo>
                  <a:pt x="218" y="471"/>
                </a:lnTo>
                <a:lnTo>
                  <a:pt x="218" y="472"/>
                </a:lnTo>
                <a:lnTo>
                  <a:pt x="218" y="471"/>
                </a:lnTo>
                <a:lnTo>
                  <a:pt x="217" y="471"/>
                </a:lnTo>
                <a:lnTo>
                  <a:pt x="217" y="472"/>
                </a:lnTo>
                <a:lnTo>
                  <a:pt x="216" y="472"/>
                </a:lnTo>
                <a:lnTo>
                  <a:pt x="215" y="472"/>
                </a:lnTo>
                <a:lnTo>
                  <a:pt x="215" y="473"/>
                </a:lnTo>
                <a:lnTo>
                  <a:pt x="215" y="472"/>
                </a:lnTo>
                <a:lnTo>
                  <a:pt x="214" y="471"/>
                </a:lnTo>
                <a:lnTo>
                  <a:pt x="214" y="469"/>
                </a:lnTo>
                <a:lnTo>
                  <a:pt x="214" y="468"/>
                </a:lnTo>
                <a:lnTo>
                  <a:pt x="213" y="468"/>
                </a:lnTo>
                <a:lnTo>
                  <a:pt x="213" y="467"/>
                </a:lnTo>
                <a:lnTo>
                  <a:pt x="212" y="466"/>
                </a:lnTo>
                <a:lnTo>
                  <a:pt x="211" y="466"/>
                </a:lnTo>
                <a:lnTo>
                  <a:pt x="210" y="466"/>
                </a:lnTo>
                <a:lnTo>
                  <a:pt x="210" y="465"/>
                </a:lnTo>
                <a:lnTo>
                  <a:pt x="209" y="465"/>
                </a:lnTo>
                <a:lnTo>
                  <a:pt x="209" y="464"/>
                </a:lnTo>
                <a:lnTo>
                  <a:pt x="210" y="464"/>
                </a:lnTo>
                <a:lnTo>
                  <a:pt x="209" y="464"/>
                </a:lnTo>
                <a:lnTo>
                  <a:pt x="208" y="463"/>
                </a:lnTo>
                <a:lnTo>
                  <a:pt x="207" y="463"/>
                </a:lnTo>
                <a:lnTo>
                  <a:pt x="206" y="463"/>
                </a:lnTo>
                <a:lnTo>
                  <a:pt x="206" y="462"/>
                </a:lnTo>
                <a:lnTo>
                  <a:pt x="205" y="462"/>
                </a:lnTo>
                <a:lnTo>
                  <a:pt x="204" y="461"/>
                </a:lnTo>
                <a:lnTo>
                  <a:pt x="203" y="460"/>
                </a:lnTo>
                <a:lnTo>
                  <a:pt x="202" y="460"/>
                </a:lnTo>
                <a:lnTo>
                  <a:pt x="201" y="460"/>
                </a:lnTo>
                <a:lnTo>
                  <a:pt x="201" y="461"/>
                </a:lnTo>
                <a:lnTo>
                  <a:pt x="200" y="462"/>
                </a:lnTo>
                <a:lnTo>
                  <a:pt x="199" y="462"/>
                </a:lnTo>
                <a:lnTo>
                  <a:pt x="199" y="461"/>
                </a:lnTo>
                <a:lnTo>
                  <a:pt x="198" y="461"/>
                </a:lnTo>
                <a:lnTo>
                  <a:pt x="198" y="460"/>
                </a:lnTo>
                <a:lnTo>
                  <a:pt x="197" y="460"/>
                </a:lnTo>
                <a:lnTo>
                  <a:pt x="197" y="459"/>
                </a:lnTo>
                <a:lnTo>
                  <a:pt x="197" y="458"/>
                </a:lnTo>
                <a:lnTo>
                  <a:pt x="196" y="458"/>
                </a:lnTo>
                <a:lnTo>
                  <a:pt x="195" y="457"/>
                </a:lnTo>
                <a:lnTo>
                  <a:pt x="194" y="457"/>
                </a:lnTo>
                <a:lnTo>
                  <a:pt x="194" y="458"/>
                </a:lnTo>
                <a:lnTo>
                  <a:pt x="193" y="458"/>
                </a:lnTo>
                <a:lnTo>
                  <a:pt x="193" y="457"/>
                </a:lnTo>
                <a:lnTo>
                  <a:pt x="192" y="457"/>
                </a:lnTo>
                <a:lnTo>
                  <a:pt x="191" y="457"/>
                </a:lnTo>
                <a:lnTo>
                  <a:pt x="190" y="457"/>
                </a:lnTo>
                <a:lnTo>
                  <a:pt x="189" y="457"/>
                </a:lnTo>
                <a:lnTo>
                  <a:pt x="188" y="457"/>
                </a:lnTo>
                <a:lnTo>
                  <a:pt x="188" y="458"/>
                </a:lnTo>
                <a:lnTo>
                  <a:pt x="187" y="458"/>
                </a:lnTo>
                <a:lnTo>
                  <a:pt x="186" y="459"/>
                </a:lnTo>
                <a:lnTo>
                  <a:pt x="185" y="459"/>
                </a:lnTo>
                <a:lnTo>
                  <a:pt x="184" y="459"/>
                </a:lnTo>
                <a:lnTo>
                  <a:pt x="184" y="460"/>
                </a:lnTo>
                <a:lnTo>
                  <a:pt x="183" y="460"/>
                </a:lnTo>
                <a:lnTo>
                  <a:pt x="182" y="460"/>
                </a:lnTo>
                <a:lnTo>
                  <a:pt x="181" y="460"/>
                </a:lnTo>
                <a:lnTo>
                  <a:pt x="180" y="460"/>
                </a:lnTo>
                <a:lnTo>
                  <a:pt x="179" y="461"/>
                </a:lnTo>
                <a:lnTo>
                  <a:pt x="179" y="460"/>
                </a:lnTo>
                <a:lnTo>
                  <a:pt x="178" y="460"/>
                </a:lnTo>
                <a:lnTo>
                  <a:pt x="178" y="459"/>
                </a:lnTo>
                <a:lnTo>
                  <a:pt x="177" y="459"/>
                </a:lnTo>
                <a:lnTo>
                  <a:pt x="177" y="460"/>
                </a:lnTo>
                <a:lnTo>
                  <a:pt x="176" y="460"/>
                </a:lnTo>
                <a:lnTo>
                  <a:pt x="175" y="460"/>
                </a:lnTo>
                <a:lnTo>
                  <a:pt x="175" y="459"/>
                </a:lnTo>
                <a:lnTo>
                  <a:pt x="175" y="460"/>
                </a:lnTo>
                <a:lnTo>
                  <a:pt x="174" y="460"/>
                </a:lnTo>
                <a:lnTo>
                  <a:pt x="173" y="460"/>
                </a:lnTo>
                <a:lnTo>
                  <a:pt x="172" y="460"/>
                </a:lnTo>
                <a:lnTo>
                  <a:pt x="172" y="461"/>
                </a:lnTo>
                <a:lnTo>
                  <a:pt x="171" y="461"/>
                </a:lnTo>
                <a:lnTo>
                  <a:pt x="171" y="462"/>
                </a:lnTo>
                <a:lnTo>
                  <a:pt x="170" y="462"/>
                </a:lnTo>
                <a:lnTo>
                  <a:pt x="170" y="461"/>
                </a:lnTo>
                <a:lnTo>
                  <a:pt x="169" y="461"/>
                </a:lnTo>
                <a:lnTo>
                  <a:pt x="168" y="460"/>
                </a:lnTo>
                <a:lnTo>
                  <a:pt x="167" y="460"/>
                </a:lnTo>
                <a:lnTo>
                  <a:pt x="166" y="460"/>
                </a:lnTo>
                <a:lnTo>
                  <a:pt x="165" y="461"/>
                </a:lnTo>
                <a:lnTo>
                  <a:pt x="164" y="461"/>
                </a:lnTo>
                <a:lnTo>
                  <a:pt x="163" y="461"/>
                </a:lnTo>
                <a:lnTo>
                  <a:pt x="162" y="461"/>
                </a:lnTo>
                <a:lnTo>
                  <a:pt x="161" y="461"/>
                </a:lnTo>
                <a:lnTo>
                  <a:pt x="160" y="461"/>
                </a:lnTo>
                <a:lnTo>
                  <a:pt x="160" y="462"/>
                </a:lnTo>
                <a:lnTo>
                  <a:pt x="159" y="462"/>
                </a:lnTo>
                <a:lnTo>
                  <a:pt x="158" y="462"/>
                </a:lnTo>
                <a:lnTo>
                  <a:pt x="158" y="463"/>
                </a:lnTo>
                <a:lnTo>
                  <a:pt x="157" y="463"/>
                </a:lnTo>
                <a:lnTo>
                  <a:pt x="156" y="464"/>
                </a:lnTo>
                <a:lnTo>
                  <a:pt x="155" y="464"/>
                </a:lnTo>
                <a:lnTo>
                  <a:pt x="155" y="465"/>
                </a:lnTo>
                <a:lnTo>
                  <a:pt x="154" y="465"/>
                </a:lnTo>
                <a:lnTo>
                  <a:pt x="154" y="466"/>
                </a:lnTo>
                <a:lnTo>
                  <a:pt x="155" y="466"/>
                </a:lnTo>
                <a:lnTo>
                  <a:pt x="155" y="467"/>
                </a:lnTo>
                <a:lnTo>
                  <a:pt x="156" y="467"/>
                </a:lnTo>
                <a:lnTo>
                  <a:pt x="156" y="468"/>
                </a:lnTo>
                <a:lnTo>
                  <a:pt x="155" y="468"/>
                </a:lnTo>
                <a:lnTo>
                  <a:pt x="155" y="469"/>
                </a:lnTo>
                <a:lnTo>
                  <a:pt x="155" y="470"/>
                </a:lnTo>
                <a:lnTo>
                  <a:pt x="156" y="471"/>
                </a:lnTo>
                <a:lnTo>
                  <a:pt x="156" y="472"/>
                </a:lnTo>
                <a:lnTo>
                  <a:pt x="155" y="472"/>
                </a:lnTo>
                <a:lnTo>
                  <a:pt x="154" y="472"/>
                </a:lnTo>
                <a:lnTo>
                  <a:pt x="154" y="473"/>
                </a:lnTo>
                <a:lnTo>
                  <a:pt x="153" y="473"/>
                </a:lnTo>
                <a:lnTo>
                  <a:pt x="153" y="474"/>
                </a:lnTo>
                <a:lnTo>
                  <a:pt x="152" y="474"/>
                </a:lnTo>
                <a:lnTo>
                  <a:pt x="151" y="474"/>
                </a:lnTo>
                <a:lnTo>
                  <a:pt x="150" y="474"/>
                </a:lnTo>
                <a:lnTo>
                  <a:pt x="150" y="475"/>
                </a:lnTo>
                <a:lnTo>
                  <a:pt x="150" y="476"/>
                </a:lnTo>
                <a:lnTo>
                  <a:pt x="151" y="476"/>
                </a:lnTo>
                <a:lnTo>
                  <a:pt x="151" y="477"/>
                </a:lnTo>
                <a:lnTo>
                  <a:pt x="150" y="477"/>
                </a:lnTo>
                <a:lnTo>
                  <a:pt x="150" y="478"/>
                </a:lnTo>
                <a:lnTo>
                  <a:pt x="150" y="479"/>
                </a:lnTo>
                <a:lnTo>
                  <a:pt x="149" y="479"/>
                </a:lnTo>
                <a:lnTo>
                  <a:pt x="149" y="480"/>
                </a:lnTo>
                <a:lnTo>
                  <a:pt x="149" y="479"/>
                </a:lnTo>
                <a:lnTo>
                  <a:pt x="150" y="479"/>
                </a:lnTo>
                <a:lnTo>
                  <a:pt x="150" y="480"/>
                </a:lnTo>
                <a:lnTo>
                  <a:pt x="150" y="481"/>
                </a:lnTo>
                <a:lnTo>
                  <a:pt x="151" y="481"/>
                </a:lnTo>
                <a:lnTo>
                  <a:pt x="151" y="482"/>
                </a:lnTo>
                <a:lnTo>
                  <a:pt x="150" y="482"/>
                </a:lnTo>
                <a:lnTo>
                  <a:pt x="150" y="483"/>
                </a:lnTo>
                <a:lnTo>
                  <a:pt x="149" y="483"/>
                </a:lnTo>
                <a:lnTo>
                  <a:pt x="148" y="483"/>
                </a:lnTo>
                <a:lnTo>
                  <a:pt x="148" y="484"/>
                </a:lnTo>
                <a:lnTo>
                  <a:pt x="147" y="484"/>
                </a:lnTo>
                <a:lnTo>
                  <a:pt x="146" y="483"/>
                </a:lnTo>
                <a:lnTo>
                  <a:pt x="146" y="484"/>
                </a:lnTo>
                <a:lnTo>
                  <a:pt x="145" y="484"/>
                </a:lnTo>
                <a:lnTo>
                  <a:pt x="144" y="484"/>
                </a:lnTo>
                <a:lnTo>
                  <a:pt x="144" y="483"/>
                </a:lnTo>
                <a:lnTo>
                  <a:pt x="144" y="482"/>
                </a:lnTo>
                <a:lnTo>
                  <a:pt x="144" y="481"/>
                </a:lnTo>
                <a:lnTo>
                  <a:pt x="143" y="481"/>
                </a:lnTo>
                <a:lnTo>
                  <a:pt x="142" y="481"/>
                </a:lnTo>
                <a:lnTo>
                  <a:pt x="141" y="481"/>
                </a:lnTo>
                <a:lnTo>
                  <a:pt x="140" y="481"/>
                </a:lnTo>
                <a:lnTo>
                  <a:pt x="140" y="480"/>
                </a:lnTo>
                <a:lnTo>
                  <a:pt x="139" y="480"/>
                </a:lnTo>
                <a:lnTo>
                  <a:pt x="138" y="480"/>
                </a:lnTo>
                <a:lnTo>
                  <a:pt x="137" y="480"/>
                </a:lnTo>
                <a:lnTo>
                  <a:pt x="136" y="480"/>
                </a:lnTo>
                <a:lnTo>
                  <a:pt x="135" y="481"/>
                </a:lnTo>
                <a:lnTo>
                  <a:pt x="135" y="482"/>
                </a:lnTo>
                <a:lnTo>
                  <a:pt x="134" y="483"/>
                </a:lnTo>
                <a:lnTo>
                  <a:pt x="133" y="483"/>
                </a:lnTo>
                <a:lnTo>
                  <a:pt x="132" y="483"/>
                </a:lnTo>
                <a:lnTo>
                  <a:pt x="131" y="483"/>
                </a:lnTo>
                <a:lnTo>
                  <a:pt x="130" y="483"/>
                </a:lnTo>
                <a:lnTo>
                  <a:pt x="130" y="482"/>
                </a:lnTo>
                <a:lnTo>
                  <a:pt x="130" y="481"/>
                </a:lnTo>
                <a:lnTo>
                  <a:pt x="130" y="482"/>
                </a:lnTo>
                <a:lnTo>
                  <a:pt x="129" y="482"/>
                </a:lnTo>
                <a:lnTo>
                  <a:pt x="129" y="481"/>
                </a:lnTo>
                <a:lnTo>
                  <a:pt x="128" y="481"/>
                </a:lnTo>
                <a:lnTo>
                  <a:pt x="128" y="482"/>
                </a:lnTo>
                <a:lnTo>
                  <a:pt x="129" y="483"/>
                </a:lnTo>
                <a:lnTo>
                  <a:pt x="130" y="484"/>
                </a:lnTo>
                <a:lnTo>
                  <a:pt x="129" y="484"/>
                </a:lnTo>
                <a:lnTo>
                  <a:pt x="129" y="485"/>
                </a:lnTo>
                <a:lnTo>
                  <a:pt x="128" y="485"/>
                </a:lnTo>
                <a:lnTo>
                  <a:pt x="127" y="485"/>
                </a:lnTo>
                <a:lnTo>
                  <a:pt x="127" y="484"/>
                </a:lnTo>
                <a:lnTo>
                  <a:pt x="126" y="484"/>
                </a:lnTo>
                <a:lnTo>
                  <a:pt x="126" y="485"/>
                </a:lnTo>
                <a:lnTo>
                  <a:pt x="127" y="485"/>
                </a:lnTo>
                <a:lnTo>
                  <a:pt x="127" y="486"/>
                </a:lnTo>
                <a:lnTo>
                  <a:pt x="128" y="486"/>
                </a:lnTo>
                <a:lnTo>
                  <a:pt x="128" y="487"/>
                </a:lnTo>
                <a:lnTo>
                  <a:pt x="127" y="487"/>
                </a:lnTo>
                <a:lnTo>
                  <a:pt x="127" y="488"/>
                </a:lnTo>
                <a:lnTo>
                  <a:pt x="127" y="489"/>
                </a:lnTo>
                <a:lnTo>
                  <a:pt x="126" y="489"/>
                </a:lnTo>
                <a:lnTo>
                  <a:pt x="126" y="490"/>
                </a:lnTo>
                <a:lnTo>
                  <a:pt x="126" y="491"/>
                </a:lnTo>
                <a:lnTo>
                  <a:pt x="125" y="491"/>
                </a:lnTo>
                <a:lnTo>
                  <a:pt x="124" y="491"/>
                </a:lnTo>
                <a:lnTo>
                  <a:pt x="124" y="490"/>
                </a:lnTo>
                <a:lnTo>
                  <a:pt x="123" y="490"/>
                </a:lnTo>
                <a:lnTo>
                  <a:pt x="123" y="491"/>
                </a:lnTo>
                <a:lnTo>
                  <a:pt x="123" y="492"/>
                </a:lnTo>
                <a:lnTo>
                  <a:pt x="123" y="493"/>
                </a:lnTo>
                <a:lnTo>
                  <a:pt x="123" y="494"/>
                </a:lnTo>
                <a:lnTo>
                  <a:pt x="123" y="495"/>
                </a:lnTo>
                <a:lnTo>
                  <a:pt x="123" y="496"/>
                </a:lnTo>
                <a:lnTo>
                  <a:pt x="124" y="496"/>
                </a:lnTo>
                <a:lnTo>
                  <a:pt x="123" y="496"/>
                </a:lnTo>
                <a:lnTo>
                  <a:pt x="122" y="496"/>
                </a:lnTo>
                <a:lnTo>
                  <a:pt x="121" y="495"/>
                </a:lnTo>
                <a:lnTo>
                  <a:pt x="121" y="494"/>
                </a:lnTo>
                <a:lnTo>
                  <a:pt x="120" y="494"/>
                </a:lnTo>
                <a:lnTo>
                  <a:pt x="120" y="495"/>
                </a:lnTo>
                <a:lnTo>
                  <a:pt x="119" y="495"/>
                </a:lnTo>
                <a:lnTo>
                  <a:pt x="120" y="495"/>
                </a:lnTo>
                <a:lnTo>
                  <a:pt x="120" y="496"/>
                </a:lnTo>
                <a:lnTo>
                  <a:pt x="120" y="497"/>
                </a:lnTo>
                <a:lnTo>
                  <a:pt x="120" y="498"/>
                </a:lnTo>
                <a:lnTo>
                  <a:pt x="121" y="498"/>
                </a:lnTo>
                <a:lnTo>
                  <a:pt x="121" y="499"/>
                </a:lnTo>
                <a:lnTo>
                  <a:pt x="121" y="500"/>
                </a:lnTo>
                <a:lnTo>
                  <a:pt x="120" y="500"/>
                </a:lnTo>
                <a:lnTo>
                  <a:pt x="120" y="499"/>
                </a:lnTo>
                <a:lnTo>
                  <a:pt x="119" y="499"/>
                </a:lnTo>
                <a:lnTo>
                  <a:pt x="118" y="499"/>
                </a:lnTo>
                <a:lnTo>
                  <a:pt x="118" y="500"/>
                </a:lnTo>
                <a:lnTo>
                  <a:pt x="118" y="501"/>
                </a:lnTo>
                <a:lnTo>
                  <a:pt x="118" y="502"/>
                </a:lnTo>
                <a:lnTo>
                  <a:pt x="117" y="502"/>
                </a:lnTo>
                <a:lnTo>
                  <a:pt x="117" y="503"/>
                </a:lnTo>
                <a:lnTo>
                  <a:pt x="118" y="503"/>
                </a:lnTo>
                <a:lnTo>
                  <a:pt x="118" y="504"/>
                </a:lnTo>
                <a:lnTo>
                  <a:pt x="119" y="504"/>
                </a:lnTo>
                <a:lnTo>
                  <a:pt x="119" y="505"/>
                </a:lnTo>
                <a:lnTo>
                  <a:pt x="118" y="505"/>
                </a:lnTo>
                <a:lnTo>
                  <a:pt x="117" y="505"/>
                </a:lnTo>
                <a:lnTo>
                  <a:pt x="117" y="506"/>
                </a:lnTo>
                <a:lnTo>
                  <a:pt x="117" y="507"/>
                </a:lnTo>
                <a:lnTo>
                  <a:pt x="118" y="507"/>
                </a:lnTo>
                <a:lnTo>
                  <a:pt x="117" y="507"/>
                </a:lnTo>
                <a:lnTo>
                  <a:pt x="117" y="506"/>
                </a:lnTo>
                <a:lnTo>
                  <a:pt x="116" y="506"/>
                </a:lnTo>
                <a:lnTo>
                  <a:pt x="116" y="507"/>
                </a:lnTo>
                <a:lnTo>
                  <a:pt x="115" y="507"/>
                </a:lnTo>
                <a:lnTo>
                  <a:pt x="114" y="508"/>
                </a:lnTo>
                <a:lnTo>
                  <a:pt x="114" y="509"/>
                </a:lnTo>
                <a:lnTo>
                  <a:pt x="113" y="509"/>
                </a:lnTo>
                <a:lnTo>
                  <a:pt x="113" y="510"/>
                </a:lnTo>
                <a:lnTo>
                  <a:pt x="114" y="510"/>
                </a:lnTo>
                <a:lnTo>
                  <a:pt x="115" y="511"/>
                </a:lnTo>
                <a:lnTo>
                  <a:pt x="115" y="512"/>
                </a:lnTo>
                <a:lnTo>
                  <a:pt x="115" y="513"/>
                </a:lnTo>
                <a:lnTo>
                  <a:pt x="115" y="514"/>
                </a:lnTo>
                <a:lnTo>
                  <a:pt x="116" y="514"/>
                </a:lnTo>
                <a:lnTo>
                  <a:pt x="116" y="515"/>
                </a:lnTo>
                <a:lnTo>
                  <a:pt x="115" y="515"/>
                </a:lnTo>
                <a:lnTo>
                  <a:pt x="114" y="514"/>
                </a:lnTo>
                <a:lnTo>
                  <a:pt x="113" y="514"/>
                </a:lnTo>
                <a:lnTo>
                  <a:pt x="112" y="514"/>
                </a:lnTo>
                <a:lnTo>
                  <a:pt x="112" y="515"/>
                </a:lnTo>
                <a:lnTo>
                  <a:pt x="111" y="515"/>
                </a:lnTo>
                <a:lnTo>
                  <a:pt x="111" y="516"/>
                </a:lnTo>
                <a:lnTo>
                  <a:pt x="110" y="516"/>
                </a:lnTo>
                <a:lnTo>
                  <a:pt x="110" y="517"/>
                </a:lnTo>
                <a:lnTo>
                  <a:pt x="111" y="517"/>
                </a:lnTo>
                <a:lnTo>
                  <a:pt x="111" y="518"/>
                </a:lnTo>
                <a:lnTo>
                  <a:pt x="111" y="519"/>
                </a:lnTo>
                <a:lnTo>
                  <a:pt x="110" y="519"/>
                </a:lnTo>
                <a:lnTo>
                  <a:pt x="110" y="520"/>
                </a:lnTo>
                <a:lnTo>
                  <a:pt x="109" y="520"/>
                </a:lnTo>
                <a:lnTo>
                  <a:pt x="110" y="520"/>
                </a:lnTo>
                <a:lnTo>
                  <a:pt x="110" y="521"/>
                </a:lnTo>
                <a:lnTo>
                  <a:pt x="111" y="521"/>
                </a:lnTo>
                <a:lnTo>
                  <a:pt x="111" y="522"/>
                </a:lnTo>
                <a:lnTo>
                  <a:pt x="110" y="522"/>
                </a:lnTo>
                <a:lnTo>
                  <a:pt x="110" y="523"/>
                </a:lnTo>
                <a:lnTo>
                  <a:pt x="111" y="523"/>
                </a:lnTo>
                <a:lnTo>
                  <a:pt x="111" y="524"/>
                </a:lnTo>
                <a:lnTo>
                  <a:pt x="112" y="524"/>
                </a:lnTo>
                <a:lnTo>
                  <a:pt x="113" y="524"/>
                </a:lnTo>
                <a:lnTo>
                  <a:pt x="113" y="525"/>
                </a:lnTo>
                <a:lnTo>
                  <a:pt x="113" y="526"/>
                </a:lnTo>
                <a:lnTo>
                  <a:pt x="112" y="527"/>
                </a:lnTo>
                <a:lnTo>
                  <a:pt x="111" y="527"/>
                </a:lnTo>
                <a:lnTo>
                  <a:pt x="111" y="528"/>
                </a:lnTo>
                <a:lnTo>
                  <a:pt x="110" y="529"/>
                </a:lnTo>
                <a:lnTo>
                  <a:pt x="110" y="530"/>
                </a:lnTo>
                <a:lnTo>
                  <a:pt x="109" y="530"/>
                </a:lnTo>
                <a:lnTo>
                  <a:pt x="109" y="531"/>
                </a:lnTo>
                <a:lnTo>
                  <a:pt x="108" y="531"/>
                </a:lnTo>
                <a:lnTo>
                  <a:pt x="107" y="532"/>
                </a:lnTo>
                <a:lnTo>
                  <a:pt x="106" y="532"/>
                </a:lnTo>
                <a:lnTo>
                  <a:pt x="105" y="532"/>
                </a:lnTo>
                <a:lnTo>
                  <a:pt x="105" y="533"/>
                </a:lnTo>
                <a:lnTo>
                  <a:pt x="105" y="534"/>
                </a:lnTo>
                <a:lnTo>
                  <a:pt x="104" y="534"/>
                </a:lnTo>
                <a:lnTo>
                  <a:pt x="103" y="534"/>
                </a:lnTo>
                <a:lnTo>
                  <a:pt x="103" y="535"/>
                </a:lnTo>
                <a:lnTo>
                  <a:pt x="103" y="536"/>
                </a:lnTo>
                <a:lnTo>
                  <a:pt x="103" y="537"/>
                </a:lnTo>
                <a:lnTo>
                  <a:pt x="104" y="537"/>
                </a:lnTo>
                <a:lnTo>
                  <a:pt x="104" y="538"/>
                </a:lnTo>
                <a:lnTo>
                  <a:pt x="104" y="539"/>
                </a:lnTo>
                <a:lnTo>
                  <a:pt x="105" y="539"/>
                </a:lnTo>
                <a:lnTo>
                  <a:pt x="105" y="540"/>
                </a:lnTo>
                <a:lnTo>
                  <a:pt x="104" y="540"/>
                </a:lnTo>
                <a:lnTo>
                  <a:pt x="104" y="541"/>
                </a:lnTo>
                <a:lnTo>
                  <a:pt x="104" y="542"/>
                </a:lnTo>
                <a:lnTo>
                  <a:pt x="103" y="542"/>
                </a:lnTo>
                <a:lnTo>
                  <a:pt x="103" y="543"/>
                </a:lnTo>
                <a:lnTo>
                  <a:pt x="103" y="544"/>
                </a:lnTo>
                <a:lnTo>
                  <a:pt x="103" y="545"/>
                </a:lnTo>
                <a:lnTo>
                  <a:pt x="104" y="545"/>
                </a:lnTo>
                <a:lnTo>
                  <a:pt x="104" y="546"/>
                </a:lnTo>
                <a:lnTo>
                  <a:pt x="105" y="546"/>
                </a:lnTo>
                <a:lnTo>
                  <a:pt x="105" y="547"/>
                </a:lnTo>
                <a:lnTo>
                  <a:pt x="105" y="548"/>
                </a:lnTo>
                <a:lnTo>
                  <a:pt x="104" y="548"/>
                </a:lnTo>
                <a:lnTo>
                  <a:pt x="103" y="548"/>
                </a:lnTo>
                <a:lnTo>
                  <a:pt x="102" y="548"/>
                </a:lnTo>
                <a:lnTo>
                  <a:pt x="102" y="549"/>
                </a:lnTo>
                <a:lnTo>
                  <a:pt x="101" y="549"/>
                </a:lnTo>
                <a:lnTo>
                  <a:pt x="100" y="549"/>
                </a:lnTo>
                <a:lnTo>
                  <a:pt x="99" y="549"/>
                </a:lnTo>
                <a:lnTo>
                  <a:pt x="99" y="547"/>
                </a:lnTo>
                <a:lnTo>
                  <a:pt x="98" y="546"/>
                </a:lnTo>
                <a:lnTo>
                  <a:pt x="98" y="545"/>
                </a:lnTo>
                <a:lnTo>
                  <a:pt x="99" y="545"/>
                </a:lnTo>
                <a:lnTo>
                  <a:pt x="98" y="545"/>
                </a:lnTo>
                <a:lnTo>
                  <a:pt x="97" y="545"/>
                </a:lnTo>
                <a:lnTo>
                  <a:pt x="97" y="544"/>
                </a:lnTo>
                <a:lnTo>
                  <a:pt x="96" y="544"/>
                </a:lnTo>
                <a:lnTo>
                  <a:pt x="96" y="543"/>
                </a:lnTo>
                <a:lnTo>
                  <a:pt x="95" y="543"/>
                </a:lnTo>
                <a:lnTo>
                  <a:pt x="94" y="543"/>
                </a:lnTo>
                <a:lnTo>
                  <a:pt x="94" y="542"/>
                </a:lnTo>
                <a:lnTo>
                  <a:pt x="93" y="542"/>
                </a:lnTo>
                <a:lnTo>
                  <a:pt x="93" y="541"/>
                </a:lnTo>
                <a:lnTo>
                  <a:pt x="92" y="541"/>
                </a:lnTo>
                <a:lnTo>
                  <a:pt x="91" y="541"/>
                </a:lnTo>
                <a:lnTo>
                  <a:pt x="91" y="542"/>
                </a:lnTo>
                <a:lnTo>
                  <a:pt x="91" y="543"/>
                </a:lnTo>
                <a:lnTo>
                  <a:pt x="90" y="543"/>
                </a:lnTo>
                <a:lnTo>
                  <a:pt x="90" y="542"/>
                </a:lnTo>
                <a:lnTo>
                  <a:pt x="89" y="542"/>
                </a:lnTo>
                <a:lnTo>
                  <a:pt x="89" y="541"/>
                </a:lnTo>
                <a:lnTo>
                  <a:pt x="88" y="541"/>
                </a:lnTo>
                <a:lnTo>
                  <a:pt x="88" y="540"/>
                </a:lnTo>
                <a:lnTo>
                  <a:pt x="87" y="539"/>
                </a:lnTo>
                <a:lnTo>
                  <a:pt x="87" y="538"/>
                </a:lnTo>
                <a:lnTo>
                  <a:pt x="86" y="538"/>
                </a:lnTo>
                <a:lnTo>
                  <a:pt x="86" y="536"/>
                </a:lnTo>
                <a:lnTo>
                  <a:pt x="86" y="535"/>
                </a:lnTo>
                <a:lnTo>
                  <a:pt x="87" y="534"/>
                </a:lnTo>
                <a:lnTo>
                  <a:pt x="86" y="534"/>
                </a:lnTo>
                <a:lnTo>
                  <a:pt x="86" y="533"/>
                </a:lnTo>
                <a:lnTo>
                  <a:pt x="87" y="533"/>
                </a:lnTo>
                <a:lnTo>
                  <a:pt x="88" y="532"/>
                </a:lnTo>
                <a:lnTo>
                  <a:pt x="88" y="531"/>
                </a:lnTo>
                <a:lnTo>
                  <a:pt x="88" y="530"/>
                </a:lnTo>
                <a:lnTo>
                  <a:pt x="89" y="530"/>
                </a:lnTo>
                <a:lnTo>
                  <a:pt x="89" y="529"/>
                </a:lnTo>
                <a:lnTo>
                  <a:pt x="88" y="529"/>
                </a:lnTo>
                <a:lnTo>
                  <a:pt x="88" y="528"/>
                </a:lnTo>
                <a:lnTo>
                  <a:pt x="87" y="528"/>
                </a:lnTo>
                <a:lnTo>
                  <a:pt x="87" y="527"/>
                </a:lnTo>
                <a:lnTo>
                  <a:pt x="86" y="527"/>
                </a:lnTo>
                <a:lnTo>
                  <a:pt x="85" y="527"/>
                </a:lnTo>
                <a:lnTo>
                  <a:pt x="85" y="526"/>
                </a:lnTo>
                <a:lnTo>
                  <a:pt x="85" y="525"/>
                </a:lnTo>
                <a:lnTo>
                  <a:pt x="86" y="525"/>
                </a:lnTo>
                <a:lnTo>
                  <a:pt x="86" y="524"/>
                </a:lnTo>
                <a:lnTo>
                  <a:pt x="85" y="524"/>
                </a:lnTo>
                <a:lnTo>
                  <a:pt x="85" y="523"/>
                </a:lnTo>
                <a:lnTo>
                  <a:pt x="85" y="522"/>
                </a:lnTo>
                <a:lnTo>
                  <a:pt x="86" y="522"/>
                </a:lnTo>
                <a:lnTo>
                  <a:pt x="86" y="521"/>
                </a:lnTo>
                <a:lnTo>
                  <a:pt x="85" y="521"/>
                </a:lnTo>
                <a:lnTo>
                  <a:pt x="85" y="520"/>
                </a:lnTo>
                <a:lnTo>
                  <a:pt x="85" y="519"/>
                </a:lnTo>
                <a:lnTo>
                  <a:pt x="86" y="519"/>
                </a:lnTo>
                <a:lnTo>
                  <a:pt x="85" y="519"/>
                </a:lnTo>
                <a:lnTo>
                  <a:pt x="85" y="518"/>
                </a:lnTo>
                <a:lnTo>
                  <a:pt x="85" y="517"/>
                </a:lnTo>
                <a:lnTo>
                  <a:pt x="84" y="516"/>
                </a:lnTo>
                <a:lnTo>
                  <a:pt x="83" y="516"/>
                </a:lnTo>
                <a:lnTo>
                  <a:pt x="83" y="515"/>
                </a:lnTo>
                <a:lnTo>
                  <a:pt x="82" y="514"/>
                </a:lnTo>
                <a:lnTo>
                  <a:pt x="81" y="514"/>
                </a:lnTo>
                <a:lnTo>
                  <a:pt x="80" y="513"/>
                </a:lnTo>
                <a:lnTo>
                  <a:pt x="79" y="513"/>
                </a:lnTo>
                <a:lnTo>
                  <a:pt x="78" y="512"/>
                </a:lnTo>
                <a:lnTo>
                  <a:pt x="78" y="513"/>
                </a:lnTo>
                <a:lnTo>
                  <a:pt x="78" y="514"/>
                </a:lnTo>
                <a:lnTo>
                  <a:pt x="77" y="515"/>
                </a:lnTo>
                <a:lnTo>
                  <a:pt x="77" y="516"/>
                </a:lnTo>
                <a:lnTo>
                  <a:pt x="76" y="515"/>
                </a:lnTo>
                <a:lnTo>
                  <a:pt x="76" y="516"/>
                </a:lnTo>
                <a:lnTo>
                  <a:pt x="77" y="517"/>
                </a:lnTo>
                <a:lnTo>
                  <a:pt x="77" y="518"/>
                </a:lnTo>
                <a:lnTo>
                  <a:pt x="76" y="518"/>
                </a:lnTo>
                <a:lnTo>
                  <a:pt x="75" y="518"/>
                </a:lnTo>
                <a:lnTo>
                  <a:pt x="74" y="518"/>
                </a:lnTo>
                <a:lnTo>
                  <a:pt x="73" y="518"/>
                </a:lnTo>
                <a:lnTo>
                  <a:pt x="72" y="519"/>
                </a:lnTo>
                <a:lnTo>
                  <a:pt x="71" y="519"/>
                </a:lnTo>
                <a:lnTo>
                  <a:pt x="71" y="520"/>
                </a:lnTo>
                <a:lnTo>
                  <a:pt x="72" y="521"/>
                </a:lnTo>
                <a:lnTo>
                  <a:pt x="71" y="521"/>
                </a:lnTo>
                <a:lnTo>
                  <a:pt x="71" y="522"/>
                </a:lnTo>
                <a:lnTo>
                  <a:pt x="70" y="522"/>
                </a:lnTo>
                <a:lnTo>
                  <a:pt x="69" y="522"/>
                </a:lnTo>
                <a:lnTo>
                  <a:pt x="68" y="522"/>
                </a:lnTo>
                <a:lnTo>
                  <a:pt x="67" y="522"/>
                </a:lnTo>
                <a:lnTo>
                  <a:pt x="66" y="523"/>
                </a:lnTo>
                <a:lnTo>
                  <a:pt x="64" y="523"/>
                </a:lnTo>
                <a:lnTo>
                  <a:pt x="64" y="522"/>
                </a:lnTo>
                <a:lnTo>
                  <a:pt x="64" y="521"/>
                </a:lnTo>
                <a:lnTo>
                  <a:pt x="64" y="520"/>
                </a:lnTo>
                <a:lnTo>
                  <a:pt x="65" y="520"/>
                </a:lnTo>
                <a:lnTo>
                  <a:pt x="65" y="519"/>
                </a:lnTo>
                <a:lnTo>
                  <a:pt x="65" y="518"/>
                </a:lnTo>
                <a:lnTo>
                  <a:pt x="65" y="516"/>
                </a:lnTo>
                <a:lnTo>
                  <a:pt x="65" y="515"/>
                </a:lnTo>
                <a:lnTo>
                  <a:pt x="65" y="514"/>
                </a:lnTo>
                <a:lnTo>
                  <a:pt x="65" y="513"/>
                </a:lnTo>
                <a:lnTo>
                  <a:pt x="66" y="512"/>
                </a:lnTo>
                <a:lnTo>
                  <a:pt x="66" y="511"/>
                </a:lnTo>
                <a:lnTo>
                  <a:pt x="65" y="511"/>
                </a:lnTo>
                <a:lnTo>
                  <a:pt x="65" y="510"/>
                </a:lnTo>
                <a:lnTo>
                  <a:pt x="65" y="509"/>
                </a:lnTo>
                <a:lnTo>
                  <a:pt x="63" y="509"/>
                </a:lnTo>
                <a:lnTo>
                  <a:pt x="62" y="509"/>
                </a:lnTo>
                <a:lnTo>
                  <a:pt x="62" y="508"/>
                </a:lnTo>
                <a:lnTo>
                  <a:pt x="61" y="508"/>
                </a:lnTo>
                <a:lnTo>
                  <a:pt x="61" y="509"/>
                </a:lnTo>
                <a:lnTo>
                  <a:pt x="60" y="509"/>
                </a:lnTo>
                <a:lnTo>
                  <a:pt x="60" y="508"/>
                </a:lnTo>
                <a:lnTo>
                  <a:pt x="59" y="508"/>
                </a:lnTo>
                <a:lnTo>
                  <a:pt x="59" y="507"/>
                </a:lnTo>
                <a:lnTo>
                  <a:pt x="58" y="507"/>
                </a:lnTo>
                <a:lnTo>
                  <a:pt x="58" y="506"/>
                </a:lnTo>
                <a:lnTo>
                  <a:pt x="58" y="505"/>
                </a:lnTo>
                <a:lnTo>
                  <a:pt x="57" y="505"/>
                </a:lnTo>
                <a:lnTo>
                  <a:pt x="57" y="504"/>
                </a:lnTo>
                <a:lnTo>
                  <a:pt x="58" y="502"/>
                </a:lnTo>
                <a:lnTo>
                  <a:pt x="59" y="502"/>
                </a:lnTo>
                <a:lnTo>
                  <a:pt x="60" y="501"/>
                </a:lnTo>
                <a:lnTo>
                  <a:pt x="59" y="501"/>
                </a:lnTo>
                <a:lnTo>
                  <a:pt x="59" y="500"/>
                </a:lnTo>
                <a:lnTo>
                  <a:pt x="60" y="500"/>
                </a:lnTo>
                <a:lnTo>
                  <a:pt x="60" y="499"/>
                </a:lnTo>
                <a:lnTo>
                  <a:pt x="59" y="499"/>
                </a:lnTo>
                <a:lnTo>
                  <a:pt x="59" y="498"/>
                </a:lnTo>
                <a:lnTo>
                  <a:pt x="60" y="497"/>
                </a:lnTo>
                <a:lnTo>
                  <a:pt x="59" y="496"/>
                </a:lnTo>
                <a:lnTo>
                  <a:pt x="58" y="496"/>
                </a:lnTo>
                <a:lnTo>
                  <a:pt x="59" y="495"/>
                </a:lnTo>
                <a:lnTo>
                  <a:pt x="59" y="494"/>
                </a:lnTo>
                <a:lnTo>
                  <a:pt x="59" y="493"/>
                </a:lnTo>
                <a:lnTo>
                  <a:pt x="60" y="493"/>
                </a:lnTo>
                <a:lnTo>
                  <a:pt x="62" y="491"/>
                </a:lnTo>
                <a:lnTo>
                  <a:pt x="62" y="490"/>
                </a:lnTo>
                <a:lnTo>
                  <a:pt x="61" y="490"/>
                </a:lnTo>
                <a:lnTo>
                  <a:pt x="61" y="491"/>
                </a:lnTo>
                <a:lnTo>
                  <a:pt x="61" y="490"/>
                </a:lnTo>
                <a:lnTo>
                  <a:pt x="60" y="490"/>
                </a:lnTo>
                <a:lnTo>
                  <a:pt x="61" y="490"/>
                </a:lnTo>
                <a:lnTo>
                  <a:pt x="61" y="489"/>
                </a:lnTo>
                <a:lnTo>
                  <a:pt x="61" y="488"/>
                </a:lnTo>
                <a:lnTo>
                  <a:pt x="61" y="487"/>
                </a:lnTo>
                <a:lnTo>
                  <a:pt x="60" y="487"/>
                </a:lnTo>
                <a:lnTo>
                  <a:pt x="60" y="488"/>
                </a:lnTo>
                <a:lnTo>
                  <a:pt x="59" y="489"/>
                </a:lnTo>
                <a:lnTo>
                  <a:pt x="58" y="489"/>
                </a:lnTo>
                <a:lnTo>
                  <a:pt x="58" y="488"/>
                </a:lnTo>
                <a:lnTo>
                  <a:pt x="57" y="488"/>
                </a:lnTo>
                <a:lnTo>
                  <a:pt x="57" y="487"/>
                </a:lnTo>
                <a:lnTo>
                  <a:pt x="58" y="487"/>
                </a:lnTo>
                <a:lnTo>
                  <a:pt x="58" y="486"/>
                </a:lnTo>
                <a:lnTo>
                  <a:pt x="59" y="486"/>
                </a:lnTo>
                <a:lnTo>
                  <a:pt x="59" y="485"/>
                </a:lnTo>
                <a:lnTo>
                  <a:pt x="59" y="484"/>
                </a:lnTo>
                <a:lnTo>
                  <a:pt x="59" y="483"/>
                </a:lnTo>
                <a:lnTo>
                  <a:pt x="58" y="483"/>
                </a:lnTo>
                <a:lnTo>
                  <a:pt x="58" y="482"/>
                </a:lnTo>
                <a:lnTo>
                  <a:pt x="57" y="482"/>
                </a:lnTo>
                <a:lnTo>
                  <a:pt x="56" y="483"/>
                </a:lnTo>
                <a:lnTo>
                  <a:pt x="55" y="483"/>
                </a:lnTo>
                <a:lnTo>
                  <a:pt x="55" y="482"/>
                </a:lnTo>
                <a:lnTo>
                  <a:pt x="54" y="482"/>
                </a:lnTo>
                <a:lnTo>
                  <a:pt x="54" y="481"/>
                </a:lnTo>
                <a:lnTo>
                  <a:pt x="55" y="481"/>
                </a:lnTo>
                <a:lnTo>
                  <a:pt x="54" y="481"/>
                </a:lnTo>
                <a:lnTo>
                  <a:pt x="54" y="480"/>
                </a:lnTo>
                <a:lnTo>
                  <a:pt x="54" y="481"/>
                </a:lnTo>
                <a:lnTo>
                  <a:pt x="53" y="481"/>
                </a:lnTo>
                <a:lnTo>
                  <a:pt x="52" y="481"/>
                </a:lnTo>
                <a:lnTo>
                  <a:pt x="53" y="479"/>
                </a:lnTo>
                <a:lnTo>
                  <a:pt x="52" y="479"/>
                </a:lnTo>
                <a:lnTo>
                  <a:pt x="52" y="481"/>
                </a:lnTo>
                <a:lnTo>
                  <a:pt x="51" y="481"/>
                </a:lnTo>
                <a:lnTo>
                  <a:pt x="51" y="482"/>
                </a:lnTo>
                <a:lnTo>
                  <a:pt x="51" y="483"/>
                </a:lnTo>
                <a:lnTo>
                  <a:pt x="52" y="484"/>
                </a:lnTo>
                <a:lnTo>
                  <a:pt x="51" y="484"/>
                </a:lnTo>
                <a:lnTo>
                  <a:pt x="50" y="484"/>
                </a:lnTo>
                <a:lnTo>
                  <a:pt x="50" y="483"/>
                </a:lnTo>
                <a:lnTo>
                  <a:pt x="49" y="484"/>
                </a:lnTo>
                <a:lnTo>
                  <a:pt x="48" y="484"/>
                </a:lnTo>
                <a:lnTo>
                  <a:pt x="47" y="484"/>
                </a:lnTo>
                <a:lnTo>
                  <a:pt x="47" y="483"/>
                </a:lnTo>
                <a:lnTo>
                  <a:pt x="47" y="482"/>
                </a:lnTo>
                <a:lnTo>
                  <a:pt x="48" y="482"/>
                </a:lnTo>
                <a:lnTo>
                  <a:pt x="48" y="481"/>
                </a:lnTo>
                <a:lnTo>
                  <a:pt x="49" y="480"/>
                </a:lnTo>
                <a:lnTo>
                  <a:pt x="48" y="479"/>
                </a:lnTo>
                <a:lnTo>
                  <a:pt x="47" y="479"/>
                </a:lnTo>
                <a:lnTo>
                  <a:pt x="47" y="478"/>
                </a:lnTo>
                <a:lnTo>
                  <a:pt x="48" y="477"/>
                </a:lnTo>
                <a:lnTo>
                  <a:pt x="47" y="476"/>
                </a:lnTo>
                <a:lnTo>
                  <a:pt x="46" y="476"/>
                </a:lnTo>
                <a:lnTo>
                  <a:pt x="45" y="476"/>
                </a:lnTo>
                <a:lnTo>
                  <a:pt x="44" y="476"/>
                </a:lnTo>
                <a:lnTo>
                  <a:pt x="44" y="477"/>
                </a:lnTo>
                <a:lnTo>
                  <a:pt x="44" y="478"/>
                </a:lnTo>
                <a:lnTo>
                  <a:pt x="45" y="478"/>
                </a:lnTo>
                <a:lnTo>
                  <a:pt x="46" y="478"/>
                </a:lnTo>
                <a:lnTo>
                  <a:pt x="46" y="479"/>
                </a:lnTo>
                <a:lnTo>
                  <a:pt x="47" y="479"/>
                </a:lnTo>
                <a:lnTo>
                  <a:pt x="46" y="479"/>
                </a:lnTo>
                <a:lnTo>
                  <a:pt x="46" y="480"/>
                </a:lnTo>
                <a:lnTo>
                  <a:pt x="46" y="481"/>
                </a:lnTo>
                <a:lnTo>
                  <a:pt x="47" y="481"/>
                </a:lnTo>
                <a:lnTo>
                  <a:pt x="47" y="482"/>
                </a:lnTo>
                <a:lnTo>
                  <a:pt x="46" y="482"/>
                </a:lnTo>
                <a:lnTo>
                  <a:pt x="46" y="481"/>
                </a:lnTo>
                <a:lnTo>
                  <a:pt x="46" y="480"/>
                </a:lnTo>
                <a:lnTo>
                  <a:pt x="45" y="480"/>
                </a:lnTo>
                <a:lnTo>
                  <a:pt x="44" y="480"/>
                </a:lnTo>
                <a:lnTo>
                  <a:pt x="44" y="481"/>
                </a:lnTo>
                <a:lnTo>
                  <a:pt x="45" y="481"/>
                </a:lnTo>
                <a:lnTo>
                  <a:pt x="46" y="483"/>
                </a:lnTo>
                <a:lnTo>
                  <a:pt x="46" y="484"/>
                </a:lnTo>
                <a:lnTo>
                  <a:pt x="45" y="484"/>
                </a:lnTo>
                <a:lnTo>
                  <a:pt x="45" y="483"/>
                </a:lnTo>
                <a:lnTo>
                  <a:pt x="44" y="483"/>
                </a:lnTo>
                <a:lnTo>
                  <a:pt x="44" y="482"/>
                </a:lnTo>
                <a:lnTo>
                  <a:pt x="43" y="482"/>
                </a:lnTo>
                <a:lnTo>
                  <a:pt x="43" y="481"/>
                </a:lnTo>
                <a:lnTo>
                  <a:pt x="43" y="480"/>
                </a:lnTo>
                <a:lnTo>
                  <a:pt x="42" y="480"/>
                </a:lnTo>
                <a:lnTo>
                  <a:pt x="41" y="479"/>
                </a:lnTo>
                <a:lnTo>
                  <a:pt x="40" y="479"/>
                </a:lnTo>
                <a:lnTo>
                  <a:pt x="39" y="478"/>
                </a:lnTo>
                <a:lnTo>
                  <a:pt x="40" y="477"/>
                </a:lnTo>
                <a:lnTo>
                  <a:pt x="40" y="476"/>
                </a:lnTo>
                <a:lnTo>
                  <a:pt x="39" y="476"/>
                </a:lnTo>
                <a:lnTo>
                  <a:pt x="39" y="475"/>
                </a:lnTo>
                <a:lnTo>
                  <a:pt x="39" y="476"/>
                </a:lnTo>
                <a:lnTo>
                  <a:pt x="38" y="476"/>
                </a:lnTo>
                <a:lnTo>
                  <a:pt x="37" y="477"/>
                </a:lnTo>
                <a:lnTo>
                  <a:pt x="36" y="477"/>
                </a:lnTo>
                <a:lnTo>
                  <a:pt x="36" y="476"/>
                </a:lnTo>
                <a:lnTo>
                  <a:pt x="37" y="476"/>
                </a:lnTo>
                <a:lnTo>
                  <a:pt x="38" y="475"/>
                </a:lnTo>
                <a:lnTo>
                  <a:pt x="37" y="475"/>
                </a:lnTo>
                <a:lnTo>
                  <a:pt x="36" y="474"/>
                </a:lnTo>
                <a:lnTo>
                  <a:pt x="36" y="473"/>
                </a:lnTo>
                <a:lnTo>
                  <a:pt x="35" y="473"/>
                </a:lnTo>
                <a:lnTo>
                  <a:pt x="36" y="472"/>
                </a:lnTo>
                <a:lnTo>
                  <a:pt x="36" y="471"/>
                </a:lnTo>
                <a:lnTo>
                  <a:pt x="36" y="470"/>
                </a:lnTo>
                <a:lnTo>
                  <a:pt x="35" y="469"/>
                </a:lnTo>
                <a:lnTo>
                  <a:pt x="35" y="468"/>
                </a:lnTo>
                <a:lnTo>
                  <a:pt x="35" y="467"/>
                </a:lnTo>
                <a:lnTo>
                  <a:pt x="35" y="466"/>
                </a:lnTo>
                <a:lnTo>
                  <a:pt x="35" y="465"/>
                </a:lnTo>
                <a:lnTo>
                  <a:pt x="35" y="464"/>
                </a:lnTo>
                <a:lnTo>
                  <a:pt x="35" y="463"/>
                </a:lnTo>
                <a:lnTo>
                  <a:pt x="35" y="462"/>
                </a:lnTo>
                <a:lnTo>
                  <a:pt x="34" y="461"/>
                </a:lnTo>
                <a:lnTo>
                  <a:pt x="33" y="461"/>
                </a:lnTo>
                <a:lnTo>
                  <a:pt x="32" y="460"/>
                </a:lnTo>
                <a:lnTo>
                  <a:pt x="33" y="460"/>
                </a:lnTo>
                <a:lnTo>
                  <a:pt x="34" y="460"/>
                </a:lnTo>
                <a:lnTo>
                  <a:pt x="34" y="459"/>
                </a:lnTo>
                <a:lnTo>
                  <a:pt x="33" y="459"/>
                </a:lnTo>
                <a:lnTo>
                  <a:pt x="33" y="458"/>
                </a:lnTo>
                <a:lnTo>
                  <a:pt x="34" y="458"/>
                </a:lnTo>
                <a:lnTo>
                  <a:pt x="33" y="457"/>
                </a:lnTo>
                <a:lnTo>
                  <a:pt x="33" y="456"/>
                </a:lnTo>
                <a:lnTo>
                  <a:pt x="32" y="456"/>
                </a:lnTo>
                <a:lnTo>
                  <a:pt x="31" y="456"/>
                </a:lnTo>
                <a:lnTo>
                  <a:pt x="30" y="456"/>
                </a:lnTo>
                <a:lnTo>
                  <a:pt x="30" y="455"/>
                </a:lnTo>
                <a:lnTo>
                  <a:pt x="30" y="454"/>
                </a:lnTo>
                <a:lnTo>
                  <a:pt x="29" y="454"/>
                </a:lnTo>
                <a:lnTo>
                  <a:pt x="28" y="454"/>
                </a:lnTo>
                <a:lnTo>
                  <a:pt x="27" y="455"/>
                </a:lnTo>
                <a:lnTo>
                  <a:pt x="26" y="455"/>
                </a:lnTo>
                <a:lnTo>
                  <a:pt x="25" y="456"/>
                </a:lnTo>
                <a:lnTo>
                  <a:pt x="25" y="457"/>
                </a:lnTo>
                <a:lnTo>
                  <a:pt x="24" y="457"/>
                </a:lnTo>
                <a:lnTo>
                  <a:pt x="24" y="458"/>
                </a:lnTo>
                <a:lnTo>
                  <a:pt x="24" y="459"/>
                </a:lnTo>
                <a:lnTo>
                  <a:pt x="23" y="460"/>
                </a:lnTo>
                <a:lnTo>
                  <a:pt x="22" y="461"/>
                </a:lnTo>
                <a:lnTo>
                  <a:pt x="21" y="461"/>
                </a:lnTo>
                <a:lnTo>
                  <a:pt x="21" y="462"/>
                </a:lnTo>
                <a:lnTo>
                  <a:pt x="19" y="464"/>
                </a:lnTo>
                <a:lnTo>
                  <a:pt x="19" y="465"/>
                </a:lnTo>
                <a:lnTo>
                  <a:pt x="20" y="465"/>
                </a:lnTo>
                <a:lnTo>
                  <a:pt x="19" y="465"/>
                </a:lnTo>
                <a:lnTo>
                  <a:pt x="19" y="466"/>
                </a:lnTo>
                <a:lnTo>
                  <a:pt x="18" y="467"/>
                </a:lnTo>
                <a:lnTo>
                  <a:pt x="18" y="468"/>
                </a:lnTo>
                <a:lnTo>
                  <a:pt x="18" y="469"/>
                </a:lnTo>
                <a:lnTo>
                  <a:pt x="19" y="469"/>
                </a:lnTo>
                <a:lnTo>
                  <a:pt x="20" y="469"/>
                </a:lnTo>
                <a:lnTo>
                  <a:pt x="21" y="470"/>
                </a:lnTo>
                <a:lnTo>
                  <a:pt x="21" y="471"/>
                </a:lnTo>
                <a:lnTo>
                  <a:pt x="20" y="471"/>
                </a:lnTo>
                <a:lnTo>
                  <a:pt x="19" y="471"/>
                </a:lnTo>
                <a:lnTo>
                  <a:pt x="19" y="472"/>
                </a:lnTo>
                <a:lnTo>
                  <a:pt x="18" y="472"/>
                </a:lnTo>
                <a:lnTo>
                  <a:pt x="17" y="472"/>
                </a:lnTo>
                <a:lnTo>
                  <a:pt x="16" y="472"/>
                </a:lnTo>
                <a:lnTo>
                  <a:pt x="15" y="472"/>
                </a:lnTo>
                <a:lnTo>
                  <a:pt x="15" y="473"/>
                </a:lnTo>
                <a:lnTo>
                  <a:pt x="16" y="473"/>
                </a:lnTo>
                <a:lnTo>
                  <a:pt x="17" y="473"/>
                </a:lnTo>
                <a:lnTo>
                  <a:pt x="17" y="474"/>
                </a:lnTo>
                <a:lnTo>
                  <a:pt x="16" y="475"/>
                </a:lnTo>
                <a:lnTo>
                  <a:pt x="15" y="475"/>
                </a:lnTo>
                <a:lnTo>
                  <a:pt x="15" y="474"/>
                </a:lnTo>
                <a:lnTo>
                  <a:pt x="14" y="474"/>
                </a:lnTo>
                <a:lnTo>
                  <a:pt x="14" y="473"/>
                </a:lnTo>
                <a:lnTo>
                  <a:pt x="13" y="473"/>
                </a:lnTo>
                <a:lnTo>
                  <a:pt x="12" y="473"/>
                </a:lnTo>
                <a:lnTo>
                  <a:pt x="12" y="472"/>
                </a:lnTo>
                <a:lnTo>
                  <a:pt x="11" y="472"/>
                </a:lnTo>
                <a:lnTo>
                  <a:pt x="11" y="471"/>
                </a:lnTo>
                <a:lnTo>
                  <a:pt x="11" y="472"/>
                </a:lnTo>
                <a:lnTo>
                  <a:pt x="10" y="472"/>
                </a:lnTo>
                <a:lnTo>
                  <a:pt x="9" y="472"/>
                </a:lnTo>
                <a:lnTo>
                  <a:pt x="9" y="471"/>
                </a:lnTo>
                <a:lnTo>
                  <a:pt x="8" y="471"/>
                </a:lnTo>
                <a:lnTo>
                  <a:pt x="9" y="471"/>
                </a:lnTo>
                <a:lnTo>
                  <a:pt x="9" y="470"/>
                </a:lnTo>
                <a:lnTo>
                  <a:pt x="9" y="469"/>
                </a:lnTo>
                <a:lnTo>
                  <a:pt x="9" y="468"/>
                </a:lnTo>
                <a:lnTo>
                  <a:pt x="9" y="467"/>
                </a:lnTo>
                <a:lnTo>
                  <a:pt x="9" y="466"/>
                </a:lnTo>
                <a:lnTo>
                  <a:pt x="8" y="466"/>
                </a:lnTo>
                <a:lnTo>
                  <a:pt x="8" y="467"/>
                </a:lnTo>
                <a:lnTo>
                  <a:pt x="7" y="467"/>
                </a:lnTo>
                <a:lnTo>
                  <a:pt x="6" y="467"/>
                </a:lnTo>
                <a:lnTo>
                  <a:pt x="6" y="466"/>
                </a:lnTo>
                <a:lnTo>
                  <a:pt x="6" y="464"/>
                </a:lnTo>
                <a:lnTo>
                  <a:pt x="7" y="464"/>
                </a:lnTo>
                <a:lnTo>
                  <a:pt x="7" y="463"/>
                </a:lnTo>
                <a:lnTo>
                  <a:pt x="7" y="462"/>
                </a:lnTo>
                <a:lnTo>
                  <a:pt x="7" y="461"/>
                </a:lnTo>
                <a:lnTo>
                  <a:pt x="6" y="461"/>
                </a:lnTo>
                <a:lnTo>
                  <a:pt x="5" y="461"/>
                </a:lnTo>
                <a:lnTo>
                  <a:pt x="4" y="459"/>
                </a:lnTo>
                <a:lnTo>
                  <a:pt x="3" y="459"/>
                </a:lnTo>
                <a:lnTo>
                  <a:pt x="3" y="460"/>
                </a:lnTo>
                <a:lnTo>
                  <a:pt x="4" y="460"/>
                </a:lnTo>
                <a:lnTo>
                  <a:pt x="4" y="461"/>
                </a:lnTo>
                <a:lnTo>
                  <a:pt x="4" y="462"/>
                </a:lnTo>
                <a:lnTo>
                  <a:pt x="3" y="462"/>
                </a:lnTo>
                <a:lnTo>
                  <a:pt x="2" y="462"/>
                </a:lnTo>
                <a:lnTo>
                  <a:pt x="1" y="462"/>
                </a:lnTo>
                <a:lnTo>
                  <a:pt x="1" y="461"/>
                </a:lnTo>
                <a:lnTo>
                  <a:pt x="1" y="462"/>
                </a:lnTo>
                <a:lnTo>
                  <a:pt x="0" y="461"/>
                </a:lnTo>
                <a:lnTo>
                  <a:pt x="1" y="460"/>
                </a:lnTo>
                <a:lnTo>
                  <a:pt x="1" y="459"/>
                </a:lnTo>
                <a:lnTo>
                  <a:pt x="1" y="458"/>
                </a:lnTo>
                <a:lnTo>
                  <a:pt x="2" y="458"/>
                </a:lnTo>
                <a:lnTo>
                  <a:pt x="2" y="457"/>
                </a:lnTo>
                <a:lnTo>
                  <a:pt x="3" y="457"/>
                </a:lnTo>
                <a:lnTo>
                  <a:pt x="3" y="456"/>
                </a:lnTo>
                <a:lnTo>
                  <a:pt x="4" y="456"/>
                </a:lnTo>
                <a:lnTo>
                  <a:pt x="5" y="456"/>
                </a:lnTo>
                <a:lnTo>
                  <a:pt x="5" y="455"/>
                </a:lnTo>
                <a:lnTo>
                  <a:pt x="6" y="455"/>
                </a:lnTo>
                <a:lnTo>
                  <a:pt x="7" y="455"/>
                </a:lnTo>
                <a:lnTo>
                  <a:pt x="7" y="454"/>
                </a:lnTo>
                <a:lnTo>
                  <a:pt x="6" y="454"/>
                </a:lnTo>
                <a:lnTo>
                  <a:pt x="7" y="454"/>
                </a:lnTo>
                <a:lnTo>
                  <a:pt x="7" y="453"/>
                </a:lnTo>
                <a:lnTo>
                  <a:pt x="8" y="453"/>
                </a:lnTo>
                <a:lnTo>
                  <a:pt x="8" y="454"/>
                </a:lnTo>
                <a:lnTo>
                  <a:pt x="9" y="454"/>
                </a:lnTo>
                <a:lnTo>
                  <a:pt x="10" y="454"/>
                </a:lnTo>
                <a:lnTo>
                  <a:pt x="10" y="455"/>
                </a:lnTo>
                <a:lnTo>
                  <a:pt x="12" y="455"/>
                </a:lnTo>
                <a:lnTo>
                  <a:pt x="13" y="455"/>
                </a:lnTo>
                <a:lnTo>
                  <a:pt x="14" y="455"/>
                </a:lnTo>
                <a:lnTo>
                  <a:pt x="15" y="454"/>
                </a:lnTo>
                <a:lnTo>
                  <a:pt x="15" y="453"/>
                </a:lnTo>
                <a:lnTo>
                  <a:pt x="16" y="452"/>
                </a:lnTo>
                <a:lnTo>
                  <a:pt x="16" y="453"/>
                </a:lnTo>
                <a:lnTo>
                  <a:pt x="16" y="454"/>
                </a:lnTo>
                <a:lnTo>
                  <a:pt x="17" y="455"/>
                </a:lnTo>
                <a:lnTo>
                  <a:pt x="18" y="455"/>
                </a:lnTo>
                <a:lnTo>
                  <a:pt x="18" y="454"/>
                </a:lnTo>
                <a:lnTo>
                  <a:pt x="17" y="454"/>
                </a:lnTo>
                <a:lnTo>
                  <a:pt x="17" y="452"/>
                </a:lnTo>
                <a:lnTo>
                  <a:pt x="17" y="451"/>
                </a:lnTo>
                <a:lnTo>
                  <a:pt x="17" y="450"/>
                </a:lnTo>
                <a:lnTo>
                  <a:pt x="17" y="449"/>
                </a:lnTo>
                <a:lnTo>
                  <a:pt x="17" y="448"/>
                </a:lnTo>
                <a:lnTo>
                  <a:pt x="17" y="447"/>
                </a:lnTo>
                <a:lnTo>
                  <a:pt x="16" y="447"/>
                </a:lnTo>
                <a:lnTo>
                  <a:pt x="16" y="446"/>
                </a:lnTo>
                <a:lnTo>
                  <a:pt x="17" y="446"/>
                </a:lnTo>
                <a:lnTo>
                  <a:pt x="17" y="444"/>
                </a:lnTo>
                <a:lnTo>
                  <a:pt x="18" y="443"/>
                </a:lnTo>
                <a:lnTo>
                  <a:pt x="18" y="442"/>
                </a:lnTo>
                <a:lnTo>
                  <a:pt x="18" y="441"/>
                </a:lnTo>
                <a:lnTo>
                  <a:pt x="18" y="439"/>
                </a:lnTo>
                <a:lnTo>
                  <a:pt x="19" y="439"/>
                </a:lnTo>
                <a:lnTo>
                  <a:pt x="19" y="438"/>
                </a:lnTo>
                <a:lnTo>
                  <a:pt x="20" y="439"/>
                </a:lnTo>
                <a:lnTo>
                  <a:pt x="20" y="438"/>
                </a:lnTo>
                <a:lnTo>
                  <a:pt x="19" y="437"/>
                </a:lnTo>
                <a:lnTo>
                  <a:pt x="19" y="436"/>
                </a:lnTo>
                <a:lnTo>
                  <a:pt x="18" y="436"/>
                </a:lnTo>
                <a:lnTo>
                  <a:pt x="17" y="435"/>
                </a:lnTo>
                <a:lnTo>
                  <a:pt x="17" y="433"/>
                </a:lnTo>
                <a:lnTo>
                  <a:pt x="17" y="432"/>
                </a:lnTo>
                <a:lnTo>
                  <a:pt x="17" y="431"/>
                </a:lnTo>
                <a:lnTo>
                  <a:pt x="18" y="431"/>
                </a:lnTo>
                <a:lnTo>
                  <a:pt x="18" y="430"/>
                </a:lnTo>
                <a:lnTo>
                  <a:pt x="18" y="429"/>
                </a:lnTo>
                <a:lnTo>
                  <a:pt x="17" y="429"/>
                </a:lnTo>
                <a:lnTo>
                  <a:pt x="16" y="429"/>
                </a:lnTo>
                <a:lnTo>
                  <a:pt x="16" y="430"/>
                </a:lnTo>
                <a:lnTo>
                  <a:pt x="16" y="429"/>
                </a:lnTo>
                <a:lnTo>
                  <a:pt x="16" y="428"/>
                </a:lnTo>
                <a:lnTo>
                  <a:pt x="16" y="427"/>
                </a:lnTo>
                <a:lnTo>
                  <a:pt x="17" y="427"/>
                </a:lnTo>
                <a:lnTo>
                  <a:pt x="18" y="426"/>
                </a:lnTo>
                <a:lnTo>
                  <a:pt x="17" y="426"/>
                </a:lnTo>
                <a:lnTo>
                  <a:pt x="18" y="426"/>
                </a:lnTo>
                <a:lnTo>
                  <a:pt x="18" y="424"/>
                </a:lnTo>
                <a:lnTo>
                  <a:pt x="19" y="424"/>
                </a:lnTo>
                <a:lnTo>
                  <a:pt x="19" y="423"/>
                </a:lnTo>
                <a:lnTo>
                  <a:pt x="19" y="422"/>
                </a:lnTo>
                <a:lnTo>
                  <a:pt x="19" y="421"/>
                </a:lnTo>
                <a:lnTo>
                  <a:pt x="20" y="420"/>
                </a:lnTo>
                <a:lnTo>
                  <a:pt x="21" y="418"/>
                </a:lnTo>
                <a:lnTo>
                  <a:pt x="21" y="416"/>
                </a:lnTo>
                <a:lnTo>
                  <a:pt x="20" y="415"/>
                </a:lnTo>
                <a:lnTo>
                  <a:pt x="19" y="415"/>
                </a:lnTo>
                <a:lnTo>
                  <a:pt x="19" y="414"/>
                </a:lnTo>
                <a:lnTo>
                  <a:pt x="20" y="413"/>
                </a:lnTo>
                <a:lnTo>
                  <a:pt x="20" y="412"/>
                </a:lnTo>
                <a:lnTo>
                  <a:pt x="20" y="411"/>
                </a:lnTo>
                <a:lnTo>
                  <a:pt x="20" y="410"/>
                </a:lnTo>
                <a:lnTo>
                  <a:pt x="20" y="409"/>
                </a:lnTo>
                <a:lnTo>
                  <a:pt x="20" y="408"/>
                </a:lnTo>
                <a:lnTo>
                  <a:pt x="21" y="408"/>
                </a:lnTo>
                <a:lnTo>
                  <a:pt x="21" y="407"/>
                </a:lnTo>
                <a:lnTo>
                  <a:pt x="20" y="407"/>
                </a:lnTo>
                <a:lnTo>
                  <a:pt x="21" y="406"/>
                </a:lnTo>
                <a:lnTo>
                  <a:pt x="22" y="405"/>
                </a:lnTo>
                <a:lnTo>
                  <a:pt x="22" y="403"/>
                </a:lnTo>
                <a:lnTo>
                  <a:pt x="21" y="403"/>
                </a:lnTo>
                <a:lnTo>
                  <a:pt x="20" y="403"/>
                </a:lnTo>
                <a:lnTo>
                  <a:pt x="20" y="402"/>
                </a:lnTo>
                <a:lnTo>
                  <a:pt x="19" y="402"/>
                </a:lnTo>
                <a:lnTo>
                  <a:pt x="18" y="401"/>
                </a:lnTo>
                <a:lnTo>
                  <a:pt x="18" y="400"/>
                </a:lnTo>
                <a:lnTo>
                  <a:pt x="17" y="400"/>
                </a:lnTo>
                <a:lnTo>
                  <a:pt x="17" y="399"/>
                </a:lnTo>
                <a:lnTo>
                  <a:pt x="16" y="398"/>
                </a:lnTo>
                <a:lnTo>
                  <a:pt x="16" y="397"/>
                </a:lnTo>
                <a:lnTo>
                  <a:pt x="15" y="396"/>
                </a:lnTo>
                <a:lnTo>
                  <a:pt x="14" y="396"/>
                </a:lnTo>
                <a:lnTo>
                  <a:pt x="13" y="396"/>
                </a:lnTo>
                <a:lnTo>
                  <a:pt x="13" y="395"/>
                </a:lnTo>
                <a:lnTo>
                  <a:pt x="12" y="395"/>
                </a:lnTo>
                <a:lnTo>
                  <a:pt x="12" y="394"/>
                </a:lnTo>
                <a:lnTo>
                  <a:pt x="11" y="393"/>
                </a:lnTo>
                <a:lnTo>
                  <a:pt x="10" y="393"/>
                </a:lnTo>
                <a:lnTo>
                  <a:pt x="10" y="392"/>
                </a:lnTo>
                <a:lnTo>
                  <a:pt x="9" y="392"/>
                </a:lnTo>
                <a:lnTo>
                  <a:pt x="9" y="391"/>
                </a:lnTo>
                <a:lnTo>
                  <a:pt x="9" y="390"/>
                </a:lnTo>
                <a:lnTo>
                  <a:pt x="8" y="390"/>
                </a:lnTo>
                <a:lnTo>
                  <a:pt x="7" y="391"/>
                </a:lnTo>
                <a:lnTo>
                  <a:pt x="6" y="391"/>
                </a:lnTo>
                <a:lnTo>
                  <a:pt x="5" y="391"/>
                </a:lnTo>
                <a:lnTo>
                  <a:pt x="5" y="390"/>
                </a:lnTo>
                <a:lnTo>
                  <a:pt x="4" y="389"/>
                </a:lnTo>
                <a:lnTo>
                  <a:pt x="2" y="388"/>
                </a:lnTo>
                <a:lnTo>
                  <a:pt x="1" y="386"/>
                </a:lnTo>
                <a:lnTo>
                  <a:pt x="2" y="386"/>
                </a:lnTo>
                <a:lnTo>
                  <a:pt x="4" y="386"/>
                </a:lnTo>
                <a:lnTo>
                  <a:pt x="4" y="385"/>
                </a:lnTo>
                <a:lnTo>
                  <a:pt x="4" y="384"/>
                </a:lnTo>
                <a:lnTo>
                  <a:pt x="4" y="383"/>
                </a:lnTo>
                <a:lnTo>
                  <a:pt x="5" y="383"/>
                </a:lnTo>
                <a:lnTo>
                  <a:pt x="4" y="381"/>
                </a:lnTo>
                <a:lnTo>
                  <a:pt x="3" y="381"/>
                </a:lnTo>
                <a:lnTo>
                  <a:pt x="3" y="380"/>
                </a:lnTo>
                <a:lnTo>
                  <a:pt x="3" y="379"/>
                </a:lnTo>
                <a:lnTo>
                  <a:pt x="4" y="379"/>
                </a:lnTo>
                <a:lnTo>
                  <a:pt x="4" y="378"/>
                </a:lnTo>
                <a:lnTo>
                  <a:pt x="3" y="377"/>
                </a:lnTo>
                <a:lnTo>
                  <a:pt x="4" y="377"/>
                </a:lnTo>
                <a:lnTo>
                  <a:pt x="4" y="376"/>
                </a:lnTo>
                <a:lnTo>
                  <a:pt x="3" y="376"/>
                </a:lnTo>
                <a:lnTo>
                  <a:pt x="3" y="375"/>
                </a:lnTo>
                <a:lnTo>
                  <a:pt x="4" y="373"/>
                </a:lnTo>
                <a:lnTo>
                  <a:pt x="5" y="373"/>
                </a:lnTo>
                <a:lnTo>
                  <a:pt x="5" y="374"/>
                </a:lnTo>
                <a:lnTo>
                  <a:pt x="6" y="373"/>
                </a:lnTo>
                <a:lnTo>
                  <a:pt x="7" y="372"/>
                </a:lnTo>
                <a:lnTo>
                  <a:pt x="7" y="373"/>
                </a:lnTo>
                <a:lnTo>
                  <a:pt x="8" y="373"/>
                </a:lnTo>
                <a:lnTo>
                  <a:pt x="8" y="374"/>
                </a:lnTo>
                <a:lnTo>
                  <a:pt x="9" y="374"/>
                </a:lnTo>
                <a:lnTo>
                  <a:pt x="10" y="373"/>
                </a:lnTo>
                <a:lnTo>
                  <a:pt x="10" y="372"/>
                </a:lnTo>
                <a:lnTo>
                  <a:pt x="11" y="372"/>
                </a:lnTo>
                <a:lnTo>
                  <a:pt x="11" y="371"/>
                </a:lnTo>
                <a:lnTo>
                  <a:pt x="12" y="371"/>
                </a:lnTo>
                <a:lnTo>
                  <a:pt x="13" y="371"/>
                </a:lnTo>
                <a:lnTo>
                  <a:pt x="14" y="371"/>
                </a:lnTo>
                <a:lnTo>
                  <a:pt x="14" y="372"/>
                </a:lnTo>
                <a:lnTo>
                  <a:pt x="15" y="373"/>
                </a:lnTo>
                <a:lnTo>
                  <a:pt x="16" y="373"/>
                </a:lnTo>
                <a:lnTo>
                  <a:pt x="17" y="373"/>
                </a:lnTo>
                <a:lnTo>
                  <a:pt x="18" y="373"/>
                </a:lnTo>
                <a:lnTo>
                  <a:pt x="18" y="374"/>
                </a:lnTo>
                <a:lnTo>
                  <a:pt x="19" y="374"/>
                </a:lnTo>
                <a:lnTo>
                  <a:pt x="19" y="375"/>
                </a:lnTo>
                <a:lnTo>
                  <a:pt x="20" y="375"/>
                </a:lnTo>
                <a:lnTo>
                  <a:pt x="20" y="374"/>
                </a:lnTo>
                <a:lnTo>
                  <a:pt x="21" y="374"/>
                </a:lnTo>
                <a:lnTo>
                  <a:pt x="21" y="373"/>
                </a:lnTo>
                <a:lnTo>
                  <a:pt x="22" y="373"/>
                </a:lnTo>
                <a:lnTo>
                  <a:pt x="22" y="372"/>
                </a:lnTo>
                <a:lnTo>
                  <a:pt x="23" y="372"/>
                </a:lnTo>
                <a:lnTo>
                  <a:pt x="24" y="371"/>
                </a:lnTo>
                <a:lnTo>
                  <a:pt x="24" y="370"/>
                </a:lnTo>
                <a:lnTo>
                  <a:pt x="25" y="369"/>
                </a:lnTo>
                <a:lnTo>
                  <a:pt x="26" y="369"/>
                </a:lnTo>
                <a:lnTo>
                  <a:pt x="25" y="368"/>
                </a:lnTo>
                <a:lnTo>
                  <a:pt x="26" y="368"/>
                </a:lnTo>
                <a:lnTo>
                  <a:pt x="26" y="367"/>
                </a:lnTo>
                <a:lnTo>
                  <a:pt x="27" y="367"/>
                </a:lnTo>
                <a:lnTo>
                  <a:pt x="27" y="368"/>
                </a:lnTo>
                <a:lnTo>
                  <a:pt x="28" y="368"/>
                </a:lnTo>
                <a:lnTo>
                  <a:pt x="28" y="369"/>
                </a:lnTo>
                <a:lnTo>
                  <a:pt x="28" y="368"/>
                </a:lnTo>
                <a:lnTo>
                  <a:pt x="28" y="367"/>
                </a:lnTo>
                <a:lnTo>
                  <a:pt x="28" y="366"/>
                </a:lnTo>
                <a:lnTo>
                  <a:pt x="28" y="365"/>
                </a:lnTo>
                <a:lnTo>
                  <a:pt x="28" y="364"/>
                </a:lnTo>
                <a:lnTo>
                  <a:pt x="28" y="363"/>
                </a:lnTo>
                <a:lnTo>
                  <a:pt x="27" y="361"/>
                </a:lnTo>
                <a:lnTo>
                  <a:pt x="28" y="361"/>
                </a:lnTo>
                <a:lnTo>
                  <a:pt x="28" y="360"/>
                </a:lnTo>
                <a:lnTo>
                  <a:pt x="29" y="360"/>
                </a:lnTo>
                <a:lnTo>
                  <a:pt x="29" y="359"/>
                </a:lnTo>
                <a:lnTo>
                  <a:pt x="32" y="359"/>
                </a:lnTo>
                <a:lnTo>
                  <a:pt x="33" y="360"/>
                </a:lnTo>
                <a:lnTo>
                  <a:pt x="33" y="361"/>
                </a:lnTo>
                <a:lnTo>
                  <a:pt x="33" y="362"/>
                </a:lnTo>
                <a:lnTo>
                  <a:pt x="34" y="363"/>
                </a:lnTo>
                <a:lnTo>
                  <a:pt x="33" y="363"/>
                </a:lnTo>
                <a:lnTo>
                  <a:pt x="34" y="365"/>
                </a:lnTo>
                <a:lnTo>
                  <a:pt x="35" y="366"/>
                </a:lnTo>
                <a:lnTo>
                  <a:pt x="35" y="367"/>
                </a:lnTo>
                <a:lnTo>
                  <a:pt x="35" y="368"/>
                </a:lnTo>
                <a:lnTo>
                  <a:pt x="36" y="368"/>
                </a:lnTo>
                <a:lnTo>
                  <a:pt x="37" y="369"/>
                </a:lnTo>
                <a:lnTo>
                  <a:pt x="37" y="370"/>
                </a:lnTo>
                <a:lnTo>
                  <a:pt x="38" y="371"/>
                </a:lnTo>
                <a:lnTo>
                  <a:pt x="39" y="371"/>
                </a:lnTo>
                <a:lnTo>
                  <a:pt x="40" y="371"/>
                </a:lnTo>
                <a:lnTo>
                  <a:pt x="40" y="370"/>
                </a:lnTo>
                <a:lnTo>
                  <a:pt x="41" y="370"/>
                </a:lnTo>
                <a:lnTo>
                  <a:pt x="42" y="370"/>
                </a:lnTo>
                <a:lnTo>
                  <a:pt x="43" y="369"/>
                </a:lnTo>
                <a:lnTo>
                  <a:pt x="44" y="369"/>
                </a:lnTo>
                <a:lnTo>
                  <a:pt x="44" y="370"/>
                </a:lnTo>
                <a:lnTo>
                  <a:pt x="45" y="370"/>
                </a:lnTo>
                <a:lnTo>
                  <a:pt x="46" y="371"/>
                </a:lnTo>
                <a:lnTo>
                  <a:pt x="46" y="372"/>
                </a:lnTo>
                <a:lnTo>
                  <a:pt x="46" y="371"/>
                </a:lnTo>
                <a:lnTo>
                  <a:pt x="47" y="371"/>
                </a:lnTo>
                <a:lnTo>
                  <a:pt x="48" y="371"/>
                </a:lnTo>
                <a:lnTo>
                  <a:pt x="49" y="370"/>
                </a:lnTo>
                <a:lnTo>
                  <a:pt x="50" y="369"/>
                </a:lnTo>
                <a:lnTo>
                  <a:pt x="51" y="368"/>
                </a:lnTo>
                <a:lnTo>
                  <a:pt x="52" y="366"/>
                </a:lnTo>
                <a:lnTo>
                  <a:pt x="53" y="366"/>
                </a:lnTo>
                <a:lnTo>
                  <a:pt x="53" y="365"/>
                </a:lnTo>
                <a:lnTo>
                  <a:pt x="53" y="364"/>
                </a:lnTo>
                <a:lnTo>
                  <a:pt x="54" y="364"/>
                </a:lnTo>
                <a:lnTo>
                  <a:pt x="54" y="363"/>
                </a:lnTo>
                <a:lnTo>
                  <a:pt x="55" y="363"/>
                </a:lnTo>
                <a:lnTo>
                  <a:pt x="55" y="362"/>
                </a:lnTo>
                <a:lnTo>
                  <a:pt x="56" y="360"/>
                </a:lnTo>
                <a:lnTo>
                  <a:pt x="57" y="360"/>
                </a:lnTo>
                <a:lnTo>
                  <a:pt x="57" y="359"/>
                </a:lnTo>
                <a:lnTo>
                  <a:pt x="58" y="358"/>
                </a:lnTo>
                <a:lnTo>
                  <a:pt x="59" y="358"/>
                </a:lnTo>
                <a:lnTo>
                  <a:pt x="59" y="357"/>
                </a:lnTo>
                <a:lnTo>
                  <a:pt x="60" y="357"/>
                </a:lnTo>
                <a:lnTo>
                  <a:pt x="60" y="356"/>
                </a:lnTo>
                <a:lnTo>
                  <a:pt x="61" y="355"/>
                </a:lnTo>
                <a:lnTo>
                  <a:pt x="62" y="355"/>
                </a:lnTo>
                <a:lnTo>
                  <a:pt x="62" y="354"/>
                </a:lnTo>
                <a:lnTo>
                  <a:pt x="62" y="353"/>
                </a:lnTo>
                <a:lnTo>
                  <a:pt x="63" y="353"/>
                </a:lnTo>
                <a:lnTo>
                  <a:pt x="64" y="353"/>
                </a:lnTo>
                <a:lnTo>
                  <a:pt x="65" y="354"/>
                </a:lnTo>
                <a:lnTo>
                  <a:pt x="66" y="353"/>
                </a:lnTo>
                <a:lnTo>
                  <a:pt x="66" y="352"/>
                </a:lnTo>
                <a:lnTo>
                  <a:pt x="66" y="353"/>
                </a:lnTo>
                <a:lnTo>
                  <a:pt x="67" y="353"/>
                </a:lnTo>
                <a:lnTo>
                  <a:pt x="67" y="352"/>
                </a:lnTo>
                <a:lnTo>
                  <a:pt x="68" y="351"/>
                </a:lnTo>
                <a:lnTo>
                  <a:pt x="69" y="351"/>
                </a:lnTo>
                <a:lnTo>
                  <a:pt x="70" y="350"/>
                </a:lnTo>
                <a:lnTo>
                  <a:pt x="71" y="349"/>
                </a:lnTo>
                <a:lnTo>
                  <a:pt x="71" y="350"/>
                </a:lnTo>
                <a:lnTo>
                  <a:pt x="72" y="351"/>
                </a:lnTo>
                <a:lnTo>
                  <a:pt x="73" y="351"/>
                </a:lnTo>
                <a:lnTo>
                  <a:pt x="74" y="351"/>
                </a:lnTo>
                <a:lnTo>
                  <a:pt x="75" y="351"/>
                </a:lnTo>
                <a:lnTo>
                  <a:pt x="75" y="350"/>
                </a:lnTo>
                <a:lnTo>
                  <a:pt x="76" y="350"/>
                </a:lnTo>
                <a:lnTo>
                  <a:pt x="79" y="351"/>
                </a:lnTo>
                <a:lnTo>
                  <a:pt x="79" y="352"/>
                </a:lnTo>
                <a:lnTo>
                  <a:pt x="80" y="352"/>
                </a:lnTo>
                <a:lnTo>
                  <a:pt x="79" y="352"/>
                </a:lnTo>
                <a:lnTo>
                  <a:pt x="79" y="353"/>
                </a:lnTo>
                <a:lnTo>
                  <a:pt x="79" y="354"/>
                </a:lnTo>
                <a:lnTo>
                  <a:pt x="78" y="354"/>
                </a:lnTo>
                <a:lnTo>
                  <a:pt x="78" y="355"/>
                </a:lnTo>
                <a:lnTo>
                  <a:pt x="77" y="355"/>
                </a:lnTo>
                <a:lnTo>
                  <a:pt x="75" y="356"/>
                </a:lnTo>
                <a:lnTo>
                  <a:pt x="75" y="357"/>
                </a:lnTo>
                <a:lnTo>
                  <a:pt x="76" y="357"/>
                </a:lnTo>
                <a:lnTo>
                  <a:pt x="76" y="358"/>
                </a:lnTo>
                <a:lnTo>
                  <a:pt x="77" y="359"/>
                </a:lnTo>
                <a:lnTo>
                  <a:pt x="77" y="360"/>
                </a:lnTo>
                <a:lnTo>
                  <a:pt x="76" y="360"/>
                </a:lnTo>
                <a:lnTo>
                  <a:pt x="77" y="360"/>
                </a:lnTo>
                <a:lnTo>
                  <a:pt x="78" y="360"/>
                </a:lnTo>
                <a:lnTo>
                  <a:pt x="78" y="361"/>
                </a:lnTo>
                <a:lnTo>
                  <a:pt x="78" y="362"/>
                </a:lnTo>
                <a:lnTo>
                  <a:pt x="79" y="362"/>
                </a:lnTo>
                <a:lnTo>
                  <a:pt x="79" y="363"/>
                </a:lnTo>
                <a:lnTo>
                  <a:pt x="79" y="364"/>
                </a:lnTo>
                <a:lnTo>
                  <a:pt x="80" y="364"/>
                </a:lnTo>
                <a:lnTo>
                  <a:pt x="80" y="365"/>
                </a:lnTo>
                <a:lnTo>
                  <a:pt x="81" y="365"/>
                </a:lnTo>
                <a:lnTo>
                  <a:pt x="82" y="365"/>
                </a:lnTo>
                <a:lnTo>
                  <a:pt x="82" y="364"/>
                </a:lnTo>
                <a:lnTo>
                  <a:pt x="82" y="365"/>
                </a:lnTo>
                <a:lnTo>
                  <a:pt x="82" y="366"/>
                </a:lnTo>
                <a:lnTo>
                  <a:pt x="83" y="366"/>
                </a:lnTo>
                <a:lnTo>
                  <a:pt x="83" y="365"/>
                </a:lnTo>
                <a:lnTo>
                  <a:pt x="84" y="365"/>
                </a:lnTo>
                <a:lnTo>
                  <a:pt x="85" y="364"/>
                </a:lnTo>
                <a:lnTo>
                  <a:pt x="85" y="363"/>
                </a:lnTo>
                <a:lnTo>
                  <a:pt x="85" y="362"/>
                </a:lnTo>
                <a:lnTo>
                  <a:pt x="87" y="363"/>
                </a:lnTo>
                <a:lnTo>
                  <a:pt x="88" y="363"/>
                </a:lnTo>
                <a:lnTo>
                  <a:pt x="89" y="362"/>
                </a:lnTo>
                <a:lnTo>
                  <a:pt x="89" y="361"/>
                </a:lnTo>
                <a:lnTo>
                  <a:pt x="90" y="361"/>
                </a:lnTo>
                <a:lnTo>
                  <a:pt x="90" y="360"/>
                </a:lnTo>
                <a:lnTo>
                  <a:pt x="92" y="359"/>
                </a:lnTo>
                <a:lnTo>
                  <a:pt x="93" y="358"/>
                </a:lnTo>
                <a:lnTo>
                  <a:pt x="93" y="357"/>
                </a:lnTo>
                <a:lnTo>
                  <a:pt x="92" y="358"/>
                </a:lnTo>
                <a:lnTo>
                  <a:pt x="91" y="358"/>
                </a:lnTo>
                <a:lnTo>
                  <a:pt x="92" y="357"/>
                </a:lnTo>
                <a:lnTo>
                  <a:pt x="93" y="357"/>
                </a:lnTo>
                <a:lnTo>
                  <a:pt x="93" y="356"/>
                </a:lnTo>
                <a:lnTo>
                  <a:pt x="94" y="356"/>
                </a:lnTo>
                <a:lnTo>
                  <a:pt x="94" y="355"/>
                </a:lnTo>
                <a:lnTo>
                  <a:pt x="95" y="355"/>
                </a:lnTo>
                <a:lnTo>
                  <a:pt x="97" y="354"/>
                </a:lnTo>
                <a:lnTo>
                  <a:pt x="97" y="353"/>
                </a:lnTo>
                <a:lnTo>
                  <a:pt x="98" y="352"/>
                </a:lnTo>
                <a:lnTo>
                  <a:pt x="98" y="351"/>
                </a:lnTo>
                <a:lnTo>
                  <a:pt x="99" y="351"/>
                </a:lnTo>
                <a:lnTo>
                  <a:pt x="99" y="352"/>
                </a:lnTo>
                <a:lnTo>
                  <a:pt x="100" y="352"/>
                </a:lnTo>
                <a:lnTo>
                  <a:pt x="100" y="353"/>
                </a:lnTo>
                <a:lnTo>
                  <a:pt x="100" y="354"/>
                </a:lnTo>
                <a:lnTo>
                  <a:pt x="101" y="354"/>
                </a:lnTo>
                <a:lnTo>
                  <a:pt x="101" y="353"/>
                </a:lnTo>
                <a:lnTo>
                  <a:pt x="102" y="353"/>
                </a:lnTo>
                <a:lnTo>
                  <a:pt x="102" y="354"/>
                </a:lnTo>
                <a:lnTo>
                  <a:pt x="102" y="355"/>
                </a:lnTo>
                <a:lnTo>
                  <a:pt x="101" y="355"/>
                </a:lnTo>
                <a:lnTo>
                  <a:pt x="100" y="355"/>
                </a:lnTo>
                <a:lnTo>
                  <a:pt x="101" y="356"/>
                </a:lnTo>
                <a:lnTo>
                  <a:pt x="102" y="356"/>
                </a:lnTo>
                <a:lnTo>
                  <a:pt x="103" y="357"/>
                </a:lnTo>
                <a:lnTo>
                  <a:pt x="104" y="358"/>
                </a:lnTo>
                <a:lnTo>
                  <a:pt x="105" y="359"/>
                </a:lnTo>
                <a:lnTo>
                  <a:pt x="105" y="360"/>
                </a:lnTo>
                <a:lnTo>
                  <a:pt x="106" y="360"/>
                </a:lnTo>
                <a:lnTo>
                  <a:pt x="106" y="361"/>
                </a:lnTo>
                <a:lnTo>
                  <a:pt x="105" y="362"/>
                </a:lnTo>
                <a:lnTo>
                  <a:pt x="105" y="363"/>
                </a:lnTo>
                <a:lnTo>
                  <a:pt x="105" y="364"/>
                </a:lnTo>
                <a:lnTo>
                  <a:pt x="104" y="364"/>
                </a:lnTo>
                <a:lnTo>
                  <a:pt x="104" y="365"/>
                </a:lnTo>
                <a:lnTo>
                  <a:pt x="104" y="366"/>
                </a:lnTo>
                <a:lnTo>
                  <a:pt x="104" y="367"/>
                </a:lnTo>
                <a:lnTo>
                  <a:pt x="104" y="368"/>
                </a:lnTo>
                <a:lnTo>
                  <a:pt x="105" y="368"/>
                </a:lnTo>
                <a:lnTo>
                  <a:pt x="105" y="369"/>
                </a:lnTo>
                <a:lnTo>
                  <a:pt x="105" y="370"/>
                </a:lnTo>
                <a:lnTo>
                  <a:pt x="106" y="370"/>
                </a:lnTo>
                <a:lnTo>
                  <a:pt x="106" y="369"/>
                </a:lnTo>
                <a:lnTo>
                  <a:pt x="107" y="368"/>
                </a:lnTo>
                <a:lnTo>
                  <a:pt x="107" y="367"/>
                </a:lnTo>
                <a:lnTo>
                  <a:pt x="108" y="366"/>
                </a:lnTo>
                <a:lnTo>
                  <a:pt x="108" y="365"/>
                </a:lnTo>
                <a:lnTo>
                  <a:pt x="109" y="365"/>
                </a:lnTo>
                <a:lnTo>
                  <a:pt x="109" y="364"/>
                </a:lnTo>
                <a:lnTo>
                  <a:pt x="110" y="364"/>
                </a:lnTo>
                <a:lnTo>
                  <a:pt x="110" y="363"/>
                </a:lnTo>
                <a:lnTo>
                  <a:pt x="111" y="363"/>
                </a:lnTo>
                <a:lnTo>
                  <a:pt x="111" y="362"/>
                </a:lnTo>
                <a:lnTo>
                  <a:pt x="111" y="361"/>
                </a:lnTo>
                <a:lnTo>
                  <a:pt x="112" y="361"/>
                </a:lnTo>
                <a:lnTo>
                  <a:pt x="112" y="360"/>
                </a:lnTo>
                <a:lnTo>
                  <a:pt x="112" y="359"/>
                </a:lnTo>
                <a:lnTo>
                  <a:pt x="113" y="359"/>
                </a:lnTo>
                <a:lnTo>
                  <a:pt x="113" y="358"/>
                </a:lnTo>
                <a:lnTo>
                  <a:pt x="113" y="357"/>
                </a:lnTo>
                <a:lnTo>
                  <a:pt x="113" y="356"/>
                </a:lnTo>
                <a:lnTo>
                  <a:pt x="114" y="356"/>
                </a:lnTo>
                <a:lnTo>
                  <a:pt x="114" y="355"/>
                </a:lnTo>
                <a:lnTo>
                  <a:pt x="115" y="354"/>
                </a:lnTo>
                <a:lnTo>
                  <a:pt x="116" y="354"/>
                </a:lnTo>
                <a:lnTo>
                  <a:pt x="116" y="353"/>
                </a:lnTo>
                <a:lnTo>
                  <a:pt x="117" y="352"/>
                </a:lnTo>
                <a:lnTo>
                  <a:pt x="118" y="351"/>
                </a:lnTo>
                <a:lnTo>
                  <a:pt x="119" y="351"/>
                </a:lnTo>
                <a:lnTo>
                  <a:pt x="119" y="350"/>
                </a:lnTo>
                <a:lnTo>
                  <a:pt x="120" y="350"/>
                </a:lnTo>
                <a:lnTo>
                  <a:pt x="120" y="349"/>
                </a:lnTo>
                <a:lnTo>
                  <a:pt x="121" y="349"/>
                </a:lnTo>
                <a:lnTo>
                  <a:pt x="121" y="348"/>
                </a:lnTo>
                <a:lnTo>
                  <a:pt x="122" y="347"/>
                </a:lnTo>
                <a:lnTo>
                  <a:pt x="123" y="347"/>
                </a:lnTo>
                <a:lnTo>
                  <a:pt x="123" y="346"/>
                </a:lnTo>
                <a:lnTo>
                  <a:pt x="124" y="346"/>
                </a:lnTo>
                <a:lnTo>
                  <a:pt x="124" y="345"/>
                </a:lnTo>
                <a:lnTo>
                  <a:pt x="125" y="345"/>
                </a:lnTo>
                <a:lnTo>
                  <a:pt x="125" y="346"/>
                </a:lnTo>
                <a:lnTo>
                  <a:pt x="125" y="347"/>
                </a:lnTo>
                <a:lnTo>
                  <a:pt x="125" y="348"/>
                </a:lnTo>
                <a:lnTo>
                  <a:pt x="124" y="349"/>
                </a:lnTo>
                <a:lnTo>
                  <a:pt x="125" y="349"/>
                </a:lnTo>
                <a:lnTo>
                  <a:pt x="126" y="348"/>
                </a:lnTo>
                <a:lnTo>
                  <a:pt x="127" y="348"/>
                </a:lnTo>
                <a:lnTo>
                  <a:pt x="128" y="348"/>
                </a:lnTo>
                <a:lnTo>
                  <a:pt x="129" y="347"/>
                </a:lnTo>
                <a:lnTo>
                  <a:pt x="129" y="346"/>
                </a:lnTo>
                <a:lnTo>
                  <a:pt x="130" y="346"/>
                </a:lnTo>
                <a:lnTo>
                  <a:pt x="130" y="345"/>
                </a:lnTo>
                <a:lnTo>
                  <a:pt x="129" y="345"/>
                </a:lnTo>
                <a:lnTo>
                  <a:pt x="129" y="344"/>
                </a:lnTo>
                <a:lnTo>
                  <a:pt x="130" y="344"/>
                </a:lnTo>
                <a:lnTo>
                  <a:pt x="130" y="343"/>
                </a:lnTo>
                <a:lnTo>
                  <a:pt x="130" y="342"/>
                </a:lnTo>
                <a:lnTo>
                  <a:pt x="131" y="341"/>
                </a:lnTo>
                <a:lnTo>
                  <a:pt x="132" y="341"/>
                </a:lnTo>
                <a:lnTo>
                  <a:pt x="133" y="341"/>
                </a:lnTo>
                <a:lnTo>
                  <a:pt x="134" y="341"/>
                </a:lnTo>
                <a:lnTo>
                  <a:pt x="135" y="340"/>
                </a:lnTo>
                <a:lnTo>
                  <a:pt x="136" y="339"/>
                </a:lnTo>
                <a:lnTo>
                  <a:pt x="137" y="338"/>
                </a:lnTo>
                <a:lnTo>
                  <a:pt x="137" y="337"/>
                </a:lnTo>
                <a:lnTo>
                  <a:pt x="138" y="336"/>
                </a:lnTo>
                <a:lnTo>
                  <a:pt x="138" y="335"/>
                </a:lnTo>
                <a:lnTo>
                  <a:pt x="138" y="334"/>
                </a:lnTo>
                <a:lnTo>
                  <a:pt x="137" y="334"/>
                </a:lnTo>
                <a:lnTo>
                  <a:pt x="137" y="333"/>
                </a:lnTo>
                <a:lnTo>
                  <a:pt x="137" y="332"/>
                </a:lnTo>
                <a:lnTo>
                  <a:pt x="138" y="332"/>
                </a:lnTo>
                <a:lnTo>
                  <a:pt x="139" y="332"/>
                </a:lnTo>
                <a:lnTo>
                  <a:pt x="140" y="331"/>
                </a:lnTo>
                <a:lnTo>
                  <a:pt x="141" y="330"/>
                </a:lnTo>
                <a:lnTo>
                  <a:pt x="142" y="329"/>
                </a:lnTo>
                <a:lnTo>
                  <a:pt x="142" y="330"/>
                </a:lnTo>
                <a:lnTo>
                  <a:pt x="142" y="331"/>
                </a:lnTo>
                <a:lnTo>
                  <a:pt x="143" y="330"/>
                </a:lnTo>
                <a:lnTo>
                  <a:pt x="144" y="330"/>
                </a:lnTo>
                <a:lnTo>
                  <a:pt x="144" y="329"/>
                </a:lnTo>
                <a:lnTo>
                  <a:pt x="143" y="329"/>
                </a:lnTo>
                <a:lnTo>
                  <a:pt x="144" y="328"/>
                </a:lnTo>
                <a:lnTo>
                  <a:pt x="143" y="327"/>
                </a:lnTo>
                <a:lnTo>
                  <a:pt x="144" y="326"/>
                </a:lnTo>
                <a:lnTo>
                  <a:pt x="146" y="325"/>
                </a:lnTo>
                <a:lnTo>
                  <a:pt x="146" y="324"/>
                </a:lnTo>
                <a:lnTo>
                  <a:pt x="148" y="323"/>
                </a:lnTo>
                <a:lnTo>
                  <a:pt x="148" y="322"/>
                </a:lnTo>
                <a:lnTo>
                  <a:pt x="149" y="322"/>
                </a:lnTo>
                <a:lnTo>
                  <a:pt x="149" y="321"/>
                </a:lnTo>
                <a:lnTo>
                  <a:pt x="150" y="321"/>
                </a:lnTo>
                <a:lnTo>
                  <a:pt x="150" y="320"/>
                </a:lnTo>
                <a:lnTo>
                  <a:pt x="151" y="320"/>
                </a:lnTo>
                <a:lnTo>
                  <a:pt x="152" y="320"/>
                </a:lnTo>
                <a:lnTo>
                  <a:pt x="152" y="319"/>
                </a:lnTo>
                <a:lnTo>
                  <a:pt x="153" y="319"/>
                </a:lnTo>
                <a:lnTo>
                  <a:pt x="154" y="319"/>
                </a:lnTo>
                <a:lnTo>
                  <a:pt x="155" y="319"/>
                </a:lnTo>
                <a:lnTo>
                  <a:pt x="155" y="318"/>
                </a:lnTo>
                <a:lnTo>
                  <a:pt x="156" y="318"/>
                </a:lnTo>
                <a:lnTo>
                  <a:pt x="156" y="317"/>
                </a:lnTo>
                <a:lnTo>
                  <a:pt x="157" y="317"/>
                </a:lnTo>
                <a:lnTo>
                  <a:pt x="158" y="316"/>
                </a:lnTo>
                <a:lnTo>
                  <a:pt x="159" y="316"/>
                </a:lnTo>
                <a:lnTo>
                  <a:pt x="159" y="315"/>
                </a:lnTo>
                <a:lnTo>
                  <a:pt x="160" y="315"/>
                </a:lnTo>
                <a:lnTo>
                  <a:pt x="161" y="315"/>
                </a:lnTo>
                <a:lnTo>
                  <a:pt x="161" y="314"/>
                </a:lnTo>
                <a:lnTo>
                  <a:pt x="162" y="313"/>
                </a:lnTo>
                <a:lnTo>
                  <a:pt x="163" y="313"/>
                </a:lnTo>
                <a:lnTo>
                  <a:pt x="164" y="313"/>
                </a:lnTo>
                <a:lnTo>
                  <a:pt x="165" y="314"/>
                </a:lnTo>
                <a:lnTo>
                  <a:pt x="166" y="314"/>
                </a:lnTo>
                <a:lnTo>
                  <a:pt x="166" y="315"/>
                </a:lnTo>
                <a:lnTo>
                  <a:pt x="167" y="315"/>
                </a:lnTo>
                <a:lnTo>
                  <a:pt x="167" y="314"/>
                </a:lnTo>
                <a:lnTo>
                  <a:pt x="168" y="315"/>
                </a:lnTo>
                <a:lnTo>
                  <a:pt x="168" y="316"/>
                </a:lnTo>
                <a:lnTo>
                  <a:pt x="169" y="316"/>
                </a:lnTo>
                <a:lnTo>
                  <a:pt x="170" y="316"/>
                </a:lnTo>
                <a:lnTo>
                  <a:pt x="170" y="315"/>
                </a:lnTo>
                <a:lnTo>
                  <a:pt x="171" y="314"/>
                </a:lnTo>
                <a:lnTo>
                  <a:pt x="172" y="314"/>
                </a:lnTo>
                <a:lnTo>
                  <a:pt x="172" y="315"/>
                </a:lnTo>
                <a:lnTo>
                  <a:pt x="173" y="314"/>
                </a:lnTo>
                <a:lnTo>
                  <a:pt x="173" y="315"/>
                </a:lnTo>
                <a:lnTo>
                  <a:pt x="174" y="315"/>
                </a:lnTo>
                <a:lnTo>
                  <a:pt x="175" y="315"/>
                </a:lnTo>
                <a:lnTo>
                  <a:pt x="174" y="316"/>
                </a:lnTo>
                <a:lnTo>
                  <a:pt x="174" y="317"/>
                </a:lnTo>
                <a:lnTo>
                  <a:pt x="175" y="317"/>
                </a:lnTo>
                <a:lnTo>
                  <a:pt x="175" y="318"/>
                </a:lnTo>
                <a:lnTo>
                  <a:pt x="176" y="318"/>
                </a:lnTo>
                <a:lnTo>
                  <a:pt x="176" y="319"/>
                </a:lnTo>
                <a:lnTo>
                  <a:pt x="176" y="320"/>
                </a:lnTo>
                <a:lnTo>
                  <a:pt x="176" y="322"/>
                </a:lnTo>
                <a:lnTo>
                  <a:pt x="178" y="323"/>
                </a:lnTo>
                <a:lnTo>
                  <a:pt x="179" y="324"/>
                </a:lnTo>
                <a:lnTo>
                  <a:pt x="179" y="325"/>
                </a:lnTo>
                <a:lnTo>
                  <a:pt x="180" y="325"/>
                </a:lnTo>
                <a:lnTo>
                  <a:pt x="180" y="326"/>
                </a:lnTo>
                <a:lnTo>
                  <a:pt x="181" y="325"/>
                </a:lnTo>
                <a:lnTo>
                  <a:pt x="183" y="325"/>
                </a:lnTo>
                <a:lnTo>
                  <a:pt x="184" y="324"/>
                </a:lnTo>
                <a:lnTo>
                  <a:pt x="184" y="323"/>
                </a:lnTo>
                <a:lnTo>
                  <a:pt x="185" y="321"/>
                </a:lnTo>
                <a:lnTo>
                  <a:pt x="186" y="320"/>
                </a:lnTo>
                <a:lnTo>
                  <a:pt x="187" y="319"/>
                </a:lnTo>
                <a:lnTo>
                  <a:pt x="187" y="318"/>
                </a:lnTo>
                <a:lnTo>
                  <a:pt x="187" y="317"/>
                </a:lnTo>
                <a:lnTo>
                  <a:pt x="187" y="316"/>
                </a:lnTo>
                <a:lnTo>
                  <a:pt x="188" y="315"/>
                </a:lnTo>
                <a:lnTo>
                  <a:pt x="189" y="314"/>
                </a:lnTo>
                <a:lnTo>
                  <a:pt x="189" y="312"/>
                </a:lnTo>
                <a:lnTo>
                  <a:pt x="190" y="311"/>
                </a:lnTo>
                <a:lnTo>
                  <a:pt x="190" y="310"/>
                </a:lnTo>
                <a:lnTo>
                  <a:pt x="190" y="309"/>
                </a:lnTo>
                <a:lnTo>
                  <a:pt x="189" y="309"/>
                </a:lnTo>
                <a:lnTo>
                  <a:pt x="189" y="308"/>
                </a:lnTo>
                <a:lnTo>
                  <a:pt x="190" y="307"/>
                </a:lnTo>
                <a:lnTo>
                  <a:pt x="190" y="306"/>
                </a:lnTo>
                <a:lnTo>
                  <a:pt x="190" y="305"/>
                </a:lnTo>
                <a:lnTo>
                  <a:pt x="191" y="304"/>
                </a:lnTo>
                <a:lnTo>
                  <a:pt x="191" y="303"/>
                </a:lnTo>
                <a:lnTo>
                  <a:pt x="192" y="302"/>
                </a:lnTo>
                <a:lnTo>
                  <a:pt x="192" y="301"/>
                </a:lnTo>
                <a:lnTo>
                  <a:pt x="192" y="300"/>
                </a:lnTo>
                <a:lnTo>
                  <a:pt x="191" y="300"/>
                </a:lnTo>
                <a:lnTo>
                  <a:pt x="189" y="300"/>
                </a:lnTo>
                <a:lnTo>
                  <a:pt x="189" y="301"/>
                </a:lnTo>
                <a:lnTo>
                  <a:pt x="188" y="301"/>
                </a:lnTo>
                <a:lnTo>
                  <a:pt x="188" y="300"/>
                </a:lnTo>
                <a:lnTo>
                  <a:pt x="188" y="299"/>
                </a:lnTo>
                <a:lnTo>
                  <a:pt x="188" y="298"/>
                </a:lnTo>
                <a:lnTo>
                  <a:pt x="188" y="297"/>
                </a:lnTo>
                <a:lnTo>
                  <a:pt x="188" y="296"/>
                </a:lnTo>
                <a:lnTo>
                  <a:pt x="188" y="295"/>
                </a:lnTo>
                <a:lnTo>
                  <a:pt x="187" y="295"/>
                </a:lnTo>
                <a:lnTo>
                  <a:pt x="186" y="295"/>
                </a:lnTo>
                <a:lnTo>
                  <a:pt x="186" y="294"/>
                </a:lnTo>
                <a:lnTo>
                  <a:pt x="187" y="293"/>
                </a:lnTo>
                <a:lnTo>
                  <a:pt x="186" y="293"/>
                </a:lnTo>
                <a:lnTo>
                  <a:pt x="186" y="292"/>
                </a:lnTo>
                <a:lnTo>
                  <a:pt x="187" y="291"/>
                </a:lnTo>
                <a:lnTo>
                  <a:pt x="187" y="290"/>
                </a:lnTo>
                <a:lnTo>
                  <a:pt x="186" y="290"/>
                </a:lnTo>
                <a:lnTo>
                  <a:pt x="186" y="289"/>
                </a:lnTo>
                <a:lnTo>
                  <a:pt x="186" y="288"/>
                </a:lnTo>
                <a:lnTo>
                  <a:pt x="186" y="287"/>
                </a:lnTo>
                <a:lnTo>
                  <a:pt x="187" y="286"/>
                </a:lnTo>
                <a:lnTo>
                  <a:pt x="187" y="285"/>
                </a:lnTo>
                <a:lnTo>
                  <a:pt x="188" y="285"/>
                </a:lnTo>
                <a:lnTo>
                  <a:pt x="188" y="284"/>
                </a:lnTo>
                <a:lnTo>
                  <a:pt x="189" y="284"/>
                </a:lnTo>
                <a:lnTo>
                  <a:pt x="190" y="284"/>
                </a:lnTo>
                <a:lnTo>
                  <a:pt x="190" y="283"/>
                </a:lnTo>
                <a:lnTo>
                  <a:pt x="191" y="283"/>
                </a:lnTo>
                <a:lnTo>
                  <a:pt x="192" y="283"/>
                </a:lnTo>
                <a:lnTo>
                  <a:pt x="192" y="282"/>
                </a:lnTo>
                <a:lnTo>
                  <a:pt x="193" y="282"/>
                </a:lnTo>
                <a:lnTo>
                  <a:pt x="192" y="281"/>
                </a:lnTo>
                <a:lnTo>
                  <a:pt x="192" y="280"/>
                </a:lnTo>
                <a:lnTo>
                  <a:pt x="193" y="280"/>
                </a:lnTo>
                <a:lnTo>
                  <a:pt x="193" y="279"/>
                </a:lnTo>
                <a:lnTo>
                  <a:pt x="194" y="278"/>
                </a:lnTo>
                <a:lnTo>
                  <a:pt x="193" y="277"/>
                </a:lnTo>
                <a:lnTo>
                  <a:pt x="192" y="277"/>
                </a:lnTo>
                <a:lnTo>
                  <a:pt x="192" y="276"/>
                </a:lnTo>
                <a:lnTo>
                  <a:pt x="191" y="276"/>
                </a:lnTo>
                <a:lnTo>
                  <a:pt x="191" y="275"/>
                </a:lnTo>
                <a:lnTo>
                  <a:pt x="191" y="274"/>
                </a:lnTo>
                <a:lnTo>
                  <a:pt x="191" y="273"/>
                </a:lnTo>
                <a:lnTo>
                  <a:pt x="191" y="271"/>
                </a:lnTo>
                <a:lnTo>
                  <a:pt x="190" y="271"/>
                </a:lnTo>
                <a:lnTo>
                  <a:pt x="190" y="270"/>
                </a:lnTo>
                <a:lnTo>
                  <a:pt x="190" y="269"/>
                </a:lnTo>
                <a:lnTo>
                  <a:pt x="190" y="268"/>
                </a:lnTo>
                <a:lnTo>
                  <a:pt x="190" y="267"/>
                </a:lnTo>
                <a:lnTo>
                  <a:pt x="190" y="266"/>
                </a:lnTo>
                <a:lnTo>
                  <a:pt x="189" y="266"/>
                </a:lnTo>
                <a:lnTo>
                  <a:pt x="189" y="265"/>
                </a:lnTo>
                <a:lnTo>
                  <a:pt x="188" y="264"/>
                </a:lnTo>
                <a:lnTo>
                  <a:pt x="188" y="263"/>
                </a:lnTo>
                <a:lnTo>
                  <a:pt x="188" y="262"/>
                </a:lnTo>
                <a:lnTo>
                  <a:pt x="188" y="261"/>
                </a:lnTo>
                <a:lnTo>
                  <a:pt x="189" y="261"/>
                </a:lnTo>
                <a:lnTo>
                  <a:pt x="189" y="260"/>
                </a:lnTo>
                <a:lnTo>
                  <a:pt x="189" y="259"/>
                </a:lnTo>
                <a:lnTo>
                  <a:pt x="189" y="258"/>
                </a:lnTo>
                <a:lnTo>
                  <a:pt x="187" y="258"/>
                </a:lnTo>
                <a:lnTo>
                  <a:pt x="188" y="256"/>
                </a:lnTo>
                <a:lnTo>
                  <a:pt x="187" y="255"/>
                </a:lnTo>
                <a:lnTo>
                  <a:pt x="187" y="254"/>
                </a:lnTo>
                <a:lnTo>
                  <a:pt x="187" y="253"/>
                </a:lnTo>
                <a:lnTo>
                  <a:pt x="187" y="252"/>
                </a:lnTo>
                <a:lnTo>
                  <a:pt x="186" y="252"/>
                </a:lnTo>
                <a:lnTo>
                  <a:pt x="186" y="251"/>
                </a:lnTo>
                <a:lnTo>
                  <a:pt x="186" y="250"/>
                </a:lnTo>
                <a:lnTo>
                  <a:pt x="186" y="249"/>
                </a:lnTo>
                <a:lnTo>
                  <a:pt x="186" y="248"/>
                </a:lnTo>
                <a:lnTo>
                  <a:pt x="185" y="248"/>
                </a:lnTo>
                <a:lnTo>
                  <a:pt x="184" y="248"/>
                </a:lnTo>
                <a:lnTo>
                  <a:pt x="184" y="247"/>
                </a:lnTo>
                <a:lnTo>
                  <a:pt x="183" y="247"/>
                </a:lnTo>
                <a:lnTo>
                  <a:pt x="183" y="246"/>
                </a:lnTo>
                <a:lnTo>
                  <a:pt x="183" y="245"/>
                </a:lnTo>
                <a:lnTo>
                  <a:pt x="183" y="246"/>
                </a:lnTo>
                <a:lnTo>
                  <a:pt x="182" y="246"/>
                </a:lnTo>
                <a:lnTo>
                  <a:pt x="181" y="246"/>
                </a:lnTo>
                <a:lnTo>
                  <a:pt x="180" y="246"/>
                </a:lnTo>
                <a:lnTo>
                  <a:pt x="179" y="246"/>
                </a:lnTo>
                <a:lnTo>
                  <a:pt x="176" y="246"/>
                </a:lnTo>
                <a:lnTo>
                  <a:pt x="175" y="245"/>
                </a:lnTo>
                <a:lnTo>
                  <a:pt x="175" y="244"/>
                </a:lnTo>
                <a:lnTo>
                  <a:pt x="174" y="244"/>
                </a:lnTo>
                <a:lnTo>
                  <a:pt x="174" y="243"/>
                </a:lnTo>
                <a:lnTo>
                  <a:pt x="174" y="242"/>
                </a:lnTo>
                <a:lnTo>
                  <a:pt x="173" y="242"/>
                </a:lnTo>
                <a:lnTo>
                  <a:pt x="172" y="242"/>
                </a:lnTo>
                <a:lnTo>
                  <a:pt x="171" y="242"/>
                </a:lnTo>
                <a:lnTo>
                  <a:pt x="170" y="241"/>
                </a:lnTo>
                <a:lnTo>
                  <a:pt x="171" y="240"/>
                </a:lnTo>
                <a:lnTo>
                  <a:pt x="170" y="240"/>
                </a:lnTo>
                <a:lnTo>
                  <a:pt x="170" y="239"/>
                </a:lnTo>
                <a:lnTo>
                  <a:pt x="169" y="239"/>
                </a:lnTo>
                <a:lnTo>
                  <a:pt x="169" y="238"/>
                </a:lnTo>
                <a:lnTo>
                  <a:pt x="168" y="238"/>
                </a:lnTo>
                <a:lnTo>
                  <a:pt x="167" y="238"/>
                </a:lnTo>
                <a:lnTo>
                  <a:pt x="166" y="238"/>
                </a:lnTo>
                <a:lnTo>
                  <a:pt x="166" y="239"/>
                </a:lnTo>
                <a:lnTo>
                  <a:pt x="165" y="239"/>
                </a:lnTo>
                <a:lnTo>
                  <a:pt x="164" y="239"/>
                </a:lnTo>
                <a:lnTo>
                  <a:pt x="164" y="238"/>
                </a:lnTo>
                <a:lnTo>
                  <a:pt x="164" y="237"/>
                </a:lnTo>
                <a:lnTo>
                  <a:pt x="165" y="237"/>
                </a:lnTo>
                <a:lnTo>
                  <a:pt x="165" y="236"/>
                </a:lnTo>
                <a:lnTo>
                  <a:pt x="166" y="236"/>
                </a:lnTo>
                <a:lnTo>
                  <a:pt x="166" y="235"/>
                </a:lnTo>
                <a:lnTo>
                  <a:pt x="167" y="234"/>
                </a:lnTo>
                <a:lnTo>
                  <a:pt x="168" y="233"/>
                </a:lnTo>
                <a:lnTo>
                  <a:pt x="167" y="233"/>
                </a:lnTo>
                <a:lnTo>
                  <a:pt x="167" y="234"/>
                </a:lnTo>
                <a:lnTo>
                  <a:pt x="166" y="234"/>
                </a:lnTo>
                <a:lnTo>
                  <a:pt x="165" y="234"/>
                </a:lnTo>
                <a:lnTo>
                  <a:pt x="164" y="234"/>
                </a:lnTo>
                <a:lnTo>
                  <a:pt x="163" y="234"/>
                </a:lnTo>
                <a:lnTo>
                  <a:pt x="163" y="233"/>
                </a:lnTo>
                <a:lnTo>
                  <a:pt x="162" y="232"/>
                </a:lnTo>
                <a:lnTo>
                  <a:pt x="162" y="233"/>
                </a:lnTo>
                <a:lnTo>
                  <a:pt x="161" y="232"/>
                </a:lnTo>
                <a:lnTo>
                  <a:pt x="161" y="233"/>
                </a:lnTo>
                <a:lnTo>
                  <a:pt x="160" y="233"/>
                </a:lnTo>
                <a:lnTo>
                  <a:pt x="158" y="233"/>
                </a:lnTo>
                <a:lnTo>
                  <a:pt x="157" y="232"/>
                </a:lnTo>
                <a:lnTo>
                  <a:pt x="156" y="232"/>
                </a:lnTo>
                <a:lnTo>
                  <a:pt x="156" y="231"/>
                </a:lnTo>
                <a:lnTo>
                  <a:pt x="155" y="231"/>
                </a:lnTo>
                <a:lnTo>
                  <a:pt x="155" y="230"/>
                </a:lnTo>
                <a:lnTo>
                  <a:pt x="154" y="230"/>
                </a:lnTo>
                <a:lnTo>
                  <a:pt x="153" y="229"/>
                </a:lnTo>
                <a:lnTo>
                  <a:pt x="152" y="228"/>
                </a:lnTo>
                <a:lnTo>
                  <a:pt x="151" y="228"/>
                </a:lnTo>
                <a:lnTo>
                  <a:pt x="151" y="229"/>
                </a:lnTo>
                <a:lnTo>
                  <a:pt x="150" y="229"/>
                </a:lnTo>
                <a:lnTo>
                  <a:pt x="148" y="230"/>
                </a:lnTo>
                <a:lnTo>
                  <a:pt x="148" y="231"/>
                </a:lnTo>
                <a:lnTo>
                  <a:pt x="147" y="230"/>
                </a:lnTo>
                <a:lnTo>
                  <a:pt x="147" y="229"/>
                </a:lnTo>
                <a:lnTo>
                  <a:pt x="146" y="229"/>
                </a:lnTo>
                <a:lnTo>
                  <a:pt x="145" y="230"/>
                </a:lnTo>
                <a:lnTo>
                  <a:pt x="144" y="230"/>
                </a:lnTo>
                <a:lnTo>
                  <a:pt x="144" y="229"/>
                </a:lnTo>
                <a:lnTo>
                  <a:pt x="144" y="230"/>
                </a:lnTo>
                <a:lnTo>
                  <a:pt x="143" y="230"/>
                </a:lnTo>
                <a:lnTo>
                  <a:pt x="142" y="230"/>
                </a:lnTo>
                <a:lnTo>
                  <a:pt x="141" y="230"/>
                </a:lnTo>
                <a:lnTo>
                  <a:pt x="140" y="230"/>
                </a:lnTo>
                <a:lnTo>
                  <a:pt x="139" y="229"/>
                </a:lnTo>
                <a:lnTo>
                  <a:pt x="139" y="228"/>
                </a:lnTo>
                <a:lnTo>
                  <a:pt x="140" y="228"/>
                </a:lnTo>
                <a:lnTo>
                  <a:pt x="140" y="227"/>
                </a:lnTo>
                <a:lnTo>
                  <a:pt x="141" y="226"/>
                </a:lnTo>
                <a:lnTo>
                  <a:pt x="142" y="226"/>
                </a:lnTo>
                <a:lnTo>
                  <a:pt x="143" y="226"/>
                </a:lnTo>
                <a:lnTo>
                  <a:pt x="142" y="226"/>
                </a:lnTo>
                <a:lnTo>
                  <a:pt x="142" y="225"/>
                </a:lnTo>
                <a:lnTo>
                  <a:pt x="141" y="225"/>
                </a:lnTo>
                <a:lnTo>
                  <a:pt x="142" y="225"/>
                </a:lnTo>
                <a:lnTo>
                  <a:pt x="142" y="223"/>
                </a:lnTo>
                <a:lnTo>
                  <a:pt x="143" y="223"/>
                </a:lnTo>
                <a:lnTo>
                  <a:pt x="144" y="222"/>
                </a:lnTo>
                <a:lnTo>
                  <a:pt x="143" y="222"/>
                </a:lnTo>
                <a:lnTo>
                  <a:pt x="142" y="222"/>
                </a:lnTo>
                <a:lnTo>
                  <a:pt x="142" y="221"/>
                </a:lnTo>
                <a:lnTo>
                  <a:pt x="141" y="220"/>
                </a:lnTo>
                <a:lnTo>
                  <a:pt x="141" y="218"/>
                </a:lnTo>
                <a:lnTo>
                  <a:pt x="141" y="217"/>
                </a:lnTo>
                <a:lnTo>
                  <a:pt x="141" y="216"/>
                </a:lnTo>
                <a:lnTo>
                  <a:pt x="141" y="215"/>
                </a:lnTo>
                <a:lnTo>
                  <a:pt x="140" y="214"/>
                </a:lnTo>
                <a:lnTo>
                  <a:pt x="139" y="212"/>
                </a:lnTo>
                <a:lnTo>
                  <a:pt x="140" y="211"/>
                </a:lnTo>
                <a:lnTo>
                  <a:pt x="139" y="210"/>
                </a:lnTo>
                <a:lnTo>
                  <a:pt x="138" y="210"/>
                </a:lnTo>
                <a:lnTo>
                  <a:pt x="137" y="210"/>
                </a:lnTo>
                <a:lnTo>
                  <a:pt x="136" y="209"/>
                </a:lnTo>
                <a:lnTo>
                  <a:pt x="135" y="209"/>
                </a:lnTo>
                <a:lnTo>
                  <a:pt x="135" y="208"/>
                </a:lnTo>
                <a:lnTo>
                  <a:pt x="134" y="208"/>
                </a:lnTo>
                <a:lnTo>
                  <a:pt x="132" y="208"/>
                </a:lnTo>
                <a:lnTo>
                  <a:pt x="131" y="208"/>
                </a:lnTo>
                <a:lnTo>
                  <a:pt x="130" y="208"/>
                </a:lnTo>
                <a:lnTo>
                  <a:pt x="128" y="209"/>
                </a:lnTo>
                <a:lnTo>
                  <a:pt x="127" y="209"/>
                </a:lnTo>
                <a:lnTo>
                  <a:pt x="126" y="209"/>
                </a:lnTo>
                <a:lnTo>
                  <a:pt x="125" y="209"/>
                </a:lnTo>
                <a:lnTo>
                  <a:pt x="125" y="208"/>
                </a:lnTo>
                <a:lnTo>
                  <a:pt x="124" y="208"/>
                </a:lnTo>
                <a:lnTo>
                  <a:pt x="123" y="207"/>
                </a:lnTo>
                <a:lnTo>
                  <a:pt x="124" y="207"/>
                </a:lnTo>
                <a:lnTo>
                  <a:pt x="124" y="206"/>
                </a:lnTo>
                <a:lnTo>
                  <a:pt x="125" y="206"/>
                </a:lnTo>
                <a:lnTo>
                  <a:pt x="125" y="205"/>
                </a:lnTo>
                <a:lnTo>
                  <a:pt x="126" y="205"/>
                </a:lnTo>
                <a:lnTo>
                  <a:pt x="125" y="205"/>
                </a:lnTo>
                <a:lnTo>
                  <a:pt x="125" y="204"/>
                </a:lnTo>
                <a:lnTo>
                  <a:pt x="124" y="204"/>
                </a:lnTo>
                <a:lnTo>
                  <a:pt x="124" y="203"/>
                </a:lnTo>
                <a:lnTo>
                  <a:pt x="124" y="202"/>
                </a:lnTo>
                <a:lnTo>
                  <a:pt x="124" y="201"/>
                </a:lnTo>
                <a:lnTo>
                  <a:pt x="124" y="200"/>
                </a:lnTo>
                <a:lnTo>
                  <a:pt x="125" y="200"/>
                </a:lnTo>
                <a:lnTo>
                  <a:pt x="125" y="199"/>
                </a:lnTo>
                <a:lnTo>
                  <a:pt x="125" y="198"/>
                </a:lnTo>
                <a:lnTo>
                  <a:pt x="126" y="197"/>
                </a:lnTo>
                <a:lnTo>
                  <a:pt x="127" y="197"/>
                </a:lnTo>
                <a:lnTo>
                  <a:pt x="128" y="198"/>
                </a:lnTo>
                <a:lnTo>
                  <a:pt x="128" y="197"/>
                </a:lnTo>
                <a:lnTo>
                  <a:pt x="129" y="197"/>
                </a:lnTo>
                <a:lnTo>
                  <a:pt x="129" y="196"/>
                </a:lnTo>
                <a:lnTo>
                  <a:pt x="129" y="195"/>
                </a:lnTo>
                <a:lnTo>
                  <a:pt x="128" y="195"/>
                </a:lnTo>
                <a:lnTo>
                  <a:pt x="128" y="194"/>
                </a:lnTo>
                <a:lnTo>
                  <a:pt x="127" y="194"/>
                </a:lnTo>
                <a:lnTo>
                  <a:pt x="127" y="193"/>
                </a:lnTo>
                <a:lnTo>
                  <a:pt x="127" y="192"/>
                </a:lnTo>
                <a:lnTo>
                  <a:pt x="126" y="191"/>
                </a:lnTo>
                <a:lnTo>
                  <a:pt x="126" y="190"/>
                </a:lnTo>
                <a:lnTo>
                  <a:pt x="126" y="189"/>
                </a:lnTo>
                <a:lnTo>
                  <a:pt x="126" y="188"/>
                </a:lnTo>
                <a:lnTo>
                  <a:pt x="125" y="188"/>
                </a:lnTo>
                <a:lnTo>
                  <a:pt x="125" y="187"/>
                </a:lnTo>
                <a:lnTo>
                  <a:pt x="124" y="187"/>
                </a:lnTo>
                <a:lnTo>
                  <a:pt x="123" y="187"/>
                </a:lnTo>
                <a:lnTo>
                  <a:pt x="122" y="186"/>
                </a:lnTo>
                <a:lnTo>
                  <a:pt x="123" y="185"/>
                </a:lnTo>
                <a:lnTo>
                  <a:pt x="123" y="184"/>
                </a:lnTo>
                <a:lnTo>
                  <a:pt x="123" y="183"/>
                </a:lnTo>
                <a:lnTo>
                  <a:pt x="124" y="183"/>
                </a:lnTo>
                <a:lnTo>
                  <a:pt x="124" y="182"/>
                </a:lnTo>
                <a:lnTo>
                  <a:pt x="125" y="182"/>
                </a:lnTo>
                <a:lnTo>
                  <a:pt x="126" y="182"/>
                </a:lnTo>
                <a:lnTo>
                  <a:pt x="127" y="182"/>
                </a:lnTo>
                <a:lnTo>
                  <a:pt x="127" y="181"/>
                </a:lnTo>
                <a:lnTo>
                  <a:pt x="127" y="180"/>
                </a:lnTo>
                <a:lnTo>
                  <a:pt x="127" y="179"/>
                </a:lnTo>
                <a:lnTo>
                  <a:pt x="127" y="178"/>
                </a:lnTo>
                <a:lnTo>
                  <a:pt x="127" y="177"/>
                </a:lnTo>
                <a:lnTo>
                  <a:pt x="126" y="176"/>
                </a:lnTo>
                <a:lnTo>
                  <a:pt x="126" y="175"/>
                </a:lnTo>
                <a:lnTo>
                  <a:pt x="126" y="174"/>
                </a:lnTo>
                <a:lnTo>
                  <a:pt x="125" y="174"/>
                </a:lnTo>
                <a:lnTo>
                  <a:pt x="124" y="174"/>
                </a:lnTo>
                <a:lnTo>
                  <a:pt x="124" y="173"/>
                </a:lnTo>
                <a:lnTo>
                  <a:pt x="123" y="173"/>
                </a:lnTo>
                <a:lnTo>
                  <a:pt x="123" y="172"/>
                </a:lnTo>
                <a:lnTo>
                  <a:pt x="122" y="172"/>
                </a:lnTo>
                <a:lnTo>
                  <a:pt x="122" y="171"/>
                </a:lnTo>
                <a:lnTo>
                  <a:pt x="123" y="171"/>
                </a:lnTo>
                <a:lnTo>
                  <a:pt x="122" y="171"/>
                </a:lnTo>
                <a:lnTo>
                  <a:pt x="122" y="169"/>
                </a:lnTo>
                <a:lnTo>
                  <a:pt x="122" y="168"/>
                </a:lnTo>
                <a:lnTo>
                  <a:pt x="122" y="167"/>
                </a:lnTo>
                <a:lnTo>
                  <a:pt x="123" y="167"/>
                </a:lnTo>
                <a:lnTo>
                  <a:pt x="122" y="166"/>
                </a:lnTo>
                <a:lnTo>
                  <a:pt x="123" y="164"/>
                </a:lnTo>
                <a:lnTo>
                  <a:pt x="123" y="163"/>
                </a:lnTo>
                <a:lnTo>
                  <a:pt x="124" y="163"/>
                </a:lnTo>
                <a:lnTo>
                  <a:pt x="125" y="162"/>
                </a:lnTo>
                <a:lnTo>
                  <a:pt x="125" y="161"/>
                </a:lnTo>
                <a:lnTo>
                  <a:pt x="124" y="161"/>
                </a:lnTo>
                <a:lnTo>
                  <a:pt x="124" y="159"/>
                </a:lnTo>
                <a:lnTo>
                  <a:pt x="125" y="159"/>
                </a:lnTo>
                <a:lnTo>
                  <a:pt x="125" y="158"/>
                </a:lnTo>
                <a:lnTo>
                  <a:pt x="125" y="157"/>
                </a:lnTo>
                <a:lnTo>
                  <a:pt x="124" y="156"/>
                </a:lnTo>
                <a:lnTo>
                  <a:pt x="123" y="155"/>
                </a:lnTo>
                <a:lnTo>
                  <a:pt x="122" y="155"/>
                </a:lnTo>
                <a:lnTo>
                  <a:pt x="122" y="153"/>
                </a:lnTo>
                <a:lnTo>
                  <a:pt x="122" y="152"/>
                </a:lnTo>
                <a:lnTo>
                  <a:pt x="121" y="151"/>
                </a:lnTo>
                <a:lnTo>
                  <a:pt x="121" y="149"/>
                </a:lnTo>
                <a:lnTo>
                  <a:pt x="122" y="149"/>
                </a:lnTo>
                <a:lnTo>
                  <a:pt x="122" y="148"/>
                </a:lnTo>
                <a:lnTo>
                  <a:pt x="122" y="147"/>
                </a:lnTo>
                <a:lnTo>
                  <a:pt x="122" y="146"/>
                </a:lnTo>
                <a:lnTo>
                  <a:pt x="123" y="146"/>
                </a:lnTo>
                <a:lnTo>
                  <a:pt x="123" y="145"/>
                </a:lnTo>
                <a:lnTo>
                  <a:pt x="122" y="144"/>
                </a:lnTo>
                <a:lnTo>
                  <a:pt x="121" y="144"/>
                </a:lnTo>
                <a:lnTo>
                  <a:pt x="119" y="143"/>
                </a:lnTo>
                <a:lnTo>
                  <a:pt x="118" y="143"/>
                </a:lnTo>
                <a:lnTo>
                  <a:pt x="117" y="142"/>
                </a:lnTo>
                <a:lnTo>
                  <a:pt x="116" y="142"/>
                </a:lnTo>
                <a:lnTo>
                  <a:pt x="115" y="140"/>
                </a:lnTo>
                <a:lnTo>
                  <a:pt x="115" y="139"/>
                </a:lnTo>
                <a:lnTo>
                  <a:pt x="114" y="138"/>
                </a:lnTo>
                <a:lnTo>
                  <a:pt x="113" y="137"/>
                </a:lnTo>
                <a:lnTo>
                  <a:pt x="113" y="136"/>
                </a:lnTo>
                <a:lnTo>
                  <a:pt x="113" y="135"/>
                </a:lnTo>
                <a:lnTo>
                  <a:pt x="112" y="135"/>
                </a:lnTo>
                <a:lnTo>
                  <a:pt x="111" y="136"/>
                </a:lnTo>
                <a:lnTo>
                  <a:pt x="110" y="135"/>
                </a:lnTo>
                <a:lnTo>
                  <a:pt x="110" y="134"/>
                </a:lnTo>
                <a:lnTo>
                  <a:pt x="111" y="133"/>
                </a:lnTo>
                <a:lnTo>
                  <a:pt x="111" y="132"/>
                </a:lnTo>
                <a:lnTo>
                  <a:pt x="111" y="131"/>
                </a:lnTo>
                <a:lnTo>
                  <a:pt x="112" y="131"/>
                </a:lnTo>
                <a:lnTo>
                  <a:pt x="112" y="130"/>
                </a:lnTo>
                <a:lnTo>
                  <a:pt x="113" y="129"/>
                </a:lnTo>
                <a:lnTo>
                  <a:pt x="113" y="128"/>
                </a:lnTo>
                <a:lnTo>
                  <a:pt x="112" y="128"/>
                </a:lnTo>
                <a:lnTo>
                  <a:pt x="112" y="127"/>
                </a:lnTo>
                <a:lnTo>
                  <a:pt x="112" y="126"/>
                </a:lnTo>
                <a:lnTo>
                  <a:pt x="112" y="125"/>
                </a:lnTo>
                <a:lnTo>
                  <a:pt x="111" y="125"/>
                </a:lnTo>
                <a:lnTo>
                  <a:pt x="111" y="124"/>
                </a:lnTo>
                <a:lnTo>
                  <a:pt x="110" y="122"/>
                </a:lnTo>
                <a:lnTo>
                  <a:pt x="111" y="121"/>
                </a:lnTo>
                <a:lnTo>
                  <a:pt x="112" y="120"/>
                </a:lnTo>
                <a:lnTo>
                  <a:pt x="113" y="121"/>
                </a:lnTo>
                <a:lnTo>
                  <a:pt x="113" y="120"/>
                </a:lnTo>
                <a:lnTo>
                  <a:pt x="114" y="120"/>
                </a:lnTo>
                <a:lnTo>
                  <a:pt x="114" y="119"/>
                </a:lnTo>
                <a:lnTo>
                  <a:pt x="113" y="118"/>
                </a:lnTo>
                <a:lnTo>
                  <a:pt x="113" y="116"/>
                </a:lnTo>
                <a:lnTo>
                  <a:pt x="114" y="115"/>
                </a:lnTo>
                <a:lnTo>
                  <a:pt x="115" y="114"/>
                </a:lnTo>
                <a:lnTo>
                  <a:pt x="115" y="113"/>
                </a:lnTo>
                <a:lnTo>
                  <a:pt x="115" y="112"/>
                </a:lnTo>
                <a:lnTo>
                  <a:pt x="115" y="111"/>
                </a:lnTo>
                <a:lnTo>
                  <a:pt x="116" y="111"/>
                </a:lnTo>
                <a:lnTo>
                  <a:pt x="116" y="110"/>
                </a:lnTo>
                <a:lnTo>
                  <a:pt x="115" y="109"/>
                </a:lnTo>
                <a:lnTo>
                  <a:pt x="117" y="109"/>
                </a:lnTo>
                <a:lnTo>
                  <a:pt x="118" y="109"/>
                </a:lnTo>
                <a:lnTo>
                  <a:pt x="118" y="108"/>
                </a:lnTo>
                <a:lnTo>
                  <a:pt x="118" y="107"/>
                </a:lnTo>
                <a:lnTo>
                  <a:pt x="118" y="106"/>
                </a:lnTo>
                <a:lnTo>
                  <a:pt x="118" y="105"/>
                </a:lnTo>
                <a:lnTo>
                  <a:pt x="119" y="105"/>
                </a:lnTo>
                <a:lnTo>
                  <a:pt x="121" y="104"/>
                </a:lnTo>
                <a:lnTo>
                  <a:pt x="122" y="104"/>
                </a:lnTo>
                <a:lnTo>
                  <a:pt x="123" y="103"/>
                </a:lnTo>
                <a:lnTo>
                  <a:pt x="124" y="102"/>
                </a:lnTo>
                <a:lnTo>
                  <a:pt x="125" y="102"/>
                </a:lnTo>
                <a:lnTo>
                  <a:pt x="125" y="101"/>
                </a:lnTo>
                <a:lnTo>
                  <a:pt x="124" y="100"/>
                </a:lnTo>
                <a:lnTo>
                  <a:pt x="124" y="99"/>
                </a:lnTo>
                <a:lnTo>
                  <a:pt x="123" y="99"/>
                </a:lnTo>
                <a:lnTo>
                  <a:pt x="122" y="99"/>
                </a:lnTo>
                <a:lnTo>
                  <a:pt x="122" y="98"/>
                </a:lnTo>
                <a:lnTo>
                  <a:pt x="123" y="97"/>
                </a:lnTo>
                <a:lnTo>
                  <a:pt x="123" y="96"/>
                </a:lnTo>
                <a:lnTo>
                  <a:pt x="122" y="96"/>
                </a:lnTo>
                <a:lnTo>
                  <a:pt x="122" y="95"/>
                </a:lnTo>
                <a:lnTo>
                  <a:pt x="123" y="94"/>
                </a:lnTo>
                <a:lnTo>
                  <a:pt x="124" y="94"/>
                </a:lnTo>
                <a:lnTo>
                  <a:pt x="125" y="94"/>
                </a:lnTo>
                <a:lnTo>
                  <a:pt x="127" y="94"/>
                </a:lnTo>
                <a:lnTo>
                  <a:pt x="128" y="93"/>
                </a:lnTo>
                <a:lnTo>
                  <a:pt x="129" y="93"/>
                </a:lnTo>
                <a:lnTo>
                  <a:pt x="129" y="94"/>
                </a:lnTo>
                <a:lnTo>
                  <a:pt x="130" y="94"/>
                </a:lnTo>
                <a:lnTo>
                  <a:pt x="131" y="94"/>
                </a:lnTo>
                <a:lnTo>
                  <a:pt x="131" y="93"/>
                </a:lnTo>
                <a:lnTo>
                  <a:pt x="132" y="93"/>
                </a:lnTo>
                <a:lnTo>
                  <a:pt x="133" y="93"/>
                </a:lnTo>
                <a:lnTo>
                  <a:pt x="134" y="92"/>
                </a:lnTo>
                <a:lnTo>
                  <a:pt x="134" y="93"/>
                </a:lnTo>
                <a:lnTo>
                  <a:pt x="136" y="94"/>
                </a:lnTo>
                <a:lnTo>
                  <a:pt x="136" y="95"/>
                </a:lnTo>
                <a:lnTo>
                  <a:pt x="137" y="95"/>
                </a:lnTo>
                <a:lnTo>
                  <a:pt x="138" y="95"/>
                </a:lnTo>
                <a:lnTo>
                  <a:pt x="139" y="95"/>
                </a:lnTo>
                <a:lnTo>
                  <a:pt x="140" y="96"/>
                </a:lnTo>
                <a:lnTo>
                  <a:pt x="140" y="95"/>
                </a:lnTo>
                <a:lnTo>
                  <a:pt x="141" y="95"/>
                </a:lnTo>
                <a:lnTo>
                  <a:pt x="141" y="96"/>
                </a:lnTo>
                <a:lnTo>
                  <a:pt x="142" y="96"/>
                </a:lnTo>
                <a:lnTo>
                  <a:pt x="143" y="96"/>
                </a:lnTo>
                <a:lnTo>
                  <a:pt x="144" y="96"/>
                </a:lnTo>
                <a:lnTo>
                  <a:pt x="145" y="96"/>
                </a:lnTo>
                <a:lnTo>
                  <a:pt x="145" y="95"/>
                </a:lnTo>
                <a:lnTo>
                  <a:pt x="146" y="95"/>
                </a:lnTo>
                <a:lnTo>
                  <a:pt x="147" y="95"/>
                </a:lnTo>
                <a:lnTo>
                  <a:pt x="148" y="95"/>
                </a:lnTo>
                <a:lnTo>
                  <a:pt x="148" y="94"/>
                </a:lnTo>
                <a:lnTo>
                  <a:pt x="149" y="94"/>
                </a:lnTo>
                <a:lnTo>
                  <a:pt x="150" y="94"/>
                </a:lnTo>
                <a:lnTo>
                  <a:pt x="151" y="93"/>
                </a:lnTo>
                <a:lnTo>
                  <a:pt x="152" y="93"/>
                </a:lnTo>
                <a:lnTo>
                  <a:pt x="153" y="93"/>
                </a:lnTo>
                <a:lnTo>
                  <a:pt x="153" y="94"/>
                </a:lnTo>
                <a:lnTo>
                  <a:pt x="154" y="94"/>
                </a:lnTo>
                <a:lnTo>
                  <a:pt x="154" y="93"/>
                </a:lnTo>
                <a:lnTo>
                  <a:pt x="155" y="93"/>
                </a:lnTo>
                <a:lnTo>
                  <a:pt x="156" y="94"/>
                </a:lnTo>
                <a:lnTo>
                  <a:pt x="156" y="95"/>
                </a:lnTo>
                <a:lnTo>
                  <a:pt x="157" y="95"/>
                </a:lnTo>
                <a:lnTo>
                  <a:pt x="157" y="96"/>
                </a:lnTo>
                <a:lnTo>
                  <a:pt x="158" y="96"/>
                </a:lnTo>
                <a:lnTo>
                  <a:pt x="159" y="95"/>
                </a:lnTo>
                <a:lnTo>
                  <a:pt x="160" y="95"/>
                </a:lnTo>
                <a:lnTo>
                  <a:pt x="160" y="96"/>
                </a:lnTo>
                <a:lnTo>
                  <a:pt x="160" y="97"/>
                </a:lnTo>
                <a:lnTo>
                  <a:pt x="161" y="98"/>
                </a:lnTo>
                <a:lnTo>
                  <a:pt x="162" y="98"/>
                </a:lnTo>
                <a:lnTo>
                  <a:pt x="163" y="98"/>
                </a:lnTo>
                <a:lnTo>
                  <a:pt x="164" y="98"/>
                </a:lnTo>
                <a:lnTo>
                  <a:pt x="164" y="99"/>
                </a:lnTo>
                <a:lnTo>
                  <a:pt x="165" y="99"/>
                </a:lnTo>
                <a:lnTo>
                  <a:pt x="166" y="99"/>
                </a:lnTo>
                <a:lnTo>
                  <a:pt x="167" y="99"/>
                </a:lnTo>
                <a:lnTo>
                  <a:pt x="167" y="98"/>
                </a:lnTo>
                <a:lnTo>
                  <a:pt x="167" y="97"/>
                </a:lnTo>
                <a:lnTo>
                  <a:pt x="168" y="97"/>
                </a:lnTo>
                <a:lnTo>
                  <a:pt x="169" y="97"/>
                </a:lnTo>
                <a:lnTo>
                  <a:pt x="169" y="96"/>
                </a:lnTo>
                <a:lnTo>
                  <a:pt x="170" y="95"/>
                </a:lnTo>
                <a:lnTo>
                  <a:pt x="170" y="94"/>
                </a:lnTo>
                <a:lnTo>
                  <a:pt x="171" y="94"/>
                </a:lnTo>
                <a:lnTo>
                  <a:pt x="171" y="93"/>
                </a:lnTo>
                <a:lnTo>
                  <a:pt x="172" y="93"/>
                </a:lnTo>
                <a:lnTo>
                  <a:pt x="173" y="93"/>
                </a:lnTo>
                <a:lnTo>
                  <a:pt x="173" y="92"/>
                </a:lnTo>
                <a:lnTo>
                  <a:pt x="172" y="92"/>
                </a:lnTo>
                <a:lnTo>
                  <a:pt x="172" y="91"/>
                </a:lnTo>
                <a:lnTo>
                  <a:pt x="172" y="90"/>
                </a:lnTo>
                <a:lnTo>
                  <a:pt x="172" y="89"/>
                </a:lnTo>
                <a:lnTo>
                  <a:pt x="173" y="89"/>
                </a:lnTo>
                <a:lnTo>
                  <a:pt x="175" y="89"/>
                </a:lnTo>
                <a:lnTo>
                  <a:pt x="176" y="89"/>
                </a:lnTo>
                <a:lnTo>
                  <a:pt x="176" y="90"/>
                </a:lnTo>
                <a:lnTo>
                  <a:pt x="177" y="90"/>
                </a:lnTo>
                <a:lnTo>
                  <a:pt x="178" y="90"/>
                </a:lnTo>
                <a:lnTo>
                  <a:pt x="178" y="91"/>
                </a:lnTo>
                <a:lnTo>
                  <a:pt x="178" y="92"/>
                </a:lnTo>
                <a:lnTo>
                  <a:pt x="179" y="92"/>
                </a:lnTo>
                <a:lnTo>
                  <a:pt x="180" y="92"/>
                </a:lnTo>
                <a:lnTo>
                  <a:pt x="181" y="91"/>
                </a:lnTo>
                <a:lnTo>
                  <a:pt x="181" y="90"/>
                </a:lnTo>
                <a:lnTo>
                  <a:pt x="182" y="89"/>
                </a:lnTo>
                <a:lnTo>
                  <a:pt x="183" y="89"/>
                </a:lnTo>
                <a:lnTo>
                  <a:pt x="182" y="89"/>
                </a:lnTo>
                <a:lnTo>
                  <a:pt x="182" y="88"/>
                </a:lnTo>
                <a:lnTo>
                  <a:pt x="183" y="88"/>
                </a:lnTo>
                <a:lnTo>
                  <a:pt x="183" y="87"/>
                </a:lnTo>
                <a:lnTo>
                  <a:pt x="184" y="87"/>
                </a:lnTo>
                <a:lnTo>
                  <a:pt x="184" y="86"/>
                </a:lnTo>
                <a:lnTo>
                  <a:pt x="184" y="85"/>
                </a:lnTo>
                <a:lnTo>
                  <a:pt x="183" y="85"/>
                </a:lnTo>
                <a:lnTo>
                  <a:pt x="183" y="84"/>
                </a:lnTo>
                <a:lnTo>
                  <a:pt x="182" y="84"/>
                </a:lnTo>
                <a:lnTo>
                  <a:pt x="182" y="83"/>
                </a:lnTo>
                <a:lnTo>
                  <a:pt x="181" y="83"/>
                </a:lnTo>
                <a:lnTo>
                  <a:pt x="181" y="82"/>
                </a:lnTo>
                <a:lnTo>
                  <a:pt x="180" y="82"/>
                </a:lnTo>
                <a:lnTo>
                  <a:pt x="179" y="81"/>
                </a:lnTo>
                <a:lnTo>
                  <a:pt x="178" y="81"/>
                </a:lnTo>
                <a:lnTo>
                  <a:pt x="178" y="80"/>
                </a:lnTo>
                <a:lnTo>
                  <a:pt x="179" y="80"/>
                </a:lnTo>
                <a:lnTo>
                  <a:pt x="179" y="79"/>
                </a:lnTo>
                <a:lnTo>
                  <a:pt x="179" y="78"/>
                </a:lnTo>
                <a:lnTo>
                  <a:pt x="179" y="77"/>
                </a:lnTo>
                <a:lnTo>
                  <a:pt x="180" y="76"/>
                </a:lnTo>
                <a:lnTo>
                  <a:pt x="180" y="75"/>
                </a:lnTo>
                <a:lnTo>
                  <a:pt x="179" y="74"/>
                </a:lnTo>
                <a:lnTo>
                  <a:pt x="179" y="73"/>
                </a:lnTo>
                <a:lnTo>
                  <a:pt x="179" y="72"/>
                </a:lnTo>
                <a:lnTo>
                  <a:pt x="179" y="71"/>
                </a:lnTo>
                <a:lnTo>
                  <a:pt x="179" y="70"/>
                </a:lnTo>
                <a:lnTo>
                  <a:pt x="178" y="69"/>
                </a:lnTo>
                <a:lnTo>
                  <a:pt x="176" y="70"/>
                </a:lnTo>
                <a:lnTo>
                  <a:pt x="175" y="68"/>
                </a:lnTo>
                <a:lnTo>
                  <a:pt x="175" y="67"/>
                </a:lnTo>
                <a:lnTo>
                  <a:pt x="176" y="67"/>
                </a:lnTo>
                <a:lnTo>
                  <a:pt x="176" y="66"/>
                </a:lnTo>
                <a:lnTo>
                  <a:pt x="176" y="64"/>
                </a:lnTo>
                <a:lnTo>
                  <a:pt x="175" y="64"/>
                </a:lnTo>
                <a:lnTo>
                  <a:pt x="174" y="64"/>
                </a:lnTo>
                <a:lnTo>
                  <a:pt x="174" y="63"/>
                </a:lnTo>
                <a:lnTo>
                  <a:pt x="174" y="62"/>
                </a:lnTo>
                <a:lnTo>
                  <a:pt x="173" y="62"/>
                </a:lnTo>
                <a:lnTo>
                  <a:pt x="172" y="61"/>
                </a:lnTo>
                <a:lnTo>
                  <a:pt x="172" y="60"/>
                </a:lnTo>
                <a:lnTo>
                  <a:pt x="171" y="60"/>
                </a:lnTo>
                <a:lnTo>
                  <a:pt x="170" y="59"/>
                </a:lnTo>
                <a:lnTo>
                  <a:pt x="169" y="59"/>
                </a:lnTo>
                <a:lnTo>
                  <a:pt x="168" y="59"/>
                </a:lnTo>
                <a:lnTo>
                  <a:pt x="167" y="59"/>
                </a:lnTo>
                <a:lnTo>
                  <a:pt x="165" y="58"/>
                </a:lnTo>
                <a:lnTo>
                  <a:pt x="164" y="57"/>
                </a:lnTo>
                <a:lnTo>
                  <a:pt x="164" y="56"/>
                </a:lnTo>
                <a:lnTo>
                  <a:pt x="163" y="56"/>
                </a:lnTo>
                <a:lnTo>
                  <a:pt x="162" y="56"/>
                </a:lnTo>
                <a:lnTo>
                  <a:pt x="161" y="56"/>
                </a:lnTo>
                <a:lnTo>
                  <a:pt x="160" y="55"/>
                </a:lnTo>
                <a:lnTo>
                  <a:pt x="160" y="54"/>
                </a:lnTo>
                <a:lnTo>
                  <a:pt x="159" y="54"/>
                </a:lnTo>
                <a:lnTo>
                  <a:pt x="158" y="55"/>
                </a:lnTo>
                <a:lnTo>
                  <a:pt x="157" y="55"/>
                </a:lnTo>
                <a:lnTo>
                  <a:pt x="157" y="54"/>
                </a:lnTo>
                <a:lnTo>
                  <a:pt x="155" y="54"/>
                </a:lnTo>
                <a:lnTo>
                  <a:pt x="155" y="55"/>
                </a:lnTo>
                <a:lnTo>
                  <a:pt x="153" y="55"/>
                </a:lnTo>
                <a:lnTo>
                  <a:pt x="153" y="54"/>
                </a:lnTo>
                <a:lnTo>
                  <a:pt x="152" y="53"/>
                </a:lnTo>
                <a:lnTo>
                  <a:pt x="151" y="53"/>
                </a:lnTo>
                <a:lnTo>
                  <a:pt x="149" y="53"/>
                </a:lnTo>
                <a:lnTo>
                  <a:pt x="148" y="53"/>
                </a:lnTo>
                <a:lnTo>
                  <a:pt x="147" y="52"/>
                </a:lnTo>
                <a:lnTo>
                  <a:pt x="146" y="51"/>
                </a:lnTo>
                <a:lnTo>
                  <a:pt x="146" y="52"/>
                </a:lnTo>
                <a:lnTo>
                  <a:pt x="145" y="52"/>
                </a:lnTo>
                <a:lnTo>
                  <a:pt x="145" y="53"/>
                </a:lnTo>
                <a:lnTo>
                  <a:pt x="145" y="54"/>
                </a:lnTo>
                <a:lnTo>
                  <a:pt x="144" y="54"/>
                </a:lnTo>
                <a:lnTo>
                  <a:pt x="143" y="54"/>
                </a:lnTo>
                <a:lnTo>
                  <a:pt x="143" y="55"/>
                </a:lnTo>
                <a:lnTo>
                  <a:pt x="142" y="55"/>
                </a:lnTo>
                <a:lnTo>
                  <a:pt x="141" y="55"/>
                </a:lnTo>
                <a:lnTo>
                  <a:pt x="141" y="56"/>
                </a:lnTo>
                <a:lnTo>
                  <a:pt x="140" y="56"/>
                </a:lnTo>
                <a:lnTo>
                  <a:pt x="140" y="57"/>
                </a:lnTo>
                <a:lnTo>
                  <a:pt x="139" y="57"/>
                </a:lnTo>
                <a:lnTo>
                  <a:pt x="139" y="56"/>
                </a:lnTo>
                <a:lnTo>
                  <a:pt x="138" y="56"/>
                </a:lnTo>
                <a:lnTo>
                  <a:pt x="137" y="55"/>
                </a:lnTo>
                <a:lnTo>
                  <a:pt x="137" y="54"/>
                </a:lnTo>
                <a:lnTo>
                  <a:pt x="136" y="53"/>
                </a:lnTo>
                <a:lnTo>
                  <a:pt x="136" y="51"/>
                </a:lnTo>
                <a:lnTo>
                  <a:pt x="136" y="50"/>
                </a:lnTo>
                <a:lnTo>
                  <a:pt x="136" y="49"/>
                </a:lnTo>
                <a:lnTo>
                  <a:pt x="137" y="50"/>
                </a:lnTo>
                <a:lnTo>
                  <a:pt x="137" y="49"/>
                </a:lnTo>
                <a:lnTo>
                  <a:pt x="137" y="48"/>
                </a:lnTo>
                <a:lnTo>
                  <a:pt x="137" y="47"/>
                </a:lnTo>
                <a:lnTo>
                  <a:pt x="136" y="46"/>
                </a:lnTo>
                <a:lnTo>
                  <a:pt x="137" y="46"/>
                </a:lnTo>
                <a:lnTo>
                  <a:pt x="137" y="45"/>
                </a:lnTo>
                <a:lnTo>
                  <a:pt x="137" y="44"/>
                </a:lnTo>
                <a:lnTo>
                  <a:pt x="137" y="43"/>
                </a:lnTo>
                <a:lnTo>
                  <a:pt x="138" y="43"/>
                </a:lnTo>
                <a:lnTo>
                  <a:pt x="138" y="42"/>
                </a:lnTo>
                <a:lnTo>
                  <a:pt x="138" y="41"/>
                </a:lnTo>
                <a:lnTo>
                  <a:pt x="137" y="41"/>
                </a:lnTo>
                <a:lnTo>
                  <a:pt x="137" y="40"/>
                </a:lnTo>
                <a:lnTo>
                  <a:pt x="138" y="39"/>
                </a:lnTo>
                <a:lnTo>
                  <a:pt x="138" y="38"/>
                </a:lnTo>
                <a:lnTo>
                  <a:pt x="138" y="37"/>
                </a:lnTo>
                <a:lnTo>
                  <a:pt x="138" y="36"/>
                </a:lnTo>
                <a:lnTo>
                  <a:pt x="138" y="35"/>
                </a:lnTo>
                <a:lnTo>
                  <a:pt x="138" y="34"/>
                </a:lnTo>
                <a:lnTo>
                  <a:pt x="138" y="33"/>
                </a:lnTo>
                <a:lnTo>
                  <a:pt x="138" y="32"/>
                </a:lnTo>
                <a:lnTo>
                  <a:pt x="137" y="32"/>
                </a:lnTo>
                <a:lnTo>
                  <a:pt x="136" y="32"/>
                </a:lnTo>
                <a:lnTo>
                  <a:pt x="135" y="31"/>
                </a:lnTo>
                <a:lnTo>
                  <a:pt x="134" y="31"/>
                </a:lnTo>
                <a:lnTo>
                  <a:pt x="133" y="30"/>
                </a:lnTo>
                <a:lnTo>
                  <a:pt x="132" y="30"/>
                </a:lnTo>
                <a:lnTo>
                  <a:pt x="131" y="29"/>
                </a:lnTo>
                <a:lnTo>
                  <a:pt x="130" y="28"/>
                </a:lnTo>
                <a:lnTo>
                  <a:pt x="129" y="28"/>
                </a:lnTo>
                <a:lnTo>
                  <a:pt x="129" y="29"/>
                </a:lnTo>
                <a:lnTo>
                  <a:pt x="129" y="28"/>
                </a:lnTo>
                <a:lnTo>
                  <a:pt x="128" y="28"/>
                </a:lnTo>
                <a:lnTo>
                  <a:pt x="128" y="27"/>
                </a:lnTo>
                <a:lnTo>
                  <a:pt x="127" y="27"/>
                </a:lnTo>
                <a:lnTo>
                  <a:pt x="126" y="26"/>
                </a:lnTo>
                <a:lnTo>
                  <a:pt x="125" y="26"/>
                </a:lnTo>
                <a:lnTo>
                  <a:pt x="125" y="27"/>
                </a:lnTo>
                <a:lnTo>
                  <a:pt x="124" y="27"/>
                </a:lnTo>
                <a:lnTo>
                  <a:pt x="124" y="26"/>
                </a:lnTo>
                <a:lnTo>
                  <a:pt x="123" y="27"/>
                </a:lnTo>
                <a:lnTo>
                  <a:pt x="122" y="27"/>
                </a:lnTo>
                <a:lnTo>
                  <a:pt x="121" y="27"/>
                </a:lnTo>
                <a:lnTo>
                  <a:pt x="120" y="27"/>
                </a:lnTo>
                <a:lnTo>
                  <a:pt x="119" y="27"/>
                </a:lnTo>
                <a:lnTo>
                  <a:pt x="118" y="28"/>
                </a:lnTo>
                <a:lnTo>
                  <a:pt x="117" y="28"/>
                </a:lnTo>
                <a:lnTo>
                  <a:pt x="117" y="27"/>
                </a:lnTo>
                <a:lnTo>
                  <a:pt x="116" y="27"/>
                </a:lnTo>
                <a:lnTo>
                  <a:pt x="116" y="26"/>
                </a:lnTo>
                <a:lnTo>
                  <a:pt x="115" y="26"/>
                </a:lnTo>
                <a:lnTo>
                  <a:pt x="115" y="27"/>
                </a:lnTo>
                <a:lnTo>
                  <a:pt x="114" y="27"/>
                </a:lnTo>
                <a:lnTo>
                  <a:pt x="113" y="26"/>
                </a:lnTo>
                <a:lnTo>
                  <a:pt x="114" y="26"/>
                </a:lnTo>
                <a:lnTo>
                  <a:pt x="113" y="26"/>
                </a:lnTo>
                <a:lnTo>
                  <a:pt x="112" y="26"/>
                </a:lnTo>
                <a:lnTo>
                  <a:pt x="111" y="26"/>
                </a:lnTo>
                <a:lnTo>
                  <a:pt x="111" y="25"/>
                </a:lnTo>
                <a:lnTo>
                  <a:pt x="112" y="25"/>
                </a:lnTo>
                <a:lnTo>
                  <a:pt x="109" y="25"/>
                </a:lnTo>
                <a:lnTo>
                  <a:pt x="108" y="25"/>
                </a:lnTo>
                <a:lnTo>
                  <a:pt x="108" y="24"/>
                </a:lnTo>
                <a:lnTo>
                  <a:pt x="107" y="24"/>
                </a:lnTo>
                <a:lnTo>
                  <a:pt x="106" y="24"/>
                </a:lnTo>
                <a:lnTo>
                  <a:pt x="105" y="24"/>
                </a:lnTo>
                <a:lnTo>
                  <a:pt x="104" y="24"/>
                </a:lnTo>
                <a:lnTo>
                  <a:pt x="102" y="24"/>
                </a:lnTo>
                <a:lnTo>
                  <a:pt x="101" y="23"/>
                </a:lnTo>
                <a:lnTo>
                  <a:pt x="101" y="24"/>
                </a:lnTo>
                <a:lnTo>
                  <a:pt x="100" y="24"/>
                </a:lnTo>
                <a:lnTo>
                  <a:pt x="100" y="23"/>
                </a:lnTo>
                <a:lnTo>
                  <a:pt x="101" y="22"/>
                </a:lnTo>
                <a:lnTo>
                  <a:pt x="101" y="21"/>
                </a:lnTo>
                <a:lnTo>
                  <a:pt x="101" y="20"/>
                </a:lnTo>
                <a:lnTo>
                  <a:pt x="102" y="20"/>
                </a:lnTo>
                <a:lnTo>
                  <a:pt x="102" y="19"/>
                </a:lnTo>
                <a:lnTo>
                  <a:pt x="103" y="19"/>
                </a:lnTo>
                <a:lnTo>
                  <a:pt x="104" y="18"/>
                </a:lnTo>
                <a:lnTo>
                  <a:pt x="104" y="17"/>
                </a:lnTo>
                <a:lnTo>
                  <a:pt x="104" y="16"/>
                </a:lnTo>
                <a:lnTo>
                  <a:pt x="105" y="15"/>
                </a:lnTo>
                <a:lnTo>
                  <a:pt x="106" y="15"/>
                </a:lnTo>
                <a:lnTo>
                  <a:pt x="107" y="14"/>
                </a:lnTo>
                <a:lnTo>
                  <a:pt x="106" y="13"/>
                </a:lnTo>
                <a:lnTo>
                  <a:pt x="107" y="12"/>
                </a:lnTo>
                <a:lnTo>
                  <a:pt x="107" y="11"/>
                </a:lnTo>
                <a:lnTo>
                  <a:pt x="108" y="11"/>
                </a:lnTo>
                <a:lnTo>
                  <a:pt x="107" y="11"/>
                </a:lnTo>
                <a:lnTo>
                  <a:pt x="108" y="10"/>
                </a:lnTo>
                <a:lnTo>
                  <a:pt x="108" y="11"/>
                </a:lnTo>
                <a:lnTo>
                  <a:pt x="109" y="11"/>
                </a:lnTo>
                <a:lnTo>
                  <a:pt x="110" y="11"/>
                </a:lnTo>
                <a:lnTo>
                  <a:pt x="110" y="10"/>
                </a:lnTo>
                <a:lnTo>
                  <a:pt x="111" y="11"/>
                </a:lnTo>
                <a:lnTo>
                  <a:pt x="112" y="11"/>
                </a:lnTo>
                <a:lnTo>
                  <a:pt x="113" y="11"/>
                </a:lnTo>
                <a:lnTo>
                  <a:pt x="114" y="11"/>
                </a:lnTo>
                <a:lnTo>
                  <a:pt x="115" y="11"/>
                </a:lnTo>
                <a:lnTo>
                  <a:pt x="116" y="11"/>
                </a:lnTo>
                <a:lnTo>
                  <a:pt x="117" y="11"/>
                </a:lnTo>
                <a:lnTo>
                  <a:pt x="117" y="10"/>
                </a:lnTo>
                <a:lnTo>
                  <a:pt x="117" y="9"/>
                </a:lnTo>
                <a:lnTo>
                  <a:pt x="117" y="8"/>
                </a:lnTo>
                <a:lnTo>
                  <a:pt x="118" y="8"/>
                </a:lnTo>
                <a:lnTo>
                  <a:pt x="118" y="7"/>
                </a:lnTo>
                <a:lnTo>
                  <a:pt x="118" y="6"/>
                </a:lnTo>
                <a:lnTo>
                  <a:pt x="119" y="6"/>
                </a:lnTo>
                <a:lnTo>
                  <a:pt x="120" y="6"/>
                </a:lnTo>
                <a:close/>
              </a:path>
            </a:pathLst>
          </a:custGeom>
          <a:solidFill>
            <a:srgbClr val="F2E3DA"/>
          </a:solidFill>
          <a:ln w="2520">
            <a:solidFill>
              <a:srgbClr val="FFFFFF"/>
            </a:solidFill>
            <a:round/>
          </a:ln>
        </p:spPr>
        <p:txBody>
          <a:bodyPr lIns="1080" tIns="1080" rIns="1080" bIns="108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14" name=""/>
          <p:cNvSpPr/>
          <p:nvPr/>
        </p:nvSpPr>
        <p:spPr>
          <a:xfrm>
            <a:off x="4651200" y="1468080"/>
            <a:ext cx="227520" cy="252720"/>
          </a:xfrm>
          <a:custGeom>
            <a:avLst/>
            <a:gdLst/>
            <a:ahLst/>
            <a:rect l="0" t="0" r="r" b="b"/>
            <a:pathLst>
              <a:path w="632" h="702">
                <a:moveTo>
                  <a:pt x="213" y="0"/>
                </a:moveTo>
                <a:lnTo>
                  <a:pt x="213" y="1"/>
                </a:lnTo>
                <a:lnTo>
                  <a:pt x="214" y="1"/>
                </a:lnTo>
                <a:lnTo>
                  <a:pt x="215" y="2"/>
                </a:lnTo>
                <a:lnTo>
                  <a:pt x="216" y="1"/>
                </a:lnTo>
                <a:lnTo>
                  <a:pt x="217" y="1"/>
                </a:lnTo>
                <a:lnTo>
                  <a:pt x="217" y="2"/>
                </a:lnTo>
                <a:lnTo>
                  <a:pt x="218" y="2"/>
                </a:lnTo>
                <a:lnTo>
                  <a:pt x="219" y="1"/>
                </a:lnTo>
                <a:lnTo>
                  <a:pt x="220" y="1"/>
                </a:lnTo>
                <a:lnTo>
                  <a:pt x="221" y="1"/>
                </a:lnTo>
                <a:lnTo>
                  <a:pt x="221" y="3"/>
                </a:lnTo>
                <a:lnTo>
                  <a:pt x="221" y="4"/>
                </a:lnTo>
                <a:lnTo>
                  <a:pt x="221" y="5"/>
                </a:lnTo>
                <a:lnTo>
                  <a:pt x="221" y="6"/>
                </a:lnTo>
                <a:lnTo>
                  <a:pt x="221" y="7"/>
                </a:lnTo>
                <a:lnTo>
                  <a:pt x="221" y="8"/>
                </a:lnTo>
                <a:lnTo>
                  <a:pt x="222" y="8"/>
                </a:lnTo>
                <a:lnTo>
                  <a:pt x="223" y="8"/>
                </a:lnTo>
                <a:lnTo>
                  <a:pt x="224" y="8"/>
                </a:lnTo>
                <a:lnTo>
                  <a:pt x="225" y="8"/>
                </a:lnTo>
                <a:lnTo>
                  <a:pt x="226" y="8"/>
                </a:lnTo>
                <a:lnTo>
                  <a:pt x="227" y="8"/>
                </a:lnTo>
                <a:lnTo>
                  <a:pt x="228" y="8"/>
                </a:lnTo>
                <a:lnTo>
                  <a:pt x="229" y="8"/>
                </a:lnTo>
                <a:lnTo>
                  <a:pt x="230" y="8"/>
                </a:lnTo>
                <a:lnTo>
                  <a:pt x="231" y="9"/>
                </a:lnTo>
                <a:lnTo>
                  <a:pt x="232" y="9"/>
                </a:lnTo>
                <a:lnTo>
                  <a:pt x="233" y="9"/>
                </a:lnTo>
                <a:lnTo>
                  <a:pt x="234" y="9"/>
                </a:lnTo>
                <a:lnTo>
                  <a:pt x="235" y="9"/>
                </a:lnTo>
                <a:lnTo>
                  <a:pt x="237" y="9"/>
                </a:lnTo>
                <a:lnTo>
                  <a:pt x="238" y="9"/>
                </a:lnTo>
                <a:lnTo>
                  <a:pt x="239" y="8"/>
                </a:lnTo>
                <a:lnTo>
                  <a:pt x="240" y="8"/>
                </a:lnTo>
                <a:lnTo>
                  <a:pt x="240" y="9"/>
                </a:lnTo>
                <a:lnTo>
                  <a:pt x="240" y="8"/>
                </a:lnTo>
                <a:lnTo>
                  <a:pt x="241" y="8"/>
                </a:lnTo>
                <a:lnTo>
                  <a:pt x="241" y="9"/>
                </a:lnTo>
                <a:lnTo>
                  <a:pt x="242" y="9"/>
                </a:lnTo>
                <a:lnTo>
                  <a:pt x="243" y="9"/>
                </a:lnTo>
                <a:lnTo>
                  <a:pt x="244" y="9"/>
                </a:lnTo>
                <a:lnTo>
                  <a:pt x="245" y="9"/>
                </a:lnTo>
                <a:lnTo>
                  <a:pt x="246" y="9"/>
                </a:lnTo>
                <a:lnTo>
                  <a:pt x="247" y="9"/>
                </a:lnTo>
                <a:lnTo>
                  <a:pt x="248" y="9"/>
                </a:lnTo>
                <a:lnTo>
                  <a:pt x="249" y="9"/>
                </a:lnTo>
                <a:lnTo>
                  <a:pt x="250" y="9"/>
                </a:lnTo>
                <a:lnTo>
                  <a:pt x="251" y="9"/>
                </a:lnTo>
                <a:lnTo>
                  <a:pt x="252" y="9"/>
                </a:lnTo>
                <a:lnTo>
                  <a:pt x="253" y="9"/>
                </a:lnTo>
                <a:lnTo>
                  <a:pt x="254" y="9"/>
                </a:lnTo>
                <a:lnTo>
                  <a:pt x="255" y="9"/>
                </a:lnTo>
                <a:lnTo>
                  <a:pt x="256" y="9"/>
                </a:lnTo>
                <a:lnTo>
                  <a:pt x="257" y="9"/>
                </a:lnTo>
                <a:lnTo>
                  <a:pt x="258" y="9"/>
                </a:lnTo>
                <a:lnTo>
                  <a:pt x="258" y="10"/>
                </a:lnTo>
                <a:lnTo>
                  <a:pt x="258" y="11"/>
                </a:lnTo>
                <a:lnTo>
                  <a:pt x="259" y="11"/>
                </a:lnTo>
                <a:lnTo>
                  <a:pt x="259" y="12"/>
                </a:lnTo>
                <a:lnTo>
                  <a:pt x="260" y="12"/>
                </a:lnTo>
                <a:lnTo>
                  <a:pt x="261" y="12"/>
                </a:lnTo>
                <a:lnTo>
                  <a:pt x="262" y="12"/>
                </a:lnTo>
                <a:lnTo>
                  <a:pt x="262" y="13"/>
                </a:lnTo>
                <a:lnTo>
                  <a:pt x="263" y="13"/>
                </a:lnTo>
                <a:lnTo>
                  <a:pt x="262" y="14"/>
                </a:lnTo>
                <a:lnTo>
                  <a:pt x="262" y="15"/>
                </a:lnTo>
                <a:lnTo>
                  <a:pt x="263" y="15"/>
                </a:lnTo>
                <a:lnTo>
                  <a:pt x="263" y="16"/>
                </a:lnTo>
                <a:lnTo>
                  <a:pt x="264" y="16"/>
                </a:lnTo>
                <a:lnTo>
                  <a:pt x="265" y="16"/>
                </a:lnTo>
                <a:lnTo>
                  <a:pt x="265" y="17"/>
                </a:lnTo>
                <a:lnTo>
                  <a:pt x="265" y="16"/>
                </a:lnTo>
                <a:lnTo>
                  <a:pt x="266" y="16"/>
                </a:lnTo>
                <a:lnTo>
                  <a:pt x="266" y="17"/>
                </a:lnTo>
                <a:lnTo>
                  <a:pt x="266" y="18"/>
                </a:lnTo>
                <a:lnTo>
                  <a:pt x="267" y="18"/>
                </a:lnTo>
                <a:lnTo>
                  <a:pt x="267" y="19"/>
                </a:lnTo>
                <a:lnTo>
                  <a:pt x="268" y="19"/>
                </a:lnTo>
                <a:lnTo>
                  <a:pt x="268" y="20"/>
                </a:lnTo>
                <a:lnTo>
                  <a:pt x="269" y="20"/>
                </a:lnTo>
                <a:lnTo>
                  <a:pt x="269" y="19"/>
                </a:lnTo>
                <a:lnTo>
                  <a:pt x="270" y="19"/>
                </a:lnTo>
                <a:lnTo>
                  <a:pt x="271" y="19"/>
                </a:lnTo>
                <a:lnTo>
                  <a:pt x="272" y="19"/>
                </a:lnTo>
                <a:lnTo>
                  <a:pt x="272" y="20"/>
                </a:lnTo>
                <a:lnTo>
                  <a:pt x="272" y="21"/>
                </a:lnTo>
                <a:lnTo>
                  <a:pt x="273" y="21"/>
                </a:lnTo>
                <a:lnTo>
                  <a:pt x="273" y="22"/>
                </a:lnTo>
                <a:lnTo>
                  <a:pt x="272" y="22"/>
                </a:lnTo>
                <a:lnTo>
                  <a:pt x="272" y="23"/>
                </a:lnTo>
                <a:lnTo>
                  <a:pt x="273" y="23"/>
                </a:lnTo>
                <a:lnTo>
                  <a:pt x="273" y="24"/>
                </a:lnTo>
                <a:lnTo>
                  <a:pt x="274" y="24"/>
                </a:lnTo>
                <a:lnTo>
                  <a:pt x="275" y="24"/>
                </a:lnTo>
                <a:lnTo>
                  <a:pt x="276" y="24"/>
                </a:lnTo>
                <a:lnTo>
                  <a:pt x="277" y="23"/>
                </a:lnTo>
                <a:lnTo>
                  <a:pt x="277" y="22"/>
                </a:lnTo>
                <a:lnTo>
                  <a:pt x="278" y="22"/>
                </a:lnTo>
                <a:lnTo>
                  <a:pt x="278" y="21"/>
                </a:lnTo>
                <a:lnTo>
                  <a:pt x="279" y="21"/>
                </a:lnTo>
                <a:lnTo>
                  <a:pt x="279" y="22"/>
                </a:lnTo>
                <a:lnTo>
                  <a:pt x="280" y="22"/>
                </a:lnTo>
                <a:lnTo>
                  <a:pt x="281" y="22"/>
                </a:lnTo>
                <a:lnTo>
                  <a:pt x="281" y="21"/>
                </a:lnTo>
                <a:lnTo>
                  <a:pt x="281" y="22"/>
                </a:lnTo>
                <a:lnTo>
                  <a:pt x="282" y="22"/>
                </a:lnTo>
                <a:lnTo>
                  <a:pt x="283" y="22"/>
                </a:lnTo>
                <a:lnTo>
                  <a:pt x="283" y="23"/>
                </a:lnTo>
                <a:lnTo>
                  <a:pt x="283" y="22"/>
                </a:lnTo>
                <a:lnTo>
                  <a:pt x="284" y="22"/>
                </a:lnTo>
                <a:lnTo>
                  <a:pt x="285" y="22"/>
                </a:lnTo>
                <a:lnTo>
                  <a:pt x="286" y="21"/>
                </a:lnTo>
                <a:lnTo>
                  <a:pt x="286" y="22"/>
                </a:lnTo>
                <a:lnTo>
                  <a:pt x="286" y="21"/>
                </a:lnTo>
                <a:lnTo>
                  <a:pt x="287" y="21"/>
                </a:lnTo>
                <a:lnTo>
                  <a:pt x="288" y="21"/>
                </a:lnTo>
                <a:lnTo>
                  <a:pt x="288" y="22"/>
                </a:lnTo>
                <a:lnTo>
                  <a:pt x="289" y="22"/>
                </a:lnTo>
                <a:lnTo>
                  <a:pt x="289" y="23"/>
                </a:lnTo>
                <a:lnTo>
                  <a:pt x="290" y="23"/>
                </a:lnTo>
                <a:lnTo>
                  <a:pt x="290" y="24"/>
                </a:lnTo>
                <a:lnTo>
                  <a:pt x="291" y="24"/>
                </a:lnTo>
                <a:lnTo>
                  <a:pt x="291" y="25"/>
                </a:lnTo>
                <a:lnTo>
                  <a:pt x="292" y="25"/>
                </a:lnTo>
                <a:lnTo>
                  <a:pt x="293" y="25"/>
                </a:lnTo>
                <a:lnTo>
                  <a:pt x="293" y="24"/>
                </a:lnTo>
                <a:lnTo>
                  <a:pt x="293" y="25"/>
                </a:lnTo>
                <a:lnTo>
                  <a:pt x="294" y="25"/>
                </a:lnTo>
                <a:lnTo>
                  <a:pt x="295" y="24"/>
                </a:lnTo>
                <a:lnTo>
                  <a:pt x="295" y="25"/>
                </a:lnTo>
                <a:lnTo>
                  <a:pt x="296" y="25"/>
                </a:lnTo>
                <a:lnTo>
                  <a:pt x="297" y="25"/>
                </a:lnTo>
                <a:lnTo>
                  <a:pt x="298" y="25"/>
                </a:lnTo>
                <a:lnTo>
                  <a:pt x="299" y="25"/>
                </a:lnTo>
                <a:lnTo>
                  <a:pt x="299" y="24"/>
                </a:lnTo>
                <a:lnTo>
                  <a:pt x="299" y="25"/>
                </a:lnTo>
                <a:lnTo>
                  <a:pt x="300" y="25"/>
                </a:lnTo>
                <a:lnTo>
                  <a:pt x="300" y="24"/>
                </a:lnTo>
                <a:lnTo>
                  <a:pt x="300" y="25"/>
                </a:lnTo>
                <a:lnTo>
                  <a:pt x="301" y="24"/>
                </a:lnTo>
                <a:lnTo>
                  <a:pt x="301" y="25"/>
                </a:lnTo>
                <a:lnTo>
                  <a:pt x="302" y="24"/>
                </a:lnTo>
                <a:lnTo>
                  <a:pt x="302" y="25"/>
                </a:lnTo>
                <a:lnTo>
                  <a:pt x="303" y="25"/>
                </a:lnTo>
                <a:lnTo>
                  <a:pt x="304" y="25"/>
                </a:lnTo>
                <a:lnTo>
                  <a:pt x="305" y="25"/>
                </a:lnTo>
                <a:lnTo>
                  <a:pt x="306" y="25"/>
                </a:lnTo>
                <a:lnTo>
                  <a:pt x="307" y="25"/>
                </a:lnTo>
                <a:lnTo>
                  <a:pt x="308" y="25"/>
                </a:lnTo>
                <a:lnTo>
                  <a:pt x="308" y="24"/>
                </a:lnTo>
                <a:lnTo>
                  <a:pt x="309" y="23"/>
                </a:lnTo>
                <a:lnTo>
                  <a:pt x="309" y="24"/>
                </a:lnTo>
                <a:lnTo>
                  <a:pt x="309" y="23"/>
                </a:lnTo>
                <a:lnTo>
                  <a:pt x="310" y="23"/>
                </a:lnTo>
                <a:lnTo>
                  <a:pt x="310" y="22"/>
                </a:lnTo>
                <a:lnTo>
                  <a:pt x="310" y="21"/>
                </a:lnTo>
                <a:lnTo>
                  <a:pt x="311" y="21"/>
                </a:lnTo>
                <a:lnTo>
                  <a:pt x="311" y="20"/>
                </a:lnTo>
                <a:lnTo>
                  <a:pt x="312" y="21"/>
                </a:lnTo>
                <a:lnTo>
                  <a:pt x="312" y="20"/>
                </a:lnTo>
                <a:lnTo>
                  <a:pt x="313" y="20"/>
                </a:lnTo>
                <a:lnTo>
                  <a:pt x="313" y="21"/>
                </a:lnTo>
                <a:lnTo>
                  <a:pt x="313" y="20"/>
                </a:lnTo>
                <a:lnTo>
                  <a:pt x="314" y="20"/>
                </a:lnTo>
                <a:lnTo>
                  <a:pt x="314" y="21"/>
                </a:lnTo>
                <a:lnTo>
                  <a:pt x="314" y="22"/>
                </a:lnTo>
                <a:lnTo>
                  <a:pt x="315" y="22"/>
                </a:lnTo>
                <a:lnTo>
                  <a:pt x="316" y="22"/>
                </a:lnTo>
                <a:lnTo>
                  <a:pt x="316" y="21"/>
                </a:lnTo>
                <a:lnTo>
                  <a:pt x="317" y="21"/>
                </a:lnTo>
                <a:lnTo>
                  <a:pt x="318" y="21"/>
                </a:lnTo>
                <a:lnTo>
                  <a:pt x="318" y="22"/>
                </a:lnTo>
                <a:lnTo>
                  <a:pt x="319" y="22"/>
                </a:lnTo>
                <a:lnTo>
                  <a:pt x="320" y="22"/>
                </a:lnTo>
                <a:lnTo>
                  <a:pt x="320" y="23"/>
                </a:lnTo>
                <a:lnTo>
                  <a:pt x="321" y="24"/>
                </a:lnTo>
                <a:lnTo>
                  <a:pt x="322" y="24"/>
                </a:lnTo>
                <a:lnTo>
                  <a:pt x="322" y="25"/>
                </a:lnTo>
                <a:lnTo>
                  <a:pt x="322" y="26"/>
                </a:lnTo>
                <a:lnTo>
                  <a:pt x="323" y="26"/>
                </a:lnTo>
                <a:lnTo>
                  <a:pt x="323" y="25"/>
                </a:lnTo>
                <a:lnTo>
                  <a:pt x="324" y="25"/>
                </a:lnTo>
                <a:lnTo>
                  <a:pt x="324" y="26"/>
                </a:lnTo>
                <a:lnTo>
                  <a:pt x="325" y="26"/>
                </a:lnTo>
                <a:lnTo>
                  <a:pt x="326" y="27"/>
                </a:lnTo>
                <a:lnTo>
                  <a:pt x="326" y="28"/>
                </a:lnTo>
                <a:lnTo>
                  <a:pt x="326" y="27"/>
                </a:lnTo>
                <a:lnTo>
                  <a:pt x="327" y="27"/>
                </a:lnTo>
                <a:lnTo>
                  <a:pt x="327" y="28"/>
                </a:lnTo>
                <a:lnTo>
                  <a:pt x="328" y="28"/>
                </a:lnTo>
                <a:lnTo>
                  <a:pt x="328" y="27"/>
                </a:lnTo>
                <a:lnTo>
                  <a:pt x="327" y="27"/>
                </a:lnTo>
                <a:lnTo>
                  <a:pt x="327" y="26"/>
                </a:lnTo>
                <a:lnTo>
                  <a:pt x="328" y="26"/>
                </a:lnTo>
                <a:lnTo>
                  <a:pt x="328" y="27"/>
                </a:lnTo>
                <a:lnTo>
                  <a:pt x="329" y="27"/>
                </a:lnTo>
                <a:lnTo>
                  <a:pt x="329" y="28"/>
                </a:lnTo>
                <a:lnTo>
                  <a:pt x="329" y="27"/>
                </a:lnTo>
                <a:lnTo>
                  <a:pt x="330" y="28"/>
                </a:lnTo>
                <a:lnTo>
                  <a:pt x="331" y="28"/>
                </a:lnTo>
                <a:lnTo>
                  <a:pt x="332" y="28"/>
                </a:lnTo>
                <a:lnTo>
                  <a:pt x="332" y="29"/>
                </a:lnTo>
                <a:lnTo>
                  <a:pt x="333" y="30"/>
                </a:lnTo>
                <a:lnTo>
                  <a:pt x="334" y="30"/>
                </a:lnTo>
                <a:lnTo>
                  <a:pt x="335" y="30"/>
                </a:lnTo>
                <a:lnTo>
                  <a:pt x="336" y="30"/>
                </a:lnTo>
                <a:lnTo>
                  <a:pt x="336" y="29"/>
                </a:lnTo>
                <a:lnTo>
                  <a:pt x="337" y="29"/>
                </a:lnTo>
                <a:lnTo>
                  <a:pt x="337" y="30"/>
                </a:lnTo>
                <a:lnTo>
                  <a:pt x="337" y="31"/>
                </a:lnTo>
                <a:lnTo>
                  <a:pt x="336" y="32"/>
                </a:lnTo>
                <a:lnTo>
                  <a:pt x="336" y="33"/>
                </a:lnTo>
                <a:lnTo>
                  <a:pt x="336" y="34"/>
                </a:lnTo>
                <a:lnTo>
                  <a:pt x="337" y="34"/>
                </a:lnTo>
                <a:lnTo>
                  <a:pt x="337" y="35"/>
                </a:lnTo>
                <a:lnTo>
                  <a:pt x="338" y="35"/>
                </a:lnTo>
                <a:lnTo>
                  <a:pt x="339" y="35"/>
                </a:lnTo>
                <a:lnTo>
                  <a:pt x="340" y="35"/>
                </a:lnTo>
                <a:lnTo>
                  <a:pt x="340" y="36"/>
                </a:lnTo>
                <a:lnTo>
                  <a:pt x="341" y="36"/>
                </a:lnTo>
                <a:lnTo>
                  <a:pt x="341" y="37"/>
                </a:lnTo>
                <a:lnTo>
                  <a:pt x="342" y="37"/>
                </a:lnTo>
                <a:lnTo>
                  <a:pt x="343" y="37"/>
                </a:lnTo>
                <a:lnTo>
                  <a:pt x="344" y="38"/>
                </a:lnTo>
                <a:lnTo>
                  <a:pt x="345" y="38"/>
                </a:lnTo>
                <a:lnTo>
                  <a:pt x="345" y="39"/>
                </a:lnTo>
                <a:lnTo>
                  <a:pt x="346" y="39"/>
                </a:lnTo>
                <a:lnTo>
                  <a:pt x="347" y="39"/>
                </a:lnTo>
                <a:lnTo>
                  <a:pt x="347" y="40"/>
                </a:lnTo>
                <a:lnTo>
                  <a:pt x="348" y="40"/>
                </a:lnTo>
                <a:lnTo>
                  <a:pt x="349" y="41"/>
                </a:lnTo>
                <a:lnTo>
                  <a:pt x="349" y="40"/>
                </a:lnTo>
                <a:lnTo>
                  <a:pt x="348" y="39"/>
                </a:lnTo>
                <a:lnTo>
                  <a:pt x="348" y="38"/>
                </a:lnTo>
                <a:lnTo>
                  <a:pt x="349" y="38"/>
                </a:lnTo>
                <a:lnTo>
                  <a:pt x="349" y="39"/>
                </a:lnTo>
                <a:lnTo>
                  <a:pt x="349" y="40"/>
                </a:lnTo>
                <a:lnTo>
                  <a:pt x="350" y="40"/>
                </a:lnTo>
                <a:lnTo>
                  <a:pt x="350" y="41"/>
                </a:lnTo>
                <a:lnTo>
                  <a:pt x="350" y="42"/>
                </a:lnTo>
                <a:lnTo>
                  <a:pt x="350" y="44"/>
                </a:lnTo>
                <a:lnTo>
                  <a:pt x="350" y="45"/>
                </a:lnTo>
                <a:lnTo>
                  <a:pt x="349" y="45"/>
                </a:lnTo>
                <a:lnTo>
                  <a:pt x="349" y="46"/>
                </a:lnTo>
                <a:lnTo>
                  <a:pt x="350" y="46"/>
                </a:lnTo>
                <a:lnTo>
                  <a:pt x="350" y="47"/>
                </a:lnTo>
                <a:lnTo>
                  <a:pt x="349" y="47"/>
                </a:lnTo>
                <a:lnTo>
                  <a:pt x="350" y="48"/>
                </a:lnTo>
                <a:lnTo>
                  <a:pt x="350" y="49"/>
                </a:lnTo>
                <a:lnTo>
                  <a:pt x="351" y="49"/>
                </a:lnTo>
                <a:lnTo>
                  <a:pt x="352" y="49"/>
                </a:lnTo>
                <a:lnTo>
                  <a:pt x="352" y="48"/>
                </a:lnTo>
                <a:lnTo>
                  <a:pt x="353" y="48"/>
                </a:lnTo>
                <a:lnTo>
                  <a:pt x="353" y="49"/>
                </a:lnTo>
                <a:lnTo>
                  <a:pt x="354" y="49"/>
                </a:lnTo>
                <a:lnTo>
                  <a:pt x="355" y="50"/>
                </a:lnTo>
                <a:lnTo>
                  <a:pt x="355" y="51"/>
                </a:lnTo>
                <a:lnTo>
                  <a:pt x="356" y="51"/>
                </a:lnTo>
                <a:lnTo>
                  <a:pt x="356" y="52"/>
                </a:lnTo>
                <a:lnTo>
                  <a:pt x="357" y="52"/>
                </a:lnTo>
                <a:lnTo>
                  <a:pt x="357" y="51"/>
                </a:lnTo>
                <a:lnTo>
                  <a:pt x="358" y="51"/>
                </a:lnTo>
                <a:lnTo>
                  <a:pt x="359" y="51"/>
                </a:lnTo>
                <a:lnTo>
                  <a:pt x="359" y="52"/>
                </a:lnTo>
                <a:lnTo>
                  <a:pt x="360" y="52"/>
                </a:lnTo>
                <a:lnTo>
                  <a:pt x="360" y="51"/>
                </a:lnTo>
                <a:lnTo>
                  <a:pt x="361" y="51"/>
                </a:lnTo>
                <a:lnTo>
                  <a:pt x="362" y="51"/>
                </a:lnTo>
                <a:lnTo>
                  <a:pt x="363" y="51"/>
                </a:lnTo>
                <a:lnTo>
                  <a:pt x="363" y="52"/>
                </a:lnTo>
                <a:lnTo>
                  <a:pt x="363" y="53"/>
                </a:lnTo>
                <a:lnTo>
                  <a:pt x="364" y="53"/>
                </a:lnTo>
                <a:lnTo>
                  <a:pt x="364" y="54"/>
                </a:lnTo>
                <a:lnTo>
                  <a:pt x="364" y="55"/>
                </a:lnTo>
                <a:lnTo>
                  <a:pt x="365" y="56"/>
                </a:lnTo>
                <a:lnTo>
                  <a:pt x="365" y="55"/>
                </a:lnTo>
                <a:lnTo>
                  <a:pt x="365" y="54"/>
                </a:lnTo>
                <a:lnTo>
                  <a:pt x="366" y="54"/>
                </a:lnTo>
                <a:lnTo>
                  <a:pt x="367" y="54"/>
                </a:lnTo>
                <a:lnTo>
                  <a:pt x="367" y="53"/>
                </a:lnTo>
                <a:lnTo>
                  <a:pt x="367" y="52"/>
                </a:lnTo>
                <a:lnTo>
                  <a:pt x="368" y="51"/>
                </a:lnTo>
                <a:lnTo>
                  <a:pt x="369" y="51"/>
                </a:lnTo>
                <a:lnTo>
                  <a:pt x="369" y="50"/>
                </a:lnTo>
                <a:lnTo>
                  <a:pt x="370" y="50"/>
                </a:lnTo>
                <a:lnTo>
                  <a:pt x="370" y="51"/>
                </a:lnTo>
                <a:lnTo>
                  <a:pt x="369" y="51"/>
                </a:lnTo>
                <a:lnTo>
                  <a:pt x="369" y="52"/>
                </a:lnTo>
                <a:lnTo>
                  <a:pt x="369" y="53"/>
                </a:lnTo>
                <a:lnTo>
                  <a:pt x="368" y="53"/>
                </a:lnTo>
                <a:lnTo>
                  <a:pt x="368" y="55"/>
                </a:lnTo>
                <a:lnTo>
                  <a:pt x="369" y="55"/>
                </a:lnTo>
                <a:lnTo>
                  <a:pt x="369" y="56"/>
                </a:lnTo>
                <a:lnTo>
                  <a:pt x="370" y="56"/>
                </a:lnTo>
                <a:lnTo>
                  <a:pt x="370" y="57"/>
                </a:lnTo>
                <a:lnTo>
                  <a:pt x="370" y="56"/>
                </a:lnTo>
                <a:lnTo>
                  <a:pt x="371" y="56"/>
                </a:lnTo>
                <a:lnTo>
                  <a:pt x="371" y="57"/>
                </a:lnTo>
                <a:lnTo>
                  <a:pt x="372" y="57"/>
                </a:lnTo>
                <a:lnTo>
                  <a:pt x="373" y="57"/>
                </a:lnTo>
                <a:lnTo>
                  <a:pt x="374" y="58"/>
                </a:lnTo>
                <a:lnTo>
                  <a:pt x="375" y="58"/>
                </a:lnTo>
                <a:lnTo>
                  <a:pt x="376" y="58"/>
                </a:lnTo>
                <a:lnTo>
                  <a:pt x="376" y="59"/>
                </a:lnTo>
                <a:lnTo>
                  <a:pt x="377" y="59"/>
                </a:lnTo>
                <a:lnTo>
                  <a:pt x="377" y="60"/>
                </a:lnTo>
                <a:lnTo>
                  <a:pt x="377" y="61"/>
                </a:lnTo>
                <a:lnTo>
                  <a:pt x="377" y="62"/>
                </a:lnTo>
                <a:lnTo>
                  <a:pt x="377" y="63"/>
                </a:lnTo>
                <a:lnTo>
                  <a:pt x="377" y="64"/>
                </a:lnTo>
                <a:lnTo>
                  <a:pt x="376" y="64"/>
                </a:lnTo>
                <a:lnTo>
                  <a:pt x="376" y="65"/>
                </a:lnTo>
                <a:lnTo>
                  <a:pt x="376" y="66"/>
                </a:lnTo>
                <a:lnTo>
                  <a:pt x="375" y="66"/>
                </a:lnTo>
                <a:lnTo>
                  <a:pt x="375" y="70"/>
                </a:lnTo>
                <a:lnTo>
                  <a:pt x="375" y="71"/>
                </a:lnTo>
                <a:lnTo>
                  <a:pt x="376" y="71"/>
                </a:lnTo>
                <a:lnTo>
                  <a:pt x="376" y="70"/>
                </a:lnTo>
                <a:lnTo>
                  <a:pt x="376" y="69"/>
                </a:lnTo>
                <a:lnTo>
                  <a:pt x="376" y="68"/>
                </a:lnTo>
                <a:lnTo>
                  <a:pt x="377" y="68"/>
                </a:lnTo>
                <a:lnTo>
                  <a:pt x="378" y="68"/>
                </a:lnTo>
                <a:lnTo>
                  <a:pt x="379" y="67"/>
                </a:lnTo>
                <a:lnTo>
                  <a:pt x="379" y="66"/>
                </a:lnTo>
                <a:lnTo>
                  <a:pt x="379" y="65"/>
                </a:lnTo>
                <a:lnTo>
                  <a:pt x="380" y="65"/>
                </a:lnTo>
                <a:lnTo>
                  <a:pt x="382" y="65"/>
                </a:lnTo>
                <a:lnTo>
                  <a:pt x="382" y="64"/>
                </a:lnTo>
                <a:lnTo>
                  <a:pt x="383" y="64"/>
                </a:lnTo>
                <a:lnTo>
                  <a:pt x="383" y="65"/>
                </a:lnTo>
                <a:lnTo>
                  <a:pt x="384" y="65"/>
                </a:lnTo>
                <a:lnTo>
                  <a:pt x="385" y="65"/>
                </a:lnTo>
                <a:lnTo>
                  <a:pt x="385" y="64"/>
                </a:lnTo>
                <a:lnTo>
                  <a:pt x="385" y="63"/>
                </a:lnTo>
                <a:lnTo>
                  <a:pt x="386" y="63"/>
                </a:lnTo>
                <a:lnTo>
                  <a:pt x="386" y="62"/>
                </a:lnTo>
                <a:lnTo>
                  <a:pt x="387" y="61"/>
                </a:lnTo>
                <a:lnTo>
                  <a:pt x="387" y="62"/>
                </a:lnTo>
                <a:lnTo>
                  <a:pt x="388" y="62"/>
                </a:lnTo>
                <a:lnTo>
                  <a:pt x="388" y="61"/>
                </a:lnTo>
                <a:lnTo>
                  <a:pt x="388" y="60"/>
                </a:lnTo>
                <a:lnTo>
                  <a:pt x="389" y="60"/>
                </a:lnTo>
                <a:lnTo>
                  <a:pt x="389" y="59"/>
                </a:lnTo>
                <a:lnTo>
                  <a:pt x="390" y="58"/>
                </a:lnTo>
                <a:lnTo>
                  <a:pt x="390" y="57"/>
                </a:lnTo>
                <a:lnTo>
                  <a:pt x="391" y="57"/>
                </a:lnTo>
                <a:lnTo>
                  <a:pt x="391" y="54"/>
                </a:lnTo>
                <a:lnTo>
                  <a:pt x="391" y="53"/>
                </a:lnTo>
                <a:lnTo>
                  <a:pt x="392" y="53"/>
                </a:lnTo>
                <a:lnTo>
                  <a:pt x="392" y="52"/>
                </a:lnTo>
                <a:lnTo>
                  <a:pt x="393" y="52"/>
                </a:lnTo>
                <a:lnTo>
                  <a:pt x="394" y="52"/>
                </a:lnTo>
                <a:lnTo>
                  <a:pt x="396" y="52"/>
                </a:lnTo>
                <a:lnTo>
                  <a:pt x="398" y="52"/>
                </a:lnTo>
                <a:lnTo>
                  <a:pt x="399" y="52"/>
                </a:lnTo>
                <a:lnTo>
                  <a:pt x="399" y="53"/>
                </a:lnTo>
                <a:lnTo>
                  <a:pt x="399" y="54"/>
                </a:lnTo>
                <a:lnTo>
                  <a:pt x="400" y="55"/>
                </a:lnTo>
                <a:lnTo>
                  <a:pt x="401" y="55"/>
                </a:lnTo>
                <a:lnTo>
                  <a:pt x="402" y="55"/>
                </a:lnTo>
                <a:lnTo>
                  <a:pt x="403" y="56"/>
                </a:lnTo>
                <a:lnTo>
                  <a:pt x="403" y="55"/>
                </a:lnTo>
                <a:lnTo>
                  <a:pt x="404" y="54"/>
                </a:lnTo>
                <a:lnTo>
                  <a:pt x="405" y="54"/>
                </a:lnTo>
                <a:lnTo>
                  <a:pt x="405" y="53"/>
                </a:lnTo>
                <a:lnTo>
                  <a:pt x="406" y="53"/>
                </a:lnTo>
                <a:lnTo>
                  <a:pt x="406" y="52"/>
                </a:lnTo>
                <a:lnTo>
                  <a:pt x="407" y="52"/>
                </a:lnTo>
                <a:lnTo>
                  <a:pt x="408" y="52"/>
                </a:lnTo>
                <a:lnTo>
                  <a:pt x="408" y="53"/>
                </a:lnTo>
                <a:lnTo>
                  <a:pt x="409" y="53"/>
                </a:lnTo>
                <a:lnTo>
                  <a:pt x="410" y="53"/>
                </a:lnTo>
                <a:lnTo>
                  <a:pt x="411" y="53"/>
                </a:lnTo>
                <a:lnTo>
                  <a:pt x="411" y="54"/>
                </a:lnTo>
                <a:lnTo>
                  <a:pt x="412" y="53"/>
                </a:lnTo>
                <a:lnTo>
                  <a:pt x="413" y="53"/>
                </a:lnTo>
                <a:lnTo>
                  <a:pt x="414" y="53"/>
                </a:lnTo>
                <a:lnTo>
                  <a:pt x="414" y="54"/>
                </a:lnTo>
                <a:lnTo>
                  <a:pt x="415" y="54"/>
                </a:lnTo>
                <a:lnTo>
                  <a:pt x="415" y="55"/>
                </a:lnTo>
                <a:lnTo>
                  <a:pt x="415" y="56"/>
                </a:lnTo>
                <a:lnTo>
                  <a:pt x="415" y="55"/>
                </a:lnTo>
                <a:lnTo>
                  <a:pt x="416" y="55"/>
                </a:lnTo>
                <a:lnTo>
                  <a:pt x="417" y="55"/>
                </a:lnTo>
                <a:lnTo>
                  <a:pt x="417" y="54"/>
                </a:lnTo>
                <a:lnTo>
                  <a:pt x="418" y="54"/>
                </a:lnTo>
                <a:lnTo>
                  <a:pt x="418" y="55"/>
                </a:lnTo>
                <a:lnTo>
                  <a:pt x="419" y="56"/>
                </a:lnTo>
                <a:lnTo>
                  <a:pt x="419" y="55"/>
                </a:lnTo>
                <a:lnTo>
                  <a:pt x="420" y="54"/>
                </a:lnTo>
                <a:lnTo>
                  <a:pt x="420" y="53"/>
                </a:lnTo>
                <a:lnTo>
                  <a:pt x="421" y="53"/>
                </a:lnTo>
                <a:lnTo>
                  <a:pt x="421" y="52"/>
                </a:lnTo>
                <a:lnTo>
                  <a:pt x="421" y="51"/>
                </a:lnTo>
                <a:lnTo>
                  <a:pt x="421" y="50"/>
                </a:lnTo>
                <a:lnTo>
                  <a:pt x="422" y="49"/>
                </a:lnTo>
                <a:lnTo>
                  <a:pt x="422" y="48"/>
                </a:lnTo>
                <a:lnTo>
                  <a:pt x="422" y="47"/>
                </a:lnTo>
                <a:lnTo>
                  <a:pt x="423" y="47"/>
                </a:lnTo>
                <a:lnTo>
                  <a:pt x="424" y="47"/>
                </a:lnTo>
                <a:lnTo>
                  <a:pt x="424" y="48"/>
                </a:lnTo>
                <a:lnTo>
                  <a:pt x="425" y="48"/>
                </a:lnTo>
                <a:lnTo>
                  <a:pt x="425" y="47"/>
                </a:lnTo>
                <a:lnTo>
                  <a:pt x="426" y="47"/>
                </a:lnTo>
                <a:lnTo>
                  <a:pt x="426" y="46"/>
                </a:lnTo>
                <a:lnTo>
                  <a:pt x="427" y="46"/>
                </a:lnTo>
                <a:lnTo>
                  <a:pt x="427" y="44"/>
                </a:lnTo>
                <a:lnTo>
                  <a:pt x="428" y="44"/>
                </a:lnTo>
                <a:lnTo>
                  <a:pt x="428" y="43"/>
                </a:lnTo>
                <a:lnTo>
                  <a:pt x="429" y="43"/>
                </a:lnTo>
                <a:lnTo>
                  <a:pt x="430" y="43"/>
                </a:lnTo>
                <a:lnTo>
                  <a:pt x="429" y="43"/>
                </a:lnTo>
                <a:lnTo>
                  <a:pt x="429" y="42"/>
                </a:lnTo>
                <a:lnTo>
                  <a:pt x="429" y="41"/>
                </a:lnTo>
                <a:lnTo>
                  <a:pt x="430" y="41"/>
                </a:lnTo>
                <a:lnTo>
                  <a:pt x="431" y="41"/>
                </a:lnTo>
                <a:lnTo>
                  <a:pt x="431" y="40"/>
                </a:lnTo>
                <a:lnTo>
                  <a:pt x="430" y="40"/>
                </a:lnTo>
                <a:lnTo>
                  <a:pt x="430" y="39"/>
                </a:lnTo>
                <a:lnTo>
                  <a:pt x="430" y="38"/>
                </a:lnTo>
                <a:lnTo>
                  <a:pt x="431" y="38"/>
                </a:lnTo>
                <a:lnTo>
                  <a:pt x="431" y="37"/>
                </a:lnTo>
                <a:lnTo>
                  <a:pt x="430" y="37"/>
                </a:lnTo>
                <a:lnTo>
                  <a:pt x="430" y="36"/>
                </a:lnTo>
                <a:lnTo>
                  <a:pt x="430" y="35"/>
                </a:lnTo>
                <a:lnTo>
                  <a:pt x="431" y="35"/>
                </a:lnTo>
                <a:lnTo>
                  <a:pt x="432" y="34"/>
                </a:lnTo>
                <a:lnTo>
                  <a:pt x="433" y="33"/>
                </a:lnTo>
                <a:lnTo>
                  <a:pt x="434" y="32"/>
                </a:lnTo>
                <a:lnTo>
                  <a:pt x="435" y="31"/>
                </a:lnTo>
                <a:lnTo>
                  <a:pt x="436" y="30"/>
                </a:lnTo>
                <a:lnTo>
                  <a:pt x="437" y="29"/>
                </a:lnTo>
                <a:lnTo>
                  <a:pt x="438" y="28"/>
                </a:lnTo>
                <a:lnTo>
                  <a:pt x="439" y="28"/>
                </a:lnTo>
                <a:lnTo>
                  <a:pt x="440" y="28"/>
                </a:lnTo>
                <a:lnTo>
                  <a:pt x="441" y="28"/>
                </a:lnTo>
                <a:lnTo>
                  <a:pt x="443" y="29"/>
                </a:lnTo>
                <a:lnTo>
                  <a:pt x="444" y="30"/>
                </a:lnTo>
                <a:lnTo>
                  <a:pt x="445" y="31"/>
                </a:lnTo>
                <a:lnTo>
                  <a:pt x="445" y="32"/>
                </a:lnTo>
                <a:lnTo>
                  <a:pt x="445" y="33"/>
                </a:lnTo>
                <a:lnTo>
                  <a:pt x="445" y="34"/>
                </a:lnTo>
                <a:lnTo>
                  <a:pt x="445" y="36"/>
                </a:lnTo>
                <a:lnTo>
                  <a:pt x="445" y="37"/>
                </a:lnTo>
                <a:lnTo>
                  <a:pt x="445" y="38"/>
                </a:lnTo>
                <a:lnTo>
                  <a:pt x="445" y="39"/>
                </a:lnTo>
                <a:lnTo>
                  <a:pt x="445" y="40"/>
                </a:lnTo>
                <a:lnTo>
                  <a:pt x="445" y="41"/>
                </a:lnTo>
                <a:lnTo>
                  <a:pt x="446" y="42"/>
                </a:lnTo>
                <a:lnTo>
                  <a:pt x="447" y="42"/>
                </a:lnTo>
                <a:lnTo>
                  <a:pt x="447" y="41"/>
                </a:lnTo>
                <a:lnTo>
                  <a:pt x="448" y="41"/>
                </a:lnTo>
                <a:lnTo>
                  <a:pt x="448" y="40"/>
                </a:lnTo>
                <a:lnTo>
                  <a:pt x="448" y="39"/>
                </a:lnTo>
                <a:lnTo>
                  <a:pt x="449" y="39"/>
                </a:lnTo>
                <a:lnTo>
                  <a:pt x="449" y="38"/>
                </a:lnTo>
                <a:lnTo>
                  <a:pt x="450" y="37"/>
                </a:lnTo>
                <a:lnTo>
                  <a:pt x="451" y="36"/>
                </a:lnTo>
                <a:lnTo>
                  <a:pt x="452" y="34"/>
                </a:lnTo>
                <a:lnTo>
                  <a:pt x="453" y="32"/>
                </a:lnTo>
                <a:lnTo>
                  <a:pt x="453" y="31"/>
                </a:lnTo>
                <a:lnTo>
                  <a:pt x="454" y="30"/>
                </a:lnTo>
                <a:lnTo>
                  <a:pt x="454" y="29"/>
                </a:lnTo>
                <a:lnTo>
                  <a:pt x="455" y="29"/>
                </a:lnTo>
                <a:lnTo>
                  <a:pt x="456" y="30"/>
                </a:lnTo>
                <a:lnTo>
                  <a:pt x="455" y="31"/>
                </a:lnTo>
                <a:lnTo>
                  <a:pt x="455" y="32"/>
                </a:lnTo>
                <a:lnTo>
                  <a:pt x="455" y="33"/>
                </a:lnTo>
                <a:lnTo>
                  <a:pt x="455" y="34"/>
                </a:lnTo>
                <a:lnTo>
                  <a:pt x="454" y="35"/>
                </a:lnTo>
                <a:lnTo>
                  <a:pt x="454" y="36"/>
                </a:lnTo>
                <a:lnTo>
                  <a:pt x="454" y="37"/>
                </a:lnTo>
                <a:lnTo>
                  <a:pt x="454" y="38"/>
                </a:lnTo>
                <a:lnTo>
                  <a:pt x="453" y="39"/>
                </a:lnTo>
                <a:lnTo>
                  <a:pt x="453" y="40"/>
                </a:lnTo>
                <a:lnTo>
                  <a:pt x="452" y="41"/>
                </a:lnTo>
                <a:lnTo>
                  <a:pt x="452" y="42"/>
                </a:lnTo>
                <a:lnTo>
                  <a:pt x="451" y="42"/>
                </a:lnTo>
                <a:lnTo>
                  <a:pt x="451" y="43"/>
                </a:lnTo>
                <a:lnTo>
                  <a:pt x="450" y="43"/>
                </a:lnTo>
                <a:lnTo>
                  <a:pt x="449" y="44"/>
                </a:lnTo>
                <a:lnTo>
                  <a:pt x="449" y="45"/>
                </a:lnTo>
                <a:lnTo>
                  <a:pt x="448" y="45"/>
                </a:lnTo>
                <a:lnTo>
                  <a:pt x="448" y="46"/>
                </a:lnTo>
                <a:lnTo>
                  <a:pt x="447" y="46"/>
                </a:lnTo>
                <a:lnTo>
                  <a:pt x="446" y="47"/>
                </a:lnTo>
                <a:lnTo>
                  <a:pt x="445" y="49"/>
                </a:lnTo>
                <a:lnTo>
                  <a:pt x="445" y="50"/>
                </a:lnTo>
                <a:lnTo>
                  <a:pt x="444" y="50"/>
                </a:lnTo>
                <a:lnTo>
                  <a:pt x="444" y="51"/>
                </a:lnTo>
                <a:lnTo>
                  <a:pt x="444" y="52"/>
                </a:lnTo>
                <a:lnTo>
                  <a:pt x="445" y="53"/>
                </a:lnTo>
                <a:lnTo>
                  <a:pt x="445" y="54"/>
                </a:lnTo>
                <a:lnTo>
                  <a:pt x="446" y="56"/>
                </a:lnTo>
                <a:lnTo>
                  <a:pt x="446" y="57"/>
                </a:lnTo>
                <a:lnTo>
                  <a:pt x="447" y="59"/>
                </a:lnTo>
                <a:lnTo>
                  <a:pt x="447" y="60"/>
                </a:lnTo>
                <a:lnTo>
                  <a:pt x="447" y="61"/>
                </a:lnTo>
                <a:lnTo>
                  <a:pt x="448" y="62"/>
                </a:lnTo>
                <a:lnTo>
                  <a:pt x="448" y="63"/>
                </a:lnTo>
                <a:lnTo>
                  <a:pt x="448" y="65"/>
                </a:lnTo>
                <a:lnTo>
                  <a:pt x="448" y="66"/>
                </a:lnTo>
                <a:lnTo>
                  <a:pt x="449" y="66"/>
                </a:lnTo>
                <a:lnTo>
                  <a:pt x="449" y="67"/>
                </a:lnTo>
                <a:lnTo>
                  <a:pt x="449" y="68"/>
                </a:lnTo>
                <a:lnTo>
                  <a:pt x="450" y="68"/>
                </a:lnTo>
                <a:lnTo>
                  <a:pt x="450" y="69"/>
                </a:lnTo>
                <a:lnTo>
                  <a:pt x="451" y="69"/>
                </a:lnTo>
                <a:lnTo>
                  <a:pt x="452" y="69"/>
                </a:lnTo>
                <a:lnTo>
                  <a:pt x="452" y="68"/>
                </a:lnTo>
                <a:lnTo>
                  <a:pt x="452" y="67"/>
                </a:lnTo>
                <a:lnTo>
                  <a:pt x="453" y="67"/>
                </a:lnTo>
                <a:lnTo>
                  <a:pt x="453" y="66"/>
                </a:lnTo>
                <a:lnTo>
                  <a:pt x="454" y="66"/>
                </a:lnTo>
                <a:lnTo>
                  <a:pt x="454" y="65"/>
                </a:lnTo>
                <a:lnTo>
                  <a:pt x="455" y="63"/>
                </a:lnTo>
                <a:lnTo>
                  <a:pt x="456" y="63"/>
                </a:lnTo>
                <a:lnTo>
                  <a:pt x="457" y="62"/>
                </a:lnTo>
                <a:lnTo>
                  <a:pt x="458" y="61"/>
                </a:lnTo>
                <a:lnTo>
                  <a:pt x="459" y="61"/>
                </a:lnTo>
                <a:lnTo>
                  <a:pt x="460" y="61"/>
                </a:lnTo>
                <a:lnTo>
                  <a:pt x="461" y="61"/>
                </a:lnTo>
                <a:lnTo>
                  <a:pt x="462" y="62"/>
                </a:lnTo>
                <a:lnTo>
                  <a:pt x="462" y="63"/>
                </a:lnTo>
                <a:lnTo>
                  <a:pt x="462" y="64"/>
                </a:lnTo>
                <a:lnTo>
                  <a:pt x="463" y="64"/>
                </a:lnTo>
                <a:lnTo>
                  <a:pt x="463" y="65"/>
                </a:lnTo>
                <a:lnTo>
                  <a:pt x="463" y="67"/>
                </a:lnTo>
                <a:lnTo>
                  <a:pt x="464" y="69"/>
                </a:lnTo>
                <a:lnTo>
                  <a:pt x="464" y="70"/>
                </a:lnTo>
                <a:lnTo>
                  <a:pt x="464" y="71"/>
                </a:lnTo>
                <a:lnTo>
                  <a:pt x="464" y="72"/>
                </a:lnTo>
                <a:lnTo>
                  <a:pt x="465" y="72"/>
                </a:lnTo>
                <a:lnTo>
                  <a:pt x="465" y="73"/>
                </a:lnTo>
                <a:lnTo>
                  <a:pt x="466" y="73"/>
                </a:lnTo>
                <a:lnTo>
                  <a:pt x="466" y="72"/>
                </a:lnTo>
                <a:lnTo>
                  <a:pt x="467" y="72"/>
                </a:lnTo>
                <a:lnTo>
                  <a:pt x="467" y="71"/>
                </a:lnTo>
                <a:lnTo>
                  <a:pt x="467" y="70"/>
                </a:lnTo>
                <a:lnTo>
                  <a:pt x="467" y="69"/>
                </a:lnTo>
                <a:lnTo>
                  <a:pt x="466" y="69"/>
                </a:lnTo>
                <a:lnTo>
                  <a:pt x="467" y="69"/>
                </a:lnTo>
                <a:lnTo>
                  <a:pt x="468" y="69"/>
                </a:lnTo>
                <a:lnTo>
                  <a:pt x="469" y="69"/>
                </a:lnTo>
                <a:lnTo>
                  <a:pt x="470" y="69"/>
                </a:lnTo>
                <a:lnTo>
                  <a:pt x="471" y="69"/>
                </a:lnTo>
                <a:lnTo>
                  <a:pt x="471" y="70"/>
                </a:lnTo>
                <a:lnTo>
                  <a:pt x="472" y="69"/>
                </a:lnTo>
                <a:lnTo>
                  <a:pt x="473" y="69"/>
                </a:lnTo>
                <a:lnTo>
                  <a:pt x="473" y="68"/>
                </a:lnTo>
                <a:lnTo>
                  <a:pt x="474" y="68"/>
                </a:lnTo>
                <a:lnTo>
                  <a:pt x="474" y="67"/>
                </a:lnTo>
                <a:lnTo>
                  <a:pt x="474" y="66"/>
                </a:lnTo>
                <a:lnTo>
                  <a:pt x="475" y="65"/>
                </a:lnTo>
                <a:lnTo>
                  <a:pt x="475" y="64"/>
                </a:lnTo>
                <a:lnTo>
                  <a:pt x="476" y="64"/>
                </a:lnTo>
                <a:lnTo>
                  <a:pt x="476" y="63"/>
                </a:lnTo>
                <a:lnTo>
                  <a:pt x="476" y="62"/>
                </a:lnTo>
                <a:lnTo>
                  <a:pt x="477" y="62"/>
                </a:lnTo>
                <a:lnTo>
                  <a:pt x="477" y="61"/>
                </a:lnTo>
                <a:lnTo>
                  <a:pt x="478" y="61"/>
                </a:lnTo>
                <a:lnTo>
                  <a:pt x="478" y="60"/>
                </a:lnTo>
                <a:lnTo>
                  <a:pt x="478" y="59"/>
                </a:lnTo>
                <a:lnTo>
                  <a:pt x="479" y="59"/>
                </a:lnTo>
                <a:lnTo>
                  <a:pt x="479" y="58"/>
                </a:lnTo>
                <a:lnTo>
                  <a:pt x="479" y="57"/>
                </a:lnTo>
                <a:lnTo>
                  <a:pt x="480" y="57"/>
                </a:lnTo>
                <a:lnTo>
                  <a:pt x="480" y="56"/>
                </a:lnTo>
                <a:lnTo>
                  <a:pt x="482" y="55"/>
                </a:lnTo>
                <a:lnTo>
                  <a:pt x="482" y="54"/>
                </a:lnTo>
                <a:lnTo>
                  <a:pt x="483" y="54"/>
                </a:lnTo>
                <a:lnTo>
                  <a:pt x="483" y="53"/>
                </a:lnTo>
                <a:lnTo>
                  <a:pt x="484" y="53"/>
                </a:lnTo>
                <a:lnTo>
                  <a:pt x="484" y="52"/>
                </a:lnTo>
                <a:lnTo>
                  <a:pt x="484" y="50"/>
                </a:lnTo>
                <a:lnTo>
                  <a:pt x="485" y="50"/>
                </a:lnTo>
                <a:lnTo>
                  <a:pt x="486" y="48"/>
                </a:lnTo>
                <a:lnTo>
                  <a:pt x="486" y="47"/>
                </a:lnTo>
                <a:lnTo>
                  <a:pt x="487" y="47"/>
                </a:lnTo>
                <a:lnTo>
                  <a:pt x="487" y="46"/>
                </a:lnTo>
                <a:lnTo>
                  <a:pt x="488" y="45"/>
                </a:lnTo>
                <a:lnTo>
                  <a:pt x="489" y="43"/>
                </a:lnTo>
                <a:lnTo>
                  <a:pt x="490" y="42"/>
                </a:lnTo>
                <a:lnTo>
                  <a:pt x="490" y="41"/>
                </a:lnTo>
                <a:lnTo>
                  <a:pt x="490" y="40"/>
                </a:lnTo>
                <a:lnTo>
                  <a:pt x="491" y="40"/>
                </a:lnTo>
                <a:lnTo>
                  <a:pt x="492" y="39"/>
                </a:lnTo>
                <a:lnTo>
                  <a:pt x="492" y="38"/>
                </a:lnTo>
                <a:lnTo>
                  <a:pt x="492" y="37"/>
                </a:lnTo>
                <a:lnTo>
                  <a:pt x="493" y="37"/>
                </a:lnTo>
                <a:lnTo>
                  <a:pt x="493" y="36"/>
                </a:lnTo>
                <a:lnTo>
                  <a:pt x="494" y="36"/>
                </a:lnTo>
                <a:lnTo>
                  <a:pt x="494" y="35"/>
                </a:lnTo>
                <a:lnTo>
                  <a:pt x="495" y="35"/>
                </a:lnTo>
                <a:lnTo>
                  <a:pt x="495" y="34"/>
                </a:lnTo>
                <a:lnTo>
                  <a:pt x="496" y="33"/>
                </a:lnTo>
                <a:lnTo>
                  <a:pt x="497" y="32"/>
                </a:lnTo>
                <a:lnTo>
                  <a:pt x="497" y="31"/>
                </a:lnTo>
                <a:lnTo>
                  <a:pt x="498" y="30"/>
                </a:lnTo>
                <a:lnTo>
                  <a:pt x="499" y="30"/>
                </a:lnTo>
                <a:lnTo>
                  <a:pt x="501" y="28"/>
                </a:lnTo>
                <a:lnTo>
                  <a:pt x="502" y="28"/>
                </a:lnTo>
                <a:lnTo>
                  <a:pt x="502" y="27"/>
                </a:lnTo>
                <a:lnTo>
                  <a:pt x="503" y="27"/>
                </a:lnTo>
                <a:lnTo>
                  <a:pt x="503" y="26"/>
                </a:lnTo>
                <a:lnTo>
                  <a:pt x="505" y="24"/>
                </a:lnTo>
                <a:lnTo>
                  <a:pt x="507" y="22"/>
                </a:lnTo>
                <a:lnTo>
                  <a:pt x="508" y="21"/>
                </a:lnTo>
                <a:lnTo>
                  <a:pt x="508" y="20"/>
                </a:lnTo>
                <a:lnTo>
                  <a:pt x="509" y="20"/>
                </a:lnTo>
                <a:lnTo>
                  <a:pt x="509" y="19"/>
                </a:lnTo>
                <a:lnTo>
                  <a:pt x="509" y="18"/>
                </a:lnTo>
                <a:lnTo>
                  <a:pt x="510" y="18"/>
                </a:lnTo>
                <a:lnTo>
                  <a:pt x="511" y="17"/>
                </a:lnTo>
                <a:lnTo>
                  <a:pt x="513" y="15"/>
                </a:lnTo>
                <a:lnTo>
                  <a:pt x="514" y="15"/>
                </a:lnTo>
                <a:lnTo>
                  <a:pt x="514" y="14"/>
                </a:lnTo>
                <a:lnTo>
                  <a:pt x="515" y="15"/>
                </a:lnTo>
                <a:lnTo>
                  <a:pt x="515" y="16"/>
                </a:lnTo>
                <a:lnTo>
                  <a:pt x="516" y="16"/>
                </a:lnTo>
                <a:lnTo>
                  <a:pt x="515" y="16"/>
                </a:lnTo>
                <a:lnTo>
                  <a:pt x="515" y="17"/>
                </a:lnTo>
                <a:lnTo>
                  <a:pt x="515" y="18"/>
                </a:lnTo>
                <a:lnTo>
                  <a:pt x="515" y="19"/>
                </a:lnTo>
                <a:lnTo>
                  <a:pt x="514" y="19"/>
                </a:lnTo>
                <a:lnTo>
                  <a:pt x="515" y="19"/>
                </a:lnTo>
                <a:lnTo>
                  <a:pt x="515" y="20"/>
                </a:lnTo>
                <a:lnTo>
                  <a:pt x="514" y="20"/>
                </a:lnTo>
                <a:lnTo>
                  <a:pt x="514" y="21"/>
                </a:lnTo>
                <a:lnTo>
                  <a:pt x="514" y="22"/>
                </a:lnTo>
                <a:lnTo>
                  <a:pt x="515" y="22"/>
                </a:lnTo>
                <a:lnTo>
                  <a:pt x="514" y="22"/>
                </a:lnTo>
                <a:lnTo>
                  <a:pt x="514" y="23"/>
                </a:lnTo>
                <a:lnTo>
                  <a:pt x="513" y="23"/>
                </a:lnTo>
                <a:lnTo>
                  <a:pt x="513" y="24"/>
                </a:lnTo>
                <a:lnTo>
                  <a:pt x="513" y="25"/>
                </a:lnTo>
                <a:lnTo>
                  <a:pt x="513" y="26"/>
                </a:lnTo>
                <a:lnTo>
                  <a:pt x="513" y="27"/>
                </a:lnTo>
                <a:lnTo>
                  <a:pt x="513" y="28"/>
                </a:lnTo>
                <a:lnTo>
                  <a:pt x="513" y="29"/>
                </a:lnTo>
                <a:lnTo>
                  <a:pt x="513" y="30"/>
                </a:lnTo>
                <a:lnTo>
                  <a:pt x="513" y="31"/>
                </a:lnTo>
                <a:lnTo>
                  <a:pt x="513" y="32"/>
                </a:lnTo>
                <a:lnTo>
                  <a:pt x="513" y="33"/>
                </a:lnTo>
                <a:lnTo>
                  <a:pt x="512" y="33"/>
                </a:lnTo>
                <a:lnTo>
                  <a:pt x="512" y="34"/>
                </a:lnTo>
                <a:lnTo>
                  <a:pt x="512" y="35"/>
                </a:lnTo>
                <a:lnTo>
                  <a:pt x="513" y="35"/>
                </a:lnTo>
                <a:lnTo>
                  <a:pt x="513" y="36"/>
                </a:lnTo>
                <a:lnTo>
                  <a:pt x="514" y="36"/>
                </a:lnTo>
                <a:lnTo>
                  <a:pt x="514" y="37"/>
                </a:lnTo>
                <a:lnTo>
                  <a:pt x="515" y="37"/>
                </a:lnTo>
                <a:lnTo>
                  <a:pt x="516" y="37"/>
                </a:lnTo>
                <a:lnTo>
                  <a:pt x="517" y="36"/>
                </a:lnTo>
                <a:lnTo>
                  <a:pt x="517" y="37"/>
                </a:lnTo>
                <a:lnTo>
                  <a:pt x="518" y="37"/>
                </a:lnTo>
                <a:lnTo>
                  <a:pt x="519" y="37"/>
                </a:lnTo>
                <a:lnTo>
                  <a:pt x="520" y="37"/>
                </a:lnTo>
                <a:lnTo>
                  <a:pt x="521" y="37"/>
                </a:lnTo>
                <a:lnTo>
                  <a:pt x="522" y="37"/>
                </a:lnTo>
                <a:lnTo>
                  <a:pt x="524" y="37"/>
                </a:lnTo>
                <a:lnTo>
                  <a:pt x="524" y="36"/>
                </a:lnTo>
                <a:lnTo>
                  <a:pt x="525" y="36"/>
                </a:lnTo>
                <a:lnTo>
                  <a:pt x="524" y="36"/>
                </a:lnTo>
                <a:lnTo>
                  <a:pt x="525" y="35"/>
                </a:lnTo>
                <a:lnTo>
                  <a:pt x="526" y="35"/>
                </a:lnTo>
                <a:lnTo>
                  <a:pt x="526" y="34"/>
                </a:lnTo>
                <a:lnTo>
                  <a:pt x="526" y="35"/>
                </a:lnTo>
                <a:lnTo>
                  <a:pt x="527" y="36"/>
                </a:lnTo>
                <a:lnTo>
                  <a:pt x="527" y="37"/>
                </a:lnTo>
                <a:lnTo>
                  <a:pt x="527" y="38"/>
                </a:lnTo>
                <a:lnTo>
                  <a:pt x="528" y="38"/>
                </a:lnTo>
                <a:lnTo>
                  <a:pt x="528" y="39"/>
                </a:lnTo>
                <a:lnTo>
                  <a:pt x="529" y="40"/>
                </a:lnTo>
                <a:lnTo>
                  <a:pt x="528" y="40"/>
                </a:lnTo>
                <a:lnTo>
                  <a:pt x="528" y="41"/>
                </a:lnTo>
                <a:lnTo>
                  <a:pt x="529" y="41"/>
                </a:lnTo>
                <a:lnTo>
                  <a:pt x="529" y="40"/>
                </a:lnTo>
                <a:lnTo>
                  <a:pt x="530" y="40"/>
                </a:lnTo>
                <a:lnTo>
                  <a:pt x="530" y="41"/>
                </a:lnTo>
                <a:lnTo>
                  <a:pt x="531" y="41"/>
                </a:lnTo>
                <a:lnTo>
                  <a:pt x="531" y="42"/>
                </a:lnTo>
                <a:lnTo>
                  <a:pt x="532" y="42"/>
                </a:lnTo>
                <a:lnTo>
                  <a:pt x="532" y="43"/>
                </a:lnTo>
                <a:lnTo>
                  <a:pt x="532" y="44"/>
                </a:lnTo>
                <a:lnTo>
                  <a:pt x="532" y="43"/>
                </a:lnTo>
                <a:lnTo>
                  <a:pt x="533" y="43"/>
                </a:lnTo>
                <a:lnTo>
                  <a:pt x="534" y="43"/>
                </a:lnTo>
                <a:lnTo>
                  <a:pt x="534" y="44"/>
                </a:lnTo>
                <a:lnTo>
                  <a:pt x="534" y="45"/>
                </a:lnTo>
                <a:lnTo>
                  <a:pt x="535" y="45"/>
                </a:lnTo>
                <a:lnTo>
                  <a:pt x="536" y="46"/>
                </a:lnTo>
                <a:lnTo>
                  <a:pt x="536" y="47"/>
                </a:lnTo>
                <a:lnTo>
                  <a:pt x="535" y="48"/>
                </a:lnTo>
                <a:lnTo>
                  <a:pt x="534" y="48"/>
                </a:lnTo>
                <a:lnTo>
                  <a:pt x="534" y="49"/>
                </a:lnTo>
                <a:lnTo>
                  <a:pt x="533" y="49"/>
                </a:lnTo>
                <a:lnTo>
                  <a:pt x="533" y="50"/>
                </a:lnTo>
                <a:lnTo>
                  <a:pt x="533" y="51"/>
                </a:lnTo>
                <a:lnTo>
                  <a:pt x="532" y="51"/>
                </a:lnTo>
                <a:lnTo>
                  <a:pt x="531" y="51"/>
                </a:lnTo>
                <a:lnTo>
                  <a:pt x="531" y="52"/>
                </a:lnTo>
                <a:lnTo>
                  <a:pt x="530" y="52"/>
                </a:lnTo>
                <a:lnTo>
                  <a:pt x="529" y="52"/>
                </a:lnTo>
                <a:lnTo>
                  <a:pt x="530" y="52"/>
                </a:lnTo>
                <a:lnTo>
                  <a:pt x="530" y="53"/>
                </a:lnTo>
                <a:lnTo>
                  <a:pt x="529" y="53"/>
                </a:lnTo>
                <a:lnTo>
                  <a:pt x="529" y="54"/>
                </a:lnTo>
                <a:lnTo>
                  <a:pt x="528" y="54"/>
                </a:lnTo>
                <a:lnTo>
                  <a:pt x="527" y="54"/>
                </a:lnTo>
                <a:lnTo>
                  <a:pt x="527" y="55"/>
                </a:lnTo>
                <a:lnTo>
                  <a:pt x="526" y="55"/>
                </a:lnTo>
                <a:lnTo>
                  <a:pt x="525" y="55"/>
                </a:lnTo>
                <a:lnTo>
                  <a:pt x="525" y="56"/>
                </a:lnTo>
                <a:lnTo>
                  <a:pt x="525" y="57"/>
                </a:lnTo>
                <a:lnTo>
                  <a:pt x="526" y="57"/>
                </a:lnTo>
                <a:lnTo>
                  <a:pt x="527" y="57"/>
                </a:lnTo>
                <a:lnTo>
                  <a:pt x="528" y="57"/>
                </a:lnTo>
                <a:lnTo>
                  <a:pt x="529" y="57"/>
                </a:lnTo>
                <a:lnTo>
                  <a:pt x="530" y="57"/>
                </a:lnTo>
                <a:lnTo>
                  <a:pt x="530" y="56"/>
                </a:lnTo>
                <a:lnTo>
                  <a:pt x="530" y="57"/>
                </a:lnTo>
                <a:lnTo>
                  <a:pt x="531" y="57"/>
                </a:lnTo>
                <a:lnTo>
                  <a:pt x="532" y="57"/>
                </a:lnTo>
                <a:lnTo>
                  <a:pt x="532" y="58"/>
                </a:lnTo>
                <a:lnTo>
                  <a:pt x="532" y="59"/>
                </a:lnTo>
                <a:lnTo>
                  <a:pt x="533" y="59"/>
                </a:lnTo>
                <a:lnTo>
                  <a:pt x="533" y="60"/>
                </a:lnTo>
                <a:lnTo>
                  <a:pt x="534" y="60"/>
                </a:lnTo>
                <a:lnTo>
                  <a:pt x="535" y="60"/>
                </a:lnTo>
                <a:lnTo>
                  <a:pt x="535" y="61"/>
                </a:lnTo>
                <a:lnTo>
                  <a:pt x="536" y="61"/>
                </a:lnTo>
                <a:lnTo>
                  <a:pt x="537" y="61"/>
                </a:lnTo>
                <a:lnTo>
                  <a:pt x="537" y="62"/>
                </a:lnTo>
                <a:lnTo>
                  <a:pt x="538" y="62"/>
                </a:lnTo>
                <a:lnTo>
                  <a:pt x="538" y="63"/>
                </a:lnTo>
                <a:lnTo>
                  <a:pt x="538" y="64"/>
                </a:lnTo>
                <a:lnTo>
                  <a:pt x="539" y="64"/>
                </a:lnTo>
                <a:lnTo>
                  <a:pt x="539" y="65"/>
                </a:lnTo>
                <a:lnTo>
                  <a:pt x="539" y="66"/>
                </a:lnTo>
                <a:lnTo>
                  <a:pt x="538" y="66"/>
                </a:lnTo>
                <a:lnTo>
                  <a:pt x="537" y="67"/>
                </a:lnTo>
                <a:lnTo>
                  <a:pt x="538" y="68"/>
                </a:lnTo>
                <a:lnTo>
                  <a:pt x="538" y="69"/>
                </a:lnTo>
                <a:lnTo>
                  <a:pt x="537" y="70"/>
                </a:lnTo>
                <a:lnTo>
                  <a:pt x="537" y="71"/>
                </a:lnTo>
                <a:lnTo>
                  <a:pt x="537" y="72"/>
                </a:lnTo>
                <a:lnTo>
                  <a:pt x="536" y="72"/>
                </a:lnTo>
                <a:lnTo>
                  <a:pt x="535" y="72"/>
                </a:lnTo>
                <a:lnTo>
                  <a:pt x="535" y="71"/>
                </a:lnTo>
                <a:lnTo>
                  <a:pt x="534" y="72"/>
                </a:lnTo>
                <a:lnTo>
                  <a:pt x="533" y="72"/>
                </a:lnTo>
                <a:lnTo>
                  <a:pt x="532" y="72"/>
                </a:lnTo>
                <a:lnTo>
                  <a:pt x="531" y="72"/>
                </a:lnTo>
                <a:lnTo>
                  <a:pt x="531" y="73"/>
                </a:lnTo>
                <a:lnTo>
                  <a:pt x="530" y="73"/>
                </a:lnTo>
                <a:lnTo>
                  <a:pt x="530" y="74"/>
                </a:lnTo>
                <a:lnTo>
                  <a:pt x="530" y="75"/>
                </a:lnTo>
                <a:lnTo>
                  <a:pt x="529" y="75"/>
                </a:lnTo>
                <a:lnTo>
                  <a:pt x="530" y="76"/>
                </a:lnTo>
                <a:lnTo>
                  <a:pt x="530" y="77"/>
                </a:lnTo>
                <a:lnTo>
                  <a:pt x="530" y="78"/>
                </a:lnTo>
                <a:lnTo>
                  <a:pt x="530" y="79"/>
                </a:lnTo>
                <a:lnTo>
                  <a:pt x="530" y="80"/>
                </a:lnTo>
                <a:lnTo>
                  <a:pt x="529" y="80"/>
                </a:lnTo>
                <a:lnTo>
                  <a:pt x="529" y="81"/>
                </a:lnTo>
                <a:lnTo>
                  <a:pt x="528" y="81"/>
                </a:lnTo>
                <a:lnTo>
                  <a:pt x="527" y="81"/>
                </a:lnTo>
                <a:lnTo>
                  <a:pt x="527" y="82"/>
                </a:lnTo>
                <a:lnTo>
                  <a:pt x="527" y="83"/>
                </a:lnTo>
                <a:lnTo>
                  <a:pt x="527" y="84"/>
                </a:lnTo>
                <a:lnTo>
                  <a:pt x="527" y="85"/>
                </a:lnTo>
                <a:lnTo>
                  <a:pt x="526" y="85"/>
                </a:lnTo>
                <a:lnTo>
                  <a:pt x="526" y="86"/>
                </a:lnTo>
                <a:lnTo>
                  <a:pt x="526" y="87"/>
                </a:lnTo>
                <a:lnTo>
                  <a:pt x="525" y="87"/>
                </a:lnTo>
                <a:lnTo>
                  <a:pt x="525" y="88"/>
                </a:lnTo>
                <a:lnTo>
                  <a:pt x="525" y="89"/>
                </a:lnTo>
                <a:lnTo>
                  <a:pt x="525" y="90"/>
                </a:lnTo>
                <a:lnTo>
                  <a:pt x="526" y="90"/>
                </a:lnTo>
                <a:lnTo>
                  <a:pt x="526" y="91"/>
                </a:lnTo>
                <a:lnTo>
                  <a:pt x="527" y="91"/>
                </a:lnTo>
                <a:lnTo>
                  <a:pt x="527" y="92"/>
                </a:lnTo>
                <a:lnTo>
                  <a:pt x="527" y="91"/>
                </a:lnTo>
                <a:lnTo>
                  <a:pt x="528" y="91"/>
                </a:lnTo>
                <a:lnTo>
                  <a:pt x="529" y="92"/>
                </a:lnTo>
                <a:lnTo>
                  <a:pt x="529" y="93"/>
                </a:lnTo>
                <a:lnTo>
                  <a:pt x="530" y="93"/>
                </a:lnTo>
                <a:lnTo>
                  <a:pt x="529" y="93"/>
                </a:lnTo>
                <a:lnTo>
                  <a:pt x="529" y="94"/>
                </a:lnTo>
                <a:lnTo>
                  <a:pt x="530" y="94"/>
                </a:lnTo>
                <a:lnTo>
                  <a:pt x="531" y="94"/>
                </a:lnTo>
                <a:lnTo>
                  <a:pt x="532" y="94"/>
                </a:lnTo>
                <a:lnTo>
                  <a:pt x="532" y="93"/>
                </a:lnTo>
                <a:lnTo>
                  <a:pt x="533" y="93"/>
                </a:lnTo>
                <a:lnTo>
                  <a:pt x="533" y="92"/>
                </a:lnTo>
                <a:lnTo>
                  <a:pt x="534" y="92"/>
                </a:lnTo>
                <a:lnTo>
                  <a:pt x="534" y="93"/>
                </a:lnTo>
                <a:lnTo>
                  <a:pt x="535" y="93"/>
                </a:lnTo>
                <a:lnTo>
                  <a:pt x="535" y="94"/>
                </a:lnTo>
                <a:lnTo>
                  <a:pt x="535" y="95"/>
                </a:lnTo>
                <a:lnTo>
                  <a:pt x="535" y="96"/>
                </a:lnTo>
                <a:lnTo>
                  <a:pt x="535" y="97"/>
                </a:lnTo>
                <a:lnTo>
                  <a:pt x="535" y="98"/>
                </a:lnTo>
                <a:lnTo>
                  <a:pt x="534" y="98"/>
                </a:lnTo>
                <a:lnTo>
                  <a:pt x="534" y="99"/>
                </a:lnTo>
                <a:lnTo>
                  <a:pt x="533" y="99"/>
                </a:lnTo>
                <a:lnTo>
                  <a:pt x="533" y="100"/>
                </a:lnTo>
                <a:lnTo>
                  <a:pt x="532" y="101"/>
                </a:lnTo>
                <a:lnTo>
                  <a:pt x="532" y="102"/>
                </a:lnTo>
                <a:lnTo>
                  <a:pt x="533" y="102"/>
                </a:lnTo>
                <a:lnTo>
                  <a:pt x="533" y="103"/>
                </a:lnTo>
                <a:lnTo>
                  <a:pt x="533" y="104"/>
                </a:lnTo>
                <a:lnTo>
                  <a:pt x="533" y="105"/>
                </a:lnTo>
                <a:lnTo>
                  <a:pt x="534" y="105"/>
                </a:lnTo>
                <a:lnTo>
                  <a:pt x="534" y="106"/>
                </a:lnTo>
                <a:lnTo>
                  <a:pt x="534" y="105"/>
                </a:lnTo>
                <a:lnTo>
                  <a:pt x="534" y="106"/>
                </a:lnTo>
                <a:lnTo>
                  <a:pt x="535" y="106"/>
                </a:lnTo>
                <a:lnTo>
                  <a:pt x="535" y="107"/>
                </a:lnTo>
                <a:lnTo>
                  <a:pt x="535" y="108"/>
                </a:lnTo>
                <a:lnTo>
                  <a:pt x="536" y="108"/>
                </a:lnTo>
                <a:lnTo>
                  <a:pt x="536" y="109"/>
                </a:lnTo>
                <a:lnTo>
                  <a:pt x="535" y="109"/>
                </a:lnTo>
                <a:lnTo>
                  <a:pt x="535" y="110"/>
                </a:lnTo>
                <a:lnTo>
                  <a:pt x="536" y="110"/>
                </a:lnTo>
                <a:lnTo>
                  <a:pt x="535" y="110"/>
                </a:lnTo>
                <a:lnTo>
                  <a:pt x="535" y="111"/>
                </a:lnTo>
                <a:lnTo>
                  <a:pt x="536" y="111"/>
                </a:lnTo>
                <a:lnTo>
                  <a:pt x="535" y="112"/>
                </a:lnTo>
                <a:lnTo>
                  <a:pt x="536" y="112"/>
                </a:lnTo>
                <a:lnTo>
                  <a:pt x="536" y="113"/>
                </a:lnTo>
                <a:lnTo>
                  <a:pt x="537" y="112"/>
                </a:lnTo>
                <a:lnTo>
                  <a:pt x="538" y="112"/>
                </a:lnTo>
                <a:lnTo>
                  <a:pt x="538" y="111"/>
                </a:lnTo>
                <a:lnTo>
                  <a:pt x="538" y="110"/>
                </a:lnTo>
                <a:lnTo>
                  <a:pt x="539" y="110"/>
                </a:lnTo>
                <a:lnTo>
                  <a:pt x="539" y="109"/>
                </a:lnTo>
                <a:lnTo>
                  <a:pt x="540" y="109"/>
                </a:lnTo>
                <a:lnTo>
                  <a:pt x="540" y="110"/>
                </a:lnTo>
                <a:lnTo>
                  <a:pt x="540" y="112"/>
                </a:lnTo>
                <a:lnTo>
                  <a:pt x="541" y="112"/>
                </a:lnTo>
                <a:lnTo>
                  <a:pt x="541" y="113"/>
                </a:lnTo>
                <a:lnTo>
                  <a:pt x="540" y="113"/>
                </a:lnTo>
                <a:lnTo>
                  <a:pt x="541" y="113"/>
                </a:lnTo>
                <a:lnTo>
                  <a:pt x="541" y="114"/>
                </a:lnTo>
                <a:lnTo>
                  <a:pt x="541" y="115"/>
                </a:lnTo>
                <a:lnTo>
                  <a:pt x="542" y="115"/>
                </a:lnTo>
                <a:lnTo>
                  <a:pt x="543" y="115"/>
                </a:lnTo>
                <a:lnTo>
                  <a:pt x="543" y="114"/>
                </a:lnTo>
                <a:lnTo>
                  <a:pt x="543" y="113"/>
                </a:lnTo>
                <a:lnTo>
                  <a:pt x="544" y="113"/>
                </a:lnTo>
                <a:lnTo>
                  <a:pt x="544" y="112"/>
                </a:lnTo>
                <a:lnTo>
                  <a:pt x="544" y="111"/>
                </a:lnTo>
                <a:lnTo>
                  <a:pt x="545" y="110"/>
                </a:lnTo>
                <a:lnTo>
                  <a:pt x="546" y="110"/>
                </a:lnTo>
                <a:lnTo>
                  <a:pt x="547" y="109"/>
                </a:lnTo>
                <a:lnTo>
                  <a:pt x="548" y="109"/>
                </a:lnTo>
                <a:lnTo>
                  <a:pt x="548" y="108"/>
                </a:lnTo>
                <a:lnTo>
                  <a:pt x="549" y="108"/>
                </a:lnTo>
                <a:lnTo>
                  <a:pt x="550" y="108"/>
                </a:lnTo>
                <a:lnTo>
                  <a:pt x="551" y="108"/>
                </a:lnTo>
                <a:lnTo>
                  <a:pt x="551" y="109"/>
                </a:lnTo>
                <a:lnTo>
                  <a:pt x="552" y="109"/>
                </a:lnTo>
                <a:lnTo>
                  <a:pt x="552" y="110"/>
                </a:lnTo>
                <a:lnTo>
                  <a:pt x="552" y="111"/>
                </a:lnTo>
                <a:lnTo>
                  <a:pt x="552" y="112"/>
                </a:lnTo>
                <a:lnTo>
                  <a:pt x="552" y="113"/>
                </a:lnTo>
                <a:lnTo>
                  <a:pt x="553" y="113"/>
                </a:lnTo>
                <a:lnTo>
                  <a:pt x="554" y="113"/>
                </a:lnTo>
                <a:lnTo>
                  <a:pt x="555" y="113"/>
                </a:lnTo>
                <a:lnTo>
                  <a:pt x="556" y="113"/>
                </a:lnTo>
                <a:lnTo>
                  <a:pt x="556" y="112"/>
                </a:lnTo>
                <a:lnTo>
                  <a:pt x="557" y="112"/>
                </a:lnTo>
                <a:lnTo>
                  <a:pt x="557" y="113"/>
                </a:lnTo>
                <a:lnTo>
                  <a:pt x="557" y="115"/>
                </a:lnTo>
                <a:lnTo>
                  <a:pt x="557" y="116"/>
                </a:lnTo>
                <a:lnTo>
                  <a:pt x="558" y="116"/>
                </a:lnTo>
                <a:lnTo>
                  <a:pt x="559" y="116"/>
                </a:lnTo>
                <a:lnTo>
                  <a:pt x="559" y="117"/>
                </a:lnTo>
                <a:lnTo>
                  <a:pt x="560" y="117"/>
                </a:lnTo>
                <a:lnTo>
                  <a:pt x="560" y="116"/>
                </a:lnTo>
                <a:lnTo>
                  <a:pt x="560" y="117"/>
                </a:lnTo>
                <a:lnTo>
                  <a:pt x="561" y="117"/>
                </a:lnTo>
                <a:lnTo>
                  <a:pt x="561" y="116"/>
                </a:lnTo>
                <a:lnTo>
                  <a:pt x="562" y="116"/>
                </a:lnTo>
                <a:lnTo>
                  <a:pt x="562" y="115"/>
                </a:lnTo>
                <a:lnTo>
                  <a:pt x="563" y="115"/>
                </a:lnTo>
                <a:lnTo>
                  <a:pt x="563" y="114"/>
                </a:lnTo>
                <a:lnTo>
                  <a:pt x="564" y="114"/>
                </a:lnTo>
                <a:lnTo>
                  <a:pt x="565" y="114"/>
                </a:lnTo>
                <a:lnTo>
                  <a:pt x="565" y="115"/>
                </a:lnTo>
                <a:lnTo>
                  <a:pt x="565" y="116"/>
                </a:lnTo>
                <a:lnTo>
                  <a:pt x="565" y="117"/>
                </a:lnTo>
                <a:lnTo>
                  <a:pt x="565" y="118"/>
                </a:lnTo>
                <a:lnTo>
                  <a:pt x="566" y="118"/>
                </a:lnTo>
                <a:lnTo>
                  <a:pt x="566" y="119"/>
                </a:lnTo>
                <a:lnTo>
                  <a:pt x="567" y="119"/>
                </a:lnTo>
                <a:lnTo>
                  <a:pt x="566" y="119"/>
                </a:lnTo>
                <a:lnTo>
                  <a:pt x="566" y="120"/>
                </a:lnTo>
                <a:lnTo>
                  <a:pt x="567" y="120"/>
                </a:lnTo>
                <a:lnTo>
                  <a:pt x="567" y="121"/>
                </a:lnTo>
                <a:lnTo>
                  <a:pt x="567" y="122"/>
                </a:lnTo>
                <a:lnTo>
                  <a:pt x="567" y="123"/>
                </a:lnTo>
                <a:lnTo>
                  <a:pt x="567" y="124"/>
                </a:lnTo>
                <a:lnTo>
                  <a:pt x="567" y="125"/>
                </a:lnTo>
                <a:lnTo>
                  <a:pt x="568" y="125"/>
                </a:lnTo>
                <a:lnTo>
                  <a:pt x="568" y="126"/>
                </a:lnTo>
                <a:lnTo>
                  <a:pt x="568" y="127"/>
                </a:lnTo>
                <a:lnTo>
                  <a:pt x="569" y="127"/>
                </a:lnTo>
                <a:lnTo>
                  <a:pt x="569" y="128"/>
                </a:lnTo>
                <a:lnTo>
                  <a:pt x="570" y="128"/>
                </a:lnTo>
                <a:lnTo>
                  <a:pt x="570" y="127"/>
                </a:lnTo>
                <a:lnTo>
                  <a:pt x="570" y="126"/>
                </a:lnTo>
                <a:lnTo>
                  <a:pt x="571" y="126"/>
                </a:lnTo>
                <a:lnTo>
                  <a:pt x="572" y="126"/>
                </a:lnTo>
                <a:lnTo>
                  <a:pt x="572" y="125"/>
                </a:lnTo>
                <a:lnTo>
                  <a:pt x="573" y="125"/>
                </a:lnTo>
                <a:lnTo>
                  <a:pt x="573" y="127"/>
                </a:lnTo>
                <a:lnTo>
                  <a:pt x="573" y="128"/>
                </a:lnTo>
                <a:lnTo>
                  <a:pt x="573" y="129"/>
                </a:lnTo>
                <a:lnTo>
                  <a:pt x="573" y="130"/>
                </a:lnTo>
                <a:lnTo>
                  <a:pt x="574" y="130"/>
                </a:lnTo>
                <a:lnTo>
                  <a:pt x="575" y="131"/>
                </a:lnTo>
                <a:lnTo>
                  <a:pt x="575" y="132"/>
                </a:lnTo>
                <a:lnTo>
                  <a:pt x="575" y="133"/>
                </a:lnTo>
                <a:lnTo>
                  <a:pt x="576" y="133"/>
                </a:lnTo>
                <a:lnTo>
                  <a:pt x="576" y="134"/>
                </a:lnTo>
                <a:lnTo>
                  <a:pt x="576" y="133"/>
                </a:lnTo>
                <a:lnTo>
                  <a:pt x="577" y="132"/>
                </a:lnTo>
                <a:lnTo>
                  <a:pt x="577" y="131"/>
                </a:lnTo>
                <a:lnTo>
                  <a:pt x="578" y="131"/>
                </a:lnTo>
                <a:lnTo>
                  <a:pt x="579" y="131"/>
                </a:lnTo>
                <a:lnTo>
                  <a:pt x="579" y="132"/>
                </a:lnTo>
                <a:lnTo>
                  <a:pt x="580" y="133"/>
                </a:lnTo>
                <a:lnTo>
                  <a:pt x="580" y="134"/>
                </a:lnTo>
                <a:lnTo>
                  <a:pt x="579" y="135"/>
                </a:lnTo>
                <a:lnTo>
                  <a:pt x="579" y="136"/>
                </a:lnTo>
                <a:lnTo>
                  <a:pt x="580" y="136"/>
                </a:lnTo>
                <a:lnTo>
                  <a:pt x="580" y="137"/>
                </a:lnTo>
                <a:lnTo>
                  <a:pt x="580" y="138"/>
                </a:lnTo>
                <a:lnTo>
                  <a:pt x="580" y="139"/>
                </a:lnTo>
                <a:lnTo>
                  <a:pt x="581" y="139"/>
                </a:lnTo>
                <a:lnTo>
                  <a:pt x="582" y="140"/>
                </a:lnTo>
                <a:lnTo>
                  <a:pt x="583" y="140"/>
                </a:lnTo>
                <a:lnTo>
                  <a:pt x="584" y="140"/>
                </a:lnTo>
                <a:lnTo>
                  <a:pt x="585" y="140"/>
                </a:lnTo>
                <a:lnTo>
                  <a:pt x="585" y="139"/>
                </a:lnTo>
                <a:lnTo>
                  <a:pt x="586" y="139"/>
                </a:lnTo>
                <a:lnTo>
                  <a:pt x="587" y="138"/>
                </a:lnTo>
                <a:lnTo>
                  <a:pt x="588" y="139"/>
                </a:lnTo>
                <a:lnTo>
                  <a:pt x="587" y="139"/>
                </a:lnTo>
                <a:lnTo>
                  <a:pt x="588" y="140"/>
                </a:lnTo>
                <a:lnTo>
                  <a:pt x="589" y="141"/>
                </a:lnTo>
                <a:lnTo>
                  <a:pt x="589" y="140"/>
                </a:lnTo>
                <a:lnTo>
                  <a:pt x="590" y="140"/>
                </a:lnTo>
                <a:lnTo>
                  <a:pt x="590" y="139"/>
                </a:lnTo>
                <a:lnTo>
                  <a:pt x="591" y="140"/>
                </a:lnTo>
                <a:lnTo>
                  <a:pt x="591" y="141"/>
                </a:lnTo>
                <a:lnTo>
                  <a:pt x="591" y="142"/>
                </a:lnTo>
                <a:lnTo>
                  <a:pt x="591" y="143"/>
                </a:lnTo>
                <a:lnTo>
                  <a:pt x="591" y="144"/>
                </a:lnTo>
                <a:lnTo>
                  <a:pt x="590" y="144"/>
                </a:lnTo>
                <a:lnTo>
                  <a:pt x="590" y="145"/>
                </a:lnTo>
                <a:lnTo>
                  <a:pt x="589" y="146"/>
                </a:lnTo>
                <a:lnTo>
                  <a:pt x="590" y="147"/>
                </a:lnTo>
                <a:lnTo>
                  <a:pt x="591" y="147"/>
                </a:lnTo>
                <a:lnTo>
                  <a:pt x="591" y="148"/>
                </a:lnTo>
                <a:lnTo>
                  <a:pt x="592" y="148"/>
                </a:lnTo>
                <a:lnTo>
                  <a:pt x="592" y="149"/>
                </a:lnTo>
                <a:lnTo>
                  <a:pt x="591" y="150"/>
                </a:lnTo>
                <a:lnTo>
                  <a:pt x="591" y="151"/>
                </a:lnTo>
                <a:lnTo>
                  <a:pt x="591" y="152"/>
                </a:lnTo>
                <a:lnTo>
                  <a:pt x="591" y="153"/>
                </a:lnTo>
                <a:lnTo>
                  <a:pt x="591" y="154"/>
                </a:lnTo>
                <a:lnTo>
                  <a:pt x="591" y="155"/>
                </a:lnTo>
                <a:lnTo>
                  <a:pt x="591" y="156"/>
                </a:lnTo>
                <a:lnTo>
                  <a:pt x="591" y="157"/>
                </a:lnTo>
                <a:lnTo>
                  <a:pt x="590" y="157"/>
                </a:lnTo>
                <a:lnTo>
                  <a:pt x="590" y="156"/>
                </a:lnTo>
                <a:lnTo>
                  <a:pt x="589" y="157"/>
                </a:lnTo>
                <a:lnTo>
                  <a:pt x="589" y="158"/>
                </a:lnTo>
                <a:lnTo>
                  <a:pt x="589" y="159"/>
                </a:lnTo>
                <a:lnTo>
                  <a:pt x="589" y="160"/>
                </a:lnTo>
                <a:lnTo>
                  <a:pt x="590" y="160"/>
                </a:lnTo>
                <a:lnTo>
                  <a:pt x="590" y="161"/>
                </a:lnTo>
                <a:lnTo>
                  <a:pt x="590" y="162"/>
                </a:lnTo>
                <a:lnTo>
                  <a:pt x="590" y="163"/>
                </a:lnTo>
                <a:lnTo>
                  <a:pt x="590" y="164"/>
                </a:lnTo>
                <a:lnTo>
                  <a:pt x="591" y="164"/>
                </a:lnTo>
                <a:lnTo>
                  <a:pt x="591" y="165"/>
                </a:lnTo>
                <a:lnTo>
                  <a:pt x="590" y="167"/>
                </a:lnTo>
                <a:lnTo>
                  <a:pt x="589" y="167"/>
                </a:lnTo>
                <a:lnTo>
                  <a:pt x="590" y="167"/>
                </a:lnTo>
                <a:lnTo>
                  <a:pt x="591" y="168"/>
                </a:lnTo>
                <a:lnTo>
                  <a:pt x="591" y="169"/>
                </a:lnTo>
                <a:lnTo>
                  <a:pt x="590" y="170"/>
                </a:lnTo>
                <a:lnTo>
                  <a:pt x="590" y="171"/>
                </a:lnTo>
                <a:lnTo>
                  <a:pt x="590" y="172"/>
                </a:lnTo>
                <a:lnTo>
                  <a:pt x="589" y="172"/>
                </a:lnTo>
                <a:lnTo>
                  <a:pt x="588" y="172"/>
                </a:lnTo>
                <a:lnTo>
                  <a:pt x="588" y="173"/>
                </a:lnTo>
                <a:lnTo>
                  <a:pt x="587" y="174"/>
                </a:lnTo>
                <a:lnTo>
                  <a:pt x="587" y="175"/>
                </a:lnTo>
                <a:lnTo>
                  <a:pt x="586" y="175"/>
                </a:lnTo>
                <a:lnTo>
                  <a:pt x="586" y="176"/>
                </a:lnTo>
                <a:lnTo>
                  <a:pt x="587" y="176"/>
                </a:lnTo>
                <a:lnTo>
                  <a:pt x="587" y="177"/>
                </a:lnTo>
                <a:lnTo>
                  <a:pt x="588" y="177"/>
                </a:lnTo>
                <a:lnTo>
                  <a:pt x="588" y="178"/>
                </a:lnTo>
                <a:lnTo>
                  <a:pt x="589" y="178"/>
                </a:lnTo>
                <a:lnTo>
                  <a:pt x="590" y="178"/>
                </a:lnTo>
                <a:lnTo>
                  <a:pt x="591" y="178"/>
                </a:lnTo>
                <a:lnTo>
                  <a:pt x="592" y="178"/>
                </a:lnTo>
                <a:lnTo>
                  <a:pt x="592" y="179"/>
                </a:lnTo>
                <a:lnTo>
                  <a:pt x="593" y="180"/>
                </a:lnTo>
                <a:lnTo>
                  <a:pt x="594" y="180"/>
                </a:lnTo>
                <a:lnTo>
                  <a:pt x="594" y="181"/>
                </a:lnTo>
                <a:lnTo>
                  <a:pt x="595" y="181"/>
                </a:lnTo>
                <a:lnTo>
                  <a:pt x="595" y="182"/>
                </a:lnTo>
                <a:lnTo>
                  <a:pt x="597" y="183"/>
                </a:lnTo>
                <a:lnTo>
                  <a:pt x="598" y="182"/>
                </a:lnTo>
                <a:lnTo>
                  <a:pt x="599" y="182"/>
                </a:lnTo>
                <a:lnTo>
                  <a:pt x="600" y="183"/>
                </a:lnTo>
                <a:lnTo>
                  <a:pt x="601" y="183"/>
                </a:lnTo>
                <a:lnTo>
                  <a:pt x="602" y="183"/>
                </a:lnTo>
                <a:lnTo>
                  <a:pt x="602" y="184"/>
                </a:lnTo>
                <a:lnTo>
                  <a:pt x="602" y="185"/>
                </a:lnTo>
                <a:lnTo>
                  <a:pt x="602" y="186"/>
                </a:lnTo>
                <a:lnTo>
                  <a:pt x="601" y="186"/>
                </a:lnTo>
                <a:lnTo>
                  <a:pt x="601" y="187"/>
                </a:lnTo>
                <a:lnTo>
                  <a:pt x="600" y="188"/>
                </a:lnTo>
                <a:lnTo>
                  <a:pt x="599" y="188"/>
                </a:lnTo>
                <a:lnTo>
                  <a:pt x="599" y="189"/>
                </a:lnTo>
                <a:lnTo>
                  <a:pt x="599" y="190"/>
                </a:lnTo>
                <a:lnTo>
                  <a:pt x="598" y="190"/>
                </a:lnTo>
                <a:lnTo>
                  <a:pt x="599" y="191"/>
                </a:lnTo>
                <a:lnTo>
                  <a:pt x="600" y="191"/>
                </a:lnTo>
                <a:lnTo>
                  <a:pt x="601" y="192"/>
                </a:lnTo>
                <a:lnTo>
                  <a:pt x="602" y="193"/>
                </a:lnTo>
                <a:lnTo>
                  <a:pt x="602" y="194"/>
                </a:lnTo>
                <a:lnTo>
                  <a:pt x="603" y="194"/>
                </a:lnTo>
                <a:lnTo>
                  <a:pt x="603" y="195"/>
                </a:lnTo>
                <a:lnTo>
                  <a:pt x="603" y="194"/>
                </a:lnTo>
                <a:lnTo>
                  <a:pt x="604" y="195"/>
                </a:lnTo>
                <a:lnTo>
                  <a:pt x="605" y="195"/>
                </a:lnTo>
                <a:lnTo>
                  <a:pt x="606" y="195"/>
                </a:lnTo>
                <a:lnTo>
                  <a:pt x="607" y="195"/>
                </a:lnTo>
                <a:lnTo>
                  <a:pt x="607" y="196"/>
                </a:lnTo>
                <a:lnTo>
                  <a:pt x="607" y="197"/>
                </a:lnTo>
                <a:lnTo>
                  <a:pt x="608" y="197"/>
                </a:lnTo>
                <a:lnTo>
                  <a:pt x="608" y="198"/>
                </a:lnTo>
                <a:lnTo>
                  <a:pt x="607" y="198"/>
                </a:lnTo>
                <a:lnTo>
                  <a:pt x="607" y="199"/>
                </a:lnTo>
                <a:lnTo>
                  <a:pt x="608" y="199"/>
                </a:lnTo>
                <a:lnTo>
                  <a:pt x="608" y="200"/>
                </a:lnTo>
                <a:lnTo>
                  <a:pt x="608" y="201"/>
                </a:lnTo>
                <a:lnTo>
                  <a:pt x="607" y="201"/>
                </a:lnTo>
                <a:lnTo>
                  <a:pt x="607" y="202"/>
                </a:lnTo>
                <a:lnTo>
                  <a:pt x="606" y="201"/>
                </a:lnTo>
                <a:lnTo>
                  <a:pt x="606" y="202"/>
                </a:lnTo>
                <a:lnTo>
                  <a:pt x="607" y="202"/>
                </a:lnTo>
                <a:lnTo>
                  <a:pt x="607" y="203"/>
                </a:lnTo>
                <a:lnTo>
                  <a:pt x="608" y="203"/>
                </a:lnTo>
                <a:lnTo>
                  <a:pt x="608" y="204"/>
                </a:lnTo>
                <a:lnTo>
                  <a:pt x="607" y="205"/>
                </a:lnTo>
                <a:lnTo>
                  <a:pt x="606" y="206"/>
                </a:lnTo>
                <a:lnTo>
                  <a:pt x="605" y="207"/>
                </a:lnTo>
                <a:lnTo>
                  <a:pt x="604" y="208"/>
                </a:lnTo>
                <a:lnTo>
                  <a:pt x="604" y="209"/>
                </a:lnTo>
                <a:lnTo>
                  <a:pt x="603" y="209"/>
                </a:lnTo>
                <a:lnTo>
                  <a:pt x="602" y="209"/>
                </a:lnTo>
                <a:lnTo>
                  <a:pt x="602" y="210"/>
                </a:lnTo>
                <a:lnTo>
                  <a:pt x="602" y="211"/>
                </a:lnTo>
                <a:lnTo>
                  <a:pt x="602" y="212"/>
                </a:lnTo>
                <a:lnTo>
                  <a:pt x="601" y="212"/>
                </a:lnTo>
                <a:lnTo>
                  <a:pt x="600" y="213"/>
                </a:lnTo>
                <a:lnTo>
                  <a:pt x="601" y="213"/>
                </a:lnTo>
                <a:lnTo>
                  <a:pt x="601" y="214"/>
                </a:lnTo>
                <a:lnTo>
                  <a:pt x="600" y="214"/>
                </a:lnTo>
                <a:lnTo>
                  <a:pt x="599" y="214"/>
                </a:lnTo>
                <a:lnTo>
                  <a:pt x="598" y="214"/>
                </a:lnTo>
                <a:lnTo>
                  <a:pt x="597" y="215"/>
                </a:lnTo>
                <a:lnTo>
                  <a:pt x="596" y="215"/>
                </a:lnTo>
                <a:lnTo>
                  <a:pt x="596" y="216"/>
                </a:lnTo>
                <a:lnTo>
                  <a:pt x="596" y="217"/>
                </a:lnTo>
                <a:lnTo>
                  <a:pt x="595" y="217"/>
                </a:lnTo>
                <a:lnTo>
                  <a:pt x="595" y="218"/>
                </a:lnTo>
                <a:lnTo>
                  <a:pt x="595" y="219"/>
                </a:lnTo>
                <a:lnTo>
                  <a:pt x="594" y="219"/>
                </a:lnTo>
                <a:lnTo>
                  <a:pt x="594" y="220"/>
                </a:lnTo>
                <a:lnTo>
                  <a:pt x="593" y="220"/>
                </a:lnTo>
                <a:lnTo>
                  <a:pt x="593" y="221"/>
                </a:lnTo>
                <a:lnTo>
                  <a:pt x="593" y="222"/>
                </a:lnTo>
                <a:lnTo>
                  <a:pt x="593" y="223"/>
                </a:lnTo>
                <a:lnTo>
                  <a:pt x="593" y="224"/>
                </a:lnTo>
                <a:lnTo>
                  <a:pt x="592" y="224"/>
                </a:lnTo>
                <a:lnTo>
                  <a:pt x="591" y="224"/>
                </a:lnTo>
                <a:lnTo>
                  <a:pt x="590" y="224"/>
                </a:lnTo>
                <a:lnTo>
                  <a:pt x="590" y="225"/>
                </a:lnTo>
                <a:lnTo>
                  <a:pt x="589" y="225"/>
                </a:lnTo>
                <a:lnTo>
                  <a:pt x="589" y="226"/>
                </a:lnTo>
                <a:lnTo>
                  <a:pt x="588" y="226"/>
                </a:lnTo>
                <a:lnTo>
                  <a:pt x="587" y="226"/>
                </a:lnTo>
                <a:lnTo>
                  <a:pt x="587" y="225"/>
                </a:lnTo>
                <a:lnTo>
                  <a:pt x="586" y="225"/>
                </a:lnTo>
                <a:lnTo>
                  <a:pt x="586" y="226"/>
                </a:lnTo>
                <a:lnTo>
                  <a:pt x="585" y="226"/>
                </a:lnTo>
                <a:lnTo>
                  <a:pt x="584" y="226"/>
                </a:lnTo>
                <a:lnTo>
                  <a:pt x="583" y="226"/>
                </a:lnTo>
                <a:lnTo>
                  <a:pt x="582" y="227"/>
                </a:lnTo>
                <a:lnTo>
                  <a:pt x="581" y="227"/>
                </a:lnTo>
                <a:lnTo>
                  <a:pt x="580" y="227"/>
                </a:lnTo>
                <a:lnTo>
                  <a:pt x="580" y="228"/>
                </a:lnTo>
                <a:lnTo>
                  <a:pt x="581" y="229"/>
                </a:lnTo>
                <a:lnTo>
                  <a:pt x="582" y="230"/>
                </a:lnTo>
                <a:lnTo>
                  <a:pt x="582" y="231"/>
                </a:lnTo>
                <a:lnTo>
                  <a:pt x="582" y="232"/>
                </a:lnTo>
                <a:lnTo>
                  <a:pt x="583" y="232"/>
                </a:lnTo>
                <a:lnTo>
                  <a:pt x="584" y="233"/>
                </a:lnTo>
                <a:lnTo>
                  <a:pt x="583" y="233"/>
                </a:lnTo>
                <a:lnTo>
                  <a:pt x="583" y="234"/>
                </a:lnTo>
                <a:lnTo>
                  <a:pt x="584" y="234"/>
                </a:lnTo>
                <a:lnTo>
                  <a:pt x="584" y="235"/>
                </a:lnTo>
                <a:lnTo>
                  <a:pt x="585" y="236"/>
                </a:lnTo>
                <a:lnTo>
                  <a:pt x="585" y="237"/>
                </a:lnTo>
                <a:lnTo>
                  <a:pt x="584" y="237"/>
                </a:lnTo>
                <a:lnTo>
                  <a:pt x="585" y="238"/>
                </a:lnTo>
                <a:lnTo>
                  <a:pt x="586" y="238"/>
                </a:lnTo>
                <a:lnTo>
                  <a:pt x="587" y="238"/>
                </a:lnTo>
                <a:lnTo>
                  <a:pt x="586" y="238"/>
                </a:lnTo>
                <a:lnTo>
                  <a:pt x="586" y="239"/>
                </a:lnTo>
                <a:lnTo>
                  <a:pt x="587" y="239"/>
                </a:lnTo>
                <a:lnTo>
                  <a:pt x="587" y="240"/>
                </a:lnTo>
                <a:lnTo>
                  <a:pt x="588" y="240"/>
                </a:lnTo>
                <a:lnTo>
                  <a:pt x="587" y="241"/>
                </a:lnTo>
                <a:lnTo>
                  <a:pt x="588" y="241"/>
                </a:lnTo>
                <a:lnTo>
                  <a:pt x="587" y="241"/>
                </a:lnTo>
                <a:lnTo>
                  <a:pt x="586" y="242"/>
                </a:lnTo>
                <a:lnTo>
                  <a:pt x="586" y="243"/>
                </a:lnTo>
                <a:lnTo>
                  <a:pt x="586" y="244"/>
                </a:lnTo>
                <a:lnTo>
                  <a:pt x="585" y="244"/>
                </a:lnTo>
                <a:lnTo>
                  <a:pt x="584" y="244"/>
                </a:lnTo>
                <a:lnTo>
                  <a:pt x="584" y="243"/>
                </a:lnTo>
                <a:lnTo>
                  <a:pt x="583" y="243"/>
                </a:lnTo>
                <a:lnTo>
                  <a:pt x="582" y="243"/>
                </a:lnTo>
                <a:lnTo>
                  <a:pt x="581" y="243"/>
                </a:lnTo>
                <a:lnTo>
                  <a:pt x="580" y="243"/>
                </a:lnTo>
                <a:lnTo>
                  <a:pt x="579" y="243"/>
                </a:lnTo>
                <a:lnTo>
                  <a:pt x="579" y="244"/>
                </a:lnTo>
                <a:lnTo>
                  <a:pt x="578" y="244"/>
                </a:lnTo>
                <a:lnTo>
                  <a:pt x="578" y="245"/>
                </a:lnTo>
                <a:lnTo>
                  <a:pt x="579" y="245"/>
                </a:lnTo>
                <a:lnTo>
                  <a:pt x="579" y="246"/>
                </a:lnTo>
                <a:lnTo>
                  <a:pt x="579" y="247"/>
                </a:lnTo>
                <a:lnTo>
                  <a:pt x="578" y="247"/>
                </a:lnTo>
                <a:lnTo>
                  <a:pt x="577" y="247"/>
                </a:lnTo>
                <a:lnTo>
                  <a:pt x="576" y="248"/>
                </a:lnTo>
                <a:lnTo>
                  <a:pt x="576" y="247"/>
                </a:lnTo>
                <a:lnTo>
                  <a:pt x="575" y="246"/>
                </a:lnTo>
                <a:lnTo>
                  <a:pt x="575" y="247"/>
                </a:lnTo>
                <a:lnTo>
                  <a:pt x="575" y="248"/>
                </a:lnTo>
                <a:lnTo>
                  <a:pt x="575" y="249"/>
                </a:lnTo>
                <a:lnTo>
                  <a:pt x="574" y="249"/>
                </a:lnTo>
                <a:lnTo>
                  <a:pt x="574" y="250"/>
                </a:lnTo>
                <a:lnTo>
                  <a:pt x="573" y="250"/>
                </a:lnTo>
                <a:lnTo>
                  <a:pt x="572" y="251"/>
                </a:lnTo>
                <a:lnTo>
                  <a:pt x="571" y="251"/>
                </a:lnTo>
                <a:lnTo>
                  <a:pt x="570" y="250"/>
                </a:lnTo>
                <a:lnTo>
                  <a:pt x="570" y="251"/>
                </a:lnTo>
                <a:lnTo>
                  <a:pt x="569" y="250"/>
                </a:lnTo>
                <a:lnTo>
                  <a:pt x="569" y="249"/>
                </a:lnTo>
                <a:lnTo>
                  <a:pt x="568" y="249"/>
                </a:lnTo>
                <a:lnTo>
                  <a:pt x="567" y="249"/>
                </a:lnTo>
                <a:lnTo>
                  <a:pt x="567" y="250"/>
                </a:lnTo>
                <a:lnTo>
                  <a:pt x="566" y="251"/>
                </a:lnTo>
                <a:lnTo>
                  <a:pt x="566" y="252"/>
                </a:lnTo>
                <a:lnTo>
                  <a:pt x="567" y="252"/>
                </a:lnTo>
                <a:lnTo>
                  <a:pt x="567" y="253"/>
                </a:lnTo>
                <a:lnTo>
                  <a:pt x="567" y="254"/>
                </a:lnTo>
                <a:lnTo>
                  <a:pt x="566" y="254"/>
                </a:lnTo>
                <a:lnTo>
                  <a:pt x="564" y="254"/>
                </a:lnTo>
                <a:lnTo>
                  <a:pt x="564" y="253"/>
                </a:lnTo>
                <a:lnTo>
                  <a:pt x="563" y="253"/>
                </a:lnTo>
                <a:lnTo>
                  <a:pt x="561" y="254"/>
                </a:lnTo>
                <a:lnTo>
                  <a:pt x="560" y="255"/>
                </a:lnTo>
                <a:lnTo>
                  <a:pt x="560" y="256"/>
                </a:lnTo>
                <a:lnTo>
                  <a:pt x="559" y="257"/>
                </a:lnTo>
                <a:lnTo>
                  <a:pt x="558" y="257"/>
                </a:lnTo>
                <a:lnTo>
                  <a:pt x="556" y="259"/>
                </a:lnTo>
                <a:lnTo>
                  <a:pt x="556" y="260"/>
                </a:lnTo>
                <a:lnTo>
                  <a:pt x="555" y="261"/>
                </a:lnTo>
                <a:lnTo>
                  <a:pt x="555" y="262"/>
                </a:lnTo>
                <a:lnTo>
                  <a:pt x="554" y="263"/>
                </a:lnTo>
                <a:lnTo>
                  <a:pt x="554" y="265"/>
                </a:lnTo>
                <a:lnTo>
                  <a:pt x="554" y="266"/>
                </a:lnTo>
                <a:lnTo>
                  <a:pt x="554" y="267"/>
                </a:lnTo>
                <a:lnTo>
                  <a:pt x="554" y="268"/>
                </a:lnTo>
                <a:lnTo>
                  <a:pt x="556" y="268"/>
                </a:lnTo>
                <a:lnTo>
                  <a:pt x="558" y="269"/>
                </a:lnTo>
                <a:lnTo>
                  <a:pt x="558" y="270"/>
                </a:lnTo>
                <a:lnTo>
                  <a:pt x="558" y="271"/>
                </a:lnTo>
                <a:lnTo>
                  <a:pt x="559" y="274"/>
                </a:lnTo>
                <a:lnTo>
                  <a:pt x="559" y="276"/>
                </a:lnTo>
                <a:lnTo>
                  <a:pt x="557" y="279"/>
                </a:lnTo>
                <a:lnTo>
                  <a:pt x="556" y="280"/>
                </a:lnTo>
                <a:lnTo>
                  <a:pt x="555" y="281"/>
                </a:lnTo>
                <a:lnTo>
                  <a:pt x="554" y="283"/>
                </a:lnTo>
                <a:lnTo>
                  <a:pt x="552" y="285"/>
                </a:lnTo>
                <a:lnTo>
                  <a:pt x="552" y="286"/>
                </a:lnTo>
                <a:lnTo>
                  <a:pt x="553" y="286"/>
                </a:lnTo>
                <a:lnTo>
                  <a:pt x="553" y="287"/>
                </a:lnTo>
                <a:lnTo>
                  <a:pt x="552" y="288"/>
                </a:lnTo>
                <a:lnTo>
                  <a:pt x="550" y="290"/>
                </a:lnTo>
                <a:lnTo>
                  <a:pt x="550" y="291"/>
                </a:lnTo>
                <a:lnTo>
                  <a:pt x="549" y="292"/>
                </a:lnTo>
                <a:lnTo>
                  <a:pt x="548" y="295"/>
                </a:lnTo>
                <a:lnTo>
                  <a:pt x="548" y="296"/>
                </a:lnTo>
                <a:lnTo>
                  <a:pt x="547" y="296"/>
                </a:lnTo>
                <a:lnTo>
                  <a:pt x="546" y="297"/>
                </a:lnTo>
                <a:lnTo>
                  <a:pt x="544" y="299"/>
                </a:lnTo>
                <a:lnTo>
                  <a:pt x="543" y="299"/>
                </a:lnTo>
                <a:lnTo>
                  <a:pt x="543" y="300"/>
                </a:lnTo>
                <a:lnTo>
                  <a:pt x="543" y="301"/>
                </a:lnTo>
                <a:lnTo>
                  <a:pt x="543" y="302"/>
                </a:lnTo>
                <a:lnTo>
                  <a:pt x="543" y="305"/>
                </a:lnTo>
                <a:lnTo>
                  <a:pt x="544" y="305"/>
                </a:lnTo>
                <a:lnTo>
                  <a:pt x="543" y="306"/>
                </a:lnTo>
                <a:lnTo>
                  <a:pt x="543" y="307"/>
                </a:lnTo>
                <a:lnTo>
                  <a:pt x="543" y="308"/>
                </a:lnTo>
                <a:lnTo>
                  <a:pt x="542" y="309"/>
                </a:lnTo>
                <a:lnTo>
                  <a:pt x="542" y="310"/>
                </a:lnTo>
                <a:lnTo>
                  <a:pt x="541" y="310"/>
                </a:lnTo>
                <a:lnTo>
                  <a:pt x="541" y="311"/>
                </a:lnTo>
                <a:lnTo>
                  <a:pt x="540" y="311"/>
                </a:lnTo>
                <a:lnTo>
                  <a:pt x="541" y="311"/>
                </a:lnTo>
                <a:lnTo>
                  <a:pt x="541" y="312"/>
                </a:lnTo>
                <a:lnTo>
                  <a:pt x="541" y="313"/>
                </a:lnTo>
                <a:lnTo>
                  <a:pt x="542" y="314"/>
                </a:lnTo>
                <a:lnTo>
                  <a:pt x="543" y="315"/>
                </a:lnTo>
                <a:lnTo>
                  <a:pt x="545" y="315"/>
                </a:lnTo>
                <a:lnTo>
                  <a:pt x="545" y="314"/>
                </a:lnTo>
                <a:lnTo>
                  <a:pt x="546" y="313"/>
                </a:lnTo>
                <a:lnTo>
                  <a:pt x="547" y="315"/>
                </a:lnTo>
                <a:lnTo>
                  <a:pt x="547" y="316"/>
                </a:lnTo>
                <a:lnTo>
                  <a:pt x="546" y="319"/>
                </a:lnTo>
                <a:lnTo>
                  <a:pt x="545" y="320"/>
                </a:lnTo>
                <a:lnTo>
                  <a:pt x="544" y="321"/>
                </a:lnTo>
                <a:lnTo>
                  <a:pt x="544" y="322"/>
                </a:lnTo>
                <a:lnTo>
                  <a:pt x="544" y="323"/>
                </a:lnTo>
                <a:lnTo>
                  <a:pt x="545" y="324"/>
                </a:lnTo>
                <a:lnTo>
                  <a:pt x="544" y="325"/>
                </a:lnTo>
                <a:lnTo>
                  <a:pt x="544" y="326"/>
                </a:lnTo>
                <a:lnTo>
                  <a:pt x="545" y="327"/>
                </a:lnTo>
                <a:lnTo>
                  <a:pt x="546" y="327"/>
                </a:lnTo>
                <a:lnTo>
                  <a:pt x="547" y="327"/>
                </a:lnTo>
                <a:lnTo>
                  <a:pt x="548" y="327"/>
                </a:lnTo>
                <a:lnTo>
                  <a:pt x="548" y="328"/>
                </a:lnTo>
                <a:lnTo>
                  <a:pt x="548" y="329"/>
                </a:lnTo>
                <a:lnTo>
                  <a:pt x="547" y="329"/>
                </a:lnTo>
                <a:lnTo>
                  <a:pt x="546" y="331"/>
                </a:lnTo>
                <a:lnTo>
                  <a:pt x="545" y="331"/>
                </a:lnTo>
                <a:lnTo>
                  <a:pt x="545" y="332"/>
                </a:lnTo>
                <a:lnTo>
                  <a:pt x="545" y="333"/>
                </a:lnTo>
                <a:lnTo>
                  <a:pt x="546" y="333"/>
                </a:lnTo>
                <a:lnTo>
                  <a:pt x="546" y="334"/>
                </a:lnTo>
                <a:lnTo>
                  <a:pt x="546" y="335"/>
                </a:lnTo>
                <a:lnTo>
                  <a:pt x="548" y="336"/>
                </a:lnTo>
                <a:lnTo>
                  <a:pt x="549" y="335"/>
                </a:lnTo>
                <a:lnTo>
                  <a:pt x="550" y="335"/>
                </a:lnTo>
                <a:lnTo>
                  <a:pt x="551" y="335"/>
                </a:lnTo>
                <a:lnTo>
                  <a:pt x="552" y="336"/>
                </a:lnTo>
                <a:lnTo>
                  <a:pt x="553" y="337"/>
                </a:lnTo>
                <a:lnTo>
                  <a:pt x="554" y="338"/>
                </a:lnTo>
                <a:lnTo>
                  <a:pt x="556" y="337"/>
                </a:lnTo>
                <a:lnTo>
                  <a:pt x="557" y="337"/>
                </a:lnTo>
                <a:lnTo>
                  <a:pt x="558" y="337"/>
                </a:lnTo>
                <a:lnTo>
                  <a:pt x="558" y="336"/>
                </a:lnTo>
                <a:lnTo>
                  <a:pt x="558" y="335"/>
                </a:lnTo>
                <a:lnTo>
                  <a:pt x="559" y="335"/>
                </a:lnTo>
                <a:lnTo>
                  <a:pt x="560" y="336"/>
                </a:lnTo>
                <a:lnTo>
                  <a:pt x="561" y="336"/>
                </a:lnTo>
                <a:lnTo>
                  <a:pt x="561" y="335"/>
                </a:lnTo>
                <a:lnTo>
                  <a:pt x="561" y="334"/>
                </a:lnTo>
                <a:lnTo>
                  <a:pt x="562" y="334"/>
                </a:lnTo>
                <a:lnTo>
                  <a:pt x="563" y="334"/>
                </a:lnTo>
                <a:lnTo>
                  <a:pt x="564" y="333"/>
                </a:lnTo>
                <a:lnTo>
                  <a:pt x="567" y="332"/>
                </a:lnTo>
                <a:lnTo>
                  <a:pt x="568" y="332"/>
                </a:lnTo>
                <a:lnTo>
                  <a:pt x="569" y="332"/>
                </a:lnTo>
                <a:lnTo>
                  <a:pt x="570" y="332"/>
                </a:lnTo>
                <a:lnTo>
                  <a:pt x="571" y="332"/>
                </a:lnTo>
                <a:lnTo>
                  <a:pt x="571" y="331"/>
                </a:lnTo>
                <a:lnTo>
                  <a:pt x="572" y="331"/>
                </a:lnTo>
                <a:lnTo>
                  <a:pt x="573" y="331"/>
                </a:lnTo>
                <a:lnTo>
                  <a:pt x="574" y="332"/>
                </a:lnTo>
                <a:lnTo>
                  <a:pt x="575" y="330"/>
                </a:lnTo>
                <a:lnTo>
                  <a:pt x="576" y="330"/>
                </a:lnTo>
                <a:lnTo>
                  <a:pt x="576" y="329"/>
                </a:lnTo>
                <a:lnTo>
                  <a:pt x="576" y="331"/>
                </a:lnTo>
                <a:lnTo>
                  <a:pt x="576" y="332"/>
                </a:lnTo>
                <a:lnTo>
                  <a:pt x="576" y="333"/>
                </a:lnTo>
                <a:lnTo>
                  <a:pt x="576" y="334"/>
                </a:lnTo>
                <a:lnTo>
                  <a:pt x="576" y="335"/>
                </a:lnTo>
                <a:lnTo>
                  <a:pt x="575" y="336"/>
                </a:lnTo>
                <a:lnTo>
                  <a:pt x="574" y="337"/>
                </a:lnTo>
                <a:lnTo>
                  <a:pt x="574" y="339"/>
                </a:lnTo>
                <a:lnTo>
                  <a:pt x="575" y="341"/>
                </a:lnTo>
                <a:lnTo>
                  <a:pt x="576" y="340"/>
                </a:lnTo>
                <a:lnTo>
                  <a:pt x="577" y="340"/>
                </a:lnTo>
                <a:lnTo>
                  <a:pt x="577" y="341"/>
                </a:lnTo>
                <a:lnTo>
                  <a:pt x="577" y="342"/>
                </a:lnTo>
                <a:lnTo>
                  <a:pt x="576" y="343"/>
                </a:lnTo>
                <a:lnTo>
                  <a:pt x="575" y="347"/>
                </a:lnTo>
                <a:lnTo>
                  <a:pt x="574" y="348"/>
                </a:lnTo>
                <a:lnTo>
                  <a:pt x="575" y="348"/>
                </a:lnTo>
                <a:lnTo>
                  <a:pt x="575" y="349"/>
                </a:lnTo>
                <a:lnTo>
                  <a:pt x="574" y="349"/>
                </a:lnTo>
                <a:lnTo>
                  <a:pt x="574" y="350"/>
                </a:lnTo>
                <a:lnTo>
                  <a:pt x="573" y="351"/>
                </a:lnTo>
                <a:lnTo>
                  <a:pt x="572" y="354"/>
                </a:lnTo>
                <a:lnTo>
                  <a:pt x="572" y="357"/>
                </a:lnTo>
                <a:lnTo>
                  <a:pt x="571" y="358"/>
                </a:lnTo>
                <a:lnTo>
                  <a:pt x="570" y="358"/>
                </a:lnTo>
                <a:lnTo>
                  <a:pt x="570" y="359"/>
                </a:lnTo>
                <a:lnTo>
                  <a:pt x="570" y="360"/>
                </a:lnTo>
                <a:lnTo>
                  <a:pt x="569" y="360"/>
                </a:lnTo>
                <a:lnTo>
                  <a:pt x="569" y="361"/>
                </a:lnTo>
                <a:lnTo>
                  <a:pt x="568" y="361"/>
                </a:lnTo>
                <a:lnTo>
                  <a:pt x="568" y="363"/>
                </a:lnTo>
                <a:lnTo>
                  <a:pt x="568" y="364"/>
                </a:lnTo>
                <a:lnTo>
                  <a:pt x="567" y="364"/>
                </a:lnTo>
                <a:lnTo>
                  <a:pt x="568" y="364"/>
                </a:lnTo>
                <a:lnTo>
                  <a:pt x="568" y="366"/>
                </a:lnTo>
                <a:lnTo>
                  <a:pt x="568" y="367"/>
                </a:lnTo>
                <a:lnTo>
                  <a:pt x="569" y="368"/>
                </a:lnTo>
                <a:lnTo>
                  <a:pt x="570" y="367"/>
                </a:lnTo>
                <a:lnTo>
                  <a:pt x="571" y="367"/>
                </a:lnTo>
                <a:lnTo>
                  <a:pt x="571" y="366"/>
                </a:lnTo>
                <a:lnTo>
                  <a:pt x="572" y="367"/>
                </a:lnTo>
                <a:lnTo>
                  <a:pt x="572" y="368"/>
                </a:lnTo>
                <a:lnTo>
                  <a:pt x="572" y="369"/>
                </a:lnTo>
                <a:lnTo>
                  <a:pt x="573" y="371"/>
                </a:lnTo>
                <a:lnTo>
                  <a:pt x="573" y="372"/>
                </a:lnTo>
                <a:lnTo>
                  <a:pt x="573" y="373"/>
                </a:lnTo>
                <a:lnTo>
                  <a:pt x="574" y="373"/>
                </a:lnTo>
                <a:lnTo>
                  <a:pt x="577" y="375"/>
                </a:lnTo>
                <a:lnTo>
                  <a:pt x="577" y="376"/>
                </a:lnTo>
                <a:lnTo>
                  <a:pt x="578" y="376"/>
                </a:lnTo>
                <a:lnTo>
                  <a:pt x="579" y="376"/>
                </a:lnTo>
                <a:lnTo>
                  <a:pt x="579" y="378"/>
                </a:lnTo>
                <a:lnTo>
                  <a:pt x="580" y="379"/>
                </a:lnTo>
                <a:lnTo>
                  <a:pt x="582" y="381"/>
                </a:lnTo>
                <a:lnTo>
                  <a:pt x="582" y="382"/>
                </a:lnTo>
                <a:lnTo>
                  <a:pt x="583" y="383"/>
                </a:lnTo>
                <a:lnTo>
                  <a:pt x="585" y="383"/>
                </a:lnTo>
                <a:lnTo>
                  <a:pt x="586" y="383"/>
                </a:lnTo>
                <a:lnTo>
                  <a:pt x="587" y="384"/>
                </a:lnTo>
                <a:lnTo>
                  <a:pt x="587" y="385"/>
                </a:lnTo>
                <a:lnTo>
                  <a:pt x="586" y="386"/>
                </a:lnTo>
                <a:lnTo>
                  <a:pt x="585" y="386"/>
                </a:lnTo>
                <a:lnTo>
                  <a:pt x="585" y="387"/>
                </a:lnTo>
                <a:lnTo>
                  <a:pt x="584" y="387"/>
                </a:lnTo>
                <a:lnTo>
                  <a:pt x="584" y="388"/>
                </a:lnTo>
                <a:lnTo>
                  <a:pt x="585" y="388"/>
                </a:lnTo>
                <a:lnTo>
                  <a:pt x="584" y="390"/>
                </a:lnTo>
                <a:lnTo>
                  <a:pt x="584" y="391"/>
                </a:lnTo>
                <a:lnTo>
                  <a:pt x="583" y="391"/>
                </a:lnTo>
                <a:lnTo>
                  <a:pt x="583" y="392"/>
                </a:lnTo>
                <a:lnTo>
                  <a:pt x="584" y="395"/>
                </a:lnTo>
                <a:lnTo>
                  <a:pt x="584" y="396"/>
                </a:lnTo>
                <a:lnTo>
                  <a:pt x="583" y="396"/>
                </a:lnTo>
                <a:lnTo>
                  <a:pt x="582" y="396"/>
                </a:lnTo>
                <a:lnTo>
                  <a:pt x="581" y="399"/>
                </a:lnTo>
                <a:lnTo>
                  <a:pt x="581" y="401"/>
                </a:lnTo>
                <a:lnTo>
                  <a:pt x="580" y="401"/>
                </a:lnTo>
                <a:lnTo>
                  <a:pt x="580" y="402"/>
                </a:lnTo>
                <a:lnTo>
                  <a:pt x="579" y="402"/>
                </a:lnTo>
                <a:lnTo>
                  <a:pt x="579" y="403"/>
                </a:lnTo>
                <a:lnTo>
                  <a:pt x="578" y="404"/>
                </a:lnTo>
                <a:lnTo>
                  <a:pt x="578" y="405"/>
                </a:lnTo>
                <a:lnTo>
                  <a:pt x="579" y="405"/>
                </a:lnTo>
                <a:lnTo>
                  <a:pt x="579" y="406"/>
                </a:lnTo>
                <a:lnTo>
                  <a:pt x="580" y="406"/>
                </a:lnTo>
                <a:lnTo>
                  <a:pt x="580" y="407"/>
                </a:lnTo>
                <a:lnTo>
                  <a:pt x="581" y="408"/>
                </a:lnTo>
                <a:lnTo>
                  <a:pt x="581" y="410"/>
                </a:lnTo>
                <a:lnTo>
                  <a:pt x="581" y="411"/>
                </a:lnTo>
                <a:lnTo>
                  <a:pt x="581" y="413"/>
                </a:lnTo>
                <a:lnTo>
                  <a:pt x="582" y="415"/>
                </a:lnTo>
                <a:lnTo>
                  <a:pt x="582" y="416"/>
                </a:lnTo>
                <a:lnTo>
                  <a:pt x="583" y="417"/>
                </a:lnTo>
                <a:lnTo>
                  <a:pt x="583" y="418"/>
                </a:lnTo>
                <a:lnTo>
                  <a:pt x="583" y="420"/>
                </a:lnTo>
                <a:lnTo>
                  <a:pt x="583" y="421"/>
                </a:lnTo>
                <a:lnTo>
                  <a:pt x="583" y="422"/>
                </a:lnTo>
                <a:lnTo>
                  <a:pt x="583" y="423"/>
                </a:lnTo>
                <a:lnTo>
                  <a:pt x="584" y="423"/>
                </a:lnTo>
                <a:lnTo>
                  <a:pt x="584" y="422"/>
                </a:lnTo>
                <a:lnTo>
                  <a:pt x="585" y="422"/>
                </a:lnTo>
                <a:lnTo>
                  <a:pt x="586" y="424"/>
                </a:lnTo>
                <a:lnTo>
                  <a:pt x="586" y="425"/>
                </a:lnTo>
                <a:lnTo>
                  <a:pt x="587" y="425"/>
                </a:lnTo>
                <a:lnTo>
                  <a:pt x="588" y="426"/>
                </a:lnTo>
                <a:lnTo>
                  <a:pt x="588" y="427"/>
                </a:lnTo>
                <a:lnTo>
                  <a:pt x="589" y="427"/>
                </a:lnTo>
                <a:lnTo>
                  <a:pt x="590" y="427"/>
                </a:lnTo>
                <a:lnTo>
                  <a:pt x="592" y="427"/>
                </a:lnTo>
                <a:lnTo>
                  <a:pt x="593" y="427"/>
                </a:lnTo>
                <a:lnTo>
                  <a:pt x="594" y="427"/>
                </a:lnTo>
                <a:lnTo>
                  <a:pt x="595" y="426"/>
                </a:lnTo>
                <a:lnTo>
                  <a:pt x="596" y="426"/>
                </a:lnTo>
                <a:lnTo>
                  <a:pt x="596" y="427"/>
                </a:lnTo>
                <a:lnTo>
                  <a:pt x="597" y="426"/>
                </a:lnTo>
                <a:lnTo>
                  <a:pt x="598" y="426"/>
                </a:lnTo>
                <a:lnTo>
                  <a:pt x="599" y="426"/>
                </a:lnTo>
                <a:lnTo>
                  <a:pt x="600" y="427"/>
                </a:lnTo>
                <a:lnTo>
                  <a:pt x="601" y="428"/>
                </a:lnTo>
                <a:lnTo>
                  <a:pt x="602" y="428"/>
                </a:lnTo>
                <a:lnTo>
                  <a:pt x="601" y="428"/>
                </a:lnTo>
                <a:lnTo>
                  <a:pt x="602" y="429"/>
                </a:lnTo>
                <a:lnTo>
                  <a:pt x="602" y="430"/>
                </a:lnTo>
                <a:lnTo>
                  <a:pt x="603" y="430"/>
                </a:lnTo>
                <a:lnTo>
                  <a:pt x="604" y="430"/>
                </a:lnTo>
                <a:lnTo>
                  <a:pt x="605" y="430"/>
                </a:lnTo>
                <a:lnTo>
                  <a:pt x="606" y="430"/>
                </a:lnTo>
                <a:lnTo>
                  <a:pt x="607" y="430"/>
                </a:lnTo>
                <a:lnTo>
                  <a:pt x="607" y="431"/>
                </a:lnTo>
                <a:lnTo>
                  <a:pt x="609" y="431"/>
                </a:lnTo>
                <a:lnTo>
                  <a:pt x="609" y="430"/>
                </a:lnTo>
                <a:lnTo>
                  <a:pt x="610" y="430"/>
                </a:lnTo>
                <a:lnTo>
                  <a:pt x="612" y="430"/>
                </a:lnTo>
                <a:lnTo>
                  <a:pt x="612" y="431"/>
                </a:lnTo>
                <a:lnTo>
                  <a:pt x="612" y="432"/>
                </a:lnTo>
                <a:lnTo>
                  <a:pt x="611" y="433"/>
                </a:lnTo>
                <a:lnTo>
                  <a:pt x="611" y="434"/>
                </a:lnTo>
                <a:lnTo>
                  <a:pt x="611" y="435"/>
                </a:lnTo>
                <a:lnTo>
                  <a:pt x="611" y="436"/>
                </a:lnTo>
                <a:lnTo>
                  <a:pt x="610" y="438"/>
                </a:lnTo>
                <a:lnTo>
                  <a:pt x="610" y="439"/>
                </a:lnTo>
                <a:lnTo>
                  <a:pt x="610" y="440"/>
                </a:lnTo>
                <a:lnTo>
                  <a:pt x="610" y="441"/>
                </a:lnTo>
                <a:lnTo>
                  <a:pt x="609" y="441"/>
                </a:lnTo>
                <a:lnTo>
                  <a:pt x="609" y="442"/>
                </a:lnTo>
                <a:lnTo>
                  <a:pt x="609" y="443"/>
                </a:lnTo>
                <a:lnTo>
                  <a:pt x="610" y="443"/>
                </a:lnTo>
                <a:lnTo>
                  <a:pt x="612" y="443"/>
                </a:lnTo>
                <a:lnTo>
                  <a:pt x="613" y="443"/>
                </a:lnTo>
                <a:lnTo>
                  <a:pt x="612" y="444"/>
                </a:lnTo>
                <a:lnTo>
                  <a:pt x="612" y="445"/>
                </a:lnTo>
                <a:lnTo>
                  <a:pt x="612" y="446"/>
                </a:lnTo>
                <a:lnTo>
                  <a:pt x="612" y="447"/>
                </a:lnTo>
                <a:lnTo>
                  <a:pt x="611" y="447"/>
                </a:lnTo>
                <a:lnTo>
                  <a:pt x="611" y="448"/>
                </a:lnTo>
                <a:lnTo>
                  <a:pt x="611" y="449"/>
                </a:lnTo>
                <a:lnTo>
                  <a:pt x="611" y="450"/>
                </a:lnTo>
                <a:lnTo>
                  <a:pt x="612" y="450"/>
                </a:lnTo>
                <a:lnTo>
                  <a:pt x="612" y="451"/>
                </a:lnTo>
                <a:lnTo>
                  <a:pt x="612" y="452"/>
                </a:lnTo>
                <a:lnTo>
                  <a:pt x="611" y="452"/>
                </a:lnTo>
                <a:lnTo>
                  <a:pt x="610" y="452"/>
                </a:lnTo>
                <a:lnTo>
                  <a:pt x="609" y="452"/>
                </a:lnTo>
                <a:lnTo>
                  <a:pt x="609" y="453"/>
                </a:lnTo>
                <a:lnTo>
                  <a:pt x="608" y="453"/>
                </a:lnTo>
                <a:lnTo>
                  <a:pt x="608" y="454"/>
                </a:lnTo>
                <a:lnTo>
                  <a:pt x="607" y="454"/>
                </a:lnTo>
                <a:lnTo>
                  <a:pt x="607" y="455"/>
                </a:lnTo>
                <a:lnTo>
                  <a:pt x="607" y="456"/>
                </a:lnTo>
                <a:lnTo>
                  <a:pt x="606" y="456"/>
                </a:lnTo>
                <a:lnTo>
                  <a:pt x="606" y="457"/>
                </a:lnTo>
                <a:lnTo>
                  <a:pt x="606" y="458"/>
                </a:lnTo>
                <a:lnTo>
                  <a:pt x="607" y="458"/>
                </a:lnTo>
                <a:lnTo>
                  <a:pt x="607" y="459"/>
                </a:lnTo>
                <a:lnTo>
                  <a:pt x="607" y="460"/>
                </a:lnTo>
                <a:lnTo>
                  <a:pt x="607" y="461"/>
                </a:lnTo>
                <a:lnTo>
                  <a:pt x="608" y="461"/>
                </a:lnTo>
                <a:lnTo>
                  <a:pt x="608" y="462"/>
                </a:lnTo>
                <a:lnTo>
                  <a:pt x="607" y="462"/>
                </a:lnTo>
                <a:lnTo>
                  <a:pt x="607" y="463"/>
                </a:lnTo>
                <a:lnTo>
                  <a:pt x="607" y="464"/>
                </a:lnTo>
                <a:lnTo>
                  <a:pt x="607" y="465"/>
                </a:lnTo>
                <a:lnTo>
                  <a:pt x="607" y="466"/>
                </a:lnTo>
                <a:lnTo>
                  <a:pt x="606" y="467"/>
                </a:lnTo>
                <a:lnTo>
                  <a:pt x="606" y="468"/>
                </a:lnTo>
                <a:lnTo>
                  <a:pt x="605" y="468"/>
                </a:lnTo>
                <a:lnTo>
                  <a:pt x="605" y="469"/>
                </a:lnTo>
                <a:lnTo>
                  <a:pt x="606" y="470"/>
                </a:lnTo>
                <a:lnTo>
                  <a:pt x="607" y="471"/>
                </a:lnTo>
                <a:lnTo>
                  <a:pt x="606" y="472"/>
                </a:lnTo>
                <a:lnTo>
                  <a:pt x="604" y="472"/>
                </a:lnTo>
                <a:lnTo>
                  <a:pt x="604" y="473"/>
                </a:lnTo>
                <a:lnTo>
                  <a:pt x="603" y="473"/>
                </a:lnTo>
                <a:lnTo>
                  <a:pt x="602" y="474"/>
                </a:lnTo>
                <a:lnTo>
                  <a:pt x="601" y="475"/>
                </a:lnTo>
                <a:lnTo>
                  <a:pt x="601" y="476"/>
                </a:lnTo>
                <a:lnTo>
                  <a:pt x="601" y="480"/>
                </a:lnTo>
                <a:lnTo>
                  <a:pt x="600" y="481"/>
                </a:lnTo>
                <a:lnTo>
                  <a:pt x="599" y="481"/>
                </a:lnTo>
                <a:lnTo>
                  <a:pt x="599" y="482"/>
                </a:lnTo>
                <a:lnTo>
                  <a:pt x="598" y="482"/>
                </a:lnTo>
                <a:lnTo>
                  <a:pt x="598" y="483"/>
                </a:lnTo>
                <a:lnTo>
                  <a:pt x="599" y="484"/>
                </a:lnTo>
                <a:lnTo>
                  <a:pt x="599" y="485"/>
                </a:lnTo>
                <a:lnTo>
                  <a:pt x="598" y="485"/>
                </a:lnTo>
                <a:lnTo>
                  <a:pt x="598" y="486"/>
                </a:lnTo>
                <a:lnTo>
                  <a:pt x="599" y="486"/>
                </a:lnTo>
                <a:lnTo>
                  <a:pt x="600" y="487"/>
                </a:lnTo>
                <a:lnTo>
                  <a:pt x="601" y="487"/>
                </a:lnTo>
                <a:lnTo>
                  <a:pt x="602" y="486"/>
                </a:lnTo>
                <a:lnTo>
                  <a:pt x="602" y="485"/>
                </a:lnTo>
                <a:lnTo>
                  <a:pt x="603" y="485"/>
                </a:lnTo>
                <a:lnTo>
                  <a:pt x="604" y="485"/>
                </a:lnTo>
                <a:lnTo>
                  <a:pt x="605" y="484"/>
                </a:lnTo>
                <a:lnTo>
                  <a:pt x="605" y="483"/>
                </a:lnTo>
                <a:lnTo>
                  <a:pt x="606" y="482"/>
                </a:lnTo>
                <a:lnTo>
                  <a:pt x="606" y="483"/>
                </a:lnTo>
                <a:lnTo>
                  <a:pt x="607" y="483"/>
                </a:lnTo>
                <a:lnTo>
                  <a:pt x="608" y="483"/>
                </a:lnTo>
                <a:lnTo>
                  <a:pt x="608" y="482"/>
                </a:lnTo>
                <a:lnTo>
                  <a:pt x="609" y="482"/>
                </a:lnTo>
                <a:lnTo>
                  <a:pt x="610" y="482"/>
                </a:lnTo>
                <a:lnTo>
                  <a:pt x="611" y="482"/>
                </a:lnTo>
                <a:lnTo>
                  <a:pt x="611" y="483"/>
                </a:lnTo>
                <a:lnTo>
                  <a:pt x="611" y="484"/>
                </a:lnTo>
                <a:lnTo>
                  <a:pt x="611" y="485"/>
                </a:lnTo>
                <a:lnTo>
                  <a:pt x="612" y="484"/>
                </a:lnTo>
                <a:lnTo>
                  <a:pt x="613" y="484"/>
                </a:lnTo>
                <a:lnTo>
                  <a:pt x="615" y="484"/>
                </a:lnTo>
                <a:lnTo>
                  <a:pt x="615" y="483"/>
                </a:lnTo>
                <a:lnTo>
                  <a:pt x="616" y="482"/>
                </a:lnTo>
                <a:lnTo>
                  <a:pt x="616" y="481"/>
                </a:lnTo>
                <a:lnTo>
                  <a:pt x="617" y="481"/>
                </a:lnTo>
                <a:lnTo>
                  <a:pt x="617" y="480"/>
                </a:lnTo>
                <a:lnTo>
                  <a:pt x="618" y="480"/>
                </a:lnTo>
                <a:lnTo>
                  <a:pt x="619" y="480"/>
                </a:lnTo>
                <a:lnTo>
                  <a:pt x="620" y="478"/>
                </a:lnTo>
                <a:lnTo>
                  <a:pt x="621" y="477"/>
                </a:lnTo>
                <a:lnTo>
                  <a:pt x="621" y="478"/>
                </a:lnTo>
                <a:lnTo>
                  <a:pt x="622" y="477"/>
                </a:lnTo>
                <a:lnTo>
                  <a:pt x="623" y="476"/>
                </a:lnTo>
                <a:lnTo>
                  <a:pt x="624" y="476"/>
                </a:lnTo>
                <a:lnTo>
                  <a:pt x="625" y="476"/>
                </a:lnTo>
                <a:lnTo>
                  <a:pt x="625" y="477"/>
                </a:lnTo>
                <a:lnTo>
                  <a:pt x="626" y="478"/>
                </a:lnTo>
                <a:lnTo>
                  <a:pt x="627" y="477"/>
                </a:lnTo>
                <a:lnTo>
                  <a:pt x="628" y="477"/>
                </a:lnTo>
                <a:lnTo>
                  <a:pt x="629" y="477"/>
                </a:lnTo>
                <a:lnTo>
                  <a:pt x="629" y="478"/>
                </a:lnTo>
                <a:lnTo>
                  <a:pt x="629" y="480"/>
                </a:lnTo>
                <a:lnTo>
                  <a:pt x="630" y="480"/>
                </a:lnTo>
                <a:lnTo>
                  <a:pt x="631" y="480"/>
                </a:lnTo>
                <a:lnTo>
                  <a:pt x="630" y="481"/>
                </a:lnTo>
                <a:lnTo>
                  <a:pt x="630" y="482"/>
                </a:lnTo>
                <a:lnTo>
                  <a:pt x="629" y="482"/>
                </a:lnTo>
                <a:lnTo>
                  <a:pt x="630" y="483"/>
                </a:lnTo>
                <a:lnTo>
                  <a:pt x="631" y="483"/>
                </a:lnTo>
                <a:lnTo>
                  <a:pt x="632" y="483"/>
                </a:lnTo>
                <a:lnTo>
                  <a:pt x="632" y="484"/>
                </a:lnTo>
                <a:lnTo>
                  <a:pt x="631" y="484"/>
                </a:lnTo>
                <a:lnTo>
                  <a:pt x="631" y="485"/>
                </a:lnTo>
                <a:lnTo>
                  <a:pt x="630" y="485"/>
                </a:lnTo>
                <a:lnTo>
                  <a:pt x="630" y="486"/>
                </a:lnTo>
                <a:lnTo>
                  <a:pt x="629" y="486"/>
                </a:lnTo>
                <a:lnTo>
                  <a:pt x="629" y="487"/>
                </a:lnTo>
                <a:lnTo>
                  <a:pt x="628" y="487"/>
                </a:lnTo>
                <a:lnTo>
                  <a:pt x="628" y="488"/>
                </a:lnTo>
                <a:lnTo>
                  <a:pt x="627" y="489"/>
                </a:lnTo>
                <a:lnTo>
                  <a:pt x="626" y="489"/>
                </a:lnTo>
                <a:lnTo>
                  <a:pt x="625" y="489"/>
                </a:lnTo>
                <a:lnTo>
                  <a:pt x="624" y="489"/>
                </a:lnTo>
                <a:lnTo>
                  <a:pt x="623" y="490"/>
                </a:lnTo>
                <a:lnTo>
                  <a:pt x="622" y="490"/>
                </a:lnTo>
                <a:lnTo>
                  <a:pt x="621" y="491"/>
                </a:lnTo>
                <a:lnTo>
                  <a:pt x="620" y="491"/>
                </a:lnTo>
                <a:lnTo>
                  <a:pt x="618" y="492"/>
                </a:lnTo>
                <a:lnTo>
                  <a:pt x="618" y="493"/>
                </a:lnTo>
                <a:lnTo>
                  <a:pt x="619" y="493"/>
                </a:lnTo>
                <a:lnTo>
                  <a:pt x="619" y="494"/>
                </a:lnTo>
                <a:lnTo>
                  <a:pt x="619" y="495"/>
                </a:lnTo>
                <a:lnTo>
                  <a:pt x="618" y="496"/>
                </a:lnTo>
                <a:lnTo>
                  <a:pt x="616" y="496"/>
                </a:lnTo>
                <a:lnTo>
                  <a:pt x="615" y="496"/>
                </a:lnTo>
                <a:lnTo>
                  <a:pt x="614" y="495"/>
                </a:lnTo>
                <a:lnTo>
                  <a:pt x="613" y="495"/>
                </a:lnTo>
                <a:lnTo>
                  <a:pt x="612" y="496"/>
                </a:lnTo>
                <a:lnTo>
                  <a:pt x="611" y="496"/>
                </a:lnTo>
                <a:lnTo>
                  <a:pt x="611" y="495"/>
                </a:lnTo>
                <a:lnTo>
                  <a:pt x="611" y="496"/>
                </a:lnTo>
                <a:lnTo>
                  <a:pt x="610" y="497"/>
                </a:lnTo>
                <a:lnTo>
                  <a:pt x="610" y="498"/>
                </a:lnTo>
                <a:lnTo>
                  <a:pt x="610" y="499"/>
                </a:lnTo>
                <a:lnTo>
                  <a:pt x="610" y="500"/>
                </a:lnTo>
                <a:lnTo>
                  <a:pt x="610" y="501"/>
                </a:lnTo>
                <a:lnTo>
                  <a:pt x="609" y="502"/>
                </a:lnTo>
                <a:lnTo>
                  <a:pt x="608" y="502"/>
                </a:lnTo>
                <a:lnTo>
                  <a:pt x="608" y="503"/>
                </a:lnTo>
                <a:lnTo>
                  <a:pt x="608" y="504"/>
                </a:lnTo>
                <a:lnTo>
                  <a:pt x="607" y="504"/>
                </a:lnTo>
                <a:lnTo>
                  <a:pt x="607" y="506"/>
                </a:lnTo>
                <a:lnTo>
                  <a:pt x="608" y="506"/>
                </a:lnTo>
                <a:lnTo>
                  <a:pt x="608" y="507"/>
                </a:lnTo>
                <a:lnTo>
                  <a:pt x="609" y="507"/>
                </a:lnTo>
                <a:lnTo>
                  <a:pt x="610" y="507"/>
                </a:lnTo>
                <a:lnTo>
                  <a:pt x="610" y="508"/>
                </a:lnTo>
                <a:lnTo>
                  <a:pt x="610" y="509"/>
                </a:lnTo>
                <a:lnTo>
                  <a:pt x="609" y="509"/>
                </a:lnTo>
                <a:lnTo>
                  <a:pt x="609" y="510"/>
                </a:lnTo>
                <a:lnTo>
                  <a:pt x="609" y="511"/>
                </a:lnTo>
                <a:lnTo>
                  <a:pt x="610" y="511"/>
                </a:lnTo>
                <a:lnTo>
                  <a:pt x="609" y="512"/>
                </a:lnTo>
                <a:lnTo>
                  <a:pt x="610" y="512"/>
                </a:lnTo>
                <a:lnTo>
                  <a:pt x="610" y="513"/>
                </a:lnTo>
                <a:lnTo>
                  <a:pt x="611" y="513"/>
                </a:lnTo>
                <a:lnTo>
                  <a:pt x="611" y="514"/>
                </a:lnTo>
                <a:lnTo>
                  <a:pt x="610" y="515"/>
                </a:lnTo>
                <a:lnTo>
                  <a:pt x="610" y="516"/>
                </a:lnTo>
                <a:lnTo>
                  <a:pt x="610" y="517"/>
                </a:lnTo>
                <a:lnTo>
                  <a:pt x="610" y="518"/>
                </a:lnTo>
                <a:lnTo>
                  <a:pt x="611" y="519"/>
                </a:lnTo>
                <a:lnTo>
                  <a:pt x="611" y="520"/>
                </a:lnTo>
                <a:lnTo>
                  <a:pt x="610" y="520"/>
                </a:lnTo>
                <a:lnTo>
                  <a:pt x="609" y="521"/>
                </a:lnTo>
                <a:lnTo>
                  <a:pt x="609" y="522"/>
                </a:lnTo>
                <a:lnTo>
                  <a:pt x="609" y="523"/>
                </a:lnTo>
                <a:lnTo>
                  <a:pt x="608" y="523"/>
                </a:lnTo>
                <a:lnTo>
                  <a:pt x="607" y="524"/>
                </a:lnTo>
                <a:lnTo>
                  <a:pt x="607" y="525"/>
                </a:lnTo>
                <a:lnTo>
                  <a:pt x="606" y="525"/>
                </a:lnTo>
                <a:lnTo>
                  <a:pt x="605" y="527"/>
                </a:lnTo>
                <a:lnTo>
                  <a:pt x="605" y="528"/>
                </a:lnTo>
                <a:lnTo>
                  <a:pt x="605" y="529"/>
                </a:lnTo>
                <a:lnTo>
                  <a:pt x="605" y="530"/>
                </a:lnTo>
                <a:lnTo>
                  <a:pt x="605" y="531"/>
                </a:lnTo>
                <a:lnTo>
                  <a:pt x="605" y="532"/>
                </a:lnTo>
                <a:lnTo>
                  <a:pt x="604" y="532"/>
                </a:lnTo>
                <a:lnTo>
                  <a:pt x="604" y="533"/>
                </a:lnTo>
                <a:lnTo>
                  <a:pt x="604" y="534"/>
                </a:lnTo>
                <a:lnTo>
                  <a:pt x="604" y="535"/>
                </a:lnTo>
                <a:lnTo>
                  <a:pt x="604" y="536"/>
                </a:lnTo>
                <a:lnTo>
                  <a:pt x="603" y="537"/>
                </a:lnTo>
                <a:lnTo>
                  <a:pt x="601" y="539"/>
                </a:lnTo>
                <a:lnTo>
                  <a:pt x="600" y="540"/>
                </a:lnTo>
                <a:lnTo>
                  <a:pt x="600" y="542"/>
                </a:lnTo>
                <a:lnTo>
                  <a:pt x="600" y="543"/>
                </a:lnTo>
                <a:lnTo>
                  <a:pt x="600" y="544"/>
                </a:lnTo>
                <a:lnTo>
                  <a:pt x="601" y="546"/>
                </a:lnTo>
                <a:lnTo>
                  <a:pt x="602" y="547"/>
                </a:lnTo>
                <a:lnTo>
                  <a:pt x="602" y="548"/>
                </a:lnTo>
                <a:lnTo>
                  <a:pt x="602" y="549"/>
                </a:lnTo>
                <a:lnTo>
                  <a:pt x="603" y="550"/>
                </a:lnTo>
                <a:lnTo>
                  <a:pt x="604" y="551"/>
                </a:lnTo>
                <a:lnTo>
                  <a:pt x="605" y="553"/>
                </a:lnTo>
                <a:lnTo>
                  <a:pt x="605" y="554"/>
                </a:lnTo>
                <a:lnTo>
                  <a:pt x="605" y="555"/>
                </a:lnTo>
                <a:lnTo>
                  <a:pt x="606" y="557"/>
                </a:lnTo>
                <a:lnTo>
                  <a:pt x="608" y="557"/>
                </a:lnTo>
                <a:lnTo>
                  <a:pt x="609" y="557"/>
                </a:lnTo>
                <a:lnTo>
                  <a:pt x="609" y="558"/>
                </a:lnTo>
                <a:lnTo>
                  <a:pt x="609" y="560"/>
                </a:lnTo>
                <a:lnTo>
                  <a:pt x="609" y="561"/>
                </a:lnTo>
                <a:lnTo>
                  <a:pt x="609" y="562"/>
                </a:lnTo>
                <a:lnTo>
                  <a:pt x="610" y="562"/>
                </a:lnTo>
                <a:lnTo>
                  <a:pt x="611" y="562"/>
                </a:lnTo>
                <a:lnTo>
                  <a:pt x="611" y="563"/>
                </a:lnTo>
                <a:lnTo>
                  <a:pt x="610" y="563"/>
                </a:lnTo>
                <a:lnTo>
                  <a:pt x="610" y="566"/>
                </a:lnTo>
                <a:lnTo>
                  <a:pt x="610" y="567"/>
                </a:lnTo>
                <a:lnTo>
                  <a:pt x="609" y="567"/>
                </a:lnTo>
                <a:lnTo>
                  <a:pt x="608" y="567"/>
                </a:lnTo>
                <a:lnTo>
                  <a:pt x="608" y="566"/>
                </a:lnTo>
                <a:lnTo>
                  <a:pt x="608" y="567"/>
                </a:lnTo>
                <a:lnTo>
                  <a:pt x="607" y="567"/>
                </a:lnTo>
                <a:lnTo>
                  <a:pt x="607" y="568"/>
                </a:lnTo>
                <a:lnTo>
                  <a:pt x="607" y="569"/>
                </a:lnTo>
                <a:lnTo>
                  <a:pt x="607" y="570"/>
                </a:lnTo>
                <a:lnTo>
                  <a:pt x="606" y="570"/>
                </a:lnTo>
                <a:lnTo>
                  <a:pt x="607" y="572"/>
                </a:lnTo>
                <a:lnTo>
                  <a:pt x="608" y="572"/>
                </a:lnTo>
                <a:lnTo>
                  <a:pt x="608" y="573"/>
                </a:lnTo>
                <a:lnTo>
                  <a:pt x="607" y="574"/>
                </a:lnTo>
                <a:lnTo>
                  <a:pt x="606" y="575"/>
                </a:lnTo>
                <a:lnTo>
                  <a:pt x="606" y="576"/>
                </a:lnTo>
                <a:lnTo>
                  <a:pt x="606" y="577"/>
                </a:lnTo>
                <a:lnTo>
                  <a:pt x="606" y="578"/>
                </a:lnTo>
                <a:lnTo>
                  <a:pt x="606" y="579"/>
                </a:lnTo>
                <a:lnTo>
                  <a:pt x="605" y="579"/>
                </a:lnTo>
                <a:lnTo>
                  <a:pt x="605" y="578"/>
                </a:lnTo>
                <a:lnTo>
                  <a:pt x="603" y="578"/>
                </a:lnTo>
                <a:lnTo>
                  <a:pt x="600" y="579"/>
                </a:lnTo>
                <a:lnTo>
                  <a:pt x="600" y="581"/>
                </a:lnTo>
                <a:lnTo>
                  <a:pt x="600" y="582"/>
                </a:lnTo>
                <a:lnTo>
                  <a:pt x="600" y="583"/>
                </a:lnTo>
                <a:lnTo>
                  <a:pt x="599" y="587"/>
                </a:lnTo>
                <a:lnTo>
                  <a:pt x="598" y="588"/>
                </a:lnTo>
                <a:lnTo>
                  <a:pt x="597" y="588"/>
                </a:lnTo>
                <a:lnTo>
                  <a:pt x="595" y="589"/>
                </a:lnTo>
                <a:lnTo>
                  <a:pt x="595" y="590"/>
                </a:lnTo>
                <a:lnTo>
                  <a:pt x="594" y="590"/>
                </a:lnTo>
                <a:lnTo>
                  <a:pt x="594" y="591"/>
                </a:lnTo>
                <a:lnTo>
                  <a:pt x="594" y="592"/>
                </a:lnTo>
                <a:lnTo>
                  <a:pt x="594" y="594"/>
                </a:lnTo>
                <a:lnTo>
                  <a:pt x="593" y="594"/>
                </a:lnTo>
                <a:lnTo>
                  <a:pt x="591" y="594"/>
                </a:lnTo>
                <a:lnTo>
                  <a:pt x="590" y="594"/>
                </a:lnTo>
                <a:lnTo>
                  <a:pt x="589" y="594"/>
                </a:lnTo>
                <a:lnTo>
                  <a:pt x="589" y="593"/>
                </a:lnTo>
                <a:lnTo>
                  <a:pt x="589" y="594"/>
                </a:lnTo>
                <a:lnTo>
                  <a:pt x="588" y="594"/>
                </a:lnTo>
                <a:lnTo>
                  <a:pt x="587" y="594"/>
                </a:lnTo>
                <a:lnTo>
                  <a:pt x="586" y="594"/>
                </a:lnTo>
                <a:lnTo>
                  <a:pt x="587" y="593"/>
                </a:lnTo>
                <a:lnTo>
                  <a:pt x="586" y="592"/>
                </a:lnTo>
                <a:lnTo>
                  <a:pt x="585" y="591"/>
                </a:lnTo>
                <a:lnTo>
                  <a:pt x="585" y="590"/>
                </a:lnTo>
                <a:lnTo>
                  <a:pt x="584" y="590"/>
                </a:lnTo>
                <a:lnTo>
                  <a:pt x="583" y="591"/>
                </a:lnTo>
                <a:lnTo>
                  <a:pt x="582" y="591"/>
                </a:lnTo>
                <a:lnTo>
                  <a:pt x="580" y="591"/>
                </a:lnTo>
                <a:lnTo>
                  <a:pt x="580" y="592"/>
                </a:lnTo>
                <a:lnTo>
                  <a:pt x="581" y="592"/>
                </a:lnTo>
                <a:lnTo>
                  <a:pt x="580" y="592"/>
                </a:lnTo>
                <a:lnTo>
                  <a:pt x="578" y="592"/>
                </a:lnTo>
                <a:lnTo>
                  <a:pt x="577" y="593"/>
                </a:lnTo>
                <a:lnTo>
                  <a:pt x="578" y="593"/>
                </a:lnTo>
                <a:lnTo>
                  <a:pt x="578" y="594"/>
                </a:lnTo>
                <a:lnTo>
                  <a:pt x="577" y="595"/>
                </a:lnTo>
                <a:lnTo>
                  <a:pt x="577" y="594"/>
                </a:lnTo>
                <a:lnTo>
                  <a:pt x="576" y="594"/>
                </a:lnTo>
                <a:lnTo>
                  <a:pt x="575" y="594"/>
                </a:lnTo>
                <a:lnTo>
                  <a:pt x="575" y="595"/>
                </a:lnTo>
                <a:lnTo>
                  <a:pt x="574" y="596"/>
                </a:lnTo>
                <a:lnTo>
                  <a:pt x="573" y="596"/>
                </a:lnTo>
                <a:lnTo>
                  <a:pt x="572" y="595"/>
                </a:lnTo>
                <a:lnTo>
                  <a:pt x="571" y="596"/>
                </a:lnTo>
                <a:lnTo>
                  <a:pt x="570" y="596"/>
                </a:lnTo>
                <a:lnTo>
                  <a:pt x="569" y="596"/>
                </a:lnTo>
                <a:lnTo>
                  <a:pt x="569" y="597"/>
                </a:lnTo>
                <a:lnTo>
                  <a:pt x="567" y="598"/>
                </a:lnTo>
                <a:lnTo>
                  <a:pt x="566" y="598"/>
                </a:lnTo>
                <a:lnTo>
                  <a:pt x="565" y="598"/>
                </a:lnTo>
                <a:lnTo>
                  <a:pt x="566" y="596"/>
                </a:lnTo>
                <a:lnTo>
                  <a:pt x="566" y="595"/>
                </a:lnTo>
                <a:lnTo>
                  <a:pt x="565" y="594"/>
                </a:lnTo>
                <a:lnTo>
                  <a:pt x="564" y="594"/>
                </a:lnTo>
                <a:lnTo>
                  <a:pt x="563" y="594"/>
                </a:lnTo>
                <a:lnTo>
                  <a:pt x="561" y="593"/>
                </a:lnTo>
                <a:lnTo>
                  <a:pt x="561" y="592"/>
                </a:lnTo>
                <a:lnTo>
                  <a:pt x="560" y="592"/>
                </a:lnTo>
                <a:lnTo>
                  <a:pt x="559" y="593"/>
                </a:lnTo>
                <a:lnTo>
                  <a:pt x="558" y="594"/>
                </a:lnTo>
                <a:lnTo>
                  <a:pt x="558" y="593"/>
                </a:lnTo>
                <a:lnTo>
                  <a:pt x="557" y="593"/>
                </a:lnTo>
                <a:lnTo>
                  <a:pt x="558" y="592"/>
                </a:lnTo>
                <a:lnTo>
                  <a:pt x="557" y="592"/>
                </a:lnTo>
                <a:lnTo>
                  <a:pt x="556" y="592"/>
                </a:lnTo>
                <a:lnTo>
                  <a:pt x="554" y="591"/>
                </a:lnTo>
                <a:lnTo>
                  <a:pt x="553" y="592"/>
                </a:lnTo>
                <a:lnTo>
                  <a:pt x="553" y="593"/>
                </a:lnTo>
                <a:lnTo>
                  <a:pt x="552" y="593"/>
                </a:lnTo>
                <a:lnTo>
                  <a:pt x="552" y="592"/>
                </a:lnTo>
                <a:lnTo>
                  <a:pt x="551" y="592"/>
                </a:lnTo>
                <a:lnTo>
                  <a:pt x="551" y="593"/>
                </a:lnTo>
                <a:lnTo>
                  <a:pt x="550" y="593"/>
                </a:lnTo>
                <a:lnTo>
                  <a:pt x="550" y="594"/>
                </a:lnTo>
                <a:lnTo>
                  <a:pt x="549" y="594"/>
                </a:lnTo>
                <a:lnTo>
                  <a:pt x="549" y="593"/>
                </a:lnTo>
                <a:lnTo>
                  <a:pt x="547" y="592"/>
                </a:lnTo>
                <a:lnTo>
                  <a:pt x="547" y="590"/>
                </a:lnTo>
                <a:lnTo>
                  <a:pt x="546" y="589"/>
                </a:lnTo>
                <a:lnTo>
                  <a:pt x="545" y="589"/>
                </a:lnTo>
                <a:lnTo>
                  <a:pt x="544" y="589"/>
                </a:lnTo>
                <a:lnTo>
                  <a:pt x="543" y="589"/>
                </a:lnTo>
                <a:lnTo>
                  <a:pt x="542" y="589"/>
                </a:lnTo>
                <a:lnTo>
                  <a:pt x="541" y="589"/>
                </a:lnTo>
                <a:lnTo>
                  <a:pt x="540" y="588"/>
                </a:lnTo>
                <a:lnTo>
                  <a:pt x="540" y="587"/>
                </a:lnTo>
                <a:lnTo>
                  <a:pt x="540" y="585"/>
                </a:lnTo>
                <a:lnTo>
                  <a:pt x="539" y="585"/>
                </a:lnTo>
                <a:lnTo>
                  <a:pt x="539" y="584"/>
                </a:lnTo>
                <a:lnTo>
                  <a:pt x="538" y="585"/>
                </a:lnTo>
                <a:lnTo>
                  <a:pt x="536" y="583"/>
                </a:lnTo>
                <a:lnTo>
                  <a:pt x="535" y="583"/>
                </a:lnTo>
                <a:lnTo>
                  <a:pt x="534" y="583"/>
                </a:lnTo>
                <a:lnTo>
                  <a:pt x="534" y="584"/>
                </a:lnTo>
                <a:lnTo>
                  <a:pt x="533" y="584"/>
                </a:lnTo>
                <a:lnTo>
                  <a:pt x="533" y="583"/>
                </a:lnTo>
                <a:lnTo>
                  <a:pt x="533" y="582"/>
                </a:lnTo>
                <a:lnTo>
                  <a:pt x="533" y="581"/>
                </a:lnTo>
                <a:lnTo>
                  <a:pt x="532" y="578"/>
                </a:lnTo>
                <a:lnTo>
                  <a:pt x="532" y="577"/>
                </a:lnTo>
                <a:lnTo>
                  <a:pt x="531" y="577"/>
                </a:lnTo>
                <a:lnTo>
                  <a:pt x="531" y="576"/>
                </a:lnTo>
                <a:lnTo>
                  <a:pt x="532" y="575"/>
                </a:lnTo>
                <a:lnTo>
                  <a:pt x="531" y="575"/>
                </a:lnTo>
                <a:lnTo>
                  <a:pt x="530" y="575"/>
                </a:lnTo>
                <a:lnTo>
                  <a:pt x="530" y="576"/>
                </a:lnTo>
                <a:lnTo>
                  <a:pt x="530" y="577"/>
                </a:lnTo>
                <a:lnTo>
                  <a:pt x="530" y="578"/>
                </a:lnTo>
                <a:lnTo>
                  <a:pt x="529" y="578"/>
                </a:lnTo>
                <a:lnTo>
                  <a:pt x="528" y="577"/>
                </a:lnTo>
                <a:lnTo>
                  <a:pt x="527" y="577"/>
                </a:lnTo>
                <a:lnTo>
                  <a:pt x="527" y="578"/>
                </a:lnTo>
                <a:lnTo>
                  <a:pt x="526" y="578"/>
                </a:lnTo>
                <a:lnTo>
                  <a:pt x="526" y="577"/>
                </a:lnTo>
                <a:lnTo>
                  <a:pt x="525" y="576"/>
                </a:lnTo>
                <a:lnTo>
                  <a:pt x="524" y="576"/>
                </a:lnTo>
                <a:lnTo>
                  <a:pt x="523" y="577"/>
                </a:lnTo>
                <a:lnTo>
                  <a:pt x="521" y="578"/>
                </a:lnTo>
                <a:lnTo>
                  <a:pt x="521" y="580"/>
                </a:lnTo>
                <a:lnTo>
                  <a:pt x="520" y="581"/>
                </a:lnTo>
                <a:lnTo>
                  <a:pt x="519" y="581"/>
                </a:lnTo>
                <a:lnTo>
                  <a:pt x="518" y="582"/>
                </a:lnTo>
                <a:lnTo>
                  <a:pt x="517" y="581"/>
                </a:lnTo>
                <a:lnTo>
                  <a:pt x="516" y="581"/>
                </a:lnTo>
                <a:lnTo>
                  <a:pt x="516" y="580"/>
                </a:lnTo>
                <a:lnTo>
                  <a:pt x="515" y="580"/>
                </a:lnTo>
                <a:lnTo>
                  <a:pt x="515" y="579"/>
                </a:lnTo>
                <a:lnTo>
                  <a:pt x="515" y="580"/>
                </a:lnTo>
                <a:lnTo>
                  <a:pt x="514" y="580"/>
                </a:lnTo>
                <a:lnTo>
                  <a:pt x="513" y="582"/>
                </a:lnTo>
                <a:lnTo>
                  <a:pt x="514" y="582"/>
                </a:lnTo>
                <a:lnTo>
                  <a:pt x="515" y="582"/>
                </a:lnTo>
                <a:lnTo>
                  <a:pt x="515" y="583"/>
                </a:lnTo>
                <a:lnTo>
                  <a:pt x="514" y="583"/>
                </a:lnTo>
                <a:lnTo>
                  <a:pt x="513" y="583"/>
                </a:lnTo>
                <a:lnTo>
                  <a:pt x="512" y="583"/>
                </a:lnTo>
                <a:lnTo>
                  <a:pt x="511" y="584"/>
                </a:lnTo>
                <a:lnTo>
                  <a:pt x="511" y="586"/>
                </a:lnTo>
                <a:lnTo>
                  <a:pt x="511" y="587"/>
                </a:lnTo>
                <a:lnTo>
                  <a:pt x="512" y="587"/>
                </a:lnTo>
                <a:lnTo>
                  <a:pt x="512" y="588"/>
                </a:lnTo>
                <a:lnTo>
                  <a:pt x="513" y="589"/>
                </a:lnTo>
                <a:lnTo>
                  <a:pt x="513" y="590"/>
                </a:lnTo>
                <a:lnTo>
                  <a:pt x="511" y="590"/>
                </a:lnTo>
                <a:lnTo>
                  <a:pt x="510" y="589"/>
                </a:lnTo>
                <a:lnTo>
                  <a:pt x="509" y="589"/>
                </a:lnTo>
                <a:lnTo>
                  <a:pt x="508" y="590"/>
                </a:lnTo>
                <a:lnTo>
                  <a:pt x="508" y="592"/>
                </a:lnTo>
                <a:lnTo>
                  <a:pt x="507" y="593"/>
                </a:lnTo>
                <a:lnTo>
                  <a:pt x="507" y="594"/>
                </a:lnTo>
                <a:lnTo>
                  <a:pt x="506" y="595"/>
                </a:lnTo>
                <a:lnTo>
                  <a:pt x="505" y="595"/>
                </a:lnTo>
                <a:lnTo>
                  <a:pt x="504" y="595"/>
                </a:lnTo>
                <a:lnTo>
                  <a:pt x="503" y="597"/>
                </a:lnTo>
                <a:lnTo>
                  <a:pt x="502" y="597"/>
                </a:lnTo>
                <a:lnTo>
                  <a:pt x="502" y="598"/>
                </a:lnTo>
                <a:lnTo>
                  <a:pt x="501" y="599"/>
                </a:lnTo>
                <a:lnTo>
                  <a:pt x="501" y="600"/>
                </a:lnTo>
                <a:lnTo>
                  <a:pt x="500" y="600"/>
                </a:lnTo>
                <a:lnTo>
                  <a:pt x="498" y="599"/>
                </a:lnTo>
                <a:lnTo>
                  <a:pt x="497" y="599"/>
                </a:lnTo>
                <a:lnTo>
                  <a:pt x="496" y="599"/>
                </a:lnTo>
                <a:lnTo>
                  <a:pt x="495" y="599"/>
                </a:lnTo>
                <a:lnTo>
                  <a:pt x="494" y="599"/>
                </a:lnTo>
                <a:lnTo>
                  <a:pt x="494" y="600"/>
                </a:lnTo>
                <a:lnTo>
                  <a:pt x="494" y="601"/>
                </a:lnTo>
                <a:lnTo>
                  <a:pt x="493" y="601"/>
                </a:lnTo>
                <a:lnTo>
                  <a:pt x="490" y="603"/>
                </a:lnTo>
                <a:lnTo>
                  <a:pt x="490" y="605"/>
                </a:lnTo>
                <a:lnTo>
                  <a:pt x="490" y="606"/>
                </a:lnTo>
                <a:lnTo>
                  <a:pt x="490" y="607"/>
                </a:lnTo>
                <a:lnTo>
                  <a:pt x="488" y="606"/>
                </a:lnTo>
                <a:lnTo>
                  <a:pt x="487" y="605"/>
                </a:lnTo>
                <a:lnTo>
                  <a:pt x="487" y="604"/>
                </a:lnTo>
                <a:lnTo>
                  <a:pt x="486" y="602"/>
                </a:lnTo>
                <a:lnTo>
                  <a:pt x="486" y="601"/>
                </a:lnTo>
                <a:lnTo>
                  <a:pt x="484" y="603"/>
                </a:lnTo>
                <a:lnTo>
                  <a:pt x="483" y="603"/>
                </a:lnTo>
                <a:lnTo>
                  <a:pt x="482" y="602"/>
                </a:lnTo>
                <a:lnTo>
                  <a:pt x="481" y="602"/>
                </a:lnTo>
                <a:lnTo>
                  <a:pt x="481" y="603"/>
                </a:lnTo>
                <a:lnTo>
                  <a:pt x="481" y="604"/>
                </a:lnTo>
                <a:lnTo>
                  <a:pt x="482" y="604"/>
                </a:lnTo>
                <a:lnTo>
                  <a:pt x="482" y="606"/>
                </a:lnTo>
                <a:lnTo>
                  <a:pt x="482" y="608"/>
                </a:lnTo>
                <a:lnTo>
                  <a:pt x="483" y="609"/>
                </a:lnTo>
                <a:lnTo>
                  <a:pt x="483" y="610"/>
                </a:lnTo>
                <a:lnTo>
                  <a:pt x="484" y="610"/>
                </a:lnTo>
                <a:lnTo>
                  <a:pt x="484" y="612"/>
                </a:lnTo>
                <a:lnTo>
                  <a:pt x="483" y="613"/>
                </a:lnTo>
                <a:lnTo>
                  <a:pt x="484" y="613"/>
                </a:lnTo>
                <a:lnTo>
                  <a:pt x="484" y="614"/>
                </a:lnTo>
                <a:lnTo>
                  <a:pt x="485" y="614"/>
                </a:lnTo>
                <a:lnTo>
                  <a:pt x="485" y="613"/>
                </a:lnTo>
                <a:lnTo>
                  <a:pt x="487" y="614"/>
                </a:lnTo>
                <a:lnTo>
                  <a:pt x="488" y="614"/>
                </a:lnTo>
                <a:lnTo>
                  <a:pt x="489" y="614"/>
                </a:lnTo>
                <a:lnTo>
                  <a:pt x="489" y="613"/>
                </a:lnTo>
                <a:lnTo>
                  <a:pt x="490" y="613"/>
                </a:lnTo>
                <a:lnTo>
                  <a:pt x="491" y="613"/>
                </a:lnTo>
                <a:lnTo>
                  <a:pt x="491" y="614"/>
                </a:lnTo>
                <a:lnTo>
                  <a:pt x="491" y="613"/>
                </a:lnTo>
                <a:lnTo>
                  <a:pt x="493" y="613"/>
                </a:lnTo>
                <a:lnTo>
                  <a:pt x="494" y="612"/>
                </a:lnTo>
                <a:lnTo>
                  <a:pt x="495" y="612"/>
                </a:lnTo>
                <a:lnTo>
                  <a:pt x="496" y="613"/>
                </a:lnTo>
                <a:lnTo>
                  <a:pt x="499" y="613"/>
                </a:lnTo>
                <a:lnTo>
                  <a:pt x="499" y="614"/>
                </a:lnTo>
                <a:lnTo>
                  <a:pt x="500" y="614"/>
                </a:lnTo>
                <a:lnTo>
                  <a:pt x="500" y="615"/>
                </a:lnTo>
                <a:lnTo>
                  <a:pt x="501" y="615"/>
                </a:lnTo>
                <a:lnTo>
                  <a:pt x="501" y="616"/>
                </a:lnTo>
                <a:lnTo>
                  <a:pt x="501" y="617"/>
                </a:lnTo>
                <a:lnTo>
                  <a:pt x="502" y="617"/>
                </a:lnTo>
                <a:lnTo>
                  <a:pt x="503" y="617"/>
                </a:lnTo>
                <a:lnTo>
                  <a:pt x="504" y="617"/>
                </a:lnTo>
                <a:lnTo>
                  <a:pt x="504" y="618"/>
                </a:lnTo>
                <a:lnTo>
                  <a:pt x="504" y="619"/>
                </a:lnTo>
                <a:lnTo>
                  <a:pt x="503" y="619"/>
                </a:lnTo>
                <a:lnTo>
                  <a:pt x="502" y="620"/>
                </a:lnTo>
                <a:lnTo>
                  <a:pt x="501" y="620"/>
                </a:lnTo>
                <a:lnTo>
                  <a:pt x="499" y="621"/>
                </a:lnTo>
                <a:lnTo>
                  <a:pt x="498" y="622"/>
                </a:lnTo>
                <a:lnTo>
                  <a:pt x="497" y="623"/>
                </a:lnTo>
                <a:lnTo>
                  <a:pt x="497" y="624"/>
                </a:lnTo>
                <a:lnTo>
                  <a:pt x="496" y="626"/>
                </a:lnTo>
                <a:lnTo>
                  <a:pt x="497" y="627"/>
                </a:lnTo>
                <a:lnTo>
                  <a:pt x="497" y="628"/>
                </a:lnTo>
                <a:lnTo>
                  <a:pt x="498" y="628"/>
                </a:lnTo>
                <a:lnTo>
                  <a:pt x="499" y="629"/>
                </a:lnTo>
                <a:lnTo>
                  <a:pt x="502" y="633"/>
                </a:lnTo>
                <a:lnTo>
                  <a:pt x="503" y="633"/>
                </a:lnTo>
                <a:lnTo>
                  <a:pt x="502" y="634"/>
                </a:lnTo>
                <a:lnTo>
                  <a:pt x="501" y="635"/>
                </a:lnTo>
                <a:lnTo>
                  <a:pt x="501" y="636"/>
                </a:lnTo>
                <a:lnTo>
                  <a:pt x="501" y="638"/>
                </a:lnTo>
                <a:lnTo>
                  <a:pt x="500" y="638"/>
                </a:lnTo>
                <a:lnTo>
                  <a:pt x="500" y="639"/>
                </a:lnTo>
                <a:lnTo>
                  <a:pt x="499" y="640"/>
                </a:lnTo>
                <a:lnTo>
                  <a:pt x="499" y="641"/>
                </a:lnTo>
                <a:lnTo>
                  <a:pt x="500" y="641"/>
                </a:lnTo>
                <a:lnTo>
                  <a:pt x="501" y="642"/>
                </a:lnTo>
                <a:lnTo>
                  <a:pt x="501" y="643"/>
                </a:lnTo>
                <a:lnTo>
                  <a:pt x="500" y="643"/>
                </a:lnTo>
                <a:lnTo>
                  <a:pt x="500" y="644"/>
                </a:lnTo>
                <a:lnTo>
                  <a:pt x="501" y="645"/>
                </a:lnTo>
                <a:lnTo>
                  <a:pt x="502" y="646"/>
                </a:lnTo>
                <a:lnTo>
                  <a:pt x="503" y="646"/>
                </a:lnTo>
                <a:lnTo>
                  <a:pt x="503" y="649"/>
                </a:lnTo>
                <a:lnTo>
                  <a:pt x="502" y="649"/>
                </a:lnTo>
                <a:lnTo>
                  <a:pt x="503" y="650"/>
                </a:lnTo>
                <a:lnTo>
                  <a:pt x="504" y="650"/>
                </a:lnTo>
                <a:lnTo>
                  <a:pt x="504" y="651"/>
                </a:lnTo>
                <a:lnTo>
                  <a:pt x="503" y="651"/>
                </a:lnTo>
                <a:lnTo>
                  <a:pt x="502" y="651"/>
                </a:lnTo>
                <a:lnTo>
                  <a:pt x="502" y="652"/>
                </a:lnTo>
                <a:lnTo>
                  <a:pt x="501" y="652"/>
                </a:lnTo>
                <a:lnTo>
                  <a:pt x="502" y="653"/>
                </a:lnTo>
                <a:lnTo>
                  <a:pt x="502" y="654"/>
                </a:lnTo>
                <a:lnTo>
                  <a:pt x="502" y="653"/>
                </a:lnTo>
                <a:lnTo>
                  <a:pt x="501" y="653"/>
                </a:lnTo>
                <a:lnTo>
                  <a:pt x="501" y="654"/>
                </a:lnTo>
                <a:lnTo>
                  <a:pt x="500" y="654"/>
                </a:lnTo>
                <a:lnTo>
                  <a:pt x="499" y="655"/>
                </a:lnTo>
                <a:lnTo>
                  <a:pt x="498" y="655"/>
                </a:lnTo>
                <a:lnTo>
                  <a:pt x="498" y="654"/>
                </a:lnTo>
                <a:lnTo>
                  <a:pt x="497" y="654"/>
                </a:lnTo>
                <a:lnTo>
                  <a:pt x="497" y="655"/>
                </a:lnTo>
                <a:lnTo>
                  <a:pt x="496" y="655"/>
                </a:lnTo>
                <a:lnTo>
                  <a:pt x="495" y="655"/>
                </a:lnTo>
                <a:lnTo>
                  <a:pt x="494" y="655"/>
                </a:lnTo>
                <a:lnTo>
                  <a:pt x="492" y="655"/>
                </a:lnTo>
                <a:lnTo>
                  <a:pt x="489" y="656"/>
                </a:lnTo>
                <a:lnTo>
                  <a:pt x="488" y="657"/>
                </a:lnTo>
                <a:lnTo>
                  <a:pt x="488" y="658"/>
                </a:lnTo>
                <a:lnTo>
                  <a:pt x="487" y="659"/>
                </a:lnTo>
                <a:lnTo>
                  <a:pt x="487" y="658"/>
                </a:lnTo>
                <a:lnTo>
                  <a:pt x="485" y="659"/>
                </a:lnTo>
                <a:lnTo>
                  <a:pt x="484" y="659"/>
                </a:lnTo>
                <a:lnTo>
                  <a:pt x="483" y="659"/>
                </a:lnTo>
                <a:lnTo>
                  <a:pt x="482" y="659"/>
                </a:lnTo>
                <a:lnTo>
                  <a:pt x="480" y="660"/>
                </a:lnTo>
                <a:lnTo>
                  <a:pt x="479" y="660"/>
                </a:lnTo>
                <a:lnTo>
                  <a:pt x="478" y="659"/>
                </a:lnTo>
                <a:lnTo>
                  <a:pt x="477" y="659"/>
                </a:lnTo>
                <a:lnTo>
                  <a:pt x="478" y="658"/>
                </a:lnTo>
                <a:lnTo>
                  <a:pt x="478" y="657"/>
                </a:lnTo>
                <a:lnTo>
                  <a:pt x="478" y="656"/>
                </a:lnTo>
                <a:lnTo>
                  <a:pt x="477" y="655"/>
                </a:lnTo>
                <a:lnTo>
                  <a:pt x="477" y="653"/>
                </a:lnTo>
                <a:lnTo>
                  <a:pt x="476" y="652"/>
                </a:lnTo>
                <a:lnTo>
                  <a:pt x="474" y="652"/>
                </a:lnTo>
                <a:lnTo>
                  <a:pt x="473" y="652"/>
                </a:lnTo>
                <a:lnTo>
                  <a:pt x="472" y="652"/>
                </a:lnTo>
                <a:lnTo>
                  <a:pt x="472" y="651"/>
                </a:lnTo>
                <a:lnTo>
                  <a:pt x="472" y="649"/>
                </a:lnTo>
                <a:lnTo>
                  <a:pt x="472" y="648"/>
                </a:lnTo>
                <a:lnTo>
                  <a:pt x="472" y="647"/>
                </a:lnTo>
                <a:lnTo>
                  <a:pt x="470" y="646"/>
                </a:lnTo>
                <a:lnTo>
                  <a:pt x="470" y="645"/>
                </a:lnTo>
                <a:lnTo>
                  <a:pt x="469" y="645"/>
                </a:lnTo>
                <a:lnTo>
                  <a:pt x="468" y="644"/>
                </a:lnTo>
                <a:lnTo>
                  <a:pt x="468" y="643"/>
                </a:lnTo>
                <a:lnTo>
                  <a:pt x="468" y="642"/>
                </a:lnTo>
                <a:lnTo>
                  <a:pt x="468" y="641"/>
                </a:lnTo>
                <a:lnTo>
                  <a:pt x="469" y="640"/>
                </a:lnTo>
                <a:lnTo>
                  <a:pt x="468" y="637"/>
                </a:lnTo>
                <a:lnTo>
                  <a:pt x="467" y="636"/>
                </a:lnTo>
                <a:lnTo>
                  <a:pt x="466" y="636"/>
                </a:lnTo>
                <a:lnTo>
                  <a:pt x="465" y="636"/>
                </a:lnTo>
                <a:lnTo>
                  <a:pt x="465" y="635"/>
                </a:lnTo>
                <a:lnTo>
                  <a:pt x="464" y="634"/>
                </a:lnTo>
                <a:lnTo>
                  <a:pt x="463" y="633"/>
                </a:lnTo>
                <a:lnTo>
                  <a:pt x="462" y="633"/>
                </a:lnTo>
                <a:lnTo>
                  <a:pt x="461" y="630"/>
                </a:lnTo>
                <a:lnTo>
                  <a:pt x="460" y="630"/>
                </a:lnTo>
                <a:lnTo>
                  <a:pt x="459" y="630"/>
                </a:lnTo>
                <a:lnTo>
                  <a:pt x="459" y="629"/>
                </a:lnTo>
                <a:lnTo>
                  <a:pt x="457" y="629"/>
                </a:lnTo>
                <a:lnTo>
                  <a:pt x="456" y="630"/>
                </a:lnTo>
                <a:lnTo>
                  <a:pt x="454" y="632"/>
                </a:lnTo>
                <a:lnTo>
                  <a:pt x="450" y="632"/>
                </a:lnTo>
                <a:lnTo>
                  <a:pt x="448" y="632"/>
                </a:lnTo>
                <a:lnTo>
                  <a:pt x="447" y="631"/>
                </a:lnTo>
                <a:lnTo>
                  <a:pt x="444" y="631"/>
                </a:lnTo>
                <a:lnTo>
                  <a:pt x="443" y="631"/>
                </a:lnTo>
                <a:lnTo>
                  <a:pt x="442" y="631"/>
                </a:lnTo>
                <a:lnTo>
                  <a:pt x="442" y="630"/>
                </a:lnTo>
                <a:lnTo>
                  <a:pt x="439" y="629"/>
                </a:lnTo>
                <a:lnTo>
                  <a:pt x="439" y="630"/>
                </a:lnTo>
                <a:lnTo>
                  <a:pt x="438" y="630"/>
                </a:lnTo>
                <a:lnTo>
                  <a:pt x="437" y="630"/>
                </a:lnTo>
                <a:lnTo>
                  <a:pt x="436" y="629"/>
                </a:lnTo>
                <a:lnTo>
                  <a:pt x="436" y="628"/>
                </a:lnTo>
                <a:lnTo>
                  <a:pt x="437" y="627"/>
                </a:lnTo>
                <a:lnTo>
                  <a:pt x="436" y="626"/>
                </a:lnTo>
                <a:lnTo>
                  <a:pt x="435" y="625"/>
                </a:lnTo>
                <a:lnTo>
                  <a:pt x="434" y="626"/>
                </a:lnTo>
                <a:lnTo>
                  <a:pt x="434" y="627"/>
                </a:lnTo>
                <a:lnTo>
                  <a:pt x="434" y="628"/>
                </a:lnTo>
                <a:lnTo>
                  <a:pt x="433" y="629"/>
                </a:lnTo>
                <a:lnTo>
                  <a:pt x="433" y="630"/>
                </a:lnTo>
                <a:lnTo>
                  <a:pt x="432" y="631"/>
                </a:lnTo>
                <a:lnTo>
                  <a:pt x="432" y="632"/>
                </a:lnTo>
                <a:lnTo>
                  <a:pt x="431" y="632"/>
                </a:lnTo>
                <a:lnTo>
                  <a:pt x="429" y="631"/>
                </a:lnTo>
                <a:lnTo>
                  <a:pt x="429" y="630"/>
                </a:lnTo>
                <a:lnTo>
                  <a:pt x="429" y="629"/>
                </a:lnTo>
                <a:lnTo>
                  <a:pt x="428" y="628"/>
                </a:lnTo>
                <a:lnTo>
                  <a:pt x="428" y="627"/>
                </a:lnTo>
                <a:lnTo>
                  <a:pt x="427" y="627"/>
                </a:lnTo>
                <a:lnTo>
                  <a:pt x="427" y="626"/>
                </a:lnTo>
                <a:lnTo>
                  <a:pt x="426" y="625"/>
                </a:lnTo>
                <a:lnTo>
                  <a:pt x="424" y="626"/>
                </a:lnTo>
                <a:lnTo>
                  <a:pt x="424" y="627"/>
                </a:lnTo>
                <a:lnTo>
                  <a:pt x="422" y="628"/>
                </a:lnTo>
                <a:lnTo>
                  <a:pt x="421" y="628"/>
                </a:lnTo>
                <a:lnTo>
                  <a:pt x="420" y="628"/>
                </a:lnTo>
                <a:lnTo>
                  <a:pt x="419" y="629"/>
                </a:lnTo>
                <a:lnTo>
                  <a:pt x="419" y="630"/>
                </a:lnTo>
                <a:lnTo>
                  <a:pt x="420" y="630"/>
                </a:lnTo>
                <a:lnTo>
                  <a:pt x="419" y="630"/>
                </a:lnTo>
                <a:lnTo>
                  <a:pt x="417" y="630"/>
                </a:lnTo>
                <a:lnTo>
                  <a:pt x="416" y="629"/>
                </a:lnTo>
                <a:lnTo>
                  <a:pt x="415" y="630"/>
                </a:lnTo>
                <a:lnTo>
                  <a:pt x="414" y="630"/>
                </a:lnTo>
                <a:lnTo>
                  <a:pt x="413" y="629"/>
                </a:lnTo>
                <a:lnTo>
                  <a:pt x="412" y="627"/>
                </a:lnTo>
                <a:lnTo>
                  <a:pt x="410" y="627"/>
                </a:lnTo>
                <a:lnTo>
                  <a:pt x="409" y="627"/>
                </a:lnTo>
                <a:lnTo>
                  <a:pt x="409" y="628"/>
                </a:lnTo>
                <a:lnTo>
                  <a:pt x="407" y="627"/>
                </a:lnTo>
                <a:lnTo>
                  <a:pt x="406" y="627"/>
                </a:lnTo>
                <a:lnTo>
                  <a:pt x="405" y="628"/>
                </a:lnTo>
                <a:lnTo>
                  <a:pt x="405" y="630"/>
                </a:lnTo>
                <a:lnTo>
                  <a:pt x="405" y="631"/>
                </a:lnTo>
                <a:lnTo>
                  <a:pt x="404" y="633"/>
                </a:lnTo>
                <a:lnTo>
                  <a:pt x="404" y="634"/>
                </a:lnTo>
                <a:lnTo>
                  <a:pt x="404" y="635"/>
                </a:lnTo>
                <a:lnTo>
                  <a:pt x="403" y="639"/>
                </a:lnTo>
                <a:lnTo>
                  <a:pt x="403" y="642"/>
                </a:lnTo>
                <a:lnTo>
                  <a:pt x="402" y="644"/>
                </a:lnTo>
                <a:lnTo>
                  <a:pt x="402" y="645"/>
                </a:lnTo>
                <a:lnTo>
                  <a:pt x="402" y="646"/>
                </a:lnTo>
                <a:lnTo>
                  <a:pt x="402" y="647"/>
                </a:lnTo>
                <a:lnTo>
                  <a:pt x="403" y="648"/>
                </a:lnTo>
                <a:lnTo>
                  <a:pt x="402" y="649"/>
                </a:lnTo>
                <a:lnTo>
                  <a:pt x="402" y="650"/>
                </a:lnTo>
                <a:lnTo>
                  <a:pt x="401" y="652"/>
                </a:lnTo>
                <a:lnTo>
                  <a:pt x="400" y="653"/>
                </a:lnTo>
                <a:lnTo>
                  <a:pt x="399" y="653"/>
                </a:lnTo>
                <a:lnTo>
                  <a:pt x="400" y="656"/>
                </a:lnTo>
                <a:lnTo>
                  <a:pt x="400" y="657"/>
                </a:lnTo>
                <a:lnTo>
                  <a:pt x="400" y="658"/>
                </a:lnTo>
                <a:lnTo>
                  <a:pt x="401" y="658"/>
                </a:lnTo>
                <a:lnTo>
                  <a:pt x="402" y="658"/>
                </a:lnTo>
                <a:lnTo>
                  <a:pt x="402" y="659"/>
                </a:lnTo>
                <a:lnTo>
                  <a:pt x="402" y="660"/>
                </a:lnTo>
                <a:lnTo>
                  <a:pt x="403" y="660"/>
                </a:lnTo>
                <a:lnTo>
                  <a:pt x="405" y="660"/>
                </a:lnTo>
                <a:lnTo>
                  <a:pt x="406" y="660"/>
                </a:lnTo>
                <a:lnTo>
                  <a:pt x="406" y="661"/>
                </a:lnTo>
                <a:lnTo>
                  <a:pt x="406" y="663"/>
                </a:lnTo>
                <a:lnTo>
                  <a:pt x="406" y="664"/>
                </a:lnTo>
                <a:lnTo>
                  <a:pt x="406" y="665"/>
                </a:lnTo>
                <a:lnTo>
                  <a:pt x="405" y="666"/>
                </a:lnTo>
                <a:lnTo>
                  <a:pt x="406" y="668"/>
                </a:lnTo>
                <a:lnTo>
                  <a:pt x="406" y="669"/>
                </a:lnTo>
                <a:lnTo>
                  <a:pt x="406" y="670"/>
                </a:lnTo>
                <a:lnTo>
                  <a:pt x="406" y="671"/>
                </a:lnTo>
                <a:lnTo>
                  <a:pt x="405" y="671"/>
                </a:lnTo>
                <a:lnTo>
                  <a:pt x="406" y="671"/>
                </a:lnTo>
                <a:lnTo>
                  <a:pt x="405" y="671"/>
                </a:lnTo>
                <a:lnTo>
                  <a:pt x="405" y="672"/>
                </a:lnTo>
                <a:lnTo>
                  <a:pt x="404" y="672"/>
                </a:lnTo>
                <a:lnTo>
                  <a:pt x="403" y="672"/>
                </a:lnTo>
                <a:lnTo>
                  <a:pt x="403" y="671"/>
                </a:lnTo>
                <a:lnTo>
                  <a:pt x="402" y="672"/>
                </a:lnTo>
                <a:lnTo>
                  <a:pt x="400" y="673"/>
                </a:lnTo>
                <a:lnTo>
                  <a:pt x="399" y="674"/>
                </a:lnTo>
                <a:lnTo>
                  <a:pt x="398" y="675"/>
                </a:lnTo>
                <a:lnTo>
                  <a:pt x="397" y="677"/>
                </a:lnTo>
                <a:lnTo>
                  <a:pt x="396" y="677"/>
                </a:lnTo>
                <a:lnTo>
                  <a:pt x="395" y="677"/>
                </a:lnTo>
                <a:lnTo>
                  <a:pt x="395" y="678"/>
                </a:lnTo>
                <a:lnTo>
                  <a:pt x="394" y="678"/>
                </a:lnTo>
                <a:lnTo>
                  <a:pt x="393" y="680"/>
                </a:lnTo>
                <a:lnTo>
                  <a:pt x="393" y="681"/>
                </a:lnTo>
                <a:lnTo>
                  <a:pt x="392" y="681"/>
                </a:lnTo>
                <a:lnTo>
                  <a:pt x="391" y="681"/>
                </a:lnTo>
                <a:lnTo>
                  <a:pt x="391" y="682"/>
                </a:lnTo>
                <a:lnTo>
                  <a:pt x="391" y="683"/>
                </a:lnTo>
                <a:lnTo>
                  <a:pt x="391" y="684"/>
                </a:lnTo>
                <a:lnTo>
                  <a:pt x="391" y="685"/>
                </a:lnTo>
                <a:lnTo>
                  <a:pt x="390" y="686"/>
                </a:lnTo>
                <a:lnTo>
                  <a:pt x="389" y="685"/>
                </a:lnTo>
                <a:lnTo>
                  <a:pt x="387" y="684"/>
                </a:lnTo>
                <a:lnTo>
                  <a:pt x="386" y="683"/>
                </a:lnTo>
                <a:lnTo>
                  <a:pt x="385" y="683"/>
                </a:lnTo>
                <a:lnTo>
                  <a:pt x="384" y="683"/>
                </a:lnTo>
                <a:lnTo>
                  <a:pt x="383" y="683"/>
                </a:lnTo>
                <a:lnTo>
                  <a:pt x="383" y="682"/>
                </a:lnTo>
                <a:lnTo>
                  <a:pt x="381" y="682"/>
                </a:lnTo>
                <a:lnTo>
                  <a:pt x="381" y="683"/>
                </a:lnTo>
                <a:lnTo>
                  <a:pt x="381" y="684"/>
                </a:lnTo>
                <a:lnTo>
                  <a:pt x="380" y="684"/>
                </a:lnTo>
                <a:lnTo>
                  <a:pt x="379" y="684"/>
                </a:lnTo>
                <a:lnTo>
                  <a:pt x="379" y="683"/>
                </a:lnTo>
                <a:lnTo>
                  <a:pt x="378" y="683"/>
                </a:lnTo>
                <a:lnTo>
                  <a:pt x="376" y="683"/>
                </a:lnTo>
                <a:lnTo>
                  <a:pt x="375" y="683"/>
                </a:lnTo>
                <a:lnTo>
                  <a:pt x="375" y="684"/>
                </a:lnTo>
                <a:lnTo>
                  <a:pt x="374" y="684"/>
                </a:lnTo>
                <a:lnTo>
                  <a:pt x="374" y="685"/>
                </a:lnTo>
                <a:lnTo>
                  <a:pt x="373" y="685"/>
                </a:lnTo>
                <a:lnTo>
                  <a:pt x="373" y="684"/>
                </a:lnTo>
                <a:lnTo>
                  <a:pt x="372" y="684"/>
                </a:lnTo>
                <a:lnTo>
                  <a:pt x="372" y="682"/>
                </a:lnTo>
                <a:lnTo>
                  <a:pt x="370" y="683"/>
                </a:lnTo>
                <a:lnTo>
                  <a:pt x="369" y="682"/>
                </a:lnTo>
                <a:lnTo>
                  <a:pt x="368" y="682"/>
                </a:lnTo>
                <a:lnTo>
                  <a:pt x="367" y="683"/>
                </a:lnTo>
                <a:lnTo>
                  <a:pt x="366" y="683"/>
                </a:lnTo>
                <a:lnTo>
                  <a:pt x="365" y="683"/>
                </a:lnTo>
                <a:lnTo>
                  <a:pt x="362" y="682"/>
                </a:lnTo>
                <a:lnTo>
                  <a:pt x="362" y="681"/>
                </a:lnTo>
                <a:lnTo>
                  <a:pt x="361" y="681"/>
                </a:lnTo>
                <a:lnTo>
                  <a:pt x="360" y="682"/>
                </a:lnTo>
                <a:lnTo>
                  <a:pt x="359" y="683"/>
                </a:lnTo>
                <a:lnTo>
                  <a:pt x="357" y="683"/>
                </a:lnTo>
                <a:lnTo>
                  <a:pt x="356" y="683"/>
                </a:lnTo>
                <a:lnTo>
                  <a:pt x="355" y="683"/>
                </a:lnTo>
                <a:lnTo>
                  <a:pt x="354" y="682"/>
                </a:lnTo>
                <a:lnTo>
                  <a:pt x="353" y="682"/>
                </a:lnTo>
                <a:lnTo>
                  <a:pt x="351" y="683"/>
                </a:lnTo>
                <a:lnTo>
                  <a:pt x="350" y="684"/>
                </a:lnTo>
                <a:lnTo>
                  <a:pt x="349" y="684"/>
                </a:lnTo>
                <a:lnTo>
                  <a:pt x="348" y="686"/>
                </a:lnTo>
                <a:lnTo>
                  <a:pt x="348" y="687"/>
                </a:lnTo>
                <a:lnTo>
                  <a:pt x="347" y="688"/>
                </a:lnTo>
                <a:lnTo>
                  <a:pt x="347" y="689"/>
                </a:lnTo>
                <a:lnTo>
                  <a:pt x="347" y="690"/>
                </a:lnTo>
                <a:lnTo>
                  <a:pt x="346" y="691"/>
                </a:lnTo>
                <a:lnTo>
                  <a:pt x="346" y="692"/>
                </a:lnTo>
                <a:lnTo>
                  <a:pt x="346" y="693"/>
                </a:lnTo>
                <a:lnTo>
                  <a:pt x="347" y="693"/>
                </a:lnTo>
                <a:lnTo>
                  <a:pt x="347" y="694"/>
                </a:lnTo>
                <a:lnTo>
                  <a:pt x="346" y="695"/>
                </a:lnTo>
                <a:lnTo>
                  <a:pt x="346" y="696"/>
                </a:lnTo>
                <a:lnTo>
                  <a:pt x="345" y="696"/>
                </a:lnTo>
                <a:lnTo>
                  <a:pt x="342" y="695"/>
                </a:lnTo>
                <a:lnTo>
                  <a:pt x="341" y="695"/>
                </a:lnTo>
                <a:lnTo>
                  <a:pt x="340" y="695"/>
                </a:lnTo>
                <a:lnTo>
                  <a:pt x="340" y="696"/>
                </a:lnTo>
                <a:lnTo>
                  <a:pt x="339" y="697"/>
                </a:lnTo>
                <a:lnTo>
                  <a:pt x="339" y="698"/>
                </a:lnTo>
                <a:lnTo>
                  <a:pt x="338" y="701"/>
                </a:lnTo>
                <a:lnTo>
                  <a:pt x="339" y="701"/>
                </a:lnTo>
                <a:lnTo>
                  <a:pt x="338" y="702"/>
                </a:lnTo>
                <a:lnTo>
                  <a:pt x="337" y="702"/>
                </a:lnTo>
                <a:lnTo>
                  <a:pt x="336" y="701"/>
                </a:lnTo>
                <a:lnTo>
                  <a:pt x="334" y="702"/>
                </a:lnTo>
                <a:lnTo>
                  <a:pt x="333" y="702"/>
                </a:lnTo>
                <a:lnTo>
                  <a:pt x="332" y="702"/>
                </a:lnTo>
                <a:lnTo>
                  <a:pt x="332" y="701"/>
                </a:lnTo>
                <a:lnTo>
                  <a:pt x="330" y="699"/>
                </a:lnTo>
                <a:lnTo>
                  <a:pt x="330" y="700"/>
                </a:lnTo>
                <a:lnTo>
                  <a:pt x="330" y="699"/>
                </a:lnTo>
                <a:lnTo>
                  <a:pt x="329" y="699"/>
                </a:lnTo>
                <a:lnTo>
                  <a:pt x="328" y="699"/>
                </a:lnTo>
                <a:lnTo>
                  <a:pt x="327" y="699"/>
                </a:lnTo>
                <a:lnTo>
                  <a:pt x="326" y="699"/>
                </a:lnTo>
                <a:lnTo>
                  <a:pt x="326" y="700"/>
                </a:lnTo>
                <a:lnTo>
                  <a:pt x="324" y="700"/>
                </a:lnTo>
                <a:lnTo>
                  <a:pt x="324" y="699"/>
                </a:lnTo>
                <a:lnTo>
                  <a:pt x="324" y="698"/>
                </a:lnTo>
                <a:lnTo>
                  <a:pt x="323" y="698"/>
                </a:lnTo>
                <a:lnTo>
                  <a:pt x="322" y="698"/>
                </a:lnTo>
                <a:lnTo>
                  <a:pt x="321" y="698"/>
                </a:lnTo>
                <a:lnTo>
                  <a:pt x="321" y="697"/>
                </a:lnTo>
                <a:lnTo>
                  <a:pt x="322" y="696"/>
                </a:lnTo>
                <a:lnTo>
                  <a:pt x="323" y="695"/>
                </a:lnTo>
                <a:lnTo>
                  <a:pt x="323" y="694"/>
                </a:lnTo>
                <a:lnTo>
                  <a:pt x="323" y="693"/>
                </a:lnTo>
                <a:lnTo>
                  <a:pt x="324" y="692"/>
                </a:lnTo>
                <a:lnTo>
                  <a:pt x="325" y="692"/>
                </a:lnTo>
                <a:lnTo>
                  <a:pt x="325" y="691"/>
                </a:lnTo>
                <a:lnTo>
                  <a:pt x="325" y="690"/>
                </a:lnTo>
                <a:lnTo>
                  <a:pt x="324" y="690"/>
                </a:lnTo>
                <a:lnTo>
                  <a:pt x="324" y="689"/>
                </a:lnTo>
                <a:lnTo>
                  <a:pt x="325" y="689"/>
                </a:lnTo>
                <a:lnTo>
                  <a:pt x="326" y="686"/>
                </a:lnTo>
                <a:lnTo>
                  <a:pt x="327" y="686"/>
                </a:lnTo>
                <a:lnTo>
                  <a:pt x="327" y="684"/>
                </a:lnTo>
                <a:lnTo>
                  <a:pt x="327" y="682"/>
                </a:lnTo>
                <a:lnTo>
                  <a:pt x="327" y="681"/>
                </a:lnTo>
                <a:lnTo>
                  <a:pt x="326" y="681"/>
                </a:lnTo>
                <a:lnTo>
                  <a:pt x="326" y="679"/>
                </a:lnTo>
                <a:lnTo>
                  <a:pt x="325" y="679"/>
                </a:lnTo>
                <a:lnTo>
                  <a:pt x="324" y="678"/>
                </a:lnTo>
                <a:lnTo>
                  <a:pt x="323" y="676"/>
                </a:lnTo>
                <a:lnTo>
                  <a:pt x="323" y="673"/>
                </a:lnTo>
                <a:lnTo>
                  <a:pt x="323" y="672"/>
                </a:lnTo>
                <a:lnTo>
                  <a:pt x="324" y="671"/>
                </a:lnTo>
                <a:lnTo>
                  <a:pt x="323" y="671"/>
                </a:lnTo>
                <a:lnTo>
                  <a:pt x="322" y="671"/>
                </a:lnTo>
                <a:lnTo>
                  <a:pt x="322" y="670"/>
                </a:lnTo>
                <a:lnTo>
                  <a:pt x="323" y="668"/>
                </a:lnTo>
                <a:lnTo>
                  <a:pt x="323" y="667"/>
                </a:lnTo>
                <a:lnTo>
                  <a:pt x="323" y="666"/>
                </a:lnTo>
                <a:lnTo>
                  <a:pt x="324" y="666"/>
                </a:lnTo>
                <a:lnTo>
                  <a:pt x="323" y="664"/>
                </a:lnTo>
                <a:lnTo>
                  <a:pt x="322" y="664"/>
                </a:lnTo>
                <a:lnTo>
                  <a:pt x="321" y="664"/>
                </a:lnTo>
                <a:lnTo>
                  <a:pt x="321" y="663"/>
                </a:lnTo>
                <a:lnTo>
                  <a:pt x="320" y="662"/>
                </a:lnTo>
                <a:lnTo>
                  <a:pt x="319" y="662"/>
                </a:lnTo>
                <a:lnTo>
                  <a:pt x="319" y="661"/>
                </a:lnTo>
                <a:lnTo>
                  <a:pt x="320" y="660"/>
                </a:lnTo>
                <a:lnTo>
                  <a:pt x="320" y="659"/>
                </a:lnTo>
                <a:lnTo>
                  <a:pt x="321" y="659"/>
                </a:lnTo>
                <a:lnTo>
                  <a:pt x="321" y="658"/>
                </a:lnTo>
                <a:lnTo>
                  <a:pt x="322" y="658"/>
                </a:lnTo>
                <a:lnTo>
                  <a:pt x="323" y="658"/>
                </a:lnTo>
                <a:lnTo>
                  <a:pt x="323" y="657"/>
                </a:lnTo>
                <a:lnTo>
                  <a:pt x="323" y="656"/>
                </a:lnTo>
                <a:lnTo>
                  <a:pt x="323" y="654"/>
                </a:lnTo>
                <a:lnTo>
                  <a:pt x="323" y="653"/>
                </a:lnTo>
                <a:lnTo>
                  <a:pt x="322" y="653"/>
                </a:lnTo>
                <a:lnTo>
                  <a:pt x="321" y="653"/>
                </a:lnTo>
                <a:lnTo>
                  <a:pt x="320" y="653"/>
                </a:lnTo>
                <a:lnTo>
                  <a:pt x="318" y="653"/>
                </a:lnTo>
                <a:lnTo>
                  <a:pt x="317" y="653"/>
                </a:lnTo>
                <a:lnTo>
                  <a:pt x="317" y="652"/>
                </a:lnTo>
                <a:lnTo>
                  <a:pt x="317" y="651"/>
                </a:lnTo>
                <a:lnTo>
                  <a:pt x="317" y="650"/>
                </a:lnTo>
                <a:lnTo>
                  <a:pt x="318" y="650"/>
                </a:lnTo>
                <a:lnTo>
                  <a:pt x="318" y="648"/>
                </a:lnTo>
                <a:lnTo>
                  <a:pt x="317" y="647"/>
                </a:lnTo>
                <a:lnTo>
                  <a:pt x="318" y="646"/>
                </a:lnTo>
                <a:lnTo>
                  <a:pt x="318" y="644"/>
                </a:lnTo>
                <a:lnTo>
                  <a:pt x="317" y="644"/>
                </a:lnTo>
                <a:lnTo>
                  <a:pt x="316" y="644"/>
                </a:lnTo>
                <a:lnTo>
                  <a:pt x="315" y="644"/>
                </a:lnTo>
                <a:lnTo>
                  <a:pt x="315" y="642"/>
                </a:lnTo>
                <a:lnTo>
                  <a:pt x="315" y="641"/>
                </a:lnTo>
                <a:lnTo>
                  <a:pt x="313" y="641"/>
                </a:lnTo>
                <a:lnTo>
                  <a:pt x="311" y="642"/>
                </a:lnTo>
                <a:lnTo>
                  <a:pt x="311" y="643"/>
                </a:lnTo>
                <a:lnTo>
                  <a:pt x="311" y="644"/>
                </a:lnTo>
                <a:lnTo>
                  <a:pt x="310" y="645"/>
                </a:lnTo>
                <a:lnTo>
                  <a:pt x="309" y="645"/>
                </a:lnTo>
                <a:lnTo>
                  <a:pt x="307" y="645"/>
                </a:lnTo>
                <a:lnTo>
                  <a:pt x="305" y="645"/>
                </a:lnTo>
                <a:lnTo>
                  <a:pt x="305" y="644"/>
                </a:lnTo>
                <a:lnTo>
                  <a:pt x="303" y="643"/>
                </a:lnTo>
                <a:lnTo>
                  <a:pt x="302" y="643"/>
                </a:lnTo>
                <a:lnTo>
                  <a:pt x="301" y="641"/>
                </a:lnTo>
                <a:lnTo>
                  <a:pt x="301" y="640"/>
                </a:lnTo>
                <a:lnTo>
                  <a:pt x="300" y="640"/>
                </a:lnTo>
                <a:lnTo>
                  <a:pt x="299" y="640"/>
                </a:lnTo>
                <a:lnTo>
                  <a:pt x="298" y="642"/>
                </a:lnTo>
                <a:lnTo>
                  <a:pt x="297" y="642"/>
                </a:lnTo>
                <a:lnTo>
                  <a:pt x="297" y="643"/>
                </a:lnTo>
                <a:lnTo>
                  <a:pt x="296" y="643"/>
                </a:lnTo>
                <a:lnTo>
                  <a:pt x="294" y="644"/>
                </a:lnTo>
                <a:lnTo>
                  <a:pt x="294" y="645"/>
                </a:lnTo>
                <a:lnTo>
                  <a:pt x="294" y="646"/>
                </a:lnTo>
                <a:lnTo>
                  <a:pt x="293" y="648"/>
                </a:lnTo>
                <a:lnTo>
                  <a:pt x="292" y="648"/>
                </a:lnTo>
                <a:lnTo>
                  <a:pt x="292" y="649"/>
                </a:lnTo>
                <a:lnTo>
                  <a:pt x="292" y="650"/>
                </a:lnTo>
                <a:lnTo>
                  <a:pt x="291" y="650"/>
                </a:lnTo>
                <a:lnTo>
                  <a:pt x="290" y="651"/>
                </a:lnTo>
                <a:lnTo>
                  <a:pt x="288" y="651"/>
                </a:lnTo>
                <a:lnTo>
                  <a:pt x="286" y="652"/>
                </a:lnTo>
                <a:lnTo>
                  <a:pt x="286" y="653"/>
                </a:lnTo>
                <a:lnTo>
                  <a:pt x="285" y="654"/>
                </a:lnTo>
                <a:lnTo>
                  <a:pt x="284" y="654"/>
                </a:lnTo>
                <a:lnTo>
                  <a:pt x="282" y="654"/>
                </a:lnTo>
                <a:lnTo>
                  <a:pt x="281" y="655"/>
                </a:lnTo>
                <a:lnTo>
                  <a:pt x="281" y="656"/>
                </a:lnTo>
                <a:lnTo>
                  <a:pt x="281" y="657"/>
                </a:lnTo>
                <a:lnTo>
                  <a:pt x="281" y="658"/>
                </a:lnTo>
                <a:lnTo>
                  <a:pt x="281" y="659"/>
                </a:lnTo>
                <a:lnTo>
                  <a:pt x="281" y="661"/>
                </a:lnTo>
                <a:lnTo>
                  <a:pt x="281" y="662"/>
                </a:lnTo>
                <a:lnTo>
                  <a:pt x="280" y="663"/>
                </a:lnTo>
                <a:lnTo>
                  <a:pt x="280" y="664"/>
                </a:lnTo>
                <a:lnTo>
                  <a:pt x="281" y="666"/>
                </a:lnTo>
                <a:lnTo>
                  <a:pt x="281" y="667"/>
                </a:lnTo>
                <a:lnTo>
                  <a:pt x="281" y="668"/>
                </a:lnTo>
                <a:lnTo>
                  <a:pt x="280" y="668"/>
                </a:lnTo>
                <a:lnTo>
                  <a:pt x="280" y="667"/>
                </a:lnTo>
                <a:lnTo>
                  <a:pt x="279" y="667"/>
                </a:lnTo>
                <a:lnTo>
                  <a:pt x="278" y="668"/>
                </a:lnTo>
                <a:lnTo>
                  <a:pt x="275" y="669"/>
                </a:lnTo>
                <a:lnTo>
                  <a:pt x="275" y="670"/>
                </a:lnTo>
                <a:lnTo>
                  <a:pt x="274" y="669"/>
                </a:lnTo>
                <a:lnTo>
                  <a:pt x="273" y="669"/>
                </a:lnTo>
                <a:lnTo>
                  <a:pt x="272" y="669"/>
                </a:lnTo>
                <a:lnTo>
                  <a:pt x="271" y="669"/>
                </a:lnTo>
                <a:lnTo>
                  <a:pt x="271" y="670"/>
                </a:lnTo>
                <a:lnTo>
                  <a:pt x="271" y="671"/>
                </a:lnTo>
                <a:lnTo>
                  <a:pt x="270" y="671"/>
                </a:lnTo>
                <a:lnTo>
                  <a:pt x="269" y="670"/>
                </a:lnTo>
                <a:lnTo>
                  <a:pt x="268" y="670"/>
                </a:lnTo>
                <a:lnTo>
                  <a:pt x="268" y="671"/>
                </a:lnTo>
                <a:lnTo>
                  <a:pt x="267" y="672"/>
                </a:lnTo>
                <a:lnTo>
                  <a:pt x="267" y="671"/>
                </a:lnTo>
                <a:lnTo>
                  <a:pt x="267" y="670"/>
                </a:lnTo>
                <a:lnTo>
                  <a:pt x="268" y="669"/>
                </a:lnTo>
                <a:lnTo>
                  <a:pt x="268" y="668"/>
                </a:lnTo>
                <a:lnTo>
                  <a:pt x="268" y="667"/>
                </a:lnTo>
                <a:lnTo>
                  <a:pt x="268" y="666"/>
                </a:lnTo>
                <a:lnTo>
                  <a:pt x="268" y="665"/>
                </a:lnTo>
                <a:lnTo>
                  <a:pt x="267" y="665"/>
                </a:lnTo>
                <a:lnTo>
                  <a:pt x="266" y="665"/>
                </a:lnTo>
                <a:lnTo>
                  <a:pt x="265" y="665"/>
                </a:lnTo>
                <a:lnTo>
                  <a:pt x="265" y="664"/>
                </a:lnTo>
                <a:lnTo>
                  <a:pt x="266" y="664"/>
                </a:lnTo>
                <a:lnTo>
                  <a:pt x="266" y="663"/>
                </a:lnTo>
                <a:lnTo>
                  <a:pt x="266" y="662"/>
                </a:lnTo>
                <a:lnTo>
                  <a:pt x="265" y="661"/>
                </a:lnTo>
                <a:lnTo>
                  <a:pt x="264" y="661"/>
                </a:lnTo>
                <a:lnTo>
                  <a:pt x="264" y="660"/>
                </a:lnTo>
                <a:lnTo>
                  <a:pt x="263" y="659"/>
                </a:lnTo>
                <a:lnTo>
                  <a:pt x="263" y="658"/>
                </a:lnTo>
                <a:lnTo>
                  <a:pt x="263" y="657"/>
                </a:lnTo>
                <a:lnTo>
                  <a:pt x="263" y="656"/>
                </a:lnTo>
                <a:lnTo>
                  <a:pt x="263" y="655"/>
                </a:lnTo>
                <a:lnTo>
                  <a:pt x="263" y="653"/>
                </a:lnTo>
                <a:lnTo>
                  <a:pt x="264" y="652"/>
                </a:lnTo>
                <a:lnTo>
                  <a:pt x="264" y="651"/>
                </a:lnTo>
                <a:lnTo>
                  <a:pt x="264" y="650"/>
                </a:lnTo>
                <a:lnTo>
                  <a:pt x="265" y="649"/>
                </a:lnTo>
                <a:lnTo>
                  <a:pt x="266" y="648"/>
                </a:lnTo>
                <a:lnTo>
                  <a:pt x="266" y="647"/>
                </a:lnTo>
                <a:lnTo>
                  <a:pt x="265" y="647"/>
                </a:lnTo>
                <a:lnTo>
                  <a:pt x="266" y="645"/>
                </a:lnTo>
                <a:lnTo>
                  <a:pt x="266" y="643"/>
                </a:lnTo>
                <a:lnTo>
                  <a:pt x="267" y="642"/>
                </a:lnTo>
                <a:lnTo>
                  <a:pt x="268" y="641"/>
                </a:lnTo>
                <a:lnTo>
                  <a:pt x="267" y="640"/>
                </a:lnTo>
                <a:lnTo>
                  <a:pt x="268" y="639"/>
                </a:lnTo>
                <a:lnTo>
                  <a:pt x="269" y="639"/>
                </a:lnTo>
                <a:lnTo>
                  <a:pt x="270" y="638"/>
                </a:lnTo>
                <a:lnTo>
                  <a:pt x="271" y="638"/>
                </a:lnTo>
                <a:lnTo>
                  <a:pt x="272" y="637"/>
                </a:lnTo>
                <a:lnTo>
                  <a:pt x="273" y="636"/>
                </a:lnTo>
                <a:lnTo>
                  <a:pt x="274" y="636"/>
                </a:lnTo>
                <a:lnTo>
                  <a:pt x="275" y="635"/>
                </a:lnTo>
                <a:lnTo>
                  <a:pt x="276" y="635"/>
                </a:lnTo>
                <a:lnTo>
                  <a:pt x="277" y="634"/>
                </a:lnTo>
                <a:lnTo>
                  <a:pt x="279" y="633"/>
                </a:lnTo>
                <a:lnTo>
                  <a:pt x="280" y="632"/>
                </a:lnTo>
                <a:lnTo>
                  <a:pt x="280" y="630"/>
                </a:lnTo>
                <a:lnTo>
                  <a:pt x="280" y="629"/>
                </a:lnTo>
                <a:lnTo>
                  <a:pt x="280" y="628"/>
                </a:lnTo>
                <a:lnTo>
                  <a:pt x="279" y="627"/>
                </a:lnTo>
                <a:lnTo>
                  <a:pt x="279" y="626"/>
                </a:lnTo>
                <a:lnTo>
                  <a:pt x="280" y="626"/>
                </a:lnTo>
                <a:lnTo>
                  <a:pt x="279" y="626"/>
                </a:lnTo>
                <a:lnTo>
                  <a:pt x="279" y="625"/>
                </a:lnTo>
                <a:lnTo>
                  <a:pt x="278" y="624"/>
                </a:lnTo>
                <a:lnTo>
                  <a:pt x="278" y="623"/>
                </a:lnTo>
                <a:lnTo>
                  <a:pt x="279" y="623"/>
                </a:lnTo>
                <a:lnTo>
                  <a:pt x="279" y="622"/>
                </a:lnTo>
                <a:lnTo>
                  <a:pt x="280" y="622"/>
                </a:lnTo>
                <a:lnTo>
                  <a:pt x="281" y="622"/>
                </a:lnTo>
                <a:lnTo>
                  <a:pt x="281" y="621"/>
                </a:lnTo>
                <a:lnTo>
                  <a:pt x="282" y="621"/>
                </a:lnTo>
                <a:lnTo>
                  <a:pt x="283" y="620"/>
                </a:lnTo>
                <a:lnTo>
                  <a:pt x="284" y="618"/>
                </a:lnTo>
                <a:lnTo>
                  <a:pt x="284" y="617"/>
                </a:lnTo>
                <a:lnTo>
                  <a:pt x="285" y="616"/>
                </a:lnTo>
                <a:lnTo>
                  <a:pt x="285" y="615"/>
                </a:lnTo>
                <a:lnTo>
                  <a:pt x="286" y="613"/>
                </a:lnTo>
                <a:lnTo>
                  <a:pt x="287" y="612"/>
                </a:lnTo>
                <a:lnTo>
                  <a:pt x="288" y="612"/>
                </a:lnTo>
                <a:lnTo>
                  <a:pt x="290" y="612"/>
                </a:lnTo>
                <a:lnTo>
                  <a:pt x="291" y="612"/>
                </a:lnTo>
                <a:lnTo>
                  <a:pt x="292" y="611"/>
                </a:lnTo>
                <a:lnTo>
                  <a:pt x="293" y="611"/>
                </a:lnTo>
                <a:lnTo>
                  <a:pt x="293" y="610"/>
                </a:lnTo>
                <a:lnTo>
                  <a:pt x="295" y="608"/>
                </a:lnTo>
                <a:lnTo>
                  <a:pt x="295" y="607"/>
                </a:lnTo>
                <a:lnTo>
                  <a:pt x="296" y="606"/>
                </a:lnTo>
                <a:lnTo>
                  <a:pt x="296" y="605"/>
                </a:lnTo>
                <a:lnTo>
                  <a:pt x="296" y="604"/>
                </a:lnTo>
                <a:lnTo>
                  <a:pt x="297" y="604"/>
                </a:lnTo>
                <a:lnTo>
                  <a:pt x="299" y="603"/>
                </a:lnTo>
                <a:lnTo>
                  <a:pt x="300" y="601"/>
                </a:lnTo>
                <a:lnTo>
                  <a:pt x="300" y="600"/>
                </a:lnTo>
                <a:lnTo>
                  <a:pt x="300" y="599"/>
                </a:lnTo>
                <a:lnTo>
                  <a:pt x="300" y="598"/>
                </a:lnTo>
                <a:lnTo>
                  <a:pt x="300" y="597"/>
                </a:lnTo>
                <a:lnTo>
                  <a:pt x="301" y="596"/>
                </a:lnTo>
                <a:lnTo>
                  <a:pt x="302" y="596"/>
                </a:lnTo>
                <a:lnTo>
                  <a:pt x="302" y="595"/>
                </a:lnTo>
                <a:lnTo>
                  <a:pt x="302" y="594"/>
                </a:lnTo>
                <a:lnTo>
                  <a:pt x="303" y="591"/>
                </a:lnTo>
                <a:lnTo>
                  <a:pt x="303" y="590"/>
                </a:lnTo>
                <a:lnTo>
                  <a:pt x="302" y="589"/>
                </a:lnTo>
                <a:lnTo>
                  <a:pt x="302" y="588"/>
                </a:lnTo>
                <a:lnTo>
                  <a:pt x="302" y="586"/>
                </a:lnTo>
                <a:lnTo>
                  <a:pt x="302" y="583"/>
                </a:lnTo>
                <a:lnTo>
                  <a:pt x="303" y="582"/>
                </a:lnTo>
                <a:lnTo>
                  <a:pt x="303" y="581"/>
                </a:lnTo>
                <a:lnTo>
                  <a:pt x="304" y="581"/>
                </a:lnTo>
                <a:lnTo>
                  <a:pt x="304" y="580"/>
                </a:lnTo>
                <a:lnTo>
                  <a:pt x="303" y="580"/>
                </a:lnTo>
                <a:lnTo>
                  <a:pt x="303" y="579"/>
                </a:lnTo>
                <a:lnTo>
                  <a:pt x="302" y="579"/>
                </a:lnTo>
                <a:lnTo>
                  <a:pt x="302" y="578"/>
                </a:lnTo>
                <a:lnTo>
                  <a:pt x="301" y="577"/>
                </a:lnTo>
                <a:lnTo>
                  <a:pt x="300" y="576"/>
                </a:lnTo>
                <a:lnTo>
                  <a:pt x="299" y="575"/>
                </a:lnTo>
                <a:lnTo>
                  <a:pt x="300" y="574"/>
                </a:lnTo>
                <a:lnTo>
                  <a:pt x="300" y="573"/>
                </a:lnTo>
                <a:lnTo>
                  <a:pt x="300" y="572"/>
                </a:lnTo>
                <a:lnTo>
                  <a:pt x="300" y="571"/>
                </a:lnTo>
                <a:lnTo>
                  <a:pt x="300" y="570"/>
                </a:lnTo>
                <a:lnTo>
                  <a:pt x="299" y="570"/>
                </a:lnTo>
                <a:lnTo>
                  <a:pt x="299" y="569"/>
                </a:lnTo>
                <a:lnTo>
                  <a:pt x="299" y="568"/>
                </a:lnTo>
                <a:lnTo>
                  <a:pt x="299" y="567"/>
                </a:lnTo>
                <a:lnTo>
                  <a:pt x="299" y="566"/>
                </a:lnTo>
                <a:lnTo>
                  <a:pt x="300" y="565"/>
                </a:lnTo>
                <a:lnTo>
                  <a:pt x="301" y="564"/>
                </a:lnTo>
                <a:lnTo>
                  <a:pt x="302" y="564"/>
                </a:lnTo>
                <a:lnTo>
                  <a:pt x="302" y="565"/>
                </a:lnTo>
                <a:lnTo>
                  <a:pt x="303" y="565"/>
                </a:lnTo>
                <a:lnTo>
                  <a:pt x="304" y="564"/>
                </a:lnTo>
                <a:lnTo>
                  <a:pt x="306" y="563"/>
                </a:lnTo>
                <a:lnTo>
                  <a:pt x="307" y="563"/>
                </a:lnTo>
                <a:lnTo>
                  <a:pt x="308" y="563"/>
                </a:lnTo>
                <a:lnTo>
                  <a:pt x="309" y="562"/>
                </a:lnTo>
                <a:lnTo>
                  <a:pt x="310" y="562"/>
                </a:lnTo>
                <a:lnTo>
                  <a:pt x="310" y="561"/>
                </a:lnTo>
                <a:lnTo>
                  <a:pt x="309" y="561"/>
                </a:lnTo>
                <a:lnTo>
                  <a:pt x="309" y="560"/>
                </a:lnTo>
                <a:lnTo>
                  <a:pt x="310" y="559"/>
                </a:lnTo>
                <a:lnTo>
                  <a:pt x="312" y="559"/>
                </a:lnTo>
                <a:lnTo>
                  <a:pt x="314" y="559"/>
                </a:lnTo>
                <a:lnTo>
                  <a:pt x="314" y="558"/>
                </a:lnTo>
                <a:lnTo>
                  <a:pt x="314" y="557"/>
                </a:lnTo>
                <a:lnTo>
                  <a:pt x="313" y="557"/>
                </a:lnTo>
                <a:lnTo>
                  <a:pt x="313" y="555"/>
                </a:lnTo>
                <a:lnTo>
                  <a:pt x="313" y="554"/>
                </a:lnTo>
                <a:lnTo>
                  <a:pt x="313" y="552"/>
                </a:lnTo>
                <a:lnTo>
                  <a:pt x="312" y="553"/>
                </a:lnTo>
                <a:lnTo>
                  <a:pt x="312" y="552"/>
                </a:lnTo>
                <a:lnTo>
                  <a:pt x="311" y="552"/>
                </a:lnTo>
                <a:lnTo>
                  <a:pt x="311" y="551"/>
                </a:lnTo>
                <a:lnTo>
                  <a:pt x="312" y="550"/>
                </a:lnTo>
                <a:lnTo>
                  <a:pt x="312" y="549"/>
                </a:lnTo>
                <a:lnTo>
                  <a:pt x="314" y="549"/>
                </a:lnTo>
                <a:lnTo>
                  <a:pt x="314" y="548"/>
                </a:lnTo>
                <a:lnTo>
                  <a:pt x="315" y="548"/>
                </a:lnTo>
                <a:lnTo>
                  <a:pt x="315" y="549"/>
                </a:lnTo>
                <a:lnTo>
                  <a:pt x="315" y="548"/>
                </a:lnTo>
                <a:lnTo>
                  <a:pt x="315" y="547"/>
                </a:lnTo>
                <a:lnTo>
                  <a:pt x="316" y="547"/>
                </a:lnTo>
                <a:lnTo>
                  <a:pt x="317" y="547"/>
                </a:lnTo>
                <a:lnTo>
                  <a:pt x="318" y="547"/>
                </a:lnTo>
                <a:lnTo>
                  <a:pt x="319" y="546"/>
                </a:lnTo>
                <a:lnTo>
                  <a:pt x="319" y="545"/>
                </a:lnTo>
                <a:lnTo>
                  <a:pt x="317" y="545"/>
                </a:lnTo>
                <a:lnTo>
                  <a:pt x="316" y="545"/>
                </a:lnTo>
                <a:lnTo>
                  <a:pt x="315" y="545"/>
                </a:lnTo>
                <a:lnTo>
                  <a:pt x="315" y="544"/>
                </a:lnTo>
                <a:lnTo>
                  <a:pt x="315" y="543"/>
                </a:lnTo>
                <a:lnTo>
                  <a:pt x="314" y="543"/>
                </a:lnTo>
                <a:lnTo>
                  <a:pt x="314" y="544"/>
                </a:lnTo>
                <a:lnTo>
                  <a:pt x="313" y="544"/>
                </a:lnTo>
                <a:lnTo>
                  <a:pt x="312" y="544"/>
                </a:lnTo>
                <a:lnTo>
                  <a:pt x="311" y="544"/>
                </a:lnTo>
                <a:lnTo>
                  <a:pt x="310" y="545"/>
                </a:lnTo>
                <a:lnTo>
                  <a:pt x="309" y="545"/>
                </a:lnTo>
                <a:lnTo>
                  <a:pt x="309" y="544"/>
                </a:lnTo>
                <a:lnTo>
                  <a:pt x="308" y="544"/>
                </a:lnTo>
                <a:lnTo>
                  <a:pt x="307" y="544"/>
                </a:lnTo>
                <a:lnTo>
                  <a:pt x="306" y="544"/>
                </a:lnTo>
                <a:lnTo>
                  <a:pt x="305" y="543"/>
                </a:lnTo>
                <a:lnTo>
                  <a:pt x="306" y="543"/>
                </a:lnTo>
                <a:lnTo>
                  <a:pt x="306" y="542"/>
                </a:lnTo>
                <a:lnTo>
                  <a:pt x="305" y="542"/>
                </a:lnTo>
                <a:lnTo>
                  <a:pt x="304" y="542"/>
                </a:lnTo>
                <a:lnTo>
                  <a:pt x="304" y="543"/>
                </a:lnTo>
                <a:lnTo>
                  <a:pt x="303" y="543"/>
                </a:lnTo>
                <a:lnTo>
                  <a:pt x="302" y="543"/>
                </a:lnTo>
                <a:lnTo>
                  <a:pt x="301" y="542"/>
                </a:lnTo>
                <a:lnTo>
                  <a:pt x="300" y="542"/>
                </a:lnTo>
                <a:lnTo>
                  <a:pt x="299" y="543"/>
                </a:lnTo>
                <a:lnTo>
                  <a:pt x="299" y="544"/>
                </a:lnTo>
                <a:lnTo>
                  <a:pt x="298" y="544"/>
                </a:lnTo>
                <a:lnTo>
                  <a:pt x="297" y="544"/>
                </a:lnTo>
                <a:lnTo>
                  <a:pt x="296" y="546"/>
                </a:lnTo>
                <a:lnTo>
                  <a:pt x="296" y="547"/>
                </a:lnTo>
                <a:lnTo>
                  <a:pt x="295" y="548"/>
                </a:lnTo>
                <a:lnTo>
                  <a:pt x="296" y="548"/>
                </a:lnTo>
                <a:lnTo>
                  <a:pt x="296" y="549"/>
                </a:lnTo>
                <a:lnTo>
                  <a:pt x="295" y="549"/>
                </a:lnTo>
                <a:lnTo>
                  <a:pt x="295" y="548"/>
                </a:lnTo>
                <a:lnTo>
                  <a:pt x="293" y="548"/>
                </a:lnTo>
                <a:lnTo>
                  <a:pt x="292" y="548"/>
                </a:lnTo>
                <a:lnTo>
                  <a:pt x="291" y="548"/>
                </a:lnTo>
                <a:lnTo>
                  <a:pt x="291" y="547"/>
                </a:lnTo>
                <a:lnTo>
                  <a:pt x="291" y="546"/>
                </a:lnTo>
                <a:lnTo>
                  <a:pt x="290" y="545"/>
                </a:lnTo>
                <a:lnTo>
                  <a:pt x="290" y="544"/>
                </a:lnTo>
                <a:lnTo>
                  <a:pt x="289" y="544"/>
                </a:lnTo>
                <a:lnTo>
                  <a:pt x="288" y="544"/>
                </a:lnTo>
                <a:lnTo>
                  <a:pt x="288" y="543"/>
                </a:lnTo>
                <a:lnTo>
                  <a:pt x="287" y="543"/>
                </a:lnTo>
                <a:lnTo>
                  <a:pt x="287" y="542"/>
                </a:lnTo>
                <a:lnTo>
                  <a:pt x="288" y="542"/>
                </a:lnTo>
                <a:lnTo>
                  <a:pt x="288" y="541"/>
                </a:lnTo>
                <a:lnTo>
                  <a:pt x="287" y="540"/>
                </a:lnTo>
                <a:lnTo>
                  <a:pt x="287" y="539"/>
                </a:lnTo>
                <a:lnTo>
                  <a:pt x="286" y="539"/>
                </a:lnTo>
                <a:lnTo>
                  <a:pt x="286" y="538"/>
                </a:lnTo>
                <a:lnTo>
                  <a:pt x="285" y="538"/>
                </a:lnTo>
                <a:lnTo>
                  <a:pt x="285" y="537"/>
                </a:lnTo>
                <a:lnTo>
                  <a:pt x="284" y="537"/>
                </a:lnTo>
                <a:lnTo>
                  <a:pt x="284" y="536"/>
                </a:lnTo>
                <a:lnTo>
                  <a:pt x="284" y="535"/>
                </a:lnTo>
                <a:lnTo>
                  <a:pt x="284" y="534"/>
                </a:lnTo>
                <a:lnTo>
                  <a:pt x="285" y="534"/>
                </a:lnTo>
                <a:lnTo>
                  <a:pt x="285" y="533"/>
                </a:lnTo>
                <a:lnTo>
                  <a:pt x="285" y="530"/>
                </a:lnTo>
                <a:lnTo>
                  <a:pt x="286" y="529"/>
                </a:lnTo>
                <a:lnTo>
                  <a:pt x="286" y="528"/>
                </a:lnTo>
                <a:lnTo>
                  <a:pt x="287" y="527"/>
                </a:lnTo>
                <a:lnTo>
                  <a:pt x="287" y="526"/>
                </a:lnTo>
                <a:lnTo>
                  <a:pt x="287" y="524"/>
                </a:lnTo>
                <a:lnTo>
                  <a:pt x="288" y="524"/>
                </a:lnTo>
                <a:lnTo>
                  <a:pt x="290" y="523"/>
                </a:lnTo>
                <a:lnTo>
                  <a:pt x="290" y="524"/>
                </a:lnTo>
                <a:lnTo>
                  <a:pt x="291" y="524"/>
                </a:lnTo>
                <a:lnTo>
                  <a:pt x="291" y="525"/>
                </a:lnTo>
                <a:lnTo>
                  <a:pt x="291" y="524"/>
                </a:lnTo>
                <a:lnTo>
                  <a:pt x="291" y="523"/>
                </a:lnTo>
                <a:lnTo>
                  <a:pt x="290" y="522"/>
                </a:lnTo>
                <a:lnTo>
                  <a:pt x="289" y="521"/>
                </a:lnTo>
                <a:lnTo>
                  <a:pt x="289" y="520"/>
                </a:lnTo>
                <a:lnTo>
                  <a:pt x="290" y="518"/>
                </a:lnTo>
                <a:lnTo>
                  <a:pt x="290" y="517"/>
                </a:lnTo>
                <a:lnTo>
                  <a:pt x="290" y="516"/>
                </a:lnTo>
                <a:lnTo>
                  <a:pt x="291" y="516"/>
                </a:lnTo>
                <a:lnTo>
                  <a:pt x="291" y="515"/>
                </a:lnTo>
                <a:lnTo>
                  <a:pt x="291" y="514"/>
                </a:lnTo>
                <a:lnTo>
                  <a:pt x="290" y="513"/>
                </a:lnTo>
                <a:lnTo>
                  <a:pt x="289" y="512"/>
                </a:lnTo>
                <a:lnTo>
                  <a:pt x="290" y="511"/>
                </a:lnTo>
                <a:lnTo>
                  <a:pt x="290" y="510"/>
                </a:lnTo>
                <a:lnTo>
                  <a:pt x="290" y="509"/>
                </a:lnTo>
                <a:lnTo>
                  <a:pt x="291" y="509"/>
                </a:lnTo>
                <a:lnTo>
                  <a:pt x="291" y="508"/>
                </a:lnTo>
                <a:lnTo>
                  <a:pt x="291" y="507"/>
                </a:lnTo>
                <a:lnTo>
                  <a:pt x="291" y="506"/>
                </a:lnTo>
                <a:lnTo>
                  <a:pt x="290" y="506"/>
                </a:lnTo>
                <a:lnTo>
                  <a:pt x="290" y="504"/>
                </a:lnTo>
                <a:lnTo>
                  <a:pt x="291" y="503"/>
                </a:lnTo>
                <a:lnTo>
                  <a:pt x="292" y="502"/>
                </a:lnTo>
                <a:lnTo>
                  <a:pt x="292" y="501"/>
                </a:lnTo>
                <a:lnTo>
                  <a:pt x="292" y="500"/>
                </a:lnTo>
                <a:lnTo>
                  <a:pt x="293" y="500"/>
                </a:lnTo>
                <a:lnTo>
                  <a:pt x="292" y="498"/>
                </a:lnTo>
                <a:lnTo>
                  <a:pt x="292" y="497"/>
                </a:lnTo>
                <a:lnTo>
                  <a:pt x="291" y="496"/>
                </a:lnTo>
                <a:lnTo>
                  <a:pt x="291" y="495"/>
                </a:lnTo>
                <a:lnTo>
                  <a:pt x="289" y="495"/>
                </a:lnTo>
                <a:lnTo>
                  <a:pt x="289" y="496"/>
                </a:lnTo>
                <a:lnTo>
                  <a:pt x="288" y="496"/>
                </a:lnTo>
                <a:lnTo>
                  <a:pt x="287" y="497"/>
                </a:lnTo>
                <a:lnTo>
                  <a:pt x="286" y="497"/>
                </a:lnTo>
                <a:lnTo>
                  <a:pt x="285" y="497"/>
                </a:lnTo>
                <a:lnTo>
                  <a:pt x="285" y="496"/>
                </a:lnTo>
                <a:lnTo>
                  <a:pt x="284" y="496"/>
                </a:lnTo>
                <a:lnTo>
                  <a:pt x="284" y="497"/>
                </a:lnTo>
                <a:lnTo>
                  <a:pt x="283" y="497"/>
                </a:lnTo>
                <a:lnTo>
                  <a:pt x="282" y="495"/>
                </a:lnTo>
                <a:lnTo>
                  <a:pt x="282" y="494"/>
                </a:lnTo>
                <a:lnTo>
                  <a:pt x="282" y="493"/>
                </a:lnTo>
                <a:lnTo>
                  <a:pt x="282" y="492"/>
                </a:lnTo>
                <a:lnTo>
                  <a:pt x="281" y="492"/>
                </a:lnTo>
                <a:lnTo>
                  <a:pt x="280" y="492"/>
                </a:lnTo>
                <a:lnTo>
                  <a:pt x="279" y="491"/>
                </a:lnTo>
                <a:lnTo>
                  <a:pt x="278" y="491"/>
                </a:lnTo>
                <a:lnTo>
                  <a:pt x="278" y="492"/>
                </a:lnTo>
                <a:lnTo>
                  <a:pt x="277" y="492"/>
                </a:lnTo>
                <a:lnTo>
                  <a:pt x="275" y="492"/>
                </a:lnTo>
                <a:lnTo>
                  <a:pt x="273" y="492"/>
                </a:lnTo>
                <a:lnTo>
                  <a:pt x="272" y="492"/>
                </a:lnTo>
                <a:lnTo>
                  <a:pt x="271" y="492"/>
                </a:lnTo>
                <a:lnTo>
                  <a:pt x="271" y="493"/>
                </a:lnTo>
                <a:lnTo>
                  <a:pt x="270" y="493"/>
                </a:lnTo>
                <a:lnTo>
                  <a:pt x="270" y="492"/>
                </a:lnTo>
                <a:lnTo>
                  <a:pt x="269" y="492"/>
                </a:lnTo>
                <a:lnTo>
                  <a:pt x="268" y="492"/>
                </a:lnTo>
                <a:lnTo>
                  <a:pt x="268" y="491"/>
                </a:lnTo>
                <a:lnTo>
                  <a:pt x="267" y="491"/>
                </a:lnTo>
                <a:lnTo>
                  <a:pt x="266" y="491"/>
                </a:lnTo>
                <a:lnTo>
                  <a:pt x="266" y="490"/>
                </a:lnTo>
                <a:lnTo>
                  <a:pt x="265" y="490"/>
                </a:lnTo>
                <a:lnTo>
                  <a:pt x="265" y="491"/>
                </a:lnTo>
                <a:lnTo>
                  <a:pt x="263" y="490"/>
                </a:lnTo>
                <a:lnTo>
                  <a:pt x="263" y="489"/>
                </a:lnTo>
                <a:lnTo>
                  <a:pt x="262" y="489"/>
                </a:lnTo>
                <a:lnTo>
                  <a:pt x="260" y="489"/>
                </a:lnTo>
                <a:lnTo>
                  <a:pt x="259" y="489"/>
                </a:lnTo>
                <a:lnTo>
                  <a:pt x="258" y="488"/>
                </a:lnTo>
                <a:lnTo>
                  <a:pt x="259" y="487"/>
                </a:lnTo>
                <a:lnTo>
                  <a:pt x="259" y="486"/>
                </a:lnTo>
                <a:lnTo>
                  <a:pt x="258" y="486"/>
                </a:lnTo>
                <a:lnTo>
                  <a:pt x="257" y="486"/>
                </a:lnTo>
                <a:lnTo>
                  <a:pt x="256" y="485"/>
                </a:lnTo>
                <a:lnTo>
                  <a:pt x="256" y="484"/>
                </a:lnTo>
                <a:lnTo>
                  <a:pt x="255" y="483"/>
                </a:lnTo>
                <a:lnTo>
                  <a:pt x="254" y="483"/>
                </a:lnTo>
                <a:lnTo>
                  <a:pt x="253" y="484"/>
                </a:lnTo>
                <a:lnTo>
                  <a:pt x="252" y="484"/>
                </a:lnTo>
                <a:lnTo>
                  <a:pt x="252" y="485"/>
                </a:lnTo>
                <a:lnTo>
                  <a:pt x="252" y="487"/>
                </a:lnTo>
                <a:lnTo>
                  <a:pt x="252" y="488"/>
                </a:lnTo>
                <a:lnTo>
                  <a:pt x="252" y="490"/>
                </a:lnTo>
                <a:lnTo>
                  <a:pt x="252" y="491"/>
                </a:lnTo>
                <a:lnTo>
                  <a:pt x="251" y="491"/>
                </a:lnTo>
                <a:lnTo>
                  <a:pt x="250" y="492"/>
                </a:lnTo>
                <a:lnTo>
                  <a:pt x="251" y="493"/>
                </a:lnTo>
                <a:lnTo>
                  <a:pt x="252" y="496"/>
                </a:lnTo>
                <a:lnTo>
                  <a:pt x="251" y="497"/>
                </a:lnTo>
                <a:lnTo>
                  <a:pt x="251" y="499"/>
                </a:lnTo>
                <a:lnTo>
                  <a:pt x="251" y="500"/>
                </a:lnTo>
                <a:lnTo>
                  <a:pt x="250" y="500"/>
                </a:lnTo>
                <a:lnTo>
                  <a:pt x="250" y="499"/>
                </a:lnTo>
                <a:lnTo>
                  <a:pt x="249" y="498"/>
                </a:lnTo>
                <a:lnTo>
                  <a:pt x="249" y="497"/>
                </a:lnTo>
                <a:lnTo>
                  <a:pt x="248" y="497"/>
                </a:lnTo>
                <a:lnTo>
                  <a:pt x="246" y="498"/>
                </a:lnTo>
                <a:lnTo>
                  <a:pt x="244" y="498"/>
                </a:lnTo>
                <a:lnTo>
                  <a:pt x="244" y="499"/>
                </a:lnTo>
                <a:lnTo>
                  <a:pt x="244" y="498"/>
                </a:lnTo>
                <a:lnTo>
                  <a:pt x="243" y="498"/>
                </a:lnTo>
                <a:lnTo>
                  <a:pt x="243" y="499"/>
                </a:lnTo>
                <a:lnTo>
                  <a:pt x="241" y="500"/>
                </a:lnTo>
                <a:lnTo>
                  <a:pt x="240" y="501"/>
                </a:lnTo>
                <a:lnTo>
                  <a:pt x="239" y="501"/>
                </a:lnTo>
                <a:lnTo>
                  <a:pt x="239" y="500"/>
                </a:lnTo>
                <a:lnTo>
                  <a:pt x="238" y="500"/>
                </a:lnTo>
                <a:lnTo>
                  <a:pt x="237" y="500"/>
                </a:lnTo>
                <a:lnTo>
                  <a:pt x="236" y="500"/>
                </a:lnTo>
                <a:lnTo>
                  <a:pt x="236" y="499"/>
                </a:lnTo>
                <a:lnTo>
                  <a:pt x="233" y="500"/>
                </a:lnTo>
                <a:lnTo>
                  <a:pt x="232" y="501"/>
                </a:lnTo>
                <a:lnTo>
                  <a:pt x="232" y="502"/>
                </a:lnTo>
                <a:lnTo>
                  <a:pt x="231" y="502"/>
                </a:lnTo>
                <a:lnTo>
                  <a:pt x="230" y="500"/>
                </a:lnTo>
                <a:lnTo>
                  <a:pt x="229" y="500"/>
                </a:lnTo>
                <a:lnTo>
                  <a:pt x="229" y="499"/>
                </a:lnTo>
                <a:lnTo>
                  <a:pt x="229" y="498"/>
                </a:lnTo>
                <a:lnTo>
                  <a:pt x="230" y="497"/>
                </a:lnTo>
                <a:lnTo>
                  <a:pt x="230" y="495"/>
                </a:lnTo>
                <a:lnTo>
                  <a:pt x="230" y="494"/>
                </a:lnTo>
                <a:lnTo>
                  <a:pt x="230" y="493"/>
                </a:lnTo>
                <a:lnTo>
                  <a:pt x="229" y="493"/>
                </a:lnTo>
                <a:lnTo>
                  <a:pt x="228" y="493"/>
                </a:lnTo>
                <a:lnTo>
                  <a:pt x="228" y="494"/>
                </a:lnTo>
                <a:lnTo>
                  <a:pt x="227" y="495"/>
                </a:lnTo>
                <a:lnTo>
                  <a:pt x="228" y="495"/>
                </a:lnTo>
                <a:lnTo>
                  <a:pt x="228" y="496"/>
                </a:lnTo>
                <a:lnTo>
                  <a:pt x="227" y="496"/>
                </a:lnTo>
                <a:lnTo>
                  <a:pt x="226" y="496"/>
                </a:lnTo>
                <a:lnTo>
                  <a:pt x="225" y="496"/>
                </a:lnTo>
                <a:lnTo>
                  <a:pt x="225" y="495"/>
                </a:lnTo>
                <a:lnTo>
                  <a:pt x="223" y="494"/>
                </a:lnTo>
                <a:lnTo>
                  <a:pt x="222" y="494"/>
                </a:lnTo>
                <a:lnTo>
                  <a:pt x="221" y="494"/>
                </a:lnTo>
                <a:lnTo>
                  <a:pt x="221" y="493"/>
                </a:lnTo>
                <a:lnTo>
                  <a:pt x="220" y="493"/>
                </a:lnTo>
                <a:lnTo>
                  <a:pt x="220" y="494"/>
                </a:lnTo>
                <a:lnTo>
                  <a:pt x="219" y="495"/>
                </a:lnTo>
                <a:lnTo>
                  <a:pt x="218" y="495"/>
                </a:lnTo>
                <a:lnTo>
                  <a:pt x="217" y="495"/>
                </a:lnTo>
                <a:lnTo>
                  <a:pt x="215" y="493"/>
                </a:lnTo>
                <a:lnTo>
                  <a:pt x="215" y="492"/>
                </a:lnTo>
                <a:lnTo>
                  <a:pt x="214" y="492"/>
                </a:lnTo>
                <a:lnTo>
                  <a:pt x="212" y="495"/>
                </a:lnTo>
                <a:lnTo>
                  <a:pt x="211" y="496"/>
                </a:lnTo>
                <a:lnTo>
                  <a:pt x="211" y="497"/>
                </a:lnTo>
                <a:lnTo>
                  <a:pt x="209" y="498"/>
                </a:lnTo>
                <a:lnTo>
                  <a:pt x="208" y="498"/>
                </a:lnTo>
                <a:lnTo>
                  <a:pt x="208" y="499"/>
                </a:lnTo>
                <a:lnTo>
                  <a:pt x="207" y="499"/>
                </a:lnTo>
                <a:lnTo>
                  <a:pt x="207" y="500"/>
                </a:lnTo>
                <a:lnTo>
                  <a:pt x="207" y="501"/>
                </a:lnTo>
                <a:lnTo>
                  <a:pt x="207" y="502"/>
                </a:lnTo>
                <a:lnTo>
                  <a:pt x="208" y="503"/>
                </a:lnTo>
                <a:lnTo>
                  <a:pt x="208" y="504"/>
                </a:lnTo>
                <a:lnTo>
                  <a:pt x="208" y="506"/>
                </a:lnTo>
                <a:lnTo>
                  <a:pt x="207" y="507"/>
                </a:lnTo>
                <a:lnTo>
                  <a:pt x="206" y="507"/>
                </a:lnTo>
                <a:lnTo>
                  <a:pt x="206" y="508"/>
                </a:lnTo>
                <a:lnTo>
                  <a:pt x="205" y="509"/>
                </a:lnTo>
                <a:lnTo>
                  <a:pt x="205" y="510"/>
                </a:lnTo>
                <a:lnTo>
                  <a:pt x="204" y="511"/>
                </a:lnTo>
                <a:lnTo>
                  <a:pt x="203" y="512"/>
                </a:lnTo>
                <a:lnTo>
                  <a:pt x="202" y="513"/>
                </a:lnTo>
                <a:lnTo>
                  <a:pt x="202" y="514"/>
                </a:lnTo>
                <a:lnTo>
                  <a:pt x="201" y="514"/>
                </a:lnTo>
                <a:lnTo>
                  <a:pt x="201" y="513"/>
                </a:lnTo>
                <a:lnTo>
                  <a:pt x="200" y="512"/>
                </a:lnTo>
                <a:lnTo>
                  <a:pt x="199" y="513"/>
                </a:lnTo>
                <a:lnTo>
                  <a:pt x="196" y="515"/>
                </a:lnTo>
                <a:lnTo>
                  <a:pt x="195" y="516"/>
                </a:lnTo>
                <a:lnTo>
                  <a:pt x="194" y="518"/>
                </a:lnTo>
                <a:lnTo>
                  <a:pt x="194" y="519"/>
                </a:lnTo>
                <a:lnTo>
                  <a:pt x="193" y="520"/>
                </a:lnTo>
                <a:lnTo>
                  <a:pt x="191" y="521"/>
                </a:lnTo>
                <a:lnTo>
                  <a:pt x="190" y="522"/>
                </a:lnTo>
                <a:lnTo>
                  <a:pt x="189" y="523"/>
                </a:lnTo>
                <a:lnTo>
                  <a:pt x="188" y="524"/>
                </a:lnTo>
                <a:lnTo>
                  <a:pt x="188" y="525"/>
                </a:lnTo>
                <a:lnTo>
                  <a:pt x="189" y="526"/>
                </a:lnTo>
                <a:lnTo>
                  <a:pt x="188" y="527"/>
                </a:lnTo>
                <a:lnTo>
                  <a:pt x="187" y="527"/>
                </a:lnTo>
                <a:lnTo>
                  <a:pt x="186" y="528"/>
                </a:lnTo>
                <a:lnTo>
                  <a:pt x="186" y="529"/>
                </a:lnTo>
                <a:lnTo>
                  <a:pt x="187" y="530"/>
                </a:lnTo>
                <a:lnTo>
                  <a:pt x="187" y="531"/>
                </a:lnTo>
                <a:lnTo>
                  <a:pt x="186" y="532"/>
                </a:lnTo>
                <a:lnTo>
                  <a:pt x="186" y="534"/>
                </a:lnTo>
                <a:lnTo>
                  <a:pt x="185" y="535"/>
                </a:lnTo>
                <a:lnTo>
                  <a:pt x="185" y="536"/>
                </a:lnTo>
                <a:lnTo>
                  <a:pt x="185" y="537"/>
                </a:lnTo>
                <a:lnTo>
                  <a:pt x="184" y="539"/>
                </a:lnTo>
                <a:lnTo>
                  <a:pt x="183" y="540"/>
                </a:lnTo>
                <a:lnTo>
                  <a:pt x="181" y="541"/>
                </a:lnTo>
                <a:lnTo>
                  <a:pt x="180" y="541"/>
                </a:lnTo>
                <a:lnTo>
                  <a:pt x="178" y="541"/>
                </a:lnTo>
                <a:lnTo>
                  <a:pt x="177" y="541"/>
                </a:lnTo>
                <a:lnTo>
                  <a:pt x="177" y="542"/>
                </a:lnTo>
                <a:lnTo>
                  <a:pt x="175" y="541"/>
                </a:lnTo>
                <a:lnTo>
                  <a:pt x="175" y="539"/>
                </a:lnTo>
                <a:lnTo>
                  <a:pt x="175" y="538"/>
                </a:lnTo>
                <a:lnTo>
                  <a:pt x="174" y="537"/>
                </a:lnTo>
                <a:lnTo>
                  <a:pt x="174" y="536"/>
                </a:lnTo>
                <a:lnTo>
                  <a:pt x="174" y="535"/>
                </a:lnTo>
                <a:lnTo>
                  <a:pt x="173" y="533"/>
                </a:lnTo>
                <a:lnTo>
                  <a:pt x="171" y="532"/>
                </a:lnTo>
                <a:lnTo>
                  <a:pt x="170" y="532"/>
                </a:lnTo>
                <a:lnTo>
                  <a:pt x="170" y="531"/>
                </a:lnTo>
                <a:lnTo>
                  <a:pt x="169" y="530"/>
                </a:lnTo>
                <a:lnTo>
                  <a:pt x="167" y="529"/>
                </a:lnTo>
                <a:lnTo>
                  <a:pt x="167" y="530"/>
                </a:lnTo>
                <a:lnTo>
                  <a:pt x="165" y="531"/>
                </a:lnTo>
                <a:lnTo>
                  <a:pt x="165" y="532"/>
                </a:lnTo>
                <a:lnTo>
                  <a:pt x="165" y="534"/>
                </a:lnTo>
                <a:lnTo>
                  <a:pt x="164" y="535"/>
                </a:lnTo>
                <a:lnTo>
                  <a:pt x="163" y="535"/>
                </a:lnTo>
                <a:lnTo>
                  <a:pt x="162" y="535"/>
                </a:lnTo>
                <a:lnTo>
                  <a:pt x="161" y="535"/>
                </a:lnTo>
                <a:lnTo>
                  <a:pt x="161" y="534"/>
                </a:lnTo>
                <a:lnTo>
                  <a:pt x="160" y="534"/>
                </a:lnTo>
                <a:lnTo>
                  <a:pt x="160" y="533"/>
                </a:lnTo>
                <a:lnTo>
                  <a:pt x="159" y="533"/>
                </a:lnTo>
                <a:lnTo>
                  <a:pt x="159" y="534"/>
                </a:lnTo>
                <a:lnTo>
                  <a:pt x="158" y="535"/>
                </a:lnTo>
                <a:lnTo>
                  <a:pt x="157" y="535"/>
                </a:lnTo>
                <a:lnTo>
                  <a:pt x="157" y="534"/>
                </a:lnTo>
                <a:lnTo>
                  <a:pt x="156" y="533"/>
                </a:lnTo>
                <a:lnTo>
                  <a:pt x="155" y="533"/>
                </a:lnTo>
                <a:lnTo>
                  <a:pt x="153" y="533"/>
                </a:lnTo>
                <a:lnTo>
                  <a:pt x="153" y="532"/>
                </a:lnTo>
                <a:lnTo>
                  <a:pt x="154" y="531"/>
                </a:lnTo>
                <a:lnTo>
                  <a:pt x="154" y="530"/>
                </a:lnTo>
                <a:lnTo>
                  <a:pt x="154" y="529"/>
                </a:lnTo>
                <a:lnTo>
                  <a:pt x="154" y="528"/>
                </a:lnTo>
                <a:lnTo>
                  <a:pt x="154" y="527"/>
                </a:lnTo>
                <a:lnTo>
                  <a:pt x="154" y="526"/>
                </a:lnTo>
                <a:lnTo>
                  <a:pt x="154" y="525"/>
                </a:lnTo>
                <a:lnTo>
                  <a:pt x="155" y="524"/>
                </a:lnTo>
                <a:lnTo>
                  <a:pt x="156" y="523"/>
                </a:lnTo>
                <a:lnTo>
                  <a:pt x="156" y="522"/>
                </a:lnTo>
                <a:lnTo>
                  <a:pt x="156" y="521"/>
                </a:lnTo>
                <a:lnTo>
                  <a:pt x="156" y="520"/>
                </a:lnTo>
                <a:lnTo>
                  <a:pt x="156" y="519"/>
                </a:lnTo>
                <a:lnTo>
                  <a:pt x="155" y="519"/>
                </a:lnTo>
                <a:lnTo>
                  <a:pt x="155" y="518"/>
                </a:lnTo>
                <a:lnTo>
                  <a:pt x="156" y="517"/>
                </a:lnTo>
                <a:lnTo>
                  <a:pt x="156" y="516"/>
                </a:lnTo>
                <a:lnTo>
                  <a:pt x="155" y="516"/>
                </a:lnTo>
                <a:lnTo>
                  <a:pt x="154" y="516"/>
                </a:lnTo>
                <a:lnTo>
                  <a:pt x="153" y="517"/>
                </a:lnTo>
                <a:lnTo>
                  <a:pt x="152" y="517"/>
                </a:lnTo>
                <a:lnTo>
                  <a:pt x="151" y="516"/>
                </a:lnTo>
                <a:lnTo>
                  <a:pt x="150" y="516"/>
                </a:lnTo>
                <a:lnTo>
                  <a:pt x="150" y="517"/>
                </a:lnTo>
                <a:lnTo>
                  <a:pt x="148" y="517"/>
                </a:lnTo>
                <a:lnTo>
                  <a:pt x="147" y="517"/>
                </a:lnTo>
                <a:lnTo>
                  <a:pt x="148" y="517"/>
                </a:lnTo>
                <a:lnTo>
                  <a:pt x="147" y="515"/>
                </a:lnTo>
                <a:lnTo>
                  <a:pt x="146" y="515"/>
                </a:lnTo>
                <a:lnTo>
                  <a:pt x="145" y="515"/>
                </a:lnTo>
                <a:lnTo>
                  <a:pt x="144" y="515"/>
                </a:lnTo>
                <a:lnTo>
                  <a:pt x="143" y="515"/>
                </a:lnTo>
                <a:lnTo>
                  <a:pt x="142" y="514"/>
                </a:lnTo>
                <a:lnTo>
                  <a:pt x="142" y="513"/>
                </a:lnTo>
                <a:lnTo>
                  <a:pt x="141" y="513"/>
                </a:lnTo>
                <a:lnTo>
                  <a:pt x="140" y="514"/>
                </a:lnTo>
                <a:lnTo>
                  <a:pt x="139" y="515"/>
                </a:lnTo>
                <a:lnTo>
                  <a:pt x="139" y="516"/>
                </a:lnTo>
                <a:lnTo>
                  <a:pt x="137" y="518"/>
                </a:lnTo>
                <a:lnTo>
                  <a:pt x="136" y="518"/>
                </a:lnTo>
                <a:lnTo>
                  <a:pt x="135" y="520"/>
                </a:lnTo>
                <a:lnTo>
                  <a:pt x="134" y="522"/>
                </a:lnTo>
                <a:lnTo>
                  <a:pt x="134" y="523"/>
                </a:lnTo>
                <a:lnTo>
                  <a:pt x="134" y="525"/>
                </a:lnTo>
                <a:lnTo>
                  <a:pt x="133" y="527"/>
                </a:lnTo>
                <a:lnTo>
                  <a:pt x="132" y="530"/>
                </a:lnTo>
                <a:lnTo>
                  <a:pt x="132" y="531"/>
                </a:lnTo>
                <a:lnTo>
                  <a:pt x="133" y="531"/>
                </a:lnTo>
                <a:lnTo>
                  <a:pt x="133" y="532"/>
                </a:lnTo>
                <a:lnTo>
                  <a:pt x="132" y="532"/>
                </a:lnTo>
                <a:lnTo>
                  <a:pt x="132" y="533"/>
                </a:lnTo>
                <a:lnTo>
                  <a:pt x="132" y="534"/>
                </a:lnTo>
                <a:lnTo>
                  <a:pt x="131" y="535"/>
                </a:lnTo>
                <a:lnTo>
                  <a:pt x="130" y="536"/>
                </a:lnTo>
                <a:lnTo>
                  <a:pt x="128" y="536"/>
                </a:lnTo>
                <a:lnTo>
                  <a:pt x="125" y="535"/>
                </a:lnTo>
                <a:lnTo>
                  <a:pt x="124" y="534"/>
                </a:lnTo>
                <a:lnTo>
                  <a:pt x="123" y="535"/>
                </a:lnTo>
                <a:lnTo>
                  <a:pt x="123" y="536"/>
                </a:lnTo>
                <a:lnTo>
                  <a:pt x="122" y="536"/>
                </a:lnTo>
                <a:lnTo>
                  <a:pt x="122" y="538"/>
                </a:lnTo>
                <a:lnTo>
                  <a:pt x="121" y="538"/>
                </a:lnTo>
                <a:lnTo>
                  <a:pt x="121" y="541"/>
                </a:lnTo>
                <a:lnTo>
                  <a:pt x="121" y="542"/>
                </a:lnTo>
                <a:lnTo>
                  <a:pt x="122" y="542"/>
                </a:lnTo>
                <a:lnTo>
                  <a:pt x="124" y="543"/>
                </a:lnTo>
                <a:lnTo>
                  <a:pt x="124" y="544"/>
                </a:lnTo>
                <a:lnTo>
                  <a:pt x="124" y="545"/>
                </a:lnTo>
                <a:lnTo>
                  <a:pt x="124" y="546"/>
                </a:lnTo>
                <a:lnTo>
                  <a:pt x="125" y="548"/>
                </a:lnTo>
                <a:lnTo>
                  <a:pt x="125" y="549"/>
                </a:lnTo>
                <a:lnTo>
                  <a:pt x="126" y="550"/>
                </a:lnTo>
                <a:lnTo>
                  <a:pt x="127" y="551"/>
                </a:lnTo>
                <a:lnTo>
                  <a:pt x="126" y="552"/>
                </a:lnTo>
                <a:lnTo>
                  <a:pt x="125" y="552"/>
                </a:lnTo>
                <a:lnTo>
                  <a:pt x="125" y="553"/>
                </a:lnTo>
                <a:lnTo>
                  <a:pt x="125" y="554"/>
                </a:lnTo>
                <a:lnTo>
                  <a:pt x="125" y="555"/>
                </a:lnTo>
                <a:lnTo>
                  <a:pt x="124" y="555"/>
                </a:lnTo>
                <a:lnTo>
                  <a:pt x="122" y="556"/>
                </a:lnTo>
                <a:lnTo>
                  <a:pt x="121" y="557"/>
                </a:lnTo>
                <a:lnTo>
                  <a:pt x="120" y="556"/>
                </a:lnTo>
                <a:lnTo>
                  <a:pt x="119" y="556"/>
                </a:lnTo>
                <a:lnTo>
                  <a:pt x="119" y="555"/>
                </a:lnTo>
                <a:lnTo>
                  <a:pt x="119" y="554"/>
                </a:lnTo>
                <a:lnTo>
                  <a:pt x="117" y="554"/>
                </a:lnTo>
                <a:lnTo>
                  <a:pt x="116" y="555"/>
                </a:lnTo>
                <a:lnTo>
                  <a:pt x="114" y="555"/>
                </a:lnTo>
                <a:lnTo>
                  <a:pt x="113" y="555"/>
                </a:lnTo>
                <a:lnTo>
                  <a:pt x="112" y="555"/>
                </a:lnTo>
                <a:lnTo>
                  <a:pt x="112" y="556"/>
                </a:lnTo>
                <a:lnTo>
                  <a:pt x="111" y="556"/>
                </a:lnTo>
                <a:lnTo>
                  <a:pt x="110" y="556"/>
                </a:lnTo>
                <a:lnTo>
                  <a:pt x="110" y="555"/>
                </a:lnTo>
                <a:lnTo>
                  <a:pt x="109" y="555"/>
                </a:lnTo>
                <a:lnTo>
                  <a:pt x="109" y="554"/>
                </a:lnTo>
                <a:lnTo>
                  <a:pt x="109" y="553"/>
                </a:lnTo>
                <a:lnTo>
                  <a:pt x="110" y="553"/>
                </a:lnTo>
                <a:lnTo>
                  <a:pt x="111" y="553"/>
                </a:lnTo>
                <a:lnTo>
                  <a:pt x="111" y="552"/>
                </a:lnTo>
                <a:lnTo>
                  <a:pt x="110" y="552"/>
                </a:lnTo>
                <a:lnTo>
                  <a:pt x="109" y="551"/>
                </a:lnTo>
                <a:lnTo>
                  <a:pt x="109" y="550"/>
                </a:lnTo>
                <a:lnTo>
                  <a:pt x="109" y="549"/>
                </a:lnTo>
                <a:lnTo>
                  <a:pt x="110" y="549"/>
                </a:lnTo>
                <a:lnTo>
                  <a:pt x="110" y="548"/>
                </a:lnTo>
                <a:lnTo>
                  <a:pt x="111" y="547"/>
                </a:lnTo>
                <a:lnTo>
                  <a:pt x="111" y="546"/>
                </a:lnTo>
                <a:lnTo>
                  <a:pt x="112" y="546"/>
                </a:lnTo>
                <a:lnTo>
                  <a:pt x="113" y="545"/>
                </a:lnTo>
                <a:lnTo>
                  <a:pt x="113" y="544"/>
                </a:lnTo>
                <a:lnTo>
                  <a:pt x="114" y="543"/>
                </a:lnTo>
                <a:lnTo>
                  <a:pt x="114" y="542"/>
                </a:lnTo>
                <a:lnTo>
                  <a:pt x="115" y="541"/>
                </a:lnTo>
                <a:lnTo>
                  <a:pt x="114" y="540"/>
                </a:lnTo>
                <a:lnTo>
                  <a:pt x="113" y="540"/>
                </a:lnTo>
                <a:lnTo>
                  <a:pt x="112" y="539"/>
                </a:lnTo>
                <a:lnTo>
                  <a:pt x="111" y="539"/>
                </a:lnTo>
                <a:lnTo>
                  <a:pt x="111" y="540"/>
                </a:lnTo>
                <a:lnTo>
                  <a:pt x="112" y="540"/>
                </a:lnTo>
                <a:lnTo>
                  <a:pt x="112" y="541"/>
                </a:lnTo>
                <a:lnTo>
                  <a:pt x="111" y="541"/>
                </a:lnTo>
                <a:lnTo>
                  <a:pt x="110" y="540"/>
                </a:lnTo>
                <a:lnTo>
                  <a:pt x="109" y="539"/>
                </a:lnTo>
                <a:lnTo>
                  <a:pt x="109" y="538"/>
                </a:lnTo>
                <a:lnTo>
                  <a:pt x="108" y="538"/>
                </a:lnTo>
                <a:lnTo>
                  <a:pt x="107" y="539"/>
                </a:lnTo>
                <a:lnTo>
                  <a:pt x="106" y="539"/>
                </a:lnTo>
                <a:lnTo>
                  <a:pt x="105" y="538"/>
                </a:lnTo>
                <a:lnTo>
                  <a:pt x="105" y="536"/>
                </a:lnTo>
                <a:lnTo>
                  <a:pt x="105" y="535"/>
                </a:lnTo>
                <a:lnTo>
                  <a:pt x="105" y="534"/>
                </a:lnTo>
                <a:lnTo>
                  <a:pt x="104" y="534"/>
                </a:lnTo>
                <a:lnTo>
                  <a:pt x="103" y="534"/>
                </a:lnTo>
                <a:lnTo>
                  <a:pt x="102" y="534"/>
                </a:lnTo>
                <a:lnTo>
                  <a:pt x="101" y="535"/>
                </a:lnTo>
                <a:lnTo>
                  <a:pt x="101" y="536"/>
                </a:lnTo>
                <a:lnTo>
                  <a:pt x="100" y="538"/>
                </a:lnTo>
                <a:lnTo>
                  <a:pt x="98" y="538"/>
                </a:lnTo>
                <a:lnTo>
                  <a:pt x="97" y="539"/>
                </a:lnTo>
                <a:lnTo>
                  <a:pt x="97" y="540"/>
                </a:lnTo>
                <a:lnTo>
                  <a:pt x="97" y="539"/>
                </a:lnTo>
                <a:lnTo>
                  <a:pt x="96" y="539"/>
                </a:lnTo>
                <a:lnTo>
                  <a:pt x="95" y="538"/>
                </a:lnTo>
                <a:lnTo>
                  <a:pt x="94" y="538"/>
                </a:lnTo>
                <a:lnTo>
                  <a:pt x="93" y="538"/>
                </a:lnTo>
                <a:lnTo>
                  <a:pt x="93" y="539"/>
                </a:lnTo>
                <a:lnTo>
                  <a:pt x="93" y="540"/>
                </a:lnTo>
                <a:lnTo>
                  <a:pt x="93" y="541"/>
                </a:lnTo>
                <a:lnTo>
                  <a:pt x="92" y="542"/>
                </a:lnTo>
                <a:lnTo>
                  <a:pt x="90" y="541"/>
                </a:lnTo>
                <a:lnTo>
                  <a:pt x="89" y="541"/>
                </a:lnTo>
                <a:lnTo>
                  <a:pt x="89" y="540"/>
                </a:lnTo>
                <a:lnTo>
                  <a:pt x="89" y="539"/>
                </a:lnTo>
                <a:lnTo>
                  <a:pt x="88" y="539"/>
                </a:lnTo>
                <a:lnTo>
                  <a:pt x="87" y="539"/>
                </a:lnTo>
                <a:lnTo>
                  <a:pt x="87" y="538"/>
                </a:lnTo>
                <a:lnTo>
                  <a:pt x="87" y="537"/>
                </a:lnTo>
                <a:lnTo>
                  <a:pt x="86" y="538"/>
                </a:lnTo>
                <a:lnTo>
                  <a:pt x="86" y="537"/>
                </a:lnTo>
                <a:lnTo>
                  <a:pt x="85" y="537"/>
                </a:lnTo>
                <a:lnTo>
                  <a:pt x="85" y="536"/>
                </a:lnTo>
                <a:lnTo>
                  <a:pt x="85" y="535"/>
                </a:lnTo>
                <a:lnTo>
                  <a:pt x="84" y="535"/>
                </a:lnTo>
                <a:lnTo>
                  <a:pt x="83" y="535"/>
                </a:lnTo>
                <a:lnTo>
                  <a:pt x="82" y="535"/>
                </a:lnTo>
                <a:lnTo>
                  <a:pt x="82" y="534"/>
                </a:lnTo>
                <a:lnTo>
                  <a:pt x="82" y="533"/>
                </a:lnTo>
                <a:lnTo>
                  <a:pt x="82" y="532"/>
                </a:lnTo>
                <a:lnTo>
                  <a:pt x="82" y="529"/>
                </a:lnTo>
                <a:lnTo>
                  <a:pt x="83" y="530"/>
                </a:lnTo>
                <a:lnTo>
                  <a:pt x="84" y="529"/>
                </a:lnTo>
                <a:lnTo>
                  <a:pt x="86" y="529"/>
                </a:lnTo>
                <a:lnTo>
                  <a:pt x="87" y="529"/>
                </a:lnTo>
                <a:lnTo>
                  <a:pt x="88" y="528"/>
                </a:lnTo>
                <a:lnTo>
                  <a:pt x="88" y="527"/>
                </a:lnTo>
                <a:lnTo>
                  <a:pt x="89" y="527"/>
                </a:lnTo>
                <a:lnTo>
                  <a:pt x="89" y="525"/>
                </a:lnTo>
                <a:lnTo>
                  <a:pt x="88" y="524"/>
                </a:lnTo>
                <a:lnTo>
                  <a:pt x="87" y="523"/>
                </a:lnTo>
                <a:lnTo>
                  <a:pt x="87" y="522"/>
                </a:lnTo>
                <a:lnTo>
                  <a:pt x="86" y="523"/>
                </a:lnTo>
                <a:lnTo>
                  <a:pt x="84" y="523"/>
                </a:lnTo>
                <a:lnTo>
                  <a:pt x="84" y="522"/>
                </a:lnTo>
                <a:lnTo>
                  <a:pt x="83" y="521"/>
                </a:lnTo>
                <a:lnTo>
                  <a:pt x="83" y="520"/>
                </a:lnTo>
                <a:lnTo>
                  <a:pt x="84" y="520"/>
                </a:lnTo>
                <a:lnTo>
                  <a:pt x="84" y="519"/>
                </a:lnTo>
                <a:lnTo>
                  <a:pt x="83" y="518"/>
                </a:lnTo>
                <a:lnTo>
                  <a:pt x="82" y="518"/>
                </a:lnTo>
                <a:lnTo>
                  <a:pt x="82" y="517"/>
                </a:lnTo>
                <a:lnTo>
                  <a:pt x="82" y="516"/>
                </a:lnTo>
                <a:lnTo>
                  <a:pt x="83" y="516"/>
                </a:lnTo>
                <a:lnTo>
                  <a:pt x="84" y="516"/>
                </a:lnTo>
                <a:lnTo>
                  <a:pt x="83" y="515"/>
                </a:lnTo>
                <a:lnTo>
                  <a:pt x="83" y="514"/>
                </a:lnTo>
                <a:lnTo>
                  <a:pt x="83" y="515"/>
                </a:lnTo>
                <a:lnTo>
                  <a:pt x="82" y="515"/>
                </a:lnTo>
                <a:lnTo>
                  <a:pt x="81" y="515"/>
                </a:lnTo>
                <a:lnTo>
                  <a:pt x="81" y="514"/>
                </a:lnTo>
                <a:lnTo>
                  <a:pt x="81" y="513"/>
                </a:lnTo>
                <a:lnTo>
                  <a:pt x="81" y="512"/>
                </a:lnTo>
                <a:lnTo>
                  <a:pt x="80" y="511"/>
                </a:lnTo>
                <a:lnTo>
                  <a:pt x="79" y="510"/>
                </a:lnTo>
                <a:lnTo>
                  <a:pt x="81" y="509"/>
                </a:lnTo>
                <a:lnTo>
                  <a:pt x="81" y="508"/>
                </a:lnTo>
                <a:lnTo>
                  <a:pt x="82" y="507"/>
                </a:lnTo>
                <a:lnTo>
                  <a:pt x="81" y="507"/>
                </a:lnTo>
                <a:lnTo>
                  <a:pt x="81" y="506"/>
                </a:lnTo>
                <a:lnTo>
                  <a:pt x="82" y="505"/>
                </a:lnTo>
                <a:lnTo>
                  <a:pt x="82" y="504"/>
                </a:lnTo>
                <a:lnTo>
                  <a:pt x="83" y="503"/>
                </a:lnTo>
                <a:lnTo>
                  <a:pt x="84" y="503"/>
                </a:lnTo>
                <a:lnTo>
                  <a:pt x="83" y="503"/>
                </a:lnTo>
                <a:lnTo>
                  <a:pt x="83" y="502"/>
                </a:lnTo>
                <a:lnTo>
                  <a:pt x="82" y="501"/>
                </a:lnTo>
                <a:lnTo>
                  <a:pt x="81" y="502"/>
                </a:lnTo>
                <a:lnTo>
                  <a:pt x="80" y="502"/>
                </a:lnTo>
                <a:lnTo>
                  <a:pt x="80" y="503"/>
                </a:lnTo>
                <a:lnTo>
                  <a:pt x="80" y="504"/>
                </a:lnTo>
                <a:lnTo>
                  <a:pt x="79" y="504"/>
                </a:lnTo>
                <a:lnTo>
                  <a:pt x="79" y="505"/>
                </a:lnTo>
                <a:lnTo>
                  <a:pt x="78" y="505"/>
                </a:lnTo>
                <a:lnTo>
                  <a:pt x="77" y="505"/>
                </a:lnTo>
                <a:lnTo>
                  <a:pt x="73" y="506"/>
                </a:lnTo>
                <a:lnTo>
                  <a:pt x="72" y="506"/>
                </a:lnTo>
                <a:lnTo>
                  <a:pt x="71" y="507"/>
                </a:lnTo>
                <a:lnTo>
                  <a:pt x="70" y="508"/>
                </a:lnTo>
                <a:lnTo>
                  <a:pt x="69" y="508"/>
                </a:lnTo>
                <a:lnTo>
                  <a:pt x="68" y="508"/>
                </a:lnTo>
                <a:lnTo>
                  <a:pt x="68" y="507"/>
                </a:lnTo>
                <a:lnTo>
                  <a:pt x="66" y="505"/>
                </a:lnTo>
                <a:lnTo>
                  <a:pt x="65" y="505"/>
                </a:lnTo>
                <a:lnTo>
                  <a:pt x="64" y="505"/>
                </a:lnTo>
                <a:lnTo>
                  <a:pt x="63" y="504"/>
                </a:lnTo>
                <a:lnTo>
                  <a:pt x="62" y="504"/>
                </a:lnTo>
                <a:lnTo>
                  <a:pt x="62" y="505"/>
                </a:lnTo>
                <a:lnTo>
                  <a:pt x="61" y="504"/>
                </a:lnTo>
                <a:lnTo>
                  <a:pt x="61" y="503"/>
                </a:lnTo>
                <a:lnTo>
                  <a:pt x="60" y="501"/>
                </a:lnTo>
                <a:lnTo>
                  <a:pt x="60" y="500"/>
                </a:lnTo>
                <a:lnTo>
                  <a:pt x="60" y="499"/>
                </a:lnTo>
                <a:lnTo>
                  <a:pt x="61" y="498"/>
                </a:lnTo>
                <a:lnTo>
                  <a:pt x="62" y="498"/>
                </a:lnTo>
                <a:lnTo>
                  <a:pt x="63" y="497"/>
                </a:lnTo>
                <a:lnTo>
                  <a:pt x="63" y="496"/>
                </a:lnTo>
                <a:lnTo>
                  <a:pt x="62" y="495"/>
                </a:lnTo>
                <a:lnTo>
                  <a:pt x="62" y="494"/>
                </a:lnTo>
                <a:lnTo>
                  <a:pt x="63" y="493"/>
                </a:lnTo>
                <a:lnTo>
                  <a:pt x="64" y="492"/>
                </a:lnTo>
                <a:lnTo>
                  <a:pt x="65" y="491"/>
                </a:lnTo>
                <a:lnTo>
                  <a:pt x="64" y="491"/>
                </a:lnTo>
                <a:lnTo>
                  <a:pt x="65" y="490"/>
                </a:lnTo>
                <a:lnTo>
                  <a:pt x="65" y="489"/>
                </a:lnTo>
                <a:lnTo>
                  <a:pt x="66" y="488"/>
                </a:lnTo>
                <a:lnTo>
                  <a:pt x="66" y="487"/>
                </a:lnTo>
                <a:lnTo>
                  <a:pt x="67" y="486"/>
                </a:lnTo>
                <a:lnTo>
                  <a:pt x="68" y="486"/>
                </a:lnTo>
                <a:lnTo>
                  <a:pt x="68" y="485"/>
                </a:lnTo>
                <a:lnTo>
                  <a:pt x="69" y="485"/>
                </a:lnTo>
                <a:lnTo>
                  <a:pt x="71" y="483"/>
                </a:lnTo>
                <a:lnTo>
                  <a:pt x="72" y="483"/>
                </a:lnTo>
                <a:lnTo>
                  <a:pt x="72" y="482"/>
                </a:lnTo>
                <a:lnTo>
                  <a:pt x="71" y="482"/>
                </a:lnTo>
                <a:lnTo>
                  <a:pt x="70" y="482"/>
                </a:lnTo>
                <a:lnTo>
                  <a:pt x="69" y="481"/>
                </a:lnTo>
                <a:lnTo>
                  <a:pt x="70" y="481"/>
                </a:lnTo>
                <a:lnTo>
                  <a:pt x="71" y="478"/>
                </a:lnTo>
                <a:lnTo>
                  <a:pt x="72" y="478"/>
                </a:lnTo>
                <a:lnTo>
                  <a:pt x="72" y="477"/>
                </a:lnTo>
                <a:lnTo>
                  <a:pt x="72" y="476"/>
                </a:lnTo>
                <a:lnTo>
                  <a:pt x="71" y="476"/>
                </a:lnTo>
                <a:lnTo>
                  <a:pt x="71" y="475"/>
                </a:lnTo>
                <a:lnTo>
                  <a:pt x="71" y="474"/>
                </a:lnTo>
                <a:lnTo>
                  <a:pt x="72" y="473"/>
                </a:lnTo>
                <a:lnTo>
                  <a:pt x="73" y="473"/>
                </a:lnTo>
                <a:lnTo>
                  <a:pt x="74" y="473"/>
                </a:lnTo>
                <a:lnTo>
                  <a:pt x="74" y="472"/>
                </a:lnTo>
                <a:lnTo>
                  <a:pt x="75" y="472"/>
                </a:lnTo>
                <a:lnTo>
                  <a:pt x="75" y="471"/>
                </a:lnTo>
                <a:lnTo>
                  <a:pt x="74" y="470"/>
                </a:lnTo>
                <a:lnTo>
                  <a:pt x="73" y="470"/>
                </a:lnTo>
                <a:lnTo>
                  <a:pt x="73" y="469"/>
                </a:lnTo>
                <a:lnTo>
                  <a:pt x="73" y="468"/>
                </a:lnTo>
                <a:lnTo>
                  <a:pt x="73" y="467"/>
                </a:lnTo>
                <a:lnTo>
                  <a:pt x="72" y="467"/>
                </a:lnTo>
                <a:lnTo>
                  <a:pt x="72" y="468"/>
                </a:lnTo>
                <a:lnTo>
                  <a:pt x="72" y="466"/>
                </a:lnTo>
                <a:lnTo>
                  <a:pt x="72" y="465"/>
                </a:lnTo>
                <a:lnTo>
                  <a:pt x="72" y="464"/>
                </a:lnTo>
                <a:lnTo>
                  <a:pt x="71" y="463"/>
                </a:lnTo>
                <a:lnTo>
                  <a:pt x="70" y="461"/>
                </a:lnTo>
                <a:lnTo>
                  <a:pt x="70" y="460"/>
                </a:lnTo>
                <a:lnTo>
                  <a:pt x="69" y="459"/>
                </a:lnTo>
                <a:lnTo>
                  <a:pt x="68" y="459"/>
                </a:lnTo>
                <a:lnTo>
                  <a:pt x="68" y="458"/>
                </a:lnTo>
                <a:lnTo>
                  <a:pt x="67" y="457"/>
                </a:lnTo>
                <a:lnTo>
                  <a:pt x="66" y="458"/>
                </a:lnTo>
                <a:lnTo>
                  <a:pt x="65" y="458"/>
                </a:lnTo>
                <a:lnTo>
                  <a:pt x="65" y="457"/>
                </a:lnTo>
                <a:lnTo>
                  <a:pt x="64" y="457"/>
                </a:lnTo>
                <a:lnTo>
                  <a:pt x="63" y="457"/>
                </a:lnTo>
                <a:lnTo>
                  <a:pt x="62" y="456"/>
                </a:lnTo>
                <a:lnTo>
                  <a:pt x="61" y="456"/>
                </a:lnTo>
                <a:lnTo>
                  <a:pt x="61" y="455"/>
                </a:lnTo>
                <a:lnTo>
                  <a:pt x="61" y="454"/>
                </a:lnTo>
                <a:lnTo>
                  <a:pt x="60" y="453"/>
                </a:lnTo>
                <a:lnTo>
                  <a:pt x="60" y="452"/>
                </a:lnTo>
                <a:lnTo>
                  <a:pt x="60" y="451"/>
                </a:lnTo>
                <a:lnTo>
                  <a:pt x="61" y="451"/>
                </a:lnTo>
                <a:lnTo>
                  <a:pt x="62" y="450"/>
                </a:lnTo>
                <a:lnTo>
                  <a:pt x="63" y="450"/>
                </a:lnTo>
                <a:lnTo>
                  <a:pt x="64" y="451"/>
                </a:lnTo>
                <a:lnTo>
                  <a:pt x="66" y="451"/>
                </a:lnTo>
                <a:lnTo>
                  <a:pt x="68" y="451"/>
                </a:lnTo>
                <a:lnTo>
                  <a:pt x="69" y="450"/>
                </a:lnTo>
                <a:lnTo>
                  <a:pt x="71" y="449"/>
                </a:lnTo>
                <a:lnTo>
                  <a:pt x="72" y="449"/>
                </a:lnTo>
                <a:lnTo>
                  <a:pt x="71" y="448"/>
                </a:lnTo>
                <a:lnTo>
                  <a:pt x="70" y="448"/>
                </a:lnTo>
                <a:lnTo>
                  <a:pt x="70" y="447"/>
                </a:lnTo>
                <a:lnTo>
                  <a:pt x="71" y="447"/>
                </a:lnTo>
                <a:lnTo>
                  <a:pt x="72" y="447"/>
                </a:lnTo>
                <a:lnTo>
                  <a:pt x="72" y="448"/>
                </a:lnTo>
                <a:lnTo>
                  <a:pt x="73" y="448"/>
                </a:lnTo>
                <a:lnTo>
                  <a:pt x="74" y="448"/>
                </a:lnTo>
                <a:lnTo>
                  <a:pt x="75" y="448"/>
                </a:lnTo>
                <a:lnTo>
                  <a:pt x="75" y="447"/>
                </a:lnTo>
                <a:lnTo>
                  <a:pt x="74" y="447"/>
                </a:lnTo>
                <a:lnTo>
                  <a:pt x="74" y="446"/>
                </a:lnTo>
                <a:lnTo>
                  <a:pt x="73" y="446"/>
                </a:lnTo>
                <a:lnTo>
                  <a:pt x="75" y="445"/>
                </a:lnTo>
                <a:lnTo>
                  <a:pt x="76" y="444"/>
                </a:lnTo>
                <a:lnTo>
                  <a:pt x="77" y="443"/>
                </a:lnTo>
                <a:lnTo>
                  <a:pt x="78" y="443"/>
                </a:lnTo>
                <a:lnTo>
                  <a:pt x="79" y="443"/>
                </a:lnTo>
                <a:lnTo>
                  <a:pt x="79" y="442"/>
                </a:lnTo>
                <a:lnTo>
                  <a:pt x="80" y="442"/>
                </a:lnTo>
                <a:lnTo>
                  <a:pt x="81" y="442"/>
                </a:lnTo>
                <a:lnTo>
                  <a:pt x="82" y="443"/>
                </a:lnTo>
                <a:lnTo>
                  <a:pt x="83" y="442"/>
                </a:lnTo>
                <a:lnTo>
                  <a:pt x="84" y="442"/>
                </a:lnTo>
                <a:lnTo>
                  <a:pt x="85" y="442"/>
                </a:lnTo>
                <a:lnTo>
                  <a:pt x="84" y="443"/>
                </a:lnTo>
                <a:lnTo>
                  <a:pt x="84" y="444"/>
                </a:lnTo>
                <a:lnTo>
                  <a:pt x="85" y="444"/>
                </a:lnTo>
                <a:lnTo>
                  <a:pt x="86" y="444"/>
                </a:lnTo>
                <a:lnTo>
                  <a:pt x="86" y="443"/>
                </a:lnTo>
                <a:lnTo>
                  <a:pt x="86" y="441"/>
                </a:lnTo>
                <a:lnTo>
                  <a:pt x="86" y="440"/>
                </a:lnTo>
                <a:lnTo>
                  <a:pt x="85" y="438"/>
                </a:lnTo>
                <a:lnTo>
                  <a:pt x="83" y="436"/>
                </a:lnTo>
                <a:lnTo>
                  <a:pt x="83" y="434"/>
                </a:lnTo>
                <a:lnTo>
                  <a:pt x="84" y="433"/>
                </a:lnTo>
                <a:lnTo>
                  <a:pt x="85" y="432"/>
                </a:lnTo>
                <a:lnTo>
                  <a:pt x="85" y="431"/>
                </a:lnTo>
                <a:lnTo>
                  <a:pt x="85" y="430"/>
                </a:lnTo>
                <a:lnTo>
                  <a:pt x="84" y="430"/>
                </a:lnTo>
                <a:lnTo>
                  <a:pt x="84" y="429"/>
                </a:lnTo>
                <a:lnTo>
                  <a:pt x="84" y="428"/>
                </a:lnTo>
                <a:lnTo>
                  <a:pt x="85" y="428"/>
                </a:lnTo>
                <a:lnTo>
                  <a:pt x="84" y="427"/>
                </a:lnTo>
                <a:lnTo>
                  <a:pt x="83" y="427"/>
                </a:lnTo>
                <a:lnTo>
                  <a:pt x="82" y="427"/>
                </a:lnTo>
                <a:lnTo>
                  <a:pt x="81" y="426"/>
                </a:lnTo>
                <a:lnTo>
                  <a:pt x="82" y="426"/>
                </a:lnTo>
                <a:lnTo>
                  <a:pt x="82" y="425"/>
                </a:lnTo>
                <a:lnTo>
                  <a:pt x="81" y="425"/>
                </a:lnTo>
                <a:lnTo>
                  <a:pt x="80" y="425"/>
                </a:lnTo>
                <a:lnTo>
                  <a:pt x="80" y="426"/>
                </a:lnTo>
                <a:lnTo>
                  <a:pt x="80" y="427"/>
                </a:lnTo>
                <a:lnTo>
                  <a:pt x="79" y="427"/>
                </a:lnTo>
                <a:lnTo>
                  <a:pt x="79" y="428"/>
                </a:lnTo>
                <a:lnTo>
                  <a:pt x="78" y="428"/>
                </a:lnTo>
                <a:lnTo>
                  <a:pt x="78" y="429"/>
                </a:lnTo>
                <a:lnTo>
                  <a:pt x="77" y="430"/>
                </a:lnTo>
                <a:lnTo>
                  <a:pt x="76" y="430"/>
                </a:lnTo>
                <a:lnTo>
                  <a:pt x="76" y="427"/>
                </a:lnTo>
                <a:lnTo>
                  <a:pt x="76" y="426"/>
                </a:lnTo>
                <a:lnTo>
                  <a:pt x="77" y="426"/>
                </a:lnTo>
                <a:lnTo>
                  <a:pt x="78" y="425"/>
                </a:lnTo>
                <a:lnTo>
                  <a:pt x="79" y="424"/>
                </a:lnTo>
                <a:lnTo>
                  <a:pt x="81" y="423"/>
                </a:lnTo>
                <a:lnTo>
                  <a:pt x="82" y="423"/>
                </a:lnTo>
                <a:lnTo>
                  <a:pt x="82" y="422"/>
                </a:lnTo>
                <a:lnTo>
                  <a:pt x="83" y="421"/>
                </a:lnTo>
                <a:lnTo>
                  <a:pt x="84" y="421"/>
                </a:lnTo>
                <a:lnTo>
                  <a:pt x="85" y="421"/>
                </a:lnTo>
                <a:lnTo>
                  <a:pt x="87" y="421"/>
                </a:lnTo>
                <a:lnTo>
                  <a:pt x="87" y="420"/>
                </a:lnTo>
                <a:lnTo>
                  <a:pt x="86" y="420"/>
                </a:lnTo>
                <a:lnTo>
                  <a:pt x="87" y="420"/>
                </a:lnTo>
                <a:lnTo>
                  <a:pt x="87" y="419"/>
                </a:lnTo>
                <a:lnTo>
                  <a:pt x="88" y="419"/>
                </a:lnTo>
                <a:lnTo>
                  <a:pt x="89" y="419"/>
                </a:lnTo>
                <a:lnTo>
                  <a:pt x="89" y="418"/>
                </a:lnTo>
                <a:lnTo>
                  <a:pt x="89" y="417"/>
                </a:lnTo>
                <a:lnTo>
                  <a:pt x="88" y="417"/>
                </a:lnTo>
                <a:lnTo>
                  <a:pt x="88" y="415"/>
                </a:lnTo>
                <a:lnTo>
                  <a:pt x="87" y="415"/>
                </a:lnTo>
                <a:lnTo>
                  <a:pt x="86" y="415"/>
                </a:lnTo>
                <a:lnTo>
                  <a:pt x="85" y="415"/>
                </a:lnTo>
                <a:lnTo>
                  <a:pt x="85" y="414"/>
                </a:lnTo>
                <a:lnTo>
                  <a:pt x="85" y="413"/>
                </a:lnTo>
                <a:lnTo>
                  <a:pt x="86" y="413"/>
                </a:lnTo>
                <a:lnTo>
                  <a:pt x="87" y="413"/>
                </a:lnTo>
                <a:lnTo>
                  <a:pt x="87" y="412"/>
                </a:lnTo>
                <a:lnTo>
                  <a:pt x="87" y="410"/>
                </a:lnTo>
                <a:lnTo>
                  <a:pt x="85" y="409"/>
                </a:lnTo>
                <a:lnTo>
                  <a:pt x="85" y="408"/>
                </a:lnTo>
                <a:lnTo>
                  <a:pt x="84" y="405"/>
                </a:lnTo>
                <a:lnTo>
                  <a:pt x="84" y="404"/>
                </a:lnTo>
                <a:lnTo>
                  <a:pt x="84" y="403"/>
                </a:lnTo>
                <a:lnTo>
                  <a:pt x="85" y="403"/>
                </a:lnTo>
                <a:lnTo>
                  <a:pt x="84" y="402"/>
                </a:lnTo>
                <a:lnTo>
                  <a:pt x="82" y="401"/>
                </a:lnTo>
                <a:lnTo>
                  <a:pt x="81" y="402"/>
                </a:lnTo>
                <a:lnTo>
                  <a:pt x="81" y="401"/>
                </a:lnTo>
                <a:lnTo>
                  <a:pt x="81" y="402"/>
                </a:lnTo>
                <a:lnTo>
                  <a:pt x="80" y="402"/>
                </a:lnTo>
                <a:lnTo>
                  <a:pt x="80" y="403"/>
                </a:lnTo>
                <a:lnTo>
                  <a:pt x="81" y="403"/>
                </a:lnTo>
                <a:lnTo>
                  <a:pt x="81" y="404"/>
                </a:lnTo>
                <a:lnTo>
                  <a:pt x="81" y="405"/>
                </a:lnTo>
                <a:lnTo>
                  <a:pt x="80" y="405"/>
                </a:lnTo>
                <a:lnTo>
                  <a:pt x="79" y="404"/>
                </a:lnTo>
                <a:lnTo>
                  <a:pt x="78" y="404"/>
                </a:lnTo>
                <a:lnTo>
                  <a:pt x="77" y="404"/>
                </a:lnTo>
                <a:lnTo>
                  <a:pt x="77" y="403"/>
                </a:lnTo>
                <a:lnTo>
                  <a:pt x="78" y="403"/>
                </a:lnTo>
                <a:lnTo>
                  <a:pt x="79" y="403"/>
                </a:lnTo>
                <a:lnTo>
                  <a:pt x="80" y="403"/>
                </a:lnTo>
                <a:lnTo>
                  <a:pt x="80" y="401"/>
                </a:lnTo>
                <a:lnTo>
                  <a:pt x="79" y="401"/>
                </a:lnTo>
                <a:lnTo>
                  <a:pt x="78" y="401"/>
                </a:lnTo>
                <a:lnTo>
                  <a:pt x="78" y="402"/>
                </a:lnTo>
                <a:lnTo>
                  <a:pt x="77" y="401"/>
                </a:lnTo>
                <a:lnTo>
                  <a:pt x="77" y="399"/>
                </a:lnTo>
                <a:lnTo>
                  <a:pt x="77" y="398"/>
                </a:lnTo>
                <a:lnTo>
                  <a:pt x="78" y="397"/>
                </a:lnTo>
                <a:lnTo>
                  <a:pt x="78" y="395"/>
                </a:lnTo>
                <a:lnTo>
                  <a:pt x="78" y="394"/>
                </a:lnTo>
                <a:lnTo>
                  <a:pt x="77" y="394"/>
                </a:lnTo>
                <a:lnTo>
                  <a:pt x="77" y="395"/>
                </a:lnTo>
                <a:lnTo>
                  <a:pt x="75" y="396"/>
                </a:lnTo>
                <a:lnTo>
                  <a:pt x="73" y="396"/>
                </a:lnTo>
                <a:lnTo>
                  <a:pt x="72" y="393"/>
                </a:lnTo>
                <a:lnTo>
                  <a:pt x="72" y="392"/>
                </a:lnTo>
                <a:lnTo>
                  <a:pt x="71" y="392"/>
                </a:lnTo>
                <a:lnTo>
                  <a:pt x="71" y="393"/>
                </a:lnTo>
                <a:lnTo>
                  <a:pt x="70" y="393"/>
                </a:lnTo>
                <a:lnTo>
                  <a:pt x="70" y="392"/>
                </a:lnTo>
                <a:lnTo>
                  <a:pt x="69" y="392"/>
                </a:lnTo>
                <a:lnTo>
                  <a:pt x="69" y="393"/>
                </a:lnTo>
                <a:lnTo>
                  <a:pt x="69" y="394"/>
                </a:lnTo>
                <a:lnTo>
                  <a:pt x="68" y="394"/>
                </a:lnTo>
                <a:lnTo>
                  <a:pt x="68" y="393"/>
                </a:lnTo>
                <a:lnTo>
                  <a:pt x="67" y="392"/>
                </a:lnTo>
                <a:lnTo>
                  <a:pt x="67" y="393"/>
                </a:lnTo>
                <a:lnTo>
                  <a:pt x="67" y="394"/>
                </a:lnTo>
                <a:lnTo>
                  <a:pt x="66" y="394"/>
                </a:lnTo>
                <a:lnTo>
                  <a:pt x="66" y="393"/>
                </a:lnTo>
                <a:lnTo>
                  <a:pt x="65" y="393"/>
                </a:lnTo>
                <a:lnTo>
                  <a:pt x="62" y="393"/>
                </a:lnTo>
                <a:lnTo>
                  <a:pt x="62" y="394"/>
                </a:lnTo>
                <a:lnTo>
                  <a:pt x="62" y="395"/>
                </a:lnTo>
                <a:lnTo>
                  <a:pt x="63" y="395"/>
                </a:lnTo>
                <a:lnTo>
                  <a:pt x="62" y="395"/>
                </a:lnTo>
                <a:lnTo>
                  <a:pt x="61" y="395"/>
                </a:lnTo>
                <a:lnTo>
                  <a:pt x="60" y="395"/>
                </a:lnTo>
                <a:lnTo>
                  <a:pt x="59" y="395"/>
                </a:lnTo>
                <a:lnTo>
                  <a:pt x="58" y="396"/>
                </a:lnTo>
                <a:lnTo>
                  <a:pt x="57" y="396"/>
                </a:lnTo>
                <a:lnTo>
                  <a:pt x="56" y="396"/>
                </a:lnTo>
                <a:lnTo>
                  <a:pt x="55" y="397"/>
                </a:lnTo>
                <a:lnTo>
                  <a:pt x="54" y="397"/>
                </a:lnTo>
                <a:lnTo>
                  <a:pt x="54" y="396"/>
                </a:lnTo>
                <a:lnTo>
                  <a:pt x="53" y="395"/>
                </a:lnTo>
                <a:lnTo>
                  <a:pt x="53" y="394"/>
                </a:lnTo>
                <a:lnTo>
                  <a:pt x="54" y="394"/>
                </a:lnTo>
                <a:lnTo>
                  <a:pt x="53" y="394"/>
                </a:lnTo>
                <a:lnTo>
                  <a:pt x="52" y="394"/>
                </a:lnTo>
                <a:lnTo>
                  <a:pt x="51" y="395"/>
                </a:lnTo>
                <a:lnTo>
                  <a:pt x="51" y="396"/>
                </a:lnTo>
                <a:lnTo>
                  <a:pt x="50" y="396"/>
                </a:lnTo>
                <a:lnTo>
                  <a:pt x="50" y="397"/>
                </a:lnTo>
                <a:lnTo>
                  <a:pt x="50" y="398"/>
                </a:lnTo>
                <a:lnTo>
                  <a:pt x="49" y="399"/>
                </a:lnTo>
                <a:lnTo>
                  <a:pt x="49" y="400"/>
                </a:lnTo>
                <a:lnTo>
                  <a:pt x="48" y="401"/>
                </a:lnTo>
                <a:lnTo>
                  <a:pt x="47" y="402"/>
                </a:lnTo>
                <a:lnTo>
                  <a:pt x="46" y="403"/>
                </a:lnTo>
                <a:lnTo>
                  <a:pt x="45" y="403"/>
                </a:lnTo>
                <a:lnTo>
                  <a:pt x="44" y="403"/>
                </a:lnTo>
                <a:lnTo>
                  <a:pt x="44" y="405"/>
                </a:lnTo>
                <a:lnTo>
                  <a:pt x="43" y="405"/>
                </a:lnTo>
                <a:lnTo>
                  <a:pt x="42" y="404"/>
                </a:lnTo>
                <a:lnTo>
                  <a:pt x="41" y="404"/>
                </a:lnTo>
                <a:lnTo>
                  <a:pt x="40" y="404"/>
                </a:lnTo>
                <a:lnTo>
                  <a:pt x="40" y="405"/>
                </a:lnTo>
                <a:lnTo>
                  <a:pt x="39" y="405"/>
                </a:lnTo>
                <a:lnTo>
                  <a:pt x="37" y="405"/>
                </a:lnTo>
                <a:lnTo>
                  <a:pt x="36" y="404"/>
                </a:lnTo>
                <a:lnTo>
                  <a:pt x="37" y="402"/>
                </a:lnTo>
                <a:lnTo>
                  <a:pt x="38" y="401"/>
                </a:lnTo>
                <a:lnTo>
                  <a:pt x="38" y="400"/>
                </a:lnTo>
                <a:lnTo>
                  <a:pt x="39" y="400"/>
                </a:lnTo>
                <a:lnTo>
                  <a:pt x="40" y="399"/>
                </a:lnTo>
                <a:lnTo>
                  <a:pt x="40" y="398"/>
                </a:lnTo>
                <a:lnTo>
                  <a:pt x="39" y="398"/>
                </a:lnTo>
                <a:lnTo>
                  <a:pt x="37" y="398"/>
                </a:lnTo>
                <a:lnTo>
                  <a:pt x="35" y="399"/>
                </a:lnTo>
                <a:lnTo>
                  <a:pt x="34" y="399"/>
                </a:lnTo>
                <a:lnTo>
                  <a:pt x="31" y="400"/>
                </a:lnTo>
                <a:lnTo>
                  <a:pt x="31" y="401"/>
                </a:lnTo>
                <a:lnTo>
                  <a:pt x="30" y="401"/>
                </a:lnTo>
                <a:lnTo>
                  <a:pt x="30" y="402"/>
                </a:lnTo>
                <a:lnTo>
                  <a:pt x="29" y="401"/>
                </a:lnTo>
                <a:lnTo>
                  <a:pt x="28" y="401"/>
                </a:lnTo>
                <a:lnTo>
                  <a:pt x="27" y="401"/>
                </a:lnTo>
                <a:lnTo>
                  <a:pt x="26" y="403"/>
                </a:lnTo>
                <a:lnTo>
                  <a:pt x="26" y="404"/>
                </a:lnTo>
                <a:lnTo>
                  <a:pt x="25" y="405"/>
                </a:lnTo>
                <a:lnTo>
                  <a:pt x="25" y="404"/>
                </a:lnTo>
                <a:lnTo>
                  <a:pt x="24" y="405"/>
                </a:lnTo>
                <a:lnTo>
                  <a:pt x="23" y="405"/>
                </a:lnTo>
                <a:lnTo>
                  <a:pt x="22" y="406"/>
                </a:lnTo>
                <a:lnTo>
                  <a:pt x="22" y="407"/>
                </a:lnTo>
                <a:lnTo>
                  <a:pt x="21" y="408"/>
                </a:lnTo>
                <a:lnTo>
                  <a:pt x="20" y="408"/>
                </a:lnTo>
                <a:lnTo>
                  <a:pt x="18" y="408"/>
                </a:lnTo>
                <a:lnTo>
                  <a:pt x="18" y="409"/>
                </a:lnTo>
                <a:lnTo>
                  <a:pt x="18" y="410"/>
                </a:lnTo>
                <a:lnTo>
                  <a:pt x="19" y="410"/>
                </a:lnTo>
                <a:lnTo>
                  <a:pt x="20" y="412"/>
                </a:lnTo>
                <a:lnTo>
                  <a:pt x="19" y="412"/>
                </a:lnTo>
                <a:lnTo>
                  <a:pt x="15" y="413"/>
                </a:lnTo>
                <a:lnTo>
                  <a:pt x="15" y="412"/>
                </a:lnTo>
                <a:lnTo>
                  <a:pt x="15" y="411"/>
                </a:lnTo>
                <a:lnTo>
                  <a:pt x="14" y="411"/>
                </a:lnTo>
                <a:lnTo>
                  <a:pt x="14" y="412"/>
                </a:lnTo>
                <a:lnTo>
                  <a:pt x="15" y="412"/>
                </a:lnTo>
                <a:lnTo>
                  <a:pt x="13" y="412"/>
                </a:lnTo>
                <a:lnTo>
                  <a:pt x="12" y="413"/>
                </a:lnTo>
                <a:lnTo>
                  <a:pt x="12" y="414"/>
                </a:lnTo>
                <a:lnTo>
                  <a:pt x="11" y="414"/>
                </a:lnTo>
                <a:lnTo>
                  <a:pt x="10" y="415"/>
                </a:lnTo>
                <a:lnTo>
                  <a:pt x="9" y="415"/>
                </a:lnTo>
                <a:lnTo>
                  <a:pt x="9" y="414"/>
                </a:lnTo>
                <a:lnTo>
                  <a:pt x="10" y="414"/>
                </a:lnTo>
                <a:lnTo>
                  <a:pt x="10" y="413"/>
                </a:lnTo>
                <a:lnTo>
                  <a:pt x="10" y="412"/>
                </a:lnTo>
                <a:lnTo>
                  <a:pt x="9" y="411"/>
                </a:lnTo>
                <a:lnTo>
                  <a:pt x="8" y="411"/>
                </a:lnTo>
                <a:lnTo>
                  <a:pt x="7" y="410"/>
                </a:lnTo>
                <a:lnTo>
                  <a:pt x="6" y="410"/>
                </a:lnTo>
                <a:lnTo>
                  <a:pt x="6" y="409"/>
                </a:lnTo>
                <a:lnTo>
                  <a:pt x="6" y="408"/>
                </a:lnTo>
                <a:lnTo>
                  <a:pt x="6" y="407"/>
                </a:lnTo>
                <a:lnTo>
                  <a:pt x="5" y="407"/>
                </a:lnTo>
                <a:lnTo>
                  <a:pt x="4" y="407"/>
                </a:lnTo>
                <a:lnTo>
                  <a:pt x="3" y="406"/>
                </a:lnTo>
                <a:lnTo>
                  <a:pt x="2" y="405"/>
                </a:lnTo>
                <a:lnTo>
                  <a:pt x="1" y="405"/>
                </a:lnTo>
                <a:lnTo>
                  <a:pt x="0" y="404"/>
                </a:lnTo>
                <a:lnTo>
                  <a:pt x="2" y="402"/>
                </a:lnTo>
                <a:lnTo>
                  <a:pt x="2" y="403"/>
                </a:lnTo>
                <a:lnTo>
                  <a:pt x="3" y="403"/>
                </a:lnTo>
                <a:lnTo>
                  <a:pt x="4" y="403"/>
                </a:lnTo>
                <a:lnTo>
                  <a:pt x="5" y="403"/>
                </a:lnTo>
                <a:lnTo>
                  <a:pt x="6" y="402"/>
                </a:lnTo>
                <a:lnTo>
                  <a:pt x="7" y="401"/>
                </a:lnTo>
                <a:lnTo>
                  <a:pt x="8" y="400"/>
                </a:lnTo>
                <a:lnTo>
                  <a:pt x="9" y="400"/>
                </a:lnTo>
                <a:lnTo>
                  <a:pt x="10" y="400"/>
                </a:lnTo>
                <a:lnTo>
                  <a:pt x="10" y="401"/>
                </a:lnTo>
                <a:lnTo>
                  <a:pt x="11" y="400"/>
                </a:lnTo>
                <a:lnTo>
                  <a:pt x="11" y="399"/>
                </a:lnTo>
                <a:lnTo>
                  <a:pt x="12" y="398"/>
                </a:lnTo>
                <a:lnTo>
                  <a:pt x="12" y="397"/>
                </a:lnTo>
                <a:lnTo>
                  <a:pt x="13" y="397"/>
                </a:lnTo>
                <a:lnTo>
                  <a:pt x="14" y="394"/>
                </a:lnTo>
                <a:lnTo>
                  <a:pt x="15" y="394"/>
                </a:lnTo>
                <a:lnTo>
                  <a:pt x="15" y="393"/>
                </a:lnTo>
                <a:lnTo>
                  <a:pt x="15" y="391"/>
                </a:lnTo>
                <a:lnTo>
                  <a:pt x="14" y="390"/>
                </a:lnTo>
                <a:lnTo>
                  <a:pt x="14" y="389"/>
                </a:lnTo>
                <a:lnTo>
                  <a:pt x="13" y="389"/>
                </a:lnTo>
                <a:lnTo>
                  <a:pt x="13" y="388"/>
                </a:lnTo>
                <a:lnTo>
                  <a:pt x="12" y="388"/>
                </a:lnTo>
                <a:lnTo>
                  <a:pt x="14" y="386"/>
                </a:lnTo>
                <a:lnTo>
                  <a:pt x="15" y="386"/>
                </a:lnTo>
                <a:lnTo>
                  <a:pt x="17" y="386"/>
                </a:lnTo>
                <a:lnTo>
                  <a:pt x="18" y="386"/>
                </a:lnTo>
                <a:lnTo>
                  <a:pt x="18" y="385"/>
                </a:lnTo>
                <a:lnTo>
                  <a:pt x="18" y="384"/>
                </a:lnTo>
                <a:lnTo>
                  <a:pt x="19" y="384"/>
                </a:lnTo>
                <a:lnTo>
                  <a:pt x="20" y="384"/>
                </a:lnTo>
                <a:lnTo>
                  <a:pt x="20" y="383"/>
                </a:lnTo>
                <a:lnTo>
                  <a:pt x="21" y="382"/>
                </a:lnTo>
                <a:lnTo>
                  <a:pt x="22" y="382"/>
                </a:lnTo>
                <a:lnTo>
                  <a:pt x="22" y="381"/>
                </a:lnTo>
                <a:lnTo>
                  <a:pt x="22" y="380"/>
                </a:lnTo>
                <a:lnTo>
                  <a:pt x="22" y="379"/>
                </a:lnTo>
                <a:lnTo>
                  <a:pt x="23" y="380"/>
                </a:lnTo>
                <a:lnTo>
                  <a:pt x="25" y="379"/>
                </a:lnTo>
                <a:lnTo>
                  <a:pt x="26" y="378"/>
                </a:lnTo>
                <a:lnTo>
                  <a:pt x="27" y="378"/>
                </a:lnTo>
                <a:lnTo>
                  <a:pt x="29" y="378"/>
                </a:lnTo>
                <a:lnTo>
                  <a:pt x="29" y="377"/>
                </a:lnTo>
                <a:lnTo>
                  <a:pt x="29" y="376"/>
                </a:lnTo>
                <a:lnTo>
                  <a:pt x="30" y="376"/>
                </a:lnTo>
                <a:lnTo>
                  <a:pt x="30" y="375"/>
                </a:lnTo>
                <a:lnTo>
                  <a:pt x="30" y="374"/>
                </a:lnTo>
                <a:lnTo>
                  <a:pt x="29" y="374"/>
                </a:lnTo>
                <a:lnTo>
                  <a:pt x="29" y="373"/>
                </a:lnTo>
                <a:lnTo>
                  <a:pt x="29" y="372"/>
                </a:lnTo>
                <a:lnTo>
                  <a:pt x="29" y="371"/>
                </a:lnTo>
                <a:lnTo>
                  <a:pt x="30" y="371"/>
                </a:lnTo>
                <a:lnTo>
                  <a:pt x="30" y="372"/>
                </a:lnTo>
                <a:lnTo>
                  <a:pt x="31" y="372"/>
                </a:lnTo>
                <a:lnTo>
                  <a:pt x="32" y="372"/>
                </a:lnTo>
                <a:lnTo>
                  <a:pt x="32" y="371"/>
                </a:lnTo>
                <a:lnTo>
                  <a:pt x="33" y="371"/>
                </a:lnTo>
                <a:lnTo>
                  <a:pt x="34" y="371"/>
                </a:lnTo>
                <a:lnTo>
                  <a:pt x="34" y="370"/>
                </a:lnTo>
                <a:lnTo>
                  <a:pt x="35" y="370"/>
                </a:lnTo>
                <a:lnTo>
                  <a:pt x="35" y="369"/>
                </a:lnTo>
                <a:lnTo>
                  <a:pt x="35" y="368"/>
                </a:lnTo>
                <a:lnTo>
                  <a:pt x="36" y="368"/>
                </a:lnTo>
                <a:lnTo>
                  <a:pt x="37" y="367"/>
                </a:lnTo>
                <a:lnTo>
                  <a:pt x="36" y="367"/>
                </a:lnTo>
                <a:lnTo>
                  <a:pt x="36" y="366"/>
                </a:lnTo>
                <a:lnTo>
                  <a:pt x="37" y="365"/>
                </a:lnTo>
                <a:lnTo>
                  <a:pt x="37" y="363"/>
                </a:lnTo>
                <a:lnTo>
                  <a:pt x="36" y="362"/>
                </a:lnTo>
                <a:lnTo>
                  <a:pt x="37" y="362"/>
                </a:lnTo>
                <a:lnTo>
                  <a:pt x="39" y="360"/>
                </a:lnTo>
                <a:lnTo>
                  <a:pt x="39" y="359"/>
                </a:lnTo>
                <a:lnTo>
                  <a:pt x="38" y="358"/>
                </a:lnTo>
                <a:lnTo>
                  <a:pt x="37" y="359"/>
                </a:lnTo>
                <a:lnTo>
                  <a:pt x="37" y="360"/>
                </a:lnTo>
                <a:lnTo>
                  <a:pt x="37" y="361"/>
                </a:lnTo>
                <a:lnTo>
                  <a:pt x="36" y="361"/>
                </a:lnTo>
                <a:lnTo>
                  <a:pt x="36" y="360"/>
                </a:lnTo>
                <a:lnTo>
                  <a:pt x="35" y="360"/>
                </a:lnTo>
                <a:lnTo>
                  <a:pt x="35" y="359"/>
                </a:lnTo>
                <a:lnTo>
                  <a:pt x="36" y="359"/>
                </a:lnTo>
                <a:lnTo>
                  <a:pt x="37" y="358"/>
                </a:lnTo>
                <a:lnTo>
                  <a:pt x="38" y="358"/>
                </a:lnTo>
                <a:lnTo>
                  <a:pt x="38" y="357"/>
                </a:lnTo>
                <a:lnTo>
                  <a:pt x="39" y="356"/>
                </a:lnTo>
                <a:lnTo>
                  <a:pt x="40" y="356"/>
                </a:lnTo>
                <a:lnTo>
                  <a:pt x="41" y="356"/>
                </a:lnTo>
                <a:lnTo>
                  <a:pt x="41" y="358"/>
                </a:lnTo>
                <a:lnTo>
                  <a:pt x="41" y="359"/>
                </a:lnTo>
                <a:lnTo>
                  <a:pt x="40" y="360"/>
                </a:lnTo>
                <a:lnTo>
                  <a:pt x="41" y="360"/>
                </a:lnTo>
                <a:lnTo>
                  <a:pt x="42" y="359"/>
                </a:lnTo>
                <a:lnTo>
                  <a:pt x="43" y="358"/>
                </a:lnTo>
                <a:lnTo>
                  <a:pt x="44" y="358"/>
                </a:lnTo>
                <a:lnTo>
                  <a:pt x="44" y="357"/>
                </a:lnTo>
                <a:lnTo>
                  <a:pt x="46" y="356"/>
                </a:lnTo>
                <a:lnTo>
                  <a:pt x="46" y="355"/>
                </a:lnTo>
                <a:lnTo>
                  <a:pt x="46" y="354"/>
                </a:lnTo>
                <a:lnTo>
                  <a:pt x="47" y="354"/>
                </a:lnTo>
                <a:lnTo>
                  <a:pt x="48" y="355"/>
                </a:lnTo>
                <a:lnTo>
                  <a:pt x="48" y="357"/>
                </a:lnTo>
                <a:lnTo>
                  <a:pt x="51" y="357"/>
                </a:lnTo>
                <a:lnTo>
                  <a:pt x="51" y="358"/>
                </a:lnTo>
                <a:lnTo>
                  <a:pt x="51" y="359"/>
                </a:lnTo>
                <a:lnTo>
                  <a:pt x="52" y="359"/>
                </a:lnTo>
                <a:lnTo>
                  <a:pt x="52" y="358"/>
                </a:lnTo>
                <a:lnTo>
                  <a:pt x="53" y="358"/>
                </a:lnTo>
                <a:lnTo>
                  <a:pt x="54" y="358"/>
                </a:lnTo>
                <a:lnTo>
                  <a:pt x="55" y="358"/>
                </a:lnTo>
                <a:lnTo>
                  <a:pt x="56" y="358"/>
                </a:lnTo>
                <a:lnTo>
                  <a:pt x="57" y="358"/>
                </a:lnTo>
                <a:lnTo>
                  <a:pt x="57" y="356"/>
                </a:lnTo>
                <a:lnTo>
                  <a:pt x="58" y="356"/>
                </a:lnTo>
                <a:lnTo>
                  <a:pt x="58" y="355"/>
                </a:lnTo>
                <a:lnTo>
                  <a:pt x="58" y="354"/>
                </a:lnTo>
                <a:lnTo>
                  <a:pt x="57" y="353"/>
                </a:lnTo>
                <a:lnTo>
                  <a:pt x="56" y="351"/>
                </a:lnTo>
                <a:lnTo>
                  <a:pt x="57" y="351"/>
                </a:lnTo>
                <a:lnTo>
                  <a:pt x="58" y="351"/>
                </a:lnTo>
                <a:lnTo>
                  <a:pt x="58" y="350"/>
                </a:lnTo>
                <a:lnTo>
                  <a:pt x="59" y="350"/>
                </a:lnTo>
                <a:lnTo>
                  <a:pt x="59" y="349"/>
                </a:lnTo>
                <a:lnTo>
                  <a:pt x="61" y="349"/>
                </a:lnTo>
                <a:lnTo>
                  <a:pt x="61" y="348"/>
                </a:lnTo>
                <a:lnTo>
                  <a:pt x="62" y="347"/>
                </a:lnTo>
                <a:lnTo>
                  <a:pt x="63" y="346"/>
                </a:lnTo>
                <a:lnTo>
                  <a:pt x="64" y="345"/>
                </a:lnTo>
                <a:lnTo>
                  <a:pt x="65" y="344"/>
                </a:lnTo>
                <a:lnTo>
                  <a:pt x="65" y="343"/>
                </a:lnTo>
                <a:lnTo>
                  <a:pt x="66" y="343"/>
                </a:lnTo>
                <a:lnTo>
                  <a:pt x="68" y="342"/>
                </a:lnTo>
                <a:lnTo>
                  <a:pt x="69" y="341"/>
                </a:lnTo>
                <a:lnTo>
                  <a:pt x="69" y="340"/>
                </a:lnTo>
                <a:lnTo>
                  <a:pt x="69" y="341"/>
                </a:lnTo>
                <a:lnTo>
                  <a:pt x="70" y="341"/>
                </a:lnTo>
                <a:lnTo>
                  <a:pt x="70" y="342"/>
                </a:lnTo>
                <a:lnTo>
                  <a:pt x="71" y="342"/>
                </a:lnTo>
                <a:lnTo>
                  <a:pt x="71" y="341"/>
                </a:lnTo>
                <a:lnTo>
                  <a:pt x="72" y="341"/>
                </a:lnTo>
                <a:lnTo>
                  <a:pt x="72" y="340"/>
                </a:lnTo>
                <a:lnTo>
                  <a:pt x="71" y="340"/>
                </a:lnTo>
                <a:lnTo>
                  <a:pt x="72" y="340"/>
                </a:lnTo>
                <a:lnTo>
                  <a:pt x="72" y="339"/>
                </a:lnTo>
                <a:lnTo>
                  <a:pt x="72" y="340"/>
                </a:lnTo>
                <a:lnTo>
                  <a:pt x="73" y="340"/>
                </a:lnTo>
                <a:lnTo>
                  <a:pt x="74" y="340"/>
                </a:lnTo>
                <a:lnTo>
                  <a:pt x="74" y="339"/>
                </a:lnTo>
                <a:lnTo>
                  <a:pt x="75" y="339"/>
                </a:lnTo>
                <a:lnTo>
                  <a:pt x="74" y="338"/>
                </a:lnTo>
                <a:lnTo>
                  <a:pt x="73" y="336"/>
                </a:lnTo>
                <a:lnTo>
                  <a:pt x="74" y="335"/>
                </a:lnTo>
                <a:lnTo>
                  <a:pt x="74" y="334"/>
                </a:lnTo>
                <a:lnTo>
                  <a:pt x="75" y="334"/>
                </a:lnTo>
                <a:lnTo>
                  <a:pt x="75" y="332"/>
                </a:lnTo>
                <a:lnTo>
                  <a:pt x="76" y="330"/>
                </a:lnTo>
                <a:lnTo>
                  <a:pt x="76" y="329"/>
                </a:lnTo>
                <a:lnTo>
                  <a:pt x="75" y="329"/>
                </a:lnTo>
                <a:lnTo>
                  <a:pt x="74" y="328"/>
                </a:lnTo>
                <a:lnTo>
                  <a:pt x="74" y="327"/>
                </a:lnTo>
                <a:lnTo>
                  <a:pt x="74" y="325"/>
                </a:lnTo>
                <a:lnTo>
                  <a:pt x="75" y="325"/>
                </a:lnTo>
                <a:lnTo>
                  <a:pt x="75" y="324"/>
                </a:lnTo>
                <a:lnTo>
                  <a:pt x="73" y="323"/>
                </a:lnTo>
                <a:lnTo>
                  <a:pt x="72" y="322"/>
                </a:lnTo>
                <a:lnTo>
                  <a:pt x="71" y="322"/>
                </a:lnTo>
                <a:lnTo>
                  <a:pt x="70" y="321"/>
                </a:lnTo>
                <a:lnTo>
                  <a:pt x="69" y="320"/>
                </a:lnTo>
                <a:lnTo>
                  <a:pt x="69" y="319"/>
                </a:lnTo>
                <a:lnTo>
                  <a:pt x="68" y="319"/>
                </a:lnTo>
                <a:lnTo>
                  <a:pt x="67" y="319"/>
                </a:lnTo>
                <a:lnTo>
                  <a:pt x="65" y="319"/>
                </a:lnTo>
                <a:lnTo>
                  <a:pt x="64" y="319"/>
                </a:lnTo>
                <a:lnTo>
                  <a:pt x="63" y="319"/>
                </a:lnTo>
                <a:lnTo>
                  <a:pt x="62" y="319"/>
                </a:lnTo>
                <a:lnTo>
                  <a:pt x="63" y="319"/>
                </a:lnTo>
                <a:lnTo>
                  <a:pt x="63" y="318"/>
                </a:lnTo>
                <a:lnTo>
                  <a:pt x="64" y="318"/>
                </a:lnTo>
                <a:lnTo>
                  <a:pt x="64" y="317"/>
                </a:lnTo>
                <a:lnTo>
                  <a:pt x="63" y="317"/>
                </a:lnTo>
                <a:lnTo>
                  <a:pt x="62" y="316"/>
                </a:lnTo>
                <a:lnTo>
                  <a:pt x="62" y="315"/>
                </a:lnTo>
                <a:lnTo>
                  <a:pt x="61" y="313"/>
                </a:lnTo>
                <a:lnTo>
                  <a:pt x="60" y="313"/>
                </a:lnTo>
                <a:lnTo>
                  <a:pt x="59" y="313"/>
                </a:lnTo>
                <a:lnTo>
                  <a:pt x="58" y="312"/>
                </a:lnTo>
                <a:lnTo>
                  <a:pt x="59" y="311"/>
                </a:lnTo>
                <a:lnTo>
                  <a:pt x="59" y="310"/>
                </a:lnTo>
                <a:lnTo>
                  <a:pt x="59" y="309"/>
                </a:lnTo>
                <a:lnTo>
                  <a:pt x="60" y="308"/>
                </a:lnTo>
                <a:lnTo>
                  <a:pt x="59" y="307"/>
                </a:lnTo>
                <a:lnTo>
                  <a:pt x="59" y="306"/>
                </a:lnTo>
                <a:lnTo>
                  <a:pt x="59" y="305"/>
                </a:lnTo>
                <a:lnTo>
                  <a:pt x="60" y="305"/>
                </a:lnTo>
                <a:lnTo>
                  <a:pt x="60" y="304"/>
                </a:lnTo>
                <a:lnTo>
                  <a:pt x="59" y="304"/>
                </a:lnTo>
                <a:lnTo>
                  <a:pt x="59" y="303"/>
                </a:lnTo>
                <a:lnTo>
                  <a:pt x="58" y="303"/>
                </a:lnTo>
                <a:lnTo>
                  <a:pt x="57" y="302"/>
                </a:lnTo>
                <a:lnTo>
                  <a:pt x="57" y="301"/>
                </a:lnTo>
                <a:lnTo>
                  <a:pt x="58" y="301"/>
                </a:lnTo>
                <a:lnTo>
                  <a:pt x="59" y="301"/>
                </a:lnTo>
                <a:lnTo>
                  <a:pt x="58" y="301"/>
                </a:lnTo>
                <a:lnTo>
                  <a:pt x="57" y="300"/>
                </a:lnTo>
                <a:lnTo>
                  <a:pt x="56" y="300"/>
                </a:lnTo>
                <a:lnTo>
                  <a:pt x="56" y="299"/>
                </a:lnTo>
                <a:lnTo>
                  <a:pt x="56" y="298"/>
                </a:lnTo>
                <a:lnTo>
                  <a:pt x="56" y="297"/>
                </a:lnTo>
                <a:lnTo>
                  <a:pt x="56" y="295"/>
                </a:lnTo>
                <a:lnTo>
                  <a:pt x="56" y="294"/>
                </a:lnTo>
                <a:lnTo>
                  <a:pt x="55" y="292"/>
                </a:lnTo>
                <a:lnTo>
                  <a:pt x="55" y="291"/>
                </a:lnTo>
                <a:lnTo>
                  <a:pt x="54" y="289"/>
                </a:lnTo>
                <a:lnTo>
                  <a:pt x="54" y="288"/>
                </a:lnTo>
                <a:lnTo>
                  <a:pt x="55" y="288"/>
                </a:lnTo>
                <a:lnTo>
                  <a:pt x="56" y="288"/>
                </a:lnTo>
                <a:lnTo>
                  <a:pt x="56" y="287"/>
                </a:lnTo>
                <a:lnTo>
                  <a:pt x="56" y="286"/>
                </a:lnTo>
                <a:lnTo>
                  <a:pt x="56" y="285"/>
                </a:lnTo>
                <a:lnTo>
                  <a:pt x="56" y="284"/>
                </a:lnTo>
                <a:lnTo>
                  <a:pt x="56" y="285"/>
                </a:lnTo>
                <a:lnTo>
                  <a:pt x="57" y="285"/>
                </a:lnTo>
                <a:lnTo>
                  <a:pt x="57" y="284"/>
                </a:lnTo>
                <a:lnTo>
                  <a:pt x="58" y="283"/>
                </a:lnTo>
                <a:lnTo>
                  <a:pt x="59" y="283"/>
                </a:lnTo>
                <a:lnTo>
                  <a:pt x="60" y="283"/>
                </a:lnTo>
                <a:lnTo>
                  <a:pt x="61" y="283"/>
                </a:lnTo>
                <a:lnTo>
                  <a:pt x="61" y="282"/>
                </a:lnTo>
                <a:lnTo>
                  <a:pt x="61" y="281"/>
                </a:lnTo>
                <a:lnTo>
                  <a:pt x="62" y="280"/>
                </a:lnTo>
                <a:lnTo>
                  <a:pt x="62" y="279"/>
                </a:lnTo>
                <a:lnTo>
                  <a:pt x="62" y="278"/>
                </a:lnTo>
                <a:lnTo>
                  <a:pt x="61" y="278"/>
                </a:lnTo>
                <a:lnTo>
                  <a:pt x="61" y="277"/>
                </a:lnTo>
                <a:lnTo>
                  <a:pt x="60" y="277"/>
                </a:lnTo>
                <a:lnTo>
                  <a:pt x="59" y="277"/>
                </a:lnTo>
                <a:lnTo>
                  <a:pt x="59" y="276"/>
                </a:lnTo>
                <a:lnTo>
                  <a:pt x="58" y="276"/>
                </a:lnTo>
                <a:lnTo>
                  <a:pt x="58" y="275"/>
                </a:lnTo>
                <a:lnTo>
                  <a:pt x="57" y="276"/>
                </a:lnTo>
                <a:lnTo>
                  <a:pt x="57" y="277"/>
                </a:lnTo>
                <a:lnTo>
                  <a:pt x="56" y="278"/>
                </a:lnTo>
                <a:lnTo>
                  <a:pt x="55" y="279"/>
                </a:lnTo>
                <a:lnTo>
                  <a:pt x="54" y="279"/>
                </a:lnTo>
                <a:lnTo>
                  <a:pt x="54" y="280"/>
                </a:lnTo>
                <a:lnTo>
                  <a:pt x="53" y="280"/>
                </a:lnTo>
                <a:lnTo>
                  <a:pt x="53" y="277"/>
                </a:lnTo>
                <a:lnTo>
                  <a:pt x="54" y="277"/>
                </a:lnTo>
                <a:lnTo>
                  <a:pt x="54" y="275"/>
                </a:lnTo>
                <a:lnTo>
                  <a:pt x="54" y="274"/>
                </a:lnTo>
                <a:lnTo>
                  <a:pt x="54" y="273"/>
                </a:lnTo>
                <a:lnTo>
                  <a:pt x="55" y="273"/>
                </a:lnTo>
                <a:lnTo>
                  <a:pt x="55" y="272"/>
                </a:lnTo>
                <a:lnTo>
                  <a:pt x="54" y="272"/>
                </a:lnTo>
                <a:lnTo>
                  <a:pt x="55" y="271"/>
                </a:lnTo>
                <a:lnTo>
                  <a:pt x="55" y="270"/>
                </a:lnTo>
                <a:lnTo>
                  <a:pt x="56" y="269"/>
                </a:lnTo>
                <a:lnTo>
                  <a:pt x="56" y="267"/>
                </a:lnTo>
                <a:lnTo>
                  <a:pt x="57" y="267"/>
                </a:lnTo>
                <a:lnTo>
                  <a:pt x="57" y="266"/>
                </a:lnTo>
                <a:lnTo>
                  <a:pt x="57" y="265"/>
                </a:lnTo>
                <a:lnTo>
                  <a:pt x="58" y="265"/>
                </a:lnTo>
                <a:lnTo>
                  <a:pt x="57" y="265"/>
                </a:lnTo>
                <a:lnTo>
                  <a:pt x="57" y="264"/>
                </a:lnTo>
                <a:lnTo>
                  <a:pt x="57" y="263"/>
                </a:lnTo>
                <a:lnTo>
                  <a:pt x="58" y="263"/>
                </a:lnTo>
                <a:lnTo>
                  <a:pt x="58" y="262"/>
                </a:lnTo>
                <a:lnTo>
                  <a:pt x="58" y="261"/>
                </a:lnTo>
                <a:lnTo>
                  <a:pt x="57" y="260"/>
                </a:lnTo>
                <a:lnTo>
                  <a:pt x="57" y="259"/>
                </a:lnTo>
                <a:lnTo>
                  <a:pt x="57" y="258"/>
                </a:lnTo>
                <a:lnTo>
                  <a:pt x="58" y="257"/>
                </a:lnTo>
                <a:lnTo>
                  <a:pt x="59" y="255"/>
                </a:lnTo>
                <a:lnTo>
                  <a:pt x="59" y="254"/>
                </a:lnTo>
                <a:lnTo>
                  <a:pt x="59" y="253"/>
                </a:lnTo>
                <a:lnTo>
                  <a:pt x="60" y="253"/>
                </a:lnTo>
                <a:lnTo>
                  <a:pt x="60" y="252"/>
                </a:lnTo>
                <a:lnTo>
                  <a:pt x="60" y="251"/>
                </a:lnTo>
                <a:lnTo>
                  <a:pt x="61" y="250"/>
                </a:lnTo>
                <a:lnTo>
                  <a:pt x="62" y="249"/>
                </a:lnTo>
                <a:lnTo>
                  <a:pt x="63" y="249"/>
                </a:lnTo>
                <a:lnTo>
                  <a:pt x="63" y="248"/>
                </a:lnTo>
                <a:lnTo>
                  <a:pt x="62" y="248"/>
                </a:lnTo>
                <a:lnTo>
                  <a:pt x="61" y="248"/>
                </a:lnTo>
                <a:lnTo>
                  <a:pt x="60" y="248"/>
                </a:lnTo>
                <a:lnTo>
                  <a:pt x="59" y="248"/>
                </a:lnTo>
                <a:lnTo>
                  <a:pt x="59" y="249"/>
                </a:lnTo>
                <a:lnTo>
                  <a:pt x="59" y="250"/>
                </a:lnTo>
                <a:lnTo>
                  <a:pt x="58" y="250"/>
                </a:lnTo>
                <a:lnTo>
                  <a:pt x="58" y="249"/>
                </a:lnTo>
                <a:lnTo>
                  <a:pt x="58" y="250"/>
                </a:lnTo>
                <a:lnTo>
                  <a:pt x="58" y="249"/>
                </a:lnTo>
                <a:lnTo>
                  <a:pt x="58" y="248"/>
                </a:lnTo>
                <a:lnTo>
                  <a:pt x="59" y="248"/>
                </a:lnTo>
                <a:lnTo>
                  <a:pt x="59" y="247"/>
                </a:lnTo>
                <a:lnTo>
                  <a:pt x="58" y="246"/>
                </a:lnTo>
                <a:lnTo>
                  <a:pt x="57" y="246"/>
                </a:lnTo>
                <a:lnTo>
                  <a:pt x="56" y="246"/>
                </a:lnTo>
                <a:lnTo>
                  <a:pt x="55" y="246"/>
                </a:lnTo>
                <a:lnTo>
                  <a:pt x="55" y="247"/>
                </a:lnTo>
                <a:lnTo>
                  <a:pt x="54" y="248"/>
                </a:lnTo>
                <a:lnTo>
                  <a:pt x="53" y="248"/>
                </a:lnTo>
                <a:lnTo>
                  <a:pt x="53" y="249"/>
                </a:lnTo>
                <a:lnTo>
                  <a:pt x="53" y="248"/>
                </a:lnTo>
                <a:lnTo>
                  <a:pt x="52" y="248"/>
                </a:lnTo>
                <a:lnTo>
                  <a:pt x="52" y="247"/>
                </a:lnTo>
                <a:lnTo>
                  <a:pt x="52" y="246"/>
                </a:lnTo>
                <a:lnTo>
                  <a:pt x="51" y="245"/>
                </a:lnTo>
                <a:lnTo>
                  <a:pt x="50" y="245"/>
                </a:lnTo>
                <a:lnTo>
                  <a:pt x="51" y="245"/>
                </a:lnTo>
                <a:lnTo>
                  <a:pt x="50" y="244"/>
                </a:lnTo>
                <a:lnTo>
                  <a:pt x="49" y="244"/>
                </a:lnTo>
                <a:lnTo>
                  <a:pt x="49" y="243"/>
                </a:lnTo>
                <a:lnTo>
                  <a:pt x="49" y="242"/>
                </a:lnTo>
                <a:lnTo>
                  <a:pt x="48" y="241"/>
                </a:lnTo>
                <a:lnTo>
                  <a:pt x="48" y="240"/>
                </a:lnTo>
                <a:lnTo>
                  <a:pt x="49" y="240"/>
                </a:lnTo>
                <a:lnTo>
                  <a:pt x="49" y="239"/>
                </a:lnTo>
                <a:lnTo>
                  <a:pt x="50" y="238"/>
                </a:lnTo>
                <a:lnTo>
                  <a:pt x="50" y="237"/>
                </a:lnTo>
                <a:lnTo>
                  <a:pt x="50" y="236"/>
                </a:lnTo>
                <a:lnTo>
                  <a:pt x="50" y="235"/>
                </a:lnTo>
                <a:lnTo>
                  <a:pt x="49" y="235"/>
                </a:lnTo>
                <a:lnTo>
                  <a:pt x="49" y="234"/>
                </a:lnTo>
                <a:lnTo>
                  <a:pt x="48" y="234"/>
                </a:lnTo>
                <a:lnTo>
                  <a:pt x="48" y="233"/>
                </a:lnTo>
                <a:lnTo>
                  <a:pt x="47" y="232"/>
                </a:lnTo>
                <a:lnTo>
                  <a:pt x="47" y="231"/>
                </a:lnTo>
                <a:lnTo>
                  <a:pt x="47" y="229"/>
                </a:lnTo>
                <a:lnTo>
                  <a:pt x="47" y="226"/>
                </a:lnTo>
                <a:lnTo>
                  <a:pt x="47" y="225"/>
                </a:lnTo>
                <a:lnTo>
                  <a:pt x="47" y="224"/>
                </a:lnTo>
                <a:lnTo>
                  <a:pt x="47" y="222"/>
                </a:lnTo>
                <a:lnTo>
                  <a:pt x="48" y="221"/>
                </a:lnTo>
                <a:lnTo>
                  <a:pt x="48" y="220"/>
                </a:lnTo>
                <a:lnTo>
                  <a:pt x="48" y="219"/>
                </a:lnTo>
                <a:lnTo>
                  <a:pt x="48" y="218"/>
                </a:lnTo>
                <a:lnTo>
                  <a:pt x="48" y="217"/>
                </a:lnTo>
                <a:lnTo>
                  <a:pt x="49" y="217"/>
                </a:lnTo>
                <a:lnTo>
                  <a:pt x="48" y="216"/>
                </a:lnTo>
                <a:lnTo>
                  <a:pt x="48" y="215"/>
                </a:lnTo>
                <a:lnTo>
                  <a:pt x="48" y="214"/>
                </a:lnTo>
                <a:lnTo>
                  <a:pt x="49" y="214"/>
                </a:lnTo>
                <a:lnTo>
                  <a:pt x="49" y="213"/>
                </a:lnTo>
                <a:lnTo>
                  <a:pt x="50" y="213"/>
                </a:lnTo>
                <a:lnTo>
                  <a:pt x="50" y="212"/>
                </a:lnTo>
                <a:lnTo>
                  <a:pt x="50" y="211"/>
                </a:lnTo>
                <a:lnTo>
                  <a:pt x="50" y="210"/>
                </a:lnTo>
                <a:lnTo>
                  <a:pt x="51" y="209"/>
                </a:lnTo>
                <a:lnTo>
                  <a:pt x="52" y="209"/>
                </a:lnTo>
                <a:lnTo>
                  <a:pt x="53" y="209"/>
                </a:lnTo>
                <a:lnTo>
                  <a:pt x="53" y="208"/>
                </a:lnTo>
                <a:lnTo>
                  <a:pt x="52" y="208"/>
                </a:lnTo>
                <a:lnTo>
                  <a:pt x="52" y="207"/>
                </a:lnTo>
                <a:lnTo>
                  <a:pt x="51" y="206"/>
                </a:lnTo>
                <a:lnTo>
                  <a:pt x="51" y="205"/>
                </a:lnTo>
                <a:lnTo>
                  <a:pt x="51" y="204"/>
                </a:lnTo>
                <a:lnTo>
                  <a:pt x="50" y="203"/>
                </a:lnTo>
                <a:lnTo>
                  <a:pt x="49" y="203"/>
                </a:lnTo>
                <a:lnTo>
                  <a:pt x="48" y="203"/>
                </a:lnTo>
                <a:lnTo>
                  <a:pt x="48" y="204"/>
                </a:lnTo>
                <a:lnTo>
                  <a:pt x="48" y="205"/>
                </a:lnTo>
                <a:lnTo>
                  <a:pt x="47" y="205"/>
                </a:lnTo>
                <a:lnTo>
                  <a:pt x="46" y="206"/>
                </a:lnTo>
                <a:lnTo>
                  <a:pt x="45" y="206"/>
                </a:lnTo>
                <a:lnTo>
                  <a:pt x="43" y="204"/>
                </a:lnTo>
                <a:lnTo>
                  <a:pt x="42" y="204"/>
                </a:lnTo>
                <a:lnTo>
                  <a:pt x="42" y="205"/>
                </a:lnTo>
                <a:lnTo>
                  <a:pt x="41" y="205"/>
                </a:lnTo>
                <a:lnTo>
                  <a:pt x="40" y="206"/>
                </a:lnTo>
                <a:lnTo>
                  <a:pt x="39" y="207"/>
                </a:lnTo>
                <a:lnTo>
                  <a:pt x="39" y="206"/>
                </a:lnTo>
                <a:lnTo>
                  <a:pt x="38" y="206"/>
                </a:lnTo>
                <a:lnTo>
                  <a:pt x="37" y="206"/>
                </a:lnTo>
                <a:lnTo>
                  <a:pt x="37" y="205"/>
                </a:lnTo>
                <a:lnTo>
                  <a:pt x="37" y="204"/>
                </a:lnTo>
                <a:lnTo>
                  <a:pt x="38" y="203"/>
                </a:lnTo>
                <a:lnTo>
                  <a:pt x="38" y="202"/>
                </a:lnTo>
                <a:lnTo>
                  <a:pt x="39" y="202"/>
                </a:lnTo>
                <a:lnTo>
                  <a:pt x="40" y="201"/>
                </a:lnTo>
                <a:lnTo>
                  <a:pt x="41" y="201"/>
                </a:lnTo>
                <a:lnTo>
                  <a:pt x="41" y="200"/>
                </a:lnTo>
                <a:lnTo>
                  <a:pt x="42" y="200"/>
                </a:lnTo>
                <a:lnTo>
                  <a:pt x="43" y="200"/>
                </a:lnTo>
                <a:lnTo>
                  <a:pt x="43" y="199"/>
                </a:lnTo>
                <a:lnTo>
                  <a:pt x="44" y="199"/>
                </a:lnTo>
                <a:lnTo>
                  <a:pt x="45" y="198"/>
                </a:lnTo>
                <a:lnTo>
                  <a:pt x="46" y="198"/>
                </a:lnTo>
                <a:lnTo>
                  <a:pt x="47" y="197"/>
                </a:lnTo>
                <a:lnTo>
                  <a:pt x="46" y="196"/>
                </a:lnTo>
                <a:lnTo>
                  <a:pt x="45" y="196"/>
                </a:lnTo>
                <a:lnTo>
                  <a:pt x="45" y="195"/>
                </a:lnTo>
                <a:lnTo>
                  <a:pt x="45" y="194"/>
                </a:lnTo>
                <a:lnTo>
                  <a:pt x="46" y="194"/>
                </a:lnTo>
                <a:lnTo>
                  <a:pt x="46" y="193"/>
                </a:lnTo>
                <a:lnTo>
                  <a:pt x="46" y="194"/>
                </a:lnTo>
                <a:lnTo>
                  <a:pt x="47" y="194"/>
                </a:lnTo>
                <a:lnTo>
                  <a:pt x="47" y="193"/>
                </a:lnTo>
                <a:lnTo>
                  <a:pt x="47" y="192"/>
                </a:lnTo>
                <a:lnTo>
                  <a:pt x="48" y="192"/>
                </a:lnTo>
                <a:lnTo>
                  <a:pt x="49" y="191"/>
                </a:lnTo>
                <a:lnTo>
                  <a:pt x="49" y="190"/>
                </a:lnTo>
                <a:lnTo>
                  <a:pt x="48" y="190"/>
                </a:lnTo>
                <a:lnTo>
                  <a:pt x="49" y="190"/>
                </a:lnTo>
                <a:lnTo>
                  <a:pt x="49" y="189"/>
                </a:lnTo>
                <a:lnTo>
                  <a:pt x="50" y="188"/>
                </a:lnTo>
                <a:lnTo>
                  <a:pt x="49" y="188"/>
                </a:lnTo>
                <a:lnTo>
                  <a:pt x="49" y="187"/>
                </a:lnTo>
                <a:lnTo>
                  <a:pt x="48" y="187"/>
                </a:lnTo>
                <a:lnTo>
                  <a:pt x="47" y="187"/>
                </a:lnTo>
                <a:lnTo>
                  <a:pt x="47" y="186"/>
                </a:lnTo>
                <a:lnTo>
                  <a:pt x="46" y="186"/>
                </a:lnTo>
                <a:lnTo>
                  <a:pt x="45" y="185"/>
                </a:lnTo>
                <a:lnTo>
                  <a:pt x="44" y="185"/>
                </a:lnTo>
                <a:lnTo>
                  <a:pt x="45" y="184"/>
                </a:lnTo>
                <a:lnTo>
                  <a:pt x="44" y="184"/>
                </a:lnTo>
                <a:lnTo>
                  <a:pt x="43" y="183"/>
                </a:lnTo>
                <a:lnTo>
                  <a:pt x="42" y="183"/>
                </a:lnTo>
                <a:lnTo>
                  <a:pt x="42" y="182"/>
                </a:lnTo>
                <a:lnTo>
                  <a:pt x="43" y="181"/>
                </a:lnTo>
                <a:lnTo>
                  <a:pt x="43" y="179"/>
                </a:lnTo>
                <a:lnTo>
                  <a:pt x="43" y="178"/>
                </a:lnTo>
                <a:lnTo>
                  <a:pt x="42" y="177"/>
                </a:lnTo>
                <a:lnTo>
                  <a:pt x="43" y="176"/>
                </a:lnTo>
                <a:lnTo>
                  <a:pt x="42" y="176"/>
                </a:lnTo>
                <a:lnTo>
                  <a:pt x="42" y="174"/>
                </a:lnTo>
                <a:lnTo>
                  <a:pt x="43" y="174"/>
                </a:lnTo>
                <a:lnTo>
                  <a:pt x="43" y="173"/>
                </a:lnTo>
                <a:lnTo>
                  <a:pt x="42" y="173"/>
                </a:lnTo>
                <a:lnTo>
                  <a:pt x="42" y="172"/>
                </a:lnTo>
                <a:lnTo>
                  <a:pt x="41" y="172"/>
                </a:lnTo>
                <a:lnTo>
                  <a:pt x="41" y="170"/>
                </a:lnTo>
                <a:lnTo>
                  <a:pt x="42" y="170"/>
                </a:lnTo>
                <a:lnTo>
                  <a:pt x="42" y="169"/>
                </a:lnTo>
                <a:lnTo>
                  <a:pt x="43" y="168"/>
                </a:lnTo>
                <a:lnTo>
                  <a:pt x="43" y="167"/>
                </a:lnTo>
                <a:lnTo>
                  <a:pt x="44" y="167"/>
                </a:lnTo>
                <a:lnTo>
                  <a:pt x="44" y="165"/>
                </a:lnTo>
                <a:lnTo>
                  <a:pt x="44" y="164"/>
                </a:lnTo>
                <a:lnTo>
                  <a:pt x="44" y="160"/>
                </a:lnTo>
                <a:lnTo>
                  <a:pt x="45" y="159"/>
                </a:lnTo>
                <a:lnTo>
                  <a:pt x="46" y="158"/>
                </a:lnTo>
                <a:lnTo>
                  <a:pt x="47" y="158"/>
                </a:lnTo>
                <a:lnTo>
                  <a:pt x="47" y="157"/>
                </a:lnTo>
                <a:lnTo>
                  <a:pt x="47" y="156"/>
                </a:lnTo>
                <a:lnTo>
                  <a:pt x="47" y="155"/>
                </a:lnTo>
                <a:lnTo>
                  <a:pt x="47" y="153"/>
                </a:lnTo>
                <a:lnTo>
                  <a:pt x="47" y="152"/>
                </a:lnTo>
                <a:lnTo>
                  <a:pt x="48" y="152"/>
                </a:lnTo>
                <a:lnTo>
                  <a:pt x="49" y="151"/>
                </a:lnTo>
                <a:lnTo>
                  <a:pt x="49" y="150"/>
                </a:lnTo>
                <a:lnTo>
                  <a:pt x="50" y="150"/>
                </a:lnTo>
                <a:lnTo>
                  <a:pt x="50" y="149"/>
                </a:lnTo>
                <a:lnTo>
                  <a:pt x="50" y="148"/>
                </a:lnTo>
                <a:lnTo>
                  <a:pt x="49" y="147"/>
                </a:lnTo>
                <a:lnTo>
                  <a:pt x="49" y="146"/>
                </a:lnTo>
                <a:lnTo>
                  <a:pt x="48" y="145"/>
                </a:lnTo>
                <a:lnTo>
                  <a:pt x="47" y="145"/>
                </a:lnTo>
                <a:lnTo>
                  <a:pt x="47" y="146"/>
                </a:lnTo>
                <a:lnTo>
                  <a:pt x="47" y="145"/>
                </a:lnTo>
                <a:lnTo>
                  <a:pt x="46" y="145"/>
                </a:lnTo>
                <a:lnTo>
                  <a:pt x="45" y="145"/>
                </a:lnTo>
                <a:lnTo>
                  <a:pt x="45" y="144"/>
                </a:lnTo>
                <a:lnTo>
                  <a:pt x="44" y="144"/>
                </a:lnTo>
                <a:lnTo>
                  <a:pt x="44" y="145"/>
                </a:lnTo>
                <a:lnTo>
                  <a:pt x="44" y="144"/>
                </a:lnTo>
                <a:lnTo>
                  <a:pt x="43" y="144"/>
                </a:lnTo>
                <a:lnTo>
                  <a:pt x="43" y="143"/>
                </a:lnTo>
                <a:lnTo>
                  <a:pt x="42" y="144"/>
                </a:lnTo>
                <a:lnTo>
                  <a:pt x="41" y="144"/>
                </a:lnTo>
                <a:lnTo>
                  <a:pt x="40" y="144"/>
                </a:lnTo>
                <a:lnTo>
                  <a:pt x="40" y="143"/>
                </a:lnTo>
                <a:lnTo>
                  <a:pt x="40" y="142"/>
                </a:lnTo>
                <a:lnTo>
                  <a:pt x="40" y="141"/>
                </a:lnTo>
                <a:lnTo>
                  <a:pt x="39" y="140"/>
                </a:lnTo>
                <a:lnTo>
                  <a:pt x="40" y="140"/>
                </a:lnTo>
                <a:lnTo>
                  <a:pt x="41" y="140"/>
                </a:lnTo>
                <a:lnTo>
                  <a:pt x="42" y="140"/>
                </a:lnTo>
                <a:lnTo>
                  <a:pt x="42" y="139"/>
                </a:lnTo>
                <a:lnTo>
                  <a:pt x="43" y="139"/>
                </a:lnTo>
                <a:lnTo>
                  <a:pt x="44" y="139"/>
                </a:lnTo>
                <a:lnTo>
                  <a:pt x="45" y="139"/>
                </a:lnTo>
                <a:lnTo>
                  <a:pt x="45" y="138"/>
                </a:lnTo>
                <a:lnTo>
                  <a:pt x="45" y="137"/>
                </a:lnTo>
                <a:lnTo>
                  <a:pt x="44" y="137"/>
                </a:lnTo>
                <a:lnTo>
                  <a:pt x="44" y="136"/>
                </a:lnTo>
                <a:lnTo>
                  <a:pt x="43" y="136"/>
                </a:lnTo>
                <a:lnTo>
                  <a:pt x="43" y="135"/>
                </a:lnTo>
                <a:lnTo>
                  <a:pt x="43" y="134"/>
                </a:lnTo>
                <a:lnTo>
                  <a:pt x="43" y="133"/>
                </a:lnTo>
                <a:lnTo>
                  <a:pt x="44" y="133"/>
                </a:lnTo>
                <a:lnTo>
                  <a:pt x="44" y="132"/>
                </a:lnTo>
                <a:lnTo>
                  <a:pt x="44" y="131"/>
                </a:lnTo>
                <a:lnTo>
                  <a:pt x="45" y="131"/>
                </a:lnTo>
                <a:lnTo>
                  <a:pt x="45" y="130"/>
                </a:lnTo>
                <a:lnTo>
                  <a:pt x="44" y="130"/>
                </a:lnTo>
                <a:lnTo>
                  <a:pt x="44" y="129"/>
                </a:lnTo>
                <a:lnTo>
                  <a:pt x="44" y="128"/>
                </a:lnTo>
                <a:lnTo>
                  <a:pt x="43" y="128"/>
                </a:lnTo>
                <a:lnTo>
                  <a:pt x="43" y="127"/>
                </a:lnTo>
                <a:lnTo>
                  <a:pt x="43" y="126"/>
                </a:lnTo>
                <a:lnTo>
                  <a:pt x="43" y="125"/>
                </a:lnTo>
                <a:lnTo>
                  <a:pt x="44" y="125"/>
                </a:lnTo>
                <a:lnTo>
                  <a:pt x="45" y="125"/>
                </a:lnTo>
                <a:lnTo>
                  <a:pt x="45" y="124"/>
                </a:lnTo>
                <a:lnTo>
                  <a:pt x="45" y="123"/>
                </a:lnTo>
                <a:lnTo>
                  <a:pt x="46" y="123"/>
                </a:lnTo>
                <a:lnTo>
                  <a:pt x="47" y="123"/>
                </a:lnTo>
                <a:lnTo>
                  <a:pt x="48" y="122"/>
                </a:lnTo>
                <a:lnTo>
                  <a:pt x="49" y="122"/>
                </a:lnTo>
                <a:lnTo>
                  <a:pt x="49" y="121"/>
                </a:lnTo>
                <a:lnTo>
                  <a:pt x="50" y="121"/>
                </a:lnTo>
                <a:lnTo>
                  <a:pt x="50" y="120"/>
                </a:lnTo>
                <a:lnTo>
                  <a:pt x="51" y="119"/>
                </a:lnTo>
                <a:lnTo>
                  <a:pt x="51" y="118"/>
                </a:lnTo>
                <a:lnTo>
                  <a:pt x="52" y="118"/>
                </a:lnTo>
                <a:lnTo>
                  <a:pt x="53" y="117"/>
                </a:lnTo>
                <a:lnTo>
                  <a:pt x="53" y="116"/>
                </a:lnTo>
                <a:lnTo>
                  <a:pt x="53" y="115"/>
                </a:lnTo>
                <a:lnTo>
                  <a:pt x="52" y="115"/>
                </a:lnTo>
                <a:lnTo>
                  <a:pt x="51" y="115"/>
                </a:lnTo>
                <a:lnTo>
                  <a:pt x="51" y="114"/>
                </a:lnTo>
                <a:lnTo>
                  <a:pt x="50" y="114"/>
                </a:lnTo>
                <a:lnTo>
                  <a:pt x="50" y="113"/>
                </a:lnTo>
                <a:lnTo>
                  <a:pt x="51" y="113"/>
                </a:lnTo>
                <a:lnTo>
                  <a:pt x="51" y="112"/>
                </a:lnTo>
                <a:lnTo>
                  <a:pt x="50" y="112"/>
                </a:lnTo>
                <a:lnTo>
                  <a:pt x="50" y="111"/>
                </a:lnTo>
                <a:lnTo>
                  <a:pt x="49" y="111"/>
                </a:lnTo>
                <a:lnTo>
                  <a:pt x="50" y="111"/>
                </a:lnTo>
                <a:lnTo>
                  <a:pt x="50" y="110"/>
                </a:lnTo>
                <a:lnTo>
                  <a:pt x="51" y="110"/>
                </a:lnTo>
                <a:lnTo>
                  <a:pt x="51" y="109"/>
                </a:lnTo>
                <a:lnTo>
                  <a:pt x="51" y="108"/>
                </a:lnTo>
                <a:lnTo>
                  <a:pt x="50" y="108"/>
                </a:lnTo>
                <a:lnTo>
                  <a:pt x="50" y="107"/>
                </a:lnTo>
                <a:lnTo>
                  <a:pt x="51" y="107"/>
                </a:lnTo>
                <a:lnTo>
                  <a:pt x="51" y="106"/>
                </a:lnTo>
                <a:lnTo>
                  <a:pt x="52" y="106"/>
                </a:lnTo>
                <a:lnTo>
                  <a:pt x="52" y="105"/>
                </a:lnTo>
                <a:lnTo>
                  <a:pt x="53" y="105"/>
                </a:lnTo>
                <a:lnTo>
                  <a:pt x="54" y="105"/>
                </a:lnTo>
                <a:lnTo>
                  <a:pt x="55" y="106"/>
                </a:lnTo>
                <a:lnTo>
                  <a:pt x="56" y="106"/>
                </a:lnTo>
                <a:lnTo>
                  <a:pt x="56" y="105"/>
                </a:lnTo>
                <a:lnTo>
                  <a:pt x="55" y="105"/>
                </a:lnTo>
                <a:lnTo>
                  <a:pt x="55" y="104"/>
                </a:lnTo>
                <a:lnTo>
                  <a:pt x="55" y="103"/>
                </a:lnTo>
                <a:lnTo>
                  <a:pt x="55" y="102"/>
                </a:lnTo>
                <a:lnTo>
                  <a:pt x="54" y="101"/>
                </a:lnTo>
                <a:lnTo>
                  <a:pt x="53" y="101"/>
                </a:lnTo>
                <a:lnTo>
                  <a:pt x="53" y="100"/>
                </a:lnTo>
                <a:lnTo>
                  <a:pt x="54" y="100"/>
                </a:lnTo>
                <a:lnTo>
                  <a:pt x="54" y="99"/>
                </a:lnTo>
                <a:lnTo>
                  <a:pt x="55" y="98"/>
                </a:lnTo>
                <a:lnTo>
                  <a:pt x="56" y="98"/>
                </a:lnTo>
                <a:lnTo>
                  <a:pt x="56" y="97"/>
                </a:lnTo>
                <a:lnTo>
                  <a:pt x="57" y="97"/>
                </a:lnTo>
                <a:lnTo>
                  <a:pt x="57" y="98"/>
                </a:lnTo>
                <a:lnTo>
                  <a:pt x="58" y="98"/>
                </a:lnTo>
                <a:lnTo>
                  <a:pt x="57" y="98"/>
                </a:lnTo>
                <a:lnTo>
                  <a:pt x="57" y="97"/>
                </a:lnTo>
                <a:lnTo>
                  <a:pt x="57" y="96"/>
                </a:lnTo>
                <a:lnTo>
                  <a:pt x="58" y="96"/>
                </a:lnTo>
                <a:lnTo>
                  <a:pt x="59" y="96"/>
                </a:lnTo>
                <a:lnTo>
                  <a:pt x="59" y="95"/>
                </a:lnTo>
                <a:lnTo>
                  <a:pt x="58" y="95"/>
                </a:lnTo>
                <a:lnTo>
                  <a:pt x="58" y="94"/>
                </a:lnTo>
                <a:lnTo>
                  <a:pt x="57" y="94"/>
                </a:lnTo>
                <a:lnTo>
                  <a:pt x="57" y="93"/>
                </a:lnTo>
                <a:lnTo>
                  <a:pt x="58" y="93"/>
                </a:lnTo>
                <a:lnTo>
                  <a:pt x="58" y="92"/>
                </a:lnTo>
                <a:lnTo>
                  <a:pt x="58" y="91"/>
                </a:lnTo>
                <a:lnTo>
                  <a:pt x="58" y="90"/>
                </a:lnTo>
                <a:lnTo>
                  <a:pt x="59" y="90"/>
                </a:lnTo>
                <a:lnTo>
                  <a:pt x="60" y="90"/>
                </a:lnTo>
                <a:lnTo>
                  <a:pt x="60" y="91"/>
                </a:lnTo>
                <a:lnTo>
                  <a:pt x="61" y="91"/>
                </a:lnTo>
                <a:lnTo>
                  <a:pt x="61" y="90"/>
                </a:lnTo>
                <a:lnTo>
                  <a:pt x="61" y="89"/>
                </a:lnTo>
                <a:lnTo>
                  <a:pt x="60" y="89"/>
                </a:lnTo>
                <a:lnTo>
                  <a:pt x="60" y="88"/>
                </a:lnTo>
                <a:lnTo>
                  <a:pt x="60" y="87"/>
                </a:lnTo>
                <a:lnTo>
                  <a:pt x="60" y="86"/>
                </a:lnTo>
                <a:lnTo>
                  <a:pt x="59" y="86"/>
                </a:lnTo>
                <a:lnTo>
                  <a:pt x="60" y="86"/>
                </a:lnTo>
                <a:lnTo>
                  <a:pt x="60" y="85"/>
                </a:lnTo>
                <a:lnTo>
                  <a:pt x="61" y="85"/>
                </a:lnTo>
                <a:lnTo>
                  <a:pt x="61" y="86"/>
                </a:lnTo>
                <a:lnTo>
                  <a:pt x="62" y="87"/>
                </a:lnTo>
                <a:lnTo>
                  <a:pt x="63" y="87"/>
                </a:lnTo>
                <a:lnTo>
                  <a:pt x="64" y="87"/>
                </a:lnTo>
                <a:lnTo>
                  <a:pt x="63" y="87"/>
                </a:lnTo>
                <a:lnTo>
                  <a:pt x="63" y="86"/>
                </a:lnTo>
                <a:lnTo>
                  <a:pt x="63" y="85"/>
                </a:lnTo>
                <a:lnTo>
                  <a:pt x="63" y="84"/>
                </a:lnTo>
                <a:lnTo>
                  <a:pt x="63" y="83"/>
                </a:lnTo>
                <a:lnTo>
                  <a:pt x="63" y="82"/>
                </a:lnTo>
                <a:lnTo>
                  <a:pt x="63" y="81"/>
                </a:lnTo>
                <a:lnTo>
                  <a:pt x="64" y="81"/>
                </a:lnTo>
                <a:lnTo>
                  <a:pt x="64" y="82"/>
                </a:lnTo>
                <a:lnTo>
                  <a:pt x="65" y="82"/>
                </a:lnTo>
                <a:lnTo>
                  <a:pt x="66" y="82"/>
                </a:lnTo>
                <a:lnTo>
                  <a:pt x="66" y="81"/>
                </a:lnTo>
                <a:lnTo>
                  <a:pt x="66" y="80"/>
                </a:lnTo>
                <a:lnTo>
                  <a:pt x="67" y="80"/>
                </a:lnTo>
                <a:lnTo>
                  <a:pt x="67" y="79"/>
                </a:lnTo>
                <a:lnTo>
                  <a:pt x="67" y="78"/>
                </a:lnTo>
                <a:lnTo>
                  <a:pt x="68" y="78"/>
                </a:lnTo>
                <a:lnTo>
                  <a:pt x="68" y="77"/>
                </a:lnTo>
                <a:lnTo>
                  <a:pt x="67" y="77"/>
                </a:lnTo>
                <a:lnTo>
                  <a:pt x="67" y="76"/>
                </a:lnTo>
                <a:lnTo>
                  <a:pt x="66" y="76"/>
                </a:lnTo>
                <a:lnTo>
                  <a:pt x="66" y="75"/>
                </a:lnTo>
                <a:lnTo>
                  <a:pt x="67" y="75"/>
                </a:lnTo>
                <a:lnTo>
                  <a:pt x="67" y="76"/>
                </a:lnTo>
                <a:lnTo>
                  <a:pt x="68" y="76"/>
                </a:lnTo>
                <a:lnTo>
                  <a:pt x="69" y="76"/>
                </a:lnTo>
                <a:lnTo>
                  <a:pt x="69" y="75"/>
                </a:lnTo>
                <a:lnTo>
                  <a:pt x="70" y="75"/>
                </a:lnTo>
                <a:lnTo>
                  <a:pt x="69" y="74"/>
                </a:lnTo>
                <a:lnTo>
                  <a:pt x="68" y="73"/>
                </a:lnTo>
                <a:lnTo>
                  <a:pt x="68" y="72"/>
                </a:lnTo>
                <a:lnTo>
                  <a:pt x="69" y="72"/>
                </a:lnTo>
                <a:lnTo>
                  <a:pt x="69" y="73"/>
                </a:lnTo>
                <a:lnTo>
                  <a:pt x="70" y="73"/>
                </a:lnTo>
                <a:lnTo>
                  <a:pt x="70" y="72"/>
                </a:lnTo>
                <a:lnTo>
                  <a:pt x="70" y="73"/>
                </a:lnTo>
                <a:lnTo>
                  <a:pt x="70" y="74"/>
                </a:lnTo>
                <a:lnTo>
                  <a:pt x="71" y="74"/>
                </a:lnTo>
                <a:lnTo>
                  <a:pt x="72" y="74"/>
                </a:lnTo>
                <a:lnTo>
                  <a:pt x="73" y="74"/>
                </a:lnTo>
                <a:lnTo>
                  <a:pt x="74" y="74"/>
                </a:lnTo>
                <a:lnTo>
                  <a:pt x="75" y="73"/>
                </a:lnTo>
                <a:lnTo>
                  <a:pt x="75" y="72"/>
                </a:lnTo>
                <a:lnTo>
                  <a:pt x="76" y="71"/>
                </a:lnTo>
                <a:lnTo>
                  <a:pt x="77" y="71"/>
                </a:lnTo>
                <a:lnTo>
                  <a:pt x="78" y="71"/>
                </a:lnTo>
                <a:lnTo>
                  <a:pt x="79" y="71"/>
                </a:lnTo>
                <a:lnTo>
                  <a:pt x="80" y="71"/>
                </a:lnTo>
                <a:lnTo>
                  <a:pt x="80" y="72"/>
                </a:lnTo>
                <a:lnTo>
                  <a:pt x="81" y="72"/>
                </a:lnTo>
                <a:lnTo>
                  <a:pt x="82" y="72"/>
                </a:lnTo>
                <a:lnTo>
                  <a:pt x="83" y="72"/>
                </a:lnTo>
                <a:lnTo>
                  <a:pt x="84" y="72"/>
                </a:lnTo>
                <a:lnTo>
                  <a:pt x="84" y="73"/>
                </a:lnTo>
                <a:lnTo>
                  <a:pt x="84" y="74"/>
                </a:lnTo>
                <a:lnTo>
                  <a:pt x="84" y="75"/>
                </a:lnTo>
                <a:lnTo>
                  <a:pt x="85" y="75"/>
                </a:lnTo>
                <a:lnTo>
                  <a:pt x="86" y="75"/>
                </a:lnTo>
                <a:lnTo>
                  <a:pt x="86" y="74"/>
                </a:lnTo>
                <a:lnTo>
                  <a:pt x="87" y="75"/>
                </a:lnTo>
                <a:lnTo>
                  <a:pt x="88" y="75"/>
                </a:lnTo>
                <a:lnTo>
                  <a:pt x="88" y="74"/>
                </a:lnTo>
                <a:lnTo>
                  <a:pt x="89" y="74"/>
                </a:lnTo>
                <a:lnTo>
                  <a:pt x="90" y="74"/>
                </a:lnTo>
                <a:lnTo>
                  <a:pt x="90" y="73"/>
                </a:lnTo>
                <a:lnTo>
                  <a:pt x="91" y="73"/>
                </a:lnTo>
                <a:lnTo>
                  <a:pt x="91" y="72"/>
                </a:lnTo>
                <a:lnTo>
                  <a:pt x="90" y="72"/>
                </a:lnTo>
                <a:lnTo>
                  <a:pt x="90" y="71"/>
                </a:lnTo>
                <a:lnTo>
                  <a:pt x="90" y="70"/>
                </a:lnTo>
                <a:lnTo>
                  <a:pt x="89" y="70"/>
                </a:lnTo>
                <a:lnTo>
                  <a:pt x="89" y="71"/>
                </a:lnTo>
                <a:lnTo>
                  <a:pt x="89" y="70"/>
                </a:lnTo>
                <a:lnTo>
                  <a:pt x="90" y="70"/>
                </a:lnTo>
                <a:lnTo>
                  <a:pt x="90" y="69"/>
                </a:lnTo>
                <a:lnTo>
                  <a:pt x="90" y="68"/>
                </a:lnTo>
                <a:lnTo>
                  <a:pt x="91" y="68"/>
                </a:lnTo>
                <a:lnTo>
                  <a:pt x="91" y="67"/>
                </a:lnTo>
                <a:lnTo>
                  <a:pt x="90" y="67"/>
                </a:lnTo>
                <a:lnTo>
                  <a:pt x="90" y="66"/>
                </a:lnTo>
                <a:lnTo>
                  <a:pt x="90" y="65"/>
                </a:lnTo>
                <a:lnTo>
                  <a:pt x="91" y="65"/>
                </a:lnTo>
                <a:lnTo>
                  <a:pt x="92" y="65"/>
                </a:lnTo>
                <a:lnTo>
                  <a:pt x="93" y="65"/>
                </a:lnTo>
                <a:lnTo>
                  <a:pt x="93" y="64"/>
                </a:lnTo>
                <a:lnTo>
                  <a:pt x="94" y="64"/>
                </a:lnTo>
                <a:lnTo>
                  <a:pt x="94" y="63"/>
                </a:lnTo>
                <a:lnTo>
                  <a:pt x="95" y="63"/>
                </a:lnTo>
                <a:lnTo>
                  <a:pt x="96" y="63"/>
                </a:lnTo>
                <a:lnTo>
                  <a:pt x="96" y="62"/>
                </a:lnTo>
                <a:lnTo>
                  <a:pt x="95" y="61"/>
                </a:lnTo>
                <a:lnTo>
                  <a:pt x="95" y="60"/>
                </a:lnTo>
                <a:lnTo>
                  <a:pt x="95" y="59"/>
                </a:lnTo>
                <a:lnTo>
                  <a:pt x="96" y="59"/>
                </a:lnTo>
                <a:lnTo>
                  <a:pt x="96" y="58"/>
                </a:lnTo>
                <a:lnTo>
                  <a:pt x="95" y="58"/>
                </a:lnTo>
                <a:lnTo>
                  <a:pt x="95" y="57"/>
                </a:lnTo>
                <a:lnTo>
                  <a:pt x="94" y="57"/>
                </a:lnTo>
                <a:lnTo>
                  <a:pt x="94" y="56"/>
                </a:lnTo>
                <a:lnTo>
                  <a:pt x="95" y="56"/>
                </a:lnTo>
                <a:lnTo>
                  <a:pt x="95" y="55"/>
                </a:lnTo>
                <a:lnTo>
                  <a:pt x="96" y="55"/>
                </a:lnTo>
                <a:lnTo>
                  <a:pt x="97" y="54"/>
                </a:lnTo>
                <a:lnTo>
                  <a:pt x="98" y="54"/>
                </a:lnTo>
                <a:lnTo>
                  <a:pt x="98" y="53"/>
                </a:lnTo>
                <a:lnTo>
                  <a:pt x="99" y="53"/>
                </a:lnTo>
                <a:lnTo>
                  <a:pt x="100" y="53"/>
                </a:lnTo>
                <a:lnTo>
                  <a:pt x="100" y="52"/>
                </a:lnTo>
                <a:lnTo>
                  <a:pt x="101" y="52"/>
                </a:lnTo>
                <a:lnTo>
                  <a:pt x="102" y="52"/>
                </a:lnTo>
                <a:lnTo>
                  <a:pt x="103" y="52"/>
                </a:lnTo>
                <a:lnTo>
                  <a:pt x="104" y="52"/>
                </a:lnTo>
                <a:lnTo>
                  <a:pt x="105" y="52"/>
                </a:lnTo>
                <a:lnTo>
                  <a:pt x="106" y="51"/>
                </a:lnTo>
                <a:lnTo>
                  <a:pt x="107" y="51"/>
                </a:lnTo>
                <a:lnTo>
                  <a:pt x="108" y="51"/>
                </a:lnTo>
                <a:lnTo>
                  <a:pt x="109" y="52"/>
                </a:lnTo>
                <a:lnTo>
                  <a:pt x="110" y="52"/>
                </a:lnTo>
                <a:lnTo>
                  <a:pt x="110" y="53"/>
                </a:lnTo>
                <a:lnTo>
                  <a:pt x="111" y="53"/>
                </a:lnTo>
                <a:lnTo>
                  <a:pt x="111" y="52"/>
                </a:lnTo>
                <a:lnTo>
                  <a:pt x="112" y="52"/>
                </a:lnTo>
                <a:lnTo>
                  <a:pt x="112" y="51"/>
                </a:lnTo>
                <a:lnTo>
                  <a:pt x="113" y="51"/>
                </a:lnTo>
                <a:lnTo>
                  <a:pt x="114" y="51"/>
                </a:lnTo>
                <a:lnTo>
                  <a:pt x="115" y="51"/>
                </a:lnTo>
                <a:lnTo>
                  <a:pt x="115" y="50"/>
                </a:lnTo>
                <a:lnTo>
                  <a:pt x="115" y="51"/>
                </a:lnTo>
                <a:lnTo>
                  <a:pt x="116" y="51"/>
                </a:lnTo>
                <a:lnTo>
                  <a:pt x="117" y="51"/>
                </a:lnTo>
                <a:lnTo>
                  <a:pt x="117" y="50"/>
                </a:lnTo>
                <a:lnTo>
                  <a:pt x="118" y="50"/>
                </a:lnTo>
                <a:lnTo>
                  <a:pt x="118" y="51"/>
                </a:lnTo>
                <a:lnTo>
                  <a:pt x="119" y="51"/>
                </a:lnTo>
                <a:lnTo>
                  <a:pt x="119" y="52"/>
                </a:lnTo>
                <a:lnTo>
                  <a:pt x="120" y="51"/>
                </a:lnTo>
                <a:lnTo>
                  <a:pt x="121" y="51"/>
                </a:lnTo>
                <a:lnTo>
                  <a:pt x="122" y="51"/>
                </a:lnTo>
                <a:lnTo>
                  <a:pt x="123" y="51"/>
                </a:lnTo>
                <a:lnTo>
                  <a:pt x="124" y="51"/>
                </a:lnTo>
                <a:lnTo>
                  <a:pt x="124" y="50"/>
                </a:lnTo>
                <a:lnTo>
                  <a:pt x="125" y="50"/>
                </a:lnTo>
                <a:lnTo>
                  <a:pt x="126" y="50"/>
                </a:lnTo>
                <a:lnTo>
                  <a:pt x="127" y="49"/>
                </a:lnTo>
                <a:lnTo>
                  <a:pt x="128" y="49"/>
                </a:lnTo>
                <a:lnTo>
                  <a:pt x="128" y="48"/>
                </a:lnTo>
                <a:lnTo>
                  <a:pt x="129" y="48"/>
                </a:lnTo>
                <a:lnTo>
                  <a:pt x="130" y="48"/>
                </a:lnTo>
                <a:lnTo>
                  <a:pt x="131" y="48"/>
                </a:lnTo>
                <a:lnTo>
                  <a:pt x="132" y="48"/>
                </a:lnTo>
                <a:lnTo>
                  <a:pt x="133" y="48"/>
                </a:lnTo>
                <a:lnTo>
                  <a:pt x="133" y="49"/>
                </a:lnTo>
                <a:lnTo>
                  <a:pt x="134" y="49"/>
                </a:lnTo>
                <a:lnTo>
                  <a:pt x="134" y="48"/>
                </a:lnTo>
                <a:lnTo>
                  <a:pt x="135" y="48"/>
                </a:lnTo>
                <a:lnTo>
                  <a:pt x="136" y="49"/>
                </a:lnTo>
                <a:lnTo>
                  <a:pt x="137" y="49"/>
                </a:lnTo>
                <a:lnTo>
                  <a:pt x="137" y="50"/>
                </a:lnTo>
                <a:lnTo>
                  <a:pt x="137" y="51"/>
                </a:lnTo>
                <a:lnTo>
                  <a:pt x="138" y="51"/>
                </a:lnTo>
                <a:lnTo>
                  <a:pt x="138" y="52"/>
                </a:lnTo>
                <a:lnTo>
                  <a:pt x="139" y="52"/>
                </a:lnTo>
                <a:lnTo>
                  <a:pt x="139" y="53"/>
                </a:lnTo>
                <a:lnTo>
                  <a:pt x="140" y="53"/>
                </a:lnTo>
                <a:lnTo>
                  <a:pt x="141" y="52"/>
                </a:lnTo>
                <a:lnTo>
                  <a:pt x="141" y="51"/>
                </a:lnTo>
                <a:lnTo>
                  <a:pt x="142" y="51"/>
                </a:lnTo>
                <a:lnTo>
                  <a:pt x="143" y="51"/>
                </a:lnTo>
                <a:lnTo>
                  <a:pt x="144" y="52"/>
                </a:lnTo>
                <a:lnTo>
                  <a:pt x="145" y="53"/>
                </a:lnTo>
                <a:lnTo>
                  <a:pt x="146" y="53"/>
                </a:lnTo>
                <a:lnTo>
                  <a:pt x="146" y="54"/>
                </a:lnTo>
                <a:lnTo>
                  <a:pt x="147" y="54"/>
                </a:lnTo>
                <a:lnTo>
                  <a:pt x="148" y="54"/>
                </a:lnTo>
                <a:lnTo>
                  <a:pt x="149" y="55"/>
                </a:lnTo>
                <a:lnTo>
                  <a:pt x="150" y="55"/>
                </a:lnTo>
                <a:lnTo>
                  <a:pt x="149" y="55"/>
                </a:lnTo>
                <a:lnTo>
                  <a:pt x="149" y="56"/>
                </a:lnTo>
                <a:lnTo>
                  <a:pt x="150" y="56"/>
                </a:lnTo>
                <a:lnTo>
                  <a:pt x="150" y="57"/>
                </a:lnTo>
                <a:lnTo>
                  <a:pt x="151" y="57"/>
                </a:lnTo>
                <a:lnTo>
                  <a:pt x="152" y="57"/>
                </a:lnTo>
                <a:lnTo>
                  <a:pt x="153" y="58"/>
                </a:lnTo>
                <a:lnTo>
                  <a:pt x="153" y="59"/>
                </a:lnTo>
                <a:lnTo>
                  <a:pt x="154" y="59"/>
                </a:lnTo>
                <a:lnTo>
                  <a:pt x="154" y="60"/>
                </a:lnTo>
                <a:lnTo>
                  <a:pt x="154" y="62"/>
                </a:lnTo>
                <a:lnTo>
                  <a:pt x="155" y="63"/>
                </a:lnTo>
                <a:lnTo>
                  <a:pt x="155" y="64"/>
                </a:lnTo>
                <a:lnTo>
                  <a:pt x="155" y="63"/>
                </a:lnTo>
                <a:lnTo>
                  <a:pt x="156" y="63"/>
                </a:lnTo>
                <a:lnTo>
                  <a:pt x="157" y="63"/>
                </a:lnTo>
                <a:lnTo>
                  <a:pt x="157" y="62"/>
                </a:lnTo>
                <a:lnTo>
                  <a:pt x="158" y="62"/>
                </a:lnTo>
                <a:lnTo>
                  <a:pt x="158" y="63"/>
                </a:lnTo>
                <a:lnTo>
                  <a:pt x="158" y="62"/>
                </a:lnTo>
                <a:lnTo>
                  <a:pt x="159" y="62"/>
                </a:lnTo>
                <a:lnTo>
                  <a:pt x="159" y="63"/>
                </a:lnTo>
                <a:lnTo>
                  <a:pt x="160" y="63"/>
                </a:lnTo>
                <a:lnTo>
                  <a:pt x="160" y="64"/>
                </a:lnTo>
                <a:lnTo>
                  <a:pt x="161" y="64"/>
                </a:lnTo>
                <a:lnTo>
                  <a:pt x="161" y="65"/>
                </a:lnTo>
                <a:lnTo>
                  <a:pt x="161" y="66"/>
                </a:lnTo>
                <a:lnTo>
                  <a:pt x="162" y="66"/>
                </a:lnTo>
                <a:lnTo>
                  <a:pt x="162" y="67"/>
                </a:lnTo>
                <a:lnTo>
                  <a:pt x="163" y="67"/>
                </a:lnTo>
                <a:lnTo>
                  <a:pt x="163" y="66"/>
                </a:lnTo>
                <a:lnTo>
                  <a:pt x="164" y="66"/>
                </a:lnTo>
                <a:lnTo>
                  <a:pt x="165" y="65"/>
                </a:lnTo>
                <a:lnTo>
                  <a:pt x="166" y="65"/>
                </a:lnTo>
                <a:lnTo>
                  <a:pt x="166" y="64"/>
                </a:lnTo>
                <a:lnTo>
                  <a:pt x="167" y="64"/>
                </a:lnTo>
                <a:lnTo>
                  <a:pt x="168" y="64"/>
                </a:lnTo>
                <a:lnTo>
                  <a:pt x="168" y="63"/>
                </a:lnTo>
                <a:lnTo>
                  <a:pt x="169" y="63"/>
                </a:lnTo>
                <a:lnTo>
                  <a:pt x="170" y="63"/>
                </a:lnTo>
                <a:lnTo>
                  <a:pt x="171" y="63"/>
                </a:lnTo>
                <a:lnTo>
                  <a:pt x="171" y="62"/>
                </a:lnTo>
                <a:lnTo>
                  <a:pt x="171" y="61"/>
                </a:lnTo>
                <a:lnTo>
                  <a:pt x="171" y="60"/>
                </a:lnTo>
                <a:lnTo>
                  <a:pt x="171" y="59"/>
                </a:lnTo>
                <a:lnTo>
                  <a:pt x="171" y="58"/>
                </a:lnTo>
                <a:lnTo>
                  <a:pt x="172" y="58"/>
                </a:lnTo>
                <a:lnTo>
                  <a:pt x="172" y="57"/>
                </a:lnTo>
                <a:lnTo>
                  <a:pt x="172" y="56"/>
                </a:lnTo>
                <a:lnTo>
                  <a:pt x="173" y="56"/>
                </a:lnTo>
                <a:lnTo>
                  <a:pt x="174" y="56"/>
                </a:lnTo>
                <a:lnTo>
                  <a:pt x="174" y="57"/>
                </a:lnTo>
                <a:lnTo>
                  <a:pt x="175" y="57"/>
                </a:lnTo>
                <a:lnTo>
                  <a:pt x="176" y="57"/>
                </a:lnTo>
                <a:lnTo>
                  <a:pt x="176" y="58"/>
                </a:lnTo>
                <a:lnTo>
                  <a:pt x="177" y="58"/>
                </a:lnTo>
                <a:lnTo>
                  <a:pt x="178" y="58"/>
                </a:lnTo>
                <a:lnTo>
                  <a:pt x="178" y="57"/>
                </a:lnTo>
                <a:lnTo>
                  <a:pt x="179" y="58"/>
                </a:lnTo>
                <a:lnTo>
                  <a:pt x="180" y="58"/>
                </a:lnTo>
                <a:lnTo>
                  <a:pt x="180" y="57"/>
                </a:lnTo>
                <a:lnTo>
                  <a:pt x="181" y="57"/>
                </a:lnTo>
                <a:lnTo>
                  <a:pt x="182" y="57"/>
                </a:lnTo>
                <a:lnTo>
                  <a:pt x="182" y="56"/>
                </a:lnTo>
                <a:lnTo>
                  <a:pt x="183" y="56"/>
                </a:lnTo>
                <a:lnTo>
                  <a:pt x="183" y="55"/>
                </a:lnTo>
                <a:lnTo>
                  <a:pt x="184" y="55"/>
                </a:lnTo>
                <a:lnTo>
                  <a:pt x="185" y="55"/>
                </a:lnTo>
                <a:lnTo>
                  <a:pt x="185" y="54"/>
                </a:lnTo>
                <a:lnTo>
                  <a:pt x="185" y="53"/>
                </a:lnTo>
                <a:lnTo>
                  <a:pt x="186" y="53"/>
                </a:lnTo>
                <a:lnTo>
                  <a:pt x="187" y="53"/>
                </a:lnTo>
                <a:lnTo>
                  <a:pt x="187" y="52"/>
                </a:lnTo>
                <a:lnTo>
                  <a:pt x="188" y="51"/>
                </a:lnTo>
                <a:lnTo>
                  <a:pt x="189" y="51"/>
                </a:lnTo>
                <a:lnTo>
                  <a:pt x="190" y="50"/>
                </a:lnTo>
                <a:lnTo>
                  <a:pt x="190" y="49"/>
                </a:lnTo>
                <a:lnTo>
                  <a:pt x="191" y="49"/>
                </a:lnTo>
                <a:lnTo>
                  <a:pt x="191" y="48"/>
                </a:lnTo>
                <a:lnTo>
                  <a:pt x="192" y="48"/>
                </a:lnTo>
                <a:lnTo>
                  <a:pt x="192" y="47"/>
                </a:lnTo>
                <a:lnTo>
                  <a:pt x="192" y="46"/>
                </a:lnTo>
                <a:lnTo>
                  <a:pt x="191" y="45"/>
                </a:lnTo>
                <a:lnTo>
                  <a:pt x="191" y="44"/>
                </a:lnTo>
                <a:lnTo>
                  <a:pt x="190" y="44"/>
                </a:lnTo>
                <a:lnTo>
                  <a:pt x="190" y="43"/>
                </a:lnTo>
                <a:lnTo>
                  <a:pt x="190" y="42"/>
                </a:lnTo>
                <a:lnTo>
                  <a:pt x="190" y="41"/>
                </a:lnTo>
                <a:lnTo>
                  <a:pt x="189" y="41"/>
                </a:lnTo>
                <a:lnTo>
                  <a:pt x="189" y="40"/>
                </a:lnTo>
                <a:lnTo>
                  <a:pt x="188" y="40"/>
                </a:lnTo>
                <a:lnTo>
                  <a:pt x="188" y="39"/>
                </a:lnTo>
                <a:lnTo>
                  <a:pt x="187" y="39"/>
                </a:lnTo>
                <a:lnTo>
                  <a:pt x="186" y="39"/>
                </a:lnTo>
                <a:lnTo>
                  <a:pt x="185" y="39"/>
                </a:lnTo>
                <a:lnTo>
                  <a:pt x="184" y="39"/>
                </a:lnTo>
                <a:lnTo>
                  <a:pt x="184" y="38"/>
                </a:lnTo>
                <a:lnTo>
                  <a:pt x="183" y="38"/>
                </a:lnTo>
                <a:lnTo>
                  <a:pt x="182" y="38"/>
                </a:lnTo>
                <a:lnTo>
                  <a:pt x="181" y="38"/>
                </a:lnTo>
                <a:lnTo>
                  <a:pt x="181" y="37"/>
                </a:lnTo>
                <a:lnTo>
                  <a:pt x="181" y="36"/>
                </a:lnTo>
                <a:lnTo>
                  <a:pt x="181" y="35"/>
                </a:lnTo>
                <a:lnTo>
                  <a:pt x="180" y="35"/>
                </a:lnTo>
                <a:lnTo>
                  <a:pt x="179" y="35"/>
                </a:lnTo>
                <a:lnTo>
                  <a:pt x="179" y="34"/>
                </a:lnTo>
                <a:lnTo>
                  <a:pt x="180" y="34"/>
                </a:lnTo>
                <a:lnTo>
                  <a:pt x="180" y="32"/>
                </a:lnTo>
                <a:lnTo>
                  <a:pt x="180" y="31"/>
                </a:lnTo>
                <a:lnTo>
                  <a:pt x="179" y="31"/>
                </a:lnTo>
                <a:lnTo>
                  <a:pt x="178" y="31"/>
                </a:lnTo>
                <a:lnTo>
                  <a:pt x="177" y="31"/>
                </a:lnTo>
                <a:lnTo>
                  <a:pt x="177" y="30"/>
                </a:lnTo>
                <a:lnTo>
                  <a:pt x="177" y="29"/>
                </a:lnTo>
                <a:lnTo>
                  <a:pt x="176" y="29"/>
                </a:lnTo>
                <a:lnTo>
                  <a:pt x="176" y="28"/>
                </a:lnTo>
                <a:lnTo>
                  <a:pt x="176" y="27"/>
                </a:lnTo>
                <a:lnTo>
                  <a:pt x="176" y="26"/>
                </a:lnTo>
                <a:lnTo>
                  <a:pt x="176" y="25"/>
                </a:lnTo>
                <a:lnTo>
                  <a:pt x="177" y="25"/>
                </a:lnTo>
                <a:lnTo>
                  <a:pt x="177" y="24"/>
                </a:lnTo>
                <a:lnTo>
                  <a:pt x="177" y="23"/>
                </a:lnTo>
                <a:lnTo>
                  <a:pt x="178" y="23"/>
                </a:lnTo>
                <a:lnTo>
                  <a:pt x="178" y="22"/>
                </a:lnTo>
                <a:lnTo>
                  <a:pt x="178" y="21"/>
                </a:lnTo>
                <a:lnTo>
                  <a:pt x="179" y="21"/>
                </a:lnTo>
                <a:lnTo>
                  <a:pt x="180" y="21"/>
                </a:lnTo>
                <a:lnTo>
                  <a:pt x="181" y="21"/>
                </a:lnTo>
                <a:lnTo>
                  <a:pt x="181" y="20"/>
                </a:lnTo>
                <a:lnTo>
                  <a:pt x="180" y="20"/>
                </a:lnTo>
                <a:lnTo>
                  <a:pt x="180" y="19"/>
                </a:lnTo>
                <a:lnTo>
                  <a:pt x="180" y="18"/>
                </a:lnTo>
                <a:lnTo>
                  <a:pt x="179" y="18"/>
                </a:lnTo>
                <a:lnTo>
                  <a:pt x="178" y="18"/>
                </a:lnTo>
                <a:lnTo>
                  <a:pt x="177" y="18"/>
                </a:lnTo>
                <a:lnTo>
                  <a:pt x="176" y="18"/>
                </a:lnTo>
                <a:lnTo>
                  <a:pt x="176" y="17"/>
                </a:lnTo>
                <a:lnTo>
                  <a:pt x="175" y="17"/>
                </a:lnTo>
                <a:lnTo>
                  <a:pt x="174" y="17"/>
                </a:lnTo>
                <a:lnTo>
                  <a:pt x="174" y="16"/>
                </a:lnTo>
                <a:lnTo>
                  <a:pt x="174" y="15"/>
                </a:lnTo>
                <a:lnTo>
                  <a:pt x="175" y="15"/>
                </a:lnTo>
                <a:lnTo>
                  <a:pt x="174" y="15"/>
                </a:lnTo>
                <a:lnTo>
                  <a:pt x="174" y="14"/>
                </a:lnTo>
                <a:lnTo>
                  <a:pt x="174" y="13"/>
                </a:lnTo>
                <a:lnTo>
                  <a:pt x="174" y="12"/>
                </a:lnTo>
                <a:lnTo>
                  <a:pt x="174" y="11"/>
                </a:lnTo>
                <a:lnTo>
                  <a:pt x="175" y="11"/>
                </a:lnTo>
                <a:lnTo>
                  <a:pt x="175" y="12"/>
                </a:lnTo>
                <a:lnTo>
                  <a:pt x="176" y="12"/>
                </a:lnTo>
                <a:lnTo>
                  <a:pt x="176" y="11"/>
                </a:lnTo>
                <a:lnTo>
                  <a:pt x="177" y="11"/>
                </a:lnTo>
                <a:lnTo>
                  <a:pt x="177" y="10"/>
                </a:lnTo>
                <a:lnTo>
                  <a:pt x="178" y="10"/>
                </a:lnTo>
                <a:lnTo>
                  <a:pt x="178" y="11"/>
                </a:lnTo>
                <a:lnTo>
                  <a:pt x="179" y="11"/>
                </a:lnTo>
                <a:lnTo>
                  <a:pt x="180" y="11"/>
                </a:lnTo>
                <a:lnTo>
                  <a:pt x="181" y="11"/>
                </a:lnTo>
                <a:lnTo>
                  <a:pt x="181" y="10"/>
                </a:lnTo>
                <a:lnTo>
                  <a:pt x="182" y="11"/>
                </a:lnTo>
                <a:lnTo>
                  <a:pt x="182" y="10"/>
                </a:lnTo>
                <a:lnTo>
                  <a:pt x="183" y="10"/>
                </a:lnTo>
                <a:lnTo>
                  <a:pt x="183" y="11"/>
                </a:lnTo>
                <a:lnTo>
                  <a:pt x="184" y="11"/>
                </a:lnTo>
                <a:lnTo>
                  <a:pt x="184" y="10"/>
                </a:lnTo>
                <a:lnTo>
                  <a:pt x="185" y="11"/>
                </a:lnTo>
                <a:lnTo>
                  <a:pt x="186" y="11"/>
                </a:lnTo>
                <a:lnTo>
                  <a:pt x="186" y="10"/>
                </a:lnTo>
                <a:lnTo>
                  <a:pt x="187" y="10"/>
                </a:lnTo>
                <a:lnTo>
                  <a:pt x="188" y="10"/>
                </a:lnTo>
                <a:lnTo>
                  <a:pt x="188" y="9"/>
                </a:lnTo>
                <a:lnTo>
                  <a:pt x="189" y="9"/>
                </a:lnTo>
                <a:lnTo>
                  <a:pt x="190" y="8"/>
                </a:lnTo>
                <a:lnTo>
                  <a:pt x="191" y="8"/>
                </a:lnTo>
                <a:lnTo>
                  <a:pt x="192" y="8"/>
                </a:lnTo>
                <a:lnTo>
                  <a:pt x="192" y="9"/>
                </a:lnTo>
                <a:lnTo>
                  <a:pt x="193" y="9"/>
                </a:lnTo>
                <a:lnTo>
                  <a:pt x="194" y="9"/>
                </a:lnTo>
                <a:lnTo>
                  <a:pt x="195" y="9"/>
                </a:lnTo>
                <a:lnTo>
                  <a:pt x="195" y="10"/>
                </a:lnTo>
                <a:lnTo>
                  <a:pt x="195" y="12"/>
                </a:lnTo>
                <a:lnTo>
                  <a:pt x="196" y="12"/>
                </a:lnTo>
                <a:lnTo>
                  <a:pt x="197" y="13"/>
                </a:lnTo>
                <a:lnTo>
                  <a:pt x="198" y="13"/>
                </a:lnTo>
                <a:lnTo>
                  <a:pt x="198" y="12"/>
                </a:lnTo>
                <a:lnTo>
                  <a:pt x="199" y="12"/>
                </a:lnTo>
                <a:lnTo>
                  <a:pt x="200" y="12"/>
                </a:lnTo>
                <a:lnTo>
                  <a:pt x="201" y="12"/>
                </a:lnTo>
                <a:lnTo>
                  <a:pt x="202" y="11"/>
                </a:lnTo>
                <a:lnTo>
                  <a:pt x="202" y="10"/>
                </a:lnTo>
                <a:lnTo>
                  <a:pt x="202" y="9"/>
                </a:lnTo>
                <a:lnTo>
                  <a:pt x="202" y="8"/>
                </a:lnTo>
                <a:lnTo>
                  <a:pt x="202" y="7"/>
                </a:lnTo>
                <a:lnTo>
                  <a:pt x="202" y="6"/>
                </a:lnTo>
                <a:lnTo>
                  <a:pt x="201" y="6"/>
                </a:lnTo>
                <a:lnTo>
                  <a:pt x="201" y="5"/>
                </a:lnTo>
                <a:lnTo>
                  <a:pt x="202" y="5"/>
                </a:lnTo>
                <a:lnTo>
                  <a:pt x="202" y="4"/>
                </a:lnTo>
                <a:lnTo>
                  <a:pt x="202" y="3"/>
                </a:lnTo>
                <a:lnTo>
                  <a:pt x="201" y="3"/>
                </a:lnTo>
                <a:lnTo>
                  <a:pt x="201" y="2"/>
                </a:lnTo>
                <a:lnTo>
                  <a:pt x="202" y="2"/>
                </a:lnTo>
                <a:lnTo>
                  <a:pt x="203" y="2"/>
                </a:lnTo>
                <a:lnTo>
                  <a:pt x="203" y="1"/>
                </a:lnTo>
                <a:lnTo>
                  <a:pt x="204" y="1"/>
                </a:lnTo>
                <a:lnTo>
                  <a:pt x="205" y="1"/>
                </a:lnTo>
                <a:lnTo>
                  <a:pt x="206" y="1"/>
                </a:lnTo>
                <a:lnTo>
                  <a:pt x="206" y="2"/>
                </a:lnTo>
                <a:lnTo>
                  <a:pt x="207" y="2"/>
                </a:lnTo>
                <a:lnTo>
                  <a:pt x="208" y="2"/>
                </a:lnTo>
                <a:lnTo>
                  <a:pt x="208" y="1"/>
                </a:lnTo>
                <a:lnTo>
                  <a:pt x="208" y="0"/>
                </a:lnTo>
                <a:lnTo>
                  <a:pt x="209" y="0"/>
                </a:lnTo>
                <a:lnTo>
                  <a:pt x="210" y="0"/>
                </a:lnTo>
                <a:lnTo>
                  <a:pt x="211" y="1"/>
                </a:lnTo>
                <a:lnTo>
                  <a:pt x="211" y="0"/>
                </a:lnTo>
                <a:lnTo>
                  <a:pt x="212" y="0"/>
                </a:lnTo>
                <a:lnTo>
                  <a:pt x="213" y="0"/>
                </a:lnTo>
                <a:close/>
              </a:path>
            </a:pathLst>
          </a:custGeom>
          <a:solidFill>
            <a:srgbClr val="8D2E13"/>
          </a:solidFill>
          <a:ln w="2520">
            <a:solidFill>
              <a:srgbClr val="FFFFFF"/>
            </a:solidFill>
            <a:round/>
          </a:ln>
        </p:spPr>
        <p:txBody>
          <a:bodyPr lIns="1080" tIns="1080" rIns="1080" bIns="108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115" name=""/>
          <p:cNvSpPr/>
          <p:nvPr/>
        </p:nvSpPr>
        <p:spPr>
          <a:xfrm>
            <a:off x="4232520" y="355320"/>
            <a:ext cx="887400" cy="777960"/>
          </a:xfrm>
          <a:custGeom>
            <a:avLst/>
            <a:gdLst/>
            <a:ahLst/>
            <a:rect l="0" t="0" r="r" b="b"/>
            <a:pathLst>
              <a:path w="2465" h="2161">
                <a:moveTo>
                  <a:pt x="2045" y="1"/>
                </a:moveTo>
                <a:lnTo>
                  <a:pt x="2045" y="2"/>
                </a:lnTo>
                <a:lnTo>
                  <a:pt x="2046" y="2"/>
                </a:lnTo>
                <a:lnTo>
                  <a:pt x="2047" y="2"/>
                </a:lnTo>
                <a:lnTo>
                  <a:pt x="2047" y="3"/>
                </a:lnTo>
                <a:lnTo>
                  <a:pt x="2048" y="3"/>
                </a:lnTo>
                <a:lnTo>
                  <a:pt x="2049" y="4"/>
                </a:lnTo>
                <a:lnTo>
                  <a:pt x="2049" y="5"/>
                </a:lnTo>
                <a:lnTo>
                  <a:pt x="2050" y="5"/>
                </a:lnTo>
                <a:lnTo>
                  <a:pt x="2050" y="4"/>
                </a:lnTo>
                <a:lnTo>
                  <a:pt x="2051" y="4"/>
                </a:lnTo>
                <a:lnTo>
                  <a:pt x="2052" y="5"/>
                </a:lnTo>
                <a:lnTo>
                  <a:pt x="2052" y="6"/>
                </a:lnTo>
                <a:lnTo>
                  <a:pt x="2053" y="6"/>
                </a:lnTo>
                <a:lnTo>
                  <a:pt x="2053" y="7"/>
                </a:lnTo>
                <a:lnTo>
                  <a:pt x="2054" y="7"/>
                </a:lnTo>
                <a:lnTo>
                  <a:pt x="2055" y="8"/>
                </a:lnTo>
                <a:lnTo>
                  <a:pt x="2056" y="8"/>
                </a:lnTo>
                <a:lnTo>
                  <a:pt x="2057" y="8"/>
                </a:lnTo>
                <a:lnTo>
                  <a:pt x="2058" y="8"/>
                </a:lnTo>
                <a:lnTo>
                  <a:pt x="2059" y="9"/>
                </a:lnTo>
                <a:lnTo>
                  <a:pt x="2060" y="9"/>
                </a:lnTo>
                <a:lnTo>
                  <a:pt x="2060" y="10"/>
                </a:lnTo>
                <a:lnTo>
                  <a:pt x="2060" y="12"/>
                </a:lnTo>
                <a:lnTo>
                  <a:pt x="2060" y="13"/>
                </a:lnTo>
                <a:lnTo>
                  <a:pt x="2060" y="14"/>
                </a:lnTo>
                <a:lnTo>
                  <a:pt x="2061" y="14"/>
                </a:lnTo>
                <a:lnTo>
                  <a:pt x="2061" y="15"/>
                </a:lnTo>
                <a:lnTo>
                  <a:pt x="2060" y="15"/>
                </a:lnTo>
                <a:lnTo>
                  <a:pt x="2060" y="16"/>
                </a:lnTo>
                <a:lnTo>
                  <a:pt x="2059" y="16"/>
                </a:lnTo>
                <a:lnTo>
                  <a:pt x="2060" y="17"/>
                </a:lnTo>
                <a:lnTo>
                  <a:pt x="2060" y="18"/>
                </a:lnTo>
                <a:lnTo>
                  <a:pt x="2061" y="18"/>
                </a:lnTo>
                <a:lnTo>
                  <a:pt x="2061" y="19"/>
                </a:lnTo>
                <a:lnTo>
                  <a:pt x="2062" y="19"/>
                </a:lnTo>
                <a:lnTo>
                  <a:pt x="2063" y="19"/>
                </a:lnTo>
                <a:lnTo>
                  <a:pt x="2064" y="19"/>
                </a:lnTo>
                <a:lnTo>
                  <a:pt x="2065" y="20"/>
                </a:lnTo>
                <a:lnTo>
                  <a:pt x="2065" y="21"/>
                </a:lnTo>
                <a:lnTo>
                  <a:pt x="2066" y="21"/>
                </a:lnTo>
                <a:lnTo>
                  <a:pt x="2067" y="20"/>
                </a:lnTo>
                <a:lnTo>
                  <a:pt x="2068" y="20"/>
                </a:lnTo>
                <a:lnTo>
                  <a:pt x="2069" y="21"/>
                </a:lnTo>
                <a:lnTo>
                  <a:pt x="2069" y="22"/>
                </a:lnTo>
                <a:lnTo>
                  <a:pt x="2070" y="23"/>
                </a:lnTo>
                <a:lnTo>
                  <a:pt x="2071" y="23"/>
                </a:lnTo>
                <a:lnTo>
                  <a:pt x="2071" y="24"/>
                </a:lnTo>
                <a:lnTo>
                  <a:pt x="2071" y="25"/>
                </a:lnTo>
                <a:lnTo>
                  <a:pt x="2071" y="26"/>
                </a:lnTo>
                <a:lnTo>
                  <a:pt x="2071" y="27"/>
                </a:lnTo>
                <a:lnTo>
                  <a:pt x="2072" y="28"/>
                </a:lnTo>
                <a:lnTo>
                  <a:pt x="2073" y="28"/>
                </a:lnTo>
                <a:lnTo>
                  <a:pt x="2074" y="29"/>
                </a:lnTo>
                <a:lnTo>
                  <a:pt x="2075" y="29"/>
                </a:lnTo>
                <a:lnTo>
                  <a:pt x="2075" y="30"/>
                </a:lnTo>
                <a:lnTo>
                  <a:pt x="2075" y="31"/>
                </a:lnTo>
                <a:lnTo>
                  <a:pt x="2074" y="31"/>
                </a:lnTo>
                <a:lnTo>
                  <a:pt x="2074" y="32"/>
                </a:lnTo>
                <a:lnTo>
                  <a:pt x="2074" y="33"/>
                </a:lnTo>
                <a:lnTo>
                  <a:pt x="2073" y="33"/>
                </a:lnTo>
                <a:lnTo>
                  <a:pt x="2073" y="34"/>
                </a:lnTo>
                <a:lnTo>
                  <a:pt x="2073" y="35"/>
                </a:lnTo>
                <a:lnTo>
                  <a:pt x="2073" y="36"/>
                </a:lnTo>
                <a:lnTo>
                  <a:pt x="2072" y="36"/>
                </a:lnTo>
                <a:lnTo>
                  <a:pt x="2072" y="37"/>
                </a:lnTo>
                <a:lnTo>
                  <a:pt x="2071" y="37"/>
                </a:lnTo>
                <a:lnTo>
                  <a:pt x="2071" y="38"/>
                </a:lnTo>
                <a:lnTo>
                  <a:pt x="2070" y="38"/>
                </a:lnTo>
                <a:lnTo>
                  <a:pt x="2069" y="38"/>
                </a:lnTo>
                <a:lnTo>
                  <a:pt x="2069" y="39"/>
                </a:lnTo>
                <a:lnTo>
                  <a:pt x="2068" y="39"/>
                </a:lnTo>
                <a:lnTo>
                  <a:pt x="2068" y="40"/>
                </a:lnTo>
                <a:lnTo>
                  <a:pt x="2068" y="41"/>
                </a:lnTo>
                <a:lnTo>
                  <a:pt x="2067" y="42"/>
                </a:lnTo>
                <a:lnTo>
                  <a:pt x="2067" y="43"/>
                </a:lnTo>
                <a:lnTo>
                  <a:pt x="2067" y="44"/>
                </a:lnTo>
                <a:lnTo>
                  <a:pt x="2067" y="45"/>
                </a:lnTo>
                <a:lnTo>
                  <a:pt x="2066" y="45"/>
                </a:lnTo>
                <a:lnTo>
                  <a:pt x="2066" y="46"/>
                </a:lnTo>
                <a:lnTo>
                  <a:pt x="2066" y="48"/>
                </a:lnTo>
                <a:lnTo>
                  <a:pt x="2066" y="49"/>
                </a:lnTo>
                <a:lnTo>
                  <a:pt x="2066" y="50"/>
                </a:lnTo>
                <a:lnTo>
                  <a:pt x="2065" y="51"/>
                </a:lnTo>
                <a:lnTo>
                  <a:pt x="2064" y="51"/>
                </a:lnTo>
                <a:lnTo>
                  <a:pt x="2064" y="52"/>
                </a:lnTo>
                <a:lnTo>
                  <a:pt x="2063" y="53"/>
                </a:lnTo>
                <a:lnTo>
                  <a:pt x="2062" y="53"/>
                </a:lnTo>
                <a:lnTo>
                  <a:pt x="2062" y="54"/>
                </a:lnTo>
                <a:lnTo>
                  <a:pt x="2062" y="55"/>
                </a:lnTo>
                <a:lnTo>
                  <a:pt x="2062" y="56"/>
                </a:lnTo>
                <a:lnTo>
                  <a:pt x="2062" y="57"/>
                </a:lnTo>
                <a:lnTo>
                  <a:pt x="2063" y="57"/>
                </a:lnTo>
                <a:lnTo>
                  <a:pt x="2064" y="58"/>
                </a:lnTo>
                <a:lnTo>
                  <a:pt x="2063" y="59"/>
                </a:lnTo>
                <a:lnTo>
                  <a:pt x="2062" y="59"/>
                </a:lnTo>
                <a:lnTo>
                  <a:pt x="2062" y="60"/>
                </a:lnTo>
                <a:lnTo>
                  <a:pt x="2062" y="61"/>
                </a:lnTo>
                <a:lnTo>
                  <a:pt x="2062" y="62"/>
                </a:lnTo>
                <a:lnTo>
                  <a:pt x="2061" y="62"/>
                </a:lnTo>
                <a:lnTo>
                  <a:pt x="2061" y="63"/>
                </a:lnTo>
                <a:lnTo>
                  <a:pt x="2060" y="64"/>
                </a:lnTo>
                <a:lnTo>
                  <a:pt x="2059" y="64"/>
                </a:lnTo>
                <a:lnTo>
                  <a:pt x="2058" y="65"/>
                </a:lnTo>
                <a:lnTo>
                  <a:pt x="2058" y="66"/>
                </a:lnTo>
                <a:lnTo>
                  <a:pt x="2058" y="67"/>
                </a:lnTo>
                <a:lnTo>
                  <a:pt x="2057" y="68"/>
                </a:lnTo>
                <a:lnTo>
                  <a:pt x="2056" y="68"/>
                </a:lnTo>
                <a:lnTo>
                  <a:pt x="2056" y="69"/>
                </a:lnTo>
                <a:lnTo>
                  <a:pt x="2055" y="69"/>
                </a:lnTo>
                <a:lnTo>
                  <a:pt x="2054" y="70"/>
                </a:lnTo>
                <a:lnTo>
                  <a:pt x="2054" y="71"/>
                </a:lnTo>
                <a:lnTo>
                  <a:pt x="2053" y="72"/>
                </a:lnTo>
                <a:lnTo>
                  <a:pt x="2053" y="73"/>
                </a:lnTo>
                <a:lnTo>
                  <a:pt x="2053" y="74"/>
                </a:lnTo>
                <a:lnTo>
                  <a:pt x="2053" y="75"/>
                </a:lnTo>
                <a:lnTo>
                  <a:pt x="2052" y="76"/>
                </a:lnTo>
                <a:lnTo>
                  <a:pt x="2051" y="76"/>
                </a:lnTo>
                <a:lnTo>
                  <a:pt x="2051" y="77"/>
                </a:lnTo>
                <a:lnTo>
                  <a:pt x="2050" y="78"/>
                </a:lnTo>
                <a:lnTo>
                  <a:pt x="2050" y="79"/>
                </a:lnTo>
                <a:lnTo>
                  <a:pt x="2049" y="80"/>
                </a:lnTo>
                <a:lnTo>
                  <a:pt x="2048" y="80"/>
                </a:lnTo>
                <a:lnTo>
                  <a:pt x="2048" y="81"/>
                </a:lnTo>
                <a:lnTo>
                  <a:pt x="2048" y="82"/>
                </a:lnTo>
                <a:lnTo>
                  <a:pt x="2047" y="82"/>
                </a:lnTo>
                <a:lnTo>
                  <a:pt x="2047" y="83"/>
                </a:lnTo>
                <a:lnTo>
                  <a:pt x="2046" y="83"/>
                </a:lnTo>
                <a:lnTo>
                  <a:pt x="2045" y="83"/>
                </a:lnTo>
                <a:lnTo>
                  <a:pt x="2044" y="83"/>
                </a:lnTo>
                <a:lnTo>
                  <a:pt x="2043" y="83"/>
                </a:lnTo>
                <a:lnTo>
                  <a:pt x="2042" y="84"/>
                </a:lnTo>
                <a:lnTo>
                  <a:pt x="2042" y="85"/>
                </a:lnTo>
                <a:lnTo>
                  <a:pt x="2043" y="85"/>
                </a:lnTo>
                <a:lnTo>
                  <a:pt x="2042" y="85"/>
                </a:lnTo>
                <a:lnTo>
                  <a:pt x="2042" y="86"/>
                </a:lnTo>
                <a:lnTo>
                  <a:pt x="2041" y="86"/>
                </a:lnTo>
                <a:lnTo>
                  <a:pt x="2041" y="87"/>
                </a:lnTo>
                <a:lnTo>
                  <a:pt x="2042" y="87"/>
                </a:lnTo>
                <a:lnTo>
                  <a:pt x="2041" y="88"/>
                </a:lnTo>
                <a:lnTo>
                  <a:pt x="2040" y="89"/>
                </a:lnTo>
                <a:lnTo>
                  <a:pt x="2039" y="89"/>
                </a:lnTo>
                <a:lnTo>
                  <a:pt x="2039" y="90"/>
                </a:lnTo>
                <a:lnTo>
                  <a:pt x="2038" y="90"/>
                </a:lnTo>
                <a:lnTo>
                  <a:pt x="2038" y="91"/>
                </a:lnTo>
                <a:lnTo>
                  <a:pt x="2038" y="92"/>
                </a:lnTo>
                <a:lnTo>
                  <a:pt x="2037" y="92"/>
                </a:lnTo>
                <a:lnTo>
                  <a:pt x="2037" y="94"/>
                </a:lnTo>
                <a:lnTo>
                  <a:pt x="2036" y="94"/>
                </a:lnTo>
                <a:lnTo>
                  <a:pt x="2035" y="94"/>
                </a:lnTo>
                <a:lnTo>
                  <a:pt x="2035" y="95"/>
                </a:lnTo>
                <a:lnTo>
                  <a:pt x="2035" y="96"/>
                </a:lnTo>
                <a:lnTo>
                  <a:pt x="2035" y="97"/>
                </a:lnTo>
                <a:lnTo>
                  <a:pt x="2035" y="98"/>
                </a:lnTo>
                <a:lnTo>
                  <a:pt x="2037" y="98"/>
                </a:lnTo>
                <a:lnTo>
                  <a:pt x="2038" y="98"/>
                </a:lnTo>
                <a:lnTo>
                  <a:pt x="2039" y="97"/>
                </a:lnTo>
                <a:lnTo>
                  <a:pt x="2040" y="97"/>
                </a:lnTo>
                <a:lnTo>
                  <a:pt x="2041" y="97"/>
                </a:lnTo>
                <a:lnTo>
                  <a:pt x="2041" y="96"/>
                </a:lnTo>
                <a:lnTo>
                  <a:pt x="2042" y="96"/>
                </a:lnTo>
                <a:lnTo>
                  <a:pt x="2044" y="97"/>
                </a:lnTo>
                <a:lnTo>
                  <a:pt x="2045" y="97"/>
                </a:lnTo>
                <a:lnTo>
                  <a:pt x="2046" y="97"/>
                </a:lnTo>
                <a:lnTo>
                  <a:pt x="2046" y="98"/>
                </a:lnTo>
                <a:lnTo>
                  <a:pt x="2046" y="100"/>
                </a:lnTo>
                <a:lnTo>
                  <a:pt x="2047" y="100"/>
                </a:lnTo>
                <a:lnTo>
                  <a:pt x="2048" y="100"/>
                </a:lnTo>
                <a:lnTo>
                  <a:pt x="2048" y="101"/>
                </a:lnTo>
                <a:lnTo>
                  <a:pt x="2049" y="101"/>
                </a:lnTo>
                <a:lnTo>
                  <a:pt x="2049" y="102"/>
                </a:lnTo>
                <a:lnTo>
                  <a:pt x="2050" y="102"/>
                </a:lnTo>
                <a:lnTo>
                  <a:pt x="2051" y="102"/>
                </a:lnTo>
                <a:lnTo>
                  <a:pt x="2052" y="102"/>
                </a:lnTo>
                <a:lnTo>
                  <a:pt x="2053" y="102"/>
                </a:lnTo>
                <a:lnTo>
                  <a:pt x="2054" y="103"/>
                </a:lnTo>
                <a:lnTo>
                  <a:pt x="2054" y="104"/>
                </a:lnTo>
                <a:lnTo>
                  <a:pt x="2054" y="105"/>
                </a:lnTo>
                <a:lnTo>
                  <a:pt x="2055" y="105"/>
                </a:lnTo>
                <a:lnTo>
                  <a:pt x="2056" y="105"/>
                </a:lnTo>
                <a:lnTo>
                  <a:pt x="2057" y="106"/>
                </a:lnTo>
                <a:lnTo>
                  <a:pt x="2058" y="106"/>
                </a:lnTo>
                <a:lnTo>
                  <a:pt x="2059" y="106"/>
                </a:lnTo>
                <a:lnTo>
                  <a:pt x="2059" y="107"/>
                </a:lnTo>
                <a:lnTo>
                  <a:pt x="2060" y="107"/>
                </a:lnTo>
                <a:lnTo>
                  <a:pt x="2060" y="106"/>
                </a:lnTo>
                <a:lnTo>
                  <a:pt x="2061" y="106"/>
                </a:lnTo>
                <a:lnTo>
                  <a:pt x="2062" y="106"/>
                </a:lnTo>
                <a:lnTo>
                  <a:pt x="2062" y="107"/>
                </a:lnTo>
                <a:lnTo>
                  <a:pt x="2063" y="107"/>
                </a:lnTo>
                <a:lnTo>
                  <a:pt x="2063" y="108"/>
                </a:lnTo>
                <a:lnTo>
                  <a:pt x="2063" y="109"/>
                </a:lnTo>
                <a:lnTo>
                  <a:pt x="2064" y="109"/>
                </a:lnTo>
                <a:lnTo>
                  <a:pt x="2065" y="109"/>
                </a:lnTo>
                <a:lnTo>
                  <a:pt x="2066" y="108"/>
                </a:lnTo>
                <a:lnTo>
                  <a:pt x="2067" y="108"/>
                </a:lnTo>
                <a:lnTo>
                  <a:pt x="2068" y="108"/>
                </a:lnTo>
                <a:lnTo>
                  <a:pt x="2068" y="109"/>
                </a:lnTo>
                <a:lnTo>
                  <a:pt x="2068" y="108"/>
                </a:lnTo>
                <a:lnTo>
                  <a:pt x="2069" y="108"/>
                </a:lnTo>
                <a:lnTo>
                  <a:pt x="2069" y="109"/>
                </a:lnTo>
                <a:lnTo>
                  <a:pt x="2069" y="110"/>
                </a:lnTo>
                <a:lnTo>
                  <a:pt x="2071" y="110"/>
                </a:lnTo>
                <a:lnTo>
                  <a:pt x="2072" y="110"/>
                </a:lnTo>
                <a:lnTo>
                  <a:pt x="2072" y="109"/>
                </a:lnTo>
                <a:lnTo>
                  <a:pt x="2073" y="109"/>
                </a:lnTo>
                <a:lnTo>
                  <a:pt x="2074" y="109"/>
                </a:lnTo>
                <a:lnTo>
                  <a:pt x="2074" y="110"/>
                </a:lnTo>
                <a:lnTo>
                  <a:pt x="2075" y="110"/>
                </a:lnTo>
                <a:lnTo>
                  <a:pt x="2076" y="110"/>
                </a:lnTo>
                <a:lnTo>
                  <a:pt x="2076" y="111"/>
                </a:lnTo>
                <a:lnTo>
                  <a:pt x="2077" y="111"/>
                </a:lnTo>
                <a:lnTo>
                  <a:pt x="2078" y="112"/>
                </a:lnTo>
                <a:lnTo>
                  <a:pt x="2077" y="112"/>
                </a:lnTo>
                <a:lnTo>
                  <a:pt x="2077" y="113"/>
                </a:lnTo>
                <a:lnTo>
                  <a:pt x="2077" y="114"/>
                </a:lnTo>
                <a:lnTo>
                  <a:pt x="2077" y="115"/>
                </a:lnTo>
                <a:lnTo>
                  <a:pt x="2076" y="116"/>
                </a:lnTo>
                <a:lnTo>
                  <a:pt x="2077" y="116"/>
                </a:lnTo>
                <a:lnTo>
                  <a:pt x="2078" y="117"/>
                </a:lnTo>
                <a:lnTo>
                  <a:pt x="2079" y="117"/>
                </a:lnTo>
                <a:lnTo>
                  <a:pt x="2080" y="117"/>
                </a:lnTo>
                <a:lnTo>
                  <a:pt x="2080" y="118"/>
                </a:lnTo>
                <a:lnTo>
                  <a:pt x="2080" y="119"/>
                </a:lnTo>
                <a:lnTo>
                  <a:pt x="2081" y="119"/>
                </a:lnTo>
                <a:lnTo>
                  <a:pt x="2082" y="120"/>
                </a:lnTo>
                <a:lnTo>
                  <a:pt x="2082" y="121"/>
                </a:lnTo>
                <a:lnTo>
                  <a:pt x="2082" y="122"/>
                </a:lnTo>
                <a:lnTo>
                  <a:pt x="2082" y="123"/>
                </a:lnTo>
                <a:lnTo>
                  <a:pt x="2082" y="124"/>
                </a:lnTo>
                <a:lnTo>
                  <a:pt x="2083" y="124"/>
                </a:lnTo>
                <a:lnTo>
                  <a:pt x="2084" y="124"/>
                </a:lnTo>
                <a:lnTo>
                  <a:pt x="2085" y="124"/>
                </a:lnTo>
                <a:lnTo>
                  <a:pt x="2086" y="124"/>
                </a:lnTo>
                <a:lnTo>
                  <a:pt x="2087" y="124"/>
                </a:lnTo>
                <a:lnTo>
                  <a:pt x="2088" y="124"/>
                </a:lnTo>
                <a:lnTo>
                  <a:pt x="2088" y="125"/>
                </a:lnTo>
                <a:lnTo>
                  <a:pt x="2090" y="125"/>
                </a:lnTo>
                <a:lnTo>
                  <a:pt x="2091" y="125"/>
                </a:lnTo>
                <a:lnTo>
                  <a:pt x="2092" y="126"/>
                </a:lnTo>
                <a:lnTo>
                  <a:pt x="2093" y="126"/>
                </a:lnTo>
                <a:lnTo>
                  <a:pt x="2094" y="126"/>
                </a:lnTo>
                <a:lnTo>
                  <a:pt x="2095" y="126"/>
                </a:lnTo>
                <a:lnTo>
                  <a:pt x="2095" y="125"/>
                </a:lnTo>
                <a:lnTo>
                  <a:pt x="2096" y="125"/>
                </a:lnTo>
                <a:lnTo>
                  <a:pt x="2096" y="126"/>
                </a:lnTo>
                <a:lnTo>
                  <a:pt x="2097" y="126"/>
                </a:lnTo>
                <a:lnTo>
                  <a:pt x="2098" y="126"/>
                </a:lnTo>
                <a:lnTo>
                  <a:pt x="2098" y="125"/>
                </a:lnTo>
                <a:lnTo>
                  <a:pt x="2099" y="125"/>
                </a:lnTo>
                <a:lnTo>
                  <a:pt x="2100" y="125"/>
                </a:lnTo>
                <a:lnTo>
                  <a:pt x="2101" y="124"/>
                </a:lnTo>
                <a:lnTo>
                  <a:pt x="2101" y="122"/>
                </a:lnTo>
                <a:lnTo>
                  <a:pt x="2102" y="121"/>
                </a:lnTo>
                <a:lnTo>
                  <a:pt x="2101" y="121"/>
                </a:lnTo>
                <a:lnTo>
                  <a:pt x="2101" y="120"/>
                </a:lnTo>
                <a:lnTo>
                  <a:pt x="2102" y="120"/>
                </a:lnTo>
                <a:lnTo>
                  <a:pt x="2103" y="119"/>
                </a:lnTo>
                <a:lnTo>
                  <a:pt x="2103" y="118"/>
                </a:lnTo>
                <a:lnTo>
                  <a:pt x="2103" y="117"/>
                </a:lnTo>
                <a:lnTo>
                  <a:pt x="2103" y="116"/>
                </a:lnTo>
                <a:lnTo>
                  <a:pt x="2104" y="116"/>
                </a:lnTo>
                <a:lnTo>
                  <a:pt x="2104" y="114"/>
                </a:lnTo>
                <a:lnTo>
                  <a:pt x="2105" y="114"/>
                </a:lnTo>
                <a:lnTo>
                  <a:pt x="2105" y="113"/>
                </a:lnTo>
                <a:lnTo>
                  <a:pt x="2106" y="113"/>
                </a:lnTo>
                <a:lnTo>
                  <a:pt x="2106" y="112"/>
                </a:lnTo>
                <a:lnTo>
                  <a:pt x="2107" y="111"/>
                </a:lnTo>
                <a:lnTo>
                  <a:pt x="2107" y="110"/>
                </a:lnTo>
                <a:lnTo>
                  <a:pt x="2107" y="109"/>
                </a:lnTo>
                <a:lnTo>
                  <a:pt x="2106" y="108"/>
                </a:lnTo>
                <a:lnTo>
                  <a:pt x="2107" y="108"/>
                </a:lnTo>
                <a:lnTo>
                  <a:pt x="2108" y="107"/>
                </a:lnTo>
                <a:lnTo>
                  <a:pt x="2108" y="106"/>
                </a:lnTo>
                <a:lnTo>
                  <a:pt x="2109" y="106"/>
                </a:lnTo>
                <a:lnTo>
                  <a:pt x="2110" y="106"/>
                </a:lnTo>
                <a:lnTo>
                  <a:pt x="2110" y="105"/>
                </a:lnTo>
                <a:lnTo>
                  <a:pt x="2109" y="105"/>
                </a:lnTo>
                <a:lnTo>
                  <a:pt x="2109" y="104"/>
                </a:lnTo>
                <a:lnTo>
                  <a:pt x="2109" y="103"/>
                </a:lnTo>
                <a:lnTo>
                  <a:pt x="2110" y="103"/>
                </a:lnTo>
                <a:lnTo>
                  <a:pt x="2111" y="102"/>
                </a:lnTo>
                <a:lnTo>
                  <a:pt x="2111" y="101"/>
                </a:lnTo>
                <a:lnTo>
                  <a:pt x="2111" y="100"/>
                </a:lnTo>
                <a:lnTo>
                  <a:pt x="2111" y="99"/>
                </a:lnTo>
                <a:lnTo>
                  <a:pt x="2112" y="99"/>
                </a:lnTo>
                <a:lnTo>
                  <a:pt x="2112" y="98"/>
                </a:lnTo>
                <a:lnTo>
                  <a:pt x="2112" y="97"/>
                </a:lnTo>
                <a:lnTo>
                  <a:pt x="2112" y="96"/>
                </a:lnTo>
                <a:lnTo>
                  <a:pt x="2112" y="95"/>
                </a:lnTo>
                <a:lnTo>
                  <a:pt x="2112" y="94"/>
                </a:lnTo>
                <a:lnTo>
                  <a:pt x="2113" y="92"/>
                </a:lnTo>
                <a:lnTo>
                  <a:pt x="2114" y="92"/>
                </a:lnTo>
                <a:lnTo>
                  <a:pt x="2114" y="94"/>
                </a:lnTo>
                <a:lnTo>
                  <a:pt x="2115" y="95"/>
                </a:lnTo>
                <a:lnTo>
                  <a:pt x="2115" y="96"/>
                </a:lnTo>
                <a:lnTo>
                  <a:pt x="2116" y="97"/>
                </a:lnTo>
                <a:lnTo>
                  <a:pt x="2117" y="97"/>
                </a:lnTo>
                <a:lnTo>
                  <a:pt x="2118" y="98"/>
                </a:lnTo>
                <a:lnTo>
                  <a:pt x="2119" y="98"/>
                </a:lnTo>
                <a:lnTo>
                  <a:pt x="2120" y="97"/>
                </a:lnTo>
                <a:lnTo>
                  <a:pt x="2120" y="98"/>
                </a:lnTo>
                <a:lnTo>
                  <a:pt x="2121" y="98"/>
                </a:lnTo>
                <a:lnTo>
                  <a:pt x="2122" y="97"/>
                </a:lnTo>
                <a:lnTo>
                  <a:pt x="2123" y="98"/>
                </a:lnTo>
                <a:lnTo>
                  <a:pt x="2124" y="97"/>
                </a:lnTo>
                <a:lnTo>
                  <a:pt x="2124" y="96"/>
                </a:lnTo>
                <a:lnTo>
                  <a:pt x="2125" y="96"/>
                </a:lnTo>
                <a:lnTo>
                  <a:pt x="2127" y="96"/>
                </a:lnTo>
                <a:lnTo>
                  <a:pt x="2127" y="97"/>
                </a:lnTo>
                <a:lnTo>
                  <a:pt x="2128" y="97"/>
                </a:lnTo>
                <a:lnTo>
                  <a:pt x="2128" y="98"/>
                </a:lnTo>
                <a:lnTo>
                  <a:pt x="2128" y="99"/>
                </a:lnTo>
                <a:lnTo>
                  <a:pt x="2129" y="100"/>
                </a:lnTo>
                <a:lnTo>
                  <a:pt x="2129" y="101"/>
                </a:lnTo>
                <a:lnTo>
                  <a:pt x="2130" y="102"/>
                </a:lnTo>
                <a:lnTo>
                  <a:pt x="2130" y="103"/>
                </a:lnTo>
                <a:lnTo>
                  <a:pt x="2131" y="103"/>
                </a:lnTo>
                <a:lnTo>
                  <a:pt x="2132" y="103"/>
                </a:lnTo>
                <a:lnTo>
                  <a:pt x="2133" y="103"/>
                </a:lnTo>
                <a:lnTo>
                  <a:pt x="2133" y="104"/>
                </a:lnTo>
                <a:lnTo>
                  <a:pt x="2133" y="105"/>
                </a:lnTo>
                <a:lnTo>
                  <a:pt x="2134" y="105"/>
                </a:lnTo>
                <a:lnTo>
                  <a:pt x="2135" y="105"/>
                </a:lnTo>
                <a:lnTo>
                  <a:pt x="2136" y="105"/>
                </a:lnTo>
                <a:lnTo>
                  <a:pt x="2136" y="106"/>
                </a:lnTo>
                <a:lnTo>
                  <a:pt x="2136" y="107"/>
                </a:lnTo>
                <a:lnTo>
                  <a:pt x="2137" y="107"/>
                </a:lnTo>
                <a:lnTo>
                  <a:pt x="2137" y="106"/>
                </a:lnTo>
                <a:lnTo>
                  <a:pt x="2138" y="106"/>
                </a:lnTo>
                <a:lnTo>
                  <a:pt x="2138" y="105"/>
                </a:lnTo>
                <a:lnTo>
                  <a:pt x="2139" y="105"/>
                </a:lnTo>
                <a:lnTo>
                  <a:pt x="2139" y="104"/>
                </a:lnTo>
                <a:lnTo>
                  <a:pt x="2139" y="105"/>
                </a:lnTo>
                <a:lnTo>
                  <a:pt x="2140" y="105"/>
                </a:lnTo>
                <a:lnTo>
                  <a:pt x="2140" y="106"/>
                </a:lnTo>
                <a:lnTo>
                  <a:pt x="2140" y="107"/>
                </a:lnTo>
                <a:lnTo>
                  <a:pt x="2141" y="107"/>
                </a:lnTo>
                <a:lnTo>
                  <a:pt x="2141" y="108"/>
                </a:lnTo>
                <a:lnTo>
                  <a:pt x="2142" y="108"/>
                </a:lnTo>
                <a:lnTo>
                  <a:pt x="2143" y="109"/>
                </a:lnTo>
                <a:lnTo>
                  <a:pt x="2143" y="110"/>
                </a:lnTo>
                <a:lnTo>
                  <a:pt x="2143" y="111"/>
                </a:lnTo>
                <a:lnTo>
                  <a:pt x="2143" y="112"/>
                </a:lnTo>
                <a:lnTo>
                  <a:pt x="2143" y="113"/>
                </a:lnTo>
                <a:lnTo>
                  <a:pt x="2144" y="114"/>
                </a:lnTo>
                <a:lnTo>
                  <a:pt x="2143" y="114"/>
                </a:lnTo>
                <a:lnTo>
                  <a:pt x="2143" y="115"/>
                </a:lnTo>
                <a:lnTo>
                  <a:pt x="2143" y="116"/>
                </a:lnTo>
                <a:lnTo>
                  <a:pt x="2144" y="116"/>
                </a:lnTo>
                <a:lnTo>
                  <a:pt x="2145" y="116"/>
                </a:lnTo>
                <a:lnTo>
                  <a:pt x="2146" y="116"/>
                </a:lnTo>
                <a:lnTo>
                  <a:pt x="2147" y="116"/>
                </a:lnTo>
                <a:lnTo>
                  <a:pt x="2148" y="116"/>
                </a:lnTo>
                <a:lnTo>
                  <a:pt x="2149" y="116"/>
                </a:lnTo>
                <a:lnTo>
                  <a:pt x="2150" y="116"/>
                </a:lnTo>
                <a:lnTo>
                  <a:pt x="2151" y="116"/>
                </a:lnTo>
                <a:lnTo>
                  <a:pt x="2152" y="117"/>
                </a:lnTo>
                <a:lnTo>
                  <a:pt x="2153" y="117"/>
                </a:lnTo>
                <a:lnTo>
                  <a:pt x="2153" y="118"/>
                </a:lnTo>
                <a:lnTo>
                  <a:pt x="2154" y="118"/>
                </a:lnTo>
                <a:lnTo>
                  <a:pt x="2154" y="117"/>
                </a:lnTo>
                <a:lnTo>
                  <a:pt x="2155" y="117"/>
                </a:lnTo>
                <a:lnTo>
                  <a:pt x="2156" y="117"/>
                </a:lnTo>
                <a:lnTo>
                  <a:pt x="2157" y="116"/>
                </a:lnTo>
                <a:lnTo>
                  <a:pt x="2158" y="116"/>
                </a:lnTo>
                <a:lnTo>
                  <a:pt x="2158" y="115"/>
                </a:lnTo>
                <a:lnTo>
                  <a:pt x="2159" y="115"/>
                </a:lnTo>
                <a:lnTo>
                  <a:pt x="2160" y="115"/>
                </a:lnTo>
                <a:lnTo>
                  <a:pt x="2160" y="116"/>
                </a:lnTo>
                <a:lnTo>
                  <a:pt x="2161" y="116"/>
                </a:lnTo>
                <a:lnTo>
                  <a:pt x="2162" y="116"/>
                </a:lnTo>
                <a:lnTo>
                  <a:pt x="2162" y="117"/>
                </a:lnTo>
                <a:lnTo>
                  <a:pt x="2163" y="118"/>
                </a:lnTo>
                <a:lnTo>
                  <a:pt x="2163" y="117"/>
                </a:lnTo>
                <a:lnTo>
                  <a:pt x="2164" y="117"/>
                </a:lnTo>
                <a:lnTo>
                  <a:pt x="2165" y="117"/>
                </a:lnTo>
                <a:lnTo>
                  <a:pt x="2165" y="116"/>
                </a:lnTo>
                <a:lnTo>
                  <a:pt x="2166" y="116"/>
                </a:lnTo>
                <a:lnTo>
                  <a:pt x="2167" y="116"/>
                </a:lnTo>
                <a:lnTo>
                  <a:pt x="2168" y="116"/>
                </a:lnTo>
                <a:lnTo>
                  <a:pt x="2169" y="116"/>
                </a:lnTo>
                <a:lnTo>
                  <a:pt x="2170" y="117"/>
                </a:lnTo>
                <a:lnTo>
                  <a:pt x="2170" y="118"/>
                </a:lnTo>
                <a:lnTo>
                  <a:pt x="2170" y="119"/>
                </a:lnTo>
                <a:lnTo>
                  <a:pt x="2169" y="119"/>
                </a:lnTo>
                <a:lnTo>
                  <a:pt x="2168" y="120"/>
                </a:lnTo>
                <a:lnTo>
                  <a:pt x="2169" y="121"/>
                </a:lnTo>
                <a:lnTo>
                  <a:pt x="2169" y="122"/>
                </a:lnTo>
                <a:lnTo>
                  <a:pt x="2170" y="123"/>
                </a:lnTo>
                <a:lnTo>
                  <a:pt x="2170" y="124"/>
                </a:lnTo>
                <a:lnTo>
                  <a:pt x="2170" y="125"/>
                </a:lnTo>
                <a:lnTo>
                  <a:pt x="2170" y="126"/>
                </a:lnTo>
                <a:lnTo>
                  <a:pt x="2169" y="126"/>
                </a:lnTo>
                <a:lnTo>
                  <a:pt x="2169" y="127"/>
                </a:lnTo>
                <a:lnTo>
                  <a:pt x="2168" y="128"/>
                </a:lnTo>
                <a:lnTo>
                  <a:pt x="2168" y="129"/>
                </a:lnTo>
                <a:lnTo>
                  <a:pt x="2168" y="130"/>
                </a:lnTo>
                <a:lnTo>
                  <a:pt x="2167" y="130"/>
                </a:lnTo>
                <a:lnTo>
                  <a:pt x="2167" y="131"/>
                </a:lnTo>
                <a:lnTo>
                  <a:pt x="2166" y="131"/>
                </a:lnTo>
                <a:lnTo>
                  <a:pt x="2165" y="131"/>
                </a:lnTo>
                <a:lnTo>
                  <a:pt x="2164" y="132"/>
                </a:lnTo>
                <a:lnTo>
                  <a:pt x="2163" y="132"/>
                </a:lnTo>
                <a:lnTo>
                  <a:pt x="2162" y="132"/>
                </a:lnTo>
                <a:lnTo>
                  <a:pt x="2162" y="133"/>
                </a:lnTo>
                <a:lnTo>
                  <a:pt x="2161" y="133"/>
                </a:lnTo>
                <a:lnTo>
                  <a:pt x="2160" y="133"/>
                </a:lnTo>
                <a:lnTo>
                  <a:pt x="2160" y="134"/>
                </a:lnTo>
                <a:lnTo>
                  <a:pt x="2160" y="135"/>
                </a:lnTo>
                <a:lnTo>
                  <a:pt x="2161" y="135"/>
                </a:lnTo>
                <a:lnTo>
                  <a:pt x="2161" y="136"/>
                </a:lnTo>
                <a:lnTo>
                  <a:pt x="2161" y="137"/>
                </a:lnTo>
                <a:lnTo>
                  <a:pt x="2162" y="137"/>
                </a:lnTo>
                <a:lnTo>
                  <a:pt x="2162" y="138"/>
                </a:lnTo>
                <a:lnTo>
                  <a:pt x="2161" y="138"/>
                </a:lnTo>
                <a:lnTo>
                  <a:pt x="2161" y="139"/>
                </a:lnTo>
                <a:lnTo>
                  <a:pt x="2161" y="140"/>
                </a:lnTo>
                <a:lnTo>
                  <a:pt x="2161" y="141"/>
                </a:lnTo>
                <a:lnTo>
                  <a:pt x="2160" y="141"/>
                </a:lnTo>
                <a:lnTo>
                  <a:pt x="2161" y="142"/>
                </a:lnTo>
                <a:lnTo>
                  <a:pt x="2162" y="142"/>
                </a:lnTo>
                <a:lnTo>
                  <a:pt x="2163" y="142"/>
                </a:lnTo>
                <a:lnTo>
                  <a:pt x="2163" y="143"/>
                </a:lnTo>
                <a:lnTo>
                  <a:pt x="2163" y="144"/>
                </a:lnTo>
                <a:lnTo>
                  <a:pt x="2163" y="145"/>
                </a:lnTo>
                <a:lnTo>
                  <a:pt x="2163" y="146"/>
                </a:lnTo>
                <a:lnTo>
                  <a:pt x="2164" y="147"/>
                </a:lnTo>
                <a:lnTo>
                  <a:pt x="2165" y="147"/>
                </a:lnTo>
                <a:lnTo>
                  <a:pt x="2165" y="148"/>
                </a:lnTo>
                <a:lnTo>
                  <a:pt x="2165" y="149"/>
                </a:lnTo>
                <a:lnTo>
                  <a:pt x="2165" y="150"/>
                </a:lnTo>
                <a:lnTo>
                  <a:pt x="2166" y="150"/>
                </a:lnTo>
                <a:lnTo>
                  <a:pt x="2166" y="151"/>
                </a:lnTo>
                <a:lnTo>
                  <a:pt x="2166" y="152"/>
                </a:lnTo>
                <a:lnTo>
                  <a:pt x="2167" y="152"/>
                </a:lnTo>
                <a:lnTo>
                  <a:pt x="2167" y="153"/>
                </a:lnTo>
                <a:lnTo>
                  <a:pt x="2168" y="153"/>
                </a:lnTo>
                <a:lnTo>
                  <a:pt x="2168" y="152"/>
                </a:lnTo>
                <a:lnTo>
                  <a:pt x="2169" y="152"/>
                </a:lnTo>
                <a:lnTo>
                  <a:pt x="2170" y="151"/>
                </a:lnTo>
                <a:lnTo>
                  <a:pt x="2170" y="152"/>
                </a:lnTo>
                <a:lnTo>
                  <a:pt x="2171" y="152"/>
                </a:lnTo>
                <a:lnTo>
                  <a:pt x="2171" y="154"/>
                </a:lnTo>
                <a:lnTo>
                  <a:pt x="2171" y="155"/>
                </a:lnTo>
                <a:lnTo>
                  <a:pt x="2171" y="156"/>
                </a:lnTo>
                <a:lnTo>
                  <a:pt x="2172" y="157"/>
                </a:lnTo>
                <a:lnTo>
                  <a:pt x="2172" y="158"/>
                </a:lnTo>
                <a:lnTo>
                  <a:pt x="2172" y="159"/>
                </a:lnTo>
                <a:lnTo>
                  <a:pt x="2171" y="159"/>
                </a:lnTo>
                <a:lnTo>
                  <a:pt x="2171" y="160"/>
                </a:lnTo>
                <a:lnTo>
                  <a:pt x="2170" y="163"/>
                </a:lnTo>
                <a:lnTo>
                  <a:pt x="2171" y="163"/>
                </a:lnTo>
                <a:lnTo>
                  <a:pt x="2172" y="163"/>
                </a:lnTo>
                <a:lnTo>
                  <a:pt x="2173" y="164"/>
                </a:lnTo>
                <a:lnTo>
                  <a:pt x="2173" y="165"/>
                </a:lnTo>
                <a:lnTo>
                  <a:pt x="2173" y="166"/>
                </a:lnTo>
                <a:lnTo>
                  <a:pt x="2174" y="167"/>
                </a:lnTo>
                <a:lnTo>
                  <a:pt x="2174" y="169"/>
                </a:lnTo>
                <a:lnTo>
                  <a:pt x="2175" y="170"/>
                </a:lnTo>
                <a:lnTo>
                  <a:pt x="2175" y="171"/>
                </a:lnTo>
                <a:lnTo>
                  <a:pt x="2176" y="172"/>
                </a:lnTo>
                <a:lnTo>
                  <a:pt x="2177" y="173"/>
                </a:lnTo>
                <a:lnTo>
                  <a:pt x="2178" y="174"/>
                </a:lnTo>
                <a:lnTo>
                  <a:pt x="2179" y="176"/>
                </a:lnTo>
                <a:lnTo>
                  <a:pt x="2178" y="179"/>
                </a:lnTo>
                <a:lnTo>
                  <a:pt x="2178" y="180"/>
                </a:lnTo>
                <a:lnTo>
                  <a:pt x="2179" y="181"/>
                </a:lnTo>
                <a:lnTo>
                  <a:pt x="2180" y="181"/>
                </a:lnTo>
                <a:lnTo>
                  <a:pt x="2180" y="182"/>
                </a:lnTo>
                <a:lnTo>
                  <a:pt x="2180" y="183"/>
                </a:lnTo>
                <a:lnTo>
                  <a:pt x="2181" y="186"/>
                </a:lnTo>
                <a:lnTo>
                  <a:pt x="2182" y="187"/>
                </a:lnTo>
                <a:lnTo>
                  <a:pt x="2183" y="187"/>
                </a:lnTo>
                <a:lnTo>
                  <a:pt x="2184" y="188"/>
                </a:lnTo>
                <a:lnTo>
                  <a:pt x="2184" y="189"/>
                </a:lnTo>
                <a:lnTo>
                  <a:pt x="2185" y="189"/>
                </a:lnTo>
                <a:lnTo>
                  <a:pt x="2185" y="190"/>
                </a:lnTo>
                <a:lnTo>
                  <a:pt x="2186" y="191"/>
                </a:lnTo>
                <a:lnTo>
                  <a:pt x="2186" y="192"/>
                </a:lnTo>
                <a:lnTo>
                  <a:pt x="2187" y="193"/>
                </a:lnTo>
                <a:lnTo>
                  <a:pt x="2188" y="193"/>
                </a:lnTo>
                <a:lnTo>
                  <a:pt x="2189" y="194"/>
                </a:lnTo>
                <a:lnTo>
                  <a:pt x="2190" y="196"/>
                </a:lnTo>
                <a:lnTo>
                  <a:pt x="2189" y="197"/>
                </a:lnTo>
                <a:lnTo>
                  <a:pt x="2188" y="197"/>
                </a:lnTo>
                <a:lnTo>
                  <a:pt x="2188" y="198"/>
                </a:lnTo>
                <a:lnTo>
                  <a:pt x="2188" y="199"/>
                </a:lnTo>
                <a:lnTo>
                  <a:pt x="2189" y="199"/>
                </a:lnTo>
                <a:lnTo>
                  <a:pt x="2190" y="200"/>
                </a:lnTo>
                <a:lnTo>
                  <a:pt x="2193" y="201"/>
                </a:lnTo>
                <a:lnTo>
                  <a:pt x="2193" y="202"/>
                </a:lnTo>
                <a:lnTo>
                  <a:pt x="2194" y="204"/>
                </a:lnTo>
                <a:lnTo>
                  <a:pt x="2193" y="204"/>
                </a:lnTo>
                <a:lnTo>
                  <a:pt x="2192" y="204"/>
                </a:lnTo>
                <a:lnTo>
                  <a:pt x="2192" y="205"/>
                </a:lnTo>
                <a:lnTo>
                  <a:pt x="2191" y="205"/>
                </a:lnTo>
                <a:lnTo>
                  <a:pt x="2192" y="207"/>
                </a:lnTo>
                <a:lnTo>
                  <a:pt x="2193" y="207"/>
                </a:lnTo>
                <a:lnTo>
                  <a:pt x="2194" y="207"/>
                </a:lnTo>
                <a:lnTo>
                  <a:pt x="2194" y="208"/>
                </a:lnTo>
                <a:lnTo>
                  <a:pt x="2194" y="209"/>
                </a:lnTo>
                <a:lnTo>
                  <a:pt x="2194" y="210"/>
                </a:lnTo>
                <a:lnTo>
                  <a:pt x="2193" y="210"/>
                </a:lnTo>
                <a:lnTo>
                  <a:pt x="2193" y="211"/>
                </a:lnTo>
                <a:lnTo>
                  <a:pt x="2193" y="212"/>
                </a:lnTo>
                <a:lnTo>
                  <a:pt x="2194" y="213"/>
                </a:lnTo>
                <a:lnTo>
                  <a:pt x="2194" y="214"/>
                </a:lnTo>
                <a:lnTo>
                  <a:pt x="2195" y="214"/>
                </a:lnTo>
                <a:lnTo>
                  <a:pt x="2195" y="215"/>
                </a:lnTo>
                <a:lnTo>
                  <a:pt x="2195" y="214"/>
                </a:lnTo>
                <a:lnTo>
                  <a:pt x="2196" y="214"/>
                </a:lnTo>
                <a:lnTo>
                  <a:pt x="2197" y="214"/>
                </a:lnTo>
                <a:lnTo>
                  <a:pt x="2197" y="215"/>
                </a:lnTo>
                <a:lnTo>
                  <a:pt x="2197" y="216"/>
                </a:lnTo>
                <a:lnTo>
                  <a:pt x="2197" y="217"/>
                </a:lnTo>
                <a:lnTo>
                  <a:pt x="2197" y="218"/>
                </a:lnTo>
                <a:lnTo>
                  <a:pt x="2198" y="218"/>
                </a:lnTo>
                <a:lnTo>
                  <a:pt x="2199" y="219"/>
                </a:lnTo>
                <a:lnTo>
                  <a:pt x="2200" y="219"/>
                </a:lnTo>
                <a:lnTo>
                  <a:pt x="2201" y="219"/>
                </a:lnTo>
                <a:lnTo>
                  <a:pt x="2202" y="220"/>
                </a:lnTo>
                <a:lnTo>
                  <a:pt x="2203" y="220"/>
                </a:lnTo>
                <a:lnTo>
                  <a:pt x="2203" y="221"/>
                </a:lnTo>
                <a:lnTo>
                  <a:pt x="2204" y="222"/>
                </a:lnTo>
                <a:lnTo>
                  <a:pt x="2203" y="223"/>
                </a:lnTo>
                <a:lnTo>
                  <a:pt x="2203" y="224"/>
                </a:lnTo>
                <a:lnTo>
                  <a:pt x="2203" y="225"/>
                </a:lnTo>
                <a:lnTo>
                  <a:pt x="2204" y="225"/>
                </a:lnTo>
                <a:lnTo>
                  <a:pt x="2205" y="226"/>
                </a:lnTo>
                <a:lnTo>
                  <a:pt x="2205" y="227"/>
                </a:lnTo>
                <a:lnTo>
                  <a:pt x="2205" y="228"/>
                </a:lnTo>
                <a:lnTo>
                  <a:pt x="2206" y="228"/>
                </a:lnTo>
                <a:lnTo>
                  <a:pt x="2208" y="230"/>
                </a:lnTo>
                <a:lnTo>
                  <a:pt x="2209" y="230"/>
                </a:lnTo>
                <a:lnTo>
                  <a:pt x="2210" y="230"/>
                </a:lnTo>
                <a:lnTo>
                  <a:pt x="2210" y="229"/>
                </a:lnTo>
                <a:lnTo>
                  <a:pt x="2210" y="228"/>
                </a:lnTo>
                <a:lnTo>
                  <a:pt x="2213" y="228"/>
                </a:lnTo>
                <a:lnTo>
                  <a:pt x="2214" y="228"/>
                </a:lnTo>
                <a:lnTo>
                  <a:pt x="2215" y="229"/>
                </a:lnTo>
                <a:lnTo>
                  <a:pt x="2216" y="229"/>
                </a:lnTo>
                <a:lnTo>
                  <a:pt x="2217" y="229"/>
                </a:lnTo>
                <a:lnTo>
                  <a:pt x="2218" y="229"/>
                </a:lnTo>
                <a:lnTo>
                  <a:pt x="2218" y="230"/>
                </a:lnTo>
                <a:lnTo>
                  <a:pt x="2219" y="230"/>
                </a:lnTo>
                <a:lnTo>
                  <a:pt x="2219" y="229"/>
                </a:lnTo>
                <a:lnTo>
                  <a:pt x="2220" y="229"/>
                </a:lnTo>
                <a:lnTo>
                  <a:pt x="2221" y="229"/>
                </a:lnTo>
                <a:lnTo>
                  <a:pt x="2221" y="230"/>
                </a:lnTo>
                <a:lnTo>
                  <a:pt x="2222" y="230"/>
                </a:lnTo>
                <a:lnTo>
                  <a:pt x="2224" y="230"/>
                </a:lnTo>
                <a:lnTo>
                  <a:pt x="2225" y="230"/>
                </a:lnTo>
                <a:lnTo>
                  <a:pt x="2226" y="230"/>
                </a:lnTo>
                <a:lnTo>
                  <a:pt x="2227" y="230"/>
                </a:lnTo>
                <a:lnTo>
                  <a:pt x="2228" y="232"/>
                </a:lnTo>
                <a:lnTo>
                  <a:pt x="2229" y="232"/>
                </a:lnTo>
                <a:lnTo>
                  <a:pt x="2230" y="233"/>
                </a:lnTo>
                <a:lnTo>
                  <a:pt x="2231" y="233"/>
                </a:lnTo>
                <a:lnTo>
                  <a:pt x="2232" y="233"/>
                </a:lnTo>
                <a:lnTo>
                  <a:pt x="2232" y="234"/>
                </a:lnTo>
                <a:lnTo>
                  <a:pt x="2233" y="233"/>
                </a:lnTo>
                <a:lnTo>
                  <a:pt x="2233" y="232"/>
                </a:lnTo>
                <a:lnTo>
                  <a:pt x="2233" y="231"/>
                </a:lnTo>
                <a:lnTo>
                  <a:pt x="2234" y="231"/>
                </a:lnTo>
                <a:lnTo>
                  <a:pt x="2235" y="230"/>
                </a:lnTo>
                <a:lnTo>
                  <a:pt x="2236" y="229"/>
                </a:lnTo>
                <a:lnTo>
                  <a:pt x="2237" y="229"/>
                </a:lnTo>
                <a:lnTo>
                  <a:pt x="2238" y="230"/>
                </a:lnTo>
                <a:lnTo>
                  <a:pt x="2239" y="230"/>
                </a:lnTo>
                <a:lnTo>
                  <a:pt x="2240" y="230"/>
                </a:lnTo>
                <a:lnTo>
                  <a:pt x="2240" y="229"/>
                </a:lnTo>
                <a:lnTo>
                  <a:pt x="2241" y="228"/>
                </a:lnTo>
                <a:lnTo>
                  <a:pt x="2242" y="228"/>
                </a:lnTo>
                <a:lnTo>
                  <a:pt x="2243" y="228"/>
                </a:lnTo>
                <a:lnTo>
                  <a:pt x="2244" y="228"/>
                </a:lnTo>
                <a:lnTo>
                  <a:pt x="2245" y="228"/>
                </a:lnTo>
                <a:lnTo>
                  <a:pt x="2245" y="227"/>
                </a:lnTo>
                <a:lnTo>
                  <a:pt x="2246" y="227"/>
                </a:lnTo>
                <a:lnTo>
                  <a:pt x="2245" y="227"/>
                </a:lnTo>
                <a:lnTo>
                  <a:pt x="2245" y="226"/>
                </a:lnTo>
                <a:lnTo>
                  <a:pt x="2245" y="225"/>
                </a:lnTo>
                <a:lnTo>
                  <a:pt x="2246" y="225"/>
                </a:lnTo>
                <a:lnTo>
                  <a:pt x="2248" y="225"/>
                </a:lnTo>
                <a:lnTo>
                  <a:pt x="2249" y="225"/>
                </a:lnTo>
                <a:lnTo>
                  <a:pt x="2250" y="225"/>
                </a:lnTo>
                <a:lnTo>
                  <a:pt x="2251" y="225"/>
                </a:lnTo>
                <a:lnTo>
                  <a:pt x="2252" y="225"/>
                </a:lnTo>
                <a:lnTo>
                  <a:pt x="2252" y="224"/>
                </a:lnTo>
                <a:lnTo>
                  <a:pt x="2253" y="224"/>
                </a:lnTo>
                <a:lnTo>
                  <a:pt x="2254" y="224"/>
                </a:lnTo>
                <a:lnTo>
                  <a:pt x="2255" y="223"/>
                </a:lnTo>
                <a:lnTo>
                  <a:pt x="2255" y="222"/>
                </a:lnTo>
                <a:lnTo>
                  <a:pt x="2255" y="221"/>
                </a:lnTo>
                <a:lnTo>
                  <a:pt x="2256" y="221"/>
                </a:lnTo>
                <a:lnTo>
                  <a:pt x="2257" y="221"/>
                </a:lnTo>
                <a:lnTo>
                  <a:pt x="2258" y="220"/>
                </a:lnTo>
                <a:lnTo>
                  <a:pt x="2259" y="219"/>
                </a:lnTo>
                <a:lnTo>
                  <a:pt x="2260" y="219"/>
                </a:lnTo>
                <a:lnTo>
                  <a:pt x="2261" y="219"/>
                </a:lnTo>
                <a:lnTo>
                  <a:pt x="2261" y="218"/>
                </a:lnTo>
                <a:lnTo>
                  <a:pt x="2261" y="217"/>
                </a:lnTo>
                <a:lnTo>
                  <a:pt x="2260" y="217"/>
                </a:lnTo>
                <a:lnTo>
                  <a:pt x="2260" y="216"/>
                </a:lnTo>
                <a:lnTo>
                  <a:pt x="2260" y="215"/>
                </a:lnTo>
                <a:lnTo>
                  <a:pt x="2261" y="215"/>
                </a:lnTo>
                <a:lnTo>
                  <a:pt x="2262" y="214"/>
                </a:lnTo>
                <a:lnTo>
                  <a:pt x="2262" y="213"/>
                </a:lnTo>
                <a:lnTo>
                  <a:pt x="2261" y="213"/>
                </a:lnTo>
                <a:lnTo>
                  <a:pt x="2261" y="212"/>
                </a:lnTo>
                <a:lnTo>
                  <a:pt x="2262" y="212"/>
                </a:lnTo>
                <a:lnTo>
                  <a:pt x="2263" y="209"/>
                </a:lnTo>
                <a:lnTo>
                  <a:pt x="2264" y="208"/>
                </a:lnTo>
                <a:lnTo>
                  <a:pt x="2265" y="209"/>
                </a:lnTo>
                <a:lnTo>
                  <a:pt x="2267" y="210"/>
                </a:lnTo>
                <a:lnTo>
                  <a:pt x="2269" y="211"/>
                </a:lnTo>
                <a:lnTo>
                  <a:pt x="2271" y="211"/>
                </a:lnTo>
                <a:lnTo>
                  <a:pt x="2272" y="211"/>
                </a:lnTo>
                <a:lnTo>
                  <a:pt x="2272" y="210"/>
                </a:lnTo>
                <a:lnTo>
                  <a:pt x="2273" y="210"/>
                </a:lnTo>
                <a:lnTo>
                  <a:pt x="2274" y="210"/>
                </a:lnTo>
                <a:lnTo>
                  <a:pt x="2275" y="210"/>
                </a:lnTo>
                <a:lnTo>
                  <a:pt x="2275" y="211"/>
                </a:lnTo>
                <a:lnTo>
                  <a:pt x="2276" y="211"/>
                </a:lnTo>
                <a:lnTo>
                  <a:pt x="2276" y="212"/>
                </a:lnTo>
                <a:lnTo>
                  <a:pt x="2277" y="213"/>
                </a:lnTo>
                <a:lnTo>
                  <a:pt x="2277" y="214"/>
                </a:lnTo>
                <a:lnTo>
                  <a:pt x="2280" y="216"/>
                </a:lnTo>
                <a:lnTo>
                  <a:pt x="2282" y="217"/>
                </a:lnTo>
                <a:lnTo>
                  <a:pt x="2283" y="217"/>
                </a:lnTo>
                <a:lnTo>
                  <a:pt x="2283" y="216"/>
                </a:lnTo>
                <a:lnTo>
                  <a:pt x="2284" y="215"/>
                </a:lnTo>
                <a:lnTo>
                  <a:pt x="2287" y="214"/>
                </a:lnTo>
                <a:lnTo>
                  <a:pt x="2287" y="213"/>
                </a:lnTo>
                <a:lnTo>
                  <a:pt x="2288" y="213"/>
                </a:lnTo>
                <a:lnTo>
                  <a:pt x="2289" y="213"/>
                </a:lnTo>
                <a:lnTo>
                  <a:pt x="2290" y="213"/>
                </a:lnTo>
                <a:lnTo>
                  <a:pt x="2291" y="213"/>
                </a:lnTo>
                <a:lnTo>
                  <a:pt x="2292" y="213"/>
                </a:lnTo>
                <a:lnTo>
                  <a:pt x="2292" y="212"/>
                </a:lnTo>
                <a:lnTo>
                  <a:pt x="2293" y="212"/>
                </a:lnTo>
                <a:lnTo>
                  <a:pt x="2293" y="213"/>
                </a:lnTo>
                <a:lnTo>
                  <a:pt x="2294" y="213"/>
                </a:lnTo>
                <a:lnTo>
                  <a:pt x="2294" y="212"/>
                </a:lnTo>
                <a:lnTo>
                  <a:pt x="2295" y="212"/>
                </a:lnTo>
                <a:lnTo>
                  <a:pt x="2295" y="211"/>
                </a:lnTo>
                <a:lnTo>
                  <a:pt x="2295" y="210"/>
                </a:lnTo>
                <a:lnTo>
                  <a:pt x="2295" y="209"/>
                </a:lnTo>
                <a:lnTo>
                  <a:pt x="2297" y="208"/>
                </a:lnTo>
                <a:lnTo>
                  <a:pt x="2299" y="209"/>
                </a:lnTo>
                <a:lnTo>
                  <a:pt x="2300" y="209"/>
                </a:lnTo>
                <a:lnTo>
                  <a:pt x="2300" y="208"/>
                </a:lnTo>
                <a:lnTo>
                  <a:pt x="2301" y="208"/>
                </a:lnTo>
                <a:lnTo>
                  <a:pt x="2302" y="208"/>
                </a:lnTo>
                <a:lnTo>
                  <a:pt x="2303" y="208"/>
                </a:lnTo>
                <a:lnTo>
                  <a:pt x="2304" y="207"/>
                </a:lnTo>
                <a:lnTo>
                  <a:pt x="2305" y="206"/>
                </a:lnTo>
                <a:lnTo>
                  <a:pt x="2307" y="207"/>
                </a:lnTo>
                <a:lnTo>
                  <a:pt x="2308" y="208"/>
                </a:lnTo>
                <a:lnTo>
                  <a:pt x="2310" y="209"/>
                </a:lnTo>
                <a:lnTo>
                  <a:pt x="2312" y="211"/>
                </a:lnTo>
                <a:lnTo>
                  <a:pt x="2313" y="211"/>
                </a:lnTo>
                <a:lnTo>
                  <a:pt x="2313" y="212"/>
                </a:lnTo>
                <a:lnTo>
                  <a:pt x="2314" y="212"/>
                </a:lnTo>
                <a:lnTo>
                  <a:pt x="2315" y="212"/>
                </a:lnTo>
                <a:lnTo>
                  <a:pt x="2316" y="211"/>
                </a:lnTo>
                <a:lnTo>
                  <a:pt x="2317" y="212"/>
                </a:lnTo>
                <a:lnTo>
                  <a:pt x="2317" y="213"/>
                </a:lnTo>
                <a:lnTo>
                  <a:pt x="2318" y="214"/>
                </a:lnTo>
                <a:lnTo>
                  <a:pt x="2318" y="213"/>
                </a:lnTo>
                <a:lnTo>
                  <a:pt x="2320" y="212"/>
                </a:lnTo>
                <a:lnTo>
                  <a:pt x="2321" y="212"/>
                </a:lnTo>
                <a:lnTo>
                  <a:pt x="2321" y="213"/>
                </a:lnTo>
                <a:lnTo>
                  <a:pt x="2322" y="213"/>
                </a:lnTo>
                <a:lnTo>
                  <a:pt x="2323" y="213"/>
                </a:lnTo>
                <a:lnTo>
                  <a:pt x="2323" y="211"/>
                </a:lnTo>
                <a:lnTo>
                  <a:pt x="2323" y="210"/>
                </a:lnTo>
                <a:lnTo>
                  <a:pt x="2323" y="209"/>
                </a:lnTo>
                <a:lnTo>
                  <a:pt x="2324" y="209"/>
                </a:lnTo>
                <a:lnTo>
                  <a:pt x="2324" y="208"/>
                </a:lnTo>
                <a:lnTo>
                  <a:pt x="2323" y="206"/>
                </a:lnTo>
                <a:lnTo>
                  <a:pt x="2323" y="204"/>
                </a:lnTo>
                <a:lnTo>
                  <a:pt x="2322" y="204"/>
                </a:lnTo>
                <a:lnTo>
                  <a:pt x="2323" y="202"/>
                </a:lnTo>
                <a:lnTo>
                  <a:pt x="2324" y="201"/>
                </a:lnTo>
                <a:lnTo>
                  <a:pt x="2325" y="201"/>
                </a:lnTo>
                <a:lnTo>
                  <a:pt x="2326" y="201"/>
                </a:lnTo>
                <a:lnTo>
                  <a:pt x="2326" y="199"/>
                </a:lnTo>
                <a:lnTo>
                  <a:pt x="2326" y="198"/>
                </a:lnTo>
                <a:lnTo>
                  <a:pt x="2327" y="198"/>
                </a:lnTo>
                <a:lnTo>
                  <a:pt x="2328" y="198"/>
                </a:lnTo>
                <a:lnTo>
                  <a:pt x="2329" y="198"/>
                </a:lnTo>
                <a:lnTo>
                  <a:pt x="2331" y="198"/>
                </a:lnTo>
                <a:lnTo>
                  <a:pt x="2332" y="198"/>
                </a:lnTo>
                <a:lnTo>
                  <a:pt x="2332" y="197"/>
                </a:lnTo>
                <a:lnTo>
                  <a:pt x="2332" y="198"/>
                </a:lnTo>
                <a:lnTo>
                  <a:pt x="2333" y="198"/>
                </a:lnTo>
                <a:lnTo>
                  <a:pt x="2334" y="198"/>
                </a:lnTo>
                <a:lnTo>
                  <a:pt x="2335" y="199"/>
                </a:lnTo>
                <a:lnTo>
                  <a:pt x="2336" y="200"/>
                </a:lnTo>
                <a:lnTo>
                  <a:pt x="2337" y="201"/>
                </a:lnTo>
                <a:lnTo>
                  <a:pt x="2338" y="202"/>
                </a:lnTo>
                <a:lnTo>
                  <a:pt x="2339" y="202"/>
                </a:lnTo>
                <a:lnTo>
                  <a:pt x="2339" y="203"/>
                </a:lnTo>
                <a:lnTo>
                  <a:pt x="2340" y="202"/>
                </a:lnTo>
                <a:lnTo>
                  <a:pt x="2341" y="201"/>
                </a:lnTo>
                <a:lnTo>
                  <a:pt x="2342" y="201"/>
                </a:lnTo>
                <a:lnTo>
                  <a:pt x="2343" y="201"/>
                </a:lnTo>
                <a:lnTo>
                  <a:pt x="2346" y="199"/>
                </a:lnTo>
                <a:lnTo>
                  <a:pt x="2348" y="197"/>
                </a:lnTo>
                <a:lnTo>
                  <a:pt x="2349" y="196"/>
                </a:lnTo>
                <a:lnTo>
                  <a:pt x="2349" y="195"/>
                </a:lnTo>
                <a:lnTo>
                  <a:pt x="2348" y="195"/>
                </a:lnTo>
                <a:lnTo>
                  <a:pt x="2348" y="194"/>
                </a:lnTo>
                <a:lnTo>
                  <a:pt x="2350" y="192"/>
                </a:lnTo>
                <a:lnTo>
                  <a:pt x="2350" y="191"/>
                </a:lnTo>
                <a:lnTo>
                  <a:pt x="2351" y="192"/>
                </a:lnTo>
                <a:lnTo>
                  <a:pt x="2352" y="192"/>
                </a:lnTo>
                <a:lnTo>
                  <a:pt x="2353" y="192"/>
                </a:lnTo>
                <a:lnTo>
                  <a:pt x="2354" y="192"/>
                </a:lnTo>
                <a:lnTo>
                  <a:pt x="2356" y="192"/>
                </a:lnTo>
                <a:lnTo>
                  <a:pt x="2357" y="192"/>
                </a:lnTo>
                <a:lnTo>
                  <a:pt x="2358" y="192"/>
                </a:lnTo>
                <a:lnTo>
                  <a:pt x="2358" y="191"/>
                </a:lnTo>
                <a:lnTo>
                  <a:pt x="2358" y="190"/>
                </a:lnTo>
                <a:lnTo>
                  <a:pt x="2358" y="189"/>
                </a:lnTo>
                <a:lnTo>
                  <a:pt x="2358" y="187"/>
                </a:lnTo>
                <a:lnTo>
                  <a:pt x="2359" y="186"/>
                </a:lnTo>
                <a:lnTo>
                  <a:pt x="2359" y="185"/>
                </a:lnTo>
                <a:lnTo>
                  <a:pt x="2360" y="185"/>
                </a:lnTo>
                <a:lnTo>
                  <a:pt x="2361" y="184"/>
                </a:lnTo>
                <a:lnTo>
                  <a:pt x="2362" y="183"/>
                </a:lnTo>
                <a:lnTo>
                  <a:pt x="2361" y="182"/>
                </a:lnTo>
                <a:lnTo>
                  <a:pt x="2360" y="180"/>
                </a:lnTo>
                <a:lnTo>
                  <a:pt x="2359" y="179"/>
                </a:lnTo>
                <a:lnTo>
                  <a:pt x="2359" y="177"/>
                </a:lnTo>
                <a:lnTo>
                  <a:pt x="2359" y="176"/>
                </a:lnTo>
                <a:lnTo>
                  <a:pt x="2360" y="176"/>
                </a:lnTo>
                <a:lnTo>
                  <a:pt x="2360" y="175"/>
                </a:lnTo>
                <a:lnTo>
                  <a:pt x="2361" y="175"/>
                </a:lnTo>
                <a:lnTo>
                  <a:pt x="2362" y="175"/>
                </a:lnTo>
                <a:lnTo>
                  <a:pt x="2363" y="175"/>
                </a:lnTo>
                <a:lnTo>
                  <a:pt x="2363" y="174"/>
                </a:lnTo>
                <a:lnTo>
                  <a:pt x="2364" y="174"/>
                </a:lnTo>
                <a:lnTo>
                  <a:pt x="2364" y="173"/>
                </a:lnTo>
                <a:lnTo>
                  <a:pt x="2364" y="172"/>
                </a:lnTo>
                <a:lnTo>
                  <a:pt x="2365" y="172"/>
                </a:lnTo>
                <a:lnTo>
                  <a:pt x="2366" y="171"/>
                </a:lnTo>
                <a:lnTo>
                  <a:pt x="2367" y="171"/>
                </a:lnTo>
                <a:lnTo>
                  <a:pt x="2368" y="171"/>
                </a:lnTo>
                <a:lnTo>
                  <a:pt x="2369" y="170"/>
                </a:lnTo>
                <a:lnTo>
                  <a:pt x="2369" y="169"/>
                </a:lnTo>
                <a:lnTo>
                  <a:pt x="2369" y="168"/>
                </a:lnTo>
                <a:lnTo>
                  <a:pt x="2369" y="167"/>
                </a:lnTo>
                <a:lnTo>
                  <a:pt x="2370" y="167"/>
                </a:lnTo>
                <a:lnTo>
                  <a:pt x="2369" y="166"/>
                </a:lnTo>
                <a:lnTo>
                  <a:pt x="2368" y="164"/>
                </a:lnTo>
                <a:lnTo>
                  <a:pt x="2367" y="162"/>
                </a:lnTo>
                <a:lnTo>
                  <a:pt x="2367" y="159"/>
                </a:lnTo>
                <a:lnTo>
                  <a:pt x="2368" y="156"/>
                </a:lnTo>
                <a:lnTo>
                  <a:pt x="2369" y="155"/>
                </a:lnTo>
                <a:lnTo>
                  <a:pt x="2369" y="154"/>
                </a:lnTo>
                <a:lnTo>
                  <a:pt x="2370" y="153"/>
                </a:lnTo>
                <a:lnTo>
                  <a:pt x="2371" y="153"/>
                </a:lnTo>
                <a:lnTo>
                  <a:pt x="2371" y="154"/>
                </a:lnTo>
                <a:lnTo>
                  <a:pt x="2372" y="155"/>
                </a:lnTo>
                <a:lnTo>
                  <a:pt x="2372" y="156"/>
                </a:lnTo>
                <a:lnTo>
                  <a:pt x="2372" y="157"/>
                </a:lnTo>
                <a:lnTo>
                  <a:pt x="2373" y="157"/>
                </a:lnTo>
                <a:lnTo>
                  <a:pt x="2373" y="156"/>
                </a:lnTo>
                <a:lnTo>
                  <a:pt x="2374" y="156"/>
                </a:lnTo>
                <a:lnTo>
                  <a:pt x="2375" y="155"/>
                </a:lnTo>
                <a:lnTo>
                  <a:pt x="2376" y="155"/>
                </a:lnTo>
                <a:lnTo>
                  <a:pt x="2377" y="155"/>
                </a:lnTo>
                <a:lnTo>
                  <a:pt x="2378" y="156"/>
                </a:lnTo>
                <a:lnTo>
                  <a:pt x="2379" y="156"/>
                </a:lnTo>
                <a:lnTo>
                  <a:pt x="2379" y="155"/>
                </a:lnTo>
                <a:lnTo>
                  <a:pt x="2380" y="155"/>
                </a:lnTo>
                <a:lnTo>
                  <a:pt x="2380" y="154"/>
                </a:lnTo>
                <a:lnTo>
                  <a:pt x="2381" y="155"/>
                </a:lnTo>
                <a:lnTo>
                  <a:pt x="2382" y="155"/>
                </a:lnTo>
                <a:lnTo>
                  <a:pt x="2383" y="155"/>
                </a:lnTo>
                <a:lnTo>
                  <a:pt x="2383" y="154"/>
                </a:lnTo>
                <a:lnTo>
                  <a:pt x="2384" y="154"/>
                </a:lnTo>
                <a:lnTo>
                  <a:pt x="2385" y="154"/>
                </a:lnTo>
                <a:lnTo>
                  <a:pt x="2386" y="155"/>
                </a:lnTo>
                <a:lnTo>
                  <a:pt x="2386" y="156"/>
                </a:lnTo>
                <a:lnTo>
                  <a:pt x="2387" y="156"/>
                </a:lnTo>
                <a:lnTo>
                  <a:pt x="2388" y="157"/>
                </a:lnTo>
                <a:lnTo>
                  <a:pt x="2388" y="156"/>
                </a:lnTo>
                <a:lnTo>
                  <a:pt x="2388" y="155"/>
                </a:lnTo>
                <a:lnTo>
                  <a:pt x="2389" y="155"/>
                </a:lnTo>
                <a:lnTo>
                  <a:pt x="2390" y="154"/>
                </a:lnTo>
                <a:lnTo>
                  <a:pt x="2391" y="154"/>
                </a:lnTo>
                <a:lnTo>
                  <a:pt x="2391" y="155"/>
                </a:lnTo>
                <a:lnTo>
                  <a:pt x="2392" y="155"/>
                </a:lnTo>
                <a:lnTo>
                  <a:pt x="2392" y="156"/>
                </a:lnTo>
                <a:lnTo>
                  <a:pt x="2393" y="156"/>
                </a:lnTo>
                <a:lnTo>
                  <a:pt x="2393" y="157"/>
                </a:lnTo>
                <a:lnTo>
                  <a:pt x="2393" y="158"/>
                </a:lnTo>
                <a:lnTo>
                  <a:pt x="2394" y="159"/>
                </a:lnTo>
                <a:lnTo>
                  <a:pt x="2396" y="159"/>
                </a:lnTo>
                <a:lnTo>
                  <a:pt x="2397" y="160"/>
                </a:lnTo>
                <a:lnTo>
                  <a:pt x="2398" y="161"/>
                </a:lnTo>
                <a:lnTo>
                  <a:pt x="2399" y="162"/>
                </a:lnTo>
                <a:lnTo>
                  <a:pt x="2400" y="162"/>
                </a:lnTo>
                <a:lnTo>
                  <a:pt x="2401" y="163"/>
                </a:lnTo>
                <a:lnTo>
                  <a:pt x="2401" y="164"/>
                </a:lnTo>
                <a:lnTo>
                  <a:pt x="2402" y="164"/>
                </a:lnTo>
                <a:lnTo>
                  <a:pt x="2403" y="164"/>
                </a:lnTo>
                <a:lnTo>
                  <a:pt x="2403" y="165"/>
                </a:lnTo>
                <a:lnTo>
                  <a:pt x="2404" y="166"/>
                </a:lnTo>
                <a:lnTo>
                  <a:pt x="2405" y="166"/>
                </a:lnTo>
                <a:lnTo>
                  <a:pt x="2406" y="167"/>
                </a:lnTo>
                <a:lnTo>
                  <a:pt x="2407" y="167"/>
                </a:lnTo>
                <a:lnTo>
                  <a:pt x="2408" y="168"/>
                </a:lnTo>
                <a:lnTo>
                  <a:pt x="2408" y="169"/>
                </a:lnTo>
                <a:lnTo>
                  <a:pt x="2409" y="169"/>
                </a:lnTo>
                <a:lnTo>
                  <a:pt x="2410" y="170"/>
                </a:lnTo>
                <a:lnTo>
                  <a:pt x="2409" y="170"/>
                </a:lnTo>
                <a:lnTo>
                  <a:pt x="2410" y="170"/>
                </a:lnTo>
                <a:lnTo>
                  <a:pt x="2410" y="171"/>
                </a:lnTo>
                <a:lnTo>
                  <a:pt x="2411" y="171"/>
                </a:lnTo>
                <a:lnTo>
                  <a:pt x="2412" y="171"/>
                </a:lnTo>
                <a:lnTo>
                  <a:pt x="2413" y="172"/>
                </a:lnTo>
                <a:lnTo>
                  <a:pt x="2413" y="171"/>
                </a:lnTo>
                <a:lnTo>
                  <a:pt x="2413" y="172"/>
                </a:lnTo>
                <a:lnTo>
                  <a:pt x="2413" y="173"/>
                </a:lnTo>
                <a:lnTo>
                  <a:pt x="2412" y="173"/>
                </a:lnTo>
                <a:lnTo>
                  <a:pt x="2413" y="174"/>
                </a:lnTo>
                <a:lnTo>
                  <a:pt x="2414" y="174"/>
                </a:lnTo>
                <a:lnTo>
                  <a:pt x="2414" y="175"/>
                </a:lnTo>
                <a:lnTo>
                  <a:pt x="2415" y="175"/>
                </a:lnTo>
                <a:lnTo>
                  <a:pt x="2415" y="176"/>
                </a:lnTo>
                <a:lnTo>
                  <a:pt x="2416" y="176"/>
                </a:lnTo>
                <a:lnTo>
                  <a:pt x="2416" y="177"/>
                </a:lnTo>
                <a:lnTo>
                  <a:pt x="2417" y="177"/>
                </a:lnTo>
                <a:lnTo>
                  <a:pt x="2418" y="177"/>
                </a:lnTo>
                <a:lnTo>
                  <a:pt x="2418" y="178"/>
                </a:lnTo>
                <a:lnTo>
                  <a:pt x="2418" y="179"/>
                </a:lnTo>
                <a:lnTo>
                  <a:pt x="2419" y="180"/>
                </a:lnTo>
                <a:lnTo>
                  <a:pt x="2420" y="180"/>
                </a:lnTo>
                <a:lnTo>
                  <a:pt x="2420" y="181"/>
                </a:lnTo>
                <a:lnTo>
                  <a:pt x="2421" y="182"/>
                </a:lnTo>
                <a:lnTo>
                  <a:pt x="2422" y="182"/>
                </a:lnTo>
                <a:lnTo>
                  <a:pt x="2423" y="183"/>
                </a:lnTo>
                <a:lnTo>
                  <a:pt x="2424" y="184"/>
                </a:lnTo>
                <a:lnTo>
                  <a:pt x="2424" y="183"/>
                </a:lnTo>
                <a:lnTo>
                  <a:pt x="2425" y="183"/>
                </a:lnTo>
                <a:lnTo>
                  <a:pt x="2425" y="184"/>
                </a:lnTo>
                <a:lnTo>
                  <a:pt x="2426" y="184"/>
                </a:lnTo>
                <a:lnTo>
                  <a:pt x="2426" y="185"/>
                </a:lnTo>
                <a:lnTo>
                  <a:pt x="2426" y="186"/>
                </a:lnTo>
                <a:lnTo>
                  <a:pt x="2427" y="186"/>
                </a:lnTo>
                <a:lnTo>
                  <a:pt x="2427" y="187"/>
                </a:lnTo>
                <a:lnTo>
                  <a:pt x="2427" y="188"/>
                </a:lnTo>
                <a:lnTo>
                  <a:pt x="2428" y="188"/>
                </a:lnTo>
                <a:lnTo>
                  <a:pt x="2429" y="189"/>
                </a:lnTo>
                <a:lnTo>
                  <a:pt x="2431" y="191"/>
                </a:lnTo>
                <a:lnTo>
                  <a:pt x="2433" y="192"/>
                </a:lnTo>
                <a:lnTo>
                  <a:pt x="2433" y="193"/>
                </a:lnTo>
                <a:lnTo>
                  <a:pt x="2433" y="194"/>
                </a:lnTo>
                <a:lnTo>
                  <a:pt x="2433" y="195"/>
                </a:lnTo>
                <a:lnTo>
                  <a:pt x="2432" y="195"/>
                </a:lnTo>
                <a:lnTo>
                  <a:pt x="2433" y="196"/>
                </a:lnTo>
                <a:lnTo>
                  <a:pt x="2434" y="196"/>
                </a:lnTo>
                <a:lnTo>
                  <a:pt x="2436" y="195"/>
                </a:lnTo>
                <a:lnTo>
                  <a:pt x="2436" y="196"/>
                </a:lnTo>
                <a:lnTo>
                  <a:pt x="2437" y="195"/>
                </a:lnTo>
                <a:lnTo>
                  <a:pt x="2438" y="195"/>
                </a:lnTo>
                <a:lnTo>
                  <a:pt x="2440" y="195"/>
                </a:lnTo>
                <a:lnTo>
                  <a:pt x="2440" y="196"/>
                </a:lnTo>
                <a:lnTo>
                  <a:pt x="2441" y="197"/>
                </a:lnTo>
                <a:lnTo>
                  <a:pt x="2442" y="198"/>
                </a:lnTo>
                <a:lnTo>
                  <a:pt x="2442" y="199"/>
                </a:lnTo>
                <a:lnTo>
                  <a:pt x="2443" y="199"/>
                </a:lnTo>
                <a:lnTo>
                  <a:pt x="2443" y="200"/>
                </a:lnTo>
                <a:lnTo>
                  <a:pt x="2443" y="201"/>
                </a:lnTo>
                <a:lnTo>
                  <a:pt x="2444" y="202"/>
                </a:lnTo>
                <a:lnTo>
                  <a:pt x="2445" y="202"/>
                </a:lnTo>
                <a:lnTo>
                  <a:pt x="2444" y="203"/>
                </a:lnTo>
                <a:lnTo>
                  <a:pt x="2444" y="204"/>
                </a:lnTo>
                <a:lnTo>
                  <a:pt x="2445" y="205"/>
                </a:lnTo>
                <a:lnTo>
                  <a:pt x="2446" y="205"/>
                </a:lnTo>
                <a:lnTo>
                  <a:pt x="2447" y="205"/>
                </a:lnTo>
                <a:lnTo>
                  <a:pt x="2448" y="204"/>
                </a:lnTo>
                <a:lnTo>
                  <a:pt x="2449" y="205"/>
                </a:lnTo>
                <a:lnTo>
                  <a:pt x="2448" y="205"/>
                </a:lnTo>
                <a:lnTo>
                  <a:pt x="2449" y="205"/>
                </a:lnTo>
                <a:lnTo>
                  <a:pt x="2450" y="205"/>
                </a:lnTo>
                <a:lnTo>
                  <a:pt x="2449" y="206"/>
                </a:lnTo>
                <a:lnTo>
                  <a:pt x="2450" y="206"/>
                </a:lnTo>
                <a:lnTo>
                  <a:pt x="2450" y="207"/>
                </a:lnTo>
                <a:lnTo>
                  <a:pt x="2451" y="207"/>
                </a:lnTo>
                <a:lnTo>
                  <a:pt x="2452" y="207"/>
                </a:lnTo>
                <a:lnTo>
                  <a:pt x="2452" y="206"/>
                </a:lnTo>
                <a:lnTo>
                  <a:pt x="2453" y="206"/>
                </a:lnTo>
                <a:lnTo>
                  <a:pt x="2453" y="205"/>
                </a:lnTo>
                <a:lnTo>
                  <a:pt x="2454" y="205"/>
                </a:lnTo>
                <a:lnTo>
                  <a:pt x="2454" y="206"/>
                </a:lnTo>
                <a:lnTo>
                  <a:pt x="2455" y="206"/>
                </a:lnTo>
                <a:lnTo>
                  <a:pt x="2455" y="205"/>
                </a:lnTo>
                <a:lnTo>
                  <a:pt x="2455" y="206"/>
                </a:lnTo>
                <a:lnTo>
                  <a:pt x="2455" y="207"/>
                </a:lnTo>
                <a:lnTo>
                  <a:pt x="2455" y="208"/>
                </a:lnTo>
                <a:lnTo>
                  <a:pt x="2454" y="209"/>
                </a:lnTo>
                <a:lnTo>
                  <a:pt x="2455" y="209"/>
                </a:lnTo>
                <a:lnTo>
                  <a:pt x="2456" y="209"/>
                </a:lnTo>
                <a:lnTo>
                  <a:pt x="2455" y="210"/>
                </a:lnTo>
                <a:lnTo>
                  <a:pt x="2455" y="209"/>
                </a:lnTo>
                <a:lnTo>
                  <a:pt x="2454" y="210"/>
                </a:lnTo>
                <a:lnTo>
                  <a:pt x="2455" y="210"/>
                </a:lnTo>
                <a:lnTo>
                  <a:pt x="2456" y="210"/>
                </a:lnTo>
                <a:lnTo>
                  <a:pt x="2456" y="211"/>
                </a:lnTo>
                <a:lnTo>
                  <a:pt x="2457" y="211"/>
                </a:lnTo>
                <a:lnTo>
                  <a:pt x="2458" y="211"/>
                </a:lnTo>
                <a:lnTo>
                  <a:pt x="2459" y="211"/>
                </a:lnTo>
                <a:lnTo>
                  <a:pt x="2458" y="212"/>
                </a:lnTo>
                <a:lnTo>
                  <a:pt x="2458" y="213"/>
                </a:lnTo>
                <a:lnTo>
                  <a:pt x="2459" y="212"/>
                </a:lnTo>
                <a:lnTo>
                  <a:pt x="2459" y="213"/>
                </a:lnTo>
                <a:lnTo>
                  <a:pt x="2460" y="213"/>
                </a:lnTo>
                <a:lnTo>
                  <a:pt x="2461" y="214"/>
                </a:lnTo>
                <a:lnTo>
                  <a:pt x="2461" y="213"/>
                </a:lnTo>
                <a:lnTo>
                  <a:pt x="2462" y="213"/>
                </a:lnTo>
                <a:lnTo>
                  <a:pt x="2462" y="214"/>
                </a:lnTo>
                <a:lnTo>
                  <a:pt x="2463" y="214"/>
                </a:lnTo>
                <a:lnTo>
                  <a:pt x="2462" y="215"/>
                </a:lnTo>
                <a:lnTo>
                  <a:pt x="2461" y="214"/>
                </a:lnTo>
                <a:lnTo>
                  <a:pt x="2461" y="215"/>
                </a:lnTo>
                <a:lnTo>
                  <a:pt x="2462" y="215"/>
                </a:lnTo>
                <a:lnTo>
                  <a:pt x="2462" y="217"/>
                </a:lnTo>
                <a:lnTo>
                  <a:pt x="2461" y="217"/>
                </a:lnTo>
                <a:lnTo>
                  <a:pt x="2461" y="218"/>
                </a:lnTo>
                <a:lnTo>
                  <a:pt x="2461" y="219"/>
                </a:lnTo>
                <a:lnTo>
                  <a:pt x="2462" y="219"/>
                </a:lnTo>
                <a:lnTo>
                  <a:pt x="2463" y="220"/>
                </a:lnTo>
                <a:lnTo>
                  <a:pt x="2463" y="221"/>
                </a:lnTo>
                <a:lnTo>
                  <a:pt x="2462" y="221"/>
                </a:lnTo>
                <a:lnTo>
                  <a:pt x="2463" y="221"/>
                </a:lnTo>
                <a:lnTo>
                  <a:pt x="2463" y="222"/>
                </a:lnTo>
                <a:lnTo>
                  <a:pt x="2464" y="222"/>
                </a:lnTo>
                <a:lnTo>
                  <a:pt x="2464" y="221"/>
                </a:lnTo>
                <a:lnTo>
                  <a:pt x="2465" y="221"/>
                </a:lnTo>
                <a:lnTo>
                  <a:pt x="2465" y="223"/>
                </a:lnTo>
                <a:lnTo>
                  <a:pt x="2465" y="224"/>
                </a:lnTo>
                <a:lnTo>
                  <a:pt x="2464" y="226"/>
                </a:lnTo>
                <a:lnTo>
                  <a:pt x="2464" y="227"/>
                </a:lnTo>
                <a:lnTo>
                  <a:pt x="2464" y="228"/>
                </a:lnTo>
                <a:lnTo>
                  <a:pt x="2464" y="229"/>
                </a:lnTo>
                <a:lnTo>
                  <a:pt x="2463" y="228"/>
                </a:lnTo>
                <a:lnTo>
                  <a:pt x="2464" y="228"/>
                </a:lnTo>
                <a:lnTo>
                  <a:pt x="2463" y="227"/>
                </a:lnTo>
                <a:lnTo>
                  <a:pt x="2462" y="228"/>
                </a:lnTo>
                <a:lnTo>
                  <a:pt x="2462" y="229"/>
                </a:lnTo>
                <a:lnTo>
                  <a:pt x="2463" y="230"/>
                </a:lnTo>
                <a:lnTo>
                  <a:pt x="2463" y="231"/>
                </a:lnTo>
                <a:lnTo>
                  <a:pt x="2464" y="231"/>
                </a:lnTo>
                <a:lnTo>
                  <a:pt x="2463" y="232"/>
                </a:lnTo>
                <a:lnTo>
                  <a:pt x="2462" y="231"/>
                </a:lnTo>
                <a:lnTo>
                  <a:pt x="2462" y="232"/>
                </a:lnTo>
                <a:lnTo>
                  <a:pt x="2461" y="232"/>
                </a:lnTo>
                <a:lnTo>
                  <a:pt x="2461" y="231"/>
                </a:lnTo>
                <a:lnTo>
                  <a:pt x="2461" y="232"/>
                </a:lnTo>
                <a:lnTo>
                  <a:pt x="2462" y="232"/>
                </a:lnTo>
                <a:lnTo>
                  <a:pt x="2462" y="233"/>
                </a:lnTo>
                <a:lnTo>
                  <a:pt x="2461" y="233"/>
                </a:lnTo>
                <a:lnTo>
                  <a:pt x="2461" y="234"/>
                </a:lnTo>
                <a:lnTo>
                  <a:pt x="2462" y="234"/>
                </a:lnTo>
                <a:lnTo>
                  <a:pt x="2462" y="236"/>
                </a:lnTo>
                <a:lnTo>
                  <a:pt x="2461" y="236"/>
                </a:lnTo>
                <a:lnTo>
                  <a:pt x="2460" y="236"/>
                </a:lnTo>
                <a:lnTo>
                  <a:pt x="2460" y="235"/>
                </a:lnTo>
                <a:lnTo>
                  <a:pt x="2459" y="235"/>
                </a:lnTo>
                <a:lnTo>
                  <a:pt x="2459" y="233"/>
                </a:lnTo>
                <a:lnTo>
                  <a:pt x="2458" y="233"/>
                </a:lnTo>
                <a:lnTo>
                  <a:pt x="2458" y="234"/>
                </a:lnTo>
                <a:lnTo>
                  <a:pt x="2458" y="236"/>
                </a:lnTo>
                <a:lnTo>
                  <a:pt x="2457" y="237"/>
                </a:lnTo>
                <a:lnTo>
                  <a:pt x="2458" y="237"/>
                </a:lnTo>
                <a:lnTo>
                  <a:pt x="2459" y="237"/>
                </a:lnTo>
                <a:lnTo>
                  <a:pt x="2459" y="238"/>
                </a:lnTo>
                <a:lnTo>
                  <a:pt x="2458" y="238"/>
                </a:lnTo>
                <a:lnTo>
                  <a:pt x="2458" y="239"/>
                </a:lnTo>
                <a:lnTo>
                  <a:pt x="2457" y="239"/>
                </a:lnTo>
                <a:lnTo>
                  <a:pt x="2456" y="239"/>
                </a:lnTo>
                <a:lnTo>
                  <a:pt x="2455" y="239"/>
                </a:lnTo>
                <a:lnTo>
                  <a:pt x="2454" y="239"/>
                </a:lnTo>
                <a:lnTo>
                  <a:pt x="2454" y="240"/>
                </a:lnTo>
                <a:lnTo>
                  <a:pt x="2454" y="239"/>
                </a:lnTo>
                <a:lnTo>
                  <a:pt x="2455" y="239"/>
                </a:lnTo>
                <a:lnTo>
                  <a:pt x="2456" y="240"/>
                </a:lnTo>
                <a:lnTo>
                  <a:pt x="2457" y="240"/>
                </a:lnTo>
                <a:lnTo>
                  <a:pt x="2457" y="242"/>
                </a:lnTo>
                <a:lnTo>
                  <a:pt x="2456" y="243"/>
                </a:lnTo>
                <a:lnTo>
                  <a:pt x="2455" y="243"/>
                </a:lnTo>
                <a:lnTo>
                  <a:pt x="2455" y="244"/>
                </a:lnTo>
                <a:lnTo>
                  <a:pt x="2454" y="244"/>
                </a:lnTo>
                <a:lnTo>
                  <a:pt x="2454" y="245"/>
                </a:lnTo>
                <a:lnTo>
                  <a:pt x="2455" y="245"/>
                </a:lnTo>
                <a:lnTo>
                  <a:pt x="2455" y="246"/>
                </a:lnTo>
                <a:lnTo>
                  <a:pt x="2454" y="246"/>
                </a:lnTo>
                <a:lnTo>
                  <a:pt x="2454" y="247"/>
                </a:lnTo>
                <a:lnTo>
                  <a:pt x="2454" y="248"/>
                </a:lnTo>
                <a:lnTo>
                  <a:pt x="2453" y="248"/>
                </a:lnTo>
                <a:lnTo>
                  <a:pt x="2452" y="248"/>
                </a:lnTo>
                <a:lnTo>
                  <a:pt x="2451" y="248"/>
                </a:lnTo>
                <a:lnTo>
                  <a:pt x="2451" y="249"/>
                </a:lnTo>
                <a:lnTo>
                  <a:pt x="2451" y="250"/>
                </a:lnTo>
                <a:lnTo>
                  <a:pt x="2452" y="251"/>
                </a:lnTo>
                <a:lnTo>
                  <a:pt x="2452" y="252"/>
                </a:lnTo>
                <a:lnTo>
                  <a:pt x="2452" y="253"/>
                </a:lnTo>
                <a:lnTo>
                  <a:pt x="2451" y="253"/>
                </a:lnTo>
                <a:lnTo>
                  <a:pt x="2451" y="252"/>
                </a:lnTo>
                <a:lnTo>
                  <a:pt x="2450" y="252"/>
                </a:lnTo>
                <a:lnTo>
                  <a:pt x="2449" y="252"/>
                </a:lnTo>
                <a:lnTo>
                  <a:pt x="2449" y="251"/>
                </a:lnTo>
                <a:lnTo>
                  <a:pt x="2448" y="251"/>
                </a:lnTo>
                <a:lnTo>
                  <a:pt x="2447" y="252"/>
                </a:lnTo>
                <a:lnTo>
                  <a:pt x="2447" y="253"/>
                </a:lnTo>
                <a:lnTo>
                  <a:pt x="2446" y="253"/>
                </a:lnTo>
                <a:lnTo>
                  <a:pt x="2446" y="254"/>
                </a:lnTo>
                <a:lnTo>
                  <a:pt x="2446" y="255"/>
                </a:lnTo>
                <a:lnTo>
                  <a:pt x="2447" y="255"/>
                </a:lnTo>
                <a:lnTo>
                  <a:pt x="2448" y="255"/>
                </a:lnTo>
                <a:lnTo>
                  <a:pt x="2449" y="256"/>
                </a:lnTo>
                <a:lnTo>
                  <a:pt x="2448" y="257"/>
                </a:lnTo>
                <a:lnTo>
                  <a:pt x="2448" y="258"/>
                </a:lnTo>
                <a:lnTo>
                  <a:pt x="2449" y="258"/>
                </a:lnTo>
                <a:lnTo>
                  <a:pt x="2450" y="258"/>
                </a:lnTo>
                <a:lnTo>
                  <a:pt x="2450" y="259"/>
                </a:lnTo>
                <a:lnTo>
                  <a:pt x="2451" y="259"/>
                </a:lnTo>
                <a:lnTo>
                  <a:pt x="2452" y="259"/>
                </a:lnTo>
                <a:lnTo>
                  <a:pt x="2452" y="260"/>
                </a:lnTo>
                <a:lnTo>
                  <a:pt x="2452" y="261"/>
                </a:lnTo>
                <a:lnTo>
                  <a:pt x="2452" y="262"/>
                </a:lnTo>
                <a:lnTo>
                  <a:pt x="2451" y="262"/>
                </a:lnTo>
                <a:lnTo>
                  <a:pt x="2451" y="263"/>
                </a:lnTo>
                <a:lnTo>
                  <a:pt x="2450" y="263"/>
                </a:lnTo>
                <a:lnTo>
                  <a:pt x="2450" y="264"/>
                </a:lnTo>
                <a:lnTo>
                  <a:pt x="2451" y="264"/>
                </a:lnTo>
                <a:lnTo>
                  <a:pt x="2451" y="265"/>
                </a:lnTo>
                <a:lnTo>
                  <a:pt x="2452" y="265"/>
                </a:lnTo>
                <a:lnTo>
                  <a:pt x="2452" y="266"/>
                </a:lnTo>
                <a:lnTo>
                  <a:pt x="2451" y="266"/>
                </a:lnTo>
                <a:lnTo>
                  <a:pt x="2451" y="267"/>
                </a:lnTo>
                <a:lnTo>
                  <a:pt x="2451" y="268"/>
                </a:lnTo>
                <a:lnTo>
                  <a:pt x="2452" y="268"/>
                </a:lnTo>
                <a:lnTo>
                  <a:pt x="2452" y="269"/>
                </a:lnTo>
                <a:lnTo>
                  <a:pt x="2453" y="269"/>
                </a:lnTo>
                <a:lnTo>
                  <a:pt x="2454" y="270"/>
                </a:lnTo>
                <a:lnTo>
                  <a:pt x="2454" y="271"/>
                </a:lnTo>
                <a:lnTo>
                  <a:pt x="2454" y="272"/>
                </a:lnTo>
                <a:lnTo>
                  <a:pt x="2454" y="273"/>
                </a:lnTo>
                <a:lnTo>
                  <a:pt x="2455" y="273"/>
                </a:lnTo>
                <a:lnTo>
                  <a:pt x="2455" y="274"/>
                </a:lnTo>
                <a:lnTo>
                  <a:pt x="2455" y="275"/>
                </a:lnTo>
                <a:lnTo>
                  <a:pt x="2456" y="275"/>
                </a:lnTo>
                <a:lnTo>
                  <a:pt x="2456" y="276"/>
                </a:lnTo>
                <a:lnTo>
                  <a:pt x="2456" y="277"/>
                </a:lnTo>
                <a:lnTo>
                  <a:pt x="2456" y="278"/>
                </a:lnTo>
                <a:lnTo>
                  <a:pt x="2456" y="279"/>
                </a:lnTo>
                <a:lnTo>
                  <a:pt x="2455" y="279"/>
                </a:lnTo>
                <a:lnTo>
                  <a:pt x="2455" y="280"/>
                </a:lnTo>
                <a:lnTo>
                  <a:pt x="2454" y="281"/>
                </a:lnTo>
                <a:lnTo>
                  <a:pt x="2454" y="282"/>
                </a:lnTo>
                <a:lnTo>
                  <a:pt x="2452" y="282"/>
                </a:lnTo>
                <a:lnTo>
                  <a:pt x="2452" y="283"/>
                </a:lnTo>
                <a:lnTo>
                  <a:pt x="2453" y="283"/>
                </a:lnTo>
                <a:lnTo>
                  <a:pt x="2452" y="283"/>
                </a:lnTo>
                <a:lnTo>
                  <a:pt x="2452" y="284"/>
                </a:lnTo>
                <a:lnTo>
                  <a:pt x="2452" y="285"/>
                </a:lnTo>
                <a:lnTo>
                  <a:pt x="2451" y="285"/>
                </a:lnTo>
                <a:lnTo>
                  <a:pt x="2450" y="285"/>
                </a:lnTo>
                <a:lnTo>
                  <a:pt x="2451" y="285"/>
                </a:lnTo>
                <a:lnTo>
                  <a:pt x="2451" y="284"/>
                </a:lnTo>
                <a:lnTo>
                  <a:pt x="2451" y="283"/>
                </a:lnTo>
                <a:lnTo>
                  <a:pt x="2450" y="283"/>
                </a:lnTo>
                <a:lnTo>
                  <a:pt x="2450" y="284"/>
                </a:lnTo>
                <a:lnTo>
                  <a:pt x="2449" y="284"/>
                </a:lnTo>
                <a:lnTo>
                  <a:pt x="2449" y="285"/>
                </a:lnTo>
                <a:lnTo>
                  <a:pt x="2448" y="285"/>
                </a:lnTo>
                <a:lnTo>
                  <a:pt x="2448" y="286"/>
                </a:lnTo>
                <a:lnTo>
                  <a:pt x="2448" y="287"/>
                </a:lnTo>
                <a:lnTo>
                  <a:pt x="2447" y="287"/>
                </a:lnTo>
                <a:lnTo>
                  <a:pt x="2447" y="288"/>
                </a:lnTo>
                <a:lnTo>
                  <a:pt x="2446" y="288"/>
                </a:lnTo>
                <a:lnTo>
                  <a:pt x="2446" y="289"/>
                </a:lnTo>
                <a:lnTo>
                  <a:pt x="2447" y="289"/>
                </a:lnTo>
                <a:lnTo>
                  <a:pt x="2447" y="288"/>
                </a:lnTo>
                <a:lnTo>
                  <a:pt x="2448" y="288"/>
                </a:lnTo>
                <a:lnTo>
                  <a:pt x="2448" y="289"/>
                </a:lnTo>
                <a:lnTo>
                  <a:pt x="2447" y="289"/>
                </a:lnTo>
                <a:lnTo>
                  <a:pt x="2446" y="290"/>
                </a:lnTo>
                <a:lnTo>
                  <a:pt x="2445" y="290"/>
                </a:lnTo>
                <a:lnTo>
                  <a:pt x="2445" y="291"/>
                </a:lnTo>
                <a:lnTo>
                  <a:pt x="2444" y="291"/>
                </a:lnTo>
                <a:lnTo>
                  <a:pt x="2444" y="292"/>
                </a:lnTo>
                <a:lnTo>
                  <a:pt x="2444" y="294"/>
                </a:lnTo>
                <a:lnTo>
                  <a:pt x="2444" y="295"/>
                </a:lnTo>
                <a:lnTo>
                  <a:pt x="2443" y="295"/>
                </a:lnTo>
                <a:lnTo>
                  <a:pt x="2442" y="295"/>
                </a:lnTo>
                <a:lnTo>
                  <a:pt x="2440" y="295"/>
                </a:lnTo>
                <a:lnTo>
                  <a:pt x="2439" y="295"/>
                </a:lnTo>
                <a:lnTo>
                  <a:pt x="2439" y="296"/>
                </a:lnTo>
                <a:lnTo>
                  <a:pt x="2440" y="296"/>
                </a:lnTo>
                <a:lnTo>
                  <a:pt x="2440" y="297"/>
                </a:lnTo>
                <a:lnTo>
                  <a:pt x="2439" y="296"/>
                </a:lnTo>
                <a:lnTo>
                  <a:pt x="2438" y="296"/>
                </a:lnTo>
                <a:lnTo>
                  <a:pt x="2438" y="297"/>
                </a:lnTo>
                <a:lnTo>
                  <a:pt x="2438" y="298"/>
                </a:lnTo>
                <a:lnTo>
                  <a:pt x="2439" y="298"/>
                </a:lnTo>
                <a:lnTo>
                  <a:pt x="2439" y="299"/>
                </a:lnTo>
                <a:lnTo>
                  <a:pt x="2440" y="299"/>
                </a:lnTo>
                <a:lnTo>
                  <a:pt x="2440" y="300"/>
                </a:lnTo>
                <a:lnTo>
                  <a:pt x="2440" y="301"/>
                </a:lnTo>
                <a:lnTo>
                  <a:pt x="2439" y="301"/>
                </a:lnTo>
                <a:lnTo>
                  <a:pt x="2437" y="300"/>
                </a:lnTo>
                <a:lnTo>
                  <a:pt x="2436" y="300"/>
                </a:lnTo>
                <a:lnTo>
                  <a:pt x="2436" y="299"/>
                </a:lnTo>
                <a:lnTo>
                  <a:pt x="2436" y="300"/>
                </a:lnTo>
                <a:lnTo>
                  <a:pt x="2435" y="300"/>
                </a:lnTo>
                <a:lnTo>
                  <a:pt x="2436" y="300"/>
                </a:lnTo>
                <a:lnTo>
                  <a:pt x="2435" y="300"/>
                </a:lnTo>
                <a:lnTo>
                  <a:pt x="2435" y="301"/>
                </a:lnTo>
                <a:lnTo>
                  <a:pt x="2434" y="301"/>
                </a:lnTo>
                <a:lnTo>
                  <a:pt x="2434" y="302"/>
                </a:lnTo>
                <a:lnTo>
                  <a:pt x="2435" y="302"/>
                </a:lnTo>
                <a:lnTo>
                  <a:pt x="2436" y="302"/>
                </a:lnTo>
                <a:lnTo>
                  <a:pt x="2436" y="303"/>
                </a:lnTo>
                <a:lnTo>
                  <a:pt x="2437" y="303"/>
                </a:lnTo>
                <a:lnTo>
                  <a:pt x="2437" y="304"/>
                </a:lnTo>
                <a:lnTo>
                  <a:pt x="2437" y="305"/>
                </a:lnTo>
                <a:lnTo>
                  <a:pt x="2436" y="305"/>
                </a:lnTo>
                <a:lnTo>
                  <a:pt x="2436" y="306"/>
                </a:lnTo>
                <a:lnTo>
                  <a:pt x="2436" y="307"/>
                </a:lnTo>
                <a:lnTo>
                  <a:pt x="2437" y="307"/>
                </a:lnTo>
                <a:lnTo>
                  <a:pt x="2437" y="306"/>
                </a:lnTo>
                <a:lnTo>
                  <a:pt x="2438" y="306"/>
                </a:lnTo>
                <a:lnTo>
                  <a:pt x="2438" y="307"/>
                </a:lnTo>
                <a:lnTo>
                  <a:pt x="2439" y="307"/>
                </a:lnTo>
                <a:lnTo>
                  <a:pt x="2438" y="307"/>
                </a:lnTo>
                <a:lnTo>
                  <a:pt x="2438" y="308"/>
                </a:lnTo>
                <a:lnTo>
                  <a:pt x="2437" y="308"/>
                </a:lnTo>
                <a:lnTo>
                  <a:pt x="2437" y="309"/>
                </a:lnTo>
                <a:lnTo>
                  <a:pt x="2436" y="309"/>
                </a:lnTo>
                <a:lnTo>
                  <a:pt x="2436" y="310"/>
                </a:lnTo>
                <a:lnTo>
                  <a:pt x="2437" y="310"/>
                </a:lnTo>
                <a:lnTo>
                  <a:pt x="2437" y="311"/>
                </a:lnTo>
                <a:lnTo>
                  <a:pt x="2438" y="311"/>
                </a:lnTo>
                <a:lnTo>
                  <a:pt x="2437" y="312"/>
                </a:lnTo>
                <a:lnTo>
                  <a:pt x="2436" y="312"/>
                </a:lnTo>
                <a:lnTo>
                  <a:pt x="2436" y="313"/>
                </a:lnTo>
                <a:lnTo>
                  <a:pt x="2437" y="313"/>
                </a:lnTo>
                <a:lnTo>
                  <a:pt x="2438" y="313"/>
                </a:lnTo>
                <a:lnTo>
                  <a:pt x="2437" y="313"/>
                </a:lnTo>
                <a:lnTo>
                  <a:pt x="2437" y="314"/>
                </a:lnTo>
                <a:lnTo>
                  <a:pt x="2436" y="314"/>
                </a:lnTo>
                <a:lnTo>
                  <a:pt x="2435" y="314"/>
                </a:lnTo>
                <a:lnTo>
                  <a:pt x="2435" y="315"/>
                </a:lnTo>
                <a:lnTo>
                  <a:pt x="2435" y="316"/>
                </a:lnTo>
                <a:lnTo>
                  <a:pt x="2434" y="316"/>
                </a:lnTo>
                <a:lnTo>
                  <a:pt x="2433" y="316"/>
                </a:lnTo>
                <a:lnTo>
                  <a:pt x="2433" y="317"/>
                </a:lnTo>
                <a:lnTo>
                  <a:pt x="2434" y="317"/>
                </a:lnTo>
                <a:lnTo>
                  <a:pt x="2434" y="318"/>
                </a:lnTo>
                <a:lnTo>
                  <a:pt x="2434" y="319"/>
                </a:lnTo>
                <a:lnTo>
                  <a:pt x="2434" y="320"/>
                </a:lnTo>
                <a:lnTo>
                  <a:pt x="2433" y="320"/>
                </a:lnTo>
                <a:lnTo>
                  <a:pt x="2432" y="321"/>
                </a:lnTo>
                <a:lnTo>
                  <a:pt x="2433" y="321"/>
                </a:lnTo>
                <a:lnTo>
                  <a:pt x="2433" y="322"/>
                </a:lnTo>
                <a:lnTo>
                  <a:pt x="2434" y="322"/>
                </a:lnTo>
                <a:lnTo>
                  <a:pt x="2433" y="323"/>
                </a:lnTo>
                <a:lnTo>
                  <a:pt x="2434" y="323"/>
                </a:lnTo>
                <a:lnTo>
                  <a:pt x="2434" y="324"/>
                </a:lnTo>
                <a:lnTo>
                  <a:pt x="2435" y="324"/>
                </a:lnTo>
                <a:lnTo>
                  <a:pt x="2435" y="325"/>
                </a:lnTo>
                <a:lnTo>
                  <a:pt x="2434" y="325"/>
                </a:lnTo>
                <a:lnTo>
                  <a:pt x="2433" y="325"/>
                </a:lnTo>
                <a:lnTo>
                  <a:pt x="2433" y="324"/>
                </a:lnTo>
                <a:lnTo>
                  <a:pt x="2433" y="325"/>
                </a:lnTo>
                <a:lnTo>
                  <a:pt x="2433" y="326"/>
                </a:lnTo>
                <a:lnTo>
                  <a:pt x="2434" y="326"/>
                </a:lnTo>
                <a:lnTo>
                  <a:pt x="2434" y="327"/>
                </a:lnTo>
                <a:lnTo>
                  <a:pt x="2434" y="328"/>
                </a:lnTo>
                <a:lnTo>
                  <a:pt x="2433" y="328"/>
                </a:lnTo>
                <a:lnTo>
                  <a:pt x="2433" y="329"/>
                </a:lnTo>
                <a:lnTo>
                  <a:pt x="2432" y="329"/>
                </a:lnTo>
                <a:lnTo>
                  <a:pt x="2432" y="330"/>
                </a:lnTo>
                <a:lnTo>
                  <a:pt x="2431" y="330"/>
                </a:lnTo>
                <a:lnTo>
                  <a:pt x="2430" y="329"/>
                </a:lnTo>
                <a:lnTo>
                  <a:pt x="2430" y="330"/>
                </a:lnTo>
                <a:lnTo>
                  <a:pt x="2429" y="330"/>
                </a:lnTo>
                <a:lnTo>
                  <a:pt x="2429" y="331"/>
                </a:lnTo>
                <a:lnTo>
                  <a:pt x="2430" y="331"/>
                </a:lnTo>
                <a:lnTo>
                  <a:pt x="2430" y="332"/>
                </a:lnTo>
                <a:lnTo>
                  <a:pt x="2430" y="333"/>
                </a:lnTo>
                <a:lnTo>
                  <a:pt x="2429" y="333"/>
                </a:lnTo>
                <a:lnTo>
                  <a:pt x="2429" y="334"/>
                </a:lnTo>
                <a:lnTo>
                  <a:pt x="2428" y="334"/>
                </a:lnTo>
                <a:lnTo>
                  <a:pt x="2427" y="334"/>
                </a:lnTo>
                <a:lnTo>
                  <a:pt x="2426" y="334"/>
                </a:lnTo>
                <a:lnTo>
                  <a:pt x="2426" y="335"/>
                </a:lnTo>
                <a:lnTo>
                  <a:pt x="2427" y="335"/>
                </a:lnTo>
                <a:lnTo>
                  <a:pt x="2428" y="336"/>
                </a:lnTo>
                <a:lnTo>
                  <a:pt x="2430" y="336"/>
                </a:lnTo>
                <a:lnTo>
                  <a:pt x="2430" y="337"/>
                </a:lnTo>
                <a:lnTo>
                  <a:pt x="2431" y="337"/>
                </a:lnTo>
                <a:lnTo>
                  <a:pt x="2430" y="337"/>
                </a:lnTo>
                <a:lnTo>
                  <a:pt x="2430" y="338"/>
                </a:lnTo>
                <a:lnTo>
                  <a:pt x="2429" y="338"/>
                </a:lnTo>
                <a:lnTo>
                  <a:pt x="2428" y="338"/>
                </a:lnTo>
                <a:lnTo>
                  <a:pt x="2427" y="338"/>
                </a:lnTo>
                <a:lnTo>
                  <a:pt x="2426" y="338"/>
                </a:lnTo>
                <a:lnTo>
                  <a:pt x="2426" y="339"/>
                </a:lnTo>
                <a:lnTo>
                  <a:pt x="2427" y="339"/>
                </a:lnTo>
                <a:lnTo>
                  <a:pt x="2427" y="340"/>
                </a:lnTo>
                <a:lnTo>
                  <a:pt x="2427" y="341"/>
                </a:lnTo>
                <a:lnTo>
                  <a:pt x="2426" y="341"/>
                </a:lnTo>
                <a:lnTo>
                  <a:pt x="2426" y="340"/>
                </a:lnTo>
                <a:lnTo>
                  <a:pt x="2425" y="340"/>
                </a:lnTo>
                <a:lnTo>
                  <a:pt x="2425" y="339"/>
                </a:lnTo>
                <a:lnTo>
                  <a:pt x="2425" y="338"/>
                </a:lnTo>
                <a:lnTo>
                  <a:pt x="2424" y="338"/>
                </a:lnTo>
                <a:lnTo>
                  <a:pt x="2424" y="339"/>
                </a:lnTo>
                <a:lnTo>
                  <a:pt x="2424" y="340"/>
                </a:lnTo>
                <a:lnTo>
                  <a:pt x="2423" y="340"/>
                </a:lnTo>
                <a:lnTo>
                  <a:pt x="2422" y="340"/>
                </a:lnTo>
                <a:lnTo>
                  <a:pt x="2423" y="341"/>
                </a:lnTo>
                <a:lnTo>
                  <a:pt x="2423" y="342"/>
                </a:lnTo>
                <a:lnTo>
                  <a:pt x="2423" y="343"/>
                </a:lnTo>
                <a:lnTo>
                  <a:pt x="2422" y="343"/>
                </a:lnTo>
                <a:lnTo>
                  <a:pt x="2422" y="344"/>
                </a:lnTo>
                <a:lnTo>
                  <a:pt x="2421" y="344"/>
                </a:lnTo>
                <a:lnTo>
                  <a:pt x="2422" y="344"/>
                </a:lnTo>
                <a:lnTo>
                  <a:pt x="2423" y="344"/>
                </a:lnTo>
                <a:lnTo>
                  <a:pt x="2424" y="344"/>
                </a:lnTo>
                <a:lnTo>
                  <a:pt x="2424" y="345"/>
                </a:lnTo>
                <a:lnTo>
                  <a:pt x="2423" y="346"/>
                </a:lnTo>
                <a:lnTo>
                  <a:pt x="2424" y="347"/>
                </a:lnTo>
                <a:lnTo>
                  <a:pt x="2425" y="347"/>
                </a:lnTo>
                <a:lnTo>
                  <a:pt x="2426" y="347"/>
                </a:lnTo>
                <a:lnTo>
                  <a:pt x="2427" y="347"/>
                </a:lnTo>
                <a:lnTo>
                  <a:pt x="2429" y="347"/>
                </a:lnTo>
                <a:lnTo>
                  <a:pt x="2429" y="348"/>
                </a:lnTo>
                <a:lnTo>
                  <a:pt x="2429" y="349"/>
                </a:lnTo>
                <a:lnTo>
                  <a:pt x="2428" y="350"/>
                </a:lnTo>
                <a:lnTo>
                  <a:pt x="2427" y="350"/>
                </a:lnTo>
                <a:lnTo>
                  <a:pt x="2426" y="350"/>
                </a:lnTo>
                <a:lnTo>
                  <a:pt x="2426" y="349"/>
                </a:lnTo>
                <a:lnTo>
                  <a:pt x="2425" y="349"/>
                </a:lnTo>
                <a:lnTo>
                  <a:pt x="2424" y="349"/>
                </a:lnTo>
                <a:lnTo>
                  <a:pt x="2424" y="350"/>
                </a:lnTo>
                <a:lnTo>
                  <a:pt x="2423" y="351"/>
                </a:lnTo>
                <a:lnTo>
                  <a:pt x="2422" y="351"/>
                </a:lnTo>
                <a:lnTo>
                  <a:pt x="2423" y="351"/>
                </a:lnTo>
                <a:lnTo>
                  <a:pt x="2423" y="352"/>
                </a:lnTo>
                <a:lnTo>
                  <a:pt x="2424" y="352"/>
                </a:lnTo>
                <a:lnTo>
                  <a:pt x="2425" y="352"/>
                </a:lnTo>
                <a:lnTo>
                  <a:pt x="2426" y="352"/>
                </a:lnTo>
                <a:lnTo>
                  <a:pt x="2426" y="353"/>
                </a:lnTo>
                <a:lnTo>
                  <a:pt x="2427" y="353"/>
                </a:lnTo>
                <a:lnTo>
                  <a:pt x="2427" y="354"/>
                </a:lnTo>
                <a:lnTo>
                  <a:pt x="2427" y="355"/>
                </a:lnTo>
                <a:lnTo>
                  <a:pt x="2427" y="356"/>
                </a:lnTo>
                <a:lnTo>
                  <a:pt x="2426" y="356"/>
                </a:lnTo>
                <a:lnTo>
                  <a:pt x="2426" y="357"/>
                </a:lnTo>
                <a:lnTo>
                  <a:pt x="2425" y="357"/>
                </a:lnTo>
                <a:lnTo>
                  <a:pt x="2424" y="357"/>
                </a:lnTo>
                <a:lnTo>
                  <a:pt x="2423" y="358"/>
                </a:lnTo>
                <a:lnTo>
                  <a:pt x="2423" y="359"/>
                </a:lnTo>
                <a:lnTo>
                  <a:pt x="2423" y="360"/>
                </a:lnTo>
                <a:lnTo>
                  <a:pt x="2424" y="360"/>
                </a:lnTo>
                <a:lnTo>
                  <a:pt x="2424" y="361"/>
                </a:lnTo>
                <a:lnTo>
                  <a:pt x="2423" y="362"/>
                </a:lnTo>
                <a:lnTo>
                  <a:pt x="2422" y="362"/>
                </a:lnTo>
                <a:lnTo>
                  <a:pt x="2421" y="362"/>
                </a:lnTo>
                <a:lnTo>
                  <a:pt x="2420" y="362"/>
                </a:lnTo>
                <a:lnTo>
                  <a:pt x="2419" y="363"/>
                </a:lnTo>
                <a:lnTo>
                  <a:pt x="2419" y="364"/>
                </a:lnTo>
                <a:lnTo>
                  <a:pt x="2420" y="364"/>
                </a:lnTo>
                <a:lnTo>
                  <a:pt x="2420" y="365"/>
                </a:lnTo>
                <a:lnTo>
                  <a:pt x="2421" y="365"/>
                </a:lnTo>
                <a:lnTo>
                  <a:pt x="2421" y="366"/>
                </a:lnTo>
                <a:lnTo>
                  <a:pt x="2422" y="366"/>
                </a:lnTo>
                <a:lnTo>
                  <a:pt x="2423" y="366"/>
                </a:lnTo>
                <a:lnTo>
                  <a:pt x="2424" y="367"/>
                </a:lnTo>
                <a:lnTo>
                  <a:pt x="2423" y="368"/>
                </a:lnTo>
                <a:lnTo>
                  <a:pt x="2423" y="369"/>
                </a:lnTo>
                <a:lnTo>
                  <a:pt x="2424" y="369"/>
                </a:lnTo>
                <a:lnTo>
                  <a:pt x="2424" y="370"/>
                </a:lnTo>
                <a:lnTo>
                  <a:pt x="2425" y="370"/>
                </a:lnTo>
                <a:lnTo>
                  <a:pt x="2425" y="371"/>
                </a:lnTo>
                <a:lnTo>
                  <a:pt x="2426" y="372"/>
                </a:lnTo>
                <a:lnTo>
                  <a:pt x="2426" y="373"/>
                </a:lnTo>
                <a:lnTo>
                  <a:pt x="2425" y="373"/>
                </a:lnTo>
                <a:lnTo>
                  <a:pt x="2425" y="374"/>
                </a:lnTo>
                <a:lnTo>
                  <a:pt x="2425" y="375"/>
                </a:lnTo>
                <a:lnTo>
                  <a:pt x="2426" y="375"/>
                </a:lnTo>
                <a:lnTo>
                  <a:pt x="2426" y="376"/>
                </a:lnTo>
                <a:lnTo>
                  <a:pt x="2427" y="376"/>
                </a:lnTo>
                <a:lnTo>
                  <a:pt x="2426" y="377"/>
                </a:lnTo>
                <a:lnTo>
                  <a:pt x="2425" y="377"/>
                </a:lnTo>
                <a:lnTo>
                  <a:pt x="2425" y="378"/>
                </a:lnTo>
                <a:lnTo>
                  <a:pt x="2424" y="378"/>
                </a:lnTo>
                <a:lnTo>
                  <a:pt x="2423" y="378"/>
                </a:lnTo>
                <a:lnTo>
                  <a:pt x="2422" y="379"/>
                </a:lnTo>
                <a:lnTo>
                  <a:pt x="2422" y="380"/>
                </a:lnTo>
                <a:lnTo>
                  <a:pt x="2423" y="381"/>
                </a:lnTo>
                <a:lnTo>
                  <a:pt x="2424" y="381"/>
                </a:lnTo>
                <a:lnTo>
                  <a:pt x="2425" y="381"/>
                </a:lnTo>
                <a:lnTo>
                  <a:pt x="2426" y="382"/>
                </a:lnTo>
                <a:lnTo>
                  <a:pt x="2427" y="382"/>
                </a:lnTo>
                <a:lnTo>
                  <a:pt x="2427" y="383"/>
                </a:lnTo>
                <a:lnTo>
                  <a:pt x="2427" y="384"/>
                </a:lnTo>
                <a:lnTo>
                  <a:pt x="2427" y="385"/>
                </a:lnTo>
                <a:lnTo>
                  <a:pt x="2427" y="388"/>
                </a:lnTo>
                <a:lnTo>
                  <a:pt x="2427" y="389"/>
                </a:lnTo>
                <a:lnTo>
                  <a:pt x="2426" y="389"/>
                </a:lnTo>
                <a:lnTo>
                  <a:pt x="2426" y="390"/>
                </a:lnTo>
                <a:lnTo>
                  <a:pt x="2427" y="391"/>
                </a:lnTo>
                <a:lnTo>
                  <a:pt x="2428" y="391"/>
                </a:lnTo>
                <a:lnTo>
                  <a:pt x="2428" y="392"/>
                </a:lnTo>
                <a:lnTo>
                  <a:pt x="2428" y="394"/>
                </a:lnTo>
                <a:lnTo>
                  <a:pt x="2428" y="395"/>
                </a:lnTo>
                <a:lnTo>
                  <a:pt x="2429" y="395"/>
                </a:lnTo>
                <a:lnTo>
                  <a:pt x="2429" y="396"/>
                </a:lnTo>
                <a:lnTo>
                  <a:pt x="2429" y="397"/>
                </a:lnTo>
                <a:lnTo>
                  <a:pt x="2429" y="398"/>
                </a:lnTo>
                <a:lnTo>
                  <a:pt x="2429" y="399"/>
                </a:lnTo>
                <a:lnTo>
                  <a:pt x="2429" y="400"/>
                </a:lnTo>
                <a:lnTo>
                  <a:pt x="2428" y="401"/>
                </a:lnTo>
                <a:lnTo>
                  <a:pt x="2428" y="402"/>
                </a:lnTo>
                <a:lnTo>
                  <a:pt x="2429" y="402"/>
                </a:lnTo>
                <a:lnTo>
                  <a:pt x="2429" y="403"/>
                </a:lnTo>
                <a:lnTo>
                  <a:pt x="2428" y="403"/>
                </a:lnTo>
                <a:lnTo>
                  <a:pt x="2428" y="404"/>
                </a:lnTo>
                <a:lnTo>
                  <a:pt x="2428" y="403"/>
                </a:lnTo>
                <a:lnTo>
                  <a:pt x="2427" y="403"/>
                </a:lnTo>
                <a:lnTo>
                  <a:pt x="2427" y="402"/>
                </a:lnTo>
                <a:lnTo>
                  <a:pt x="2427" y="401"/>
                </a:lnTo>
                <a:lnTo>
                  <a:pt x="2427" y="400"/>
                </a:lnTo>
                <a:lnTo>
                  <a:pt x="2426" y="400"/>
                </a:lnTo>
                <a:lnTo>
                  <a:pt x="2425" y="400"/>
                </a:lnTo>
                <a:lnTo>
                  <a:pt x="2425" y="399"/>
                </a:lnTo>
                <a:lnTo>
                  <a:pt x="2424" y="399"/>
                </a:lnTo>
                <a:lnTo>
                  <a:pt x="2423" y="399"/>
                </a:lnTo>
                <a:lnTo>
                  <a:pt x="2422" y="399"/>
                </a:lnTo>
                <a:lnTo>
                  <a:pt x="2422" y="400"/>
                </a:lnTo>
                <a:lnTo>
                  <a:pt x="2422" y="401"/>
                </a:lnTo>
                <a:lnTo>
                  <a:pt x="2422" y="402"/>
                </a:lnTo>
                <a:lnTo>
                  <a:pt x="2423" y="403"/>
                </a:lnTo>
                <a:lnTo>
                  <a:pt x="2423" y="404"/>
                </a:lnTo>
                <a:lnTo>
                  <a:pt x="2424" y="404"/>
                </a:lnTo>
                <a:lnTo>
                  <a:pt x="2424" y="405"/>
                </a:lnTo>
                <a:lnTo>
                  <a:pt x="2424" y="406"/>
                </a:lnTo>
                <a:lnTo>
                  <a:pt x="2425" y="406"/>
                </a:lnTo>
                <a:lnTo>
                  <a:pt x="2426" y="406"/>
                </a:lnTo>
                <a:lnTo>
                  <a:pt x="2426" y="405"/>
                </a:lnTo>
                <a:lnTo>
                  <a:pt x="2426" y="404"/>
                </a:lnTo>
                <a:lnTo>
                  <a:pt x="2427" y="404"/>
                </a:lnTo>
                <a:lnTo>
                  <a:pt x="2427" y="405"/>
                </a:lnTo>
                <a:lnTo>
                  <a:pt x="2428" y="406"/>
                </a:lnTo>
                <a:lnTo>
                  <a:pt x="2429" y="407"/>
                </a:lnTo>
                <a:lnTo>
                  <a:pt x="2430" y="407"/>
                </a:lnTo>
                <a:lnTo>
                  <a:pt x="2430" y="408"/>
                </a:lnTo>
                <a:lnTo>
                  <a:pt x="2431" y="408"/>
                </a:lnTo>
                <a:lnTo>
                  <a:pt x="2432" y="408"/>
                </a:lnTo>
                <a:lnTo>
                  <a:pt x="2432" y="407"/>
                </a:lnTo>
                <a:lnTo>
                  <a:pt x="2433" y="408"/>
                </a:lnTo>
                <a:lnTo>
                  <a:pt x="2432" y="408"/>
                </a:lnTo>
                <a:lnTo>
                  <a:pt x="2432" y="409"/>
                </a:lnTo>
                <a:lnTo>
                  <a:pt x="2433" y="409"/>
                </a:lnTo>
                <a:lnTo>
                  <a:pt x="2433" y="410"/>
                </a:lnTo>
                <a:lnTo>
                  <a:pt x="2432" y="410"/>
                </a:lnTo>
                <a:lnTo>
                  <a:pt x="2432" y="411"/>
                </a:lnTo>
                <a:lnTo>
                  <a:pt x="2432" y="412"/>
                </a:lnTo>
                <a:lnTo>
                  <a:pt x="2433" y="411"/>
                </a:lnTo>
                <a:lnTo>
                  <a:pt x="2433" y="412"/>
                </a:lnTo>
                <a:lnTo>
                  <a:pt x="2434" y="413"/>
                </a:lnTo>
                <a:lnTo>
                  <a:pt x="2434" y="414"/>
                </a:lnTo>
                <a:lnTo>
                  <a:pt x="2434" y="415"/>
                </a:lnTo>
                <a:lnTo>
                  <a:pt x="2433" y="415"/>
                </a:lnTo>
                <a:lnTo>
                  <a:pt x="2432" y="414"/>
                </a:lnTo>
                <a:lnTo>
                  <a:pt x="2432" y="415"/>
                </a:lnTo>
                <a:lnTo>
                  <a:pt x="2433" y="416"/>
                </a:lnTo>
                <a:lnTo>
                  <a:pt x="2433" y="417"/>
                </a:lnTo>
                <a:lnTo>
                  <a:pt x="2434" y="417"/>
                </a:lnTo>
                <a:lnTo>
                  <a:pt x="2434" y="418"/>
                </a:lnTo>
                <a:lnTo>
                  <a:pt x="2434" y="419"/>
                </a:lnTo>
                <a:lnTo>
                  <a:pt x="2435" y="419"/>
                </a:lnTo>
                <a:lnTo>
                  <a:pt x="2436" y="419"/>
                </a:lnTo>
                <a:lnTo>
                  <a:pt x="2436" y="420"/>
                </a:lnTo>
                <a:lnTo>
                  <a:pt x="2435" y="420"/>
                </a:lnTo>
                <a:lnTo>
                  <a:pt x="2435" y="421"/>
                </a:lnTo>
                <a:lnTo>
                  <a:pt x="2436" y="421"/>
                </a:lnTo>
                <a:lnTo>
                  <a:pt x="2436" y="422"/>
                </a:lnTo>
                <a:lnTo>
                  <a:pt x="2438" y="423"/>
                </a:lnTo>
                <a:lnTo>
                  <a:pt x="2439" y="424"/>
                </a:lnTo>
                <a:lnTo>
                  <a:pt x="2439" y="425"/>
                </a:lnTo>
                <a:lnTo>
                  <a:pt x="2439" y="426"/>
                </a:lnTo>
                <a:lnTo>
                  <a:pt x="2439" y="427"/>
                </a:lnTo>
                <a:lnTo>
                  <a:pt x="2439" y="428"/>
                </a:lnTo>
                <a:lnTo>
                  <a:pt x="2439" y="429"/>
                </a:lnTo>
                <a:lnTo>
                  <a:pt x="2439" y="430"/>
                </a:lnTo>
                <a:lnTo>
                  <a:pt x="2439" y="432"/>
                </a:lnTo>
                <a:lnTo>
                  <a:pt x="2440" y="432"/>
                </a:lnTo>
                <a:lnTo>
                  <a:pt x="2441" y="432"/>
                </a:lnTo>
                <a:lnTo>
                  <a:pt x="2441" y="433"/>
                </a:lnTo>
                <a:lnTo>
                  <a:pt x="2442" y="433"/>
                </a:lnTo>
                <a:lnTo>
                  <a:pt x="2442" y="434"/>
                </a:lnTo>
                <a:lnTo>
                  <a:pt x="2441" y="435"/>
                </a:lnTo>
                <a:lnTo>
                  <a:pt x="2442" y="435"/>
                </a:lnTo>
                <a:lnTo>
                  <a:pt x="2442" y="436"/>
                </a:lnTo>
                <a:lnTo>
                  <a:pt x="2441" y="436"/>
                </a:lnTo>
                <a:lnTo>
                  <a:pt x="2440" y="436"/>
                </a:lnTo>
                <a:lnTo>
                  <a:pt x="2440" y="437"/>
                </a:lnTo>
                <a:lnTo>
                  <a:pt x="2441" y="438"/>
                </a:lnTo>
                <a:lnTo>
                  <a:pt x="2442" y="439"/>
                </a:lnTo>
                <a:lnTo>
                  <a:pt x="2441" y="439"/>
                </a:lnTo>
                <a:lnTo>
                  <a:pt x="2441" y="440"/>
                </a:lnTo>
                <a:lnTo>
                  <a:pt x="2441" y="441"/>
                </a:lnTo>
                <a:lnTo>
                  <a:pt x="2442" y="441"/>
                </a:lnTo>
                <a:lnTo>
                  <a:pt x="2442" y="442"/>
                </a:lnTo>
                <a:lnTo>
                  <a:pt x="2441" y="442"/>
                </a:lnTo>
                <a:lnTo>
                  <a:pt x="2441" y="443"/>
                </a:lnTo>
                <a:lnTo>
                  <a:pt x="2441" y="444"/>
                </a:lnTo>
                <a:lnTo>
                  <a:pt x="2440" y="444"/>
                </a:lnTo>
                <a:lnTo>
                  <a:pt x="2440" y="445"/>
                </a:lnTo>
                <a:lnTo>
                  <a:pt x="2440" y="446"/>
                </a:lnTo>
                <a:lnTo>
                  <a:pt x="2439" y="446"/>
                </a:lnTo>
                <a:lnTo>
                  <a:pt x="2439" y="447"/>
                </a:lnTo>
                <a:lnTo>
                  <a:pt x="2439" y="448"/>
                </a:lnTo>
                <a:lnTo>
                  <a:pt x="2440" y="448"/>
                </a:lnTo>
                <a:lnTo>
                  <a:pt x="2440" y="449"/>
                </a:lnTo>
                <a:lnTo>
                  <a:pt x="2441" y="449"/>
                </a:lnTo>
                <a:lnTo>
                  <a:pt x="2442" y="450"/>
                </a:lnTo>
                <a:lnTo>
                  <a:pt x="2441" y="450"/>
                </a:lnTo>
                <a:lnTo>
                  <a:pt x="2440" y="450"/>
                </a:lnTo>
                <a:lnTo>
                  <a:pt x="2440" y="451"/>
                </a:lnTo>
                <a:lnTo>
                  <a:pt x="2441" y="452"/>
                </a:lnTo>
                <a:lnTo>
                  <a:pt x="2441" y="453"/>
                </a:lnTo>
                <a:lnTo>
                  <a:pt x="2442" y="453"/>
                </a:lnTo>
                <a:lnTo>
                  <a:pt x="2442" y="454"/>
                </a:lnTo>
                <a:lnTo>
                  <a:pt x="2442" y="455"/>
                </a:lnTo>
                <a:lnTo>
                  <a:pt x="2441" y="456"/>
                </a:lnTo>
                <a:lnTo>
                  <a:pt x="2441" y="457"/>
                </a:lnTo>
                <a:lnTo>
                  <a:pt x="2442" y="457"/>
                </a:lnTo>
                <a:lnTo>
                  <a:pt x="2442" y="458"/>
                </a:lnTo>
                <a:lnTo>
                  <a:pt x="2442" y="459"/>
                </a:lnTo>
                <a:lnTo>
                  <a:pt x="2441" y="459"/>
                </a:lnTo>
                <a:lnTo>
                  <a:pt x="2440" y="459"/>
                </a:lnTo>
                <a:lnTo>
                  <a:pt x="2439" y="459"/>
                </a:lnTo>
                <a:lnTo>
                  <a:pt x="2439" y="460"/>
                </a:lnTo>
                <a:lnTo>
                  <a:pt x="2439" y="461"/>
                </a:lnTo>
                <a:lnTo>
                  <a:pt x="2438" y="462"/>
                </a:lnTo>
                <a:lnTo>
                  <a:pt x="2438" y="463"/>
                </a:lnTo>
                <a:lnTo>
                  <a:pt x="2438" y="464"/>
                </a:lnTo>
                <a:lnTo>
                  <a:pt x="2438" y="465"/>
                </a:lnTo>
                <a:lnTo>
                  <a:pt x="2437" y="465"/>
                </a:lnTo>
                <a:lnTo>
                  <a:pt x="2437" y="466"/>
                </a:lnTo>
                <a:lnTo>
                  <a:pt x="2436" y="466"/>
                </a:lnTo>
                <a:lnTo>
                  <a:pt x="2436" y="467"/>
                </a:lnTo>
                <a:lnTo>
                  <a:pt x="2435" y="467"/>
                </a:lnTo>
                <a:lnTo>
                  <a:pt x="2435" y="468"/>
                </a:lnTo>
                <a:lnTo>
                  <a:pt x="2434" y="468"/>
                </a:lnTo>
                <a:lnTo>
                  <a:pt x="2433" y="467"/>
                </a:lnTo>
                <a:lnTo>
                  <a:pt x="2432" y="467"/>
                </a:lnTo>
                <a:lnTo>
                  <a:pt x="2431" y="467"/>
                </a:lnTo>
                <a:lnTo>
                  <a:pt x="2430" y="467"/>
                </a:lnTo>
                <a:lnTo>
                  <a:pt x="2429" y="467"/>
                </a:lnTo>
                <a:lnTo>
                  <a:pt x="2429" y="466"/>
                </a:lnTo>
                <a:lnTo>
                  <a:pt x="2428" y="466"/>
                </a:lnTo>
                <a:lnTo>
                  <a:pt x="2427" y="466"/>
                </a:lnTo>
                <a:lnTo>
                  <a:pt x="2427" y="465"/>
                </a:lnTo>
                <a:lnTo>
                  <a:pt x="2427" y="464"/>
                </a:lnTo>
                <a:lnTo>
                  <a:pt x="2427" y="463"/>
                </a:lnTo>
                <a:lnTo>
                  <a:pt x="2426" y="463"/>
                </a:lnTo>
                <a:lnTo>
                  <a:pt x="2425" y="464"/>
                </a:lnTo>
                <a:lnTo>
                  <a:pt x="2424" y="463"/>
                </a:lnTo>
                <a:lnTo>
                  <a:pt x="2424" y="464"/>
                </a:lnTo>
                <a:lnTo>
                  <a:pt x="2423" y="465"/>
                </a:lnTo>
                <a:lnTo>
                  <a:pt x="2423" y="466"/>
                </a:lnTo>
                <a:lnTo>
                  <a:pt x="2422" y="466"/>
                </a:lnTo>
                <a:lnTo>
                  <a:pt x="2422" y="465"/>
                </a:lnTo>
                <a:lnTo>
                  <a:pt x="2421" y="465"/>
                </a:lnTo>
                <a:lnTo>
                  <a:pt x="2421" y="466"/>
                </a:lnTo>
                <a:lnTo>
                  <a:pt x="2420" y="466"/>
                </a:lnTo>
                <a:lnTo>
                  <a:pt x="2419" y="465"/>
                </a:lnTo>
                <a:lnTo>
                  <a:pt x="2418" y="465"/>
                </a:lnTo>
                <a:lnTo>
                  <a:pt x="2417" y="464"/>
                </a:lnTo>
                <a:lnTo>
                  <a:pt x="2416" y="464"/>
                </a:lnTo>
                <a:lnTo>
                  <a:pt x="2415" y="465"/>
                </a:lnTo>
                <a:lnTo>
                  <a:pt x="2414" y="466"/>
                </a:lnTo>
                <a:lnTo>
                  <a:pt x="2413" y="467"/>
                </a:lnTo>
                <a:lnTo>
                  <a:pt x="2413" y="468"/>
                </a:lnTo>
                <a:lnTo>
                  <a:pt x="2412" y="469"/>
                </a:lnTo>
                <a:lnTo>
                  <a:pt x="2412" y="471"/>
                </a:lnTo>
                <a:lnTo>
                  <a:pt x="2412" y="472"/>
                </a:lnTo>
                <a:lnTo>
                  <a:pt x="2412" y="473"/>
                </a:lnTo>
                <a:lnTo>
                  <a:pt x="2411" y="473"/>
                </a:lnTo>
                <a:lnTo>
                  <a:pt x="2411" y="474"/>
                </a:lnTo>
                <a:lnTo>
                  <a:pt x="2410" y="474"/>
                </a:lnTo>
                <a:lnTo>
                  <a:pt x="2409" y="474"/>
                </a:lnTo>
                <a:lnTo>
                  <a:pt x="2409" y="475"/>
                </a:lnTo>
                <a:lnTo>
                  <a:pt x="2410" y="476"/>
                </a:lnTo>
                <a:lnTo>
                  <a:pt x="2411" y="477"/>
                </a:lnTo>
                <a:lnTo>
                  <a:pt x="2411" y="478"/>
                </a:lnTo>
                <a:lnTo>
                  <a:pt x="2412" y="478"/>
                </a:lnTo>
                <a:lnTo>
                  <a:pt x="2412" y="479"/>
                </a:lnTo>
                <a:lnTo>
                  <a:pt x="2412" y="480"/>
                </a:lnTo>
                <a:lnTo>
                  <a:pt x="2412" y="481"/>
                </a:lnTo>
                <a:lnTo>
                  <a:pt x="2411" y="481"/>
                </a:lnTo>
                <a:lnTo>
                  <a:pt x="2412" y="482"/>
                </a:lnTo>
                <a:lnTo>
                  <a:pt x="2412" y="483"/>
                </a:lnTo>
                <a:lnTo>
                  <a:pt x="2412" y="484"/>
                </a:lnTo>
                <a:lnTo>
                  <a:pt x="2412" y="485"/>
                </a:lnTo>
                <a:lnTo>
                  <a:pt x="2412" y="486"/>
                </a:lnTo>
                <a:lnTo>
                  <a:pt x="2412" y="487"/>
                </a:lnTo>
                <a:lnTo>
                  <a:pt x="2411" y="488"/>
                </a:lnTo>
                <a:lnTo>
                  <a:pt x="2411" y="489"/>
                </a:lnTo>
                <a:lnTo>
                  <a:pt x="2410" y="489"/>
                </a:lnTo>
                <a:lnTo>
                  <a:pt x="2410" y="490"/>
                </a:lnTo>
                <a:lnTo>
                  <a:pt x="2409" y="491"/>
                </a:lnTo>
                <a:lnTo>
                  <a:pt x="2409" y="492"/>
                </a:lnTo>
                <a:lnTo>
                  <a:pt x="2409" y="494"/>
                </a:lnTo>
                <a:lnTo>
                  <a:pt x="2408" y="496"/>
                </a:lnTo>
                <a:lnTo>
                  <a:pt x="2409" y="497"/>
                </a:lnTo>
                <a:lnTo>
                  <a:pt x="2409" y="498"/>
                </a:lnTo>
                <a:lnTo>
                  <a:pt x="2409" y="499"/>
                </a:lnTo>
                <a:lnTo>
                  <a:pt x="2409" y="500"/>
                </a:lnTo>
                <a:lnTo>
                  <a:pt x="2407" y="500"/>
                </a:lnTo>
                <a:lnTo>
                  <a:pt x="2406" y="501"/>
                </a:lnTo>
                <a:lnTo>
                  <a:pt x="2407" y="503"/>
                </a:lnTo>
                <a:lnTo>
                  <a:pt x="2407" y="504"/>
                </a:lnTo>
                <a:lnTo>
                  <a:pt x="2407" y="505"/>
                </a:lnTo>
                <a:lnTo>
                  <a:pt x="2407" y="506"/>
                </a:lnTo>
                <a:lnTo>
                  <a:pt x="2407" y="507"/>
                </a:lnTo>
                <a:lnTo>
                  <a:pt x="2407" y="508"/>
                </a:lnTo>
                <a:lnTo>
                  <a:pt x="2406" y="511"/>
                </a:lnTo>
                <a:lnTo>
                  <a:pt x="2405" y="511"/>
                </a:lnTo>
                <a:lnTo>
                  <a:pt x="2404" y="512"/>
                </a:lnTo>
                <a:lnTo>
                  <a:pt x="2403" y="513"/>
                </a:lnTo>
                <a:lnTo>
                  <a:pt x="2403" y="514"/>
                </a:lnTo>
                <a:lnTo>
                  <a:pt x="2403" y="516"/>
                </a:lnTo>
                <a:lnTo>
                  <a:pt x="2404" y="517"/>
                </a:lnTo>
                <a:lnTo>
                  <a:pt x="2404" y="518"/>
                </a:lnTo>
                <a:lnTo>
                  <a:pt x="2405" y="518"/>
                </a:lnTo>
                <a:lnTo>
                  <a:pt x="2405" y="519"/>
                </a:lnTo>
                <a:lnTo>
                  <a:pt x="2404" y="519"/>
                </a:lnTo>
                <a:lnTo>
                  <a:pt x="2404" y="520"/>
                </a:lnTo>
                <a:lnTo>
                  <a:pt x="2403" y="521"/>
                </a:lnTo>
                <a:lnTo>
                  <a:pt x="2403" y="522"/>
                </a:lnTo>
                <a:lnTo>
                  <a:pt x="2402" y="523"/>
                </a:lnTo>
                <a:lnTo>
                  <a:pt x="2402" y="524"/>
                </a:lnTo>
                <a:lnTo>
                  <a:pt x="2403" y="525"/>
                </a:lnTo>
                <a:lnTo>
                  <a:pt x="2404" y="527"/>
                </a:lnTo>
                <a:lnTo>
                  <a:pt x="2404" y="529"/>
                </a:lnTo>
                <a:lnTo>
                  <a:pt x="2404" y="532"/>
                </a:lnTo>
                <a:lnTo>
                  <a:pt x="2404" y="534"/>
                </a:lnTo>
                <a:lnTo>
                  <a:pt x="2404" y="535"/>
                </a:lnTo>
                <a:lnTo>
                  <a:pt x="2404" y="537"/>
                </a:lnTo>
                <a:lnTo>
                  <a:pt x="2404" y="538"/>
                </a:lnTo>
                <a:lnTo>
                  <a:pt x="2404" y="539"/>
                </a:lnTo>
                <a:lnTo>
                  <a:pt x="2403" y="540"/>
                </a:lnTo>
                <a:lnTo>
                  <a:pt x="2403" y="541"/>
                </a:lnTo>
                <a:lnTo>
                  <a:pt x="2403" y="542"/>
                </a:lnTo>
                <a:lnTo>
                  <a:pt x="2403" y="544"/>
                </a:lnTo>
                <a:lnTo>
                  <a:pt x="2402" y="544"/>
                </a:lnTo>
                <a:lnTo>
                  <a:pt x="2402" y="545"/>
                </a:lnTo>
                <a:lnTo>
                  <a:pt x="2401" y="545"/>
                </a:lnTo>
                <a:lnTo>
                  <a:pt x="2401" y="546"/>
                </a:lnTo>
                <a:lnTo>
                  <a:pt x="2400" y="546"/>
                </a:lnTo>
                <a:lnTo>
                  <a:pt x="2400" y="549"/>
                </a:lnTo>
                <a:lnTo>
                  <a:pt x="2400" y="550"/>
                </a:lnTo>
                <a:lnTo>
                  <a:pt x="2401" y="551"/>
                </a:lnTo>
                <a:lnTo>
                  <a:pt x="2402" y="551"/>
                </a:lnTo>
                <a:lnTo>
                  <a:pt x="2402" y="552"/>
                </a:lnTo>
                <a:lnTo>
                  <a:pt x="2402" y="553"/>
                </a:lnTo>
                <a:lnTo>
                  <a:pt x="2401" y="553"/>
                </a:lnTo>
                <a:lnTo>
                  <a:pt x="2401" y="554"/>
                </a:lnTo>
                <a:lnTo>
                  <a:pt x="2401" y="555"/>
                </a:lnTo>
                <a:lnTo>
                  <a:pt x="2402" y="556"/>
                </a:lnTo>
                <a:lnTo>
                  <a:pt x="2402" y="557"/>
                </a:lnTo>
                <a:lnTo>
                  <a:pt x="2403" y="558"/>
                </a:lnTo>
                <a:lnTo>
                  <a:pt x="2403" y="559"/>
                </a:lnTo>
                <a:lnTo>
                  <a:pt x="2404" y="559"/>
                </a:lnTo>
                <a:lnTo>
                  <a:pt x="2404" y="560"/>
                </a:lnTo>
                <a:lnTo>
                  <a:pt x="2403" y="561"/>
                </a:lnTo>
                <a:lnTo>
                  <a:pt x="2403" y="562"/>
                </a:lnTo>
                <a:lnTo>
                  <a:pt x="2402" y="562"/>
                </a:lnTo>
                <a:lnTo>
                  <a:pt x="2401" y="563"/>
                </a:lnTo>
                <a:lnTo>
                  <a:pt x="2401" y="564"/>
                </a:lnTo>
                <a:lnTo>
                  <a:pt x="2402" y="565"/>
                </a:lnTo>
                <a:lnTo>
                  <a:pt x="2403" y="565"/>
                </a:lnTo>
                <a:lnTo>
                  <a:pt x="2403" y="566"/>
                </a:lnTo>
                <a:lnTo>
                  <a:pt x="2403" y="567"/>
                </a:lnTo>
                <a:lnTo>
                  <a:pt x="2403" y="568"/>
                </a:lnTo>
                <a:lnTo>
                  <a:pt x="2403" y="569"/>
                </a:lnTo>
                <a:lnTo>
                  <a:pt x="2404" y="569"/>
                </a:lnTo>
                <a:lnTo>
                  <a:pt x="2404" y="570"/>
                </a:lnTo>
                <a:lnTo>
                  <a:pt x="2404" y="571"/>
                </a:lnTo>
                <a:lnTo>
                  <a:pt x="2403" y="571"/>
                </a:lnTo>
                <a:lnTo>
                  <a:pt x="2403" y="572"/>
                </a:lnTo>
                <a:lnTo>
                  <a:pt x="2404" y="572"/>
                </a:lnTo>
                <a:lnTo>
                  <a:pt x="2404" y="573"/>
                </a:lnTo>
                <a:lnTo>
                  <a:pt x="2405" y="573"/>
                </a:lnTo>
                <a:lnTo>
                  <a:pt x="2405" y="572"/>
                </a:lnTo>
                <a:lnTo>
                  <a:pt x="2406" y="572"/>
                </a:lnTo>
                <a:lnTo>
                  <a:pt x="2406" y="573"/>
                </a:lnTo>
                <a:lnTo>
                  <a:pt x="2406" y="574"/>
                </a:lnTo>
                <a:lnTo>
                  <a:pt x="2407" y="575"/>
                </a:lnTo>
                <a:lnTo>
                  <a:pt x="2407" y="576"/>
                </a:lnTo>
                <a:lnTo>
                  <a:pt x="2406" y="576"/>
                </a:lnTo>
                <a:lnTo>
                  <a:pt x="2406" y="577"/>
                </a:lnTo>
                <a:lnTo>
                  <a:pt x="2407" y="577"/>
                </a:lnTo>
                <a:lnTo>
                  <a:pt x="2408" y="578"/>
                </a:lnTo>
                <a:lnTo>
                  <a:pt x="2409" y="578"/>
                </a:lnTo>
                <a:lnTo>
                  <a:pt x="2409" y="579"/>
                </a:lnTo>
                <a:lnTo>
                  <a:pt x="2410" y="580"/>
                </a:lnTo>
                <a:lnTo>
                  <a:pt x="2411" y="580"/>
                </a:lnTo>
                <a:lnTo>
                  <a:pt x="2411" y="581"/>
                </a:lnTo>
                <a:lnTo>
                  <a:pt x="2410" y="581"/>
                </a:lnTo>
                <a:lnTo>
                  <a:pt x="2410" y="582"/>
                </a:lnTo>
                <a:lnTo>
                  <a:pt x="2409" y="582"/>
                </a:lnTo>
                <a:lnTo>
                  <a:pt x="2409" y="583"/>
                </a:lnTo>
                <a:lnTo>
                  <a:pt x="2409" y="584"/>
                </a:lnTo>
                <a:lnTo>
                  <a:pt x="2409" y="585"/>
                </a:lnTo>
                <a:lnTo>
                  <a:pt x="2410" y="585"/>
                </a:lnTo>
                <a:lnTo>
                  <a:pt x="2411" y="585"/>
                </a:lnTo>
                <a:lnTo>
                  <a:pt x="2412" y="585"/>
                </a:lnTo>
                <a:lnTo>
                  <a:pt x="2412" y="586"/>
                </a:lnTo>
                <a:lnTo>
                  <a:pt x="2412" y="587"/>
                </a:lnTo>
                <a:lnTo>
                  <a:pt x="2411" y="587"/>
                </a:lnTo>
                <a:lnTo>
                  <a:pt x="2411" y="588"/>
                </a:lnTo>
                <a:lnTo>
                  <a:pt x="2410" y="588"/>
                </a:lnTo>
                <a:lnTo>
                  <a:pt x="2410" y="589"/>
                </a:lnTo>
                <a:lnTo>
                  <a:pt x="2411" y="589"/>
                </a:lnTo>
                <a:lnTo>
                  <a:pt x="2411" y="590"/>
                </a:lnTo>
                <a:lnTo>
                  <a:pt x="2411" y="591"/>
                </a:lnTo>
                <a:lnTo>
                  <a:pt x="2410" y="591"/>
                </a:lnTo>
                <a:lnTo>
                  <a:pt x="2410" y="592"/>
                </a:lnTo>
                <a:lnTo>
                  <a:pt x="2411" y="592"/>
                </a:lnTo>
                <a:lnTo>
                  <a:pt x="2410" y="594"/>
                </a:lnTo>
                <a:lnTo>
                  <a:pt x="2409" y="595"/>
                </a:lnTo>
                <a:lnTo>
                  <a:pt x="2408" y="595"/>
                </a:lnTo>
                <a:lnTo>
                  <a:pt x="2408" y="596"/>
                </a:lnTo>
                <a:lnTo>
                  <a:pt x="2409" y="596"/>
                </a:lnTo>
                <a:lnTo>
                  <a:pt x="2409" y="597"/>
                </a:lnTo>
                <a:lnTo>
                  <a:pt x="2409" y="598"/>
                </a:lnTo>
                <a:lnTo>
                  <a:pt x="2408" y="598"/>
                </a:lnTo>
                <a:lnTo>
                  <a:pt x="2408" y="599"/>
                </a:lnTo>
                <a:lnTo>
                  <a:pt x="2409" y="599"/>
                </a:lnTo>
                <a:lnTo>
                  <a:pt x="2410" y="599"/>
                </a:lnTo>
                <a:lnTo>
                  <a:pt x="2410" y="600"/>
                </a:lnTo>
                <a:lnTo>
                  <a:pt x="2410" y="601"/>
                </a:lnTo>
                <a:lnTo>
                  <a:pt x="2409" y="601"/>
                </a:lnTo>
                <a:lnTo>
                  <a:pt x="2409" y="602"/>
                </a:lnTo>
                <a:lnTo>
                  <a:pt x="2409" y="603"/>
                </a:lnTo>
                <a:lnTo>
                  <a:pt x="2409" y="604"/>
                </a:lnTo>
                <a:lnTo>
                  <a:pt x="2408" y="604"/>
                </a:lnTo>
                <a:lnTo>
                  <a:pt x="2407" y="604"/>
                </a:lnTo>
                <a:lnTo>
                  <a:pt x="2406" y="605"/>
                </a:lnTo>
                <a:lnTo>
                  <a:pt x="2407" y="605"/>
                </a:lnTo>
                <a:lnTo>
                  <a:pt x="2407" y="607"/>
                </a:lnTo>
                <a:lnTo>
                  <a:pt x="2406" y="608"/>
                </a:lnTo>
                <a:lnTo>
                  <a:pt x="2405" y="608"/>
                </a:lnTo>
                <a:lnTo>
                  <a:pt x="2404" y="608"/>
                </a:lnTo>
                <a:lnTo>
                  <a:pt x="2404" y="609"/>
                </a:lnTo>
                <a:lnTo>
                  <a:pt x="2404" y="610"/>
                </a:lnTo>
                <a:lnTo>
                  <a:pt x="2403" y="610"/>
                </a:lnTo>
                <a:lnTo>
                  <a:pt x="2402" y="610"/>
                </a:lnTo>
                <a:lnTo>
                  <a:pt x="2402" y="609"/>
                </a:lnTo>
                <a:lnTo>
                  <a:pt x="2402" y="608"/>
                </a:lnTo>
                <a:lnTo>
                  <a:pt x="2402" y="607"/>
                </a:lnTo>
                <a:lnTo>
                  <a:pt x="2403" y="607"/>
                </a:lnTo>
                <a:lnTo>
                  <a:pt x="2403" y="606"/>
                </a:lnTo>
                <a:lnTo>
                  <a:pt x="2402" y="605"/>
                </a:lnTo>
                <a:lnTo>
                  <a:pt x="2403" y="605"/>
                </a:lnTo>
                <a:lnTo>
                  <a:pt x="2403" y="604"/>
                </a:lnTo>
                <a:lnTo>
                  <a:pt x="2404" y="604"/>
                </a:lnTo>
                <a:lnTo>
                  <a:pt x="2405" y="603"/>
                </a:lnTo>
                <a:lnTo>
                  <a:pt x="2406" y="603"/>
                </a:lnTo>
                <a:lnTo>
                  <a:pt x="2406" y="602"/>
                </a:lnTo>
                <a:lnTo>
                  <a:pt x="2405" y="602"/>
                </a:lnTo>
                <a:lnTo>
                  <a:pt x="2404" y="601"/>
                </a:lnTo>
                <a:lnTo>
                  <a:pt x="2404" y="600"/>
                </a:lnTo>
                <a:lnTo>
                  <a:pt x="2405" y="600"/>
                </a:lnTo>
                <a:lnTo>
                  <a:pt x="2405" y="599"/>
                </a:lnTo>
                <a:lnTo>
                  <a:pt x="2405" y="598"/>
                </a:lnTo>
                <a:lnTo>
                  <a:pt x="2404" y="598"/>
                </a:lnTo>
                <a:lnTo>
                  <a:pt x="2404" y="597"/>
                </a:lnTo>
                <a:lnTo>
                  <a:pt x="2404" y="598"/>
                </a:lnTo>
                <a:lnTo>
                  <a:pt x="2403" y="598"/>
                </a:lnTo>
                <a:lnTo>
                  <a:pt x="2402" y="598"/>
                </a:lnTo>
                <a:lnTo>
                  <a:pt x="2401" y="598"/>
                </a:lnTo>
                <a:lnTo>
                  <a:pt x="2400" y="598"/>
                </a:lnTo>
                <a:lnTo>
                  <a:pt x="2400" y="597"/>
                </a:lnTo>
                <a:lnTo>
                  <a:pt x="2399" y="595"/>
                </a:lnTo>
                <a:lnTo>
                  <a:pt x="2399" y="594"/>
                </a:lnTo>
                <a:lnTo>
                  <a:pt x="2398" y="594"/>
                </a:lnTo>
                <a:lnTo>
                  <a:pt x="2398" y="593"/>
                </a:lnTo>
                <a:lnTo>
                  <a:pt x="2399" y="593"/>
                </a:lnTo>
                <a:lnTo>
                  <a:pt x="2400" y="593"/>
                </a:lnTo>
                <a:lnTo>
                  <a:pt x="2400" y="592"/>
                </a:lnTo>
                <a:lnTo>
                  <a:pt x="2399" y="591"/>
                </a:lnTo>
                <a:lnTo>
                  <a:pt x="2399" y="590"/>
                </a:lnTo>
                <a:lnTo>
                  <a:pt x="2398" y="590"/>
                </a:lnTo>
                <a:lnTo>
                  <a:pt x="2397" y="590"/>
                </a:lnTo>
                <a:lnTo>
                  <a:pt x="2396" y="589"/>
                </a:lnTo>
                <a:lnTo>
                  <a:pt x="2396" y="588"/>
                </a:lnTo>
                <a:lnTo>
                  <a:pt x="2397" y="588"/>
                </a:lnTo>
                <a:lnTo>
                  <a:pt x="2396" y="587"/>
                </a:lnTo>
                <a:lnTo>
                  <a:pt x="2395" y="587"/>
                </a:lnTo>
                <a:lnTo>
                  <a:pt x="2394" y="587"/>
                </a:lnTo>
                <a:lnTo>
                  <a:pt x="2394" y="586"/>
                </a:lnTo>
                <a:lnTo>
                  <a:pt x="2393" y="585"/>
                </a:lnTo>
                <a:lnTo>
                  <a:pt x="2392" y="585"/>
                </a:lnTo>
                <a:lnTo>
                  <a:pt x="2392" y="584"/>
                </a:lnTo>
                <a:lnTo>
                  <a:pt x="2391" y="584"/>
                </a:lnTo>
                <a:lnTo>
                  <a:pt x="2391" y="583"/>
                </a:lnTo>
                <a:lnTo>
                  <a:pt x="2392" y="583"/>
                </a:lnTo>
                <a:lnTo>
                  <a:pt x="2391" y="582"/>
                </a:lnTo>
                <a:lnTo>
                  <a:pt x="2390" y="582"/>
                </a:lnTo>
                <a:lnTo>
                  <a:pt x="2389" y="581"/>
                </a:lnTo>
                <a:lnTo>
                  <a:pt x="2389" y="580"/>
                </a:lnTo>
                <a:lnTo>
                  <a:pt x="2388" y="580"/>
                </a:lnTo>
                <a:lnTo>
                  <a:pt x="2388" y="579"/>
                </a:lnTo>
                <a:lnTo>
                  <a:pt x="2387" y="579"/>
                </a:lnTo>
                <a:lnTo>
                  <a:pt x="2387" y="578"/>
                </a:lnTo>
                <a:lnTo>
                  <a:pt x="2388" y="578"/>
                </a:lnTo>
                <a:lnTo>
                  <a:pt x="2387" y="577"/>
                </a:lnTo>
                <a:lnTo>
                  <a:pt x="2387" y="576"/>
                </a:lnTo>
                <a:lnTo>
                  <a:pt x="2386" y="576"/>
                </a:lnTo>
                <a:lnTo>
                  <a:pt x="2387" y="576"/>
                </a:lnTo>
                <a:lnTo>
                  <a:pt x="2387" y="575"/>
                </a:lnTo>
                <a:lnTo>
                  <a:pt x="2387" y="573"/>
                </a:lnTo>
                <a:lnTo>
                  <a:pt x="2386" y="573"/>
                </a:lnTo>
                <a:lnTo>
                  <a:pt x="2386" y="572"/>
                </a:lnTo>
                <a:lnTo>
                  <a:pt x="2386" y="571"/>
                </a:lnTo>
                <a:lnTo>
                  <a:pt x="2385" y="571"/>
                </a:lnTo>
                <a:lnTo>
                  <a:pt x="2385" y="570"/>
                </a:lnTo>
                <a:lnTo>
                  <a:pt x="2386" y="570"/>
                </a:lnTo>
                <a:lnTo>
                  <a:pt x="2386" y="569"/>
                </a:lnTo>
                <a:lnTo>
                  <a:pt x="2386" y="568"/>
                </a:lnTo>
                <a:lnTo>
                  <a:pt x="2387" y="568"/>
                </a:lnTo>
                <a:lnTo>
                  <a:pt x="2386" y="568"/>
                </a:lnTo>
                <a:lnTo>
                  <a:pt x="2385" y="567"/>
                </a:lnTo>
                <a:lnTo>
                  <a:pt x="2383" y="565"/>
                </a:lnTo>
                <a:lnTo>
                  <a:pt x="2383" y="564"/>
                </a:lnTo>
                <a:lnTo>
                  <a:pt x="2383" y="563"/>
                </a:lnTo>
                <a:lnTo>
                  <a:pt x="2384" y="563"/>
                </a:lnTo>
                <a:lnTo>
                  <a:pt x="2384" y="562"/>
                </a:lnTo>
                <a:lnTo>
                  <a:pt x="2383" y="561"/>
                </a:lnTo>
                <a:lnTo>
                  <a:pt x="2383" y="560"/>
                </a:lnTo>
                <a:lnTo>
                  <a:pt x="2383" y="559"/>
                </a:lnTo>
                <a:lnTo>
                  <a:pt x="2382" y="559"/>
                </a:lnTo>
                <a:lnTo>
                  <a:pt x="2382" y="558"/>
                </a:lnTo>
                <a:lnTo>
                  <a:pt x="2382" y="557"/>
                </a:lnTo>
                <a:lnTo>
                  <a:pt x="2381" y="557"/>
                </a:lnTo>
                <a:lnTo>
                  <a:pt x="2380" y="557"/>
                </a:lnTo>
                <a:lnTo>
                  <a:pt x="2379" y="557"/>
                </a:lnTo>
                <a:lnTo>
                  <a:pt x="2379" y="556"/>
                </a:lnTo>
                <a:lnTo>
                  <a:pt x="2378" y="556"/>
                </a:lnTo>
                <a:lnTo>
                  <a:pt x="2377" y="556"/>
                </a:lnTo>
                <a:lnTo>
                  <a:pt x="2376" y="559"/>
                </a:lnTo>
                <a:lnTo>
                  <a:pt x="2375" y="560"/>
                </a:lnTo>
                <a:lnTo>
                  <a:pt x="2372" y="564"/>
                </a:lnTo>
                <a:lnTo>
                  <a:pt x="2370" y="566"/>
                </a:lnTo>
                <a:lnTo>
                  <a:pt x="2370" y="567"/>
                </a:lnTo>
                <a:lnTo>
                  <a:pt x="2369" y="567"/>
                </a:lnTo>
                <a:lnTo>
                  <a:pt x="2369" y="568"/>
                </a:lnTo>
                <a:lnTo>
                  <a:pt x="2368" y="568"/>
                </a:lnTo>
                <a:lnTo>
                  <a:pt x="2367" y="570"/>
                </a:lnTo>
                <a:lnTo>
                  <a:pt x="2366" y="571"/>
                </a:lnTo>
                <a:lnTo>
                  <a:pt x="2365" y="571"/>
                </a:lnTo>
                <a:lnTo>
                  <a:pt x="2365" y="572"/>
                </a:lnTo>
                <a:lnTo>
                  <a:pt x="2364" y="573"/>
                </a:lnTo>
                <a:lnTo>
                  <a:pt x="2364" y="574"/>
                </a:lnTo>
                <a:lnTo>
                  <a:pt x="2363" y="575"/>
                </a:lnTo>
                <a:lnTo>
                  <a:pt x="2363" y="576"/>
                </a:lnTo>
                <a:lnTo>
                  <a:pt x="2362" y="577"/>
                </a:lnTo>
                <a:lnTo>
                  <a:pt x="2361" y="577"/>
                </a:lnTo>
                <a:lnTo>
                  <a:pt x="2361" y="578"/>
                </a:lnTo>
                <a:lnTo>
                  <a:pt x="2360" y="579"/>
                </a:lnTo>
                <a:lnTo>
                  <a:pt x="2358" y="583"/>
                </a:lnTo>
                <a:lnTo>
                  <a:pt x="2358" y="584"/>
                </a:lnTo>
                <a:lnTo>
                  <a:pt x="2357" y="585"/>
                </a:lnTo>
                <a:lnTo>
                  <a:pt x="2356" y="586"/>
                </a:lnTo>
                <a:lnTo>
                  <a:pt x="2355" y="588"/>
                </a:lnTo>
                <a:lnTo>
                  <a:pt x="2354" y="590"/>
                </a:lnTo>
                <a:lnTo>
                  <a:pt x="2353" y="591"/>
                </a:lnTo>
                <a:lnTo>
                  <a:pt x="2352" y="592"/>
                </a:lnTo>
                <a:lnTo>
                  <a:pt x="2352" y="594"/>
                </a:lnTo>
                <a:lnTo>
                  <a:pt x="2351" y="595"/>
                </a:lnTo>
                <a:lnTo>
                  <a:pt x="2350" y="596"/>
                </a:lnTo>
                <a:lnTo>
                  <a:pt x="2349" y="598"/>
                </a:lnTo>
                <a:lnTo>
                  <a:pt x="2348" y="599"/>
                </a:lnTo>
                <a:lnTo>
                  <a:pt x="2348" y="600"/>
                </a:lnTo>
                <a:lnTo>
                  <a:pt x="2347" y="601"/>
                </a:lnTo>
                <a:lnTo>
                  <a:pt x="2347" y="602"/>
                </a:lnTo>
                <a:lnTo>
                  <a:pt x="2345" y="604"/>
                </a:lnTo>
                <a:lnTo>
                  <a:pt x="2343" y="606"/>
                </a:lnTo>
                <a:lnTo>
                  <a:pt x="2343" y="607"/>
                </a:lnTo>
                <a:lnTo>
                  <a:pt x="2342" y="607"/>
                </a:lnTo>
                <a:lnTo>
                  <a:pt x="2342" y="608"/>
                </a:lnTo>
                <a:lnTo>
                  <a:pt x="2341" y="610"/>
                </a:lnTo>
                <a:lnTo>
                  <a:pt x="2340" y="613"/>
                </a:lnTo>
                <a:lnTo>
                  <a:pt x="2340" y="614"/>
                </a:lnTo>
                <a:lnTo>
                  <a:pt x="2339" y="615"/>
                </a:lnTo>
                <a:lnTo>
                  <a:pt x="2338" y="617"/>
                </a:lnTo>
                <a:lnTo>
                  <a:pt x="2337" y="619"/>
                </a:lnTo>
                <a:lnTo>
                  <a:pt x="2336" y="620"/>
                </a:lnTo>
                <a:lnTo>
                  <a:pt x="2336" y="621"/>
                </a:lnTo>
                <a:lnTo>
                  <a:pt x="2334" y="625"/>
                </a:lnTo>
                <a:lnTo>
                  <a:pt x="2333" y="626"/>
                </a:lnTo>
                <a:lnTo>
                  <a:pt x="2332" y="628"/>
                </a:lnTo>
                <a:lnTo>
                  <a:pt x="2332" y="629"/>
                </a:lnTo>
                <a:lnTo>
                  <a:pt x="2331" y="630"/>
                </a:lnTo>
                <a:lnTo>
                  <a:pt x="2329" y="632"/>
                </a:lnTo>
                <a:lnTo>
                  <a:pt x="2329" y="633"/>
                </a:lnTo>
                <a:lnTo>
                  <a:pt x="2328" y="633"/>
                </a:lnTo>
                <a:lnTo>
                  <a:pt x="2324" y="635"/>
                </a:lnTo>
                <a:lnTo>
                  <a:pt x="2323" y="636"/>
                </a:lnTo>
                <a:lnTo>
                  <a:pt x="2321" y="638"/>
                </a:lnTo>
                <a:lnTo>
                  <a:pt x="2320" y="638"/>
                </a:lnTo>
                <a:lnTo>
                  <a:pt x="2319" y="639"/>
                </a:lnTo>
                <a:lnTo>
                  <a:pt x="2316" y="641"/>
                </a:lnTo>
                <a:lnTo>
                  <a:pt x="2315" y="642"/>
                </a:lnTo>
                <a:lnTo>
                  <a:pt x="2314" y="643"/>
                </a:lnTo>
                <a:lnTo>
                  <a:pt x="2312" y="644"/>
                </a:lnTo>
                <a:lnTo>
                  <a:pt x="2312" y="643"/>
                </a:lnTo>
                <a:lnTo>
                  <a:pt x="2312" y="644"/>
                </a:lnTo>
                <a:lnTo>
                  <a:pt x="2311" y="644"/>
                </a:lnTo>
                <a:lnTo>
                  <a:pt x="2310" y="645"/>
                </a:lnTo>
                <a:lnTo>
                  <a:pt x="2310" y="646"/>
                </a:lnTo>
                <a:lnTo>
                  <a:pt x="2310" y="647"/>
                </a:lnTo>
                <a:lnTo>
                  <a:pt x="2310" y="649"/>
                </a:lnTo>
                <a:lnTo>
                  <a:pt x="2309" y="649"/>
                </a:lnTo>
                <a:lnTo>
                  <a:pt x="2309" y="650"/>
                </a:lnTo>
                <a:lnTo>
                  <a:pt x="2309" y="652"/>
                </a:lnTo>
                <a:lnTo>
                  <a:pt x="2308" y="655"/>
                </a:lnTo>
                <a:lnTo>
                  <a:pt x="2308" y="658"/>
                </a:lnTo>
                <a:lnTo>
                  <a:pt x="2307" y="659"/>
                </a:lnTo>
                <a:lnTo>
                  <a:pt x="2307" y="661"/>
                </a:lnTo>
                <a:lnTo>
                  <a:pt x="2306" y="662"/>
                </a:lnTo>
                <a:lnTo>
                  <a:pt x="2306" y="663"/>
                </a:lnTo>
                <a:lnTo>
                  <a:pt x="2305" y="664"/>
                </a:lnTo>
                <a:lnTo>
                  <a:pt x="2304" y="667"/>
                </a:lnTo>
                <a:lnTo>
                  <a:pt x="2303" y="668"/>
                </a:lnTo>
                <a:lnTo>
                  <a:pt x="2302" y="669"/>
                </a:lnTo>
                <a:lnTo>
                  <a:pt x="2301" y="670"/>
                </a:lnTo>
                <a:lnTo>
                  <a:pt x="2299" y="671"/>
                </a:lnTo>
                <a:lnTo>
                  <a:pt x="2295" y="673"/>
                </a:lnTo>
                <a:lnTo>
                  <a:pt x="2294" y="675"/>
                </a:lnTo>
                <a:lnTo>
                  <a:pt x="2293" y="675"/>
                </a:lnTo>
                <a:lnTo>
                  <a:pt x="2292" y="676"/>
                </a:lnTo>
                <a:lnTo>
                  <a:pt x="2291" y="677"/>
                </a:lnTo>
                <a:lnTo>
                  <a:pt x="2291" y="678"/>
                </a:lnTo>
                <a:lnTo>
                  <a:pt x="2289" y="680"/>
                </a:lnTo>
                <a:lnTo>
                  <a:pt x="2286" y="682"/>
                </a:lnTo>
                <a:lnTo>
                  <a:pt x="2285" y="683"/>
                </a:lnTo>
                <a:lnTo>
                  <a:pt x="2284" y="684"/>
                </a:lnTo>
                <a:lnTo>
                  <a:pt x="2283" y="684"/>
                </a:lnTo>
                <a:lnTo>
                  <a:pt x="2281" y="685"/>
                </a:lnTo>
                <a:lnTo>
                  <a:pt x="2280" y="686"/>
                </a:lnTo>
                <a:lnTo>
                  <a:pt x="2279" y="687"/>
                </a:lnTo>
                <a:lnTo>
                  <a:pt x="2278" y="687"/>
                </a:lnTo>
                <a:lnTo>
                  <a:pt x="2277" y="689"/>
                </a:lnTo>
                <a:lnTo>
                  <a:pt x="2275" y="692"/>
                </a:lnTo>
                <a:lnTo>
                  <a:pt x="2275" y="693"/>
                </a:lnTo>
                <a:lnTo>
                  <a:pt x="2274" y="694"/>
                </a:lnTo>
                <a:lnTo>
                  <a:pt x="2273" y="695"/>
                </a:lnTo>
                <a:lnTo>
                  <a:pt x="2273" y="696"/>
                </a:lnTo>
                <a:lnTo>
                  <a:pt x="2272" y="696"/>
                </a:lnTo>
                <a:lnTo>
                  <a:pt x="2270" y="698"/>
                </a:lnTo>
                <a:lnTo>
                  <a:pt x="2267" y="701"/>
                </a:lnTo>
                <a:lnTo>
                  <a:pt x="2264" y="703"/>
                </a:lnTo>
                <a:lnTo>
                  <a:pt x="2262" y="705"/>
                </a:lnTo>
                <a:lnTo>
                  <a:pt x="2259" y="707"/>
                </a:lnTo>
                <a:lnTo>
                  <a:pt x="2259" y="708"/>
                </a:lnTo>
                <a:lnTo>
                  <a:pt x="2258" y="709"/>
                </a:lnTo>
                <a:lnTo>
                  <a:pt x="2258" y="710"/>
                </a:lnTo>
                <a:lnTo>
                  <a:pt x="2257" y="712"/>
                </a:lnTo>
                <a:lnTo>
                  <a:pt x="2257" y="713"/>
                </a:lnTo>
                <a:lnTo>
                  <a:pt x="2256" y="715"/>
                </a:lnTo>
                <a:lnTo>
                  <a:pt x="2256" y="716"/>
                </a:lnTo>
                <a:lnTo>
                  <a:pt x="2256" y="718"/>
                </a:lnTo>
                <a:lnTo>
                  <a:pt x="2256" y="720"/>
                </a:lnTo>
                <a:lnTo>
                  <a:pt x="2255" y="721"/>
                </a:lnTo>
                <a:lnTo>
                  <a:pt x="2255" y="724"/>
                </a:lnTo>
                <a:lnTo>
                  <a:pt x="2255" y="726"/>
                </a:lnTo>
                <a:lnTo>
                  <a:pt x="2255" y="727"/>
                </a:lnTo>
                <a:lnTo>
                  <a:pt x="2254" y="728"/>
                </a:lnTo>
                <a:lnTo>
                  <a:pt x="2252" y="730"/>
                </a:lnTo>
                <a:lnTo>
                  <a:pt x="2251" y="731"/>
                </a:lnTo>
                <a:lnTo>
                  <a:pt x="2250" y="732"/>
                </a:lnTo>
                <a:lnTo>
                  <a:pt x="2250" y="733"/>
                </a:lnTo>
                <a:lnTo>
                  <a:pt x="2249" y="734"/>
                </a:lnTo>
                <a:lnTo>
                  <a:pt x="2248" y="735"/>
                </a:lnTo>
                <a:lnTo>
                  <a:pt x="2249" y="737"/>
                </a:lnTo>
                <a:lnTo>
                  <a:pt x="2250" y="737"/>
                </a:lnTo>
                <a:lnTo>
                  <a:pt x="2250" y="738"/>
                </a:lnTo>
                <a:lnTo>
                  <a:pt x="2251" y="739"/>
                </a:lnTo>
                <a:lnTo>
                  <a:pt x="2252" y="740"/>
                </a:lnTo>
                <a:lnTo>
                  <a:pt x="2253" y="740"/>
                </a:lnTo>
                <a:lnTo>
                  <a:pt x="2253" y="741"/>
                </a:lnTo>
                <a:lnTo>
                  <a:pt x="2253" y="742"/>
                </a:lnTo>
                <a:lnTo>
                  <a:pt x="2254" y="742"/>
                </a:lnTo>
                <a:lnTo>
                  <a:pt x="2254" y="743"/>
                </a:lnTo>
                <a:lnTo>
                  <a:pt x="2256" y="745"/>
                </a:lnTo>
                <a:lnTo>
                  <a:pt x="2257" y="745"/>
                </a:lnTo>
                <a:lnTo>
                  <a:pt x="2257" y="746"/>
                </a:lnTo>
                <a:lnTo>
                  <a:pt x="2258" y="747"/>
                </a:lnTo>
                <a:lnTo>
                  <a:pt x="2259" y="747"/>
                </a:lnTo>
                <a:lnTo>
                  <a:pt x="2259" y="748"/>
                </a:lnTo>
                <a:lnTo>
                  <a:pt x="2260" y="749"/>
                </a:lnTo>
                <a:lnTo>
                  <a:pt x="2261" y="751"/>
                </a:lnTo>
                <a:lnTo>
                  <a:pt x="2262" y="752"/>
                </a:lnTo>
                <a:lnTo>
                  <a:pt x="2263" y="753"/>
                </a:lnTo>
                <a:lnTo>
                  <a:pt x="2264" y="754"/>
                </a:lnTo>
                <a:lnTo>
                  <a:pt x="2264" y="755"/>
                </a:lnTo>
                <a:lnTo>
                  <a:pt x="2265" y="755"/>
                </a:lnTo>
                <a:lnTo>
                  <a:pt x="2265" y="756"/>
                </a:lnTo>
                <a:lnTo>
                  <a:pt x="2266" y="756"/>
                </a:lnTo>
                <a:lnTo>
                  <a:pt x="2267" y="756"/>
                </a:lnTo>
                <a:lnTo>
                  <a:pt x="2267" y="757"/>
                </a:lnTo>
                <a:lnTo>
                  <a:pt x="2268" y="757"/>
                </a:lnTo>
                <a:lnTo>
                  <a:pt x="2269" y="757"/>
                </a:lnTo>
                <a:lnTo>
                  <a:pt x="2270" y="759"/>
                </a:lnTo>
                <a:lnTo>
                  <a:pt x="2270" y="760"/>
                </a:lnTo>
                <a:lnTo>
                  <a:pt x="2271" y="761"/>
                </a:lnTo>
                <a:lnTo>
                  <a:pt x="2272" y="761"/>
                </a:lnTo>
                <a:lnTo>
                  <a:pt x="2273" y="761"/>
                </a:lnTo>
                <a:lnTo>
                  <a:pt x="2273" y="762"/>
                </a:lnTo>
                <a:lnTo>
                  <a:pt x="2274" y="762"/>
                </a:lnTo>
                <a:lnTo>
                  <a:pt x="2275" y="762"/>
                </a:lnTo>
                <a:lnTo>
                  <a:pt x="2276" y="762"/>
                </a:lnTo>
                <a:lnTo>
                  <a:pt x="2276" y="763"/>
                </a:lnTo>
                <a:lnTo>
                  <a:pt x="2277" y="763"/>
                </a:lnTo>
                <a:lnTo>
                  <a:pt x="2278" y="763"/>
                </a:lnTo>
                <a:lnTo>
                  <a:pt x="2279" y="762"/>
                </a:lnTo>
                <a:lnTo>
                  <a:pt x="2279" y="763"/>
                </a:lnTo>
                <a:lnTo>
                  <a:pt x="2281" y="763"/>
                </a:lnTo>
                <a:lnTo>
                  <a:pt x="2282" y="763"/>
                </a:lnTo>
                <a:lnTo>
                  <a:pt x="2283" y="764"/>
                </a:lnTo>
                <a:lnTo>
                  <a:pt x="2284" y="764"/>
                </a:lnTo>
                <a:lnTo>
                  <a:pt x="2285" y="764"/>
                </a:lnTo>
                <a:lnTo>
                  <a:pt x="2286" y="764"/>
                </a:lnTo>
                <a:lnTo>
                  <a:pt x="2287" y="763"/>
                </a:lnTo>
                <a:lnTo>
                  <a:pt x="2288" y="763"/>
                </a:lnTo>
                <a:lnTo>
                  <a:pt x="2288" y="764"/>
                </a:lnTo>
                <a:lnTo>
                  <a:pt x="2289" y="764"/>
                </a:lnTo>
                <a:lnTo>
                  <a:pt x="2289" y="765"/>
                </a:lnTo>
                <a:lnTo>
                  <a:pt x="2290" y="765"/>
                </a:lnTo>
                <a:lnTo>
                  <a:pt x="2290" y="764"/>
                </a:lnTo>
                <a:lnTo>
                  <a:pt x="2291" y="764"/>
                </a:lnTo>
                <a:lnTo>
                  <a:pt x="2292" y="764"/>
                </a:lnTo>
                <a:lnTo>
                  <a:pt x="2292" y="763"/>
                </a:lnTo>
                <a:lnTo>
                  <a:pt x="2293" y="764"/>
                </a:lnTo>
                <a:lnTo>
                  <a:pt x="2293" y="765"/>
                </a:lnTo>
                <a:lnTo>
                  <a:pt x="2292" y="766"/>
                </a:lnTo>
                <a:lnTo>
                  <a:pt x="2292" y="767"/>
                </a:lnTo>
                <a:lnTo>
                  <a:pt x="2292" y="768"/>
                </a:lnTo>
                <a:lnTo>
                  <a:pt x="2291" y="769"/>
                </a:lnTo>
                <a:lnTo>
                  <a:pt x="2290" y="769"/>
                </a:lnTo>
                <a:lnTo>
                  <a:pt x="2289" y="770"/>
                </a:lnTo>
                <a:lnTo>
                  <a:pt x="2289" y="771"/>
                </a:lnTo>
                <a:lnTo>
                  <a:pt x="2288" y="773"/>
                </a:lnTo>
                <a:lnTo>
                  <a:pt x="2288" y="774"/>
                </a:lnTo>
                <a:lnTo>
                  <a:pt x="2288" y="775"/>
                </a:lnTo>
                <a:lnTo>
                  <a:pt x="2288" y="776"/>
                </a:lnTo>
                <a:lnTo>
                  <a:pt x="2288" y="777"/>
                </a:lnTo>
                <a:lnTo>
                  <a:pt x="2288" y="778"/>
                </a:lnTo>
                <a:lnTo>
                  <a:pt x="2289" y="778"/>
                </a:lnTo>
                <a:lnTo>
                  <a:pt x="2290" y="779"/>
                </a:lnTo>
                <a:lnTo>
                  <a:pt x="2290" y="780"/>
                </a:lnTo>
                <a:lnTo>
                  <a:pt x="2290" y="781"/>
                </a:lnTo>
                <a:lnTo>
                  <a:pt x="2291" y="781"/>
                </a:lnTo>
                <a:lnTo>
                  <a:pt x="2292" y="781"/>
                </a:lnTo>
                <a:lnTo>
                  <a:pt x="2293" y="781"/>
                </a:lnTo>
                <a:lnTo>
                  <a:pt x="2294" y="781"/>
                </a:lnTo>
                <a:lnTo>
                  <a:pt x="2295" y="780"/>
                </a:lnTo>
                <a:lnTo>
                  <a:pt x="2295" y="779"/>
                </a:lnTo>
                <a:lnTo>
                  <a:pt x="2296" y="779"/>
                </a:lnTo>
                <a:lnTo>
                  <a:pt x="2297" y="778"/>
                </a:lnTo>
                <a:lnTo>
                  <a:pt x="2298" y="778"/>
                </a:lnTo>
                <a:lnTo>
                  <a:pt x="2297" y="777"/>
                </a:lnTo>
                <a:lnTo>
                  <a:pt x="2298" y="777"/>
                </a:lnTo>
                <a:lnTo>
                  <a:pt x="2299" y="777"/>
                </a:lnTo>
                <a:lnTo>
                  <a:pt x="2299" y="778"/>
                </a:lnTo>
                <a:lnTo>
                  <a:pt x="2300" y="779"/>
                </a:lnTo>
                <a:lnTo>
                  <a:pt x="2299" y="780"/>
                </a:lnTo>
                <a:lnTo>
                  <a:pt x="2300" y="781"/>
                </a:lnTo>
                <a:lnTo>
                  <a:pt x="2300" y="782"/>
                </a:lnTo>
                <a:lnTo>
                  <a:pt x="2300" y="783"/>
                </a:lnTo>
                <a:lnTo>
                  <a:pt x="2300" y="784"/>
                </a:lnTo>
                <a:lnTo>
                  <a:pt x="2300" y="785"/>
                </a:lnTo>
                <a:lnTo>
                  <a:pt x="2299" y="786"/>
                </a:lnTo>
                <a:lnTo>
                  <a:pt x="2300" y="787"/>
                </a:lnTo>
                <a:lnTo>
                  <a:pt x="2300" y="788"/>
                </a:lnTo>
                <a:lnTo>
                  <a:pt x="2301" y="788"/>
                </a:lnTo>
                <a:lnTo>
                  <a:pt x="2301" y="789"/>
                </a:lnTo>
                <a:lnTo>
                  <a:pt x="2302" y="790"/>
                </a:lnTo>
                <a:lnTo>
                  <a:pt x="2301" y="790"/>
                </a:lnTo>
                <a:lnTo>
                  <a:pt x="2302" y="790"/>
                </a:lnTo>
                <a:lnTo>
                  <a:pt x="2302" y="791"/>
                </a:lnTo>
                <a:lnTo>
                  <a:pt x="2302" y="792"/>
                </a:lnTo>
                <a:lnTo>
                  <a:pt x="2302" y="793"/>
                </a:lnTo>
                <a:lnTo>
                  <a:pt x="2302" y="794"/>
                </a:lnTo>
                <a:lnTo>
                  <a:pt x="2303" y="794"/>
                </a:lnTo>
                <a:lnTo>
                  <a:pt x="2303" y="795"/>
                </a:lnTo>
                <a:lnTo>
                  <a:pt x="2303" y="796"/>
                </a:lnTo>
                <a:lnTo>
                  <a:pt x="2304" y="796"/>
                </a:lnTo>
                <a:lnTo>
                  <a:pt x="2305" y="797"/>
                </a:lnTo>
                <a:lnTo>
                  <a:pt x="2305" y="798"/>
                </a:lnTo>
                <a:lnTo>
                  <a:pt x="2305" y="799"/>
                </a:lnTo>
                <a:lnTo>
                  <a:pt x="2306" y="799"/>
                </a:lnTo>
                <a:lnTo>
                  <a:pt x="2306" y="798"/>
                </a:lnTo>
                <a:lnTo>
                  <a:pt x="2307" y="798"/>
                </a:lnTo>
                <a:lnTo>
                  <a:pt x="2308" y="798"/>
                </a:lnTo>
                <a:lnTo>
                  <a:pt x="2308" y="799"/>
                </a:lnTo>
                <a:lnTo>
                  <a:pt x="2310" y="800"/>
                </a:lnTo>
                <a:lnTo>
                  <a:pt x="2311" y="800"/>
                </a:lnTo>
                <a:lnTo>
                  <a:pt x="2312" y="800"/>
                </a:lnTo>
                <a:lnTo>
                  <a:pt x="2312" y="801"/>
                </a:lnTo>
                <a:lnTo>
                  <a:pt x="2312" y="803"/>
                </a:lnTo>
                <a:lnTo>
                  <a:pt x="2313" y="803"/>
                </a:lnTo>
                <a:lnTo>
                  <a:pt x="2313" y="804"/>
                </a:lnTo>
                <a:lnTo>
                  <a:pt x="2314" y="804"/>
                </a:lnTo>
                <a:lnTo>
                  <a:pt x="2314" y="805"/>
                </a:lnTo>
                <a:lnTo>
                  <a:pt x="2315" y="804"/>
                </a:lnTo>
                <a:lnTo>
                  <a:pt x="2315" y="805"/>
                </a:lnTo>
                <a:lnTo>
                  <a:pt x="2316" y="804"/>
                </a:lnTo>
                <a:lnTo>
                  <a:pt x="2317" y="803"/>
                </a:lnTo>
                <a:lnTo>
                  <a:pt x="2318" y="803"/>
                </a:lnTo>
                <a:lnTo>
                  <a:pt x="2318" y="802"/>
                </a:lnTo>
                <a:lnTo>
                  <a:pt x="2319" y="802"/>
                </a:lnTo>
                <a:lnTo>
                  <a:pt x="2319" y="801"/>
                </a:lnTo>
                <a:lnTo>
                  <a:pt x="2320" y="801"/>
                </a:lnTo>
                <a:lnTo>
                  <a:pt x="2320" y="802"/>
                </a:lnTo>
                <a:lnTo>
                  <a:pt x="2321" y="801"/>
                </a:lnTo>
                <a:lnTo>
                  <a:pt x="2321" y="802"/>
                </a:lnTo>
                <a:lnTo>
                  <a:pt x="2322" y="802"/>
                </a:lnTo>
                <a:lnTo>
                  <a:pt x="2323" y="802"/>
                </a:lnTo>
                <a:lnTo>
                  <a:pt x="2324" y="801"/>
                </a:lnTo>
                <a:lnTo>
                  <a:pt x="2325" y="801"/>
                </a:lnTo>
                <a:lnTo>
                  <a:pt x="2326" y="800"/>
                </a:lnTo>
                <a:lnTo>
                  <a:pt x="2327" y="799"/>
                </a:lnTo>
                <a:lnTo>
                  <a:pt x="2328" y="798"/>
                </a:lnTo>
                <a:lnTo>
                  <a:pt x="2328" y="797"/>
                </a:lnTo>
                <a:lnTo>
                  <a:pt x="2328" y="796"/>
                </a:lnTo>
                <a:lnTo>
                  <a:pt x="2328" y="794"/>
                </a:lnTo>
                <a:lnTo>
                  <a:pt x="2328" y="793"/>
                </a:lnTo>
                <a:lnTo>
                  <a:pt x="2329" y="792"/>
                </a:lnTo>
                <a:lnTo>
                  <a:pt x="2329" y="791"/>
                </a:lnTo>
                <a:lnTo>
                  <a:pt x="2329" y="790"/>
                </a:lnTo>
                <a:lnTo>
                  <a:pt x="2330" y="790"/>
                </a:lnTo>
                <a:lnTo>
                  <a:pt x="2330" y="789"/>
                </a:lnTo>
                <a:lnTo>
                  <a:pt x="2330" y="788"/>
                </a:lnTo>
                <a:lnTo>
                  <a:pt x="2329" y="787"/>
                </a:lnTo>
                <a:lnTo>
                  <a:pt x="2329" y="786"/>
                </a:lnTo>
                <a:lnTo>
                  <a:pt x="2330" y="786"/>
                </a:lnTo>
                <a:lnTo>
                  <a:pt x="2329" y="786"/>
                </a:lnTo>
                <a:lnTo>
                  <a:pt x="2329" y="785"/>
                </a:lnTo>
                <a:lnTo>
                  <a:pt x="2330" y="785"/>
                </a:lnTo>
                <a:lnTo>
                  <a:pt x="2330" y="784"/>
                </a:lnTo>
                <a:lnTo>
                  <a:pt x="2331" y="784"/>
                </a:lnTo>
                <a:lnTo>
                  <a:pt x="2332" y="784"/>
                </a:lnTo>
                <a:lnTo>
                  <a:pt x="2333" y="783"/>
                </a:lnTo>
                <a:lnTo>
                  <a:pt x="2334" y="783"/>
                </a:lnTo>
                <a:lnTo>
                  <a:pt x="2335" y="784"/>
                </a:lnTo>
                <a:lnTo>
                  <a:pt x="2335" y="783"/>
                </a:lnTo>
                <a:lnTo>
                  <a:pt x="2336" y="782"/>
                </a:lnTo>
                <a:lnTo>
                  <a:pt x="2337" y="783"/>
                </a:lnTo>
                <a:lnTo>
                  <a:pt x="2338" y="783"/>
                </a:lnTo>
                <a:lnTo>
                  <a:pt x="2338" y="784"/>
                </a:lnTo>
                <a:lnTo>
                  <a:pt x="2339" y="784"/>
                </a:lnTo>
                <a:lnTo>
                  <a:pt x="2339" y="785"/>
                </a:lnTo>
                <a:lnTo>
                  <a:pt x="2339" y="786"/>
                </a:lnTo>
                <a:lnTo>
                  <a:pt x="2340" y="786"/>
                </a:lnTo>
                <a:lnTo>
                  <a:pt x="2340" y="787"/>
                </a:lnTo>
                <a:lnTo>
                  <a:pt x="2341" y="786"/>
                </a:lnTo>
                <a:lnTo>
                  <a:pt x="2342" y="785"/>
                </a:lnTo>
                <a:lnTo>
                  <a:pt x="2343" y="785"/>
                </a:lnTo>
                <a:lnTo>
                  <a:pt x="2344" y="778"/>
                </a:lnTo>
                <a:lnTo>
                  <a:pt x="2344" y="775"/>
                </a:lnTo>
                <a:lnTo>
                  <a:pt x="2344" y="774"/>
                </a:lnTo>
                <a:lnTo>
                  <a:pt x="2343" y="772"/>
                </a:lnTo>
                <a:lnTo>
                  <a:pt x="2342" y="772"/>
                </a:lnTo>
                <a:lnTo>
                  <a:pt x="2342" y="771"/>
                </a:lnTo>
                <a:lnTo>
                  <a:pt x="2342" y="770"/>
                </a:lnTo>
                <a:lnTo>
                  <a:pt x="2341" y="770"/>
                </a:lnTo>
                <a:lnTo>
                  <a:pt x="2340" y="769"/>
                </a:lnTo>
                <a:lnTo>
                  <a:pt x="2339" y="768"/>
                </a:lnTo>
                <a:lnTo>
                  <a:pt x="2338" y="768"/>
                </a:lnTo>
                <a:lnTo>
                  <a:pt x="2336" y="769"/>
                </a:lnTo>
                <a:lnTo>
                  <a:pt x="2334" y="770"/>
                </a:lnTo>
                <a:lnTo>
                  <a:pt x="2333" y="768"/>
                </a:lnTo>
                <a:lnTo>
                  <a:pt x="2333" y="767"/>
                </a:lnTo>
                <a:lnTo>
                  <a:pt x="2333" y="766"/>
                </a:lnTo>
                <a:lnTo>
                  <a:pt x="2333" y="765"/>
                </a:lnTo>
                <a:lnTo>
                  <a:pt x="2334" y="766"/>
                </a:lnTo>
                <a:lnTo>
                  <a:pt x="2335" y="766"/>
                </a:lnTo>
                <a:lnTo>
                  <a:pt x="2336" y="766"/>
                </a:lnTo>
                <a:lnTo>
                  <a:pt x="2337" y="766"/>
                </a:lnTo>
                <a:lnTo>
                  <a:pt x="2337" y="767"/>
                </a:lnTo>
                <a:lnTo>
                  <a:pt x="2338" y="767"/>
                </a:lnTo>
                <a:lnTo>
                  <a:pt x="2339" y="768"/>
                </a:lnTo>
                <a:lnTo>
                  <a:pt x="2340" y="769"/>
                </a:lnTo>
                <a:lnTo>
                  <a:pt x="2341" y="769"/>
                </a:lnTo>
                <a:lnTo>
                  <a:pt x="2342" y="770"/>
                </a:lnTo>
                <a:lnTo>
                  <a:pt x="2342" y="771"/>
                </a:lnTo>
                <a:lnTo>
                  <a:pt x="2343" y="771"/>
                </a:lnTo>
                <a:lnTo>
                  <a:pt x="2345" y="771"/>
                </a:lnTo>
                <a:lnTo>
                  <a:pt x="2346" y="771"/>
                </a:lnTo>
                <a:lnTo>
                  <a:pt x="2347" y="771"/>
                </a:lnTo>
                <a:lnTo>
                  <a:pt x="2347" y="770"/>
                </a:lnTo>
                <a:lnTo>
                  <a:pt x="2348" y="770"/>
                </a:lnTo>
                <a:lnTo>
                  <a:pt x="2348" y="769"/>
                </a:lnTo>
                <a:lnTo>
                  <a:pt x="2349" y="769"/>
                </a:lnTo>
                <a:lnTo>
                  <a:pt x="2349" y="768"/>
                </a:lnTo>
                <a:lnTo>
                  <a:pt x="2350" y="768"/>
                </a:lnTo>
                <a:lnTo>
                  <a:pt x="2351" y="768"/>
                </a:lnTo>
                <a:lnTo>
                  <a:pt x="2353" y="768"/>
                </a:lnTo>
                <a:lnTo>
                  <a:pt x="2353" y="767"/>
                </a:lnTo>
                <a:lnTo>
                  <a:pt x="2354" y="767"/>
                </a:lnTo>
                <a:lnTo>
                  <a:pt x="2354" y="768"/>
                </a:lnTo>
                <a:lnTo>
                  <a:pt x="2354" y="771"/>
                </a:lnTo>
                <a:lnTo>
                  <a:pt x="2354" y="772"/>
                </a:lnTo>
                <a:lnTo>
                  <a:pt x="2354" y="773"/>
                </a:lnTo>
                <a:lnTo>
                  <a:pt x="2353" y="773"/>
                </a:lnTo>
                <a:lnTo>
                  <a:pt x="2353" y="774"/>
                </a:lnTo>
                <a:lnTo>
                  <a:pt x="2353" y="775"/>
                </a:lnTo>
                <a:lnTo>
                  <a:pt x="2353" y="776"/>
                </a:lnTo>
                <a:lnTo>
                  <a:pt x="2353" y="777"/>
                </a:lnTo>
                <a:lnTo>
                  <a:pt x="2353" y="778"/>
                </a:lnTo>
                <a:lnTo>
                  <a:pt x="2352" y="779"/>
                </a:lnTo>
                <a:lnTo>
                  <a:pt x="2352" y="780"/>
                </a:lnTo>
                <a:lnTo>
                  <a:pt x="2352" y="781"/>
                </a:lnTo>
                <a:lnTo>
                  <a:pt x="2352" y="782"/>
                </a:lnTo>
                <a:lnTo>
                  <a:pt x="2353" y="782"/>
                </a:lnTo>
                <a:lnTo>
                  <a:pt x="2353" y="783"/>
                </a:lnTo>
                <a:lnTo>
                  <a:pt x="2354" y="783"/>
                </a:lnTo>
                <a:lnTo>
                  <a:pt x="2354" y="784"/>
                </a:lnTo>
                <a:lnTo>
                  <a:pt x="2355" y="784"/>
                </a:lnTo>
                <a:lnTo>
                  <a:pt x="2356" y="784"/>
                </a:lnTo>
                <a:lnTo>
                  <a:pt x="2356" y="783"/>
                </a:lnTo>
                <a:lnTo>
                  <a:pt x="2357" y="783"/>
                </a:lnTo>
                <a:lnTo>
                  <a:pt x="2358" y="783"/>
                </a:lnTo>
                <a:lnTo>
                  <a:pt x="2359" y="783"/>
                </a:lnTo>
                <a:lnTo>
                  <a:pt x="2360" y="783"/>
                </a:lnTo>
                <a:lnTo>
                  <a:pt x="2360" y="780"/>
                </a:lnTo>
                <a:lnTo>
                  <a:pt x="2360" y="779"/>
                </a:lnTo>
                <a:lnTo>
                  <a:pt x="2359" y="778"/>
                </a:lnTo>
                <a:lnTo>
                  <a:pt x="2359" y="777"/>
                </a:lnTo>
                <a:lnTo>
                  <a:pt x="2360" y="777"/>
                </a:lnTo>
                <a:lnTo>
                  <a:pt x="2360" y="776"/>
                </a:lnTo>
                <a:lnTo>
                  <a:pt x="2359" y="775"/>
                </a:lnTo>
                <a:lnTo>
                  <a:pt x="2359" y="774"/>
                </a:lnTo>
                <a:lnTo>
                  <a:pt x="2360" y="774"/>
                </a:lnTo>
                <a:lnTo>
                  <a:pt x="2361" y="774"/>
                </a:lnTo>
                <a:lnTo>
                  <a:pt x="2362" y="774"/>
                </a:lnTo>
                <a:lnTo>
                  <a:pt x="2362" y="775"/>
                </a:lnTo>
                <a:lnTo>
                  <a:pt x="2362" y="776"/>
                </a:lnTo>
                <a:lnTo>
                  <a:pt x="2362" y="777"/>
                </a:lnTo>
                <a:lnTo>
                  <a:pt x="2362" y="778"/>
                </a:lnTo>
                <a:lnTo>
                  <a:pt x="2363" y="778"/>
                </a:lnTo>
                <a:lnTo>
                  <a:pt x="2363" y="779"/>
                </a:lnTo>
                <a:lnTo>
                  <a:pt x="2364" y="779"/>
                </a:lnTo>
                <a:lnTo>
                  <a:pt x="2364" y="780"/>
                </a:lnTo>
                <a:lnTo>
                  <a:pt x="2364" y="781"/>
                </a:lnTo>
                <a:lnTo>
                  <a:pt x="2363" y="781"/>
                </a:lnTo>
                <a:lnTo>
                  <a:pt x="2363" y="782"/>
                </a:lnTo>
                <a:lnTo>
                  <a:pt x="2362" y="782"/>
                </a:lnTo>
                <a:lnTo>
                  <a:pt x="2361" y="783"/>
                </a:lnTo>
                <a:lnTo>
                  <a:pt x="2362" y="784"/>
                </a:lnTo>
                <a:lnTo>
                  <a:pt x="2363" y="784"/>
                </a:lnTo>
                <a:lnTo>
                  <a:pt x="2364" y="784"/>
                </a:lnTo>
                <a:lnTo>
                  <a:pt x="2365" y="784"/>
                </a:lnTo>
                <a:lnTo>
                  <a:pt x="2365" y="783"/>
                </a:lnTo>
                <a:lnTo>
                  <a:pt x="2366" y="783"/>
                </a:lnTo>
                <a:lnTo>
                  <a:pt x="2366" y="784"/>
                </a:lnTo>
                <a:lnTo>
                  <a:pt x="2366" y="786"/>
                </a:lnTo>
                <a:lnTo>
                  <a:pt x="2366" y="787"/>
                </a:lnTo>
                <a:lnTo>
                  <a:pt x="2367" y="790"/>
                </a:lnTo>
                <a:lnTo>
                  <a:pt x="2366" y="790"/>
                </a:lnTo>
                <a:lnTo>
                  <a:pt x="2367" y="791"/>
                </a:lnTo>
                <a:lnTo>
                  <a:pt x="2367" y="792"/>
                </a:lnTo>
                <a:lnTo>
                  <a:pt x="2367" y="793"/>
                </a:lnTo>
                <a:lnTo>
                  <a:pt x="2368" y="794"/>
                </a:lnTo>
                <a:lnTo>
                  <a:pt x="2367" y="795"/>
                </a:lnTo>
                <a:lnTo>
                  <a:pt x="2367" y="798"/>
                </a:lnTo>
                <a:lnTo>
                  <a:pt x="2366" y="800"/>
                </a:lnTo>
                <a:lnTo>
                  <a:pt x="2364" y="800"/>
                </a:lnTo>
                <a:lnTo>
                  <a:pt x="2361" y="801"/>
                </a:lnTo>
                <a:lnTo>
                  <a:pt x="2360" y="801"/>
                </a:lnTo>
                <a:lnTo>
                  <a:pt x="2359" y="801"/>
                </a:lnTo>
                <a:lnTo>
                  <a:pt x="2358" y="802"/>
                </a:lnTo>
                <a:lnTo>
                  <a:pt x="2356" y="802"/>
                </a:lnTo>
                <a:lnTo>
                  <a:pt x="2355" y="802"/>
                </a:lnTo>
                <a:lnTo>
                  <a:pt x="2351" y="804"/>
                </a:lnTo>
                <a:lnTo>
                  <a:pt x="2346" y="805"/>
                </a:lnTo>
                <a:lnTo>
                  <a:pt x="2345" y="806"/>
                </a:lnTo>
                <a:lnTo>
                  <a:pt x="2344" y="806"/>
                </a:lnTo>
                <a:lnTo>
                  <a:pt x="2344" y="807"/>
                </a:lnTo>
                <a:lnTo>
                  <a:pt x="2343" y="807"/>
                </a:lnTo>
                <a:lnTo>
                  <a:pt x="2342" y="808"/>
                </a:lnTo>
                <a:lnTo>
                  <a:pt x="2340" y="808"/>
                </a:lnTo>
                <a:lnTo>
                  <a:pt x="2339" y="808"/>
                </a:lnTo>
                <a:lnTo>
                  <a:pt x="2339" y="809"/>
                </a:lnTo>
                <a:lnTo>
                  <a:pt x="2338" y="810"/>
                </a:lnTo>
                <a:lnTo>
                  <a:pt x="2339" y="810"/>
                </a:lnTo>
                <a:lnTo>
                  <a:pt x="2339" y="811"/>
                </a:lnTo>
                <a:lnTo>
                  <a:pt x="2339" y="812"/>
                </a:lnTo>
                <a:lnTo>
                  <a:pt x="2340" y="813"/>
                </a:lnTo>
                <a:lnTo>
                  <a:pt x="2340" y="814"/>
                </a:lnTo>
                <a:lnTo>
                  <a:pt x="2339" y="815"/>
                </a:lnTo>
                <a:lnTo>
                  <a:pt x="2338" y="815"/>
                </a:lnTo>
                <a:lnTo>
                  <a:pt x="2338" y="816"/>
                </a:lnTo>
                <a:lnTo>
                  <a:pt x="2337" y="816"/>
                </a:lnTo>
                <a:lnTo>
                  <a:pt x="2337" y="817"/>
                </a:lnTo>
                <a:lnTo>
                  <a:pt x="2338" y="817"/>
                </a:lnTo>
                <a:lnTo>
                  <a:pt x="2337" y="818"/>
                </a:lnTo>
                <a:lnTo>
                  <a:pt x="2336" y="818"/>
                </a:lnTo>
                <a:lnTo>
                  <a:pt x="2336" y="819"/>
                </a:lnTo>
                <a:lnTo>
                  <a:pt x="2336" y="818"/>
                </a:lnTo>
                <a:lnTo>
                  <a:pt x="2335" y="818"/>
                </a:lnTo>
                <a:lnTo>
                  <a:pt x="2335" y="819"/>
                </a:lnTo>
                <a:lnTo>
                  <a:pt x="2334" y="818"/>
                </a:lnTo>
                <a:lnTo>
                  <a:pt x="2332" y="816"/>
                </a:lnTo>
                <a:lnTo>
                  <a:pt x="2331" y="816"/>
                </a:lnTo>
                <a:lnTo>
                  <a:pt x="2330" y="817"/>
                </a:lnTo>
                <a:lnTo>
                  <a:pt x="2329" y="817"/>
                </a:lnTo>
                <a:lnTo>
                  <a:pt x="2328" y="817"/>
                </a:lnTo>
                <a:lnTo>
                  <a:pt x="2327" y="818"/>
                </a:lnTo>
                <a:lnTo>
                  <a:pt x="2326" y="818"/>
                </a:lnTo>
                <a:lnTo>
                  <a:pt x="2325" y="818"/>
                </a:lnTo>
                <a:lnTo>
                  <a:pt x="2325" y="819"/>
                </a:lnTo>
                <a:lnTo>
                  <a:pt x="2325" y="820"/>
                </a:lnTo>
                <a:lnTo>
                  <a:pt x="2324" y="820"/>
                </a:lnTo>
                <a:lnTo>
                  <a:pt x="2324" y="821"/>
                </a:lnTo>
                <a:lnTo>
                  <a:pt x="2323" y="819"/>
                </a:lnTo>
                <a:lnTo>
                  <a:pt x="2323" y="818"/>
                </a:lnTo>
                <a:lnTo>
                  <a:pt x="2322" y="817"/>
                </a:lnTo>
                <a:lnTo>
                  <a:pt x="2320" y="817"/>
                </a:lnTo>
                <a:lnTo>
                  <a:pt x="2320" y="818"/>
                </a:lnTo>
                <a:lnTo>
                  <a:pt x="2320" y="819"/>
                </a:lnTo>
                <a:lnTo>
                  <a:pt x="2321" y="820"/>
                </a:lnTo>
                <a:lnTo>
                  <a:pt x="2321" y="821"/>
                </a:lnTo>
                <a:lnTo>
                  <a:pt x="2321" y="822"/>
                </a:lnTo>
                <a:lnTo>
                  <a:pt x="2319" y="823"/>
                </a:lnTo>
                <a:lnTo>
                  <a:pt x="2317" y="824"/>
                </a:lnTo>
                <a:lnTo>
                  <a:pt x="2317" y="825"/>
                </a:lnTo>
                <a:lnTo>
                  <a:pt x="2318" y="828"/>
                </a:lnTo>
                <a:lnTo>
                  <a:pt x="2318" y="829"/>
                </a:lnTo>
                <a:lnTo>
                  <a:pt x="2319" y="830"/>
                </a:lnTo>
                <a:lnTo>
                  <a:pt x="2320" y="838"/>
                </a:lnTo>
                <a:lnTo>
                  <a:pt x="2320" y="839"/>
                </a:lnTo>
                <a:lnTo>
                  <a:pt x="2320" y="840"/>
                </a:lnTo>
                <a:lnTo>
                  <a:pt x="2321" y="841"/>
                </a:lnTo>
                <a:lnTo>
                  <a:pt x="2321" y="842"/>
                </a:lnTo>
                <a:lnTo>
                  <a:pt x="2330" y="852"/>
                </a:lnTo>
                <a:lnTo>
                  <a:pt x="2334" y="856"/>
                </a:lnTo>
                <a:lnTo>
                  <a:pt x="2335" y="856"/>
                </a:lnTo>
                <a:lnTo>
                  <a:pt x="2335" y="857"/>
                </a:lnTo>
                <a:lnTo>
                  <a:pt x="2340" y="863"/>
                </a:lnTo>
                <a:lnTo>
                  <a:pt x="2339" y="864"/>
                </a:lnTo>
                <a:lnTo>
                  <a:pt x="2337" y="865"/>
                </a:lnTo>
                <a:lnTo>
                  <a:pt x="2336" y="868"/>
                </a:lnTo>
                <a:lnTo>
                  <a:pt x="2337" y="872"/>
                </a:lnTo>
                <a:lnTo>
                  <a:pt x="2337" y="873"/>
                </a:lnTo>
                <a:lnTo>
                  <a:pt x="2335" y="873"/>
                </a:lnTo>
                <a:lnTo>
                  <a:pt x="2335" y="875"/>
                </a:lnTo>
                <a:lnTo>
                  <a:pt x="2337" y="879"/>
                </a:lnTo>
                <a:lnTo>
                  <a:pt x="2333" y="880"/>
                </a:lnTo>
                <a:lnTo>
                  <a:pt x="2332" y="883"/>
                </a:lnTo>
                <a:lnTo>
                  <a:pt x="2328" y="884"/>
                </a:lnTo>
                <a:lnTo>
                  <a:pt x="2324" y="886"/>
                </a:lnTo>
                <a:lnTo>
                  <a:pt x="2310" y="891"/>
                </a:lnTo>
                <a:lnTo>
                  <a:pt x="2317" y="911"/>
                </a:lnTo>
                <a:lnTo>
                  <a:pt x="2317" y="912"/>
                </a:lnTo>
                <a:lnTo>
                  <a:pt x="2317" y="913"/>
                </a:lnTo>
                <a:lnTo>
                  <a:pt x="2317" y="914"/>
                </a:lnTo>
                <a:lnTo>
                  <a:pt x="2317" y="915"/>
                </a:lnTo>
                <a:lnTo>
                  <a:pt x="2316" y="918"/>
                </a:lnTo>
                <a:lnTo>
                  <a:pt x="2313" y="919"/>
                </a:lnTo>
                <a:lnTo>
                  <a:pt x="2313" y="920"/>
                </a:lnTo>
                <a:lnTo>
                  <a:pt x="2312" y="921"/>
                </a:lnTo>
                <a:lnTo>
                  <a:pt x="2312" y="922"/>
                </a:lnTo>
                <a:lnTo>
                  <a:pt x="2313" y="923"/>
                </a:lnTo>
                <a:lnTo>
                  <a:pt x="2314" y="924"/>
                </a:lnTo>
                <a:lnTo>
                  <a:pt x="2315" y="925"/>
                </a:lnTo>
                <a:lnTo>
                  <a:pt x="2315" y="926"/>
                </a:lnTo>
                <a:lnTo>
                  <a:pt x="2315" y="927"/>
                </a:lnTo>
                <a:lnTo>
                  <a:pt x="2316" y="927"/>
                </a:lnTo>
                <a:lnTo>
                  <a:pt x="2316" y="928"/>
                </a:lnTo>
                <a:lnTo>
                  <a:pt x="2316" y="929"/>
                </a:lnTo>
                <a:lnTo>
                  <a:pt x="2317" y="929"/>
                </a:lnTo>
                <a:lnTo>
                  <a:pt x="2317" y="930"/>
                </a:lnTo>
                <a:lnTo>
                  <a:pt x="2316" y="932"/>
                </a:lnTo>
                <a:lnTo>
                  <a:pt x="2316" y="933"/>
                </a:lnTo>
                <a:lnTo>
                  <a:pt x="2315" y="934"/>
                </a:lnTo>
                <a:lnTo>
                  <a:pt x="2314" y="934"/>
                </a:lnTo>
                <a:lnTo>
                  <a:pt x="2315" y="935"/>
                </a:lnTo>
                <a:lnTo>
                  <a:pt x="2315" y="936"/>
                </a:lnTo>
                <a:lnTo>
                  <a:pt x="2314" y="936"/>
                </a:lnTo>
                <a:lnTo>
                  <a:pt x="2315" y="937"/>
                </a:lnTo>
                <a:lnTo>
                  <a:pt x="2314" y="938"/>
                </a:lnTo>
                <a:lnTo>
                  <a:pt x="2315" y="938"/>
                </a:lnTo>
                <a:lnTo>
                  <a:pt x="2314" y="938"/>
                </a:lnTo>
                <a:lnTo>
                  <a:pt x="2311" y="939"/>
                </a:lnTo>
                <a:lnTo>
                  <a:pt x="2308" y="940"/>
                </a:lnTo>
                <a:lnTo>
                  <a:pt x="2307" y="938"/>
                </a:lnTo>
                <a:lnTo>
                  <a:pt x="2307" y="937"/>
                </a:lnTo>
                <a:lnTo>
                  <a:pt x="2306" y="936"/>
                </a:lnTo>
                <a:lnTo>
                  <a:pt x="2306" y="937"/>
                </a:lnTo>
                <a:lnTo>
                  <a:pt x="2305" y="937"/>
                </a:lnTo>
                <a:lnTo>
                  <a:pt x="2305" y="935"/>
                </a:lnTo>
                <a:lnTo>
                  <a:pt x="2305" y="934"/>
                </a:lnTo>
                <a:lnTo>
                  <a:pt x="2304" y="933"/>
                </a:lnTo>
                <a:lnTo>
                  <a:pt x="2304" y="932"/>
                </a:lnTo>
                <a:lnTo>
                  <a:pt x="2301" y="932"/>
                </a:lnTo>
                <a:lnTo>
                  <a:pt x="2300" y="931"/>
                </a:lnTo>
                <a:lnTo>
                  <a:pt x="2298" y="930"/>
                </a:lnTo>
                <a:lnTo>
                  <a:pt x="2297" y="929"/>
                </a:lnTo>
                <a:lnTo>
                  <a:pt x="2296" y="928"/>
                </a:lnTo>
                <a:lnTo>
                  <a:pt x="2296" y="927"/>
                </a:lnTo>
                <a:lnTo>
                  <a:pt x="2295" y="927"/>
                </a:lnTo>
                <a:lnTo>
                  <a:pt x="2294" y="928"/>
                </a:lnTo>
                <a:lnTo>
                  <a:pt x="2294" y="929"/>
                </a:lnTo>
                <a:lnTo>
                  <a:pt x="2293" y="930"/>
                </a:lnTo>
                <a:lnTo>
                  <a:pt x="2293" y="931"/>
                </a:lnTo>
                <a:lnTo>
                  <a:pt x="2293" y="932"/>
                </a:lnTo>
                <a:lnTo>
                  <a:pt x="2292" y="932"/>
                </a:lnTo>
                <a:lnTo>
                  <a:pt x="2291" y="932"/>
                </a:lnTo>
                <a:lnTo>
                  <a:pt x="2291" y="931"/>
                </a:lnTo>
                <a:lnTo>
                  <a:pt x="2291" y="930"/>
                </a:lnTo>
                <a:lnTo>
                  <a:pt x="2291" y="929"/>
                </a:lnTo>
                <a:lnTo>
                  <a:pt x="2291" y="928"/>
                </a:lnTo>
                <a:lnTo>
                  <a:pt x="2291" y="927"/>
                </a:lnTo>
                <a:lnTo>
                  <a:pt x="2290" y="926"/>
                </a:lnTo>
                <a:lnTo>
                  <a:pt x="2290" y="925"/>
                </a:lnTo>
                <a:lnTo>
                  <a:pt x="2289" y="924"/>
                </a:lnTo>
                <a:lnTo>
                  <a:pt x="2289" y="923"/>
                </a:lnTo>
                <a:lnTo>
                  <a:pt x="2289" y="922"/>
                </a:lnTo>
                <a:lnTo>
                  <a:pt x="2288" y="922"/>
                </a:lnTo>
                <a:lnTo>
                  <a:pt x="2287" y="921"/>
                </a:lnTo>
                <a:lnTo>
                  <a:pt x="2286" y="920"/>
                </a:lnTo>
                <a:lnTo>
                  <a:pt x="2283" y="916"/>
                </a:lnTo>
                <a:lnTo>
                  <a:pt x="2277" y="917"/>
                </a:lnTo>
                <a:lnTo>
                  <a:pt x="2276" y="917"/>
                </a:lnTo>
                <a:lnTo>
                  <a:pt x="2276" y="919"/>
                </a:lnTo>
                <a:lnTo>
                  <a:pt x="2277" y="921"/>
                </a:lnTo>
                <a:lnTo>
                  <a:pt x="2278" y="924"/>
                </a:lnTo>
                <a:lnTo>
                  <a:pt x="2278" y="925"/>
                </a:lnTo>
                <a:lnTo>
                  <a:pt x="2277" y="925"/>
                </a:lnTo>
                <a:lnTo>
                  <a:pt x="2277" y="926"/>
                </a:lnTo>
                <a:lnTo>
                  <a:pt x="2277" y="925"/>
                </a:lnTo>
                <a:lnTo>
                  <a:pt x="2276" y="925"/>
                </a:lnTo>
                <a:lnTo>
                  <a:pt x="2275" y="925"/>
                </a:lnTo>
                <a:lnTo>
                  <a:pt x="2275" y="926"/>
                </a:lnTo>
                <a:lnTo>
                  <a:pt x="2275" y="927"/>
                </a:lnTo>
                <a:lnTo>
                  <a:pt x="2274" y="927"/>
                </a:lnTo>
                <a:lnTo>
                  <a:pt x="2274" y="928"/>
                </a:lnTo>
                <a:lnTo>
                  <a:pt x="2274" y="929"/>
                </a:lnTo>
                <a:lnTo>
                  <a:pt x="2273" y="929"/>
                </a:lnTo>
                <a:lnTo>
                  <a:pt x="2273" y="930"/>
                </a:lnTo>
                <a:lnTo>
                  <a:pt x="2274" y="930"/>
                </a:lnTo>
                <a:lnTo>
                  <a:pt x="2273" y="930"/>
                </a:lnTo>
                <a:lnTo>
                  <a:pt x="2273" y="931"/>
                </a:lnTo>
                <a:lnTo>
                  <a:pt x="2272" y="931"/>
                </a:lnTo>
                <a:lnTo>
                  <a:pt x="2273" y="931"/>
                </a:lnTo>
                <a:lnTo>
                  <a:pt x="2273" y="932"/>
                </a:lnTo>
                <a:lnTo>
                  <a:pt x="2272" y="932"/>
                </a:lnTo>
                <a:lnTo>
                  <a:pt x="2272" y="933"/>
                </a:lnTo>
                <a:lnTo>
                  <a:pt x="2271" y="933"/>
                </a:lnTo>
                <a:lnTo>
                  <a:pt x="2272" y="933"/>
                </a:lnTo>
                <a:lnTo>
                  <a:pt x="2271" y="933"/>
                </a:lnTo>
                <a:lnTo>
                  <a:pt x="2270" y="934"/>
                </a:lnTo>
                <a:lnTo>
                  <a:pt x="2270" y="935"/>
                </a:lnTo>
                <a:lnTo>
                  <a:pt x="2269" y="935"/>
                </a:lnTo>
                <a:lnTo>
                  <a:pt x="2269" y="934"/>
                </a:lnTo>
                <a:lnTo>
                  <a:pt x="2268" y="933"/>
                </a:lnTo>
                <a:lnTo>
                  <a:pt x="2268" y="932"/>
                </a:lnTo>
                <a:lnTo>
                  <a:pt x="2268" y="931"/>
                </a:lnTo>
                <a:lnTo>
                  <a:pt x="2267" y="931"/>
                </a:lnTo>
                <a:lnTo>
                  <a:pt x="2267" y="930"/>
                </a:lnTo>
                <a:lnTo>
                  <a:pt x="2266" y="931"/>
                </a:lnTo>
                <a:lnTo>
                  <a:pt x="2265" y="931"/>
                </a:lnTo>
                <a:lnTo>
                  <a:pt x="2265" y="930"/>
                </a:lnTo>
                <a:lnTo>
                  <a:pt x="2265" y="929"/>
                </a:lnTo>
                <a:lnTo>
                  <a:pt x="2264" y="929"/>
                </a:lnTo>
                <a:lnTo>
                  <a:pt x="2263" y="928"/>
                </a:lnTo>
                <a:lnTo>
                  <a:pt x="2262" y="928"/>
                </a:lnTo>
                <a:lnTo>
                  <a:pt x="2261" y="927"/>
                </a:lnTo>
                <a:lnTo>
                  <a:pt x="2261" y="928"/>
                </a:lnTo>
                <a:lnTo>
                  <a:pt x="2260" y="927"/>
                </a:lnTo>
                <a:lnTo>
                  <a:pt x="2259" y="927"/>
                </a:lnTo>
                <a:lnTo>
                  <a:pt x="2258" y="927"/>
                </a:lnTo>
                <a:lnTo>
                  <a:pt x="2257" y="927"/>
                </a:lnTo>
                <a:lnTo>
                  <a:pt x="2256" y="927"/>
                </a:lnTo>
                <a:lnTo>
                  <a:pt x="2255" y="927"/>
                </a:lnTo>
                <a:lnTo>
                  <a:pt x="2254" y="926"/>
                </a:lnTo>
                <a:lnTo>
                  <a:pt x="2254" y="927"/>
                </a:lnTo>
                <a:lnTo>
                  <a:pt x="2254" y="926"/>
                </a:lnTo>
                <a:lnTo>
                  <a:pt x="2253" y="926"/>
                </a:lnTo>
                <a:lnTo>
                  <a:pt x="2252" y="926"/>
                </a:lnTo>
                <a:lnTo>
                  <a:pt x="2252" y="925"/>
                </a:lnTo>
                <a:lnTo>
                  <a:pt x="2252" y="924"/>
                </a:lnTo>
                <a:lnTo>
                  <a:pt x="2252" y="922"/>
                </a:lnTo>
                <a:lnTo>
                  <a:pt x="2251" y="922"/>
                </a:lnTo>
                <a:lnTo>
                  <a:pt x="2251" y="921"/>
                </a:lnTo>
                <a:lnTo>
                  <a:pt x="2250" y="920"/>
                </a:lnTo>
                <a:lnTo>
                  <a:pt x="2249" y="920"/>
                </a:lnTo>
                <a:lnTo>
                  <a:pt x="2249" y="921"/>
                </a:lnTo>
                <a:lnTo>
                  <a:pt x="2249" y="920"/>
                </a:lnTo>
                <a:lnTo>
                  <a:pt x="2248" y="920"/>
                </a:lnTo>
                <a:lnTo>
                  <a:pt x="2247" y="918"/>
                </a:lnTo>
                <a:lnTo>
                  <a:pt x="2247" y="917"/>
                </a:lnTo>
                <a:lnTo>
                  <a:pt x="2246" y="917"/>
                </a:lnTo>
                <a:lnTo>
                  <a:pt x="2245" y="917"/>
                </a:lnTo>
                <a:lnTo>
                  <a:pt x="2244" y="917"/>
                </a:lnTo>
                <a:lnTo>
                  <a:pt x="2243" y="917"/>
                </a:lnTo>
                <a:lnTo>
                  <a:pt x="2244" y="916"/>
                </a:lnTo>
                <a:lnTo>
                  <a:pt x="2243" y="916"/>
                </a:lnTo>
                <a:lnTo>
                  <a:pt x="2243" y="915"/>
                </a:lnTo>
                <a:lnTo>
                  <a:pt x="2242" y="915"/>
                </a:lnTo>
                <a:lnTo>
                  <a:pt x="2242" y="916"/>
                </a:lnTo>
                <a:lnTo>
                  <a:pt x="2241" y="916"/>
                </a:lnTo>
                <a:lnTo>
                  <a:pt x="2240" y="916"/>
                </a:lnTo>
                <a:lnTo>
                  <a:pt x="2239" y="915"/>
                </a:lnTo>
                <a:lnTo>
                  <a:pt x="2238" y="915"/>
                </a:lnTo>
                <a:lnTo>
                  <a:pt x="2236" y="915"/>
                </a:lnTo>
                <a:lnTo>
                  <a:pt x="2236" y="914"/>
                </a:lnTo>
                <a:lnTo>
                  <a:pt x="2235" y="914"/>
                </a:lnTo>
                <a:lnTo>
                  <a:pt x="2235" y="913"/>
                </a:lnTo>
                <a:lnTo>
                  <a:pt x="2234" y="913"/>
                </a:lnTo>
                <a:lnTo>
                  <a:pt x="2233" y="913"/>
                </a:lnTo>
                <a:lnTo>
                  <a:pt x="2233" y="914"/>
                </a:lnTo>
                <a:lnTo>
                  <a:pt x="2232" y="914"/>
                </a:lnTo>
                <a:lnTo>
                  <a:pt x="2231" y="914"/>
                </a:lnTo>
                <a:lnTo>
                  <a:pt x="2231" y="915"/>
                </a:lnTo>
                <a:lnTo>
                  <a:pt x="2231" y="914"/>
                </a:lnTo>
                <a:lnTo>
                  <a:pt x="2230" y="914"/>
                </a:lnTo>
                <a:lnTo>
                  <a:pt x="2229" y="914"/>
                </a:lnTo>
                <a:lnTo>
                  <a:pt x="2229" y="913"/>
                </a:lnTo>
                <a:lnTo>
                  <a:pt x="2228" y="913"/>
                </a:lnTo>
                <a:lnTo>
                  <a:pt x="2228" y="912"/>
                </a:lnTo>
                <a:lnTo>
                  <a:pt x="2227" y="912"/>
                </a:lnTo>
                <a:lnTo>
                  <a:pt x="2226" y="912"/>
                </a:lnTo>
                <a:lnTo>
                  <a:pt x="2225" y="912"/>
                </a:lnTo>
                <a:lnTo>
                  <a:pt x="2225" y="913"/>
                </a:lnTo>
                <a:lnTo>
                  <a:pt x="2225" y="914"/>
                </a:lnTo>
                <a:lnTo>
                  <a:pt x="2224" y="914"/>
                </a:lnTo>
                <a:lnTo>
                  <a:pt x="2223" y="914"/>
                </a:lnTo>
                <a:lnTo>
                  <a:pt x="2223" y="915"/>
                </a:lnTo>
                <a:lnTo>
                  <a:pt x="2222" y="915"/>
                </a:lnTo>
                <a:lnTo>
                  <a:pt x="2222" y="916"/>
                </a:lnTo>
                <a:lnTo>
                  <a:pt x="2221" y="916"/>
                </a:lnTo>
                <a:lnTo>
                  <a:pt x="2221" y="917"/>
                </a:lnTo>
                <a:lnTo>
                  <a:pt x="2222" y="918"/>
                </a:lnTo>
                <a:lnTo>
                  <a:pt x="2223" y="918"/>
                </a:lnTo>
                <a:lnTo>
                  <a:pt x="2224" y="918"/>
                </a:lnTo>
                <a:lnTo>
                  <a:pt x="2225" y="919"/>
                </a:lnTo>
                <a:lnTo>
                  <a:pt x="2226" y="919"/>
                </a:lnTo>
                <a:lnTo>
                  <a:pt x="2226" y="920"/>
                </a:lnTo>
                <a:lnTo>
                  <a:pt x="2226" y="921"/>
                </a:lnTo>
                <a:lnTo>
                  <a:pt x="2226" y="922"/>
                </a:lnTo>
                <a:lnTo>
                  <a:pt x="2227" y="922"/>
                </a:lnTo>
                <a:lnTo>
                  <a:pt x="2226" y="922"/>
                </a:lnTo>
                <a:lnTo>
                  <a:pt x="2226" y="923"/>
                </a:lnTo>
                <a:lnTo>
                  <a:pt x="2227" y="923"/>
                </a:lnTo>
                <a:lnTo>
                  <a:pt x="2227" y="924"/>
                </a:lnTo>
                <a:lnTo>
                  <a:pt x="2228" y="924"/>
                </a:lnTo>
                <a:lnTo>
                  <a:pt x="2228" y="925"/>
                </a:lnTo>
                <a:lnTo>
                  <a:pt x="2228" y="926"/>
                </a:lnTo>
                <a:lnTo>
                  <a:pt x="2228" y="927"/>
                </a:lnTo>
                <a:lnTo>
                  <a:pt x="2228" y="928"/>
                </a:lnTo>
                <a:lnTo>
                  <a:pt x="2227" y="928"/>
                </a:lnTo>
                <a:lnTo>
                  <a:pt x="2228" y="928"/>
                </a:lnTo>
                <a:lnTo>
                  <a:pt x="2228" y="929"/>
                </a:lnTo>
                <a:lnTo>
                  <a:pt x="2227" y="929"/>
                </a:lnTo>
                <a:lnTo>
                  <a:pt x="2228" y="929"/>
                </a:lnTo>
                <a:lnTo>
                  <a:pt x="2228" y="930"/>
                </a:lnTo>
                <a:lnTo>
                  <a:pt x="2229" y="931"/>
                </a:lnTo>
                <a:lnTo>
                  <a:pt x="2228" y="931"/>
                </a:lnTo>
                <a:lnTo>
                  <a:pt x="2228" y="932"/>
                </a:lnTo>
                <a:lnTo>
                  <a:pt x="2227" y="932"/>
                </a:lnTo>
                <a:lnTo>
                  <a:pt x="2227" y="933"/>
                </a:lnTo>
                <a:lnTo>
                  <a:pt x="2226" y="933"/>
                </a:lnTo>
                <a:lnTo>
                  <a:pt x="2226" y="934"/>
                </a:lnTo>
                <a:lnTo>
                  <a:pt x="2226" y="935"/>
                </a:lnTo>
                <a:lnTo>
                  <a:pt x="2225" y="936"/>
                </a:lnTo>
                <a:lnTo>
                  <a:pt x="2225" y="937"/>
                </a:lnTo>
                <a:lnTo>
                  <a:pt x="2225" y="938"/>
                </a:lnTo>
                <a:lnTo>
                  <a:pt x="2226" y="938"/>
                </a:lnTo>
                <a:lnTo>
                  <a:pt x="2226" y="939"/>
                </a:lnTo>
                <a:lnTo>
                  <a:pt x="2225" y="939"/>
                </a:lnTo>
                <a:lnTo>
                  <a:pt x="2225" y="940"/>
                </a:lnTo>
                <a:lnTo>
                  <a:pt x="2225" y="941"/>
                </a:lnTo>
                <a:lnTo>
                  <a:pt x="2225" y="942"/>
                </a:lnTo>
                <a:lnTo>
                  <a:pt x="2225" y="941"/>
                </a:lnTo>
                <a:lnTo>
                  <a:pt x="2224" y="941"/>
                </a:lnTo>
                <a:lnTo>
                  <a:pt x="2225" y="942"/>
                </a:lnTo>
                <a:lnTo>
                  <a:pt x="2224" y="943"/>
                </a:lnTo>
                <a:lnTo>
                  <a:pt x="2224" y="944"/>
                </a:lnTo>
                <a:lnTo>
                  <a:pt x="2223" y="944"/>
                </a:lnTo>
                <a:lnTo>
                  <a:pt x="2223" y="943"/>
                </a:lnTo>
                <a:lnTo>
                  <a:pt x="2222" y="943"/>
                </a:lnTo>
                <a:lnTo>
                  <a:pt x="2223" y="944"/>
                </a:lnTo>
                <a:lnTo>
                  <a:pt x="2222" y="944"/>
                </a:lnTo>
                <a:lnTo>
                  <a:pt x="2222" y="945"/>
                </a:lnTo>
                <a:lnTo>
                  <a:pt x="2221" y="945"/>
                </a:lnTo>
                <a:lnTo>
                  <a:pt x="2220" y="946"/>
                </a:lnTo>
                <a:lnTo>
                  <a:pt x="2220" y="947"/>
                </a:lnTo>
                <a:lnTo>
                  <a:pt x="2221" y="947"/>
                </a:lnTo>
                <a:lnTo>
                  <a:pt x="2220" y="947"/>
                </a:lnTo>
                <a:lnTo>
                  <a:pt x="2219" y="947"/>
                </a:lnTo>
                <a:lnTo>
                  <a:pt x="2218" y="947"/>
                </a:lnTo>
                <a:lnTo>
                  <a:pt x="2217" y="947"/>
                </a:lnTo>
                <a:lnTo>
                  <a:pt x="2217" y="948"/>
                </a:lnTo>
                <a:lnTo>
                  <a:pt x="2216" y="949"/>
                </a:lnTo>
                <a:lnTo>
                  <a:pt x="2216" y="950"/>
                </a:lnTo>
                <a:lnTo>
                  <a:pt x="2217" y="950"/>
                </a:lnTo>
                <a:lnTo>
                  <a:pt x="2218" y="950"/>
                </a:lnTo>
                <a:lnTo>
                  <a:pt x="2219" y="951"/>
                </a:lnTo>
                <a:lnTo>
                  <a:pt x="2219" y="952"/>
                </a:lnTo>
                <a:lnTo>
                  <a:pt x="2218" y="952"/>
                </a:lnTo>
                <a:lnTo>
                  <a:pt x="2219" y="952"/>
                </a:lnTo>
                <a:lnTo>
                  <a:pt x="2219" y="953"/>
                </a:lnTo>
                <a:lnTo>
                  <a:pt x="2220" y="953"/>
                </a:lnTo>
                <a:lnTo>
                  <a:pt x="2221" y="954"/>
                </a:lnTo>
                <a:lnTo>
                  <a:pt x="2223" y="955"/>
                </a:lnTo>
                <a:lnTo>
                  <a:pt x="2225" y="955"/>
                </a:lnTo>
                <a:lnTo>
                  <a:pt x="2226" y="955"/>
                </a:lnTo>
                <a:lnTo>
                  <a:pt x="2227" y="955"/>
                </a:lnTo>
                <a:lnTo>
                  <a:pt x="2227" y="956"/>
                </a:lnTo>
                <a:lnTo>
                  <a:pt x="2228" y="955"/>
                </a:lnTo>
                <a:lnTo>
                  <a:pt x="2229" y="955"/>
                </a:lnTo>
                <a:lnTo>
                  <a:pt x="2230" y="955"/>
                </a:lnTo>
                <a:lnTo>
                  <a:pt x="2231" y="955"/>
                </a:lnTo>
                <a:lnTo>
                  <a:pt x="2232" y="955"/>
                </a:lnTo>
                <a:lnTo>
                  <a:pt x="2232" y="954"/>
                </a:lnTo>
                <a:lnTo>
                  <a:pt x="2232" y="953"/>
                </a:lnTo>
                <a:lnTo>
                  <a:pt x="2233" y="953"/>
                </a:lnTo>
                <a:lnTo>
                  <a:pt x="2234" y="952"/>
                </a:lnTo>
                <a:lnTo>
                  <a:pt x="2235" y="951"/>
                </a:lnTo>
                <a:lnTo>
                  <a:pt x="2236" y="950"/>
                </a:lnTo>
                <a:lnTo>
                  <a:pt x="2237" y="950"/>
                </a:lnTo>
                <a:lnTo>
                  <a:pt x="2239" y="951"/>
                </a:lnTo>
                <a:lnTo>
                  <a:pt x="2239" y="950"/>
                </a:lnTo>
                <a:lnTo>
                  <a:pt x="2240" y="950"/>
                </a:lnTo>
                <a:lnTo>
                  <a:pt x="2241" y="950"/>
                </a:lnTo>
                <a:lnTo>
                  <a:pt x="2242" y="950"/>
                </a:lnTo>
                <a:lnTo>
                  <a:pt x="2243" y="950"/>
                </a:lnTo>
                <a:lnTo>
                  <a:pt x="2244" y="950"/>
                </a:lnTo>
                <a:lnTo>
                  <a:pt x="2246" y="952"/>
                </a:lnTo>
                <a:lnTo>
                  <a:pt x="2247" y="953"/>
                </a:lnTo>
                <a:lnTo>
                  <a:pt x="2248" y="956"/>
                </a:lnTo>
                <a:lnTo>
                  <a:pt x="2249" y="958"/>
                </a:lnTo>
                <a:lnTo>
                  <a:pt x="2249" y="959"/>
                </a:lnTo>
                <a:lnTo>
                  <a:pt x="2250" y="959"/>
                </a:lnTo>
                <a:lnTo>
                  <a:pt x="2251" y="960"/>
                </a:lnTo>
                <a:lnTo>
                  <a:pt x="2250" y="963"/>
                </a:lnTo>
                <a:lnTo>
                  <a:pt x="2251" y="964"/>
                </a:lnTo>
                <a:lnTo>
                  <a:pt x="2249" y="964"/>
                </a:lnTo>
                <a:lnTo>
                  <a:pt x="2248" y="964"/>
                </a:lnTo>
                <a:lnTo>
                  <a:pt x="2249" y="966"/>
                </a:lnTo>
                <a:lnTo>
                  <a:pt x="2249" y="967"/>
                </a:lnTo>
                <a:lnTo>
                  <a:pt x="2249" y="968"/>
                </a:lnTo>
                <a:lnTo>
                  <a:pt x="2250" y="968"/>
                </a:lnTo>
                <a:lnTo>
                  <a:pt x="2250" y="969"/>
                </a:lnTo>
                <a:lnTo>
                  <a:pt x="2251" y="969"/>
                </a:lnTo>
                <a:lnTo>
                  <a:pt x="2252" y="970"/>
                </a:lnTo>
                <a:lnTo>
                  <a:pt x="2252" y="971"/>
                </a:lnTo>
                <a:lnTo>
                  <a:pt x="2253" y="973"/>
                </a:lnTo>
                <a:lnTo>
                  <a:pt x="2253" y="975"/>
                </a:lnTo>
                <a:lnTo>
                  <a:pt x="2254" y="976"/>
                </a:lnTo>
                <a:lnTo>
                  <a:pt x="2255" y="977"/>
                </a:lnTo>
                <a:lnTo>
                  <a:pt x="2256" y="977"/>
                </a:lnTo>
                <a:lnTo>
                  <a:pt x="2257" y="977"/>
                </a:lnTo>
                <a:lnTo>
                  <a:pt x="2260" y="979"/>
                </a:lnTo>
                <a:lnTo>
                  <a:pt x="2262" y="979"/>
                </a:lnTo>
                <a:lnTo>
                  <a:pt x="2263" y="979"/>
                </a:lnTo>
                <a:lnTo>
                  <a:pt x="2265" y="980"/>
                </a:lnTo>
                <a:lnTo>
                  <a:pt x="2267" y="980"/>
                </a:lnTo>
                <a:lnTo>
                  <a:pt x="2268" y="981"/>
                </a:lnTo>
                <a:lnTo>
                  <a:pt x="2269" y="981"/>
                </a:lnTo>
                <a:lnTo>
                  <a:pt x="2270" y="982"/>
                </a:lnTo>
                <a:lnTo>
                  <a:pt x="2270" y="984"/>
                </a:lnTo>
                <a:lnTo>
                  <a:pt x="2271" y="985"/>
                </a:lnTo>
                <a:lnTo>
                  <a:pt x="2269" y="989"/>
                </a:lnTo>
                <a:lnTo>
                  <a:pt x="2269" y="990"/>
                </a:lnTo>
                <a:lnTo>
                  <a:pt x="2269" y="993"/>
                </a:lnTo>
                <a:lnTo>
                  <a:pt x="2269" y="994"/>
                </a:lnTo>
                <a:lnTo>
                  <a:pt x="2269" y="995"/>
                </a:lnTo>
                <a:lnTo>
                  <a:pt x="2270" y="996"/>
                </a:lnTo>
                <a:lnTo>
                  <a:pt x="2270" y="998"/>
                </a:lnTo>
                <a:lnTo>
                  <a:pt x="2270" y="999"/>
                </a:lnTo>
                <a:lnTo>
                  <a:pt x="2271" y="999"/>
                </a:lnTo>
                <a:lnTo>
                  <a:pt x="2271" y="1000"/>
                </a:lnTo>
                <a:lnTo>
                  <a:pt x="2278" y="1001"/>
                </a:lnTo>
                <a:lnTo>
                  <a:pt x="2279" y="1001"/>
                </a:lnTo>
                <a:lnTo>
                  <a:pt x="2280" y="1003"/>
                </a:lnTo>
                <a:lnTo>
                  <a:pt x="2280" y="1005"/>
                </a:lnTo>
                <a:lnTo>
                  <a:pt x="2280" y="1010"/>
                </a:lnTo>
                <a:lnTo>
                  <a:pt x="2279" y="1012"/>
                </a:lnTo>
                <a:lnTo>
                  <a:pt x="2277" y="1014"/>
                </a:lnTo>
                <a:lnTo>
                  <a:pt x="2273" y="1014"/>
                </a:lnTo>
                <a:lnTo>
                  <a:pt x="2272" y="1016"/>
                </a:lnTo>
                <a:lnTo>
                  <a:pt x="2272" y="1018"/>
                </a:lnTo>
                <a:lnTo>
                  <a:pt x="2271" y="1020"/>
                </a:lnTo>
                <a:lnTo>
                  <a:pt x="2272" y="1025"/>
                </a:lnTo>
                <a:lnTo>
                  <a:pt x="2273" y="1029"/>
                </a:lnTo>
                <a:lnTo>
                  <a:pt x="2273" y="1032"/>
                </a:lnTo>
                <a:lnTo>
                  <a:pt x="2272" y="1036"/>
                </a:lnTo>
                <a:lnTo>
                  <a:pt x="2271" y="1038"/>
                </a:lnTo>
                <a:lnTo>
                  <a:pt x="2271" y="1039"/>
                </a:lnTo>
                <a:lnTo>
                  <a:pt x="2273" y="1045"/>
                </a:lnTo>
                <a:lnTo>
                  <a:pt x="2273" y="1050"/>
                </a:lnTo>
                <a:lnTo>
                  <a:pt x="2272" y="1050"/>
                </a:lnTo>
                <a:lnTo>
                  <a:pt x="2271" y="1050"/>
                </a:lnTo>
                <a:lnTo>
                  <a:pt x="2271" y="1051"/>
                </a:lnTo>
                <a:lnTo>
                  <a:pt x="2270" y="1052"/>
                </a:lnTo>
                <a:lnTo>
                  <a:pt x="2271" y="1052"/>
                </a:lnTo>
                <a:lnTo>
                  <a:pt x="2272" y="1053"/>
                </a:lnTo>
                <a:lnTo>
                  <a:pt x="2271" y="1053"/>
                </a:lnTo>
                <a:lnTo>
                  <a:pt x="2272" y="1053"/>
                </a:lnTo>
                <a:lnTo>
                  <a:pt x="2272" y="1054"/>
                </a:lnTo>
                <a:lnTo>
                  <a:pt x="2273" y="1054"/>
                </a:lnTo>
                <a:lnTo>
                  <a:pt x="2273" y="1055"/>
                </a:lnTo>
                <a:lnTo>
                  <a:pt x="2274" y="1056"/>
                </a:lnTo>
                <a:lnTo>
                  <a:pt x="2274" y="1057"/>
                </a:lnTo>
                <a:lnTo>
                  <a:pt x="2275" y="1057"/>
                </a:lnTo>
                <a:lnTo>
                  <a:pt x="2275" y="1058"/>
                </a:lnTo>
                <a:lnTo>
                  <a:pt x="2275" y="1059"/>
                </a:lnTo>
                <a:lnTo>
                  <a:pt x="2276" y="1059"/>
                </a:lnTo>
                <a:lnTo>
                  <a:pt x="2276" y="1060"/>
                </a:lnTo>
                <a:lnTo>
                  <a:pt x="2276" y="1061"/>
                </a:lnTo>
                <a:lnTo>
                  <a:pt x="2277" y="1062"/>
                </a:lnTo>
                <a:lnTo>
                  <a:pt x="2277" y="1063"/>
                </a:lnTo>
                <a:lnTo>
                  <a:pt x="2277" y="1064"/>
                </a:lnTo>
                <a:lnTo>
                  <a:pt x="2277" y="1065"/>
                </a:lnTo>
                <a:lnTo>
                  <a:pt x="2278" y="1066"/>
                </a:lnTo>
                <a:lnTo>
                  <a:pt x="2279" y="1067"/>
                </a:lnTo>
                <a:lnTo>
                  <a:pt x="2280" y="1067"/>
                </a:lnTo>
                <a:lnTo>
                  <a:pt x="2281" y="1066"/>
                </a:lnTo>
                <a:lnTo>
                  <a:pt x="2283" y="1066"/>
                </a:lnTo>
                <a:lnTo>
                  <a:pt x="2284" y="1067"/>
                </a:lnTo>
                <a:lnTo>
                  <a:pt x="2283" y="1068"/>
                </a:lnTo>
                <a:lnTo>
                  <a:pt x="2282" y="1069"/>
                </a:lnTo>
                <a:lnTo>
                  <a:pt x="2281" y="1069"/>
                </a:lnTo>
                <a:lnTo>
                  <a:pt x="2280" y="1068"/>
                </a:lnTo>
                <a:lnTo>
                  <a:pt x="2279" y="1068"/>
                </a:lnTo>
                <a:lnTo>
                  <a:pt x="2279" y="1071"/>
                </a:lnTo>
                <a:lnTo>
                  <a:pt x="2279" y="1072"/>
                </a:lnTo>
                <a:lnTo>
                  <a:pt x="2280" y="1071"/>
                </a:lnTo>
                <a:lnTo>
                  <a:pt x="2282" y="1071"/>
                </a:lnTo>
                <a:lnTo>
                  <a:pt x="2283" y="1070"/>
                </a:lnTo>
                <a:lnTo>
                  <a:pt x="2285" y="1072"/>
                </a:lnTo>
                <a:lnTo>
                  <a:pt x="2284" y="1072"/>
                </a:lnTo>
                <a:lnTo>
                  <a:pt x="2284" y="1073"/>
                </a:lnTo>
                <a:lnTo>
                  <a:pt x="2284" y="1074"/>
                </a:lnTo>
                <a:lnTo>
                  <a:pt x="2282" y="1075"/>
                </a:lnTo>
                <a:lnTo>
                  <a:pt x="2281" y="1076"/>
                </a:lnTo>
                <a:lnTo>
                  <a:pt x="2281" y="1078"/>
                </a:lnTo>
                <a:lnTo>
                  <a:pt x="2281" y="1080"/>
                </a:lnTo>
                <a:lnTo>
                  <a:pt x="2281" y="1081"/>
                </a:lnTo>
                <a:lnTo>
                  <a:pt x="2281" y="1083"/>
                </a:lnTo>
                <a:lnTo>
                  <a:pt x="2283" y="1087"/>
                </a:lnTo>
                <a:lnTo>
                  <a:pt x="2285" y="1088"/>
                </a:lnTo>
                <a:lnTo>
                  <a:pt x="2286" y="1090"/>
                </a:lnTo>
                <a:lnTo>
                  <a:pt x="2285" y="1092"/>
                </a:lnTo>
                <a:lnTo>
                  <a:pt x="2288" y="1093"/>
                </a:lnTo>
                <a:lnTo>
                  <a:pt x="2291" y="1093"/>
                </a:lnTo>
                <a:lnTo>
                  <a:pt x="2292" y="1093"/>
                </a:lnTo>
                <a:lnTo>
                  <a:pt x="2292" y="1094"/>
                </a:lnTo>
                <a:lnTo>
                  <a:pt x="2293" y="1094"/>
                </a:lnTo>
                <a:lnTo>
                  <a:pt x="2293" y="1095"/>
                </a:lnTo>
                <a:lnTo>
                  <a:pt x="2293" y="1096"/>
                </a:lnTo>
                <a:lnTo>
                  <a:pt x="2294" y="1096"/>
                </a:lnTo>
                <a:lnTo>
                  <a:pt x="2295" y="1097"/>
                </a:lnTo>
                <a:lnTo>
                  <a:pt x="2295" y="1098"/>
                </a:lnTo>
                <a:lnTo>
                  <a:pt x="2295" y="1101"/>
                </a:lnTo>
                <a:lnTo>
                  <a:pt x="2296" y="1103"/>
                </a:lnTo>
                <a:lnTo>
                  <a:pt x="2298" y="1103"/>
                </a:lnTo>
                <a:lnTo>
                  <a:pt x="2299" y="1103"/>
                </a:lnTo>
                <a:lnTo>
                  <a:pt x="2300" y="1103"/>
                </a:lnTo>
                <a:lnTo>
                  <a:pt x="2301" y="1102"/>
                </a:lnTo>
                <a:lnTo>
                  <a:pt x="2303" y="1109"/>
                </a:lnTo>
                <a:lnTo>
                  <a:pt x="2304" y="1110"/>
                </a:lnTo>
                <a:lnTo>
                  <a:pt x="2306" y="1123"/>
                </a:lnTo>
                <a:lnTo>
                  <a:pt x="2305" y="1128"/>
                </a:lnTo>
                <a:lnTo>
                  <a:pt x="2305" y="1129"/>
                </a:lnTo>
                <a:lnTo>
                  <a:pt x="2304" y="1129"/>
                </a:lnTo>
                <a:lnTo>
                  <a:pt x="2305" y="1131"/>
                </a:lnTo>
                <a:lnTo>
                  <a:pt x="2308" y="1132"/>
                </a:lnTo>
                <a:lnTo>
                  <a:pt x="2309" y="1133"/>
                </a:lnTo>
                <a:lnTo>
                  <a:pt x="2310" y="1133"/>
                </a:lnTo>
                <a:lnTo>
                  <a:pt x="2311" y="1132"/>
                </a:lnTo>
                <a:lnTo>
                  <a:pt x="2315" y="1132"/>
                </a:lnTo>
                <a:lnTo>
                  <a:pt x="2325" y="1130"/>
                </a:lnTo>
                <a:lnTo>
                  <a:pt x="2325" y="1129"/>
                </a:lnTo>
                <a:lnTo>
                  <a:pt x="2326" y="1128"/>
                </a:lnTo>
                <a:lnTo>
                  <a:pt x="2327" y="1128"/>
                </a:lnTo>
                <a:lnTo>
                  <a:pt x="2329" y="1127"/>
                </a:lnTo>
                <a:lnTo>
                  <a:pt x="2331" y="1125"/>
                </a:lnTo>
                <a:lnTo>
                  <a:pt x="2333" y="1124"/>
                </a:lnTo>
                <a:lnTo>
                  <a:pt x="2334" y="1123"/>
                </a:lnTo>
                <a:lnTo>
                  <a:pt x="2338" y="1121"/>
                </a:lnTo>
                <a:lnTo>
                  <a:pt x="2341" y="1120"/>
                </a:lnTo>
                <a:lnTo>
                  <a:pt x="2342" y="1119"/>
                </a:lnTo>
                <a:lnTo>
                  <a:pt x="2342" y="1118"/>
                </a:lnTo>
                <a:lnTo>
                  <a:pt x="2342" y="1116"/>
                </a:lnTo>
                <a:lnTo>
                  <a:pt x="2343" y="1116"/>
                </a:lnTo>
                <a:lnTo>
                  <a:pt x="2343" y="1115"/>
                </a:lnTo>
                <a:lnTo>
                  <a:pt x="2344" y="1112"/>
                </a:lnTo>
                <a:lnTo>
                  <a:pt x="2345" y="1111"/>
                </a:lnTo>
                <a:lnTo>
                  <a:pt x="2346" y="1109"/>
                </a:lnTo>
                <a:lnTo>
                  <a:pt x="2347" y="1108"/>
                </a:lnTo>
                <a:lnTo>
                  <a:pt x="2348" y="1107"/>
                </a:lnTo>
                <a:lnTo>
                  <a:pt x="2354" y="1103"/>
                </a:lnTo>
                <a:lnTo>
                  <a:pt x="2355" y="1102"/>
                </a:lnTo>
                <a:lnTo>
                  <a:pt x="2356" y="1102"/>
                </a:lnTo>
                <a:lnTo>
                  <a:pt x="2357" y="1100"/>
                </a:lnTo>
                <a:lnTo>
                  <a:pt x="2358" y="1100"/>
                </a:lnTo>
                <a:lnTo>
                  <a:pt x="2358" y="1099"/>
                </a:lnTo>
                <a:lnTo>
                  <a:pt x="2359" y="1098"/>
                </a:lnTo>
                <a:lnTo>
                  <a:pt x="2360" y="1098"/>
                </a:lnTo>
                <a:lnTo>
                  <a:pt x="2360" y="1097"/>
                </a:lnTo>
                <a:lnTo>
                  <a:pt x="2361" y="1096"/>
                </a:lnTo>
                <a:lnTo>
                  <a:pt x="2362" y="1095"/>
                </a:lnTo>
                <a:lnTo>
                  <a:pt x="2362" y="1094"/>
                </a:lnTo>
                <a:lnTo>
                  <a:pt x="2363" y="1094"/>
                </a:lnTo>
                <a:lnTo>
                  <a:pt x="2364" y="1092"/>
                </a:lnTo>
                <a:lnTo>
                  <a:pt x="2365" y="1091"/>
                </a:lnTo>
                <a:lnTo>
                  <a:pt x="2366" y="1091"/>
                </a:lnTo>
                <a:lnTo>
                  <a:pt x="2366" y="1090"/>
                </a:lnTo>
                <a:lnTo>
                  <a:pt x="2367" y="1089"/>
                </a:lnTo>
                <a:lnTo>
                  <a:pt x="2367" y="1088"/>
                </a:lnTo>
                <a:lnTo>
                  <a:pt x="2369" y="1087"/>
                </a:lnTo>
                <a:lnTo>
                  <a:pt x="2370" y="1087"/>
                </a:lnTo>
                <a:lnTo>
                  <a:pt x="2371" y="1086"/>
                </a:lnTo>
                <a:lnTo>
                  <a:pt x="2372" y="1086"/>
                </a:lnTo>
                <a:lnTo>
                  <a:pt x="2373" y="1085"/>
                </a:lnTo>
                <a:lnTo>
                  <a:pt x="2374" y="1085"/>
                </a:lnTo>
                <a:lnTo>
                  <a:pt x="2375" y="1085"/>
                </a:lnTo>
                <a:lnTo>
                  <a:pt x="2376" y="1085"/>
                </a:lnTo>
                <a:lnTo>
                  <a:pt x="2377" y="1085"/>
                </a:lnTo>
                <a:lnTo>
                  <a:pt x="2377" y="1086"/>
                </a:lnTo>
                <a:lnTo>
                  <a:pt x="2378" y="1087"/>
                </a:lnTo>
                <a:lnTo>
                  <a:pt x="2377" y="1088"/>
                </a:lnTo>
                <a:lnTo>
                  <a:pt x="2377" y="1089"/>
                </a:lnTo>
                <a:lnTo>
                  <a:pt x="2378" y="1090"/>
                </a:lnTo>
                <a:lnTo>
                  <a:pt x="2378" y="1091"/>
                </a:lnTo>
                <a:lnTo>
                  <a:pt x="2377" y="1091"/>
                </a:lnTo>
                <a:lnTo>
                  <a:pt x="2380" y="1095"/>
                </a:lnTo>
                <a:lnTo>
                  <a:pt x="2379" y="1096"/>
                </a:lnTo>
                <a:lnTo>
                  <a:pt x="2379" y="1097"/>
                </a:lnTo>
                <a:lnTo>
                  <a:pt x="2379" y="1098"/>
                </a:lnTo>
                <a:lnTo>
                  <a:pt x="2378" y="1098"/>
                </a:lnTo>
                <a:lnTo>
                  <a:pt x="2378" y="1099"/>
                </a:lnTo>
                <a:lnTo>
                  <a:pt x="2380" y="1102"/>
                </a:lnTo>
                <a:lnTo>
                  <a:pt x="2380" y="1103"/>
                </a:lnTo>
                <a:lnTo>
                  <a:pt x="2379" y="1103"/>
                </a:lnTo>
                <a:lnTo>
                  <a:pt x="2380" y="1103"/>
                </a:lnTo>
                <a:lnTo>
                  <a:pt x="2382" y="1103"/>
                </a:lnTo>
                <a:lnTo>
                  <a:pt x="2384" y="1104"/>
                </a:lnTo>
                <a:lnTo>
                  <a:pt x="2384" y="1105"/>
                </a:lnTo>
                <a:lnTo>
                  <a:pt x="2386" y="1105"/>
                </a:lnTo>
                <a:lnTo>
                  <a:pt x="2386" y="1104"/>
                </a:lnTo>
                <a:lnTo>
                  <a:pt x="2387" y="1105"/>
                </a:lnTo>
                <a:lnTo>
                  <a:pt x="2388" y="1106"/>
                </a:lnTo>
                <a:lnTo>
                  <a:pt x="2391" y="1109"/>
                </a:lnTo>
                <a:lnTo>
                  <a:pt x="2392" y="1110"/>
                </a:lnTo>
                <a:lnTo>
                  <a:pt x="2396" y="1115"/>
                </a:lnTo>
                <a:lnTo>
                  <a:pt x="2398" y="1119"/>
                </a:lnTo>
                <a:lnTo>
                  <a:pt x="2398" y="1120"/>
                </a:lnTo>
                <a:lnTo>
                  <a:pt x="2398" y="1119"/>
                </a:lnTo>
                <a:lnTo>
                  <a:pt x="2399" y="1121"/>
                </a:lnTo>
                <a:lnTo>
                  <a:pt x="2399" y="1122"/>
                </a:lnTo>
                <a:lnTo>
                  <a:pt x="2401" y="1122"/>
                </a:lnTo>
                <a:lnTo>
                  <a:pt x="2401" y="1123"/>
                </a:lnTo>
                <a:lnTo>
                  <a:pt x="2402" y="1123"/>
                </a:lnTo>
                <a:lnTo>
                  <a:pt x="2408" y="1125"/>
                </a:lnTo>
                <a:lnTo>
                  <a:pt x="2408" y="1124"/>
                </a:lnTo>
                <a:lnTo>
                  <a:pt x="2408" y="1125"/>
                </a:lnTo>
                <a:lnTo>
                  <a:pt x="2408" y="1126"/>
                </a:lnTo>
                <a:lnTo>
                  <a:pt x="2408" y="1127"/>
                </a:lnTo>
                <a:lnTo>
                  <a:pt x="2407" y="1128"/>
                </a:lnTo>
                <a:lnTo>
                  <a:pt x="2406" y="1129"/>
                </a:lnTo>
                <a:lnTo>
                  <a:pt x="2406" y="1130"/>
                </a:lnTo>
                <a:lnTo>
                  <a:pt x="2406" y="1131"/>
                </a:lnTo>
                <a:lnTo>
                  <a:pt x="2406" y="1132"/>
                </a:lnTo>
                <a:lnTo>
                  <a:pt x="2406" y="1133"/>
                </a:lnTo>
                <a:lnTo>
                  <a:pt x="2406" y="1134"/>
                </a:lnTo>
                <a:lnTo>
                  <a:pt x="2406" y="1135"/>
                </a:lnTo>
                <a:lnTo>
                  <a:pt x="2405" y="1134"/>
                </a:lnTo>
                <a:lnTo>
                  <a:pt x="2405" y="1135"/>
                </a:lnTo>
                <a:lnTo>
                  <a:pt x="2404" y="1135"/>
                </a:lnTo>
                <a:lnTo>
                  <a:pt x="2404" y="1136"/>
                </a:lnTo>
                <a:lnTo>
                  <a:pt x="2405" y="1137"/>
                </a:lnTo>
                <a:lnTo>
                  <a:pt x="2405" y="1138"/>
                </a:lnTo>
                <a:lnTo>
                  <a:pt x="2405" y="1139"/>
                </a:lnTo>
                <a:lnTo>
                  <a:pt x="2404" y="1140"/>
                </a:lnTo>
                <a:lnTo>
                  <a:pt x="2405" y="1140"/>
                </a:lnTo>
                <a:lnTo>
                  <a:pt x="2406" y="1142"/>
                </a:lnTo>
                <a:lnTo>
                  <a:pt x="2407" y="1143"/>
                </a:lnTo>
                <a:lnTo>
                  <a:pt x="2408" y="1143"/>
                </a:lnTo>
                <a:lnTo>
                  <a:pt x="2409" y="1143"/>
                </a:lnTo>
                <a:lnTo>
                  <a:pt x="2409" y="1144"/>
                </a:lnTo>
                <a:lnTo>
                  <a:pt x="2410" y="1145"/>
                </a:lnTo>
                <a:lnTo>
                  <a:pt x="2412" y="1147"/>
                </a:lnTo>
                <a:lnTo>
                  <a:pt x="2413" y="1147"/>
                </a:lnTo>
                <a:lnTo>
                  <a:pt x="2413" y="1148"/>
                </a:lnTo>
                <a:lnTo>
                  <a:pt x="2412" y="1149"/>
                </a:lnTo>
                <a:lnTo>
                  <a:pt x="2412" y="1150"/>
                </a:lnTo>
                <a:lnTo>
                  <a:pt x="2412" y="1151"/>
                </a:lnTo>
                <a:lnTo>
                  <a:pt x="2413" y="1151"/>
                </a:lnTo>
                <a:lnTo>
                  <a:pt x="2414" y="1152"/>
                </a:lnTo>
                <a:lnTo>
                  <a:pt x="2415" y="1152"/>
                </a:lnTo>
                <a:lnTo>
                  <a:pt x="2416" y="1153"/>
                </a:lnTo>
                <a:lnTo>
                  <a:pt x="2416" y="1154"/>
                </a:lnTo>
                <a:lnTo>
                  <a:pt x="2417" y="1155"/>
                </a:lnTo>
                <a:lnTo>
                  <a:pt x="2418" y="1156"/>
                </a:lnTo>
                <a:lnTo>
                  <a:pt x="2419" y="1156"/>
                </a:lnTo>
                <a:lnTo>
                  <a:pt x="2419" y="1157"/>
                </a:lnTo>
                <a:lnTo>
                  <a:pt x="2419" y="1158"/>
                </a:lnTo>
                <a:lnTo>
                  <a:pt x="2419" y="1159"/>
                </a:lnTo>
                <a:lnTo>
                  <a:pt x="2420" y="1160"/>
                </a:lnTo>
                <a:lnTo>
                  <a:pt x="2421" y="1160"/>
                </a:lnTo>
                <a:lnTo>
                  <a:pt x="2422" y="1162"/>
                </a:lnTo>
                <a:lnTo>
                  <a:pt x="2423" y="1163"/>
                </a:lnTo>
                <a:lnTo>
                  <a:pt x="2423" y="1164"/>
                </a:lnTo>
                <a:lnTo>
                  <a:pt x="2423" y="1165"/>
                </a:lnTo>
                <a:lnTo>
                  <a:pt x="2422" y="1165"/>
                </a:lnTo>
                <a:lnTo>
                  <a:pt x="2423" y="1165"/>
                </a:lnTo>
                <a:lnTo>
                  <a:pt x="2423" y="1166"/>
                </a:lnTo>
                <a:lnTo>
                  <a:pt x="2423" y="1167"/>
                </a:lnTo>
                <a:lnTo>
                  <a:pt x="2424" y="1167"/>
                </a:lnTo>
                <a:lnTo>
                  <a:pt x="2424" y="1168"/>
                </a:lnTo>
                <a:lnTo>
                  <a:pt x="2425" y="1169"/>
                </a:lnTo>
                <a:lnTo>
                  <a:pt x="2425" y="1170"/>
                </a:lnTo>
                <a:lnTo>
                  <a:pt x="2426" y="1170"/>
                </a:lnTo>
                <a:lnTo>
                  <a:pt x="2427" y="1171"/>
                </a:lnTo>
                <a:lnTo>
                  <a:pt x="2427" y="1172"/>
                </a:lnTo>
                <a:lnTo>
                  <a:pt x="2427" y="1173"/>
                </a:lnTo>
                <a:lnTo>
                  <a:pt x="2426" y="1174"/>
                </a:lnTo>
                <a:lnTo>
                  <a:pt x="2427" y="1175"/>
                </a:lnTo>
                <a:lnTo>
                  <a:pt x="2427" y="1176"/>
                </a:lnTo>
                <a:lnTo>
                  <a:pt x="2427" y="1177"/>
                </a:lnTo>
                <a:lnTo>
                  <a:pt x="2426" y="1177"/>
                </a:lnTo>
                <a:lnTo>
                  <a:pt x="2427" y="1177"/>
                </a:lnTo>
                <a:lnTo>
                  <a:pt x="2427" y="1178"/>
                </a:lnTo>
                <a:lnTo>
                  <a:pt x="2428" y="1178"/>
                </a:lnTo>
                <a:lnTo>
                  <a:pt x="2429" y="1178"/>
                </a:lnTo>
                <a:lnTo>
                  <a:pt x="2430" y="1180"/>
                </a:lnTo>
                <a:lnTo>
                  <a:pt x="2431" y="1180"/>
                </a:lnTo>
                <a:lnTo>
                  <a:pt x="2431" y="1181"/>
                </a:lnTo>
                <a:lnTo>
                  <a:pt x="2431" y="1182"/>
                </a:lnTo>
                <a:lnTo>
                  <a:pt x="2432" y="1182"/>
                </a:lnTo>
                <a:lnTo>
                  <a:pt x="2432" y="1183"/>
                </a:lnTo>
                <a:lnTo>
                  <a:pt x="2431" y="1183"/>
                </a:lnTo>
                <a:lnTo>
                  <a:pt x="2431" y="1184"/>
                </a:lnTo>
                <a:lnTo>
                  <a:pt x="2432" y="1184"/>
                </a:lnTo>
                <a:lnTo>
                  <a:pt x="2432" y="1185"/>
                </a:lnTo>
                <a:lnTo>
                  <a:pt x="2433" y="1186"/>
                </a:lnTo>
                <a:lnTo>
                  <a:pt x="2433" y="1187"/>
                </a:lnTo>
                <a:lnTo>
                  <a:pt x="2434" y="1187"/>
                </a:lnTo>
                <a:lnTo>
                  <a:pt x="2434" y="1188"/>
                </a:lnTo>
                <a:lnTo>
                  <a:pt x="2434" y="1189"/>
                </a:lnTo>
                <a:lnTo>
                  <a:pt x="2434" y="1190"/>
                </a:lnTo>
                <a:lnTo>
                  <a:pt x="2433" y="1190"/>
                </a:lnTo>
                <a:lnTo>
                  <a:pt x="2432" y="1191"/>
                </a:lnTo>
                <a:lnTo>
                  <a:pt x="2432" y="1192"/>
                </a:lnTo>
                <a:lnTo>
                  <a:pt x="2432" y="1193"/>
                </a:lnTo>
                <a:lnTo>
                  <a:pt x="2433" y="1194"/>
                </a:lnTo>
                <a:lnTo>
                  <a:pt x="2433" y="1195"/>
                </a:lnTo>
                <a:lnTo>
                  <a:pt x="2431" y="1196"/>
                </a:lnTo>
                <a:lnTo>
                  <a:pt x="2429" y="1196"/>
                </a:lnTo>
                <a:lnTo>
                  <a:pt x="2428" y="1196"/>
                </a:lnTo>
                <a:lnTo>
                  <a:pt x="2426" y="1195"/>
                </a:lnTo>
                <a:lnTo>
                  <a:pt x="2425" y="1195"/>
                </a:lnTo>
                <a:lnTo>
                  <a:pt x="2425" y="1194"/>
                </a:lnTo>
                <a:lnTo>
                  <a:pt x="2424" y="1194"/>
                </a:lnTo>
                <a:lnTo>
                  <a:pt x="2425" y="1195"/>
                </a:lnTo>
                <a:lnTo>
                  <a:pt x="2425" y="1196"/>
                </a:lnTo>
                <a:lnTo>
                  <a:pt x="2424" y="1196"/>
                </a:lnTo>
                <a:lnTo>
                  <a:pt x="2425" y="1196"/>
                </a:lnTo>
                <a:lnTo>
                  <a:pt x="2425" y="1197"/>
                </a:lnTo>
                <a:lnTo>
                  <a:pt x="2426" y="1198"/>
                </a:lnTo>
                <a:lnTo>
                  <a:pt x="2426" y="1199"/>
                </a:lnTo>
                <a:lnTo>
                  <a:pt x="2427" y="1198"/>
                </a:lnTo>
                <a:lnTo>
                  <a:pt x="2426" y="1198"/>
                </a:lnTo>
                <a:lnTo>
                  <a:pt x="2427" y="1198"/>
                </a:lnTo>
                <a:lnTo>
                  <a:pt x="2428" y="1199"/>
                </a:lnTo>
                <a:lnTo>
                  <a:pt x="2429" y="1199"/>
                </a:lnTo>
                <a:lnTo>
                  <a:pt x="2429" y="1200"/>
                </a:lnTo>
                <a:lnTo>
                  <a:pt x="2429" y="1201"/>
                </a:lnTo>
                <a:lnTo>
                  <a:pt x="2429" y="1202"/>
                </a:lnTo>
                <a:lnTo>
                  <a:pt x="2428" y="1202"/>
                </a:lnTo>
                <a:lnTo>
                  <a:pt x="2427" y="1202"/>
                </a:lnTo>
                <a:lnTo>
                  <a:pt x="2426" y="1202"/>
                </a:lnTo>
                <a:lnTo>
                  <a:pt x="2425" y="1202"/>
                </a:lnTo>
                <a:lnTo>
                  <a:pt x="2425" y="1201"/>
                </a:lnTo>
                <a:lnTo>
                  <a:pt x="2424" y="1201"/>
                </a:lnTo>
                <a:lnTo>
                  <a:pt x="2423" y="1201"/>
                </a:lnTo>
                <a:lnTo>
                  <a:pt x="2422" y="1201"/>
                </a:lnTo>
                <a:lnTo>
                  <a:pt x="2421" y="1201"/>
                </a:lnTo>
                <a:lnTo>
                  <a:pt x="2420" y="1201"/>
                </a:lnTo>
                <a:lnTo>
                  <a:pt x="2419" y="1201"/>
                </a:lnTo>
                <a:lnTo>
                  <a:pt x="2419" y="1202"/>
                </a:lnTo>
                <a:lnTo>
                  <a:pt x="2418" y="1202"/>
                </a:lnTo>
                <a:lnTo>
                  <a:pt x="2417" y="1203"/>
                </a:lnTo>
                <a:lnTo>
                  <a:pt x="2416" y="1203"/>
                </a:lnTo>
                <a:lnTo>
                  <a:pt x="2415" y="1204"/>
                </a:lnTo>
                <a:lnTo>
                  <a:pt x="2416" y="1206"/>
                </a:lnTo>
                <a:lnTo>
                  <a:pt x="2417" y="1207"/>
                </a:lnTo>
                <a:lnTo>
                  <a:pt x="2418" y="1207"/>
                </a:lnTo>
                <a:lnTo>
                  <a:pt x="2418" y="1209"/>
                </a:lnTo>
                <a:lnTo>
                  <a:pt x="2418" y="1210"/>
                </a:lnTo>
                <a:lnTo>
                  <a:pt x="2417" y="1211"/>
                </a:lnTo>
                <a:lnTo>
                  <a:pt x="2419" y="1212"/>
                </a:lnTo>
                <a:lnTo>
                  <a:pt x="2422" y="1211"/>
                </a:lnTo>
                <a:lnTo>
                  <a:pt x="2423" y="1212"/>
                </a:lnTo>
                <a:lnTo>
                  <a:pt x="2424" y="1213"/>
                </a:lnTo>
                <a:lnTo>
                  <a:pt x="2425" y="1214"/>
                </a:lnTo>
                <a:lnTo>
                  <a:pt x="2425" y="1215"/>
                </a:lnTo>
                <a:lnTo>
                  <a:pt x="2426" y="1216"/>
                </a:lnTo>
                <a:lnTo>
                  <a:pt x="2426" y="1217"/>
                </a:lnTo>
                <a:lnTo>
                  <a:pt x="2427" y="1217"/>
                </a:lnTo>
                <a:lnTo>
                  <a:pt x="2427" y="1218"/>
                </a:lnTo>
                <a:lnTo>
                  <a:pt x="2428" y="1218"/>
                </a:lnTo>
                <a:lnTo>
                  <a:pt x="2429" y="1220"/>
                </a:lnTo>
                <a:lnTo>
                  <a:pt x="2430" y="1219"/>
                </a:lnTo>
                <a:lnTo>
                  <a:pt x="2431" y="1218"/>
                </a:lnTo>
                <a:lnTo>
                  <a:pt x="2430" y="1218"/>
                </a:lnTo>
                <a:lnTo>
                  <a:pt x="2430" y="1217"/>
                </a:lnTo>
                <a:lnTo>
                  <a:pt x="2430" y="1216"/>
                </a:lnTo>
                <a:lnTo>
                  <a:pt x="2434" y="1214"/>
                </a:lnTo>
                <a:lnTo>
                  <a:pt x="2435" y="1215"/>
                </a:lnTo>
                <a:lnTo>
                  <a:pt x="2435" y="1216"/>
                </a:lnTo>
                <a:lnTo>
                  <a:pt x="2436" y="1216"/>
                </a:lnTo>
                <a:lnTo>
                  <a:pt x="2436" y="1217"/>
                </a:lnTo>
                <a:lnTo>
                  <a:pt x="2437" y="1218"/>
                </a:lnTo>
                <a:lnTo>
                  <a:pt x="2438" y="1219"/>
                </a:lnTo>
                <a:lnTo>
                  <a:pt x="2439" y="1220"/>
                </a:lnTo>
                <a:lnTo>
                  <a:pt x="2439" y="1219"/>
                </a:lnTo>
                <a:lnTo>
                  <a:pt x="2440" y="1218"/>
                </a:lnTo>
                <a:lnTo>
                  <a:pt x="2440" y="1217"/>
                </a:lnTo>
                <a:lnTo>
                  <a:pt x="2441" y="1218"/>
                </a:lnTo>
                <a:lnTo>
                  <a:pt x="2444" y="1221"/>
                </a:lnTo>
                <a:lnTo>
                  <a:pt x="2445" y="1221"/>
                </a:lnTo>
                <a:lnTo>
                  <a:pt x="2445" y="1222"/>
                </a:lnTo>
                <a:lnTo>
                  <a:pt x="2447" y="1222"/>
                </a:lnTo>
                <a:lnTo>
                  <a:pt x="2448" y="1222"/>
                </a:lnTo>
                <a:lnTo>
                  <a:pt x="2449" y="1222"/>
                </a:lnTo>
                <a:lnTo>
                  <a:pt x="2450" y="1222"/>
                </a:lnTo>
                <a:lnTo>
                  <a:pt x="2450" y="1221"/>
                </a:lnTo>
                <a:lnTo>
                  <a:pt x="2452" y="1221"/>
                </a:lnTo>
                <a:lnTo>
                  <a:pt x="2455" y="1220"/>
                </a:lnTo>
                <a:lnTo>
                  <a:pt x="2456" y="1220"/>
                </a:lnTo>
                <a:lnTo>
                  <a:pt x="2456" y="1221"/>
                </a:lnTo>
                <a:lnTo>
                  <a:pt x="2456" y="1222"/>
                </a:lnTo>
                <a:lnTo>
                  <a:pt x="2457" y="1223"/>
                </a:lnTo>
                <a:lnTo>
                  <a:pt x="2458" y="1224"/>
                </a:lnTo>
                <a:lnTo>
                  <a:pt x="2458" y="1225"/>
                </a:lnTo>
                <a:lnTo>
                  <a:pt x="2457" y="1225"/>
                </a:lnTo>
                <a:lnTo>
                  <a:pt x="2457" y="1226"/>
                </a:lnTo>
                <a:lnTo>
                  <a:pt x="2458" y="1226"/>
                </a:lnTo>
                <a:lnTo>
                  <a:pt x="2459" y="1227"/>
                </a:lnTo>
                <a:lnTo>
                  <a:pt x="2458" y="1227"/>
                </a:lnTo>
                <a:lnTo>
                  <a:pt x="2457" y="1228"/>
                </a:lnTo>
                <a:lnTo>
                  <a:pt x="2457" y="1229"/>
                </a:lnTo>
                <a:lnTo>
                  <a:pt x="2457" y="1230"/>
                </a:lnTo>
                <a:lnTo>
                  <a:pt x="2457" y="1231"/>
                </a:lnTo>
                <a:lnTo>
                  <a:pt x="2457" y="1232"/>
                </a:lnTo>
                <a:lnTo>
                  <a:pt x="2458" y="1232"/>
                </a:lnTo>
                <a:lnTo>
                  <a:pt x="2458" y="1233"/>
                </a:lnTo>
                <a:lnTo>
                  <a:pt x="2457" y="1233"/>
                </a:lnTo>
                <a:lnTo>
                  <a:pt x="2457" y="1232"/>
                </a:lnTo>
                <a:lnTo>
                  <a:pt x="2456" y="1232"/>
                </a:lnTo>
                <a:lnTo>
                  <a:pt x="2456" y="1233"/>
                </a:lnTo>
                <a:lnTo>
                  <a:pt x="2455" y="1233"/>
                </a:lnTo>
                <a:lnTo>
                  <a:pt x="2455" y="1234"/>
                </a:lnTo>
                <a:lnTo>
                  <a:pt x="2455" y="1235"/>
                </a:lnTo>
                <a:lnTo>
                  <a:pt x="2455" y="1236"/>
                </a:lnTo>
                <a:lnTo>
                  <a:pt x="2456" y="1236"/>
                </a:lnTo>
                <a:lnTo>
                  <a:pt x="2456" y="1237"/>
                </a:lnTo>
                <a:lnTo>
                  <a:pt x="2456" y="1238"/>
                </a:lnTo>
                <a:lnTo>
                  <a:pt x="2457" y="1239"/>
                </a:lnTo>
                <a:lnTo>
                  <a:pt x="2457" y="1240"/>
                </a:lnTo>
                <a:lnTo>
                  <a:pt x="2456" y="1240"/>
                </a:lnTo>
                <a:lnTo>
                  <a:pt x="2455" y="1240"/>
                </a:lnTo>
                <a:lnTo>
                  <a:pt x="2454" y="1241"/>
                </a:lnTo>
                <a:lnTo>
                  <a:pt x="2454" y="1242"/>
                </a:lnTo>
                <a:lnTo>
                  <a:pt x="2455" y="1242"/>
                </a:lnTo>
                <a:lnTo>
                  <a:pt x="2455" y="1243"/>
                </a:lnTo>
                <a:lnTo>
                  <a:pt x="2456" y="1243"/>
                </a:lnTo>
                <a:lnTo>
                  <a:pt x="2457" y="1243"/>
                </a:lnTo>
                <a:lnTo>
                  <a:pt x="2457" y="1244"/>
                </a:lnTo>
                <a:lnTo>
                  <a:pt x="2457" y="1245"/>
                </a:lnTo>
                <a:lnTo>
                  <a:pt x="2456" y="1246"/>
                </a:lnTo>
                <a:lnTo>
                  <a:pt x="2455" y="1246"/>
                </a:lnTo>
                <a:lnTo>
                  <a:pt x="2455" y="1247"/>
                </a:lnTo>
                <a:lnTo>
                  <a:pt x="2456" y="1247"/>
                </a:lnTo>
                <a:lnTo>
                  <a:pt x="2456" y="1248"/>
                </a:lnTo>
                <a:lnTo>
                  <a:pt x="2456" y="1249"/>
                </a:lnTo>
                <a:lnTo>
                  <a:pt x="2455" y="1250"/>
                </a:lnTo>
                <a:lnTo>
                  <a:pt x="2455" y="1251"/>
                </a:lnTo>
                <a:lnTo>
                  <a:pt x="2456" y="1252"/>
                </a:lnTo>
                <a:lnTo>
                  <a:pt x="2456" y="1253"/>
                </a:lnTo>
                <a:lnTo>
                  <a:pt x="2455" y="1253"/>
                </a:lnTo>
                <a:lnTo>
                  <a:pt x="2455" y="1254"/>
                </a:lnTo>
                <a:lnTo>
                  <a:pt x="2455" y="1255"/>
                </a:lnTo>
                <a:lnTo>
                  <a:pt x="2456" y="1257"/>
                </a:lnTo>
                <a:lnTo>
                  <a:pt x="2456" y="1258"/>
                </a:lnTo>
                <a:lnTo>
                  <a:pt x="2456" y="1259"/>
                </a:lnTo>
                <a:lnTo>
                  <a:pt x="2455" y="1259"/>
                </a:lnTo>
                <a:lnTo>
                  <a:pt x="2454" y="1260"/>
                </a:lnTo>
                <a:lnTo>
                  <a:pt x="2454" y="1261"/>
                </a:lnTo>
                <a:lnTo>
                  <a:pt x="2454" y="1262"/>
                </a:lnTo>
                <a:lnTo>
                  <a:pt x="2455" y="1262"/>
                </a:lnTo>
                <a:lnTo>
                  <a:pt x="2455" y="1263"/>
                </a:lnTo>
                <a:lnTo>
                  <a:pt x="2454" y="1265"/>
                </a:lnTo>
                <a:lnTo>
                  <a:pt x="2453" y="1265"/>
                </a:lnTo>
                <a:lnTo>
                  <a:pt x="2453" y="1266"/>
                </a:lnTo>
                <a:lnTo>
                  <a:pt x="2453" y="1267"/>
                </a:lnTo>
                <a:lnTo>
                  <a:pt x="2454" y="1267"/>
                </a:lnTo>
                <a:lnTo>
                  <a:pt x="2453" y="1268"/>
                </a:lnTo>
                <a:lnTo>
                  <a:pt x="2452" y="1268"/>
                </a:lnTo>
                <a:lnTo>
                  <a:pt x="2452" y="1269"/>
                </a:lnTo>
                <a:lnTo>
                  <a:pt x="2451" y="1269"/>
                </a:lnTo>
                <a:lnTo>
                  <a:pt x="2450" y="1269"/>
                </a:lnTo>
                <a:lnTo>
                  <a:pt x="2449" y="1269"/>
                </a:lnTo>
                <a:lnTo>
                  <a:pt x="2449" y="1270"/>
                </a:lnTo>
                <a:lnTo>
                  <a:pt x="2448" y="1270"/>
                </a:lnTo>
                <a:lnTo>
                  <a:pt x="2448" y="1269"/>
                </a:lnTo>
                <a:lnTo>
                  <a:pt x="2448" y="1268"/>
                </a:lnTo>
                <a:lnTo>
                  <a:pt x="2447" y="1268"/>
                </a:lnTo>
                <a:lnTo>
                  <a:pt x="2447" y="1267"/>
                </a:lnTo>
                <a:lnTo>
                  <a:pt x="2446" y="1268"/>
                </a:lnTo>
                <a:lnTo>
                  <a:pt x="2445" y="1268"/>
                </a:lnTo>
                <a:lnTo>
                  <a:pt x="2445" y="1267"/>
                </a:lnTo>
                <a:lnTo>
                  <a:pt x="2444" y="1267"/>
                </a:lnTo>
                <a:lnTo>
                  <a:pt x="2443" y="1266"/>
                </a:lnTo>
                <a:lnTo>
                  <a:pt x="2442" y="1266"/>
                </a:lnTo>
                <a:lnTo>
                  <a:pt x="2442" y="1267"/>
                </a:lnTo>
                <a:lnTo>
                  <a:pt x="2441" y="1267"/>
                </a:lnTo>
                <a:lnTo>
                  <a:pt x="2440" y="1267"/>
                </a:lnTo>
                <a:lnTo>
                  <a:pt x="2440" y="1268"/>
                </a:lnTo>
                <a:lnTo>
                  <a:pt x="2439" y="1269"/>
                </a:lnTo>
                <a:lnTo>
                  <a:pt x="2438" y="1269"/>
                </a:lnTo>
                <a:lnTo>
                  <a:pt x="2437" y="1269"/>
                </a:lnTo>
                <a:lnTo>
                  <a:pt x="2437" y="1270"/>
                </a:lnTo>
                <a:lnTo>
                  <a:pt x="2436" y="1270"/>
                </a:lnTo>
                <a:lnTo>
                  <a:pt x="2435" y="1271"/>
                </a:lnTo>
                <a:lnTo>
                  <a:pt x="2434" y="1272"/>
                </a:lnTo>
                <a:lnTo>
                  <a:pt x="2432" y="1273"/>
                </a:lnTo>
                <a:lnTo>
                  <a:pt x="2431" y="1273"/>
                </a:lnTo>
                <a:lnTo>
                  <a:pt x="2430" y="1273"/>
                </a:lnTo>
                <a:lnTo>
                  <a:pt x="2430" y="1274"/>
                </a:lnTo>
                <a:lnTo>
                  <a:pt x="2428" y="1274"/>
                </a:lnTo>
                <a:lnTo>
                  <a:pt x="2427" y="1275"/>
                </a:lnTo>
                <a:lnTo>
                  <a:pt x="2426" y="1275"/>
                </a:lnTo>
                <a:lnTo>
                  <a:pt x="2425" y="1275"/>
                </a:lnTo>
                <a:lnTo>
                  <a:pt x="2424" y="1276"/>
                </a:lnTo>
                <a:lnTo>
                  <a:pt x="2424" y="1277"/>
                </a:lnTo>
                <a:lnTo>
                  <a:pt x="2423" y="1277"/>
                </a:lnTo>
                <a:lnTo>
                  <a:pt x="2423" y="1278"/>
                </a:lnTo>
                <a:lnTo>
                  <a:pt x="2423" y="1279"/>
                </a:lnTo>
                <a:lnTo>
                  <a:pt x="2422" y="1279"/>
                </a:lnTo>
                <a:lnTo>
                  <a:pt x="2422" y="1280"/>
                </a:lnTo>
                <a:lnTo>
                  <a:pt x="2422" y="1281"/>
                </a:lnTo>
                <a:lnTo>
                  <a:pt x="2421" y="1282"/>
                </a:lnTo>
                <a:lnTo>
                  <a:pt x="2420" y="1282"/>
                </a:lnTo>
                <a:lnTo>
                  <a:pt x="2420" y="1283"/>
                </a:lnTo>
                <a:lnTo>
                  <a:pt x="2420" y="1284"/>
                </a:lnTo>
                <a:lnTo>
                  <a:pt x="2419" y="1284"/>
                </a:lnTo>
                <a:lnTo>
                  <a:pt x="2419" y="1285"/>
                </a:lnTo>
                <a:lnTo>
                  <a:pt x="2419" y="1286"/>
                </a:lnTo>
                <a:lnTo>
                  <a:pt x="2419" y="1287"/>
                </a:lnTo>
                <a:lnTo>
                  <a:pt x="2420" y="1289"/>
                </a:lnTo>
                <a:lnTo>
                  <a:pt x="2420" y="1290"/>
                </a:lnTo>
                <a:lnTo>
                  <a:pt x="2420" y="1291"/>
                </a:lnTo>
                <a:lnTo>
                  <a:pt x="2420" y="1292"/>
                </a:lnTo>
                <a:lnTo>
                  <a:pt x="2419" y="1293"/>
                </a:lnTo>
                <a:lnTo>
                  <a:pt x="2419" y="1294"/>
                </a:lnTo>
                <a:lnTo>
                  <a:pt x="2419" y="1295"/>
                </a:lnTo>
                <a:lnTo>
                  <a:pt x="2419" y="1296"/>
                </a:lnTo>
                <a:lnTo>
                  <a:pt x="2421" y="1296"/>
                </a:lnTo>
                <a:lnTo>
                  <a:pt x="2422" y="1296"/>
                </a:lnTo>
                <a:lnTo>
                  <a:pt x="2423" y="1296"/>
                </a:lnTo>
                <a:lnTo>
                  <a:pt x="2424" y="1297"/>
                </a:lnTo>
                <a:lnTo>
                  <a:pt x="2425" y="1297"/>
                </a:lnTo>
                <a:lnTo>
                  <a:pt x="2425" y="1298"/>
                </a:lnTo>
                <a:lnTo>
                  <a:pt x="2424" y="1298"/>
                </a:lnTo>
                <a:lnTo>
                  <a:pt x="2423" y="1298"/>
                </a:lnTo>
                <a:lnTo>
                  <a:pt x="2423" y="1299"/>
                </a:lnTo>
                <a:lnTo>
                  <a:pt x="2422" y="1299"/>
                </a:lnTo>
                <a:lnTo>
                  <a:pt x="2421" y="1299"/>
                </a:lnTo>
                <a:lnTo>
                  <a:pt x="2421" y="1300"/>
                </a:lnTo>
                <a:lnTo>
                  <a:pt x="2420" y="1300"/>
                </a:lnTo>
                <a:lnTo>
                  <a:pt x="2420" y="1301"/>
                </a:lnTo>
                <a:lnTo>
                  <a:pt x="2419" y="1301"/>
                </a:lnTo>
                <a:lnTo>
                  <a:pt x="2418" y="1302"/>
                </a:lnTo>
                <a:lnTo>
                  <a:pt x="2417" y="1302"/>
                </a:lnTo>
                <a:lnTo>
                  <a:pt x="2417" y="1303"/>
                </a:lnTo>
                <a:lnTo>
                  <a:pt x="2416" y="1303"/>
                </a:lnTo>
                <a:lnTo>
                  <a:pt x="2415" y="1304"/>
                </a:lnTo>
                <a:lnTo>
                  <a:pt x="2414" y="1305"/>
                </a:lnTo>
                <a:lnTo>
                  <a:pt x="2413" y="1305"/>
                </a:lnTo>
                <a:lnTo>
                  <a:pt x="2412" y="1306"/>
                </a:lnTo>
                <a:lnTo>
                  <a:pt x="2412" y="1307"/>
                </a:lnTo>
                <a:lnTo>
                  <a:pt x="2411" y="1308"/>
                </a:lnTo>
                <a:lnTo>
                  <a:pt x="2410" y="1308"/>
                </a:lnTo>
                <a:lnTo>
                  <a:pt x="2409" y="1308"/>
                </a:lnTo>
                <a:lnTo>
                  <a:pt x="2408" y="1308"/>
                </a:lnTo>
                <a:lnTo>
                  <a:pt x="2405" y="1308"/>
                </a:lnTo>
                <a:lnTo>
                  <a:pt x="2404" y="1308"/>
                </a:lnTo>
                <a:lnTo>
                  <a:pt x="2403" y="1309"/>
                </a:lnTo>
                <a:lnTo>
                  <a:pt x="2403" y="1310"/>
                </a:lnTo>
                <a:lnTo>
                  <a:pt x="2402" y="1311"/>
                </a:lnTo>
                <a:lnTo>
                  <a:pt x="2402" y="1312"/>
                </a:lnTo>
                <a:lnTo>
                  <a:pt x="2401" y="1312"/>
                </a:lnTo>
                <a:lnTo>
                  <a:pt x="2400" y="1311"/>
                </a:lnTo>
                <a:lnTo>
                  <a:pt x="2400" y="1310"/>
                </a:lnTo>
                <a:lnTo>
                  <a:pt x="2399" y="1310"/>
                </a:lnTo>
                <a:lnTo>
                  <a:pt x="2398" y="1310"/>
                </a:lnTo>
                <a:lnTo>
                  <a:pt x="2397" y="1310"/>
                </a:lnTo>
                <a:lnTo>
                  <a:pt x="2396" y="1310"/>
                </a:lnTo>
                <a:lnTo>
                  <a:pt x="2395" y="1311"/>
                </a:lnTo>
                <a:lnTo>
                  <a:pt x="2395" y="1312"/>
                </a:lnTo>
                <a:lnTo>
                  <a:pt x="2395" y="1313"/>
                </a:lnTo>
                <a:lnTo>
                  <a:pt x="2395" y="1314"/>
                </a:lnTo>
                <a:lnTo>
                  <a:pt x="2395" y="1315"/>
                </a:lnTo>
                <a:lnTo>
                  <a:pt x="2394" y="1316"/>
                </a:lnTo>
                <a:lnTo>
                  <a:pt x="2394" y="1317"/>
                </a:lnTo>
                <a:lnTo>
                  <a:pt x="2394" y="1319"/>
                </a:lnTo>
                <a:lnTo>
                  <a:pt x="2393" y="1319"/>
                </a:lnTo>
                <a:lnTo>
                  <a:pt x="2393" y="1318"/>
                </a:lnTo>
                <a:lnTo>
                  <a:pt x="2392" y="1318"/>
                </a:lnTo>
                <a:lnTo>
                  <a:pt x="2392" y="1319"/>
                </a:lnTo>
                <a:lnTo>
                  <a:pt x="2390" y="1316"/>
                </a:lnTo>
                <a:lnTo>
                  <a:pt x="2389" y="1316"/>
                </a:lnTo>
                <a:lnTo>
                  <a:pt x="2388" y="1316"/>
                </a:lnTo>
                <a:lnTo>
                  <a:pt x="2387" y="1315"/>
                </a:lnTo>
                <a:lnTo>
                  <a:pt x="2386" y="1314"/>
                </a:lnTo>
                <a:lnTo>
                  <a:pt x="2385" y="1314"/>
                </a:lnTo>
                <a:lnTo>
                  <a:pt x="2384" y="1314"/>
                </a:lnTo>
                <a:lnTo>
                  <a:pt x="2383" y="1313"/>
                </a:lnTo>
                <a:lnTo>
                  <a:pt x="2382" y="1313"/>
                </a:lnTo>
                <a:lnTo>
                  <a:pt x="2381" y="1313"/>
                </a:lnTo>
                <a:lnTo>
                  <a:pt x="2381" y="1312"/>
                </a:lnTo>
                <a:lnTo>
                  <a:pt x="2381" y="1311"/>
                </a:lnTo>
                <a:lnTo>
                  <a:pt x="2380" y="1311"/>
                </a:lnTo>
                <a:lnTo>
                  <a:pt x="2379" y="1312"/>
                </a:lnTo>
                <a:lnTo>
                  <a:pt x="2378" y="1312"/>
                </a:lnTo>
                <a:lnTo>
                  <a:pt x="2377" y="1312"/>
                </a:lnTo>
                <a:lnTo>
                  <a:pt x="2376" y="1313"/>
                </a:lnTo>
                <a:lnTo>
                  <a:pt x="2374" y="1313"/>
                </a:lnTo>
                <a:lnTo>
                  <a:pt x="2373" y="1313"/>
                </a:lnTo>
                <a:lnTo>
                  <a:pt x="2373" y="1314"/>
                </a:lnTo>
                <a:lnTo>
                  <a:pt x="2372" y="1314"/>
                </a:lnTo>
                <a:lnTo>
                  <a:pt x="2371" y="1315"/>
                </a:lnTo>
                <a:lnTo>
                  <a:pt x="2371" y="1314"/>
                </a:lnTo>
                <a:lnTo>
                  <a:pt x="2370" y="1314"/>
                </a:lnTo>
                <a:lnTo>
                  <a:pt x="2369" y="1314"/>
                </a:lnTo>
                <a:lnTo>
                  <a:pt x="2368" y="1314"/>
                </a:lnTo>
                <a:lnTo>
                  <a:pt x="2367" y="1314"/>
                </a:lnTo>
                <a:lnTo>
                  <a:pt x="2367" y="1313"/>
                </a:lnTo>
                <a:lnTo>
                  <a:pt x="2366" y="1313"/>
                </a:lnTo>
                <a:lnTo>
                  <a:pt x="2366" y="1312"/>
                </a:lnTo>
                <a:lnTo>
                  <a:pt x="2365" y="1311"/>
                </a:lnTo>
                <a:lnTo>
                  <a:pt x="2365" y="1310"/>
                </a:lnTo>
                <a:lnTo>
                  <a:pt x="2366" y="1310"/>
                </a:lnTo>
                <a:lnTo>
                  <a:pt x="2366" y="1309"/>
                </a:lnTo>
                <a:lnTo>
                  <a:pt x="2365" y="1309"/>
                </a:lnTo>
                <a:lnTo>
                  <a:pt x="2364" y="1309"/>
                </a:lnTo>
                <a:lnTo>
                  <a:pt x="2363" y="1309"/>
                </a:lnTo>
                <a:lnTo>
                  <a:pt x="2362" y="1309"/>
                </a:lnTo>
                <a:lnTo>
                  <a:pt x="2361" y="1309"/>
                </a:lnTo>
                <a:lnTo>
                  <a:pt x="2360" y="1309"/>
                </a:lnTo>
                <a:lnTo>
                  <a:pt x="2359" y="1309"/>
                </a:lnTo>
                <a:lnTo>
                  <a:pt x="2358" y="1309"/>
                </a:lnTo>
                <a:lnTo>
                  <a:pt x="2357" y="1309"/>
                </a:lnTo>
                <a:lnTo>
                  <a:pt x="2355" y="1309"/>
                </a:lnTo>
                <a:lnTo>
                  <a:pt x="2354" y="1309"/>
                </a:lnTo>
                <a:lnTo>
                  <a:pt x="2352" y="1309"/>
                </a:lnTo>
                <a:lnTo>
                  <a:pt x="2351" y="1309"/>
                </a:lnTo>
                <a:lnTo>
                  <a:pt x="2350" y="1309"/>
                </a:lnTo>
                <a:lnTo>
                  <a:pt x="2350" y="1310"/>
                </a:lnTo>
                <a:lnTo>
                  <a:pt x="2349" y="1310"/>
                </a:lnTo>
                <a:lnTo>
                  <a:pt x="2348" y="1310"/>
                </a:lnTo>
                <a:lnTo>
                  <a:pt x="2346" y="1311"/>
                </a:lnTo>
                <a:lnTo>
                  <a:pt x="2345" y="1311"/>
                </a:lnTo>
                <a:lnTo>
                  <a:pt x="2345" y="1312"/>
                </a:lnTo>
                <a:lnTo>
                  <a:pt x="2345" y="1313"/>
                </a:lnTo>
                <a:lnTo>
                  <a:pt x="2345" y="1314"/>
                </a:lnTo>
                <a:lnTo>
                  <a:pt x="2346" y="1315"/>
                </a:lnTo>
                <a:lnTo>
                  <a:pt x="2346" y="1316"/>
                </a:lnTo>
                <a:lnTo>
                  <a:pt x="2346" y="1317"/>
                </a:lnTo>
                <a:lnTo>
                  <a:pt x="2347" y="1317"/>
                </a:lnTo>
                <a:lnTo>
                  <a:pt x="2347" y="1318"/>
                </a:lnTo>
                <a:lnTo>
                  <a:pt x="2348" y="1318"/>
                </a:lnTo>
                <a:lnTo>
                  <a:pt x="2348" y="1319"/>
                </a:lnTo>
                <a:lnTo>
                  <a:pt x="2349" y="1319"/>
                </a:lnTo>
                <a:lnTo>
                  <a:pt x="2350" y="1318"/>
                </a:lnTo>
                <a:lnTo>
                  <a:pt x="2352" y="1318"/>
                </a:lnTo>
                <a:lnTo>
                  <a:pt x="2354" y="1318"/>
                </a:lnTo>
                <a:lnTo>
                  <a:pt x="2355" y="1317"/>
                </a:lnTo>
                <a:lnTo>
                  <a:pt x="2356" y="1317"/>
                </a:lnTo>
                <a:lnTo>
                  <a:pt x="2356" y="1318"/>
                </a:lnTo>
                <a:lnTo>
                  <a:pt x="2356" y="1319"/>
                </a:lnTo>
                <a:lnTo>
                  <a:pt x="2356" y="1320"/>
                </a:lnTo>
                <a:lnTo>
                  <a:pt x="2355" y="1321"/>
                </a:lnTo>
                <a:lnTo>
                  <a:pt x="2355" y="1322"/>
                </a:lnTo>
                <a:lnTo>
                  <a:pt x="2355" y="1323"/>
                </a:lnTo>
                <a:lnTo>
                  <a:pt x="2354" y="1323"/>
                </a:lnTo>
                <a:lnTo>
                  <a:pt x="2354" y="1324"/>
                </a:lnTo>
                <a:lnTo>
                  <a:pt x="2354" y="1325"/>
                </a:lnTo>
                <a:lnTo>
                  <a:pt x="2353" y="1325"/>
                </a:lnTo>
                <a:lnTo>
                  <a:pt x="2353" y="1326"/>
                </a:lnTo>
                <a:lnTo>
                  <a:pt x="2352" y="1326"/>
                </a:lnTo>
                <a:lnTo>
                  <a:pt x="2351" y="1327"/>
                </a:lnTo>
                <a:lnTo>
                  <a:pt x="2352" y="1328"/>
                </a:lnTo>
                <a:lnTo>
                  <a:pt x="2352" y="1329"/>
                </a:lnTo>
                <a:lnTo>
                  <a:pt x="2352" y="1330"/>
                </a:lnTo>
                <a:lnTo>
                  <a:pt x="2351" y="1330"/>
                </a:lnTo>
                <a:lnTo>
                  <a:pt x="2350" y="1330"/>
                </a:lnTo>
                <a:lnTo>
                  <a:pt x="2350" y="1331"/>
                </a:lnTo>
                <a:lnTo>
                  <a:pt x="2349" y="1331"/>
                </a:lnTo>
                <a:lnTo>
                  <a:pt x="2349" y="1330"/>
                </a:lnTo>
                <a:lnTo>
                  <a:pt x="2349" y="1331"/>
                </a:lnTo>
                <a:lnTo>
                  <a:pt x="2348" y="1331"/>
                </a:lnTo>
                <a:lnTo>
                  <a:pt x="2347" y="1332"/>
                </a:lnTo>
                <a:lnTo>
                  <a:pt x="2347" y="1333"/>
                </a:lnTo>
                <a:lnTo>
                  <a:pt x="2347" y="1332"/>
                </a:lnTo>
                <a:lnTo>
                  <a:pt x="2346" y="1332"/>
                </a:lnTo>
                <a:lnTo>
                  <a:pt x="2346" y="1331"/>
                </a:lnTo>
                <a:lnTo>
                  <a:pt x="2345" y="1331"/>
                </a:lnTo>
                <a:lnTo>
                  <a:pt x="2344" y="1331"/>
                </a:lnTo>
                <a:lnTo>
                  <a:pt x="2343" y="1330"/>
                </a:lnTo>
                <a:lnTo>
                  <a:pt x="2342" y="1330"/>
                </a:lnTo>
                <a:lnTo>
                  <a:pt x="2342" y="1331"/>
                </a:lnTo>
                <a:lnTo>
                  <a:pt x="2341" y="1331"/>
                </a:lnTo>
                <a:lnTo>
                  <a:pt x="2341" y="1330"/>
                </a:lnTo>
                <a:lnTo>
                  <a:pt x="2340" y="1331"/>
                </a:lnTo>
                <a:lnTo>
                  <a:pt x="2339" y="1331"/>
                </a:lnTo>
                <a:lnTo>
                  <a:pt x="2339" y="1330"/>
                </a:lnTo>
                <a:lnTo>
                  <a:pt x="2339" y="1329"/>
                </a:lnTo>
                <a:lnTo>
                  <a:pt x="2338" y="1329"/>
                </a:lnTo>
                <a:lnTo>
                  <a:pt x="2337" y="1329"/>
                </a:lnTo>
                <a:lnTo>
                  <a:pt x="2337" y="1328"/>
                </a:lnTo>
                <a:lnTo>
                  <a:pt x="2335" y="1327"/>
                </a:lnTo>
                <a:lnTo>
                  <a:pt x="2334" y="1327"/>
                </a:lnTo>
                <a:lnTo>
                  <a:pt x="2333" y="1327"/>
                </a:lnTo>
                <a:lnTo>
                  <a:pt x="2334" y="1328"/>
                </a:lnTo>
                <a:lnTo>
                  <a:pt x="2334" y="1329"/>
                </a:lnTo>
                <a:lnTo>
                  <a:pt x="2334" y="1330"/>
                </a:lnTo>
                <a:lnTo>
                  <a:pt x="2334" y="1331"/>
                </a:lnTo>
                <a:lnTo>
                  <a:pt x="2334" y="1332"/>
                </a:lnTo>
                <a:lnTo>
                  <a:pt x="2334" y="1333"/>
                </a:lnTo>
                <a:lnTo>
                  <a:pt x="2334" y="1334"/>
                </a:lnTo>
                <a:lnTo>
                  <a:pt x="2334" y="1333"/>
                </a:lnTo>
                <a:lnTo>
                  <a:pt x="2334" y="1332"/>
                </a:lnTo>
                <a:lnTo>
                  <a:pt x="2333" y="1332"/>
                </a:lnTo>
                <a:lnTo>
                  <a:pt x="2332" y="1332"/>
                </a:lnTo>
                <a:lnTo>
                  <a:pt x="2332" y="1333"/>
                </a:lnTo>
                <a:lnTo>
                  <a:pt x="2331" y="1333"/>
                </a:lnTo>
                <a:lnTo>
                  <a:pt x="2330" y="1333"/>
                </a:lnTo>
                <a:lnTo>
                  <a:pt x="2329" y="1334"/>
                </a:lnTo>
                <a:lnTo>
                  <a:pt x="2328" y="1334"/>
                </a:lnTo>
                <a:lnTo>
                  <a:pt x="2328" y="1333"/>
                </a:lnTo>
                <a:lnTo>
                  <a:pt x="2327" y="1333"/>
                </a:lnTo>
                <a:lnTo>
                  <a:pt x="2325" y="1332"/>
                </a:lnTo>
                <a:lnTo>
                  <a:pt x="2324" y="1332"/>
                </a:lnTo>
                <a:lnTo>
                  <a:pt x="2322" y="1332"/>
                </a:lnTo>
                <a:lnTo>
                  <a:pt x="2322" y="1331"/>
                </a:lnTo>
                <a:lnTo>
                  <a:pt x="2321" y="1331"/>
                </a:lnTo>
                <a:lnTo>
                  <a:pt x="2320" y="1331"/>
                </a:lnTo>
                <a:lnTo>
                  <a:pt x="2319" y="1331"/>
                </a:lnTo>
                <a:lnTo>
                  <a:pt x="2319" y="1332"/>
                </a:lnTo>
                <a:lnTo>
                  <a:pt x="2319" y="1333"/>
                </a:lnTo>
                <a:lnTo>
                  <a:pt x="2318" y="1333"/>
                </a:lnTo>
                <a:lnTo>
                  <a:pt x="2317" y="1334"/>
                </a:lnTo>
                <a:lnTo>
                  <a:pt x="2316" y="1334"/>
                </a:lnTo>
                <a:lnTo>
                  <a:pt x="2314" y="1334"/>
                </a:lnTo>
                <a:lnTo>
                  <a:pt x="2314" y="1335"/>
                </a:lnTo>
                <a:lnTo>
                  <a:pt x="2314" y="1336"/>
                </a:lnTo>
                <a:lnTo>
                  <a:pt x="2313" y="1335"/>
                </a:lnTo>
                <a:lnTo>
                  <a:pt x="2312" y="1335"/>
                </a:lnTo>
                <a:lnTo>
                  <a:pt x="2311" y="1335"/>
                </a:lnTo>
                <a:lnTo>
                  <a:pt x="2311" y="1336"/>
                </a:lnTo>
                <a:lnTo>
                  <a:pt x="2312" y="1336"/>
                </a:lnTo>
                <a:lnTo>
                  <a:pt x="2312" y="1337"/>
                </a:lnTo>
                <a:lnTo>
                  <a:pt x="2311" y="1337"/>
                </a:lnTo>
                <a:lnTo>
                  <a:pt x="2310" y="1337"/>
                </a:lnTo>
                <a:lnTo>
                  <a:pt x="2310" y="1338"/>
                </a:lnTo>
                <a:lnTo>
                  <a:pt x="2310" y="1339"/>
                </a:lnTo>
                <a:lnTo>
                  <a:pt x="2311" y="1339"/>
                </a:lnTo>
                <a:lnTo>
                  <a:pt x="2311" y="1340"/>
                </a:lnTo>
                <a:lnTo>
                  <a:pt x="2310" y="1340"/>
                </a:lnTo>
                <a:lnTo>
                  <a:pt x="2309" y="1340"/>
                </a:lnTo>
                <a:lnTo>
                  <a:pt x="2308" y="1341"/>
                </a:lnTo>
                <a:lnTo>
                  <a:pt x="2309" y="1342"/>
                </a:lnTo>
                <a:lnTo>
                  <a:pt x="2309" y="1343"/>
                </a:lnTo>
                <a:lnTo>
                  <a:pt x="2308" y="1343"/>
                </a:lnTo>
                <a:lnTo>
                  <a:pt x="2308" y="1344"/>
                </a:lnTo>
                <a:lnTo>
                  <a:pt x="2307" y="1344"/>
                </a:lnTo>
                <a:lnTo>
                  <a:pt x="2308" y="1344"/>
                </a:lnTo>
                <a:lnTo>
                  <a:pt x="2308" y="1345"/>
                </a:lnTo>
                <a:lnTo>
                  <a:pt x="2309" y="1345"/>
                </a:lnTo>
                <a:lnTo>
                  <a:pt x="2309" y="1344"/>
                </a:lnTo>
                <a:lnTo>
                  <a:pt x="2309" y="1345"/>
                </a:lnTo>
                <a:lnTo>
                  <a:pt x="2308" y="1346"/>
                </a:lnTo>
                <a:lnTo>
                  <a:pt x="2308" y="1345"/>
                </a:lnTo>
                <a:lnTo>
                  <a:pt x="2308" y="1346"/>
                </a:lnTo>
                <a:lnTo>
                  <a:pt x="2308" y="1347"/>
                </a:lnTo>
                <a:lnTo>
                  <a:pt x="2309" y="1347"/>
                </a:lnTo>
                <a:lnTo>
                  <a:pt x="2310" y="1348"/>
                </a:lnTo>
                <a:lnTo>
                  <a:pt x="2309" y="1348"/>
                </a:lnTo>
                <a:lnTo>
                  <a:pt x="2309" y="1349"/>
                </a:lnTo>
                <a:lnTo>
                  <a:pt x="2310" y="1349"/>
                </a:lnTo>
                <a:lnTo>
                  <a:pt x="2310" y="1350"/>
                </a:lnTo>
                <a:lnTo>
                  <a:pt x="2309" y="1350"/>
                </a:lnTo>
                <a:lnTo>
                  <a:pt x="2309" y="1351"/>
                </a:lnTo>
                <a:lnTo>
                  <a:pt x="2309" y="1350"/>
                </a:lnTo>
                <a:lnTo>
                  <a:pt x="2309" y="1349"/>
                </a:lnTo>
                <a:lnTo>
                  <a:pt x="2308" y="1349"/>
                </a:lnTo>
                <a:lnTo>
                  <a:pt x="2308" y="1350"/>
                </a:lnTo>
                <a:lnTo>
                  <a:pt x="2308" y="1351"/>
                </a:lnTo>
                <a:lnTo>
                  <a:pt x="2309" y="1351"/>
                </a:lnTo>
                <a:lnTo>
                  <a:pt x="2309" y="1352"/>
                </a:lnTo>
                <a:lnTo>
                  <a:pt x="2309" y="1353"/>
                </a:lnTo>
                <a:lnTo>
                  <a:pt x="2309" y="1354"/>
                </a:lnTo>
                <a:lnTo>
                  <a:pt x="2308" y="1354"/>
                </a:lnTo>
                <a:lnTo>
                  <a:pt x="2308" y="1355"/>
                </a:lnTo>
                <a:lnTo>
                  <a:pt x="2308" y="1354"/>
                </a:lnTo>
                <a:lnTo>
                  <a:pt x="2307" y="1354"/>
                </a:lnTo>
                <a:lnTo>
                  <a:pt x="2306" y="1354"/>
                </a:lnTo>
                <a:lnTo>
                  <a:pt x="2306" y="1355"/>
                </a:lnTo>
                <a:lnTo>
                  <a:pt x="2306" y="1356"/>
                </a:lnTo>
                <a:lnTo>
                  <a:pt x="2306" y="1357"/>
                </a:lnTo>
                <a:lnTo>
                  <a:pt x="2307" y="1358"/>
                </a:lnTo>
                <a:lnTo>
                  <a:pt x="2306" y="1358"/>
                </a:lnTo>
                <a:lnTo>
                  <a:pt x="2306" y="1357"/>
                </a:lnTo>
                <a:lnTo>
                  <a:pt x="2305" y="1357"/>
                </a:lnTo>
                <a:lnTo>
                  <a:pt x="2305" y="1358"/>
                </a:lnTo>
                <a:lnTo>
                  <a:pt x="2304" y="1358"/>
                </a:lnTo>
                <a:lnTo>
                  <a:pt x="2303" y="1358"/>
                </a:lnTo>
                <a:lnTo>
                  <a:pt x="2303" y="1359"/>
                </a:lnTo>
                <a:lnTo>
                  <a:pt x="2303" y="1362"/>
                </a:lnTo>
                <a:lnTo>
                  <a:pt x="2302" y="1362"/>
                </a:lnTo>
                <a:lnTo>
                  <a:pt x="2302" y="1363"/>
                </a:lnTo>
                <a:lnTo>
                  <a:pt x="2301" y="1363"/>
                </a:lnTo>
                <a:lnTo>
                  <a:pt x="2301" y="1362"/>
                </a:lnTo>
                <a:lnTo>
                  <a:pt x="2301" y="1361"/>
                </a:lnTo>
                <a:lnTo>
                  <a:pt x="2300" y="1363"/>
                </a:lnTo>
                <a:lnTo>
                  <a:pt x="2299" y="1364"/>
                </a:lnTo>
                <a:lnTo>
                  <a:pt x="2298" y="1365"/>
                </a:lnTo>
                <a:lnTo>
                  <a:pt x="2297" y="1365"/>
                </a:lnTo>
                <a:lnTo>
                  <a:pt x="2296" y="1366"/>
                </a:lnTo>
                <a:lnTo>
                  <a:pt x="2296" y="1367"/>
                </a:lnTo>
                <a:lnTo>
                  <a:pt x="2296" y="1368"/>
                </a:lnTo>
                <a:lnTo>
                  <a:pt x="2295" y="1368"/>
                </a:lnTo>
                <a:lnTo>
                  <a:pt x="2295" y="1369"/>
                </a:lnTo>
                <a:lnTo>
                  <a:pt x="2295" y="1370"/>
                </a:lnTo>
                <a:lnTo>
                  <a:pt x="2295" y="1371"/>
                </a:lnTo>
                <a:lnTo>
                  <a:pt x="2294" y="1371"/>
                </a:lnTo>
                <a:lnTo>
                  <a:pt x="2294" y="1372"/>
                </a:lnTo>
                <a:lnTo>
                  <a:pt x="2293" y="1372"/>
                </a:lnTo>
                <a:lnTo>
                  <a:pt x="2293" y="1373"/>
                </a:lnTo>
                <a:lnTo>
                  <a:pt x="2292" y="1373"/>
                </a:lnTo>
                <a:lnTo>
                  <a:pt x="2291" y="1373"/>
                </a:lnTo>
                <a:lnTo>
                  <a:pt x="2290" y="1373"/>
                </a:lnTo>
                <a:lnTo>
                  <a:pt x="2289" y="1373"/>
                </a:lnTo>
                <a:lnTo>
                  <a:pt x="2288" y="1371"/>
                </a:lnTo>
                <a:lnTo>
                  <a:pt x="2288" y="1370"/>
                </a:lnTo>
                <a:lnTo>
                  <a:pt x="2287" y="1370"/>
                </a:lnTo>
                <a:lnTo>
                  <a:pt x="2287" y="1369"/>
                </a:lnTo>
                <a:lnTo>
                  <a:pt x="2287" y="1368"/>
                </a:lnTo>
                <a:lnTo>
                  <a:pt x="2286" y="1368"/>
                </a:lnTo>
                <a:lnTo>
                  <a:pt x="2286" y="1369"/>
                </a:lnTo>
                <a:lnTo>
                  <a:pt x="2285" y="1369"/>
                </a:lnTo>
                <a:lnTo>
                  <a:pt x="2284" y="1368"/>
                </a:lnTo>
                <a:lnTo>
                  <a:pt x="2284" y="1367"/>
                </a:lnTo>
                <a:lnTo>
                  <a:pt x="2283" y="1367"/>
                </a:lnTo>
                <a:lnTo>
                  <a:pt x="2283" y="1366"/>
                </a:lnTo>
                <a:lnTo>
                  <a:pt x="2283" y="1365"/>
                </a:lnTo>
                <a:lnTo>
                  <a:pt x="2283" y="1364"/>
                </a:lnTo>
                <a:lnTo>
                  <a:pt x="2282" y="1365"/>
                </a:lnTo>
                <a:lnTo>
                  <a:pt x="2281" y="1365"/>
                </a:lnTo>
                <a:lnTo>
                  <a:pt x="2282" y="1366"/>
                </a:lnTo>
                <a:lnTo>
                  <a:pt x="2281" y="1367"/>
                </a:lnTo>
                <a:lnTo>
                  <a:pt x="2281" y="1368"/>
                </a:lnTo>
                <a:lnTo>
                  <a:pt x="2280" y="1368"/>
                </a:lnTo>
                <a:lnTo>
                  <a:pt x="2279" y="1368"/>
                </a:lnTo>
                <a:lnTo>
                  <a:pt x="2278" y="1368"/>
                </a:lnTo>
                <a:lnTo>
                  <a:pt x="2277" y="1369"/>
                </a:lnTo>
                <a:lnTo>
                  <a:pt x="2276" y="1369"/>
                </a:lnTo>
                <a:lnTo>
                  <a:pt x="2276" y="1370"/>
                </a:lnTo>
                <a:lnTo>
                  <a:pt x="2276" y="1369"/>
                </a:lnTo>
                <a:lnTo>
                  <a:pt x="2275" y="1369"/>
                </a:lnTo>
                <a:lnTo>
                  <a:pt x="2274" y="1369"/>
                </a:lnTo>
                <a:lnTo>
                  <a:pt x="2274" y="1370"/>
                </a:lnTo>
                <a:lnTo>
                  <a:pt x="2273" y="1369"/>
                </a:lnTo>
                <a:lnTo>
                  <a:pt x="2272" y="1369"/>
                </a:lnTo>
                <a:lnTo>
                  <a:pt x="2271" y="1369"/>
                </a:lnTo>
                <a:lnTo>
                  <a:pt x="2271" y="1370"/>
                </a:lnTo>
                <a:lnTo>
                  <a:pt x="2271" y="1371"/>
                </a:lnTo>
                <a:lnTo>
                  <a:pt x="2270" y="1371"/>
                </a:lnTo>
                <a:lnTo>
                  <a:pt x="2269" y="1372"/>
                </a:lnTo>
                <a:lnTo>
                  <a:pt x="2268" y="1372"/>
                </a:lnTo>
                <a:lnTo>
                  <a:pt x="2267" y="1372"/>
                </a:lnTo>
                <a:lnTo>
                  <a:pt x="2267" y="1371"/>
                </a:lnTo>
                <a:lnTo>
                  <a:pt x="2266" y="1371"/>
                </a:lnTo>
                <a:lnTo>
                  <a:pt x="2266" y="1372"/>
                </a:lnTo>
                <a:lnTo>
                  <a:pt x="2265" y="1372"/>
                </a:lnTo>
                <a:lnTo>
                  <a:pt x="2264" y="1372"/>
                </a:lnTo>
                <a:lnTo>
                  <a:pt x="2264" y="1373"/>
                </a:lnTo>
                <a:lnTo>
                  <a:pt x="2263" y="1373"/>
                </a:lnTo>
                <a:lnTo>
                  <a:pt x="2263" y="1374"/>
                </a:lnTo>
                <a:lnTo>
                  <a:pt x="2264" y="1374"/>
                </a:lnTo>
                <a:lnTo>
                  <a:pt x="2264" y="1375"/>
                </a:lnTo>
                <a:lnTo>
                  <a:pt x="2264" y="1376"/>
                </a:lnTo>
                <a:lnTo>
                  <a:pt x="2263" y="1376"/>
                </a:lnTo>
                <a:lnTo>
                  <a:pt x="2262" y="1376"/>
                </a:lnTo>
                <a:lnTo>
                  <a:pt x="2262" y="1375"/>
                </a:lnTo>
                <a:lnTo>
                  <a:pt x="2261" y="1375"/>
                </a:lnTo>
                <a:lnTo>
                  <a:pt x="2260" y="1375"/>
                </a:lnTo>
                <a:lnTo>
                  <a:pt x="2260" y="1376"/>
                </a:lnTo>
                <a:lnTo>
                  <a:pt x="2260" y="1377"/>
                </a:lnTo>
                <a:lnTo>
                  <a:pt x="2259" y="1378"/>
                </a:lnTo>
                <a:lnTo>
                  <a:pt x="2258" y="1378"/>
                </a:lnTo>
                <a:lnTo>
                  <a:pt x="2257" y="1378"/>
                </a:lnTo>
                <a:lnTo>
                  <a:pt x="2257" y="1379"/>
                </a:lnTo>
                <a:lnTo>
                  <a:pt x="2257" y="1380"/>
                </a:lnTo>
                <a:lnTo>
                  <a:pt x="2258" y="1380"/>
                </a:lnTo>
                <a:lnTo>
                  <a:pt x="2257" y="1380"/>
                </a:lnTo>
                <a:lnTo>
                  <a:pt x="2257" y="1381"/>
                </a:lnTo>
                <a:lnTo>
                  <a:pt x="2257" y="1382"/>
                </a:lnTo>
                <a:lnTo>
                  <a:pt x="2257" y="1383"/>
                </a:lnTo>
                <a:lnTo>
                  <a:pt x="2257" y="1384"/>
                </a:lnTo>
                <a:lnTo>
                  <a:pt x="2256" y="1384"/>
                </a:lnTo>
                <a:lnTo>
                  <a:pt x="2256" y="1385"/>
                </a:lnTo>
                <a:lnTo>
                  <a:pt x="2256" y="1386"/>
                </a:lnTo>
                <a:lnTo>
                  <a:pt x="2255" y="1386"/>
                </a:lnTo>
                <a:lnTo>
                  <a:pt x="2254" y="1386"/>
                </a:lnTo>
                <a:lnTo>
                  <a:pt x="2254" y="1387"/>
                </a:lnTo>
                <a:lnTo>
                  <a:pt x="2253" y="1387"/>
                </a:lnTo>
                <a:lnTo>
                  <a:pt x="2253" y="1388"/>
                </a:lnTo>
                <a:lnTo>
                  <a:pt x="2252" y="1388"/>
                </a:lnTo>
                <a:lnTo>
                  <a:pt x="2251" y="1388"/>
                </a:lnTo>
                <a:lnTo>
                  <a:pt x="2251" y="1389"/>
                </a:lnTo>
                <a:lnTo>
                  <a:pt x="2250" y="1388"/>
                </a:lnTo>
                <a:lnTo>
                  <a:pt x="2250" y="1389"/>
                </a:lnTo>
                <a:lnTo>
                  <a:pt x="2250" y="1390"/>
                </a:lnTo>
                <a:lnTo>
                  <a:pt x="2249" y="1390"/>
                </a:lnTo>
                <a:lnTo>
                  <a:pt x="2249" y="1391"/>
                </a:lnTo>
                <a:lnTo>
                  <a:pt x="2248" y="1391"/>
                </a:lnTo>
                <a:lnTo>
                  <a:pt x="2247" y="1392"/>
                </a:lnTo>
                <a:lnTo>
                  <a:pt x="2247" y="1393"/>
                </a:lnTo>
                <a:lnTo>
                  <a:pt x="2248" y="1393"/>
                </a:lnTo>
                <a:lnTo>
                  <a:pt x="2248" y="1394"/>
                </a:lnTo>
                <a:lnTo>
                  <a:pt x="2247" y="1395"/>
                </a:lnTo>
                <a:lnTo>
                  <a:pt x="2247" y="1396"/>
                </a:lnTo>
                <a:lnTo>
                  <a:pt x="2246" y="1396"/>
                </a:lnTo>
                <a:lnTo>
                  <a:pt x="2245" y="1397"/>
                </a:lnTo>
                <a:lnTo>
                  <a:pt x="2245" y="1398"/>
                </a:lnTo>
                <a:lnTo>
                  <a:pt x="2245" y="1399"/>
                </a:lnTo>
                <a:lnTo>
                  <a:pt x="2244" y="1399"/>
                </a:lnTo>
                <a:lnTo>
                  <a:pt x="2244" y="1400"/>
                </a:lnTo>
                <a:lnTo>
                  <a:pt x="2243" y="1400"/>
                </a:lnTo>
                <a:lnTo>
                  <a:pt x="2243" y="1401"/>
                </a:lnTo>
                <a:lnTo>
                  <a:pt x="2243" y="1402"/>
                </a:lnTo>
                <a:lnTo>
                  <a:pt x="2242" y="1402"/>
                </a:lnTo>
                <a:lnTo>
                  <a:pt x="2241" y="1402"/>
                </a:lnTo>
                <a:lnTo>
                  <a:pt x="2240" y="1402"/>
                </a:lnTo>
                <a:lnTo>
                  <a:pt x="2240" y="1403"/>
                </a:lnTo>
                <a:lnTo>
                  <a:pt x="2239" y="1405"/>
                </a:lnTo>
                <a:lnTo>
                  <a:pt x="2239" y="1406"/>
                </a:lnTo>
                <a:lnTo>
                  <a:pt x="2238" y="1406"/>
                </a:lnTo>
                <a:lnTo>
                  <a:pt x="2237" y="1406"/>
                </a:lnTo>
                <a:lnTo>
                  <a:pt x="2236" y="1406"/>
                </a:lnTo>
                <a:lnTo>
                  <a:pt x="2235" y="1406"/>
                </a:lnTo>
                <a:lnTo>
                  <a:pt x="2235" y="1407"/>
                </a:lnTo>
                <a:lnTo>
                  <a:pt x="2236" y="1407"/>
                </a:lnTo>
                <a:lnTo>
                  <a:pt x="2236" y="1408"/>
                </a:lnTo>
                <a:lnTo>
                  <a:pt x="2235" y="1408"/>
                </a:lnTo>
                <a:lnTo>
                  <a:pt x="2234" y="1408"/>
                </a:lnTo>
                <a:lnTo>
                  <a:pt x="2234" y="1407"/>
                </a:lnTo>
                <a:lnTo>
                  <a:pt x="2233" y="1407"/>
                </a:lnTo>
                <a:lnTo>
                  <a:pt x="2233" y="1406"/>
                </a:lnTo>
                <a:lnTo>
                  <a:pt x="2232" y="1406"/>
                </a:lnTo>
                <a:lnTo>
                  <a:pt x="2231" y="1406"/>
                </a:lnTo>
                <a:lnTo>
                  <a:pt x="2230" y="1406"/>
                </a:lnTo>
                <a:lnTo>
                  <a:pt x="2229" y="1406"/>
                </a:lnTo>
                <a:lnTo>
                  <a:pt x="2228" y="1406"/>
                </a:lnTo>
                <a:lnTo>
                  <a:pt x="2228" y="1405"/>
                </a:lnTo>
                <a:lnTo>
                  <a:pt x="2227" y="1405"/>
                </a:lnTo>
                <a:lnTo>
                  <a:pt x="2226" y="1405"/>
                </a:lnTo>
                <a:lnTo>
                  <a:pt x="2225" y="1405"/>
                </a:lnTo>
                <a:lnTo>
                  <a:pt x="2225" y="1406"/>
                </a:lnTo>
                <a:lnTo>
                  <a:pt x="2224" y="1406"/>
                </a:lnTo>
                <a:lnTo>
                  <a:pt x="2223" y="1406"/>
                </a:lnTo>
                <a:lnTo>
                  <a:pt x="2223" y="1407"/>
                </a:lnTo>
                <a:lnTo>
                  <a:pt x="2222" y="1407"/>
                </a:lnTo>
                <a:lnTo>
                  <a:pt x="2222" y="1406"/>
                </a:lnTo>
                <a:lnTo>
                  <a:pt x="2221" y="1406"/>
                </a:lnTo>
                <a:lnTo>
                  <a:pt x="2221" y="1407"/>
                </a:lnTo>
                <a:lnTo>
                  <a:pt x="2222" y="1408"/>
                </a:lnTo>
                <a:lnTo>
                  <a:pt x="2222" y="1409"/>
                </a:lnTo>
                <a:lnTo>
                  <a:pt x="2222" y="1410"/>
                </a:lnTo>
                <a:lnTo>
                  <a:pt x="2221" y="1410"/>
                </a:lnTo>
                <a:lnTo>
                  <a:pt x="2220" y="1409"/>
                </a:lnTo>
                <a:lnTo>
                  <a:pt x="2220" y="1410"/>
                </a:lnTo>
                <a:lnTo>
                  <a:pt x="2219" y="1410"/>
                </a:lnTo>
                <a:lnTo>
                  <a:pt x="2219" y="1409"/>
                </a:lnTo>
                <a:lnTo>
                  <a:pt x="2218" y="1410"/>
                </a:lnTo>
                <a:lnTo>
                  <a:pt x="2217" y="1410"/>
                </a:lnTo>
                <a:lnTo>
                  <a:pt x="2216" y="1410"/>
                </a:lnTo>
                <a:lnTo>
                  <a:pt x="2216" y="1411"/>
                </a:lnTo>
                <a:lnTo>
                  <a:pt x="2216" y="1412"/>
                </a:lnTo>
                <a:lnTo>
                  <a:pt x="2217" y="1413"/>
                </a:lnTo>
                <a:lnTo>
                  <a:pt x="2216" y="1413"/>
                </a:lnTo>
                <a:lnTo>
                  <a:pt x="2215" y="1412"/>
                </a:lnTo>
                <a:lnTo>
                  <a:pt x="2214" y="1412"/>
                </a:lnTo>
                <a:lnTo>
                  <a:pt x="2214" y="1413"/>
                </a:lnTo>
                <a:lnTo>
                  <a:pt x="2213" y="1413"/>
                </a:lnTo>
                <a:lnTo>
                  <a:pt x="2213" y="1414"/>
                </a:lnTo>
                <a:lnTo>
                  <a:pt x="2214" y="1414"/>
                </a:lnTo>
                <a:lnTo>
                  <a:pt x="2213" y="1415"/>
                </a:lnTo>
                <a:lnTo>
                  <a:pt x="2212" y="1415"/>
                </a:lnTo>
                <a:lnTo>
                  <a:pt x="2208" y="1415"/>
                </a:lnTo>
                <a:lnTo>
                  <a:pt x="2208" y="1416"/>
                </a:lnTo>
                <a:lnTo>
                  <a:pt x="2208" y="1417"/>
                </a:lnTo>
                <a:lnTo>
                  <a:pt x="2208" y="1418"/>
                </a:lnTo>
                <a:lnTo>
                  <a:pt x="2207" y="1418"/>
                </a:lnTo>
                <a:lnTo>
                  <a:pt x="2206" y="1418"/>
                </a:lnTo>
                <a:lnTo>
                  <a:pt x="2206" y="1419"/>
                </a:lnTo>
                <a:lnTo>
                  <a:pt x="2205" y="1419"/>
                </a:lnTo>
                <a:lnTo>
                  <a:pt x="2205" y="1420"/>
                </a:lnTo>
                <a:lnTo>
                  <a:pt x="2204" y="1421"/>
                </a:lnTo>
                <a:lnTo>
                  <a:pt x="2203" y="1421"/>
                </a:lnTo>
                <a:lnTo>
                  <a:pt x="2203" y="1422"/>
                </a:lnTo>
                <a:lnTo>
                  <a:pt x="2202" y="1422"/>
                </a:lnTo>
                <a:lnTo>
                  <a:pt x="2202" y="1423"/>
                </a:lnTo>
                <a:lnTo>
                  <a:pt x="2201" y="1424"/>
                </a:lnTo>
                <a:lnTo>
                  <a:pt x="2200" y="1424"/>
                </a:lnTo>
                <a:lnTo>
                  <a:pt x="2198" y="1425"/>
                </a:lnTo>
                <a:lnTo>
                  <a:pt x="2197" y="1424"/>
                </a:lnTo>
                <a:lnTo>
                  <a:pt x="2197" y="1425"/>
                </a:lnTo>
                <a:lnTo>
                  <a:pt x="2196" y="1425"/>
                </a:lnTo>
                <a:lnTo>
                  <a:pt x="2195" y="1425"/>
                </a:lnTo>
                <a:lnTo>
                  <a:pt x="2195" y="1426"/>
                </a:lnTo>
                <a:lnTo>
                  <a:pt x="2194" y="1426"/>
                </a:lnTo>
                <a:lnTo>
                  <a:pt x="2194" y="1427"/>
                </a:lnTo>
                <a:lnTo>
                  <a:pt x="2194" y="1428"/>
                </a:lnTo>
                <a:lnTo>
                  <a:pt x="2193" y="1428"/>
                </a:lnTo>
                <a:lnTo>
                  <a:pt x="2192" y="1428"/>
                </a:lnTo>
                <a:lnTo>
                  <a:pt x="2191" y="1429"/>
                </a:lnTo>
                <a:lnTo>
                  <a:pt x="2190" y="1430"/>
                </a:lnTo>
                <a:lnTo>
                  <a:pt x="2189" y="1430"/>
                </a:lnTo>
                <a:lnTo>
                  <a:pt x="2189" y="1431"/>
                </a:lnTo>
                <a:lnTo>
                  <a:pt x="2188" y="1431"/>
                </a:lnTo>
                <a:lnTo>
                  <a:pt x="2188" y="1432"/>
                </a:lnTo>
                <a:lnTo>
                  <a:pt x="2187" y="1432"/>
                </a:lnTo>
                <a:lnTo>
                  <a:pt x="2186" y="1433"/>
                </a:lnTo>
                <a:lnTo>
                  <a:pt x="2186" y="1434"/>
                </a:lnTo>
                <a:lnTo>
                  <a:pt x="2186" y="1435"/>
                </a:lnTo>
                <a:lnTo>
                  <a:pt x="2187" y="1436"/>
                </a:lnTo>
                <a:lnTo>
                  <a:pt x="2187" y="1435"/>
                </a:lnTo>
                <a:lnTo>
                  <a:pt x="2188" y="1435"/>
                </a:lnTo>
                <a:lnTo>
                  <a:pt x="2189" y="1435"/>
                </a:lnTo>
                <a:lnTo>
                  <a:pt x="2189" y="1436"/>
                </a:lnTo>
                <a:lnTo>
                  <a:pt x="2188" y="1436"/>
                </a:lnTo>
                <a:lnTo>
                  <a:pt x="2187" y="1437"/>
                </a:lnTo>
                <a:lnTo>
                  <a:pt x="2188" y="1437"/>
                </a:lnTo>
                <a:lnTo>
                  <a:pt x="2189" y="1438"/>
                </a:lnTo>
                <a:lnTo>
                  <a:pt x="2188" y="1439"/>
                </a:lnTo>
                <a:lnTo>
                  <a:pt x="2187" y="1439"/>
                </a:lnTo>
                <a:lnTo>
                  <a:pt x="2187" y="1440"/>
                </a:lnTo>
                <a:lnTo>
                  <a:pt x="2186" y="1440"/>
                </a:lnTo>
                <a:lnTo>
                  <a:pt x="2186" y="1441"/>
                </a:lnTo>
                <a:lnTo>
                  <a:pt x="2185" y="1441"/>
                </a:lnTo>
                <a:lnTo>
                  <a:pt x="2185" y="1442"/>
                </a:lnTo>
                <a:lnTo>
                  <a:pt x="2186" y="1443"/>
                </a:lnTo>
                <a:lnTo>
                  <a:pt x="2186" y="1444"/>
                </a:lnTo>
                <a:lnTo>
                  <a:pt x="2186" y="1445"/>
                </a:lnTo>
                <a:lnTo>
                  <a:pt x="2186" y="1446"/>
                </a:lnTo>
                <a:lnTo>
                  <a:pt x="2186" y="1447"/>
                </a:lnTo>
                <a:lnTo>
                  <a:pt x="2185" y="1447"/>
                </a:lnTo>
                <a:lnTo>
                  <a:pt x="2184" y="1447"/>
                </a:lnTo>
                <a:lnTo>
                  <a:pt x="2184" y="1448"/>
                </a:lnTo>
                <a:lnTo>
                  <a:pt x="2183" y="1448"/>
                </a:lnTo>
                <a:lnTo>
                  <a:pt x="2183" y="1449"/>
                </a:lnTo>
                <a:lnTo>
                  <a:pt x="2183" y="1450"/>
                </a:lnTo>
                <a:lnTo>
                  <a:pt x="2184" y="1450"/>
                </a:lnTo>
                <a:lnTo>
                  <a:pt x="2183" y="1450"/>
                </a:lnTo>
                <a:lnTo>
                  <a:pt x="2183" y="1451"/>
                </a:lnTo>
                <a:lnTo>
                  <a:pt x="2182" y="1451"/>
                </a:lnTo>
                <a:lnTo>
                  <a:pt x="2181" y="1451"/>
                </a:lnTo>
                <a:lnTo>
                  <a:pt x="2181" y="1450"/>
                </a:lnTo>
                <a:lnTo>
                  <a:pt x="2180" y="1450"/>
                </a:lnTo>
                <a:lnTo>
                  <a:pt x="2179" y="1450"/>
                </a:lnTo>
                <a:lnTo>
                  <a:pt x="2178" y="1451"/>
                </a:lnTo>
                <a:lnTo>
                  <a:pt x="2178" y="1452"/>
                </a:lnTo>
                <a:lnTo>
                  <a:pt x="2177" y="1452"/>
                </a:lnTo>
                <a:lnTo>
                  <a:pt x="2176" y="1452"/>
                </a:lnTo>
                <a:lnTo>
                  <a:pt x="2176" y="1453"/>
                </a:lnTo>
                <a:lnTo>
                  <a:pt x="2176" y="1454"/>
                </a:lnTo>
                <a:lnTo>
                  <a:pt x="2175" y="1455"/>
                </a:lnTo>
                <a:lnTo>
                  <a:pt x="2174" y="1456"/>
                </a:lnTo>
                <a:lnTo>
                  <a:pt x="2174" y="1458"/>
                </a:lnTo>
                <a:lnTo>
                  <a:pt x="2175" y="1458"/>
                </a:lnTo>
                <a:lnTo>
                  <a:pt x="2174" y="1460"/>
                </a:lnTo>
                <a:lnTo>
                  <a:pt x="2173" y="1460"/>
                </a:lnTo>
                <a:lnTo>
                  <a:pt x="2174" y="1460"/>
                </a:lnTo>
                <a:lnTo>
                  <a:pt x="2174" y="1459"/>
                </a:lnTo>
                <a:lnTo>
                  <a:pt x="2174" y="1458"/>
                </a:lnTo>
                <a:lnTo>
                  <a:pt x="2173" y="1458"/>
                </a:lnTo>
                <a:lnTo>
                  <a:pt x="2173" y="1459"/>
                </a:lnTo>
                <a:lnTo>
                  <a:pt x="2172" y="1459"/>
                </a:lnTo>
                <a:lnTo>
                  <a:pt x="2172" y="1460"/>
                </a:lnTo>
                <a:lnTo>
                  <a:pt x="2172" y="1461"/>
                </a:lnTo>
                <a:lnTo>
                  <a:pt x="2173" y="1461"/>
                </a:lnTo>
                <a:lnTo>
                  <a:pt x="2172" y="1461"/>
                </a:lnTo>
                <a:lnTo>
                  <a:pt x="2172" y="1460"/>
                </a:lnTo>
                <a:lnTo>
                  <a:pt x="2171" y="1460"/>
                </a:lnTo>
                <a:lnTo>
                  <a:pt x="2171" y="1461"/>
                </a:lnTo>
                <a:lnTo>
                  <a:pt x="2171" y="1462"/>
                </a:lnTo>
                <a:lnTo>
                  <a:pt x="2171" y="1463"/>
                </a:lnTo>
                <a:lnTo>
                  <a:pt x="2170" y="1463"/>
                </a:lnTo>
                <a:lnTo>
                  <a:pt x="2171" y="1463"/>
                </a:lnTo>
                <a:lnTo>
                  <a:pt x="2171" y="1464"/>
                </a:lnTo>
                <a:lnTo>
                  <a:pt x="2172" y="1464"/>
                </a:lnTo>
                <a:lnTo>
                  <a:pt x="2172" y="1463"/>
                </a:lnTo>
                <a:lnTo>
                  <a:pt x="2173" y="1463"/>
                </a:lnTo>
                <a:lnTo>
                  <a:pt x="2173" y="1464"/>
                </a:lnTo>
                <a:lnTo>
                  <a:pt x="2174" y="1464"/>
                </a:lnTo>
                <a:lnTo>
                  <a:pt x="2173" y="1466"/>
                </a:lnTo>
                <a:lnTo>
                  <a:pt x="2172" y="1466"/>
                </a:lnTo>
                <a:lnTo>
                  <a:pt x="2170" y="1466"/>
                </a:lnTo>
                <a:lnTo>
                  <a:pt x="2169" y="1466"/>
                </a:lnTo>
                <a:lnTo>
                  <a:pt x="2169" y="1467"/>
                </a:lnTo>
                <a:lnTo>
                  <a:pt x="2169" y="1468"/>
                </a:lnTo>
                <a:lnTo>
                  <a:pt x="2168" y="1468"/>
                </a:lnTo>
                <a:lnTo>
                  <a:pt x="2168" y="1469"/>
                </a:lnTo>
                <a:lnTo>
                  <a:pt x="2167" y="1470"/>
                </a:lnTo>
                <a:lnTo>
                  <a:pt x="2166" y="1470"/>
                </a:lnTo>
                <a:lnTo>
                  <a:pt x="2166" y="1471"/>
                </a:lnTo>
                <a:lnTo>
                  <a:pt x="2165" y="1471"/>
                </a:lnTo>
                <a:lnTo>
                  <a:pt x="2165" y="1472"/>
                </a:lnTo>
                <a:lnTo>
                  <a:pt x="2165" y="1473"/>
                </a:lnTo>
                <a:lnTo>
                  <a:pt x="2165" y="1474"/>
                </a:lnTo>
                <a:lnTo>
                  <a:pt x="2164" y="1475"/>
                </a:lnTo>
                <a:lnTo>
                  <a:pt x="2163" y="1476"/>
                </a:lnTo>
                <a:lnTo>
                  <a:pt x="2163" y="1477"/>
                </a:lnTo>
                <a:lnTo>
                  <a:pt x="2163" y="1478"/>
                </a:lnTo>
                <a:lnTo>
                  <a:pt x="2163" y="1479"/>
                </a:lnTo>
                <a:lnTo>
                  <a:pt x="2162" y="1479"/>
                </a:lnTo>
                <a:lnTo>
                  <a:pt x="2162" y="1480"/>
                </a:lnTo>
                <a:lnTo>
                  <a:pt x="2162" y="1481"/>
                </a:lnTo>
                <a:lnTo>
                  <a:pt x="2161" y="1481"/>
                </a:lnTo>
                <a:lnTo>
                  <a:pt x="2160" y="1482"/>
                </a:lnTo>
                <a:lnTo>
                  <a:pt x="2160" y="1483"/>
                </a:lnTo>
                <a:lnTo>
                  <a:pt x="2161" y="1483"/>
                </a:lnTo>
                <a:lnTo>
                  <a:pt x="2161" y="1484"/>
                </a:lnTo>
                <a:lnTo>
                  <a:pt x="2161" y="1485"/>
                </a:lnTo>
                <a:lnTo>
                  <a:pt x="2161" y="1486"/>
                </a:lnTo>
                <a:lnTo>
                  <a:pt x="2162" y="1486"/>
                </a:lnTo>
                <a:lnTo>
                  <a:pt x="2162" y="1487"/>
                </a:lnTo>
                <a:lnTo>
                  <a:pt x="2162" y="1488"/>
                </a:lnTo>
                <a:lnTo>
                  <a:pt x="2161" y="1489"/>
                </a:lnTo>
                <a:lnTo>
                  <a:pt x="2160" y="1490"/>
                </a:lnTo>
                <a:lnTo>
                  <a:pt x="2160" y="1491"/>
                </a:lnTo>
                <a:lnTo>
                  <a:pt x="2159" y="1492"/>
                </a:lnTo>
                <a:lnTo>
                  <a:pt x="2158" y="1492"/>
                </a:lnTo>
                <a:lnTo>
                  <a:pt x="2158" y="1493"/>
                </a:lnTo>
                <a:lnTo>
                  <a:pt x="2157" y="1492"/>
                </a:lnTo>
                <a:lnTo>
                  <a:pt x="2156" y="1492"/>
                </a:lnTo>
                <a:lnTo>
                  <a:pt x="2155" y="1492"/>
                </a:lnTo>
                <a:lnTo>
                  <a:pt x="2155" y="1491"/>
                </a:lnTo>
                <a:lnTo>
                  <a:pt x="2154" y="1491"/>
                </a:lnTo>
                <a:lnTo>
                  <a:pt x="2153" y="1491"/>
                </a:lnTo>
                <a:lnTo>
                  <a:pt x="2153" y="1492"/>
                </a:lnTo>
                <a:lnTo>
                  <a:pt x="2153" y="1491"/>
                </a:lnTo>
                <a:lnTo>
                  <a:pt x="2153" y="1490"/>
                </a:lnTo>
                <a:lnTo>
                  <a:pt x="2153" y="1489"/>
                </a:lnTo>
                <a:lnTo>
                  <a:pt x="2152" y="1489"/>
                </a:lnTo>
                <a:lnTo>
                  <a:pt x="2152" y="1488"/>
                </a:lnTo>
                <a:lnTo>
                  <a:pt x="2151" y="1488"/>
                </a:lnTo>
                <a:lnTo>
                  <a:pt x="2151" y="1487"/>
                </a:lnTo>
                <a:lnTo>
                  <a:pt x="2152" y="1487"/>
                </a:lnTo>
                <a:lnTo>
                  <a:pt x="2152" y="1486"/>
                </a:lnTo>
                <a:lnTo>
                  <a:pt x="2152" y="1485"/>
                </a:lnTo>
                <a:lnTo>
                  <a:pt x="2152" y="1484"/>
                </a:lnTo>
                <a:lnTo>
                  <a:pt x="2153" y="1484"/>
                </a:lnTo>
                <a:lnTo>
                  <a:pt x="2153" y="1483"/>
                </a:lnTo>
                <a:lnTo>
                  <a:pt x="2152" y="1483"/>
                </a:lnTo>
                <a:lnTo>
                  <a:pt x="2151" y="1482"/>
                </a:lnTo>
                <a:lnTo>
                  <a:pt x="2152" y="1482"/>
                </a:lnTo>
                <a:lnTo>
                  <a:pt x="2152" y="1481"/>
                </a:lnTo>
                <a:lnTo>
                  <a:pt x="2152" y="1480"/>
                </a:lnTo>
                <a:lnTo>
                  <a:pt x="2152" y="1479"/>
                </a:lnTo>
                <a:lnTo>
                  <a:pt x="2152" y="1478"/>
                </a:lnTo>
                <a:lnTo>
                  <a:pt x="2152" y="1477"/>
                </a:lnTo>
                <a:lnTo>
                  <a:pt x="2152" y="1476"/>
                </a:lnTo>
                <a:lnTo>
                  <a:pt x="2152" y="1477"/>
                </a:lnTo>
                <a:lnTo>
                  <a:pt x="2151" y="1477"/>
                </a:lnTo>
                <a:lnTo>
                  <a:pt x="2150" y="1477"/>
                </a:lnTo>
                <a:lnTo>
                  <a:pt x="2150" y="1478"/>
                </a:lnTo>
                <a:lnTo>
                  <a:pt x="2149" y="1477"/>
                </a:lnTo>
                <a:lnTo>
                  <a:pt x="2149" y="1476"/>
                </a:lnTo>
                <a:lnTo>
                  <a:pt x="2148" y="1476"/>
                </a:lnTo>
                <a:lnTo>
                  <a:pt x="2148" y="1475"/>
                </a:lnTo>
                <a:lnTo>
                  <a:pt x="2148" y="1474"/>
                </a:lnTo>
                <a:lnTo>
                  <a:pt x="2148" y="1473"/>
                </a:lnTo>
                <a:lnTo>
                  <a:pt x="2148" y="1472"/>
                </a:lnTo>
                <a:lnTo>
                  <a:pt x="2147" y="1472"/>
                </a:lnTo>
                <a:lnTo>
                  <a:pt x="2146" y="1471"/>
                </a:lnTo>
                <a:lnTo>
                  <a:pt x="2146" y="1470"/>
                </a:lnTo>
                <a:lnTo>
                  <a:pt x="2145" y="1469"/>
                </a:lnTo>
                <a:lnTo>
                  <a:pt x="2145" y="1468"/>
                </a:lnTo>
                <a:lnTo>
                  <a:pt x="2145" y="1467"/>
                </a:lnTo>
                <a:lnTo>
                  <a:pt x="2143" y="1466"/>
                </a:lnTo>
                <a:lnTo>
                  <a:pt x="2142" y="1465"/>
                </a:lnTo>
                <a:lnTo>
                  <a:pt x="2141" y="1465"/>
                </a:lnTo>
                <a:lnTo>
                  <a:pt x="2141" y="1463"/>
                </a:lnTo>
                <a:lnTo>
                  <a:pt x="2141" y="1462"/>
                </a:lnTo>
                <a:lnTo>
                  <a:pt x="2141" y="1461"/>
                </a:lnTo>
                <a:lnTo>
                  <a:pt x="2141" y="1460"/>
                </a:lnTo>
                <a:lnTo>
                  <a:pt x="2141" y="1459"/>
                </a:lnTo>
                <a:lnTo>
                  <a:pt x="2140" y="1458"/>
                </a:lnTo>
                <a:lnTo>
                  <a:pt x="2139" y="1458"/>
                </a:lnTo>
                <a:lnTo>
                  <a:pt x="2138" y="1457"/>
                </a:lnTo>
                <a:lnTo>
                  <a:pt x="2137" y="1456"/>
                </a:lnTo>
                <a:lnTo>
                  <a:pt x="2137" y="1455"/>
                </a:lnTo>
                <a:lnTo>
                  <a:pt x="2136" y="1454"/>
                </a:lnTo>
                <a:lnTo>
                  <a:pt x="2135" y="1454"/>
                </a:lnTo>
                <a:lnTo>
                  <a:pt x="2134" y="1453"/>
                </a:lnTo>
                <a:lnTo>
                  <a:pt x="2134" y="1452"/>
                </a:lnTo>
                <a:lnTo>
                  <a:pt x="2133" y="1450"/>
                </a:lnTo>
                <a:lnTo>
                  <a:pt x="2132" y="1449"/>
                </a:lnTo>
                <a:lnTo>
                  <a:pt x="2132" y="1448"/>
                </a:lnTo>
                <a:lnTo>
                  <a:pt x="2131" y="1447"/>
                </a:lnTo>
                <a:lnTo>
                  <a:pt x="2129" y="1444"/>
                </a:lnTo>
                <a:lnTo>
                  <a:pt x="2128" y="1444"/>
                </a:lnTo>
                <a:lnTo>
                  <a:pt x="2127" y="1444"/>
                </a:lnTo>
                <a:lnTo>
                  <a:pt x="2127" y="1442"/>
                </a:lnTo>
                <a:lnTo>
                  <a:pt x="2127" y="1441"/>
                </a:lnTo>
                <a:lnTo>
                  <a:pt x="2126" y="1441"/>
                </a:lnTo>
                <a:lnTo>
                  <a:pt x="2125" y="1439"/>
                </a:lnTo>
                <a:lnTo>
                  <a:pt x="2126" y="1438"/>
                </a:lnTo>
                <a:lnTo>
                  <a:pt x="2127" y="1438"/>
                </a:lnTo>
                <a:lnTo>
                  <a:pt x="2127" y="1436"/>
                </a:lnTo>
                <a:lnTo>
                  <a:pt x="2127" y="1435"/>
                </a:lnTo>
                <a:lnTo>
                  <a:pt x="2127" y="1434"/>
                </a:lnTo>
                <a:lnTo>
                  <a:pt x="2127" y="1433"/>
                </a:lnTo>
                <a:lnTo>
                  <a:pt x="2127" y="1432"/>
                </a:lnTo>
                <a:lnTo>
                  <a:pt x="2126" y="1430"/>
                </a:lnTo>
                <a:lnTo>
                  <a:pt x="2125" y="1429"/>
                </a:lnTo>
                <a:lnTo>
                  <a:pt x="2124" y="1429"/>
                </a:lnTo>
                <a:lnTo>
                  <a:pt x="2123" y="1430"/>
                </a:lnTo>
                <a:lnTo>
                  <a:pt x="2122" y="1430"/>
                </a:lnTo>
                <a:lnTo>
                  <a:pt x="2121" y="1430"/>
                </a:lnTo>
                <a:lnTo>
                  <a:pt x="2120" y="1430"/>
                </a:lnTo>
                <a:lnTo>
                  <a:pt x="2119" y="1430"/>
                </a:lnTo>
                <a:lnTo>
                  <a:pt x="2118" y="1431"/>
                </a:lnTo>
                <a:lnTo>
                  <a:pt x="2118" y="1430"/>
                </a:lnTo>
                <a:lnTo>
                  <a:pt x="2117" y="1430"/>
                </a:lnTo>
                <a:lnTo>
                  <a:pt x="2116" y="1430"/>
                </a:lnTo>
                <a:lnTo>
                  <a:pt x="2115" y="1430"/>
                </a:lnTo>
                <a:lnTo>
                  <a:pt x="2114" y="1430"/>
                </a:lnTo>
                <a:lnTo>
                  <a:pt x="2113" y="1430"/>
                </a:lnTo>
                <a:lnTo>
                  <a:pt x="2114" y="1429"/>
                </a:lnTo>
                <a:lnTo>
                  <a:pt x="2113" y="1429"/>
                </a:lnTo>
                <a:lnTo>
                  <a:pt x="2112" y="1430"/>
                </a:lnTo>
                <a:lnTo>
                  <a:pt x="2110" y="1429"/>
                </a:lnTo>
                <a:lnTo>
                  <a:pt x="2110" y="1428"/>
                </a:lnTo>
                <a:lnTo>
                  <a:pt x="2109" y="1428"/>
                </a:lnTo>
                <a:lnTo>
                  <a:pt x="2108" y="1428"/>
                </a:lnTo>
                <a:lnTo>
                  <a:pt x="2107" y="1429"/>
                </a:lnTo>
                <a:lnTo>
                  <a:pt x="2106" y="1429"/>
                </a:lnTo>
                <a:lnTo>
                  <a:pt x="2106" y="1428"/>
                </a:lnTo>
                <a:lnTo>
                  <a:pt x="2105" y="1428"/>
                </a:lnTo>
                <a:lnTo>
                  <a:pt x="2104" y="1427"/>
                </a:lnTo>
                <a:lnTo>
                  <a:pt x="2103" y="1427"/>
                </a:lnTo>
                <a:lnTo>
                  <a:pt x="2103" y="1426"/>
                </a:lnTo>
                <a:lnTo>
                  <a:pt x="2103" y="1425"/>
                </a:lnTo>
                <a:lnTo>
                  <a:pt x="2102" y="1424"/>
                </a:lnTo>
                <a:lnTo>
                  <a:pt x="2101" y="1424"/>
                </a:lnTo>
                <a:lnTo>
                  <a:pt x="2100" y="1424"/>
                </a:lnTo>
                <a:lnTo>
                  <a:pt x="2099" y="1424"/>
                </a:lnTo>
                <a:lnTo>
                  <a:pt x="2098" y="1424"/>
                </a:lnTo>
                <a:lnTo>
                  <a:pt x="2098" y="1423"/>
                </a:lnTo>
                <a:lnTo>
                  <a:pt x="2098" y="1422"/>
                </a:lnTo>
                <a:lnTo>
                  <a:pt x="2098" y="1423"/>
                </a:lnTo>
                <a:lnTo>
                  <a:pt x="2097" y="1423"/>
                </a:lnTo>
                <a:lnTo>
                  <a:pt x="2095" y="1423"/>
                </a:lnTo>
                <a:lnTo>
                  <a:pt x="2095" y="1422"/>
                </a:lnTo>
                <a:lnTo>
                  <a:pt x="2095" y="1421"/>
                </a:lnTo>
                <a:lnTo>
                  <a:pt x="2096" y="1419"/>
                </a:lnTo>
                <a:lnTo>
                  <a:pt x="2097" y="1418"/>
                </a:lnTo>
                <a:lnTo>
                  <a:pt x="2097" y="1417"/>
                </a:lnTo>
                <a:lnTo>
                  <a:pt x="2097" y="1415"/>
                </a:lnTo>
                <a:lnTo>
                  <a:pt x="2097" y="1414"/>
                </a:lnTo>
                <a:lnTo>
                  <a:pt x="2095" y="1414"/>
                </a:lnTo>
                <a:lnTo>
                  <a:pt x="2094" y="1414"/>
                </a:lnTo>
                <a:lnTo>
                  <a:pt x="2093" y="1413"/>
                </a:lnTo>
                <a:lnTo>
                  <a:pt x="2092" y="1413"/>
                </a:lnTo>
                <a:lnTo>
                  <a:pt x="2092" y="1412"/>
                </a:lnTo>
                <a:lnTo>
                  <a:pt x="2091" y="1411"/>
                </a:lnTo>
                <a:lnTo>
                  <a:pt x="2090" y="1411"/>
                </a:lnTo>
                <a:lnTo>
                  <a:pt x="2090" y="1412"/>
                </a:lnTo>
                <a:lnTo>
                  <a:pt x="2090" y="1413"/>
                </a:lnTo>
                <a:lnTo>
                  <a:pt x="2090" y="1414"/>
                </a:lnTo>
                <a:lnTo>
                  <a:pt x="2090" y="1415"/>
                </a:lnTo>
                <a:lnTo>
                  <a:pt x="2089" y="1415"/>
                </a:lnTo>
                <a:lnTo>
                  <a:pt x="2089" y="1416"/>
                </a:lnTo>
                <a:lnTo>
                  <a:pt x="2088" y="1418"/>
                </a:lnTo>
                <a:lnTo>
                  <a:pt x="2087" y="1419"/>
                </a:lnTo>
                <a:lnTo>
                  <a:pt x="2086" y="1419"/>
                </a:lnTo>
                <a:lnTo>
                  <a:pt x="2085" y="1419"/>
                </a:lnTo>
                <a:lnTo>
                  <a:pt x="2085" y="1420"/>
                </a:lnTo>
                <a:lnTo>
                  <a:pt x="2085" y="1421"/>
                </a:lnTo>
                <a:lnTo>
                  <a:pt x="2084" y="1422"/>
                </a:lnTo>
                <a:lnTo>
                  <a:pt x="2084" y="1423"/>
                </a:lnTo>
                <a:lnTo>
                  <a:pt x="2083" y="1423"/>
                </a:lnTo>
                <a:lnTo>
                  <a:pt x="2082" y="1423"/>
                </a:lnTo>
                <a:lnTo>
                  <a:pt x="2081" y="1423"/>
                </a:lnTo>
                <a:lnTo>
                  <a:pt x="2080" y="1424"/>
                </a:lnTo>
                <a:lnTo>
                  <a:pt x="2078" y="1424"/>
                </a:lnTo>
                <a:lnTo>
                  <a:pt x="2077" y="1425"/>
                </a:lnTo>
                <a:lnTo>
                  <a:pt x="2077" y="1426"/>
                </a:lnTo>
                <a:lnTo>
                  <a:pt x="2076" y="1426"/>
                </a:lnTo>
                <a:lnTo>
                  <a:pt x="2076" y="1427"/>
                </a:lnTo>
                <a:lnTo>
                  <a:pt x="2076" y="1428"/>
                </a:lnTo>
                <a:lnTo>
                  <a:pt x="2074" y="1429"/>
                </a:lnTo>
                <a:lnTo>
                  <a:pt x="2073" y="1430"/>
                </a:lnTo>
                <a:lnTo>
                  <a:pt x="2072" y="1430"/>
                </a:lnTo>
                <a:lnTo>
                  <a:pt x="2072" y="1431"/>
                </a:lnTo>
                <a:lnTo>
                  <a:pt x="2071" y="1431"/>
                </a:lnTo>
                <a:lnTo>
                  <a:pt x="2072" y="1432"/>
                </a:lnTo>
                <a:lnTo>
                  <a:pt x="2072" y="1433"/>
                </a:lnTo>
                <a:lnTo>
                  <a:pt x="2072" y="1434"/>
                </a:lnTo>
                <a:lnTo>
                  <a:pt x="2071" y="1435"/>
                </a:lnTo>
                <a:lnTo>
                  <a:pt x="2070" y="1436"/>
                </a:lnTo>
                <a:lnTo>
                  <a:pt x="2070" y="1437"/>
                </a:lnTo>
                <a:lnTo>
                  <a:pt x="2070" y="1438"/>
                </a:lnTo>
                <a:lnTo>
                  <a:pt x="2069" y="1439"/>
                </a:lnTo>
                <a:lnTo>
                  <a:pt x="2069" y="1440"/>
                </a:lnTo>
                <a:lnTo>
                  <a:pt x="2070" y="1440"/>
                </a:lnTo>
                <a:lnTo>
                  <a:pt x="2070" y="1441"/>
                </a:lnTo>
                <a:lnTo>
                  <a:pt x="2071" y="1441"/>
                </a:lnTo>
                <a:lnTo>
                  <a:pt x="2072" y="1440"/>
                </a:lnTo>
                <a:lnTo>
                  <a:pt x="2073" y="1441"/>
                </a:lnTo>
                <a:lnTo>
                  <a:pt x="2074" y="1443"/>
                </a:lnTo>
                <a:lnTo>
                  <a:pt x="2074" y="1444"/>
                </a:lnTo>
                <a:lnTo>
                  <a:pt x="2074" y="1445"/>
                </a:lnTo>
                <a:lnTo>
                  <a:pt x="2075" y="1445"/>
                </a:lnTo>
                <a:lnTo>
                  <a:pt x="2076" y="1445"/>
                </a:lnTo>
                <a:lnTo>
                  <a:pt x="2077" y="1445"/>
                </a:lnTo>
                <a:lnTo>
                  <a:pt x="2076" y="1445"/>
                </a:lnTo>
                <a:lnTo>
                  <a:pt x="2076" y="1446"/>
                </a:lnTo>
                <a:lnTo>
                  <a:pt x="2076" y="1447"/>
                </a:lnTo>
                <a:lnTo>
                  <a:pt x="2077" y="1448"/>
                </a:lnTo>
                <a:lnTo>
                  <a:pt x="2078" y="1449"/>
                </a:lnTo>
                <a:lnTo>
                  <a:pt x="2079" y="1449"/>
                </a:lnTo>
                <a:lnTo>
                  <a:pt x="2080" y="1448"/>
                </a:lnTo>
                <a:lnTo>
                  <a:pt x="2081" y="1448"/>
                </a:lnTo>
                <a:lnTo>
                  <a:pt x="2083" y="1450"/>
                </a:lnTo>
                <a:lnTo>
                  <a:pt x="2084" y="1450"/>
                </a:lnTo>
                <a:lnTo>
                  <a:pt x="2085" y="1451"/>
                </a:lnTo>
                <a:lnTo>
                  <a:pt x="2085" y="1453"/>
                </a:lnTo>
                <a:lnTo>
                  <a:pt x="2084" y="1454"/>
                </a:lnTo>
                <a:lnTo>
                  <a:pt x="2085" y="1455"/>
                </a:lnTo>
                <a:lnTo>
                  <a:pt x="2085" y="1456"/>
                </a:lnTo>
                <a:lnTo>
                  <a:pt x="2085" y="1457"/>
                </a:lnTo>
                <a:lnTo>
                  <a:pt x="2085" y="1458"/>
                </a:lnTo>
                <a:lnTo>
                  <a:pt x="2085" y="1460"/>
                </a:lnTo>
                <a:lnTo>
                  <a:pt x="2085" y="1461"/>
                </a:lnTo>
                <a:lnTo>
                  <a:pt x="2084" y="1462"/>
                </a:lnTo>
                <a:lnTo>
                  <a:pt x="2084" y="1463"/>
                </a:lnTo>
                <a:lnTo>
                  <a:pt x="2084" y="1464"/>
                </a:lnTo>
                <a:lnTo>
                  <a:pt x="2083" y="1465"/>
                </a:lnTo>
                <a:lnTo>
                  <a:pt x="2083" y="1466"/>
                </a:lnTo>
                <a:lnTo>
                  <a:pt x="2082" y="1466"/>
                </a:lnTo>
                <a:lnTo>
                  <a:pt x="2082" y="1467"/>
                </a:lnTo>
                <a:lnTo>
                  <a:pt x="2081" y="1467"/>
                </a:lnTo>
                <a:lnTo>
                  <a:pt x="2081" y="1468"/>
                </a:lnTo>
                <a:lnTo>
                  <a:pt x="2082" y="1468"/>
                </a:lnTo>
                <a:lnTo>
                  <a:pt x="2082" y="1470"/>
                </a:lnTo>
                <a:lnTo>
                  <a:pt x="2082" y="1471"/>
                </a:lnTo>
                <a:lnTo>
                  <a:pt x="2082" y="1472"/>
                </a:lnTo>
                <a:lnTo>
                  <a:pt x="2083" y="1472"/>
                </a:lnTo>
                <a:lnTo>
                  <a:pt x="2083" y="1473"/>
                </a:lnTo>
                <a:lnTo>
                  <a:pt x="2083" y="1474"/>
                </a:lnTo>
                <a:lnTo>
                  <a:pt x="2083" y="1476"/>
                </a:lnTo>
                <a:lnTo>
                  <a:pt x="2083" y="1477"/>
                </a:lnTo>
                <a:lnTo>
                  <a:pt x="2083" y="1478"/>
                </a:lnTo>
                <a:lnTo>
                  <a:pt x="2083" y="1479"/>
                </a:lnTo>
                <a:lnTo>
                  <a:pt x="2084" y="1480"/>
                </a:lnTo>
                <a:lnTo>
                  <a:pt x="2084" y="1481"/>
                </a:lnTo>
                <a:lnTo>
                  <a:pt x="2084" y="1482"/>
                </a:lnTo>
                <a:lnTo>
                  <a:pt x="2084" y="1483"/>
                </a:lnTo>
                <a:lnTo>
                  <a:pt x="2084" y="1484"/>
                </a:lnTo>
                <a:lnTo>
                  <a:pt x="2083" y="1484"/>
                </a:lnTo>
                <a:lnTo>
                  <a:pt x="2083" y="1485"/>
                </a:lnTo>
                <a:lnTo>
                  <a:pt x="2083" y="1486"/>
                </a:lnTo>
                <a:lnTo>
                  <a:pt x="2083" y="1487"/>
                </a:lnTo>
                <a:lnTo>
                  <a:pt x="2084" y="1488"/>
                </a:lnTo>
                <a:lnTo>
                  <a:pt x="2083" y="1489"/>
                </a:lnTo>
                <a:lnTo>
                  <a:pt x="2083" y="1490"/>
                </a:lnTo>
                <a:lnTo>
                  <a:pt x="2082" y="1490"/>
                </a:lnTo>
                <a:lnTo>
                  <a:pt x="2082" y="1491"/>
                </a:lnTo>
                <a:lnTo>
                  <a:pt x="2081" y="1492"/>
                </a:lnTo>
                <a:lnTo>
                  <a:pt x="2082" y="1492"/>
                </a:lnTo>
                <a:lnTo>
                  <a:pt x="2082" y="1493"/>
                </a:lnTo>
                <a:lnTo>
                  <a:pt x="2083" y="1494"/>
                </a:lnTo>
                <a:lnTo>
                  <a:pt x="2084" y="1494"/>
                </a:lnTo>
                <a:lnTo>
                  <a:pt x="2085" y="1494"/>
                </a:lnTo>
                <a:lnTo>
                  <a:pt x="2084" y="1496"/>
                </a:lnTo>
                <a:lnTo>
                  <a:pt x="2084" y="1497"/>
                </a:lnTo>
                <a:lnTo>
                  <a:pt x="2083" y="1497"/>
                </a:lnTo>
                <a:lnTo>
                  <a:pt x="2083" y="1498"/>
                </a:lnTo>
                <a:lnTo>
                  <a:pt x="2084" y="1498"/>
                </a:lnTo>
                <a:lnTo>
                  <a:pt x="2084" y="1497"/>
                </a:lnTo>
                <a:lnTo>
                  <a:pt x="2085" y="1497"/>
                </a:lnTo>
                <a:lnTo>
                  <a:pt x="2085" y="1498"/>
                </a:lnTo>
                <a:lnTo>
                  <a:pt x="2085" y="1499"/>
                </a:lnTo>
                <a:lnTo>
                  <a:pt x="2084" y="1500"/>
                </a:lnTo>
                <a:lnTo>
                  <a:pt x="2084" y="1501"/>
                </a:lnTo>
                <a:lnTo>
                  <a:pt x="2084" y="1502"/>
                </a:lnTo>
                <a:lnTo>
                  <a:pt x="2085" y="1504"/>
                </a:lnTo>
                <a:lnTo>
                  <a:pt x="2086" y="1505"/>
                </a:lnTo>
                <a:lnTo>
                  <a:pt x="2086" y="1507"/>
                </a:lnTo>
                <a:lnTo>
                  <a:pt x="2086" y="1508"/>
                </a:lnTo>
                <a:lnTo>
                  <a:pt x="2086" y="1510"/>
                </a:lnTo>
                <a:lnTo>
                  <a:pt x="2087" y="1510"/>
                </a:lnTo>
                <a:lnTo>
                  <a:pt x="2088" y="1510"/>
                </a:lnTo>
                <a:lnTo>
                  <a:pt x="2088" y="1511"/>
                </a:lnTo>
                <a:lnTo>
                  <a:pt x="2089" y="1511"/>
                </a:lnTo>
                <a:lnTo>
                  <a:pt x="2089" y="1512"/>
                </a:lnTo>
                <a:lnTo>
                  <a:pt x="2090" y="1513"/>
                </a:lnTo>
                <a:lnTo>
                  <a:pt x="2091" y="1514"/>
                </a:lnTo>
                <a:lnTo>
                  <a:pt x="2092" y="1514"/>
                </a:lnTo>
                <a:lnTo>
                  <a:pt x="2094" y="1515"/>
                </a:lnTo>
                <a:lnTo>
                  <a:pt x="2095" y="1515"/>
                </a:lnTo>
                <a:lnTo>
                  <a:pt x="2097" y="1515"/>
                </a:lnTo>
                <a:lnTo>
                  <a:pt x="2097" y="1516"/>
                </a:lnTo>
                <a:lnTo>
                  <a:pt x="2098" y="1516"/>
                </a:lnTo>
                <a:lnTo>
                  <a:pt x="2098" y="1517"/>
                </a:lnTo>
                <a:lnTo>
                  <a:pt x="2097" y="1517"/>
                </a:lnTo>
                <a:lnTo>
                  <a:pt x="2097" y="1518"/>
                </a:lnTo>
                <a:lnTo>
                  <a:pt x="2098" y="1518"/>
                </a:lnTo>
                <a:lnTo>
                  <a:pt x="2098" y="1519"/>
                </a:lnTo>
                <a:lnTo>
                  <a:pt x="2097" y="1519"/>
                </a:lnTo>
                <a:lnTo>
                  <a:pt x="2096" y="1519"/>
                </a:lnTo>
                <a:lnTo>
                  <a:pt x="2095" y="1519"/>
                </a:lnTo>
                <a:lnTo>
                  <a:pt x="2092" y="1519"/>
                </a:lnTo>
                <a:lnTo>
                  <a:pt x="2093" y="1521"/>
                </a:lnTo>
                <a:lnTo>
                  <a:pt x="2093" y="1522"/>
                </a:lnTo>
                <a:lnTo>
                  <a:pt x="2094" y="1522"/>
                </a:lnTo>
                <a:lnTo>
                  <a:pt x="2094" y="1523"/>
                </a:lnTo>
                <a:lnTo>
                  <a:pt x="2095" y="1523"/>
                </a:lnTo>
                <a:lnTo>
                  <a:pt x="2095" y="1524"/>
                </a:lnTo>
                <a:lnTo>
                  <a:pt x="2095" y="1525"/>
                </a:lnTo>
                <a:lnTo>
                  <a:pt x="2096" y="1525"/>
                </a:lnTo>
                <a:lnTo>
                  <a:pt x="2097" y="1525"/>
                </a:lnTo>
                <a:lnTo>
                  <a:pt x="2097" y="1526"/>
                </a:lnTo>
                <a:lnTo>
                  <a:pt x="2098" y="1526"/>
                </a:lnTo>
                <a:lnTo>
                  <a:pt x="2098" y="1527"/>
                </a:lnTo>
                <a:lnTo>
                  <a:pt x="2097" y="1527"/>
                </a:lnTo>
                <a:lnTo>
                  <a:pt x="2097" y="1528"/>
                </a:lnTo>
                <a:lnTo>
                  <a:pt x="2097" y="1529"/>
                </a:lnTo>
                <a:lnTo>
                  <a:pt x="2098" y="1529"/>
                </a:lnTo>
                <a:lnTo>
                  <a:pt x="2098" y="1530"/>
                </a:lnTo>
                <a:lnTo>
                  <a:pt x="2097" y="1531"/>
                </a:lnTo>
                <a:lnTo>
                  <a:pt x="2097" y="1532"/>
                </a:lnTo>
                <a:lnTo>
                  <a:pt x="2096" y="1532"/>
                </a:lnTo>
                <a:lnTo>
                  <a:pt x="2096" y="1534"/>
                </a:lnTo>
                <a:lnTo>
                  <a:pt x="2095" y="1534"/>
                </a:lnTo>
                <a:lnTo>
                  <a:pt x="2096" y="1535"/>
                </a:lnTo>
                <a:lnTo>
                  <a:pt x="2096" y="1536"/>
                </a:lnTo>
                <a:lnTo>
                  <a:pt x="2097" y="1537"/>
                </a:lnTo>
                <a:lnTo>
                  <a:pt x="2097" y="1538"/>
                </a:lnTo>
                <a:lnTo>
                  <a:pt x="2096" y="1538"/>
                </a:lnTo>
                <a:lnTo>
                  <a:pt x="2095" y="1538"/>
                </a:lnTo>
                <a:lnTo>
                  <a:pt x="2095" y="1539"/>
                </a:lnTo>
                <a:lnTo>
                  <a:pt x="2094" y="1539"/>
                </a:lnTo>
                <a:lnTo>
                  <a:pt x="2093" y="1539"/>
                </a:lnTo>
                <a:lnTo>
                  <a:pt x="2092" y="1540"/>
                </a:lnTo>
                <a:lnTo>
                  <a:pt x="2091" y="1541"/>
                </a:lnTo>
                <a:lnTo>
                  <a:pt x="2091" y="1542"/>
                </a:lnTo>
                <a:lnTo>
                  <a:pt x="2092" y="1542"/>
                </a:lnTo>
                <a:lnTo>
                  <a:pt x="2093" y="1543"/>
                </a:lnTo>
                <a:lnTo>
                  <a:pt x="2093" y="1544"/>
                </a:lnTo>
                <a:lnTo>
                  <a:pt x="2093" y="1545"/>
                </a:lnTo>
                <a:lnTo>
                  <a:pt x="2092" y="1545"/>
                </a:lnTo>
                <a:lnTo>
                  <a:pt x="2092" y="1546"/>
                </a:lnTo>
                <a:lnTo>
                  <a:pt x="2092" y="1547"/>
                </a:lnTo>
                <a:lnTo>
                  <a:pt x="2093" y="1547"/>
                </a:lnTo>
                <a:lnTo>
                  <a:pt x="2093" y="1548"/>
                </a:lnTo>
                <a:lnTo>
                  <a:pt x="2094" y="1549"/>
                </a:lnTo>
                <a:lnTo>
                  <a:pt x="2093" y="1550"/>
                </a:lnTo>
                <a:lnTo>
                  <a:pt x="2092" y="1550"/>
                </a:lnTo>
                <a:lnTo>
                  <a:pt x="2092" y="1549"/>
                </a:lnTo>
                <a:lnTo>
                  <a:pt x="2092" y="1548"/>
                </a:lnTo>
                <a:lnTo>
                  <a:pt x="2092" y="1549"/>
                </a:lnTo>
                <a:lnTo>
                  <a:pt x="2092" y="1550"/>
                </a:lnTo>
                <a:lnTo>
                  <a:pt x="2091" y="1551"/>
                </a:lnTo>
                <a:lnTo>
                  <a:pt x="2090" y="1551"/>
                </a:lnTo>
                <a:lnTo>
                  <a:pt x="2089" y="1551"/>
                </a:lnTo>
                <a:lnTo>
                  <a:pt x="2087" y="1552"/>
                </a:lnTo>
                <a:lnTo>
                  <a:pt x="2086" y="1552"/>
                </a:lnTo>
                <a:lnTo>
                  <a:pt x="2086" y="1553"/>
                </a:lnTo>
                <a:lnTo>
                  <a:pt x="2086" y="1554"/>
                </a:lnTo>
                <a:lnTo>
                  <a:pt x="2085" y="1554"/>
                </a:lnTo>
                <a:lnTo>
                  <a:pt x="2084" y="1555"/>
                </a:lnTo>
                <a:lnTo>
                  <a:pt x="2083" y="1555"/>
                </a:lnTo>
                <a:lnTo>
                  <a:pt x="2083" y="1556"/>
                </a:lnTo>
                <a:lnTo>
                  <a:pt x="2083" y="1557"/>
                </a:lnTo>
                <a:lnTo>
                  <a:pt x="2082" y="1557"/>
                </a:lnTo>
                <a:lnTo>
                  <a:pt x="2081" y="1557"/>
                </a:lnTo>
                <a:lnTo>
                  <a:pt x="2080" y="1557"/>
                </a:lnTo>
                <a:lnTo>
                  <a:pt x="2078" y="1557"/>
                </a:lnTo>
                <a:lnTo>
                  <a:pt x="2077" y="1557"/>
                </a:lnTo>
                <a:lnTo>
                  <a:pt x="2076" y="1557"/>
                </a:lnTo>
                <a:lnTo>
                  <a:pt x="2074" y="1557"/>
                </a:lnTo>
                <a:lnTo>
                  <a:pt x="2073" y="1558"/>
                </a:lnTo>
                <a:lnTo>
                  <a:pt x="2072" y="1558"/>
                </a:lnTo>
                <a:lnTo>
                  <a:pt x="2071" y="1558"/>
                </a:lnTo>
                <a:lnTo>
                  <a:pt x="2070" y="1558"/>
                </a:lnTo>
                <a:lnTo>
                  <a:pt x="2069" y="1558"/>
                </a:lnTo>
                <a:lnTo>
                  <a:pt x="2068" y="1559"/>
                </a:lnTo>
                <a:lnTo>
                  <a:pt x="2067" y="1559"/>
                </a:lnTo>
                <a:lnTo>
                  <a:pt x="2066" y="1558"/>
                </a:lnTo>
                <a:lnTo>
                  <a:pt x="2065" y="1558"/>
                </a:lnTo>
                <a:lnTo>
                  <a:pt x="2064" y="1558"/>
                </a:lnTo>
                <a:lnTo>
                  <a:pt x="2063" y="1558"/>
                </a:lnTo>
                <a:lnTo>
                  <a:pt x="2062" y="1558"/>
                </a:lnTo>
                <a:lnTo>
                  <a:pt x="2061" y="1558"/>
                </a:lnTo>
                <a:lnTo>
                  <a:pt x="2060" y="1558"/>
                </a:lnTo>
                <a:lnTo>
                  <a:pt x="2059" y="1557"/>
                </a:lnTo>
                <a:lnTo>
                  <a:pt x="2058" y="1557"/>
                </a:lnTo>
                <a:lnTo>
                  <a:pt x="2058" y="1558"/>
                </a:lnTo>
                <a:lnTo>
                  <a:pt x="2057" y="1559"/>
                </a:lnTo>
                <a:lnTo>
                  <a:pt x="2056" y="1559"/>
                </a:lnTo>
                <a:lnTo>
                  <a:pt x="2055" y="1559"/>
                </a:lnTo>
                <a:lnTo>
                  <a:pt x="2054" y="1559"/>
                </a:lnTo>
                <a:lnTo>
                  <a:pt x="2054" y="1560"/>
                </a:lnTo>
                <a:lnTo>
                  <a:pt x="2053" y="1560"/>
                </a:lnTo>
                <a:lnTo>
                  <a:pt x="2053" y="1559"/>
                </a:lnTo>
                <a:lnTo>
                  <a:pt x="2052" y="1559"/>
                </a:lnTo>
                <a:lnTo>
                  <a:pt x="2051" y="1559"/>
                </a:lnTo>
                <a:lnTo>
                  <a:pt x="2051" y="1560"/>
                </a:lnTo>
                <a:lnTo>
                  <a:pt x="2051" y="1559"/>
                </a:lnTo>
                <a:lnTo>
                  <a:pt x="2050" y="1558"/>
                </a:lnTo>
                <a:lnTo>
                  <a:pt x="2050" y="1557"/>
                </a:lnTo>
                <a:lnTo>
                  <a:pt x="2049" y="1556"/>
                </a:lnTo>
                <a:lnTo>
                  <a:pt x="2049" y="1555"/>
                </a:lnTo>
                <a:lnTo>
                  <a:pt x="2048" y="1555"/>
                </a:lnTo>
                <a:lnTo>
                  <a:pt x="2047" y="1553"/>
                </a:lnTo>
                <a:lnTo>
                  <a:pt x="2047" y="1552"/>
                </a:lnTo>
                <a:lnTo>
                  <a:pt x="2047" y="1550"/>
                </a:lnTo>
                <a:lnTo>
                  <a:pt x="2047" y="1551"/>
                </a:lnTo>
                <a:lnTo>
                  <a:pt x="2046" y="1552"/>
                </a:lnTo>
                <a:lnTo>
                  <a:pt x="2045" y="1552"/>
                </a:lnTo>
                <a:lnTo>
                  <a:pt x="2044" y="1553"/>
                </a:lnTo>
                <a:lnTo>
                  <a:pt x="2043" y="1553"/>
                </a:lnTo>
                <a:lnTo>
                  <a:pt x="2042" y="1554"/>
                </a:lnTo>
                <a:lnTo>
                  <a:pt x="2041" y="1555"/>
                </a:lnTo>
                <a:lnTo>
                  <a:pt x="2041" y="1556"/>
                </a:lnTo>
                <a:lnTo>
                  <a:pt x="2040" y="1556"/>
                </a:lnTo>
                <a:lnTo>
                  <a:pt x="2041" y="1556"/>
                </a:lnTo>
                <a:lnTo>
                  <a:pt x="2040" y="1557"/>
                </a:lnTo>
                <a:lnTo>
                  <a:pt x="2040" y="1558"/>
                </a:lnTo>
                <a:lnTo>
                  <a:pt x="2039" y="1559"/>
                </a:lnTo>
                <a:lnTo>
                  <a:pt x="2038" y="1559"/>
                </a:lnTo>
                <a:lnTo>
                  <a:pt x="2036" y="1559"/>
                </a:lnTo>
                <a:lnTo>
                  <a:pt x="2036" y="1558"/>
                </a:lnTo>
                <a:lnTo>
                  <a:pt x="2035" y="1558"/>
                </a:lnTo>
                <a:lnTo>
                  <a:pt x="2034" y="1558"/>
                </a:lnTo>
                <a:lnTo>
                  <a:pt x="2033" y="1558"/>
                </a:lnTo>
                <a:lnTo>
                  <a:pt x="2033" y="1557"/>
                </a:lnTo>
                <a:lnTo>
                  <a:pt x="2032" y="1556"/>
                </a:lnTo>
                <a:lnTo>
                  <a:pt x="2031" y="1556"/>
                </a:lnTo>
                <a:lnTo>
                  <a:pt x="2030" y="1556"/>
                </a:lnTo>
                <a:lnTo>
                  <a:pt x="2030" y="1557"/>
                </a:lnTo>
                <a:lnTo>
                  <a:pt x="2029" y="1557"/>
                </a:lnTo>
                <a:lnTo>
                  <a:pt x="2028" y="1557"/>
                </a:lnTo>
                <a:lnTo>
                  <a:pt x="2027" y="1557"/>
                </a:lnTo>
                <a:lnTo>
                  <a:pt x="2026" y="1557"/>
                </a:lnTo>
                <a:lnTo>
                  <a:pt x="2025" y="1557"/>
                </a:lnTo>
                <a:lnTo>
                  <a:pt x="2025" y="1558"/>
                </a:lnTo>
                <a:lnTo>
                  <a:pt x="2024" y="1557"/>
                </a:lnTo>
                <a:lnTo>
                  <a:pt x="2023" y="1557"/>
                </a:lnTo>
                <a:lnTo>
                  <a:pt x="2022" y="1557"/>
                </a:lnTo>
                <a:lnTo>
                  <a:pt x="2021" y="1557"/>
                </a:lnTo>
                <a:lnTo>
                  <a:pt x="2020" y="1557"/>
                </a:lnTo>
                <a:lnTo>
                  <a:pt x="2020" y="1558"/>
                </a:lnTo>
                <a:lnTo>
                  <a:pt x="2019" y="1558"/>
                </a:lnTo>
                <a:lnTo>
                  <a:pt x="2018" y="1558"/>
                </a:lnTo>
                <a:lnTo>
                  <a:pt x="2018" y="1557"/>
                </a:lnTo>
                <a:lnTo>
                  <a:pt x="2017" y="1557"/>
                </a:lnTo>
                <a:lnTo>
                  <a:pt x="2017" y="1558"/>
                </a:lnTo>
                <a:lnTo>
                  <a:pt x="2017" y="1559"/>
                </a:lnTo>
                <a:lnTo>
                  <a:pt x="2016" y="1559"/>
                </a:lnTo>
                <a:lnTo>
                  <a:pt x="2014" y="1559"/>
                </a:lnTo>
                <a:lnTo>
                  <a:pt x="2012" y="1560"/>
                </a:lnTo>
                <a:lnTo>
                  <a:pt x="2011" y="1560"/>
                </a:lnTo>
                <a:lnTo>
                  <a:pt x="2011" y="1561"/>
                </a:lnTo>
                <a:lnTo>
                  <a:pt x="2009" y="1561"/>
                </a:lnTo>
                <a:lnTo>
                  <a:pt x="2008" y="1561"/>
                </a:lnTo>
                <a:lnTo>
                  <a:pt x="2007" y="1562"/>
                </a:lnTo>
                <a:lnTo>
                  <a:pt x="2008" y="1562"/>
                </a:lnTo>
                <a:lnTo>
                  <a:pt x="2008" y="1563"/>
                </a:lnTo>
                <a:lnTo>
                  <a:pt x="2008" y="1564"/>
                </a:lnTo>
                <a:lnTo>
                  <a:pt x="2007" y="1564"/>
                </a:lnTo>
                <a:lnTo>
                  <a:pt x="2007" y="1565"/>
                </a:lnTo>
                <a:lnTo>
                  <a:pt x="2004" y="1565"/>
                </a:lnTo>
                <a:lnTo>
                  <a:pt x="2003" y="1565"/>
                </a:lnTo>
                <a:lnTo>
                  <a:pt x="2002" y="1563"/>
                </a:lnTo>
                <a:lnTo>
                  <a:pt x="2002" y="1562"/>
                </a:lnTo>
                <a:lnTo>
                  <a:pt x="2002" y="1561"/>
                </a:lnTo>
                <a:lnTo>
                  <a:pt x="2001" y="1560"/>
                </a:lnTo>
                <a:lnTo>
                  <a:pt x="2001" y="1559"/>
                </a:lnTo>
                <a:lnTo>
                  <a:pt x="2001" y="1558"/>
                </a:lnTo>
                <a:lnTo>
                  <a:pt x="2000" y="1558"/>
                </a:lnTo>
                <a:lnTo>
                  <a:pt x="2001" y="1558"/>
                </a:lnTo>
                <a:lnTo>
                  <a:pt x="2001" y="1557"/>
                </a:lnTo>
                <a:lnTo>
                  <a:pt x="2002" y="1556"/>
                </a:lnTo>
                <a:lnTo>
                  <a:pt x="2002" y="1555"/>
                </a:lnTo>
                <a:lnTo>
                  <a:pt x="2001" y="1555"/>
                </a:lnTo>
                <a:lnTo>
                  <a:pt x="2000" y="1555"/>
                </a:lnTo>
                <a:lnTo>
                  <a:pt x="2000" y="1552"/>
                </a:lnTo>
                <a:lnTo>
                  <a:pt x="2000" y="1551"/>
                </a:lnTo>
                <a:lnTo>
                  <a:pt x="2001" y="1551"/>
                </a:lnTo>
                <a:lnTo>
                  <a:pt x="1999" y="1550"/>
                </a:lnTo>
                <a:lnTo>
                  <a:pt x="1999" y="1549"/>
                </a:lnTo>
                <a:lnTo>
                  <a:pt x="1998" y="1548"/>
                </a:lnTo>
                <a:lnTo>
                  <a:pt x="1997" y="1548"/>
                </a:lnTo>
                <a:lnTo>
                  <a:pt x="1996" y="1548"/>
                </a:lnTo>
                <a:lnTo>
                  <a:pt x="1995" y="1547"/>
                </a:lnTo>
                <a:lnTo>
                  <a:pt x="1994" y="1547"/>
                </a:lnTo>
                <a:lnTo>
                  <a:pt x="1993" y="1547"/>
                </a:lnTo>
                <a:lnTo>
                  <a:pt x="1992" y="1547"/>
                </a:lnTo>
                <a:lnTo>
                  <a:pt x="1991" y="1546"/>
                </a:lnTo>
                <a:lnTo>
                  <a:pt x="1992" y="1545"/>
                </a:lnTo>
                <a:lnTo>
                  <a:pt x="1992" y="1544"/>
                </a:lnTo>
                <a:lnTo>
                  <a:pt x="1993" y="1544"/>
                </a:lnTo>
                <a:lnTo>
                  <a:pt x="1994" y="1544"/>
                </a:lnTo>
                <a:lnTo>
                  <a:pt x="1994" y="1543"/>
                </a:lnTo>
                <a:lnTo>
                  <a:pt x="1994" y="1542"/>
                </a:lnTo>
                <a:lnTo>
                  <a:pt x="1995" y="1542"/>
                </a:lnTo>
                <a:lnTo>
                  <a:pt x="1995" y="1541"/>
                </a:lnTo>
                <a:lnTo>
                  <a:pt x="1996" y="1540"/>
                </a:lnTo>
                <a:lnTo>
                  <a:pt x="1996" y="1539"/>
                </a:lnTo>
                <a:lnTo>
                  <a:pt x="1995" y="1539"/>
                </a:lnTo>
                <a:lnTo>
                  <a:pt x="1994" y="1538"/>
                </a:lnTo>
                <a:lnTo>
                  <a:pt x="1994" y="1537"/>
                </a:lnTo>
                <a:lnTo>
                  <a:pt x="1994" y="1536"/>
                </a:lnTo>
                <a:lnTo>
                  <a:pt x="1993" y="1536"/>
                </a:lnTo>
                <a:lnTo>
                  <a:pt x="1993" y="1535"/>
                </a:lnTo>
                <a:lnTo>
                  <a:pt x="1994" y="1534"/>
                </a:lnTo>
                <a:lnTo>
                  <a:pt x="1994" y="1533"/>
                </a:lnTo>
                <a:lnTo>
                  <a:pt x="1993" y="1533"/>
                </a:lnTo>
                <a:lnTo>
                  <a:pt x="1992" y="1534"/>
                </a:lnTo>
                <a:lnTo>
                  <a:pt x="1991" y="1534"/>
                </a:lnTo>
                <a:lnTo>
                  <a:pt x="1991" y="1533"/>
                </a:lnTo>
                <a:lnTo>
                  <a:pt x="1990" y="1533"/>
                </a:lnTo>
                <a:lnTo>
                  <a:pt x="1989" y="1533"/>
                </a:lnTo>
                <a:lnTo>
                  <a:pt x="1989" y="1532"/>
                </a:lnTo>
                <a:lnTo>
                  <a:pt x="1988" y="1532"/>
                </a:lnTo>
                <a:lnTo>
                  <a:pt x="1988" y="1533"/>
                </a:lnTo>
                <a:lnTo>
                  <a:pt x="1986" y="1533"/>
                </a:lnTo>
                <a:lnTo>
                  <a:pt x="1986" y="1532"/>
                </a:lnTo>
                <a:lnTo>
                  <a:pt x="1985" y="1531"/>
                </a:lnTo>
                <a:lnTo>
                  <a:pt x="1984" y="1529"/>
                </a:lnTo>
                <a:lnTo>
                  <a:pt x="1983" y="1527"/>
                </a:lnTo>
                <a:lnTo>
                  <a:pt x="1983" y="1526"/>
                </a:lnTo>
                <a:lnTo>
                  <a:pt x="1984" y="1526"/>
                </a:lnTo>
                <a:lnTo>
                  <a:pt x="1984" y="1525"/>
                </a:lnTo>
                <a:lnTo>
                  <a:pt x="1983" y="1525"/>
                </a:lnTo>
                <a:lnTo>
                  <a:pt x="1983" y="1524"/>
                </a:lnTo>
                <a:lnTo>
                  <a:pt x="1982" y="1524"/>
                </a:lnTo>
                <a:lnTo>
                  <a:pt x="1982" y="1523"/>
                </a:lnTo>
                <a:lnTo>
                  <a:pt x="1981" y="1523"/>
                </a:lnTo>
                <a:lnTo>
                  <a:pt x="1981" y="1522"/>
                </a:lnTo>
                <a:lnTo>
                  <a:pt x="1980" y="1522"/>
                </a:lnTo>
                <a:lnTo>
                  <a:pt x="1980" y="1521"/>
                </a:lnTo>
                <a:lnTo>
                  <a:pt x="1979" y="1521"/>
                </a:lnTo>
                <a:lnTo>
                  <a:pt x="1978" y="1521"/>
                </a:lnTo>
                <a:lnTo>
                  <a:pt x="1978" y="1520"/>
                </a:lnTo>
                <a:lnTo>
                  <a:pt x="1977" y="1520"/>
                </a:lnTo>
                <a:lnTo>
                  <a:pt x="1978" y="1520"/>
                </a:lnTo>
                <a:lnTo>
                  <a:pt x="1978" y="1519"/>
                </a:lnTo>
                <a:lnTo>
                  <a:pt x="1978" y="1518"/>
                </a:lnTo>
                <a:lnTo>
                  <a:pt x="1977" y="1518"/>
                </a:lnTo>
                <a:lnTo>
                  <a:pt x="1977" y="1517"/>
                </a:lnTo>
                <a:lnTo>
                  <a:pt x="1976" y="1517"/>
                </a:lnTo>
                <a:lnTo>
                  <a:pt x="1976" y="1515"/>
                </a:lnTo>
                <a:lnTo>
                  <a:pt x="1975" y="1515"/>
                </a:lnTo>
                <a:lnTo>
                  <a:pt x="1974" y="1514"/>
                </a:lnTo>
                <a:lnTo>
                  <a:pt x="1974" y="1513"/>
                </a:lnTo>
                <a:lnTo>
                  <a:pt x="1974" y="1512"/>
                </a:lnTo>
                <a:lnTo>
                  <a:pt x="1974" y="1510"/>
                </a:lnTo>
                <a:lnTo>
                  <a:pt x="1974" y="1508"/>
                </a:lnTo>
                <a:lnTo>
                  <a:pt x="1974" y="1507"/>
                </a:lnTo>
                <a:lnTo>
                  <a:pt x="1975" y="1507"/>
                </a:lnTo>
                <a:lnTo>
                  <a:pt x="1975" y="1506"/>
                </a:lnTo>
                <a:lnTo>
                  <a:pt x="1974" y="1506"/>
                </a:lnTo>
                <a:lnTo>
                  <a:pt x="1974" y="1505"/>
                </a:lnTo>
                <a:lnTo>
                  <a:pt x="1975" y="1505"/>
                </a:lnTo>
                <a:lnTo>
                  <a:pt x="1976" y="1504"/>
                </a:lnTo>
                <a:lnTo>
                  <a:pt x="1976" y="1503"/>
                </a:lnTo>
                <a:lnTo>
                  <a:pt x="1977" y="1503"/>
                </a:lnTo>
                <a:lnTo>
                  <a:pt x="1977" y="1502"/>
                </a:lnTo>
                <a:lnTo>
                  <a:pt x="1978" y="1503"/>
                </a:lnTo>
                <a:lnTo>
                  <a:pt x="1979" y="1503"/>
                </a:lnTo>
                <a:lnTo>
                  <a:pt x="1980" y="1503"/>
                </a:lnTo>
                <a:lnTo>
                  <a:pt x="1980" y="1502"/>
                </a:lnTo>
                <a:lnTo>
                  <a:pt x="1981" y="1502"/>
                </a:lnTo>
                <a:lnTo>
                  <a:pt x="1982" y="1502"/>
                </a:lnTo>
                <a:lnTo>
                  <a:pt x="1983" y="1504"/>
                </a:lnTo>
                <a:lnTo>
                  <a:pt x="1983" y="1505"/>
                </a:lnTo>
                <a:lnTo>
                  <a:pt x="1983" y="1506"/>
                </a:lnTo>
                <a:lnTo>
                  <a:pt x="1983" y="1507"/>
                </a:lnTo>
                <a:lnTo>
                  <a:pt x="1984" y="1507"/>
                </a:lnTo>
                <a:lnTo>
                  <a:pt x="1985" y="1509"/>
                </a:lnTo>
                <a:lnTo>
                  <a:pt x="1987" y="1508"/>
                </a:lnTo>
                <a:lnTo>
                  <a:pt x="1988" y="1507"/>
                </a:lnTo>
                <a:lnTo>
                  <a:pt x="1989" y="1507"/>
                </a:lnTo>
                <a:lnTo>
                  <a:pt x="1989" y="1506"/>
                </a:lnTo>
                <a:lnTo>
                  <a:pt x="1989" y="1505"/>
                </a:lnTo>
                <a:lnTo>
                  <a:pt x="1990" y="1503"/>
                </a:lnTo>
                <a:lnTo>
                  <a:pt x="1990" y="1502"/>
                </a:lnTo>
                <a:lnTo>
                  <a:pt x="1989" y="1501"/>
                </a:lnTo>
                <a:lnTo>
                  <a:pt x="1990" y="1500"/>
                </a:lnTo>
                <a:lnTo>
                  <a:pt x="1990" y="1499"/>
                </a:lnTo>
                <a:lnTo>
                  <a:pt x="1990" y="1498"/>
                </a:lnTo>
                <a:lnTo>
                  <a:pt x="1991" y="1497"/>
                </a:lnTo>
                <a:lnTo>
                  <a:pt x="1992" y="1497"/>
                </a:lnTo>
                <a:lnTo>
                  <a:pt x="1992" y="1496"/>
                </a:lnTo>
                <a:lnTo>
                  <a:pt x="1991" y="1496"/>
                </a:lnTo>
                <a:lnTo>
                  <a:pt x="1991" y="1495"/>
                </a:lnTo>
                <a:lnTo>
                  <a:pt x="1990" y="1495"/>
                </a:lnTo>
                <a:lnTo>
                  <a:pt x="1991" y="1495"/>
                </a:lnTo>
                <a:lnTo>
                  <a:pt x="1991" y="1494"/>
                </a:lnTo>
                <a:lnTo>
                  <a:pt x="1991" y="1493"/>
                </a:lnTo>
                <a:lnTo>
                  <a:pt x="1990" y="1493"/>
                </a:lnTo>
                <a:lnTo>
                  <a:pt x="1990" y="1492"/>
                </a:lnTo>
                <a:lnTo>
                  <a:pt x="1989" y="1492"/>
                </a:lnTo>
                <a:lnTo>
                  <a:pt x="1988" y="1492"/>
                </a:lnTo>
                <a:lnTo>
                  <a:pt x="1987" y="1491"/>
                </a:lnTo>
                <a:lnTo>
                  <a:pt x="1987" y="1490"/>
                </a:lnTo>
                <a:lnTo>
                  <a:pt x="1986" y="1489"/>
                </a:lnTo>
                <a:lnTo>
                  <a:pt x="1985" y="1489"/>
                </a:lnTo>
                <a:lnTo>
                  <a:pt x="1984" y="1489"/>
                </a:lnTo>
                <a:lnTo>
                  <a:pt x="1984" y="1488"/>
                </a:lnTo>
                <a:lnTo>
                  <a:pt x="1983" y="1488"/>
                </a:lnTo>
                <a:lnTo>
                  <a:pt x="1983" y="1487"/>
                </a:lnTo>
                <a:lnTo>
                  <a:pt x="1984" y="1487"/>
                </a:lnTo>
                <a:lnTo>
                  <a:pt x="1985" y="1486"/>
                </a:lnTo>
                <a:lnTo>
                  <a:pt x="1986" y="1485"/>
                </a:lnTo>
                <a:lnTo>
                  <a:pt x="1986" y="1484"/>
                </a:lnTo>
                <a:lnTo>
                  <a:pt x="1986" y="1483"/>
                </a:lnTo>
                <a:lnTo>
                  <a:pt x="1986" y="1482"/>
                </a:lnTo>
                <a:lnTo>
                  <a:pt x="1986" y="1481"/>
                </a:lnTo>
                <a:lnTo>
                  <a:pt x="1986" y="1480"/>
                </a:lnTo>
                <a:lnTo>
                  <a:pt x="1986" y="1479"/>
                </a:lnTo>
                <a:lnTo>
                  <a:pt x="1985" y="1478"/>
                </a:lnTo>
                <a:lnTo>
                  <a:pt x="1984" y="1478"/>
                </a:lnTo>
                <a:lnTo>
                  <a:pt x="1984" y="1477"/>
                </a:lnTo>
                <a:lnTo>
                  <a:pt x="1984" y="1476"/>
                </a:lnTo>
                <a:lnTo>
                  <a:pt x="1981" y="1476"/>
                </a:lnTo>
                <a:lnTo>
                  <a:pt x="1980" y="1477"/>
                </a:lnTo>
                <a:lnTo>
                  <a:pt x="1979" y="1477"/>
                </a:lnTo>
                <a:lnTo>
                  <a:pt x="1979" y="1476"/>
                </a:lnTo>
                <a:lnTo>
                  <a:pt x="1979" y="1475"/>
                </a:lnTo>
                <a:lnTo>
                  <a:pt x="1980" y="1475"/>
                </a:lnTo>
                <a:lnTo>
                  <a:pt x="1981" y="1475"/>
                </a:lnTo>
                <a:lnTo>
                  <a:pt x="1982" y="1474"/>
                </a:lnTo>
                <a:lnTo>
                  <a:pt x="1983" y="1474"/>
                </a:lnTo>
                <a:lnTo>
                  <a:pt x="1983" y="1473"/>
                </a:lnTo>
                <a:lnTo>
                  <a:pt x="1983" y="1472"/>
                </a:lnTo>
                <a:lnTo>
                  <a:pt x="1984" y="1471"/>
                </a:lnTo>
                <a:lnTo>
                  <a:pt x="1984" y="1470"/>
                </a:lnTo>
                <a:lnTo>
                  <a:pt x="1983" y="1470"/>
                </a:lnTo>
                <a:lnTo>
                  <a:pt x="1983" y="1469"/>
                </a:lnTo>
                <a:lnTo>
                  <a:pt x="1982" y="1469"/>
                </a:lnTo>
                <a:lnTo>
                  <a:pt x="1981" y="1468"/>
                </a:lnTo>
                <a:lnTo>
                  <a:pt x="1981" y="1467"/>
                </a:lnTo>
                <a:lnTo>
                  <a:pt x="1980" y="1466"/>
                </a:lnTo>
                <a:lnTo>
                  <a:pt x="1979" y="1466"/>
                </a:lnTo>
                <a:lnTo>
                  <a:pt x="1978" y="1466"/>
                </a:lnTo>
                <a:lnTo>
                  <a:pt x="1977" y="1466"/>
                </a:lnTo>
                <a:lnTo>
                  <a:pt x="1977" y="1467"/>
                </a:lnTo>
                <a:lnTo>
                  <a:pt x="1976" y="1467"/>
                </a:lnTo>
                <a:lnTo>
                  <a:pt x="1976" y="1468"/>
                </a:lnTo>
                <a:lnTo>
                  <a:pt x="1976" y="1469"/>
                </a:lnTo>
                <a:lnTo>
                  <a:pt x="1976" y="1470"/>
                </a:lnTo>
                <a:lnTo>
                  <a:pt x="1977" y="1470"/>
                </a:lnTo>
                <a:lnTo>
                  <a:pt x="1977" y="1471"/>
                </a:lnTo>
                <a:lnTo>
                  <a:pt x="1976" y="1472"/>
                </a:lnTo>
                <a:lnTo>
                  <a:pt x="1976" y="1473"/>
                </a:lnTo>
                <a:lnTo>
                  <a:pt x="1975" y="1474"/>
                </a:lnTo>
                <a:lnTo>
                  <a:pt x="1974" y="1474"/>
                </a:lnTo>
                <a:lnTo>
                  <a:pt x="1971" y="1476"/>
                </a:lnTo>
                <a:lnTo>
                  <a:pt x="1970" y="1475"/>
                </a:lnTo>
                <a:lnTo>
                  <a:pt x="1969" y="1475"/>
                </a:lnTo>
                <a:lnTo>
                  <a:pt x="1967" y="1475"/>
                </a:lnTo>
                <a:lnTo>
                  <a:pt x="1967" y="1474"/>
                </a:lnTo>
                <a:lnTo>
                  <a:pt x="1968" y="1474"/>
                </a:lnTo>
                <a:lnTo>
                  <a:pt x="1969" y="1474"/>
                </a:lnTo>
                <a:lnTo>
                  <a:pt x="1969" y="1473"/>
                </a:lnTo>
                <a:lnTo>
                  <a:pt x="1970" y="1472"/>
                </a:lnTo>
                <a:lnTo>
                  <a:pt x="1969" y="1472"/>
                </a:lnTo>
                <a:lnTo>
                  <a:pt x="1969" y="1471"/>
                </a:lnTo>
                <a:lnTo>
                  <a:pt x="1968" y="1471"/>
                </a:lnTo>
                <a:lnTo>
                  <a:pt x="1969" y="1471"/>
                </a:lnTo>
                <a:lnTo>
                  <a:pt x="1970" y="1471"/>
                </a:lnTo>
                <a:lnTo>
                  <a:pt x="1971" y="1472"/>
                </a:lnTo>
                <a:lnTo>
                  <a:pt x="1971" y="1471"/>
                </a:lnTo>
                <a:lnTo>
                  <a:pt x="1970" y="1471"/>
                </a:lnTo>
                <a:lnTo>
                  <a:pt x="1970" y="1470"/>
                </a:lnTo>
                <a:lnTo>
                  <a:pt x="1970" y="1469"/>
                </a:lnTo>
                <a:lnTo>
                  <a:pt x="1971" y="1469"/>
                </a:lnTo>
                <a:lnTo>
                  <a:pt x="1970" y="1468"/>
                </a:lnTo>
                <a:lnTo>
                  <a:pt x="1970" y="1467"/>
                </a:lnTo>
                <a:lnTo>
                  <a:pt x="1970" y="1468"/>
                </a:lnTo>
                <a:lnTo>
                  <a:pt x="1969" y="1468"/>
                </a:lnTo>
                <a:lnTo>
                  <a:pt x="1969" y="1467"/>
                </a:lnTo>
                <a:lnTo>
                  <a:pt x="1968" y="1467"/>
                </a:lnTo>
                <a:lnTo>
                  <a:pt x="1967" y="1467"/>
                </a:lnTo>
                <a:lnTo>
                  <a:pt x="1966" y="1467"/>
                </a:lnTo>
                <a:lnTo>
                  <a:pt x="1965" y="1466"/>
                </a:lnTo>
                <a:lnTo>
                  <a:pt x="1964" y="1466"/>
                </a:lnTo>
                <a:lnTo>
                  <a:pt x="1963" y="1466"/>
                </a:lnTo>
                <a:lnTo>
                  <a:pt x="1963" y="1465"/>
                </a:lnTo>
                <a:lnTo>
                  <a:pt x="1964" y="1465"/>
                </a:lnTo>
                <a:lnTo>
                  <a:pt x="1964" y="1464"/>
                </a:lnTo>
                <a:lnTo>
                  <a:pt x="1964" y="1463"/>
                </a:lnTo>
                <a:lnTo>
                  <a:pt x="1963" y="1462"/>
                </a:lnTo>
                <a:lnTo>
                  <a:pt x="1964" y="1461"/>
                </a:lnTo>
                <a:lnTo>
                  <a:pt x="1964" y="1460"/>
                </a:lnTo>
                <a:lnTo>
                  <a:pt x="1965" y="1458"/>
                </a:lnTo>
                <a:lnTo>
                  <a:pt x="1963" y="1457"/>
                </a:lnTo>
                <a:lnTo>
                  <a:pt x="1960" y="1456"/>
                </a:lnTo>
                <a:lnTo>
                  <a:pt x="1959" y="1456"/>
                </a:lnTo>
                <a:lnTo>
                  <a:pt x="1959" y="1455"/>
                </a:lnTo>
                <a:lnTo>
                  <a:pt x="1958" y="1455"/>
                </a:lnTo>
                <a:lnTo>
                  <a:pt x="1958" y="1456"/>
                </a:lnTo>
                <a:lnTo>
                  <a:pt x="1957" y="1456"/>
                </a:lnTo>
                <a:lnTo>
                  <a:pt x="1957" y="1455"/>
                </a:lnTo>
                <a:lnTo>
                  <a:pt x="1957" y="1454"/>
                </a:lnTo>
                <a:lnTo>
                  <a:pt x="1956" y="1454"/>
                </a:lnTo>
                <a:lnTo>
                  <a:pt x="1956" y="1453"/>
                </a:lnTo>
                <a:lnTo>
                  <a:pt x="1955" y="1453"/>
                </a:lnTo>
                <a:lnTo>
                  <a:pt x="1954" y="1453"/>
                </a:lnTo>
                <a:lnTo>
                  <a:pt x="1954" y="1452"/>
                </a:lnTo>
                <a:lnTo>
                  <a:pt x="1953" y="1452"/>
                </a:lnTo>
                <a:lnTo>
                  <a:pt x="1951" y="1451"/>
                </a:lnTo>
                <a:lnTo>
                  <a:pt x="1950" y="1450"/>
                </a:lnTo>
                <a:lnTo>
                  <a:pt x="1951" y="1448"/>
                </a:lnTo>
                <a:lnTo>
                  <a:pt x="1952" y="1448"/>
                </a:lnTo>
                <a:lnTo>
                  <a:pt x="1953" y="1448"/>
                </a:lnTo>
                <a:lnTo>
                  <a:pt x="1954" y="1448"/>
                </a:lnTo>
                <a:lnTo>
                  <a:pt x="1954" y="1446"/>
                </a:lnTo>
                <a:lnTo>
                  <a:pt x="1955" y="1446"/>
                </a:lnTo>
                <a:lnTo>
                  <a:pt x="1956" y="1445"/>
                </a:lnTo>
                <a:lnTo>
                  <a:pt x="1957" y="1444"/>
                </a:lnTo>
                <a:lnTo>
                  <a:pt x="1957" y="1442"/>
                </a:lnTo>
                <a:lnTo>
                  <a:pt x="1957" y="1441"/>
                </a:lnTo>
                <a:lnTo>
                  <a:pt x="1957" y="1440"/>
                </a:lnTo>
                <a:lnTo>
                  <a:pt x="1956" y="1440"/>
                </a:lnTo>
                <a:lnTo>
                  <a:pt x="1955" y="1440"/>
                </a:lnTo>
                <a:lnTo>
                  <a:pt x="1954" y="1440"/>
                </a:lnTo>
                <a:lnTo>
                  <a:pt x="1954" y="1439"/>
                </a:lnTo>
                <a:lnTo>
                  <a:pt x="1953" y="1438"/>
                </a:lnTo>
                <a:lnTo>
                  <a:pt x="1952" y="1436"/>
                </a:lnTo>
                <a:lnTo>
                  <a:pt x="1952" y="1433"/>
                </a:lnTo>
                <a:lnTo>
                  <a:pt x="1953" y="1433"/>
                </a:lnTo>
                <a:lnTo>
                  <a:pt x="1953" y="1432"/>
                </a:lnTo>
                <a:lnTo>
                  <a:pt x="1953" y="1431"/>
                </a:lnTo>
                <a:lnTo>
                  <a:pt x="1952" y="1430"/>
                </a:lnTo>
                <a:lnTo>
                  <a:pt x="1952" y="1429"/>
                </a:lnTo>
                <a:lnTo>
                  <a:pt x="1951" y="1428"/>
                </a:lnTo>
                <a:lnTo>
                  <a:pt x="1950" y="1428"/>
                </a:lnTo>
                <a:lnTo>
                  <a:pt x="1950" y="1427"/>
                </a:lnTo>
                <a:lnTo>
                  <a:pt x="1949" y="1427"/>
                </a:lnTo>
                <a:lnTo>
                  <a:pt x="1948" y="1427"/>
                </a:lnTo>
                <a:lnTo>
                  <a:pt x="1948" y="1426"/>
                </a:lnTo>
                <a:lnTo>
                  <a:pt x="1946" y="1426"/>
                </a:lnTo>
                <a:lnTo>
                  <a:pt x="1944" y="1423"/>
                </a:lnTo>
                <a:lnTo>
                  <a:pt x="1943" y="1422"/>
                </a:lnTo>
                <a:lnTo>
                  <a:pt x="1942" y="1421"/>
                </a:lnTo>
                <a:lnTo>
                  <a:pt x="1941" y="1420"/>
                </a:lnTo>
                <a:lnTo>
                  <a:pt x="1940" y="1420"/>
                </a:lnTo>
                <a:lnTo>
                  <a:pt x="1939" y="1419"/>
                </a:lnTo>
                <a:lnTo>
                  <a:pt x="1938" y="1419"/>
                </a:lnTo>
                <a:lnTo>
                  <a:pt x="1937" y="1419"/>
                </a:lnTo>
                <a:lnTo>
                  <a:pt x="1936" y="1418"/>
                </a:lnTo>
                <a:lnTo>
                  <a:pt x="1936" y="1416"/>
                </a:lnTo>
                <a:lnTo>
                  <a:pt x="1934" y="1413"/>
                </a:lnTo>
                <a:lnTo>
                  <a:pt x="1933" y="1413"/>
                </a:lnTo>
                <a:lnTo>
                  <a:pt x="1933" y="1412"/>
                </a:lnTo>
                <a:lnTo>
                  <a:pt x="1933" y="1411"/>
                </a:lnTo>
                <a:lnTo>
                  <a:pt x="1932" y="1410"/>
                </a:lnTo>
                <a:lnTo>
                  <a:pt x="1931" y="1410"/>
                </a:lnTo>
                <a:lnTo>
                  <a:pt x="1930" y="1409"/>
                </a:lnTo>
                <a:lnTo>
                  <a:pt x="1929" y="1409"/>
                </a:lnTo>
                <a:lnTo>
                  <a:pt x="1928" y="1407"/>
                </a:lnTo>
                <a:lnTo>
                  <a:pt x="1928" y="1406"/>
                </a:lnTo>
                <a:lnTo>
                  <a:pt x="1928" y="1404"/>
                </a:lnTo>
                <a:lnTo>
                  <a:pt x="1927" y="1404"/>
                </a:lnTo>
                <a:lnTo>
                  <a:pt x="1926" y="1405"/>
                </a:lnTo>
                <a:lnTo>
                  <a:pt x="1924" y="1406"/>
                </a:lnTo>
                <a:lnTo>
                  <a:pt x="1923" y="1406"/>
                </a:lnTo>
                <a:lnTo>
                  <a:pt x="1922" y="1407"/>
                </a:lnTo>
                <a:lnTo>
                  <a:pt x="1921" y="1407"/>
                </a:lnTo>
                <a:lnTo>
                  <a:pt x="1921" y="1408"/>
                </a:lnTo>
                <a:lnTo>
                  <a:pt x="1920" y="1408"/>
                </a:lnTo>
                <a:lnTo>
                  <a:pt x="1919" y="1409"/>
                </a:lnTo>
                <a:lnTo>
                  <a:pt x="1918" y="1409"/>
                </a:lnTo>
                <a:lnTo>
                  <a:pt x="1917" y="1409"/>
                </a:lnTo>
                <a:lnTo>
                  <a:pt x="1916" y="1409"/>
                </a:lnTo>
                <a:lnTo>
                  <a:pt x="1916" y="1410"/>
                </a:lnTo>
                <a:lnTo>
                  <a:pt x="1914" y="1409"/>
                </a:lnTo>
                <a:lnTo>
                  <a:pt x="1912" y="1409"/>
                </a:lnTo>
                <a:lnTo>
                  <a:pt x="1910" y="1409"/>
                </a:lnTo>
                <a:lnTo>
                  <a:pt x="1910" y="1408"/>
                </a:lnTo>
                <a:lnTo>
                  <a:pt x="1909" y="1408"/>
                </a:lnTo>
                <a:lnTo>
                  <a:pt x="1908" y="1408"/>
                </a:lnTo>
                <a:lnTo>
                  <a:pt x="1907" y="1408"/>
                </a:lnTo>
                <a:lnTo>
                  <a:pt x="1906" y="1408"/>
                </a:lnTo>
                <a:lnTo>
                  <a:pt x="1904" y="1408"/>
                </a:lnTo>
                <a:lnTo>
                  <a:pt x="1904" y="1409"/>
                </a:lnTo>
                <a:lnTo>
                  <a:pt x="1903" y="1409"/>
                </a:lnTo>
                <a:lnTo>
                  <a:pt x="1903" y="1410"/>
                </a:lnTo>
                <a:lnTo>
                  <a:pt x="1902" y="1410"/>
                </a:lnTo>
                <a:lnTo>
                  <a:pt x="1901" y="1409"/>
                </a:lnTo>
                <a:lnTo>
                  <a:pt x="1901" y="1410"/>
                </a:lnTo>
                <a:lnTo>
                  <a:pt x="1899" y="1410"/>
                </a:lnTo>
                <a:lnTo>
                  <a:pt x="1898" y="1410"/>
                </a:lnTo>
                <a:lnTo>
                  <a:pt x="1898" y="1409"/>
                </a:lnTo>
                <a:lnTo>
                  <a:pt x="1897" y="1410"/>
                </a:lnTo>
                <a:lnTo>
                  <a:pt x="1896" y="1410"/>
                </a:lnTo>
                <a:lnTo>
                  <a:pt x="1896" y="1411"/>
                </a:lnTo>
                <a:lnTo>
                  <a:pt x="1896" y="1412"/>
                </a:lnTo>
                <a:lnTo>
                  <a:pt x="1895" y="1412"/>
                </a:lnTo>
                <a:lnTo>
                  <a:pt x="1894" y="1412"/>
                </a:lnTo>
                <a:lnTo>
                  <a:pt x="1894" y="1413"/>
                </a:lnTo>
                <a:lnTo>
                  <a:pt x="1895" y="1414"/>
                </a:lnTo>
                <a:lnTo>
                  <a:pt x="1895" y="1415"/>
                </a:lnTo>
                <a:lnTo>
                  <a:pt x="1894" y="1415"/>
                </a:lnTo>
                <a:lnTo>
                  <a:pt x="1895" y="1415"/>
                </a:lnTo>
                <a:lnTo>
                  <a:pt x="1894" y="1416"/>
                </a:lnTo>
                <a:lnTo>
                  <a:pt x="1894" y="1417"/>
                </a:lnTo>
                <a:lnTo>
                  <a:pt x="1893" y="1417"/>
                </a:lnTo>
                <a:lnTo>
                  <a:pt x="1892" y="1418"/>
                </a:lnTo>
                <a:lnTo>
                  <a:pt x="1891" y="1419"/>
                </a:lnTo>
                <a:lnTo>
                  <a:pt x="1891" y="1421"/>
                </a:lnTo>
                <a:lnTo>
                  <a:pt x="1893" y="1421"/>
                </a:lnTo>
                <a:lnTo>
                  <a:pt x="1894" y="1421"/>
                </a:lnTo>
                <a:lnTo>
                  <a:pt x="1894" y="1422"/>
                </a:lnTo>
                <a:lnTo>
                  <a:pt x="1894" y="1423"/>
                </a:lnTo>
                <a:lnTo>
                  <a:pt x="1894" y="1424"/>
                </a:lnTo>
                <a:lnTo>
                  <a:pt x="1894" y="1425"/>
                </a:lnTo>
                <a:lnTo>
                  <a:pt x="1894" y="1426"/>
                </a:lnTo>
                <a:lnTo>
                  <a:pt x="1894" y="1427"/>
                </a:lnTo>
                <a:lnTo>
                  <a:pt x="1894" y="1428"/>
                </a:lnTo>
                <a:lnTo>
                  <a:pt x="1892" y="1428"/>
                </a:lnTo>
                <a:lnTo>
                  <a:pt x="1892" y="1429"/>
                </a:lnTo>
                <a:lnTo>
                  <a:pt x="1890" y="1429"/>
                </a:lnTo>
                <a:lnTo>
                  <a:pt x="1889" y="1429"/>
                </a:lnTo>
                <a:lnTo>
                  <a:pt x="1887" y="1429"/>
                </a:lnTo>
                <a:lnTo>
                  <a:pt x="1886" y="1429"/>
                </a:lnTo>
                <a:lnTo>
                  <a:pt x="1885" y="1429"/>
                </a:lnTo>
                <a:lnTo>
                  <a:pt x="1884" y="1429"/>
                </a:lnTo>
                <a:lnTo>
                  <a:pt x="1883" y="1428"/>
                </a:lnTo>
                <a:lnTo>
                  <a:pt x="1882" y="1428"/>
                </a:lnTo>
                <a:lnTo>
                  <a:pt x="1882" y="1427"/>
                </a:lnTo>
                <a:lnTo>
                  <a:pt x="1881" y="1427"/>
                </a:lnTo>
                <a:lnTo>
                  <a:pt x="1881" y="1428"/>
                </a:lnTo>
                <a:lnTo>
                  <a:pt x="1880" y="1428"/>
                </a:lnTo>
                <a:lnTo>
                  <a:pt x="1880" y="1429"/>
                </a:lnTo>
                <a:lnTo>
                  <a:pt x="1879" y="1429"/>
                </a:lnTo>
                <a:lnTo>
                  <a:pt x="1878" y="1429"/>
                </a:lnTo>
                <a:lnTo>
                  <a:pt x="1876" y="1429"/>
                </a:lnTo>
                <a:lnTo>
                  <a:pt x="1874" y="1430"/>
                </a:lnTo>
                <a:lnTo>
                  <a:pt x="1872" y="1431"/>
                </a:lnTo>
                <a:lnTo>
                  <a:pt x="1871" y="1431"/>
                </a:lnTo>
                <a:lnTo>
                  <a:pt x="1870" y="1431"/>
                </a:lnTo>
                <a:lnTo>
                  <a:pt x="1867" y="1430"/>
                </a:lnTo>
                <a:lnTo>
                  <a:pt x="1866" y="1430"/>
                </a:lnTo>
                <a:lnTo>
                  <a:pt x="1864" y="1429"/>
                </a:lnTo>
                <a:lnTo>
                  <a:pt x="1864" y="1430"/>
                </a:lnTo>
                <a:lnTo>
                  <a:pt x="1863" y="1431"/>
                </a:lnTo>
                <a:lnTo>
                  <a:pt x="1863" y="1432"/>
                </a:lnTo>
                <a:lnTo>
                  <a:pt x="1863" y="1433"/>
                </a:lnTo>
                <a:lnTo>
                  <a:pt x="1861" y="1433"/>
                </a:lnTo>
                <a:lnTo>
                  <a:pt x="1860" y="1434"/>
                </a:lnTo>
                <a:lnTo>
                  <a:pt x="1859" y="1433"/>
                </a:lnTo>
                <a:lnTo>
                  <a:pt x="1858" y="1433"/>
                </a:lnTo>
                <a:lnTo>
                  <a:pt x="1857" y="1434"/>
                </a:lnTo>
                <a:lnTo>
                  <a:pt x="1857" y="1435"/>
                </a:lnTo>
                <a:lnTo>
                  <a:pt x="1857" y="1436"/>
                </a:lnTo>
                <a:lnTo>
                  <a:pt x="1857" y="1437"/>
                </a:lnTo>
                <a:lnTo>
                  <a:pt x="1856" y="1437"/>
                </a:lnTo>
                <a:lnTo>
                  <a:pt x="1856" y="1438"/>
                </a:lnTo>
                <a:lnTo>
                  <a:pt x="1855" y="1438"/>
                </a:lnTo>
                <a:lnTo>
                  <a:pt x="1854" y="1438"/>
                </a:lnTo>
                <a:lnTo>
                  <a:pt x="1852" y="1439"/>
                </a:lnTo>
                <a:lnTo>
                  <a:pt x="1851" y="1441"/>
                </a:lnTo>
                <a:lnTo>
                  <a:pt x="1850" y="1441"/>
                </a:lnTo>
                <a:lnTo>
                  <a:pt x="1849" y="1442"/>
                </a:lnTo>
                <a:lnTo>
                  <a:pt x="1848" y="1444"/>
                </a:lnTo>
                <a:lnTo>
                  <a:pt x="1847" y="1444"/>
                </a:lnTo>
                <a:lnTo>
                  <a:pt x="1847" y="1445"/>
                </a:lnTo>
                <a:lnTo>
                  <a:pt x="1847" y="1446"/>
                </a:lnTo>
                <a:lnTo>
                  <a:pt x="1847" y="1448"/>
                </a:lnTo>
                <a:lnTo>
                  <a:pt x="1847" y="1451"/>
                </a:lnTo>
                <a:lnTo>
                  <a:pt x="1848" y="1451"/>
                </a:lnTo>
                <a:lnTo>
                  <a:pt x="1848" y="1453"/>
                </a:lnTo>
                <a:lnTo>
                  <a:pt x="1849" y="1453"/>
                </a:lnTo>
                <a:lnTo>
                  <a:pt x="1849" y="1454"/>
                </a:lnTo>
                <a:lnTo>
                  <a:pt x="1849" y="1455"/>
                </a:lnTo>
                <a:lnTo>
                  <a:pt x="1850" y="1456"/>
                </a:lnTo>
                <a:lnTo>
                  <a:pt x="1850" y="1457"/>
                </a:lnTo>
                <a:lnTo>
                  <a:pt x="1850" y="1460"/>
                </a:lnTo>
                <a:lnTo>
                  <a:pt x="1850" y="1462"/>
                </a:lnTo>
                <a:lnTo>
                  <a:pt x="1850" y="1463"/>
                </a:lnTo>
                <a:lnTo>
                  <a:pt x="1851" y="1463"/>
                </a:lnTo>
                <a:lnTo>
                  <a:pt x="1852" y="1464"/>
                </a:lnTo>
                <a:lnTo>
                  <a:pt x="1852" y="1465"/>
                </a:lnTo>
                <a:lnTo>
                  <a:pt x="1852" y="1466"/>
                </a:lnTo>
                <a:lnTo>
                  <a:pt x="1853" y="1466"/>
                </a:lnTo>
                <a:lnTo>
                  <a:pt x="1853" y="1467"/>
                </a:lnTo>
                <a:lnTo>
                  <a:pt x="1853" y="1468"/>
                </a:lnTo>
                <a:lnTo>
                  <a:pt x="1853" y="1469"/>
                </a:lnTo>
                <a:lnTo>
                  <a:pt x="1852" y="1469"/>
                </a:lnTo>
                <a:lnTo>
                  <a:pt x="1851" y="1470"/>
                </a:lnTo>
                <a:lnTo>
                  <a:pt x="1851" y="1469"/>
                </a:lnTo>
                <a:lnTo>
                  <a:pt x="1850" y="1469"/>
                </a:lnTo>
                <a:lnTo>
                  <a:pt x="1849" y="1469"/>
                </a:lnTo>
                <a:lnTo>
                  <a:pt x="1847" y="1470"/>
                </a:lnTo>
                <a:lnTo>
                  <a:pt x="1846" y="1469"/>
                </a:lnTo>
                <a:lnTo>
                  <a:pt x="1845" y="1469"/>
                </a:lnTo>
                <a:lnTo>
                  <a:pt x="1843" y="1469"/>
                </a:lnTo>
                <a:lnTo>
                  <a:pt x="1842" y="1469"/>
                </a:lnTo>
                <a:lnTo>
                  <a:pt x="1840" y="1469"/>
                </a:lnTo>
                <a:lnTo>
                  <a:pt x="1839" y="1468"/>
                </a:lnTo>
                <a:lnTo>
                  <a:pt x="1840" y="1469"/>
                </a:lnTo>
                <a:lnTo>
                  <a:pt x="1841" y="1470"/>
                </a:lnTo>
                <a:lnTo>
                  <a:pt x="1842" y="1471"/>
                </a:lnTo>
                <a:lnTo>
                  <a:pt x="1842" y="1472"/>
                </a:lnTo>
                <a:lnTo>
                  <a:pt x="1843" y="1473"/>
                </a:lnTo>
                <a:lnTo>
                  <a:pt x="1844" y="1474"/>
                </a:lnTo>
                <a:lnTo>
                  <a:pt x="1844" y="1475"/>
                </a:lnTo>
                <a:lnTo>
                  <a:pt x="1845" y="1475"/>
                </a:lnTo>
                <a:lnTo>
                  <a:pt x="1846" y="1474"/>
                </a:lnTo>
                <a:lnTo>
                  <a:pt x="1847" y="1474"/>
                </a:lnTo>
                <a:lnTo>
                  <a:pt x="1847" y="1475"/>
                </a:lnTo>
                <a:lnTo>
                  <a:pt x="1847" y="1476"/>
                </a:lnTo>
                <a:lnTo>
                  <a:pt x="1847" y="1477"/>
                </a:lnTo>
                <a:lnTo>
                  <a:pt x="1848" y="1477"/>
                </a:lnTo>
                <a:lnTo>
                  <a:pt x="1849" y="1478"/>
                </a:lnTo>
                <a:lnTo>
                  <a:pt x="1849" y="1479"/>
                </a:lnTo>
                <a:lnTo>
                  <a:pt x="1850" y="1479"/>
                </a:lnTo>
                <a:lnTo>
                  <a:pt x="1851" y="1480"/>
                </a:lnTo>
                <a:lnTo>
                  <a:pt x="1851" y="1481"/>
                </a:lnTo>
                <a:lnTo>
                  <a:pt x="1851" y="1483"/>
                </a:lnTo>
                <a:lnTo>
                  <a:pt x="1851" y="1484"/>
                </a:lnTo>
                <a:lnTo>
                  <a:pt x="1851" y="1485"/>
                </a:lnTo>
                <a:lnTo>
                  <a:pt x="1851" y="1486"/>
                </a:lnTo>
                <a:lnTo>
                  <a:pt x="1851" y="1487"/>
                </a:lnTo>
                <a:lnTo>
                  <a:pt x="1851" y="1488"/>
                </a:lnTo>
                <a:lnTo>
                  <a:pt x="1851" y="1490"/>
                </a:lnTo>
                <a:lnTo>
                  <a:pt x="1851" y="1491"/>
                </a:lnTo>
                <a:lnTo>
                  <a:pt x="1852" y="1491"/>
                </a:lnTo>
                <a:lnTo>
                  <a:pt x="1852" y="1492"/>
                </a:lnTo>
                <a:lnTo>
                  <a:pt x="1851" y="1493"/>
                </a:lnTo>
                <a:lnTo>
                  <a:pt x="1850" y="1494"/>
                </a:lnTo>
                <a:lnTo>
                  <a:pt x="1849" y="1494"/>
                </a:lnTo>
                <a:lnTo>
                  <a:pt x="1848" y="1494"/>
                </a:lnTo>
                <a:lnTo>
                  <a:pt x="1848" y="1495"/>
                </a:lnTo>
                <a:lnTo>
                  <a:pt x="1847" y="1496"/>
                </a:lnTo>
                <a:lnTo>
                  <a:pt x="1844" y="1499"/>
                </a:lnTo>
                <a:lnTo>
                  <a:pt x="1843" y="1499"/>
                </a:lnTo>
                <a:lnTo>
                  <a:pt x="1842" y="1497"/>
                </a:lnTo>
                <a:lnTo>
                  <a:pt x="1842" y="1496"/>
                </a:lnTo>
                <a:lnTo>
                  <a:pt x="1841" y="1496"/>
                </a:lnTo>
                <a:lnTo>
                  <a:pt x="1840" y="1496"/>
                </a:lnTo>
                <a:lnTo>
                  <a:pt x="1839" y="1498"/>
                </a:lnTo>
                <a:lnTo>
                  <a:pt x="1839" y="1499"/>
                </a:lnTo>
                <a:lnTo>
                  <a:pt x="1839" y="1500"/>
                </a:lnTo>
                <a:lnTo>
                  <a:pt x="1838" y="1500"/>
                </a:lnTo>
                <a:lnTo>
                  <a:pt x="1838" y="1501"/>
                </a:lnTo>
                <a:lnTo>
                  <a:pt x="1838" y="1502"/>
                </a:lnTo>
                <a:lnTo>
                  <a:pt x="1835" y="1503"/>
                </a:lnTo>
                <a:lnTo>
                  <a:pt x="1833" y="1503"/>
                </a:lnTo>
                <a:lnTo>
                  <a:pt x="1832" y="1503"/>
                </a:lnTo>
                <a:lnTo>
                  <a:pt x="1832" y="1504"/>
                </a:lnTo>
                <a:lnTo>
                  <a:pt x="1831" y="1504"/>
                </a:lnTo>
                <a:lnTo>
                  <a:pt x="1831" y="1505"/>
                </a:lnTo>
                <a:lnTo>
                  <a:pt x="1830" y="1506"/>
                </a:lnTo>
                <a:lnTo>
                  <a:pt x="1829" y="1506"/>
                </a:lnTo>
                <a:lnTo>
                  <a:pt x="1828" y="1506"/>
                </a:lnTo>
                <a:lnTo>
                  <a:pt x="1827" y="1506"/>
                </a:lnTo>
                <a:lnTo>
                  <a:pt x="1826" y="1506"/>
                </a:lnTo>
                <a:lnTo>
                  <a:pt x="1826" y="1507"/>
                </a:lnTo>
                <a:lnTo>
                  <a:pt x="1824" y="1507"/>
                </a:lnTo>
                <a:lnTo>
                  <a:pt x="1823" y="1506"/>
                </a:lnTo>
                <a:lnTo>
                  <a:pt x="1823" y="1507"/>
                </a:lnTo>
                <a:lnTo>
                  <a:pt x="1822" y="1507"/>
                </a:lnTo>
                <a:lnTo>
                  <a:pt x="1821" y="1507"/>
                </a:lnTo>
                <a:lnTo>
                  <a:pt x="1820" y="1505"/>
                </a:lnTo>
                <a:lnTo>
                  <a:pt x="1820" y="1504"/>
                </a:lnTo>
                <a:lnTo>
                  <a:pt x="1820" y="1503"/>
                </a:lnTo>
                <a:lnTo>
                  <a:pt x="1819" y="1503"/>
                </a:lnTo>
                <a:lnTo>
                  <a:pt x="1818" y="1502"/>
                </a:lnTo>
                <a:lnTo>
                  <a:pt x="1817" y="1501"/>
                </a:lnTo>
                <a:lnTo>
                  <a:pt x="1816" y="1501"/>
                </a:lnTo>
                <a:lnTo>
                  <a:pt x="1815" y="1501"/>
                </a:lnTo>
                <a:lnTo>
                  <a:pt x="1815" y="1502"/>
                </a:lnTo>
                <a:lnTo>
                  <a:pt x="1815" y="1503"/>
                </a:lnTo>
                <a:lnTo>
                  <a:pt x="1813" y="1505"/>
                </a:lnTo>
                <a:lnTo>
                  <a:pt x="1813" y="1506"/>
                </a:lnTo>
                <a:lnTo>
                  <a:pt x="1811" y="1507"/>
                </a:lnTo>
                <a:lnTo>
                  <a:pt x="1810" y="1507"/>
                </a:lnTo>
                <a:lnTo>
                  <a:pt x="1809" y="1507"/>
                </a:lnTo>
                <a:lnTo>
                  <a:pt x="1808" y="1506"/>
                </a:lnTo>
                <a:lnTo>
                  <a:pt x="1808" y="1507"/>
                </a:lnTo>
                <a:lnTo>
                  <a:pt x="1807" y="1507"/>
                </a:lnTo>
                <a:lnTo>
                  <a:pt x="1806" y="1507"/>
                </a:lnTo>
                <a:lnTo>
                  <a:pt x="1806" y="1506"/>
                </a:lnTo>
                <a:lnTo>
                  <a:pt x="1807" y="1506"/>
                </a:lnTo>
                <a:lnTo>
                  <a:pt x="1809" y="1504"/>
                </a:lnTo>
                <a:lnTo>
                  <a:pt x="1809" y="1503"/>
                </a:lnTo>
                <a:lnTo>
                  <a:pt x="1809" y="1501"/>
                </a:lnTo>
                <a:lnTo>
                  <a:pt x="1808" y="1500"/>
                </a:lnTo>
                <a:lnTo>
                  <a:pt x="1807" y="1500"/>
                </a:lnTo>
                <a:lnTo>
                  <a:pt x="1806" y="1500"/>
                </a:lnTo>
                <a:lnTo>
                  <a:pt x="1805" y="1499"/>
                </a:lnTo>
                <a:lnTo>
                  <a:pt x="1804" y="1498"/>
                </a:lnTo>
                <a:lnTo>
                  <a:pt x="1802" y="1499"/>
                </a:lnTo>
                <a:lnTo>
                  <a:pt x="1801" y="1499"/>
                </a:lnTo>
                <a:lnTo>
                  <a:pt x="1800" y="1499"/>
                </a:lnTo>
                <a:lnTo>
                  <a:pt x="1799" y="1500"/>
                </a:lnTo>
                <a:lnTo>
                  <a:pt x="1799" y="1501"/>
                </a:lnTo>
                <a:lnTo>
                  <a:pt x="1799" y="1502"/>
                </a:lnTo>
                <a:lnTo>
                  <a:pt x="1798" y="1503"/>
                </a:lnTo>
                <a:lnTo>
                  <a:pt x="1798" y="1504"/>
                </a:lnTo>
                <a:lnTo>
                  <a:pt x="1798" y="1505"/>
                </a:lnTo>
                <a:lnTo>
                  <a:pt x="1798" y="1504"/>
                </a:lnTo>
                <a:lnTo>
                  <a:pt x="1797" y="1504"/>
                </a:lnTo>
                <a:lnTo>
                  <a:pt x="1796" y="1505"/>
                </a:lnTo>
                <a:lnTo>
                  <a:pt x="1796" y="1506"/>
                </a:lnTo>
                <a:lnTo>
                  <a:pt x="1794" y="1507"/>
                </a:lnTo>
                <a:lnTo>
                  <a:pt x="1793" y="1507"/>
                </a:lnTo>
                <a:lnTo>
                  <a:pt x="1793" y="1508"/>
                </a:lnTo>
                <a:lnTo>
                  <a:pt x="1792" y="1508"/>
                </a:lnTo>
                <a:lnTo>
                  <a:pt x="1791" y="1508"/>
                </a:lnTo>
                <a:lnTo>
                  <a:pt x="1791" y="1509"/>
                </a:lnTo>
                <a:lnTo>
                  <a:pt x="1790" y="1510"/>
                </a:lnTo>
                <a:lnTo>
                  <a:pt x="1791" y="1510"/>
                </a:lnTo>
                <a:lnTo>
                  <a:pt x="1791" y="1511"/>
                </a:lnTo>
                <a:lnTo>
                  <a:pt x="1790" y="1513"/>
                </a:lnTo>
                <a:lnTo>
                  <a:pt x="1790" y="1514"/>
                </a:lnTo>
                <a:lnTo>
                  <a:pt x="1790" y="1515"/>
                </a:lnTo>
                <a:lnTo>
                  <a:pt x="1789" y="1515"/>
                </a:lnTo>
                <a:lnTo>
                  <a:pt x="1790" y="1516"/>
                </a:lnTo>
                <a:lnTo>
                  <a:pt x="1789" y="1518"/>
                </a:lnTo>
                <a:lnTo>
                  <a:pt x="1789" y="1519"/>
                </a:lnTo>
                <a:lnTo>
                  <a:pt x="1788" y="1519"/>
                </a:lnTo>
                <a:lnTo>
                  <a:pt x="1788" y="1520"/>
                </a:lnTo>
                <a:lnTo>
                  <a:pt x="1787" y="1519"/>
                </a:lnTo>
                <a:lnTo>
                  <a:pt x="1786" y="1518"/>
                </a:lnTo>
                <a:lnTo>
                  <a:pt x="1786" y="1519"/>
                </a:lnTo>
                <a:lnTo>
                  <a:pt x="1785" y="1520"/>
                </a:lnTo>
                <a:lnTo>
                  <a:pt x="1784" y="1519"/>
                </a:lnTo>
                <a:lnTo>
                  <a:pt x="1783" y="1519"/>
                </a:lnTo>
                <a:lnTo>
                  <a:pt x="1782" y="1520"/>
                </a:lnTo>
                <a:lnTo>
                  <a:pt x="1781" y="1522"/>
                </a:lnTo>
                <a:lnTo>
                  <a:pt x="1780" y="1522"/>
                </a:lnTo>
                <a:lnTo>
                  <a:pt x="1780" y="1524"/>
                </a:lnTo>
                <a:lnTo>
                  <a:pt x="1780" y="1525"/>
                </a:lnTo>
                <a:lnTo>
                  <a:pt x="1781" y="1525"/>
                </a:lnTo>
                <a:lnTo>
                  <a:pt x="1782" y="1526"/>
                </a:lnTo>
                <a:lnTo>
                  <a:pt x="1783" y="1526"/>
                </a:lnTo>
                <a:lnTo>
                  <a:pt x="1783" y="1527"/>
                </a:lnTo>
                <a:lnTo>
                  <a:pt x="1783" y="1528"/>
                </a:lnTo>
                <a:lnTo>
                  <a:pt x="1783" y="1529"/>
                </a:lnTo>
                <a:lnTo>
                  <a:pt x="1782" y="1530"/>
                </a:lnTo>
                <a:lnTo>
                  <a:pt x="1781" y="1530"/>
                </a:lnTo>
                <a:lnTo>
                  <a:pt x="1781" y="1531"/>
                </a:lnTo>
                <a:lnTo>
                  <a:pt x="1781" y="1532"/>
                </a:lnTo>
                <a:lnTo>
                  <a:pt x="1780" y="1532"/>
                </a:lnTo>
                <a:lnTo>
                  <a:pt x="1779" y="1532"/>
                </a:lnTo>
                <a:lnTo>
                  <a:pt x="1779" y="1531"/>
                </a:lnTo>
                <a:lnTo>
                  <a:pt x="1775" y="1532"/>
                </a:lnTo>
                <a:lnTo>
                  <a:pt x="1774" y="1532"/>
                </a:lnTo>
                <a:lnTo>
                  <a:pt x="1773" y="1533"/>
                </a:lnTo>
                <a:lnTo>
                  <a:pt x="1773" y="1532"/>
                </a:lnTo>
                <a:lnTo>
                  <a:pt x="1772" y="1531"/>
                </a:lnTo>
                <a:lnTo>
                  <a:pt x="1772" y="1530"/>
                </a:lnTo>
                <a:lnTo>
                  <a:pt x="1771" y="1529"/>
                </a:lnTo>
                <a:lnTo>
                  <a:pt x="1771" y="1527"/>
                </a:lnTo>
                <a:lnTo>
                  <a:pt x="1771" y="1526"/>
                </a:lnTo>
                <a:lnTo>
                  <a:pt x="1769" y="1524"/>
                </a:lnTo>
                <a:lnTo>
                  <a:pt x="1768" y="1523"/>
                </a:lnTo>
                <a:lnTo>
                  <a:pt x="1767" y="1522"/>
                </a:lnTo>
                <a:lnTo>
                  <a:pt x="1767" y="1521"/>
                </a:lnTo>
                <a:lnTo>
                  <a:pt x="1766" y="1520"/>
                </a:lnTo>
                <a:lnTo>
                  <a:pt x="1765" y="1519"/>
                </a:lnTo>
                <a:lnTo>
                  <a:pt x="1765" y="1518"/>
                </a:lnTo>
                <a:lnTo>
                  <a:pt x="1764" y="1518"/>
                </a:lnTo>
                <a:lnTo>
                  <a:pt x="1764" y="1517"/>
                </a:lnTo>
                <a:lnTo>
                  <a:pt x="1764" y="1516"/>
                </a:lnTo>
                <a:lnTo>
                  <a:pt x="1763" y="1516"/>
                </a:lnTo>
                <a:lnTo>
                  <a:pt x="1763" y="1515"/>
                </a:lnTo>
                <a:lnTo>
                  <a:pt x="1762" y="1514"/>
                </a:lnTo>
                <a:lnTo>
                  <a:pt x="1762" y="1513"/>
                </a:lnTo>
                <a:lnTo>
                  <a:pt x="1762" y="1512"/>
                </a:lnTo>
                <a:lnTo>
                  <a:pt x="1761" y="1511"/>
                </a:lnTo>
                <a:lnTo>
                  <a:pt x="1761" y="1512"/>
                </a:lnTo>
                <a:lnTo>
                  <a:pt x="1760" y="1512"/>
                </a:lnTo>
                <a:lnTo>
                  <a:pt x="1758" y="1513"/>
                </a:lnTo>
                <a:lnTo>
                  <a:pt x="1756" y="1513"/>
                </a:lnTo>
                <a:lnTo>
                  <a:pt x="1756" y="1514"/>
                </a:lnTo>
                <a:lnTo>
                  <a:pt x="1755" y="1514"/>
                </a:lnTo>
                <a:lnTo>
                  <a:pt x="1755" y="1513"/>
                </a:lnTo>
                <a:lnTo>
                  <a:pt x="1754" y="1513"/>
                </a:lnTo>
                <a:lnTo>
                  <a:pt x="1753" y="1514"/>
                </a:lnTo>
                <a:lnTo>
                  <a:pt x="1753" y="1515"/>
                </a:lnTo>
                <a:lnTo>
                  <a:pt x="1752" y="1516"/>
                </a:lnTo>
                <a:lnTo>
                  <a:pt x="1751" y="1517"/>
                </a:lnTo>
                <a:lnTo>
                  <a:pt x="1750" y="1517"/>
                </a:lnTo>
                <a:lnTo>
                  <a:pt x="1750" y="1518"/>
                </a:lnTo>
                <a:lnTo>
                  <a:pt x="1749" y="1519"/>
                </a:lnTo>
                <a:lnTo>
                  <a:pt x="1748" y="1520"/>
                </a:lnTo>
                <a:lnTo>
                  <a:pt x="1748" y="1521"/>
                </a:lnTo>
                <a:lnTo>
                  <a:pt x="1747" y="1521"/>
                </a:lnTo>
                <a:lnTo>
                  <a:pt x="1746" y="1521"/>
                </a:lnTo>
                <a:lnTo>
                  <a:pt x="1746" y="1520"/>
                </a:lnTo>
                <a:lnTo>
                  <a:pt x="1745" y="1520"/>
                </a:lnTo>
                <a:lnTo>
                  <a:pt x="1744" y="1520"/>
                </a:lnTo>
                <a:lnTo>
                  <a:pt x="1744" y="1522"/>
                </a:lnTo>
                <a:lnTo>
                  <a:pt x="1744" y="1523"/>
                </a:lnTo>
                <a:lnTo>
                  <a:pt x="1743" y="1524"/>
                </a:lnTo>
                <a:lnTo>
                  <a:pt x="1742" y="1525"/>
                </a:lnTo>
                <a:lnTo>
                  <a:pt x="1738" y="1528"/>
                </a:lnTo>
                <a:lnTo>
                  <a:pt x="1738" y="1530"/>
                </a:lnTo>
                <a:lnTo>
                  <a:pt x="1736" y="1530"/>
                </a:lnTo>
                <a:lnTo>
                  <a:pt x="1735" y="1531"/>
                </a:lnTo>
                <a:lnTo>
                  <a:pt x="1735" y="1532"/>
                </a:lnTo>
                <a:lnTo>
                  <a:pt x="1734" y="1532"/>
                </a:lnTo>
                <a:lnTo>
                  <a:pt x="1733" y="1533"/>
                </a:lnTo>
                <a:lnTo>
                  <a:pt x="1731" y="1535"/>
                </a:lnTo>
                <a:lnTo>
                  <a:pt x="1730" y="1535"/>
                </a:lnTo>
                <a:lnTo>
                  <a:pt x="1729" y="1536"/>
                </a:lnTo>
                <a:lnTo>
                  <a:pt x="1729" y="1537"/>
                </a:lnTo>
                <a:lnTo>
                  <a:pt x="1727" y="1538"/>
                </a:lnTo>
                <a:lnTo>
                  <a:pt x="1726" y="1539"/>
                </a:lnTo>
                <a:lnTo>
                  <a:pt x="1725" y="1539"/>
                </a:lnTo>
                <a:lnTo>
                  <a:pt x="1725" y="1540"/>
                </a:lnTo>
                <a:lnTo>
                  <a:pt x="1724" y="1540"/>
                </a:lnTo>
                <a:lnTo>
                  <a:pt x="1723" y="1540"/>
                </a:lnTo>
                <a:lnTo>
                  <a:pt x="1721" y="1542"/>
                </a:lnTo>
                <a:lnTo>
                  <a:pt x="1720" y="1542"/>
                </a:lnTo>
                <a:lnTo>
                  <a:pt x="1719" y="1543"/>
                </a:lnTo>
                <a:lnTo>
                  <a:pt x="1718" y="1543"/>
                </a:lnTo>
                <a:lnTo>
                  <a:pt x="1718" y="1544"/>
                </a:lnTo>
                <a:lnTo>
                  <a:pt x="1717" y="1544"/>
                </a:lnTo>
                <a:lnTo>
                  <a:pt x="1716" y="1545"/>
                </a:lnTo>
                <a:lnTo>
                  <a:pt x="1715" y="1545"/>
                </a:lnTo>
                <a:lnTo>
                  <a:pt x="1713" y="1546"/>
                </a:lnTo>
                <a:lnTo>
                  <a:pt x="1712" y="1547"/>
                </a:lnTo>
                <a:lnTo>
                  <a:pt x="1711" y="1547"/>
                </a:lnTo>
                <a:lnTo>
                  <a:pt x="1710" y="1548"/>
                </a:lnTo>
                <a:lnTo>
                  <a:pt x="1709" y="1548"/>
                </a:lnTo>
                <a:lnTo>
                  <a:pt x="1708" y="1549"/>
                </a:lnTo>
                <a:lnTo>
                  <a:pt x="1708" y="1550"/>
                </a:lnTo>
                <a:lnTo>
                  <a:pt x="1708" y="1551"/>
                </a:lnTo>
                <a:lnTo>
                  <a:pt x="1709" y="1552"/>
                </a:lnTo>
                <a:lnTo>
                  <a:pt x="1710" y="1553"/>
                </a:lnTo>
                <a:lnTo>
                  <a:pt x="1711" y="1553"/>
                </a:lnTo>
                <a:lnTo>
                  <a:pt x="1712" y="1553"/>
                </a:lnTo>
                <a:lnTo>
                  <a:pt x="1713" y="1553"/>
                </a:lnTo>
                <a:lnTo>
                  <a:pt x="1713" y="1554"/>
                </a:lnTo>
                <a:lnTo>
                  <a:pt x="1712" y="1556"/>
                </a:lnTo>
                <a:lnTo>
                  <a:pt x="1712" y="1557"/>
                </a:lnTo>
                <a:lnTo>
                  <a:pt x="1711" y="1557"/>
                </a:lnTo>
                <a:lnTo>
                  <a:pt x="1711" y="1558"/>
                </a:lnTo>
                <a:lnTo>
                  <a:pt x="1712" y="1558"/>
                </a:lnTo>
                <a:lnTo>
                  <a:pt x="1712" y="1559"/>
                </a:lnTo>
                <a:lnTo>
                  <a:pt x="1713" y="1559"/>
                </a:lnTo>
                <a:lnTo>
                  <a:pt x="1713" y="1560"/>
                </a:lnTo>
                <a:lnTo>
                  <a:pt x="1713" y="1561"/>
                </a:lnTo>
                <a:lnTo>
                  <a:pt x="1714" y="1561"/>
                </a:lnTo>
                <a:lnTo>
                  <a:pt x="1715" y="1561"/>
                </a:lnTo>
                <a:lnTo>
                  <a:pt x="1715" y="1562"/>
                </a:lnTo>
                <a:lnTo>
                  <a:pt x="1714" y="1562"/>
                </a:lnTo>
                <a:lnTo>
                  <a:pt x="1714" y="1563"/>
                </a:lnTo>
                <a:lnTo>
                  <a:pt x="1713" y="1563"/>
                </a:lnTo>
                <a:lnTo>
                  <a:pt x="1712" y="1563"/>
                </a:lnTo>
                <a:lnTo>
                  <a:pt x="1710" y="1563"/>
                </a:lnTo>
                <a:lnTo>
                  <a:pt x="1709" y="1564"/>
                </a:lnTo>
                <a:lnTo>
                  <a:pt x="1709" y="1563"/>
                </a:lnTo>
                <a:lnTo>
                  <a:pt x="1708" y="1563"/>
                </a:lnTo>
                <a:lnTo>
                  <a:pt x="1707" y="1561"/>
                </a:lnTo>
                <a:lnTo>
                  <a:pt x="1706" y="1560"/>
                </a:lnTo>
                <a:lnTo>
                  <a:pt x="1704" y="1561"/>
                </a:lnTo>
                <a:lnTo>
                  <a:pt x="1704" y="1562"/>
                </a:lnTo>
                <a:lnTo>
                  <a:pt x="1704" y="1563"/>
                </a:lnTo>
                <a:lnTo>
                  <a:pt x="1705" y="1564"/>
                </a:lnTo>
                <a:lnTo>
                  <a:pt x="1704" y="1564"/>
                </a:lnTo>
                <a:lnTo>
                  <a:pt x="1704" y="1565"/>
                </a:lnTo>
                <a:lnTo>
                  <a:pt x="1704" y="1566"/>
                </a:lnTo>
                <a:lnTo>
                  <a:pt x="1703" y="1566"/>
                </a:lnTo>
                <a:lnTo>
                  <a:pt x="1702" y="1566"/>
                </a:lnTo>
                <a:lnTo>
                  <a:pt x="1699" y="1567"/>
                </a:lnTo>
                <a:lnTo>
                  <a:pt x="1699" y="1566"/>
                </a:lnTo>
                <a:lnTo>
                  <a:pt x="1699" y="1565"/>
                </a:lnTo>
                <a:lnTo>
                  <a:pt x="1699" y="1564"/>
                </a:lnTo>
                <a:lnTo>
                  <a:pt x="1698" y="1563"/>
                </a:lnTo>
                <a:lnTo>
                  <a:pt x="1697" y="1563"/>
                </a:lnTo>
                <a:lnTo>
                  <a:pt x="1696" y="1564"/>
                </a:lnTo>
                <a:lnTo>
                  <a:pt x="1695" y="1564"/>
                </a:lnTo>
                <a:lnTo>
                  <a:pt x="1694" y="1564"/>
                </a:lnTo>
                <a:lnTo>
                  <a:pt x="1693" y="1564"/>
                </a:lnTo>
                <a:lnTo>
                  <a:pt x="1693" y="1563"/>
                </a:lnTo>
                <a:lnTo>
                  <a:pt x="1693" y="1562"/>
                </a:lnTo>
                <a:lnTo>
                  <a:pt x="1692" y="1562"/>
                </a:lnTo>
                <a:lnTo>
                  <a:pt x="1690" y="1563"/>
                </a:lnTo>
                <a:lnTo>
                  <a:pt x="1690" y="1562"/>
                </a:lnTo>
                <a:lnTo>
                  <a:pt x="1689" y="1562"/>
                </a:lnTo>
                <a:lnTo>
                  <a:pt x="1688" y="1562"/>
                </a:lnTo>
                <a:lnTo>
                  <a:pt x="1687" y="1562"/>
                </a:lnTo>
                <a:lnTo>
                  <a:pt x="1687" y="1563"/>
                </a:lnTo>
                <a:lnTo>
                  <a:pt x="1686" y="1564"/>
                </a:lnTo>
                <a:lnTo>
                  <a:pt x="1686" y="1565"/>
                </a:lnTo>
                <a:lnTo>
                  <a:pt x="1685" y="1565"/>
                </a:lnTo>
                <a:lnTo>
                  <a:pt x="1684" y="1565"/>
                </a:lnTo>
                <a:lnTo>
                  <a:pt x="1683" y="1565"/>
                </a:lnTo>
                <a:lnTo>
                  <a:pt x="1681" y="1564"/>
                </a:lnTo>
                <a:lnTo>
                  <a:pt x="1680" y="1564"/>
                </a:lnTo>
                <a:lnTo>
                  <a:pt x="1679" y="1564"/>
                </a:lnTo>
                <a:lnTo>
                  <a:pt x="1679" y="1565"/>
                </a:lnTo>
                <a:lnTo>
                  <a:pt x="1678" y="1565"/>
                </a:lnTo>
                <a:lnTo>
                  <a:pt x="1677" y="1565"/>
                </a:lnTo>
                <a:lnTo>
                  <a:pt x="1676" y="1565"/>
                </a:lnTo>
                <a:lnTo>
                  <a:pt x="1676" y="1564"/>
                </a:lnTo>
                <a:lnTo>
                  <a:pt x="1675" y="1564"/>
                </a:lnTo>
                <a:lnTo>
                  <a:pt x="1674" y="1565"/>
                </a:lnTo>
                <a:lnTo>
                  <a:pt x="1673" y="1565"/>
                </a:lnTo>
                <a:lnTo>
                  <a:pt x="1672" y="1565"/>
                </a:lnTo>
                <a:lnTo>
                  <a:pt x="1670" y="1565"/>
                </a:lnTo>
                <a:lnTo>
                  <a:pt x="1669" y="1566"/>
                </a:lnTo>
                <a:lnTo>
                  <a:pt x="1668" y="1566"/>
                </a:lnTo>
                <a:lnTo>
                  <a:pt x="1668" y="1567"/>
                </a:lnTo>
                <a:lnTo>
                  <a:pt x="1667" y="1567"/>
                </a:lnTo>
                <a:lnTo>
                  <a:pt x="1666" y="1567"/>
                </a:lnTo>
                <a:lnTo>
                  <a:pt x="1666" y="1566"/>
                </a:lnTo>
                <a:lnTo>
                  <a:pt x="1667" y="1565"/>
                </a:lnTo>
                <a:lnTo>
                  <a:pt x="1667" y="1564"/>
                </a:lnTo>
                <a:lnTo>
                  <a:pt x="1668" y="1564"/>
                </a:lnTo>
                <a:lnTo>
                  <a:pt x="1668" y="1563"/>
                </a:lnTo>
                <a:lnTo>
                  <a:pt x="1669" y="1563"/>
                </a:lnTo>
                <a:lnTo>
                  <a:pt x="1669" y="1562"/>
                </a:lnTo>
                <a:lnTo>
                  <a:pt x="1670" y="1562"/>
                </a:lnTo>
                <a:lnTo>
                  <a:pt x="1670" y="1561"/>
                </a:lnTo>
                <a:lnTo>
                  <a:pt x="1669" y="1561"/>
                </a:lnTo>
                <a:lnTo>
                  <a:pt x="1669" y="1559"/>
                </a:lnTo>
                <a:lnTo>
                  <a:pt x="1669" y="1557"/>
                </a:lnTo>
                <a:lnTo>
                  <a:pt x="1669" y="1556"/>
                </a:lnTo>
                <a:lnTo>
                  <a:pt x="1669" y="1555"/>
                </a:lnTo>
                <a:lnTo>
                  <a:pt x="1669" y="1554"/>
                </a:lnTo>
                <a:lnTo>
                  <a:pt x="1668" y="1551"/>
                </a:lnTo>
                <a:lnTo>
                  <a:pt x="1668" y="1549"/>
                </a:lnTo>
                <a:lnTo>
                  <a:pt x="1668" y="1548"/>
                </a:lnTo>
                <a:lnTo>
                  <a:pt x="1668" y="1546"/>
                </a:lnTo>
                <a:lnTo>
                  <a:pt x="1667" y="1543"/>
                </a:lnTo>
                <a:lnTo>
                  <a:pt x="1666" y="1543"/>
                </a:lnTo>
                <a:lnTo>
                  <a:pt x="1666" y="1542"/>
                </a:lnTo>
                <a:lnTo>
                  <a:pt x="1665" y="1541"/>
                </a:lnTo>
                <a:lnTo>
                  <a:pt x="1664" y="1541"/>
                </a:lnTo>
                <a:lnTo>
                  <a:pt x="1664" y="1540"/>
                </a:lnTo>
                <a:lnTo>
                  <a:pt x="1664" y="1539"/>
                </a:lnTo>
                <a:lnTo>
                  <a:pt x="1665" y="1539"/>
                </a:lnTo>
                <a:lnTo>
                  <a:pt x="1666" y="1539"/>
                </a:lnTo>
                <a:lnTo>
                  <a:pt x="1668" y="1538"/>
                </a:lnTo>
                <a:lnTo>
                  <a:pt x="1669" y="1537"/>
                </a:lnTo>
                <a:lnTo>
                  <a:pt x="1669" y="1536"/>
                </a:lnTo>
                <a:lnTo>
                  <a:pt x="1670" y="1535"/>
                </a:lnTo>
                <a:lnTo>
                  <a:pt x="1670" y="1534"/>
                </a:lnTo>
                <a:lnTo>
                  <a:pt x="1670" y="1533"/>
                </a:lnTo>
                <a:lnTo>
                  <a:pt x="1669" y="1533"/>
                </a:lnTo>
                <a:lnTo>
                  <a:pt x="1668" y="1533"/>
                </a:lnTo>
                <a:lnTo>
                  <a:pt x="1667" y="1531"/>
                </a:lnTo>
                <a:lnTo>
                  <a:pt x="1668" y="1530"/>
                </a:lnTo>
                <a:lnTo>
                  <a:pt x="1667" y="1530"/>
                </a:lnTo>
                <a:lnTo>
                  <a:pt x="1668" y="1528"/>
                </a:lnTo>
                <a:lnTo>
                  <a:pt x="1668" y="1527"/>
                </a:lnTo>
                <a:lnTo>
                  <a:pt x="1668" y="1526"/>
                </a:lnTo>
                <a:lnTo>
                  <a:pt x="1667" y="1526"/>
                </a:lnTo>
                <a:lnTo>
                  <a:pt x="1667" y="1525"/>
                </a:lnTo>
                <a:lnTo>
                  <a:pt x="1667" y="1524"/>
                </a:lnTo>
                <a:lnTo>
                  <a:pt x="1667" y="1523"/>
                </a:lnTo>
                <a:lnTo>
                  <a:pt x="1668" y="1523"/>
                </a:lnTo>
                <a:lnTo>
                  <a:pt x="1668" y="1522"/>
                </a:lnTo>
                <a:lnTo>
                  <a:pt x="1668" y="1521"/>
                </a:lnTo>
                <a:lnTo>
                  <a:pt x="1667" y="1521"/>
                </a:lnTo>
                <a:lnTo>
                  <a:pt x="1667" y="1520"/>
                </a:lnTo>
                <a:lnTo>
                  <a:pt x="1666" y="1519"/>
                </a:lnTo>
                <a:lnTo>
                  <a:pt x="1666" y="1518"/>
                </a:lnTo>
                <a:lnTo>
                  <a:pt x="1667" y="1518"/>
                </a:lnTo>
                <a:lnTo>
                  <a:pt x="1667" y="1517"/>
                </a:lnTo>
                <a:lnTo>
                  <a:pt x="1666" y="1517"/>
                </a:lnTo>
                <a:lnTo>
                  <a:pt x="1666" y="1516"/>
                </a:lnTo>
                <a:lnTo>
                  <a:pt x="1666" y="1514"/>
                </a:lnTo>
                <a:lnTo>
                  <a:pt x="1665" y="1514"/>
                </a:lnTo>
                <a:lnTo>
                  <a:pt x="1665" y="1513"/>
                </a:lnTo>
                <a:lnTo>
                  <a:pt x="1664" y="1513"/>
                </a:lnTo>
                <a:lnTo>
                  <a:pt x="1662" y="1512"/>
                </a:lnTo>
                <a:lnTo>
                  <a:pt x="1663" y="1512"/>
                </a:lnTo>
                <a:lnTo>
                  <a:pt x="1663" y="1511"/>
                </a:lnTo>
                <a:lnTo>
                  <a:pt x="1663" y="1510"/>
                </a:lnTo>
                <a:lnTo>
                  <a:pt x="1662" y="1510"/>
                </a:lnTo>
                <a:lnTo>
                  <a:pt x="1662" y="1509"/>
                </a:lnTo>
                <a:lnTo>
                  <a:pt x="1661" y="1509"/>
                </a:lnTo>
                <a:lnTo>
                  <a:pt x="1661" y="1508"/>
                </a:lnTo>
                <a:lnTo>
                  <a:pt x="1660" y="1508"/>
                </a:lnTo>
                <a:lnTo>
                  <a:pt x="1660" y="1507"/>
                </a:lnTo>
                <a:lnTo>
                  <a:pt x="1660" y="1506"/>
                </a:lnTo>
                <a:lnTo>
                  <a:pt x="1660" y="1505"/>
                </a:lnTo>
                <a:lnTo>
                  <a:pt x="1660" y="1504"/>
                </a:lnTo>
                <a:lnTo>
                  <a:pt x="1659" y="1503"/>
                </a:lnTo>
                <a:lnTo>
                  <a:pt x="1660" y="1503"/>
                </a:lnTo>
                <a:lnTo>
                  <a:pt x="1660" y="1502"/>
                </a:lnTo>
                <a:lnTo>
                  <a:pt x="1659" y="1502"/>
                </a:lnTo>
                <a:lnTo>
                  <a:pt x="1658" y="1501"/>
                </a:lnTo>
                <a:lnTo>
                  <a:pt x="1658" y="1500"/>
                </a:lnTo>
                <a:lnTo>
                  <a:pt x="1657" y="1499"/>
                </a:lnTo>
                <a:lnTo>
                  <a:pt x="1656" y="1498"/>
                </a:lnTo>
                <a:lnTo>
                  <a:pt x="1656" y="1497"/>
                </a:lnTo>
                <a:lnTo>
                  <a:pt x="1656" y="1496"/>
                </a:lnTo>
                <a:lnTo>
                  <a:pt x="1654" y="1496"/>
                </a:lnTo>
                <a:lnTo>
                  <a:pt x="1653" y="1496"/>
                </a:lnTo>
                <a:lnTo>
                  <a:pt x="1653" y="1497"/>
                </a:lnTo>
                <a:lnTo>
                  <a:pt x="1653" y="1498"/>
                </a:lnTo>
                <a:lnTo>
                  <a:pt x="1652" y="1499"/>
                </a:lnTo>
                <a:lnTo>
                  <a:pt x="1651" y="1499"/>
                </a:lnTo>
                <a:lnTo>
                  <a:pt x="1651" y="1500"/>
                </a:lnTo>
                <a:lnTo>
                  <a:pt x="1650" y="1501"/>
                </a:lnTo>
                <a:lnTo>
                  <a:pt x="1649" y="1501"/>
                </a:lnTo>
                <a:lnTo>
                  <a:pt x="1648" y="1501"/>
                </a:lnTo>
                <a:lnTo>
                  <a:pt x="1645" y="1501"/>
                </a:lnTo>
                <a:lnTo>
                  <a:pt x="1643" y="1501"/>
                </a:lnTo>
                <a:lnTo>
                  <a:pt x="1642" y="1502"/>
                </a:lnTo>
                <a:lnTo>
                  <a:pt x="1641" y="1502"/>
                </a:lnTo>
                <a:lnTo>
                  <a:pt x="1641" y="1503"/>
                </a:lnTo>
                <a:lnTo>
                  <a:pt x="1640" y="1503"/>
                </a:lnTo>
                <a:lnTo>
                  <a:pt x="1639" y="1503"/>
                </a:lnTo>
                <a:lnTo>
                  <a:pt x="1638" y="1503"/>
                </a:lnTo>
                <a:lnTo>
                  <a:pt x="1638" y="1502"/>
                </a:lnTo>
                <a:lnTo>
                  <a:pt x="1637" y="1502"/>
                </a:lnTo>
                <a:lnTo>
                  <a:pt x="1637" y="1501"/>
                </a:lnTo>
                <a:lnTo>
                  <a:pt x="1636" y="1501"/>
                </a:lnTo>
                <a:lnTo>
                  <a:pt x="1635" y="1500"/>
                </a:lnTo>
                <a:lnTo>
                  <a:pt x="1633" y="1500"/>
                </a:lnTo>
                <a:lnTo>
                  <a:pt x="1631" y="1501"/>
                </a:lnTo>
                <a:lnTo>
                  <a:pt x="1631" y="1502"/>
                </a:lnTo>
                <a:lnTo>
                  <a:pt x="1630" y="1502"/>
                </a:lnTo>
                <a:lnTo>
                  <a:pt x="1627" y="1503"/>
                </a:lnTo>
                <a:lnTo>
                  <a:pt x="1627" y="1504"/>
                </a:lnTo>
                <a:lnTo>
                  <a:pt x="1627" y="1505"/>
                </a:lnTo>
                <a:lnTo>
                  <a:pt x="1626" y="1506"/>
                </a:lnTo>
                <a:lnTo>
                  <a:pt x="1626" y="1507"/>
                </a:lnTo>
                <a:lnTo>
                  <a:pt x="1626" y="1508"/>
                </a:lnTo>
                <a:lnTo>
                  <a:pt x="1626" y="1510"/>
                </a:lnTo>
                <a:lnTo>
                  <a:pt x="1626" y="1511"/>
                </a:lnTo>
                <a:lnTo>
                  <a:pt x="1625" y="1511"/>
                </a:lnTo>
                <a:lnTo>
                  <a:pt x="1625" y="1510"/>
                </a:lnTo>
                <a:lnTo>
                  <a:pt x="1624" y="1510"/>
                </a:lnTo>
                <a:lnTo>
                  <a:pt x="1624" y="1511"/>
                </a:lnTo>
                <a:lnTo>
                  <a:pt x="1624" y="1512"/>
                </a:lnTo>
                <a:lnTo>
                  <a:pt x="1624" y="1513"/>
                </a:lnTo>
                <a:lnTo>
                  <a:pt x="1623" y="1513"/>
                </a:lnTo>
                <a:lnTo>
                  <a:pt x="1623" y="1514"/>
                </a:lnTo>
                <a:lnTo>
                  <a:pt x="1624" y="1515"/>
                </a:lnTo>
                <a:lnTo>
                  <a:pt x="1624" y="1516"/>
                </a:lnTo>
                <a:lnTo>
                  <a:pt x="1625" y="1516"/>
                </a:lnTo>
                <a:lnTo>
                  <a:pt x="1626" y="1517"/>
                </a:lnTo>
                <a:lnTo>
                  <a:pt x="1625" y="1517"/>
                </a:lnTo>
                <a:lnTo>
                  <a:pt x="1625" y="1518"/>
                </a:lnTo>
                <a:lnTo>
                  <a:pt x="1625" y="1519"/>
                </a:lnTo>
                <a:lnTo>
                  <a:pt x="1626" y="1519"/>
                </a:lnTo>
                <a:lnTo>
                  <a:pt x="1627" y="1519"/>
                </a:lnTo>
                <a:lnTo>
                  <a:pt x="1628" y="1521"/>
                </a:lnTo>
                <a:lnTo>
                  <a:pt x="1628" y="1522"/>
                </a:lnTo>
                <a:lnTo>
                  <a:pt x="1627" y="1522"/>
                </a:lnTo>
                <a:lnTo>
                  <a:pt x="1626" y="1523"/>
                </a:lnTo>
                <a:lnTo>
                  <a:pt x="1625" y="1524"/>
                </a:lnTo>
                <a:lnTo>
                  <a:pt x="1625" y="1525"/>
                </a:lnTo>
                <a:lnTo>
                  <a:pt x="1624" y="1525"/>
                </a:lnTo>
                <a:lnTo>
                  <a:pt x="1621" y="1526"/>
                </a:lnTo>
                <a:lnTo>
                  <a:pt x="1620" y="1527"/>
                </a:lnTo>
                <a:lnTo>
                  <a:pt x="1620" y="1526"/>
                </a:lnTo>
                <a:lnTo>
                  <a:pt x="1619" y="1526"/>
                </a:lnTo>
                <a:lnTo>
                  <a:pt x="1618" y="1526"/>
                </a:lnTo>
                <a:lnTo>
                  <a:pt x="1616" y="1525"/>
                </a:lnTo>
                <a:lnTo>
                  <a:pt x="1615" y="1526"/>
                </a:lnTo>
                <a:lnTo>
                  <a:pt x="1614" y="1526"/>
                </a:lnTo>
                <a:lnTo>
                  <a:pt x="1613" y="1526"/>
                </a:lnTo>
                <a:lnTo>
                  <a:pt x="1613" y="1527"/>
                </a:lnTo>
                <a:lnTo>
                  <a:pt x="1614" y="1527"/>
                </a:lnTo>
                <a:lnTo>
                  <a:pt x="1614" y="1528"/>
                </a:lnTo>
                <a:lnTo>
                  <a:pt x="1614" y="1529"/>
                </a:lnTo>
                <a:lnTo>
                  <a:pt x="1613" y="1529"/>
                </a:lnTo>
                <a:lnTo>
                  <a:pt x="1612" y="1529"/>
                </a:lnTo>
                <a:lnTo>
                  <a:pt x="1611" y="1529"/>
                </a:lnTo>
                <a:lnTo>
                  <a:pt x="1611" y="1530"/>
                </a:lnTo>
                <a:lnTo>
                  <a:pt x="1612" y="1530"/>
                </a:lnTo>
                <a:lnTo>
                  <a:pt x="1612" y="1531"/>
                </a:lnTo>
                <a:lnTo>
                  <a:pt x="1612" y="1532"/>
                </a:lnTo>
                <a:lnTo>
                  <a:pt x="1611" y="1533"/>
                </a:lnTo>
                <a:lnTo>
                  <a:pt x="1610" y="1534"/>
                </a:lnTo>
                <a:lnTo>
                  <a:pt x="1609" y="1534"/>
                </a:lnTo>
                <a:lnTo>
                  <a:pt x="1609" y="1535"/>
                </a:lnTo>
                <a:lnTo>
                  <a:pt x="1609" y="1536"/>
                </a:lnTo>
                <a:lnTo>
                  <a:pt x="1609" y="1537"/>
                </a:lnTo>
                <a:lnTo>
                  <a:pt x="1608" y="1538"/>
                </a:lnTo>
                <a:lnTo>
                  <a:pt x="1608" y="1539"/>
                </a:lnTo>
                <a:lnTo>
                  <a:pt x="1608" y="1540"/>
                </a:lnTo>
                <a:lnTo>
                  <a:pt x="1607" y="1540"/>
                </a:lnTo>
                <a:lnTo>
                  <a:pt x="1606" y="1540"/>
                </a:lnTo>
                <a:lnTo>
                  <a:pt x="1606" y="1541"/>
                </a:lnTo>
                <a:lnTo>
                  <a:pt x="1605" y="1542"/>
                </a:lnTo>
                <a:lnTo>
                  <a:pt x="1605" y="1543"/>
                </a:lnTo>
                <a:lnTo>
                  <a:pt x="1604" y="1545"/>
                </a:lnTo>
                <a:lnTo>
                  <a:pt x="1603" y="1545"/>
                </a:lnTo>
                <a:lnTo>
                  <a:pt x="1603" y="1546"/>
                </a:lnTo>
                <a:lnTo>
                  <a:pt x="1602" y="1547"/>
                </a:lnTo>
                <a:lnTo>
                  <a:pt x="1601" y="1548"/>
                </a:lnTo>
                <a:lnTo>
                  <a:pt x="1601" y="1549"/>
                </a:lnTo>
                <a:lnTo>
                  <a:pt x="1601" y="1550"/>
                </a:lnTo>
                <a:lnTo>
                  <a:pt x="1602" y="1550"/>
                </a:lnTo>
                <a:lnTo>
                  <a:pt x="1602" y="1551"/>
                </a:lnTo>
                <a:lnTo>
                  <a:pt x="1602" y="1552"/>
                </a:lnTo>
                <a:lnTo>
                  <a:pt x="1603" y="1552"/>
                </a:lnTo>
                <a:lnTo>
                  <a:pt x="1603" y="1553"/>
                </a:lnTo>
                <a:lnTo>
                  <a:pt x="1603" y="1554"/>
                </a:lnTo>
                <a:lnTo>
                  <a:pt x="1602" y="1555"/>
                </a:lnTo>
                <a:lnTo>
                  <a:pt x="1603" y="1556"/>
                </a:lnTo>
                <a:lnTo>
                  <a:pt x="1604" y="1557"/>
                </a:lnTo>
                <a:lnTo>
                  <a:pt x="1605" y="1557"/>
                </a:lnTo>
                <a:lnTo>
                  <a:pt x="1605" y="1558"/>
                </a:lnTo>
                <a:lnTo>
                  <a:pt x="1605" y="1559"/>
                </a:lnTo>
                <a:lnTo>
                  <a:pt x="1606" y="1559"/>
                </a:lnTo>
                <a:lnTo>
                  <a:pt x="1606" y="1560"/>
                </a:lnTo>
                <a:lnTo>
                  <a:pt x="1605" y="1560"/>
                </a:lnTo>
                <a:lnTo>
                  <a:pt x="1604" y="1560"/>
                </a:lnTo>
                <a:lnTo>
                  <a:pt x="1604" y="1561"/>
                </a:lnTo>
                <a:lnTo>
                  <a:pt x="1604" y="1562"/>
                </a:lnTo>
                <a:lnTo>
                  <a:pt x="1605" y="1563"/>
                </a:lnTo>
                <a:lnTo>
                  <a:pt x="1605" y="1564"/>
                </a:lnTo>
                <a:lnTo>
                  <a:pt x="1606" y="1566"/>
                </a:lnTo>
                <a:lnTo>
                  <a:pt x="1608" y="1569"/>
                </a:lnTo>
                <a:lnTo>
                  <a:pt x="1608" y="1570"/>
                </a:lnTo>
                <a:lnTo>
                  <a:pt x="1607" y="1570"/>
                </a:lnTo>
                <a:lnTo>
                  <a:pt x="1606" y="1570"/>
                </a:lnTo>
                <a:lnTo>
                  <a:pt x="1606" y="1571"/>
                </a:lnTo>
                <a:lnTo>
                  <a:pt x="1606" y="1572"/>
                </a:lnTo>
                <a:lnTo>
                  <a:pt x="1607" y="1572"/>
                </a:lnTo>
                <a:lnTo>
                  <a:pt x="1607" y="1573"/>
                </a:lnTo>
                <a:lnTo>
                  <a:pt x="1606" y="1575"/>
                </a:lnTo>
                <a:lnTo>
                  <a:pt x="1606" y="1576"/>
                </a:lnTo>
                <a:lnTo>
                  <a:pt x="1606" y="1577"/>
                </a:lnTo>
                <a:lnTo>
                  <a:pt x="1606" y="1578"/>
                </a:lnTo>
                <a:lnTo>
                  <a:pt x="1607" y="1579"/>
                </a:lnTo>
                <a:lnTo>
                  <a:pt x="1607" y="1580"/>
                </a:lnTo>
                <a:lnTo>
                  <a:pt x="1607" y="1581"/>
                </a:lnTo>
                <a:lnTo>
                  <a:pt x="1607" y="1582"/>
                </a:lnTo>
                <a:lnTo>
                  <a:pt x="1607" y="1584"/>
                </a:lnTo>
                <a:lnTo>
                  <a:pt x="1608" y="1584"/>
                </a:lnTo>
                <a:lnTo>
                  <a:pt x="1607" y="1584"/>
                </a:lnTo>
                <a:lnTo>
                  <a:pt x="1606" y="1584"/>
                </a:lnTo>
                <a:lnTo>
                  <a:pt x="1605" y="1584"/>
                </a:lnTo>
                <a:lnTo>
                  <a:pt x="1602" y="1583"/>
                </a:lnTo>
                <a:lnTo>
                  <a:pt x="1601" y="1583"/>
                </a:lnTo>
                <a:lnTo>
                  <a:pt x="1600" y="1583"/>
                </a:lnTo>
                <a:lnTo>
                  <a:pt x="1599" y="1583"/>
                </a:lnTo>
                <a:lnTo>
                  <a:pt x="1598" y="1583"/>
                </a:lnTo>
                <a:lnTo>
                  <a:pt x="1597" y="1582"/>
                </a:lnTo>
                <a:lnTo>
                  <a:pt x="1596" y="1582"/>
                </a:lnTo>
                <a:lnTo>
                  <a:pt x="1595" y="1582"/>
                </a:lnTo>
                <a:lnTo>
                  <a:pt x="1594" y="1583"/>
                </a:lnTo>
                <a:lnTo>
                  <a:pt x="1593" y="1583"/>
                </a:lnTo>
                <a:lnTo>
                  <a:pt x="1592" y="1583"/>
                </a:lnTo>
                <a:lnTo>
                  <a:pt x="1591" y="1583"/>
                </a:lnTo>
                <a:lnTo>
                  <a:pt x="1591" y="1584"/>
                </a:lnTo>
                <a:lnTo>
                  <a:pt x="1590" y="1584"/>
                </a:lnTo>
                <a:lnTo>
                  <a:pt x="1590" y="1583"/>
                </a:lnTo>
                <a:lnTo>
                  <a:pt x="1589" y="1583"/>
                </a:lnTo>
                <a:lnTo>
                  <a:pt x="1589" y="1584"/>
                </a:lnTo>
                <a:lnTo>
                  <a:pt x="1588" y="1584"/>
                </a:lnTo>
                <a:lnTo>
                  <a:pt x="1588" y="1585"/>
                </a:lnTo>
                <a:lnTo>
                  <a:pt x="1587" y="1585"/>
                </a:lnTo>
                <a:lnTo>
                  <a:pt x="1586" y="1585"/>
                </a:lnTo>
                <a:lnTo>
                  <a:pt x="1586" y="1586"/>
                </a:lnTo>
                <a:lnTo>
                  <a:pt x="1585" y="1586"/>
                </a:lnTo>
                <a:lnTo>
                  <a:pt x="1584" y="1587"/>
                </a:lnTo>
                <a:lnTo>
                  <a:pt x="1584" y="1588"/>
                </a:lnTo>
                <a:lnTo>
                  <a:pt x="1583" y="1588"/>
                </a:lnTo>
                <a:lnTo>
                  <a:pt x="1583" y="1589"/>
                </a:lnTo>
                <a:lnTo>
                  <a:pt x="1582" y="1589"/>
                </a:lnTo>
                <a:lnTo>
                  <a:pt x="1582" y="1590"/>
                </a:lnTo>
                <a:lnTo>
                  <a:pt x="1581" y="1590"/>
                </a:lnTo>
                <a:lnTo>
                  <a:pt x="1580" y="1590"/>
                </a:lnTo>
                <a:lnTo>
                  <a:pt x="1579" y="1590"/>
                </a:lnTo>
                <a:lnTo>
                  <a:pt x="1579" y="1591"/>
                </a:lnTo>
                <a:lnTo>
                  <a:pt x="1579" y="1592"/>
                </a:lnTo>
                <a:lnTo>
                  <a:pt x="1579" y="1593"/>
                </a:lnTo>
                <a:lnTo>
                  <a:pt x="1579" y="1594"/>
                </a:lnTo>
                <a:lnTo>
                  <a:pt x="1579" y="1595"/>
                </a:lnTo>
                <a:lnTo>
                  <a:pt x="1578" y="1595"/>
                </a:lnTo>
                <a:lnTo>
                  <a:pt x="1577" y="1596"/>
                </a:lnTo>
                <a:lnTo>
                  <a:pt x="1576" y="1596"/>
                </a:lnTo>
                <a:lnTo>
                  <a:pt x="1576" y="1597"/>
                </a:lnTo>
                <a:lnTo>
                  <a:pt x="1575" y="1597"/>
                </a:lnTo>
                <a:lnTo>
                  <a:pt x="1575" y="1598"/>
                </a:lnTo>
                <a:lnTo>
                  <a:pt x="1575" y="1599"/>
                </a:lnTo>
                <a:lnTo>
                  <a:pt x="1575" y="1600"/>
                </a:lnTo>
                <a:lnTo>
                  <a:pt x="1577" y="1600"/>
                </a:lnTo>
                <a:lnTo>
                  <a:pt x="1577" y="1601"/>
                </a:lnTo>
                <a:lnTo>
                  <a:pt x="1578" y="1601"/>
                </a:lnTo>
                <a:lnTo>
                  <a:pt x="1579" y="1601"/>
                </a:lnTo>
                <a:lnTo>
                  <a:pt x="1580" y="1601"/>
                </a:lnTo>
                <a:lnTo>
                  <a:pt x="1580" y="1602"/>
                </a:lnTo>
                <a:lnTo>
                  <a:pt x="1581" y="1602"/>
                </a:lnTo>
                <a:lnTo>
                  <a:pt x="1582" y="1602"/>
                </a:lnTo>
                <a:lnTo>
                  <a:pt x="1581" y="1603"/>
                </a:lnTo>
                <a:lnTo>
                  <a:pt x="1581" y="1604"/>
                </a:lnTo>
                <a:lnTo>
                  <a:pt x="1581" y="1605"/>
                </a:lnTo>
                <a:lnTo>
                  <a:pt x="1581" y="1607"/>
                </a:lnTo>
                <a:lnTo>
                  <a:pt x="1581" y="1608"/>
                </a:lnTo>
                <a:lnTo>
                  <a:pt x="1580" y="1609"/>
                </a:lnTo>
                <a:lnTo>
                  <a:pt x="1581" y="1609"/>
                </a:lnTo>
                <a:lnTo>
                  <a:pt x="1581" y="1610"/>
                </a:lnTo>
                <a:lnTo>
                  <a:pt x="1580" y="1610"/>
                </a:lnTo>
                <a:lnTo>
                  <a:pt x="1581" y="1610"/>
                </a:lnTo>
                <a:lnTo>
                  <a:pt x="1581" y="1611"/>
                </a:lnTo>
                <a:lnTo>
                  <a:pt x="1580" y="1611"/>
                </a:lnTo>
                <a:lnTo>
                  <a:pt x="1579" y="1612"/>
                </a:lnTo>
                <a:lnTo>
                  <a:pt x="1578" y="1612"/>
                </a:lnTo>
                <a:lnTo>
                  <a:pt x="1579" y="1613"/>
                </a:lnTo>
                <a:lnTo>
                  <a:pt x="1579" y="1614"/>
                </a:lnTo>
                <a:lnTo>
                  <a:pt x="1580" y="1614"/>
                </a:lnTo>
                <a:lnTo>
                  <a:pt x="1580" y="1615"/>
                </a:lnTo>
                <a:lnTo>
                  <a:pt x="1581" y="1616"/>
                </a:lnTo>
                <a:lnTo>
                  <a:pt x="1581" y="1615"/>
                </a:lnTo>
                <a:lnTo>
                  <a:pt x="1582" y="1615"/>
                </a:lnTo>
                <a:lnTo>
                  <a:pt x="1583" y="1615"/>
                </a:lnTo>
                <a:lnTo>
                  <a:pt x="1584" y="1616"/>
                </a:lnTo>
                <a:lnTo>
                  <a:pt x="1584" y="1617"/>
                </a:lnTo>
                <a:lnTo>
                  <a:pt x="1584" y="1619"/>
                </a:lnTo>
                <a:lnTo>
                  <a:pt x="1584" y="1620"/>
                </a:lnTo>
                <a:lnTo>
                  <a:pt x="1585" y="1620"/>
                </a:lnTo>
                <a:lnTo>
                  <a:pt x="1585" y="1621"/>
                </a:lnTo>
                <a:lnTo>
                  <a:pt x="1586" y="1622"/>
                </a:lnTo>
                <a:lnTo>
                  <a:pt x="1586" y="1621"/>
                </a:lnTo>
                <a:lnTo>
                  <a:pt x="1586" y="1620"/>
                </a:lnTo>
                <a:lnTo>
                  <a:pt x="1587" y="1620"/>
                </a:lnTo>
                <a:lnTo>
                  <a:pt x="1586" y="1619"/>
                </a:lnTo>
                <a:lnTo>
                  <a:pt x="1586" y="1618"/>
                </a:lnTo>
                <a:lnTo>
                  <a:pt x="1587" y="1618"/>
                </a:lnTo>
                <a:lnTo>
                  <a:pt x="1588" y="1618"/>
                </a:lnTo>
                <a:lnTo>
                  <a:pt x="1588" y="1619"/>
                </a:lnTo>
                <a:lnTo>
                  <a:pt x="1589" y="1619"/>
                </a:lnTo>
                <a:lnTo>
                  <a:pt x="1589" y="1620"/>
                </a:lnTo>
                <a:lnTo>
                  <a:pt x="1589" y="1621"/>
                </a:lnTo>
                <a:lnTo>
                  <a:pt x="1590" y="1622"/>
                </a:lnTo>
                <a:lnTo>
                  <a:pt x="1590" y="1623"/>
                </a:lnTo>
                <a:lnTo>
                  <a:pt x="1590" y="1624"/>
                </a:lnTo>
                <a:lnTo>
                  <a:pt x="1590" y="1627"/>
                </a:lnTo>
                <a:lnTo>
                  <a:pt x="1590" y="1628"/>
                </a:lnTo>
                <a:lnTo>
                  <a:pt x="1590" y="1629"/>
                </a:lnTo>
                <a:lnTo>
                  <a:pt x="1589" y="1629"/>
                </a:lnTo>
                <a:lnTo>
                  <a:pt x="1588" y="1629"/>
                </a:lnTo>
                <a:lnTo>
                  <a:pt x="1587" y="1629"/>
                </a:lnTo>
                <a:lnTo>
                  <a:pt x="1587" y="1630"/>
                </a:lnTo>
                <a:lnTo>
                  <a:pt x="1586" y="1630"/>
                </a:lnTo>
                <a:lnTo>
                  <a:pt x="1586" y="1631"/>
                </a:lnTo>
                <a:lnTo>
                  <a:pt x="1585" y="1631"/>
                </a:lnTo>
                <a:lnTo>
                  <a:pt x="1585" y="1630"/>
                </a:lnTo>
                <a:lnTo>
                  <a:pt x="1584" y="1630"/>
                </a:lnTo>
                <a:lnTo>
                  <a:pt x="1584" y="1631"/>
                </a:lnTo>
                <a:lnTo>
                  <a:pt x="1583" y="1631"/>
                </a:lnTo>
                <a:lnTo>
                  <a:pt x="1582" y="1631"/>
                </a:lnTo>
                <a:lnTo>
                  <a:pt x="1581" y="1631"/>
                </a:lnTo>
                <a:lnTo>
                  <a:pt x="1581" y="1632"/>
                </a:lnTo>
                <a:lnTo>
                  <a:pt x="1581" y="1633"/>
                </a:lnTo>
                <a:lnTo>
                  <a:pt x="1581" y="1634"/>
                </a:lnTo>
                <a:lnTo>
                  <a:pt x="1581" y="1635"/>
                </a:lnTo>
                <a:lnTo>
                  <a:pt x="1580" y="1636"/>
                </a:lnTo>
                <a:lnTo>
                  <a:pt x="1579" y="1636"/>
                </a:lnTo>
                <a:lnTo>
                  <a:pt x="1579" y="1637"/>
                </a:lnTo>
                <a:lnTo>
                  <a:pt x="1579" y="1638"/>
                </a:lnTo>
                <a:lnTo>
                  <a:pt x="1579" y="1639"/>
                </a:lnTo>
                <a:lnTo>
                  <a:pt x="1578" y="1639"/>
                </a:lnTo>
                <a:lnTo>
                  <a:pt x="1579" y="1639"/>
                </a:lnTo>
                <a:lnTo>
                  <a:pt x="1579" y="1640"/>
                </a:lnTo>
                <a:lnTo>
                  <a:pt x="1577" y="1640"/>
                </a:lnTo>
                <a:lnTo>
                  <a:pt x="1575" y="1640"/>
                </a:lnTo>
                <a:lnTo>
                  <a:pt x="1574" y="1641"/>
                </a:lnTo>
                <a:lnTo>
                  <a:pt x="1574" y="1642"/>
                </a:lnTo>
                <a:lnTo>
                  <a:pt x="1574" y="1643"/>
                </a:lnTo>
                <a:lnTo>
                  <a:pt x="1576" y="1644"/>
                </a:lnTo>
                <a:lnTo>
                  <a:pt x="1578" y="1644"/>
                </a:lnTo>
                <a:lnTo>
                  <a:pt x="1578" y="1645"/>
                </a:lnTo>
                <a:lnTo>
                  <a:pt x="1579" y="1645"/>
                </a:lnTo>
                <a:lnTo>
                  <a:pt x="1579" y="1646"/>
                </a:lnTo>
                <a:lnTo>
                  <a:pt x="1580" y="1646"/>
                </a:lnTo>
                <a:lnTo>
                  <a:pt x="1580" y="1647"/>
                </a:lnTo>
                <a:lnTo>
                  <a:pt x="1581" y="1647"/>
                </a:lnTo>
                <a:lnTo>
                  <a:pt x="1581" y="1648"/>
                </a:lnTo>
                <a:lnTo>
                  <a:pt x="1582" y="1648"/>
                </a:lnTo>
                <a:lnTo>
                  <a:pt x="1583" y="1648"/>
                </a:lnTo>
                <a:lnTo>
                  <a:pt x="1583" y="1649"/>
                </a:lnTo>
                <a:lnTo>
                  <a:pt x="1584" y="1649"/>
                </a:lnTo>
                <a:lnTo>
                  <a:pt x="1584" y="1650"/>
                </a:lnTo>
                <a:lnTo>
                  <a:pt x="1584" y="1651"/>
                </a:lnTo>
                <a:lnTo>
                  <a:pt x="1585" y="1651"/>
                </a:lnTo>
                <a:lnTo>
                  <a:pt x="1586" y="1652"/>
                </a:lnTo>
                <a:lnTo>
                  <a:pt x="1587" y="1652"/>
                </a:lnTo>
                <a:lnTo>
                  <a:pt x="1588" y="1652"/>
                </a:lnTo>
                <a:lnTo>
                  <a:pt x="1588" y="1653"/>
                </a:lnTo>
                <a:lnTo>
                  <a:pt x="1588" y="1654"/>
                </a:lnTo>
                <a:lnTo>
                  <a:pt x="1589" y="1654"/>
                </a:lnTo>
                <a:lnTo>
                  <a:pt x="1589" y="1655"/>
                </a:lnTo>
                <a:lnTo>
                  <a:pt x="1589" y="1654"/>
                </a:lnTo>
                <a:lnTo>
                  <a:pt x="1589" y="1653"/>
                </a:lnTo>
                <a:lnTo>
                  <a:pt x="1589" y="1654"/>
                </a:lnTo>
                <a:lnTo>
                  <a:pt x="1590" y="1654"/>
                </a:lnTo>
                <a:lnTo>
                  <a:pt x="1590" y="1655"/>
                </a:lnTo>
                <a:lnTo>
                  <a:pt x="1590" y="1657"/>
                </a:lnTo>
                <a:lnTo>
                  <a:pt x="1590" y="1658"/>
                </a:lnTo>
                <a:lnTo>
                  <a:pt x="1590" y="1659"/>
                </a:lnTo>
                <a:lnTo>
                  <a:pt x="1590" y="1660"/>
                </a:lnTo>
                <a:lnTo>
                  <a:pt x="1591" y="1660"/>
                </a:lnTo>
                <a:lnTo>
                  <a:pt x="1592" y="1661"/>
                </a:lnTo>
                <a:lnTo>
                  <a:pt x="1592" y="1660"/>
                </a:lnTo>
                <a:lnTo>
                  <a:pt x="1592" y="1659"/>
                </a:lnTo>
                <a:lnTo>
                  <a:pt x="1593" y="1660"/>
                </a:lnTo>
                <a:lnTo>
                  <a:pt x="1593" y="1661"/>
                </a:lnTo>
                <a:lnTo>
                  <a:pt x="1595" y="1661"/>
                </a:lnTo>
                <a:lnTo>
                  <a:pt x="1597" y="1661"/>
                </a:lnTo>
                <a:lnTo>
                  <a:pt x="1598" y="1661"/>
                </a:lnTo>
                <a:lnTo>
                  <a:pt x="1598" y="1662"/>
                </a:lnTo>
                <a:lnTo>
                  <a:pt x="1597" y="1662"/>
                </a:lnTo>
                <a:lnTo>
                  <a:pt x="1597" y="1663"/>
                </a:lnTo>
                <a:lnTo>
                  <a:pt x="1597" y="1665"/>
                </a:lnTo>
                <a:lnTo>
                  <a:pt x="1598" y="1666"/>
                </a:lnTo>
                <a:lnTo>
                  <a:pt x="1598" y="1667"/>
                </a:lnTo>
                <a:lnTo>
                  <a:pt x="1598" y="1670"/>
                </a:lnTo>
                <a:lnTo>
                  <a:pt x="1599" y="1670"/>
                </a:lnTo>
                <a:lnTo>
                  <a:pt x="1600" y="1670"/>
                </a:lnTo>
                <a:lnTo>
                  <a:pt x="1601" y="1671"/>
                </a:lnTo>
                <a:lnTo>
                  <a:pt x="1600" y="1672"/>
                </a:lnTo>
                <a:lnTo>
                  <a:pt x="1599" y="1672"/>
                </a:lnTo>
                <a:lnTo>
                  <a:pt x="1599" y="1673"/>
                </a:lnTo>
                <a:lnTo>
                  <a:pt x="1598" y="1674"/>
                </a:lnTo>
                <a:lnTo>
                  <a:pt x="1599" y="1675"/>
                </a:lnTo>
                <a:lnTo>
                  <a:pt x="1599" y="1676"/>
                </a:lnTo>
                <a:lnTo>
                  <a:pt x="1600" y="1677"/>
                </a:lnTo>
                <a:lnTo>
                  <a:pt x="1601" y="1678"/>
                </a:lnTo>
                <a:lnTo>
                  <a:pt x="1601" y="1679"/>
                </a:lnTo>
                <a:lnTo>
                  <a:pt x="1602" y="1679"/>
                </a:lnTo>
                <a:lnTo>
                  <a:pt x="1602" y="1678"/>
                </a:lnTo>
                <a:lnTo>
                  <a:pt x="1603" y="1678"/>
                </a:lnTo>
                <a:lnTo>
                  <a:pt x="1604" y="1678"/>
                </a:lnTo>
                <a:lnTo>
                  <a:pt x="1604" y="1679"/>
                </a:lnTo>
                <a:lnTo>
                  <a:pt x="1604" y="1680"/>
                </a:lnTo>
                <a:lnTo>
                  <a:pt x="1604" y="1682"/>
                </a:lnTo>
                <a:lnTo>
                  <a:pt x="1605" y="1683"/>
                </a:lnTo>
                <a:lnTo>
                  <a:pt x="1606" y="1684"/>
                </a:lnTo>
                <a:lnTo>
                  <a:pt x="1607" y="1684"/>
                </a:lnTo>
                <a:lnTo>
                  <a:pt x="1607" y="1685"/>
                </a:lnTo>
                <a:lnTo>
                  <a:pt x="1606" y="1686"/>
                </a:lnTo>
                <a:lnTo>
                  <a:pt x="1605" y="1686"/>
                </a:lnTo>
                <a:lnTo>
                  <a:pt x="1604" y="1685"/>
                </a:lnTo>
                <a:lnTo>
                  <a:pt x="1603" y="1686"/>
                </a:lnTo>
                <a:lnTo>
                  <a:pt x="1602" y="1687"/>
                </a:lnTo>
                <a:lnTo>
                  <a:pt x="1601" y="1688"/>
                </a:lnTo>
                <a:lnTo>
                  <a:pt x="1601" y="1689"/>
                </a:lnTo>
                <a:lnTo>
                  <a:pt x="1601" y="1690"/>
                </a:lnTo>
                <a:lnTo>
                  <a:pt x="1601" y="1691"/>
                </a:lnTo>
                <a:lnTo>
                  <a:pt x="1602" y="1691"/>
                </a:lnTo>
                <a:lnTo>
                  <a:pt x="1602" y="1692"/>
                </a:lnTo>
                <a:lnTo>
                  <a:pt x="1602" y="1693"/>
                </a:lnTo>
                <a:lnTo>
                  <a:pt x="1602" y="1694"/>
                </a:lnTo>
                <a:lnTo>
                  <a:pt x="1602" y="1695"/>
                </a:lnTo>
                <a:lnTo>
                  <a:pt x="1602" y="1698"/>
                </a:lnTo>
                <a:lnTo>
                  <a:pt x="1602" y="1699"/>
                </a:lnTo>
                <a:lnTo>
                  <a:pt x="1602" y="1700"/>
                </a:lnTo>
                <a:lnTo>
                  <a:pt x="1601" y="1700"/>
                </a:lnTo>
                <a:lnTo>
                  <a:pt x="1601" y="1701"/>
                </a:lnTo>
                <a:lnTo>
                  <a:pt x="1600" y="1703"/>
                </a:lnTo>
                <a:lnTo>
                  <a:pt x="1601" y="1703"/>
                </a:lnTo>
                <a:lnTo>
                  <a:pt x="1601" y="1704"/>
                </a:lnTo>
                <a:lnTo>
                  <a:pt x="1602" y="1705"/>
                </a:lnTo>
                <a:lnTo>
                  <a:pt x="1602" y="1706"/>
                </a:lnTo>
                <a:lnTo>
                  <a:pt x="1603" y="1706"/>
                </a:lnTo>
                <a:lnTo>
                  <a:pt x="1604" y="1706"/>
                </a:lnTo>
                <a:lnTo>
                  <a:pt x="1604" y="1708"/>
                </a:lnTo>
                <a:lnTo>
                  <a:pt x="1604" y="1709"/>
                </a:lnTo>
                <a:lnTo>
                  <a:pt x="1605" y="1709"/>
                </a:lnTo>
                <a:lnTo>
                  <a:pt x="1605" y="1710"/>
                </a:lnTo>
                <a:lnTo>
                  <a:pt x="1604" y="1711"/>
                </a:lnTo>
                <a:lnTo>
                  <a:pt x="1602" y="1713"/>
                </a:lnTo>
                <a:lnTo>
                  <a:pt x="1601" y="1714"/>
                </a:lnTo>
                <a:lnTo>
                  <a:pt x="1600" y="1714"/>
                </a:lnTo>
                <a:lnTo>
                  <a:pt x="1599" y="1715"/>
                </a:lnTo>
                <a:lnTo>
                  <a:pt x="1598" y="1715"/>
                </a:lnTo>
                <a:lnTo>
                  <a:pt x="1597" y="1715"/>
                </a:lnTo>
                <a:lnTo>
                  <a:pt x="1595" y="1715"/>
                </a:lnTo>
                <a:lnTo>
                  <a:pt x="1595" y="1714"/>
                </a:lnTo>
                <a:lnTo>
                  <a:pt x="1594" y="1714"/>
                </a:lnTo>
                <a:lnTo>
                  <a:pt x="1594" y="1715"/>
                </a:lnTo>
                <a:lnTo>
                  <a:pt x="1593" y="1715"/>
                </a:lnTo>
                <a:lnTo>
                  <a:pt x="1593" y="1716"/>
                </a:lnTo>
                <a:lnTo>
                  <a:pt x="1592" y="1716"/>
                </a:lnTo>
                <a:lnTo>
                  <a:pt x="1592" y="1717"/>
                </a:lnTo>
                <a:lnTo>
                  <a:pt x="1592" y="1718"/>
                </a:lnTo>
                <a:lnTo>
                  <a:pt x="1591" y="1719"/>
                </a:lnTo>
                <a:lnTo>
                  <a:pt x="1590" y="1720"/>
                </a:lnTo>
                <a:lnTo>
                  <a:pt x="1590" y="1719"/>
                </a:lnTo>
                <a:lnTo>
                  <a:pt x="1590" y="1720"/>
                </a:lnTo>
                <a:lnTo>
                  <a:pt x="1589" y="1721"/>
                </a:lnTo>
                <a:lnTo>
                  <a:pt x="1588" y="1721"/>
                </a:lnTo>
                <a:lnTo>
                  <a:pt x="1588" y="1722"/>
                </a:lnTo>
                <a:lnTo>
                  <a:pt x="1589" y="1722"/>
                </a:lnTo>
                <a:lnTo>
                  <a:pt x="1589" y="1723"/>
                </a:lnTo>
                <a:lnTo>
                  <a:pt x="1588" y="1723"/>
                </a:lnTo>
                <a:lnTo>
                  <a:pt x="1587" y="1725"/>
                </a:lnTo>
                <a:lnTo>
                  <a:pt x="1586" y="1725"/>
                </a:lnTo>
                <a:lnTo>
                  <a:pt x="1585" y="1725"/>
                </a:lnTo>
                <a:lnTo>
                  <a:pt x="1585" y="1724"/>
                </a:lnTo>
                <a:lnTo>
                  <a:pt x="1583" y="1722"/>
                </a:lnTo>
                <a:lnTo>
                  <a:pt x="1582" y="1722"/>
                </a:lnTo>
                <a:lnTo>
                  <a:pt x="1582" y="1721"/>
                </a:lnTo>
                <a:lnTo>
                  <a:pt x="1581" y="1720"/>
                </a:lnTo>
                <a:lnTo>
                  <a:pt x="1581" y="1719"/>
                </a:lnTo>
                <a:lnTo>
                  <a:pt x="1580" y="1719"/>
                </a:lnTo>
                <a:lnTo>
                  <a:pt x="1579" y="1718"/>
                </a:lnTo>
                <a:lnTo>
                  <a:pt x="1579" y="1717"/>
                </a:lnTo>
                <a:lnTo>
                  <a:pt x="1578" y="1717"/>
                </a:lnTo>
                <a:lnTo>
                  <a:pt x="1577" y="1717"/>
                </a:lnTo>
                <a:lnTo>
                  <a:pt x="1577" y="1718"/>
                </a:lnTo>
                <a:lnTo>
                  <a:pt x="1577" y="1719"/>
                </a:lnTo>
                <a:lnTo>
                  <a:pt x="1577" y="1720"/>
                </a:lnTo>
                <a:lnTo>
                  <a:pt x="1576" y="1721"/>
                </a:lnTo>
                <a:lnTo>
                  <a:pt x="1576" y="1722"/>
                </a:lnTo>
                <a:lnTo>
                  <a:pt x="1575" y="1723"/>
                </a:lnTo>
                <a:lnTo>
                  <a:pt x="1575" y="1724"/>
                </a:lnTo>
                <a:lnTo>
                  <a:pt x="1574" y="1724"/>
                </a:lnTo>
                <a:lnTo>
                  <a:pt x="1573" y="1724"/>
                </a:lnTo>
                <a:lnTo>
                  <a:pt x="1572" y="1724"/>
                </a:lnTo>
                <a:lnTo>
                  <a:pt x="1571" y="1725"/>
                </a:lnTo>
                <a:lnTo>
                  <a:pt x="1571" y="1726"/>
                </a:lnTo>
                <a:lnTo>
                  <a:pt x="1569" y="1727"/>
                </a:lnTo>
                <a:lnTo>
                  <a:pt x="1568" y="1727"/>
                </a:lnTo>
                <a:lnTo>
                  <a:pt x="1568" y="1728"/>
                </a:lnTo>
                <a:lnTo>
                  <a:pt x="1567" y="1728"/>
                </a:lnTo>
                <a:lnTo>
                  <a:pt x="1567" y="1729"/>
                </a:lnTo>
                <a:lnTo>
                  <a:pt x="1567" y="1730"/>
                </a:lnTo>
                <a:lnTo>
                  <a:pt x="1567" y="1731"/>
                </a:lnTo>
                <a:lnTo>
                  <a:pt x="1566" y="1731"/>
                </a:lnTo>
                <a:lnTo>
                  <a:pt x="1565" y="1732"/>
                </a:lnTo>
                <a:lnTo>
                  <a:pt x="1564" y="1732"/>
                </a:lnTo>
                <a:lnTo>
                  <a:pt x="1564" y="1733"/>
                </a:lnTo>
                <a:lnTo>
                  <a:pt x="1563" y="1733"/>
                </a:lnTo>
                <a:lnTo>
                  <a:pt x="1563" y="1734"/>
                </a:lnTo>
                <a:lnTo>
                  <a:pt x="1563" y="1735"/>
                </a:lnTo>
                <a:lnTo>
                  <a:pt x="1562" y="1735"/>
                </a:lnTo>
                <a:lnTo>
                  <a:pt x="1562" y="1736"/>
                </a:lnTo>
                <a:lnTo>
                  <a:pt x="1561" y="1736"/>
                </a:lnTo>
                <a:lnTo>
                  <a:pt x="1561" y="1737"/>
                </a:lnTo>
                <a:lnTo>
                  <a:pt x="1560" y="1738"/>
                </a:lnTo>
                <a:lnTo>
                  <a:pt x="1559" y="1738"/>
                </a:lnTo>
                <a:lnTo>
                  <a:pt x="1559" y="1739"/>
                </a:lnTo>
                <a:lnTo>
                  <a:pt x="1559" y="1740"/>
                </a:lnTo>
                <a:lnTo>
                  <a:pt x="1558" y="1741"/>
                </a:lnTo>
                <a:lnTo>
                  <a:pt x="1557" y="1741"/>
                </a:lnTo>
                <a:lnTo>
                  <a:pt x="1557" y="1742"/>
                </a:lnTo>
                <a:lnTo>
                  <a:pt x="1556" y="1742"/>
                </a:lnTo>
                <a:lnTo>
                  <a:pt x="1556" y="1743"/>
                </a:lnTo>
                <a:lnTo>
                  <a:pt x="1555" y="1743"/>
                </a:lnTo>
                <a:lnTo>
                  <a:pt x="1554" y="1743"/>
                </a:lnTo>
                <a:lnTo>
                  <a:pt x="1552" y="1743"/>
                </a:lnTo>
                <a:lnTo>
                  <a:pt x="1551" y="1744"/>
                </a:lnTo>
                <a:lnTo>
                  <a:pt x="1550" y="1744"/>
                </a:lnTo>
                <a:lnTo>
                  <a:pt x="1549" y="1744"/>
                </a:lnTo>
                <a:lnTo>
                  <a:pt x="1548" y="1745"/>
                </a:lnTo>
                <a:lnTo>
                  <a:pt x="1547" y="1745"/>
                </a:lnTo>
                <a:lnTo>
                  <a:pt x="1546" y="1745"/>
                </a:lnTo>
                <a:lnTo>
                  <a:pt x="1545" y="1746"/>
                </a:lnTo>
                <a:lnTo>
                  <a:pt x="1544" y="1746"/>
                </a:lnTo>
                <a:lnTo>
                  <a:pt x="1543" y="1746"/>
                </a:lnTo>
                <a:lnTo>
                  <a:pt x="1542" y="1746"/>
                </a:lnTo>
                <a:lnTo>
                  <a:pt x="1541" y="1747"/>
                </a:lnTo>
                <a:lnTo>
                  <a:pt x="1539" y="1747"/>
                </a:lnTo>
                <a:lnTo>
                  <a:pt x="1538" y="1747"/>
                </a:lnTo>
                <a:lnTo>
                  <a:pt x="1536" y="1747"/>
                </a:lnTo>
                <a:lnTo>
                  <a:pt x="1535" y="1747"/>
                </a:lnTo>
                <a:lnTo>
                  <a:pt x="1534" y="1747"/>
                </a:lnTo>
                <a:lnTo>
                  <a:pt x="1533" y="1746"/>
                </a:lnTo>
                <a:lnTo>
                  <a:pt x="1532" y="1745"/>
                </a:lnTo>
                <a:lnTo>
                  <a:pt x="1532" y="1744"/>
                </a:lnTo>
                <a:lnTo>
                  <a:pt x="1531" y="1743"/>
                </a:lnTo>
                <a:lnTo>
                  <a:pt x="1531" y="1741"/>
                </a:lnTo>
                <a:lnTo>
                  <a:pt x="1530" y="1739"/>
                </a:lnTo>
                <a:lnTo>
                  <a:pt x="1529" y="1739"/>
                </a:lnTo>
                <a:lnTo>
                  <a:pt x="1529" y="1738"/>
                </a:lnTo>
                <a:lnTo>
                  <a:pt x="1528" y="1738"/>
                </a:lnTo>
                <a:lnTo>
                  <a:pt x="1528" y="1737"/>
                </a:lnTo>
                <a:lnTo>
                  <a:pt x="1527" y="1737"/>
                </a:lnTo>
                <a:lnTo>
                  <a:pt x="1527" y="1736"/>
                </a:lnTo>
                <a:lnTo>
                  <a:pt x="1527" y="1735"/>
                </a:lnTo>
                <a:lnTo>
                  <a:pt x="1526" y="1735"/>
                </a:lnTo>
                <a:lnTo>
                  <a:pt x="1526" y="1736"/>
                </a:lnTo>
                <a:lnTo>
                  <a:pt x="1525" y="1737"/>
                </a:lnTo>
                <a:lnTo>
                  <a:pt x="1524" y="1737"/>
                </a:lnTo>
                <a:lnTo>
                  <a:pt x="1523" y="1737"/>
                </a:lnTo>
                <a:lnTo>
                  <a:pt x="1522" y="1737"/>
                </a:lnTo>
                <a:lnTo>
                  <a:pt x="1522" y="1738"/>
                </a:lnTo>
                <a:lnTo>
                  <a:pt x="1520" y="1738"/>
                </a:lnTo>
                <a:lnTo>
                  <a:pt x="1519" y="1738"/>
                </a:lnTo>
                <a:lnTo>
                  <a:pt x="1519" y="1739"/>
                </a:lnTo>
                <a:lnTo>
                  <a:pt x="1518" y="1739"/>
                </a:lnTo>
                <a:lnTo>
                  <a:pt x="1517" y="1739"/>
                </a:lnTo>
                <a:lnTo>
                  <a:pt x="1517" y="1740"/>
                </a:lnTo>
                <a:lnTo>
                  <a:pt x="1516" y="1740"/>
                </a:lnTo>
                <a:lnTo>
                  <a:pt x="1515" y="1741"/>
                </a:lnTo>
                <a:lnTo>
                  <a:pt x="1514" y="1741"/>
                </a:lnTo>
                <a:lnTo>
                  <a:pt x="1513" y="1741"/>
                </a:lnTo>
                <a:lnTo>
                  <a:pt x="1511" y="1742"/>
                </a:lnTo>
                <a:lnTo>
                  <a:pt x="1510" y="1742"/>
                </a:lnTo>
                <a:lnTo>
                  <a:pt x="1509" y="1742"/>
                </a:lnTo>
                <a:lnTo>
                  <a:pt x="1508" y="1743"/>
                </a:lnTo>
                <a:lnTo>
                  <a:pt x="1506" y="1743"/>
                </a:lnTo>
                <a:lnTo>
                  <a:pt x="1505" y="1743"/>
                </a:lnTo>
                <a:lnTo>
                  <a:pt x="1505" y="1744"/>
                </a:lnTo>
                <a:lnTo>
                  <a:pt x="1504" y="1744"/>
                </a:lnTo>
                <a:lnTo>
                  <a:pt x="1503" y="1744"/>
                </a:lnTo>
                <a:lnTo>
                  <a:pt x="1503" y="1745"/>
                </a:lnTo>
                <a:lnTo>
                  <a:pt x="1502" y="1745"/>
                </a:lnTo>
                <a:lnTo>
                  <a:pt x="1501" y="1745"/>
                </a:lnTo>
                <a:lnTo>
                  <a:pt x="1500" y="1745"/>
                </a:lnTo>
                <a:lnTo>
                  <a:pt x="1500" y="1746"/>
                </a:lnTo>
                <a:lnTo>
                  <a:pt x="1498" y="1747"/>
                </a:lnTo>
                <a:lnTo>
                  <a:pt x="1497" y="1747"/>
                </a:lnTo>
                <a:lnTo>
                  <a:pt x="1496" y="1748"/>
                </a:lnTo>
                <a:lnTo>
                  <a:pt x="1495" y="1748"/>
                </a:lnTo>
                <a:lnTo>
                  <a:pt x="1494" y="1749"/>
                </a:lnTo>
                <a:lnTo>
                  <a:pt x="1493" y="1749"/>
                </a:lnTo>
                <a:lnTo>
                  <a:pt x="1493" y="1750"/>
                </a:lnTo>
                <a:lnTo>
                  <a:pt x="1493" y="1752"/>
                </a:lnTo>
                <a:lnTo>
                  <a:pt x="1493" y="1753"/>
                </a:lnTo>
                <a:lnTo>
                  <a:pt x="1493" y="1754"/>
                </a:lnTo>
                <a:lnTo>
                  <a:pt x="1493" y="1755"/>
                </a:lnTo>
                <a:lnTo>
                  <a:pt x="1493" y="1756"/>
                </a:lnTo>
                <a:lnTo>
                  <a:pt x="1492" y="1756"/>
                </a:lnTo>
                <a:lnTo>
                  <a:pt x="1492" y="1757"/>
                </a:lnTo>
                <a:lnTo>
                  <a:pt x="1492" y="1758"/>
                </a:lnTo>
                <a:lnTo>
                  <a:pt x="1492" y="1759"/>
                </a:lnTo>
                <a:lnTo>
                  <a:pt x="1492" y="1760"/>
                </a:lnTo>
                <a:lnTo>
                  <a:pt x="1491" y="1761"/>
                </a:lnTo>
                <a:lnTo>
                  <a:pt x="1491" y="1762"/>
                </a:lnTo>
                <a:lnTo>
                  <a:pt x="1491" y="1763"/>
                </a:lnTo>
                <a:lnTo>
                  <a:pt x="1491" y="1764"/>
                </a:lnTo>
                <a:lnTo>
                  <a:pt x="1491" y="1765"/>
                </a:lnTo>
                <a:lnTo>
                  <a:pt x="1490" y="1766"/>
                </a:lnTo>
                <a:lnTo>
                  <a:pt x="1489" y="1766"/>
                </a:lnTo>
                <a:lnTo>
                  <a:pt x="1488" y="1767"/>
                </a:lnTo>
                <a:lnTo>
                  <a:pt x="1487" y="1767"/>
                </a:lnTo>
                <a:lnTo>
                  <a:pt x="1486" y="1768"/>
                </a:lnTo>
                <a:lnTo>
                  <a:pt x="1485" y="1768"/>
                </a:lnTo>
                <a:lnTo>
                  <a:pt x="1485" y="1769"/>
                </a:lnTo>
                <a:lnTo>
                  <a:pt x="1484" y="1769"/>
                </a:lnTo>
                <a:lnTo>
                  <a:pt x="1482" y="1771"/>
                </a:lnTo>
                <a:lnTo>
                  <a:pt x="1481" y="1771"/>
                </a:lnTo>
                <a:lnTo>
                  <a:pt x="1480" y="1772"/>
                </a:lnTo>
                <a:lnTo>
                  <a:pt x="1479" y="1772"/>
                </a:lnTo>
                <a:lnTo>
                  <a:pt x="1479" y="1771"/>
                </a:lnTo>
                <a:lnTo>
                  <a:pt x="1477" y="1770"/>
                </a:lnTo>
                <a:lnTo>
                  <a:pt x="1475" y="1768"/>
                </a:lnTo>
                <a:lnTo>
                  <a:pt x="1473" y="1767"/>
                </a:lnTo>
                <a:lnTo>
                  <a:pt x="1472" y="1766"/>
                </a:lnTo>
                <a:lnTo>
                  <a:pt x="1471" y="1765"/>
                </a:lnTo>
                <a:lnTo>
                  <a:pt x="1470" y="1764"/>
                </a:lnTo>
                <a:lnTo>
                  <a:pt x="1469" y="1764"/>
                </a:lnTo>
                <a:lnTo>
                  <a:pt x="1469" y="1763"/>
                </a:lnTo>
                <a:lnTo>
                  <a:pt x="1468" y="1763"/>
                </a:lnTo>
                <a:lnTo>
                  <a:pt x="1466" y="1762"/>
                </a:lnTo>
                <a:lnTo>
                  <a:pt x="1463" y="1761"/>
                </a:lnTo>
                <a:lnTo>
                  <a:pt x="1462" y="1761"/>
                </a:lnTo>
                <a:lnTo>
                  <a:pt x="1460" y="1761"/>
                </a:lnTo>
                <a:lnTo>
                  <a:pt x="1460" y="1760"/>
                </a:lnTo>
                <a:lnTo>
                  <a:pt x="1459" y="1760"/>
                </a:lnTo>
                <a:lnTo>
                  <a:pt x="1455" y="1758"/>
                </a:lnTo>
                <a:lnTo>
                  <a:pt x="1452" y="1756"/>
                </a:lnTo>
                <a:lnTo>
                  <a:pt x="1451" y="1756"/>
                </a:lnTo>
                <a:lnTo>
                  <a:pt x="1447" y="1757"/>
                </a:lnTo>
                <a:lnTo>
                  <a:pt x="1446" y="1758"/>
                </a:lnTo>
                <a:lnTo>
                  <a:pt x="1445" y="1760"/>
                </a:lnTo>
                <a:lnTo>
                  <a:pt x="1442" y="1762"/>
                </a:lnTo>
                <a:lnTo>
                  <a:pt x="1442" y="1763"/>
                </a:lnTo>
                <a:lnTo>
                  <a:pt x="1441" y="1763"/>
                </a:lnTo>
                <a:lnTo>
                  <a:pt x="1440" y="1763"/>
                </a:lnTo>
                <a:lnTo>
                  <a:pt x="1439" y="1762"/>
                </a:lnTo>
                <a:lnTo>
                  <a:pt x="1438" y="1762"/>
                </a:lnTo>
                <a:lnTo>
                  <a:pt x="1438" y="1763"/>
                </a:lnTo>
                <a:lnTo>
                  <a:pt x="1437" y="1763"/>
                </a:lnTo>
                <a:lnTo>
                  <a:pt x="1437" y="1765"/>
                </a:lnTo>
                <a:lnTo>
                  <a:pt x="1436" y="1767"/>
                </a:lnTo>
                <a:lnTo>
                  <a:pt x="1437" y="1768"/>
                </a:lnTo>
                <a:lnTo>
                  <a:pt x="1437" y="1769"/>
                </a:lnTo>
                <a:lnTo>
                  <a:pt x="1436" y="1770"/>
                </a:lnTo>
                <a:lnTo>
                  <a:pt x="1435" y="1770"/>
                </a:lnTo>
                <a:lnTo>
                  <a:pt x="1435" y="1771"/>
                </a:lnTo>
                <a:lnTo>
                  <a:pt x="1434" y="1771"/>
                </a:lnTo>
                <a:lnTo>
                  <a:pt x="1435" y="1771"/>
                </a:lnTo>
                <a:lnTo>
                  <a:pt x="1434" y="1771"/>
                </a:lnTo>
                <a:lnTo>
                  <a:pt x="1433" y="1773"/>
                </a:lnTo>
                <a:lnTo>
                  <a:pt x="1432" y="1773"/>
                </a:lnTo>
                <a:lnTo>
                  <a:pt x="1432" y="1774"/>
                </a:lnTo>
                <a:lnTo>
                  <a:pt x="1431" y="1774"/>
                </a:lnTo>
                <a:lnTo>
                  <a:pt x="1431" y="1775"/>
                </a:lnTo>
                <a:lnTo>
                  <a:pt x="1431" y="1776"/>
                </a:lnTo>
                <a:lnTo>
                  <a:pt x="1430" y="1776"/>
                </a:lnTo>
                <a:lnTo>
                  <a:pt x="1430" y="1777"/>
                </a:lnTo>
                <a:lnTo>
                  <a:pt x="1430" y="1778"/>
                </a:lnTo>
                <a:lnTo>
                  <a:pt x="1431" y="1778"/>
                </a:lnTo>
                <a:lnTo>
                  <a:pt x="1431" y="1779"/>
                </a:lnTo>
                <a:lnTo>
                  <a:pt x="1430" y="1780"/>
                </a:lnTo>
                <a:lnTo>
                  <a:pt x="1430" y="1781"/>
                </a:lnTo>
                <a:lnTo>
                  <a:pt x="1429" y="1783"/>
                </a:lnTo>
                <a:lnTo>
                  <a:pt x="1428" y="1784"/>
                </a:lnTo>
                <a:lnTo>
                  <a:pt x="1428" y="1785"/>
                </a:lnTo>
                <a:lnTo>
                  <a:pt x="1427" y="1786"/>
                </a:lnTo>
                <a:lnTo>
                  <a:pt x="1427" y="1788"/>
                </a:lnTo>
                <a:lnTo>
                  <a:pt x="1427" y="1789"/>
                </a:lnTo>
                <a:lnTo>
                  <a:pt x="1426" y="1790"/>
                </a:lnTo>
                <a:lnTo>
                  <a:pt x="1426" y="1791"/>
                </a:lnTo>
                <a:lnTo>
                  <a:pt x="1425" y="1791"/>
                </a:lnTo>
                <a:lnTo>
                  <a:pt x="1425" y="1792"/>
                </a:lnTo>
                <a:lnTo>
                  <a:pt x="1424" y="1792"/>
                </a:lnTo>
                <a:lnTo>
                  <a:pt x="1424" y="1793"/>
                </a:lnTo>
                <a:lnTo>
                  <a:pt x="1423" y="1793"/>
                </a:lnTo>
                <a:lnTo>
                  <a:pt x="1423" y="1794"/>
                </a:lnTo>
                <a:lnTo>
                  <a:pt x="1423" y="1795"/>
                </a:lnTo>
                <a:lnTo>
                  <a:pt x="1423" y="1796"/>
                </a:lnTo>
                <a:lnTo>
                  <a:pt x="1423" y="1798"/>
                </a:lnTo>
                <a:lnTo>
                  <a:pt x="1422" y="1798"/>
                </a:lnTo>
                <a:lnTo>
                  <a:pt x="1422" y="1799"/>
                </a:lnTo>
                <a:lnTo>
                  <a:pt x="1421" y="1800"/>
                </a:lnTo>
                <a:lnTo>
                  <a:pt x="1421" y="1801"/>
                </a:lnTo>
                <a:lnTo>
                  <a:pt x="1420" y="1803"/>
                </a:lnTo>
                <a:lnTo>
                  <a:pt x="1419" y="1804"/>
                </a:lnTo>
                <a:lnTo>
                  <a:pt x="1419" y="1805"/>
                </a:lnTo>
                <a:lnTo>
                  <a:pt x="1419" y="1806"/>
                </a:lnTo>
                <a:lnTo>
                  <a:pt x="1418" y="1806"/>
                </a:lnTo>
                <a:lnTo>
                  <a:pt x="1418" y="1807"/>
                </a:lnTo>
                <a:lnTo>
                  <a:pt x="1418" y="1808"/>
                </a:lnTo>
                <a:lnTo>
                  <a:pt x="1418" y="1809"/>
                </a:lnTo>
                <a:lnTo>
                  <a:pt x="1417" y="1810"/>
                </a:lnTo>
                <a:lnTo>
                  <a:pt x="1416" y="1811"/>
                </a:lnTo>
                <a:lnTo>
                  <a:pt x="1415" y="1813"/>
                </a:lnTo>
                <a:lnTo>
                  <a:pt x="1415" y="1814"/>
                </a:lnTo>
                <a:lnTo>
                  <a:pt x="1415" y="1817"/>
                </a:lnTo>
                <a:lnTo>
                  <a:pt x="1414" y="1817"/>
                </a:lnTo>
                <a:lnTo>
                  <a:pt x="1414" y="1818"/>
                </a:lnTo>
                <a:lnTo>
                  <a:pt x="1413" y="1819"/>
                </a:lnTo>
                <a:lnTo>
                  <a:pt x="1412" y="1821"/>
                </a:lnTo>
                <a:lnTo>
                  <a:pt x="1411" y="1823"/>
                </a:lnTo>
                <a:lnTo>
                  <a:pt x="1409" y="1825"/>
                </a:lnTo>
                <a:lnTo>
                  <a:pt x="1409" y="1830"/>
                </a:lnTo>
                <a:lnTo>
                  <a:pt x="1409" y="1835"/>
                </a:lnTo>
                <a:lnTo>
                  <a:pt x="1409" y="1836"/>
                </a:lnTo>
                <a:lnTo>
                  <a:pt x="1410" y="1836"/>
                </a:lnTo>
                <a:lnTo>
                  <a:pt x="1409" y="1838"/>
                </a:lnTo>
                <a:lnTo>
                  <a:pt x="1408" y="1839"/>
                </a:lnTo>
                <a:lnTo>
                  <a:pt x="1408" y="1840"/>
                </a:lnTo>
                <a:lnTo>
                  <a:pt x="1406" y="1842"/>
                </a:lnTo>
                <a:lnTo>
                  <a:pt x="1406" y="1843"/>
                </a:lnTo>
                <a:lnTo>
                  <a:pt x="1406" y="1844"/>
                </a:lnTo>
                <a:lnTo>
                  <a:pt x="1407" y="1844"/>
                </a:lnTo>
                <a:lnTo>
                  <a:pt x="1407" y="1845"/>
                </a:lnTo>
                <a:lnTo>
                  <a:pt x="1407" y="1846"/>
                </a:lnTo>
                <a:lnTo>
                  <a:pt x="1407" y="1849"/>
                </a:lnTo>
                <a:lnTo>
                  <a:pt x="1407" y="1850"/>
                </a:lnTo>
                <a:lnTo>
                  <a:pt x="1406" y="1850"/>
                </a:lnTo>
                <a:lnTo>
                  <a:pt x="1406" y="1849"/>
                </a:lnTo>
                <a:lnTo>
                  <a:pt x="1405" y="1849"/>
                </a:lnTo>
                <a:lnTo>
                  <a:pt x="1404" y="1849"/>
                </a:lnTo>
                <a:lnTo>
                  <a:pt x="1402" y="1849"/>
                </a:lnTo>
                <a:lnTo>
                  <a:pt x="1402" y="1850"/>
                </a:lnTo>
                <a:lnTo>
                  <a:pt x="1402" y="1851"/>
                </a:lnTo>
                <a:lnTo>
                  <a:pt x="1401" y="1851"/>
                </a:lnTo>
                <a:lnTo>
                  <a:pt x="1399" y="1850"/>
                </a:lnTo>
                <a:lnTo>
                  <a:pt x="1399" y="1849"/>
                </a:lnTo>
                <a:lnTo>
                  <a:pt x="1398" y="1849"/>
                </a:lnTo>
                <a:lnTo>
                  <a:pt x="1397" y="1849"/>
                </a:lnTo>
                <a:lnTo>
                  <a:pt x="1396" y="1850"/>
                </a:lnTo>
                <a:lnTo>
                  <a:pt x="1396" y="1851"/>
                </a:lnTo>
                <a:lnTo>
                  <a:pt x="1395" y="1852"/>
                </a:lnTo>
                <a:lnTo>
                  <a:pt x="1393" y="1853"/>
                </a:lnTo>
                <a:lnTo>
                  <a:pt x="1392" y="1854"/>
                </a:lnTo>
                <a:lnTo>
                  <a:pt x="1390" y="1853"/>
                </a:lnTo>
                <a:lnTo>
                  <a:pt x="1386" y="1852"/>
                </a:lnTo>
                <a:lnTo>
                  <a:pt x="1386" y="1851"/>
                </a:lnTo>
                <a:lnTo>
                  <a:pt x="1385" y="1851"/>
                </a:lnTo>
                <a:lnTo>
                  <a:pt x="1385" y="1850"/>
                </a:lnTo>
                <a:lnTo>
                  <a:pt x="1384" y="1849"/>
                </a:lnTo>
                <a:lnTo>
                  <a:pt x="1383" y="1849"/>
                </a:lnTo>
                <a:lnTo>
                  <a:pt x="1383" y="1848"/>
                </a:lnTo>
                <a:lnTo>
                  <a:pt x="1381" y="1848"/>
                </a:lnTo>
                <a:lnTo>
                  <a:pt x="1379" y="1848"/>
                </a:lnTo>
                <a:lnTo>
                  <a:pt x="1378" y="1847"/>
                </a:lnTo>
                <a:lnTo>
                  <a:pt x="1377" y="1848"/>
                </a:lnTo>
                <a:lnTo>
                  <a:pt x="1377" y="1849"/>
                </a:lnTo>
                <a:lnTo>
                  <a:pt x="1376" y="1849"/>
                </a:lnTo>
                <a:lnTo>
                  <a:pt x="1374" y="1848"/>
                </a:lnTo>
                <a:lnTo>
                  <a:pt x="1373" y="1848"/>
                </a:lnTo>
                <a:lnTo>
                  <a:pt x="1372" y="1848"/>
                </a:lnTo>
                <a:lnTo>
                  <a:pt x="1368" y="1847"/>
                </a:lnTo>
                <a:lnTo>
                  <a:pt x="1367" y="1846"/>
                </a:lnTo>
                <a:lnTo>
                  <a:pt x="1366" y="1845"/>
                </a:lnTo>
                <a:lnTo>
                  <a:pt x="1365" y="1845"/>
                </a:lnTo>
                <a:lnTo>
                  <a:pt x="1364" y="1846"/>
                </a:lnTo>
                <a:lnTo>
                  <a:pt x="1362" y="1847"/>
                </a:lnTo>
                <a:lnTo>
                  <a:pt x="1361" y="1848"/>
                </a:lnTo>
                <a:lnTo>
                  <a:pt x="1360" y="1848"/>
                </a:lnTo>
                <a:lnTo>
                  <a:pt x="1359" y="1849"/>
                </a:lnTo>
                <a:lnTo>
                  <a:pt x="1358" y="1849"/>
                </a:lnTo>
                <a:lnTo>
                  <a:pt x="1359" y="1850"/>
                </a:lnTo>
                <a:lnTo>
                  <a:pt x="1360" y="1850"/>
                </a:lnTo>
                <a:lnTo>
                  <a:pt x="1361" y="1850"/>
                </a:lnTo>
                <a:lnTo>
                  <a:pt x="1361" y="1851"/>
                </a:lnTo>
                <a:lnTo>
                  <a:pt x="1361" y="1852"/>
                </a:lnTo>
                <a:lnTo>
                  <a:pt x="1361" y="1853"/>
                </a:lnTo>
                <a:lnTo>
                  <a:pt x="1360" y="1853"/>
                </a:lnTo>
                <a:lnTo>
                  <a:pt x="1359" y="1852"/>
                </a:lnTo>
                <a:lnTo>
                  <a:pt x="1359" y="1851"/>
                </a:lnTo>
                <a:lnTo>
                  <a:pt x="1358" y="1851"/>
                </a:lnTo>
                <a:lnTo>
                  <a:pt x="1358" y="1852"/>
                </a:lnTo>
                <a:lnTo>
                  <a:pt x="1358" y="1853"/>
                </a:lnTo>
                <a:lnTo>
                  <a:pt x="1359" y="1854"/>
                </a:lnTo>
                <a:lnTo>
                  <a:pt x="1359" y="1855"/>
                </a:lnTo>
                <a:lnTo>
                  <a:pt x="1359" y="1858"/>
                </a:lnTo>
                <a:lnTo>
                  <a:pt x="1358" y="1860"/>
                </a:lnTo>
                <a:lnTo>
                  <a:pt x="1358" y="1861"/>
                </a:lnTo>
                <a:lnTo>
                  <a:pt x="1358" y="1862"/>
                </a:lnTo>
                <a:lnTo>
                  <a:pt x="1358" y="1863"/>
                </a:lnTo>
                <a:lnTo>
                  <a:pt x="1359" y="1863"/>
                </a:lnTo>
                <a:lnTo>
                  <a:pt x="1359" y="1864"/>
                </a:lnTo>
                <a:lnTo>
                  <a:pt x="1359" y="1865"/>
                </a:lnTo>
                <a:lnTo>
                  <a:pt x="1359" y="1866"/>
                </a:lnTo>
                <a:lnTo>
                  <a:pt x="1358" y="1867"/>
                </a:lnTo>
                <a:lnTo>
                  <a:pt x="1357" y="1867"/>
                </a:lnTo>
                <a:lnTo>
                  <a:pt x="1356" y="1868"/>
                </a:lnTo>
                <a:lnTo>
                  <a:pt x="1355" y="1869"/>
                </a:lnTo>
                <a:lnTo>
                  <a:pt x="1354" y="1870"/>
                </a:lnTo>
                <a:lnTo>
                  <a:pt x="1353" y="1870"/>
                </a:lnTo>
                <a:lnTo>
                  <a:pt x="1353" y="1871"/>
                </a:lnTo>
                <a:lnTo>
                  <a:pt x="1353" y="1872"/>
                </a:lnTo>
                <a:lnTo>
                  <a:pt x="1353" y="1873"/>
                </a:lnTo>
                <a:lnTo>
                  <a:pt x="1353" y="1874"/>
                </a:lnTo>
                <a:lnTo>
                  <a:pt x="1353" y="1875"/>
                </a:lnTo>
                <a:lnTo>
                  <a:pt x="1353" y="1876"/>
                </a:lnTo>
                <a:lnTo>
                  <a:pt x="1352" y="1876"/>
                </a:lnTo>
                <a:lnTo>
                  <a:pt x="1352" y="1877"/>
                </a:lnTo>
                <a:lnTo>
                  <a:pt x="1351" y="1878"/>
                </a:lnTo>
                <a:lnTo>
                  <a:pt x="1350" y="1878"/>
                </a:lnTo>
                <a:lnTo>
                  <a:pt x="1349" y="1878"/>
                </a:lnTo>
                <a:lnTo>
                  <a:pt x="1347" y="1878"/>
                </a:lnTo>
                <a:lnTo>
                  <a:pt x="1346" y="1879"/>
                </a:lnTo>
                <a:lnTo>
                  <a:pt x="1345" y="1879"/>
                </a:lnTo>
                <a:lnTo>
                  <a:pt x="1345" y="1878"/>
                </a:lnTo>
                <a:lnTo>
                  <a:pt x="1344" y="1878"/>
                </a:lnTo>
                <a:lnTo>
                  <a:pt x="1342" y="1878"/>
                </a:lnTo>
                <a:lnTo>
                  <a:pt x="1341" y="1878"/>
                </a:lnTo>
                <a:lnTo>
                  <a:pt x="1340" y="1878"/>
                </a:lnTo>
                <a:lnTo>
                  <a:pt x="1339" y="1878"/>
                </a:lnTo>
                <a:lnTo>
                  <a:pt x="1338" y="1878"/>
                </a:lnTo>
                <a:lnTo>
                  <a:pt x="1338" y="1879"/>
                </a:lnTo>
                <a:lnTo>
                  <a:pt x="1337" y="1879"/>
                </a:lnTo>
                <a:lnTo>
                  <a:pt x="1336" y="1879"/>
                </a:lnTo>
                <a:lnTo>
                  <a:pt x="1335" y="1879"/>
                </a:lnTo>
                <a:lnTo>
                  <a:pt x="1334" y="1879"/>
                </a:lnTo>
                <a:lnTo>
                  <a:pt x="1333" y="1880"/>
                </a:lnTo>
                <a:lnTo>
                  <a:pt x="1332" y="1880"/>
                </a:lnTo>
                <a:lnTo>
                  <a:pt x="1332" y="1881"/>
                </a:lnTo>
                <a:lnTo>
                  <a:pt x="1331" y="1882"/>
                </a:lnTo>
                <a:lnTo>
                  <a:pt x="1331" y="1884"/>
                </a:lnTo>
                <a:lnTo>
                  <a:pt x="1329" y="1885"/>
                </a:lnTo>
                <a:lnTo>
                  <a:pt x="1329" y="1886"/>
                </a:lnTo>
                <a:lnTo>
                  <a:pt x="1330" y="1887"/>
                </a:lnTo>
                <a:lnTo>
                  <a:pt x="1329" y="1888"/>
                </a:lnTo>
                <a:lnTo>
                  <a:pt x="1328" y="1888"/>
                </a:lnTo>
                <a:lnTo>
                  <a:pt x="1327" y="1886"/>
                </a:lnTo>
                <a:lnTo>
                  <a:pt x="1326" y="1885"/>
                </a:lnTo>
                <a:lnTo>
                  <a:pt x="1327" y="1882"/>
                </a:lnTo>
                <a:lnTo>
                  <a:pt x="1327" y="1881"/>
                </a:lnTo>
                <a:lnTo>
                  <a:pt x="1326" y="1881"/>
                </a:lnTo>
                <a:lnTo>
                  <a:pt x="1325" y="1881"/>
                </a:lnTo>
                <a:lnTo>
                  <a:pt x="1325" y="1882"/>
                </a:lnTo>
                <a:lnTo>
                  <a:pt x="1324" y="1883"/>
                </a:lnTo>
                <a:lnTo>
                  <a:pt x="1323" y="1882"/>
                </a:lnTo>
                <a:lnTo>
                  <a:pt x="1323" y="1878"/>
                </a:lnTo>
                <a:lnTo>
                  <a:pt x="1323" y="1877"/>
                </a:lnTo>
                <a:lnTo>
                  <a:pt x="1323" y="1876"/>
                </a:lnTo>
                <a:lnTo>
                  <a:pt x="1324" y="1876"/>
                </a:lnTo>
                <a:lnTo>
                  <a:pt x="1324" y="1875"/>
                </a:lnTo>
                <a:lnTo>
                  <a:pt x="1326" y="1874"/>
                </a:lnTo>
                <a:lnTo>
                  <a:pt x="1326" y="1873"/>
                </a:lnTo>
                <a:lnTo>
                  <a:pt x="1326" y="1871"/>
                </a:lnTo>
                <a:lnTo>
                  <a:pt x="1327" y="1871"/>
                </a:lnTo>
                <a:lnTo>
                  <a:pt x="1327" y="1869"/>
                </a:lnTo>
                <a:lnTo>
                  <a:pt x="1329" y="1867"/>
                </a:lnTo>
                <a:lnTo>
                  <a:pt x="1330" y="1866"/>
                </a:lnTo>
                <a:lnTo>
                  <a:pt x="1331" y="1866"/>
                </a:lnTo>
                <a:lnTo>
                  <a:pt x="1331" y="1865"/>
                </a:lnTo>
                <a:lnTo>
                  <a:pt x="1332" y="1861"/>
                </a:lnTo>
                <a:lnTo>
                  <a:pt x="1331" y="1860"/>
                </a:lnTo>
                <a:lnTo>
                  <a:pt x="1330" y="1858"/>
                </a:lnTo>
                <a:lnTo>
                  <a:pt x="1329" y="1858"/>
                </a:lnTo>
                <a:lnTo>
                  <a:pt x="1328" y="1859"/>
                </a:lnTo>
                <a:lnTo>
                  <a:pt x="1328" y="1861"/>
                </a:lnTo>
                <a:lnTo>
                  <a:pt x="1327" y="1861"/>
                </a:lnTo>
                <a:lnTo>
                  <a:pt x="1326" y="1861"/>
                </a:lnTo>
                <a:lnTo>
                  <a:pt x="1325" y="1862"/>
                </a:lnTo>
                <a:lnTo>
                  <a:pt x="1321" y="1862"/>
                </a:lnTo>
                <a:lnTo>
                  <a:pt x="1320" y="1862"/>
                </a:lnTo>
                <a:lnTo>
                  <a:pt x="1318" y="1863"/>
                </a:lnTo>
                <a:lnTo>
                  <a:pt x="1316" y="1864"/>
                </a:lnTo>
                <a:lnTo>
                  <a:pt x="1316" y="1865"/>
                </a:lnTo>
                <a:lnTo>
                  <a:pt x="1315" y="1866"/>
                </a:lnTo>
                <a:lnTo>
                  <a:pt x="1313" y="1868"/>
                </a:lnTo>
                <a:lnTo>
                  <a:pt x="1309" y="1869"/>
                </a:lnTo>
                <a:lnTo>
                  <a:pt x="1308" y="1869"/>
                </a:lnTo>
                <a:lnTo>
                  <a:pt x="1307" y="1869"/>
                </a:lnTo>
                <a:lnTo>
                  <a:pt x="1305" y="1869"/>
                </a:lnTo>
                <a:lnTo>
                  <a:pt x="1304" y="1872"/>
                </a:lnTo>
                <a:lnTo>
                  <a:pt x="1304" y="1873"/>
                </a:lnTo>
                <a:lnTo>
                  <a:pt x="1302" y="1876"/>
                </a:lnTo>
                <a:lnTo>
                  <a:pt x="1301" y="1879"/>
                </a:lnTo>
                <a:lnTo>
                  <a:pt x="1300" y="1879"/>
                </a:lnTo>
                <a:lnTo>
                  <a:pt x="1299" y="1881"/>
                </a:lnTo>
                <a:lnTo>
                  <a:pt x="1297" y="1883"/>
                </a:lnTo>
                <a:lnTo>
                  <a:pt x="1297" y="1884"/>
                </a:lnTo>
                <a:lnTo>
                  <a:pt x="1297" y="1885"/>
                </a:lnTo>
                <a:lnTo>
                  <a:pt x="1296" y="1886"/>
                </a:lnTo>
                <a:lnTo>
                  <a:pt x="1295" y="1887"/>
                </a:lnTo>
                <a:lnTo>
                  <a:pt x="1293" y="1890"/>
                </a:lnTo>
                <a:lnTo>
                  <a:pt x="1293" y="1891"/>
                </a:lnTo>
                <a:lnTo>
                  <a:pt x="1292" y="1898"/>
                </a:lnTo>
                <a:lnTo>
                  <a:pt x="1290" y="1901"/>
                </a:lnTo>
                <a:lnTo>
                  <a:pt x="1289" y="1901"/>
                </a:lnTo>
                <a:lnTo>
                  <a:pt x="1288" y="1902"/>
                </a:lnTo>
                <a:lnTo>
                  <a:pt x="1283" y="1902"/>
                </a:lnTo>
                <a:lnTo>
                  <a:pt x="1282" y="1902"/>
                </a:lnTo>
                <a:lnTo>
                  <a:pt x="1279" y="1901"/>
                </a:lnTo>
                <a:lnTo>
                  <a:pt x="1279" y="1900"/>
                </a:lnTo>
                <a:lnTo>
                  <a:pt x="1277" y="1899"/>
                </a:lnTo>
                <a:lnTo>
                  <a:pt x="1276" y="1897"/>
                </a:lnTo>
                <a:lnTo>
                  <a:pt x="1276" y="1896"/>
                </a:lnTo>
                <a:lnTo>
                  <a:pt x="1276" y="1894"/>
                </a:lnTo>
                <a:lnTo>
                  <a:pt x="1275" y="1892"/>
                </a:lnTo>
                <a:lnTo>
                  <a:pt x="1275" y="1891"/>
                </a:lnTo>
                <a:lnTo>
                  <a:pt x="1273" y="1890"/>
                </a:lnTo>
                <a:lnTo>
                  <a:pt x="1273" y="1889"/>
                </a:lnTo>
                <a:lnTo>
                  <a:pt x="1271" y="1888"/>
                </a:lnTo>
                <a:lnTo>
                  <a:pt x="1270" y="1888"/>
                </a:lnTo>
                <a:lnTo>
                  <a:pt x="1270" y="1889"/>
                </a:lnTo>
                <a:lnTo>
                  <a:pt x="1270" y="1890"/>
                </a:lnTo>
                <a:lnTo>
                  <a:pt x="1269" y="1891"/>
                </a:lnTo>
                <a:lnTo>
                  <a:pt x="1268" y="1891"/>
                </a:lnTo>
                <a:lnTo>
                  <a:pt x="1267" y="1891"/>
                </a:lnTo>
                <a:lnTo>
                  <a:pt x="1267" y="1890"/>
                </a:lnTo>
                <a:lnTo>
                  <a:pt x="1266" y="1890"/>
                </a:lnTo>
                <a:lnTo>
                  <a:pt x="1266" y="1889"/>
                </a:lnTo>
                <a:lnTo>
                  <a:pt x="1264" y="1888"/>
                </a:lnTo>
                <a:lnTo>
                  <a:pt x="1263" y="1889"/>
                </a:lnTo>
                <a:lnTo>
                  <a:pt x="1262" y="1889"/>
                </a:lnTo>
                <a:lnTo>
                  <a:pt x="1261" y="1891"/>
                </a:lnTo>
                <a:lnTo>
                  <a:pt x="1261" y="1893"/>
                </a:lnTo>
                <a:lnTo>
                  <a:pt x="1262" y="1893"/>
                </a:lnTo>
                <a:lnTo>
                  <a:pt x="1262" y="1894"/>
                </a:lnTo>
                <a:lnTo>
                  <a:pt x="1260" y="1897"/>
                </a:lnTo>
                <a:lnTo>
                  <a:pt x="1259" y="1898"/>
                </a:lnTo>
                <a:lnTo>
                  <a:pt x="1258" y="1898"/>
                </a:lnTo>
                <a:lnTo>
                  <a:pt x="1258" y="1897"/>
                </a:lnTo>
                <a:lnTo>
                  <a:pt x="1257" y="1897"/>
                </a:lnTo>
                <a:lnTo>
                  <a:pt x="1257" y="1896"/>
                </a:lnTo>
                <a:lnTo>
                  <a:pt x="1256" y="1896"/>
                </a:lnTo>
                <a:lnTo>
                  <a:pt x="1255" y="1895"/>
                </a:lnTo>
                <a:lnTo>
                  <a:pt x="1254" y="1894"/>
                </a:lnTo>
                <a:lnTo>
                  <a:pt x="1253" y="1894"/>
                </a:lnTo>
                <a:lnTo>
                  <a:pt x="1252" y="1893"/>
                </a:lnTo>
                <a:lnTo>
                  <a:pt x="1251" y="1892"/>
                </a:lnTo>
                <a:lnTo>
                  <a:pt x="1250" y="1891"/>
                </a:lnTo>
                <a:lnTo>
                  <a:pt x="1249" y="1890"/>
                </a:lnTo>
                <a:lnTo>
                  <a:pt x="1249" y="1889"/>
                </a:lnTo>
                <a:lnTo>
                  <a:pt x="1247" y="1888"/>
                </a:lnTo>
                <a:lnTo>
                  <a:pt x="1246" y="1887"/>
                </a:lnTo>
                <a:lnTo>
                  <a:pt x="1246" y="1886"/>
                </a:lnTo>
                <a:lnTo>
                  <a:pt x="1247" y="1884"/>
                </a:lnTo>
                <a:lnTo>
                  <a:pt x="1246" y="1884"/>
                </a:lnTo>
                <a:lnTo>
                  <a:pt x="1245" y="1884"/>
                </a:lnTo>
                <a:lnTo>
                  <a:pt x="1243" y="1884"/>
                </a:lnTo>
                <a:lnTo>
                  <a:pt x="1243" y="1883"/>
                </a:lnTo>
                <a:lnTo>
                  <a:pt x="1242" y="1883"/>
                </a:lnTo>
                <a:lnTo>
                  <a:pt x="1242" y="1882"/>
                </a:lnTo>
                <a:lnTo>
                  <a:pt x="1241" y="1882"/>
                </a:lnTo>
                <a:lnTo>
                  <a:pt x="1239" y="1882"/>
                </a:lnTo>
                <a:lnTo>
                  <a:pt x="1234" y="1880"/>
                </a:lnTo>
                <a:lnTo>
                  <a:pt x="1233" y="1881"/>
                </a:lnTo>
                <a:lnTo>
                  <a:pt x="1232" y="1881"/>
                </a:lnTo>
                <a:lnTo>
                  <a:pt x="1232" y="1884"/>
                </a:lnTo>
                <a:lnTo>
                  <a:pt x="1232" y="1885"/>
                </a:lnTo>
                <a:lnTo>
                  <a:pt x="1232" y="1886"/>
                </a:lnTo>
                <a:lnTo>
                  <a:pt x="1233" y="1889"/>
                </a:lnTo>
                <a:lnTo>
                  <a:pt x="1234" y="1889"/>
                </a:lnTo>
                <a:lnTo>
                  <a:pt x="1235" y="1889"/>
                </a:lnTo>
                <a:lnTo>
                  <a:pt x="1236" y="1889"/>
                </a:lnTo>
                <a:lnTo>
                  <a:pt x="1236" y="1890"/>
                </a:lnTo>
                <a:lnTo>
                  <a:pt x="1236" y="1891"/>
                </a:lnTo>
                <a:lnTo>
                  <a:pt x="1237" y="1891"/>
                </a:lnTo>
                <a:lnTo>
                  <a:pt x="1237" y="1892"/>
                </a:lnTo>
                <a:lnTo>
                  <a:pt x="1238" y="1892"/>
                </a:lnTo>
                <a:lnTo>
                  <a:pt x="1238" y="1893"/>
                </a:lnTo>
                <a:lnTo>
                  <a:pt x="1239" y="1896"/>
                </a:lnTo>
                <a:lnTo>
                  <a:pt x="1239" y="1897"/>
                </a:lnTo>
                <a:lnTo>
                  <a:pt x="1240" y="1898"/>
                </a:lnTo>
                <a:lnTo>
                  <a:pt x="1241" y="1900"/>
                </a:lnTo>
                <a:lnTo>
                  <a:pt x="1241" y="1901"/>
                </a:lnTo>
                <a:lnTo>
                  <a:pt x="1241" y="1902"/>
                </a:lnTo>
                <a:lnTo>
                  <a:pt x="1242" y="1903"/>
                </a:lnTo>
                <a:lnTo>
                  <a:pt x="1241" y="1903"/>
                </a:lnTo>
                <a:lnTo>
                  <a:pt x="1240" y="1903"/>
                </a:lnTo>
                <a:lnTo>
                  <a:pt x="1239" y="1903"/>
                </a:lnTo>
                <a:lnTo>
                  <a:pt x="1232" y="1908"/>
                </a:lnTo>
                <a:lnTo>
                  <a:pt x="1231" y="1908"/>
                </a:lnTo>
                <a:lnTo>
                  <a:pt x="1230" y="1909"/>
                </a:lnTo>
                <a:lnTo>
                  <a:pt x="1229" y="1910"/>
                </a:lnTo>
                <a:lnTo>
                  <a:pt x="1228" y="1911"/>
                </a:lnTo>
                <a:lnTo>
                  <a:pt x="1226" y="1911"/>
                </a:lnTo>
                <a:lnTo>
                  <a:pt x="1225" y="1912"/>
                </a:lnTo>
                <a:lnTo>
                  <a:pt x="1222" y="1913"/>
                </a:lnTo>
                <a:lnTo>
                  <a:pt x="1221" y="1913"/>
                </a:lnTo>
                <a:lnTo>
                  <a:pt x="1220" y="1913"/>
                </a:lnTo>
                <a:lnTo>
                  <a:pt x="1219" y="1913"/>
                </a:lnTo>
                <a:lnTo>
                  <a:pt x="1218" y="1913"/>
                </a:lnTo>
                <a:lnTo>
                  <a:pt x="1217" y="1913"/>
                </a:lnTo>
                <a:lnTo>
                  <a:pt x="1216" y="1912"/>
                </a:lnTo>
                <a:lnTo>
                  <a:pt x="1216" y="1911"/>
                </a:lnTo>
                <a:lnTo>
                  <a:pt x="1215" y="1910"/>
                </a:lnTo>
                <a:lnTo>
                  <a:pt x="1215" y="1909"/>
                </a:lnTo>
                <a:lnTo>
                  <a:pt x="1214" y="1908"/>
                </a:lnTo>
                <a:lnTo>
                  <a:pt x="1211" y="1906"/>
                </a:lnTo>
                <a:lnTo>
                  <a:pt x="1209" y="1907"/>
                </a:lnTo>
                <a:lnTo>
                  <a:pt x="1208" y="1908"/>
                </a:lnTo>
                <a:lnTo>
                  <a:pt x="1208" y="1909"/>
                </a:lnTo>
                <a:lnTo>
                  <a:pt x="1210" y="1911"/>
                </a:lnTo>
                <a:lnTo>
                  <a:pt x="1211" y="1911"/>
                </a:lnTo>
                <a:lnTo>
                  <a:pt x="1213" y="1912"/>
                </a:lnTo>
                <a:lnTo>
                  <a:pt x="1217" y="1916"/>
                </a:lnTo>
                <a:lnTo>
                  <a:pt x="1217" y="1917"/>
                </a:lnTo>
                <a:lnTo>
                  <a:pt x="1216" y="1918"/>
                </a:lnTo>
                <a:lnTo>
                  <a:pt x="1215" y="1919"/>
                </a:lnTo>
                <a:lnTo>
                  <a:pt x="1212" y="1922"/>
                </a:lnTo>
                <a:lnTo>
                  <a:pt x="1212" y="1923"/>
                </a:lnTo>
                <a:lnTo>
                  <a:pt x="1212" y="1924"/>
                </a:lnTo>
                <a:lnTo>
                  <a:pt x="1213" y="1925"/>
                </a:lnTo>
                <a:lnTo>
                  <a:pt x="1213" y="1926"/>
                </a:lnTo>
                <a:lnTo>
                  <a:pt x="1213" y="1927"/>
                </a:lnTo>
                <a:lnTo>
                  <a:pt x="1212" y="1927"/>
                </a:lnTo>
                <a:lnTo>
                  <a:pt x="1211" y="1928"/>
                </a:lnTo>
                <a:lnTo>
                  <a:pt x="1211" y="1929"/>
                </a:lnTo>
                <a:lnTo>
                  <a:pt x="1210" y="1929"/>
                </a:lnTo>
                <a:lnTo>
                  <a:pt x="1208" y="1929"/>
                </a:lnTo>
                <a:lnTo>
                  <a:pt x="1207" y="1929"/>
                </a:lnTo>
                <a:lnTo>
                  <a:pt x="1207" y="1930"/>
                </a:lnTo>
                <a:lnTo>
                  <a:pt x="1206" y="1930"/>
                </a:lnTo>
                <a:lnTo>
                  <a:pt x="1205" y="1931"/>
                </a:lnTo>
                <a:lnTo>
                  <a:pt x="1205" y="1932"/>
                </a:lnTo>
                <a:lnTo>
                  <a:pt x="1200" y="1933"/>
                </a:lnTo>
                <a:lnTo>
                  <a:pt x="1199" y="1934"/>
                </a:lnTo>
                <a:lnTo>
                  <a:pt x="1198" y="1935"/>
                </a:lnTo>
                <a:lnTo>
                  <a:pt x="1197" y="1936"/>
                </a:lnTo>
                <a:lnTo>
                  <a:pt x="1196" y="1939"/>
                </a:lnTo>
                <a:lnTo>
                  <a:pt x="1193" y="1939"/>
                </a:lnTo>
                <a:lnTo>
                  <a:pt x="1192" y="1942"/>
                </a:lnTo>
                <a:lnTo>
                  <a:pt x="1192" y="1946"/>
                </a:lnTo>
                <a:lnTo>
                  <a:pt x="1192" y="1949"/>
                </a:lnTo>
                <a:lnTo>
                  <a:pt x="1192" y="1950"/>
                </a:lnTo>
                <a:lnTo>
                  <a:pt x="1191" y="1952"/>
                </a:lnTo>
                <a:lnTo>
                  <a:pt x="1190" y="1954"/>
                </a:lnTo>
                <a:lnTo>
                  <a:pt x="1189" y="1957"/>
                </a:lnTo>
                <a:lnTo>
                  <a:pt x="1189" y="1958"/>
                </a:lnTo>
                <a:lnTo>
                  <a:pt x="1188" y="1958"/>
                </a:lnTo>
                <a:lnTo>
                  <a:pt x="1187" y="1961"/>
                </a:lnTo>
                <a:lnTo>
                  <a:pt x="1185" y="1961"/>
                </a:lnTo>
                <a:lnTo>
                  <a:pt x="1183" y="1964"/>
                </a:lnTo>
                <a:lnTo>
                  <a:pt x="1180" y="1968"/>
                </a:lnTo>
                <a:lnTo>
                  <a:pt x="1179" y="1968"/>
                </a:lnTo>
                <a:lnTo>
                  <a:pt x="1178" y="1966"/>
                </a:lnTo>
                <a:lnTo>
                  <a:pt x="1176" y="1965"/>
                </a:lnTo>
                <a:lnTo>
                  <a:pt x="1175" y="1965"/>
                </a:lnTo>
                <a:lnTo>
                  <a:pt x="1172" y="1968"/>
                </a:lnTo>
                <a:lnTo>
                  <a:pt x="1170" y="1971"/>
                </a:lnTo>
                <a:lnTo>
                  <a:pt x="1169" y="1972"/>
                </a:lnTo>
                <a:lnTo>
                  <a:pt x="1167" y="1977"/>
                </a:lnTo>
                <a:lnTo>
                  <a:pt x="1165" y="1978"/>
                </a:lnTo>
                <a:lnTo>
                  <a:pt x="1163" y="1981"/>
                </a:lnTo>
                <a:lnTo>
                  <a:pt x="1162" y="1981"/>
                </a:lnTo>
                <a:lnTo>
                  <a:pt x="1162" y="1982"/>
                </a:lnTo>
                <a:lnTo>
                  <a:pt x="1161" y="1982"/>
                </a:lnTo>
                <a:lnTo>
                  <a:pt x="1160" y="1982"/>
                </a:lnTo>
                <a:lnTo>
                  <a:pt x="1160" y="1983"/>
                </a:lnTo>
                <a:lnTo>
                  <a:pt x="1159" y="1983"/>
                </a:lnTo>
                <a:lnTo>
                  <a:pt x="1159" y="1984"/>
                </a:lnTo>
                <a:lnTo>
                  <a:pt x="1158" y="1987"/>
                </a:lnTo>
                <a:lnTo>
                  <a:pt x="1158" y="1988"/>
                </a:lnTo>
                <a:lnTo>
                  <a:pt x="1159" y="1989"/>
                </a:lnTo>
                <a:lnTo>
                  <a:pt x="1161" y="1992"/>
                </a:lnTo>
                <a:lnTo>
                  <a:pt x="1160" y="1993"/>
                </a:lnTo>
                <a:lnTo>
                  <a:pt x="1159" y="1994"/>
                </a:lnTo>
                <a:lnTo>
                  <a:pt x="1158" y="1994"/>
                </a:lnTo>
                <a:lnTo>
                  <a:pt x="1157" y="1994"/>
                </a:lnTo>
                <a:lnTo>
                  <a:pt x="1155" y="1993"/>
                </a:lnTo>
                <a:lnTo>
                  <a:pt x="1154" y="1993"/>
                </a:lnTo>
                <a:lnTo>
                  <a:pt x="1153" y="1994"/>
                </a:lnTo>
                <a:lnTo>
                  <a:pt x="1151" y="1995"/>
                </a:lnTo>
                <a:lnTo>
                  <a:pt x="1151" y="1996"/>
                </a:lnTo>
                <a:lnTo>
                  <a:pt x="1150" y="1997"/>
                </a:lnTo>
                <a:lnTo>
                  <a:pt x="1148" y="2001"/>
                </a:lnTo>
                <a:lnTo>
                  <a:pt x="1147" y="2001"/>
                </a:lnTo>
                <a:lnTo>
                  <a:pt x="1145" y="2006"/>
                </a:lnTo>
                <a:lnTo>
                  <a:pt x="1142" y="2009"/>
                </a:lnTo>
                <a:lnTo>
                  <a:pt x="1140" y="2012"/>
                </a:lnTo>
                <a:lnTo>
                  <a:pt x="1140" y="2013"/>
                </a:lnTo>
                <a:lnTo>
                  <a:pt x="1139" y="2014"/>
                </a:lnTo>
                <a:lnTo>
                  <a:pt x="1136" y="2015"/>
                </a:lnTo>
                <a:lnTo>
                  <a:pt x="1132" y="2019"/>
                </a:lnTo>
                <a:lnTo>
                  <a:pt x="1133" y="2020"/>
                </a:lnTo>
                <a:lnTo>
                  <a:pt x="1133" y="2021"/>
                </a:lnTo>
                <a:lnTo>
                  <a:pt x="1134" y="2023"/>
                </a:lnTo>
                <a:lnTo>
                  <a:pt x="1131" y="2027"/>
                </a:lnTo>
                <a:lnTo>
                  <a:pt x="1130" y="2027"/>
                </a:lnTo>
                <a:lnTo>
                  <a:pt x="1130" y="2028"/>
                </a:lnTo>
                <a:lnTo>
                  <a:pt x="1129" y="2028"/>
                </a:lnTo>
                <a:lnTo>
                  <a:pt x="1126" y="2036"/>
                </a:lnTo>
                <a:lnTo>
                  <a:pt x="1126" y="2037"/>
                </a:lnTo>
                <a:lnTo>
                  <a:pt x="1125" y="2037"/>
                </a:lnTo>
                <a:lnTo>
                  <a:pt x="1125" y="2040"/>
                </a:lnTo>
                <a:lnTo>
                  <a:pt x="1125" y="2041"/>
                </a:lnTo>
                <a:lnTo>
                  <a:pt x="1125" y="2042"/>
                </a:lnTo>
                <a:lnTo>
                  <a:pt x="1126" y="2043"/>
                </a:lnTo>
                <a:lnTo>
                  <a:pt x="1125" y="2045"/>
                </a:lnTo>
                <a:lnTo>
                  <a:pt x="1124" y="2046"/>
                </a:lnTo>
                <a:lnTo>
                  <a:pt x="1124" y="2047"/>
                </a:lnTo>
                <a:lnTo>
                  <a:pt x="1123" y="2048"/>
                </a:lnTo>
                <a:lnTo>
                  <a:pt x="1123" y="2052"/>
                </a:lnTo>
                <a:lnTo>
                  <a:pt x="1123" y="2054"/>
                </a:lnTo>
                <a:lnTo>
                  <a:pt x="1124" y="2054"/>
                </a:lnTo>
                <a:lnTo>
                  <a:pt x="1125" y="2055"/>
                </a:lnTo>
                <a:lnTo>
                  <a:pt x="1127" y="2056"/>
                </a:lnTo>
                <a:lnTo>
                  <a:pt x="1129" y="2058"/>
                </a:lnTo>
                <a:lnTo>
                  <a:pt x="1131" y="2059"/>
                </a:lnTo>
                <a:lnTo>
                  <a:pt x="1134" y="2061"/>
                </a:lnTo>
                <a:lnTo>
                  <a:pt x="1135" y="2063"/>
                </a:lnTo>
                <a:lnTo>
                  <a:pt x="1136" y="2063"/>
                </a:lnTo>
                <a:lnTo>
                  <a:pt x="1135" y="2064"/>
                </a:lnTo>
                <a:lnTo>
                  <a:pt x="1135" y="2066"/>
                </a:lnTo>
                <a:lnTo>
                  <a:pt x="1134" y="2066"/>
                </a:lnTo>
                <a:lnTo>
                  <a:pt x="1134" y="2067"/>
                </a:lnTo>
                <a:lnTo>
                  <a:pt x="1134" y="2068"/>
                </a:lnTo>
                <a:lnTo>
                  <a:pt x="1134" y="2069"/>
                </a:lnTo>
                <a:lnTo>
                  <a:pt x="1135" y="2070"/>
                </a:lnTo>
                <a:lnTo>
                  <a:pt x="1135" y="2071"/>
                </a:lnTo>
                <a:lnTo>
                  <a:pt x="1136" y="2072"/>
                </a:lnTo>
                <a:lnTo>
                  <a:pt x="1134" y="2075"/>
                </a:lnTo>
                <a:lnTo>
                  <a:pt x="1132" y="2077"/>
                </a:lnTo>
                <a:lnTo>
                  <a:pt x="1131" y="2078"/>
                </a:lnTo>
                <a:lnTo>
                  <a:pt x="1130" y="2080"/>
                </a:lnTo>
                <a:lnTo>
                  <a:pt x="1128" y="2081"/>
                </a:lnTo>
                <a:lnTo>
                  <a:pt x="1128" y="2082"/>
                </a:lnTo>
                <a:lnTo>
                  <a:pt x="1128" y="2083"/>
                </a:lnTo>
                <a:lnTo>
                  <a:pt x="1127" y="2085"/>
                </a:lnTo>
                <a:lnTo>
                  <a:pt x="1125" y="2086"/>
                </a:lnTo>
                <a:lnTo>
                  <a:pt x="1124" y="2086"/>
                </a:lnTo>
                <a:lnTo>
                  <a:pt x="1123" y="2086"/>
                </a:lnTo>
                <a:lnTo>
                  <a:pt x="1123" y="2085"/>
                </a:lnTo>
                <a:lnTo>
                  <a:pt x="1122" y="2083"/>
                </a:lnTo>
                <a:lnTo>
                  <a:pt x="1120" y="2080"/>
                </a:lnTo>
                <a:lnTo>
                  <a:pt x="1119" y="2080"/>
                </a:lnTo>
                <a:lnTo>
                  <a:pt x="1119" y="2079"/>
                </a:lnTo>
                <a:lnTo>
                  <a:pt x="1118" y="2077"/>
                </a:lnTo>
                <a:lnTo>
                  <a:pt x="1118" y="2076"/>
                </a:lnTo>
                <a:lnTo>
                  <a:pt x="1117" y="2072"/>
                </a:lnTo>
                <a:lnTo>
                  <a:pt x="1114" y="2070"/>
                </a:lnTo>
                <a:lnTo>
                  <a:pt x="1113" y="2070"/>
                </a:lnTo>
                <a:lnTo>
                  <a:pt x="1109" y="2070"/>
                </a:lnTo>
                <a:lnTo>
                  <a:pt x="1110" y="2072"/>
                </a:lnTo>
                <a:lnTo>
                  <a:pt x="1111" y="2074"/>
                </a:lnTo>
                <a:lnTo>
                  <a:pt x="1112" y="2075"/>
                </a:lnTo>
                <a:lnTo>
                  <a:pt x="1112" y="2079"/>
                </a:lnTo>
                <a:lnTo>
                  <a:pt x="1110" y="2084"/>
                </a:lnTo>
                <a:lnTo>
                  <a:pt x="1110" y="2086"/>
                </a:lnTo>
                <a:lnTo>
                  <a:pt x="1110" y="2087"/>
                </a:lnTo>
                <a:lnTo>
                  <a:pt x="1109" y="2091"/>
                </a:lnTo>
                <a:lnTo>
                  <a:pt x="1109" y="2094"/>
                </a:lnTo>
                <a:lnTo>
                  <a:pt x="1110" y="2098"/>
                </a:lnTo>
                <a:lnTo>
                  <a:pt x="1110" y="2102"/>
                </a:lnTo>
                <a:lnTo>
                  <a:pt x="1111" y="2103"/>
                </a:lnTo>
                <a:lnTo>
                  <a:pt x="1111" y="2105"/>
                </a:lnTo>
                <a:lnTo>
                  <a:pt x="1110" y="2105"/>
                </a:lnTo>
                <a:lnTo>
                  <a:pt x="1109" y="2107"/>
                </a:lnTo>
                <a:lnTo>
                  <a:pt x="1109" y="2108"/>
                </a:lnTo>
                <a:lnTo>
                  <a:pt x="1109" y="2109"/>
                </a:lnTo>
                <a:lnTo>
                  <a:pt x="1109" y="2111"/>
                </a:lnTo>
                <a:lnTo>
                  <a:pt x="1109" y="2112"/>
                </a:lnTo>
                <a:lnTo>
                  <a:pt x="1110" y="2112"/>
                </a:lnTo>
                <a:lnTo>
                  <a:pt x="1110" y="2113"/>
                </a:lnTo>
                <a:lnTo>
                  <a:pt x="1110" y="2114"/>
                </a:lnTo>
                <a:lnTo>
                  <a:pt x="1110" y="2115"/>
                </a:lnTo>
                <a:lnTo>
                  <a:pt x="1110" y="2117"/>
                </a:lnTo>
                <a:lnTo>
                  <a:pt x="1109" y="2117"/>
                </a:lnTo>
                <a:lnTo>
                  <a:pt x="1108" y="2118"/>
                </a:lnTo>
                <a:lnTo>
                  <a:pt x="1108" y="2119"/>
                </a:lnTo>
                <a:lnTo>
                  <a:pt x="1106" y="2118"/>
                </a:lnTo>
                <a:lnTo>
                  <a:pt x="1104" y="2118"/>
                </a:lnTo>
                <a:lnTo>
                  <a:pt x="1103" y="2118"/>
                </a:lnTo>
                <a:lnTo>
                  <a:pt x="1102" y="2119"/>
                </a:lnTo>
                <a:lnTo>
                  <a:pt x="1101" y="2120"/>
                </a:lnTo>
                <a:lnTo>
                  <a:pt x="1099" y="2121"/>
                </a:lnTo>
                <a:lnTo>
                  <a:pt x="1097" y="2121"/>
                </a:lnTo>
                <a:lnTo>
                  <a:pt x="1095" y="2122"/>
                </a:lnTo>
                <a:lnTo>
                  <a:pt x="1092" y="2122"/>
                </a:lnTo>
                <a:lnTo>
                  <a:pt x="1091" y="2122"/>
                </a:lnTo>
                <a:lnTo>
                  <a:pt x="1091" y="2121"/>
                </a:lnTo>
                <a:lnTo>
                  <a:pt x="1090" y="2121"/>
                </a:lnTo>
                <a:lnTo>
                  <a:pt x="1088" y="2120"/>
                </a:lnTo>
                <a:lnTo>
                  <a:pt x="1088" y="2119"/>
                </a:lnTo>
                <a:lnTo>
                  <a:pt x="1087" y="2119"/>
                </a:lnTo>
                <a:lnTo>
                  <a:pt x="1086" y="2118"/>
                </a:lnTo>
                <a:lnTo>
                  <a:pt x="1085" y="2118"/>
                </a:lnTo>
                <a:lnTo>
                  <a:pt x="1084" y="2118"/>
                </a:lnTo>
                <a:lnTo>
                  <a:pt x="1080" y="2120"/>
                </a:lnTo>
                <a:lnTo>
                  <a:pt x="1078" y="2120"/>
                </a:lnTo>
                <a:lnTo>
                  <a:pt x="1077" y="2121"/>
                </a:lnTo>
                <a:lnTo>
                  <a:pt x="1076" y="2122"/>
                </a:lnTo>
                <a:lnTo>
                  <a:pt x="1075" y="2122"/>
                </a:lnTo>
                <a:lnTo>
                  <a:pt x="1075" y="2123"/>
                </a:lnTo>
                <a:lnTo>
                  <a:pt x="1074" y="2123"/>
                </a:lnTo>
                <a:lnTo>
                  <a:pt x="1073" y="2124"/>
                </a:lnTo>
                <a:lnTo>
                  <a:pt x="1072" y="2124"/>
                </a:lnTo>
                <a:lnTo>
                  <a:pt x="1071" y="2124"/>
                </a:lnTo>
                <a:lnTo>
                  <a:pt x="1068" y="2125"/>
                </a:lnTo>
                <a:lnTo>
                  <a:pt x="1065" y="2126"/>
                </a:lnTo>
                <a:lnTo>
                  <a:pt x="1064" y="2126"/>
                </a:lnTo>
                <a:lnTo>
                  <a:pt x="1063" y="2126"/>
                </a:lnTo>
                <a:lnTo>
                  <a:pt x="1061" y="2126"/>
                </a:lnTo>
                <a:lnTo>
                  <a:pt x="1061" y="2125"/>
                </a:lnTo>
                <a:lnTo>
                  <a:pt x="1061" y="2124"/>
                </a:lnTo>
                <a:lnTo>
                  <a:pt x="1060" y="2123"/>
                </a:lnTo>
                <a:lnTo>
                  <a:pt x="1059" y="2122"/>
                </a:lnTo>
                <a:lnTo>
                  <a:pt x="1058" y="2122"/>
                </a:lnTo>
                <a:lnTo>
                  <a:pt x="1055" y="2122"/>
                </a:lnTo>
                <a:lnTo>
                  <a:pt x="1052" y="2123"/>
                </a:lnTo>
                <a:lnTo>
                  <a:pt x="1051" y="2124"/>
                </a:lnTo>
                <a:lnTo>
                  <a:pt x="1051" y="2125"/>
                </a:lnTo>
                <a:lnTo>
                  <a:pt x="1050" y="2126"/>
                </a:lnTo>
                <a:lnTo>
                  <a:pt x="1047" y="2128"/>
                </a:lnTo>
                <a:lnTo>
                  <a:pt x="1046" y="2128"/>
                </a:lnTo>
                <a:lnTo>
                  <a:pt x="1045" y="2128"/>
                </a:lnTo>
                <a:lnTo>
                  <a:pt x="1044" y="2127"/>
                </a:lnTo>
                <a:lnTo>
                  <a:pt x="1042" y="2126"/>
                </a:lnTo>
                <a:lnTo>
                  <a:pt x="1040" y="2126"/>
                </a:lnTo>
                <a:lnTo>
                  <a:pt x="1039" y="2126"/>
                </a:lnTo>
                <a:lnTo>
                  <a:pt x="1037" y="2124"/>
                </a:lnTo>
                <a:lnTo>
                  <a:pt x="1034" y="2125"/>
                </a:lnTo>
                <a:lnTo>
                  <a:pt x="1033" y="2125"/>
                </a:lnTo>
                <a:lnTo>
                  <a:pt x="1032" y="2123"/>
                </a:lnTo>
                <a:lnTo>
                  <a:pt x="1032" y="2122"/>
                </a:lnTo>
                <a:lnTo>
                  <a:pt x="1033" y="2121"/>
                </a:lnTo>
                <a:lnTo>
                  <a:pt x="1033" y="2120"/>
                </a:lnTo>
                <a:lnTo>
                  <a:pt x="1033" y="2119"/>
                </a:lnTo>
                <a:lnTo>
                  <a:pt x="1032" y="2115"/>
                </a:lnTo>
                <a:lnTo>
                  <a:pt x="1032" y="2114"/>
                </a:lnTo>
                <a:lnTo>
                  <a:pt x="1031" y="2114"/>
                </a:lnTo>
                <a:lnTo>
                  <a:pt x="1030" y="2114"/>
                </a:lnTo>
                <a:lnTo>
                  <a:pt x="1030" y="2112"/>
                </a:lnTo>
                <a:lnTo>
                  <a:pt x="1029" y="2110"/>
                </a:lnTo>
                <a:lnTo>
                  <a:pt x="1029" y="2107"/>
                </a:lnTo>
                <a:lnTo>
                  <a:pt x="1024" y="2106"/>
                </a:lnTo>
                <a:lnTo>
                  <a:pt x="1023" y="2105"/>
                </a:lnTo>
                <a:lnTo>
                  <a:pt x="1022" y="2105"/>
                </a:lnTo>
                <a:lnTo>
                  <a:pt x="1020" y="2104"/>
                </a:lnTo>
                <a:lnTo>
                  <a:pt x="1019" y="2105"/>
                </a:lnTo>
                <a:lnTo>
                  <a:pt x="1015" y="2103"/>
                </a:lnTo>
                <a:lnTo>
                  <a:pt x="1015" y="2102"/>
                </a:lnTo>
                <a:lnTo>
                  <a:pt x="1014" y="2102"/>
                </a:lnTo>
                <a:lnTo>
                  <a:pt x="1013" y="2102"/>
                </a:lnTo>
                <a:lnTo>
                  <a:pt x="1012" y="2102"/>
                </a:lnTo>
                <a:lnTo>
                  <a:pt x="1010" y="2101"/>
                </a:lnTo>
                <a:lnTo>
                  <a:pt x="1009" y="2101"/>
                </a:lnTo>
                <a:lnTo>
                  <a:pt x="1008" y="2101"/>
                </a:lnTo>
                <a:lnTo>
                  <a:pt x="1006" y="2100"/>
                </a:lnTo>
                <a:lnTo>
                  <a:pt x="1005" y="2100"/>
                </a:lnTo>
                <a:lnTo>
                  <a:pt x="1003" y="2099"/>
                </a:lnTo>
                <a:lnTo>
                  <a:pt x="1001" y="2097"/>
                </a:lnTo>
                <a:lnTo>
                  <a:pt x="999" y="2096"/>
                </a:lnTo>
                <a:lnTo>
                  <a:pt x="1000" y="2095"/>
                </a:lnTo>
                <a:lnTo>
                  <a:pt x="999" y="2095"/>
                </a:lnTo>
                <a:lnTo>
                  <a:pt x="998" y="2095"/>
                </a:lnTo>
                <a:lnTo>
                  <a:pt x="998" y="2096"/>
                </a:lnTo>
                <a:lnTo>
                  <a:pt x="995" y="2098"/>
                </a:lnTo>
                <a:lnTo>
                  <a:pt x="994" y="2097"/>
                </a:lnTo>
                <a:lnTo>
                  <a:pt x="987" y="2095"/>
                </a:lnTo>
                <a:lnTo>
                  <a:pt x="986" y="2094"/>
                </a:lnTo>
                <a:lnTo>
                  <a:pt x="985" y="2094"/>
                </a:lnTo>
                <a:lnTo>
                  <a:pt x="981" y="2089"/>
                </a:lnTo>
                <a:lnTo>
                  <a:pt x="979" y="2088"/>
                </a:lnTo>
                <a:lnTo>
                  <a:pt x="977" y="2088"/>
                </a:lnTo>
                <a:lnTo>
                  <a:pt x="976" y="2088"/>
                </a:lnTo>
                <a:lnTo>
                  <a:pt x="975" y="2089"/>
                </a:lnTo>
                <a:lnTo>
                  <a:pt x="972" y="2089"/>
                </a:lnTo>
                <a:lnTo>
                  <a:pt x="971" y="2087"/>
                </a:lnTo>
                <a:lnTo>
                  <a:pt x="972" y="2086"/>
                </a:lnTo>
                <a:lnTo>
                  <a:pt x="974" y="2081"/>
                </a:lnTo>
                <a:lnTo>
                  <a:pt x="973" y="2081"/>
                </a:lnTo>
                <a:lnTo>
                  <a:pt x="973" y="2080"/>
                </a:lnTo>
                <a:lnTo>
                  <a:pt x="971" y="2079"/>
                </a:lnTo>
                <a:lnTo>
                  <a:pt x="970" y="2078"/>
                </a:lnTo>
                <a:lnTo>
                  <a:pt x="969" y="2077"/>
                </a:lnTo>
                <a:lnTo>
                  <a:pt x="968" y="2077"/>
                </a:lnTo>
                <a:lnTo>
                  <a:pt x="968" y="2076"/>
                </a:lnTo>
                <a:lnTo>
                  <a:pt x="967" y="2076"/>
                </a:lnTo>
                <a:lnTo>
                  <a:pt x="966" y="2075"/>
                </a:lnTo>
                <a:lnTo>
                  <a:pt x="965" y="2074"/>
                </a:lnTo>
                <a:lnTo>
                  <a:pt x="965" y="2073"/>
                </a:lnTo>
                <a:lnTo>
                  <a:pt x="965" y="2072"/>
                </a:lnTo>
                <a:lnTo>
                  <a:pt x="964" y="2071"/>
                </a:lnTo>
                <a:lnTo>
                  <a:pt x="964" y="2070"/>
                </a:lnTo>
                <a:lnTo>
                  <a:pt x="963" y="2069"/>
                </a:lnTo>
                <a:lnTo>
                  <a:pt x="960" y="2068"/>
                </a:lnTo>
                <a:lnTo>
                  <a:pt x="958" y="2068"/>
                </a:lnTo>
                <a:lnTo>
                  <a:pt x="957" y="2068"/>
                </a:lnTo>
                <a:lnTo>
                  <a:pt x="957" y="2067"/>
                </a:lnTo>
                <a:lnTo>
                  <a:pt x="956" y="2067"/>
                </a:lnTo>
                <a:lnTo>
                  <a:pt x="954" y="2067"/>
                </a:lnTo>
                <a:lnTo>
                  <a:pt x="954" y="2066"/>
                </a:lnTo>
                <a:lnTo>
                  <a:pt x="953" y="2065"/>
                </a:lnTo>
                <a:lnTo>
                  <a:pt x="952" y="2065"/>
                </a:lnTo>
                <a:lnTo>
                  <a:pt x="951" y="2064"/>
                </a:lnTo>
                <a:lnTo>
                  <a:pt x="950" y="2063"/>
                </a:lnTo>
                <a:lnTo>
                  <a:pt x="949" y="2062"/>
                </a:lnTo>
                <a:lnTo>
                  <a:pt x="948" y="2061"/>
                </a:lnTo>
                <a:lnTo>
                  <a:pt x="947" y="2060"/>
                </a:lnTo>
                <a:lnTo>
                  <a:pt x="946" y="2060"/>
                </a:lnTo>
                <a:lnTo>
                  <a:pt x="945" y="2060"/>
                </a:lnTo>
                <a:lnTo>
                  <a:pt x="945" y="2061"/>
                </a:lnTo>
                <a:lnTo>
                  <a:pt x="944" y="2061"/>
                </a:lnTo>
                <a:lnTo>
                  <a:pt x="944" y="2060"/>
                </a:lnTo>
                <a:lnTo>
                  <a:pt x="943" y="2060"/>
                </a:lnTo>
                <a:lnTo>
                  <a:pt x="943" y="2061"/>
                </a:lnTo>
                <a:lnTo>
                  <a:pt x="942" y="2061"/>
                </a:lnTo>
                <a:lnTo>
                  <a:pt x="942" y="2063"/>
                </a:lnTo>
                <a:lnTo>
                  <a:pt x="934" y="2065"/>
                </a:lnTo>
                <a:lnTo>
                  <a:pt x="933" y="2066"/>
                </a:lnTo>
                <a:lnTo>
                  <a:pt x="933" y="2067"/>
                </a:lnTo>
                <a:lnTo>
                  <a:pt x="930" y="2066"/>
                </a:lnTo>
                <a:lnTo>
                  <a:pt x="926" y="2065"/>
                </a:lnTo>
                <a:lnTo>
                  <a:pt x="924" y="2065"/>
                </a:lnTo>
                <a:lnTo>
                  <a:pt x="921" y="2064"/>
                </a:lnTo>
                <a:lnTo>
                  <a:pt x="920" y="2063"/>
                </a:lnTo>
                <a:lnTo>
                  <a:pt x="919" y="2063"/>
                </a:lnTo>
                <a:lnTo>
                  <a:pt x="918" y="2063"/>
                </a:lnTo>
                <a:lnTo>
                  <a:pt x="917" y="2062"/>
                </a:lnTo>
                <a:lnTo>
                  <a:pt x="916" y="2062"/>
                </a:lnTo>
                <a:lnTo>
                  <a:pt x="915" y="2062"/>
                </a:lnTo>
                <a:lnTo>
                  <a:pt x="914" y="2061"/>
                </a:lnTo>
                <a:lnTo>
                  <a:pt x="913" y="2061"/>
                </a:lnTo>
                <a:lnTo>
                  <a:pt x="912" y="2061"/>
                </a:lnTo>
                <a:lnTo>
                  <a:pt x="911" y="2060"/>
                </a:lnTo>
                <a:lnTo>
                  <a:pt x="908" y="2060"/>
                </a:lnTo>
                <a:lnTo>
                  <a:pt x="907" y="2060"/>
                </a:lnTo>
                <a:lnTo>
                  <a:pt x="907" y="2059"/>
                </a:lnTo>
                <a:lnTo>
                  <a:pt x="906" y="2059"/>
                </a:lnTo>
                <a:lnTo>
                  <a:pt x="904" y="2058"/>
                </a:lnTo>
                <a:lnTo>
                  <a:pt x="904" y="2057"/>
                </a:lnTo>
                <a:lnTo>
                  <a:pt x="902" y="2056"/>
                </a:lnTo>
                <a:lnTo>
                  <a:pt x="901" y="2055"/>
                </a:lnTo>
                <a:lnTo>
                  <a:pt x="899" y="2054"/>
                </a:lnTo>
                <a:lnTo>
                  <a:pt x="898" y="2054"/>
                </a:lnTo>
                <a:lnTo>
                  <a:pt x="896" y="2053"/>
                </a:lnTo>
                <a:lnTo>
                  <a:pt x="895" y="2053"/>
                </a:lnTo>
                <a:lnTo>
                  <a:pt x="895" y="2052"/>
                </a:lnTo>
                <a:lnTo>
                  <a:pt x="894" y="2052"/>
                </a:lnTo>
                <a:lnTo>
                  <a:pt x="892" y="2052"/>
                </a:lnTo>
                <a:lnTo>
                  <a:pt x="891" y="2051"/>
                </a:lnTo>
                <a:lnTo>
                  <a:pt x="888" y="2050"/>
                </a:lnTo>
                <a:lnTo>
                  <a:pt x="887" y="2049"/>
                </a:lnTo>
                <a:lnTo>
                  <a:pt x="885" y="2048"/>
                </a:lnTo>
                <a:lnTo>
                  <a:pt x="884" y="2048"/>
                </a:lnTo>
                <a:lnTo>
                  <a:pt x="884" y="2047"/>
                </a:lnTo>
                <a:lnTo>
                  <a:pt x="883" y="2045"/>
                </a:lnTo>
                <a:lnTo>
                  <a:pt x="882" y="2044"/>
                </a:lnTo>
                <a:lnTo>
                  <a:pt x="881" y="2044"/>
                </a:lnTo>
                <a:lnTo>
                  <a:pt x="880" y="2043"/>
                </a:lnTo>
                <a:lnTo>
                  <a:pt x="878" y="2043"/>
                </a:lnTo>
                <a:lnTo>
                  <a:pt x="878" y="2041"/>
                </a:lnTo>
                <a:lnTo>
                  <a:pt x="889" y="2031"/>
                </a:lnTo>
                <a:lnTo>
                  <a:pt x="894" y="2020"/>
                </a:lnTo>
                <a:lnTo>
                  <a:pt x="894" y="2017"/>
                </a:lnTo>
                <a:lnTo>
                  <a:pt x="894" y="2013"/>
                </a:lnTo>
                <a:lnTo>
                  <a:pt x="895" y="2004"/>
                </a:lnTo>
                <a:lnTo>
                  <a:pt x="897" y="1995"/>
                </a:lnTo>
                <a:lnTo>
                  <a:pt x="899" y="1989"/>
                </a:lnTo>
                <a:lnTo>
                  <a:pt x="904" y="1984"/>
                </a:lnTo>
                <a:lnTo>
                  <a:pt x="908" y="1977"/>
                </a:lnTo>
                <a:lnTo>
                  <a:pt x="911" y="1972"/>
                </a:lnTo>
                <a:lnTo>
                  <a:pt x="923" y="1958"/>
                </a:lnTo>
                <a:lnTo>
                  <a:pt x="924" y="1948"/>
                </a:lnTo>
                <a:lnTo>
                  <a:pt x="924" y="1945"/>
                </a:lnTo>
                <a:lnTo>
                  <a:pt x="924" y="1944"/>
                </a:lnTo>
                <a:lnTo>
                  <a:pt x="923" y="1944"/>
                </a:lnTo>
                <a:lnTo>
                  <a:pt x="922" y="1943"/>
                </a:lnTo>
                <a:lnTo>
                  <a:pt x="922" y="1942"/>
                </a:lnTo>
                <a:lnTo>
                  <a:pt x="920" y="1941"/>
                </a:lnTo>
                <a:lnTo>
                  <a:pt x="919" y="1941"/>
                </a:lnTo>
                <a:lnTo>
                  <a:pt x="918" y="1941"/>
                </a:lnTo>
                <a:lnTo>
                  <a:pt x="917" y="1940"/>
                </a:lnTo>
                <a:lnTo>
                  <a:pt x="915" y="1939"/>
                </a:lnTo>
                <a:lnTo>
                  <a:pt x="914" y="1938"/>
                </a:lnTo>
                <a:lnTo>
                  <a:pt x="914" y="1937"/>
                </a:lnTo>
                <a:lnTo>
                  <a:pt x="913" y="1937"/>
                </a:lnTo>
                <a:lnTo>
                  <a:pt x="913" y="1936"/>
                </a:lnTo>
                <a:lnTo>
                  <a:pt x="912" y="1935"/>
                </a:lnTo>
                <a:lnTo>
                  <a:pt x="912" y="1934"/>
                </a:lnTo>
                <a:lnTo>
                  <a:pt x="912" y="1933"/>
                </a:lnTo>
                <a:lnTo>
                  <a:pt x="912" y="1932"/>
                </a:lnTo>
                <a:lnTo>
                  <a:pt x="911" y="1931"/>
                </a:lnTo>
                <a:lnTo>
                  <a:pt x="911" y="1930"/>
                </a:lnTo>
                <a:lnTo>
                  <a:pt x="911" y="1929"/>
                </a:lnTo>
                <a:lnTo>
                  <a:pt x="910" y="1929"/>
                </a:lnTo>
                <a:lnTo>
                  <a:pt x="910" y="1928"/>
                </a:lnTo>
                <a:lnTo>
                  <a:pt x="910" y="1927"/>
                </a:lnTo>
                <a:lnTo>
                  <a:pt x="910" y="1926"/>
                </a:lnTo>
                <a:lnTo>
                  <a:pt x="909" y="1925"/>
                </a:lnTo>
                <a:lnTo>
                  <a:pt x="909" y="1924"/>
                </a:lnTo>
                <a:lnTo>
                  <a:pt x="909" y="1923"/>
                </a:lnTo>
                <a:lnTo>
                  <a:pt x="908" y="1923"/>
                </a:lnTo>
                <a:lnTo>
                  <a:pt x="908" y="1922"/>
                </a:lnTo>
                <a:lnTo>
                  <a:pt x="907" y="1922"/>
                </a:lnTo>
                <a:lnTo>
                  <a:pt x="907" y="1921"/>
                </a:lnTo>
                <a:lnTo>
                  <a:pt x="907" y="1920"/>
                </a:lnTo>
                <a:lnTo>
                  <a:pt x="906" y="1920"/>
                </a:lnTo>
                <a:lnTo>
                  <a:pt x="906" y="1919"/>
                </a:lnTo>
                <a:lnTo>
                  <a:pt x="906" y="1918"/>
                </a:lnTo>
                <a:lnTo>
                  <a:pt x="907" y="1918"/>
                </a:lnTo>
                <a:lnTo>
                  <a:pt x="907" y="1916"/>
                </a:lnTo>
                <a:lnTo>
                  <a:pt x="908" y="1915"/>
                </a:lnTo>
                <a:lnTo>
                  <a:pt x="908" y="1914"/>
                </a:lnTo>
                <a:lnTo>
                  <a:pt x="907" y="1913"/>
                </a:lnTo>
                <a:lnTo>
                  <a:pt x="907" y="1912"/>
                </a:lnTo>
                <a:lnTo>
                  <a:pt x="908" y="1910"/>
                </a:lnTo>
                <a:lnTo>
                  <a:pt x="907" y="1909"/>
                </a:lnTo>
                <a:lnTo>
                  <a:pt x="907" y="1908"/>
                </a:lnTo>
                <a:lnTo>
                  <a:pt x="906" y="1908"/>
                </a:lnTo>
                <a:lnTo>
                  <a:pt x="906" y="1907"/>
                </a:lnTo>
                <a:lnTo>
                  <a:pt x="907" y="1906"/>
                </a:lnTo>
                <a:lnTo>
                  <a:pt x="906" y="1904"/>
                </a:lnTo>
                <a:lnTo>
                  <a:pt x="905" y="1903"/>
                </a:lnTo>
                <a:lnTo>
                  <a:pt x="904" y="1903"/>
                </a:lnTo>
                <a:lnTo>
                  <a:pt x="903" y="1903"/>
                </a:lnTo>
                <a:lnTo>
                  <a:pt x="902" y="1903"/>
                </a:lnTo>
                <a:lnTo>
                  <a:pt x="902" y="1902"/>
                </a:lnTo>
                <a:lnTo>
                  <a:pt x="902" y="1901"/>
                </a:lnTo>
                <a:lnTo>
                  <a:pt x="900" y="1901"/>
                </a:lnTo>
                <a:lnTo>
                  <a:pt x="900" y="1902"/>
                </a:lnTo>
                <a:lnTo>
                  <a:pt x="898" y="1903"/>
                </a:lnTo>
                <a:lnTo>
                  <a:pt x="896" y="1904"/>
                </a:lnTo>
                <a:lnTo>
                  <a:pt x="895" y="1905"/>
                </a:lnTo>
                <a:lnTo>
                  <a:pt x="894" y="1905"/>
                </a:lnTo>
                <a:lnTo>
                  <a:pt x="892" y="1905"/>
                </a:lnTo>
                <a:lnTo>
                  <a:pt x="891" y="1904"/>
                </a:lnTo>
                <a:lnTo>
                  <a:pt x="890" y="1904"/>
                </a:lnTo>
                <a:lnTo>
                  <a:pt x="887" y="1903"/>
                </a:lnTo>
                <a:lnTo>
                  <a:pt x="885" y="1907"/>
                </a:lnTo>
                <a:lnTo>
                  <a:pt x="883" y="1908"/>
                </a:lnTo>
                <a:lnTo>
                  <a:pt x="880" y="1912"/>
                </a:lnTo>
                <a:lnTo>
                  <a:pt x="878" y="1916"/>
                </a:lnTo>
                <a:lnTo>
                  <a:pt x="877" y="1916"/>
                </a:lnTo>
                <a:lnTo>
                  <a:pt x="876" y="1916"/>
                </a:lnTo>
                <a:lnTo>
                  <a:pt x="874" y="1915"/>
                </a:lnTo>
                <a:lnTo>
                  <a:pt x="873" y="1915"/>
                </a:lnTo>
                <a:lnTo>
                  <a:pt x="871" y="1915"/>
                </a:lnTo>
                <a:lnTo>
                  <a:pt x="871" y="1914"/>
                </a:lnTo>
                <a:lnTo>
                  <a:pt x="868" y="1915"/>
                </a:lnTo>
                <a:lnTo>
                  <a:pt x="865" y="1915"/>
                </a:lnTo>
                <a:lnTo>
                  <a:pt x="864" y="1915"/>
                </a:lnTo>
                <a:lnTo>
                  <a:pt x="863" y="1915"/>
                </a:lnTo>
                <a:lnTo>
                  <a:pt x="862" y="1915"/>
                </a:lnTo>
                <a:lnTo>
                  <a:pt x="860" y="1915"/>
                </a:lnTo>
                <a:lnTo>
                  <a:pt x="860" y="1916"/>
                </a:lnTo>
                <a:lnTo>
                  <a:pt x="858" y="1916"/>
                </a:lnTo>
                <a:lnTo>
                  <a:pt x="857" y="1916"/>
                </a:lnTo>
                <a:lnTo>
                  <a:pt x="856" y="1916"/>
                </a:lnTo>
                <a:lnTo>
                  <a:pt x="856" y="1917"/>
                </a:lnTo>
                <a:lnTo>
                  <a:pt x="856" y="1919"/>
                </a:lnTo>
                <a:lnTo>
                  <a:pt x="856" y="1920"/>
                </a:lnTo>
                <a:lnTo>
                  <a:pt x="856" y="1921"/>
                </a:lnTo>
                <a:lnTo>
                  <a:pt x="856" y="1922"/>
                </a:lnTo>
                <a:lnTo>
                  <a:pt x="857" y="1922"/>
                </a:lnTo>
                <a:lnTo>
                  <a:pt x="857" y="1923"/>
                </a:lnTo>
                <a:lnTo>
                  <a:pt x="857" y="1924"/>
                </a:lnTo>
                <a:lnTo>
                  <a:pt x="856" y="1925"/>
                </a:lnTo>
                <a:lnTo>
                  <a:pt x="856" y="1927"/>
                </a:lnTo>
                <a:lnTo>
                  <a:pt x="857" y="1927"/>
                </a:lnTo>
                <a:lnTo>
                  <a:pt x="857" y="1928"/>
                </a:lnTo>
                <a:lnTo>
                  <a:pt x="857" y="1931"/>
                </a:lnTo>
                <a:lnTo>
                  <a:pt x="857" y="1933"/>
                </a:lnTo>
                <a:lnTo>
                  <a:pt x="857" y="1934"/>
                </a:lnTo>
                <a:lnTo>
                  <a:pt x="855" y="1934"/>
                </a:lnTo>
                <a:lnTo>
                  <a:pt x="854" y="1935"/>
                </a:lnTo>
                <a:lnTo>
                  <a:pt x="853" y="1935"/>
                </a:lnTo>
                <a:lnTo>
                  <a:pt x="852" y="1934"/>
                </a:lnTo>
                <a:lnTo>
                  <a:pt x="851" y="1934"/>
                </a:lnTo>
                <a:lnTo>
                  <a:pt x="850" y="1935"/>
                </a:lnTo>
                <a:lnTo>
                  <a:pt x="849" y="1934"/>
                </a:lnTo>
                <a:lnTo>
                  <a:pt x="848" y="1934"/>
                </a:lnTo>
                <a:lnTo>
                  <a:pt x="847" y="1933"/>
                </a:lnTo>
                <a:lnTo>
                  <a:pt x="846" y="1933"/>
                </a:lnTo>
                <a:lnTo>
                  <a:pt x="846" y="1932"/>
                </a:lnTo>
                <a:lnTo>
                  <a:pt x="845" y="1932"/>
                </a:lnTo>
                <a:lnTo>
                  <a:pt x="844" y="1932"/>
                </a:lnTo>
                <a:lnTo>
                  <a:pt x="843" y="1932"/>
                </a:lnTo>
                <a:lnTo>
                  <a:pt x="842" y="1934"/>
                </a:lnTo>
                <a:lnTo>
                  <a:pt x="841" y="1935"/>
                </a:lnTo>
                <a:lnTo>
                  <a:pt x="841" y="1936"/>
                </a:lnTo>
                <a:lnTo>
                  <a:pt x="840" y="1936"/>
                </a:lnTo>
                <a:lnTo>
                  <a:pt x="840" y="1937"/>
                </a:lnTo>
                <a:lnTo>
                  <a:pt x="840" y="1939"/>
                </a:lnTo>
                <a:lnTo>
                  <a:pt x="839" y="1940"/>
                </a:lnTo>
                <a:lnTo>
                  <a:pt x="838" y="1941"/>
                </a:lnTo>
                <a:lnTo>
                  <a:pt x="838" y="1942"/>
                </a:lnTo>
                <a:lnTo>
                  <a:pt x="838" y="1943"/>
                </a:lnTo>
                <a:lnTo>
                  <a:pt x="837" y="1943"/>
                </a:lnTo>
                <a:lnTo>
                  <a:pt x="837" y="1945"/>
                </a:lnTo>
                <a:lnTo>
                  <a:pt x="837" y="1946"/>
                </a:lnTo>
                <a:lnTo>
                  <a:pt x="837" y="1947"/>
                </a:lnTo>
                <a:lnTo>
                  <a:pt x="837" y="1948"/>
                </a:lnTo>
                <a:lnTo>
                  <a:pt x="836" y="1948"/>
                </a:lnTo>
                <a:lnTo>
                  <a:pt x="836" y="1949"/>
                </a:lnTo>
                <a:lnTo>
                  <a:pt x="837" y="1949"/>
                </a:lnTo>
                <a:lnTo>
                  <a:pt x="837" y="1950"/>
                </a:lnTo>
                <a:lnTo>
                  <a:pt x="838" y="1950"/>
                </a:lnTo>
                <a:lnTo>
                  <a:pt x="837" y="1951"/>
                </a:lnTo>
                <a:lnTo>
                  <a:pt x="837" y="1952"/>
                </a:lnTo>
                <a:lnTo>
                  <a:pt x="837" y="1953"/>
                </a:lnTo>
                <a:lnTo>
                  <a:pt x="835" y="1954"/>
                </a:lnTo>
                <a:lnTo>
                  <a:pt x="835" y="1955"/>
                </a:lnTo>
                <a:lnTo>
                  <a:pt x="835" y="1956"/>
                </a:lnTo>
                <a:lnTo>
                  <a:pt x="835" y="1957"/>
                </a:lnTo>
                <a:lnTo>
                  <a:pt x="834" y="1958"/>
                </a:lnTo>
                <a:lnTo>
                  <a:pt x="833" y="1958"/>
                </a:lnTo>
                <a:lnTo>
                  <a:pt x="833" y="1957"/>
                </a:lnTo>
                <a:lnTo>
                  <a:pt x="832" y="1957"/>
                </a:lnTo>
                <a:lnTo>
                  <a:pt x="832" y="1958"/>
                </a:lnTo>
                <a:lnTo>
                  <a:pt x="831" y="1958"/>
                </a:lnTo>
                <a:lnTo>
                  <a:pt x="831" y="1959"/>
                </a:lnTo>
                <a:lnTo>
                  <a:pt x="830" y="1960"/>
                </a:lnTo>
                <a:lnTo>
                  <a:pt x="829" y="1960"/>
                </a:lnTo>
                <a:lnTo>
                  <a:pt x="829" y="1961"/>
                </a:lnTo>
                <a:lnTo>
                  <a:pt x="829" y="1962"/>
                </a:lnTo>
                <a:lnTo>
                  <a:pt x="829" y="1963"/>
                </a:lnTo>
                <a:lnTo>
                  <a:pt x="828" y="1963"/>
                </a:lnTo>
                <a:lnTo>
                  <a:pt x="826" y="1965"/>
                </a:lnTo>
                <a:lnTo>
                  <a:pt x="826" y="1966"/>
                </a:lnTo>
                <a:lnTo>
                  <a:pt x="827" y="1969"/>
                </a:lnTo>
                <a:lnTo>
                  <a:pt x="828" y="1969"/>
                </a:lnTo>
                <a:lnTo>
                  <a:pt x="829" y="1969"/>
                </a:lnTo>
                <a:lnTo>
                  <a:pt x="829" y="1970"/>
                </a:lnTo>
                <a:lnTo>
                  <a:pt x="828" y="1971"/>
                </a:lnTo>
                <a:lnTo>
                  <a:pt x="827" y="1972"/>
                </a:lnTo>
                <a:lnTo>
                  <a:pt x="826" y="1973"/>
                </a:lnTo>
                <a:lnTo>
                  <a:pt x="824" y="1975"/>
                </a:lnTo>
                <a:lnTo>
                  <a:pt x="823" y="1976"/>
                </a:lnTo>
                <a:lnTo>
                  <a:pt x="823" y="1977"/>
                </a:lnTo>
                <a:lnTo>
                  <a:pt x="823" y="1978"/>
                </a:lnTo>
                <a:lnTo>
                  <a:pt x="819" y="1980"/>
                </a:lnTo>
                <a:lnTo>
                  <a:pt x="819" y="1981"/>
                </a:lnTo>
                <a:lnTo>
                  <a:pt x="819" y="1982"/>
                </a:lnTo>
                <a:lnTo>
                  <a:pt x="820" y="1982"/>
                </a:lnTo>
                <a:lnTo>
                  <a:pt x="820" y="1984"/>
                </a:lnTo>
                <a:lnTo>
                  <a:pt x="819" y="1984"/>
                </a:lnTo>
                <a:lnTo>
                  <a:pt x="819" y="1985"/>
                </a:lnTo>
                <a:lnTo>
                  <a:pt x="820" y="1985"/>
                </a:lnTo>
                <a:lnTo>
                  <a:pt x="820" y="1986"/>
                </a:lnTo>
                <a:lnTo>
                  <a:pt x="820" y="1987"/>
                </a:lnTo>
                <a:lnTo>
                  <a:pt x="820" y="1988"/>
                </a:lnTo>
                <a:lnTo>
                  <a:pt x="819" y="1989"/>
                </a:lnTo>
                <a:lnTo>
                  <a:pt x="818" y="1990"/>
                </a:lnTo>
                <a:lnTo>
                  <a:pt x="818" y="1991"/>
                </a:lnTo>
                <a:lnTo>
                  <a:pt x="819" y="1992"/>
                </a:lnTo>
                <a:lnTo>
                  <a:pt x="819" y="1993"/>
                </a:lnTo>
                <a:lnTo>
                  <a:pt x="818" y="1995"/>
                </a:lnTo>
                <a:lnTo>
                  <a:pt x="817" y="1995"/>
                </a:lnTo>
                <a:lnTo>
                  <a:pt x="817" y="1996"/>
                </a:lnTo>
                <a:lnTo>
                  <a:pt x="817" y="1997"/>
                </a:lnTo>
                <a:lnTo>
                  <a:pt x="817" y="1998"/>
                </a:lnTo>
                <a:lnTo>
                  <a:pt x="816" y="1998"/>
                </a:lnTo>
                <a:lnTo>
                  <a:pt x="815" y="1998"/>
                </a:lnTo>
                <a:lnTo>
                  <a:pt x="815" y="1999"/>
                </a:lnTo>
                <a:lnTo>
                  <a:pt x="815" y="2001"/>
                </a:lnTo>
                <a:lnTo>
                  <a:pt x="815" y="2002"/>
                </a:lnTo>
                <a:lnTo>
                  <a:pt x="815" y="2003"/>
                </a:lnTo>
                <a:lnTo>
                  <a:pt x="816" y="2004"/>
                </a:lnTo>
                <a:lnTo>
                  <a:pt x="816" y="2005"/>
                </a:lnTo>
                <a:lnTo>
                  <a:pt x="817" y="2006"/>
                </a:lnTo>
                <a:lnTo>
                  <a:pt x="817" y="2007"/>
                </a:lnTo>
                <a:lnTo>
                  <a:pt x="816" y="2007"/>
                </a:lnTo>
                <a:lnTo>
                  <a:pt x="815" y="2008"/>
                </a:lnTo>
                <a:lnTo>
                  <a:pt x="815" y="2009"/>
                </a:lnTo>
                <a:lnTo>
                  <a:pt x="815" y="2010"/>
                </a:lnTo>
                <a:lnTo>
                  <a:pt x="816" y="2011"/>
                </a:lnTo>
                <a:lnTo>
                  <a:pt x="816" y="2012"/>
                </a:lnTo>
                <a:lnTo>
                  <a:pt x="816" y="2013"/>
                </a:lnTo>
                <a:lnTo>
                  <a:pt x="816" y="2014"/>
                </a:lnTo>
                <a:lnTo>
                  <a:pt x="816" y="2015"/>
                </a:lnTo>
                <a:lnTo>
                  <a:pt x="815" y="2016"/>
                </a:lnTo>
                <a:lnTo>
                  <a:pt x="814" y="2016"/>
                </a:lnTo>
                <a:lnTo>
                  <a:pt x="814" y="2017"/>
                </a:lnTo>
                <a:lnTo>
                  <a:pt x="814" y="2020"/>
                </a:lnTo>
                <a:lnTo>
                  <a:pt x="813" y="2021"/>
                </a:lnTo>
                <a:lnTo>
                  <a:pt x="813" y="2022"/>
                </a:lnTo>
                <a:lnTo>
                  <a:pt x="814" y="2022"/>
                </a:lnTo>
                <a:lnTo>
                  <a:pt x="814" y="2023"/>
                </a:lnTo>
                <a:lnTo>
                  <a:pt x="814" y="2024"/>
                </a:lnTo>
                <a:lnTo>
                  <a:pt x="815" y="2025"/>
                </a:lnTo>
                <a:lnTo>
                  <a:pt x="814" y="2026"/>
                </a:lnTo>
                <a:lnTo>
                  <a:pt x="813" y="2026"/>
                </a:lnTo>
                <a:lnTo>
                  <a:pt x="812" y="2027"/>
                </a:lnTo>
                <a:lnTo>
                  <a:pt x="813" y="2027"/>
                </a:lnTo>
                <a:lnTo>
                  <a:pt x="813" y="2028"/>
                </a:lnTo>
                <a:lnTo>
                  <a:pt x="812" y="2029"/>
                </a:lnTo>
                <a:lnTo>
                  <a:pt x="813" y="2030"/>
                </a:lnTo>
                <a:lnTo>
                  <a:pt x="813" y="2031"/>
                </a:lnTo>
                <a:lnTo>
                  <a:pt x="813" y="2032"/>
                </a:lnTo>
                <a:lnTo>
                  <a:pt x="813" y="2033"/>
                </a:lnTo>
                <a:lnTo>
                  <a:pt x="813" y="2034"/>
                </a:lnTo>
                <a:lnTo>
                  <a:pt x="812" y="2035"/>
                </a:lnTo>
                <a:lnTo>
                  <a:pt x="812" y="2036"/>
                </a:lnTo>
                <a:lnTo>
                  <a:pt x="812" y="2038"/>
                </a:lnTo>
                <a:lnTo>
                  <a:pt x="813" y="2038"/>
                </a:lnTo>
                <a:lnTo>
                  <a:pt x="814" y="2039"/>
                </a:lnTo>
                <a:lnTo>
                  <a:pt x="814" y="2040"/>
                </a:lnTo>
                <a:lnTo>
                  <a:pt x="814" y="2041"/>
                </a:lnTo>
                <a:lnTo>
                  <a:pt x="815" y="2042"/>
                </a:lnTo>
                <a:lnTo>
                  <a:pt x="817" y="2044"/>
                </a:lnTo>
                <a:lnTo>
                  <a:pt x="817" y="2045"/>
                </a:lnTo>
                <a:lnTo>
                  <a:pt x="816" y="2045"/>
                </a:lnTo>
                <a:lnTo>
                  <a:pt x="816" y="2046"/>
                </a:lnTo>
                <a:lnTo>
                  <a:pt x="815" y="2049"/>
                </a:lnTo>
                <a:lnTo>
                  <a:pt x="815" y="2050"/>
                </a:lnTo>
                <a:lnTo>
                  <a:pt x="814" y="2051"/>
                </a:lnTo>
                <a:lnTo>
                  <a:pt x="814" y="2052"/>
                </a:lnTo>
                <a:lnTo>
                  <a:pt x="814" y="2053"/>
                </a:lnTo>
                <a:lnTo>
                  <a:pt x="813" y="2053"/>
                </a:lnTo>
                <a:lnTo>
                  <a:pt x="813" y="2054"/>
                </a:lnTo>
                <a:lnTo>
                  <a:pt x="812" y="2054"/>
                </a:lnTo>
                <a:lnTo>
                  <a:pt x="810" y="2055"/>
                </a:lnTo>
                <a:lnTo>
                  <a:pt x="808" y="2056"/>
                </a:lnTo>
                <a:lnTo>
                  <a:pt x="808" y="2058"/>
                </a:lnTo>
                <a:lnTo>
                  <a:pt x="807" y="2061"/>
                </a:lnTo>
                <a:lnTo>
                  <a:pt x="807" y="2063"/>
                </a:lnTo>
                <a:lnTo>
                  <a:pt x="807" y="2064"/>
                </a:lnTo>
                <a:lnTo>
                  <a:pt x="807" y="2067"/>
                </a:lnTo>
                <a:lnTo>
                  <a:pt x="807" y="2068"/>
                </a:lnTo>
                <a:lnTo>
                  <a:pt x="808" y="2070"/>
                </a:lnTo>
                <a:lnTo>
                  <a:pt x="808" y="2072"/>
                </a:lnTo>
                <a:lnTo>
                  <a:pt x="809" y="2073"/>
                </a:lnTo>
                <a:lnTo>
                  <a:pt x="809" y="2074"/>
                </a:lnTo>
                <a:lnTo>
                  <a:pt x="809" y="2075"/>
                </a:lnTo>
                <a:lnTo>
                  <a:pt x="810" y="2076"/>
                </a:lnTo>
                <a:lnTo>
                  <a:pt x="811" y="2077"/>
                </a:lnTo>
                <a:lnTo>
                  <a:pt x="811" y="2078"/>
                </a:lnTo>
                <a:lnTo>
                  <a:pt x="812" y="2079"/>
                </a:lnTo>
                <a:lnTo>
                  <a:pt x="813" y="2081"/>
                </a:lnTo>
                <a:lnTo>
                  <a:pt x="814" y="2082"/>
                </a:lnTo>
                <a:lnTo>
                  <a:pt x="815" y="2083"/>
                </a:lnTo>
                <a:lnTo>
                  <a:pt x="814" y="2083"/>
                </a:lnTo>
                <a:lnTo>
                  <a:pt x="814" y="2084"/>
                </a:lnTo>
                <a:lnTo>
                  <a:pt x="814" y="2085"/>
                </a:lnTo>
                <a:lnTo>
                  <a:pt x="812" y="2088"/>
                </a:lnTo>
                <a:lnTo>
                  <a:pt x="811" y="2088"/>
                </a:lnTo>
                <a:lnTo>
                  <a:pt x="811" y="2089"/>
                </a:lnTo>
                <a:lnTo>
                  <a:pt x="810" y="2089"/>
                </a:lnTo>
                <a:lnTo>
                  <a:pt x="810" y="2090"/>
                </a:lnTo>
                <a:lnTo>
                  <a:pt x="810" y="2093"/>
                </a:lnTo>
                <a:lnTo>
                  <a:pt x="810" y="2094"/>
                </a:lnTo>
                <a:lnTo>
                  <a:pt x="810" y="2095"/>
                </a:lnTo>
                <a:lnTo>
                  <a:pt x="810" y="2096"/>
                </a:lnTo>
                <a:lnTo>
                  <a:pt x="811" y="2097"/>
                </a:lnTo>
                <a:lnTo>
                  <a:pt x="811" y="2098"/>
                </a:lnTo>
                <a:lnTo>
                  <a:pt x="811" y="2100"/>
                </a:lnTo>
                <a:lnTo>
                  <a:pt x="811" y="2101"/>
                </a:lnTo>
                <a:lnTo>
                  <a:pt x="811" y="2102"/>
                </a:lnTo>
                <a:lnTo>
                  <a:pt x="810" y="2103"/>
                </a:lnTo>
                <a:lnTo>
                  <a:pt x="810" y="2104"/>
                </a:lnTo>
                <a:lnTo>
                  <a:pt x="809" y="2105"/>
                </a:lnTo>
                <a:lnTo>
                  <a:pt x="808" y="2107"/>
                </a:lnTo>
                <a:lnTo>
                  <a:pt x="808" y="2108"/>
                </a:lnTo>
                <a:lnTo>
                  <a:pt x="808" y="2110"/>
                </a:lnTo>
                <a:lnTo>
                  <a:pt x="806" y="2110"/>
                </a:lnTo>
                <a:lnTo>
                  <a:pt x="805" y="2110"/>
                </a:lnTo>
                <a:lnTo>
                  <a:pt x="804" y="2110"/>
                </a:lnTo>
                <a:lnTo>
                  <a:pt x="800" y="2112"/>
                </a:lnTo>
                <a:lnTo>
                  <a:pt x="799" y="2112"/>
                </a:lnTo>
                <a:lnTo>
                  <a:pt x="798" y="2113"/>
                </a:lnTo>
                <a:lnTo>
                  <a:pt x="797" y="2114"/>
                </a:lnTo>
                <a:lnTo>
                  <a:pt x="797" y="2113"/>
                </a:lnTo>
                <a:lnTo>
                  <a:pt x="796" y="2113"/>
                </a:lnTo>
                <a:lnTo>
                  <a:pt x="796" y="2112"/>
                </a:lnTo>
                <a:lnTo>
                  <a:pt x="795" y="2112"/>
                </a:lnTo>
                <a:lnTo>
                  <a:pt x="794" y="2112"/>
                </a:lnTo>
                <a:lnTo>
                  <a:pt x="793" y="2112"/>
                </a:lnTo>
                <a:lnTo>
                  <a:pt x="793" y="2113"/>
                </a:lnTo>
                <a:lnTo>
                  <a:pt x="792" y="2116"/>
                </a:lnTo>
                <a:lnTo>
                  <a:pt x="792" y="2120"/>
                </a:lnTo>
                <a:lnTo>
                  <a:pt x="791" y="2122"/>
                </a:lnTo>
                <a:lnTo>
                  <a:pt x="789" y="2122"/>
                </a:lnTo>
                <a:lnTo>
                  <a:pt x="788" y="2122"/>
                </a:lnTo>
                <a:lnTo>
                  <a:pt x="787" y="2123"/>
                </a:lnTo>
                <a:lnTo>
                  <a:pt x="781" y="2122"/>
                </a:lnTo>
                <a:lnTo>
                  <a:pt x="777" y="2122"/>
                </a:lnTo>
                <a:lnTo>
                  <a:pt x="775" y="2123"/>
                </a:lnTo>
                <a:lnTo>
                  <a:pt x="770" y="2122"/>
                </a:lnTo>
                <a:lnTo>
                  <a:pt x="767" y="2121"/>
                </a:lnTo>
                <a:lnTo>
                  <a:pt x="764" y="2122"/>
                </a:lnTo>
                <a:lnTo>
                  <a:pt x="757" y="2125"/>
                </a:lnTo>
                <a:lnTo>
                  <a:pt x="754" y="2126"/>
                </a:lnTo>
                <a:lnTo>
                  <a:pt x="751" y="2127"/>
                </a:lnTo>
                <a:lnTo>
                  <a:pt x="748" y="2128"/>
                </a:lnTo>
                <a:lnTo>
                  <a:pt x="747" y="2128"/>
                </a:lnTo>
                <a:lnTo>
                  <a:pt x="740" y="2134"/>
                </a:lnTo>
                <a:lnTo>
                  <a:pt x="734" y="2138"/>
                </a:lnTo>
                <a:lnTo>
                  <a:pt x="733" y="2139"/>
                </a:lnTo>
                <a:lnTo>
                  <a:pt x="731" y="2139"/>
                </a:lnTo>
                <a:lnTo>
                  <a:pt x="723" y="2140"/>
                </a:lnTo>
                <a:lnTo>
                  <a:pt x="721" y="2140"/>
                </a:lnTo>
                <a:lnTo>
                  <a:pt x="717" y="2140"/>
                </a:lnTo>
                <a:lnTo>
                  <a:pt x="714" y="2142"/>
                </a:lnTo>
                <a:lnTo>
                  <a:pt x="711" y="2144"/>
                </a:lnTo>
                <a:lnTo>
                  <a:pt x="706" y="2144"/>
                </a:lnTo>
                <a:lnTo>
                  <a:pt x="692" y="2146"/>
                </a:lnTo>
                <a:lnTo>
                  <a:pt x="681" y="2147"/>
                </a:lnTo>
                <a:lnTo>
                  <a:pt x="674" y="2147"/>
                </a:lnTo>
                <a:lnTo>
                  <a:pt x="673" y="2147"/>
                </a:lnTo>
                <a:lnTo>
                  <a:pt x="672" y="2147"/>
                </a:lnTo>
                <a:lnTo>
                  <a:pt x="671" y="2151"/>
                </a:lnTo>
                <a:lnTo>
                  <a:pt x="671" y="2154"/>
                </a:lnTo>
                <a:lnTo>
                  <a:pt x="670" y="2154"/>
                </a:lnTo>
                <a:lnTo>
                  <a:pt x="669" y="2154"/>
                </a:lnTo>
                <a:lnTo>
                  <a:pt x="668" y="2154"/>
                </a:lnTo>
                <a:lnTo>
                  <a:pt x="667" y="2154"/>
                </a:lnTo>
                <a:lnTo>
                  <a:pt x="666" y="2155"/>
                </a:lnTo>
                <a:lnTo>
                  <a:pt x="665" y="2156"/>
                </a:lnTo>
                <a:lnTo>
                  <a:pt x="664" y="2156"/>
                </a:lnTo>
                <a:lnTo>
                  <a:pt x="663" y="2156"/>
                </a:lnTo>
                <a:lnTo>
                  <a:pt x="662" y="2156"/>
                </a:lnTo>
                <a:lnTo>
                  <a:pt x="660" y="2156"/>
                </a:lnTo>
                <a:lnTo>
                  <a:pt x="659" y="2158"/>
                </a:lnTo>
                <a:lnTo>
                  <a:pt x="654" y="2160"/>
                </a:lnTo>
                <a:lnTo>
                  <a:pt x="648" y="2161"/>
                </a:lnTo>
                <a:lnTo>
                  <a:pt x="638" y="2152"/>
                </a:lnTo>
                <a:lnTo>
                  <a:pt x="630" y="2145"/>
                </a:lnTo>
                <a:lnTo>
                  <a:pt x="624" y="2139"/>
                </a:lnTo>
                <a:lnTo>
                  <a:pt x="617" y="2134"/>
                </a:lnTo>
                <a:lnTo>
                  <a:pt x="614" y="2129"/>
                </a:lnTo>
                <a:lnTo>
                  <a:pt x="612" y="2126"/>
                </a:lnTo>
                <a:lnTo>
                  <a:pt x="598" y="2111"/>
                </a:lnTo>
                <a:lnTo>
                  <a:pt x="581" y="2105"/>
                </a:lnTo>
                <a:lnTo>
                  <a:pt x="581" y="2104"/>
                </a:lnTo>
                <a:lnTo>
                  <a:pt x="572" y="2101"/>
                </a:lnTo>
                <a:lnTo>
                  <a:pt x="571" y="2100"/>
                </a:lnTo>
                <a:lnTo>
                  <a:pt x="570" y="2097"/>
                </a:lnTo>
                <a:lnTo>
                  <a:pt x="570" y="2095"/>
                </a:lnTo>
                <a:lnTo>
                  <a:pt x="570" y="2094"/>
                </a:lnTo>
                <a:lnTo>
                  <a:pt x="570" y="2093"/>
                </a:lnTo>
                <a:lnTo>
                  <a:pt x="569" y="2091"/>
                </a:lnTo>
                <a:lnTo>
                  <a:pt x="569" y="2090"/>
                </a:lnTo>
                <a:lnTo>
                  <a:pt x="569" y="2089"/>
                </a:lnTo>
                <a:lnTo>
                  <a:pt x="569" y="2088"/>
                </a:lnTo>
                <a:lnTo>
                  <a:pt x="569" y="2087"/>
                </a:lnTo>
                <a:lnTo>
                  <a:pt x="568" y="2086"/>
                </a:lnTo>
                <a:lnTo>
                  <a:pt x="568" y="2085"/>
                </a:lnTo>
                <a:lnTo>
                  <a:pt x="568" y="2084"/>
                </a:lnTo>
                <a:lnTo>
                  <a:pt x="567" y="2082"/>
                </a:lnTo>
                <a:lnTo>
                  <a:pt x="567" y="2080"/>
                </a:lnTo>
                <a:lnTo>
                  <a:pt x="567" y="2079"/>
                </a:lnTo>
                <a:lnTo>
                  <a:pt x="567" y="2078"/>
                </a:lnTo>
                <a:lnTo>
                  <a:pt x="567" y="2077"/>
                </a:lnTo>
                <a:lnTo>
                  <a:pt x="567" y="2076"/>
                </a:lnTo>
                <a:lnTo>
                  <a:pt x="567" y="2075"/>
                </a:lnTo>
                <a:lnTo>
                  <a:pt x="567" y="2073"/>
                </a:lnTo>
                <a:lnTo>
                  <a:pt x="568" y="2071"/>
                </a:lnTo>
                <a:lnTo>
                  <a:pt x="580" y="2065"/>
                </a:lnTo>
                <a:lnTo>
                  <a:pt x="586" y="2062"/>
                </a:lnTo>
                <a:lnTo>
                  <a:pt x="579" y="2039"/>
                </a:lnTo>
                <a:lnTo>
                  <a:pt x="578" y="2036"/>
                </a:lnTo>
                <a:lnTo>
                  <a:pt x="576" y="2033"/>
                </a:lnTo>
                <a:lnTo>
                  <a:pt x="574" y="2031"/>
                </a:lnTo>
                <a:lnTo>
                  <a:pt x="573" y="2029"/>
                </a:lnTo>
                <a:lnTo>
                  <a:pt x="582" y="2023"/>
                </a:lnTo>
                <a:lnTo>
                  <a:pt x="590" y="2018"/>
                </a:lnTo>
                <a:lnTo>
                  <a:pt x="618" y="1998"/>
                </a:lnTo>
                <a:lnTo>
                  <a:pt x="622" y="1991"/>
                </a:lnTo>
                <a:lnTo>
                  <a:pt x="623" y="1989"/>
                </a:lnTo>
                <a:lnTo>
                  <a:pt x="624" y="1988"/>
                </a:lnTo>
                <a:lnTo>
                  <a:pt x="625" y="1985"/>
                </a:lnTo>
                <a:lnTo>
                  <a:pt x="632" y="1972"/>
                </a:lnTo>
                <a:lnTo>
                  <a:pt x="635" y="1966"/>
                </a:lnTo>
                <a:lnTo>
                  <a:pt x="649" y="1960"/>
                </a:lnTo>
                <a:lnTo>
                  <a:pt x="651" y="1954"/>
                </a:lnTo>
                <a:lnTo>
                  <a:pt x="651" y="1953"/>
                </a:lnTo>
                <a:lnTo>
                  <a:pt x="651" y="1952"/>
                </a:lnTo>
                <a:lnTo>
                  <a:pt x="651" y="1947"/>
                </a:lnTo>
                <a:lnTo>
                  <a:pt x="651" y="1946"/>
                </a:lnTo>
                <a:lnTo>
                  <a:pt x="651" y="1945"/>
                </a:lnTo>
                <a:lnTo>
                  <a:pt x="652" y="1944"/>
                </a:lnTo>
                <a:lnTo>
                  <a:pt x="652" y="1942"/>
                </a:lnTo>
                <a:lnTo>
                  <a:pt x="652" y="1941"/>
                </a:lnTo>
                <a:lnTo>
                  <a:pt x="650" y="1932"/>
                </a:lnTo>
                <a:lnTo>
                  <a:pt x="642" y="1921"/>
                </a:lnTo>
                <a:lnTo>
                  <a:pt x="637" y="1914"/>
                </a:lnTo>
                <a:lnTo>
                  <a:pt x="639" y="1909"/>
                </a:lnTo>
                <a:lnTo>
                  <a:pt x="641" y="1898"/>
                </a:lnTo>
                <a:lnTo>
                  <a:pt x="633" y="1894"/>
                </a:lnTo>
                <a:lnTo>
                  <a:pt x="627" y="1892"/>
                </a:lnTo>
                <a:lnTo>
                  <a:pt x="618" y="1892"/>
                </a:lnTo>
                <a:lnTo>
                  <a:pt x="582" y="1904"/>
                </a:lnTo>
                <a:lnTo>
                  <a:pt x="570" y="1908"/>
                </a:lnTo>
                <a:lnTo>
                  <a:pt x="568" y="1908"/>
                </a:lnTo>
                <a:lnTo>
                  <a:pt x="563" y="1914"/>
                </a:lnTo>
                <a:lnTo>
                  <a:pt x="560" y="1916"/>
                </a:lnTo>
                <a:lnTo>
                  <a:pt x="556" y="1920"/>
                </a:lnTo>
                <a:lnTo>
                  <a:pt x="551" y="1924"/>
                </a:lnTo>
                <a:lnTo>
                  <a:pt x="548" y="1925"/>
                </a:lnTo>
                <a:lnTo>
                  <a:pt x="535" y="1938"/>
                </a:lnTo>
                <a:lnTo>
                  <a:pt x="534" y="1938"/>
                </a:lnTo>
                <a:lnTo>
                  <a:pt x="523" y="1935"/>
                </a:lnTo>
                <a:lnTo>
                  <a:pt x="515" y="1932"/>
                </a:lnTo>
                <a:lnTo>
                  <a:pt x="495" y="1927"/>
                </a:lnTo>
                <a:lnTo>
                  <a:pt x="486" y="1921"/>
                </a:lnTo>
                <a:lnTo>
                  <a:pt x="483" y="1918"/>
                </a:lnTo>
                <a:lnTo>
                  <a:pt x="481" y="1916"/>
                </a:lnTo>
                <a:lnTo>
                  <a:pt x="471" y="1919"/>
                </a:lnTo>
                <a:lnTo>
                  <a:pt x="464" y="1924"/>
                </a:lnTo>
                <a:lnTo>
                  <a:pt x="450" y="1928"/>
                </a:lnTo>
                <a:lnTo>
                  <a:pt x="436" y="1931"/>
                </a:lnTo>
                <a:lnTo>
                  <a:pt x="421" y="1935"/>
                </a:lnTo>
                <a:lnTo>
                  <a:pt x="419" y="1936"/>
                </a:lnTo>
                <a:lnTo>
                  <a:pt x="429" y="1947"/>
                </a:lnTo>
                <a:lnTo>
                  <a:pt x="430" y="1949"/>
                </a:lnTo>
                <a:lnTo>
                  <a:pt x="433" y="1952"/>
                </a:lnTo>
                <a:lnTo>
                  <a:pt x="435" y="1955"/>
                </a:lnTo>
                <a:lnTo>
                  <a:pt x="442" y="1963"/>
                </a:lnTo>
                <a:lnTo>
                  <a:pt x="435" y="1968"/>
                </a:lnTo>
                <a:lnTo>
                  <a:pt x="429" y="1973"/>
                </a:lnTo>
                <a:lnTo>
                  <a:pt x="420" y="1985"/>
                </a:lnTo>
                <a:lnTo>
                  <a:pt x="414" y="1990"/>
                </a:lnTo>
                <a:lnTo>
                  <a:pt x="413" y="1991"/>
                </a:lnTo>
                <a:lnTo>
                  <a:pt x="412" y="1992"/>
                </a:lnTo>
                <a:lnTo>
                  <a:pt x="411" y="1991"/>
                </a:lnTo>
                <a:lnTo>
                  <a:pt x="410" y="1991"/>
                </a:lnTo>
                <a:lnTo>
                  <a:pt x="409" y="1990"/>
                </a:lnTo>
                <a:lnTo>
                  <a:pt x="406" y="1990"/>
                </a:lnTo>
                <a:lnTo>
                  <a:pt x="406" y="1989"/>
                </a:lnTo>
                <a:lnTo>
                  <a:pt x="405" y="1989"/>
                </a:lnTo>
                <a:lnTo>
                  <a:pt x="404" y="1989"/>
                </a:lnTo>
                <a:lnTo>
                  <a:pt x="403" y="1988"/>
                </a:lnTo>
                <a:lnTo>
                  <a:pt x="402" y="1988"/>
                </a:lnTo>
                <a:lnTo>
                  <a:pt x="401" y="1988"/>
                </a:lnTo>
                <a:lnTo>
                  <a:pt x="400" y="1988"/>
                </a:lnTo>
                <a:lnTo>
                  <a:pt x="399" y="1988"/>
                </a:lnTo>
                <a:lnTo>
                  <a:pt x="399" y="1989"/>
                </a:lnTo>
                <a:lnTo>
                  <a:pt x="398" y="1989"/>
                </a:lnTo>
                <a:lnTo>
                  <a:pt x="398" y="1990"/>
                </a:lnTo>
                <a:lnTo>
                  <a:pt x="397" y="1991"/>
                </a:lnTo>
                <a:lnTo>
                  <a:pt x="396" y="1991"/>
                </a:lnTo>
                <a:lnTo>
                  <a:pt x="396" y="1992"/>
                </a:lnTo>
                <a:lnTo>
                  <a:pt x="395" y="1993"/>
                </a:lnTo>
                <a:lnTo>
                  <a:pt x="393" y="1991"/>
                </a:lnTo>
                <a:lnTo>
                  <a:pt x="393" y="1990"/>
                </a:lnTo>
                <a:lnTo>
                  <a:pt x="392" y="1987"/>
                </a:lnTo>
                <a:lnTo>
                  <a:pt x="391" y="1986"/>
                </a:lnTo>
                <a:lnTo>
                  <a:pt x="391" y="1984"/>
                </a:lnTo>
                <a:lnTo>
                  <a:pt x="385" y="1982"/>
                </a:lnTo>
                <a:lnTo>
                  <a:pt x="384" y="1982"/>
                </a:lnTo>
                <a:lnTo>
                  <a:pt x="383" y="1981"/>
                </a:lnTo>
                <a:lnTo>
                  <a:pt x="382" y="1981"/>
                </a:lnTo>
                <a:lnTo>
                  <a:pt x="382" y="1980"/>
                </a:lnTo>
                <a:lnTo>
                  <a:pt x="381" y="1980"/>
                </a:lnTo>
                <a:lnTo>
                  <a:pt x="381" y="1979"/>
                </a:lnTo>
                <a:lnTo>
                  <a:pt x="380" y="1979"/>
                </a:lnTo>
                <a:lnTo>
                  <a:pt x="379" y="1979"/>
                </a:lnTo>
                <a:lnTo>
                  <a:pt x="379" y="1978"/>
                </a:lnTo>
                <a:lnTo>
                  <a:pt x="378" y="1978"/>
                </a:lnTo>
                <a:lnTo>
                  <a:pt x="377" y="1978"/>
                </a:lnTo>
                <a:lnTo>
                  <a:pt x="377" y="1977"/>
                </a:lnTo>
                <a:lnTo>
                  <a:pt x="376" y="1977"/>
                </a:lnTo>
                <a:lnTo>
                  <a:pt x="375" y="1977"/>
                </a:lnTo>
                <a:lnTo>
                  <a:pt x="375" y="1976"/>
                </a:lnTo>
                <a:lnTo>
                  <a:pt x="374" y="1976"/>
                </a:lnTo>
                <a:lnTo>
                  <a:pt x="373" y="1976"/>
                </a:lnTo>
                <a:lnTo>
                  <a:pt x="373" y="1977"/>
                </a:lnTo>
                <a:lnTo>
                  <a:pt x="373" y="1976"/>
                </a:lnTo>
                <a:lnTo>
                  <a:pt x="372" y="1976"/>
                </a:lnTo>
                <a:lnTo>
                  <a:pt x="371" y="1976"/>
                </a:lnTo>
                <a:lnTo>
                  <a:pt x="370" y="1976"/>
                </a:lnTo>
                <a:lnTo>
                  <a:pt x="370" y="1975"/>
                </a:lnTo>
                <a:lnTo>
                  <a:pt x="369" y="1975"/>
                </a:lnTo>
                <a:lnTo>
                  <a:pt x="368" y="1975"/>
                </a:lnTo>
                <a:lnTo>
                  <a:pt x="367" y="1975"/>
                </a:lnTo>
                <a:lnTo>
                  <a:pt x="367" y="1974"/>
                </a:lnTo>
                <a:lnTo>
                  <a:pt x="366" y="1974"/>
                </a:lnTo>
                <a:lnTo>
                  <a:pt x="366" y="1973"/>
                </a:lnTo>
                <a:lnTo>
                  <a:pt x="366" y="1972"/>
                </a:lnTo>
                <a:lnTo>
                  <a:pt x="367" y="1972"/>
                </a:lnTo>
                <a:lnTo>
                  <a:pt x="368" y="1972"/>
                </a:lnTo>
                <a:lnTo>
                  <a:pt x="368" y="1971"/>
                </a:lnTo>
                <a:lnTo>
                  <a:pt x="369" y="1971"/>
                </a:lnTo>
                <a:lnTo>
                  <a:pt x="369" y="1970"/>
                </a:lnTo>
                <a:lnTo>
                  <a:pt x="370" y="1970"/>
                </a:lnTo>
                <a:lnTo>
                  <a:pt x="369" y="1969"/>
                </a:lnTo>
                <a:lnTo>
                  <a:pt x="370" y="1969"/>
                </a:lnTo>
                <a:lnTo>
                  <a:pt x="369" y="1969"/>
                </a:lnTo>
                <a:lnTo>
                  <a:pt x="369" y="1968"/>
                </a:lnTo>
                <a:lnTo>
                  <a:pt x="369" y="1967"/>
                </a:lnTo>
                <a:lnTo>
                  <a:pt x="369" y="1966"/>
                </a:lnTo>
                <a:lnTo>
                  <a:pt x="366" y="1966"/>
                </a:lnTo>
                <a:lnTo>
                  <a:pt x="363" y="1966"/>
                </a:lnTo>
                <a:lnTo>
                  <a:pt x="362" y="1964"/>
                </a:lnTo>
                <a:lnTo>
                  <a:pt x="360" y="1964"/>
                </a:lnTo>
                <a:lnTo>
                  <a:pt x="360" y="1961"/>
                </a:lnTo>
                <a:lnTo>
                  <a:pt x="359" y="1960"/>
                </a:lnTo>
                <a:lnTo>
                  <a:pt x="360" y="1960"/>
                </a:lnTo>
                <a:lnTo>
                  <a:pt x="360" y="1959"/>
                </a:lnTo>
                <a:lnTo>
                  <a:pt x="359" y="1958"/>
                </a:lnTo>
                <a:lnTo>
                  <a:pt x="360" y="1958"/>
                </a:lnTo>
                <a:lnTo>
                  <a:pt x="358" y="1956"/>
                </a:lnTo>
                <a:lnTo>
                  <a:pt x="356" y="1952"/>
                </a:lnTo>
                <a:lnTo>
                  <a:pt x="357" y="1951"/>
                </a:lnTo>
                <a:lnTo>
                  <a:pt x="357" y="1950"/>
                </a:lnTo>
                <a:lnTo>
                  <a:pt x="358" y="1947"/>
                </a:lnTo>
                <a:lnTo>
                  <a:pt x="358" y="1946"/>
                </a:lnTo>
                <a:lnTo>
                  <a:pt x="359" y="1943"/>
                </a:lnTo>
                <a:lnTo>
                  <a:pt x="355" y="1946"/>
                </a:lnTo>
                <a:lnTo>
                  <a:pt x="353" y="1946"/>
                </a:lnTo>
                <a:lnTo>
                  <a:pt x="350" y="1948"/>
                </a:lnTo>
                <a:lnTo>
                  <a:pt x="349" y="1948"/>
                </a:lnTo>
                <a:lnTo>
                  <a:pt x="349" y="1949"/>
                </a:lnTo>
                <a:lnTo>
                  <a:pt x="340" y="1950"/>
                </a:lnTo>
                <a:lnTo>
                  <a:pt x="334" y="1952"/>
                </a:lnTo>
                <a:lnTo>
                  <a:pt x="333" y="1952"/>
                </a:lnTo>
                <a:lnTo>
                  <a:pt x="333" y="1951"/>
                </a:lnTo>
                <a:lnTo>
                  <a:pt x="333" y="1950"/>
                </a:lnTo>
                <a:lnTo>
                  <a:pt x="334" y="1949"/>
                </a:lnTo>
                <a:lnTo>
                  <a:pt x="334" y="1948"/>
                </a:lnTo>
                <a:lnTo>
                  <a:pt x="334" y="1947"/>
                </a:lnTo>
                <a:lnTo>
                  <a:pt x="333" y="1945"/>
                </a:lnTo>
                <a:lnTo>
                  <a:pt x="333" y="1944"/>
                </a:lnTo>
                <a:lnTo>
                  <a:pt x="330" y="1942"/>
                </a:lnTo>
                <a:lnTo>
                  <a:pt x="327" y="1940"/>
                </a:lnTo>
                <a:lnTo>
                  <a:pt x="325" y="1944"/>
                </a:lnTo>
                <a:lnTo>
                  <a:pt x="325" y="1945"/>
                </a:lnTo>
                <a:lnTo>
                  <a:pt x="325" y="1944"/>
                </a:lnTo>
                <a:lnTo>
                  <a:pt x="324" y="1944"/>
                </a:lnTo>
                <a:lnTo>
                  <a:pt x="323" y="1943"/>
                </a:lnTo>
                <a:lnTo>
                  <a:pt x="322" y="1942"/>
                </a:lnTo>
                <a:lnTo>
                  <a:pt x="321" y="1942"/>
                </a:lnTo>
                <a:lnTo>
                  <a:pt x="321" y="1941"/>
                </a:lnTo>
                <a:lnTo>
                  <a:pt x="320" y="1941"/>
                </a:lnTo>
                <a:lnTo>
                  <a:pt x="320" y="1939"/>
                </a:lnTo>
                <a:lnTo>
                  <a:pt x="321" y="1936"/>
                </a:lnTo>
                <a:lnTo>
                  <a:pt x="320" y="1935"/>
                </a:lnTo>
                <a:lnTo>
                  <a:pt x="321" y="1934"/>
                </a:lnTo>
                <a:lnTo>
                  <a:pt x="324" y="1931"/>
                </a:lnTo>
                <a:lnTo>
                  <a:pt x="324" y="1930"/>
                </a:lnTo>
                <a:lnTo>
                  <a:pt x="324" y="1929"/>
                </a:lnTo>
                <a:lnTo>
                  <a:pt x="324" y="1928"/>
                </a:lnTo>
                <a:lnTo>
                  <a:pt x="324" y="1927"/>
                </a:lnTo>
                <a:lnTo>
                  <a:pt x="324" y="1926"/>
                </a:lnTo>
                <a:lnTo>
                  <a:pt x="323" y="1925"/>
                </a:lnTo>
                <a:lnTo>
                  <a:pt x="323" y="1924"/>
                </a:lnTo>
                <a:lnTo>
                  <a:pt x="323" y="1923"/>
                </a:lnTo>
                <a:lnTo>
                  <a:pt x="323" y="1922"/>
                </a:lnTo>
                <a:lnTo>
                  <a:pt x="323" y="1921"/>
                </a:lnTo>
                <a:lnTo>
                  <a:pt x="323" y="1920"/>
                </a:lnTo>
                <a:lnTo>
                  <a:pt x="323" y="1919"/>
                </a:lnTo>
                <a:lnTo>
                  <a:pt x="322" y="1918"/>
                </a:lnTo>
                <a:lnTo>
                  <a:pt x="322" y="1917"/>
                </a:lnTo>
                <a:lnTo>
                  <a:pt x="322" y="1912"/>
                </a:lnTo>
                <a:lnTo>
                  <a:pt x="322" y="1911"/>
                </a:lnTo>
                <a:lnTo>
                  <a:pt x="322" y="1906"/>
                </a:lnTo>
                <a:lnTo>
                  <a:pt x="322" y="1899"/>
                </a:lnTo>
                <a:lnTo>
                  <a:pt x="322" y="1891"/>
                </a:lnTo>
                <a:lnTo>
                  <a:pt x="315" y="1891"/>
                </a:lnTo>
                <a:lnTo>
                  <a:pt x="314" y="1891"/>
                </a:lnTo>
                <a:lnTo>
                  <a:pt x="312" y="1891"/>
                </a:lnTo>
                <a:lnTo>
                  <a:pt x="311" y="1891"/>
                </a:lnTo>
                <a:lnTo>
                  <a:pt x="310" y="1891"/>
                </a:lnTo>
                <a:lnTo>
                  <a:pt x="309" y="1891"/>
                </a:lnTo>
                <a:lnTo>
                  <a:pt x="308" y="1891"/>
                </a:lnTo>
                <a:lnTo>
                  <a:pt x="308" y="1892"/>
                </a:lnTo>
                <a:lnTo>
                  <a:pt x="306" y="1892"/>
                </a:lnTo>
                <a:lnTo>
                  <a:pt x="305" y="1892"/>
                </a:lnTo>
                <a:lnTo>
                  <a:pt x="304" y="1892"/>
                </a:lnTo>
                <a:lnTo>
                  <a:pt x="302" y="1892"/>
                </a:lnTo>
                <a:lnTo>
                  <a:pt x="300" y="1893"/>
                </a:lnTo>
                <a:lnTo>
                  <a:pt x="299" y="1892"/>
                </a:lnTo>
                <a:lnTo>
                  <a:pt x="298" y="1892"/>
                </a:lnTo>
                <a:lnTo>
                  <a:pt x="297" y="1892"/>
                </a:lnTo>
                <a:lnTo>
                  <a:pt x="296" y="1892"/>
                </a:lnTo>
                <a:lnTo>
                  <a:pt x="296" y="1891"/>
                </a:lnTo>
                <a:lnTo>
                  <a:pt x="295" y="1891"/>
                </a:lnTo>
                <a:lnTo>
                  <a:pt x="294" y="1891"/>
                </a:lnTo>
                <a:lnTo>
                  <a:pt x="293" y="1891"/>
                </a:lnTo>
                <a:lnTo>
                  <a:pt x="292" y="1891"/>
                </a:lnTo>
                <a:lnTo>
                  <a:pt x="290" y="1891"/>
                </a:lnTo>
                <a:lnTo>
                  <a:pt x="290" y="1880"/>
                </a:lnTo>
                <a:lnTo>
                  <a:pt x="285" y="1879"/>
                </a:lnTo>
                <a:lnTo>
                  <a:pt x="273" y="1876"/>
                </a:lnTo>
                <a:lnTo>
                  <a:pt x="271" y="1867"/>
                </a:lnTo>
                <a:lnTo>
                  <a:pt x="273" y="1862"/>
                </a:lnTo>
                <a:lnTo>
                  <a:pt x="268" y="1855"/>
                </a:lnTo>
                <a:lnTo>
                  <a:pt x="268" y="1854"/>
                </a:lnTo>
                <a:lnTo>
                  <a:pt x="267" y="1852"/>
                </a:lnTo>
                <a:lnTo>
                  <a:pt x="254" y="1849"/>
                </a:lnTo>
                <a:lnTo>
                  <a:pt x="247" y="1842"/>
                </a:lnTo>
                <a:lnTo>
                  <a:pt x="240" y="1840"/>
                </a:lnTo>
                <a:lnTo>
                  <a:pt x="234" y="1837"/>
                </a:lnTo>
                <a:lnTo>
                  <a:pt x="233" y="1835"/>
                </a:lnTo>
                <a:lnTo>
                  <a:pt x="227" y="1827"/>
                </a:lnTo>
                <a:lnTo>
                  <a:pt x="226" y="1827"/>
                </a:lnTo>
                <a:lnTo>
                  <a:pt x="226" y="1826"/>
                </a:lnTo>
                <a:lnTo>
                  <a:pt x="225" y="1826"/>
                </a:lnTo>
                <a:lnTo>
                  <a:pt x="222" y="1826"/>
                </a:lnTo>
                <a:lnTo>
                  <a:pt x="221" y="1826"/>
                </a:lnTo>
                <a:lnTo>
                  <a:pt x="220" y="1825"/>
                </a:lnTo>
                <a:lnTo>
                  <a:pt x="219" y="1825"/>
                </a:lnTo>
                <a:lnTo>
                  <a:pt x="218" y="1825"/>
                </a:lnTo>
                <a:lnTo>
                  <a:pt x="216" y="1824"/>
                </a:lnTo>
                <a:lnTo>
                  <a:pt x="215" y="1823"/>
                </a:lnTo>
                <a:lnTo>
                  <a:pt x="214" y="1823"/>
                </a:lnTo>
                <a:lnTo>
                  <a:pt x="213" y="1823"/>
                </a:lnTo>
                <a:lnTo>
                  <a:pt x="212" y="1823"/>
                </a:lnTo>
                <a:lnTo>
                  <a:pt x="211" y="1823"/>
                </a:lnTo>
                <a:lnTo>
                  <a:pt x="210" y="1823"/>
                </a:lnTo>
                <a:lnTo>
                  <a:pt x="191" y="1823"/>
                </a:lnTo>
                <a:lnTo>
                  <a:pt x="191" y="1822"/>
                </a:lnTo>
                <a:lnTo>
                  <a:pt x="190" y="1822"/>
                </a:lnTo>
                <a:lnTo>
                  <a:pt x="190" y="1821"/>
                </a:lnTo>
                <a:lnTo>
                  <a:pt x="191" y="1821"/>
                </a:lnTo>
                <a:lnTo>
                  <a:pt x="192" y="1821"/>
                </a:lnTo>
                <a:lnTo>
                  <a:pt x="193" y="1821"/>
                </a:lnTo>
                <a:lnTo>
                  <a:pt x="193" y="1822"/>
                </a:lnTo>
                <a:lnTo>
                  <a:pt x="194" y="1822"/>
                </a:lnTo>
                <a:lnTo>
                  <a:pt x="195" y="1823"/>
                </a:lnTo>
                <a:lnTo>
                  <a:pt x="197" y="1823"/>
                </a:lnTo>
                <a:lnTo>
                  <a:pt x="197" y="1822"/>
                </a:lnTo>
                <a:lnTo>
                  <a:pt x="198" y="1822"/>
                </a:lnTo>
                <a:lnTo>
                  <a:pt x="199" y="1822"/>
                </a:lnTo>
                <a:lnTo>
                  <a:pt x="200" y="1821"/>
                </a:lnTo>
                <a:lnTo>
                  <a:pt x="201" y="1820"/>
                </a:lnTo>
                <a:lnTo>
                  <a:pt x="202" y="1820"/>
                </a:lnTo>
                <a:lnTo>
                  <a:pt x="204" y="1819"/>
                </a:lnTo>
                <a:lnTo>
                  <a:pt x="206" y="1818"/>
                </a:lnTo>
                <a:lnTo>
                  <a:pt x="207" y="1818"/>
                </a:lnTo>
                <a:lnTo>
                  <a:pt x="208" y="1818"/>
                </a:lnTo>
                <a:lnTo>
                  <a:pt x="209" y="1816"/>
                </a:lnTo>
                <a:lnTo>
                  <a:pt x="212" y="1815"/>
                </a:lnTo>
                <a:lnTo>
                  <a:pt x="213" y="1815"/>
                </a:lnTo>
                <a:lnTo>
                  <a:pt x="213" y="1814"/>
                </a:lnTo>
                <a:lnTo>
                  <a:pt x="214" y="1814"/>
                </a:lnTo>
                <a:lnTo>
                  <a:pt x="215" y="1814"/>
                </a:lnTo>
                <a:lnTo>
                  <a:pt x="216" y="1813"/>
                </a:lnTo>
                <a:lnTo>
                  <a:pt x="217" y="1812"/>
                </a:lnTo>
                <a:lnTo>
                  <a:pt x="217" y="1811"/>
                </a:lnTo>
                <a:lnTo>
                  <a:pt x="218" y="1811"/>
                </a:lnTo>
                <a:lnTo>
                  <a:pt x="219" y="1810"/>
                </a:lnTo>
                <a:lnTo>
                  <a:pt x="220" y="1809"/>
                </a:lnTo>
                <a:lnTo>
                  <a:pt x="221" y="1808"/>
                </a:lnTo>
                <a:lnTo>
                  <a:pt x="224" y="1808"/>
                </a:lnTo>
                <a:lnTo>
                  <a:pt x="225" y="1808"/>
                </a:lnTo>
                <a:lnTo>
                  <a:pt x="228" y="1808"/>
                </a:lnTo>
                <a:lnTo>
                  <a:pt x="228" y="1807"/>
                </a:lnTo>
                <a:lnTo>
                  <a:pt x="229" y="1807"/>
                </a:lnTo>
                <a:lnTo>
                  <a:pt x="230" y="1807"/>
                </a:lnTo>
                <a:lnTo>
                  <a:pt x="231" y="1807"/>
                </a:lnTo>
                <a:lnTo>
                  <a:pt x="232" y="1807"/>
                </a:lnTo>
                <a:lnTo>
                  <a:pt x="232" y="1806"/>
                </a:lnTo>
                <a:lnTo>
                  <a:pt x="233" y="1806"/>
                </a:lnTo>
                <a:lnTo>
                  <a:pt x="234" y="1805"/>
                </a:lnTo>
                <a:lnTo>
                  <a:pt x="235" y="1804"/>
                </a:lnTo>
                <a:lnTo>
                  <a:pt x="236" y="1803"/>
                </a:lnTo>
                <a:lnTo>
                  <a:pt x="238" y="1802"/>
                </a:lnTo>
                <a:lnTo>
                  <a:pt x="238" y="1801"/>
                </a:lnTo>
                <a:lnTo>
                  <a:pt x="239" y="1801"/>
                </a:lnTo>
                <a:lnTo>
                  <a:pt x="239" y="1800"/>
                </a:lnTo>
                <a:lnTo>
                  <a:pt x="239" y="1798"/>
                </a:lnTo>
                <a:lnTo>
                  <a:pt x="240" y="1797"/>
                </a:lnTo>
                <a:lnTo>
                  <a:pt x="240" y="1796"/>
                </a:lnTo>
                <a:lnTo>
                  <a:pt x="240" y="1795"/>
                </a:lnTo>
                <a:lnTo>
                  <a:pt x="241" y="1793"/>
                </a:lnTo>
                <a:lnTo>
                  <a:pt x="241" y="1792"/>
                </a:lnTo>
                <a:lnTo>
                  <a:pt x="241" y="1791"/>
                </a:lnTo>
                <a:lnTo>
                  <a:pt x="242" y="1791"/>
                </a:lnTo>
                <a:lnTo>
                  <a:pt x="242" y="1790"/>
                </a:lnTo>
                <a:lnTo>
                  <a:pt x="242" y="1789"/>
                </a:lnTo>
                <a:lnTo>
                  <a:pt x="243" y="1788"/>
                </a:lnTo>
                <a:lnTo>
                  <a:pt x="243" y="1787"/>
                </a:lnTo>
                <a:lnTo>
                  <a:pt x="244" y="1787"/>
                </a:lnTo>
                <a:lnTo>
                  <a:pt x="244" y="1786"/>
                </a:lnTo>
                <a:lnTo>
                  <a:pt x="245" y="1786"/>
                </a:lnTo>
                <a:lnTo>
                  <a:pt x="245" y="1785"/>
                </a:lnTo>
                <a:lnTo>
                  <a:pt x="246" y="1784"/>
                </a:lnTo>
                <a:lnTo>
                  <a:pt x="247" y="1784"/>
                </a:lnTo>
                <a:lnTo>
                  <a:pt x="248" y="1783"/>
                </a:lnTo>
                <a:lnTo>
                  <a:pt x="249" y="1783"/>
                </a:lnTo>
                <a:lnTo>
                  <a:pt x="250" y="1782"/>
                </a:lnTo>
                <a:lnTo>
                  <a:pt x="252" y="1781"/>
                </a:lnTo>
                <a:lnTo>
                  <a:pt x="253" y="1780"/>
                </a:lnTo>
                <a:lnTo>
                  <a:pt x="255" y="1779"/>
                </a:lnTo>
                <a:lnTo>
                  <a:pt x="256" y="1779"/>
                </a:lnTo>
                <a:lnTo>
                  <a:pt x="257" y="1778"/>
                </a:lnTo>
                <a:lnTo>
                  <a:pt x="258" y="1778"/>
                </a:lnTo>
                <a:lnTo>
                  <a:pt x="259" y="1777"/>
                </a:lnTo>
                <a:lnTo>
                  <a:pt x="261" y="1776"/>
                </a:lnTo>
                <a:lnTo>
                  <a:pt x="262" y="1775"/>
                </a:lnTo>
                <a:lnTo>
                  <a:pt x="263" y="1775"/>
                </a:lnTo>
                <a:lnTo>
                  <a:pt x="264" y="1767"/>
                </a:lnTo>
                <a:lnTo>
                  <a:pt x="264" y="1756"/>
                </a:lnTo>
                <a:lnTo>
                  <a:pt x="265" y="1745"/>
                </a:lnTo>
                <a:lnTo>
                  <a:pt x="265" y="1740"/>
                </a:lnTo>
                <a:lnTo>
                  <a:pt x="272" y="1730"/>
                </a:lnTo>
                <a:lnTo>
                  <a:pt x="273" y="1724"/>
                </a:lnTo>
                <a:lnTo>
                  <a:pt x="273" y="1718"/>
                </a:lnTo>
                <a:lnTo>
                  <a:pt x="271" y="1716"/>
                </a:lnTo>
                <a:lnTo>
                  <a:pt x="265" y="1704"/>
                </a:lnTo>
                <a:lnTo>
                  <a:pt x="264" y="1702"/>
                </a:lnTo>
                <a:lnTo>
                  <a:pt x="261" y="1696"/>
                </a:lnTo>
                <a:lnTo>
                  <a:pt x="256" y="1692"/>
                </a:lnTo>
                <a:lnTo>
                  <a:pt x="251" y="1691"/>
                </a:lnTo>
                <a:lnTo>
                  <a:pt x="250" y="1691"/>
                </a:lnTo>
                <a:lnTo>
                  <a:pt x="235" y="1689"/>
                </a:lnTo>
                <a:lnTo>
                  <a:pt x="227" y="1688"/>
                </a:lnTo>
                <a:lnTo>
                  <a:pt x="220" y="1687"/>
                </a:lnTo>
                <a:lnTo>
                  <a:pt x="209" y="1697"/>
                </a:lnTo>
                <a:lnTo>
                  <a:pt x="197" y="1696"/>
                </a:lnTo>
                <a:lnTo>
                  <a:pt x="189" y="1696"/>
                </a:lnTo>
                <a:lnTo>
                  <a:pt x="182" y="1695"/>
                </a:lnTo>
                <a:lnTo>
                  <a:pt x="179" y="1694"/>
                </a:lnTo>
                <a:lnTo>
                  <a:pt x="172" y="1694"/>
                </a:lnTo>
                <a:lnTo>
                  <a:pt x="171" y="1697"/>
                </a:lnTo>
                <a:lnTo>
                  <a:pt x="171" y="1708"/>
                </a:lnTo>
                <a:lnTo>
                  <a:pt x="170" y="1708"/>
                </a:lnTo>
                <a:lnTo>
                  <a:pt x="166" y="1712"/>
                </a:lnTo>
                <a:lnTo>
                  <a:pt x="165" y="1713"/>
                </a:lnTo>
                <a:lnTo>
                  <a:pt x="164" y="1715"/>
                </a:lnTo>
                <a:lnTo>
                  <a:pt x="164" y="1716"/>
                </a:lnTo>
                <a:lnTo>
                  <a:pt x="163" y="1717"/>
                </a:lnTo>
                <a:lnTo>
                  <a:pt x="162" y="1717"/>
                </a:lnTo>
                <a:lnTo>
                  <a:pt x="161" y="1716"/>
                </a:lnTo>
                <a:lnTo>
                  <a:pt x="160" y="1716"/>
                </a:lnTo>
                <a:lnTo>
                  <a:pt x="160" y="1715"/>
                </a:lnTo>
                <a:lnTo>
                  <a:pt x="159" y="1715"/>
                </a:lnTo>
                <a:lnTo>
                  <a:pt x="157" y="1714"/>
                </a:lnTo>
                <a:lnTo>
                  <a:pt x="157" y="1713"/>
                </a:lnTo>
                <a:lnTo>
                  <a:pt x="156" y="1712"/>
                </a:lnTo>
                <a:lnTo>
                  <a:pt x="156" y="1711"/>
                </a:lnTo>
                <a:lnTo>
                  <a:pt x="156" y="1710"/>
                </a:lnTo>
                <a:lnTo>
                  <a:pt x="155" y="1710"/>
                </a:lnTo>
                <a:lnTo>
                  <a:pt x="155" y="1709"/>
                </a:lnTo>
                <a:lnTo>
                  <a:pt x="155" y="1708"/>
                </a:lnTo>
                <a:lnTo>
                  <a:pt x="154" y="1706"/>
                </a:lnTo>
                <a:lnTo>
                  <a:pt x="153" y="1704"/>
                </a:lnTo>
                <a:lnTo>
                  <a:pt x="153" y="1702"/>
                </a:lnTo>
                <a:lnTo>
                  <a:pt x="151" y="1703"/>
                </a:lnTo>
                <a:lnTo>
                  <a:pt x="149" y="1704"/>
                </a:lnTo>
                <a:lnTo>
                  <a:pt x="147" y="1705"/>
                </a:lnTo>
                <a:lnTo>
                  <a:pt x="145" y="1706"/>
                </a:lnTo>
                <a:lnTo>
                  <a:pt x="144" y="1706"/>
                </a:lnTo>
                <a:lnTo>
                  <a:pt x="143" y="1707"/>
                </a:lnTo>
                <a:lnTo>
                  <a:pt x="141" y="1708"/>
                </a:lnTo>
                <a:lnTo>
                  <a:pt x="139" y="1709"/>
                </a:lnTo>
                <a:lnTo>
                  <a:pt x="137" y="1710"/>
                </a:lnTo>
                <a:lnTo>
                  <a:pt x="135" y="1710"/>
                </a:lnTo>
                <a:lnTo>
                  <a:pt x="134" y="1711"/>
                </a:lnTo>
                <a:lnTo>
                  <a:pt x="133" y="1711"/>
                </a:lnTo>
                <a:lnTo>
                  <a:pt x="133" y="1713"/>
                </a:lnTo>
                <a:lnTo>
                  <a:pt x="133" y="1714"/>
                </a:lnTo>
                <a:lnTo>
                  <a:pt x="133" y="1715"/>
                </a:lnTo>
                <a:lnTo>
                  <a:pt x="134" y="1716"/>
                </a:lnTo>
                <a:lnTo>
                  <a:pt x="134" y="1717"/>
                </a:lnTo>
                <a:lnTo>
                  <a:pt x="135" y="1717"/>
                </a:lnTo>
                <a:lnTo>
                  <a:pt x="135" y="1718"/>
                </a:lnTo>
                <a:lnTo>
                  <a:pt x="134" y="1718"/>
                </a:lnTo>
                <a:lnTo>
                  <a:pt x="134" y="1719"/>
                </a:lnTo>
                <a:lnTo>
                  <a:pt x="134" y="1720"/>
                </a:lnTo>
                <a:lnTo>
                  <a:pt x="134" y="1721"/>
                </a:lnTo>
                <a:lnTo>
                  <a:pt x="133" y="1721"/>
                </a:lnTo>
                <a:lnTo>
                  <a:pt x="134" y="1721"/>
                </a:lnTo>
                <a:lnTo>
                  <a:pt x="134" y="1722"/>
                </a:lnTo>
                <a:lnTo>
                  <a:pt x="134" y="1723"/>
                </a:lnTo>
                <a:lnTo>
                  <a:pt x="134" y="1724"/>
                </a:lnTo>
                <a:lnTo>
                  <a:pt x="133" y="1723"/>
                </a:lnTo>
                <a:lnTo>
                  <a:pt x="132" y="1722"/>
                </a:lnTo>
                <a:lnTo>
                  <a:pt x="131" y="1721"/>
                </a:lnTo>
                <a:lnTo>
                  <a:pt x="130" y="1720"/>
                </a:lnTo>
                <a:lnTo>
                  <a:pt x="129" y="1719"/>
                </a:lnTo>
                <a:lnTo>
                  <a:pt x="128" y="1718"/>
                </a:lnTo>
                <a:lnTo>
                  <a:pt x="127" y="1717"/>
                </a:lnTo>
                <a:lnTo>
                  <a:pt x="126" y="1717"/>
                </a:lnTo>
                <a:lnTo>
                  <a:pt x="125" y="1715"/>
                </a:lnTo>
                <a:lnTo>
                  <a:pt x="124" y="1714"/>
                </a:lnTo>
                <a:lnTo>
                  <a:pt x="124" y="1713"/>
                </a:lnTo>
                <a:lnTo>
                  <a:pt x="124" y="1712"/>
                </a:lnTo>
                <a:lnTo>
                  <a:pt x="123" y="1708"/>
                </a:lnTo>
                <a:lnTo>
                  <a:pt x="123" y="1706"/>
                </a:lnTo>
                <a:lnTo>
                  <a:pt x="123" y="1705"/>
                </a:lnTo>
                <a:lnTo>
                  <a:pt x="123" y="1704"/>
                </a:lnTo>
                <a:lnTo>
                  <a:pt x="122" y="1702"/>
                </a:lnTo>
                <a:lnTo>
                  <a:pt x="121" y="1702"/>
                </a:lnTo>
                <a:lnTo>
                  <a:pt x="120" y="1702"/>
                </a:lnTo>
                <a:lnTo>
                  <a:pt x="119" y="1703"/>
                </a:lnTo>
                <a:lnTo>
                  <a:pt x="118" y="1703"/>
                </a:lnTo>
                <a:lnTo>
                  <a:pt x="115" y="1704"/>
                </a:lnTo>
                <a:lnTo>
                  <a:pt x="113" y="1705"/>
                </a:lnTo>
                <a:lnTo>
                  <a:pt x="113" y="1706"/>
                </a:lnTo>
                <a:lnTo>
                  <a:pt x="114" y="1707"/>
                </a:lnTo>
                <a:lnTo>
                  <a:pt x="114" y="1708"/>
                </a:lnTo>
                <a:lnTo>
                  <a:pt x="116" y="1710"/>
                </a:lnTo>
                <a:lnTo>
                  <a:pt x="116" y="1711"/>
                </a:lnTo>
                <a:lnTo>
                  <a:pt x="117" y="1713"/>
                </a:lnTo>
                <a:lnTo>
                  <a:pt x="117" y="1714"/>
                </a:lnTo>
                <a:lnTo>
                  <a:pt x="118" y="1714"/>
                </a:lnTo>
                <a:lnTo>
                  <a:pt x="117" y="1714"/>
                </a:lnTo>
                <a:lnTo>
                  <a:pt x="115" y="1715"/>
                </a:lnTo>
                <a:lnTo>
                  <a:pt x="114" y="1716"/>
                </a:lnTo>
                <a:lnTo>
                  <a:pt x="113" y="1716"/>
                </a:lnTo>
                <a:lnTo>
                  <a:pt x="111" y="1717"/>
                </a:lnTo>
                <a:lnTo>
                  <a:pt x="109" y="1718"/>
                </a:lnTo>
                <a:lnTo>
                  <a:pt x="108" y="1718"/>
                </a:lnTo>
                <a:lnTo>
                  <a:pt x="107" y="1719"/>
                </a:lnTo>
                <a:lnTo>
                  <a:pt x="105" y="1720"/>
                </a:lnTo>
                <a:lnTo>
                  <a:pt x="97" y="1723"/>
                </a:lnTo>
                <a:lnTo>
                  <a:pt x="89" y="1726"/>
                </a:lnTo>
                <a:lnTo>
                  <a:pt x="90" y="1723"/>
                </a:lnTo>
                <a:lnTo>
                  <a:pt x="90" y="1718"/>
                </a:lnTo>
                <a:lnTo>
                  <a:pt x="90" y="1717"/>
                </a:lnTo>
                <a:lnTo>
                  <a:pt x="90" y="1716"/>
                </a:lnTo>
                <a:lnTo>
                  <a:pt x="90" y="1715"/>
                </a:lnTo>
                <a:lnTo>
                  <a:pt x="90" y="1713"/>
                </a:lnTo>
                <a:lnTo>
                  <a:pt x="90" y="1710"/>
                </a:lnTo>
                <a:lnTo>
                  <a:pt x="90" y="1706"/>
                </a:lnTo>
                <a:lnTo>
                  <a:pt x="90" y="1704"/>
                </a:lnTo>
                <a:lnTo>
                  <a:pt x="90" y="1703"/>
                </a:lnTo>
                <a:lnTo>
                  <a:pt x="90" y="1702"/>
                </a:lnTo>
                <a:lnTo>
                  <a:pt x="91" y="1701"/>
                </a:lnTo>
                <a:lnTo>
                  <a:pt x="91" y="1698"/>
                </a:lnTo>
                <a:lnTo>
                  <a:pt x="91" y="1697"/>
                </a:lnTo>
                <a:lnTo>
                  <a:pt x="91" y="1695"/>
                </a:lnTo>
                <a:lnTo>
                  <a:pt x="91" y="1694"/>
                </a:lnTo>
                <a:lnTo>
                  <a:pt x="91" y="1692"/>
                </a:lnTo>
                <a:lnTo>
                  <a:pt x="91" y="1690"/>
                </a:lnTo>
                <a:lnTo>
                  <a:pt x="91" y="1688"/>
                </a:lnTo>
                <a:lnTo>
                  <a:pt x="91" y="1687"/>
                </a:lnTo>
                <a:lnTo>
                  <a:pt x="91" y="1686"/>
                </a:lnTo>
                <a:lnTo>
                  <a:pt x="91" y="1685"/>
                </a:lnTo>
                <a:lnTo>
                  <a:pt x="91" y="1683"/>
                </a:lnTo>
                <a:lnTo>
                  <a:pt x="91" y="1682"/>
                </a:lnTo>
                <a:lnTo>
                  <a:pt x="91" y="1681"/>
                </a:lnTo>
                <a:lnTo>
                  <a:pt x="90" y="1680"/>
                </a:lnTo>
                <a:lnTo>
                  <a:pt x="89" y="1680"/>
                </a:lnTo>
                <a:lnTo>
                  <a:pt x="88" y="1679"/>
                </a:lnTo>
                <a:lnTo>
                  <a:pt x="87" y="1679"/>
                </a:lnTo>
                <a:lnTo>
                  <a:pt x="87" y="1678"/>
                </a:lnTo>
                <a:lnTo>
                  <a:pt x="86" y="1678"/>
                </a:lnTo>
                <a:lnTo>
                  <a:pt x="85" y="1678"/>
                </a:lnTo>
                <a:lnTo>
                  <a:pt x="84" y="1678"/>
                </a:lnTo>
                <a:lnTo>
                  <a:pt x="83" y="1677"/>
                </a:lnTo>
                <a:lnTo>
                  <a:pt x="83" y="1676"/>
                </a:lnTo>
                <a:lnTo>
                  <a:pt x="82" y="1676"/>
                </a:lnTo>
                <a:lnTo>
                  <a:pt x="82" y="1675"/>
                </a:lnTo>
                <a:lnTo>
                  <a:pt x="81" y="1674"/>
                </a:lnTo>
                <a:lnTo>
                  <a:pt x="80" y="1673"/>
                </a:lnTo>
                <a:lnTo>
                  <a:pt x="79" y="1672"/>
                </a:lnTo>
                <a:lnTo>
                  <a:pt x="78" y="1671"/>
                </a:lnTo>
                <a:lnTo>
                  <a:pt x="76" y="1670"/>
                </a:lnTo>
                <a:lnTo>
                  <a:pt x="75" y="1669"/>
                </a:lnTo>
                <a:lnTo>
                  <a:pt x="74" y="1669"/>
                </a:lnTo>
                <a:lnTo>
                  <a:pt x="72" y="1667"/>
                </a:lnTo>
                <a:lnTo>
                  <a:pt x="71" y="1666"/>
                </a:lnTo>
                <a:lnTo>
                  <a:pt x="66" y="1662"/>
                </a:lnTo>
                <a:lnTo>
                  <a:pt x="65" y="1661"/>
                </a:lnTo>
                <a:lnTo>
                  <a:pt x="61" y="1657"/>
                </a:lnTo>
                <a:lnTo>
                  <a:pt x="58" y="1655"/>
                </a:lnTo>
                <a:lnTo>
                  <a:pt x="53" y="1646"/>
                </a:lnTo>
                <a:lnTo>
                  <a:pt x="53" y="1645"/>
                </a:lnTo>
                <a:lnTo>
                  <a:pt x="40" y="1625"/>
                </a:lnTo>
                <a:lnTo>
                  <a:pt x="38" y="1623"/>
                </a:lnTo>
                <a:lnTo>
                  <a:pt x="29" y="1608"/>
                </a:lnTo>
                <a:lnTo>
                  <a:pt x="30" y="1607"/>
                </a:lnTo>
                <a:lnTo>
                  <a:pt x="30" y="1606"/>
                </a:lnTo>
                <a:lnTo>
                  <a:pt x="29" y="1606"/>
                </a:lnTo>
                <a:lnTo>
                  <a:pt x="28" y="1605"/>
                </a:lnTo>
                <a:lnTo>
                  <a:pt x="28" y="1603"/>
                </a:lnTo>
                <a:lnTo>
                  <a:pt x="29" y="1602"/>
                </a:lnTo>
                <a:lnTo>
                  <a:pt x="30" y="1602"/>
                </a:lnTo>
                <a:lnTo>
                  <a:pt x="30" y="1601"/>
                </a:lnTo>
                <a:lnTo>
                  <a:pt x="31" y="1600"/>
                </a:lnTo>
                <a:lnTo>
                  <a:pt x="32" y="1600"/>
                </a:lnTo>
                <a:lnTo>
                  <a:pt x="34" y="1597"/>
                </a:lnTo>
                <a:lnTo>
                  <a:pt x="35" y="1597"/>
                </a:lnTo>
                <a:lnTo>
                  <a:pt x="36" y="1596"/>
                </a:lnTo>
                <a:lnTo>
                  <a:pt x="37" y="1595"/>
                </a:lnTo>
                <a:lnTo>
                  <a:pt x="38" y="1594"/>
                </a:lnTo>
                <a:lnTo>
                  <a:pt x="40" y="1592"/>
                </a:lnTo>
                <a:lnTo>
                  <a:pt x="41" y="1592"/>
                </a:lnTo>
                <a:lnTo>
                  <a:pt x="41" y="1591"/>
                </a:lnTo>
                <a:lnTo>
                  <a:pt x="42" y="1590"/>
                </a:lnTo>
                <a:lnTo>
                  <a:pt x="44" y="1589"/>
                </a:lnTo>
                <a:lnTo>
                  <a:pt x="44" y="1588"/>
                </a:lnTo>
                <a:lnTo>
                  <a:pt x="45" y="1588"/>
                </a:lnTo>
                <a:lnTo>
                  <a:pt x="47" y="1586"/>
                </a:lnTo>
                <a:lnTo>
                  <a:pt x="48" y="1585"/>
                </a:lnTo>
                <a:lnTo>
                  <a:pt x="49" y="1584"/>
                </a:lnTo>
                <a:lnTo>
                  <a:pt x="51" y="1582"/>
                </a:lnTo>
                <a:lnTo>
                  <a:pt x="52" y="1581"/>
                </a:lnTo>
                <a:lnTo>
                  <a:pt x="51" y="1580"/>
                </a:lnTo>
                <a:lnTo>
                  <a:pt x="51" y="1579"/>
                </a:lnTo>
                <a:lnTo>
                  <a:pt x="50" y="1576"/>
                </a:lnTo>
                <a:lnTo>
                  <a:pt x="50" y="1575"/>
                </a:lnTo>
                <a:lnTo>
                  <a:pt x="49" y="1574"/>
                </a:lnTo>
                <a:lnTo>
                  <a:pt x="49" y="1573"/>
                </a:lnTo>
                <a:lnTo>
                  <a:pt x="48" y="1572"/>
                </a:lnTo>
                <a:lnTo>
                  <a:pt x="48" y="1570"/>
                </a:lnTo>
                <a:lnTo>
                  <a:pt x="47" y="1568"/>
                </a:lnTo>
                <a:lnTo>
                  <a:pt x="47" y="1567"/>
                </a:lnTo>
                <a:lnTo>
                  <a:pt x="46" y="1566"/>
                </a:lnTo>
                <a:lnTo>
                  <a:pt x="46" y="1563"/>
                </a:lnTo>
                <a:lnTo>
                  <a:pt x="45" y="1562"/>
                </a:lnTo>
                <a:lnTo>
                  <a:pt x="45" y="1561"/>
                </a:lnTo>
                <a:lnTo>
                  <a:pt x="44" y="1560"/>
                </a:lnTo>
                <a:lnTo>
                  <a:pt x="44" y="1559"/>
                </a:lnTo>
                <a:lnTo>
                  <a:pt x="44" y="1558"/>
                </a:lnTo>
                <a:lnTo>
                  <a:pt x="43" y="1557"/>
                </a:lnTo>
                <a:lnTo>
                  <a:pt x="43" y="1556"/>
                </a:lnTo>
                <a:lnTo>
                  <a:pt x="43" y="1555"/>
                </a:lnTo>
                <a:lnTo>
                  <a:pt x="42" y="1554"/>
                </a:lnTo>
                <a:lnTo>
                  <a:pt x="42" y="1553"/>
                </a:lnTo>
                <a:lnTo>
                  <a:pt x="42" y="1551"/>
                </a:lnTo>
                <a:lnTo>
                  <a:pt x="41" y="1550"/>
                </a:lnTo>
                <a:lnTo>
                  <a:pt x="40" y="1548"/>
                </a:lnTo>
                <a:lnTo>
                  <a:pt x="40" y="1547"/>
                </a:lnTo>
                <a:lnTo>
                  <a:pt x="39" y="1545"/>
                </a:lnTo>
                <a:lnTo>
                  <a:pt x="39" y="1544"/>
                </a:lnTo>
                <a:lnTo>
                  <a:pt x="38" y="1542"/>
                </a:lnTo>
                <a:lnTo>
                  <a:pt x="38" y="1541"/>
                </a:lnTo>
                <a:lnTo>
                  <a:pt x="37" y="1540"/>
                </a:lnTo>
                <a:lnTo>
                  <a:pt x="37" y="1538"/>
                </a:lnTo>
                <a:lnTo>
                  <a:pt x="37" y="1537"/>
                </a:lnTo>
                <a:lnTo>
                  <a:pt x="36" y="1537"/>
                </a:lnTo>
                <a:lnTo>
                  <a:pt x="36" y="1535"/>
                </a:lnTo>
                <a:lnTo>
                  <a:pt x="34" y="1530"/>
                </a:lnTo>
                <a:lnTo>
                  <a:pt x="34" y="1529"/>
                </a:lnTo>
                <a:lnTo>
                  <a:pt x="33" y="1527"/>
                </a:lnTo>
                <a:lnTo>
                  <a:pt x="33" y="1526"/>
                </a:lnTo>
                <a:lnTo>
                  <a:pt x="32" y="1525"/>
                </a:lnTo>
                <a:lnTo>
                  <a:pt x="32" y="1523"/>
                </a:lnTo>
                <a:lnTo>
                  <a:pt x="31" y="1522"/>
                </a:lnTo>
                <a:lnTo>
                  <a:pt x="31" y="1520"/>
                </a:lnTo>
                <a:lnTo>
                  <a:pt x="30" y="1519"/>
                </a:lnTo>
                <a:lnTo>
                  <a:pt x="30" y="1518"/>
                </a:lnTo>
                <a:lnTo>
                  <a:pt x="29" y="1515"/>
                </a:lnTo>
                <a:lnTo>
                  <a:pt x="28" y="1513"/>
                </a:lnTo>
                <a:lnTo>
                  <a:pt x="28" y="1512"/>
                </a:lnTo>
                <a:lnTo>
                  <a:pt x="27" y="1510"/>
                </a:lnTo>
                <a:lnTo>
                  <a:pt x="25" y="1505"/>
                </a:lnTo>
                <a:lnTo>
                  <a:pt x="25" y="1503"/>
                </a:lnTo>
                <a:lnTo>
                  <a:pt x="25" y="1502"/>
                </a:lnTo>
                <a:lnTo>
                  <a:pt x="24" y="1500"/>
                </a:lnTo>
                <a:lnTo>
                  <a:pt x="22" y="1496"/>
                </a:lnTo>
                <a:lnTo>
                  <a:pt x="22" y="1495"/>
                </a:lnTo>
                <a:lnTo>
                  <a:pt x="21" y="1493"/>
                </a:lnTo>
                <a:lnTo>
                  <a:pt x="20" y="1491"/>
                </a:lnTo>
                <a:lnTo>
                  <a:pt x="20" y="1490"/>
                </a:lnTo>
                <a:lnTo>
                  <a:pt x="20" y="1489"/>
                </a:lnTo>
                <a:lnTo>
                  <a:pt x="13" y="1468"/>
                </a:lnTo>
                <a:lnTo>
                  <a:pt x="5" y="1448"/>
                </a:lnTo>
                <a:lnTo>
                  <a:pt x="4" y="1445"/>
                </a:lnTo>
                <a:lnTo>
                  <a:pt x="1" y="1433"/>
                </a:lnTo>
                <a:lnTo>
                  <a:pt x="0" y="1429"/>
                </a:lnTo>
                <a:lnTo>
                  <a:pt x="47" y="1441"/>
                </a:lnTo>
                <a:lnTo>
                  <a:pt x="65" y="1446"/>
                </a:lnTo>
                <a:lnTo>
                  <a:pt x="94" y="1454"/>
                </a:lnTo>
                <a:lnTo>
                  <a:pt x="126" y="1458"/>
                </a:lnTo>
                <a:lnTo>
                  <a:pt x="136" y="1460"/>
                </a:lnTo>
                <a:lnTo>
                  <a:pt x="157" y="1464"/>
                </a:lnTo>
                <a:lnTo>
                  <a:pt x="164" y="1465"/>
                </a:lnTo>
                <a:lnTo>
                  <a:pt x="169" y="1465"/>
                </a:lnTo>
                <a:lnTo>
                  <a:pt x="216" y="1473"/>
                </a:lnTo>
                <a:lnTo>
                  <a:pt x="260" y="1465"/>
                </a:lnTo>
                <a:lnTo>
                  <a:pt x="288" y="1468"/>
                </a:lnTo>
                <a:lnTo>
                  <a:pt x="288" y="1467"/>
                </a:lnTo>
                <a:lnTo>
                  <a:pt x="293" y="1461"/>
                </a:lnTo>
                <a:lnTo>
                  <a:pt x="342" y="1465"/>
                </a:lnTo>
                <a:lnTo>
                  <a:pt x="395" y="1483"/>
                </a:lnTo>
                <a:lnTo>
                  <a:pt x="409" y="1487"/>
                </a:lnTo>
                <a:lnTo>
                  <a:pt x="431" y="1490"/>
                </a:lnTo>
                <a:lnTo>
                  <a:pt x="448" y="1517"/>
                </a:lnTo>
                <a:lnTo>
                  <a:pt x="455" y="1527"/>
                </a:lnTo>
                <a:lnTo>
                  <a:pt x="490" y="1539"/>
                </a:lnTo>
                <a:lnTo>
                  <a:pt x="499" y="1537"/>
                </a:lnTo>
                <a:lnTo>
                  <a:pt x="508" y="1538"/>
                </a:lnTo>
                <a:lnTo>
                  <a:pt x="515" y="1538"/>
                </a:lnTo>
                <a:lnTo>
                  <a:pt x="535" y="1550"/>
                </a:lnTo>
                <a:lnTo>
                  <a:pt x="541" y="1554"/>
                </a:lnTo>
                <a:lnTo>
                  <a:pt x="581" y="1575"/>
                </a:lnTo>
                <a:lnTo>
                  <a:pt x="591" y="1578"/>
                </a:lnTo>
                <a:lnTo>
                  <a:pt x="612" y="1583"/>
                </a:lnTo>
                <a:lnTo>
                  <a:pt x="623" y="1586"/>
                </a:lnTo>
                <a:lnTo>
                  <a:pt x="643" y="1586"/>
                </a:lnTo>
                <a:lnTo>
                  <a:pt x="665" y="1582"/>
                </a:lnTo>
                <a:lnTo>
                  <a:pt x="686" y="1577"/>
                </a:lnTo>
                <a:lnTo>
                  <a:pt x="685" y="1605"/>
                </a:lnTo>
                <a:lnTo>
                  <a:pt x="701" y="1607"/>
                </a:lnTo>
                <a:lnTo>
                  <a:pt x="723" y="1606"/>
                </a:lnTo>
                <a:lnTo>
                  <a:pt x="731" y="1616"/>
                </a:lnTo>
                <a:lnTo>
                  <a:pt x="752" y="1594"/>
                </a:lnTo>
                <a:lnTo>
                  <a:pt x="758" y="1594"/>
                </a:lnTo>
                <a:lnTo>
                  <a:pt x="765" y="1590"/>
                </a:lnTo>
                <a:lnTo>
                  <a:pt x="767" y="1588"/>
                </a:lnTo>
                <a:lnTo>
                  <a:pt x="776" y="1582"/>
                </a:lnTo>
                <a:lnTo>
                  <a:pt x="786" y="1576"/>
                </a:lnTo>
                <a:lnTo>
                  <a:pt x="798" y="1569"/>
                </a:lnTo>
                <a:lnTo>
                  <a:pt x="814" y="1562"/>
                </a:lnTo>
                <a:lnTo>
                  <a:pt x="832" y="1553"/>
                </a:lnTo>
                <a:lnTo>
                  <a:pt x="860" y="1539"/>
                </a:lnTo>
                <a:lnTo>
                  <a:pt x="882" y="1528"/>
                </a:lnTo>
                <a:lnTo>
                  <a:pt x="899" y="1521"/>
                </a:lnTo>
                <a:lnTo>
                  <a:pt x="923" y="1517"/>
                </a:lnTo>
                <a:lnTo>
                  <a:pt x="944" y="1511"/>
                </a:lnTo>
                <a:lnTo>
                  <a:pt x="946" y="1505"/>
                </a:lnTo>
                <a:lnTo>
                  <a:pt x="962" y="1498"/>
                </a:lnTo>
                <a:lnTo>
                  <a:pt x="965" y="1498"/>
                </a:lnTo>
                <a:lnTo>
                  <a:pt x="972" y="1504"/>
                </a:lnTo>
                <a:lnTo>
                  <a:pt x="987" y="1503"/>
                </a:lnTo>
                <a:lnTo>
                  <a:pt x="1006" y="1504"/>
                </a:lnTo>
                <a:lnTo>
                  <a:pt x="1009" y="1503"/>
                </a:lnTo>
                <a:lnTo>
                  <a:pt x="1011" y="1503"/>
                </a:lnTo>
                <a:lnTo>
                  <a:pt x="1013" y="1501"/>
                </a:lnTo>
                <a:lnTo>
                  <a:pt x="1014" y="1500"/>
                </a:lnTo>
                <a:lnTo>
                  <a:pt x="1020" y="1500"/>
                </a:lnTo>
                <a:lnTo>
                  <a:pt x="1035" y="1496"/>
                </a:lnTo>
                <a:lnTo>
                  <a:pt x="1040" y="1499"/>
                </a:lnTo>
                <a:lnTo>
                  <a:pt x="1057" y="1498"/>
                </a:lnTo>
                <a:lnTo>
                  <a:pt x="1062" y="1497"/>
                </a:lnTo>
                <a:lnTo>
                  <a:pt x="1078" y="1501"/>
                </a:lnTo>
                <a:lnTo>
                  <a:pt x="1087" y="1500"/>
                </a:lnTo>
                <a:lnTo>
                  <a:pt x="1090" y="1502"/>
                </a:lnTo>
                <a:lnTo>
                  <a:pt x="1092" y="1503"/>
                </a:lnTo>
                <a:lnTo>
                  <a:pt x="1102" y="1497"/>
                </a:lnTo>
                <a:lnTo>
                  <a:pt x="1105" y="1495"/>
                </a:lnTo>
                <a:lnTo>
                  <a:pt x="1106" y="1494"/>
                </a:lnTo>
                <a:lnTo>
                  <a:pt x="1107" y="1495"/>
                </a:lnTo>
                <a:lnTo>
                  <a:pt x="1108" y="1494"/>
                </a:lnTo>
                <a:lnTo>
                  <a:pt x="1129" y="1495"/>
                </a:lnTo>
                <a:lnTo>
                  <a:pt x="1133" y="1496"/>
                </a:lnTo>
                <a:lnTo>
                  <a:pt x="1135" y="1495"/>
                </a:lnTo>
                <a:lnTo>
                  <a:pt x="1141" y="1494"/>
                </a:lnTo>
                <a:lnTo>
                  <a:pt x="1142" y="1494"/>
                </a:lnTo>
                <a:lnTo>
                  <a:pt x="1144" y="1493"/>
                </a:lnTo>
                <a:lnTo>
                  <a:pt x="1145" y="1493"/>
                </a:lnTo>
                <a:lnTo>
                  <a:pt x="1148" y="1493"/>
                </a:lnTo>
                <a:lnTo>
                  <a:pt x="1151" y="1492"/>
                </a:lnTo>
                <a:lnTo>
                  <a:pt x="1153" y="1491"/>
                </a:lnTo>
                <a:lnTo>
                  <a:pt x="1155" y="1490"/>
                </a:lnTo>
                <a:lnTo>
                  <a:pt x="1156" y="1490"/>
                </a:lnTo>
                <a:lnTo>
                  <a:pt x="1169" y="1478"/>
                </a:lnTo>
                <a:lnTo>
                  <a:pt x="1173" y="1476"/>
                </a:lnTo>
                <a:lnTo>
                  <a:pt x="1190" y="1467"/>
                </a:lnTo>
                <a:lnTo>
                  <a:pt x="1197" y="1466"/>
                </a:lnTo>
                <a:lnTo>
                  <a:pt x="1209" y="1465"/>
                </a:lnTo>
                <a:lnTo>
                  <a:pt x="1211" y="1461"/>
                </a:lnTo>
                <a:lnTo>
                  <a:pt x="1215" y="1459"/>
                </a:lnTo>
                <a:lnTo>
                  <a:pt x="1224" y="1455"/>
                </a:lnTo>
                <a:lnTo>
                  <a:pt x="1227" y="1453"/>
                </a:lnTo>
                <a:lnTo>
                  <a:pt x="1230" y="1452"/>
                </a:lnTo>
                <a:lnTo>
                  <a:pt x="1239" y="1446"/>
                </a:lnTo>
                <a:lnTo>
                  <a:pt x="1241" y="1438"/>
                </a:lnTo>
                <a:lnTo>
                  <a:pt x="1251" y="1428"/>
                </a:lnTo>
                <a:lnTo>
                  <a:pt x="1255" y="1425"/>
                </a:lnTo>
                <a:lnTo>
                  <a:pt x="1260" y="1413"/>
                </a:lnTo>
                <a:lnTo>
                  <a:pt x="1260" y="1411"/>
                </a:lnTo>
                <a:lnTo>
                  <a:pt x="1264" y="1404"/>
                </a:lnTo>
                <a:lnTo>
                  <a:pt x="1267" y="1402"/>
                </a:lnTo>
                <a:lnTo>
                  <a:pt x="1277" y="1388"/>
                </a:lnTo>
                <a:lnTo>
                  <a:pt x="1288" y="1371"/>
                </a:lnTo>
                <a:lnTo>
                  <a:pt x="1292" y="1368"/>
                </a:lnTo>
                <a:lnTo>
                  <a:pt x="1293" y="1367"/>
                </a:lnTo>
                <a:lnTo>
                  <a:pt x="1295" y="1366"/>
                </a:lnTo>
                <a:lnTo>
                  <a:pt x="1300" y="1364"/>
                </a:lnTo>
                <a:lnTo>
                  <a:pt x="1303" y="1362"/>
                </a:lnTo>
                <a:lnTo>
                  <a:pt x="1315" y="1356"/>
                </a:lnTo>
                <a:lnTo>
                  <a:pt x="1317" y="1356"/>
                </a:lnTo>
                <a:lnTo>
                  <a:pt x="1319" y="1355"/>
                </a:lnTo>
                <a:lnTo>
                  <a:pt x="1322" y="1350"/>
                </a:lnTo>
                <a:lnTo>
                  <a:pt x="1328" y="1347"/>
                </a:lnTo>
                <a:lnTo>
                  <a:pt x="1332" y="1348"/>
                </a:lnTo>
                <a:lnTo>
                  <a:pt x="1338" y="1347"/>
                </a:lnTo>
                <a:lnTo>
                  <a:pt x="1341" y="1344"/>
                </a:lnTo>
                <a:lnTo>
                  <a:pt x="1351" y="1330"/>
                </a:lnTo>
                <a:lnTo>
                  <a:pt x="1357" y="1322"/>
                </a:lnTo>
                <a:lnTo>
                  <a:pt x="1366" y="1321"/>
                </a:lnTo>
                <a:lnTo>
                  <a:pt x="1369" y="1319"/>
                </a:lnTo>
                <a:lnTo>
                  <a:pt x="1371" y="1318"/>
                </a:lnTo>
                <a:lnTo>
                  <a:pt x="1372" y="1311"/>
                </a:lnTo>
                <a:lnTo>
                  <a:pt x="1372" y="1304"/>
                </a:lnTo>
                <a:lnTo>
                  <a:pt x="1371" y="1302"/>
                </a:lnTo>
                <a:lnTo>
                  <a:pt x="1362" y="1287"/>
                </a:lnTo>
                <a:lnTo>
                  <a:pt x="1354" y="1280"/>
                </a:lnTo>
                <a:lnTo>
                  <a:pt x="1353" y="1279"/>
                </a:lnTo>
                <a:lnTo>
                  <a:pt x="1350" y="1278"/>
                </a:lnTo>
                <a:lnTo>
                  <a:pt x="1347" y="1277"/>
                </a:lnTo>
                <a:lnTo>
                  <a:pt x="1344" y="1275"/>
                </a:lnTo>
                <a:lnTo>
                  <a:pt x="1342" y="1273"/>
                </a:lnTo>
                <a:lnTo>
                  <a:pt x="1340" y="1270"/>
                </a:lnTo>
                <a:lnTo>
                  <a:pt x="1336" y="1266"/>
                </a:lnTo>
                <a:lnTo>
                  <a:pt x="1335" y="1263"/>
                </a:lnTo>
                <a:lnTo>
                  <a:pt x="1333" y="1262"/>
                </a:lnTo>
                <a:lnTo>
                  <a:pt x="1332" y="1260"/>
                </a:lnTo>
                <a:lnTo>
                  <a:pt x="1330" y="1257"/>
                </a:lnTo>
                <a:lnTo>
                  <a:pt x="1329" y="1254"/>
                </a:lnTo>
                <a:lnTo>
                  <a:pt x="1328" y="1250"/>
                </a:lnTo>
                <a:lnTo>
                  <a:pt x="1328" y="1247"/>
                </a:lnTo>
                <a:lnTo>
                  <a:pt x="1327" y="1245"/>
                </a:lnTo>
                <a:lnTo>
                  <a:pt x="1324" y="1242"/>
                </a:lnTo>
                <a:lnTo>
                  <a:pt x="1318" y="1240"/>
                </a:lnTo>
                <a:lnTo>
                  <a:pt x="1316" y="1236"/>
                </a:lnTo>
                <a:lnTo>
                  <a:pt x="1317" y="1231"/>
                </a:lnTo>
                <a:lnTo>
                  <a:pt x="1321" y="1219"/>
                </a:lnTo>
                <a:lnTo>
                  <a:pt x="1324" y="1216"/>
                </a:lnTo>
                <a:lnTo>
                  <a:pt x="1325" y="1210"/>
                </a:lnTo>
                <a:lnTo>
                  <a:pt x="1328" y="1208"/>
                </a:lnTo>
                <a:lnTo>
                  <a:pt x="1329" y="1206"/>
                </a:lnTo>
                <a:lnTo>
                  <a:pt x="1327" y="1198"/>
                </a:lnTo>
                <a:lnTo>
                  <a:pt x="1329" y="1190"/>
                </a:lnTo>
                <a:lnTo>
                  <a:pt x="1331" y="1184"/>
                </a:lnTo>
                <a:lnTo>
                  <a:pt x="1332" y="1180"/>
                </a:lnTo>
                <a:lnTo>
                  <a:pt x="1336" y="1172"/>
                </a:lnTo>
                <a:lnTo>
                  <a:pt x="1338" y="1168"/>
                </a:lnTo>
                <a:lnTo>
                  <a:pt x="1341" y="1158"/>
                </a:lnTo>
                <a:lnTo>
                  <a:pt x="1344" y="1154"/>
                </a:lnTo>
                <a:lnTo>
                  <a:pt x="1354" y="1144"/>
                </a:lnTo>
                <a:lnTo>
                  <a:pt x="1359" y="1140"/>
                </a:lnTo>
                <a:lnTo>
                  <a:pt x="1363" y="1137"/>
                </a:lnTo>
                <a:lnTo>
                  <a:pt x="1369" y="1136"/>
                </a:lnTo>
                <a:lnTo>
                  <a:pt x="1373" y="1139"/>
                </a:lnTo>
                <a:lnTo>
                  <a:pt x="1399" y="1138"/>
                </a:lnTo>
                <a:lnTo>
                  <a:pt x="1402" y="1137"/>
                </a:lnTo>
                <a:lnTo>
                  <a:pt x="1413" y="1145"/>
                </a:lnTo>
                <a:lnTo>
                  <a:pt x="1419" y="1154"/>
                </a:lnTo>
                <a:lnTo>
                  <a:pt x="1429" y="1160"/>
                </a:lnTo>
                <a:lnTo>
                  <a:pt x="1443" y="1164"/>
                </a:lnTo>
                <a:lnTo>
                  <a:pt x="1450" y="1163"/>
                </a:lnTo>
                <a:lnTo>
                  <a:pt x="1457" y="1164"/>
                </a:lnTo>
                <a:lnTo>
                  <a:pt x="1458" y="1164"/>
                </a:lnTo>
                <a:lnTo>
                  <a:pt x="1468" y="1167"/>
                </a:lnTo>
                <a:lnTo>
                  <a:pt x="1482" y="1167"/>
                </a:lnTo>
                <a:lnTo>
                  <a:pt x="1502" y="1167"/>
                </a:lnTo>
                <a:lnTo>
                  <a:pt x="1506" y="1169"/>
                </a:lnTo>
                <a:lnTo>
                  <a:pt x="1514" y="1170"/>
                </a:lnTo>
                <a:lnTo>
                  <a:pt x="1521" y="1164"/>
                </a:lnTo>
                <a:lnTo>
                  <a:pt x="1524" y="1160"/>
                </a:lnTo>
                <a:lnTo>
                  <a:pt x="1528" y="1155"/>
                </a:lnTo>
                <a:lnTo>
                  <a:pt x="1534" y="1153"/>
                </a:lnTo>
                <a:lnTo>
                  <a:pt x="1534" y="1152"/>
                </a:lnTo>
                <a:lnTo>
                  <a:pt x="1535" y="1152"/>
                </a:lnTo>
                <a:lnTo>
                  <a:pt x="1535" y="1151"/>
                </a:lnTo>
                <a:lnTo>
                  <a:pt x="1536" y="1150"/>
                </a:lnTo>
                <a:lnTo>
                  <a:pt x="1535" y="1150"/>
                </a:lnTo>
                <a:lnTo>
                  <a:pt x="1536" y="1149"/>
                </a:lnTo>
                <a:lnTo>
                  <a:pt x="1537" y="1148"/>
                </a:lnTo>
                <a:lnTo>
                  <a:pt x="1537" y="1147"/>
                </a:lnTo>
                <a:lnTo>
                  <a:pt x="1537" y="1146"/>
                </a:lnTo>
                <a:lnTo>
                  <a:pt x="1538" y="1146"/>
                </a:lnTo>
                <a:lnTo>
                  <a:pt x="1540" y="1146"/>
                </a:lnTo>
                <a:lnTo>
                  <a:pt x="1541" y="1146"/>
                </a:lnTo>
                <a:lnTo>
                  <a:pt x="1542" y="1145"/>
                </a:lnTo>
                <a:lnTo>
                  <a:pt x="1546" y="1144"/>
                </a:lnTo>
                <a:lnTo>
                  <a:pt x="1551" y="1143"/>
                </a:lnTo>
                <a:lnTo>
                  <a:pt x="1555" y="1139"/>
                </a:lnTo>
                <a:lnTo>
                  <a:pt x="1559" y="1134"/>
                </a:lnTo>
                <a:lnTo>
                  <a:pt x="1559" y="1133"/>
                </a:lnTo>
                <a:lnTo>
                  <a:pt x="1560" y="1128"/>
                </a:lnTo>
                <a:lnTo>
                  <a:pt x="1561" y="1128"/>
                </a:lnTo>
                <a:lnTo>
                  <a:pt x="1566" y="1123"/>
                </a:lnTo>
                <a:lnTo>
                  <a:pt x="1573" y="1117"/>
                </a:lnTo>
                <a:lnTo>
                  <a:pt x="1574" y="1116"/>
                </a:lnTo>
                <a:lnTo>
                  <a:pt x="1579" y="1108"/>
                </a:lnTo>
                <a:lnTo>
                  <a:pt x="1584" y="1103"/>
                </a:lnTo>
                <a:lnTo>
                  <a:pt x="1584" y="1102"/>
                </a:lnTo>
                <a:lnTo>
                  <a:pt x="1588" y="1093"/>
                </a:lnTo>
                <a:lnTo>
                  <a:pt x="1589" y="1087"/>
                </a:lnTo>
                <a:lnTo>
                  <a:pt x="1589" y="1080"/>
                </a:lnTo>
                <a:lnTo>
                  <a:pt x="1606" y="1072"/>
                </a:lnTo>
                <a:lnTo>
                  <a:pt x="1607" y="1072"/>
                </a:lnTo>
                <a:lnTo>
                  <a:pt x="1623" y="1077"/>
                </a:lnTo>
                <a:lnTo>
                  <a:pt x="1628" y="1078"/>
                </a:lnTo>
                <a:lnTo>
                  <a:pt x="1630" y="1077"/>
                </a:lnTo>
                <a:lnTo>
                  <a:pt x="1631" y="1077"/>
                </a:lnTo>
                <a:lnTo>
                  <a:pt x="1632" y="1076"/>
                </a:lnTo>
                <a:lnTo>
                  <a:pt x="1634" y="1076"/>
                </a:lnTo>
                <a:lnTo>
                  <a:pt x="1637" y="1075"/>
                </a:lnTo>
                <a:lnTo>
                  <a:pt x="1639" y="1075"/>
                </a:lnTo>
                <a:lnTo>
                  <a:pt x="1645" y="1073"/>
                </a:lnTo>
                <a:lnTo>
                  <a:pt x="1662" y="1072"/>
                </a:lnTo>
                <a:lnTo>
                  <a:pt x="1664" y="1071"/>
                </a:lnTo>
                <a:lnTo>
                  <a:pt x="1679" y="1065"/>
                </a:lnTo>
                <a:lnTo>
                  <a:pt x="1691" y="1060"/>
                </a:lnTo>
                <a:lnTo>
                  <a:pt x="1694" y="1057"/>
                </a:lnTo>
                <a:lnTo>
                  <a:pt x="1706" y="1042"/>
                </a:lnTo>
                <a:lnTo>
                  <a:pt x="1710" y="1035"/>
                </a:lnTo>
                <a:lnTo>
                  <a:pt x="1716" y="1032"/>
                </a:lnTo>
                <a:lnTo>
                  <a:pt x="1718" y="1031"/>
                </a:lnTo>
                <a:lnTo>
                  <a:pt x="1718" y="1028"/>
                </a:lnTo>
                <a:lnTo>
                  <a:pt x="1719" y="1027"/>
                </a:lnTo>
                <a:lnTo>
                  <a:pt x="1723" y="1027"/>
                </a:lnTo>
                <a:lnTo>
                  <a:pt x="1726" y="1028"/>
                </a:lnTo>
                <a:lnTo>
                  <a:pt x="1728" y="1026"/>
                </a:lnTo>
                <a:lnTo>
                  <a:pt x="1731" y="1026"/>
                </a:lnTo>
                <a:lnTo>
                  <a:pt x="1733" y="1023"/>
                </a:lnTo>
                <a:lnTo>
                  <a:pt x="1734" y="1021"/>
                </a:lnTo>
                <a:lnTo>
                  <a:pt x="1734" y="1018"/>
                </a:lnTo>
                <a:lnTo>
                  <a:pt x="1735" y="1017"/>
                </a:lnTo>
                <a:lnTo>
                  <a:pt x="1737" y="1014"/>
                </a:lnTo>
                <a:lnTo>
                  <a:pt x="1739" y="1013"/>
                </a:lnTo>
                <a:lnTo>
                  <a:pt x="1738" y="1007"/>
                </a:lnTo>
                <a:lnTo>
                  <a:pt x="1738" y="1005"/>
                </a:lnTo>
                <a:lnTo>
                  <a:pt x="1736" y="1002"/>
                </a:lnTo>
                <a:lnTo>
                  <a:pt x="1734" y="1001"/>
                </a:lnTo>
                <a:lnTo>
                  <a:pt x="1735" y="989"/>
                </a:lnTo>
                <a:lnTo>
                  <a:pt x="1737" y="985"/>
                </a:lnTo>
                <a:lnTo>
                  <a:pt x="1745" y="967"/>
                </a:lnTo>
                <a:lnTo>
                  <a:pt x="1747" y="966"/>
                </a:lnTo>
                <a:lnTo>
                  <a:pt x="1754" y="953"/>
                </a:lnTo>
                <a:lnTo>
                  <a:pt x="1757" y="950"/>
                </a:lnTo>
                <a:lnTo>
                  <a:pt x="1758" y="944"/>
                </a:lnTo>
                <a:lnTo>
                  <a:pt x="1760" y="943"/>
                </a:lnTo>
                <a:lnTo>
                  <a:pt x="1766" y="939"/>
                </a:lnTo>
                <a:lnTo>
                  <a:pt x="1772" y="938"/>
                </a:lnTo>
                <a:lnTo>
                  <a:pt x="1774" y="937"/>
                </a:lnTo>
                <a:lnTo>
                  <a:pt x="1774" y="935"/>
                </a:lnTo>
                <a:lnTo>
                  <a:pt x="1775" y="935"/>
                </a:lnTo>
                <a:lnTo>
                  <a:pt x="1777" y="934"/>
                </a:lnTo>
                <a:lnTo>
                  <a:pt x="1778" y="932"/>
                </a:lnTo>
                <a:lnTo>
                  <a:pt x="1778" y="931"/>
                </a:lnTo>
                <a:lnTo>
                  <a:pt x="1778" y="930"/>
                </a:lnTo>
                <a:lnTo>
                  <a:pt x="1779" y="930"/>
                </a:lnTo>
                <a:lnTo>
                  <a:pt x="1785" y="931"/>
                </a:lnTo>
                <a:lnTo>
                  <a:pt x="1794" y="930"/>
                </a:lnTo>
                <a:lnTo>
                  <a:pt x="1797" y="930"/>
                </a:lnTo>
                <a:lnTo>
                  <a:pt x="1803" y="931"/>
                </a:lnTo>
                <a:lnTo>
                  <a:pt x="1816" y="928"/>
                </a:lnTo>
                <a:lnTo>
                  <a:pt x="1827" y="927"/>
                </a:lnTo>
                <a:lnTo>
                  <a:pt x="1828" y="922"/>
                </a:lnTo>
                <a:lnTo>
                  <a:pt x="1827" y="920"/>
                </a:lnTo>
                <a:lnTo>
                  <a:pt x="1828" y="913"/>
                </a:lnTo>
                <a:lnTo>
                  <a:pt x="1831" y="905"/>
                </a:lnTo>
                <a:lnTo>
                  <a:pt x="1828" y="899"/>
                </a:lnTo>
                <a:lnTo>
                  <a:pt x="1831" y="898"/>
                </a:lnTo>
                <a:lnTo>
                  <a:pt x="1834" y="895"/>
                </a:lnTo>
                <a:lnTo>
                  <a:pt x="1836" y="895"/>
                </a:lnTo>
                <a:lnTo>
                  <a:pt x="1839" y="895"/>
                </a:lnTo>
                <a:lnTo>
                  <a:pt x="1842" y="895"/>
                </a:lnTo>
                <a:lnTo>
                  <a:pt x="1843" y="894"/>
                </a:lnTo>
                <a:lnTo>
                  <a:pt x="1846" y="895"/>
                </a:lnTo>
                <a:lnTo>
                  <a:pt x="1847" y="896"/>
                </a:lnTo>
                <a:lnTo>
                  <a:pt x="1848" y="897"/>
                </a:lnTo>
                <a:lnTo>
                  <a:pt x="1848" y="899"/>
                </a:lnTo>
                <a:lnTo>
                  <a:pt x="1849" y="900"/>
                </a:lnTo>
                <a:lnTo>
                  <a:pt x="1851" y="902"/>
                </a:lnTo>
                <a:lnTo>
                  <a:pt x="1854" y="903"/>
                </a:lnTo>
                <a:lnTo>
                  <a:pt x="1855" y="903"/>
                </a:lnTo>
                <a:lnTo>
                  <a:pt x="1858" y="902"/>
                </a:lnTo>
                <a:lnTo>
                  <a:pt x="1859" y="901"/>
                </a:lnTo>
                <a:lnTo>
                  <a:pt x="1860" y="900"/>
                </a:lnTo>
                <a:lnTo>
                  <a:pt x="1863" y="901"/>
                </a:lnTo>
                <a:lnTo>
                  <a:pt x="1865" y="900"/>
                </a:lnTo>
                <a:lnTo>
                  <a:pt x="1866" y="899"/>
                </a:lnTo>
                <a:lnTo>
                  <a:pt x="1867" y="899"/>
                </a:lnTo>
                <a:lnTo>
                  <a:pt x="1868" y="898"/>
                </a:lnTo>
                <a:lnTo>
                  <a:pt x="1867" y="896"/>
                </a:lnTo>
                <a:lnTo>
                  <a:pt x="1867" y="895"/>
                </a:lnTo>
                <a:lnTo>
                  <a:pt x="1868" y="894"/>
                </a:lnTo>
                <a:lnTo>
                  <a:pt x="1869" y="893"/>
                </a:lnTo>
                <a:lnTo>
                  <a:pt x="1870" y="893"/>
                </a:lnTo>
                <a:lnTo>
                  <a:pt x="1870" y="891"/>
                </a:lnTo>
                <a:lnTo>
                  <a:pt x="1871" y="889"/>
                </a:lnTo>
                <a:lnTo>
                  <a:pt x="1872" y="889"/>
                </a:lnTo>
                <a:lnTo>
                  <a:pt x="1874" y="888"/>
                </a:lnTo>
                <a:lnTo>
                  <a:pt x="1877" y="888"/>
                </a:lnTo>
                <a:lnTo>
                  <a:pt x="1877" y="887"/>
                </a:lnTo>
                <a:lnTo>
                  <a:pt x="1878" y="886"/>
                </a:lnTo>
                <a:lnTo>
                  <a:pt x="1879" y="886"/>
                </a:lnTo>
                <a:lnTo>
                  <a:pt x="1881" y="885"/>
                </a:lnTo>
                <a:lnTo>
                  <a:pt x="1882" y="885"/>
                </a:lnTo>
                <a:lnTo>
                  <a:pt x="1883" y="885"/>
                </a:lnTo>
                <a:lnTo>
                  <a:pt x="1888" y="878"/>
                </a:lnTo>
                <a:lnTo>
                  <a:pt x="1890" y="877"/>
                </a:lnTo>
                <a:lnTo>
                  <a:pt x="1893" y="877"/>
                </a:lnTo>
                <a:lnTo>
                  <a:pt x="1895" y="876"/>
                </a:lnTo>
                <a:lnTo>
                  <a:pt x="1897" y="875"/>
                </a:lnTo>
                <a:lnTo>
                  <a:pt x="1897" y="873"/>
                </a:lnTo>
                <a:lnTo>
                  <a:pt x="1898" y="872"/>
                </a:lnTo>
                <a:lnTo>
                  <a:pt x="1901" y="872"/>
                </a:lnTo>
                <a:lnTo>
                  <a:pt x="1904" y="868"/>
                </a:lnTo>
                <a:lnTo>
                  <a:pt x="1912" y="868"/>
                </a:lnTo>
                <a:lnTo>
                  <a:pt x="1916" y="871"/>
                </a:lnTo>
                <a:lnTo>
                  <a:pt x="1929" y="871"/>
                </a:lnTo>
                <a:lnTo>
                  <a:pt x="1933" y="867"/>
                </a:lnTo>
                <a:lnTo>
                  <a:pt x="1934" y="866"/>
                </a:lnTo>
                <a:lnTo>
                  <a:pt x="1935" y="867"/>
                </a:lnTo>
                <a:lnTo>
                  <a:pt x="1936" y="869"/>
                </a:lnTo>
                <a:lnTo>
                  <a:pt x="1941" y="869"/>
                </a:lnTo>
                <a:lnTo>
                  <a:pt x="1946" y="869"/>
                </a:lnTo>
                <a:lnTo>
                  <a:pt x="1947" y="869"/>
                </a:lnTo>
                <a:lnTo>
                  <a:pt x="1947" y="868"/>
                </a:lnTo>
                <a:lnTo>
                  <a:pt x="1947" y="867"/>
                </a:lnTo>
                <a:lnTo>
                  <a:pt x="1946" y="865"/>
                </a:lnTo>
                <a:lnTo>
                  <a:pt x="1950" y="858"/>
                </a:lnTo>
                <a:lnTo>
                  <a:pt x="1953" y="857"/>
                </a:lnTo>
                <a:lnTo>
                  <a:pt x="1955" y="857"/>
                </a:lnTo>
                <a:lnTo>
                  <a:pt x="1956" y="856"/>
                </a:lnTo>
                <a:lnTo>
                  <a:pt x="1957" y="857"/>
                </a:lnTo>
                <a:lnTo>
                  <a:pt x="1957" y="860"/>
                </a:lnTo>
                <a:lnTo>
                  <a:pt x="1957" y="862"/>
                </a:lnTo>
                <a:lnTo>
                  <a:pt x="1958" y="863"/>
                </a:lnTo>
                <a:lnTo>
                  <a:pt x="1960" y="863"/>
                </a:lnTo>
                <a:lnTo>
                  <a:pt x="1961" y="861"/>
                </a:lnTo>
                <a:lnTo>
                  <a:pt x="1964" y="859"/>
                </a:lnTo>
                <a:lnTo>
                  <a:pt x="1967" y="862"/>
                </a:lnTo>
                <a:lnTo>
                  <a:pt x="1971" y="866"/>
                </a:lnTo>
                <a:lnTo>
                  <a:pt x="1975" y="870"/>
                </a:lnTo>
                <a:lnTo>
                  <a:pt x="1976" y="871"/>
                </a:lnTo>
                <a:lnTo>
                  <a:pt x="1977" y="870"/>
                </a:lnTo>
                <a:lnTo>
                  <a:pt x="1979" y="868"/>
                </a:lnTo>
                <a:lnTo>
                  <a:pt x="1980" y="868"/>
                </a:lnTo>
                <a:lnTo>
                  <a:pt x="1983" y="869"/>
                </a:lnTo>
                <a:lnTo>
                  <a:pt x="1987" y="868"/>
                </a:lnTo>
                <a:lnTo>
                  <a:pt x="1989" y="868"/>
                </a:lnTo>
                <a:lnTo>
                  <a:pt x="1989" y="869"/>
                </a:lnTo>
                <a:lnTo>
                  <a:pt x="1991" y="871"/>
                </a:lnTo>
                <a:lnTo>
                  <a:pt x="1994" y="873"/>
                </a:lnTo>
                <a:lnTo>
                  <a:pt x="1995" y="873"/>
                </a:lnTo>
                <a:lnTo>
                  <a:pt x="1997" y="871"/>
                </a:lnTo>
                <a:lnTo>
                  <a:pt x="1998" y="871"/>
                </a:lnTo>
                <a:lnTo>
                  <a:pt x="1998" y="872"/>
                </a:lnTo>
                <a:lnTo>
                  <a:pt x="1999" y="873"/>
                </a:lnTo>
                <a:lnTo>
                  <a:pt x="2000" y="872"/>
                </a:lnTo>
                <a:lnTo>
                  <a:pt x="2001" y="871"/>
                </a:lnTo>
                <a:lnTo>
                  <a:pt x="2004" y="867"/>
                </a:lnTo>
                <a:lnTo>
                  <a:pt x="2009" y="868"/>
                </a:lnTo>
                <a:lnTo>
                  <a:pt x="2010" y="867"/>
                </a:lnTo>
                <a:lnTo>
                  <a:pt x="2011" y="867"/>
                </a:lnTo>
                <a:lnTo>
                  <a:pt x="2015" y="866"/>
                </a:lnTo>
                <a:lnTo>
                  <a:pt x="2017" y="868"/>
                </a:lnTo>
                <a:lnTo>
                  <a:pt x="2020" y="868"/>
                </a:lnTo>
                <a:lnTo>
                  <a:pt x="2022" y="866"/>
                </a:lnTo>
                <a:lnTo>
                  <a:pt x="2023" y="866"/>
                </a:lnTo>
                <a:lnTo>
                  <a:pt x="2024" y="867"/>
                </a:lnTo>
                <a:lnTo>
                  <a:pt x="2025" y="867"/>
                </a:lnTo>
                <a:lnTo>
                  <a:pt x="2026" y="868"/>
                </a:lnTo>
                <a:lnTo>
                  <a:pt x="2026" y="870"/>
                </a:lnTo>
                <a:lnTo>
                  <a:pt x="2026" y="871"/>
                </a:lnTo>
                <a:lnTo>
                  <a:pt x="2030" y="869"/>
                </a:lnTo>
                <a:lnTo>
                  <a:pt x="2030" y="867"/>
                </a:lnTo>
                <a:lnTo>
                  <a:pt x="2031" y="866"/>
                </a:lnTo>
                <a:lnTo>
                  <a:pt x="2033" y="866"/>
                </a:lnTo>
                <a:lnTo>
                  <a:pt x="2034" y="865"/>
                </a:lnTo>
                <a:lnTo>
                  <a:pt x="2035" y="862"/>
                </a:lnTo>
                <a:lnTo>
                  <a:pt x="2036" y="860"/>
                </a:lnTo>
                <a:lnTo>
                  <a:pt x="2036" y="858"/>
                </a:lnTo>
                <a:lnTo>
                  <a:pt x="2035" y="857"/>
                </a:lnTo>
                <a:lnTo>
                  <a:pt x="2042" y="858"/>
                </a:lnTo>
                <a:lnTo>
                  <a:pt x="2043" y="858"/>
                </a:lnTo>
                <a:lnTo>
                  <a:pt x="2045" y="857"/>
                </a:lnTo>
                <a:lnTo>
                  <a:pt x="2045" y="855"/>
                </a:lnTo>
                <a:lnTo>
                  <a:pt x="2045" y="854"/>
                </a:lnTo>
                <a:lnTo>
                  <a:pt x="2046" y="852"/>
                </a:lnTo>
                <a:lnTo>
                  <a:pt x="2046" y="851"/>
                </a:lnTo>
                <a:lnTo>
                  <a:pt x="2045" y="849"/>
                </a:lnTo>
                <a:lnTo>
                  <a:pt x="2044" y="846"/>
                </a:lnTo>
                <a:lnTo>
                  <a:pt x="2043" y="846"/>
                </a:lnTo>
                <a:lnTo>
                  <a:pt x="2043" y="845"/>
                </a:lnTo>
                <a:lnTo>
                  <a:pt x="2045" y="841"/>
                </a:lnTo>
                <a:lnTo>
                  <a:pt x="2045" y="840"/>
                </a:lnTo>
                <a:lnTo>
                  <a:pt x="2043" y="837"/>
                </a:lnTo>
                <a:lnTo>
                  <a:pt x="2043" y="835"/>
                </a:lnTo>
                <a:lnTo>
                  <a:pt x="2044" y="834"/>
                </a:lnTo>
                <a:lnTo>
                  <a:pt x="2042" y="834"/>
                </a:lnTo>
                <a:lnTo>
                  <a:pt x="2041" y="829"/>
                </a:lnTo>
                <a:lnTo>
                  <a:pt x="2042" y="827"/>
                </a:lnTo>
                <a:lnTo>
                  <a:pt x="2036" y="826"/>
                </a:lnTo>
                <a:lnTo>
                  <a:pt x="2035" y="823"/>
                </a:lnTo>
                <a:lnTo>
                  <a:pt x="2036" y="821"/>
                </a:lnTo>
                <a:lnTo>
                  <a:pt x="2033" y="821"/>
                </a:lnTo>
                <a:lnTo>
                  <a:pt x="2030" y="817"/>
                </a:lnTo>
                <a:lnTo>
                  <a:pt x="2029" y="816"/>
                </a:lnTo>
                <a:lnTo>
                  <a:pt x="2028" y="815"/>
                </a:lnTo>
                <a:lnTo>
                  <a:pt x="2028" y="814"/>
                </a:lnTo>
                <a:lnTo>
                  <a:pt x="2028" y="813"/>
                </a:lnTo>
                <a:lnTo>
                  <a:pt x="2028" y="812"/>
                </a:lnTo>
                <a:lnTo>
                  <a:pt x="2027" y="812"/>
                </a:lnTo>
                <a:lnTo>
                  <a:pt x="2027" y="811"/>
                </a:lnTo>
                <a:lnTo>
                  <a:pt x="2028" y="809"/>
                </a:lnTo>
                <a:lnTo>
                  <a:pt x="2023" y="801"/>
                </a:lnTo>
                <a:lnTo>
                  <a:pt x="2023" y="800"/>
                </a:lnTo>
                <a:lnTo>
                  <a:pt x="2020" y="796"/>
                </a:lnTo>
                <a:lnTo>
                  <a:pt x="2019" y="795"/>
                </a:lnTo>
                <a:lnTo>
                  <a:pt x="2017" y="793"/>
                </a:lnTo>
                <a:lnTo>
                  <a:pt x="2015" y="792"/>
                </a:lnTo>
                <a:lnTo>
                  <a:pt x="2014" y="791"/>
                </a:lnTo>
                <a:lnTo>
                  <a:pt x="2012" y="789"/>
                </a:lnTo>
                <a:lnTo>
                  <a:pt x="2012" y="788"/>
                </a:lnTo>
                <a:lnTo>
                  <a:pt x="2011" y="788"/>
                </a:lnTo>
                <a:lnTo>
                  <a:pt x="2010" y="788"/>
                </a:lnTo>
                <a:lnTo>
                  <a:pt x="2010" y="787"/>
                </a:lnTo>
                <a:lnTo>
                  <a:pt x="2009" y="787"/>
                </a:lnTo>
                <a:lnTo>
                  <a:pt x="2008" y="787"/>
                </a:lnTo>
                <a:lnTo>
                  <a:pt x="2007" y="787"/>
                </a:lnTo>
                <a:lnTo>
                  <a:pt x="2006" y="787"/>
                </a:lnTo>
                <a:lnTo>
                  <a:pt x="2006" y="788"/>
                </a:lnTo>
                <a:lnTo>
                  <a:pt x="2005" y="788"/>
                </a:lnTo>
                <a:lnTo>
                  <a:pt x="2004" y="788"/>
                </a:lnTo>
                <a:lnTo>
                  <a:pt x="2004" y="787"/>
                </a:lnTo>
                <a:lnTo>
                  <a:pt x="2003" y="787"/>
                </a:lnTo>
                <a:lnTo>
                  <a:pt x="2003" y="786"/>
                </a:lnTo>
                <a:lnTo>
                  <a:pt x="2003" y="787"/>
                </a:lnTo>
                <a:lnTo>
                  <a:pt x="2004" y="787"/>
                </a:lnTo>
                <a:lnTo>
                  <a:pt x="2004" y="786"/>
                </a:lnTo>
                <a:lnTo>
                  <a:pt x="2003" y="786"/>
                </a:lnTo>
                <a:lnTo>
                  <a:pt x="2003" y="785"/>
                </a:lnTo>
                <a:lnTo>
                  <a:pt x="2004" y="785"/>
                </a:lnTo>
                <a:lnTo>
                  <a:pt x="2004" y="784"/>
                </a:lnTo>
                <a:lnTo>
                  <a:pt x="2003" y="784"/>
                </a:lnTo>
                <a:lnTo>
                  <a:pt x="2003" y="785"/>
                </a:lnTo>
                <a:lnTo>
                  <a:pt x="2003" y="784"/>
                </a:lnTo>
                <a:lnTo>
                  <a:pt x="2002" y="784"/>
                </a:lnTo>
                <a:lnTo>
                  <a:pt x="2003" y="784"/>
                </a:lnTo>
                <a:lnTo>
                  <a:pt x="2003" y="783"/>
                </a:lnTo>
                <a:lnTo>
                  <a:pt x="2003" y="784"/>
                </a:lnTo>
                <a:lnTo>
                  <a:pt x="2003" y="783"/>
                </a:lnTo>
                <a:lnTo>
                  <a:pt x="2002" y="782"/>
                </a:lnTo>
                <a:lnTo>
                  <a:pt x="2002" y="781"/>
                </a:lnTo>
                <a:lnTo>
                  <a:pt x="2001" y="781"/>
                </a:lnTo>
                <a:lnTo>
                  <a:pt x="2000" y="781"/>
                </a:lnTo>
                <a:lnTo>
                  <a:pt x="2000" y="780"/>
                </a:lnTo>
                <a:lnTo>
                  <a:pt x="2000" y="781"/>
                </a:lnTo>
                <a:lnTo>
                  <a:pt x="1999" y="781"/>
                </a:lnTo>
                <a:lnTo>
                  <a:pt x="1999" y="780"/>
                </a:lnTo>
                <a:lnTo>
                  <a:pt x="2000" y="780"/>
                </a:lnTo>
                <a:lnTo>
                  <a:pt x="1999" y="780"/>
                </a:lnTo>
                <a:lnTo>
                  <a:pt x="2000" y="780"/>
                </a:lnTo>
                <a:lnTo>
                  <a:pt x="1999" y="780"/>
                </a:lnTo>
                <a:lnTo>
                  <a:pt x="1999" y="779"/>
                </a:lnTo>
                <a:lnTo>
                  <a:pt x="1998" y="779"/>
                </a:lnTo>
                <a:lnTo>
                  <a:pt x="1997" y="779"/>
                </a:lnTo>
                <a:lnTo>
                  <a:pt x="1997" y="778"/>
                </a:lnTo>
                <a:lnTo>
                  <a:pt x="1997" y="779"/>
                </a:lnTo>
                <a:lnTo>
                  <a:pt x="1996" y="779"/>
                </a:lnTo>
                <a:lnTo>
                  <a:pt x="1995" y="779"/>
                </a:lnTo>
                <a:lnTo>
                  <a:pt x="1995" y="778"/>
                </a:lnTo>
                <a:lnTo>
                  <a:pt x="1995" y="777"/>
                </a:lnTo>
                <a:lnTo>
                  <a:pt x="1995" y="778"/>
                </a:lnTo>
                <a:lnTo>
                  <a:pt x="1995" y="777"/>
                </a:lnTo>
                <a:lnTo>
                  <a:pt x="1994" y="777"/>
                </a:lnTo>
                <a:lnTo>
                  <a:pt x="1993" y="777"/>
                </a:lnTo>
                <a:lnTo>
                  <a:pt x="1993" y="776"/>
                </a:lnTo>
                <a:lnTo>
                  <a:pt x="1992" y="776"/>
                </a:lnTo>
                <a:lnTo>
                  <a:pt x="1992" y="775"/>
                </a:lnTo>
                <a:lnTo>
                  <a:pt x="1991" y="775"/>
                </a:lnTo>
                <a:lnTo>
                  <a:pt x="1991" y="774"/>
                </a:lnTo>
                <a:lnTo>
                  <a:pt x="1990" y="773"/>
                </a:lnTo>
                <a:lnTo>
                  <a:pt x="1989" y="773"/>
                </a:lnTo>
                <a:lnTo>
                  <a:pt x="1988" y="772"/>
                </a:lnTo>
                <a:lnTo>
                  <a:pt x="1989" y="772"/>
                </a:lnTo>
                <a:lnTo>
                  <a:pt x="1988" y="772"/>
                </a:lnTo>
                <a:lnTo>
                  <a:pt x="1987" y="772"/>
                </a:lnTo>
                <a:lnTo>
                  <a:pt x="1986" y="771"/>
                </a:lnTo>
                <a:lnTo>
                  <a:pt x="1985" y="771"/>
                </a:lnTo>
                <a:lnTo>
                  <a:pt x="1985" y="770"/>
                </a:lnTo>
                <a:lnTo>
                  <a:pt x="1984" y="770"/>
                </a:lnTo>
                <a:lnTo>
                  <a:pt x="1984" y="771"/>
                </a:lnTo>
                <a:lnTo>
                  <a:pt x="1984" y="770"/>
                </a:lnTo>
                <a:lnTo>
                  <a:pt x="1983" y="769"/>
                </a:lnTo>
                <a:lnTo>
                  <a:pt x="1983" y="768"/>
                </a:lnTo>
                <a:lnTo>
                  <a:pt x="1982" y="768"/>
                </a:lnTo>
                <a:lnTo>
                  <a:pt x="1982" y="767"/>
                </a:lnTo>
                <a:lnTo>
                  <a:pt x="1981" y="768"/>
                </a:lnTo>
                <a:lnTo>
                  <a:pt x="1981" y="767"/>
                </a:lnTo>
                <a:lnTo>
                  <a:pt x="1981" y="768"/>
                </a:lnTo>
                <a:lnTo>
                  <a:pt x="1980" y="768"/>
                </a:lnTo>
                <a:lnTo>
                  <a:pt x="1980" y="769"/>
                </a:lnTo>
                <a:lnTo>
                  <a:pt x="1980" y="767"/>
                </a:lnTo>
                <a:lnTo>
                  <a:pt x="1981" y="763"/>
                </a:lnTo>
                <a:lnTo>
                  <a:pt x="1982" y="761"/>
                </a:lnTo>
                <a:lnTo>
                  <a:pt x="1980" y="761"/>
                </a:lnTo>
                <a:lnTo>
                  <a:pt x="1967" y="758"/>
                </a:lnTo>
                <a:lnTo>
                  <a:pt x="1962" y="756"/>
                </a:lnTo>
                <a:lnTo>
                  <a:pt x="1962" y="752"/>
                </a:lnTo>
                <a:lnTo>
                  <a:pt x="1960" y="747"/>
                </a:lnTo>
                <a:lnTo>
                  <a:pt x="1960" y="746"/>
                </a:lnTo>
                <a:lnTo>
                  <a:pt x="1959" y="741"/>
                </a:lnTo>
                <a:lnTo>
                  <a:pt x="1953" y="739"/>
                </a:lnTo>
                <a:lnTo>
                  <a:pt x="1947" y="738"/>
                </a:lnTo>
                <a:lnTo>
                  <a:pt x="1941" y="736"/>
                </a:lnTo>
                <a:lnTo>
                  <a:pt x="1926" y="731"/>
                </a:lnTo>
                <a:lnTo>
                  <a:pt x="1925" y="730"/>
                </a:lnTo>
                <a:lnTo>
                  <a:pt x="1914" y="718"/>
                </a:lnTo>
                <a:lnTo>
                  <a:pt x="1905" y="706"/>
                </a:lnTo>
                <a:lnTo>
                  <a:pt x="1904" y="706"/>
                </a:lnTo>
                <a:lnTo>
                  <a:pt x="1902" y="706"/>
                </a:lnTo>
                <a:lnTo>
                  <a:pt x="1895" y="706"/>
                </a:lnTo>
                <a:lnTo>
                  <a:pt x="1894" y="706"/>
                </a:lnTo>
                <a:lnTo>
                  <a:pt x="1894" y="707"/>
                </a:lnTo>
                <a:lnTo>
                  <a:pt x="1893" y="707"/>
                </a:lnTo>
                <a:lnTo>
                  <a:pt x="1893" y="706"/>
                </a:lnTo>
                <a:lnTo>
                  <a:pt x="1893" y="705"/>
                </a:lnTo>
                <a:lnTo>
                  <a:pt x="1892" y="705"/>
                </a:lnTo>
                <a:lnTo>
                  <a:pt x="1892" y="704"/>
                </a:lnTo>
                <a:lnTo>
                  <a:pt x="1891" y="704"/>
                </a:lnTo>
                <a:lnTo>
                  <a:pt x="1891" y="705"/>
                </a:lnTo>
                <a:lnTo>
                  <a:pt x="1890" y="705"/>
                </a:lnTo>
                <a:lnTo>
                  <a:pt x="1888" y="705"/>
                </a:lnTo>
                <a:lnTo>
                  <a:pt x="1887" y="705"/>
                </a:lnTo>
                <a:lnTo>
                  <a:pt x="1886" y="705"/>
                </a:lnTo>
                <a:lnTo>
                  <a:pt x="1886" y="706"/>
                </a:lnTo>
                <a:lnTo>
                  <a:pt x="1887" y="706"/>
                </a:lnTo>
                <a:lnTo>
                  <a:pt x="1886" y="706"/>
                </a:lnTo>
                <a:lnTo>
                  <a:pt x="1885" y="706"/>
                </a:lnTo>
                <a:lnTo>
                  <a:pt x="1885" y="707"/>
                </a:lnTo>
                <a:lnTo>
                  <a:pt x="1885" y="706"/>
                </a:lnTo>
                <a:lnTo>
                  <a:pt x="1884" y="706"/>
                </a:lnTo>
                <a:lnTo>
                  <a:pt x="1884" y="707"/>
                </a:lnTo>
                <a:lnTo>
                  <a:pt x="1883" y="707"/>
                </a:lnTo>
                <a:lnTo>
                  <a:pt x="1882" y="707"/>
                </a:lnTo>
                <a:lnTo>
                  <a:pt x="1882" y="706"/>
                </a:lnTo>
                <a:lnTo>
                  <a:pt x="1882" y="707"/>
                </a:lnTo>
                <a:lnTo>
                  <a:pt x="1881" y="707"/>
                </a:lnTo>
                <a:lnTo>
                  <a:pt x="1880" y="707"/>
                </a:lnTo>
                <a:lnTo>
                  <a:pt x="1879" y="706"/>
                </a:lnTo>
                <a:lnTo>
                  <a:pt x="1878" y="706"/>
                </a:lnTo>
                <a:lnTo>
                  <a:pt x="1878" y="705"/>
                </a:lnTo>
                <a:lnTo>
                  <a:pt x="1877" y="705"/>
                </a:lnTo>
                <a:lnTo>
                  <a:pt x="1876" y="705"/>
                </a:lnTo>
                <a:lnTo>
                  <a:pt x="1875" y="705"/>
                </a:lnTo>
                <a:lnTo>
                  <a:pt x="1875" y="704"/>
                </a:lnTo>
                <a:lnTo>
                  <a:pt x="1875" y="703"/>
                </a:lnTo>
                <a:lnTo>
                  <a:pt x="1874" y="703"/>
                </a:lnTo>
                <a:lnTo>
                  <a:pt x="1874" y="704"/>
                </a:lnTo>
                <a:lnTo>
                  <a:pt x="1873" y="704"/>
                </a:lnTo>
                <a:lnTo>
                  <a:pt x="1873" y="703"/>
                </a:lnTo>
                <a:lnTo>
                  <a:pt x="1872" y="703"/>
                </a:lnTo>
                <a:lnTo>
                  <a:pt x="1872" y="704"/>
                </a:lnTo>
                <a:lnTo>
                  <a:pt x="1871" y="704"/>
                </a:lnTo>
                <a:lnTo>
                  <a:pt x="1870" y="704"/>
                </a:lnTo>
                <a:lnTo>
                  <a:pt x="1870" y="703"/>
                </a:lnTo>
                <a:lnTo>
                  <a:pt x="1869" y="703"/>
                </a:lnTo>
                <a:lnTo>
                  <a:pt x="1869" y="704"/>
                </a:lnTo>
                <a:lnTo>
                  <a:pt x="1868" y="704"/>
                </a:lnTo>
                <a:lnTo>
                  <a:pt x="1868" y="705"/>
                </a:lnTo>
                <a:lnTo>
                  <a:pt x="1867" y="705"/>
                </a:lnTo>
                <a:lnTo>
                  <a:pt x="1866" y="705"/>
                </a:lnTo>
                <a:lnTo>
                  <a:pt x="1866" y="704"/>
                </a:lnTo>
                <a:lnTo>
                  <a:pt x="1865" y="704"/>
                </a:lnTo>
                <a:lnTo>
                  <a:pt x="1864" y="704"/>
                </a:lnTo>
                <a:lnTo>
                  <a:pt x="1864" y="705"/>
                </a:lnTo>
                <a:lnTo>
                  <a:pt x="1864" y="706"/>
                </a:lnTo>
                <a:lnTo>
                  <a:pt x="1863" y="706"/>
                </a:lnTo>
                <a:lnTo>
                  <a:pt x="1862" y="707"/>
                </a:lnTo>
                <a:lnTo>
                  <a:pt x="1862" y="706"/>
                </a:lnTo>
                <a:lnTo>
                  <a:pt x="1862" y="707"/>
                </a:lnTo>
                <a:lnTo>
                  <a:pt x="1861" y="707"/>
                </a:lnTo>
                <a:lnTo>
                  <a:pt x="1861" y="708"/>
                </a:lnTo>
                <a:lnTo>
                  <a:pt x="1860" y="708"/>
                </a:lnTo>
                <a:lnTo>
                  <a:pt x="1859" y="708"/>
                </a:lnTo>
                <a:lnTo>
                  <a:pt x="1859" y="709"/>
                </a:lnTo>
                <a:lnTo>
                  <a:pt x="1858" y="709"/>
                </a:lnTo>
                <a:lnTo>
                  <a:pt x="1857" y="709"/>
                </a:lnTo>
                <a:lnTo>
                  <a:pt x="1856" y="709"/>
                </a:lnTo>
                <a:lnTo>
                  <a:pt x="1856" y="710"/>
                </a:lnTo>
                <a:lnTo>
                  <a:pt x="1855" y="710"/>
                </a:lnTo>
                <a:lnTo>
                  <a:pt x="1854" y="709"/>
                </a:lnTo>
                <a:lnTo>
                  <a:pt x="1853" y="709"/>
                </a:lnTo>
                <a:lnTo>
                  <a:pt x="1853" y="710"/>
                </a:lnTo>
                <a:lnTo>
                  <a:pt x="1852" y="710"/>
                </a:lnTo>
                <a:lnTo>
                  <a:pt x="1852" y="709"/>
                </a:lnTo>
                <a:lnTo>
                  <a:pt x="1852" y="710"/>
                </a:lnTo>
                <a:lnTo>
                  <a:pt x="1851" y="710"/>
                </a:lnTo>
                <a:lnTo>
                  <a:pt x="1850" y="710"/>
                </a:lnTo>
                <a:lnTo>
                  <a:pt x="1849" y="710"/>
                </a:lnTo>
                <a:lnTo>
                  <a:pt x="1849" y="709"/>
                </a:lnTo>
                <a:lnTo>
                  <a:pt x="1848" y="709"/>
                </a:lnTo>
                <a:lnTo>
                  <a:pt x="1847" y="709"/>
                </a:lnTo>
                <a:lnTo>
                  <a:pt x="1847" y="710"/>
                </a:lnTo>
                <a:lnTo>
                  <a:pt x="1847" y="709"/>
                </a:lnTo>
                <a:lnTo>
                  <a:pt x="1846" y="709"/>
                </a:lnTo>
                <a:lnTo>
                  <a:pt x="1845" y="709"/>
                </a:lnTo>
                <a:lnTo>
                  <a:pt x="1839" y="711"/>
                </a:lnTo>
                <a:lnTo>
                  <a:pt x="1837" y="713"/>
                </a:lnTo>
                <a:lnTo>
                  <a:pt x="1818" y="744"/>
                </a:lnTo>
                <a:lnTo>
                  <a:pt x="1819" y="745"/>
                </a:lnTo>
                <a:lnTo>
                  <a:pt x="1818" y="746"/>
                </a:lnTo>
                <a:lnTo>
                  <a:pt x="1817" y="747"/>
                </a:lnTo>
                <a:lnTo>
                  <a:pt x="1816" y="748"/>
                </a:lnTo>
                <a:lnTo>
                  <a:pt x="1815" y="748"/>
                </a:lnTo>
                <a:lnTo>
                  <a:pt x="1808" y="764"/>
                </a:lnTo>
                <a:lnTo>
                  <a:pt x="1779" y="744"/>
                </a:lnTo>
                <a:lnTo>
                  <a:pt x="1771" y="741"/>
                </a:lnTo>
                <a:lnTo>
                  <a:pt x="1760" y="737"/>
                </a:lnTo>
                <a:lnTo>
                  <a:pt x="1752" y="737"/>
                </a:lnTo>
                <a:lnTo>
                  <a:pt x="1742" y="739"/>
                </a:lnTo>
                <a:lnTo>
                  <a:pt x="1723" y="749"/>
                </a:lnTo>
                <a:lnTo>
                  <a:pt x="1707" y="745"/>
                </a:lnTo>
                <a:lnTo>
                  <a:pt x="1695" y="754"/>
                </a:lnTo>
                <a:lnTo>
                  <a:pt x="1687" y="767"/>
                </a:lnTo>
                <a:lnTo>
                  <a:pt x="1684" y="772"/>
                </a:lnTo>
                <a:lnTo>
                  <a:pt x="1681" y="773"/>
                </a:lnTo>
                <a:lnTo>
                  <a:pt x="1647" y="746"/>
                </a:lnTo>
                <a:lnTo>
                  <a:pt x="1646" y="741"/>
                </a:lnTo>
                <a:lnTo>
                  <a:pt x="1645" y="736"/>
                </a:lnTo>
                <a:lnTo>
                  <a:pt x="1643" y="730"/>
                </a:lnTo>
                <a:lnTo>
                  <a:pt x="1641" y="723"/>
                </a:lnTo>
                <a:lnTo>
                  <a:pt x="1640" y="723"/>
                </a:lnTo>
                <a:lnTo>
                  <a:pt x="1640" y="722"/>
                </a:lnTo>
                <a:lnTo>
                  <a:pt x="1641" y="722"/>
                </a:lnTo>
                <a:lnTo>
                  <a:pt x="1641" y="721"/>
                </a:lnTo>
                <a:lnTo>
                  <a:pt x="1642" y="720"/>
                </a:lnTo>
                <a:lnTo>
                  <a:pt x="1642" y="719"/>
                </a:lnTo>
                <a:lnTo>
                  <a:pt x="1641" y="719"/>
                </a:lnTo>
                <a:lnTo>
                  <a:pt x="1640" y="719"/>
                </a:lnTo>
                <a:lnTo>
                  <a:pt x="1640" y="717"/>
                </a:lnTo>
                <a:lnTo>
                  <a:pt x="1663" y="701"/>
                </a:lnTo>
                <a:lnTo>
                  <a:pt x="1657" y="668"/>
                </a:lnTo>
                <a:lnTo>
                  <a:pt x="1677" y="627"/>
                </a:lnTo>
                <a:lnTo>
                  <a:pt x="1674" y="621"/>
                </a:lnTo>
                <a:lnTo>
                  <a:pt x="1716" y="491"/>
                </a:lnTo>
                <a:lnTo>
                  <a:pt x="1717" y="490"/>
                </a:lnTo>
                <a:lnTo>
                  <a:pt x="1731" y="498"/>
                </a:lnTo>
                <a:lnTo>
                  <a:pt x="1747" y="506"/>
                </a:lnTo>
                <a:lnTo>
                  <a:pt x="1753" y="508"/>
                </a:lnTo>
                <a:lnTo>
                  <a:pt x="1767" y="512"/>
                </a:lnTo>
                <a:lnTo>
                  <a:pt x="1784" y="510"/>
                </a:lnTo>
                <a:lnTo>
                  <a:pt x="1798" y="516"/>
                </a:lnTo>
                <a:lnTo>
                  <a:pt x="1814" y="521"/>
                </a:lnTo>
                <a:lnTo>
                  <a:pt x="1815" y="521"/>
                </a:lnTo>
                <a:lnTo>
                  <a:pt x="1815" y="520"/>
                </a:lnTo>
                <a:lnTo>
                  <a:pt x="1814" y="520"/>
                </a:lnTo>
                <a:lnTo>
                  <a:pt x="1814" y="519"/>
                </a:lnTo>
                <a:lnTo>
                  <a:pt x="1815" y="519"/>
                </a:lnTo>
                <a:lnTo>
                  <a:pt x="1815" y="518"/>
                </a:lnTo>
                <a:lnTo>
                  <a:pt x="1816" y="518"/>
                </a:lnTo>
                <a:lnTo>
                  <a:pt x="1816" y="517"/>
                </a:lnTo>
                <a:lnTo>
                  <a:pt x="1817" y="516"/>
                </a:lnTo>
                <a:lnTo>
                  <a:pt x="1817" y="515"/>
                </a:lnTo>
                <a:lnTo>
                  <a:pt x="1816" y="515"/>
                </a:lnTo>
                <a:lnTo>
                  <a:pt x="1817" y="515"/>
                </a:lnTo>
                <a:lnTo>
                  <a:pt x="1817" y="514"/>
                </a:lnTo>
                <a:lnTo>
                  <a:pt x="1818" y="514"/>
                </a:lnTo>
                <a:lnTo>
                  <a:pt x="1818" y="513"/>
                </a:lnTo>
                <a:lnTo>
                  <a:pt x="1817" y="513"/>
                </a:lnTo>
                <a:lnTo>
                  <a:pt x="1818" y="512"/>
                </a:lnTo>
                <a:lnTo>
                  <a:pt x="1818" y="511"/>
                </a:lnTo>
                <a:lnTo>
                  <a:pt x="1819" y="510"/>
                </a:lnTo>
                <a:lnTo>
                  <a:pt x="1819" y="511"/>
                </a:lnTo>
                <a:lnTo>
                  <a:pt x="1820" y="510"/>
                </a:lnTo>
                <a:lnTo>
                  <a:pt x="1821" y="510"/>
                </a:lnTo>
                <a:lnTo>
                  <a:pt x="1822" y="510"/>
                </a:lnTo>
                <a:lnTo>
                  <a:pt x="1822" y="509"/>
                </a:lnTo>
                <a:lnTo>
                  <a:pt x="1823" y="509"/>
                </a:lnTo>
                <a:lnTo>
                  <a:pt x="1824" y="510"/>
                </a:lnTo>
                <a:lnTo>
                  <a:pt x="1825" y="509"/>
                </a:lnTo>
                <a:lnTo>
                  <a:pt x="1824" y="508"/>
                </a:lnTo>
                <a:lnTo>
                  <a:pt x="1825" y="508"/>
                </a:lnTo>
                <a:lnTo>
                  <a:pt x="1825" y="507"/>
                </a:lnTo>
                <a:lnTo>
                  <a:pt x="1826" y="508"/>
                </a:lnTo>
                <a:lnTo>
                  <a:pt x="1826" y="507"/>
                </a:lnTo>
                <a:lnTo>
                  <a:pt x="1827" y="507"/>
                </a:lnTo>
                <a:lnTo>
                  <a:pt x="1827" y="506"/>
                </a:lnTo>
                <a:lnTo>
                  <a:pt x="1828" y="506"/>
                </a:lnTo>
                <a:lnTo>
                  <a:pt x="1828" y="507"/>
                </a:lnTo>
                <a:lnTo>
                  <a:pt x="1829" y="507"/>
                </a:lnTo>
                <a:lnTo>
                  <a:pt x="1830" y="507"/>
                </a:lnTo>
                <a:lnTo>
                  <a:pt x="1830" y="506"/>
                </a:lnTo>
                <a:lnTo>
                  <a:pt x="1831" y="506"/>
                </a:lnTo>
                <a:lnTo>
                  <a:pt x="1832" y="507"/>
                </a:lnTo>
                <a:lnTo>
                  <a:pt x="1833" y="507"/>
                </a:lnTo>
                <a:lnTo>
                  <a:pt x="1833" y="506"/>
                </a:lnTo>
                <a:lnTo>
                  <a:pt x="1834" y="506"/>
                </a:lnTo>
                <a:lnTo>
                  <a:pt x="1835" y="506"/>
                </a:lnTo>
                <a:lnTo>
                  <a:pt x="1835" y="505"/>
                </a:lnTo>
                <a:lnTo>
                  <a:pt x="1835" y="504"/>
                </a:lnTo>
                <a:lnTo>
                  <a:pt x="1836" y="504"/>
                </a:lnTo>
                <a:lnTo>
                  <a:pt x="1836" y="503"/>
                </a:lnTo>
                <a:lnTo>
                  <a:pt x="1837" y="502"/>
                </a:lnTo>
                <a:lnTo>
                  <a:pt x="1836" y="501"/>
                </a:lnTo>
                <a:lnTo>
                  <a:pt x="1837" y="501"/>
                </a:lnTo>
                <a:lnTo>
                  <a:pt x="1837" y="500"/>
                </a:lnTo>
                <a:lnTo>
                  <a:pt x="1838" y="500"/>
                </a:lnTo>
                <a:lnTo>
                  <a:pt x="1838" y="498"/>
                </a:lnTo>
                <a:lnTo>
                  <a:pt x="1839" y="499"/>
                </a:lnTo>
                <a:lnTo>
                  <a:pt x="1840" y="499"/>
                </a:lnTo>
                <a:lnTo>
                  <a:pt x="1841" y="499"/>
                </a:lnTo>
                <a:lnTo>
                  <a:pt x="1842" y="499"/>
                </a:lnTo>
                <a:lnTo>
                  <a:pt x="1842" y="498"/>
                </a:lnTo>
                <a:lnTo>
                  <a:pt x="1842" y="497"/>
                </a:lnTo>
                <a:lnTo>
                  <a:pt x="1843" y="497"/>
                </a:lnTo>
                <a:lnTo>
                  <a:pt x="1842" y="497"/>
                </a:lnTo>
                <a:lnTo>
                  <a:pt x="1842" y="496"/>
                </a:lnTo>
                <a:lnTo>
                  <a:pt x="1843" y="496"/>
                </a:lnTo>
                <a:lnTo>
                  <a:pt x="1844" y="496"/>
                </a:lnTo>
                <a:lnTo>
                  <a:pt x="1845" y="495"/>
                </a:lnTo>
                <a:lnTo>
                  <a:pt x="1845" y="494"/>
                </a:lnTo>
                <a:lnTo>
                  <a:pt x="1845" y="493"/>
                </a:lnTo>
                <a:lnTo>
                  <a:pt x="1844" y="492"/>
                </a:lnTo>
                <a:lnTo>
                  <a:pt x="1845" y="491"/>
                </a:lnTo>
                <a:lnTo>
                  <a:pt x="1846" y="491"/>
                </a:lnTo>
                <a:lnTo>
                  <a:pt x="1846" y="490"/>
                </a:lnTo>
                <a:lnTo>
                  <a:pt x="1847" y="489"/>
                </a:lnTo>
                <a:lnTo>
                  <a:pt x="1846" y="489"/>
                </a:lnTo>
                <a:lnTo>
                  <a:pt x="1847" y="488"/>
                </a:lnTo>
                <a:lnTo>
                  <a:pt x="1847" y="489"/>
                </a:lnTo>
                <a:lnTo>
                  <a:pt x="1847" y="488"/>
                </a:lnTo>
                <a:lnTo>
                  <a:pt x="1848" y="488"/>
                </a:lnTo>
                <a:lnTo>
                  <a:pt x="1849" y="487"/>
                </a:lnTo>
                <a:lnTo>
                  <a:pt x="1850" y="487"/>
                </a:lnTo>
                <a:lnTo>
                  <a:pt x="1851" y="487"/>
                </a:lnTo>
                <a:lnTo>
                  <a:pt x="1851" y="486"/>
                </a:lnTo>
                <a:lnTo>
                  <a:pt x="1851" y="485"/>
                </a:lnTo>
                <a:lnTo>
                  <a:pt x="1851" y="486"/>
                </a:lnTo>
                <a:lnTo>
                  <a:pt x="1851" y="485"/>
                </a:lnTo>
                <a:lnTo>
                  <a:pt x="1852" y="485"/>
                </a:lnTo>
                <a:lnTo>
                  <a:pt x="1852" y="484"/>
                </a:lnTo>
                <a:lnTo>
                  <a:pt x="1852" y="483"/>
                </a:lnTo>
                <a:lnTo>
                  <a:pt x="1853" y="483"/>
                </a:lnTo>
                <a:lnTo>
                  <a:pt x="1853" y="484"/>
                </a:lnTo>
                <a:lnTo>
                  <a:pt x="1854" y="484"/>
                </a:lnTo>
                <a:lnTo>
                  <a:pt x="1854" y="483"/>
                </a:lnTo>
                <a:lnTo>
                  <a:pt x="1855" y="483"/>
                </a:lnTo>
                <a:lnTo>
                  <a:pt x="1855" y="482"/>
                </a:lnTo>
                <a:lnTo>
                  <a:pt x="1856" y="482"/>
                </a:lnTo>
                <a:lnTo>
                  <a:pt x="1857" y="482"/>
                </a:lnTo>
                <a:lnTo>
                  <a:pt x="1858" y="482"/>
                </a:lnTo>
                <a:lnTo>
                  <a:pt x="1858" y="481"/>
                </a:lnTo>
                <a:lnTo>
                  <a:pt x="1857" y="481"/>
                </a:lnTo>
                <a:lnTo>
                  <a:pt x="1857" y="480"/>
                </a:lnTo>
                <a:lnTo>
                  <a:pt x="1858" y="480"/>
                </a:lnTo>
                <a:lnTo>
                  <a:pt x="1858" y="479"/>
                </a:lnTo>
                <a:lnTo>
                  <a:pt x="1858" y="478"/>
                </a:lnTo>
                <a:lnTo>
                  <a:pt x="1858" y="479"/>
                </a:lnTo>
                <a:lnTo>
                  <a:pt x="1859" y="479"/>
                </a:lnTo>
                <a:lnTo>
                  <a:pt x="1859" y="478"/>
                </a:lnTo>
                <a:lnTo>
                  <a:pt x="1858" y="478"/>
                </a:lnTo>
                <a:lnTo>
                  <a:pt x="1858" y="477"/>
                </a:lnTo>
                <a:lnTo>
                  <a:pt x="1857" y="476"/>
                </a:lnTo>
                <a:lnTo>
                  <a:pt x="1857" y="475"/>
                </a:lnTo>
                <a:lnTo>
                  <a:pt x="1858" y="475"/>
                </a:lnTo>
                <a:lnTo>
                  <a:pt x="1859" y="475"/>
                </a:lnTo>
                <a:lnTo>
                  <a:pt x="1859" y="476"/>
                </a:lnTo>
                <a:lnTo>
                  <a:pt x="1860" y="476"/>
                </a:lnTo>
                <a:lnTo>
                  <a:pt x="1861" y="475"/>
                </a:lnTo>
                <a:lnTo>
                  <a:pt x="1861" y="474"/>
                </a:lnTo>
                <a:lnTo>
                  <a:pt x="1862" y="474"/>
                </a:lnTo>
                <a:lnTo>
                  <a:pt x="1863" y="474"/>
                </a:lnTo>
                <a:lnTo>
                  <a:pt x="1864" y="474"/>
                </a:lnTo>
                <a:lnTo>
                  <a:pt x="1864" y="475"/>
                </a:lnTo>
                <a:lnTo>
                  <a:pt x="1865" y="475"/>
                </a:lnTo>
                <a:lnTo>
                  <a:pt x="1865" y="474"/>
                </a:lnTo>
                <a:lnTo>
                  <a:pt x="1865" y="473"/>
                </a:lnTo>
                <a:lnTo>
                  <a:pt x="1864" y="473"/>
                </a:lnTo>
                <a:lnTo>
                  <a:pt x="1865" y="473"/>
                </a:lnTo>
                <a:lnTo>
                  <a:pt x="1865" y="472"/>
                </a:lnTo>
                <a:lnTo>
                  <a:pt x="1865" y="473"/>
                </a:lnTo>
                <a:lnTo>
                  <a:pt x="1866" y="473"/>
                </a:lnTo>
                <a:lnTo>
                  <a:pt x="1866" y="472"/>
                </a:lnTo>
                <a:lnTo>
                  <a:pt x="1865" y="472"/>
                </a:lnTo>
                <a:lnTo>
                  <a:pt x="1865" y="471"/>
                </a:lnTo>
                <a:lnTo>
                  <a:pt x="1865" y="470"/>
                </a:lnTo>
                <a:lnTo>
                  <a:pt x="1865" y="469"/>
                </a:lnTo>
                <a:lnTo>
                  <a:pt x="1865" y="468"/>
                </a:lnTo>
                <a:lnTo>
                  <a:pt x="1866" y="468"/>
                </a:lnTo>
                <a:lnTo>
                  <a:pt x="1867" y="467"/>
                </a:lnTo>
                <a:lnTo>
                  <a:pt x="1867" y="468"/>
                </a:lnTo>
                <a:lnTo>
                  <a:pt x="1868" y="467"/>
                </a:lnTo>
                <a:lnTo>
                  <a:pt x="1868" y="466"/>
                </a:lnTo>
                <a:lnTo>
                  <a:pt x="1868" y="465"/>
                </a:lnTo>
                <a:lnTo>
                  <a:pt x="1868" y="464"/>
                </a:lnTo>
                <a:lnTo>
                  <a:pt x="1869" y="464"/>
                </a:lnTo>
                <a:lnTo>
                  <a:pt x="1869" y="465"/>
                </a:lnTo>
                <a:lnTo>
                  <a:pt x="1869" y="464"/>
                </a:lnTo>
                <a:lnTo>
                  <a:pt x="1870" y="464"/>
                </a:lnTo>
                <a:lnTo>
                  <a:pt x="1871" y="464"/>
                </a:lnTo>
                <a:lnTo>
                  <a:pt x="1870" y="463"/>
                </a:lnTo>
                <a:lnTo>
                  <a:pt x="1870" y="464"/>
                </a:lnTo>
                <a:lnTo>
                  <a:pt x="1870" y="463"/>
                </a:lnTo>
                <a:lnTo>
                  <a:pt x="1871" y="463"/>
                </a:lnTo>
                <a:lnTo>
                  <a:pt x="1871" y="462"/>
                </a:lnTo>
                <a:lnTo>
                  <a:pt x="1870" y="463"/>
                </a:lnTo>
                <a:lnTo>
                  <a:pt x="1870" y="462"/>
                </a:lnTo>
                <a:lnTo>
                  <a:pt x="1870" y="461"/>
                </a:lnTo>
                <a:lnTo>
                  <a:pt x="1871" y="461"/>
                </a:lnTo>
                <a:lnTo>
                  <a:pt x="1871" y="460"/>
                </a:lnTo>
                <a:lnTo>
                  <a:pt x="1871" y="461"/>
                </a:lnTo>
                <a:lnTo>
                  <a:pt x="1872" y="461"/>
                </a:lnTo>
                <a:lnTo>
                  <a:pt x="1872" y="460"/>
                </a:lnTo>
                <a:lnTo>
                  <a:pt x="1873" y="460"/>
                </a:lnTo>
                <a:lnTo>
                  <a:pt x="1874" y="461"/>
                </a:lnTo>
                <a:lnTo>
                  <a:pt x="1875" y="461"/>
                </a:lnTo>
                <a:lnTo>
                  <a:pt x="1875" y="460"/>
                </a:lnTo>
                <a:lnTo>
                  <a:pt x="1874" y="460"/>
                </a:lnTo>
                <a:lnTo>
                  <a:pt x="1874" y="459"/>
                </a:lnTo>
                <a:lnTo>
                  <a:pt x="1875" y="459"/>
                </a:lnTo>
                <a:lnTo>
                  <a:pt x="1875" y="458"/>
                </a:lnTo>
                <a:lnTo>
                  <a:pt x="1874" y="458"/>
                </a:lnTo>
                <a:lnTo>
                  <a:pt x="1875" y="458"/>
                </a:lnTo>
                <a:lnTo>
                  <a:pt x="1876" y="458"/>
                </a:lnTo>
                <a:lnTo>
                  <a:pt x="1877" y="459"/>
                </a:lnTo>
                <a:lnTo>
                  <a:pt x="1878" y="459"/>
                </a:lnTo>
                <a:lnTo>
                  <a:pt x="1878" y="458"/>
                </a:lnTo>
                <a:lnTo>
                  <a:pt x="1878" y="457"/>
                </a:lnTo>
                <a:lnTo>
                  <a:pt x="1877" y="457"/>
                </a:lnTo>
                <a:lnTo>
                  <a:pt x="1878" y="457"/>
                </a:lnTo>
                <a:lnTo>
                  <a:pt x="1879" y="457"/>
                </a:lnTo>
                <a:lnTo>
                  <a:pt x="1880" y="457"/>
                </a:lnTo>
                <a:lnTo>
                  <a:pt x="1880" y="456"/>
                </a:lnTo>
                <a:lnTo>
                  <a:pt x="1881" y="456"/>
                </a:lnTo>
                <a:lnTo>
                  <a:pt x="1881" y="457"/>
                </a:lnTo>
                <a:lnTo>
                  <a:pt x="1882" y="457"/>
                </a:lnTo>
                <a:lnTo>
                  <a:pt x="1882" y="456"/>
                </a:lnTo>
                <a:lnTo>
                  <a:pt x="1882" y="457"/>
                </a:lnTo>
                <a:lnTo>
                  <a:pt x="1883" y="456"/>
                </a:lnTo>
                <a:lnTo>
                  <a:pt x="1884" y="456"/>
                </a:lnTo>
                <a:lnTo>
                  <a:pt x="1884" y="457"/>
                </a:lnTo>
                <a:lnTo>
                  <a:pt x="1885" y="457"/>
                </a:lnTo>
                <a:lnTo>
                  <a:pt x="1885" y="456"/>
                </a:lnTo>
                <a:lnTo>
                  <a:pt x="1886" y="456"/>
                </a:lnTo>
                <a:lnTo>
                  <a:pt x="1886" y="455"/>
                </a:lnTo>
                <a:lnTo>
                  <a:pt x="1887" y="455"/>
                </a:lnTo>
                <a:lnTo>
                  <a:pt x="1888" y="455"/>
                </a:lnTo>
                <a:lnTo>
                  <a:pt x="1889" y="455"/>
                </a:lnTo>
                <a:lnTo>
                  <a:pt x="1889" y="454"/>
                </a:lnTo>
                <a:lnTo>
                  <a:pt x="1888" y="454"/>
                </a:lnTo>
                <a:lnTo>
                  <a:pt x="1889" y="454"/>
                </a:lnTo>
                <a:lnTo>
                  <a:pt x="1890" y="454"/>
                </a:lnTo>
                <a:lnTo>
                  <a:pt x="1890" y="453"/>
                </a:lnTo>
                <a:lnTo>
                  <a:pt x="1889" y="453"/>
                </a:lnTo>
                <a:lnTo>
                  <a:pt x="1890" y="453"/>
                </a:lnTo>
                <a:lnTo>
                  <a:pt x="1891" y="453"/>
                </a:lnTo>
                <a:lnTo>
                  <a:pt x="1892" y="453"/>
                </a:lnTo>
                <a:lnTo>
                  <a:pt x="1892" y="454"/>
                </a:lnTo>
                <a:lnTo>
                  <a:pt x="1892" y="453"/>
                </a:lnTo>
                <a:lnTo>
                  <a:pt x="1893" y="453"/>
                </a:lnTo>
                <a:lnTo>
                  <a:pt x="1893" y="452"/>
                </a:lnTo>
                <a:lnTo>
                  <a:pt x="1894" y="452"/>
                </a:lnTo>
                <a:lnTo>
                  <a:pt x="1895" y="452"/>
                </a:lnTo>
                <a:lnTo>
                  <a:pt x="1895" y="451"/>
                </a:lnTo>
                <a:lnTo>
                  <a:pt x="1896" y="451"/>
                </a:lnTo>
                <a:lnTo>
                  <a:pt x="1895" y="451"/>
                </a:lnTo>
                <a:lnTo>
                  <a:pt x="1896" y="451"/>
                </a:lnTo>
                <a:lnTo>
                  <a:pt x="1897" y="451"/>
                </a:lnTo>
                <a:lnTo>
                  <a:pt x="1896" y="451"/>
                </a:lnTo>
                <a:lnTo>
                  <a:pt x="1897" y="451"/>
                </a:lnTo>
                <a:lnTo>
                  <a:pt x="1898" y="451"/>
                </a:lnTo>
                <a:lnTo>
                  <a:pt x="1899" y="450"/>
                </a:lnTo>
                <a:lnTo>
                  <a:pt x="1899" y="449"/>
                </a:lnTo>
                <a:lnTo>
                  <a:pt x="1900" y="449"/>
                </a:lnTo>
                <a:lnTo>
                  <a:pt x="1901" y="449"/>
                </a:lnTo>
                <a:lnTo>
                  <a:pt x="1902" y="449"/>
                </a:lnTo>
                <a:lnTo>
                  <a:pt x="1903" y="449"/>
                </a:lnTo>
                <a:lnTo>
                  <a:pt x="1904" y="449"/>
                </a:lnTo>
                <a:lnTo>
                  <a:pt x="1903" y="449"/>
                </a:lnTo>
                <a:lnTo>
                  <a:pt x="1904" y="449"/>
                </a:lnTo>
                <a:lnTo>
                  <a:pt x="1904" y="450"/>
                </a:lnTo>
                <a:lnTo>
                  <a:pt x="1905" y="450"/>
                </a:lnTo>
                <a:lnTo>
                  <a:pt x="1905" y="449"/>
                </a:lnTo>
                <a:lnTo>
                  <a:pt x="1905" y="450"/>
                </a:lnTo>
                <a:lnTo>
                  <a:pt x="1906" y="450"/>
                </a:lnTo>
                <a:lnTo>
                  <a:pt x="1906" y="449"/>
                </a:lnTo>
                <a:lnTo>
                  <a:pt x="1907" y="449"/>
                </a:lnTo>
                <a:lnTo>
                  <a:pt x="1908" y="449"/>
                </a:lnTo>
                <a:lnTo>
                  <a:pt x="1908" y="448"/>
                </a:lnTo>
                <a:lnTo>
                  <a:pt x="1909" y="448"/>
                </a:lnTo>
                <a:lnTo>
                  <a:pt x="1910" y="448"/>
                </a:lnTo>
                <a:lnTo>
                  <a:pt x="1910" y="449"/>
                </a:lnTo>
                <a:lnTo>
                  <a:pt x="1910" y="448"/>
                </a:lnTo>
                <a:lnTo>
                  <a:pt x="1911" y="447"/>
                </a:lnTo>
                <a:lnTo>
                  <a:pt x="1912" y="447"/>
                </a:lnTo>
                <a:lnTo>
                  <a:pt x="1913" y="447"/>
                </a:lnTo>
                <a:lnTo>
                  <a:pt x="1914" y="447"/>
                </a:lnTo>
                <a:lnTo>
                  <a:pt x="1914" y="446"/>
                </a:lnTo>
                <a:lnTo>
                  <a:pt x="1915" y="446"/>
                </a:lnTo>
                <a:lnTo>
                  <a:pt x="1915" y="445"/>
                </a:lnTo>
                <a:lnTo>
                  <a:pt x="1916" y="445"/>
                </a:lnTo>
                <a:lnTo>
                  <a:pt x="1916" y="444"/>
                </a:lnTo>
                <a:lnTo>
                  <a:pt x="1915" y="443"/>
                </a:lnTo>
                <a:lnTo>
                  <a:pt x="1916" y="443"/>
                </a:lnTo>
                <a:lnTo>
                  <a:pt x="1916" y="442"/>
                </a:lnTo>
                <a:lnTo>
                  <a:pt x="1917" y="442"/>
                </a:lnTo>
                <a:lnTo>
                  <a:pt x="1917" y="441"/>
                </a:lnTo>
                <a:lnTo>
                  <a:pt x="1918" y="441"/>
                </a:lnTo>
                <a:lnTo>
                  <a:pt x="1918" y="442"/>
                </a:lnTo>
                <a:lnTo>
                  <a:pt x="1919" y="441"/>
                </a:lnTo>
                <a:lnTo>
                  <a:pt x="1918" y="441"/>
                </a:lnTo>
                <a:lnTo>
                  <a:pt x="1918" y="440"/>
                </a:lnTo>
                <a:lnTo>
                  <a:pt x="1919" y="440"/>
                </a:lnTo>
                <a:lnTo>
                  <a:pt x="1919" y="439"/>
                </a:lnTo>
                <a:lnTo>
                  <a:pt x="1919" y="437"/>
                </a:lnTo>
                <a:lnTo>
                  <a:pt x="1920" y="437"/>
                </a:lnTo>
                <a:lnTo>
                  <a:pt x="1920" y="436"/>
                </a:lnTo>
                <a:lnTo>
                  <a:pt x="1919" y="435"/>
                </a:lnTo>
                <a:lnTo>
                  <a:pt x="1920" y="435"/>
                </a:lnTo>
                <a:lnTo>
                  <a:pt x="1920" y="434"/>
                </a:lnTo>
                <a:lnTo>
                  <a:pt x="1919" y="434"/>
                </a:lnTo>
                <a:lnTo>
                  <a:pt x="1920" y="433"/>
                </a:lnTo>
                <a:lnTo>
                  <a:pt x="1920" y="434"/>
                </a:lnTo>
                <a:lnTo>
                  <a:pt x="1921" y="434"/>
                </a:lnTo>
                <a:lnTo>
                  <a:pt x="1922" y="434"/>
                </a:lnTo>
                <a:lnTo>
                  <a:pt x="1923" y="434"/>
                </a:lnTo>
                <a:lnTo>
                  <a:pt x="1923" y="435"/>
                </a:lnTo>
                <a:lnTo>
                  <a:pt x="1924" y="435"/>
                </a:lnTo>
                <a:lnTo>
                  <a:pt x="1924" y="434"/>
                </a:lnTo>
                <a:lnTo>
                  <a:pt x="1924" y="433"/>
                </a:lnTo>
                <a:lnTo>
                  <a:pt x="1924" y="432"/>
                </a:lnTo>
                <a:lnTo>
                  <a:pt x="1925" y="432"/>
                </a:lnTo>
                <a:lnTo>
                  <a:pt x="1925" y="431"/>
                </a:lnTo>
                <a:lnTo>
                  <a:pt x="1926" y="431"/>
                </a:lnTo>
                <a:lnTo>
                  <a:pt x="1926" y="430"/>
                </a:lnTo>
                <a:lnTo>
                  <a:pt x="1927" y="430"/>
                </a:lnTo>
                <a:lnTo>
                  <a:pt x="1928" y="430"/>
                </a:lnTo>
                <a:lnTo>
                  <a:pt x="1928" y="429"/>
                </a:lnTo>
                <a:lnTo>
                  <a:pt x="1928" y="428"/>
                </a:lnTo>
                <a:lnTo>
                  <a:pt x="1927" y="426"/>
                </a:lnTo>
                <a:lnTo>
                  <a:pt x="1928" y="426"/>
                </a:lnTo>
                <a:lnTo>
                  <a:pt x="1929" y="426"/>
                </a:lnTo>
                <a:lnTo>
                  <a:pt x="1929" y="425"/>
                </a:lnTo>
                <a:lnTo>
                  <a:pt x="1929" y="424"/>
                </a:lnTo>
                <a:lnTo>
                  <a:pt x="1929" y="423"/>
                </a:lnTo>
                <a:lnTo>
                  <a:pt x="1929" y="422"/>
                </a:lnTo>
                <a:lnTo>
                  <a:pt x="1930" y="422"/>
                </a:lnTo>
                <a:lnTo>
                  <a:pt x="1931" y="422"/>
                </a:lnTo>
                <a:lnTo>
                  <a:pt x="1931" y="421"/>
                </a:lnTo>
                <a:lnTo>
                  <a:pt x="1930" y="421"/>
                </a:lnTo>
                <a:lnTo>
                  <a:pt x="1930" y="420"/>
                </a:lnTo>
                <a:lnTo>
                  <a:pt x="1930" y="419"/>
                </a:lnTo>
                <a:lnTo>
                  <a:pt x="1931" y="419"/>
                </a:lnTo>
                <a:lnTo>
                  <a:pt x="1931" y="418"/>
                </a:lnTo>
                <a:lnTo>
                  <a:pt x="1932" y="418"/>
                </a:lnTo>
                <a:lnTo>
                  <a:pt x="1931" y="417"/>
                </a:lnTo>
                <a:lnTo>
                  <a:pt x="1930" y="417"/>
                </a:lnTo>
                <a:lnTo>
                  <a:pt x="1930" y="416"/>
                </a:lnTo>
                <a:lnTo>
                  <a:pt x="1929" y="416"/>
                </a:lnTo>
                <a:lnTo>
                  <a:pt x="1928" y="416"/>
                </a:lnTo>
                <a:lnTo>
                  <a:pt x="1928" y="415"/>
                </a:lnTo>
                <a:lnTo>
                  <a:pt x="1928" y="414"/>
                </a:lnTo>
                <a:lnTo>
                  <a:pt x="1928" y="413"/>
                </a:lnTo>
                <a:lnTo>
                  <a:pt x="1929" y="413"/>
                </a:lnTo>
                <a:lnTo>
                  <a:pt x="1929" y="412"/>
                </a:lnTo>
                <a:lnTo>
                  <a:pt x="1929" y="411"/>
                </a:lnTo>
                <a:lnTo>
                  <a:pt x="1929" y="410"/>
                </a:lnTo>
                <a:lnTo>
                  <a:pt x="1929" y="411"/>
                </a:lnTo>
                <a:lnTo>
                  <a:pt x="1930" y="411"/>
                </a:lnTo>
                <a:lnTo>
                  <a:pt x="1930" y="410"/>
                </a:lnTo>
                <a:lnTo>
                  <a:pt x="1929" y="410"/>
                </a:lnTo>
                <a:lnTo>
                  <a:pt x="1928" y="410"/>
                </a:lnTo>
                <a:lnTo>
                  <a:pt x="1928" y="409"/>
                </a:lnTo>
                <a:lnTo>
                  <a:pt x="1929" y="409"/>
                </a:lnTo>
                <a:lnTo>
                  <a:pt x="1929" y="408"/>
                </a:lnTo>
                <a:lnTo>
                  <a:pt x="1928" y="408"/>
                </a:lnTo>
                <a:lnTo>
                  <a:pt x="1927" y="408"/>
                </a:lnTo>
                <a:lnTo>
                  <a:pt x="1927" y="407"/>
                </a:lnTo>
                <a:lnTo>
                  <a:pt x="1928" y="407"/>
                </a:lnTo>
                <a:lnTo>
                  <a:pt x="1929" y="407"/>
                </a:lnTo>
                <a:lnTo>
                  <a:pt x="1929" y="406"/>
                </a:lnTo>
                <a:lnTo>
                  <a:pt x="1929" y="405"/>
                </a:lnTo>
                <a:lnTo>
                  <a:pt x="1929" y="404"/>
                </a:lnTo>
                <a:lnTo>
                  <a:pt x="1930" y="404"/>
                </a:lnTo>
                <a:lnTo>
                  <a:pt x="1931" y="404"/>
                </a:lnTo>
                <a:lnTo>
                  <a:pt x="1931" y="403"/>
                </a:lnTo>
                <a:lnTo>
                  <a:pt x="1931" y="402"/>
                </a:lnTo>
                <a:lnTo>
                  <a:pt x="1932" y="402"/>
                </a:lnTo>
                <a:lnTo>
                  <a:pt x="1931" y="402"/>
                </a:lnTo>
                <a:lnTo>
                  <a:pt x="1930" y="402"/>
                </a:lnTo>
                <a:lnTo>
                  <a:pt x="1929" y="402"/>
                </a:lnTo>
                <a:lnTo>
                  <a:pt x="1929" y="401"/>
                </a:lnTo>
                <a:lnTo>
                  <a:pt x="1930" y="401"/>
                </a:lnTo>
                <a:lnTo>
                  <a:pt x="1930" y="400"/>
                </a:lnTo>
                <a:lnTo>
                  <a:pt x="1930" y="399"/>
                </a:lnTo>
                <a:lnTo>
                  <a:pt x="1929" y="399"/>
                </a:lnTo>
                <a:lnTo>
                  <a:pt x="1930" y="399"/>
                </a:lnTo>
                <a:lnTo>
                  <a:pt x="1930" y="398"/>
                </a:lnTo>
                <a:lnTo>
                  <a:pt x="1929" y="398"/>
                </a:lnTo>
                <a:lnTo>
                  <a:pt x="1929" y="397"/>
                </a:lnTo>
                <a:lnTo>
                  <a:pt x="1928" y="397"/>
                </a:lnTo>
                <a:lnTo>
                  <a:pt x="1928" y="398"/>
                </a:lnTo>
                <a:lnTo>
                  <a:pt x="1927" y="398"/>
                </a:lnTo>
                <a:lnTo>
                  <a:pt x="1927" y="397"/>
                </a:lnTo>
                <a:lnTo>
                  <a:pt x="1926" y="397"/>
                </a:lnTo>
                <a:lnTo>
                  <a:pt x="1926" y="398"/>
                </a:lnTo>
                <a:lnTo>
                  <a:pt x="1926" y="399"/>
                </a:lnTo>
                <a:lnTo>
                  <a:pt x="1925" y="399"/>
                </a:lnTo>
                <a:lnTo>
                  <a:pt x="1925" y="398"/>
                </a:lnTo>
                <a:lnTo>
                  <a:pt x="1924" y="398"/>
                </a:lnTo>
                <a:lnTo>
                  <a:pt x="1924" y="399"/>
                </a:lnTo>
                <a:lnTo>
                  <a:pt x="1925" y="399"/>
                </a:lnTo>
                <a:lnTo>
                  <a:pt x="1925" y="400"/>
                </a:lnTo>
                <a:lnTo>
                  <a:pt x="1924" y="400"/>
                </a:lnTo>
                <a:lnTo>
                  <a:pt x="1924" y="399"/>
                </a:lnTo>
                <a:lnTo>
                  <a:pt x="1924" y="398"/>
                </a:lnTo>
                <a:lnTo>
                  <a:pt x="1923" y="398"/>
                </a:lnTo>
                <a:lnTo>
                  <a:pt x="1922" y="398"/>
                </a:lnTo>
                <a:lnTo>
                  <a:pt x="1921" y="398"/>
                </a:lnTo>
                <a:lnTo>
                  <a:pt x="1921" y="399"/>
                </a:lnTo>
                <a:lnTo>
                  <a:pt x="1922" y="399"/>
                </a:lnTo>
                <a:lnTo>
                  <a:pt x="1921" y="399"/>
                </a:lnTo>
                <a:lnTo>
                  <a:pt x="1920" y="400"/>
                </a:lnTo>
                <a:lnTo>
                  <a:pt x="1921" y="400"/>
                </a:lnTo>
                <a:lnTo>
                  <a:pt x="1921" y="401"/>
                </a:lnTo>
                <a:lnTo>
                  <a:pt x="1920" y="401"/>
                </a:lnTo>
                <a:lnTo>
                  <a:pt x="1919" y="400"/>
                </a:lnTo>
                <a:lnTo>
                  <a:pt x="1918" y="400"/>
                </a:lnTo>
                <a:lnTo>
                  <a:pt x="1919" y="400"/>
                </a:lnTo>
                <a:lnTo>
                  <a:pt x="1919" y="399"/>
                </a:lnTo>
                <a:lnTo>
                  <a:pt x="1918" y="398"/>
                </a:lnTo>
                <a:lnTo>
                  <a:pt x="1917" y="398"/>
                </a:lnTo>
                <a:lnTo>
                  <a:pt x="1917" y="399"/>
                </a:lnTo>
                <a:lnTo>
                  <a:pt x="1916" y="399"/>
                </a:lnTo>
                <a:lnTo>
                  <a:pt x="1915" y="401"/>
                </a:lnTo>
                <a:lnTo>
                  <a:pt x="1914" y="401"/>
                </a:lnTo>
                <a:lnTo>
                  <a:pt x="1914" y="400"/>
                </a:lnTo>
                <a:lnTo>
                  <a:pt x="1915" y="400"/>
                </a:lnTo>
                <a:lnTo>
                  <a:pt x="1915" y="399"/>
                </a:lnTo>
                <a:lnTo>
                  <a:pt x="1914" y="399"/>
                </a:lnTo>
                <a:lnTo>
                  <a:pt x="1914" y="400"/>
                </a:lnTo>
                <a:lnTo>
                  <a:pt x="1913" y="400"/>
                </a:lnTo>
                <a:lnTo>
                  <a:pt x="1912" y="400"/>
                </a:lnTo>
                <a:lnTo>
                  <a:pt x="1912" y="399"/>
                </a:lnTo>
                <a:lnTo>
                  <a:pt x="1913" y="398"/>
                </a:lnTo>
                <a:lnTo>
                  <a:pt x="1913" y="397"/>
                </a:lnTo>
                <a:lnTo>
                  <a:pt x="1912" y="397"/>
                </a:lnTo>
                <a:lnTo>
                  <a:pt x="1911" y="397"/>
                </a:lnTo>
                <a:lnTo>
                  <a:pt x="1911" y="396"/>
                </a:lnTo>
                <a:lnTo>
                  <a:pt x="1910" y="396"/>
                </a:lnTo>
                <a:lnTo>
                  <a:pt x="1910" y="397"/>
                </a:lnTo>
                <a:lnTo>
                  <a:pt x="1909" y="397"/>
                </a:lnTo>
                <a:lnTo>
                  <a:pt x="1909" y="396"/>
                </a:lnTo>
                <a:lnTo>
                  <a:pt x="1910" y="396"/>
                </a:lnTo>
                <a:lnTo>
                  <a:pt x="1910" y="395"/>
                </a:lnTo>
                <a:lnTo>
                  <a:pt x="1910" y="394"/>
                </a:lnTo>
                <a:lnTo>
                  <a:pt x="1910" y="393"/>
                </a:lnTo>
                <a:lnTo>
                  <a:pt x="1911" y="393"/>
                </a:lnTo>
                <a:lnTo>
                  <a:pt x="1911" y="392"/>
                </a:lnTo>
                <a:lnTo>
                  <a:pt x="1912" y="392"/>
                </a:lnTo>
                <a:lnTo>
                  <a:pt x="1913" y="392"/>
                </a:lnTo>
                <a:lnTo>
                  <a:pt x="1913" y="391"/>
                </a:lnTo>
                <a:lnTo>
                  <a:pt x="1913" y="392"/>
                </a:lnTo>
                <a:lnTo>
                  <a:pt x="1914" y="392"/>
                </a:lnTo>
                <a:lnTo>
                  <a:pt x="1915" y="392"/>
                </a:lnTo>
                <a:lnTo>
                  <a:pt x="1915" y="393"/>
                </a:lnTo>
                <a:lnTo>
                  <a:pt x="1916" y="393"/>
                </a:lnTo>
                <a:lnTo>
                  <a:pt x="1916" y="392"/>
                </a:lnTo>
                <a:lnTo>
                  <a:pt x="1915" y="392"/>
                </a:lnTo>
                <a:lnTo>
                  <a:pt x="1915" y="391"/>
                </a:lnTo>
                <a:lnTo>
                  <a:pt x="1916" y="391"/>
                </a:lnTo>
                <a:lnTo>
                  <a:pt x="1916" y="390"/>
                </a:lnTo>
                <a:lnTo>
                  <a:pt x="1916" y="389"/>
                </a:lnTo>
                <a:lnTo>
                  <a:pt x="1917" y="388"/>
                </a:lnTo>
                <a:lnTo>
                  <a:pt x="1917" y="389"/>
                </a:lnTo>
                <a:lnTo>
                  <a:pt x="1918" y="388"/>
                </a:lnTo>
                <a:lnTo>
                  <a:pt x="1918" y="387"/>
                </a:lnTo>
                <a:lnTo>
                  <a:pt x="1917" y="387"/>
                </a:lnTo>
                <a:lnTo>
                  <a:pt x="1917" y="386"/>
                </a:lnTo>
                <a:lnTo>
                  <a:pt x="1918" y="385"/>
                </a:lnTo>
                <a:lnTo>
                  <a:pt x="1919" y="385"/>
                </a:lnTo>
                <a:lnTo>
                  <a:pt x="1919" y="384"/>
                </a:lnTo>
                <a:lnTo>
                  <a:pt x="1918" y="383"/>
                </a:lnTo>
                <a:lnTo>
                  <a:pt x="1918" y="382"/>
                </a:lnTo>
                <a:lnTo>
                  <a:pt x="1917" y="382"/>
                </a:lnTo>
                <a:lnTo>
                  <a:pt x="1917" y="381"/>
                </a:lnTo>
                <a:lnTo>
                  <a:pt x="1917" y="382"/>
                </a:lnTo>
                <a:lnTo>
                  <a:pt x="1916" y="382"/>
                </a:lnTo>
                <a:lnTo>
                  <a:pt x="1916" y="381"/>
                </a:lnTo>
                <a:lnTo>
                  <a:pt x="1916" y="380"/>
                </a:lnTo>
                <a:lnTo>
                  <a:pt x="1917" y="380"/>
                </a:lnTo>
                <a:lnTo>
                  <a:pt x="1918" y="380"/>
                </a:lnTo>
                <a:lnTo>
                  <a:pt x="1918" y="378"/>
                </a:lnTo>
                <a:lnTo>
                  <a:pt x="1918" y="377"/>
                </a:lnTo>
                <a:lnTo>
                  <a:pt x="1918" y="376"/>
                </a:lnTo>
                <a:lnTo>
                  <a:pt x="1918" y="375"/>
                </a:lnTo>
                <a:lnTo>
                  <a:pt x="1919" y="375"/>
                </a:lnTo>
                <a:lnTo>
                  <a:pt x="1919" y="374"/>
                </a:lnTo>
                <a:lnTo>
                  <a:pt x="1918" y="373"/>
                </a:lnTo>
                <a:lnTo>
                  <a:pt x="1918" y="374"/>
                </a:lnTo>
                <a:lnTo>
                  <a:pt x="1917" y="374"/>
                </a:lnTo>
                <a:lnTo>
                  <a:pt x="1917" y="373"/>
                </a:lnTo>
                <a:lnTo>
                  <a:pt x="1917" y="372"/>
                </a:lnTo>
                <a:lnTo>
                  <a:pt x="1918" y="372"/>
                </a:lnTo>
                <a:lnTo>
                  <a:pt x="1919" y="372"/>
                </a:lnTo>
                <a:lnTo>
                  <a:pt x="1920" y="371"/>
                </a:lnTo>
                <a:lnTo>
                  <a:pt x="1920" y="370"/>
                </a:lnTo>
                <a:lnTo>
                  <a:pt x="1919" y="370"/>
                </a:lnTo>
                <a:lnTo>
                  <a:pt x="1918" y="369"/>
                </a:lnTo>
                <a:lnTo>
                  <a:pt x="1918" y="368"/>
                </a:lnTo>
                <a:lnTo>
                  <a:pt x="1918" y="367"/>
                </a:lnTo>
                <a:lnTo>
                  <a:pt x="1919" y="367"/>
                </a:lnTo>
                <a:lnTo>
                  <a:pt x="1919" y="366"/>
                </a:lnTo>
                <a:lnTo>
                  <a:pt x="1920" y="366"/>
                </a:lnTo>
                <a:lnTo>
                  <a:pt x="1921" y="366"/>
                </a:lnTo>
                <a:lnTo>
                  <a:pt x="1921" y="365"/>
                </a:lnTo>
                <a:lnTo>
                  <a:pt x="1922" y="365"/>
                </a:lnTo>
                <a:lnTo>
                  <a:pt x="1922" y="364"/>
                </a:lnTo>
                <a:lnTo>
                  <a:pt x="1922" y="363"/>
                </a:lnTo>
                <a:lnTo>
                  <a:pt x="1921" y="363"/>
                </a:lnTo>
                <a:lnTo>
                  <a:pt x="1922" y="362"/>
                </a:lnTo>
                <a:lnTo>
                  <a:pt x="1922" y="363"/>
                </a:lnTo>
                <a:lnTo>
                  <a:pt x="1923" y="363"/>
                </a:lnTo>
                <a:lnTo>
                  <a:pt x="1923" y="364"/>
                </a:lnTo>
                <a:lnTo>
                  <a:pt x="1924" y="363"/>
                </a:lnTo>
                <a:lnTo>
                  <a:pt x="1924" y="362"/>
                </a:lnTo>
                <a:lnTo>
                  <a:pt x="1925" y="362"/>
                </a:lnTo>
                <a:lnTo>
                  <a:pt x="1925" y="361"/>
                </a:lnTo>
                <a:lnTo>
                  <a:pt x="1925" y="360"/>
                </a:lnTo>
                <a:lnTo>
                  <a:pt x="1926" y="359"/>
                </a:lnTo>
                <a:lnTo>
                  <a:pt x="1926" y="358"/>
                </a:lnTo>
                <a:lnTo>
                  <a:pt x="1925" y="358"/>
                </a:lnTo>
                <a:lnTo>
                  <a:pt x="1925" y="357"/>
                </a:lnTo>
                <a:lnTo>
                  <a:pt x="1926" y="356"/>
                </a:lnTo>
                <a:lnTo>
                  <a:pt x="1927" y="356"/>
                </a:lnTo>
                <a:lnTo>
                  <a:pt x="1928" y="356"/>
                </a:lnTo>
                <a:lnTo>
                  <a:pt x="1929" y="356"/>
                </a:lnTo>
                <a:lnTo>
                  <a:pt x="1929" y="355"/>
                </a:lnTo>
                <a:lnTo>
                  <a:pt x="1930" y="354"/>
                </a:lnTo>
                <a:lnTo>
                  <a:pt x="1930" y="353"/>
                </a:lnTo>
                <a:lnTo>
                  <a:pt x="1930" y="352"/>
                </a:lnTo>
                <a:lnTo>
                  <a:pt x="1931" y="352"/>
                </a:lnTo>
                <a:lnTo>
                  <a:pt x="1931" y="351"/>
                </a:lnTo>
                <a:lnTo>
                  <a:pt x="1932" y="350"/>
                </a:lnTo>
                <a:lnTo>
                  <a:pt x="1932" y="349"/>
                </a:lnTo>
                <a:lnTo>
                  <a:pt x="1932" y="348"/>
                </a:lnTo>
                <a:lnTo>
                  <a:pt x="1933" y="348"/>
                </a:lnTo>
                <a:lnTo>
                  <a:pt x="1933" y="347"/>
                </a:lnTo>
                <a:lnTo>
                  <a:pt x="1933" y="346"/>
                </a:lnTo>
                <a:lnTo>
                  <a:pt x="1933" y="345"/>
                </a:lnTo>
                <a:lnTo>
                  <a:pt x="1933" y="344"/>
                </a:lnTo>
                <a:lnTo>
                  <a:pt x="1932" y="344"/>
                </a:lnTo>
                <a:lnTo>
                  <a:pt x="1933" y="343"/>
                </a:lnTo>
                <a:lnTo>
                  <a:pt x="1933" y="344"/>
                </a:lnTo>
                <a:lnTo>
                  <a:pt x="1933" y="343"/>
                </a:lnTo>
                <a:lnTo>
                  <a:pt x="1933" y="342"/>
                </a:lnTo>
                <a:lnTo>
                  <a:pt x="1934" y="342"/>
                </a:lnTo>
                <a:lnTo>
                  <a:pt x="1934" y="341"/>
                </a:lnTo>
                <a:lnTo>
                  <a:pt x="1933" y="341"/>
                </a:lnTo>
                <a:lnTo>
                  <a:pt x="1933" y="340"/>
                </a:lnTo>
                <a:lnTo>
                  <a:pt x="1933" y="339"/>
                </a:lnTo>
                <a:lnTo>
                  <a:pt x="1933" y="338"/>
                </a:lnTo>
                <a:lnTo>
                  <a:pt x="1932" y="338"/>
                </a:lnTo>
                <a:lnTo>
                  <a:pt x="1932" y="337"/>
                </a:lnTo>
                <a:lnTo>
                  <a:pt x="1931" y="337"/>
                </a:lnTo>
                <a:lnTo>
                  <a:pt x="1931" y="336"/>
                </a:lnTo>
                <a:lnTo>
                  <a:pt x="1931" y="335"/>
                </a:lnTo>
                <a:lnTo>
                  <a:pt x="1931" y="334"/>
                </a:lnTo>
                <a:lnTo>
                  <a:pt x="1932" y="334"/>
                </a:lnTo>
                <a:lnTo>
                  <a:pt x="1931" y="333"/>
                </a:lnTo>
                <a:lnTo>
                  <a:pt x="1931" y="332"/>
                </a:lnTo>
                <a:lnTo>
                  <a:pt x="1930" y="332"/>
                </a:lnTo>
                <a:lnTo>
                  <a:pt x="1930" y="331"/>
                </a:lnTo>
                <a:lnTo>
                  <a:pt x="1930" y="330"/>
                </a:lnTo>
                <a:lnTo>
                  <a:pt x="1931" y="330"/>
                </a:lnTo>
                <a:lnTo>
                  <a:pt x="1932" y="330"/>
                </a:lnTo>
                <a:lnTo>
                  <a:pt x="1932" y="329"/>
                </a:lnTo>
                <a:lnTo>
                  <a:pt x="1932" y="328"/>
                </a:lnTo>
                <a:lnTo>
                  <a:pt x="1932" y="327"/>
                </a:lnTo>
                <a:lnTo>
                  <a:pt x="1933" y="326"/>
                </a:lnTo>
                <a:lnTo>
                  <a:pt x="1934" y="326"/>
                </a:lnTo>
                <a:lnTo>
                  <a:pt x="1934" y="325"/>
                </a:lnTo>
                <a:lnTo>
                  <a:pt x="1935" y="325"/>
                </a:lnTo>
                <a:lnTo>
                  <a:pt x="1935" y="324"/>
                </a:lnTo>
                <a:lnTo>
                  <a:pt x="1935" y="323"/>
                </a:lnTo>
                <a:lnTo>
                  <a:pt x="1936" y="323"/>
                </a:lnTo>
                <a:lnTo>
                  <a:pt x="1936" y="321"/>
                </a:lnTo>
                <a:lnTo>
                  <a:pt x="1936" y="320"/>
                </a:lnTo>
                <a:lnTo>
                  <a:pt x="1936" y="319"/>
                </a:lnTo>
                <a:lnTo>
                  <a:pt x="1936" y="317"/>
                </a:lnTo>
                <a:lnTo>
                  <a:pt x="1937" y="317"/>
                </a:lnTo>
                <a:lnTo>
                  <a:pt x="1937" y="316"/>
                </a:lnTo>
                <a:lnTo>
                  <a:pt x="1938" y="316"/>
                </a:lnTo>
                <a:lnTo>
                  <a:pt x="1938" y="315"/>
                </a:lnTo>
                <a:lnTo>
                  <a:pt x="1939" y="315"/>
                </a:lnTo>
                <a:lnTo>
                  <a:pt x="1939" y="314"/>
                </a:lnTo>
                <a:lnTo>
                  <a:pt x="1939" y="313"/>
                </a:lnTo>
                <a:lnTo>
                  <a:pt x="1940" y="313"/>
                </a:lnTo>
                <a:lnTo>
                  <a:pt x="1940" y="312"/>
                </a:lnTo>
                <a:lnTo>
                  <a:pt x="1941" y="312"/>
                </a:lnTo>
                <a:lnTo>
                  <a:pt x="1942" y="312"/>
                </a:lnTo>
                <a:lnTo>
                  <a:pt x="1943" y="311"/>
                </a:lnTo>
                <a:lnTo>
                  <a:pt x="1944" y="311"/>
                </a:lnTo>
                <a:lnTo>
                  <a:pt x="1944" y="310"/>
                </a:lnTo>
                <a:lnTo>
                  <a:pt x="1944" y="309"/>
                </a:lnTo>
                <a:lnTo>
                  <a:pt x="1943" y="309"/>
                </a:lnTo>
                <a:lnTo>
                  <a:pt x="1944" y="309"/>
                </a:lnTo>
                <a:lnTo>
                  <a:pt x="1944" y="308"/>
                </a:lnTo>
                <a:lnTo>
                  <a:pt x="1945" y="308"/>
                </a:lnTo>
                <a:lnTo>
                  <a:pt x="1945" y="307"/>
                </a:lnTo>
                <a:lnTo>
                  <a:pt x="1946" y="307"/>
                </a:lnTo>
                <a:lnTo>
                  <a:pt x="1946" y="306"/>
                </a:lnTo>
                <a:lnTo>
                  <a:pt x="1946" y="305"/>
                </a:lnTo>
                <a:lnTo>
                  <a:pt x="1946" y="304"/>
                </a:lnTo>
                <a:lnTo>
                  <a:pt x="1945" y="304"/>
                </a:lnTo>
                <a:lnTo>
                  <a:pt x="1945" y="303"/>
                </a:lnTo>
                <a:lnTo>
                  <a:pt x="1946" y="303"/>
                </a:lnTo>
                <a:lnTo>
                  <a:pt x="1947" y="303"/>
                </a:lnTo>
                <a:lnTo>
                  <a:pt x="1947" y="302"/>
                </a:lnTo>
                <a:lnTo>
                  <a:pt x="1947" y="301"/>
                </a:lnTo>
                <a:lnTo>
                  <a:pt x="1948" y="301"/>
                </a:lnTo>
                <a:lnTo>
                  <a:pt x="1948" y="300"/>
                </a:lnTo>
                <a:lnTo>
                  <a:pt x="1948" y="299"/>
                </a:lnTo>
                <a:lnTo>
                  <a:pt x="1947" y="299"/>
                </a:lnTo>
                <a:lnTo>
                  <a:pt x="1947" y="298"/>
                </a:lnTo>
                <a:lnTo>
                  <a:pt x="1947" y="297"/>
                </a:lnTo>
                <a:lnTo>
                  <a:pt x="1948" y="297"/>
                </a:lnTo>
                <a:lnTo>
                  <a:pt x="1949" y="297"/>
                </a:lnTo>
                <a:lnTo>
                  <a:pt x="1949" y="296"/>
                </a:lnTo>
                <a:lnTo>
                  <a:pt x="1949" y="295"/>
                </a:lnTo>
                <a:lnTo>
                  <a:pt x="1948" y="294"/>
                </a:lnTo>
                <a:lnTo>
                  <a:pt x="1949" y="294"/>
                </a:lnTo>
                <a:lnTo>
                  <a:pt x="1949" y="293"/>
                </a:lnTo>
                <a:lnTo>
                  <a:pt x="1948" y="292"/>
                </a:lnTo>
                <a:lnTo>
                  <a:pt x="1947" y="292"/>
                </a:lnTo>
                <a:lnTo>
                  <a:pt x="1947" y="291"/>
                </a:lnTo>
                <a:lnTo>
                  <a:pt x="1948" y="291"/>
                </a:lnTo>
                <a:lnTo>
                  <a:pt x="1948" y="292"/>
                </a:lnTo>
                <a:lnTo>
                  <a:pt x="1949" y="292"/>
                </a:lnTo>
                <a:lnTo>
                  <a:pt x="1949" y="291"/>
                </a:lnTo>
                <a:lnTo>
                  <a:pt x="1949" y="290"/>
                </a:lnTo>
                <a:lnTo>
                  <a:pt x="1948" y="290"/>
                </a:lnTo>
                <a:lnTo>
                  <a:pt x="1948" y="289"/>
                </a:lnTo>
                <a:lnTo>
                  <a:pt x="1947" y="289"/>
                </a:lnTo>
                <a:lnTo>
                  <a:pt x="1947" y="288"/>
                </a:lnTo>
                <a:lnTo>
                  <a:pt x="1947" y="287"/>
                </a:lnTo>
                <a:lnTo>
                  <a:pt x="1946" y="286"/>
                </a:lnTo>
                <a:lnTo>
                  <a:pt x="1946" y="285"/>
                </a:lnTo>
                <a:lnTo>
                  <a:pt x="1947" y="285"/>
                </a:lnTo>
                <a:lnTo>
                  <a:pt x="1947" y="284"/>
                </a:lnTo>
                <a:lnTo>
                  <a:pt x="1948" y="284"/>
                </a:lnTo>
                <a:lnTo>
                  <a:pt x="1949" y="284"/>
                </a:lnTo>
                <a:lnTo>
                  <a:pt x="1949" y="285"/>
                </a:lnTo>
                <a:lnTo>
                  <a:pt x="1950" y="285"/>
                </a:lnTo>
                <a:lnTo>
                  <a:pt x="1951" y="285"/>
                </a:lnTo>
                <a:lnTo>
                  <a:pt x="1951" y="284"/>
                </a:lnTo>
                <a:lnTo>
                  <a:pt x="1950" y="283"/>
                </a:lnTo>
                <a:lnTo>
                  <a:pt x="1949" y="283"/>
                </a:lnTo>
                <a:lnTo>
                  <a:pt x="1948" y="282"/>
                </a:lnTo>
                <a:lnTo>
                  <a:pt x="1948" y="281"/>
                </a:lnTo>
                <a:lnTo>
                  <a:pt x="1949" y="280"/>
                </a:lnTo>
                <a:lnTo>
                  <a:pt x="1950" y="280"/>
                </a:lnTo>
                <a:lnTo>
                  <a:pt x="1950" y="279"/>
                </a:lnTo>
                <a:lnTo>
                  <a:pt x="1951" y="279"/>
                </a:lnTo>
                <a:lnTo>
                  <a:pt x="1950" y="279"/>
                </a:lnTo>
                <a:lnTo>
                  <a:pt x="1950" y="278"/>
                </a:lnTo>
                <a:lnTo>
                  <a:pt x="1949" y="278"/>
                </a:lnTo>
                <a:lnTo>
                  <a:pt x="1949" y="277"/>
                </a:lnTo>
                <a:lnTo>
                  <a:pt x="1949" y="276"/>
                </a:lnTo>
                <a:lnTo>
                  <a:pt x="1950" y="275"/>
                </a:lnTo>
                <a:lnTo>
                  <a:pt x="1951" y="275"/>
                </a:lnTo>
                <a:lnTo>
                  <a:pt x="1952" y="275"/>
                </a:lnTo>
                <a:lnTo>
                  <a:pt x="1952" y="274"/>
                </a:lnTo>
                <a:lnTo>
                  <a:pt x="1954" y="274"/>
                </a:lnTo>
                <a:lnTo>
                  <a:pt x="1954" y="273"/>
                </a:lnTo>
                <a:lnTo>
                  <a:pt x="1954" y="272"/>
                </a:lnTo>
                <a:lnTo>
                  <a:pt x="1954" y="271"/>
                </a:lnTo>
                <a:lnTo>
                  <a:pt x="1954" y="270"/>
                </a:lnTo>
                <a:lnTo>
                  <a:pt x="1954" y="269"/>
                </a:lnTo>
                <a:lnTo>
                  <a:pt x="1954" y="268"/>
                </a:lnTo>
                <a:lnTo>
                  <a:pt x="1955" y="268"/>
                </a:lnTo>
                <a:lnTo>
                  <a:pt x="1955" y="267"/>
                </a:lnTo>
                <a:lnTo>
                  <a:pt x="1956" y="267"/>
                </a:lnTo>
                <a:lnTo>
                  <a:pt x="1956" y="268"/>
                </a:lnTo>
                <a:lnTo>
                  <a:pt x="1957" y="268"/>
                </a:lnTo>
                <a:lnTo>
                  <a:pt x="1957" y="267"/>
                </a:lnTo>
                <a:lnTo>
                  <a:pt x="1957" y="266"/>
                </a:lnTo>
                <a:lnTo>
                  <a:pt x="1958" y="266"/>
                </a:lnTo>
                <a:lnTo>
                  <a:pt x="1958" y="265"/>
                </a:lnTo>
                <a:lnTo>
                  <a:pt x="1958" y="264"/>
                </a:lnTo>
                <a:lnTo>
                  <a:pt x="1957" y="264"/>
                </a:lnTo>
                <a:lnTo>
                  <a:pt x="1956" y="264"/>
                </a:lnTo>
                <a:lnTo>
                  <a:pt x="1955" y="264"/>
                </a:lnTo>
                <a:lnTo>
                  <a:pt x="1955" y="263"/>
                </a:lnTo>
                <a:lnTo>
                  <a:pt x="1955" y="262"/>
                </a:lnTo>
                <a:lnTo>
                  <a:pt x="1955" y="261"/>
                </a:lnTo>
                <a:lnTo>
                  <a:pt x="1956" y="261"/>
                </a:lnTo>
                <a:lnTo>
                  <a:pt x="1957" y="261"/>
                </a:lnTo>
                <a:lnTo>
                  <a:pt x="1958" y="261"/>
                </a:lnTo>
                <a:lnTo>
                  <a:pt x="1958" y="260"/>
                </a:lnTo>
                <a:lnTo>
                  <a:pt x="1959" y="260"/>
                </a:lnTo>
                <a:lnTo>
                  <a:pt x="1960" y="260"/>
                </a:lnTo>
                <a:lnTo>
                  <a:pt x="1960" y="259"/>
                </a:lnTo>
                <a:lnTo>
                  <a:pt x="1960" y="258"/>
                </a:lnTo>
                <a:lnTo>
                  <a:pt x="1959" y="257"/>
                </a:lnTo>
                <a:lnTo>
                  <a:pt x="1960" y="257"/>
                </a:lnTo>
                <a:lnTo>
                  <a:pt x="1960" y="256"/>
                </a:lnTo>
                <a:lnTo>
                  <a:pt x="1959" y="256"/>
                </a:lnTo>
                <a:lnTo>
                  <a:pt x="1959" y="255"/>
                </a:lnTo>
                <a:lnTo>
                  <a:pt x="1960" y="254"/>
                </a:lnTo>
                <a:lnTo>
                  <a:pt x="1961" y="254"/>
                </a:lnTo>
                <a:lnTo>
                  <a:pt x="1961" y="253"/>
                </a:lnTo>
                <a:lnTo>
                  <a:pt x="1961" y="252"/>
                </a:lnTo>
                <a:lnTo>
                  <a:pt x="1961" y="251"/>
                </a:lnTo>
                <a:lnTo>
                  <a:pt x="1960" y="251"/>
                </a:lnTo>
                <a:lnTo>
                  <a:pt x="1960" y="250"/>
                </a:lnTo>
                <a:lnTo>
                  <a:pt x="1959" y="250"/>
                </a:lnTo>
                <a:lnTo>
                  <a:pt x="1959" y="249"/>
                </a:lnTo>
                <a:lnTo>
                  <a:pt x="1959" y="248"/>
                </a:lnTo>
                <a:lnTo>
                  <a:pt x="1960" y="248"/>
                </a:lnTo>
                <a:lnTo>
                  <a:pt x="1959" y="247"/>
                </a:lnTo>
                <a:lnTo>
                  <a:pt x="1959" y="246"/>
                </a:lnTo>
                <a:lnTo>
                  <a:pt x="1960" y="246"/>
                </a:lnTo>
                <a:lnTo>
                  <a:pt x="1960" y="245"/>
                </a:lnTo>
                <a:lnTo>
                  <a:pt x="1961" y="245"/>
                </a:lnTo>
                <a:lnTo>
                  <a:pt x="1961" y="244"/>
                </a:lnTo>
                <a:lnTo>
                  <a:pt x="1962" y="244"/>
                </a:lnTo>
                <a:lnTo>
                  <a:pt x="1962" y="243"/>
                </a:lnTo>
                <a:lnTo>
                  <a:pt x="1962" y="241"/>
                </a:lnTo>
                <a:lnTo>
                  <a:pt x="1963" y="241"/>
                </a:lnTo>
                <a:lnTo>
                  <a:pt x="1963" y="240"/>
                </a:lnTo>
                <a:lnTo>
                  <a:pt x="1963" y="239"/>
                </a:lnTo>
                <a:lnTo>
                  <a:pt x="1963" y="238"/>
                </a:lnTo>
                <a:lnTo>
                  <a:pt x="1963" y="237"/>
                </a:lnTo>
                <a:lnTo>
                  <a:pt x="1962" y="237"/>
                </a:lnTo>
                <a:lnTo>
                  <a:pt x="1961" y="237"/>
                </a:lnTo>
                <a:lnTo>
                  <a:pt x="1961" y="236"/>
                </a:lnTo>
                <a:lnTo>
                  <a:pt x="1962" y="235"/>
                </a:lnTo>
                <a:lnTo>
                  <a:pt x="1962" y="234"/>
                </a:lnTo>
                <a:lnTo>
                  <a:pt x="1962" y="233"/>
                </a:lnTo>
                <a:lnTo>
                  <a:pt x="1962" y="232"/>
                </a:lnTo>
                <a:lnTo>
                  <a:pt x="1962" y="231"/>
                </a:lnTo>
                <a:lnTo>
                  <a:pt x="1963" y="231"/>
                </a:lnTo>
                <a:lnTo>
                  <a:pt x="1962" y="231"/>
                </a:lnTo>
                <a:lnTo>
                  <a:pt x="1962" y="230"/>
                </a:lnTo>
                <a:lnTo>
                  <a:pt x="1963" y="229"/>
                </a:lnTo>
                <a:lnTo>
                  <a:pt x="1964" y="229"/>
                </a:lnTo>
                <a:lnTo>
                  <a:pt x="1964" y="228"/>
                </a:lnTo>
                <a:lnTo>
                  <a:pt x="1965" y="228"/>
                </a:lnTo>
                <a:lnTo>
                  <a:pt x="1965" y="227"/>
                </a:lnTo>
                <a:lnTo>
                  <a:pt x="1966" y="227"/>
                </a:lnTo>
                <a:lnTo>
                  <a:pt x="1966" y="226"/>
                </a:lnTo>
                <a:lnTo>
                  <a:pt x="1965" y="226"/>
                </a:lnTo>
                <a:lnTo>
                  <a:pt x="1965" y="225"/>
                </a:lnTo>
                <a:lnTo>
                  <a:pt x="1964" y="225"/>
                </a:lnTo>
                <a:lnTo>
                  <a:pt x="1964" y="224"/>
                </a:lnTo>
                <a:lnTo>
                  <a:pt x="1964" y="223"/>
                </a:lnTo>
                <a:lnTo>
                  <a:pt x="1965" y="223"/>
                </a:lnTo>
                <a:lnTo>
                  <a:pt x="1965" y="224"/>
                </a:lnTo>
                <a:lnTo>
                  <a:pt x="1966" y="224"/>
                </a:lnTo>
                <a:lnTo>
                  <a:pt x="1967" y="224"/>
                </a:lnTo>
                <a:lnTo>
                  <a:pt x="1968" y="224"/>
                </a:lnTo>
                <a:lnTo>
                  <a:pt x="1969" y="224"/>
                </a:lnTo>
                <a:lnTo>
                  <a:pt x="1969" y="223"/>
                </a:lnTo>
                <a:lnTo>
                  <a:pt x="1970" y="223"/>
                </a:lnTo>
                <a:lnTo>
                  <a:pt x="1971" y="223"/>
                </a:lnTo>
                <a:lnTo>
                  <a:pt x="1971" y="222"/>
                </a:lnTo>
                <a:lnTo>
                  <a:pt x="1972" y="222"/>
                </a:lnTo>
                <a:lnTo>
                  <a:pt x="1972" y="221"/>
                </a:lnTo>
                <a:lnTo>
                  <a:pt x="1972" y="220"/>
                </a:lnTo>
                <a:lnTo>
                  <a:pt x="1973" y="220"/>
                </a:lnTo>
                <a:lnTo>
                  <a:pt x="1973" y="219"/>
                </a:lnTo>
                <a:lnTo>
                  <a:pt x="1974" y="218"/>
                </a:lnTo>
                <a:lnTo>
                  <a:pt x="1974" y="217"/>
                </a:lnTo>
                <a:lnTo>
                  <a:pt x="1974" y="216"/>
                </a:lnTo>
                <a:lnTo>
                  <a:pt x="1975" y="216"/>
                </a:lnTo>
                <a:lnTo>
                  <a:pt x="1976" y="216"/>
                </a:lnTo>
                <a:lnTo>
                  <a:pt x="1976" y="215"/>
                </a:lnTo>
                <a:lnTo>
                  <a:pt x="1977" y="215"/>
                </a:lnTo>
                <a:lnTo>
                  <a:pt x="1977" y="213"/>
                </a:lnTo>
                <a:lnTo>
                  <a:pt x="1979" y="213"/>
                </a:lnTo>
                <a:lnTo>
                  <a:pt x="1979" y="212"/>
                </a:lnTo>
                <a:lnTo>
                  <a:pt x="1979" y="211"/>
                </a:lnTo>
                <a:lnTo>
                  <a:pt x="1980" y="210"/>
                </a:lnTo>
                <a:lnTo>
                  <a:pt x="1980" y="209"/>
                </a:lnTo>
                <a:lnTo>
                  <a:pt x="1980" y="208"/>
                </a:lnTo>
                <a:lnTo>
                  <a:pt x="1981" y="208"/>
                </a:lnTo>
                <a:lnTo>
                  <a:pt x="1981" y="207"/>
                </a:lnTo>
                <a:lnTo>
                  <a:pt x="1982" y="207"/>
                </a:lnTo>
                <a:lnTo>
                  <a:pt x="1983" y="207"/>
                </a:lnTo>
                <a:lnTo>
                  <a:pt x="1984" y="207"/>
                </a:lnTo>
                <a:lnTo>
                  <a:pt x="1984" y="206"/>
                </a:lnTo>
                <a:lnTo>
                  <a:pt x="1984" y="205"/>
                </a:lnTo>
                <a:lnTo>
                  <a:pt x="1985" y="205"/>
                </a:lnTo>
                <a:lnTo>
                  <a:pt x="1985" y="204"/>
                </a:lnTo>
                <a:lnTo>
                  <a:pt x="1986" y="204"/>
                </a:lnTo>
                <a:lnTo>
                  <a:pt x="1987" y="204"/>
                </a:lnTo>
                <a:lnTo>
                  <a:pt x="1987" y="203"/>
                </a:lnTo>
                <a:lnTo>
                  <a:pt x="1987" y="202"/>
                </a:lnTo>
                <a:lnTo>
                  <a:pt x="1986" y="202"/>
                </a:lnTo>
                <a:lnTo>
                  <a:pt x="1986" y="201"/>
                </a:lnTo>
                <a:lnTo>
                  <a:pt x="1987" y="201"/>
                </a:lnTo>
                <a:lnTo>
                  <a:pt x="1987" y="200"/>
                </a:lnTo>
                <a:lnTo>
                  <a:pt x="1988" y="200"/>
                </a:lnTo>
                <a:lnTo>
                  <a:pt x="1989" y="200"/>
                </a:lnTo>
                <a:lnTo>
                  <a:pt x="1989" y="199"/>
                </a:lnTo>
                <a:lnTo>
                  <a:pt x="1990" y="199"/>
                </a:lnTo>
                <a:lnTo>
                  <a:pt x="1991" y="199"/>
                </a:lnTo>
                <a:lnTo>
                  <a:pt x="1991" y="198"/>
                </a:lnTo>
                <a:lnTo>
                  <a:pt x="1992" y="198"/>
                </a:lnTo>
                <a:lnTo>
                  <a:pt x="1992" y="197"/>
                </a:lnTo>
                <a:lnTo>
                  <a:pt x="1992" y="196"/>
                </a:lnTo>
                <a:lnTo>
                  <a:pt x="1992" y="195"/>
                </a:lnTo>
                <a:lnTo>
                  <a:pt x="1991" y="195"/>
                </a:lnTo>
                <a:lnTo>
                  <a:pt x="1991" y="194"/>
                </a:lnTo>
                <a:lnTo>
                  <a:pt x="1991" y="193"/>
                </a:lnTo>
                <a:lnTo>
                  <a:pt x="1992" y="193"/>
                </a:lnTo>
                <a:lnTo>
                  <a:pt x="1993" y="193"/>
                </a:lnTo>
                <a:lnTo>
                  <a:pt x="1994" y="193"/>
                </a:lnTo>
                <a:lnTo>
                  <a:pt x="1995" y="193"/>
                </a:lnTo>
                <a:lnTo>
                  <a:pt x="1997" y="193"/>
                </a:lnTo>
                <a:lnTo>
                  <a:pt x="1997" y="192"/>
                </a:lnTo>
                <a:lnTo>
                  <a:pt x="1997" y="191"/>
                </a:lnTo>
                <a:lnTo>
                  <a:pt x="1997" y="190"/>
                </a:lnTo>
                <a:lnTo>
                  <a:pt x="1997" y="189"/>
                </a:lnTo>
                <a:lnTo>
                  <a:pt x="1998" y="189"/>
                </a:lnTo>
                <a:lnTo>
                  <a:pt x="2000" y="189"/>
                </a:lnTo>
                <a:lnTo>
                  <a:pt x="2000" y="188"/>
                </a:lnTo>
                <a:lnTo>
                  <a:pt x="2001" y="188"/>
                </a:lnTo>
                <a:lnTo>
                  <a:pt x="2002" y="188"/>
                </a:lnTo>
                <a:lnTo>
                  <a:pt x="2002" y="187"/>
                </a:lnTo>
                <a:lnTo>
                  <a:pt x="2003" y="187"/>
                </a:lnTo>
                <a:lnTo>
                  <a:pt x="2004" y="187"/>
                </a:lnTo>
                <a:lnTo>
                  <a:pt x="2004" y="186"/>
                </a:lnTo>
                <a:lnTo>
                  <a:pt x="2005" y="186"/>
                </a:lnTo>
                <a:lnTo>
                  <a:pt x="2005" y="185"/>
                </a:lnTo>
                <a:lnTo>
                  <a:pt x="2005" y="183"/>
                </a:lnTo>
                <a:lnTo>
                  <a:pt x="2005" y="182"/>
                </a:lnTo>
                <a:lnTo>
                  <a:pt x="2005" y="181"/>
                </a:lnTo>
                <a:lnTo>
                  <a:pt x="2006" y="181"/>
                </a:lnTo>
                <a:lnTo>
                  <a:pt x="2006" y="180"/>
                </a:lnTo>
                <a:lnTo>
                  <a:pt x="2007" y="180"/>
                </a:lnTo>
                <a:lnTo>
                  <a:pt x="2007" y="179"/>
                </a:lnTo>
                <a:lnTo>
                  <a:pt x="2008" y="179"/>
                </a:lnTo>
                <a:lnTo>
                  <a:pt x="2008" y="178"/>
                </a:lnTo>
                <a:lnTo>
                  <a:pt x="2008" y="177"/>
                </a:lnTo>
                <a:lnTo>
                  <a:pt x="2008" y="176"/>
                </a:lnTo>
                <a:lnTo>
                  <a:pt x="2008" y="175"/>
                </a:lnTo>
                <a:lnTo>
                  <a:pt x="2008" y="174"/>
                </a:lnTo>
                <a:lnTo>
                  <a:pt x="2007" y="174"/>
                </a:lnTo>
                <a:lnTo>
                  <a:pt x="2006" y="173"/>
                </a:lnTo>
                <a:lnTo>
                  <a:pt x="2005" y="172"/>
                </a:lnTo>
                <a:lnTo>
                  <a:pt x="2005" y="171"/>
                </a:lnTo>
                <a:lnTo>
                  <a:pt x="2006" y="170"/>
                </a:lnTo>
                <a:lnTo>
                  <a:pt x="2006" y="169"/>
                </a:lnTo>
                <a:lnTo>
                  <a:pt x="2007" y="168"/>
                </a:lnTo>
                <a:lnTo>
                  <a:pt x="2007" y="167"/>
                </a:lnTo>
                <a:lnTo>
                  <a:pt x="2008" y="166"/>
                </a:lnTo>
                <a:lnTo>
                  <a:pt x="2009" y="166"/>
                </a:lnTo>
                <a:lnTo>
                  <a:pt x="2010" y="166"/>
                </a:lnTo>
                <a:lnTo>
                  <a:pt x="2010" y="165"/>
                </a:lnTo>
                <a:lnTo>
                  <a:pt x="2009" y="165"/>
                </a:lnTo>
                <a:lnTo>
                  <a:pt x="2009" y="164"/>
                </a:lnTo>
                <a:lnTo>
                  <a:pt x="2009" y="163"/>
                </a:lnTo>
                <a:lnTo>
                  <a:pt x="2010" y="163"/>
                </a:lnTo>
                <a:lnTo>
                  <a:pt x="2010" y="162"/>
                </a:lnTo>
                <a:lnTo>
                  <a:pt x="2011" y="161"/>
                </a:lnTo>
                <a:lnTo>
                  <a:pt x="2010" y="161"/>
                </a:lnTo>
                <a:lnTo>
                  <a:pt x="2010" y="160"/>
                </a:lnTo>
                <a:lnTo>
                  <a:pt x="2010" y="159"/>
                </a:lnTo>
                <a:lnTo>
                  <a:pt x="2009" y="159"/>
                </a:lnTo>
                <a:lnTo>
                  <a:pt x="2009" y="158"/>
                </a:lnTo>
                <a:lnTo>
                  <a:pt x="2010" y="157"/>
                </a:lnTo>
                <a:lnTo>
                  <a:pt x="2011" y="157"/>
                </a:lnTo>
                <a:lnTo>
                  <a:pt x="2011" y="156"/>
                </a:lnTo>
                <a:lnTo>
                  <a:pt x="2011" y="155"/>
                </a:lnTo>
                <a:lnTo>
                  <a:pt x="2010" y="154"/>
                </a:lnTo>
                <a:lnTo>
                  <a:pt x="2009" y="153"/>
                </a:lnTo>
                <a:lnTo>
                  <a:pt x="2008" y="152"/>
                </a:lnTo>
                <a:lnTo>
                  <a:pt x="2007" y="151"/>
                </a:lnTo>
                <a:lnTo>
                  <a:pt x="2007" y="150"/>
                </a:lnTo>
                <a:lnTo>
                  <a:pt x="2007" y="149"/>
                </a:lnTo>
                <a:lnTo>
                  <a:pt x="2006" y="149"/>
                </a:lnTo>
                <a:lnTo>
                  <a:pt x="2006" y="148"/>
                </a:lnTo>
                <a:lnTo>
                  <a:pt x="2006" y="147"/>
                </a:lnTo>
                <a:lnTo>
                  <a:pt x="2007" y="146"/>
                </a:lnTo>
                <a:lnTo>
                  <a:pt x="2007" y="145"/>
                </a:lnTo>
                <a:lnTo>
                  <a:pt x="2007" y="144"/>
                </a:lnTo>
                <a:lnTo>
                  <a:pt x="2006" y="144"/>
                </a:lnTo>
                <a:lnTo>
                  <a:pt x="2006" y="143"/>
                </a:lnTo>
                <a:lnTo>
                  <a:pt x="2005" y="143"/>
                </a:lnTo>
                <a:lnTo>
                  <a:pt x="2004" y="144"/>
                </a:lnTo>
                <a:lnTo>
                  <a:pt x="2003" y="144"/>
                </a:lnTo>
                <a:lnTo>
                  <a:pt x="2003" y="143"/>
                </a:lnTo>
                <a:lnTo>
                  <a:pt x="2002" y="142"/>
                </a:lnTo>
                <a:lnTo>
                  <a:pt x="2002" y="141"/>
                </a:lnTo>
                <a:lnTo>
                  <a:pt x="2001" y="141"/>
                </a:lnTo>
                <a:lnTo>
                  <a:pt x="2001" y="140"/>
                </a:lnTo>
                <a:lnTo>
                  <a:pt x="2000" y="140"/>
                </a:lnTo>
                <a:lnTo>
                  <a:pt x="1999" y="140"/>
                </a:lnTo>
                <a:lnTo>
                  <a:pt x="1998" y="140"/>
                </a:lnTo>
                <a:lnTo>
                  <a:pt x="1998" y="139"/>
                </a:lnTo>
                <a:lnTo>
                  <a:pt x="1997" y="139"/>
                </a:lnTo>
                <a:lnTo>
                  <a:pt x="1996" y="139"/>
                </a:lnTo>
                <a:lnTo>
                  <a:pt x="1996" y="138"/>
                </a:lnTo>
                <a:lnTo>
                  <a:pt x="1995" y="137"/>
                </a:lnTo>
                <a:lnTo>
                  <a:pt x="1995" y="135"/>
                </a:lnTo>
                <a:lnTo>
                  <a:pt x="1994" y="135"/>
                </a:lnTo>
                <a:lnTo>
                  <a:pt x="1994" y="134"/>
                </a:lnTo>
                <a:lnTo>
                  <a:pt x="1994" y="133"/>
                </a:lnTo>
                <a:lnTo>
                  <a:pt x="1994" y="132"/>
                </a:lnTo>
                <a:lnTo>
                  <a:pt x="1995" y="132"/>
                </a:lnTo>
                <a:lnTo>
                  <a:pt x="1996" y="132"/>
                </a:lnTo>
                <a:lnTo>
                  <a:pt x="1996" y="131"/>
                </a:lnTo>
                <a:lnTo>
                  <a:pt x="1996" y="130"/>
                </a:lnTo>
                <a:lnTo>
                  <a:pt x="1995" y="129"/>
                </a:lnTo>
                <a:lnTo>
                  <a:pt x="1996" y="128"/>
                </a:lnTo>
                <a:lnTo>
                  <a:pt x="1996" y="127"/>
                </a:lnTo>
                <a:lnTo>
                  <a:pt x="1996" y="126"/>
                </a:lnTo>
                <a:lnTo>
                  <a:pt x="1997" y="126"/>
                </a:lnTo>
                <a:lnTo>
                  <a:pt x="1997" y="125"/>
                </a:lnTo>
                <a:lnTo>
                  <a:pt x="1997" y="124"/>
                </a:lnTo>
                <a:lnTo>
                  <a:pt x="1998" y="124"/>
                </a:lnTo>
                <a:lnTo>
                  <a:pt x="1998" y="123"/>
                </a:lnTo>
                <a:lnTo>
                  <a:pt x="1998" y="122"/>
                </a:lnTo>
                <a:lnTo>
                  <a:pt x="1997" y="121"/>
                </a:lnTo>
                <a:lnTo>
                  <a:pt x="1997" y="120"/>
                </a:lnTo>
                <a:lnTo>
                  <a:pt x="1997" y="119"/>
                </a:lnTo>
                <a:lnTo>
                  <a:pt x="1997" y="118"/>
                </a:lnTo>
                <a:lnTo>
                  <a:pt x="1997" y="117"/>
                </a:lnTo>
                <a:lnTo>
                  <a:pt x="1998" y="117"/>
                </a:lnTo>
                <a:lnTo>
                  <a:pt x="1998" y="116"/>
                </a:lnTo>
                <a:lnTo>
                  <a:pt x="1998" y="115"/>
                </a:lnTo>
                <a:lnTo>
                  <a:pt x="1997" y="114"/>
                </a:lnTo>
                <a:lnTo>
                  <a:pt x="1996" y="114"/>
                </a:lnTo>
                <a:lnTo>
                  <a:pt x="1996" y="113"/>
                </a:lnTo>
                <a:lnTo>
                  <a:pt x="1996" y="112"/>
                </a:lnTo>
                <a:lnTo>
                  <a:pt x="1997" y="112"/>
                </a:lnTo>
                <a:lnTo>
                  <a:pt x="1998" y="112"/>
                </a:lnTo>
                <a:lnTo>
                  <a:pt x="1998" y="111"/>
                </a:lnTo>
                <a:lnTo>
                  <a:pt x="1999" y="111"/>
                </a:lnTo>
                <a:lnTo>
                  <a:pt x="1999" y="110"/>
                </a:lnTo>
                <a:lnTo>
                  <a:pt x="1999" y="109"/>
                </a:lnTo>
                <a:lnTo>
                  <a:pt x="1999" y="108"/>
                </a:lnTo>
                <a:lnTo>
                  <a:pt x="1998" y="108"/>
                </a:lnTo>
                <a:lnTo>
                  <a:pt x="1997" y="108"/>
                </a:lnTo>
                <a:lnTo>
                  <a:pt x="1996" y="108"/>
                </a:lnTo>
                <a:lnTo>
                  <a:pt x="1996" y="109"/>
                </a:lnTo>
                <a:lnTo>
                  <a:pt x="1995" y="109"/>
                </a:lnTo>
                <a:lnTo>
                  <a:pt x="1995" y="108"/>
                </a:lnTo>
                <a:lnTo>
                  <a:pt x="1994" y="108"/>
                </a:lnTo>
                <a:lnTo>
                  <a:pt x="1993" y="107"/>
                </a:lnTo>
                <a:lnTo>
                  <a:pt x="1990" y="107"/>
                </a:lnTo>
                <a:lnTo>
                  <a:pt x="1989" y="106"/>
                </a:lnTo>
                <a:lnTo>
                  <a:pt x="1988" y="105"/>
                </a:lnTo>
                <a:lnTo>
                  <a:pt x="1988" y="104"/>
                </a:lnTo>
                <a:lnTo>
                  <a:pt x="1986" y="104"/>
                </a:lnTo>
                <a:lnTo>
                  <a:pt x="1986" y="105"/>
                </a:lnTo>
                <a:lnTo>
                  <a:pt x="1984" y="105"/>
                </a:lnTo>
                <a:lnTo>
                  <a:pt x="1984" y="104"/>
                </a:lnTo>
                <a:lnTo>
                  <a:pt x="1983" y="104"/>
                </a:lnTo>
                <a:lnTo>
                  <a:pt x="1983" y="103"/>
                </a:lnTo>
                <a:lnTo>
                  <a:pt x="1982" y="103"/>
                </a:lnTo>
                <a:lnTo>
                  <a:pt x="1981" y="103"/>
                </a:lnTo>
                <a:lnTo>
                  <a:pt x="1978" y="101"/>
                </a:lnTo>
                <a:lnTo>
                  <a:pt x="1977" y="101"/>
                </a:lnTo>
                <a:lnTo>
                  <a:pt x="1976" y="100"/>
                </a:lnTo>
                <a:lnTo>
                  <a:pt x="1975" y="100"/>
                </a:lnTo>
                <a:lnTo>
                  <a:pt x="1974" y="100"/>
                </a:lnTo>
                <a:lnTo>
                  <a:pt x="1974" y="101"/>
                </a:lnTo>
                <a:lnTo>
                  <a:pt x="1973" y="101"/>
                </a:lnTo>
                <a:lnTo>
                  <a:pt x="1973" y="102"/>
                </a:lnTo>
                <a:lnTo>
                  <a:pt x="1972" y="103"/>
                </a:lnTo>
                <a:lnTo>
                  <a:pt x="1971" y="104"/>
                </a:lnTo>
                <a:lnTo>
                  <a:pt x="1970" y="104"/>
                </a:lnTo>
                <a:lnTo>
                  <a:pt x="1969" y="104"/>
                </a:lnTo>
                <a:lnTo>
                  <a:pt x="1968" y="104"/>
                </a:lnTo>
                <a:lnTo>
                  <a:pt x="1967" y="105"/>
                </a:lnTo>
                <a:lnTo>
                  <a:pt x="1966" y="105"/>
                </a:lnTo>
                <a:lnTo>
                  <a:pt x="1966" y="104"/>
                </a:lnTo>
                <a:lnTo>
                  <a:pt x="1966" y="105"/>
                </a:lnTo>
                <a:lnTo>
                  <a:pt x="1965" y="105"/>
                </a:lnTo>
                <a:lnTo>
                  <a:pt x="1964" y="105"/>
                </a:lnTo>
                <a:lnTo>
                  <a:pt x="1963" y="105"/>
                </a:lnTo>
                <a:lnTo>
                  <a:pt x="1962" y="104"/>
                </a:lnTo>
                <a:lnTo>
                  <a:pt x="1962" y="105"/>
                </a:lnTo>
                <a:lnTo>
                  <a:pt x="1961" y="105"/>
                </a:lnTo>
                <a:lnTo>
                  <a:pt x="1961" y="106"/>
                </a:lnTo>
                <a:lnTo>
                  <a:pt x="1960" y="106"/>
                </a:lnTo>
                <a:lnTo>
                  <a:pt x="1960" y="107"/>
                </a:lnTo>
                <a:lnTo>
                  <a:pt x="1959" y="107"/>
                </a:lnTo>
                <a:lnTo>
                  <a:pt x="1959" y="108"/>
                </a:lnTo>
                <a:lnTo>
                  <a:pt x="1958" y="108"/>
                </a:lnTo>
                <a:lnTo>
                  <a:pt x="1957" y="109"/>
                </a:lnTo>
                <a:lnTo>
                  <a:pt x="1957" y="110"/>
                </a:lnTo>
                <a:lnTo>
                  <a:pt x="1956" y="110"/>
                </a:lnTo>
                <a:lnTo>
                  <a:pt x="1956" y="111"/>
                </a:lnTo>
                <a:lnTo>
                  <a:pt x="1955" y="111"/>
                </a:lnTo>
                <a:lnTo>
                  <a:pt x="1954" y="111"/>
                </a:lnTo>
                <a:lnTo>
                  <a:pt x="1952" y="111"/>
                </a:lnTo>
                <a:lnTo>
                  <a:pt x="1950" y="111"/>
                </a:lnTo>
                <a:lnTo>
                  <a:pt x="1949" y="111"/>
                </a:lnTo>
                <a:lnTo>
                  <a:pt x="1948" y="112"/>
                </a:lnTo>
                <a:lnTo>
                  <a:pt x="1948" y="111"/>
                </a:lnTo>
                <a:lnTo>
                  <a:pt x="1947" y="111"/>
                </a:lnTo>
                <a:lnTo>
                  <a:pt x="1947" y="112"/>
                </a:lnTo>
                <a:lnTo>
                  <a:pt x="1945" y="112"/>
                </a:lnTo>
                <a:lnTo>
                  <a:pt x="1945" y="111"/>
                </a:lnTo>
                <a:lnTo>
                  <a:pt x="1944" y="111"/>
                </a:lnTo>
                <a:lnTo>
                  <a:pt x="1943" y="111"/>
                </a:lnTo>
                <a:lnTo>
                  <a:pt x="1943" y="110"/>
                </a:lnTo>
                <a:lnTo>
                  <a:pt x="1943" y="109"/>
                </a:lnTo>
                <a:lnTo>
                  <a:pt x="1943" y="108"/>
                </a:lnTo>
                <a:lnTo>
                  <a:pt x="1942" y="108"/>
                </a:lnTo>
                <a:lnTo>
                  <a:pt x="1942" y="107"/>
                </a:lnTo>
                <a:lnTo>
                  <a:pt x="1942" y="106"/>
                </a:lnTo>
                <a:lnTo>
                  <a:pt x="1941" y="106"/>
                </a:lnTo>
                <a:lnTo>
                  <a:pt x="1941" y="105"/>
                </a:lnTo>
                <a:lnTo>
                  <a:pt x="1941" y="103"/>
                </a:lnTo>
                <a:lnTo>
                  <a:pt x="1942" y="103"/>
                </a:lnTo>
                <a:lnTo>
                  <a:pt x="1942" y="102"/>
                </a:lnTo>
                <a:lnTo>
                  <a:pt x="1942" y="101"/>
                </a:lnTo>
                <a:lnTo>
                  <a:pt x="1942" y="100"/>
                </a:lnTo>
                <a:lnTo>
                  <a:pt x="1942" y="99"/>
                </a:lnTo>
                <a:lnTo>
                  <a:pt x="1943" y="98"/>
                </a:lnTo>
                <a:lnTo>
                  <a:pt x="1943" y="97"/>
                </a:lnTo>
                <a:lnTo>
                  <a:pt x="1943" y="96"/>
                </a:lnTo>
                <a:lnTo>
                  <a:pt x="1942" y="96"/>
                </a:lnTo>
                <a:lnTo>
                  <a:pt x="1942" y="95"/>
                </a:lnTo>
                <a:lnTo>
                  <a:pt x="1942" y="94"/>
                </a:lnTo>
                <a:lnTo>
                  <a:pt x="1941" y="94"/>
                </a:lnTo>
                <a:lnTo>
                  <a:pt x="1941" y="92"/>
                </a:lnTo>
                <a:lnTo>
                  <a:pt x="1940" y="91"/>
                </a:lnTo>
                <a:lnTo>
                  <a:pt x="1940" y="90"/>
                </a:lnTo>
                <a:lnTo>
                  <a:pt x="1939" y="90"/>
                </a:lnTo>
                <a:lnTo>
                  <a:pt x="1939" y="89"/>
                </a:lnTo>
                <a:lnTo>
                  <a:pt x="1939" y="88"/>
                </a:lnTo>
                <a:lnTo>
                  <a:pt x="1939" y="87"/>
                </a:lnTo>
                <a:lnTo>
                  <a:pt x="1940" y="87"/>
                </a:lnTo>
                <a:lnTo>
                  <a:pt x="1941" y="87"/>
                </a:lnTo>
                <a:lnTo>
                  <a:pt x="1942" y="87"/>
                </a:lnTo>
                <a:lnTo>
                  <a:pt x="1942" y="86"/>
                </a:lnTo>
                <a:lnTo>
                  <a:pt x="1943" y="86"/>
                </a:lnTo>
                <a:lnTo>
                  <a:pt x="1944" y="86"/>
                </a:lnTo>
                <a:lnTo>
                  <a:pt x="1944" y="85"/>
                </a:lnTo>
                <a:lnTo>
                  <a:pt x="1944" y="84"/>
                </a:lnTo>
                <a:lnTo>
                  <a:pt x="1945" y="84"/>
                </a:lnTo>
                <a:lnTo>
                  <a:pt x="1945" y="83"/>
                </a:lnTo>
                <a:lnTo>
                  <a:pt x="1946" y="83"/>
                </a:lnTo>
                <a:lnTo>
                  <a:pt x="1946" y="82"/>
                </a:lnTo>
                <a:lnTo>
                  <a:pt x="1947" y="82"/>
                </a:lnTo>
                <a:lnTo>
                  <a:pt x="1948" y="81"/>
                </a:lnTo>
                <a:lnTo>
                  <a:pt x="1948" y="82"/>
                </a:lnTo>
                <a:lnTo>
                  <a:pt x="1949" y="82"/>
                </a:lnTo>
                <a:lnTo>
                  <a:pt x="1950" y="82"/>
                </a:lnTo>
                <a:lnTo>
                  <a:pt x="1951" y="82"/>
                </a:lnTo>
                <a:lnTo>
                  <a:pt x="1951" y="81"/>
                </a:lnTo>
                <a:lnTo>
                  <a:pt x="1951" y="80"/>
                </a:lnTo>
                <a:lnTo>
                  <a:pt x="1951" y="79"/>
                </a:lnTo>
                <a:lnTo>
                  <a:pt x="1952" y="79"/>
                </a:lnTo>
                <a:lnTo>
                  <a:pt x="1952" y="78"/>
                </a:lnTo>
                <a:lnTo>
                  <a:pt x="1952" y="77"/>
                </a:lnTo>
                <a:lnTo>
                  <a:pt x="1953" y="77"/>
                </a:lnTo>
                <a:lnTo>
                  <a:pt x="1954" y="76"/>
                </a:lnTo>
                <a:lnTo>
                  <a:pt x="1955" y="76"/>
                </a:lnTo>
                <a:lnTo>
                  <a:pt x="1955" y="75"/>
                </a:lnTo>
                <a:lnTo>
                  <a:pt x="1956" y="75"/>
                </a:lnTo>
                <a:lnTo>
                  <a:pt x="1957" y="75"/>
                </a:lnTo>
                <a:lnTo>
                  <a:pt x="1957" y="74"/>
                </a:lnTo>
                <a:lnTo>
                  <a:pt x="1958" y="74"/>
                </a:lnTo>
                <a:lnTo>
                  <a:pt x="1958" y="73"/>
                </a:lnTo>
                <a:lnTo>
                  <a:pt x="1958" y="72"/>
                </a:lnTo>
                <a:lnTo>
                  <a:pt x="1958" y="71"/>
                </a:lnTo>
                <a:lnTo>
                  <a:pt x="1957" y="71"/>
                </a:lnTo>
                <a:lnTo>
                  <a:pt x="1957" y="70"/>
                </a:lnTo>
                <a:lnTo>
                  <a:pt x="1958" y="70"/>
                </a:lnTo>
                <a:lnTo>
                  <a:pt x="1958" y="69"/>
                </a:lnTo>
                <a:lnTo>
                  <a:pt x="1959" y="69"/>
                </a:lnTo>
                <a:lnTo>
                  <a:pt x="1960" y="69"/>
                </a:lnTo>
                <a:lnTo>
                  <a:pt x="1961" y="69"/>
                </a:lnTo>
                <a:lnTo>
                  <a:pt x="1961" y="68"/>
                </a:lnTo>
                <a:lnTo>
                  <a:pt x="1961" y="67"/>
                </a:lnTo>
                <a:lnTo>
                  <a:pt x="1961" y="66"/>
                </a:lnTo>
                <a:lnTo>
                  <a:pt x="1961" y="65"/>
                </a:lnTo>
                <a:lnTo>
                  <a:pt x="1962" y="64"/>
                </a:lnTo>
                <a:lnTo>
                  <a:pt x="1962" y="63"/>
                </a:lnTo>
                <a:lnTo>
                  <a:pt x="1963" y="63"/>
                </a:lnTo>
                <a:lnTo>
                  <a:pt x="1964" y="63"/>
                </a:lnTo>
                <a:lnTo>
                  <a:pt x="1964" y="62"/>
                </a:lnTo>
                <a:lnTo>
                  <a:pt x="1965" y="61"/>
                </a:lnTo>
                <a:lnTo>
                  <a:pt x="1965" y="60"/>
                </a:lnTo>
                <a:lnTo>
                  <a:pt x="1966" y="60"/>
                </a:lnTo>
                <a:lnTo>
                  <a:pt x="1966" y="59"/>
                </a:lnTo>
                <a:lnTo>
                  <a:pt x="1966" y="58"/>
                </a:lnTo>
                <a:lnTo>
                  <a:pt x="1966" y="57"/>
                </a:lnTo>
                <a:lnTo>
                  <a:pt x="1966" y="56"/>
                </a:lnTo>
                <a:lnTo>
                  <a:pt x="1967" y="55"/>
                </a:lnTo>
                <a:lnTo>
                  <a:pt x="1967" y="54"/>
                </a:lnTo>
                <a:lnTo>
                  <a:pt x="1968" y="54"/>
                </a:lnTo>
                <a:lnTo>
                  <a:pt x="1968" y="53"/>
                </a:lnTo>
                <a:lnTo>
                  <a:pt x="1969" y="53"/>
                </a:lnTo>
                <a:lnTo>
                  <a:pt x="1969" y="52"/>
                </a:lnTo>
                <a:lnTo>
                  <a:pt x="1970" y="52"/>
                </a:lnTo>
                <a:lnTo>
                  <a:pt x="1971" y="51"/>
                </a:lnTo>
                <a:lnTo>
                  <a:pt x="1971" y="50"/>
                </a:lnTo>
                <a:lnTo>
                  <a:pt x="1972" y="49"/>
                </a:lnTo>
                <a:lnTo>
                  <a:pt x="1973" y="49"/>
                </a:lnTo>
                <a:lnTo>
                  <a:pt x="1973" y="47"/>
                </a:lnTo>
                <a:lnTo>
                  <a:pt x="1973" y="46"/>
                </a:lnTo>
                <a:lnTo>
                  <a:pt x="1974" y="46"/>
                </a:lnTo>
                <a:lnTo>
                  <a:pt x="1974" y="45"/>
                </a:lnTo>
                <a:lnTo>
                  <a:pt x="1975" y="44"/>
                </a:lnTo>
                <a:lnTo>
                  <a:pt x="1975" y="43"/>
                </a:lnTo>
                <a:lnTo>
                  <a:pt x="1976" y="43"/>
                </a:lnTo>
                <a:lnTo>
                  <a:pt x="1977" y="43"/>
                </a:lnTo>
                <a:lnTo>
                  <a:pt x="1977" y="42"/>
                </a:lnTo>
                <a:lnTo>
                  <a:pt x="1978" y="42"/>
                </a:lnTo>
                <a:lnTo>
                  <a:pt x="1978" y="41"/>
                </a:lnTo>
                <a:lnTo>
                  <a:pt x="1979" y="41"/>
                </a:lnTo>
                <a:lnTo>
                  <a:pt x="1979" y="40"/>
                </a:lnTo>
                <a:lnTo>
                  <a:pt x="1980" y="40"/>
                </a:lnTo>
                <a:lnTo>
                  <a:pt x="1981" y="40"/>
                </a:lnTo>
                <a:lnTo>
                  <a:pt x="1981" y="39"/>
                </a:lnTo>
                <a:lnTo>
                  <a:pt x="1981" y="38"/>
                </a:lnTo>
                <a:lnTo>
                  <a:pt x="1981" y="37"/>
                </a:lnTo>
                <a:lnTo>
                  <a:pt x="1981" y="36"/>
                </a:lnTo>
                <a:lnTo>
                  <a:pt x="1982" y="36"/>
                </a:lnTo>
                <a:lnTo>
                  <a:pt x="1982" y="35"/>
                </a:lnTo>
                <a:lnTo>
                  <a:pt x="1983" y="35"/>
                </a:lnTo>
                <a:lnTo>
                  <a:pt x="1984" y="35"/>
                </a:lnTo>
                <a:lnTo>
                  <a:pt x="1984" y="34"/>
                </a:lnTo>
                <a:lnTo>
                  <a:pt x="1984" y="33"/>
                </a:lnTo>
                <a:lnTo>
                  <a:pt x="1984" y="32"/>
                </a:lnTo>
                <a:lnTo>
                  <a:pt x="1984" y="31"/>
                </a:lnTo>
                <a:lnTo>
                  <a:pt x="1983" y="31"/>
                </a:lnTo>
                <a:lnTo>
                  <a:pt x="1983" y="30"/>
                </a:lnTo>
                <a:lnTo>
                  <a:pt x="1984" y="30"/>
                </a:lnTo>
                <a:lnTo>
                  <a:pt x="1984" y="29"/>
                </a:lnTo>
                <a:lnTo>
                  <a:pt x="1985" y="29"/>
                </a:lnTo>
                <a:lnTo>
                  <a:pt x="1985" y="28"/>
                </a:lnTo>
                <a:lnTo>
                  <a:pt x="1986" y="28"/>
                </a:lnTo>
                <a:lnTo>
                  <a:pt x="1986" y="27"/>
                </a:lnTo>
                <a:lnTo>
                  <a:pt x="1988" y="25"/>
                </a:lnTo>
                <a:lnTo>
                  <a:pt x="1989" y="25"/>
                </a:lnTo>
                <a:lnTo>
                  <a:pt x="1989" y="24"/>
                </a:lnTo>
                <a:lnTo>
                  <a:pt x="1990" y="24"/>
                </a:lnTo>
                <a:lnTo>
                  <a:pt x="1990" y="23"/>
                </a:lnTo>
                <a:lnTo>
                  <a:pt x="1991" y="22"/>
                </a:lnTo>
                <a:lnTo>
                  <a:pt x="1992" y="21"/>
                </a:lnTo>
                <a:lnTo>
                  <a:pt x="1993" y="21"/>
                </a:lnTo>
                <a:lnTo>
                  <a:pt x="1994" y="21"/>
                </a:lnTo>
                <a:lnTo>
                  <a:pt x="1994" y="20"/>
                </a:lnTo>
                <a:lnTo>
                  <a:pt x="1994" y="19"/>
                </a:lnTo>
                <a:lnTo>
                  <a:pt x="1993" y="19"/>
                </a:lnTo>
                <a:lnTo>
                  <a:pt x="1993" y="18"/>
                </a:lnTo>
                <a:lnTo>
                  <a:pt x="1992" y="18"/>
                </a:lnTo>
                <a:lnTo>
                  <a:pt x="1992" y="17"/>
                </a:lnTo>
                <a:lnTo>
                  <a:pt x="1993" y="17"/>
                </a:lnTo>
                <a:lnTo>
                  <a:pt x="1994" y="16"/>
                </a:lnTo>
                <a:lnTo>
                  <a:pt x="1995" y="16"/>
                </a:lnTo>
                <a:lnTo>
                  <a:pt x="1996" y="15"/>
                </a:lnTo>
                <a:lnTo>
                  <a:pt x="1996" y="14"/>
                </a:lnTo>
                <a:lnTo>
                  <a:pt x="1996" y="13"/>
                </a:lnTo>
                <a:lnTo>
                  <a:pt x="1997" y="13"/>
                </a:lnTo>
                <a:lnTo>
                  <a:pt x="1997" y="14"/>
                </a:lnTo>
                <a:lnTo>
                  <a:pt x="1998" y="14"/>
                </a:lnTo>
                <a:lnTo>
                  <a:pt x="1999" y="14"/>
                </a:lnTo>
                <a:lnTo>
                  <a:pt x="2000" y="14"/>
                </a:lnTo>
                <a:lnTo>
                  <a:pt x="2001" y="14"/>
                </a:lnTo>
                <a:lnTo>
                  <a:pt x="2001" y="13"/>
                </a:lnTo>
                <a:lnTo>
                  <a:pt x="2001" y="12"/>
                </a:lnTo>
                <a:lnTo>
                  <a:pt x="2003" y="12"/>
                </a:lnTo>
                <a:lnTo>
                  <a:pt x="2004" y="12"/>
                </a:lnTo>
                <a:lnTo>
                  <a:pt x="2005" y="13"/>
                </a:lnTo>
                <a:lnTo>
                  <a:pt x="2005" y="12"/>
                </a:lnTo>
                <a:lnTo>
                  <a:pt x="2006" y="12"/>
                </a:lnTo>
                <a:lnTo>
                  <a:pt x="2007" y="12"/>
                </a:lnTo>
                <a:lnTo>
                  <a:pt x="2008" y="12"/>
                </a:lnTo>
                <a:lnTo>
                  <a:pt x="2009" y="12"/>
                </a:lnTo>
                <a:lnTo>
                  <a:pt x="2010" y="12"/>
                </a:lnTo>
                <a:lnTo>
                  <a:pt x="2010" y="10"/>
                </a:lnTo>
                <a:lnTo>
                  <a:pt x="2011" y="10"/>
                </a:lnTo>
                <a:lnTo>
                  <a:pt x="2012" y="10"/>
                </a:lnTo>
                <a:lnTo>
                  <a:pt x="2012" y="9"/>
                </a:lnTo>
                <a:lnTo>
                  <a:pt x="2013" y="9"/>
                </a:lnTo>
                <a:lnTo>
                  <a:pt x="2013" y="10"/>
                </a:lnTo>
                <a:lnTo>
                  <a:pt x="2014" y="10"/>
                </a:lnTo>
                <a:lnTo>
                  <a:pt x="2015" y="11"/>
                </a:lnTo>
                <a:lnTo>
                  <a:pt x="2015" y="12"/>
                </a:lnTo>
                <a:lnTo>
                  <a:pt x="2016" y="12"/>
                </a:lnTo>
                <a:lnTo>
                  <a:pt x="2017" y="12"/>
                </a:lnTo>
                <a:lnTo>
                  <a:pt x="2018" y="11"/>
                </a:lnTo>
                <a:lnTo>
                  <a:pt x="2019" y="11"/>
                </a:lnTo>
                <a:lnTo>
                  <a:pt x="2020" y="11"/>
                </a:lnTo>
                <a:lnTo>
                  <a:pt x="2024" y="11"/>
                </a:lnTo>
                <a:lnTo>
                  <a:pt x="2024" y="10"/>
                </a:lnTo>
                <a:lnTo>
                  <a:pt x="2025" y="10"/>
                </a:lnTo>
                <a:lnTo>
                  <a:pt x="2025" y="9"/>
                </a:lnTo>
                <a:lnTo>
                  <a:pt x="2026" y="9"/>
                </a:lnTo>
                <a:lnTo>
                  <a:pt x="2027" y="9"/>
                </a:lnTo>
                <a:lnTo>
                  <a:pt x="2028" y="9"/>
                </a:lnTo>
                <a:lnTo>
                  <a:pt x="2028" y="8"/>
                </a:lnTo>
                <a:lnTo>
                  <a:pt x="2029" y="8"/>
                </a:lnTo>
                <a:lnTo>
                  <a:pt x="2030" y="7"/>
                </a:lnTo>
                <a:lnTo>
                  <a:pt x="2030" y="6"/>
                </a:lnTo>
                <a:lnTo>
                  <a:pt x="2030" y="5"/>
                </a:lnTo>
                <a:lnTo>
                  <a:pt x="2031" y="4"/>
                </a:lnTo>
                <a:lnTo>
                  <a:pt x="2032" y="4"/>
                </a:lnTo>
                <a:lnTo>
                  <a:pt x="2032" y="3"/>
                </a:lnTo>
                <a:lnTo>
                  <a:pt x="2034" y="3"/>
                </a:lnTo>
                <a:lnTo>
                  <a:pt x="2036" y="4"/>
                </a:lnTo>
                <a:lnTo>
                  <a:pt x="2037" y="4"/>
                </a:lnTo>
                <a:lnTo>
                  <a:pt x="2038" y="4"/>
                </a:lnTo>
                <a:lnTo>
                  <a:pt x="2038" y="3"/>
                </a:lnTo>
                <a:lnTo>
                  <a:pt x="2039" y="2"/>
                </a:lnTo>
                <a:lnTo>
                  <a:pt x="2040" y="3"/>
                </a:lnTo>
                <a:lnTo>
                  <a:pt x="2040" y="2"/>
                </a:lnTo>
                <a:lnTo>
                  <a:pt x="2041" y="2"/>
                </a:lnTo>
                <a:lnTo>
                  <a:pt x="2042" y="2"/>
                </a:lnTo>
                <a:lnTo>
                  <a:pt x="2042" y="1"/>
                </a:lnTo>
                <a:lnTo>
                  <a:pt x="2043" y="1"/>
                </a:lnTo>
                <a:lnTo>
                  <a:pt x="2044" y="0"/>
                </a:lnTo>
                <a:lnTo>
                  <a:pt x="2044" y="1"/>
                </a:lnTo>
                <a:lnTo>
                  <a:pt x="2045" y="1"/>
                </a:lnTo>
                <a:close/>
              </a:path>
            </a:pathLst>
          </a:custGeom>
          <a:solidFill>
            <a:srgbClr val="D45D34"/>
          </a:solidFill>
          <a:ln w="2520">
            <a:solidFill>
              <a:srgbClr val="FFFFFF"/>
            </a:solidFill>
            <a:round/>
          </a:ln>
        </p:spPr>
        <p:txBody>
          <a:bodyPr lIns="1080" tIns="1080" rIns="1080" bIns="108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116" name=""/>
          <p:cNvSpPr/>
          <p:nvPr/>
        </p:nvSpPr>
        <p:spPr>
          <a:xfrm>
            <a:off x="5124600" y="1310040"/>
            <a:ext cx="1440" cy="1440"/>
          </a:xfrm>
          <a:custGeom>
            <a:avLst/>
            <a:gdLst/>
            <a:ahLst/>
            <a:rect l="0" t="0" r="r" b="b"/>
            <a:pathLst>
              <a:path w="4" h="4">
                <a:moveTo>
                  <a:pt x="0" y="4"/>
                </a:moveTo>
                <a:lnTo>
                  <a:pt x="0" y="2"/>
                </a:lnTo>
                <a:lnTo>
                  <a:pt x="0" y="0"/>
                </a:lnTo>
                <a:lnTo>
                  <a:pt x="1" y="0"/>
                </a:lnTo>
                <a:lnTo>
                  <a:pt x="3" y="0"/>
                </a:lnTo>
                <a:lnTo>
                  <a:pt x="4" y="0"/>
                </a:lnTo>
                <a:lnTo>
                  <a:pt x="4" y="2"/>
                </a:lnTo>
                <a:lnTo>
                  <a:pt x="3" y="2"/>
                </a:lnTo>
                <a:lnTo>
                  <a:pt x="3" y="4"/>
                </a:lnTo>
                <a:lnTo>
                  <a:pt x="0" y="4"/>
                </a:lnTo>
                <a:close/>
              </a:path>
            </a:pathLst>
          </a:custGeom>
          <a:solidFill>
            <a:srgbClr val="EFC5B2"/>
          </a:solidFill>
          <a:ln w="2520">
            <a:solidFill>
              <a:srgbClr val="FFFFFF"/>
            </a:solidFill>
            <a:round/>
          </a:ln>
        </p:spPr>
        <p:txBody>
          <a:bodyPr lIns="1080" tIns="360" rIns="1080" bIns="3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17" name=""/>
          <p:cNvSpPr/>
          <p:nvPr/>
        </p:nvSpPr>
        <p:spPr>
          <a:xfrm>
            <a:off x="4920120" y="1202400"/>
            <a:ext cx="231120" cy="195840"/>
          </a:xfrm>
          <a:custGeom>
            <a:avLst/>
            <a:gdLst/>
            <a:ahLst/>
            <a:rect l="0" t="0" r="r" b="b"/>
            <a:pathLst>
              <a:path w="642" h="544">
                <a:moveTo>
                  <a:pt x="293" y="0"/>
                </a:moveTo>
                <a:lnTo>
                  <a:pt x="294" y="1"/>
                </a:lnTo>
                <a:lnTo>
                  <a:pt x="295" y="1"/>
                </a:lnTo>
                <a:lnTo>
                  <a:pt x="296" y="1"/>
                </a:lnTo>
                <a:lnTo>
                  <a:pt x="297" y="1"/>
                </a:lnTo>
                <a:lnTo>
                  <a:pt x="297" y="2"/>
                </a:lnTo>
                <a:lnTo>
                  <a:pt x="298" y="2"/>
                </a:lnTo>
                <a:lnTo>
                  <a:pt x="298" y="3"/>
                </a:lnTo>
                <a:lnTo>
                  <a:pt x="298" y="4"/>
                </a:lnTo>
                <a:lnTo>
                  <a:pt x="298" y="5"/>
                </a:lnTo>
                <a:lnTo>
                  <a:pt x="297" y="6"/>
                </a:lnTo>
                <a:lnTo>
                  <a:pt x="296" y="6"/>
                </a:lnTo>
                <a:lnTo>
                  <a:pt x="295" y="7"/>
                </a:lnTo>
                <a:lnTo>
                  <a:pt x="295" y="8"/>
                </a:lnTo>
                <a:lnTo>
                  <a:pt x="294" y="9"/>
                </a:lnTo>
                <a:lnTo>
                  <a:pt x="293" y="8"/>
                </a:lnTo>
                <a:lnTo>
                  <a:pt x="293" y="9"/>
                </a:lnTo>
                <a:lnTo>
                  <a:pt x="292" y="9"/>
                </a:lnTo>
                <a:lnTo>
                  <a:pt x="292" y="10"/>
                </a:lnTo>
                <a:lnTo>
                  <a:pt x="292" y="11"/>
                </a:lnTo>
                <a:lnTo>
                  <a:pt x="291" y="11"/>
                </a:lnTo>
                <a:lnTo>
                  <a:pt x="291" y="13"/>
                </a:lnTo>
                <a:lnTo>
                  <a:pt x="291" y="14"/>
                </a:lnTo>
                <a:lnTo>
                  <a:pt x="291" y="15"/>
                </a:lnTo>
                <a:lnTo>
                  <a:pt x="290" y="16"/>
                </a:lnTo>
                <a:lnTo>
                  <a:pt x="291" y="16"/>
                </a:lnTo>
                <a:lnTo>
                  <a:pt x="291" y="17"/>
                </a:lnTo>
                <a:lnTo>
                  <a:pt x="290" y="19"/>
                </a:lnTo>
                <a:lnTo>
                  <a:pt x="290" y="20"/>
                </a:lnTo>
                <a:lnTo>
                  <a:pt x="291" y="22"/>
                </a:lnTo>
                <a:lnTo>
                  <a:pt x="291" y="23"/>
                </a:lnTo>
                <a:lnTo>
                  <a:pt x="291" y="24"/>
                </a:lnTo>
                <a:lnTo>
                  <a:pt x="291" y="26"/>
                </a:lnTo>
                <a:lnTo>
                  <a:pt x="292" y="27"/>
                </a:lnTo>
                <a:lnTo>
                  <a:pt x="291" y="27"/>
                </a:lnTo>
                <a:lnTo>
                  <a:pt x="292" y="28"/>
                </a:lnTo>
                <a:lnTo>
                  <a:pt x="292" y="29"/>
                </a:lnTo>
                <a:lnTo>
                  <a:pt x="292" y="30"/>
                </a:lnTo>
                <a:lnTo>
                  <a:pt x="291" y="31"/>
                </a:lnTo>
                <a:lnTo>
                  <a:pt x="292" y="31"/>
                </a:lnTo>
                <a:lnTo>
                  <a:pt x="291" y="31"/>
                </a:lnTo>
                <a:lnTo>
                  <a:pt x="291" y="32"/>
                </a:lnTo>
                <a:lnTo>
                  <a:pt x="292" y="32"/>
                </a:lnTo>
                <a:lnTo>
                  <a:pt x="293" y="36"/>
                </a:lnTo>
                <a:lnTo>
                  <a:pt x="292" y="36"/>
                </a:lnTo>
                <a:lnTo>
                  <a:pt x="291" y="36"/>
                </a:lnTo>
                <a:lnTo>
                  <a:pt x="292" y="36"/>
                </a:lnTo>
                <a:lnTo>
                  <a:pt x="294" y="36"/>
                </a:lnTo>
                <a:lnTo>
                  <a:pt x="294" y="37"/>
                </a:lnTo>
                <a:lnTo>
                  <a:pt x="292" y="38"/>
                </a:lnTo>
                <a:lnTo>
                  <a:pt x="292" y="39"/>
                </a:lnTo>
                <a:lnTo>
                  <a:pt x="293" y="39"/>
                </a:lnTo>
                <a:lnTo>
                  <a:pt x="294" y="39"/>
                </a:lnTo>
                <a:lnTo>
                  <a:pt x="294" y="40"/>
                </a:lnTo>
                <a:lnTo>
                  <a:pt x="294" y="41"/>
                </a:lnTo>
                <a:lnTo>
                  <a:pt x="295" y="41"/>
                </a:lnTo>
                <a:lnTo>
                  <a:pt x="296" y="42"/>
                </a:lnTo>
                <a:lnTo>
                  <a:pt x="296" y="43"/>
                </a:lnTo>
                <a:lnTo>
                  <a:pt x="296" y="44"/>
                </a:lnTo>
                <a:lnTo>
                  <a:pt x="298" y="44"/>
                </a:lnTo>
                <a:lnTo>
                  <a:pt x="300" y="42"/>
                </a:lnTo>
                <a:lnTo>
                  <a:pt x="301" y="42"/>
                </a:lnTo>
                <a:lnTo>
                  <a:pt x="301" y="43"/>
                </a:lnTo>
                <a:lnTo>
                  <a:pt x="302" y="43"/>
                </a:lnTo>
                <a:lnTo>
                  <a:pt x="303" y="43"/>
                </a:lnTo>
                <a:lnTo>
                  <a:pt x="303" y="44"/>
                </a:lnTo>
                <a:lnTo>
                  <a:pt x="304" y="44"/>
                </a:lnTo>
                <a:lnTo>
                  <a:pt x="305" y="44"/>
                </a:lnTo>
                <a:lnTo>
                  <a:pt x="305" y="45"/>
                </a:lnTo>
                <a:lnTo>
                  <a:pt x="306" y="45"/>
                </a:lnTo>
                <a:lnTo>
                  <a:pt x="307" y="45"/>
                </a:lnTo>
                <a:lnTo>
                  <a:pt x="307" y="46"/>
                </a:lnTo>
                <a:lnTo>
                  <a:pt x="308" y="45"/>
                </a:lnTo>
                <a:lnTo>
                  <a:pt x="309" y="45"/>
                </a:lnTo>
                <a:lnTo>
                  <a:pt x="310" y="45"/>
                </a:lnTo>
                <a:lnTo>
                  <a:pt x="312" y="45"/>
                </a:lnTo>
                <a:lnTo>
                  <a:pt x="312" y="46"/>
                </a:lnTo>
                <a:lnTo>
                  <a:pt x="312" y="47"/>
                </a:lnTo>
                <a:lnTo>
                  <a:pt x="313" y="47"/>
                </a:lnTo>
                <a:lnTo>
                  <a:pt x="313" y="46"/>
                </a:lnTo>
                <a:lnTo>
                  <a:pt x="314" y="46"/>
                </a:lnTo>
                <a:lnTo>
                  <a:pt x="315" y="46"/>
                </a:lnTo>
                <a:lnTo>
                  <a:pt x="316" y="46"/>
                </a:lnTo>
                <a:lnTo>
                  <a:pt x="316" y="47"/>
                </a:lnTo>
                <a:lnTo>
                  <a:pt x="317" y="47"/>
                </a:lnTo>
                <a:lnTo>
                  <a:pt x="317" y="46"/>
                </a:lnTo>
                <a:lnTo>
                  <a:pt x="318" y="46"/>
                </a:lnTo>
                <a:lnTo>
                  <a:pt x="318" y="47"/>
                </a:lnTo>
                <a:lnTo>
                  <a:pt x="319" y="47"/>
                </a:lnTo>
                <a:lnTo>
                  <a:pt x="319" y="46"/>
                </a:lnTo>
                <a:lnTo>
                  <a:pt x="320" y="46"/>
                </a:lnTo>
                <a:lnTo>
                  <a:pt x="321" y="47"/>
                </a:lnTo>
                <a:lnTo>
                  <a:pt x="322" y="48"/>
                </a:lnTo>
                <a:lnTo>
                  <a:pt x="323" y="48"/>
                </a:lnTo>
                <a:lnTo>
                  <a:pt x="323" y="47"/>
                </a:lnTo>
                <a:lnTo>
                  <a:pt x="326" y="47"/>
                </a:lnTo>
                <a:lnTo>
                  <a:pt x="327" y="47"/>
                </a:lnTo>
                <a:lnTo>
                  <a:pt x="328" y="46"/>
                </a:lnTo>
                <a:lnTo>
                  <a:pt x="328" y="48"/>
                </a:lnTo>
                <a:lnTo>
                  <a:pt x="327" y="48"/>
                </a:lnTo>
                <a:lnTo>
                  <a:pt x="326" y="48"/>
                </a:lnTo>
                <a:lnTo>
                  <a:pt x="327" y="49"/>
                </a:lnTo>
                <a:lnTo>
                  <a:pt x="324" y="49"/>
                </a:lnTo>
                <a:lnTo>
                  <a:pt x="324" y="50"/>
                </a:lnTo>
                <a:lnTo>
                  <a:pt x="325" y="50"/>
                </a:lnTo>
                <a:lnTo>
                  <a:pt x="324" y="51"/>
                </a:lnTo>
                <a:lnTo>
                  <a:pt x="323" y="52"/>
                </a:lnTo>
                <a:lnTo>
                  <a:pt x="323" y="53"/>
                </a:lnTo>
                <a:lnTo>
                  <a:pt x="323" y="54"/>
                </a:lnTo>
                <a:lnTo>
                  <a:pt x="322" y="54"/>
                </a:lnTo>
                <a:lnTo>
                  <a:pt x="322" y="55"/>
                </a:lnTo>
                <a:lnTo>
                  <a:pt x="323" y="56"/>
                </a:lnTo>
                <a:lnTo>
                  <a:pt x="325" y="57"/>
                </a:lnTo>
                <a:lnTo>
                  <a:pt x="326" y="57"/>
                </a:lnTo>
                <a:lnTo>
                  <a:pt x="327" y="58"/>
                </a:lnTo>
                <a:lnTo>
                  <a:pt x="328" y="59"/>
                </a:lnTo>
                <a:lnTo>
                  <a:pt x="330" y="61"/>
                </a:lnTo>
                <a:lnTo>
                  <a:pt x="331" y="61"/>
                </a:lnTo>
                <a:lnTo>
                  <a:pt x="332" y="59"/>
                </a:lnTo>
                <a:lnTo>
                  <a:pt x="334" y="60"/>
                </a:lnTo>
                <a:lnTo>
                  <a:pt x="334" y="62"/>
                </a:lnTo>
                <a:lnTo>
                  <a:pt x="335" y="62"/>
                </a:lnTo>
                <a:lnTo>
                  <a:pt x="335" y="64"/>
                </a:lnTo>
                <a:lnTo>
                  <a:pt x="336" y="64"/>
                </a:lnTo>
                <a:lnTo>
                  <a:pt x="337" y="65"/>
                </a:lnTo>
                <a:lnTo>
                  <a:pt x="339" y="65"/>
                </a:lnTo>
                <a:lnTo>
                  <a:pt x="340" y="66"/>
                </a:lnTo>
                <a:lnTo>
                  <a:pt x="342" y="66"/>
                </a:lnTo>
                <a:lnTo>
                  <a:pt x="343" y="67"/>
                </a:lnTo>
                <a:lnTo>
                  <a:pt x="344" y="67"/>
                </a:lnTo>
                <a:lnTo>
                  <a:pt x="345" y="68"/>
                </a:lnTo>
                <a:lnTo>
                  <a:pt x="345" y="69"/>
                </a:lnTo>
                <a:lnTo>
                  <a:pt x="345" y="70"/>
                </a:lnTo>
                <a:lnTo>
                  <a:pt x="345" y="71"/>
                </a:lnTo>
                <a:lnTo>
                  <a:pt x="345" y="72"/>
                </a:lnTo>
                <a:lnTo>
                  <a:pt x="345" y="73"/>
                </a:lnTo>
                <a:lnTo>
                  <a:pt x="346" y="72"/>
                </a:lnTo>
                <a:lnTo>
                  <a:pt x="348" y="72"/>
                </a:lnTo>
                <a:lnTo>
                  <a:pt x="348" y="71"/>
                </a:lnTo>
                <a:lnTo>
                  <a:pt x="349" y="71"/>
                </a:lnTo>
                <a:lnTo>
                  <a:pt x="350" y="71"/>
                </a:lnTo>
                <a:lnTo>
                  <a:pt x="350" y="70"/>
                </a:lnTo>
                <a:lnTo>
                  <a:pt x="352" y="70"/>
                </a:lnTo>
                <a:lnTo>
                  <a:pt x="353" y="71"/>
                </a:lnTo>
                <a:lnTo>
                  <a:pt x="354" y="71"/>
                </a:lnTo>
                <a:lnTo>
                  <a:pt x="356" y="72"/>
                </a:lnTo>
                <a:lnTo>
                  <a:pt x="358" y="72"/>
                </a:lnTo>
                <a:lnTo>
                  <a:pt x="359" y="73"/>
                </a:lnTo>
                <a:lnTo>
                  <a:pt x="360" y="73"/>
                </a:lnTo>
                <a:lnTo>
                  <a:pt x="360" y="74"/>
                </a:lnTo>
                <a:lnTo>
                  <a:pt x="360" y="75"/>
                </a:lnTo>
                <a:lnTo>
                  <a:pt x="360" y="76"/>
                </a:lnTo>
                <a:lnTo>
                  <a:pt x="361" y="77"/>
                </a:lnTo>
                <a:lnTo>
                  <a:pt x="362" y="76"/>
                </a:lnTo>
                <a:lnTo>
                  <a:pt x="363" y="76"/>
                </a:lnTo>
                <a:lnTo>
                  <a:pt x="364" y="76"/>
                </a:lnTo>
                <a:lnTo>
                  <a:pt x="366" y="77"/>
                </a:lnTo>
                <a:lnTo>
                  <a:pt x="368" y="76"/>
                </a:lnTo>
                <a:lnTo>
                  <a:pt x="370" y="76"/>
                </a:lnTo>
                <a:lnTo>
                  <a:pt x="371" y="77"/>
                </a:lnTo>
                <a:lnTo>
                  <a:pt x="372" y="77"/>
                </a:lnTo>
                <a:lnTo>
                  <a:pt x="373" y="77"/>
                </a:lnTo>
                <a:lnTo>
                  <a:pt x="375" y="77"/>
                </a:lnTo>
                <a:lnTo>
                  <a:pt x="376" y="77"/>
                </a:lnTo>
                <a:lnTo>
                  <a:pt x="378" y="78"/>
                </a:lnTo>
                <a:lnTo>
                  <a:pt x="379" y="78"/>
                </a:lnTo>
                <a:lnTo>
                  <a:pt x="381" y="78"/>
                </a:lnTo>
                <a:lnTo>
                  <a:pt x="382" y="79"/>
                </a:lnTo>
                <a:lnTo>
                  <a:pt x="383" y="79"/>
                </a:lnTo>
                <a:lnTo>
                  <a:pt x="384" y="79"/>
                </a:lnTo>
                <a:lnTo>
                  <a:pt x="387" y="80"/>
                </a:lnTo>
                <a:lnTo>
                  <a:pt x="390" y="81"/>
                </a:lnTo>
                <a:lnTo>
                  <a:pt x="391" y="82"/>
                </a:lnTo>
                <a:lnTo>
                  <a:pt x="393" y="83"/>
                </a:lnTo>
                <a:lnTo>
                  <a:pt x="393" y="84"/>
                </a:lnTo>
                <a:lnTo>
                  <a:pt x="394" y="84"/>
                </a:lnTo>
                <a:lnTo>
                  <a:pt x="393" y="85"/>
                </a:lnTo>
                <a:lnTo>
                  <a:pt x="394" y="85"/>
                </a:lnTo>
                <a:lnTo>
                  <a:pt x="394" y="84"/>
                </a:lnTo>
                <a:lnTo>
                  <a:pt x="395" y="84"/>
                </a:lnTo>
                <a:lnTo>
                  <a:pt x="396" y="84"/>
                </a:lnTo>
                <a:lnTo>
                  <a:pt x="396" y="85"/>
                </a:lnTo>
                <a:lnTo>
                  <a:pt x="397" y="85"/>
                </a:lnTo>
                <a:lnTo>
                  <a:pt x="400" y="86"/>
                </a:lnTo>
                <a:lnTo>
                  <a:pt x="401" y="86"/>
                </a:lnTo>
                <a:lnTo>
                  <a:pt x="402" y="86"/>
                </a:lnTo>
                <a:lnTo>
                  <a:pt x="402" y="87"/>
                </a:lnTo>
                <a:lnTo>
                  <a:pt x="403" y="87"/>
                </a:lnTo>
                <a:lnTo>
                  <a:pt x="404" y="87"/>
                </a:lnTo>
                <a:lnTo>
                  <a:pt x="405" y="87"/>
                </a:lnTo>
                <a:lnTo>
                  <a:pt x="406" y="88"/>
                </a:lnTo>
                <a:lnTo>
                  <a:pt x="408" y="88"/>
                </a:lnTo>
                <a:lnTo>
                  <a:pt x="410" y="89"/>
                </a:lnTo>
                <a:lnTo>
                  <a:pt x="413" y="90"/>
                </a:lnTo>
                <a:lnTo>
                  <a:pt x="414" y="90"/>
                </a:lnTo>
                <a:lnTo>
                  <a:pt x="414" y="91"/>
                </a:lnTo>
                <a:lnTo>
                  <a:pt x="415" y="91"/>
                </a:lnTo>
                <a:lnTo>
                  <a:pt x="415" y="92"/>
                </a:lnTo>
                <a:lnTo>
                  <a:pt x="415" y="93"/>
                </a:lnTo>
                <a:lnTo>
                  <a:pt x="416" y="94"/>
                </a:lnTo>
                <a:lnTo>
                  <a:pt x="416" y="95"/>
                </a:lnTo>
                <a:lnTo>
                  <a:pt x="415" y="96"/>
                </a:lnTo>
                <a:lnTo>
                  <a:pt x="416" y="97"/>
                </a:lnTo>
                <a:lnTo>
                  <a:pt x="416" y="98"/>
                </a:lnTo>
                <a:lnTo>
                  <a:pt x="417" y="98"/>
                </a:lnTo>
                <a:lnTo>
                  <a:pt x="417" y="99"/>
                </a:lnTo>
                <a:lnTo>
                  <a:pt x="417" y="100"/>
                </a:lnTo>
                <a:lnTo>
                  <a:pt x="418" y="101"/>
                </a:lnTo>
                <a:lnTo>
                  <a:pt x="418" y="102"/>
                </a:lnTo>
                <a:lnTo>
                  <a:pt x="419" y="102"/>
                </a:lnTo>
                <a:lnTo>
                  <a:pt x="419" y="103"/>
                </a:lnTo>
                <a:lnTo>
                  <a:pt x="419" y="104"/>
                </a:lnTo>
                <a:lnTo>
                  <a:pt x="419" y="106"/>
                </a:lnTo>
                <a:lnTo>
                  <a:pt x="421" y="110"/>
                </a:lnTo>
                <a:lnTo>
                  <a:pt x="422" y="110"/>
                </a:lnTo>
                <a:lnTo>
                  <a:pt x="422" y="111"/>
                </a:lnTo>
                <a:lnTo>
                  <a:pt x="423" y="111"/>
                </a:lnTo>
                <a:lnTo>
                  <a:pt x="423" y="112"/>
                </a:lnTo>
                <a:lnTo>
                  <a:pt x="423" y="113"/>
                </a:lnTo>
                <a:lnTo>
                  <a:pt x="423" y="114"/>
                </a:lnTo>
                <a:lnTo>
                  <a:pt x="423" y="115"/>
                </a:lnTo>
                <a:lnTo>
                  <a:pt x="424" y="115"/>
                </a:lnTo>
                <a:lnTo>
                  <a:pt x="424" y="116"/>
                </a:lnTo>
                <a:lnTo>
                  <a:pt x="425" y="116"/>
                </a:lnTo>
                <a:lnTo>
                  <a:pt x="426" y="118"/>
                </a:lnTo>
                <a:lnTo>
                  <a:pt x="427" y="119"/>
                </a:lnTo>
                <a:lnTo>
                  <a:pt x="427" y="120"/>
                </a:lnTo>
                <a:lnTo>
                  <a:pt x="428" y="120"/>
                </a:lnTo>
                <a:lnTo>
                  <a:pt x="428" y="121"/>
                </a:lnTo>
                <a:lnTo>
                  <a:pt x="429" y="121"/>
                </a:lnTo>
                <a:lnTo>
                  <a:pt x="429" y="122"/>
                </a:lnTo>
                <a:lnTo>
                  <a:pt x="429" y="123"/>
                </a:lnTo>
                <a:lnTo>
                  <a:pt x="430" y="123"/>
                </a:lnTo>
                <a:lnTo>
                  <a:pt x="431" y="126"/>
                </a:lnTo>
                <a:lnTo>
                  <a:pt x="432" y="126"/>
                </a:lnTo>
                <a:lnTo>
                  <a:pt x="432" y="127"/>
                </a:lnTo>
                <a:lnTo>
                  <a:pt x="433" y="128"/>
                </a:lnTo>
                <a:lnTo>
                  <a:pt x="433" y="129"/>
                </a:lnTo>
                <a:lnTo>
                  <a:pt x="434" y="130"/>
                </a:lnTo>
                <a:lnTo>
                  <a:pt x="434" y="131"/>
                </a:lnTo>
                <a:lnTo>
                  <a:pt x="435" y="131"/>
                </a:lnTo>
                <a:lnTo>
                  <a:pt x="435" y="132"/>
                </a:lnTo>
                <a:lnTo>
                  <a:pt x="436" y="133"/>
                </a:lnTo>
                <a:lnTo>
                  <a:pt x="436" y="134"/>
                </a:lnTo>
                <a:lnTo>
                  <a:pt x="437" y="134"/>
                </a:lnTo>
                <a:lnTo>
                  <a:pt x="437" y="135"/>
                </a:lnTo>
                <a:lnTo>
                  <a:pt x="436" y="136"/>
                </a:lnTo>
                <a:lnTo>
                  <a:pt x="437" y="136"/>
                </a:lnTo>
                <a:lnTo>
                  <a:pt x="438" y="137"/>
                </a:lnTo>
                <a:lnTo>
                  <a:pt x="439" y="138"/>
                </a:lnTo>
                <a:lnTo>
                  <a:pt x="440" y="140"/>
                </a:lnTo>
                <a:lnTo>
                  <a:pt x="441" y="142"/>
                </a:lnTo>
                <a:lnTo>
                  <a:pt x="442" y="143"/>
                </a:lnTo>
                <a:lnTo>
                  <a:pt x="444" y="145"/>
                </a:lnTo>
                <a:lnTo>
                  <a:pt x="444" y="146"/>
                </a:lnTo>
                <a:lnTo>
                  <a:pt x="445" y="147"/>
                </a:lnTo>
                <a:lnTo>
                  <a:pt x="445" y="148"/>
                </a:lnTo>
                <a:lnTo>
                  <a:pt x="445" y="149"/>
                </a:lnTo>
                <a:lnTo>
                  <a:pt x="445" y="150"/>
                </a:lnTo>
                <a:lnTo>
                  <a:pt x="445" y="151"/>
                </a:lnTo>
                <a:lnTo>
                  <a:pt x="444" y="151"/>
                </a:lnTo>
                <a:lnTo>
                  <a:pt x="444" y="152"/>
                </a:lnTo>
                <a:lnTo>
                  <a:pt x="445" y="152"/>
                </a:lnTo>
                <a:lnTo>
                  <a:pt x="446" y="151"/>
                </a:lnTo>
                <a:lnTo>
                  <a:pt x="446" y="150"/>
                </a:lnTo>
                <a:lnTo>
                  <a:pt x="447" y="151"/>
                </a:lnTo>
                <a:lnTo>
                  <a:pt x="448" y="151"/>
                </a:lnTo>
                <a:lnTo>
                  <a:pt x="449" y="152"/>
                </a:lnTo>
                <a:lnTo>
                  <a:pt x="450" y="152"/>
                </a:lnTo>
                <a:lnTo>
                  <a:pt x="450" y="153"/>
                </a:lnTo>
                <a:lnTo>
                  <a:pt x="451" y="154"/>
                </a:lnTo>
                <a:lnTo>
                  <a:pt x="452" y="156"/>
                </a:lnTo>
                <a:lnTo>
                  <a:pt x="453" y="158"/>
                </a:lnTo>
                <a:lnTo>
                  <a:pt x="454" y="160"/>
                </a:lnTo>
                <a:lnTo>
                  <a:pt x="455" y="161"/>
                </a:lnTo>
                <a:lnTo>
                  <a:pt x="456" y="163"/>
                </a:lnTo>
                <a:lnTo>
                  <a:pt x="456" y="164"/>
                </a:lnTo>
                <a:lnTo>
                  <a:pt x="457" y="164"/>
                </a:lnTo>
                <a:lnTo>
                  <a:pt x="457" y="165"/>
                </a:lnTo>
                <a:lnTo>
                  <a:pt x="458" y="167"/>
                </a:lnTo>
                <a:lnTo>
                  <a:pt x="458" y="168"/>
                </a:lnTo>
                <a:lnTo>
                  <a:pt x="459" y="168"/>
                </a:lnTo>
                <a:lnTo>
                  <a:pt x="459" y="169"/>
                </a:lnTo>
                <a:lnTo>
                  <a:pt x="459" y="170"/>
                </a:lnTo>
                <a:lnTo>
                  <a:pt x="459" y="171"/>
                </a:lnTo>
                <a:lnTo>
                  <a:pt x="458" y="171"/>
                </a:lnTo>
                <a:lnTo>
                  <a:pt x="458" y="172"/>
                </a:lnTo>
                <a:lnTo>
                  <a:pt x="458" y="173"/>
                </a:lnTo>
                <a:lnTo>
                  <a:pt x="459" y="173"/>
                </a:lnTo>
                <a:lnTo>
                  <a:pt x="459" y="172"/>
                </a:lnTo>
                <a:lnTo>
                  <a:pt x="460" y="173"/>
                </a:lnTo>
                <a:lnTo>
                  <a:pt x="460" y="175"/>
                </a:lnTo>
                <a:lnTo>
                  <a:pt x="460" y="177"/>
                </a:lnTo>
                <a:lnTo>
                  <a:pt x="459" y="178"/>
                </a:lnTo>
                <a:lnTo>
                  <a:pt x="458" y="179"/>
                </a:lnTo>
                <a:lnTo>
                  <a:pt x="459" y="181"/>
                </a:lnTo>
                <a:lnTo>
                  <a:pt x="458" y="182"/>
                </a:lnTo>
                <a:lnTo>
                  <a:pt x="457" y="182"/>
                </a:lnTo>
                <a:lnTo>
                  <a:pt x="457" y="183"/>
                </a:lnTo>
                <a:lnTo>
                  <a:pt x="458" y="183"/>
                </a:lnTo>
                <a:lnTo>
                  <a:pt x="458" y="184"/>
                </a:lnTo>
                <a:lnTo>
                  <a:pt x="460" y="185"/>
                </a:lnTo>
                <a:lnTo>
                  <a:pt x="463" y="187"/>
                </a:lnTo>
                <a:lnTo>
                  <a:pt x="464" y="187"/>
                </a:lnTo>
                <a:lnTo>
                  <a:pt x="465" y="187"/>
                </a:lnTo>
                <a:lnTo>
                  <a:pt x="467" y="187"/>
                </a:lnTo>
                <a:lnTo>
                  <a:pt x="469" y="188"/>
                </a:lnTo>
                <a:lnTo>
                  <a:pt x="468" y="188"/>
                </a:lnTo>
                <a:lnTo>
                  <a:pt x="467" y="189"/>
                </a:lnTo>
                <a:lnTo>
                  <a:pt x="468" y="189"/>
                </a:lnTo>
                <a:lnTo>
                  <a:pt x="470" y="188"/>
                </a:lnTo>
                <a:lnTo>
                  <a:pt x="470" y="189"/>
                </a:lnTo>
                <a:lnTo>
                  <a:pt x="470" y="191"/>
                </a:lnTo>
                <a:lnTo>
                  <a:pt x="470" y="192"/>
                </a:lnTo>
                <a:lnTo>
                  <a:pt x="471" y="193"/>
                </a:lnTo>
                <a:lnTo>
                  <a:pt x="471" y="192"/>
                </a:lnTo>
                <a:lnTo>
                  <a:pt x="471" y="191"/>
                </a:lnTo>
                <a:lnTo>
                  <a:pt x="472" y="191"/>
                </a:lnTo>
                <a:lnTo>
                  <a:pt x="473" y="192"/>
                </a:lnTo>
                <a:lnTo>
                  <a:pt x="474" y="194"/>
                </a:lnTo>
                <a:lnTo>
                  <a:pt x="475" y="196"/>
                </a:lnTo>
                <a:lnTo>
                  <a:pt x="475" y="197"/>
                </a:lnTo>
                <a:lnTo>
                  <a:pt x="475" y="198"/>
                </a:lnTo>
                <a:lnTo>
                  <a:pt x="476" y="198"/>
                </a:lnTo>
                <a:lnTo>
                  <a:pt x="476" y="197"/>
                </a:lnTo>
                <a:lnTo>
                  <a:pt x="477" y="197"/>
                </a:lnTo>
                <a:lnTo>
                  <a:pt x="477" y="198"/>
                </a:lnTo>
                <a:lnTo>
                  <a:pt x="478" y="199"/>
                </a:lnTo>
                <a:lnTo>
                  <a:pt x="478" y="200"/>
                </a:lnTo>
                <a:lnTo>
                  <a:pt x="478" y="201"/>
                </a:lnTo>
                <a:lnTo>
                  <a:pt x="479" y="201"/>
                </a:lnTo>
                <a:lnTo>
                  <a:pt x="479" y="202"/>
                </a:lnTo>
                <a:lnTo>
                  <a:pt x="479" y="204"/>
                </a:lnTo>
                <a:lnTo>
                  <a:pt x="479" y="203"/>
                </a:lnTo>
                <a:lnTo>
                  <a:pt x="479" y="204"/>
                </a:lnTo>
                <a:lnTo>
                  <a:pt x="478" y="204"/>
                </a:lnTo>
                <a:lnTo>
                  <a:pt x="478" y="205"/>
                </a:lnTo>
                <a:lnTo>
                  <a:pt x="479" y="204"/>
                </a:lnTo>
                <a:lnTo>
                  <a:pt x="480" y="206"/>
                </a:lnTo>
                <a:lnTo>
                  <a:pt x="480" y="207"/>
                </a:lnTo>
                <a:lnTo>
                  <a:pt x="480" y="208"/>
                </a:lnTo>
                <a:lnTo>
                  <a:pt x="479" y="208"/>
                </a:lnTo>
                <a:lnTo>
                  <a:pt x="478" y="209"/>
                </a:lnTo>
                <a:lnTo>
                  <a:pt x="477" y="209"/>
                </a:lnTo>
                <a:lnTo>
                  <a:pt x="477" y="210"/>
                </a:lnTo>
                <a:lnTo>
                  <a:pt x="476" y="210"/>
                </a:lnTo>
                <a:lnTo>
                  <a:pt x="475" y="210"/>
                </a:lnTo>
                <a:lnTo>
                  <a:pt x="476" y="210"/>
                </a:lnTo>
                <a:lnTo>
                  <a:pt x="477" y="210"/>
                </a:lnTo>
                <a:lnTo>
                  <a:pt x="478" y="210"/>
                </a:lnTo>
                <a:lnTo>
                  <a:pt x="478" y="209"/>
                </a:lnTo>
                <a:lnTo>
                  <a:pt x="479" y="208"/>
                </a:lnTo>
                <a:lnTo>
                  <a:pt x="480" y="208"/>
                </a:lnTo>
                <a:lnTo>
                  <a:pt x="480" y="207"/>
                </a:lnTo>
                <a:lnTo>
                  <a:pt x="481" y="207"/>
                </a:lnTo>
                <a:lnTo>
                  <a:pt x="481" y="208"/>
                </a:lnTo>
                <a:lnTo>
                  <a:pt x="482" y="209"/>
                </a:lnTo>
                <a:lnTo>
                  <a:pt x="483" y="209"/>
                </a:lnTo>
                <a:lnTo>
                  <a:pt x="483" y="210"/>
                </a:lnTo>
                <a:lnTo>
                  <a:pt x="484" y="210"/>
                </a:lnTo>
                <a:lnTo>
                  <a:pt x="485" y="213"/>
                </a:lnTo>
                <a:lnTo>
                  <a:pt x="485" y="214"/>
                </a:lnTo>
                <a:lnTo>
                  <a:pt x="486" y="214"/>
                </a:lnTo>
                <a:lnTo>
                  <a:pt x="487" y="215"/>
                </a:lnTo>
                <a:lnTo>
                  <a:pt x="487" y="216"/>
                </a:lnTo>
                <a:lnTo>
                  <a:pt x="488" y="218"/>
                </a:lnTo>
                <a:lnTo>
                  <a:pt x="490" y="221"/>
                </a:lnTo>
                <a:lnTo>
                  <a:pt x="490" y="222"/>
                </a:lnTo>
                <a:lnTo>
                  <a:pt x="494" y="220"/>
                </a:lnTo>
                <a:lnTo>
                  <a:pt x="495" y="222"/>
                </a:lnTo>
                <a:lnTo>
                  <a:pt x="494" y="223"/>
                </a:lnTo>
                <a:lnTo>
                  <a:pt x="495" y="224"/>
                </a:lnTo>
                <a:lnTo>
                  <a:pt x="495" y="225"/>
                </a:lnTo>
                <a:lnTo>
                  <a:pt x="496" y="227"/>
                </a:lnTo>
                <a:lnTo>
                  <a:pt x="494" y="227"/>
                </a:lnTo>
                <a:lnTo>
                  <a:pt x="495" y="228"/>
                </a:lnTo>
                <a:lnTo>
                  <a:pt x="496" y="229"/>
                </a:lnTo>
                <a:lnTo>
                  <a:pt x="496" y="230"/>
                </a:lnTo>
                <a:lnTo>
                  <a:pt x="497" y="231"/>
                </a:lnTo>
                <a:lnTo>
                  <a:pt x="497" y="232"/>
                </a:lnTo>
                <a:lnTo>
                  <a:pt x="498" y="233"/>
                </a:lnTo>
                <a:lnTo>
                  <a:pt x="498" y="234"/>
                </a:lnTo>
                <a:lnTo>
                  <a:pt x="499" y="235"/>
                </a:lnTo>
                <a:lnTo>
                  <a:pt x="499" y="236"/>
                </a:lnTo>
                <a:lnTo>
                  <a:pt x="500" y="237"/>
                </a:lnTo>
                <a:lnTo>
                  <a:pt x="500" y="238"/>
                </a:lnTo>
                <a:lnTo>
                  <a:pt x="501" y="240"/>
                </a:lnTo>
                <a:lnTo>
                  <a:pt x="501" y="242"/>
                </a:lnTo>
                <a:lnTo>
                  <a:pt x="500" y="243"/>
                </a:lnTo>
                <a:lnTo>
                  <a:pt x="499" y="243"/>
                </a:lnTo>
                <a:lnTo>
                  <a:pt x="497" y="243"/>
                </a:lnTo>
                <a:lnTo>
                  <a:pt x="496" y="245"/>
                </a:lnTo>
                <a:lnTo>
                  <a:pt x="497" y="245"/>
                </a:lnTo>
                <a:lnTo>
                  <a:pt x="498" y="245"/>
                </a:lnTo>
                <a:lnTo>
                  <a:pt x="501" y="246"/>
                </a:lnTo>
                <a:lnTo>
                  <a:pt x="502" y="246"/>
                </a:lnTo>
                <a:lnTo>
                  <a:pt x="504" y="247"/>
                </a:lnTo>
                <a:lnTo>
                  <a:pt x="504" y="248"/>
                </a:lnTo>
                <a:lnTo>
                  <a:pt x="505" y="247"/>
                </a:lnTo>
                <a:lnTo>
                  <a:pt x="506" y="248"/>
                </a:lnTo>
                <a:lnTo>
                  <a:pt x="506" y="249"/>
                </a:lnTo>
                <a:lnTo>
                  <a:pt x="507" y="253"/>
                </a:lnTo>
                <a:lnTo>
                  <a:pt x="507" y="255"/>
                </a:lnTo>
                <a:lnTo>
                  <a:pt x="506" y="255"/>
                </a:lnTo>
                <a:lnTo>
                  <a:pt x="507" y="255"/>
                </a:lnTo>
                <a:lnTo>
                  <a:pt x="508" y="255"/>
                </a:lnTo>
                <a:lnTo>
                  <a:pt x="508" y="256"/>
                </a:lnTo>
                <a:lnTo>
                  <a:pt x="509" y="259"/>
                </a:lnTo>
                <a:lnTo>
                  <a:pt x="510" y="259"/>
                </a:lnTo>
                <a:lnTo>
                  <a:pt x="510" y="260"/>
                </a:lnTo>
                <a:lnTo>
                  <a:pt x="510" y="261"/>
                </a:lnTo>
                <a:lnTo>
                  <a:pt x="510" y="262"/>
                </a:lnTo>
                <a:lnTo>
                  <a:pt x="511" y="262"/>
                </a:lnTo>
                <a:lnTo>
                  <a:pt x="510" y="263"/>
                </a:lnTo>
                <a:lnTo>
                  <a:pt x="510" y="264"/>
                </a:lnTo>
                <a:lnTo>
                  <a:pt x="509" y="264"/>
                </a:lnTo>
                <a:lnTo>
                  <a:pt x="510" y="265"/>
                </a:lnTo>
                <a:lnTo>
                  <a:pt x="511" y="265"/>
                </a:lnTo>
                <a:lnTo>
                  <a:pt x="511" y="264"/>
                </a:lnTo>
                <a:lnTo>
                  <a:pt x="513" y="264"/>
                </a:lnTo>
                <a:lnTo>
                  <a:pt x="516" y="263"/>
                </a:lnTo>
                <a:lnTo>
                  <a:pt x="516" y="264"/>
                </a:lnTo>
                <a:lnTo>
                  <a:pt x="517" y="279"/>
                </a:lnTo>
                <a:lnTo>
                  <a:pt x="516" y="279"/>
                </a:lnTo>
                <a:lnTo>
                  <a:pt x="517" y="284"/>
                </a:lnTo>
                <a:lnTo>
                  <a:pt x="513" y="285"/>
                </a:lnTo>
                <a:lnTo>
                  <a:pt x="513" y="286"/>
                </a:lnTo>
                <a:lnTo>
                  <a:pt x="512" y="286"/>
                </a:lnTo>
                <a:lnTo>
                  <a:pt x="512" y="287"/>
                </a:lnTo>
                <a:lnTo>
                  <a:pt x="512" y="288"/>
                </a:lnTo>
                <a:lnTo>
                  <a:pt x="512" y="289"/>
                </a:lnTo>
                <a:lnTo>
                  <a:pt x="513" y="289"/>
                </a:lnTo>
                <a:lnTo>
                  <a:pt x="516" y="289"/>
                </a:lnTo>
                <a:lnTo>
                  <a:pt x="516" y="288"/>
                </a:lnTo>
                <a:lnTo>
                  <a:pt x="517" y="288"/>
                </a:lnTo>
                <a:lnTo>
                  <a:pt x="518" y="290"/>
                </a:lnTo>
                <a:lnTo>
                  <a:pt x="519" y="291"/>
                </a:lnTo>
                <a:lnTo>
                  <a:pt x="520" y="292"/>
                </a:lnTo>
                <a:lnTo>
                  <a:pt x="521" y="293"/>
                </a:lnTo>
                <a:lnTo>
                  <a:pt x="521" y="294"/>
                </a:lnTo>
                <a:lnTo>
                  <a:pt x="521" y="295"/>
                </a:lnTo>
                <a:lnTo>
                  <a:pt x="520" y="298"/>
                </a:lnTo>
                <a:lnTo>
                  <a:pt x="519" y="299"/>
                </a:lnTo>
                <a:lnTo>
                  <a:pt x="519" y="300"/>
                </a:lnTo>
                <a:lnTo>
                  <a:pt x="520" y="299"/>
                </a:lnTo>
                <a:lnTo>
                  <a:pt x="521" y="298"/>
                </a:lnTo>
                <a:lnTo>
                  <a:pt x="522" y="298"/>
                </a:lnTo>
                <a:lnTo>
                  <a:pt x="523" y="299"/>
                </a:lnTo>
                <a:lnTo>
                  <a:pt x="524" y="299"/>
                </a:lnTo>
                <a:lnTo>
                  <a:pt x="526" y="299"/>
                </a:lnTo>
                <a:lnTo>
                  <a:pt x="526" y="298"/>
                </a:lnTo>
                <a:lnTo>
                  <a:pt x="529" y="299"/>
                </a:lnTo>
                <a:lnTo>
                  <a:pt x="529" y="300"/>
                </a:lnTo>
                <a:lnTo>
                  <a:pt x="529" y="303"/>
                </a:lnTo>
                <a:lnTo>
                  <a:pt x="530" y="303"/>
                </a:lnTo>
                <a:lnTo>
                  <a:pt x="532" y="304"/>
                </a:lnTo>
                <a:lnTo>
                  <a:pt x="533" y="304"/>
                </a:lnTo>
                <a:lnTo>
                  <a:pt x="534" y="304"/>
                </a:lnTo>
                <a:lnTo>
                  <a:pt x="535" y="304"/>
                </a:lnTo>
                <a:lnTo>
                  <a:pt x="537" y="304"/>
                </a:lnTo>
                <a:lnTo>
                  <a:pt x="538" y="304"/>
                </a:lnTo>
                <a:lnTo>
                  <a:pt x="539" y="305"/>
                </a:lnTo>
                <a:lnTo>
                  <a:pt x="548" y="308"/>
                </a:lnTo>
                <a:lnTo>
                  <a:pt x="548" y="309"/>
                </a:lnTo>
                <a:lnTo>
                  <a:pt x="547" y="312"/>
                </a:lnTo>
                <a:lnTo>
                  <a:pt x="548" y="312"/>
                </a:lnTo>
                <a:lnTo>
                  <a:pt x="549" y="312"/>
                </a:lnTo>
                <a:lnTo>
                  <a:pt x="551" y="310"/>
                </a:lnTo>
                <a:lnTo>
                  <a:pt x="555" y="311"/>
                </a:lnTo>
                <a:lnTo>
                  <a:pt x="555" y="312"/>
                </a:lnTo>
                <a:lnTo>
                  <a:pt x="558" y="314"/>
                </a:lnTo>
                <a:lnTo>
                  <a:pt x="558" y="312"/>
                </a:lnTo>
                <a:lnTo>
                  <a:pt x="559" y="312"/>
                </a:lnTo>
                <a:lnTo>
                  <a:pt x="563" y="313"/>
                </a:lnTo>
                <a:lnTo>
                  <a:pt x="568" y="315"/>
                </a:lnTo>
                <a:lnTo>
                  <a:pt x="572" y="316"/>
                </a:lnTo>
                <a:lnTo>
                  <a:pt x="573" y="317"/>
                </a:lnTo>
                <a:lnTo>
                  <a:pt x="573" y="318"/>
                </a:lnTo>
                <a:lnTo>
                  <a:pt x="573" y="320"/>
                </a:lnTo>
                <a:lnTo>
                  <a:pt x="573" y="321"/>
                </a:lnTo>
                <a:lnTo>
                  <a:pt x="574" y="321"/>
                </a:lnTo>
                <a:lnTo>
                  <a:pt x="574" y="322"/>
                </a:lnTo>
                <a:lnTo>
                  <a:pt x="574" y="323"/>
                </a:lnTo>
                <a:lnTo>
                  <a:pt x="574" y="325"/>
                </a:lnTo>
                <a:lnTo>
                  <a:pt x="575" y="326"/>
                </a:lnTo>
                <a:lnTo>
                  <a:pt x="575" y="328"/>
                </a:lnTo>
                <a:lnTo>
                  <a:pt x="576" y="329"/>
                </a:lnTo>
                <a:lnTo>
                  <a:pt x="577" y="328"/>
                </a:lnTo>
                <a:lnTo>
                  <a:pt x="577" y="329"/>
                </a:lnTo>
                <a:lnTo>
                  <a:pt x="578" y="330"/>
                </a:lnTo>
                <a:lnTo>
                  <a:pt x="578" y="331"/>
                </a:lnTo>
                <a:lnTo>
                  <a:pt x="578" y="332"/>
                </a:lnTo>
                <a:lnTo>
                  <a:pt x="578" y="333"/>
                </a:lnTo>
                <a:lnTo>
                  <a:pt x="579" y="334"/>
                </a:lnTo>
                <a:lnTo>
                  <a:pt x="580" y="335"/>
                </a:lnTo>
                <a:lnTo>
                  <a:pt x="581" y="336"/>
                </a:lnTo>
                <a:lnTo>
                  <a:pt x="582" y="337"/>
                </a:lnTo>
                <a:lnTo>
                  <a:pt x="583" y="337"/>
                </a:lnTo>
                <a:lnTo>
                  <a:pt x="584" y="338"/>
                </a:lnTo>
                <a:lnTo>
                  <a:pt x="584" y="340"/>
                </a:lnTo>
                <a:lnTo>
                  <a:pt x="581" y="342"/>
                </a:lnTo>
                <a:lnTo>
                  <a:pt x="580" y="342"/>
                </a:lnTo>
                <a:lnTo>
                  <a:pt x="578" y="342"/>
                </a:lnTo>
                <a:lnTo>
                  <a:pt x="576" y="341"/>
                </a:lnTo>
                <a:lnTo>
                  <a:pt x="575" y="341"/>
                </a:lnTo>
                <a:lnTo>
                  <a:pt x="575" y="342"/>
                </a:lnTo>
                <a:lnTo>
                  <a:pt x="574" y="342"/>
                </a:lnTo>
                <a:lnTo>
                  <a:pt x="573" y="342"/>
                </a:lnTo>
                <a:lnTo>
                  <a:pt x="574" y="343"/>
                </a:lnTo>
                <a:lnTo>
                  <a:pt x="573" y="343"/>
                </a:lnTo>
                <a:lnTo>
                  <a:pt x="572" y="343"/>
                </a:lnTo>
                <a:lnTo>
                  <a:pt x="571" y="343"/>
                </a:lnTo>
                <a:lnTo>
                  <a:pt x="572" y="344"/>
                </a:lnTo>
                <a:lnTo>
                  <a:pt x="572" y="343"/>
                </a:lnTo>
                <a:lnTo>
                  <a:pt x="573" y="343"/>
                </a:lnTo>
                <a:lnTo>
                  <a:pt x="574" y="343"/>
                </a:lnTo>
                <a:lnTo>
                  <a:pt x="576" y="343"/>
                </a:lnTo>
                <a:lnTo>
                  <a:pt x="577" y="343"/>
                </a:lnTo>
                <a:lnTo>
                  <a:pt x="577" y="344"/>
                </a:lnTo>
                <a:lnTo>
                  <a:pt x="577" y="346"/>
                </a:lnTo>
                <a:lnTo>
                  <a:pt x="578" y="346"/>
                </a:lnTo>
                <a:lnTo>
                  <a:pt x="579" y="346"/>
                </a:lnTo>
                <a:lnTo>
                  <a:pt x="579" y="347"/>
                </a:lnTo>
                <a:lnTo>
                  <a:pt x="580" y="348"/>
                </a:lnTo>
                <a:lnTo>
                  <a:pt x="581" y="347"/>
                </a:lnTo>
                <a:lnTo>
                  <a:pt x="582" y="348"/>
                </a:lnTo>
                <a:lnTo>
                  <a:pt x="584" y="347"/>
                </a:lnTo>
                <a:lnTo>
                  <a:pt x="585" y="346"/>
                </a:lnTo>
                <a:lnTo>
                  <a:pt x="586" y="346"/>
                </a:lnTo>
                <a:lnTo>
                  <a:pt x="587" y="346"/>
                </a:lnTo>
                <a:lnTo>
                  <a:pt x="589" y="347"/>
                </a:lnTo>
                <a:lnTo>
                  <a:pt x="589" y="348"/>
                </a:lnTo>
                <a:lnTo>
                  <a:pt x="590" y="349"/>
                </a:lnTo>
                <a:lnTo>
                  <a:pt x="590" y="352"/>
                </a:lnTo>
                <a:lnTo>
                  <a:pt x="591" y="353"/>
                </a:lnTo>
                <a:lnTo>
                  <a:pt x="592" y="353"/>
                </a:lnTo>
                <a:lnTo>
                  <a:pt x="593" y="353"/>
                </a:lnTo>
                <a:lnTo>
                  <a:pt x="594" y="353"/>
                </a:lnTo>
                <a:lnTo>
                  <a:pt x="595" y="354"/>
                </a:lnTo>
                <a:lnTo>
                  <a:pt x="596" y="351"/>
                </a:lnTo>
                <a:lnTo>
                  <a:pt x="599" y="352"/>
                </a:lnTo>
                <a:lnTo>
                  <a:pt x="609" y="354"/>
                </a:lnTo>
                <a:lnTo>
                  <a:pt x="614" y="356"/>
                </a:lnTo>
                <a:lnTo>
                  <a:pt x="616" y="357"/>
                </a:lnTo>
                <a:lnTo>
                  <a:pt x="616" y="358"/>
                </a:lnTo>
                <a:lnTo>
                  <a:pt x="615" y="360"/>
                </a:lnTo>
                <a:lnTo>
                  <a:pt x="615" y="361"/>
                </a:lnTo>
                <a:lnTo>
                  <a:pt x="616" y="361"/>
                </a:lnTo>
                <a:lnTo>
                  <a:pt x="617" y="362"/>
                </a:lnTo>
                <a:lnTo>
                  <a:pt x="618" y="362"/>
                </a:lnTo>
                <a:lnTo>
                  <a:pt x="619" y="362"/>
                </a:lnTo>
                <a:lnTo>
                  <a:pt x="621" y="364"/>
                </a:lnTo>
                <a:lnTo>
                  <a:pt x="624" y="366"/>
                </a:lnTo>
                <a:lnTo>
                  <a:pt x="624" y="365"/>
                </a:lnTo>
                <a:lnTo>
                  <a:pt x="624" y="366"/>
                </a:lnTo>
                <a:lnTo>
                  <a:pt x="626" y="367"/>
                </a:lnTo>
                <a:lnTo>
                  <a:pt x="633" y="377"/>
                </a:lnTo>
                <a:lnTo>
                  <a:pt x="633" y="378"/>
                </a:lnTo>
                <a:lnTo>
                  <a:pt x="633" y="379"/>
                </a:lnTo>
                <a:lnTo>
                  <a:pt x="633" y="380"/>
                </a:lnTo>
                <a:lnTo>
                  <a:pt x="634" y="380"/>
                </a:lnTo>
                <a:lnTo>
                  <a:pt x="634" y="381"/>
                </a:lnTo>
                <a:lnTo>
                  <a:pt x="635" y="382"/>
                </a:lnTo>
                <a:lnTo>
                  <a:pt x="635" y="383"/>
                </a:lnTo>
                <a:lnTo>
                  <a:pt x="636" y="383"/>
                </a:lnTo>
                <a:lnTo>
                  <a:pt x="636" y="384"/>
                </a:lnTo>
                <a:lnTo>
                  <a:pt x="637" y="384"/>
                </a:lnTo>
                <a:lnTo>
                  <a:pt x="637" y="385"/>
                </a:lnTo>
                <a:lnTo>
                  <a:pt x="637" y="386"/>
                </a:lnTo>
                <a:lnTo>
                  <a:pt x="638" y="387"/>
                </a:lnTo>
                <a:lnTo>
                  <a:pt x="639" y="388"/>
                </a:lnTo>
                <a:lnTo>
                  <a:pt x="639" y="389"/>
                </a:lnTo>
                <a:lnTo>
                  <a:pt x="640" y="390"/>
                </a:lnTo>
                <a:lnTo>
                  <a:pt x="641" y="392"/>
                </a:lnTo>
                <a:lnTo>
                  <a:pt x="642" y="393"/>
                </a:lnTo>
                <a:lnTo>
                  <a:pt x="642" y="394"/>
                </a:lnTo>
                <a:lnTo>
                  <a:pt x="642" y="395"/>
                </a:lnTo>
                <a:lnTo>
                  <a:pt x="641" y="398"/>
                </a:lnTo>
                <a:lnTo>
                  <a:pt x="640" y="398"/>
                </a:lnTo>
                <a:lnTo>
                  <a:pt x="639" y="398"/>
                </a:lnTo>
                <a:lnTo>
                  <a:pt x="639" y="399"/>
                </a:lnTo>
                <a:lnTo>
                  <a:pt x="638" y="400"/>
                </a:lnTo>
                <a:lnTo>
                  <a:pt x="639" y="403"/>
                </a:lnTo>
                <a:lnTo>
                  <a:pt x="638" y="407"/>
                </a:lnTo>
                <a:lnTo>
                  <a:pt x="637" y="407"/>
                </a:lnTo>
                <a:lnTo>
                  <a:pt x="636" y="407"/>
                </a:lnTo>
                <a:lnTo>
                  <a:pt x="632" y="407"/>
                </a:lnTo>
                <a:lnTo>
                  <a:pt x="631" y="407"/>
                </a:lnTo>
                <a:lnTo>
                  <a:pt x="629" y="407"/>
                </a:lnTo>
                <a:lnTo>
                  <a:pt x="628" y="406"/>
                </a:lnTo>
                <a:lnTo>
                  <a:pt x="625" y="406"/>
                </a:lnTo>
                <a:lnTo>
                  <a:pt x="624" y="406"/>
                </a:lnTo>
                <a:lnTo>
                  <a:pt x="623" y="406"/>
                </a:lnTo>
                <a:lnTo>
                  <a:pt x="622" y="405"/>
                </a:lnTo>
                <a:lnTo>
                  <a:pt x="620" y="405"/>
                </a:lnTo>
                <a:lnTo>
                  <a:pt x="619" y="405"/>
                </a:lnTo>
                <a:lnTo>
                  <a:pt x="618" y="404"/>
                </a:lnTo>
                <a:lnTo>
                  <a:pt x="616" y="404"/>
                </a:lnTo>
                <a:lnTo>
                  <a:pt x="615" y="404"/>
                </a:lnTo>
                <a:lnTo>
                  <a:pt x="612" y="403"/>
                </a:lnTo>
                <a:lnTo>
                  <a:pt x="611" y="404"/>
                </a:lnTo>
                <a:lnTo>
                  <a:pt x="610" y="403"/>
                </a:lnTo>
                <a:lnTo>
                  <a:pt x="609" y="403"/>
                </a:lnTo>
                <a:lnTo>
                  <a:pt x="608" y="403"/>
                </a:lnTo>
                <a:lnTo>
                  <a:pt x="607" y="403"/>
                </a:lnTo>
                <a:lnTo>
                  <a:pt x="608" y="403"/>
                </a:lnTo>
                <a:lnTo>
                  <a:pt x="608" y="404"/>
                </a:lnTo>
                <a:lnTo>
                  <a:pt x="606" y="403"/>
                </a:lnTo>
                <a:lnTo>
                  <a:pt x="605" y="403"/>
                </a:lnTo>
                <a:lnTo>
                  <a:pt x="603" y="402"/>
                </a:lnTo>
                <a:lnTo>
                  <a:pt x="601" y="401"/>
                </a:lnTo>
                <a:lnTo>
                  <a:pt x="600" y="401"/>
                </a:lnTo>
                <a:lnTo>
                  <a:pt x="600" y="400"/>
                </a:lnTo>
                <a:lnTo>
                  <a:pt x="599" y="400"/>
                </a:lnTo>
                <a:lnTo>
                  <a:pt x="597" y="400"/>
                </a:lnTo>
                <a:lnTo>
                  <a:pt x="597" y="399"/>
                </a:lnTo>
                <a:lnTo>
                  <a:pt x="596" y="399"/>
                </a:lnTo>
                <a:lnTo>
                  <a:pt x="595" y="399"/>
                </a:lnTo>
                <a:lnTo>
                  <a:pt x="594" y="399"/>
                </a:lnTo>
                <a:lnTo>
                  <a:pt x="593" y="399"/>
                </a:lnTo>
                <a:lnTo>
                  <a:pt x="591" y="399"/>
                </a:lnTo>
                <a:lnTo>
                  <a:pt x="590" y="399"/>
                </a:lnTo>
                <a:lnTo>
                  <a:pt x="590" y="398"/>
                </a:lnTo>
                <a:lnTo>
                  <a:pt x="589" y="398"/>
                </a:lnTo>
                <a:lnTo>
                  <a:pt x="588" y="398"/>
                </a:lnTo>
                <a:lnTo>
                  <a:pt x="587" y="397"/>
                </a:lnTo>
                <a:lnTo>
                  <a:pt x="586" y="396"/>
                </a:lnTo>
                <a:lnTo>
                  <a:pt x="585" y="396"/>
                </a:lnTo>
                <a:lnTo>
                  <a:pt x="585" y="395"/>
                </a:lnTo>
                <a:lnTo>
                  <a:pt x="586" y="395"/>
                </a:lnTo>
                <a:lnTo>
                  <a:pt x="585" y="394"/>
                </a:lnTo>
                <a:lnTo>
                  <a:pt x="585" y="393"/>
                </a:lnTo>
                <a:lnTo>
                  <a:pt x="584" y="393"/>
                </a:lnTo>
                <a:lnTo>
                  <a:pt x="583" y="392"/>
                </a:lnTo>
                <a:lnTo>
                  <a:pt x="582" y="392"/>
                </a:lnTo>
                <a:lnTo>
                  <a:pt x="582" y="391"/>
                </a:lnTo>
                <a:lnTo>
                  <a:pt x="580" y="389"/>
                </a:lnTo>
                <a:lnTo>
                  <a:pt x="578" y="388"/>
                </a:lnTo>
                <a:lnTo>
                  <a:pt x="576" y="388"/>
                </a:lnTo>
                <a:lnTo>
                  <a:pt x="575" y="388"/>
                </a:lnTo>
                <a:lnTo>
                  <a:pt x="573" y="387"/>
                </a:lnTo>
                <a:lnTo>
                  <a:pt x="572" y="387"/>
                </a:lnTo>
                <a:lnTo>
                  <a:pt x="571" y="387"/>
                </a:lnTo>
                <a:lnTo>
                  <a:pt x="570" y="388"/>
                </a:lnTo>
                <a:lnTo>
                  <a:pt x="567" y="390"/>
                </a:lnTo>
                <a:lnTo>
                  <a:pt x="566" y="390"/>
                </a:lnTo>
                <a:lnTo>
                  <a:pt x="564" y="392"/>
                </a:lnTo>
                <a:lnTo>
                  <a:pt x="563" y="393"/>
                </a:lnTo>
                <a:lnTo>
                  <a:pt x="562" y="394"/>
                </a:lnTo>
                <a:lnTo>
                  <a:pt x="561" y="395"/>
                </a:lnTo>
                <a:lnTo>
                  <a:pt x="560" y="396"/>
                </a:lnTo>
                <a:lnTo>
                  <a:pt x="559" y="397"/>
                </a:lnTo>
                <a:lnTo>
                  <a:pt x="559" y="398"/>
                </a:lnTo>
                <a:lnTo>
                  <a:pt x="558" y="399"/>
                </a:lnTo>
                <a:lnTo>
                  <a:pt x="557" y="400"/>
                </a:lnTo>
                <a:lnTo>
                  <a:pt x="556" y="401"/>
                </a:lnTo>
                <a:lnTo>
                  <a:pt x="554" y="404"/>
                </a:lnTo>
                <a:lnTo>
                  <a:pt x="553" y="404"/>
                </a:lnTo>
                <a:lnTo>
                  <a:pt x="553" y="405"/>
                </a:lnTo>
                <a:lnTo>
                  <a:pt x="554" y="405"/>
                </a:lnTo>
                <a:lnTo>
                  <a:pt x="554" y="406"/>
                </a:lnTo>
                <a:lnTo>
                  <a:pt x="555" y="406"/>
                </a:lnTo>
                <a:lnTo>
                  <a:pt x="556" y="407"/>
                </a:lnTo>
                <a:lnTo>
                  <a:pt x="557" y="408"/>
                </a:lnTo>
                <a:lnTo>
                  <a:pt x="558" y="408"/>
                </a:lnTo>
                <a:lnTo>
                  <a:pt x="561" y="410"/>
                </a:lnTo>
                <a:lnTo>
                  <a:pt x="562" y="410"/>
                </a:lnTo>
                <a:lnTo>
                  <a:pt x="563" y="411"/>
                </a:lnTo>
                <a:lnTo>
                  <a:pt x="565" y="412"/>
                </a:lnTo>
                <a:lnTo>
                  <a:pt x="566" y="413"/>
                </a:lnTo>
                <a:lnTo>
                  <a:pt x="567" y="413"/>
                </a:lnTo>
                <a:lnTo>
                  <a:pt x="568" y="414"/>
                </a:lnTo>
                <a:lnTo>
                  <a:pt x="569" y="414"/>
                </a:lnTo>
                <a:lnTo>
                  <a:pt x="570" y="415"/>
                </a:lnTo>
                <a:lnTo>
                  <a:pt x="571" y="416"/>
                </a:lnTo>
                <a:lnTo>
                  <a:pt x="572" y="416"/>
                </a:lnTo>
                <a:lnTo>
                  <a:pt x="575" y="419"/>
                </a:lnTo>
                <a:lnTo>
                  <a:pt x="576" y="419"/>
                </a:lnTo>
                <a:lnTo>
                  <a:pt x="576" y="420"/>
                </a:lnTo>
                <a:lnTo>
                  <a:pt x="577" y="420"/>
                </a:lnTo>
                <a:lnTo>
                  <a:pt x="577" y="421"/>
                </a:lnTo>
                <a:lnTo>
                  <a:pt x="579" y="422"/>
                </a:lnTo>
                <a:lnTo>
                  <a:pt x="579" y="423"/>
                </a:lnTo>
                <a:lnTo>
                  <a:pt x="580" y="423"/>
                </a:lnTo>
                <a:lnTo>
                  <a:pt x="581" y="424"/>
                </a:lnTo>
                <a:lnTo>
                  <a:pt x="582" y="425"/>
                </a:lnTo>
                <a:lnTo>
                  <a:pt x="583" y="425"/>
                </a:lnTo>
                <a:lnTo>
                  <a:pt x="587" y="427"/>
                </a:lnTo>
                <a:lnTo>
                  <a:pt x="588" y="427"/>
                </a:lnTo>
                <a:lnTo>
                  <a:pt x="587" y="428"/>
                </a:lnTo>
                <a:lnTo>
                  <a:pt x="586" y="429"/>
                </a:lnTo>
                <a:lnTo>
                  <a:pt x="586" y="430"/>
                </a:lnTo>
                <a:lnTo>
                  <a:pt x="584" y="432"/>
                </a:lnTo>
                <a:lnTo>
                  <a:pt x="583" y="434"/>
                </a:lnTo>
                <a:lnTo>
                  <a:pt x="582" y="434"/>
                </a:lnTo>
                <a:lnTo>
                  <a:pt x="581" y="434"/>
                </a:lnTo>
                <a:lnTo>
                  <a:pt x="581" y="435"/>
                </a:lnTo>
                <a:lnTo>
                  <a:pt x="581" y="434"/>
                </a:lnTo>
                <a:lnTo>
                  <a:pt x="580" y="434"/>
                </a:lnTo>
                <a:lnTo>
                  <a:pt x="580" y="435"/>
                </a:lnTo>
                <a:lnTo>
                  <a:pt x="580" y="436"/>
                </a:lnTo>
                <a:lnTo>
                  <a:pt x="579" y="436"/>
                </a:lnTo>
                <a:lnTo>
                  <a:pt x="578" y="436"/>
                </a:lnTo>
                <a:lnTo>
                  <a:pt x="577" y="437"/>
                </a:lnTo>
                <a:lnTo>
                  <a:pt x="576" y="437"/>
                </a:lnTo>
                <a:lnTo>
                  <a:pt x="576" y="438"/>
                </a:lnTo>
                <a:lnTo>
                  <a:pt x="574" y="439"/>
                </a:lnTo>
                <a:lnTo>
                  <a:pt x="574" y="438"/>
                </a:lnTo>
                <a:lnTo>
                  <a:pt x="574" y="437"/>
                </a:lnTo>
                <a:lnTo>
                  <a:pt x="573" y="437"/>
                </a:lnTo>
                <a:lnTo>
                  <a:pt x="573" y="438"/>
                </a:lnTo>
                <a:lnTo>
                  <a:pt x="572" y="438"/>
                </a:lnTo>
                <a:lnTo>
                  <a:pt x="572" y="439"/>
                </a:lnTo>
                <a:lnTo>
                  <a:pt x="571" y="439"/>
                </a:lnTo>
                <a:lnTo>
                  <a:pt x="570" y="439"/>
                </a:lnTo>
                <a:lnTo>
                  <a:pt x="570" y="440"/>
                </a:lnTo>
                <a:lnTo>
                  <a:pt x="569" y="441"/>
                </a:lnTo>
                <a:lnTo>
                  <a:pt x="568" y="442"/>
                </a:lnTo>
                <a:lnTo>
                  <a:pt x="568" y="443"/>
                </a:lnTo>
                <a:lnTo>
                  <a:pt x="567" y="443"/>
                </a:lnTo>
                <a:lnTo>
                  <a:pt x="567" y="444"/>
                </a:lnTo>
                <a:lnTo>
                  <a:pt x="566" y="444"/>
                </a:lnTo>
                <a:lnTo>
                  <a:pt x="566" y="443"/>
                </a:lnTo>
                <a:lnTo>
                  <a:pt x="566" y="444"/>
                </a:lnTo>
                <a:lnTo>
                  <a:pt x="564" y="445"/>
                </a:lnTo>
                <a:lnTo>
                  <a:pt x="564" y="446"/>
                </a:lnTo>
                <a:lnTo>
                  <a:pt x="565" y="446"/>
                </a:lnTo>
                <a:lnTo>
                  <a:pt x="566" y="446"/>
                </a:lnTo>
                <a:lnTo>
                  <a:pt x="567" y="447"/>
                </a:lnTo>
                <a:lnTo>
                  <a:pt x="566" y="447"/>
                </a:lnTo>
                <a:lnTo>
                  <a:pt x="565" y="447"/>
                </a:lnTo>
                <a:lnTo>
                  <a:pt x="565" y="448"/>
                </a:lnTo>
                <a:lnTo>
                  <a:pt x="566" y="449"/>
                </a:lnTo>
                <a:lnTo>
                  <a:pt x="565" y="450"/>
                </a:lnTo>
                <a:lnTo>
                  <a:pt x="565" y="451"/>
                </a:lnTo>
                <a:lnTo>
                  <a:pt x="565" y="452"/>
                </a:lnTo>
                <a:lnTo>
                  <a:pt x="566" y="452"/>
                </a:lnTo>
                <a:lnTo>
                  <a:pt x="565" y="453"/>
                </a:lnTo>
                <a:lnTo>
                  <a:pt x="563" y="454"/>
                </a:lnTo>
                <a:lnTo>
                  <a:pt x="562" y="454"/>
                </a:lnTo>
                <a:lnTo>
                  <a:pt x="562" y="455"/>
                </a:lnTo>
                <a:lnTo>
                  <a:pt x="563" y="455"/>
                </a:lnTo>
                <a:lnTo>
                  <a:pt x="562" y="455"/>
                </a:lnTo>
                <a:lnTo>
                  <a:pt x="562" y="456"/>
                </a:lnTo>
                <a:lnTo>
                  <a:pt x="562" y="457"/>
                </a:lnTo>
                <a:lnTo>
                  <a:pt x="563" y="457"/>
                </a:lnTo>
                <a:lnTo>
                  <a:pt x="563" y="458"/>
                </a:lnTo>
                <a:lnTo>
                  <a:pt x="564" y="458"/>
                </a:lnTo>
                <a:lnTo>
                  <a:pt x="565" y="458"/>
                </a:lnTo>
                <a:lnTo>
                  <a:pt x="565" y="459"/>
                </a:lnTo>
                <a:lnTo>
                  <a:pt x="565" y="460"/>
                </a:lnTo>
                <a:lnTo>
                  <a:pt x="565" y="461"/>
                </a:lnTo>
                <a:lnTo>
                  <a:pt x="565" y="462"/>
                </a:lnTo>
                <a:lnTo>
                  <a:pt x="565" y="463"/>
                </a:lnTo>
                <a:lnTo>
                  <a:pt x="566" y="463"/>
                </a:lnTo>
                <a:lnTo>
                  <a:pt x="566" y="462"/>
                </a:lnTo>
                <a:lnTo>
                  <a:pt x="567" y="462"/>
                </a:lnTo>
                <a:lnTo>
                  <a:pt x="567" y="463"/>
                </a:lnTo>
                <a:lnTo>
                  <a:pt x="568" y="463"/>
                </a:lnTo>
                <a:lnTo>
                  <a:pt x="568" y="464"/>
                </a:lnTo>
                <a:lnTo>
                  <a:pt x="569" y="465"/>
                </a:lnTo>
                <a:lnTo>
                  <a:pt x="569" y="466"/>
                </a:lnTo>
                <a:lnTo>
                  <a:pt x="568" y="466"/>
                </a:lnTo>
                <a:lnTo>
                  <a:pt x="568" y="467"/>
                </a:lnTo>
                <a:lnTo>
                  <a:pt x="567" y="466"/>
                </a:lnTo>
                <a:lnTo>
                  <a:pt x="566" y="466"/>
                </a:lnTo>
                <a:lnTo>
                  <a:pt x="565" y="466"/>
                </a:lnTo>
                <a:lnTo>
                  <a:pt x="565" y="465"/>
                </a:lnTo>
                <a:lnTo>
                  <a:pt x="564" y="466"/>
                </a:lnTo>
                <a:lnTo>
                  <a:pt x="564" y="467"/>
                </a:lnTo>
                <a:lnTo>
                  <a:pt x="563" y="467"/>
                </a:lnTo>
                <a:lnTo>
                  <a:pt x="564" y="467"/>
                </a:lnTo>
                <a:lnTo>
                  <a:pt x="563" y="467"/>
                </a:lnTo>
                <a:lnTo>
                  <a:pt x="562" y="466"/>
                </a:lnTo>
                <a:lnTo>
                  <a:pt x="562" y="465"/>
                </a:lnTo>
                <a:lnTo>
                  <a:pt x="561" y="465"/>
                </a:lnTo>
                <a:lnTo>
                  <a:pt x="561" y="466"/>
                </a:lnTo>
                <a:lnTo>
                  <a:pt x="561" y="467"/>
                </a:lnTo>
                <a:lnTo>
                  <a:pt x="561" y="468"/>
                </a:lnTo>
                <a:lnTo>
                  <a:pt x="560" y="468"/>
                </a:lnTo>
                <a:lnTo>
                  <a:pt x="560" y="469"/>
                </a:lnTo>
                <a:lnTo>
                  <a:pt x="559" y="469"/>
                </a:lnTo>
                <a:lnTo>
                  <a:pt x="559" y="471"/>
                </a:lnTo>
                <a:lnTo>
                  <a:pt x="559" y="472"/>
                </a:lnTo>
                <a:lnTo>
                  <a:pt x="559" y="471"/>
                </a:lnTo>
                <a:lnTo>
                  <a:pt x="560" y="472"/>
                </a:lnTo>
                <a:lnTo>
                  <a:pt x="560" y="473"/>
                </a:lnTo>
                <a:lnTo>
                  <a:pt x="559" y="473"/>
                </a:lnTo>
                <a:lnTo>
                  <a:pt x="560" y="473"/>
                </a:lnTo>
                <a:lnTo>
                  <a:pt x="560" y="474"/>
                </a:lnTo>
                <a:lnTo>
                  <a:pt x="560" y="475"/>
                </a:lnTo>
                <a:lnTo>
                  <a:pt x="561" y="477"/>
                </a:lnTo>
                <a:lnTo>
                  <a:pt x="561" y="478"/>
                </a:lnTo>
                <a:lnTo>
                  <a:pt x="562" y="479"/>
                </a:lnTo>
                <a:lnTo>
                  <a:pt x="561" y="479"/>
                </a:lnTo>
                <a:lnTo>
                  <a:pt x="562" y="480"/>
                </a:lnTo>
                <a:lnTo>
                  <a:pt x="562" y="481"/>
                </a:lnTo>
                <a:lnTo>
                  <a:pt x="563" y="481"/>
                </a:lnTo>
                <a:lnTo>
                  <a:pt x="563" y="482"/>
                </a:lnTo>
                <a:lnTo>
                  <a:pt x="562" y="483"/>
                </a:lnTo>
                <a:lnTo>
                  <a:pt x="562" y="484"/>
                </a:lnTo>
                <a:lnTo>
                  <a:pt x="561" y="484"/>
                </a:lnTo>
                <a:lnTo>
                  <a:pt x="561" y="483"/>
                </a:lnTo>
                <a:lnTo>
                  <a:pt x="561" y="484"/>
                </a:lnTo>
                <a:lnTo>
                  <a:pt x="560" y="484"/>
                </a:lnTo>
                <a:lnTo>
                  <a:pt x="559" y="484"/>
                </a:lnTo>
                <a:lnTo>
                  <a:pt x="560" y="484"/>
                </a:lnTo>
                <a:lnTo>
                  <a:pt x="559" y="484"/>
                </a:lnTo>
                <a:lnTo>
                  <a:pt x="559" y="485"/>
                </a:lnTo>
                <a:lnTo>
                  <a:pt x="560" y="485"/>
                </a:lnTo>
                <a:lnTo>
                  <a:pt x="559" y="486"/>
                </a:lnTo>
                <a:lnTo>
                  <a:pt x="558" y="485"/>
                </a:lnTo>
                <a:lnTo>
                  <a:pt x="558" y="486"/>
                </a:lnTo>
                <a:lnTo>
                  <a:pt x="557" y="486"/>
                </a:lnTo>
                <a:lnTo>
                  <a:pt x="557" y="487"/>
                </a:lnTo>
                <a:lnTo>
                  <a:pt x="556" y="487"/>
                </a:lnTo>
                <a:lnTo>
                  <a:pt x="555" y="487"/>
                </a:lnTo>
                <a:lnTo>
                  <a:pt x="554" y="487"/>
                </a:lnTo>
                <a:lnTo>
                  <a:pt x="553" y="488"/>
                </a:lnTo>
                <a:lnTo>
                  <a:pt x="552" y="487"/>
                </a:lnTo>
                <a:lnTo>
                  <a:pt x="551" y="487"/>
                </a:lnTo>
                <a:lnTo>
                  <a:pt x="550" y="487"/>
                </a:lnTo>
                <a:lnTo>
                  <a:pt x="547" y="487"/>
                </a:lnTo>
                <a:lnTo>
                  <a:pt x="547" y="488"/>
                </a:lnTo>
                <a:lnTo>
                  <a:pt x="546" y="488"/>
                </a:lnTo>
                <a:lnTo>
                  <a:pt x="545" y="488"/>
                </a:lnTo>
                <a:lnTo>
                  <a:pt x="545" y="489"/>
                </a:lnTo>
                <a:lnTo>
                  <a:pt x="544" y="489"/>
                </a:lnTo>
                <a:lnTo>
                  <a:pt x="543" y="489"/>
                </a:lnTo>
                <a:lnTo>
                  <a:pt x="542" y="489"/>
                </a:lnTo>
                <a:lnTo>
                  <a:pt x="542" y="490"/>
                </a:lnTo>
                <a:lnTo>
                  <a:pt x="541" y="490"/>
                </a:lnTo>
                <a:lnTo>
                  <a:pt x="541" y="491"/>
                </a:lnTo>
                <a:lnTo>
                  <a:pt x="541" y="492"/>
                </a:lnTo>
                <a:lnTo>
                  <a:pt x="541" y="493"/>
                </a:lnTo>
                <a:lnTo>
                  <a:pt x="540" y="493"/>
                </a:lnTo>
                <a:lnTo>
                  <a:pt x="540" y="494"/>
                </a:lnTo>
                <a:lnTo>
                  <a:pt x="541" y="494"/>
                </a:lnTo>
                <a:lnTo>
                  <a:pt x="542" y="494"/>
                </a:lnTo>
                <a:lnTo>
                  <a:pt x="543" y="494"/>
                </a:lnTo>
                <a:lnTo>
                  <a:pt x="544" y="494"/>
                </a:lnTo>
                <a:lnTo>
                  <a:pt x="545" y="495"/>
                </a:lnTo>
                <a:lnTo>
                  <a:pt x="546" y="495"/>
                </a:lnTo>
                <a:lnTo>
                  <a:pt x="546" y="496"/>
                </a:lnTo>
                <a:lnTo>
                  <a:pt x="545" y="497"/>
                </a:lnTo>
                <a:lnTo>
                  <a:pt x="545" y="498"/>
                </a:lnTo>
                <a:lnTo>
                  <a:pt x="545" y="499"/>
                </a:lnTo>
                <a:lnTo>
                  <a:pt x="546" y="499"/>
                </a:lnTo>
                <a:lnTo>
                  <a:pt x="546" y="500"/>
                </a:lnTo>
                <a:lnTo>
                  <a:pt x="546" y="501"/>
                </a:lnTo>
                <a:lnTo>
                  <a:pt x="547" y="501"/>
                </a:lnTo>
                <a:lnTo>
                  <a:pt x="547" y="502"/>
                </a:lnTo>
                <a:lnTo>
                  <a:pt x="547" y="503"/>
                </a:lnTo>
                <a:lnTo>
                  <a:pt x="547" y="504"/>
                </a:lnTo>
                <a:lnTo>
                  <a:pt x="546" y="504"/>
                </a:lnTo>
                <a:lnTo>
                  <a:pt x="546" y="505"/>
                </a:lnTo>
                <a:lnTo>
                  <a:pt x="546" y="506"/>
                </a:lnTo>
                <a:lnTo>
                  <a:pt x="545" y="506"/>
                </a:lnTo>
                <a:lnTo>
                  <a:pt x="545" y="507"/>
                </a:lnTo>
                <a:lnTo>
                  <a:pt x="544" y="507"/>
                </a:lnTo>
                <a:lnTo>
                  <a:pt x="544" y="508"/>
                </a:lnTo>
                <a:lnTo>
                  <a:pt x="543" y="508"/>
                </a:lnTo>
                <a:lnTo>
                  <a:pt x="542" y="508"/>
                </a:lnTo>
                <a:lnTo>
                  <a:pt x="541" y="508"/>
                </a:lnTo>
                <a:lnTo>
                  <a:pt x="541" y="507"/>
                </a:lnTo>
                <a:lnTo>
                  <a:pt x="540" y="507"/>
                </a:lnTo>
                <a:lnTo>
                  <a:pt x="539" y="507"/>
                </a:lnTo>
                <a:lnTo>
                  <a:pt x="538" y="507"/>
                </a:lnTo>
                <a:lnTo>
                  <a:pt x="537" y="507"/>
                </a:lnTo>
                <a:lnTo>
                  <a:pt x="536" y="507"/>
                </a:lnTo>
                <a:lnTo>
                  <a:pt x="535" y="508"/>
                </a:lnTo>
                <a:lnTo>
                  <a:pt x="534" y="508"/>
                </a:lnTo>
                <a:lnTo>
                  <a:pt x="534" y="509"/>
                </a:lnTo>
                <a:lnTo>
                  <a:pt x="533" y="509"/>
                </a:lnTo>
                <a:lnTo>
                  <a:pt x="533" y="510"/>
                </a:lnTo>
                <a:lnTo>
                  <a:pt x="534" y="511"/>
                </a:lnTo>
                <a:lnTo>
                  <a:pt x="533" y="511"/>
                </a:lnTo>
                <a:lnTo>
                  <a:pt x="532" y="512"/>
                </a:lnTo>
                <a:lnTo>
                  <a:pt x="531" y="513"/>
                </a:lnTo>
                <a:lnTo>
                  <a:pt x="531" y="514"/>
                </a:lnTo>
                <a:lnTo>
                  <a:pt x="531" y="513"/>
                </a:lnTo>
                <a:lnTo>
                  <a:pt x="530" y="513"/>
                </a:lnTo>
                <a:lnTo>
                  <a:pt x="529" y="513"/>
                </a:lnTo>
                <a:lnTo>
                  <a:pt x="527" y="513"/>
                </a:lnTo>
                <a:lnTo>
                  <a:pt x="527" y="514"/>
                </a:lnTo>
                <a:lnTo>
                  <a:pt x="526" y="514"/>
                </a:lnTo>
                <a:lnTo>
                  <a:pt x="526" y="513"/>
                </a:lnTo>
                <a:lnTo>
                  <a:pt x="526" y="514"/>
                </a:lnTo>
                <a:lnTo>
                  <a:pt x="525" y="514"/>
                </a:lnTo>
                <a:lnTo>
                  <a:pt x="525" y="515"/>
                </a:lnTo>
                <a:lnTo>
                  <a:pt x="525" y="516"/>
                </a:lnTo>
                <a:lnTo>
                  <a:pt x="526" y="516"/>
                </a:lnTo>
                <a:lnTo>
                  <a:pt x="527" y="517"/>
                </a:lnTo>
                <a:lnTo>
                  <a:pt x="528" y="517"/>
                </a:lnTo>
                <a:lnTo>
                  <a:pt x="528" y="518"/>
                </a:lnTo>
                <a:lnTo>
                  <a:pt x="528" y="519"/>
                </a:lnTo>
                <a:lnTo>
                  <a:pt x="529" y="519"/>
                </a:lnTo>
                <a:lnTo>
                  <a:pt x="529" y="520"/>
                </a:lnTo>
                <a:lnTo>
                  <a:pt x="529" y="521"/>
                </a:lnTo>
                <a:lnTo>
                  <a:pt x="529" y="522"/>
                </a:lnTo>
                <a:lnTo>
                  <a:pt x="529" y="523"/>
                </a:lnTo>
                <a:lnTo>
                  <a:pt x="529" y="524"/>
                </a:lnTo>
                <a:lnTo>
                  <a:pt x="528" y="524"/>
                </a:lnTo>
                <a:lnTo>
                  <a:pt x="528" y="525"/>
                </a:lnTo>
                <a:lnTo>
                  <a:pt x="528" y="526"/>
                </a:lnTo>
                <a:lnTo>
                  <a:pt x="527" y="526"/>
                </a:lnTo>
                <a:lnTo>
                  <a:pt x="527" y="525"/>
                </a:lnTo>
                <a:lnTo>
                  <a:pt x="526" y="525"/>
                </a:lnTo>
                <a:lnTo>
                  <a:pt x="525" y="526"/>
                </a:lnTo>
                <a:lnTo>
                  <a:pt x="525" y="527"/>
                </a:lnTo>
                <a:lnTo>
                  <a:pt x="525" y="528"/>
                </a:lnTo>
                <a:lnTo>
                  <a:pt x="524" y="528"/>
                </a:lnTo>
                <a:lnTo>
                  <a:pt x="524" y="527"/>
                </a:lnTo>
                <a:lnTo>
                  <a:pt x="524" y="528"/>
                </a:lnTo>
                <a:lnTo>
                  <a:pt x="524" y="529"/>
                </a:lnTo>
                <a:lnTo>
                  <a:pt x="524" y="530"/>
                </a:lnTo>
                <a:lnTo>
                  <a:pt x="523" y="530"/>
                </a:lnTo>
                <a:lnTo>
                  <a:pt x="523" y="529"/>
                </a:lnTo>
                <a:lnTo>
                  <a:pt x="522" y="529"/>
                </a:lnTo>
                <a:lnTo>
                  <a:pt x="521" y="529"/>
                </a:lnTo>
                <a:lnTo>
                  <a:pt x="520" y="529"/>
                </a:lnTo>
                <a:lnTo>
                  <a:pt x="520" y="530"/>
                </a:lnTo>
                <a:lnTo>
                  <a:pt x="519" y="530"/>
                </a:lnTo>
                <a:lnTo>
                  <a:pt x="518" y="530"/>
                </a:lnTo>
                <a:lnTo>
                  <a:pt x="517" y="530"/>
                </a:lnTo>
                <a:lnTo>
                  <a:pt x="516" y="530"/>
                </a:lnTo>
                <a:lnTo>
                  <a:pt x="516" y="531"/>
                </a:lnTo>
                <a:lnTo>
                  <a:pt x="515" y="532"/>
                </a:lnTo>
                <a:lnTo>
                  <a:pt x="514" y="533"/>
                </a:lnTo>
                <a:lnTo>
                  <a:pt x="514" y="534"/>
                </a:lnTo>
                <a:lnTo>
                  <a:pt x="514" y="535"/>
                </a:lnTo>
                <a:lnTo>
                  <a:pt x="513" y="535"/>
                </a:lnTo>
                <a:lnTo>
                  <a:pt x="513" y="536"/>
                </a:lnTo>
                <a:lnTo>
                  <a:pt x="513" y="537"/>
                </a:lnTo>
                <a:lnTo>
                  <a:pt x="512" y="537"/>
                </a:lnTo>
                <a:lnTo>
                  <a:pt x="512" y="538"/>
                </a:lnTo>
                <a:lnTo>
                  <a:pt x="512" y="539"/>
                </a:lnTo>
                <a:lnTo>
                  <a:pt x="511" y="540"/>
                </a:lnTo>
                <a:lnTo>
                  <a:pt x="511" y="541"/>
                </a:lnTo>
                <a:lnTo>
                  <a:pt x="511" y="542"/>
                </a:lnTo>
                <a:lnTo>
                  <a:pt x="510" y="542"/>
                </a:lnTo>
                <a:lnTo>
                  <a:pt x="510" y="543"/>
                </a:lnTo>
                <a:lnTo>
                  <a:pt x="510" y="544"/>
                </a:lnTo>
                <a:lnTo>
                  <a:pt x="509" y="544"/>
                </a:lnTo>
                <a:lnTo>
                  <a:pt x="508" y="544"/>
                </a:lnTo>
                <a:lnTo>
                  <a:pt x="508" y="543"/>
                </a:lnTo>
                <a:lnTo>
                  <a:pt x="507" y="543"/>
                </a:lnTo>
                <a:lnTo>
                  <a:pt x="507" y="542"/>
                </a:lnTo>
                <a:lnTo>
                  <a:pt x="506" y="542"/>
                </a:lnTo>
                <a:lnTo>
                  <a:pt x="506" y="541"/>
                </a:lnTo>
                <a:lnTo>
                  <a:pt x="506" y="540"/>
                </a:lnTo>
                <a:lnTo>
                  <a:pt x="506" y="539"/>
                </a:lnTo>
                <a:lnTo>
                  <a:pt x="506" y="538"/>
                </a:lnTo>
                <a:lnTo>
                  <a:pt x="505" y="538"/>
                </a:lnTo>
                <a:lnTo>
                  <a:pt x="504" y="538"/>
                </a:lnTo>
                <a:lnTo>
                  <a:pt x="504" y="537"/>
                </a:lnTo>
                <a:lnTo>
                  <a:pt x="503" y="537"/>
                </a:lnTo>
                <a:lnTo>
                  <a:pt x="503" y="536"/>
                </a:lnTo>
                <a:lnTo>
                  <a:pt x="503" y="534"/>
                </a:lnTo>
                <a:lnTo>
                  <a:pt x="502" y="534"/>
                </a:lnTo>
                <a:lnTo>
                  <a:pt x="502" y="533"/>
                </a:lnTo>
                <a:lnTo>
                  <a:pt x="501" y="533"/>
                </a:lnTo>
                <a:lnTo>
                  <a:pt x="500" y="532"/>
                </a:lnTo>
                <a:lnTo>
                  <a:pt x="501" y="531"/>
                </a:lnTo>
                <a:lnTo>
                  <a:pt x="502" y="531"/>
                </a:lnTo>
                <a:lnTo>
                  <a:pt x="501" y="530"/>
                </a:lnTo>
                <a:lnTo>
                  <a:pt x="500" y="529"/>
                </a:lnTo>
                <a:lnTo>
                  <a:pt x="499" y="528"/>
                </a:lnTo>
                <a:lnTo>
                  <a:pt x="499" y="527"/>
                </a:lnTo>
                <a:lnTo>
                  <a:pt x="499" y="526"/>
                </a:lnTo>
                <a:lnTo>
                  <a:pt x="498" y="525"/>
                </a:lnTo>
                <a:lnTo>
                  <a:pt x="499" y="525"/>
                </a:lnTo>
                <a:lnTo>
                  <a:pt x="499" y="524"/>
                </a:lnTo>
                <a:lnTo>
                  <a:pt x="498" y="524"/>
                </a:lnTo>
                <a:lnTo>
                  <a:pt x="497" y="523"/>
                </a:lnTo>
                <a:lnTo>
                  <a:pt x="497" y="524"/>
                </a:lnTo>
                <a:lnTo>
                  <a:pt x="497" y="525"/>
                </a:lnTo>
                <a:lnTo>
                  <a:pt x="497" y="526"/>
                </a:lnTo>
                <a:lnTo>
                  <a:pt x="498" y="526"/>
                </a:lnTo>
                <a:lnTo>
                  <a:pt x="498" y="527"/>
                </a:lnTo>
                <a:lnTo>
                  <a:pt x="497" y="527"/>
                </a:lnTo>
                <a:lnTo>
                  <a:pt x="496" y="528"/>
                </a:lnTo>
                <a:lnTo>
                  <a:pt x="495" y="529"/>
                </a:lnTo>
                <a:lnTo>
                  <a:pt x="494" y="529"/>
                </a:lnTo>
                <a:lnTo>
                  <a:pt x="493" y="529"/>
                </a:lnTo>
                <a:lnTo>
                  <a:pt x="493" y="530"/>
                </a:lnTo>
                <a:lnTo>
                  <a:pt x="492" y="530"/>
                </a:lnTo>
                <a:lnTo>
                  <a:pt x="492" y="531"/>
                </a:lnTo>
                <a:lnTo>
                  <a:pt x="492" y="530"/>
                </a:lnTo>
                <a:lnTo>
                  <a:pt x="491" y="530"/>
                </a:lnTo>
                <a:lnTo>
                  <a:pt x="491" y="529"/>
                </a:lnTo>
                <a:lnTo>
                  <a:pt x="491" y="528"/>
                </a:lnTo>
                <a:lnTo>
                  <a:pt x="490" y="527"/>
                </a:lnTo>
                <a:lnTo>
                  <a:pt x="491" y="527"/>
                </a:lnTo>
                <a:lnTo>
                  <a:pt x="491" y="526"/>
                </a:lnTo>
                <a:lnTo>
                  <a:pt x="490" y="526"/>
                </a:lnTo>
                <a:lnTo>
                  <a:pt x="490" y="525"/>
                </a:lnTo>
                <a:lnTo>
                  <a:pt x="491" y="525"/>
                </a:lnTo>
                <a:lnTo>
                  <a:pt x="490" y="524"/>
                </a:lnTo>
                <a:lnTo>
                  <a:pt x="491" y="523"/>
                </a:lnTo>
                <a:lnTo>
                  <a:pt x="491" y="522"/>
                </a:lnTo>
                <a:lnTo>
                  <a:pt x="490" y="522"/>
                </a:lnTo>
                <a:lnTo>
                  <a:pt x="490" y="523"/>
                </a:lnTo>
                <a:lnTo>
                  <a:pt x="487" y="524"/>
                </a:lnTo>
                <a:lnTo>
                  <a:pt x="486" y="524"/>
                </a:lnTo>
                <a:lnTo>
                  <a:pt x="486" y="525"/>
                </a:lnTo>
                <a:lnTo>
                  <a:pt x="484" y="525"/>
                </a:lnTo>
                <a:lnTo>
                  <a:pt x="483" y="525"/>
                </a:lnTo>
                <a:lnTo>
                  <a:pt x="482" y="526"/>
                </a:lnTo>
                <a:lnTo>
                  <a:pt x="481" y="526"/>
                </a:lnTo>
                <a:lnTo>
                  <a:pt x="480" y="526"/>
                </a:lnTo>
                <a:lnTo>
                  <a:pt x="479" y="526"/>
                </a:lnTo>
                <a:lnTo>
                  <a:pt x="479" y="527"/>
                </a:lnTo>
                <a:lnTo>
                  <a:pt x="477" y="527"/>
                </a:lnTo>
                <a:lnTo>
                  <a:pt x="467" y="527"/>
                </a:lnTo>
                <a:lnTo>
                  <a:pt x="466" y="526"/>
                </a:lnTo>
                <a:lnTo>
                  <a:pt x="465" y="526"/>
                </a:lnTo>
                <a:lnTo>
                  <a:pt x="463" y="525"/>
                </a:lnTo>
                <a:lnTo>
                  <a:pt x="462" y="525"/>
                </a:lnTo>
                <a:lnTo>
                  <a:pt x="462" y="524"/>
                </a:lnTo>
                <a:lnTo>
                  <a:pt x="461" y="523"/>
                </a:lnTo>
                <a:lnTo>
                  <a:pt x="460" y="523"/>
                </a:lnTo>
                <a:lnTo>
                  <a:pt x="460" y="522"/>
                </a:lnTo>
                <a:lnTo>
                  <a:pt x="459" y="522"/>
                </a:lnTo>
                <a:lnTo>
                  <a:pt x="458" y="522"/>
                </a:lnTo>
                <a:lnTo>
                  <a:pt x="458" y="521"/>
                </a:lnTo>
                <a:lnTo>
                  <a:pt x="457" y="521"/>
                </a:lnTo>
                <a:lnTo>
                  <a:pt x="456" y="520"/>
                </a:lnTo>
                <a:lnTo>
                  <a:pt x="455" y="519"/>
                </a:lnTo>
                <a:lnTo>
                  <a:pt x="454" y="519"/>
                </a:lnTo>
                <a:lnTo>
                  <a:pt x="453" y="519"/>
                </a:lnTo>
                <a:lnTo>
                  <a:pt x="452" y="519"/>
                </a:lnTo>
                <a:lnTo>
                  <a:pt x="451" y="519"/>
                </a:lnTo>
                <a:lnTo>
                  <a:pt x="451" y="518"/>
                </a:lnTo>
                <a:lnTo>
                  <a:pt x="450" y="518"/>
                </a:lnTo>
                <a:lnTo>
                  <a:pt x="449" y="517"/>
                </a:lnTo>
                <a:lnTo>
                  <a:pt x="448" y="515"/>
                </a:lnTo>
                <a:lnTo>
                  <a:pt x="447" y="514"/>
                </a:lnTo>
                <a:lnTo>
                  <a:pt x="447" y="513"/>
                </a:lnTo>
                <a:lnTo>
                  <a:pt x="446" y="513"/>
                </a:lnTo>
                <a:lnTo>
                  <a:pt x="446" y="512"/>
                </a:lnTo>
                <a:lnTo>
                  <a:pt x="444" y="510"/>
                </a:lnTo>
                <a:lnTo>
                  <a:pt x="443" y="510"/>
                </a:lnTo>
                <a:lnTo>
                  <a:pt x="442" y="509"/>
                </a:lnTo>
                <a:lnTo>
                  <a:pt x="442" y="508"/>
                </a:lnTo>
                <a:lnTo>
                  <a:pt x="442" y="507"/>
                </a:lnTo>
                <a:lnTo>
                  <a:pt x="441" y="505"/>
                </a:lnTo>
                <a:lnTo>
                  <a:pt x="441" y="504"/>
                </a:lnTo>
                <a:lnTo>
                  <a:pt x="441" y="503"/>
                </a:lnTo>
                <a:lnTo>
                  <a:pt x="439" y="503"/>
                </a:lnTo>
                <a:lnTo>
                  <a:pt x="439" y="502"/>
                </a:lnTo>
                <a:lnTo>
                  <a:pt x="438" y="502"/>
                </a:lnTo>
                <a:lnTo>
                  <a:pt x="438" y="501"/>
                </a:lnTo>
                <a:lnTo>
                  <a:pt x="438" y="500"/>
                </a:lnTo>
                <a:lnTo>
                  <a:pt x="438" y="501"/>
                </a:lnTo>
                <a:lnTo>
                  <a:pt x="437" y="501"/>
                </a:lnTo>
                <a:lnTo>
                  <a:pt x="436" y="501"/>
                </a:lnTo>
                <a:lnTo>
                  <a:pt x="436" y="502"/>
                </a:lnTo>
                <a:lnTo>
                  <a:pt x="435" y="502"/>
                </a:lnTo>
                <a:lnTo>
                  <a:pt x="434" y="502"/>
                </a:lnTo>
                <a:lnTo>
                  <a:pt x="433" y="502"/>
                </a:lnTo>
                <a:lnTo>
                  <a:pt x="432" y="502"/>
                </a:lnTo>
                <a:lnTo>
                  <a:pt x="431" y="502"/>
                </a:lnTo>
                <a:lnTo>
                  <a:pt x="430" y="502"/>
                </a:lnTo>
                <a:lnTo>
                  <a:pt x="429" y="502"/>
                </a:lnTo>
                <a:lnTo>
                  <a:pt x="428" y="502"/>
                </a:lnTo>
                <a:lnTo>
                  <a:pt x="427" y="502"/>
                </a:lnTo>
                <a:lnTo>
                  <a:pt x="427" y="503"/>
                </a:lnTo>
                <a:lnTo>
                  <a:pt x="428" y="503"/>
                </a:lnTo>
                <a:lnTo>
                  <a:pt x="429" y="503"/>
                </a:lnTo>
                <a:lnTo>
                  <a:pt x="428" y="504"/>
                </a:lnTo>
                <a:lnTo>
                  <a:pt x="428" y="505"/>
                </a:lnTo>
                <a:lnTo>
                  <a:pt x="427" y="505"/>
                </a:lnTo>
                <a:lnTo>
                  <a:pt x="426" y="505"/>
                </a:lnTo>
                <a:lnTo>
                  <a:pt x="426" y="504"/>
                </a:lnTo>
                <a:lnTo>
                  <a:pt x="425" y="504"/>
                </a:lnTo>
                <a:lnTo>
                  <a:pt x="425" y="505"/>
                </a:lnTo>
                <a:lnTo>
                  <a:pt x="424" y="505"/>
                </a:lnTo>
                <a:lnTo>
                  <a:pt x="424" y="504"/>
                </a:lnTo>
                <a:lnTo>
                  <a:pt x="425" y="503"/>
                </a:lnTo>
                <a:lnTo>
                  <a:pt x="424" y="502"/>
                </a:lnTo>
                <a:lnTo>
                  <a:pt x="423" y="502"/>
                </a:lnTo>
                <a:lnTo>
                  <a:pt x="422" y="502"/>
                </a:lnTo>
                <a:lnTo>
                  <a:pt x="421" y="502"/>
                </a:lnTo>
                <a:lnTo>
                  <a:pt x="421" y="503"/>
                </a:lnTo>
                <a:lnTo>
                  <a:pt x="420" y="503"/>
                </a:lnTo>
                <a:lnTo>
                  <a:pt x="420" y="504"/>
                </a:lnTo>
                <a:lnTo>
                  <a:pt x="419" y="504"/>
                </a:lnTo>
                <a:lnTo>
                  <a:pt x="419" y="503"/>
                </a:lnTo>
                <a:lnTo>
                  <a:pt x="418" y="504"/>
                </a:lnTo>
                <a:lnTo>
                  <a:pt x="417" y="504"/>
                </a:lnTo>
                <a:lnTo>
                  <a:pt x="416" y="504"/>
                </a:lnTo>
                <a:lnTo>
                  <a:pt x="416" y="505"/>
                </a:lnTo>
                <a:lnTo>
                  <a:pt x="416" y="506"/>
                </a:lnTo>
                <a:lnTo>
                  <a:pt x="415" y="507"/>
                </a:lnTo>
                <a:lnTo>
                  <a:pt x="414" y="506"/>
                </a:lnTo>
                <a:lnTo>
                  <a:pt x="413" y="506"/>
                </a:lnTo>
                <a:lnTo>
                  <a:pt x="413" y="505"/>
                </a:lnTo>
                <a:lnTo>
                  <a:pt x="412" y="505"/>
                </a:lnTo>
                <a:lnTo>
                  <a:pt x="412" y="506"/>
                </a:lnTo>
                <a:lnTo>
                  <a:pt x="411" y="505"/>
                </a:lnTo>
                <a:lnTo>
                  <a:pt x="411" y="506"/>
                </a:lnTo>
                <a:lnTo>
                  <a:pt x="410" y="507"/>
                </a:lnTo>
                <a:lnTo>
                  <a:pt x="409" y="507"/>
                </a:lnTo>
                <a:lnTo>
                  <a:pt x="409" y="508"/>
                </a:lnTo>
                <a:lnTo>
                  <a:pt x="409" y="509"/>
                </a:lnTo>
                <a:lnTo>
                  <a:pt x="409" y="510"/>
                </a:lnTo>
                <a:lnTo>
                  <a:pt x="409" y="509"/>
                </a:lnTo>
                <a:lnTo>
                  <a:pt x="410" y="509"/>
                </a:lnTo>
                <a:lnTo>
                  <a:pt x="410" y="510"/>
                </a:lnTo>
                <a:lnTo>
                  <a:pt x="409" y="510"/>
                </a:lnTo>
                <a:lnTo>
                  <a:pt x="408" y="510"/>
                </a:lnTo>
                <a:lnTo>
                  <a:pt x="408" y="511"/>
                </a:lnTo>
                <a:lnTo>
                  <a:pt x="407" y="511"/>
                </a:lnTo>
                <a:lnTo>
                  <a:pt x="407" y="510"/>
                </a:lnTo>
                <a:lnTo>
                  <a:pt x="406" y="511"/>
                </a:lnTo>
                <a:lnTo>
                  <a:pt x="406" y="512"/>
                </a:lnTo>
                <a:lnTo>
                  <a:pt x="405" y="512"/>
                </a:lnTo>
                <a:lnTo>
                  <a:pt x="405" y="513"/>
                </a:lnTo>
                <a:lnTo>
                  <a:pt x="406" y="513"/>
                </a:lnTo>
                <a:lnTo>
                  <a:pt x="406" y="514"/>
                </a:lnTo>
                <a:lnTo>
                  <a:pt x="405" y="513"/>
                </a:lnTo>
                <a:lnTo>
                  <a:pt x="404" y="513"/>
                </a:lnTo>
                <a:lnTo>
                  <a:pt x="404" y="514"/>
                </a:lnTo>
                <a:lnTo>
                  <a:pt x="404" y="515"/>
                </a:lnTo>
                <a:lnTo>
                  <a:pt x="404" y="514"/>
                </a:lnTo>
                <a:lnTo>
                  <a:pt x="403" y="513"/>
                </a:lnTo>
                <a:lnTo>
                  <a:pt x="403" y="514"/>
                </a:lnTo>
                <a:lnTo>
                  <a:pt x="402" y="514"/>
                </a:lnTo>
                <a:lnTo>
                  <a:pt x="402" y="513"/>
                </a:lnTo>
                <a:lnTo>
                  <a:pt x="401" y="512"/>
                </a:lnTo>
                <a:lnTo>
                  <a:pt x="402" y="512"/>
                </a:lnTo>
                <a:lnTo>
                  <a:pt x="402" y="511"/>
                </a:lnTo>
                <a:lnTo>
                  <a:pt x="401" y="511"/>
                </a:lnTo>
                <a:lnTo>
                  <a:pt x="400" y="511"/>
                </a:lnTo>
                <a:lnTo>
                  <a:pt x="400" y="510"/>
                </a:lnTo>
                <a:lnTo>
                  <a:pt x="399" y="510"/>
                </a:lnTo>
                <a:lnTo>
                  <a:pt x="399" y="509"/>
                </a:lnTo>
                <a:lnTo>
                  <a:pt x="399" y="510"/>
                </a:lnTo>
                <a:lnTo>
                  <a:pt x="398" y="510"/>
                </a:lnTo>
                <a:lnTo>
                  <a:pt x="398" y="509"/>
                </a:lnTo>
                <a:lnTo>
                  <a:pt x="397" y="509"/>
                </a:lnTo>
                <a:lnTo>
                  <a:pt x="397" y="508"/>
                </a:lnTo>
                <a:lnTo>
                  <a:pt x="396" y="508"/>
                </a:lnTo>
                <a:lnTo>
                  <a:pt x="395" y="509"/>
                </a:lnTo>
                <a:lnTo>
                  <a:pt x="394" y="509"/>
                </a:lnTo>
                <a:lnTo>
                  <a:pt x="393" y="509"/>
                </a:lnTo>
                <a:lnTo>
                  <a:pt x="393" y="508"/>
                </a:lnTo>
                <a:lnTo>
                  <a:pt x="392" y="508"/>
                </a:lnTo>
                <a:lnTo>
                  <a:pt x="392" y="509"/>
                </a:lnTo>
                <a:lnTo>
                  <a:pt x="392" y="510"/>
                </a:lnTo>
                <a:lnTo>
                  <a:pt x="391" y="510"/>
                </a:lnTo>
                <a:lnTo>
                  <a:pt x="391" y="509"/>
                </a:lnTo>
                <a:lnTo>
                  <a:pt x="390" y="509"/>
                </a:lnTo>
                <a:lnTo>
                  <a:pt x="390" y="510"/>
                </a:lnTo>
                <a:lnTo>
                  <a:pt x="389" y="510"/>
                </a:lnTo>
                <a:lnTo>
                  <a:pt x="388" y="509"/>
                </a:lnTo>
                <a:lnTo>
                  <a:pt x="388" y="508"/>
                </a:lnTo>
                <a:lnTo>
                  <a:pt x="387" y="508"/>
                </a:lnTo>
                <a:lnTo>
                  <a:pt x="386" y="508"/>
                </a:lnTo>
                <a:lnTo>
                  <a:pt x="385" y="508"/>
                </a:lnTo>
                <a:lnTo>
                  <a:pt x="385" y="507"/>
                </a:lnTo>
                <a:lnTo>
                  <a:pt x="386" y="507"/>
                </a:lnTo>
                <a:lnTo>
                  <a:pt x="385" y="507"/>
                </a:lnTo>
                <a:lnTo>
                  <a:pt x="384" y="508"/>
                </a:lnTo>
                <a:lnTo>
                  <a:pt x="383" y="508"/>
                </a:lnTo>
                <a:lnTo>
                  <a:pt x="383" y="507"/>
                </a:lnTo>
                <a:lnTo>
                  <a:pt x="382" y="507"/>
                </a:lnTo>
                <a:lnTo>
                  <a:pt x="382" y="508"/>
                </a:lnTo>
                <a:lnTo>
                  <a:pt x="382" y="509"/>
                </a:lnTo>
                <a:lnTo>
                  <a:pt x="381" y="509"/>
                </a:lnTo>
                <a:lnTo>
                  <a:pt x="381" y="508"/>
                </a:lnTo>
                <a:lnTo>
                  <a:pt x="381" y="507"/>
                </a:lnTo>
                <a:lnTo>
                  <a:pt x="381" y="506"/>
                </a:lnTo>
                <a:lnTo>
                  <a:pt x="382" y="506"/>
                </a:lnTo>
                <a:lnTo>
                  <a:pt x="383" y="506"/>
                </a:lnTo>
                <a:lnTo>
                  <a:pt x="383" y="505"/>
                </a:lnTo>
                <a:lnTo>
                  <a:pt x="381" y="505"/>
                </a:lnTo>
                <a:lnTo>
                  <a:pt x="381" y="506"/>
                </a:lnTo>
                <a:lnTo>
                  <a:pt x="380" y="507"/>
                </a:lnTo>
                <a:lnTo>
                  <a:pt x="379" y="507"/>
                </a:lnTo>
                <a:lnTo>
                  <a:pt x="378" y="506"/>
                </a:lnTo>
                <a:lnTo>
                  <a:pt x="378" y="505"/>
                </a:lnTo>
                <a:lnTo>
                  <a:pt x="377" y="504"/>
                </a:lnTo>
                <a:lnTo>
                  <a:pt x="378" y="504"/>
                </a:lnTo>
                <a:lnTo>
                  <a:pt x="378" y="503"/>
                </a:lnTo>
                <a:lnTo>
                  <a:pt x="377" y="502"/>
                </a:lnTo>
                <a:lnTo>
                  <a:pt x="377" y="501"/>
                </a:lnTo>
                <a:lnTo>
                  <a:pt x="378" y="500"/>
                </a:lnTo>
                <a:lnTo>
                  <a:pt x="378" y="499"/>
                </a:lnTo>
                <a:lnTo>
                  <a:pt x="378" y="498"/>
                </a:lnTo>
                <a:lnTo>
                  <a:pt x="378" y="497"/>
                </a:lnTo>
                <a:lnTo>
                  <a:pt x="378" y="496"/>
                </a:lnTo>
                <a:lnTo>
                  <a:pt x="378" y="497"/>
                </a:lnTo>
                <a:lnTo>
                  <a:pt x="377" y="497"/>
                </a:lnTo>
                <a:lnTo>
                  <a:pt x="377" y="496"/>
                </a:lnTo>
                <a:lnTo>
                  <a:pt x="377" y="495"/>
                </a:lnTo>
                <a:lnTo>
                  <a:pt x="376" y="495"/>
                </a:lnTo>
                <a:lnTo>
                  <a:pt x="376" y="494"/>
                </a:lnTo>
                <a:lnTo>
                  <a:pt x="377" y="494"/>
                </a:lnTo>
                <a:lnTo>
                  <a:pt x="376" y="494"/>
                </a:lnTo>
                <a:lnTo>
                  <a:pt x="376" y="493"/>
                </a:lnTo>
                <a:lnTo>
                  <a:pt x="375" y="493"/>
                </a:lnTo>
                <a:lnTo>
                  <a:pt x="374" y="493"/>
                </a:lnTo>
                <a:lnTo>
                  <a:pt x="375" y="494"/>
                </a:lnTo>
                <a:lnTo>
                  <a:pt x="374" y="494"/>
                </a:lnTo>
                <a:lnTo>
                  <a:pt x="375" y="495"/>
                </a:lnTo>
                <a:lnTo>
                  <a:pt x="374" y="496"/>
                </a:lnTo>
                <a:lnTo>
                  <a:pt x="375" y="496"/>
                </a:lnTo>
                <a:lnTo>
                  <a:pt x="374" y="496"/>
                </a:lnTo>
                <a:lnTo>
                  <a:pt x="375" y="498"/>
                </a:lnTo>
                <a:lnTo>
                  <a:pt x="374" y="498"/>
                </a:lnTo>
                <a:lnTo>
                  <a:pt x="373" y="498"/>
                </a:lnTo>
                <a:lnTo>
                  <a:pt x="372" y="498"/>
                </a:lnTo>
                <a:lnTo>
                  <a:pt x="371" y="498"/>
                </a:lnTo>
                <a:lnTo>
                  <a:pt x="370" y="498"/>
                </a:lnTo>
                <a:lnTo>
                  <a:pt x="369" y="498"/>
                </a:lnTo>
                <a:lnTo>
                  <a:pt x="369" y="499"/>
                </a:lnTo>
                <a:lnTo>
                  <a:pt x="368" y="499"/>
                </a:lnTo>
                <a:lnTo>
                  <a:pt x="367" y="500"/>
                </a:lnTo>
                <a:lnTo>
                  <a:pt x="366" y="500"/>
                </a:lnTo>
                <a:lnTo>
                  <a:pt x="365" y="499"/>
                </a:lnTo>
                <a:lnTo>
                  <a:pt x="364" y="499"/>
                </a:lnTo>
                <a:lnTo>
                  <a:pt x="364" y="500"/>
                </a:lnTo>
                <a:lnTo>
                  <a:pt x="365" y="500"/>
                </a:lnTo>
                <a:lnTo>
                  <a:pt x="364" y="500"/>
                </a:lnTo>
                <a:lnTo>
                  <a:pt x="364" y="501"/>
                </a:lnTo>
                <a:lnTo>
                  <a:pt x="363" y="501"/>
                </a:lnTo>
                <a:lnTo>
                  <a:pt x="363" y="500"/>
                </a:lnTo>
                <a:lnTo>
                  <a:pt x="362" y="500"/>
                </a:lnTo>
                <a:lnTo>
                  <a:pt x="362" y="499"/>
                </a:lnTo>
                <a:lnTo>
                  <a:pt x="361" y="499"/>
                </a:lnTo>
                <a:lnTo>
                  <a:pt x="360" y="499"/>
                </a:lnTo>
                <a:lnTo>
                  <a:pt x="360" y="498"/>
                </a:lnTo>
                <a:lnTo>
                  <a:pt x="360" y="499"/>
                </a:lnTo>
                <a:lnTo>
                  <a:pt x="359" y="499"/>
                </a:lnTo>
                <a:lnTo>
                  <a:pt x="360" y="499"/>
                </a:lnTo>
                <a:lnTo>
                  <a:pt x="359" y="500"/>
                </a:lnTo>
                <a:lnTo>
                  <a:pt x="359" y="499"/>
                </a:lnTo>
                <a:lnTo>
                  <a:pt x="358" y="499"/>
                </a:lnTo>
                <a:lnTo>
                  <a:pt x="358" y="498"/>
                </a:lnTo>
                <a:lnTo>
                  <a:pt x="358" y="497"/>
                </a:lnTo>
                <a:lnTo>
                  <a:pt x="358" y="496"/>
                </a:lnTo>
                <a:lnTo>
                  <a:pt x="357" y="496"/>
                </a:lnTo>
                <a:lnTo>
                  <a:pt x="357" y="495"/>
                </a:lnTo>
                <a:lnTo>
                  <a:pt x="356" y="495"/>
                </a:lnTo>
                <a:lnTo>
                  <a:pt x="356" y="496"/>
                </a:lnTo>
                <a:lnTo>
                  <a:pt x="356" y="497"/>
                </a:lnTo>
                <a:lnTo>
                  <a:pt x="355" y="497"/>
                </a:lnTo>
                <a:lnTo>
                  <a:pt x="354" y="497"/>
                </a:lnTo>
                <a:lnTo>
                  <a:pt x="353" y="497"/>
                </a:lnTo>
                <a:lnTo>
                  <a:pt x="353" y="498"/>
                </a:lnTo>
                <a:lnTo>
                  <a:pt x="354" y="498"/>
                </a:lnTo>
                <a:lnTo>
                  <a:pt x="353" y="499"/>
                </a:lnTo>
                <a:lnTo>
                  <a:pt x="353" y="500"/>
                </a:lnTo>
                <a:lnTo>
                  <a:pt x="352" y="500"/>
                </a:lnTo>
                <a:lnTo>
                  <a:pt x="352" y="501"/>
                </a:lnTo>
                <a:lnTo>
                  <a:pt x="351" y="502"/>
                </a:lnTo>
                <a:lnTo>
                  <a:pt x="350" y="502"/>
                </a:lnTo>
                <a:lnTo>
                  <a:pt x="349" y="503"/>
                </a:lnTo>
                <a:lnTo>
                  <a:pt x="349" y="504"/>
                </a:lnTo>
                <a:lnTo>
                  <a:pt x="349" y="505"/>
                </a:lnTo>
                <a:lnTo>
                  <a:pt x="348" y="505"/>
                </a:lnTo>
                <a:lnTo>
                  <a:pt x="347" y="505"/>
                </a:lnTo>
                <a:lnTo>
                  <a:pt x="347" y="506"/>
                </a:lnTo>
                <a:lnTo>
                  <a:pt x="346" y="505"/>
                </a:lnTo>
                <a:lnTo>
                  <a:pt x="345" y="505"/>
                </a:lnTo>
                <a:lnTo>
                  <a:pt x="344" y="505"/>
                </a:lnTo>
                <a:lnTo>
                  <a:pt x="344" y="506"/>
                </a:lnTo>
                <a:lnTo>
                  <a:pt x="344" y="507"/>
                </a:lnTo>
                <a:lnTo>
                  <a:pt x="343" y="507"/>
                </a:lnTo>
                <a:lnTo>
                  <a:pt x="343" y="506"/>
                </a:lnTo>
                <a:lnTo>
                  <a:pt x="342" y="506"/>
                </a:lnTo>
                <a:lnTo>
                  <a:pt x="342" y="505"/>
                </a:lnTo>
                <a:lnTo>
                  <a:pt x="342" y="506"/>
                </a:lnTo>
                <a:lnTo>
                  <a:pt x="341" y="506"/>
                </a:lnTo>
                <a:lnTo>
                  <a:pt x="340" y="506"/>
                </a:lnTo>
                <a:lnTo>
                  <a:pt x="340" y="505"/>
                </a:lnTo>
                <a:lnTo>
                  <a:pt x="339" y="506"/>
                </a:lnTo>
                <a:lnTo>
                  <a:pt x="338" y="507"/>
                </a:lnTo>
                <a:lnTo>
                  <a:pt x="337" y="508"/>
                </a:lnTo>
                <a:lnTo>
                  <a:pt x="336" y="507"/>
                </a:lnTo>
                <a:lnTo>
                  <a:pt x="335" y="507"/>
                </a:lnTo>
                <a:lnTo>
                  <a:pt x="334" y="507"/>
                </a:lnTo>
                <a:lnTo>
                  <a:pt x="333" y="507"/>
                </a:lnTo>
                <a:lnTo>
                  <a:pt x="332" y="507"/>
                </a:lnTo>
                <a:lnTo>
                  <a:pt x="331" y="507"/>
                </a:lnTo>
                <a:lnTo>
                  <a:pt x="330" y="507"/>
                </a:lnTo>
                <a:lnTo>
                  <a:pt x="329" y="507"/>
                </a:lnTo>
                <a:lnTo>
                  <a:pt x="328" y="509"/>
                </a:lnTo>
                <a:lnTo>
                  <a:pt x="326" y="509"/>
                </a:lnTo>
                <a:lnTo>
                  <a:pt x="325" y="508"/>
                </a:lnTo>
                <a:lnTo>
                  <a:pt x="324" y="508"/>
                </a:lnTo>
                <a:lnTo>
                  <a:pt x="323" y="508"/>
                </a:lnTo>
                <a:lnTo>
                  <a:pt x="322" y="508"/>
                </a:lnTo>
                <a:lnTo>
                  <a:pt x="322" y="509"/>
                </a:lnTo>
                <a:lnTo>
                  <a:pt x="321" y="509"/>
                </a:lnTo>
                <a:lnTo>
                  <a:pt x="320" y="509"/>
                </a:lnTo>
                <a:lnTo>
                  <a:pt x="320" y="510"/>
                </a:lnTo>
                <a:lnTo>
                  <a:pt x="319" y="510"/>
                </a:lnTo>
                <a:lnTo>
                  <a:pt x="318" y="509"/>
                </a:lnTo>
                <a:lnTo>
                  <a:pt x="318" y="510"/>
                </a:lnTo>
                <a:lnTo>
                  <a:pt x="317" y="511"/>
                </a:lnTo>
                <a:lnTo>
                  <a:pt x="316" y="511"/>
                </a:lnTo>
                <a:lnTo>
                  <a:pt x="316" y="510"/>
                </a:lnTo>
                <a:lnTo>
                  <a:pt x="315" y="510"/>
                </a:lnTo>
                <a:lnTo>
                  <a:pt x="314" y="509"/>
                </a:lnTo>
                <a:lnTo>
                  <a:pt x="314" y="507"/>
                </a:lnTo>
                <a:lnTo>
                  <a:pt x="313" y="506"/>
                </a:lnTo>
                <a:lnTo>
                  <a:pt x="312" y="505"/>
                </a:lnTo>
                <a:lnTo>
                  <a:pt x="311" y="505"/>
                </a:lnTo>
                <a:lnTo>
                  <a:pt x="309" y="505"/>
                </a:lnTo>
                <a:lnTo>
                  <a:pt x="308" y="505"/>
                </a:lnTo>
                <a:lnTo>
                  <a:pt x="307" y="505"/>
                </a:lnTo>
                <a:lnTo>
                  <a:pt x="308" y="503"/>
                </a:lnTo>
                <a:lnTo>
                  <a:pt x="307" y="503"/>
                </a:lnTo>
                <a:lnTo>
                  <a:pt x="307" y="504"/>
                </a:lnTo>
                <a:lnTo>
                  <a:pt x="306" y="504"/>
                </a:lnTo>
                <a:lnTo>
                  <a:pt x="306" y="503"/>
                </a:lnTo>
                <a:lnTo>
                  <a:pt x="305" y="503"/>
                </a:lnTo>
                <a:lnTo>
                  <a:pt x="306" y="503"/>
                </a:lnTo>
                <a:lnTo>
                  <a:pt x="307" y="503"/>
                </a:lnTo>
                <a:lnTo>
                  <a:pt x="306" y="500"/>
                </a:lnTo>
                <a:lnTo>
                  <a:pt x="307" y="499"/>
                </a:lnTo>
                <a:lnTo>
                  <a:pt x="307" y="497"/>
                </a:lnTo>
                <a:lnTo>
                  <a:pt x="308" y="493"/>
                </a:lnTo>
                <a:lnTo>
                  <a:pt x="309" y="491"/>
                </a:lnTo>
                <a:lnTo>
                  <a:pt x="310" y="490"/>
                </a:lnTo>
                <a:lnTo>
                  <a:pt x="310" y="491"/>
                </a:lnTo>
                <a:lnTo>
                  <a:pt x="311" y="491"/>
                </a:lnTo>
                <a:lnTo>
                  <a:pt x="311" y="492"/>
                </a:lnTo>
                <a:lnTo>
                  <a:pt x="311" y="493"/>
                </a:lnTo>
                <a:lnTo>
                  <a:pt x="311" y="494"/>
                </a:lnTo>
                <a:lnTo>
                  <a:pt x="311" y="493"/>
                </a:lnTo>
                <a:lnTo>
                  <a:pt x="312" y="493"/>
                </a:lnTo>
                <a:lnTo>
                  <a:pt x="313" y="493"/>
                </a:lnTo>
                <a:lnTo>
                  <a:pt x="314" y="493"/>
                </a:lnTo>
                <a:lnTo>
                  <a:pt x="315" y="492"/>
                </a:lnTo>
                <a:lnTo>
                  <a:pt x="316" y="491"/>
                </a:lnTo>
                <a:lnTo>
                  <a:pt x="317" y="491"/>
                </a:lnTo>
                <a:lnTo>
                  <a:pt x="318" y="490"/>
                </a:lnTo>
                <a:lnTo>
                  <a:pt x="318" y="489"/>
                </a:lnTo>
                <a:lnTo>
                  <a:pt x="319" y="489"/>
                </a:lnTo>
                <a:lnTo>
                  <a:pt x="319" y="488"/>
                </a:lnTo>
                <a:lnTo>
                  <a:pt x="319" y="487"/>
                </a:lnTo>
                <a:lnTo>
                  <a:pt x="320" y="485"/>
                </a:lnTo>
                <a:lnTo>
                  <a:pt x="321" y="484"/>
                </a:lnTo>
                <a:lnTo>
                  <a:pt x="321" y="483"/>
                </a:lnTo>
                <a:lnTo>
                  <a:pt x="321" y="481"/>
                </a:lnTo>
                <a:lnTo>
                  <a:pt x="321" y="478"/>
                </a:lnTo>
                <a:lnTo>
                  <a:pt x="320" y="477"/>
                </a:lnTo>
                <a:lnTo>
                  <a:pt x="321" y="475"/>
                </a:lnTo>
                <a:lnTo>
                  <a:pt x="321" y="471"/>
                </a:lnTo>
                <a:lnTo>
                  <a:pt x="320" y="470"/>
                </a:lnTo>
                <a:lnTo>
                  <a:pt x="319" y="470"/>
                </a:lnTo>
                <a:lnTo>
                  <a:pt x="319" y="469"/>
                </a:lnTo>
                <a:lnTo>
                  <a:pt x="319" y="468"/>
                </a:lnTo>
                <a:lnTo>
                  <a:pt x="318" y="468"/>
                </a:lnTo>
                <a:lnTo>
                  <a:pt x="318" y="467"/>
                </a:lnTo>
                <a:lnTo>
                  <a:pt x="319" y="467"/>
                </a:lnTo>
                <a:lnTo>
                  <a:pt x="319" y="466"/>
                </a:lnTo>
                <a:lnTo>
                  <a:pt x="318" y="466"/>
                </a:lnTo>
                <a:lnTo>
                  <a:pt x="318" y="465"/>
                </a:lnTo>
                <a:lnTo>
                  <a:pt x="318" y="464"/>
                </a:lnTo>
                <a:lnTo>
                  <a:pt x="318" y="463"/>
                </a:lnTo>
                <a:lnTo>
                  <a:pt x="317" y="463"/>
                </a:lnTo>
                <a:lnTo>
                  <a:pt x="316" y="462"/>
                </a:lnTo>
                <a:lnTo>
                  <a:pt x="317" y="462"/>
                </a:lnTo>
                <a:lnTo>
                  <a:pt x="318" y="462"/>
                </a:lnTo>
                <a:lnTo>
                  <a:pt x="318" y="461"/>
                </a:lnTo>
                <a:lnTo>
                  <a:pt x="317" y="460"/>
                </a:lnTo>
                <a:lnTo>
                  <a:pt x="317" y="461"/>
                </a:lnTo>
                <a:lnTo>
                  <a:pt x="317" y="460"/>
                </a:lnTo>
                <a:lnTo>
                  <a:pt x="316" y="460"/>
                </a:lnTo>
                <a:lnTo>
                  <a:pt x="316" y="459"/>
                </a:lnTo>
                <a:lnTo>
                  <a:pt x="315" y="459"/>
                </a:lnTo>
                <a:lnTo>
                  <a:pt x="314" y="459"/>
                </a:lnTo>
                <a:lnTo>
                  <a:pt x="314" y="458"/>
                </a:lnTo>
                <a:lnTo>
                  <a:pt x="313" y="458"/>
                </a:lnTo>
                <a:lnTo>
                  <a:pt x="312" y="459"/>
                </a:lnTo>
                <a:lnTo>
                  <a:pt x="311" y="459"/>
                </a:lnTo>
                <a:lnTo>
                  <a:pt x="312" y="459"/>
                </a:lnTo>
                <a:lnTo>
                  <a:pt x="312" y="460"/>
                </a:lnTo>
                <a:lnTo>
                  <a:pt x="311" y="460"/>
                </a:lnTo>
                <a:lnTo>
                  <a:pt x="310" y="460"/>
                </a:lnTo>
                <a:lnTo>
                  <a:pt x="309" y="460"/>
                </a:lnTo>
                <a:lnTo>
                  <a:pt x="309" y="459"/>
                </a:lnTo>
                <a:lnTo>
                  <a:pt x="308" y="459"/>
                </a:lnTo>
                <a:lnTo>
                  <a:pt x="308" y="458"/>
                </a:lnTo>
                <a:lnTo>
                  <a:pt x="308" y="457"/>
                </a:lnTo>
                <a:lnTo>
                  <a:pt x="307" y="456"/>
                </a:lnTo>
                <a:lnTo>
                  <a:pt x="308" y="455"/>
                </a:lnTo>
                <a:lnTo>
                  <a:pt x="308" y="454"/>
                </a:lnTo>
                <a:lnTo>
                  <a:pt x="307" y="453"/>
                </a:lnTo>
                <a:lnTo>
                  <a:pt x="307" y="454"/>
                </a:lnTo>
                <a:lnTo>
                  <a:pt x="306" y="453"/>
                </a:lnTo>
                <a:lnTo>
                  <a:pt x="305" y="453"/>
                </a:lnTo>
                <a:lnTo>
                  <a:pt x="304" y="453"/>
                </a:lnTo>
                <a:lnTo>
                  <a:pt x="303" y="453"/>
                </a:lnTo>
                <a:lnTo>
                  <a:pt x="303" y="454"/>
                </a:lnTo>
                <a:lnTo>
                  <a:pt x="303" y="455"/>
                </a:lnTo>
                <a:lnTo>
                  <a:pt x="303" y="456"/>
                </a:lnTo>
                <a:lnTo>
                  <a:pt x="303" y="457"/>
                </a:lnTo>
                <a:lnTo>
                  <a:pt x="302" y="458"/>
                </a:lnTo>
                <a:lnTo>
                  <a:pt x="302" y="459"/>
                </a:lnTo>
                <a:lnTo>
                  <a:pt x="302" y="460"/>
                </a:lnTo>
                <a:lnTo>
                  <a:pt x="302" y="459"/>
                </a:lnTo>
                <a:lnTo>
                  <a:pt x="301" y="460"/>
                </a:lnTo>
                <a:lnTo>
                  <a:pt x="302" y="460"/>
                </a:lnTo>
                <a:lnTo>
                  <a:pt x="301" y="460"/>
                </a:lnTo>
                <a:lnTo>
                  <a:pt x="300" y="460"/>
                </a:lnTo>
                <a:lnTo>
                  <a:pt x="300" y="459"/>
                </a:lnTo>
                <a:lnTo>
                  <a:pt x="299" y="459"/>
                </a:lnTo>
                <a:lnTo>
                  <a:pt x="298" y="459"/>
                </a:lnTo>
                <a:lnTo>
                  <a:pt x="297" y="459"/>
                </a:lnTo>
                <a:lnTo>
                  <a:pt x="297" y="460"/>
                </a:lnTo>
                <a:lnTo>
                  <a:pt x="296" y="460"/>
                </a:lnTo>
                <a:lnTo>
                  <a:pt x="296" y="459"/>
                </a:lnTo>
                <a:lnTo>
                  <a:pt x="295" y="459"/>
                </a:lnTo>
                <a:lnTo>
                  <a:pt x="295" y="460"/>
                </a:lnTo>
                <a:lnTo>
                  <a:pt x="294" y="460"/>
                </a:lnTo>
                <a:lnTo>
                  <a:pt x="294" y="459"/>
                </a:lnTo>
                <a:lnTo>
                  <a:pt x="293" y="459"/>
                </a:lnTo>
                <a:lnTo>
                  <a:pt x="292" y="459"/>
                </a:lnTo>
                <a:lnTo>
                  <a:pt x="292" y="458"/>
                </a:lnTo>
                <a:lnTo>
                  <a:pt x="292" y="457"/>
                </a:lnTo>
                <a:lnTo>
                  <a:pt x="292" y="456"/>
                </a:lnTo>
                <a:lnTo>
                  <a:pt x="292" y="455"/>
                </a:lnTo>
                <a:lnTo>
                  <a:pt x="293" y="455"/>
                </a:lnTo>
                <a:lnTo>
                  <a:pt x="294" y="455"/>
                </a:lnTo>
                <a:lnTo>
                  <a:pt x="294" y="454"/>
                </a:lnTo>
                <a:lnTo>
                  <a:pt x="294" y="453"/>
                </a:lnTo>
                <a:lnTo>
                  <a:pt x="294" y="452"/>
                </a:lnTo>
                <a:lnTo>
                  <a:pt x="295" y="452"/>
                </a:lnTo>
                <a:lnTo>
                  <a:pt x="296" y="452"/>
                </a:lnTo>
                <a:lnTo>
                  <a:pt x="296" y="451"/>
                </a:lnTo>
                <a:lnTo>
                  <a:pt x="296" y="450"/>
                </a:lnTo>
                <a:lnTo>
                  <a:pt x="296" y="449"/>
                </a:lnTo>
                <a:lnTo>
                  <a:pt x="296" y="450"/>
                </a:lnTo>
                <a:lnTo>
                  <a:pt x="295" y="450"/>
                </a:lnTo>
                <a:lnTo>
                  <a:pt x="296" y="449"/>
                </a:lnTo>
                <a:lnTo>
                  <a:pt x="295" y="448"/>
                </a:lnTo>
                <a:lnTo>
                  <a:pt x="293" y="448"/>
                </a:lnTo>
                <a:lnTo>
                  <a:pt x="292" y="448"/>
                </a:lnTo>
                <a:lnTo>
                  <a:pt x="292" y="447"/>
                </a:lnTo>
                <a:lnTo>
                  <a:pt x="291" y="447"/>
                </a:lnTo>
                <a:lnTo>
                  <a:pt x="290" y="446"/>
                </a:lnTo>
                <a:lnTo>
                  <a:pt x="291" y="446"/>
                </a:lnTo>
                <a:lnTo>
                  <a:pt x="291" y="445"/>
                </a:lnTo>
                <a:lnTo>
                  <a:pt x="290" y="445"/>
                </a:lnTo>
                <a:lnTo>
                  <a:pt x="289" y="445"/>
                </a:lnTo>
                <a:lnTo>
                  <a:pt x="288" y="445"/>
                </a:lnTo>
                <a:lnTo>
                  <a:pt x="288" y="446"/>
                </a:lnTo>
                <a:lnTo>
                  <a:pt x="287" y="446"/>
                </a:lnTo>
                <a:lnTo>
                  <a:pt x="287" y="445"/>
                </a:lnTo>
                <a:lnTo>
                  <a:pt x="286" y="445"/>
                </a:lnTo>
                <a:lnTo>
                  <a:pt x="286" y="446"/>
                </a:lnTo>
                <a:lnTo>
                  <a:pt x="285" y="447"/>
                </a:lnTo>
                <a:lnTo>
                  <a:pt x="284" y="447"/>
                </a:lnTo>
                <a:lnTo>
                  <a:pt x="284" y="448"/>
                </a:lnTo>
                <a:lnTo>
                  <a:pt x="283" y="448"/>
                </a:lnTo>
                <a:lnTo>
                  <a:pt x="283" y="447"/>
                </a:lnTo>
                <a:lnTo>
                  <a:pt x="282" y="448"/>
                </a:lnTo>
                <a:lnTo>
                  <a:pt x="282" y="449"/>
                </a:lnTo>
                <a:lnTo>
                  <a:pt x="281" y="450"/>
                </a:lnTo>
                <a:lnTo>
                  <a:pt x="281" y="449"/>
                </a:lnTo>
                <a:lnTo>
                  <a:pt x="280" y="449"/>
                </a:lnTo>
                <a:lnTo>
                  <a:pt x="280" y="450"/>
                </a:lnTo>
                <a:lnTo>
                  <a:pt x="280" y="449"/>
                </a:lnTo>
                <a:lnTo>
                  <a:pt x="279" y="449"/>
                </a:lnTo>
                <a:lnTo>
                  <a:pt x="278" y="449"/>
                </a:lnTo>
                <a:lnTo>
                  <a:pt x="278" y="448"/>
                </a:lnTo>
                <a:lnTo>
                  <a:pt x="278" y="449"/>
                </a:lnTo>
                <a:lnTo>
                  <a:pt x="277" y="448"/>
                </a:lnTo>
                <a:lnTo>
                  <a:pt x="278" y="447"/>
                </a:lnTo>
                <a:lnTo>
                  <a:pt x="279" y="447"/>
                </a:lnTo>
                <a:lnTo>
                  <a:pt x="279" y="446"/>
                </a:lnTo>
                <a:lnTo>
                  <a:pt x="280" y="446"/>
                </a:lnTo>
                <a:lnTo>
                  <a:pt x="279" y="445"/>
                </a:lnTo>
                <a:lnTo>
                  <a:pt x="278" y="445"/>
                </a:lnTo>
                <a:lnTo>
                  <a:pt x="278" y="446"/>
                </a:lnTo>
                <a:lnTo>
                  <a:pt x="277" y="446"/>
                </a:lnTo>
                <a:lnTo>
                  <a:pt x="276" y="446"/>
                </a:lnTo>
                <a:lnTo>
                  <a:pt x="275" y="445"/>
                </a:lnTo>
                <a:lnTo>
                  <a:pt x="273" y="445"/>
                </a:lnTo>
                <a:lnTo>
                  <a:pt x="273" y="444"/>
                </a:lnTo>
                <a:lnTo>
                  <a:pt x="272" y="444"/>
                </a:lnTo>
                <a:lnTo>
                  <a:pt x="272" y="443"/>
                </a:lnTo>
                <a:lnTo>
                  <a:pt x="273" y="441"/>
                </a:lnTo>
                <a:lnTo>
                  <a:pt x="273" y="440"/>
                </a:lnTo>
                <a:lnTo>
                  <a:pt x="274" y="437"/>
                </a:lnTo>
                <a:lnTo>
                  <a:pt x="274" y="436"/>
                </a:lnTo>
                <a:lnTo>
                  <a:pt x="272" y="436"/>
                </a:lnTo>
                <a:lnTo>
                  <a:pt x="271" y="435"/>
                </a:lnTo>
                <a:lnTo>
                  <a:pt x="270" y="435"/>
                </a:lnTo>
                <a:lnTo>
                  <a:pt x="270" y="434"/>
                </a:lnTo>
                <a:lnTo>
                  <a:pt x="269" y="434"/>
                </a:lnTo>
                <a:lnTo>
                  <a:pt x="269" y="433"/>
                </a:lnTo>
                <a:lnTo>
                  <a:pt x="270" y="433"/>
                </a:lnTo>
                <a:lnTo>
                  <a:pt x="271" y="432"/>
                </a:lnTo>
                <a:lnTo>
                  <a:pt x="270" y="431"/>
                </a:lnTo>
                <a:lnTo>
                  <a:pt x="269" y="431"/>
                </a:lnTo>
                <a:lnTo>
                  <a:pt x="268" y="431"/>
                </a:lnTo>
                <a:lnTo>
                  <a:pt x="267" y="431"/>
                </a:lnTo>
                <a:lnTo>
                  <a:pt x="266" y="431"/>
                </a:lnTo>
                <a:lnTo>
                  <a:pt x="266" y="430"/>
                </a:lnTo>
                <a:lnTo>
                  <a:pt x="265" y="430"/>
                </a:lnTo>
                <a:lnTo>
                  <a:pt x="265" y="431"/>
                </a:lnTo>
                <a:lnTo>
                  <a:pt x="264" y="432"/>
                </a:lnTo>
                <a:lnTo>
                  <a:pt x="263" y="431"/>
                </a:lnTo>
                <a:lnTo>
                  <a:pt x="263" y="430"/>
                </a:lnTo>
                <a:lnTo>
                  <a:pt x="263" y="429"/>
                </a:lnTo>
                <a:lnTo>
                  <a:pt x="262" y="428"/>
                </a:lnTo>
                <a:lnTo>
                  <a:pt x="261" y="428"/>
                </a:lnTo>
                <a:lnTo>
                  <a:pt x="260" y="429"/>
                </a:lnTo>
                <a:lnTo>
                  <a:pt x="259" y="429"/>
                </a:lnTo>
                <a:lnTo>
                  <a:pt x="259" y="428"/>
                </a:lnTo>
                <a:lnTo>
                  <a:pt x="259" y="427"/>
                </a:lnTo>
                <a:lnTo>
                  <a:pt x="258" y="427"/>
                </a:lnTo>
                <a:lnTo>
                  <a:pt x="257" y="427"/>
                </a:lnTo>
                <a:lnTo>
                  <a:pt x="257" y="426"/>
                </a:lnTo>
                <a:lnTo>
                  <a:pt x="258" y="426"/>
                </a:lnTo>
                <a:lnTo>
                  <a:pt x="258" y="425"/>
                </a:lnTo>
                <a:lnTo>
                  <a:pt x="257" y="424"/>
                </a:lnTo>
                <a:lnTo>
                  <a:pt x="257" y="423"/>
                </a:lnTo>
                <a:lnTo>
                  <a:pt x="258" y="423"/>
                </a:lnTo>
                <a:lnTo>
                  <a:pt x="257" y="422"/>
                </a:lnTo>
                <a:lnTo>
                  <a:pt x="258" y="422"/>
                </a:lnTo>
                <a:lnTo>
                  <a:pt x="259" y="422"/>
                </a:lnTo>
                <a:lnTo>
                  <a:pt x="259" y="421"/>
                </a:lnTo>
                <a:lnTo>
                  <a:pt x="258" y="421"/>
                </a:lnTo>
                <a:lnTo>
                  <a:pt x="258" y="420"/>
                </a:lnTo>
                <a:lnTo>
                  <a:pt x="257" y="420"/>
                </a:lnTo>
                <a:lnTo>
                  <a:pt x="258" y="420"/>
                </a:lnTo>
                <a:lnTo>
                  <a:pt x="259" y="419"/>
                </a:lnTo>
                <a:lnTo>
                  <a:pt x="260" y="418"/>
                </a:lnTo>
                <a:lnTo>
                  <a:pt x="259" y="418"/>
                </a:lnTo>
                <a:lnTo>
                  <a:pt x="259" y="417"/>
                </a:lnTo>
                <a:lnTo>
                  <a:pt x="259" y="416"/>
                </a:lnTo>
                <a:lnTo>
                  <a:pt x="259" y="415"/>
                </a:lnTo>
                <a:lnTo>
                  <a:pt x="260" y="415"/>
                </a:lnTo>
                <a:lnTo>
                  <a:pt x="260" y="414"/>
                </a:lnTo>
                <a:lnTo>
                  <a:pt x="259" y="414"/>
                </a:lnTo>
                <a:lnTo>
                  <a:pt x="258" y="414"/>
                </a:lnTo>
                <a:lnTo>
                  <a:pt x="257" y="413"/>
                </a:lnTo>
                <a:lnTo>
                  <a:pt x="258" y="413"/>
                </a:lnTo>
                <a:lnTo>
                  <a:pt x="258" y="412"/>
                </a:lnTo>
                <a:lnTo>
                  <a:pt x="258" y="410"/>
                </a:lnTo>
                <a:lnTo>
                  <a:pt x="257" y="410"/>
                </a:lnTo>
                <a:lnTo>
                  <a:pt x="258" y="409"/>
                </a:lnTo>
                <a:lnTo>
                  <a:pt x="258" y="408"/>
                </a:lnTo>
                <a:lnTo>
                  <a:pt x="258" y="407"/>
                </a:lnTo>
                <a:lnTo>
                  <a:pt x="259" y="407"/>
                </a:lnTo>
                <a:lnTo>
                  <a:pt x="260" y="407"/>
                </a:lnTo>
                <a:lnTo>
                  <a:pt x="260" y="406"/>
                </a:lnTo>
                <a:lnTo>
                  <a:pt x="261" y="406"/>
                </a:lnTo>
                <a:lnTo>
                  <a:pt x="262" y="406"/>
                </a:lnTo>
                <a:lnTo>
                  <a:pt x="262" y="405"/>
                </a:lnTo>
                <a:lnTo>
                  <a:pt x="263" y="404"/>
                </a:lnTo>
                <a:lnTo>
                  <a:pt x="264" y="404"/>
                </a:lnTo>
                <a:lnTo>
                  <a:pt x="265" y="403"/>
                </a:lnTo>
                <a:lnTo>
                  <a:pt x="266" y="402"/>
                </a:lnTo>
                <a:lnTo>
                  <a:pt x="266" y="401"/>
                </a:lnTo>
                <a:lnTo>
                  <a:pt x="267" y="401"/>
                </a:lnTo>
                <a:lnTo>
                  <a:pt x="267" y="400"/>
                </a:lnTo>
                <a:lnTo>
                  <a:pt x="268" y="400"/>
                </a:lnTo>
                <a:lnTo>
                  <a:pt x="269" y="400"/>
                </a:lnTo>
                <a:lnTo>
                  <a:pt x="268" y="400"/>
                </a:lnTo>
                <a:lnTo>
                  <a:pt x="268" y="399"/>
                </a:lnTo>
                <a:lnTo>
                  <a:pt x="268" y="398"/>
                </a:lnTo>
                <a:lnTo>
                  <a:pt x="268" y="397"/>
                </a:lnTo>
                <a:lnTo>
                  <a:pt x="269" y="398"/>
                </a:lnTo>
                <a:lnTo>
                  <a:pt x="269" y="397"/>
                </a:lnTo>
                <a:lnTo>
                  <a:pt x="268" y="396"/>
                </a:lnTo>
                <a:lnTo>
                  <a:pt x="268" y="395"/>
                </a:lnTo>
                <a:lnTo>
                  <a:pt x="267" y="395"/>
                </a:lnTo>
                <a:lnTo>
                  <a:pt x="267" y="393"/>
                </a:lnTo>
                <a:lnTo>
                  <a:pt x="267" y="392"/>
                </a:lnTo>
                <a:lnTo>
                  <a:pt x="268" y="392"/>
                </a:lnTo>
                <a:lnTo>
                  <a:pt x="268" y="391"/>
                </a:lnTo>
                <a:lnTo>
                  <a:pt x="268" y="390"/>
                </a:lnTo>
                <a:lnTo>
                  <a:pt x="269" y="390"/>
                </a:lnTo>
                <a:lnTo>
                  <a:pt x="269" y="391"/>
                </a:lnTo>
                <a:lnTo>
                  <a:pt x="270" y="391"/>
                </a:lnTo>
                <a:lnTo>
                  <a:pt x="270" y="390"/>
                </a:lnTo>
                <a:lnTo>
                  <a:pt x="271" y="390"/>
                </a:lnTo>
                <a:lnTo>
                  <a:pt x="272" y="390"/>
                </a:lnTo>
                <a:lnTo>
                  <a:pt x="272" y="389"/>
                </a:lnTo>
                <a:lnTo>
                  <a:pt x="273" y="389"/>
                </a:lnTo>
                <a:lnTo>
                  <a:pt x="274" y="389"/>
                </a:lnTo>
                <a:lnTo>
                  <a:pt x="275" y="388"/>
                </a:lnTo>
                <a:lnTo>
                  <a:pt x="275" y="389"/>
                </a:lnTo>
                <a:lnTo>
                  <a:pt x="276" y="389"/>
                </a:lnTo>
                <a:lnTo>
                  <a:pt x="277" y="389"/>
                </a:lnTo>
                <a:lnTo>
                  <a:pt x="277" y="388"/>
                </a:lnTo>
                <a:lnTo>
                  <a:pt x="277" y="389"/>
                </a:lnTo>
                <a:lnTo>
                  <a:pt x="278" y="388"/>
                </a:lnTo>
                <a:lnTo>
                  <a:pt x="279" y="388"/>
                </a:lnTo>
                <a:lnTo>
                  <a:pt x="279" y="387"/>
                </a:lnTo>
                <a:lnTo>
                  <a:pt x="280" y="387"/>
                </a:lnTo>
                <a:lnTo>
                  <a:pt x="280" y="388"/>
                </a:lnTo>
                <a:lnTo>
                  <a:pt x="281" y="388"/>
                </a:lnTo>
                <a:lnTo>
                  <a:pt x="281" y="387"/>
                </a:lnTo>
                <a:lnTo>
                  <a:pt x="282" y="387"/>
                </a:lnTo>
                <a:lnTo>
                  <a:pt x="282" y="386"/>
                </a:lnTo>
                <a:lnTo>
                  <a:pt x="283" y="386"/>
                </a:lnTo>
                <a:lnTo>
                  <a:pt x="283" y="385"/>
                </a:lnTo>
                <a:lnTo>
                  <a:pt x="283" y="384"/>
                </a:lnTo>
                <a:lnTo>
                  <a:pt x="284" y="384"/>
                </a:lnTo>
                <a:lnTo>
                  <a:pt x="284" y="383"/>
                </a:lnTo>
                <a:lnTo>
                  <a:pt x="284" y="382"/>
                </a:lnTo>
                <a:lnTo>
                  <a:pt x="285" y="381"/>
                </a:lnTo>
                <a:lnTo>
                  <a:pt x="285" y="380"/>
                </a:lnTo>
                <a:lnTo>
                  <a:pt x="284" y="380"/>
                </a:lnTo>
                <a:lnTo>
                  <a:pt x="283" y="380"/>
                </a:lnTo>
                <a:lnTo>
                  <a:pt x="283" y="379"/>
                </a:lnTo>
                <a:lnTo>
                  <a:pt x="283" y="378"/>
                </a:lnTo>
                <a:lnTo>
                  <a:pt x="284" y="377"/>
                </a:lnTo>
                <a:lnTo>
                  <a:pt x="284" y="376"/>
                </a:lnTo>
                <a:lnTo>
                  <a:pt x="284" y="375"/>
                </a:lnTo>
                <a:lnTo>
                  <a:pt x="283" y="375"/>
                </a:lnTo>
                <a:lnTo>
                  <a:pt x="282" y="375"/>
                </a:lnTo>
                <a:lnTo>
                  <a:pt x="282" y="374"/>
                </a:lnTo>
                <a:lnTo>
                  <a:pt x="283" y="373"/>
                </a:lnTo>
                <a:lnTo>
                  <a:pt x="284" y="373"/>
                </a:lnTo>
                <a:lnTo>
                  <a:pt x="284" y="372"/>
                </a:lnTo>
                <a:lnTo>
                  <a:pt x="284" y="371"/>
                </a:lnTo>
                <a:lnTo>
                  <a:pt x="286" y="370"/>
                </a:lnTo>
                <a:lnTo>
                  <a:pt x="287" y="370"/>
                </a:lnTo>
                <a:lnTo>
                  <a:pt x="287" y="369"/>
                </a:lnTo>
                <a:lnTo>
                  <a:pt x="286" y="369"/>
                </a:lnTo>
                <a:lnTo>
                  <a:pt x="286" y="368"/>
                </a:lnTo>
                <a:lnTo>
                  <a:pt x="285" y="368"/>
                </a:lnTo>
                <a:lnTo>
                  <a:pt x="285" y="367"/>
                </a:lnTo>
                <a:lnTo>
                  <a:pt x="285" y="365"/>
                </a:lnTo>
                <a:lnTo>
                  <a:pt x="286" y="365"/>
                </a:lnTo>
                <a:lnTo>
                  <a:pt x="285" y="364"/>
                </a:lnTo>
                <a:lnTo>
                  <a:pt x="285" y="363"/>
                </a:lnTo>
                <a:lnTo>
                  <a:pt x="284" y="363"/>
                </a:lnTo>
                <a:lnTo>
                  <a:pt x="283" y="363"/>
                </a:lnTo>
                <a:lnTo>
                  <a:pt x="283" y="362"/>
                </a:lnTo>
                <a:lnTo>
                  <a:pt x="283" y="361"/>
                </a:lnTo>
                <a:lnTo>
                  <a:pt x="283" y="358"/>
                </a:lnTo>
                <a:lnTo>
                  <a:pt x="283" y="353"/>
                </a:lnTo>
                <a:lnTo>
                  <a:pt x="283" y="352"/>
                </a:lnTo>
                <a:lnTo>
                  <a:pt x="282" y="352"/>
                </a:lnTo>
                <a:lnTo>
                  <a:pt x="281" y="352"/>
                </a:lnTo>
                <a:lnTo>
                  <a:pt x="280" y="352"/>
                </a:lnTo>
                <a:lnTo>
                  <a:pt x="279" y="352"/>
                </a:lnTo>
                <a:lnTo>
                  <a:pt x="278" y="352"/>
                </a:lnTo>
                <a:lnTo>
                  <a:pt x="278" y="353"/>
                </a:lnTo>
                <a:lnTo>
                  <a:pt x="277" y="353"/>
                </a:lnTo>
                <a:lnTo>
                  <a:pt x="276" y="353"/>
                </a:lnTo>
                <a:lnTo>
                  <a:pt x="274" y="353"/>
                </a:lnTo>
                <a:lnTo>
                  <a:pt x="273" y="353"/>
                </a:lnTo>
                <a:lnTo>
                  <a:pt x="272" y="352"/>
                </a:lnTo>
                <a:lnTo>
                  <a:pt x="272" y="349"/>
                </a:lnTo>
                <a:lnTo>
                  <a:pt x="273" y="349"/>
                </a:lnTo>
                <a:lnTo>
                  <a:pt x="274" y="348"/>
                </a:lnTo>
                <a:lnTo>
                  <a:pt x="274" y="347"/>
                </a:lnTo>
                <a:lnTo>
                  <a:pt x="273" y="346"/>
                </a:lnTo>
                <a:lnTo>
                  <a:pt x="273" y="347"/>
                </a:lnTo>
                <a:lnTo>
                  <a:pt x="273" y="346"/>
                </a:lnTo>
                <a:lnTo>
                  <a:pt x="272" y="346"/>
                </a:lnTo>
                <a:lnTo>
                  <a:pt x="272" y="345"/>
                </a:lnTo>
                <a:lnTo>
                  <a:pt x="273" y="345"/>
                </a:lnTo>
                <a:lnTo>
                  <a:pt x="272" y="344"/>
                </a:lnTo>
                <a:lnTo>
                  <a:pt x="271" y="344"/>
                </a:lnTo>
                <a:lnTo>
                  <a:pt x="270" y="343"/>
                </a:lnTo>
                <a:lnTo>
                  <a:pt x="269" y="343"/>
                </a:lnTo>
                <a:lnTo>
                  <a:pt x="268" y="343"/>
                </a:lnTo>
                <a:lnTo>
                  <a:pt x="268" y="342"/>
                </a:lnTo>
                <a:lnTo>
                  <a:pt x="267" y="342"/>
                </a:lnTo>
                <a:lnTo>
                  <a:pt x="268" y="339"/>
                </a:lnTo>
                <a:lnTo>
                  <a:pt x="269" y="338"/>
                </a:lnTo>
                <a:lnTo>
                  <a:pt x="270" y="337"/>
                </a:lnTo>
                <a:lnTo>
                  <a:pt x="271" y="337"/>
                </a:lnTo>
                <a:lnTo>
                  <a:pt x="272" y="337"/>
                </a:lnTo>
                <a:lnTo>
                  <a:pt x="274" y="338"/>
                </a:lnTo>
                <a:lnTo>
                  <a:pt x="275" y="339"/>
                </a:lnTo>
                <a:lnTo>
                  <a:pt x="275" y="338"/>
                </a:lnTo>
                <a:lnTo>
                  <a:pt x="276" y="337"/>
                </a:lnTo>
                <a:lnTo>
                  <a:pt x="276" y="336"/>
                </a:lnTo>
                <a:lnTo>
                  <a:pt x="277" y="336"/>
                </a:lnTo>
                <a:lnTo>
                  <a:pt x="278" y="336"/>
                </a:lnTo>
                <a:lnTo>
                  <a:pt x="280" y="337"/>
                </a:lnTo>
                <a:lnTo>
                  <a:pt x="281" y="337"/>
                </a:lnTo>
                <a:lnTo>
                  <a:pt x="282" y="337"/>
                </a:lnTo>
                <a:lnTo>
                  <a:pt x="281" y="335"/>
                </a:lnTo>
                <a:lnTo>
                  <a:pt x="281" y="334"/>
                </a:lnTo>
                <a:lnTo>
                  <a:pt x="283" y="334"/>
                </a:lnTo>
                <a:lnTo>
                  <a:pt x="284" y="334"/>
                </a:lnTo>
                <a:lnTo>
                  <a:pt x="284" y="335"/>
                </a:lnTo>
                <a:lnTo>
                  <a:pt x="284" y="336"/>
                </a:lnTo>
                <a:lnTo>
                  <a:pt x="285" y="336"/>
                </a:lnTo>
                <a:lnTo>
                  <a:pt x="286" y="336"/>
                </a:lnTo>
                <a:lnTo>
                  <a:pt x="286" y="335"/>
                </a:lnTo>
                <a:lnTo>
                  <a:pt x="287" y="335"/>
                </a:lnTo>
                <a:lnTo>
                  <a:pt x="287" y="334"/>
                </a:lnTo>
                <a:lnTo>
                  <a:pt x="288" y="334"/>
                </a:lnTo>
                <a:lnTo>
                  <a:pt x="289" y="334"/>
                </a:lnTo>
                <a:lnTo>
                  <a:pt x="289" y="335"/>
                </a:lnTo>
                <a:lnTo>
                  <a:pt x="290" y="336"/>
                </a:lnTo>
                <a:lnTo>
                  <a:pt x="291" y="336"/>
                </a:lnTo>
                <a:lnTo>
                  <a:pt x="292" y="336"/>
                </a:lnTo>
                <a:lnTo>
                  <a:pt x="293" y="336"/>
                </a:lnTo>
                <a:lnTo>
                  <a:pt x="292" y="336"/>
                </a:lnTo>
                <a:lnTo>
                  <a:pt x="292" y="335"/>
                </a:lnTo>
                <a:lnTo>
                  <a:pt x="293" y="334"/>
                </a:lnTo>
                <a:lnTo>
                  <a:pt x="294" y="333"/>
                </a:lnTo>
                <a:lnTo>
                  <a:pt x="295" y="333"/>
                </a:lnTo>
                <a:lnTo>
                  <a:pt x="295" y="335"/>
                </a:lnTo>
                <a:lnTo>
                  <a:pt x="294" y="335"/>
                </a:lnTo>
                <a:lnTo>
                  <a:pt x="294" y="336"/>
                </a:lnTo>
                <a:lnTo>
                  <a:pt x="295" y="337"/>
                </a:lnTo>
                <a:lnTo>
                  <a:pt x="297" y="337"/>
                </a:lnTo>
                <a:lnTo>
                  <a:pt x="299" y="336"/>
                </a:lnTo>
                <a:lnTo>
                  <a:pt x="300" y="335"/>
                </a:lnTo>
                <a:lnTo>
                  <a:pt x="301" y="334"/>
                </a:lnTo>
                <a:lnTo>
                  <a:pt x="302" y="334"/>
                </a:lnTo>
                <a:lnTo>
                  <a:pt x="303" y="334"/>
                </a:lnTo>
                <a:lnTo>
                  <a:pt x="303" y="335"/>
                </a:lnTo>
                <a:lnTo>
                  <a:pt x="302" y="335"/>
                </a:lnTo>
                <a:lnTo>
                  <a:pt x="303" y="336"/>
                </a:lnTo>
                <a:lnTo>
                  <a:pt x="303" y="337"/>
                </a:lnTo>
                <a:lnTo>
                  <a:pt x="302" y="337"/>
                </a:lnTo>
                <a:lnTo>
                  <a:pt x="302" y="338"/>
                </a:lnTo>
                <a:lnTo>
                  <a:pt x="303" y="339"/>
                </a:lnTo>
                <a:lnTo>
                  <a:pt x="303" y="338"/>
                </a:lnTo>
                <a:lnTo>
                  <a:pt x="304" y="338"/>
                </a:lnTo>
                <a:lnTo>
                  <a:pt x="305" y="338"/>
                </a:lnTo>
                <a:lnTo>
                  <a:pt x="305" y="337"/>
                </a:lnTo>
                <a:lnTo>
                  <a:pt x="307" y="337"/>
                </a:lnTo>
                <a:lnTo>
                  <a:pt x="307" y="338"/>
                </a:lnTo>
                <a:lnTo>
                  <a:pt x="308" y="338"/>
                </a:lnTo>
                <a:lnTo>
                  <a:pt x="309" y="339"/>
                </a:lnTo>
                <a:lnTo>
                  <a:pt x="311" y="341"/>
                </a:lnTo>
                <a:lnTo>
                  <a:pt x="311" y="342"/>
                </a:lnTo>
                <a:lnTo>
                  <a:pt x="312" y="343"/>
                </a:lnTo>
                <a:lnTo>
                  <a:pt x="313" y="343"/>
                </a:lnTo>
                <a:lnTo>
                  <a:pt x="315" y="343"/>
                </a:lnTo>
                <a:lnTo>
                  <a:pt x="316" y="342"/>
                </a:lnTo>
                <a:lnTo>
                  <a:pt x="316" y="341"/>
                </a:lnTo>
                <a:lnTo>
                  <a:pt x="318" y="341"/>
                </a:lnTo>
                <a:lnTo>
                  <a:pt x="319" y="341"/>
                </a:lnTo>
                <a:lnTo>
                  <a:pt x="319" y="342"/>
                </a:lnTo>
                <a:lnTo>
                  <a:pt x="319" y="343"/>
                </a:lnTo>
                <a:lnTo>
                  <a:pt x="320" y="344"/>
                </a:lnTo>
                <a:lnTo>
                  <a:pt x="321" y="344"/>
                </a:lnTo>
                <a:lnTo>
                  <a:pt x="322" y="345"/>
                </a:lnTo>
                <a:lnTo>
                  <a:pt x="322" y="346"/>
                </a:lnTo>
                <a:lnTo>
                  <a:pt x="322" y="347"/>
                </a:lnTo>
                <a:lnTo>
                  <a:pt x="322" y="348"/>
                </a:lnTo>
                <a:lnTo>
                  <a:pt x="323" y="348"/>
                </a:lnTo>
                <a:lnTo>
                  <a:pt x="324" y="349"/>
                </a:lnTo>
                <a:lnTo>
                  <a:pt x="325" y="349"/>
                </a:lnTo>
                <a:lnTo>
                  <a:pt x="325" y="348"/>
                </a:lnTo>
                <a:lnTo>
                  <a:pt x="325" y="347"/>
                </a:lnTo>
                <a:lnTo>
                  <a:pt x="325" y="346"/>
                </a:lnTo>
                <a:lnTo>
                  <a:pt x="326" y="346"/>
                </a:lnTo>
                <a:lnTo>
                  <a:pt x="328" y="344"/>
                </a:lnTo>
                <a:lnTo>
                  <a:pt x="329" y="343"/>
                </a:lnTo>
                <a:lnTo>
                  <a:pt x="329" y="342"/>
                </a:lnTo>
                <a:lnTo>
                  <a:pt x="330" y="343"/>
                </a:lnTo>
                <a:lnTo>
                  <a:pt x="330" y="342"/>
                </a:lnTo>
                <a:lnTo>
                  <a:pt x="331" y="341"/>
                </a:lnTo>
                <a:lnTo>
                  <a:pt x="331" y="340"/>
                </a:lnTo>
                <a:lnTo>
                  <a:pt x="331" y="339"/>
                </a:lnTo>
                <a:lnTo>
                  <a:pt x="330" y="338"/>
                </a:lnTo>
                <a:lnTo>
                  <a:pt x="330" y="337"/>
                </a:lnTo>
                <a:lnTo>
                  <a:pt x="331" y="337"/>
                </a:lnTo>
                <a:lnTo>
                  <a:pt x="332" y="337"/>
                </a:lnTo>
                <a:lnTo>
                  <a:pt x="332" y="336"/>
                </a:lnTo>
                <a:lnTo>
                  <a:pt x="331" y="335"/>
                </a:lnTo>
                <a:lnTo>
                  <a:pt x="330" y="334"/>
                </a:lnTo>
                <a:lnTo>
                  <a:pt x="331" y="333"/>
                </a:lnTo>
                <a:lnTo>
                  <a:pt x="332" y="331"/>
                </a:lnTo>
                <a:lnTo>
                  <a:pt x="332" y="330"/>
                </a:lnTo>
                <a:lnTo>
                  <a:pt x="332" y="329"/>
                </a:lnTo>
                <a:lnTo>
                  <a:pt x="333" y="328"/>
                </a:lnTo>
                <a:lnTo>
                  <a:pt x="333" y="329"/>
                </a:lnTo>
                <a:lnTo>
                  <a:pt x="333" y="330"/>
                </a:lnTo>
                <a:lnTo>
                  <a:pt x="334" y="330"/>
                </a:lnTo>
                <a:lnTo>
                  <a:pt x="336" y="332"/>
                </a:lnTo>
                <a:lnTo>
                  <a:pt x="337" y="330"/>
                </a:lnTo>
                <a:lnTo>
                  <a:pt x="336" y="330"/>
                </a:lnTo>
                <a:lnTo>
                  <a:pt x="336" y="329"/>
                </a:lnTo>
                <a:lnTo>
                  <a:pt x="337" y="327"/>
                </a:lnTo>
                <a:lnTo>
                  <a:pt x="337" y="326"/>
                </a:lnTo>
                <a:lnTo>
                  <a:pt x="336" y="326"/>
                </a:lnTo>
                <a:lnTo>
                  <a:pt x="335" y="326"/>
                </a:lnTo>
                <a:lnTo>
                  <a:pt x="335" y="325"/>
                </a:lnTo>
                <a:lnTo>
                  <a:pt x="336" y="324"/>
                </a:lnTo>
                <a:lnTo>
                  <a:pt x="335" y="324"/>
                </a:lnTo>
                <a:lnTo>
                  <a:pt x="335" y="323"/>
                </a:lnTo>
                <a:lnTo>
                  <a:pt x="334" y="322"/>
                </a:lnTo>
                <a:lnTo>
                  <a:pt x="334" y="318"/>
                </a:lnTo>
                <a:lnTo>
                  <a:pt x="334" y="317"/>
                </a:lnTo>
                <a:lnTo>
                  <a:pt x="334" y="316"/>
                </a:lnTo>
                <a:lnTo>
                  <a:pt x="333" y="313"/>
                </a:lnTo>
                <a:lnTo>
                  <a:pt x="333" y="311"/>
                </a:lnTo>
                <a:lnTo>
                  <a:pt x="332" y="309"/>
                </a:lnTo>
                <a:lnTo>
                  <a:pt x="332" y="308"/>
                </a:lnTo>
                <a:lnTo>
                  <a:pt x="331" y="307"/>
                </a:lnTo>
                <a:lnTo>
                  <a:pt x="331" y="306"/>
                </a:lnTo>
                <a:lnTo>
                  <a:pt x="331" y="305"/>
                </a:lnTo>
                <a:lnTo>
                  <a:pt x="330" y="305"/>
                </a:lnTo>
                <a:lnTo>
                  <a:pt x="330" y="304"/>
                </a:lnTo>
                <a:lnTo>
                  <a:pt x="330" y="303"/>
                </a:lnTo>
                <a:lnTo>
                  <a:pt x="330" y="302"/>
                </a:lnTo>
                <a:lnTo>
                  <a:pt x="329" y="302"/>
                </a:lnTo>
                <a:lnTo>
                  <a:pt x="329" y="301"/>
                </a:lnTo>
                <a:lnTo>
                  <a:pt x="329" y="300"/>
                </a:lnTo>
                <a:lnTo>
                  <a:pt x="329" y="299"/>
                </a:lnTo>
                <a:lnTo>
                  <a:pt x="328" y="299"/>
                </a:lnTo>
                <a:lnTo>
                  <a:pt x="327" y="299"/>
                </a:lnTo>
                <a:lnTo>
                  <a:pt x="326" y="299"/>
                </a:lnTo>
                <a:lnTo>
                  <a:pt x="325" y="299"/>
                </a:lnTo>
                <a:lnTo>
                  <a:pt x="324" y="299"/>
                </a:lnTo>
                <a:lnTo>
                  <a:pt x="323" y="300"/>
                </a:lnTo>
                <a:lnTo>
                  <a:pt x="321" y="300"/>
                </a:lnTo>
                <a:lnTo>
                  <a:pt x="319" y="299"/>
                </a:lnTo>
                <a:lnTo>
                  <a:pt x="317" y="297"/>
                </a:lnTo>
                <a:lnTo>
                  <a:pt x="316" y="296"/>
                </a:lnTo>
                <a:lnTo>
                  <a:pt x="315" y="296"/>
                </a:lnTo>
                <a:lnTo>
                  <a:pt x="315" y="295"/>
                </a:lnTo>
                <a:lnTo>
                  <a:pt x="314" y="295"/>
                </a:lnTo>
                <a:lnTo>
                  <a:pt x="313" y="294"/>
                </a:lnTo>
                <a:lnTo>
                  <a:pt x="313" y="293"/>
                </a:lnTo>
                <a:lnTo>
                  <a:pt x="312" y="292"/>
                </a:lnTo>
                <a:lnTo>
                  <a:pt x="312" y="290"/>
                </a:lnTo>
                <a:lnTo>
                  <a:pt x="311" y="290"/>
                </a:lnTo>
                <a:lnTo>
                  <a:pt x="311" y="291"/>
                </a:lnTo>
                <a:lnTo>
                  <a:pt x="310" y="291"/>
                </a:lnTo>
                <a:lnTo>
                  <a:pt x="309" y="291"/>
                </a:lnTo>
                <a:lnTo>
                  <a:pt x="309" y="290"/>
                </a:lnTo>
                <a:lnTo>
                  <a:pt x="309" y="289"/>
                </a:lnTo>
                <a:lnTo>
                  <a:pt x="309" y="288"/>
                </a:lnTo>
                <a:lnTo>
                  <a:pt x="310" y="288"/>
                </a:lnTo>
                <a:lnTo>
                  <a:pt x="310" y="286"/>
                </a:lnTo>
                <a:lnTo>
                  <a:pt x="309" y="286"/>
                </a:lnTo>
                <a:lnTo>
                  <a:pt x="309" y="285"/>
                </a:lnTo>
                <a:lnTo>
                  <a:pt x="307" y="284"/>
                </a:lnTo>
                <a:lnTo>
                  <a:pt x="306" y="284"/>
                </a:lnTo>
                <a:lnTo>
                  <a:pt x="305" y="284"/>
                </a:lnTo>
                <a:lnTo>
                  <a:pt x="306" y="284"/>
                </a:lnTo>
                <a:lnTo>
                  <a:pt x="306" y="285"/>
                </a:lnTo>
                <a:lnTo>
                  <a:pt x="305" y="285"/>
                </a:lnTo>
                <a:lnTo>
                  <a:pt x="304" y="286"/>
                </a:lnTo>
                <a:lnTo>
                  <a:pt x="303" y="286"/>
                </a:lnTo>
                <a:lnTo>
                  <a:pt x="303" y="287"/>
                </a:lnTo>
                <a:lnTo>
                  <a:pt x="301" y="287"/>
                </a:lnTo>
                <a:lnTo>
                  <a:pt x="300" y="287"/>
                </a:lnTo>
                <a:lnTo>
                  <a:pt x="300" y="288"/>
                </a:lnTo>
                <a:lnTo>
                  <a:pt x="299" y="288"/>
                </a:lnTo>
                <a:lnTo>
                  <a:pt x="297" y="288"/>
                </a:lnTo>
                <a:lnTo>
                  <a:pt x="296" y="288"/>
                </a:lnTo>
                <a:lnTo>
                  <a:pt x="295" y="288"/>
                </a:lnTo>
                <a:lnTo>
                  <a:pt x="295" y="287"/>
                </a:lnTo>
                <a:lnTo>
                  <a:pt x="295" y="286"/>
                </a:lnTo>
                <a:lnTo>
                  <a:pt x="294" y="286"/>
                </a:lnTo>
                <a:lnTo>
                  <a:pt x="293" y="286"/>
                </a:lnTo>
                <a:lnTo>
                  <a:pt x="290" y="287"/>
                </a:lnTo>
                <a:lnTo>
                  <a:pt x="290" y="289"/>
                </a:lnTo>
                <a:lnTo>
                  <a:pt x="291" y="290"/>
                </a:lnTo>
                <a:lnTo>
                  <a:pt x="291" y="291"/>
                </a:lnTo>
                <a:lnTo>
                  <a:pt x="290" y="292"/>
                </a:lnTo>
                <a:lnTo>
                  <a:pt x="289" y="292"/>
                </a:lnTo>
                <a:lnTo>
                  <a:pt x="288" y="292"/>
                </a:lnTo>
                <a:lnTo>
                  <a:pt x="287" y="293"/>
                </a:lnTo>
                <a:lnTo>
                  <a:pt x="287" y="294"/>
                </a:lnTo>
                <a:lnTo>
                  <a:pt x="288" y="295"/>
                </a:lnTo>
                <a:lnTo>
                  <a:pt x="288" y="296"/>
                </a:lnTo>
                <a:lnTo>
                  <a:pt x="288" y="297"/>
                </a:lnTo>
                <a:lnTo>
                  <a:pt x="288" y="298"/>
                </a:lnTo>
                <a:lnTo>
                  <a:pt x="289" y="300"/>
                </a:lnTo>
                <a:lnTo>
                  <a:pt x="288" y="301"/>
                </a:lnTo>
                <a:lnTo>
                  <a:pt x="287" y="301"/>
                </a:lnTo>
                <a:lnTo>
                  <a:pt x="287" y="302"/>
                </a:lnTo>
                <a:lnTo>
                  <a:pt x="286" y="302"/>
                </a:lnTo>
                <a:lnTo>
                  <a:pt x="285" y="302"/>
                </a:lnTo>
                <a:lnTo>
                  <a:pt x="284" y="302"/>
                </a:lnTo>
                <a:lnTo>
                  <a:pt x="283" y="302"/>
                </a:lnTo>
                <a:lnTo>
                  <a:pt x="283" y="301"/>
                </a:lnTo>
                <a:lnTo>
                  <a:pt x="282" y="301"/>
                </a:lnTo>
                <a:lnTo>
                  <a:pt x="281" y="301"/>
                </a:lnTo>
                <a:lnTo>
                  <a:pt x="281" y="302"/>
                </a:lnTo>
                <a:lnTo>
                  <a:pt x="281" y="303"/>
                </a:lnTo>
                <a:lnTo>
                  <a:pt x="281" y="304"/>
                </a:lnTo>
                <a:lnTo>
                  <a:pt x="282" y="305"/>
                </a:lnTo>
                <a:lnTo>
                  <a:pt x="282" y="306"/>
                </a:lnTo>
                <a:lnTo>
                  <a:pt x="282" y="307"/>
                </a:lnTo>
                <a:lnTo>
                  <a:pt x="282" y="308"/>
                </a:lnTo>
                <a:lnTo>
                  <a:pt x="282" y="309"/>
                </a:lnTo>
                <a:lnTo>
                  <a:pt x="282" y="310"/>
                </a:lnTo>
                <a:lnTo>
                  <a:pt x="282" y="311"/>
                </a:lnTo>
                <a:lnTo>
                  <a:pt x="282" y="312"/>
                </a:lnTo>
                <a:lnTo>
                  <a:pt x="282" y="313"/>
                </a:lnTo>
                <a:lnTo>
                  <a:pt x="283" y="314"/>
                </a:lnTo>
                <a:lnTo>
                  <a:pt x="284" y="314"/>
                </a:lnTo>
                <a:lnTo>
                  <a:pt x="284" y="315"/>
                </a:lnTo>
                <a:lnTo>
                  <a:pt x="284" y="316"/>
                </a:lnTo>
                <a:lnTo>
                  <a:pt x="285" y="316"/>
                </a:lnTo>
                <a:lnTo>
                  <a:pt x="285" y="317"/>
                </a:lnTo>
                <a:lnTo>
                  <a:pt x="284" y="317"/>
                </a:lnTo>
                <a:lnTo>
                  <a:pt x="283" y="318"/>
                </a:lnTo>
                <a:lnTo>
                  <a:pt x="282" y="319"/>
                </a:lnTo>
                <a:lnTo>
                  <a:pt x="280" y="319"/>
                </a:lnTo>
                <a:lnTo>
                  <a:pt x="279" y="319"/>
                </a:lnTo>
                <a:lnTo>
                  <a:pt x="278" y="319"/>
                </a:lnTo>
                <a:lnTo>
                  <a:pt x="276" y="319"/>
                </a:lnTo>
                <a:lnTo>
                  <a:pt x="274" y="318"/>
                </a:lnTo>
                <a:lnTo>
                  <a:pt x="272" y="317"/>
                </a:lnTo>
                <a:lnTo>
                  <a:pt x="270" y="318"/>
                </a:lnTo>
                <a:lnTo>
                  <a:pt x="270" y="319"/>
                </a:lnTo>
                <a:lnTo>
                  <a:pt x="269" y="319"/>
                </a:lnTo>
                <a:lnTo>
                  <a:pt x="269" y="320"/>
                </a:lnTo>
                <a:lnTo>
                  <a:pt x="266" y="321"/>
                </a:lnTo>
                <a:lnTo>
                  <a:pt x="265" y="321"/>
                </a:lnTo>
                <a:lnTo>
                  <a:pt x="264" y="320"/>
                </a:lnTo>
                <a:lnTo>
                  <a:pt x="262" y="321"/>
                </a:lnTo>
                <a:lnTo>
                  <a:pt x="261" y="321"/>
                </a:lnTo>
                <a:lnTo>
                  <a:pt x="260" y="322"/>
                </a:lnTo>
                <a:lnTo>
                  <a:pt x="258" y="322"/>
                </a:lnTo>
                <a:lnTo>
                  <a:pt x="256" y="323"/>
                </a:lnTo>
                <a:lnTo>
                  <a:pt x="255" y="323"/>
                </a:lnTo>
                <a:lnTo>
                  <a:pt x="254" y="323"/>
                </a:lnTo>
                <a:lnTo>
                  <a:pt x="253" y="323"/>
                </a:lnTo>
                <a:lnTo>
                  <a:pt x="253" y="322"/>
                </a:lnTo>
                <a:lnTo>
                  <a:pt x="253" y="321"/>
                </a:lnTo>
                <a:lnTo>
                  <a:pt x="253" y="320"/>
                </a:lnTo>
                <a:lnTo>
                  <a:pt x="252" y="320"/>
                </a:lnTo>
                <a:lnTo>
                  <a:pt x="252" y="321"/>
                </a:lnTo>
                <a:lnTo>
                  <a:pt x="251" y="322"/>
                </a:lnTo>
                <a:lnTo>
                  <a:pt x="251" y="323"/>
                </a:lnTo>
                <a:lnTo>
                  <a:pt x="251" y="324"/>
                </a:lnTo>
                <a:lnTo>
                  <a:pt x="250" y="324"/>
                </a:lnTo>
                <a:lnTo>
                  <a:pt x="247" y="324"/>
                </a:lnTo>
                <a:lnTo>
                  <a:pt x="245" y="325"/>
                </a:lnTo>
                <a:lnTo>
                  <a:pt x="244" y="325"/>
                </a:lnTo>
                <a:lnTo>
                  <a:pt x="244" y="324"/>
                </a:lnTo>
                <a:lnTo>
                  <a:pt x="244" y="322"/>
                </a:lnTo>
                <a:lnTo>
                  <a:pt x="244" y="320"/>
                </a:lnTo>
                <a:lnTo>
                  <a:pt x="243" y="318"/>
                </a:lnTo>
                <a:lnTo>
                  <a:pt x="241" y="318"/>
                </a:lnTo>
                <a:lnTo>
                  <a:pt x="240" y="318"/>
                </a:lnTo>
                <a:lnTo>
                  <a:pt x="240" y="319"/>
                </a:lnTo>
                <a:lnTo>
                  <a:pt x="240" y="320"/>
                </a:lnTo>
                <a:lnTo>
                  <a:pt x="239" y="320"/>
                </a:lnTo>
                <a:lnTo>
                  <a:pt x="238" y="320"/>
                </a:lnTo>
                <a:lnTo>
                  <a:pt x="238" y="319"/>
                </a:lnTo>
                <a:lnTo>
                  <a:pt x="239" y="319"/>
                </a:lnTo>
                <a:lnTo>
                  <a:pt x="238" y="318"/>
                </a:lnTo>
                <a:lnTo>
                  <a:pt x="237" y="318"/>
                </a:lnTo>
                <a:lnTo>
                  <a:pt x="236" y="318"/>
                </a:lnTo>
                <a:lnTo>
                  <a:pt x="236" y="317"/>
                </a:lnTo>
                <a:lnTo>
                  <a:pt x="235" y="316"/>
                </a:lnTo>
                <a:lnTo>
                  <a:pt x="235" y="315"/>
                </a:lnTo>
                <a:lnTo>
                  <a:pt x="236" y="315"/>
                </a:lnTo>
                <a:lnTo>
                  <a:pt x="236" y="314"/>
                </a:lnTo>
                <a:lnTo>
                  <a:pt x="236" y="313"/>
                </a:lnTo>
                <a:lnTo>
                  <a:pt x="235" y="311"/>
                </a:lnTo>
                <a:lnTo>
                  <a:pt x="234" y="310"/>
                </a:lnTo>
                <a:lnTo>
                  <a:pt x="234" y="309"/>
                </a:lnTo>
                <a:lnTo>
                  <a:pt x="233" y="309"/>
                </a:lnTo>
                <a:lnTo>
                  <a:pt x="233" y="308"/>
                </a:lnTo>
                <a:lnTo>
                  <a:pt x="232" y="308"/>
                </a:lnTo>
                <a:lnTo>
                  <a:pt x="231" y="308"/>
                </a:lnTo>
                <a:lnTo>
                  <a:pt x="230" y="309"/>
                </a:lnTo>
                <a:lnTo>
                  <a:pt x="230" y="310"/>
                </a:lnTo>
                <a:lnTo>
                  <a:pt x="229" y="310"/>
                </a:lnTo>
                <a:lnTo>
                  <a:pt x="229" y="309"/>
                </a:lnTo>
                <a:lnTo>
                  <a:pt x="228" y="308"/>
                </a:lnTo>
                <a:lnTo>
                  <a:pt x="228" y="306"/>
                </a:lnTo>
                <a:lnTo>
                  <a:pt x="227" y="304"/>
                </a:lnTo>
                <a:lnTo>
                  <a:pt x="226" y="302"/>
                </a:lnTo>
                <a:lnTo>
                  <a:pt x="226" y="301"/>
                </a:lnTo>
                <a:lnTo>
                  <a:pt x="226" y="300"/>
                </a:lnTo>
                <a:lnTo>
                  <a:pt x="226" y="299"/>
                </a:lnTo>
                <a:lnTo>
                  <a:pt x="227" y="298"/>
                </a:lnTo>
                <a:lnTo>
                  <a:pt x="229" y="297"/>
                </a:lnTo>
                <a:lnTo>
                  <a:pt x="230" y="297"/>
                </a:lnTo>
                <a:lnTo>
                  <a:pt x="231" y="297"/>
                </a:lnTo>
                <a:lnTo>
                  <a:pt x="232" y="296"/>
                </a:lnTo>
                <a:lnTo>
                  <a:pt x="234" y="295"/>
                </a:lnTo>
                <a:lnTo>
                  <a:pt x="234" y="294"/>
                </a:lnTo>
                <a:lnTo>
                  <a:pt x="233" y="294"/>
                </a:lnTo>
                <a:lnTo>
                  <a:pt x="233" y="293"/>
                </a:lnTo>
                <a:lnTo>
                  <a:pt x="231" y="293"/>
                </a:lnTo>
                <a:lnTo>
                  <a:pt x="230" y="294"/>
                </a:lnTo>
                <a:lnTo>
                  <a:pt x="229" y="294"/>
                </a:lnTo>
                <a:lnTo>
                  <a:pt x="229" y="293"/>
                </a:lnTo>
                <a:lnTo>
                  <a:pt x="228" y="293"/>
                </a:lnTo>
                <a:lnTo>
                  <a:pt x="227" y="292"/>
                </a:lnTo>
                <a:lnTo>
                  <a:pt x="226" y="291"/>
                </a:lnTo>
                <a:lnTo>
                  <a:pt x="226" y="290"/>
                </a:lnTo>
                <a:lnTo>
                  <a:pt x="226" y="289"/>
                </a:lnTo>
                <a:lnTo>
                  <a:pt x="226" y="287"/>
                </a:lnTo>
                <a:lnTo>
                  <a:pt x="225" y="286"/>
                </a:lnTo>
                <a:lnTo>
                  <a:pt x="225" y="284"/>
                </a:lnTo>
                <a:lnTo>
                  <a:pt x="224" y="283"/>
                </a:lnTo>
                <a:lnTo>
                  <a:pt x="224" y="282"/>
                </a:lnTo>
                <a:lnTo>
                  <a:pt x="223" y="282"/>
                </a:lnTo>
                <a:lnTo>
                  <a:pt x="223" y="283"/>
                </a:lnTo>
                <a:lnTo>
                  <a:pt x="222" y="283"/>
                </a:lnTo>
                <a:lnTo>
                  <a:pt x="222" y="282"/>
                </a:lnTo>
                <a:lnTo>
                  <a:pt x="222" y="281"/>
                </a:lnTo>
                <a:lnTo>
                  <a:pt x="223" y="281"/>
                </a:lnTo>
                <a:lnTo>
                  <a:pt x="223" y="280"/>
                </a:lnTo>
                <a:lnTo>
                  <a:pt x="222" y="280"/>
                </a:lnTo>
                <a:lnTo>
                  <a:pt x="221" y="279"/>
                </a:lnTo>
                <a:lnTo>
                  <a:pt x="220" y="279"/>
                </a:lnTo>
                <a:lnTo>
                  <a:pt x="221" y="279"/>
                </a:lnTo>
                <a:lnTo>
                  <a:pt x="222" y="279"/>
                </a:lnTo>
                <a:lnTo>
                  <a:pt x="222" y="278"/>
                </a:lnTo>
                <a:lnTo>
                  <a:pt x="222" y="277"/>
                </a:lnTo>
                <a:lnTo>
                  <a:pt x="221" y="277"/>
                </a:lnTo>
                <a:lnTo>
                  <a:pt x="220" y="276"/>
                </a:lnTo>
                <a:lnTo>
                  <a:pt x="221" y="276"/>
                </a:lnTo>
                <a:lnTo>
                  <a:pt x="222" y="276"/>
                </a:lnTo>
                <a:lnTo>
                  <a:pt x="222" y="275"/>
                </a:lnTo>
                <a:lnTo>
                  <a:pt x="221" y="273"/>
                </a:lnTo>
                <a:lnTo>
                  <a:pt x="221" y="272"/>
                </a:lnTo>
                <a:lnTo>
                  <a:pt x="221" y="271"/>
                </a:lnTo>
                <a:lnTo>
                  <a:pt x="221" y="270"/>
                </a:lnTo>
                <a:lnTo>
                  <a:pt x="221" y="268"/>
                </a:lnTo>
                <a:lnTo>
                  <a:pt x="221" y="267"/>
                </a:lnTo>
                <a:lnTo>
                  <a:pt x="220" y="267"/>
                </a:lnTo>
                <a:lnTo>
                  <a:pt x="220" y="266"/>
                </a:lnTo>
                <a:lnTo>
                  <a:pt x="220" y="265"/>
                </a:lnTo>
                <a:lnTo>
                  <a:pt x="219" y="265"/>
                </a:lnTo>
                <a:lnTo>
                  <a:pt x="218" y="264"/>
                </a:lnTo>
                <a:lnTo>
                  <a:pt x="217" y="264"/>
                </a:lnTo>
                <a:lnTo>
                  <a:pt x="216" y="263"/>
                </a:lnTo>
                <a:lnTo>
                  <a:pt x="215" y="263"/>
                </a:lnTo>
                <a:lnTo>
                  <a:pt x="214" y="264"/>
                </a:lnTo>
                <a:lnTo>
                  <a:pt x="214" y="265"/>
                </a:lnTo>
                <a:lnTo>
                  <a:pt x="213" y="266"/>
                </a:lnTo>
                <a:lnTo>
                  <a:pt x="214" y="267"/>
                </a:lnTo>
                <a:lnTo>
                  <a:pt x="214" y="268"/>
                </a:lnTo>
                <a:lnTo>
                  <a:pt x="214" y="269"/>
                </a:lnTo>
                <a:lnTo>
                  <a:pt x="213" y="269"/>
                </a:lnTo>
                <a:lnTo>
                  <a:pt x="213" y="270"/>
                </a:lnTo>
                <a:lnTo>
                  <a:pt x="211" y="271"/>
                </a:lnTo>
                <a:lnTo>
                  <a:pt x="210" y="271"/>
                </a:lnTo>
                <a:lnTo>
                  <a:pt x="209" y="271"/>
                </a:lnTo>
                <a:lnTo>
                  <a:pt x="208" y="272"/>
                </a:lnTo>
                <a:lnTo>
                  <a:pt x="207" y="273"/>
                </a:lnTo>
                <a:lnTo>
                  <a:pt x="206" y="274"/>
                </a:lnTo>
                <a:lnTo>
                  <a:pt x="205" y="274"/>
                </a:lnTo>
                <a:lnTo>
                  <a:pt x="205" y="275"/>
                </a:lnTo>
                <a:lnTo>
                  <a:pt x="204" y="274"/>
                </a:lnTo>
                <a:lnTo>
                  <a:pt x="203" y="273"/>
                </a:lnTo>
                <a:lnTo>
                  <a:pt x="202" y="273"/>
                </a:lnTo>
                <a:lnTo>
                  <a:pt x="202" y="274"/>
                </a:lnTo>
                <a:lnTo>
                  <a:pt x="203" y="275"/>
                </a:lnTo>
                <a:lnTo>
                  <a:pt x="202" y="275"/>
                </a:lnTo>
                <a:lnTo>
                  <a:pt x="202" y="276"/>
                </a:lnTo>
                <a:lnTo>
                  <a:pt x="202" y="275"/>
                </a:lnTo>
                <a:lnTo>
                  <a:pt x="202" y="274"/>
                </a:lnTo>
                <a:lnTo>
                  <a:pt x="201" y="273"/>
                </a:lnTo>
                <a:lnTo>
                  <a:pt x="200" y="273"/>
                </a:lnTo>
                <a:lnTo>
                  <a:pt x="199" y="272"/>
                </a:lnTo>
                <a:lnTo>
                  <a:pt x="198" y="271"/>
                </a:lnTo>
                <a:lnTo>
                  <a:pt x="198" y="270"/>
                </a:lnTo>
                <a:lnTo>
                  <a:pt x="197" y="270"/>
                </a:lnTo>
                <a:lnTo>
                  <a:pt x="196" y="271"/>
                </a:lnTo>
                <a:lnTo>
                  <a:pt x="195" y="269"/>
                </a:lnTo>
                <a:lnTo>
                  <a:pt x="195" y="268"/>
                </a:lnTo>
                <a:lnTo>
                  <a:pt x="195" y="267"/>
                </a:lnTo>
                <a:lnTo>
                  <a:pt x="195" y="265"/>
                </a:lnTo>
                <a:lnTo>
                  <a:pt x="194" y="265"/>
                </a:lnTo>
                <a:lnTo>
                  <a:pt x="194" y="264"/>
                </a:lnTo>
                <a:lnTo>
                  <a:pt x="193" y="264"/>
                </a:lnTo>
                <a:lnTo>
                  <a:pt x="193" y="265"/>
                </a:lnTo>
                <a:lnTo>
                  <a:pt x="192" y="265"/>
                </a:lnTo>
                <a:lnTo>
                  <a:pt x="191" y="265"/>
                </a:lnTo>
                <a:lnTo>
                  <a:pt x="190" y="265"/>
                </a:lnTo>
                <a:lnTo>
                  <a:pt x="190" y="264"/>
                </a:lnTo>
                <a:lnTo>
                  <a:pt x="191" y="263"/>
                </a:lnTo>
                <a:lnTo>
                  <a:pt x="191" y="262"/>
                </a:lnTo>
                <a:lnTo>
                  <a:pt x="191" y="261"/>
                </a:lnTo>
                <a:lnTo>
                  <a:pt x="190" y="261"/>
                </a:lnTo>
                <a:lnTo>
                  <a:pt x="190" y="260"/>
                </a:lnTo>
                <a:lnTo>
                  <a:pt x="191" y="259"/>
                </a:lnTo>
                <a:lnTo>
                  <a:pt x="192" y="258"/>
                </a:lnTo>
                <a:lnTo>
                  <a:pt x="193" y="258"/>
                </a:lnTo>
                <a:lnTo>
                  <a:pt x="193" y="257"/>
                </a:lnTo>
                <a:lnTo>
                  <a:pt x="193" y="256"/>
                </a:lnTo>
                <a:lnTo>
                  <a:pt x="194" y="256"/>
                </a:lnTo>
                <a:lnTo>
                  <a:pt x="194" y="255"/>
                </a:lnTo>
                <a:lnTo>
                  <a:pt x="193" y="255"/>
                </a:lnTo>
                <a:lnTo>
                  <a:pt x="193" y="254"/>
                </a:lnTo>
                <a:lnTo>
                  <a:pt x="193" y="253"/>
                </a:lnTo>
                <a:lnTo>
                  <a:pt x="194" y="252"/>
                </a:lnTo>
                <a:lnTo>
                  <a:pt x="194" y="251"/>
                </a:lnTo>
                <a:lnTo>
                  <a:pt x="193" y="250"/>
                </a:lnTo>
                <a:lnTo>
                  <a:pt x="192" y="251"/>
                </a:lnTo>
                <a:lnTo>
                  <a:pt x="191" y="250"/>
                </a:lnTo>
                <a:lnTo>
                  <a:pt x="191" y="249"/>
                </a:lnTo>
                <a:lnTo>
                  <a:pt x="192" y="249"/>
                </a:lnTo>
                <a:lnTo>
                  <a:pt x="193" y="249"/>
                </a:lnTo>
                <a:lnTo>
                  <a:pt x="194" y="249"/>
                </a:lnTo>
                <a:lnTo>
                  <a:pt x="196" y="247"/>
                </a:lnTo>
                <a:lnTo>
                  <a:pt x="196" y="245"/>
                </a:lnTo>
                <a:lnTo>
                  <a:pt x="197" y="245"/>
                </a:lnTo>
                <a:lnTo>
                  <a:pt x="197" y="243"/>
                </a:lnTo>
                <a:lnTo>
                  <a:pt x="195" y="241"/>
                </a:lnTo>
                <a:lnTo>
                  <a:pt x="195" y="240"/>
                </a:lnTo>
                <a:lnTo>
                  <a:pt x="195" y="239"/>
                </a:lnTo>
                <a:lnTo>
                  <a:pt x="195" y="238"/>
                </a:lnTo>
                <a:lnTo>
                  <a:pt x="195" y="237"/>
                </a:lnTo>
                <a:lnTo>
                  <a:pt x="195" y="236"/>
                </a:lnTo>
                <a:lnTo>
                  <a:pt x="196" y="234"/>
                </a:lnTo>
                <a:lnTo>
                  <a:pt x="196" y="232"/>
                </a:lnTo>
                <a:lnTo>
                  <a:pt x="197" y="232"/>
                </a:lnTo>
                <a:lnTo>
                  <a:pt x="197" y="231"/>
                </a:lnTo>
                <a:lnTo>
                  <a:pt x="197" y="229"/>
                </a:lnTo>
                <a:lnTo>
                  <a:pt x="198" y="229"/>
                </a:lnTo>
                <a:lnTo>
                  <a:pt x="199" y="229"/>
                </a:lnTo>
                <a:lnTo>
                  <a:pt x="200" y="230"/>
                </a:lnTo>
                <a:lnTo>
                  <a:pt x="201" y="230"/>
                </a:lnTo>
                <a:lnTo>
                  <a:pt x="202" y="230"/>
                </a:lnTo>
                <a:lnTo>
                  <a:pt x="203" y="231"/>
                </a:lnTo>
                <a:lnTo>
                  <a:pt x="203" y="230"/>
                </a:lnTo>
                <a:lnTo>
                  <a:pt x="203" y="227"/>
                </a:lnTo>
                <a:lnTo>
                  <a:pt x="203" y="226"/>
                </a:lnTo>
                <a:lnTo>
                  <a:pt x="203" y="225"/>
                </a:lnTo>
                <a:lnTo>
                  <a:pt x="203" y="224"/>
                </a:lnTo>
                <a:lnTo>
                  <a:pt x="203" y="223"/>
                </a:lnTo>
                <a:lnTo>
                  <a:pt x="202" y="220"/>
                </a:lnTo>
                <a:lnTo>
                  <a:pt x="202" y="215"/>
                </a:lnTo>
                <a:lnTo>
                  <a:pt x="202" y="214"/>
                </a:lnTo>
                <a:lnTo>
                  <a:pt x="202" y="213"/>
                </a:lnTo>
                <a:lnTo>
                  <a:pt x="201" y="212"/>
                </a:lnTo>
                <a:lnTo>
                  <a:pt x="202" y="212"/>
                </a:lnTo>
                <a:lnTo>
                  <a:pt x="202" y="211"/>
                </a:lnTo>
                <a:lnTo>
                  <a:pt x="203" y="211"/>
                </a:lnTo>
                <a:lnTo>
                  <a:pt x="203" y="210"/>
                </a:lnTo>
                <a:lnTo>
                  <a:pt x="204" y="209"/>
                </a:lnTo>
                <a:lnTo>
                  <a:pt x="204" y="208"/>
                </a:lnTo>
                <a:lnTo>
                  <a:pt x="205" y="207"/>
                </a:lnTo>
                <a:lnTo>
                  <a:pt x="206" y="206"/>
                </a:lnTo>
                <a:lnTo>
                  <a:pt x="206" y="205"/>
                </a:lnTo>
                <a:lnTo>
                  <a:pt x="206" y="204"/>
                </a:lnTo>
                <a:lnTo>
                  <a:pt x="206" y="202"/>
                </a:lnTo>
                <a:lnTo>
                  <a:pt x="206" y="200"/>
                </a:lnTo>
                <a:lnTo>
                  <a:pt x="204" y="198"/>
                </a:lnTo>
                <a:lnTo>
                  <a:pt x="205" y="197"/>
                </a:lnTo>
                <a:lnTo>
                  <a:pt x="206" y="197"/>
                </a:lnTo>
                <a:lnTo>
                  <a:pt x="207" y="196"/>
                </a:lnTo>
                <a:lnTo>
                  <a:pt x="207" y="195"/>
                </a:lnTo>
                <a:lnTo>
                  <a:pt x="206" y="194"/>
                </a:lnTo>
                <a:lnTo>
                  <a:pt x="205" y="194"/>
                </a:lnTo>
                <a:lnTo>
                  <a:pt x="204" y="195"/>
                </a:lnTo>
                <a:lnTo>
                  <a:pt x="203" y="195"/>
                </a:lnTo>
                <a:lnTo>
                  <a:pt x="202" y="195"/>
                </a:lnTo>
                <a:lnTo>
                  <a:pt x="201" y="195"/>
                </a:lnTo>
                <a:lnTo>
                  <a:pt x="201" y="194"/>
                </a:lnTo>
                <a:lnTo>
                  <a:pt x="200" y="194"/>
                </a:lnTo>
                <a:lnTo>
                  <a:pt x="200" y="193"/>
                </a:lnTo>
                <a:lnTo>
                  <a:pt x="199" y="193"/>
                </a:lnTo>
                <a:lnTo>
                  <a:pt x="199" y="192"/>
                </a:lnTo>
                <a:lnTo>
                  <a:pt x="198" y="193"/>
                </a:lnTo>
                <a:lnTo>
                  <a:pt x="196" y="193"/>
                </a:lnTo>
                <a:lnTo>
                  <a:pt x="195" y="193"/>
                </a:lnTo>
                <a:lnTo>
                  <a:pt x="194" y="193"/>
                </a:lnTo>
                <a:lnTo>
                  <a:pt x="194" y="194"/>
                </a:lnTo>
                <a:lnTo>
                  <a:pt x="194" y="195"/>
                </a:lnTo>
                <a:lnTo>
                  <a:pt x="193" y="195"/>
                </a:lnTo>
                <a:lnTo>
                  <a:pt x="192" y="196"/>
                </a:lnTo>
                <a:lnTo>
                  <a:pt x="191" y="196"/>
                </a:lnTo>
                <a:lnTo>
                  <a:pt x="191" y="197"/>
                </a:lnTo>
                <a:lnTo>
                  <a:pt x="190" y="198"/>
                </a:lnTo>
                <a:lnTo>
                  <a:pt x="190" y="197"/>
                </a:lnTo>
                <a:lnTo>
                  <a:pt x="189" y="197"/>
                </a:lnTo>
                <a:lnTo>
                  <a:pt x="188" y="197"/>
                </a:lnTo>
                <a:lnTo>
                  <a:pt x="185" y="197"/>
                </a:lnTo>
                <a:lnTo>
                  <a:pt x="184" y="196"/>
                </a:lnTo>
                <a:lnTo>
                  <a:pt x="183" y="196"/>
                </a:lnTo>
                <a:lnTo>
                  <a:pt x="183" y="198"/>
                </a:lnTo>
                <a:lnTo>
                  <a:pt x="183" y="199"/>
                </a:lnTo>
                <a:lnTo>
                  <a:pt x="183" y="200"/>
                </a:lnTo>
                <a:lnTo>
                  <a:pt x="181" y="201"/>
                </a:lnTo>
                <a:lnTo>
                  <a:pt x="180" y="200"/>
                </a:lnTo>
                <a:lnTo>
                  <a:pt x="179" y="200"/>
                </a:lnTo>
                <a:lnTo>
                  <a:pt x="179" y="199"/>
                </a:lnTo>
                <a:lnTo>
                  <a:pt x="178" y="199"/>
                </a:lnTo>
                <a:lnTo>
                  <a:pt x="177" y="200"/>
                </a:lnTo>
                <a:lnTo>
                  <a:pt x="177" y="201"/>
                </a:lnTo>
                <a:lnTo>
                  <a:pt x="178" y="201"/>
                </a:lnTo>
                <a:lnTo>
                  <a:pt x="177" y="201"/>
                </a:lnTo>
                <a:lnTo>
                  <a:pt x="176" y="201"/>
                </a:lnTo>
                <a:lnTo>
                  <a:pt x="175" y="201"/>
                </a:lnTo>
                <a:lnTo>
                  <a:pt x="173" y="201"/>
                </a:lnTo>
                <a:lnTo>
                  <a:pt x="172" y="200"/>
                </a:lnTo>
                <a:lnTo>
                  <a:pt x="171" y="200"/>
                </a:lnTo>
                <a:lnTo>
                  <a:pt x="171" y="201"/>
                </a:lnTo>
                <a:lnTo>
                  <a:pt x="170" y="201"/>
                </a:lnTo>
                <a:lnTo>
                  <a:pt x="169" y="201"/>
                </a:lnTo>
                <a:lnTo>
                  <a:pt x="168" y="201"/>
                </a:lnTo>
                <a:lnTo>
                  <a:pt x="167" y="201"/>
                </a:lnTo>
                <a:lnTo>
                  <a:pt x="166" y="201"/>
                </a:lnTo>
                <a:lnTo>
                  <a:pt x="166" y="202"/>
                </a:lnTo>
                <a:lnTo>
                  <a:pt x="165" y="203"/>
                </a:lnTo>
                <a:lnTo>
                  <a:pt x="164" y="203"/>
                </a:lnTo>
                <a:lnTo>
                  <a:pt x="163" y="204"/>
                </a:lnTo>
                <a:lnTo>
                  <a:pt x="162" y="204"/>
                </a:lnTo>
                <a:lnTo>
                  <a:pt x="161" y="203"/>
                </a:lnTo>
                <a:lnTo>
                  <a:pt x="160" y="203"/>
                </a:lnTo>
                <a:lnTo>
                  <a:pt x="160" y="202"/>
                </a:lnTo>
                <a:lnTo>
                  <a:pt x="159" y="202"/>
                </a:lnTo>
                <a:lnTo>
                  <a:pt x="159" y="201"/>
                </a:lnTo>
                <a:lnTo>
                  <a:pt x="160" y="201"/>
                </a:lnTo>
                <a:lnTo>
                  <a:pt x="160" y="199"/>
                </a:lnTo>
                <a:lnTo>
                  <a:pt x="160" y="198"/>
                </a:lnTo>
                <a:lnTo>
                  <a:pt x="160" y="197"/>
                </a:lnTo>
                <a:lnTo>
                  <a:pt x="160" y="196"/>
                </a:lnTo>
                <a:lnTo>
                  <a:pt x="161" y="195"/>
                </a:lnTo>
                <a:lnTo>
                  <a:pt x="161" y="194"/>
                </a:lnTo>
                <a:lnTo>
                  <a:pt x="161" y="193"/>
                </a:lnTo>
                <a:lnTo>
                  <a:pt x="160" y="192"/>
                </a:lnTo>
                <a:lnTo>
                  <a:pt x="160" y="191"/>
                </a:lnTo>
                <a:lnTo>
                  <a:pt x="160" y="189"/>
                </a:lnTo>
                <a:lnTo>
                  <a:pt x="160" y="187"/>
                </a:lnTo>
                <a:lnTo>
                  <a:pt x="160" y="186"/>
                </a:lnTo>
                <a:lnTo>
                  <a:pt x="160" y="184"/>
                </a:lnTo>
                <a:lnTo>
                  <a:pt x="160" y="183"/>
                </a:lnTo>
                <a:lnTo>
                  <a:pt x="160" y="181"/>
                </a:lnTo>
                <a:lnTo>
                  <a:pt x="159" y="181"/>
                </a:lnTo>
                <a:lnTo>
                  <a:pt x="158" y="181"/>
                </a:lnTo>
                <a:lnTo>
                  <a:pt x="157" y="181"/>
                </a:lnTo>
                <a:lnTo>
                  <a:pt x="156" y="181"/>
                </a:lnTo>
                <a:lnTo>
                  <a:pt x="156" y="182"/>
                </a:lnTo>
                <a:lnTo>
                  <a:pt x="156" y="183"/>
                </a:lnTo>
                <a:lnTo>
                  <a:pt x="155" y="183"/>
                </a:lnTo>
                <a:lnTo>
                  <a:pt x="155" y="182"/>
                </a:lnTo>
                <a:lnTo>
                  <a:pt x="154" y="182"/>
                </a:lnTo>
                <a:lnTo>
                  <a:pt x="154" y="181"/>
                </a:lnTo>
                <a:lnTo>
                  <a:pt x="154" y="180"/>
                </a:lnTo>
                <a:lnTo>
                  <a:pt x="153" y="179"/>
                </a:lnTo>
                <a:lnTo>
                  <a:pt x="152" y="178"/>
                </a:lnTo>
                <a:lnTo>
                  <a:pt x="152" y="177"/>
                </a:lnTo>
                <a:lnTo>
                  <a:pt x="151" y="177"/>
                </a:lnTo>
                <a:lnTo>
                  <a:pt x="150" y="177"/>
                </a:lnTo>
                <a:lnTo>
                  <a:pt x="150" y="176"/>
                </a:lnTo>
                <a:lnTo>
                  <a:pt x="150" y="175"/>
                </a:lnTo>
                <a:lnTo>
                  <a:pt x="150" y="174"/>
                </a:lnTo>
                <a:lnTo>
                  <a:pt x="149" y="173"/>
                </a:lnTo>
                <a:lnTo>
                  <a:pt x="148" y="172"/>
                </a:lnTo>
                <a:lnTo>
                  <a:pt x="148" y="171"/>
                </a:lnTo>
                <a:lnTo>
                  <a:pt x="149" y="170"/>
                </a:lnTo>
                <a:lnTo>
                  <a:pt x="149" y="169"/>
                </a:lnTo>
                <a:lnTo>
                  <a:pt x="149" y="168"/>
                </a:lnTo>
                <a:lnTo>
                  <a:pt x="148" y="168"/>
                </a:lnTo>
                <a:lnTo>
                  <a:pt x="148" y="167"/>
                </a:lnTo>
                <a:lnTo>
                  <a:pt x="147" y="167"/>
                </a:lnTo>
                <a:lnTo>
                  <a:pt x="146" y="167"/>
                </a:lnTo>
                <a:lnTo>
                  <a:pt x="144" y="165"/>
                </a:lnTo>
                <a:lnTo>
                  <a:pt x="143" y="164"/>
                </a:lnTo>
                <a:lnTo>
                  <a:pt x="142" y="164"/>
                </a:lnTo>
                <a:lnTo>
                  <a:pt x="142" y="165"/>
                </a:lnTo>
                <a:lnTo>
                  <a:pt x="143" y="166"/>
                </a:lnTo>
                <a:lnTo>
                  <a:pt x="143" y="167"/>
                </a:lnTo>
                <a:lnTo>
                  <a:pt x="143" y="168"/>
                </a:lnTo>
                <a:lnTo>
                  <a:pt x="143" y="169"/>
                </a:lnTo>
                <a:lnTo>
                  <a:pt x="141" y="169"/>
                </a:lnTo>
                <a:lnTo>
                  <a:pt x="140" y="169"/>
                </a:lnTo>
                <a:lnTo>
                  <a:pt x="140" y="170"/>
                </a:lnTo>
                <a:lnTo>
                  <a:pt x="141" y="170"/>
                </a:lnTo>
                <a:lnTo>
                  <a:pt x="141" y="171"/>
                </a:lnTo>
                <a:lnTo>
                  <a:pt x="140" y="172"/>
                </a:lnTo>
                <a:lnTo>
                  <a:pt x="139" y="172"/>
                </a:lnTo>
                <a:lnTo>
                  <a:pt x="138" y="172"/>
                </a:lnTo>
                <a:lnTo>
                  <a:pt x="138" y="171"/>
                </a:lnTo>
                <a:lnTo>
                  <a:pt x="138" y="170"/>
                </a:lnTo>
                <a:lnTo>
                  <a:pt x="137" y="169"/>
                </a:lnTo>
                <a:lnTo>
                  <a:pt x="136" y="169"/>
                </a:lnTo>
                <a:lnTo>
                  <a:pt x="136" y="168"/>
                </a:lnTo>
                <a:lnTo>
                  <a:pt x="135" y="167"/>
                </a:lnTo>
                <a:lnTo>
                  <a:pt x="135" y="166"/>
                </a:lnTo>
                <a:lnTo>
                  <a:pt x="135" y="164"/>
                </a:lnTo>
                <a:lnTo>
                  <a:pt x="134" y="163"/>
                </a:lnTo>
                <a:lnTo>
                  <a:pt x="133" y="162"/>
                </a:lnTo>
                <a:lnTo>
                  <a:pt x="132" y="162"/>
                </a:lnTo>
                <a:lnTo>
                  <a:pt x="131" y="162"/>
                </a:lnTo>
                <a:lnTo>
                  <a:pt x="131" y="163"/>
                </a:lnTo>
                <a:lnTo>
                  <a:pt x="130" y="164"/>
                </a:lnTo>
                <a:lnTo>
                  <a:pt x="128" y="164"/>
                </a:lnTo>
                <a:lnTo>
                  <a:pt x="128" y="165"/>
                </a:lnTo>
                <a:lnTo>
                  <a:pt x="126" y="166"/>
                </a:lnTo>
                <a:lnTo>
                  <a:pt x="126" y="167"/>
                </a:lnTo>
                <a:lnTo>
                  <a:pt x="125" y="167"/>
                </a:lnTo>
                <a:lnTo>
                  <a:pt x="124" y="167"/>
                </a:lnTo>
                <a:lnTo>
                  <a:pt x="124" y="168"/>
                </a:lnTo>
                <a:lnTo>
                  <a:pt x="123" y="168"/>
                </a:lnTo>
                <a:lnTo>
                  <a:pt x="122" y="168"/>
                </a:lnTo>
                <a:lnTo>
                  <a:pt x="120" y="168"/>
                </a:lnTo>
                <a:lnTo>
                  <a:pt x="120" y="166"/>
                </a:lnTo>
                <a:lnTo>
                  <a:pt x="120" y="165"/>
                </a:lnTo>
                <a:lnTo>
                  <a:pt x="119" y="165"/>
                </a:lnTo>
                <a:lnTo>
                  <a:pt x="119" y="164"/>
                </a:lnTo>
                <a:lnTo>
                  <a:pt x="118" y="164"/>
                </a:lnTo>
                <a:lnTo>
                  <a:pt x="117" y="164"/>
                </a:lnTo>
                <a:lnTo>
                  <a:pt x="117" y="163"/>
                </a:lnTo>
                <a:lnTo>
                  <a:pt x="117" y="162"/>
                </a:lnTo>
                <a:lnTo>
                  <a:pt x="117" y="161"/>
                </a:lnTo>
                <a:lnTo>
                  <a:pt x="116" y="161"/>
                </a:lnTo>
                <a:lnTo>
                  <a:pt x="115" y="161"/>
                </a:lnTo>
                <a:lnTo>
                  <a:pt x="115" y="160"/>
                </a:lnTo>
                <a:lnTo>
                  <a:pt x="112" y="161"/>
                </a:lnTo>
                <a:lnTo>
                  <a:pt x="111" y="161"/>
                </a:lnTo>
                <a:lnTo>
                  <a:pt x="111" y="162"/>
                </a:lnTo>
                <a:lnTo>
                  <a:pt x="111" y="163"/>
                </a:lnTo>
                <a:lnTo>
                  <a:pt x="111" y="164"/>
                </a:lnTo>
                <a:lnTo>
                  <a:pt x="110" y="164"/>
                </a:lnTo>
                <a:lnTo>
                  <a:pt x="109" y="164"/>
                </a:lnTo>
                <a:lnTo>
                  <a:pt x="108" y="164"/>
                </a:lnTo>
                <a:lnTo>
                  <a:pt x="108" y="163"/>
                </a:lnTo>
                <a:lnTo>
                  <a:pt x="107" y="163"/>
                </a:lnTo>
                <a:lnTo>
                  <a:pt x="106" y="163"/>
                </a:lnTo>
                <a:lnTo>
                  <a:pt x="105" y="164"/>
                </a:lnTo>
                <a:lnTo>
                  <a:pt x="104" y="165"/>
                </a:lnTo>
                <a:lnTo>
                  <a:pt x="102" y="165"/>
                </a:lnTo>
                <a:lnTo>
                  <a:pt x="101" y="165"/>
                </a:lnTo>
                <a:lnTo>
                  <a:pt x="100" y="165"/>
                </a:lnTo>
                <a:lnTo>
                  <a:pt x="100" y="164"/>
                </a:lnTo>
                <a:lnTo>
                  <a:pt x="100" y="165"/>
                </a:lnTo>
                <a:lnTo>
                  <a:pt x="99" y="165"/>
                </a:lnTo>
                <a:lnTo>
                  <a:pt x="97" y="165"/>
                </a:lnTo>
                <a:lnTo>
                  <a:pt x="95" y="164"/>
                </a:lnTo>
                <a:lnTo>
                  <a:pt x="92" y="164"/>
                </a:lnTo>
                <a:lnTo>
                  <a:pt x="93" y="163"/>
                </a:lnTo>
                <a:lnTo>
                  <a:pt x="93" y="162"/>
                </a:lnTo>
                <a:lnTo>
                  <a:pt x="92" y="161"/>
                </a:lnTo>
                <a:lnTo>
                  <a:pt x="92" y="162"/>
                </a:lnTo>
                <a:lnTo>
                  <a:pt x="91" y="162"/>
                </a:lnTo>
                <a:lnTo>
                  <a:pt x="89" y="162"/>
                </a:lnTo>
                <a:lnTo>
                  <a:pt x="89" y="161"/>
                </a:lnTo>
                <a:lnTo>
                  <a:pt x="89" y="160"/>
                </a:lnTo>
                <a:lnTo>
                  <a:pt x="90" y="160"/>
                </a:lnTo>
                <a:lnTo>
                  <a:pt x="90" y="159"/>
                </a:lnTo>
                <a:lnTo>
                  <a:pt x="89" y="158"/>
                </a:lnTo>
                <a:lnTo>
                  <a:pt x="88" y="158"/>
                </a:lnTo>
                <a:lnTo>
                  <a:pt x="87" y="158"/>
                </a:lnTo>
                <a:lnTo>
                  <a:pt x="86" y="158"/>
                </a:lnTo>
                <a:lnTo>
                  <a:pt x="86" y="157"/>
                </a:lnTo>
                <a:lnTo>
                  <a:pt x="84" y="157"/>
                </a:lnTo>
                <a:lnTo>
                  <a:pt x="83" y="157"/>
                </a:lnTo>
                <a:lnTo>
                  <a:pt x="83" y="156"/>
                </a:lnTo>
                <a:lnTo>
                  <a:pt x="82" y="156"/>
                </a:lnTo>
                <a:lnTo>
                  <a:pt x="81" y="156"/>
                </a:lnTo>
                <a:lnTo>
                  <a:pt x="80" y="155"/>
                </a:lnTo>
                <a:lnTo>
                  <a:pt x="79" y="154"/>
                </a:lnTo>
                <a:lnTo>
                  <a:pt x="78" y="154"/>
                </a:lnTo>
                <a:lnTo>
                  <a:pt x="78" y="153"/>
                </a:lnTo>
                <a:lnTo>
                  <a:pt x="78" y="152"/>
                </a:lnTo>
                <a:lnTo>
                  <a:pt x="79" y="151"/>
                </a:lnTo>
                <a:lnTo>
                  <a:pt x="80" y="149"/>
                </a:lnTo>
                <a:lnTo>
                  <a:pt x="79" y="147"/>
                </a:lnTo>
                <a:lnTo>
                  <a:pt x="79" y="146"/>
                </a:lnTo>
                <a:lnTo>
                  <a:pt x="79" y="145"/>
                </a:lnTo>
                <a:lnTo>
                  <a:pt x="79" y="144"/>
                </a:lnTo>
                <a:lnTo>
                  <a:pt x="78" y="144"/>
                </a:lnTo>
                <a:lnTo>
                  <a:pt x="77" y="144"/>
                </a:lnTo>
                <a:lnTo>
                  <a:pt x="77" y="145"/>
                </a:lnTo>
                <a:lnTo>
                  <a:pt x="76" y="145"/>
                </a:lnTo>
                <a:lnTo>
                  <a:pt x="76" y="144"/>
                </a:lnTo>
                <a:lnTo>
                  <a:pt x="76" y="143"/>
                </a:lnTo>
                <a:lnTo>
                  <a:pt x="76" y="142"/>
                </a:lnTo>
                <a:lnTo>
                  <a:pt x="75" y="143"/>
                </a:lnTo>
                <a:lnTo>
                  <a:pt x="74" y="143"/>
                </a:lnTo>
                <a:lnTo>
                  <a:pt x="74" y="142"/>
                </a:lnTo>
                <a:lnTo>
                  <a:pt x="73" y="141"/>
                </a:lnTo>
                <a:lnTo>
                  <a:pt x="72" y="141"/>
                </a:lnTo>
                <a:lnTo>
                  <a:pt x="71" y="139"/>
                </a:lnTo>
                <a:lnTo>
                  <a:pt x="70" y="138"/>
                </a:lnTo>
                <a:lnTo>
                  <a:pt x="71" y="137"/>
                </a:lnTo>
                <a:lnTo>
                  <a:pt x="71" y="136"/>
                </a:lnTo>
                <a:lnTo>
                  <a:pt x="71" y="135"/>
                </a:lnTo>
                <a:lnTo>
                  <a:pt x="70" y="135"/>
                </a:lnTo>
                <a:lnTo>
                  <a:pt x="70" y="134"/>
                </a:lnTo>
                <a:lnTo>
                  <a:pt x="70" y="133"/>
                </a:lnTo>
                <a:lnTo>
                  <a:pt x="71" y="132"/>
                </a:lnTo>
                <a:lnTo>
                  <a:pt x="71" y="131"/>
                </a:lnTo>
                <a:lnTo>
                  <a:pt x="70" y="130"/>
                </a:lnTo>
                <a:lnTo>
                  <a:pt x="69" y="130"/>
                </a:lnTo>
                <a:lnTo>
                  <a:pt x="68" y="130"/>
                </a:lnTo>
                <a:lnTo>
                  <a:pt x="68" y="129"/>
                </a:lnTo>
                <a:lnTo>
                  <a:pt x="68" y="128"/>
                </a:lnTo>
                <a:lnTo>
                  <a:pt x="69" y="127"/>
                </a:lnTo>
                <a:lnTo>
                  <a:pt x="69" y="126"/>
                </a:lnTo>
                <a:lnTo>
                  <a:pt x="68" y="126"/>
                </a:lnTo>
                <a:lnTo>
                  <a:pt x="67" y="126"/>
                </a:lnTo>
                <a:lnTo>
                  <a:pt x="65" y="125"/>
                </a:lnTo>
                <a:lnTo>
                  <a:pt x="63" y="125"/>
                </a:lnTo>
                <a:lnTo>
                  <a:pt x="61" y="125"/>
                </a:lnTo>
                <a:lnTo>
                  <a:pt x="60" y="125"/>
                </a:lnTo>
                <a:lnTo>
                  <a:pt x="59" y="125"/>
                </a:lnTo>
                <a:lnTo>
                  <a:pt x="58" y="125"/>
                </a:lnTo>
                <a:lnTo>
                  <a:pt x="58" y="126"/>
                </a:lnTo>
                <a:lnTo>
                  <a:pt x="58" y="127"/>
                </a:lnTo>
                <a:lnTo>
                  <a:pt x="57" y="127"/>
                </a:lnTo>
                <a:lnTo>
                  <a:pt x="56" y="127"/>
                </a:lnTo>
                <a:lnTo>
                  <a:pt x="55" y="128"/>
                </a:lnTo>
                <a:lnTo>
                  <a:pt x="55" y="129"/>
                </a:lnTo>
                <a:lnTo>
                  <a:pt x="54" y="128"/>
                </a:lnTo>
                <a:lnTo>
                  <a:pt x="53" y="127"/>
                </a:lnTo>
                <a:lnTo>
                  <a:pt x="53" y="126"/>
                </a:lnTo>
                <a:lnTo>
                  <a:pt x="52" y="126"/>
                </a:lnTo>
                <a:lnTo>
                  <a:pt x="51" y="125"/>
                </a:lnTo>
                <a:lnTo>
                  <a:pt x="50" y="125"/>
                </a:lnTo>
                <a:lnTo>
                  <a:pt x="50" y="124"/>
                </a:lnTo>
                <a:lnTo>
                  <a:pt x="49" y="124"/>
                </a:lnTo>
                <a:lnTo>
                  <a:pt x="49" y="123"/>
                </a:lnTo>
                <a:lnTo>
                  <a:pt x="49" y="122"/>
                </a:lnTo>
                <a:lnTo>
                  <a:pt x="48" y="121"/>
                </a:lnTo>
                <a:lnTo>
                  <a:pt x="47" y="120"/>
                </a:lnTo>
                <a:lnTo>
                  <a:pt x="46" y="119"/>
                </a:lnTo>
                <a:lnTo>
                  <a:pt x="44" y="119"/>
                </a:lnTo>
                <a:lnTo>
                  <a:pt x="43" y="119"/>
                </a:lnTo>
                <a:lnTo>
                  <a:pt x="42" y="119"/>
                </a:lnTo>
                <a:lnTo>
                  <a:pt x="41" y="119"/>
                </a:lnTo>
                <a:lnTo>
                  <a:pt x="40" y="119"/>
                </a:lnTo>
                <a:lnTo>
                  <a:pt x="38" y="119"/>
                </a:lnTo>
                <a:lnTo>
                  <a:pt x="37" y="119"/>
                </a:lnTo>
                <a:lnTo>
                  <a:pt x="36" y="119"/>
                </a:lnTo>
                <a:lnTo>
                  <a:pt x="35" y="119"/>
                </a:lnTo>
                <a:lnTo>
                  <a:pt x="34" y="119"/>
                </a:lnTo>
                <a:lnTo>
                  <a:pt x="33" y="119"/>
                </a:lnTo>
                <a:lnTo>
                  <a:pt x="32" y="119"/>
                </a:lnTo>
                <a:lnTo>
                  <a:pt x="32" y="118"/>
                </a:lnTo>
                <a:lnTo>
                  <a:pt x="31" y="118"/>
                </a:lnTo>
                <a:lnTo>
                  <a:pt x="30" y="118"/>
                </a:lnTo>
                <a:lnTo>
                  <a:pt x="27" y="119"/>
                </a:lnTo>
                <a:lnTo>
                  <a:pt x="26" y="119"/>
                </a:lnTo>
                <a:lnTo>
                  <a:pt x="26" y="118"/>
                </a:lnTo>
                <a:lnTo>
                  <a:pt x="25" y="118"/>
                </a:lnTo>
                <a:lnTo>
                  <a:pt x="25" y="117"/>
                </a:lnTo>
                <a:lnTo>
                  <a:pt x="26" y="117"/>
                </a:lnTo>
                <a:lnTo>
                  <a:pt x="27" y="117"/>
                </a:lnTo>
                <a:lnTo>
                  <a:pt x="28" y="117"/>
                </a:lnTo>
                <a:lnTo>
                  <a:pt x="29" y="116"/>
                </a:lnTo>
                <a:lnTo>
                  <a:pt x="28" y="115"/>
                </a:lnTo>
                <a:lnTo>
                  <a:pt x="27" y="115"/>
                </a:lnTo>
                <a:lnTo>
                  <a:pt x="26" y="115"/>
                </a:lnTo>
                <a:lnTo>
                  <a:pt x="26" y="114"/>
                </a:lnTo>
                <a:lnTo>
                  <a:pt x="25" y="114"/>
                </a:lnTo>
                <a:lnTo>
                  <a:pt x="24" y="113"/>
                </a:lnTo>
                <a:lnTo>
                  <a:pt x="23" y="112"/>
                </a:lnTo>
                <a:lnTo>
                  <a:pt x="22" y="112"/>
                </a:lnTo>
                <a:lnTo>
                  <a:pt x="21" y="112"/>
                </a:lnTo>
                <a:lnTo>
                  <a:pt x="20" y="112"/>
                </a:lnTo>
                <a:lnTo>
                  <a:pt x="20" y="111"/>
                </a:lnTo>
                <a:lnTo>
                  <a:pt x="19" y="110"/>
                </a:lnTo>
                <a:lnTo>
                  <a:pt x="18" y="110"/>
                </a:lnTo>
                <a:lnTo>
                  <a:pt x="17" y="109"/>
                </a:lnTo>
                <a:lnTo>
                  <a:pt x="16" y="109"/>
                </a:lnTo>
                <a:lnTo>
                  <a:pt x="16" y="108"/>
                </a:lnTo>
                <a:lnTo>
                  <a:pt x="16" y="107"/>
                </a:lnTo>
                <a:lnTo>
                  <a:pt x="17" y="107"/>
                </a:lnTo>
                <a:lnTo>
                  <a:pt x="17" y="106"/>
                </a:lnTo>
                <a:lnTo>
                  <a:pt x="16" y="106"/>
                </a:lnTo>
                <a:lnTo>
                  <a:pt x="15" y="106"/>
                </a:lnTo>
                <a:lnTo>
                  <a:pt x="15" y="105"/>
                </a:lnTo>
                <a:lnTo>
                  <a:pt x="15" y="104"/>
                </a:lnTo>
                <a:lnTo>
                  <a:pt x="14" y="104"/>
                </a:lnTo>
                <a:lnTo>
                  <a:pt x="13" y="104"/>
                </a:lnTo>
                <a:lnTo>
                  <a:pt x="12" y="103"/>
                </a:lnTo>
                <a:lnTo>
                  <a:pt x="12" y="102"/>
                </a:lnTo>
                <a:lnTo>
                  <a:pt x="11" y="102"/>
                </a:lnTo>
                <a:lnTo>
                  <a:pt x="11" y="103"/>
                </a:lnTo>
                <a:lnTo>
                  <a:pt x="10" y="102"/>
                </a:lnTo>
                <a:lnTo>
                  <a:pt x="10" y="100"/>
                </a:lnTo>
                <a:lnTo>
                  <a:pt x="9" y="99"/>
                </a:lnTo>
                <a:lnTo>
                  <a:pt x="8" y="99"/>
                </a:lnTo>
                <a:lnTo>
                  <a:pt x="7" y="99"/>
                </a:lnTo>
                <a:lnTo>
                  <a:pt x="7" y="100"/>
                </a:lnTo>
                <a:lnTo>
                  <a:pt x="6" y="100"/>
                </a:lnTo>
                <a:lnTo>
                  <a:pt x="5" y="100"/>
                </a:lnTo>
                <a:lnTo>
                  <a:pt x="5" y="101"/>
                </a:lnTo>
                <a:lnTo>
                  <a:pt x="5" y="102"/>
                </a:lnTo>
                <a:lnTo>
                  <a:pt x="4" y="101"/>
                </a:lnTo>
                <a:lnTo>
                  <a:pt x="3" y="102"/>
                </a:lnTo>
                <a:lnTo>
                  <a:pt x="3" y="101"/>
                </a:lnTo>
                <a:lnTo>
                  <a:pt x="2" y="100"/>
                </a:lnTo>
                <a:lnTo>
                  <a:pt x="3" y="100"/>
                </a:lnTo>
                <a:lnTo>
                  <a:pt x="3" y="99"/>
                </a:lnTo>
                <a:lnTo>
                  <a:pt x="4" y="98"/>
                </a:lnTo>
                <a:lnTo>
                  <a:pt x="3" y="98"/>
                </a:lnTo>
                <a:lnTo>
                  <a:pt x="3" y="97"/>
                </a:lnTo>
                <a:lnTo>
                  <a:pt x="3" y="96"/>
                </a:lnTo>
                <a:lnTo>
                  <a:pt x="3" y="94"/>
                </a:lnTo>
                <a:lnTo>
                  <a:pt x="4" y="93"/>
                </a:lnTo>
                <a:lnTo>
                  <a:pt x="3" y="91"/>
                </a:lnTo>
                <a:lnTo>
                  <a:pt x="2" y="91"/>
                </a:lnTo>
                <a:lnTo>
                  <a:pt x="1" y="92"/>
                </a:lnTo>
                <a:lnTo>
                  <a:pt x="1" y="91"/>
                </a:lnTo>
                <a:lnTo>
                  <a:pt x="1" y="90"/>
                </a:lnTo>
                <a:lnTo>
                  <a:pt x="1" y="89"/>
                </a:lnTo>
                <a:lnTo>
                  <a:pt x="0" y="88"/>
                </a:lnTo>
                <a:lnTo>
                  <a:pt x="0" y="87"/>
                </a:lnTo>
                <a:lnTo>
                  <a:pt x="1" y="87"/>
                </a:lnTo>
                <a:lnTo>
                  <a:pt x="2" y="87"/>
                </a:lnTo>
                <a:lnTo>
                  <a:pt x="4" y="86"/>
                </a:lnTo>
                <a:lnTo>
                  <a:pt x="4" y="84"/>
                </a:lnTo>
                <a:lnTo>
                  <a:pt x="4" y="82"/>
                </a:lnTo>
                <a:lnTo>
                  <a:pt x="4" y="80"/>
                </a:lnTo>
                <a:lnTo>
                  <a:pt x="3" y="79"/>
                </a:lnTo>
                <a:lnTo>
                  <a:pt x="4" y="78"/>
                </a:lnTo>
                <a:lnTo>
                  <a:pt x="4" y="77"/>
                </a:lnTo>
                <a:lnTo>
                  <a:pt x="4" y="76"/>
                </a:lnTo>
                <a:lnTo>
                  <a:pt x="4" y="74"/>
                </a:lnTo>
                <a:lnTo>
                  <a:pt x="4" y="73"/>
                </a:lnTo>
                <a:lnTo>
                  <a:pt x="4" y="72"/>
                </a:lnTo>
                <a:lnTo>
                  <a:pt x="4" y="71"/>
                </a:lnTo>
                <a:lnTo>
                  <a:pt x="5" y="71"/>
                </a:lnTo>
                <a:lnTo>
                  <a:pt x="5" y="70"/>
                </a:lnTo>
                <a:lnTo>
                  <a:pt x="6" y="69"/>
                </a:lnTo>
                <a:lnTo>
                  <a:pt x="6" y="68"/>
                </a:lnTo>
                <a:lnTo>
                  <a:pt x="7" y="68"/>
                </a:lnTo>
                <a:lnTo>
                  <a:pt x="6" y="68"/>
                </a:lnTo>
                <a:lnTo>
                  <a:pt x="6" y="67"/>
                </a:lnTo>
                <a:lnTo>
                  <a:pt x="7" y="67"/>
                </a:lnTo>
                <a:lnTo>
                  <a:pt x="8" y="67"/>
                </a:lnTo>
                <a:lnTo>
                  <a:pt x="8" y="66"/>
                </a:lnTo>
                <a:lnTo>
                  <a:pt x="9" y="66"/>
                </a:lnTo>
                <a:lnTo>
                  <a:pt x="10" y="67"/>
                </a:lnTo>
                <a:lnTo>
                  <a:pt x="12" y="66"/>
                </a:lnTo>
                <a:lnTo>
                  <a:pt x="12" y="65"/>
                </a:lnTo>
                <a:lnTo>
                  <a:pt x="13" y="65"/>
                </a:lnTo>
                <a:lnTo>
                  <a:pt x="14" y="65"/>
                </a:lnTo>
                <a:lnTo>
                  <a:pt x="15" y="65"/>
                </a:lnTo>
                <a:lnTo>
                  <a:pt x="16" y="65"/>
                </a:lnTo>
                <a:lnTo>
                  <a:pt x="16" y="64"/>
                </a:lnTo>
                <a:lnTo>
                  <a:pt x="17" y="64"/>
                </a:lnTo>
                <a:lnTo>
                  <a:pt x="18" y="64"/>
                </a:lnTo>
                <a:lnTo>
                  <a:pt x="19" y="63"/>
                </a:lnTo>
                <a:lnTo>
                  <a:pt x="21" y="62"/>
                </a:lnTo>
                <a:lnTo>
                  <a:pt x="22" y="62"/>
                </a:lnTo>
                <a:lnTo>
                  <a:pt x="23" y="62"/>
                </a:lnTo>
                <a:lnTo>
                  <a:pt x="23" y="61"/>
                </a:lnTo>
                <a:lnTo>
                  <a:pt x="24" y="61"/>
                </a:lnTo>
                <a:lnTo>
                  <a:pt x="24" y="60"/>
                </a:lnTo>
                <a:lnTo>
                  <a:pt x="24" y="59"/>
                </a:lnTo>
                <a:lnTo>
                  <a:pt x="25" y="59"/>
                </a:lnTo>
                <a:lnTo>
                  <a:pt x="26" y="59"/>
                </a:lnTo>
                <a:lnTo>
                  <a:pt x="26" y="60"/>
                </a:lnTo>
                <a:lnTo>
                  <a:pt x="27" y="60"/>
                </a:lnTo>
                <a:lnTo>
                  <a:pt x="28" y="60"/>
                </a:lnTo>
                <a:lnTo>
                  <a:pt x="29" y="60"/>
                </a:lnTo>
                <a:lnTo>
                  <a:pt x="30" y="59"/>
                </a:lnTo>
                <a:lnTo>
                  <a:pt x="31" y="59"/>
                </a:lnTo>
                <a:lnTo>
                  <a:pt x="33" y="59"/>
                </a:lnTo>
                <a:lnTo>
                  <a:pt x="34" y="59"/>
                </a:lnTo>
                <a:lnTo>
                  <a:pt x="35" y="60"/>
                </a:lnTo>
                <a:lnTo>
                  <a:pt x="36" y="60"/>
                </a:lnTo>
                <a:lnTo>
                  <a:pt x="37" y="60"/>
                </a:lnTo>
                <a:lnTo>
                  <a:pt x="38" y="60"/>
                </a:lnTo>
                <a:lnTo>
                  <a:pt x="38" y="61"/>
                </a:lnTo>
                <a:lnTo>
                  <a:pt x="38" y="62"/>
                </a:lnTo>
                <a:lnTo>
                  <a:pt x="39" y="62"/>
                </a:lnTo>
                <a:lnTo>
                  <a:pt x="39" y="61"/>
                </a:lnTo>
                <a:lnTo>
                  <a:pt x="40" y="60"/>
                </a:lnTo>
                <a:lnTo>
                  <a:pt x="41" y="60"/>
                </a:lnTo>
                <a:lnTo>
                  <a:pt x="41" y="59"/>
                </a:lnTo>
                <a:lnTo>
                  <a:pt x="41" y="58"/>
                </a:lnTo>
                <a:lnTo>
                  <a:pt x="41" y="57"/>
                </a:lnTo>
                <a:lnTo>
                  <a:pt x="41" y="56"/>
                </a:lnTo>
                <a:lnTo>
                  <a:pt x="40" y="55"/>
                </a:lnTo>
                <a:lnTo>
                  <a:pt x="40" y="54"/>
                </a:lnTo>
                <a:lnTo>
                  <a:pt x="41" y="53"/>
                </a:lnTo>
                <a:lnTo>
                  <a:pt x="42" y="53"/>
                </a:lnTo>
                <a:lnTo>
                  <a:pt x="42" y="55"/>
                </a:lnTo>
                <a:lnTo>
                  <a:pt x="43" y="57"/>
                </a:lnTo>
                <a:lnTo>
                  <a:pt x="43" y="58"/>
                </a:lnTo>
                <a:lnTo>
                  <a:pt x="43" y="59"/>
                </a:lnTo>
                <a:lnTo>
                  <a:pt x="44" y="58"/>
                </a:lnTo>
                <a:lnTo>
                  <a:pt x="43" y="57"/>
                </a:lnTo>
                <a:lnTo>
                  <a:pt x="43" y="54"/>
                </a:lnTo>
                <a:lnTo>
                  <a:pt x="43" y="53"/>
                </a:lnTo>
                <a:lnTo>
                  <a:pt x="46" y="55"/>
                </a:lnTo>
                <a:lnTo>
                  <a:pt x="46" y="57"/>
                </a:lnTo>
                <a:lnTo>
                  <a:pt x="46" y="58"/>
                </a:lnTo>
                <a:lnTo>
                  <a:pt x="47" y="59"/>
                </a:lnTo>
                <a:lnTo>
                  <a:pt x="49" y="58"/>
                </a:lnTo>
                <a:lnTo>
                  <a:pt x="49" y="57"/>
                </a:lnTo>
                <a:lnTo>
                  <a:pt x="48" y="57"/>
                </a:lnTo>
                <a:lnTo>
                  <a:pt x="47" y="57"/>
                </a:lnTo>
                <a:lnTo>
                  <a:pt x="46" y="57"/>
                </a:lnTo>
                <a:lnTo>
                  <a:pt x="46" y="56"/>
                </a:lnTo>
                <a:lnTo>
                  <a:pt x="46" y="55"/>
                </a:lnTo>
                <a:lnTo>
                  <a:pt x="47" y="56"/>
                </a:lnTo>
                <a:lnTo>
                  <a:pt x="48" y="56"/>
                </a:lnTo>
                <a:lnTo>
                  <a:pt x="52" y="58"/>
                </a:lnTo>
                <a:lnTo>
                  <a:pt x="53" y="59"/>
                </a:lnTo>
                <a:lnTo>
                  <a:pt x="53" y="60"/>
                </a:lnTo>
                <a:lnTo>
                  <a:pt x="53" y="61"/>
                </a:lnTo>
                <a:lnTo>
                  <a:pt x="54" y="61"/>
                </a:lnTo>
                <a:lnTo>
                  <a:pt x="54" y="60"/>
                </a:lnTo>
                <a:lnTo>
                  <a:pt x="56" y="60"/>
                </a:lnTo>
                <a:lnTo>
                  <a:pt x="56" y="61"/>
                </a:lnTo>
                <a:lnTo>
                  <a:pt x="56" y="62"/>
                </a:lnTo>
                <a:lnTo>
                  <a:pt x="56" y="63"/>
                </a:lnTo>
                <a:lnTo>
                  <a:pt x="56" y="64"/>
                </a:lnTo>
                <a:lnTo>
                  <a:pt x="57" y="64"/>
                </a:lnTo>
                <a:lnTo>
                  <a:pt x="58" y="64"/>
                </a:lnTo>
                <a:lnTo>
                  <a:pt x="58" y="65"/>
                </a:lnTo>
                <a:lnTo>
                  <a:pt x="59" y="65"/>
                </a:lnTo>
                <a:lnTo>
                  <a:pt x="60" y="65"/>
                </a:lnTo>
                <a:lnTo>
                  <a:pt x="61" y="64"/>
                </a:lnTo>
                <a:lnTo>
                  <a:pt x="61" y="65"/>
                </a:lnTo>
                <a:lnTo>
                  <a:pt x="60" y="65"/>
                </a:lnTo>
                <a:lnTo>
                  <a:pt x="59" y="65"/>
                </a:lnTo>
                <a:lnTo>
                  <a:pt x="58" y="65"/>
                </a:lnTo>
                <a:lnTo>
                  <a:pt x="58" y="66"/>
                </a:lnTo>
                <a:lnTo>
                  <a:pt x="57" y="67"/>
                </a:lnTo>
                <a:lnTo>
                  <a:pt x="57" y="68"/>
                </a:lnTo>
                <a:lnTo>
                  <a:pt x="58" y="68"/>
                </a:lnTo>
                <a:lnTo>
                  <a:pt x="59" y="68"/>
                </a:lnTo>
                <a:lnTo>
                  <a:pt x="60" y="68"/>
                </a:lnTo>
                <a:lnTo>
                  <a:pt x="61" y="68"/>
                </a:lnTo>
                <a:lnTo>
                  <a:pt x="62" y="69"/>
                </a:lnTo>
                <a:lnTo>
                  <a:pt x="62" y="70"/>
                </a:lnTo>
                <a:lnTo>
                  <a:pt x="63" y="72"/>
                </a:lnTo>
                <a:lnTo>
                  <a:pt x="64" y="72"/>
                </a:lnTo>
                <a:lnTo>
                  <a:pt x="63" y="73"/>
                </a:lnTo>
                <a:lnTo>
                  <a:pt x="63" y="72"/>
                </a:lnTo>
                <a:lnTo>
                  <a:pt x="62" y="72"/>
                </a:lnTo>
                <a:lnTo>
                  <a:pt x="61" y="72"/>
                </a:lnTo>
                <a:lnTo>
                  <a:pt x="60" y="72"/>
                </a:lnTo>
                <a:lnTo>
                  <a:pt x="60" y="73"/>
                </a:lnTo>
                <a:lnTo>
                  <a:pt x="60" y="74"/>
                </a:lnTo>
                <a:lnTo>
                  <a:pt x="61" y="74"/>
                </a:lnTo>
                <a:lnTo>
                  <a:pt x="62" y="76"/>
                </a:lnTo>
                <a:lnTo>
                  <a:pt x="63" y="76"/>
                </a:lnTo>
                <a:lnTo>
                  <a:pt x="64" y="76"/>
                </a:lnTo>
                <a:lnTo>
                  <a:pt x="64" y="77"/>
                </a:lnTo>
                <a:lnTo>
                  <a:pt x="63" y="78"/>
                </a:lnTo>
                <a:lnTo>
                  <a:pt x="65" y="78"/>
                </a:lnTo>
                <a:lnTo>
                  <a:pt x="66" y="77"/>
                </a:lnTo>
                <a:lnTo>
                  <a:pt x="67" y="77"/>
                </a:lnTo>
                <a:lnTo>
                  <a:pt x="68" y="77"/>
                </a:lnTo>
                <a:lnTo>
                  <a:pt x="68" y="78"/>
                </a:lnTo>
                <a:lnTo>
                  <a:pt x="69" y="78"/>
                </a:lnTo>
                <a:lnTo>
                  <a:pt x="69" y="79"/>
                </a:lnTo>
                <a:lnTo>
                  <a:pt x="70" y="80"/>
                </a:lnTo>
                <a:lnTo>
                  <a:pt x="71" y="81"/>
                </a:lnTo>
                <a:lnTo>
                  <a:pt x="72" y="81"/>
                </a:lnTo>
                <a:lnTo>
                  <a:pt x="73" y="83"/>
                </a:lnTo>
                <a:lnTo>
                  <a:pt x="74" y="83"/>
                </a:lnTo>
                <a:lnTo>
                  <a:pt x="74" y="84"/>
                </a:lnTo>
                <a:lnTo>
                  <a:pt x="75" y="85"/>
                </a:lnTo>
                <a:lnTo>
                  <a:pt x="74" y="86"/>
                </a:lnTo>
                <a:lnTo>
                  <a:pt x="74" y="87"/>
                </a:lnTo>
                <a:lnTo>
                  <a:pt x="75" y="87"/>
                </a:lnTo>
                <a:lnTo>
                  <a:pt x="76" y="87"/>
                </a:lnTo>
                <a:lnTo>
                  <a:pt x="76" y="89"/>
                </a:lnTo>
                <a:lnTo>
                  <a:pt x="75" y="89"/>
                </a:lnTo>
                <a:lnTo>
                  <a:pt x="74" y="89"/>
                </a:lnTo>
                <a:lnTo>
                  <a:pt x="73" y="90"/>
                </a:lnTo>
                <a:lnTo>
                  <a:pt x="73" y="91"/>
                </a:lnTo>
                <a:lnTo>
                  <a:pt x="74" y="90"/>
                </a:lnTo>
                <a:lnTo>
                  <a:pt x="75" y="90"/>
                </a:lnTo>
                <a:lnTo>
                  <a:pt x="76" y="90"/>
                </a:lnTo>
                <a:lnTo>
                  <a:pt x="77" y="90"/>
                </a:lnTo>
                <a:lnTo>
                  <a:pt x="76" y="91"/>
                </a:lnTo>
                <a:lnTo>
                  <a:pt x="75" y="91"/>
                </a:lnTo>
                <a:lnTo>
                  <a:pt x="75" y="92"/>
                </a:lnTo>
                <a:lnTo>
                  <a:pt x="76" y="93"/>
                </a:lnTo>
                <a:lnTo>
                  <a:pt x="77" y="92"/>
                </a:lnTo>
                <a:lnTo>
                  <a:pt x="78" y="91"/>
                </a:lnTo>
                <a:lnTo>
                  <a:pt x="79" y="92"/>
                </a:lnTo>
                <a:lnTo>
                  <a:pt x="80" y="93"/>
                </a:lnTo>
                <a:lnTo>
                  <a:pt x="80" y="94"/>
                </a:lnTo>
                <a:lnTo>
                  <a:pt x="81" y="95"/>
                </a:lnTo>
                <a:lnTo>
                  <a:pt x="81" y="96"/>
                </a:lnTo>
                <a:lnTo>
                  <a:pt x="81" y="97"/>
                </a:lnTo>
                <a:lnTo>
                  <a:pt x="82" y="98"/>
                </a:lnTo>
                <a:lnTo>
                  <a:pt x="82" y="99"/>
                </a:lnTo>
                <a:lnTo>
                  <a:pt x="83" y="99"/>
                </a:lnTo>
                <a:lnTo>
                  <a:pt x="83" y="100"/>
                </a:lnTo>
                <a:lnTo>
                  <a:pt x="84" y="100"/>
                </a:lnTo>
                <a:lnTo>
                  <a:pt x="84" y="101"/>
                </a:lnTo>
                <a:lnTo>
                  <a:pt x="85" y="102"/>
                </a:lnTo>
                <a:lnTo>
                  <a:pt x="85" y="103"/>
                </a:lnTo>
                <a:lnTo>
                  <a:pt x="84" y="103"/>
                </a:lnTo>
                <a:lnTo>
                  <a:pt x="84" y="104"/>
                </a:lnTo>
                <a:lnTo>
                  <a:pt x="84" y="105"/>
                </a:lnTo>
                <a:lnTo>
                  <a:pt x="84" y="106"/>
                </a:lnTo>
                <a:lnTo>
                  <a:pt x="84" y="107"/>
                </a:lnTo>
                <a:lnTo>
                  <a:pt x="85" y="109"/>
                </a:lnTo>
                <a:lnTo>
                  <a:pt x="85" y="110"/>
                </a:lnTo>
                <a:lnTo>
                  <a:pt x="86" y="111"/>
                </a:lnTo>
                <a:lnTo>
                  <a:pt x="87" y="112"/>
                </a:lnTo>
                <a:lnTo>
                  <a:pt x="87" y="113"/>
                </a:lnTo>
                <a:lnTo>
                  <a:pt x="87" y="114"/>
                </a:lnTo>
                <a:lnTo>
                  <a:pt x="87" y="115"/>
                </a:lnTo>
                <a:lnTo>
                  <a:pt x="87" y="116"/>
                </a:lnTo>
                <a:lnTo>
                  <a:pt x="88" y="117"/>
                </a:lnTo>
                <a:lnTo>
                  <a:pt x="88" y="118"/>
                </a:lnTo>
                <a:lnTo>
                  <a:pt x="89" y="119"/>
                </a:lnTo>
                <a:lnTo>
                  <a:pt x="89" y="118"/>
                </a:lnTo>
                <a:lnTo>
                  <a:pt x="90" y="118"/>
                </a:lnTo>
                <a:lnTo>
                  <a:pt x="91" y="118"/>
                </a:lnTo>
                <a:lnTo>
                  <a:pt x="92" y="118"/>
                </a:lnTo>
                <a:lnTo>
                  <a:pt x="93" y="118"/>
                </a:lnTo>
                <a:lnTo>
                  <a:pt x="93" y="117"/>
                </a:lnTo>
                <a:lnTo>
                  <a:pt x="95" y="115"/>
                </a:lnTo>
                <a:lnTo>
                  <a:pt x="96" y="115"/>
                </a:lnTo>
                <a:lnTo>
                  <a:pt x="97" y="115"/>
                </a:lnTo>
                <a:lnTo>
                  <a:pt x="97" y="116"/>
                </a:lnTo>
                <a:lnTo>
                  <a:pt x="98" y="115"/>
                </a:lnTo>
                <a:lnTo>
                  <a:pt x="98" y="114"/>
                </a:lnTo>
                <a:lnTo>
                  <a:pt x="99" y="114"/>
                </a:lnTo>
                <a:lnTo>
                  <a:pt x="99" y="113"/>
                </a:lnTo>
                <a:lnTo>
                  <a:pt x="98" y="113"/>
                </a:lnTo>
                <a:lnTo>
                  <a:pt x="98" y="112"/>
                </a:lnTo>
                <a:lnTo>
                  <a:pt x="99" y="112"/>
                </a:lnTo>
                <a:lnTo>
                  <a:pt x="99" y="111"/>
                </a:lnTo>
                <a:lnTo>
                  <a:pt x="99" y="110"/>
                </a:lnTo>
                <a:lnTo>
                  <a:pt x="98" y="110"/>
                </a:lnTo>
                <a:lnTo>
                  <a:pt x="98" y="109"/>
                </a:lnTo>
                <a:lnTo>
                  <a:pt x="98" y="108"/>
                </a:lnTo>
                <a:lnTo>
                  <a:pt x="99" y="108"/>
                </a:lnTo>
                <a:lnTo>
                  <a:pt x="99" y="107"/>
                </a:lnTo>
                <a:lnTo>
                  <a:pt x="99" y="106"/>
                </a:lnTo>
                <a:lnTo>
                  <a:pt x="99" y="105"/>
                </a:lnTo>
                <a:lnTo>
                  <a:pt x="98" y="104"/>
                </a:lnTo>
                <a:lnTo>
                  <a:pt x="99" y="104"/>
                </a:lnTo>
                <a:lnTo>
                  <a:pt x="100" y="104"/>
                </a:lnTo>
                <a:lnTo>
                  <a:pt x="100" y="103"/>
                </a:lnTo>
                <a:lnTo>
                  <a:pt x="101" y="103"/>
                </a:lnTo>
                <a:lnTo>
                  <a:pt x="102" y="102"/>
                </a:lnTo>
                <a:lnTo>
                  <a:pt x="102" y="101"/>
                </a:lnTo>
                <a:lnTo>
                  <a:pt x="101" y="101"/>
                </a:lnTo>
                <a:lnTo>
                  <a:pt x="100" y="101"/>
                </a:lnTo>
                <a:lnTo>
                  <a:pt x="99" y="101"/>
                </a:lnTo>
                <a:lnTo>
                  <a:pt x="98" y="101"/>
                </a:lnTo>
                <a:lnTo>
                  <a:pt x="99" y="100"/>
                </a:lnTo>
                <a:lnTo>
                  <a:pt x="100" y="100"/>
                </a:lnTo>
                <a:lnTo>
                  <a:pt x="100" y="99"/>
                </a:lnTo>
                <a:lnTo>
                  <a:pt x="100" y="100"/>
                </a:lnTo>
                <a:lnTo>
                  <a:pt x="101" y="99"/>
                </a:lnTo>
                <a:lnTo>
                  <a:pt x="101" y="98"/>
                </a:lnTo>
                <a:lnTo>
                  <a:pt x="102" y="98"/>
                </a:lnTo>
                <a:lnTo>
                  <a:pt x="101" y="100"/>
                </a:lnTo>
                <a:lnTo>
                  <a:pt x="102" y="100"/>
                </a:lnTo>
                <a:lnTo>
                  <a:pt x="102" y="101"/>
                </a:lnTo>
                <a:lnTo>
                  <a:pt x="102" y="100"/>
                </a:lnTo>
                <a:lnTo>
                  <a:pt x="103" y="100"/>
                </a:lnTo>
                <a:lnTo>
                  <a:pt x="102" y="100"/>
                </a:lnTo>
                <a:lnTo>
                  <a:pt x="103" y="100"/>
                </a:lnTo>
                <a:lnTo>
                  <a:pt x="104" y="99"/>
                </a:lnTo>
                <a:lnTo>
                  <a:pt x="104" y="100"/>
                </a:lnTo>
                <a:lnTo>
                  <a:pt x="104" y="99"/>
                </a:lnTo>
                <a:lnTo>
                  <a:pt x="104" y="98"/>
                </a:lnTo>
                <a:lnTo>
                  <a:pt x="104" y="99"/>
                </a:lnTo>
                <a:lnTo>
                  <a:pt x="103" y="99"/>
                </a:lnTo>
                <a:lnTo>
                  <a:pt x="103" y="98"/>
                </a:lnTo>
                <a:lnTo>
                  <a:pt x="104" y="98"/>
                </a:lnTo>
                <a:lnTo>
                  <a:pt x="105" y="97"/>
                </a:lnTo>
                <a:lnTo>
                  <a:pt x="106" y="96"/>
                </a:lnTo>
                <a:lnTo>
                  <a:pt x="107" y="96"/>
                </a:lnTo>
                <a:lnTo>
                  <a:pt x="108" y="96"/>
                </a:lnTo>
                <a:lnTo>
                  <a:pt x="109" y="96"/>
                </a:lnTo>
                <a:lnTo>
                  <a:pt x="111" y="97"/>
                </a:lnTo>
                <a:lnTo>
                  <a:pt x="112" y="97"/>
                </a:lnTo>
                <a:lnTo>
                  <a:pt x="112" y="98"/>
                </a:lnTo>
                <a:lnTo>
                  <a:pt x="112" y="99"/>
                </a:lnTo>
                <a:lnTo>
                  <a:pt x="112" y="100"/>
                </a:lnTo>
                <a:lnTo>
                  <a:pt x="113" y="101"/>
                </a:lnTo>
                <a:lnTo>
                  <a:pt x="114" y="101"/>
                </a:lnTo>
                <a:lnTo>
                  <a:pt x="115" y="101"/>
                </a:lnTo>
                <a:lnTo>
                  <a:pt x="115" y="102"/>
                </a:lnTo>
                <a:lnTo>
                  <a:pt x="115" y="103"/>
                </a:lnTo>
                <a:lnTo>
                  <a:pt x="115" y="104"/>
                </a:lnTo>
                <a:lnTo>
                  <a:pt x="116" y="103"/>
                </a:lnTo>
                <a:lnTo>
                  <a:pt x="116" y="102"/>
                </a:lnTo>
                <a:lnTo>
                  <a:pt x="117" y="103"/>
                </a:lnTo>
                <a:lnTo>
                  <a:pt x="118" y="105"/>
                </a:lnTo>
                <a:lnTo>
                  <a:pt x="119" y="106"/>
                </a:lnTo>
                <a:lnTo>
                  <a:pt x="119" y="107"/>
                </a:lnTo>
                <a:lnTo>
                  <a:pt x="120" y="107"/>
                </a:lnTo>
                <a:lnTo>
                  <a:pt x="121" y="107"/>
                </a:lnTo>
                <a:lnTo>
                  <a:pt x="122" y="107"/>
                </a:lnTo>
                <a:lnTo>
                  <a:pt x="122" y="108"/>
                </a:lnTo>
                <a:lnTo>
                  <a:pt x="122" y="109"/>
                </a:lnTo>
                <a:lnTo>
                  <a:pt x="123" y="109"/>
                </a:lnTo>
                <a:lnTo>
                  <a:pt x="124" y="109"/>
                </a:lnTo>
                <a:lnTo>
                  <a:pt x="126" y="109"/>
                </a:lnTo>
                <a:lnTo>
                  <a:pt x="128" y="109"/>
                </a:lnTo>
                <a:lnTo>
                  <a:pt x="128" y="108"/>
                </a:lnTo>
                <a:lnTo>
                  <a:pt x="129" y="108"/>
                </a:lnTo>
                <a:lnTo>
                  <a:pt x="130" y="108"/>
                </a:lnTo>
                <a:lnTo>
                  <a:pt x="131" y="109"/>
                </a:lnTo>
                <a:lnTo>
                  <a:pt x="133" y="109"/>
                </a:lnTo>
                <a:lnTo>
                  <a:pt x="133" y="108"/>
                </a:lnTo>
                <a:lnTo>
                  <a:pt x="134" y="107"/>
                </a:lnTo>
                <a:lnTo>
                  <a:pt x="134" y="106"/>
                </a:lnTo>
                <a:lnTo>
                  <a:pt x="135" y="105"/>
                </a:lnTo>
                <a:lnTo>
                  <a:pt x="136" y="105"/>
                </a:lnTo>
                <a:lnTo>
                  <a:pt x="137" y="105"/>
                </a:lnTo>
                <a:lnTo>
                  <a:pt x="137" y="104"/>
                </a:lnTo>
                <a:lnTo>
                  <a:pt x="138" y="104"/>
                </a:lnTo>
                <a:lnTo>
                  <a:pt x="139" y="103"/>
                </a:lnTo>
                <a:lnTo>
                  <a:pt x="140" y="103"/>
                </a:lnTo>
                <a:lnTo>
                  <a:pt x="140" y="102"/>
                </a:lnTo>
                <a:lnTo>
                  <a:pt x="140" y="101"/>
                </a:lnTo>
                <a:lnTo>
                  <a:pt x="141" y="101"/>
                </a:lnTo>
                <a:lnTo>
                  <a:pt x="141" y="99"/>
                </a:lnTo>
                <a:lnTo>
                  <a:pt x="141" y="98"/>
                </a:lnTo>
                <a:lnTo>
                  <a:pt x="141" y="97"/>
                </a:lnTo>
                <a:lnTo>
                  <a:pt x="143" y="97"/>
                </a:lnTo>
                <a:lnTo>
                  <a:pt x="144" y="97"/>
                </a:lnTo>
                <a:lnTo>
                  <a:pt x="145" y="97"/>
                </a:lnTo>
                <a:lnTo>
                  <a:pt x="149" y="97"/>
                </a:lnTo>
                <a:lnTo>
                  <a:pt x="151" y="98"/>
                </a:lnTo>
                <a:lnTo>
                  <a:pt x="152" y="98"/>
                </a:lnTo>
                <a:lnTo>
                  <a:pt x="153" y="98"/>
                </a:lnTo>
                <a:lnTo>
                  <a:pt x="153" y="96"/>
                </a:lnTo>
                <a:lnTo>
                  <a:pt x="153" y="95"/>
                </a:lnTo>
                <a:lnTo>
                  <a:pt x="152" y="95"/>
                </a:lnTo>
                <a:lnTo>
                  <a:pt x="153" y="94"/>
                </a:lnTo>
                <a:lnTo>
                  <a:pt x="152" y="94"/>
                </a:lnTo>
                <a:lnTo>
                  <a:pt x="152" y="93"/>
                </a:lnTo>
                <a:lnTo>
                  <a:pt x="152" y="92"/>
                </a:lnTo>
                <a:lnTo>
                  <a:pt x="152" y="91"/>
                </a:lnTo>
                <a:lnTo>
                  <a:pt x="152" y="90"/>
                </a:lnTo>
                <a:lnTo>
                  <a:pt x="151" y="90"/>
                </a:lnTo>
                <a:lnTo>
                  <a:pt x="152" y="90"/>
                </a:lnTo>
                <a:lnTo>
                  <a:pt x="152" y="89"/>
                </a:lnTo>
                <a:lnTo>
                  <a:pt x="152" y="88"/>
                </a:lnTo>
                <a:lnTo>
                  <a:pt x="152" y="86"/>
                </a:lnTo>
                <a:lnTo>
                  <a:pt x="152" y="85"/>
                </a:lnTo>
                <a:lnTo>
                  <a:pt x="151" y="84"/>
                </a:lnTo>
                <a:lnTo>
                  <a:pt x="151" y="82"/>
                </a:lnTo>
                <a:lnTo>
                  <a:pt x="151" y="81"/>
                </a:lnTo>
                <a:lnTo>
                  <a:pt x="152" y="82"/>
                </a:lnTo>
                <a:lnTo>
                  <a:pt x="152" y="83"/>
                </a:lnTo>
                <a:lnTo>
                  <a:pt x="153" y="82"/>
                </a:lnTo>
                <a:lnTo>
                  <a:pt x="154" y="81"/>
                </a:lnTo>
                <a:lnTo>
                  <a:pt x="156" y="81"/>
                </a:lnTo>
                <a:lnTo>
                  <a:pt x="157" y="82"/>
                </a:lnTo>
                <a:lnTo>
                  <a:pt x="158" y="81"/>
                </a:lnTo>
                <a:lnTo>
                  <a:pt x="159" y="80"/>
                </a:lnTo>
                <a:lnTo>
                  <a:pt x="160" y="81"/>
                </a:lnTo>
                <a:lnTo>
                  <a:pt x="161" y="81"/>
                </a:lnTo>
                <a:lnTo>
                  <a:pt x="162" y="81"/>
                </a:lnTo>
                <a:lnTo>
                  <a:pt x="162" y="80"/>
                </a:lnTo>
                <a:lnTo>
                  <a:pt x="162" y="79"/>
                </a:lnTo>
                <a:lnTo>
                  <a:pt x="162" y="77"/>
                </a:lnTo>
                <a:lnTo>
                  <a:pt x="163" y="77"/>
                </a:lnTo>
                <a:lnTo>
                  <a:pt x="164" y="78"/>
                </a:lnTo>
                <a:lnTo>
                  <a:pt x="164" y="79"/>
                </a:lnTo>
                <a:lnTo>
                  <a:pt x="165" y="79"/>
                </a:lnTo>
                <a:lnTo>
                  <a:pt x="166" y="78"/>
                </a:lnTo>
                <a:lnTo>
                  <a:pt x="166" y="77"/>
                </a:lnTo>
                <a:lnTo>
                  <a:pt x="166" y="76"/>
                </a:lnTo>
                <a:lnTo>
                  <a:pt x="167" y="76"/>
                </a:lnTo>
                <a:lnTo>
                  <a:pt x="168" y="76"/>
                </a:lnTo>
                <a:lnTo>
                  <a:pt x="170" y="77"/>
                </a:lnTo>
                <a:lnTo>
                  <a:pt x="171" y="77"/>
                </a:lnTo>
                <a:lnTo>
                  <a:pt x="171" y="78"/>
                </a:lnTo>
                <a:lnTo>
                  <a:pt x="173" y="79"/>
                </a:lnTo>
                <a:lnTo>
                  <a:pt x="174" y="79"/>
                </a:lnTo>
                <a:lnTo>
                  <a:pt x="174" y="78"/>
                </a:lnTo>
                <a:lnTo>
                  <a:pt x="175" y="78"/>
                </a:lnTo>
                <a:lnTo>
                  <a:pt x="176" y="78"/>
                </a:lnTo>
                <a:lnTo>
                  <a:pt x="177" y="78"/>
                </a:lnTo>
                <a:lnTo>
                  <a:pt x="178" y="78"/>
                </a:lnTo>
                <a:lnTo>
                  <a:pt x="178" y="77"/>
                </a:lnTo>
                <a:lnTo>
                  <a:pt x="179" y="77"/>
                </a:lnTo>
                <a:lnTo>
                  <a:pt x="180" y="77"/>
                </a:lnTo>
                <a:lnTo>
                  <a:pt x="180" y="78"/>
                </a:lnTo>
                <a:lnTo>
                  <a:pt x="181" y="78"/>
                </a:lnTo>
                <a:lnTo>
                  <a:pt x="181" y="77"/>
                </a:lnTo>
                <a:lnTo>
                  <a:pt x="182" y="77"/>
                </a:lnTo>
                <a:lnTo>
                  <a:pt x="183" y="78"/>
                </a:lnTo>
                <a:lnTo>
                  <a:pt x="182" y="79"/>
                </a:lnTo>
                <a:lnTo>
                  <a:pt x="182" y="80"/>
                </a:lnTo>
                <a:lnTo>
                  <a:pt x="183" y="81"/>
                </a:lnTo>
                <a:lnTo>
                  <a:pt x="184" y="81"/>
                </a:lnTo>
                <a:lnTo>
                  <a:pt x="184" y="82"/>
                </a:lnTo>
                <a:lnTo>
                  <a:pt x="185" y="82"/>
                </a:lnTo>
                <a:lnTo>
                  <a:pt x="184" y="84"/>
                </a:lnTo>
                <a:lnTo>
                  <a:pt x="184" y="85"/>
                </a:lnTo>
                <a:lnTo>
                  <a:pt x="183" y="86"/>
                </a:lnTo>
                <a:lnTo>
                  <a:pt x="182" y="86"/>
                </a:lnTo>
                <a:lnTo>
                  <a:pt x="182" y="87"/>
                </a:lnTo>
                <a:lnTo>
                  <a:pt x="182" y="88"/>
                </a:lnTo>
                <a:lnTo>
                  <a:pt x="184" y="89"/>
                </a:lnTo>
                <a:lnTo>
                  <a:pt x="185" y="89"/>
                </a:lnTo>
                <a:lnTo>
                  <a:pt x="186" y="89"/>
                </a:lnTo>
                <a:lnTo>
                  <a:pt x="186" y="90"/>
                </a:lnTo>
                <a:lnTo>
                  <a:pt x="187" y="90"/>
                </a:lnTo>
                <a:lnTo>
                  <a:pt x="187" y="89"/>
                </a:lnTo>
                <a:lnTo>
                  <a:pt x="188" y="89"/>
                </a:lnTo>
                <a:lnTo>
                  <a:pt x="189" y="90"/>
                </a:lnTo>
                <a:lnTo>
                  <a:pt x="190" y="90"/>
                </a:lnTo>
                <a:lnTo>
                  <a:pt x="190" y="89"/>
                </a:lnTo>
                <a:lnTo>
                  <a:pt x="191" y="90"/>
                </a:lnTo>
                <a:lnTo>
                  <a:pt x="194" y="90"/>
                </a:lnTo>
                <a:lnTo>
                  <a:pt x="193" y="91"/>
                </a:lnTo>
                <a:lnTo>
                  <a:pt x="192" y="91"/>
                </a:lnTo>
                <a:lnTo>
                  <a:pt x="192" y="93"/>
                </a:lnTo>
                <a:lnTo>
                  <a:pt x="192" y="94"/>
                </a:lnTo>
                <a:lnTo>
                  <a:pt x="192" y="95"/>
                </a:lnTo>
                <a:lnTo>
                  <a:pt x="192" y="96"/>
                </a:lnTo>
                <a:lnTo>
                  <a:pt x="190" y="96"/>
                </a:lnTo>
                <a:lnTo>
                  <a:pt x="189" y="96"/>
                </a:lnTo>
                <a:lnTo>
                  <a:pt x="188" y="98"/>
                </a:lnTo>
                <a:lnTo>
                  <a:pt x="188" y="99"/>
                </a:lnTo>
                <a:lnTo>
                  <a:pt x="189" y="99"/>
                </a:lnTo>
                <a:lnTo>
                  <a:pt x="190" y="100"/>
                </a:lnTo>
                <a:lnTo>
                  <a:pt x="192" y="101"/>
                </a:lnTo>
                <a:lnTo>
                  <a:pt x="193" y="101"/>
                </a:lnTo>
                <a:lnTo>
                  <a:pt x="193" y="102"/>
                </a:lnTo>
                <a:lnTo>
                  <a:pt x="194" y="102"/>
                </a:lnTo>
                <a:lnTo>
                  <a:pt x="195" y="105"/>
                </a:lnTo>
                <a:lnTo>
                  <a:pt x="194" y="107"/>
                </a:lnTo>
                <a:lnTo>
                  <a:pt x="194" y="108"/>
                </a:lnTo>
                <a:lnTo>
                  <a:pt x="195" y="109"/>
                </a:lnTo>
                <a:lnTo>
                  <a:pt x="194" y="110"/>
                </a:lnTo>
                <a:lnTo>
                  <a:pt x="194" y="112"/>
                </a:lnTo>
                <a:lnTo>
                  <a:pt x="195" y="112"/>
                </a:lnTo>
                <a:lnTo>
                  <a:pt x="195" y="111"/>
                </a:lnTo>
                <a:lnTo>
                  <a:pt x="196" y="110"/>
                </a:lnTo>
                <a:lnTo>
                  <a:pt x="196" y="111"/>
                </a:lnTo>
                <a:lnTo>
                  <a:pt x="198" y="112"/>
                </a:lnTo>
                <a:lnTo>
                  <a:pt x="199" y="112"/>
                </a:lnTo>
                <a:lnTo>
                  <a:pt x="199" y="111"/>
                </a:lnTo>
                <a:lnTo>
                  <a:pt x="199" y="108"/>
                </a:lnTo>
                <a:lnTo>
                  <a:pt x="200" y="108"/>
                </a:lnTo>
                <a:lnTo>
                  <a:pt x="201" y="108"/>
                </a:lnTo>
                <a:lnTo>
                  <a:pt x="201" y="107"/>
                </a:lnTo>
                <a:lnTo>
                  <a:pt x="202" y="107"/>
                </a:lnTo>
                <a:lnTo>
                  <a:pt x="204" y="107"/>
                </a:lnTo>
                <a:lnTo>
                  <a:pt x="206" y="106"/>
                </a:lnTo>
                <a:lnTo>
                  <a:pt x="206" y="105"/>
                </a:lnTo>
                <a:lnTo>
                  <a:pt x="207" y="104"/>
                </a:lnTo>
                <a:lnTo>
                  <a:pt x="209" y="104"/>
                </a:lnTo>
                <a:lnTo>
                  <a:pt x="210" y="104"/>
                </a:lnTo>
                <a:lnTo>
                  <a:pt x="212" y="104"/>
                </a:lnTo>
                <a:lnTo>
                  <a:pt x="213" y="104"/>
                </a:lnTo>
                <a:lnTo>
                  <a:pt x="214" y="104"/>
                </a:lnTo>
                <a:lnTo>
                  <a:pt x="215" y="104"/>
                </a:lnTo>
                <a:lnTo>
                  <a:pt x="215" y="103"/>
                </a:lnTo>
                <a:lnTo>
                  <a:pt x="216" y="103"/>
                </a:lnTo>
                <a:lnTo>
                  <a:pt x="217" y="102"/>
                </a:lnTo>
                <a:lnTo>
                  <a:pt x="218" y="102"/>
                </a:lnTo>
                <a:lnTo>
                  <a:pt x="218" y="101"/>
                </a:lnTo>
                <a:lnTo>
                  <a:pt x="218" y="100"/>
                </a:lnTo>
                <a:lnTo>
                  <a:pt x="218" y="99"/>
                </a:lnTo>
                <a:lnTo>
                  <a:pt x="218" y="97"/>
                </a:lnTo>
                <a:lnTo>
                  <a:pt x="218" y="96"/>
                </a:lnTo>
                <a:lnTo>
                  <a:pt x="219" y="95"/>
                </a:lnTo>
                <a:lnTo>
                  <a:pt x="219" y="94"/>
                </a:lnTo>
                <a:lnTo>
                  <a:pt x="220" y="92"/>
                </a:lnTo>
                <a:lnTo>
                  <a:pt x="220" y="91"/>
                </a:lnTo>
                <a:lnTo>
                  <a:pt x="220" y="90"/>
                </a:lnTo>
                <a:lnTo>
                  <a:pt x="220" y="89"/>
                </a:lnTo>
                <a:lnTo>
                  <a:pt x="218" y="85"/>
                </a:lnTo>
                <a:lnTo>
                  <a:pt x="217" y="84"/>
                </a:lnTo>
                <a:lnTo>
                  <a:pt x="217" y="83"/>
                </a:lnTo>
                <a:lnTo>
                  <a:pt x="217" y="82"/>
                </a:lnTo>
                <a:lnTo>
                  <a:pt x="217" y="81"/>
                </a:lnTo>
                <a:lnTo>
                  <a:pt x="217" y="80"/>
                </a:lnTo>
                <a:lnTo>
                  <a:pt x="217" y="79"/>
                </a:lnTo>
                <a:lnTo>
                  <a:pt x="217" y="78"/>
                </a:lnTo>
                <a:lnTo>
                  <a:pt x="217" y="77"/>
                </a:lnTo>
                <a:lnTo>
                  <a:pt x="218" y="76"/>
                </a:lnTo>
                <a:lnTo>
                  <a:pt x="219" y="77"/>
                </a:lnTo>
                <a:lnTo>
                  <a:pt x="220" y="77"/>
                </a:lnTo>
                <a:lnTo>
                  <a:pt x="221" y="76"/>
                </a:lnTo>
                <a:lnTo>
                  <a:pt x="222" y="76"/>
                </a:lnTo>
                <a:lnTo>
                  <a:pt x="222" y="75"/>
                </a:lnTo>
                <a:lnTo>
                  <a:pt x="222" y="74"/>
                </a:lnTo>
                <a:lnTo>
                  <a:pt x="221" y="74"/>
                </a:lnTo>
                <a:lnTo>
                  <a:pt x="221" y="73"/>
                </a:lnTo>
                <a:lnTo>
                  <a:pt x="221" y="74"/>
                </a:lnTo>
                <a:lnTo>
                  <a:pt x="220" y="73"/>
                </a:lnTo>
                <a:lnTo>
                  <a:pt x="220" y="72"/>
                </a:lnTo>
                <a:lnTo>
                  <a:pt x="220" y="71"/>
                </a:lnTo>
                <a:lnTo>
                  <a:pt x="220" y="70"/>
                </a:lnTo>
                <a:lnTo>
                  <a:pt x="220" y="69"/>
                </a:lnTo>
                <a:lnTo>
                  <a:pt x="221" y="69"/>
                </a:lnTo>
                <a:lnTo>
                  <a:pt x="222" y="71"/>
                </a:lnTo>
                <a:lnTo>
                  <a:pt x="223" y="71"/>
                </a:lnTo>
                <a:lnTo>
                  <a:pt x="223" y="70"/>
                </a:lnTo>
                <a:lnTo>
                  <a:pt x="224" y="70"/>
                </a:lnTo>
                <a:lnTo>
                  <a:pt x="224" y="69"/>
                </a:lnTo>
                <a:lnTo>
                  <a:pt x="224" y="68"/>
                </a:lnTo>
                <a:lnTo>
                  <a:pt x="224" y="67"/>
                </a:lnTo>
                <a:lnTo>
                  <a:pt x="225" y="67"/>
                </a:lnTo>
                <a:lnTo>
                  <a:pt x="226" y="67"/>
                </a:lnTo>
                <a:lnTo>
                  <a:pt x="226" y="66"/>
                </a:lnTo>
                <a:lnTo>
                  <a:pt x="225" y="65"/>
                </a:lnTo>
                <a:lnTo>
                  <a:pt x="226" y="65"/>
                </a:lnTo>
                <a:lnTo>
                  <a:pt x="226" y="64"/>
                </a:lnTo>
                <a:lnTo>
                  <a:pt x="225" y="64"/>
                </a:lnTo>
                <a:lnTo>
                  <a:pt x="226" y="63"/>
                </a:lnTo>
                <a:lnTo>
                  <a:pt x="227" y="63"/>
                </a:lnTo>
                <a:lnTo>
                  <a:pt x="228" y="63"/>
                </a:lnTo>
                <a:lnTo>
                  <a:pt x="229" y="63"/>
                </a:lnTo>
                <a:lnTo>
                  <a:pt x="230" y="63"/>
                </a:lnTo>
                <a:lnTo>
                  <a:pt x="232" y="62"/>
                </a:lnTo>
                <a:lnTo>
                  <a:pt x="234" y="62"/>
                </a:lnTo>
                <a:lnTo>
                  <a:pt x="234" y="63"/>
                </a:lnTo>
                <a:lnTo>
                  <a:pt x="234" y="64"/>
                </a:lnTo>
                <a:lnTo>
                  <a:pt x="234" y="65"/>
                </a:lnTo>
                <a:lnTo>
                  <a:pt x="234" y="66"/>
                </a:lnTo>
                <a:lnTo>
                  <a:pt x="234" y="65"/>
                </a:lnTo>
                <a:lnTo>
                  <a:pt x="235" y="65"/>
                </a:lnTo>
                <a:lnTo>
                  <a:pt x="236" y="65"/>
                </a:lnTo>
                <a:lnTo>
                  <a:pt x="237" y="66"/>
                </a:lnTo>
                <a:lnTo>
                  <a:pt x="237" y="65"/>
                </a:lnTo>
                <a:lnTo>
                  <a:pt x="238" y="64"/>
                </a:lnTo>
                <a:lnTo>
                  <a:pt x="241" y="64"/>
                </a:lnTo>
                <a:lnTo>
                  <a:pt x="241" y="65"/>
                </a:lnTo>
                <a:lnTo>
                  <a:pt x="242" y="66"/>
                </a:lnTo>
                <a:lnTo>
                  <a:pt x="243" y="66"/>
                </a:lnTo>
                <a:lnTo>
                  <a:pt x="244" y="65"/>
                </a:lnTo>
                <a:lnTo>
                  <a:pt x="245" y="64"/>
                </a:lnTo>
                <a:lnTo>
                  <a:pt x="246" y="63"/>
                </a:lnTo>
                <a:lnTo>
                  <a:pt x="247" y="63"/>
                </a:lnTo>
                <a:lnTo>
                  <a:pt x="248" y="62"/>
                </a:lnTo>
                <a:lnTo>
                  <a:pt x="249" y="62"/>
                </a:lnTo>
                <a:lnTo>
                  <a:pt x="250" y="61"/>
                </a:lnTo>
                <a:lnTo>
                  <a:pt x="251" y="60"/>
                </a:lnTo>
                <a:lnTo>
                  <a:pt x="251" y="59"/>
                </a:lnTo>
                <a:lnTo>
                  <a:pt x="251" y="58"/>
                </a:lnTo>
                <a:lnTo>
                  <a:pt x="251" y="57"/>
                </a:lnTo>
                <a:lnTo>
                  <a:pt x="250" y="57"/>
                </a:lnTo>
                <a:lnTo>
                  <a:pt x="249" y="56"/>
                </a:lnTo>
                <a:lnTo>
                  <a:pt x="249" y="57"/>
                </a:lnTo>
                <a:lnTo>
                  <a:pt x="247" y="58"/>
                </a:lnTo>
                <a:lnTo>
                  <a:pt x="246" y="58"/>
                </a:lnTo>
                <a:lnTo>
                  <a:pt x="246" y="57"/>
                </a:lnTo>
                <a:lnTo>
                  <a:pt x="245" y="56"/>
                </a:lnTo>
                <a:lnTo>
                  <a:pt x="245" y="57"/>
                </a:lnTo>
                <a:lnTo>
                  <a:pt x="244" y="57"/>
                </a:lnTo>
                <a:lnTo>
                  <a:pt x="244" y="56"/>
                </a:lnTo>
                <a:lnTo>
                  <a:pt x="244" y="54"/>
                </a:lnTo>
                <a:lnTo>
                  <a:pt x="245" y="53"/>
                </a:lnTo>
                <a:lnTo>
                  <a:pt x="246" y="54"/>
                </a:lnTo>
                <a:lnTo>
                  <a:pt x="246" y="52"/>
                </a:lnTo>
                <a:lnTo>
                  <a:pt x="245" y="51"/>
                </a:lnTo>
                <a:lnTo>
                  <a:pt x="246" y="50"/>
                </a:lnTo>
                <a:lnTo>
                  <a:pt x="247" y="50"/>
                </a:lnTo>
                <a:lnTo>
                  <a:pt x="248" y="50"/>
                </a:lnTo>
                <a:lnTo>
                  <a:pt x="249" y="50"/>
                </a:lnTo>
                <a:lnTo>
                  <a:pt x="249" y="49"/>
                </a:lnTo>
                <a:lnTo>
                  <a:pt x="249" y="48"/>
                </a:lnTo>
                <a:lnTo>
                  <a:pt x="249" y="46"/>
                </a:lnTo>
                <a:lnTo>
                  <a:pt x="250" y="45"/>
                </a:lnTo>
                <a:lnTo>
                  <a:pt x="250" y="44"/>
                </a:lnTo>
                <a:lnTo>
                  <a:pt x="248" y="44"/>
                </a:lnTo>
                <a:lnTo>
                  <a:pt x="247" y="44"/>
                </a:lnTo>
                <a:lnTo>
                  <a:pt x="247" y="43"/>
                </a:lnTo>
                <a:lnTo>
                  <a:pt x="248" y="43"/>
                </a:lnTo>
                <a:lnTo>
                  <a:pt x="248" y="42"/>
                </a:lnTo>
                <a:lnTo>
                  <a:pt x="248" y="43"/>
                </a:lnTo>
                <a:lnTo>
                  <a:pt x="249" y="43"/>
                </a:lnTo>
                <a:lnTo>
                  <a:pt x="250" y="43"/>
                </a:lnTo>
                <a:lnTo>
                  <a:pt x="250" y="42"/>
                </a:lnTo>
                <a:lnTo>
                  <a:pt x="249" y="42"/>
                </a:lnTo>
                <a:lnTo>
                  <a:pt x="249" y="41"/>
                </a:lnTo>
                <a:lnTo>
                  <a:pt x="250" y="41"/>
                </a:lnTo>
                <a:lnTo>
                  <a:pt x="250" y="43"/>
                </a:lnTo>
                <a:lnTo>
                  <a:pt x="251" y="43"/>
                </a:lnTo>
                <a:lnTo>
                  <a:pt x="252" y="42"/>
                </a:lnTo>
                <a:lnTo>
                  <a:pt x="252" y="41"/>
                </a:lnTo>
                <a:lnTo>
                  <a:pt x="251" y="40"/>
                </a:lnTo>
                <a:lnTo>
                  <a:pt x="251" y="39"/>
                </a:lnTo>
                <a:lnTo>
                  <a:pt x="251" y="38"/>
                </a:lnTo>
                <a:lnTo>
                  <a:pt x="251" y="37"/>
                </a:lnTo>
                <a:lnTo>
                  <a:pt x="252" y="37"/>
                </a:lnTo>
                <a:lnTo>
                  <a:pt x="252" y="36"/>
                </a:lnTo>
                <a:lnTo>
                  <a:pt x="252" y="35"/>
                </a:lnTo>
                <a:lnTo>
                  <a:pt x="253" y="34"/>
                </a:lnTo>
                <a:lnTo>
                  <a:pt x="253" y="33"/>
                </a:lnTo>
                <a:lnTo>
                  <a:pt x="254" y="32"/>
                </a:lnTo>
                <a:lnTo>
                  <a:pt x="255" y="31"/>
                </a:lnTo>
                <a:lnTo>
                  <a:pt x="256" y="31"/>
                </a:lnTo>
                <a:lnTo>
                  <a:pt x="256" y="30"/>
                </a:lnTo>
                <a:lnTo>
                  <a:pt x="256" y="29"/>
                </a:lnTo>
                <a:lnTo>
                  <a:pt x="256" y="28"/>
                </a:lnTo>
                <a:lnTo>
                  <a:pt x="255" y="27"/>
                </a:lnTo>
                <a:lnTo>
                  <a:pt x="255" y="26"/>
                </a:lnTo>
                <a:lnTo>
                  <a:pt x="255" y="25"/>
                </a:lnTo>
                <a:lnTo>
                  <a:pt x="255" y="24"/>
                </a:lnTo>
                <a:lnTo>
                  <a:pt x="256" y="22"/>
                </a:lnTo>
                <a:lnTo>
                  <a:pt x="255" y="21"/>
                </a:lnTo>
                <a:lnTo>
                  <a:pt x="254" y="19"/>
                </a:lnTo>
                <a:lnTo>
                  <a:pt x="255" y="17"/>
                </a:lnTo>
                <a:lnTo>
                  <a:pt x="256" y="17"/>
                </a:lnTo>
                <a:lnTo>
                  <a:pt x="257" y="17"/>
                </a:lnTo>
                <a:lnTo>
                  <a:pt x="258" y="15"/>
                </a:lnTo>
                <a:lnTo>
                  <a:pt x="259" y="14"/>
                </a:lnTo>
                <a:lnTo>
                  <a:pt x="260" y="14"/>
                </a:lnTo>
                <a:lnTo>
                  <a:pt x="262" y="15"/>
                </a:lnTo>
                <a:lnTo>
                  <a:pt x="264" y="15"/>
                </a:lnTo>
                <a:lnTo>
                  <a:pt x="264" y="14"/>
                </a:lnTo>
                <a:lnTo>
                  <a:pt x="266" y="14"/>
                </a:lnTo>
                <a:lnTo>
                  <a:pt x="267" y="14"/>
                </a:lnTo>
                <a:lnTo>
                  <a:pt x="269" y="13"/>
                </a:lnTo>
                <a:lnTo>
                  <a:pt x="269" y="12"/>
                </a:lnTo>
                <a:lnTo>
                  <a:pt x="271" y="12"/>
                </a:lnTo>
                <a:lnTo>
                  <a:pt x="272" y="12"/>
                </a:lnTo>
                <a:lnTo>
                  <a:pt x="272" y="13"/>
                </a:lnTo>
                <a:lnTo>
                  <a:pt x="273" y="13"/>
                </a:lnTo>
                <a:lnTo>
                  <a:pt x="275" y="12"/>
                </a:lnTo>
                <a:lnTo>
                  <a:pt x="275" y="11"/>
                </a:lnTo>
                <a:lnTo>
                  <a:pt x="276" y="11"/>
                </a:lnTo>
                <a:lnTo>
                  <a:pt x="277" y="11"/>
                </a:lnTo>
                <a:lnTo>
                  <a:pt x="278" y="11"/>
                </a:lnTo>
                <a:lnTo>
                  <a:pt x="279" y="12"/>
                </a:lnTo>
                <a:lnTo>
                  <a:pt x="280" y="12"/>
                </a:lnTo>
                <a:lnTo>
                  <a:pt x="280" y="11"/>
                </a:lnTo>
                <a:lnTo>
                  <a:pt x="281" y="11"/>
                </a:lnTo>
                <a:lnTo>
                  <a:pt x="281" y="10"/>
                </a:lnTo>
                <a:lnTo>
                  <a:pt x="280" y="10"/>
                </a:lnTo>
                <a:lnTo>
                  <a:pt x="280" y="9"/>
                </a:lnTo>
                <a:lnTo>
                  <a:pt x="280" y="8"/>
                </a:lnTo>
                <a:lnTo>
                  <a:pt x="281" y="8"/>
                </a:lnTo>
                <a:lnTo>
                  <a:pt x="281" y="7"/>
                </a:lnTo>
                <a:lnTo>
                  <a:pt x="281" y="6"/>
                </a:lnTo>
                <a:lnTo>
                  <a:pt x="281" y="5"/>
                </a:lnTo>
                <a:lnTo>
                  <a:pt x="282" y="5"/>
                </a:lnTo>
                <a:lnTo>
                  <a:pt x="283" y="4"/>
                </a:lnTo>
                <a:lnTo>
                  <a:pt x="284" y="4"/>
                </a:lnTo>
                <a:lnTo>
                  <a:pt x="284" y="3"/>
                </a:lnTo>
                <a:lnTo>
                  <a:pt x="285" y="3"/>
                </a:lnTo>
                <a:lnTo>
                  <a:pt x="286" y="3"/>
                </a:lnTo>
                <a:lnTo>
                  <a:pt x="287" y="2"/>
                </a:lnTo>
                <a:lnTo>
                  <a:pt x="288" y="2"/>
                </a:lnTo>
                <a:lnTo>
                  <a:pt x="288" y="3"/>
                </a:lnTo>
                <a:lnTo>
                  <a:pt x="290" y="2"/>
                </a:lnTo>
                <a:lnTo>
                  <a:pt x="290" y="1"/>
                </a:lnTo>
                <a:lnTo>
                  <a:pt x="291" y="0"/>
                </a:lnTo>
                <a:lnTo>
                  <a:pt x="292" y="0"/>
                </a:lnTo>
                <a:lnTo>
                  <a:pt x="293" y="0"/>
                </a:lnTo>
                <a:close/>
              </a:path>
            </a:pathLst>
          </a:custGeom>
          <a:solidFill>
            <a:srgbClr val="EFC5B2"/>
          </a:solidFill>
          <a:ln w="2520">
            <a:solidFill>
              <a:srgbClr val="FFFFFF"/>
            </a:solidFill>
            <a:round/>
          </a:ln>
        </p:spPr>
        <p:txBody>
          <a:bodyPr lIns="1080" tIns="1080" rIns="1080" bIns="108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18" name=""/>
          <p:cNvSpPr/>
          <p:nvPr/>
        </p:nvSpPr>
        <p:spPr>
          <a:xfrm>
            <a:off x="5032440" y="1217520"/>
            <a:ext cx="4680" cy="1440"/>
          </a:xfrm>
          <a:custGeom>
            <a:avLst/>
            <a:gdLst/>
            <a:ahLst/>
            <a:rect l="0" t="0" r="r" b="b"/>
            <a:pathLst>
              <a:path w="13" h="4">
                <a:moveTo>
                  <a:pt x="9" y="2"/>
                </a:moveTo>
                <a:lnTo>
                  <a:pt x="10" y="2"/>
                </a:lnTo>
                <a:lnTo>
                  <a:pt x="11" y="2"/>
                </a:lnTo>
                <a:lnTo>
                  <a:pt x="12" y="2"/>
                </a:lnTo>
                <a:lnTo>
                  <a:pt x="13" y="3"/>
                </a:lnTo>
                <a:lnTo>
                  <a:pt x="12" y="4"/>
                </a:lnTo>
                <a:lnTo>
                  <a:pt x="11" y="4"/>
                </a:lnTo>
                <a:lnTo>
                  <a:pt x="10" y="4"/>
                </a:lnTo>
                <a:lnTo>
                  <a:pt x="9" y="4"/>
                </a:lnTo>
                <a:lnTo>
                  <a:pt x="9" y="3"/>
                </a:lnTo>
                <a:lnTo>
                  <a:pt x="7" y="3"/>
                </a:lnTo>
                <a:lnTo>
                  <a:pt x="6" y="2"/>
                </a:lnTo>
                <a:lnTo>
                  <a:pt x="6" y="3"/>
                </a:lnTo>
                <a:lnTo>
                  <a:pt x="2" y="4"/>
                </a:lnTo>
                <a:lnTo>
                  <a:pt x="1" y="4"/>
                </a:lnTo>
                <a:lnTo>
                  <a:pt x="0" y="4"/>
                </a:lnTo>
                <a:lnTo>
                  <a:pt x="5" y="2"/>
                </a:lnTo>
                <a:lnTo>
                  <a:pt x="6" y="2"/>
                </a:lnTo>
                <a:lnTo>
                  <a:pt x="6" y="0"/>
                </a:lnTo>
                <a:lnTo>
                  <a:pt x="7" y="0"/>
                </a:lnTo>
                <a:lnTo>
                  <a:pt x="7" y="2"/>
                </a:lnTo>
                <a:lnTo>
                  <a:pt x="9" y="2"/>
                </a:lnTo>
                <a:close/>
              </a:path>
            </a:pathLst>
          </a:custGeom>
          <a:solidFill>
            <a:srgbClr val="EFC5B2"/>
          </a:solidFill>
          <a:ln w="2520">
            <a:solidFill>
              <a:srgbClr val="FFFFFF"/>
            </a:solidFill>
            <a:round/>
          </a:ln>
        </p:spPr>
        <p:txBody>
          <a:bodyPr lIns="1080" tIns="360" rIns="1080" bIns="3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19" name=""/>
          <p:cNvSpPr/>
          <p:nvPr/>
        </p:nvSpPr>
        <p:spPr>
          <a:xfrm>
            <a:off x="4845240" y="1450080"/>
            <a:ext cx="195120" cy="268200"/>
          </a:xfrm>
          <a:custGeom>
            <a:avLst/>
            <a:gdLst/>
            <a:ahLst/>
            <a:rect l="0" t="0" r="r" b="b"/>
            <a:pathLst>
              <a:path w="542" h="745">
                <a:moveTo>
                  <a:pt x="315" y="1"/>
                </a:moveTo>
                <a:lnTo>
                  <a:pt x="316" y="1"/>
                </a:lnTo>
                <a:lnTo>
                  <a:pt x="317" y="2"/>
                </a:lnTo>
                <a:lnTo>
                  <a:pt x="319" y="2"/>
                </a:lnTo>
                <a:lnTo>
                  <a:pt x="320" y="2"/>
                </a:lnTo>
                <a:lnTo>
                  <a:pt x="321" y="2"/>
                </a:lnTo>
                <a:lnTo>
                  <a:pt x="321" y="1"/>
                </a:lnTo>
                <a:lnTo>
                  <a:pt x="321" y="2"/>
                </a:lnTo>
                <a:lnTo>
                  <a:pt x="322" y="2"/>
                </a:lnTo>
                <a:lnTo>
                  <a:pt x="323" y="2"/>
                </a:lnTo>
                <a:lnTo>
                  <a:pt x="324" y="3"/>
                </a:lnTo>
                <a:lnTo>
                  <a:pt x="325" y="4"/>
                </a:lnTo>
                <a:lnTo>
                  <a:pt x="326" y="5"/>
                </a:lnTo>
                <a:lnTo>
                  <a:pt x="326" y="6"/>
                </a:lnTo>
                <a:lnTo>
                  <a:pt x="327" y="6"/>
                </a:lnTo>
                <a:lnTo>
                  <a:pt x="326" y="6"/>
                </a:lnTo>
                <a:lnTo>
                  <a:pt x="327" y="7"/>
                </a:lnTo>
                <a:lnTo>
                  <a:pt x="327" y="8"/>
                </a:lnTo>
                <a:lnTo>
                  <a:pt x="328" y="8"/>
                </a:lnTo>
                <a:lnTo>
                  <a:pt x="328" y="9"/>
                </a:lnTo>
                <a:lnTo>
                  <a:pt x="328" y="8"/>
                </a:lnTo>
                <a:lnTo>
                  <a:pt x="329" y="8"/>
                </a:lnTo>
                <a:lnTo>
                  <a:pt x="330" y="7"/>
                </a:lnTo>
                <a:lnTo>
                  <a:pt x="330" y="6"/>
                </a:lnTo>
                <a:lnTo>
                  <a:pt x="331" y="6"/>
                </a:lnTo>
                <a:lnTo>
                  <a:pt x="331" y="7"/>
                </a:lnTo>
                <a:lnTo>
                  <a:pt x="331" y="8"/>
                </a:lnTo>
                <a:lnTo>
                  <a:pt x="331" y="9"/>
                </a:lnTo>
                <a:lnTo>
                  <a:pt x="331" y="10"/>
                </a:lnTo>
                <a:lnTo>
                  <a:pt x="331" y="11"/>
                </a:lnTo>
                <a:lnTo>
                  <a:pt x="331" y="12"/>
                </a:lnTo>
                <a:lnTo>
                  <a:pt x="332" y="12"/>
                </a:lnTo>
                <a:lnTo>
                  <a:pt x="332" y="13"/>
                </a:lnTo>
                <a:lnTo>
                  <a:pt x="333" y="13"/>
                </a:lnTo>
                <a:lnTo>
                  <a:pt x="332" y="13"/>
                </a:lnTo>
                <a:lnTo>
                  <a:pt x="332" y="12"/>
                </a:lnTo>
                <a:lnTo>
                  <a:pt x="332" y="11"/>
                </a:lnTo>
                <a:lnTo>
                  <a:pt x="333" y="11"/>
                </a:lnTo>
                <a:lnTo>
                  <a:pt x="333" y="12"/>
                </a:lnTo>
                <a:lnTo>
                  <a:pt x="334" y="11"/>
                </a:lnTo>
                <a:lnTo>
                  <a:pt x="336" y="10"/>
                </a:lnTo>
                <a:lnTo>
                  <a:pt x="337" y="10"/>
                </a:lnTo>
                <a:lnTo>
                  <a:pt x="337" y="11"/>
                </a:lnTo>
                <a:lnTo>
                  <a:pt x="337" y="10"/>
                </a:lnTo>
                <a:lnTo>
                  <a:pt x="338" y="10"/>
                </a:lnTo>
                <a:lnTo>
                  <a:pt x="338" y="11"/>
                </a:lnTo>
                <a:lnTo>
                  <a:pt x="339" y="11"/>
                </a:lnTo>
                <a:lnTo>
                  <a:pt x="339" y="12"/>
                </a:lnTo>
                <a:lnTo>
                  <a:pt x="340" y="13"/>
                </a:lnTo>
                <a:lnTo>
                  <a:pt x="340" y="14"/>
                </a:lnTo>
                <a:lnTo>
                  <a:pt x="339" y="14"/>
                </a:lnTo>
                <a:lnTo>
                  <a:pt x="339" y="15"/>
                </a:lnTo>
                <a:lnTo>
                  <a:pt x="339" y="17"/>
                </a:lnTo>
                <a:lnTo>
                  <a:pt x="340" y="17"/>
                </a:lnTo>
                <a:lnTo>
                  <a:pt x="340" y="18"/>
                </a:lnTo>
                <a:lnTo>
                  <a:pt x="339" y="18"/>
                </a:lnTo>
                <a:lnTo>
                  <a:pt x="339" y="19"/>
                </a:lnTo>
                <a:lnTo>
                  <a:pt x="339" y="20"/>
                </a:lnTo>
                <a:lnTo>
                  <a:pt x="339" y="21"/>
                </a:lnTo>
                <a:lnTo>
                  <a:pt x="338" y="22"/>
                </a:lnTo>
                <a:lnTo>
                  <a:pt x="337" y="23"/>
                </a:lnTo>
                <a:lnTo>
                  <a:pt x="337" y="24"/>
                </a:lnTo>
                <a:lnTo>
                  <a:pt x="336" y="25"/>
                </a:lnTo>
                <a:lnTo>
                  <a:pt x="336" y="26"/>
                </a:lnTo>
                <a:lnTo>
                  <a:pt x="335" y="27"/>
                </a:lnTo>
                <a:lnTo>
                  <a:pt x="334" y="29"/>
                </a:lnTo>
                <a:lnTo>
                  <a:pt x="333" y="29"/>
                </a:lnTo>
                <a:lnTo>
                  <a:pt x="333" y="30"/>
                </a:lnTo>
                <a:lnTo>
                  <a:pt x="334" y="30"/>
                </a:lnTo>
                <a:lnTo>
                  <a:pt x="334" y="31"/>
                </a:lnTo>
                <a:lnTo>
                  <a:pt x="333" y="32"/>
                </a:lnTo>
                <a:lnTo>
                  <a:pt x="332" y="31"/>
                </a:lnTo>
                <a:lnTo>
                  <a:pt x="332" y="32"/>
                </a:lnTo>
                <a:lnTo>
                  <a:pt x="331" y="33"/>
                </a:lnTo>
                <a:lnTo>
                  <a:pt x="331" y="34"/>
                </a:lnTo>
                <a:lnTo>
                  <a:pt x="330" y="34"/>
                </a:lnTo>
                <a:lnTo>
                  <a:pt x="330" y="35"/>
                </a:lnTo>
                <a:lnTo>
                  <a:pt x="329" y="35"/>
                </a:lnTo>
                <a:lnTo>
                  <a:pt x="328" y="35"/>
                </a:lnTo>
                <a:lnTo>
                  <a:pt x="328" y="34"/>
                </a:lnTo>
                <a:lnTo>
                  <a:pt x="327" y="34"/>
                </a:lnTo>
                <a:lnTo>
                  <a:pt x="326" y="35"/>
                </a:lnTo>
                <a:lnTo>
                  <a:pt x="325" y="35"/>
                </a:lnTo>
                <a:lnTo>
                  <a:pt x="325" y="36"/>
                </a:lnTo>
                <a:lnTo>
                  <a:pt x="325" y="37"/>
                </a:lnTo>
                <a:lnTo>
                  <a:pt x="324" y="37"/>
                </a:lnTo>
                <a:lnTo>
                  <a:pt x="324" y="38"/>
                </a:lnTo>
                <a:lnTo>
                  <a:pt x="323" y="38"/>
                </a:lnTo>
                <a:lnTo>
                  <a:pt x="323" y="39"/>
                </a:lnTo>
                <a:lnTo>
                  <a:pt x="322" y="40"/>
                </a:lnTo>
                <a:lnTo>
                  <a:pt x="322" y="41"/>
                </a:lnTo>
                <a:lnTo>
                  <a:pt x="322" y="42"/>
                </a:lnTo>
                <a:lnTo>
                  <a:pt x="321" y="42"/>
                </a:lnTo>
                <a:lnTo>
                  <a:pt x="321" y="43"/>
                </a:lnTo>
                <a:lnTo>
                  <a:pt x="320" y="43"/>
                </a:lnTo>
                <a:lnTo>
                  <a:pt x="319" y="44"/>
                </a:lnTo>
                <a:lnTo>
                  <a:pt x="319" y="45"/>
                </a:lnTo>
                <a:lnTo>
                  <a:pt x="318" y="45"/>
                </a:lnTo>
                <a:lnTo>
                  <a:pt x="319" y="46"/>
                </a:lnTo>
                <a:lnTo>
                  <a:pt x="319" y="47"/>
                </a:lnTo>
                <a:lnTo>
                  <a:pt x="318" y="47"/>
                </a:lnTo>
                <a:lnTo>
                  <a:pt x="318" y="48"/>
                </a:lnTo>
                <a:lnTo>
                  <a:pt x="318" y="49"/>
                </a:lnTo>
                <a:lnTo>
                  <a:pt x="317" y="48"/>
                </a:lnTo>
                <a:lnTo>
                  <a:pt x="317" y="49"/>
                </a:lnTo>
                <a:lnTo>
                  <a:pt x="316" y="49"/>
                </a:lnTo>
                <a:lnTo>
                  <a:pt x="316" y="50"/>
                </a:lnTo>
                <a:lnTo>
                  <a:pt x="317" y="50"/>
                </a:lnTo>
                <a:lnTo>
                  <a:pt x="318" y="50"/>
                </a:lnTo>
                <a:lnTo>
                  <a:pt x="319" y="50"/>
                </a:lnTo>
                <a:lnTo>
                  <a:pt x="320" y="50"/>
                </a:lnTo>
                <a:lnTo>
                  <a:pt x="320" y="51"/>
                </a:lnTo>
                <a:lnTo>
                  <a:pt x="321" y="51"/>
                </a:lnTo>
                <a:lnTo>
                  <a:pt x="321" y="52"/>
                </a:lnTo>
                <a:lnTo>
                  <a:pt x="320" y="52"/>
                </a:lnTo>
                <a:lnTo>
                  <a:pt x="319" y="52"/>
                </a:lnTo>
                <a:lnTo>
                  <a:pt x="319" y="53"/>
                </a:lnTo>
                <a:lnTo>
                  <a:pt x="318" y="53"/>
                </a:lnTo>
                <a:lnTo>
                  <a:pt x="318" y="54"/>
                </a:lnTo>
                <a:lnTo>
                  <a:pt x="317" y="56"/>
                </a:lnTo>
                <a:lnTo>
                  <a:pt x="318" y="57"/>
                </a:lnTo>
                <a:lnTo>
                  <a:pt x="319" y="57"/>
                </a:lnTo>
                <a:lnTo>
                  <a:pt x="319" y="58"/>
                </a:lnTo>
                <a:lnTo>
                  <a:pt x="320" y="59"/>
                </a:lnTo>
                <a:lnTo>
                  <a:pt x="321" y="59"/>
                </a:lnTo>
                <a:lnTo>
                  <a:pt x="321" y="60"/>
                </a:lnTo>
                <a:lnTo>
                  <a:pt x="321" y="61"/>
                </a:lnTo>
                <a:lnTo>
                  <a:pt x="322" y="61"/>
                </a:lnTo>
                <a:lnTo>
                  <a:pt x="323" y="61"/>
                </a:lnTo>
                <a:lnTo>
                  <a:pt x="325" y="62"/>
                </a:lnTo>
                <a:lnTo>
                  <a:pt x="325" y="63"/>
                </a:lnTo>
                <a:lnTo>
                  <a:pt x="326" y="65"/>
                </a:lnTo>
                <a:lnTo>
                  <a:pt x="326" y="66"/>
                </a:lnTo>
                <a:lnTo>
                  <a:pt x="327" y="66"/>
                </a:lnTo>
                <a:lnTo>
                  <a:pt x="327" y="65"/>
                </a:lnTo>
                <a:lnTo>
                  <a:pt x="328" y="62"/>
                </a:lnTo>
                <a:lnTo>
                  <a:pt x="327" y="62"/>
                </a:lnTo>
                <a:lnTo>
                  <a:pt x="328" y="61"/>
                </a:lnTo>
                <a:lnTo>
                  <a:pt x="329" y="61"/>
                </a:lnTo>
                <a:lnTo>
                  <a:pt x="330" y="61"/>
                </a:lnTo>
                <a:lnTo>
                  <a:pt x="330" y="60"/>
                </a:lnTo>
                <a:lnTo>
                  <a:pt x="331" y="60"/>
                </a:lnTo>
                <a:lnTo>
                  <a:pt x="331" y="61"/>
                </a:lnTo>
                <a:lnTo>
                  <a:pt x="332" y="61"/>
                </a:lnTo>
                <a:lnTo>
                  <a:pt x="333" y="61"/>
                </a:lnTo>
                <a:lnTo>
                  <a:pt x="332" y="62"/>
                </a:lnTo>
                <a:lnTo>
                  <a:pt x="332" y="63"/>
                </a:lnTo>
                <a:lnTo>
                  <a:pt x="332" y="65"/>
                </a:lnTo>
                <a:lnTo>
                  <a:pt x="333" y="65"/>
                </a:lnTo>
                <a:lnTo>
                  <a:pt x="334" y="65"/>
                </a:lnTo>
                <a:lnTo>
                  <a:pt x="334" y="66"/>
                </a:lnTo>
                <a:lnTo>
                  <a:pt x="335" y="66"/>
                </a:lnTo>
                <a:lnTo>
                  <a:pt x="335" y="65"/>
                </a:lnTo>
                <a:lnTo>
                  <a:pt x="336" y="65"/>
                </a:lnTo>
                <a:lnTo>
                  <a:pt x="337" y="65"/>
                </a:lnTo>
                <a:lnTo>
                  <a:pt x="338" y="63"/>
                </a:lnTo>
                <a:lnTo>
                  <a:pt x="339" y="63"/>
                </a:lnTo>
                <a:lnTo>
                  <a:pt x="340" y="62"/>
                </a:lnTo>
                <a:lnTo>
                  <a:pt x="340" y="61"/>
                </a:lnTo>
                <a:lnTo>
                  <a:pt x="340" y="60"/>
                </a:lnTo>
                <a:lnTo>
                  <a:pt x="340" y="59"/>
                </a:lnTo>
                <a:lnTo>
                  <a:pt x="341" y="59"/>
                </a:lnTo>
                <a:lnTo>
                  <a:pt x="342" y="59"/>
                </a:lnTo>
                <a:lnTo>
                  <a:pt x="342" y="58"/>
                </a:lnTo>
                <a:lnTo>
                  <a:pt x="342" y="57"/>
                </a:lnTo>
                <a:lnTo>
                  <a:pt x="343" y="57"/>
                </a:lnTo>
                <a:lnTo>
                  <a:pt x="343" y="56"/>
                </a:lnTo>
                <a:lnTo>
                  <a:pt x="344" y="56"/>
                </a:lnTo>
                <a:lnTo>
                  <a:pt x="344" y="55"/>
                </a:lnTo>
                <a:lnTo>
                  <a:pt x="345" y="55"/>
                </a:lnTo>
                <a:lnTo>
                  <a:pt x="346" y="55"/>
                </a:lnTo>
                <a:lnTo>
                  <a:pt x="346" y="54"/>
                </a:lnTo>
                <a:lnTo>
                  <a:pt x="346" y="53"/>
                </a:lnTo>
                <a:lnTo>
                  <a:pt x="347" y="53"/>
                </a:lnTo>
                <a:lnTo>
                  <a:pt x="348" y="52"/>
                </a:lnTo>
                <a:lnTo>
                  <a:pt x="349" y="52"/>
                </a:lnTo>
                <a:lnTo>
                  <a:pt x="349" y="51"/>
                </a:lnTo>
                <a:lnTo>
                  <a:pt x="350" y="51"/>
                </a:lnTo>
                <a:lnTo>
                  <a:pt x="352" y="51"/>
                </a:lnTo>
                <a:lnTo>
                  <a:pt x="353" y="51"/>
                </a:lnTo>
                <a:lnTo>
                  <a:pt x="353" y="50"/>
                </a:lnTo>
                <a:lnTo>
                  <a:pt x="352" y="50"/>
                </a:lnTo>
                <a:lnTo>
                  <a:pt x="352" y="49"/>
                </a:lnTo>
                <a:lnTo>
                  <a:pt x="353" y="49"/>
                </a:lnTo>
                <a:lnTo>
                  <a:pt x="353" y="48"/>
                </a:lnTo>
                <a:lnTo>
                  <a:pt x="354" y="47"/>
                </a:lnTo>
                <a:lnTo>
                  <a:pt x="355" y="46"/>
                </a:lnTo>
                <a:lnTo>
                  <a:pt x="356" y="46"/>
                </a:lnTo>
                <a:lnTo>
                  <a:pt x="357" y="46"/>
                </a:lnTo>
                <a:lnTo>
                  <a:pt x="358" y="46"/>
                </a:lnTo>
                <a:lnTo>
                  <a:pt x="359" y="46"/>
                </a:lnTo>
                <a:lnTo>
                  <a:pt x="360" y="46"/>
                </a:lnTo>
                <a:lnTo>
                  <a:pt x="360" y="45"/>
                </a:lnTo>
                <a:lnTo>
                  <a:pt x="361" y="45"/>
                </a:lnTo>
                <a:lnTo>
                  <a:pt x="362" y="44"/>
                </a:lnTo>
                <a:lnTo>
                  <a:pt x="362" y="45"/>
                </a:lnTo>
                <a:lnTo>
                  <a:pt x="362" y="44"/>
                </a:lnTo>
                <a:lnTo>
                  <a:pt x="362" y="43"/>
                </a:lnTo>
                <a:lnTo>
                  <a:pt x="363" y="43"/>
                </a:lnTo>
                <a:lnTo>
                  <a:pt x="364" y="43"/>
                </a:lnTo>
                <a:lnTo>
                  <a:pt x="365" y="42"/>
                </a:lnTo>
                <a:lnTo>
                  <a:pt x="367" y="42"/>
                </a:lnTo>
                <a:lnTo>
                  <a:pt x="367" y="41"/>
                </a:lnTo>
                <a:lnTo>
                  <a:pt x="367" y="40"/>
                </a:lnTo>
                <a:lnTo>
                  <a:pt x="367" y="39"/>
                </a:lnTo>
                <a:lnTo>
                  <a:pt x="367" y="38"/>
                </a:lnTo>
                <a:lnTo>
                  <a:pt x="366" y="38"/>
                </a:lnTo>
                <a:lnTo>
                  <a:pt x="366" y="37"/>
                </a:lnTo>
                <a:lnTo>
                  <a:pt x="365" y="36"/>
                </a:lnTo>
                <a:lnTo>
                  <a:pt x="366" y="36"/>
                </a:lnTo>
                <a:lnTo>
                  <a:pt x="366" y="35"/>
                </a:lnTo>
                <a:lnTo>
                  <a:pt x="366" y="34"/>
                </a:lnTo>
                <a:lnTo>
                  <a:pt x="367" y="34"/>
                </a:lnTo>
                <a:lnTo>
                  <a:pt x="368" y="33"/>
                </a:lnTo>
                <a:lnTo>
                  <a:pt x="368" y="32"/>
                </a:lnTo>
                <a:lnTo>
                  <a:pt x="368" y="31"/>
                </a:lnTo>
                <a:lnTo>
                  <a:pt x="367" y="31"/>
                </a:lnTo>
                <a:lnTo>
                  <a:pt x="367" y="30"/>
                </a:lnTo>
                <a:lnTo>
                  <a:pt x="366" y="30"/>
                </a:lnTo>
                <a:lnTo>
                  <a:pt x="365" y="30"/>
                </a:lnTo>
                <a:lnTo>
                  <a:pt x="365" y="29"/>
                </a:lnTo>
                <a:lnTo>
                  <a:pt x="364" y="29"/>
                </a:lnTo>
                <a:lnTo>
                  <a:pt x="363" y="28"/>
                </a:lnTo>
                <a:lnTo>
                  <a:pt x="362" y="28"/>
                </a:lnTo>
                <a:lnTo>
                  <a:pt x="361" y="27"/>
                </a:lnTo>
                <a:lnTo>
                  <a:pt x="360" y="27"/>
                </a:lnTo>
                <a:lnTo>
                  <a:pt x="361" y="26"/>
                </a:lnTo>
                <a:lnTo>
                  <a:pt x="361" y="25"/>
                </a:lnTo>
                <a:lnTo>
                  <a:pt x="362" y="25"/>
                </a:lnTo>
                <a:lnTo>
                  <a:pt x="363" y="25"/>
                </a:lnTo>
                <a:lnTo>
                  <a:pt x="363" y="24"/>
                </a:lnTo>
                <a:lnTo>
                  <a:pt x="363" y="23"/>
                </a:lnTo>
                <a:lnTo>
                  <a:pt x="364" y="23"/>
                </a:lnTo>
                <a:lnTo>
                  <a:pt x="365" y="22"/>
                </a:lnTo>
                <a:lnTo>
                  <a:pt x="366" y="22"/>
                </a:lnTo>
                <a:lnTo>
                  <a:pt x="366" y="21"/>
                </a:lnTo>
                <a:lnTo>
                  <a:pt x="366" y="20"/>
                </a:lnTo>
                <a:lnTo>
                  <a:pt x="366" y="19"/>
                </a:lnTo>
                <a:lnTo>
                  <a:pt x="365" y="18"/>
                </a:lnTo>
                <a:lnTo>
                  <a:pt x="365" y="17"/>
                </a:lnTo>
                <a:lnTo>
                  <a:pt x="366" y="16"/>
                </a:lnTo>
                <a:lnTo>
                  <a:pt x="367" y="15"/>
                </a:lnTo>
                <a:lnTo>
                  <a:pt x="368" y="14"/>
                </a:lnTo>
                <a:lnTo>
                  <a:pt x="369" y="13"/>
                </a:lnTo>
                <a:lnTo>
                  <a:pt x="369" y="14"/>
                </a:lnTo>
                <a:lnTo>
                  <a:pt x="370" y="14"/>
                </a:lnTo>
                <a:lnTo>
                  <a:pt x="370" y="13"/>
                </a:lnTo>
                <a:lnTo>
                  <a:pt x="371" y="13"/>
                </a:lnTo>
                <a:lnTo>
                  <a:pt x="372" y="13"/>
                </a:lnTo>
                <a:lnTo>
                  <a:pt x="372" y="12"/>
                </a:lnTo>
                <a:lnTo>
                  <a:pt x="373" y="13"/>
                </a:lnTo>
                <a:lnTo>
                  <a:pt x="373" y="12"/>
                </a:lnTo>
                <a:lnTo>
                  <a:pt x="374" y="12"/>
                </a:lnTo>
                <a:lnTo>
                  <a:pt x="375" y="12"/>
                </a:lnTo>
                <a:lnTo>
                  <a:pt x="376" y="13"/>
                </a:lnTo>
                <a:lnTo>
                  <a:pt x="377" y="13"/>
                </a:lnTo>
                <a:lnTo>
                  <a:pt x="378" y="13"/>
                </a:lnTo>
                <a:lnTo>
                  <a:pt x="379" y="13"/>
                </a:lnTo>
                <a:lnTo>
                  <a:pt x="379" y="14"/>
                </a:lnTo>
                <a:lnTo>
                  <a:pt x="379" y="15"/>
                </a:lnTo>
                <a:lnTo>
                  <a:pt x="380" y="15"/>
                </a:lnTo>
                <a:lnTo>
                  <a:pt x="380" y="16"/>
                </a:lnTo>
                <a:lnTo>
                  <a:pt x="381" y="17"/>
                </a:lnTo>
                <a:lnTo>
                  <a:pt x="381" y="18"/>
                </a:lnTo>
                <a:lnTo>
                  <a:pt x="380" y="19"/>
                </a:lnTo>
                <a:lnTo>
                  <a:pt x="380" y="20"/>
                </a:lnTo>
                <a:lnTo>
                  <a:pt x="379" y="21"/>
                </a:lnTo>
                <a:lnTo>
                  <a:pt x="379" y="22"/>
                </a:lnTo>
                <a:lnTo>
                  <a:pt x="379" y="23"/>
                </a:lnTo>
                <a:lnTo>
                  <a:pt x="380" y="23"/>
                </a:lnTo>
                <a:lnTo>
                  <a:pt x="381" y="24"/>
                </a:lnTo>
                <a:lnTo>
                  <a:pt x="381" y="23"/>
                </a:lnTo>
                <a:lnTo>
                  <a:pt x="382" y="23"/>
                </a:lnTo>
                <a:lnTo>
                  <a:pt x="382" y="24"/>
                </a:lnTo>
                <a:lnTo>
                  <a:pt x="383" y="24"/>
                </a:lnTo>
                <a:lnTo>
                  <a:pt x="384" y="24"/>
                </a:lnTo>
                <a:lnTo>
                  <a:pt x="384" y="25"/>
                </a:lnTo>
                <a:lnTo>
                  <a:pt x="385" y="24"/>
                </a:lnTo>
                <a:lnTo>
                  <a:pt x="384" y="23"/>
                </a:lnTo>
                <a:lnTo>
                  <a:pt x="385" y="23"/>
                </a:lnTo>
                <a:lnTo>
                  <a:pt x="386" y="22"/>
                </a:lnTo>
                <a:lnTo>
                  <a:pt x="387" y="22"/>
                </a:lnTo>
                <a:lnTo>
                  <a:pt x="388" y="21"/>
                </a:lnTo>
                <a:lnTo>
                  <a:pt x="389" y="19"/>
                </a:lnTo>
                <a:lnTo>
                  <a:pt x="389" y="20"/>
                </a:lnTo>
                <a:lnTo>
                  <a:pt x="390" y="20"/>
                </a:lnTo>
                <a:lnTo>
                  <a:pt x="390" y="21"/>
                </a:lnTo>
                <a:lnTo>
                  <a:pt x="390" y="22"/>
                </a:lnTo>
                <a:lnTo>
                  <a:pt x="391" y="22"/>
                </a:lnTo>
                <a:lnTo>
                  <a:pt x="391" y="23"/>
                </a:lnTo>
                <a:lnTo>
                  <a:pt x="392" y="24"/>
                </a:lnTo>
                <a:lnTo>
                  <a:pt x="392" y="25"/>
                </a:lnTo>
                <a:lnTo>
                  <a:pt x="393" y="25"/>
                </a:lnTo>
                <a:lnTo>
                  <a:pt x="394" y="24"/>
                </a:lnTo>
                <a:lnTo>
                  <a:pt x="394" y="23"/>
                </a:lnTo>
                <a:lnTo>
                  <a:pt x="395" y="23"/>
                </a:lnTo>
                <a:lnTo>
                  <a:pt x="395" y="22"/>
                </a:lnTo>
                <a:lnTo>
                  <a:pt x="395" y="20"/>
                </a:lnTo>
                <a:lnTo>
                  <a:pt x="397" y="19"/>
                </a:lnTo>
                <a:lnTo>
                  <a:pt x="398" y="19"/>
                </a:lnTo>
                <a:lnTo>
                  <a:pt x="399" y="19"/>
                </a:lnTo>
                <a:lnTo>
                  <a:pt x="399" y="20"/>
                </a:lnTo>
                <a:lnTo>
                  <a:pt x="399" y="21"/>
                </a:lnTo>
                <a:lnTo>
                  <a:pt x="399" y="22"/>
                </a:lnTo>
                <a:lnTo>
                  <a:pt x="398" y="23"/>
                </a:lnTo>
                <a:lnTo>
                  <a:pt x="399" y="24"/>
                </a:lnTo>
                <a:lnTo>
                  <a:pt x="399" y="25"/>
                </a:lnTo>
                <a:lnTo>
                  <a:pt x="398" y="25"/>
                </a:lnTo>
                <a:lnTo>
                  <a:pt x="398" y="26"/>
                </a:lnTo>
                <a:lnTo>
                  <a:pt x="398" y="27"/>
                </a:lnTo>
                <a:lnTo>
                  <a:pt x="399" y="27"/>
                </a:lnTo>
                <a:lnTo>
                  <a:pt x="399" y="28"/>
                </a:lnTo>
                <a:lnTo>
                  <a:pt x="400" y="28"/>
                </a:lnTo>
                <a:lnTo>
                  <a:pt x="399" y="29"/>
                </a:lnTo>
                <a:lnTo>
                  <a:pt x="400" y="29"/>
                </a:lnTo>
                <a:lnTo>
                  <a:pt x="400" y="30"/>
                </a:lnTo>
                <a:lnTo>
                  <a:pt x="401" y="30"/>
                </a:lnTo>
                <a:lnTo>
                  <a:pt x="401" y="31"/>
                </a:lnTo>
                <a:lnTo>
                  <a:pt x="402" y="30"/>
                </a:lnTo>
                <a:lnTo>
                  <a:pt x="403" y="30"/>
                </a:lnTo>
                <a:lnTo>
                  <a:pt x="403" y="31"/>
                </a:lnTo>
                <a:lnTo>
                  <a:pt x="402" y="32"/>
                </a:lnTo>
                <a:lnTo>
                  <a:pt x="403" y="32"/>
                </a:lnTo>
                <a:lnTo>
                  <a:pt x="404" y="33"/>
                </a:lnTo>
                <a:lnTo>
                  <a:pt x="404" y="34"/>
                </a:lnTo>
                <a:lnTo>
                  <a:pt x="404" y="35"/>
                </a:lnTo>
                <a:lnTo>
                  <a:pt x="405" y="36"/>
                </a:lnTo>
                <a:lnTo>
                  <a:pt x="404" y="37"/>
                </a:lnTo>
                <a:lnTo>
                  <a:pt x="404" y="38"/>
                </a:lnTo>
                <a:lnTo>
                  <a:pt x="404" y="39"/>
                </a:lnTo>
                <a:lnTo>
                  <a:pt x="405" y="39"/>
                </a:lnTo>
                <a:lnTo>
                  <a:pt x="405" y="40"/>
                </a:lnTo>
                <a:lnTo>
                  <a:pt x="405" y="41"/>
                </a:lnTo>
                <a:lnTo>
                  <a:pt x="406" y="40"/>
                </a:lnTo>
                <a:lnTo>
                  <a:pt x="407" y="40"/>
                </a:lnTo>
                <a:lnTo>
                  <a:pt x="407" y="41"/>
                </a:lnTo>
                <a:lnTo>
                  <a:pt x="407" y="42"/>
                </a:lnTo>
                <a:lnTo>
                  <a:pt x="408" y="42"/>
                </a:lnTo>
                <a:lnTo>
                  <a:pt x="409" y="42"/>
                </a:lnTo>
                <a:lnTo>
                  <a:pt x="410" y="42"/>
                </a:lnTo>
                <a:lnTo>
                  <a:pt x="410" y="41"/>
                </a:lnTo>
                <a:lnTo>
                  <a:pt x="411" y="41"/>
                </a:lnTo>
                <a:lnTo>
                  <a:pt x="412" y="42"/>
                </a:lnTo>
                <a:lnTo>
                  <a:pt x="413" y="42"/>
                </a:lnTo>
                <a:lnTo>
                  <a:pt x="414" y="43"/>
                </a:lnTo>
                <a:lnTo>
                  <a:pt x="413" y="44"/>
                </a:lnTo>
                <a:lnTo>
                  <a:pt x="413" y="46"/>
                </a:lnTo>
                <a:lnTo>
                  <a:pt x="413" y="47"/>
                </a:lnTo>
                <a:lnTo>
                  <a:pt x="414" y="47"/>
                </a:lnTo>
                <a:lnTo>
                  <a:pt x="414" y="48"/>
                </a:lnTo>
                <a:lnTo>
                  <a:pt x="414" y="49"/>
                </a:lnTo>
                <a:lnTo>
                  <a:pt x="415" y="50"/>
                </a:lnTo>
                <a:lnTo>
                  <a:pt x="416" y="51"/>
                </a:lnTo>
                <a:lnTo>
                  <a:pt x="416" y="50"/>
                </a:lnTo>
                <a:lnTo>
                  <a:pt x="417" y="50"/>
                </a:lnTo>
                <a:lnTo>
                  <a:pt x="418" y="51"/>
                </a:lnTo>
                <a:lnTo>
                  <a:pt x="418" y="50"/>
                </a:lnTo>
                <a:lnTo>
                  <a:pt x="419" y="50"/>
                </a:lnTo>
                <a:lnTo>
                  <a:pt x="420" y="50"/>
                </a:lnTo>
                <a:lnTo>
                  <a:pt x="421" y="51"/>
                </a:lnTo>
                <a:lnTo>
                  <a:pt x="422" y="51"/>
                </a:lnTo>
                <a:lnTo>
                  <a:pt x="422" y="50"/>
                </a:lnTo>
                <a:lnTo>
                  <a:pt x="423" y="50"/>
                </a:lnTo>
                <a:lnTo>
                  <a:pt x="424" y="50"/>
                </a:lnTo>
                <a:lnTo>
                  <a:pt x="425" y="48"/>
                </a:lnTo>
                <a:lnTo>
                  <a:pt x="425" y="47"/>
                </a:lnTo>
                <a:lnTo>
                  <a:pt x="426" y="47"/>
                </a:lnTo>
                <a:lnTo>
                  <a:pt x="427" y="46"/>
                </a:lnTo>
                <a:lnTo>
                  <a:pt x="428" y="47"/>
                </a:lnTo>
                <a:lnTo>
                  <a:pt x="429" y="47"/>
                </a:lnTo>
                <a:lnTo>
                  <a:pt x="429" y="48"/>
                </a:lnTo>
                <a:lnTo>
                  <a:pt x="430" y="49"/>
                </a:lnTo>
                <a:lnTo>
                  <a:pt x="431" y="48"/>
                </a:lnTo>
                <a:lnTo>
                  <a:pt x="431" y="49"/>
                </a:lnTo>
                <a:lnTo>
                  <a:pt x="432" y="50"/>
                </a:lnTo>
                <a:lnTo>
                  <a:pt x="432" y="51"/>
                </a:lnTo>
                <a:lnTo>
                  <a:pt x="431" y="52"/>
                </a:lnTo>
                <a:lnTo>
                  <a:pt x="432" y="52"/>
                </a:lnTo>
                <a:lnTo>
                  <a:pt x="432" y="53"/>
                </a:lnTo>
                <a:lnTo>
                  <a:pt x="433" y="53"/>
                </a:lnTo>
                <a:lnTo>
                  <a:pt x="434" y="53"/>
                </a:lnTo>
                <a:lnTo>
                  <a:pt x="435" y="54"/>
                </a:lnTo>
                <a:lnTo>
                  <a:pt x="435" y="53"/>
                </a:lnTo>
                <a:lnTo>
                  <a:pt x="435" y="52"/>
                </a:lnTo>
                <a:lnTo>
                  <a:pt x="436" y="52"/>
                </a:lnTo>
                <a:lnTo>
                  <a:pt x="437" y="53"/>
                </a:lnTo>
                <a:lnTo>
                  <a:pt x="437" y="54"/>
                </a:lnTo>
                <a:lnTo>
                  <a:pt x="438" y="53"/>
                </a:lnTo>
                <a:lnTo>
                  <a:pt x="439" y="53"/>
                </a:lnTo>
                <a:lnTo>
                  <a:pt x="439" y="52"/>
                </a:lnTo>
                <a:lnTo>
                  <a:pt x="440" y="51"/>
                </a:lnTo>
                <a:lnTo>
                  <a:pt x="440" y="52"/>
                </a:lnTo>
                <a:lnTo>
                  <a:pt x="441" y="52"/>
                </a:lnTo>
                <a:lnTo>
                  <a:pt x="441" y="51"/>
                </a:lnTo>
                <a:lnTo>
                  <a:pt x="442" y="50"/>
                </a:lnTo>
                <a:lnTo>
                  <a:pt x="443" y="50"/>
                </a:lnTo>
                <a:lnTo>
                  <a:pt x="442" y="51"/>
                </a:lnTo>
                <a:lnTo>
                  <a:pt x="443" y="51"/>
                </a:lnTo>
                <a:lnTo>
                  <a:pt x="444" y="50"/>
                </a:lnTo>
                <a:lnTo>
                  <a:pt x="445" y="50"/>
                </a:lnTo>
                <a:lnTo>
                  <a:pt x="446" y="49"/>
                </a:lnTo>
                <a:lnTo>
                  <a:pt x="447" y="49"/>
                </a:lnTo>
                <a:lnTo>
                  <a:pt x="447" y="50"/>
                </a:lnTo>
                <a:lnTo>
                  <a:pt x="448" y="50"/>
                </a:lnTo>
                <a:lnTo>
                  <a:pt x="449" y="50"/>
                </a:lnTo>
                <a:lnTo>
                  <a:pt x="450" y="50"/>
                </a:lnTo>
                <a:lnTo>
                  <a:pt x="451" y="50"/>
                </a:lnTo>
                <a:lnTo>
                  <a:pt x="452" y="50"/>
                </a:lnTo>
                <a:lnTo>
                  <a:pt x="452" y="49"/>
                </a:lnTo>
                <a:lnTo>
                  <a:pt x="452" y="50"/>
                </a:lnTo>
                <a:lnTo>
                  <a:pt x="452" y="51"/>
                </a:lnTo>
                <a:lnTo>
                  <a:pt x="453" y="51"/>
                </a:lnTo>
                <a:lnTo>
                  <a:pt x="453" y="52"/>
                </a:lnTo>
                <a:lnTo>
                  <a:pt x="454" y="52"/>
                </a:lnTo>
                <a:lnTo>
                  <a:pt x="455" y="52"/>
                </a:lnTo>
                <a:lnTo>
                  <a:pt x="456" y="52"/>
                </a:lnTo>
                <a:lnTo>
                  <a:pt x="456" y="51"/>
                </a:lnTo>
                <a:lnTo>
                  <a:pt x="457" y="51"/>
                </a:lnTo>
                <a:lnTo>
                  <a:pt x="457" y="50"/>
                </a:lnTo>
                <a:lnTo>
                  <a:pt x="458" y="50"/>
                </a:lnTo>
                <a:lnTo>
                  <a:pt x="459" y="49"/>
                </a:lnTo>
                <a:lnTo>
                  <a:pt x="460" y="50"/>
                </a:lnTo>
                <a:lnTo>
                  <a:pt x="461" y="50"/>
                </a:lnTo>
                <a:lnTo>
                  <a:pt x="461" y="49"/>
                </a:lnTo>
                <a:lnTo>
                  <a:pt x="462" y="48"/>
                </a:lnTo>
                <a:lnTo>
                  <a:pt x="464" y="48"/>
                </a:lnTo>
                <a:lnTo>
                  <a:pt x="465" y="49"/>
                </a:lnTo>
                <a:lnTo>
                  <a:pt x="465" y="48"/>
                </a:lnTo>
                <a:lnTo>
                  <a:pt x="466" y="48"/>
                </a:lnTo>
                <a:lnTo>
                  <a:pt x="466" y="47"/>
                </a:lnTo>
                <a:lnTo>
                  <a:pt x="467" y="46"/>
                </a:lnTo>
                <a:lnTo>
                  <a:pt x="468" y="46"/>
                </a:lnTo>
                <a:lnTo>
                  <a:pt x="469" y="46"/>
                </a:lnTo>
                <a:lnTo>
                  <a:pt x="470" y="47"/>
                </a:lnTo>
                <a:lnTo>
                  <a:pt x="471" y="47"/>
                </a:lnTo>
                <a:lnTo>
                  <a:pt x="472" y="48"/>
                </a:lnTo>
                <a:lnTo>
                  <a:pt x="472" y="49"/>
                </a:lnTo>
                <a:lnTo>
                  <a:pt x="473" y="50"/>
                </a:lnTo>
                <a:lnTo>
                  <a:pt x="474" y="50"/>
                </a:lnTo>
                <a:lnTo>
                  <a:pt x="475" y="50"/>
                </a:lnTo>
                <a:lnTo>
                  <a:pt x="476" y="50"/>
                </a:lnTo>
                <a:lnTo>
                  <a:pt x="477" y="50"/>
                </a:lnTo>
                <a:lnTo>
                  <a:pt x="478" y="50"/>
                </a:lnTo>
                <a:lnTo>
                  <a:pt x="479" y="50"/>
                </a:lnTo>
                <a:lnTo>
                  <a:pt x="479" y="51"/>
                </a:lnTo>
                <a:lnTo>
                  <a:pt x="480" y="51"/>
                </a:lnTo>
                <a:lnTo>
                  <a:pt x="480" y="52"/>
                </a:lnTo>
                <a:lnTo>
                  <a:pt x="481" y="53"/>
                </a:lnTo>
                <a:lnTo>
                  <a:pt x="481" y="52"/>
                </a:lnTo>
                <a:lnTo>
                  <a:pt x="482" y="52"/>
                </a:lnTo>
                <a:lnTo>
                  <a:pt x="483" y="53"/>
                </a:lnTo>
                <a:lnTo>
                  <a:pt x="483" y="54"/>
                </a:lnTo>
                <a:lnTo>
                  <a:pt x="484" y="55"/>
                </a:lnTo>
                <a:lnTo>
                  <a:pt x="483" y="56"/>
                </a:lnTo>
                <a:lnTo>
                  <a:pt x="482" y="56"/>
                </a:lnTo>
                <a:lnTo>
                  <a:pt x="482" y="57"/>
                </a:lnTo>
                <a:lnTo>
                  <a:pt x="482" y="58"/>
                </a:lnTo>
                <a:lnTo>
                  <a:pt x="483" y="59"/>
                </a:lnTo>
                <a:lnTo>
                  <a:pt x="484" y="59"/>
                </a:lnTo>
                <a:lnTo>
                  <a:pt x="484" y="60"/>
                </a:lnTo>
                <a:lnTo>
                  <a:pt x="483" y="60"/>
                </a:lnTo>
                <a:lnTo>
                  <a:pt x="484" y="61"/>
                </a:lnTo>
                <a:lnTo>
                  <a:pt x="484" y="62"/>
                </a:lnTo>
                <a:lnTo>
                  <a:pt x="483" y="62"/>
                </a:lnTo>
                <a:lnTo>
                  <a:pt x="483" y="63"/>
                </a:lnTo>
                <a:lnTo>
                  <a:pt x="484" y="65"/>
                </a:lnTo>
                <a:lnTo>
                  <a:pt x="485" y="66"/>
                </a:lnTo>
                <a:lnTo>
                  <a:pt x="486" y="66"/>
                </a:lnTo>
                <a:lnTo>
                  <a:pt x="487" y="66"/>
                </a:lnTo>
                <a:lnTo>
                  <a:pt x="488" y="66"/>
                </a:lnTo>
                <a:lnTo>
                  <a:pt x="488" y="67"/>
                </a:lnTo>
                <a:lnTo>
                  <a:pt x="489" y="67"/>
                </a:lnTo>
                <a:lnTo>
                  <a:pt x="490" y="67"/>
                </a:lnTo>
                <a:lnTo>
                  <a:pt x="490" y="66"/>
                </a:lnTo>
                <a:lnTo>
                  <a:pt x="491" y="67"/>
                </a:lnTo>
                <a:lnTo>
                  <a:pt x="491" y="68"/>
                </a:lnTo>
                <a:lnTo>
                  <a:pt x="490" y="68"/>
                </a:lnTo>
                <a:lnTo>
                  <a:pt x="491" y="68"/>
                </a:lnTo>
                <a:lnTo>
                  <a:pt x="491" y="69"/>
                </a:lnTo>
                <a:lnTo>
                  <a:pt x="492" y="69"/>
                </a:lnTo>
                <a:lnTo>
                  <a:pt x="493" y="70"/>
                </a:lnTo>
                <a:lnTo>
                  <a:pt x="493" y="71"/>
                </a:lnTo>
                <a:lnTo>
                  <a:pt x="492" y="71"/>
                </a:lnTo>
                <a:lnTo>
                  <a:pt x="493" y="72"/>
                </a:lnTo>
                <a:lnTo>
                  <a:pt x="493" y="73"/>
                </a:lnTo>
                <a:lnTo>
                  <a:pt x="493" y="74"/>
                </a:lnTo>
                <a:lnTo>
                  <a:pt x="492" y="74"/>
                </a:lnTo>
                <a:lnTo>
                  <a:pt x="492" y="75"/>
                </a:lnTo>
                <a:lnTo>
                  <a:pt x="491" y="76"/>
                </a:lnTo>
                <a:lnTo>
                  <a:pt x="491" y="77"/>
                </a:lnTo>
                <a:lnTo>
                  <a:pt x="490" y="78"/>
                </a:lnTo>
                <a:lnTo>
                  <a:pt x="489" y="78"/>
                </a:lnTo>
                <a:lnTo>
                  <a:pt x="489" y="79"/>
                </a:lnTo>
                <a:lnTo>
                  <a:pt x="490" y="79"/>
                </a:lnTo>
                <a:lnTo>
                  <a:pt x="491" y="80"/>
                </a:lnTo>
                <a:lnTo>
                  <a:pt x="490" y="81"/>
                </a:lnTo>
                <a:lnTo>
                  <a:pt x="490" y="82"/>
                </a:lnTo>
                <a:lnTo>
                  <a:pt x="490" y="83"/>
                </a:lnTo>
                <a:lnTo>
                  <a:pt x="489" y="83"/>
                </a:lnTo>
                <a:lnTo>
                  <a:pt x="488" y="83"/>
                </a:lnTo>
                <a:lnTo>
                  <a:pt x="488" y="82"/>
                </a:lnTo>
                <a:lnTo>
                  <a:pt x="487" y="82"/>
                </a:lnTo>
                <a:lnTo>
                  <a:pt x="487" y="83"/>
                </a:lnTo>
                <a:lnTo>
                  <a:pt x="486" y="83"/>
                </a:lnTo>
                <a:lnTo>
                  <a:pt x="484" y="82"/>
                </a:lnTo>
                <a:lnTo>
                  <a:pt x="483" y="83"/>
                </a:lnTo>
                <a:lnTo>
                  <a:pt x="482" y="83"/>
                </a:lnTo>
                <a:lnTo>
                  <a:pt x="481" y="83"/>
                </a:lnTo>
                <a:lnTo>
                  <a:pt x="480" y="83"/>
                </a:lnTo>
                <a:lnTo>
                  <a:pt x="479" y="83"/>
                </a:lnTo>
                <a:lnTo>
                  <a:pt x="480" y="83"/>
                </a:lnTo>
                <a:lnTo>
                  <a:pt x="480" y="84"/>
                </a:lnTo>
                <a:lnTo>
                  <a:pt x="480" y="85"/>
                </a:lnTo>
                <a:lnTo>
                  <a:pt x="480" y="86"/>
                </a:lnTo>
                <a:lnTo>
                  <a:pt x="480" y="87"/>
                </a:lnTo>
                <a:lnTo>
                  <a:pt x="480" y="88"/>
                </a:lnTo>
                <a:lnTo>
                  <a:pt x="480" y="89"/>
                </a:lnTo>
                <a:lnTo>
                  <a:pt x="481" y="89"/>
                </a:lnTo>
                <a:lnTo>
                  <a:pt x="481" y="90"/>
                </a:lnTo>
                <a:lnTo>
                  <a:pt x="481" y="91"/>
                </a:lnTo>
                <a:lnTo>
                  <a:pt x="482" y="91"/>
                </a:lnTo>
                <a:lnTo>
                  <a:pt x="482" y="92"/>
                </a:lnTo>
                <a:lnTo>
                  <a:pt x="481" y="92"/>
                </a:lnTo>
                <a:lnTo>
                  <a:pt x="480" y="93"/>
                </a:lnTo>
                <a:lnTo>
                  <a:pt x="479" y="93"/>
                </a:lnTo>
                <a:lnTo>
                  <a:pt x="478" y="93"/>
                </a:lnTo>
                <a:lnTo>
                  <a:pt x="477" y="93"/>
                </a:lnTo>
                <a:lnTo>
                  <a:pt x="477" y="94"/>
                </a:lnTo>
                <a:lnTo>
                  <a:pt x="477" y="95"/>
                </a:lnTo>
                <a:lnTo>
                  <a:pt x="477" y="96"/>
                </a:lnTo>
                <a:lnTo>
                  <a:pt x="477" y="97"/>
                </a:lnTo>
                <a:lnTo>
                  <a:pt x="477" y="98"/>
                </a:lnTo>
                <a:lnTo>
                  <a:pt x="476" y="99"/>
                </a:lnTo>
                <a:lnTo>
                  <a:pt x="477" y="99"/>
                </a:lnTo>
                <a:lnTo>
                  <a:pt x="477" y="100"/>
                </a:lnTo>
                <a:lnTo>
                  <a:pt x="478" y="100"/>
                </a:lnTo>
                <a:lnTo>
                  <a:pt x="478" y="101"/>
                </a:lnTo>
                <a:lnTo>
                  <a:pt x="478" y="102"/>
                </a:lnTo>
                <a:lnTo>
                  <a:pt x="479" y="102"/>
                </a:lnTo>
                <a:lnTo>
                  <a:pt x="479" y="103"/>
                </a:lnTo>
                <a:lnTo>
                  <a:pt x="478" y="104"/>
                </a:lnTo>
                <a:lnTo>
                  <a:pt x="478" y="105"/>
                </a:lnTo>
                <a:lnTo>
                  <a:pt x="479" y="105"/>
                </a:lnTo>
                <a:lnTo>
                  <a:pt x="480" y="105"/>
                </a:lnTo>
                <a:lnTo>
                  <a:pt x="480" y="106"/>
                </a:lnTo>
                <a:lnTo>
                  <a:pt x="479" y="106"/>
                </a:lnTo>
                <a:lnTo>
                  <a:pt x="479" y="107"/>
                </a:lnTo>
                <a:lnTo>
                  <a:pt x="478" y="108"/>
                </a:lnTo>
                <a:lnTo>
                  <a:pt x="479" y="108"/>
                </a:lnTo>
                <a:lnTo>
                  <a:pt x="479" y="109"/>
                </a:lnTo>
                <a:lnTo>
                  <a:pt x="480" y="109"/>
                </a:lnTo>
                <a:lnTo>
                  <a:pt x="481" y="109"/>
                </a:lnTo>
                <a:lnTo>
                  <a:pt x="482" y="110"/>
                </a:lnTo>
                <a:lnTo>
                  <a:pt x="483" y="110"/>
                </a:lnTo>
                <a:lnTo>
                  <a:pt x="483" y="111"/>
                </a:lnTo>
                <a:lnTo>
                  <a:pt x="483" y="112"/>
                </a:lnTo>
                <a:lnTo>
                  <a:pt x="484" y="112"/>
                </a:lnTo>
                <a:lnTo>
                  <a:pt x="483" y="112"/>
                </a:lnTo>
                <a:lnTo>
                  <a:pt x="482" y="113"/>
                </a:lnTo>
                <a:lnTo>
                  <a:pt x="483" y="114"/>
                </a:lnTo>
                <a:lnTo>
                  <a:pt x="483" y="115"/>
                </a:lnTo>
                <a:lnTo>
                  <a:pt x="484" y="115"/>
                </a:lnTo>
                <a:lnTo>
                  <a:pt x="485" y="116"/>
                </a:lnTo>
                <a:lnTo>
                  <a:pt x="486" y="117"/>
                </a:lnTo>
                <a:lnTo>
                  <a:pt x="486" y="118"/>
                </a:lnTo>
                <a:lnTo>
                  <a:pt x="486" y="119"/>
                </a:lnTo>
                <a:lnTo>
                  <a:pt x="487" y="120"/>
                </a:lnTo>
                <a:lnTo>
                  <a:pt x="487" y="119"/>
                </a:lnTo>
                <a:lnTo>
                  <a:pt x="487" y="118"/>
                </a:lnTo>
                <a:lnTo>
                  <a:pt x="488" y="118"/>
                </a:lnTo>
                <a:lnTo>
                  <a:pt x="488" y="119"/>
                </a:lnTo>
                <a:lnTo>
                  <a:pt x="488" y="120"/>
                </a:lnTo>
                <a:lnTo>
                  <a:pt x="488" y="121"/>
                </a:lnTo>
                <a:lnTo>
                  <a:pt x="487" y="121"/>
                </a:lnTo>
                <a:lnTo>
                  <a:pt x="488" y="121"/>
                </a:lnTo>
                <a:lnTo>
                  <a:pt x="488" y="120"/>
                </a:lnTo>
                <a:lnTo>
                  <a:pt x="488" y="119"/>
                </a:lnTo>
                <a:lnTo>
                  <a:pt x="489" y="118"/>
                </a:lnTo>
                <a:lnTo>
                  <a:pt x="490" y="118"/>
                </a:lnTo>
                <a:lnTo>
                  <a:pt x="490" y="117"/>
                </a:lnTo>
                <a:lnTo>
                  <a:pt x="491" y="118"/>
                </a:lnTo>
                <a:lnTo>
                  <a:pt x="490" y="119"/>
                </a:lnTo>
                <a:lnTo>
                  <a:pt x="490" y="120"/>
                </a:lnTo>
                <a:lnTo>
                  <a:pt x="491" y="121"/>
                </a:lnTo>
                <a:lnTo>
                  <a:pt x="492" y="122"/>
                </a:lnTo>
                <a:lnTo>
                  <a:pt x="493" y="122"/>
                </a:lnTo>
                <a:lnTo>
                  <a:pt x="493" y="121"/>
                </a:lnTo>
                <a:lnTo>
                  <a:pt x="494" y="121"/>
                </a:lnTo>
                <a:lnTo>
                  <a:pt x="495" y="120"/>
                </a:lnTo>
                <a:lnTo>
                  <a:pt x="495" y="121"/>
                </a:lnTo>
                <a:lnTo>
                  <a:pt x="496" y="121"/>
                </a:lnTo>
                <a:lnTo>
                  <a:pt x="497" y="121"/>
                </a:lnTo>
                <a:lnTo>
                  <a:pt x="498" y="122"/>
                </a:lnTo>
                <a:lnTo>
                  <a:pt x="498" y="123"/>
                </a:lnTo>
                <a:lnTo>
                  <a:pt x="499" y="123"/>
                </a:lnTo>
                <a:lnTo>
                  <a:pt x="499" y="124"/>
                </a:lnTo>
                <a:lnTo>
                  <a:pt x="500" y="124"/>
                </a:lnTo>
                <a:lnTo>
                  <a:pt x="500" y="125"/>
                </a:lnTo>
                <a:lnTo>
                  <a:pt x="501" y="125"/>
                </a:lnTo>
                <a:lnTo>
                  <a:pt x="501" y="124"/>
                </a:lnTo>
                <a:lnTo>
                  <a:pt x="502" y="125"/>
                </a:lnTo>
                <a:lnTo>
                  <a:pt x="502" y="126"/>
                </a:lnTo>
                <a:lnTo>
                  <a:pt x="501" y="127"/>
                </a:lnTo>
                <a:lnTo>
                  <a:pt x="501" y="128"/>
                </a:lnTo>
                <a:lnTo>
                  <a:pt x="500" y="128"/>
                </a:lnTo>
                <a:lnTo>
                  <a:pt x="500" y="129"/>
                </a:lnTo>
                <a:lnTo>
                  <a:pt x="499" y="129"/>
                </a:lnTo>
                <a:lnTo>
                  <a:pt x="499" y="130"/>
                </a:lnTo>
                <a:lnTo>
                  <a:pt x="500" y="131"/>
                </a:lnTo>
                <a:lnTo>
                  <a:pt x="500" y="130"/>
                </a:lnTo>
                <a:lnTo>
                  <a:pt x="501" y="130"/>
                </a:lnTo>
                <a:lnTo>
                  <a:pt x="502" y="130"/>
                </a:lnTo>
                <a:lnTo>
                  <a:pt x="502" y="129"/>
                </a:lnTo>
                <a:lnTo>
                  <a:pt x="503" y="129"/>
                </a:lnTo>
                <a:lnTo>
                  <a:pt x="504" y="128"/>
                </a:lnTo>
                <a:lnTo>
                  <a:pt x="505" y="128"/>
                </a:lnTo>
                <a:lnTo>
                  <a:pt x="506" y="128"/>
                </a:lnTo>
                <a:lnTo>
                  <a:pt x="506" y="127"/>
                </a:lnTo>
                <a:lnTo>
                  <a:pt x="506" y="128"/>
                </a:lnTo>
                <a:lnTo>
                  <a:pt x="507" y="128"/>
                </a:lnTo>
                <a:lnTo>
                  <a:pt x="508" y="128"/>
                </a:lnTo>
                <a:lnTo>
                  <a:pt x="508" y="129"/>
                </a:lnTo>
                <a:lnTo>
                  <a:pt x="508" y="130"/>
                </a:lnTo>
                <a:lnTo>
                  <a:pt x="509" y="130"/>
                </a:lnTo>
                <a:lnTo>
                  <a:pt x="509" y="131"/>
                </a:lnTo>
                <a:lnTo>
                  <a:pt x="509" y="132"/>
                </a:lnTo>
                <a:lnTo>
                  <a:pt x="510" y="133"/>
                </a:lnTo>
                <a:lnTo>
                  <a:pt x="510" y="134"/>
                </a:lnTo>
                <a:lnTo>
                  <a:pt x="511" y="134"/>
                </a:lnTo>
                <a:lnTo>
                  <a:pt x="511" y="135"/>
                </a:lnTo>
                <a:lnTo>
                  <a:pt x="512" y="136"/>
                </a:lnTo>
                <a:lnTo>
                  <a:pt x="512" y="137"/>
                </a:lnTo>
                <a:lnTo>
                  <a:pt x="513" y="137"/>
                </a:lnTo>
                <a:lnTo>
                  <a:pt x="512" y="138"/>
                </a:lnTo>
                <a:lnTo>
                  <a:pt x="513" y="139"/>
                </a:lnTo>
                <a:lnTo>
                  <a:pt x="514" y="140"/>
                </a:lnTo>
                <a:lnTo>
                  <a:pt x="515" y="140"/>
                </a:lnTo>
                <a:lnTo>
                  <a:pt x="516" y="140"/>
                </a:lnTo>
                <a:lnTo>
                  <a:pt x="517" y="140"/>
                </a:lnTo>
                <a:lnTo>
                  <a:pt x="518" y="140"/>
                </a:lnTo>
                <a:lnTo>
                  <a:pt x="519" y="140"/>
                </a:lnTo>
                <a:lnTo>
                  <a:pt x="520" y="140"/>
                </a:lnTo>
                <a:lnTo>
                  <a:pt x="521" y="141"/>
                </a:lnTo>
                <a:lnTo>
                  <a:pt x="521" y="142"/>
                </a:lnTo>
                <a:lnTo>
                  <a:pt x="522" y="142"/>
                </a:lnTo>
                <a:lnTo>
                  <a:pt x="522" y="143"/>
                </a:lnTo>
                <a:lnTo>
                  <a:pt x="522" y="144"/>
                </a:lnTo>
                <a:lnTo>
                  <a:pt x="522" y="145"/>
                </a:lnTo>
                <a:lnTo>
                  <a:pt x="523" y="145"/>
                </a:lnTo>
                <a:lnTo>
                  <a:pt x="523" y="146"/>
                </a:lnTo>
                <a:lnTo>
                  <a:pt x="523" y="147"/>
                </a:lnTo>
                <a:lnTo>
                  <a:pt x="524" y="147"/>
                </a:lnTo>
                <a:lnTo>
                  <a:pt x="524" y="148"/>
                </a:lnTo>
                <a:lnTo>
                  <a:pt x="524" y="149"/>
                </a:lnTo>
                <a:lnTo>
                  <a:pt x="525" y="149"/>
                </a:lnTo>
                <a:lnTo>
                  <a:pt x="524" y="149"/>
                </a:lnTo>
                <a:lnTo>
                  <a:pt x="524" y="150"/>
                </a:lnTo>
                <a:lnTo>
                  <a:pt x="525" y="150"/>
                </a:lnTo>
                <a:lnTo>
                  <a:pt x="525" y="151"/>
                </a:lnTo>
                <a:lnTo>
                  <a:pt x="525" y="150"/>
                </a:lnTo>
                <a:lnTo>
                  <a:pt x="525" y="151"/>
                </a:lnTo>
                <a:lnTo>
                  <a:pt x="526" y="152"/>
                </a:lnTo>
                <a:lnTo>
                  <a:pt x="525" y="152"/>
                </a:lnTo>
                <a:lnTo>
                  <a:pt x="524" y="153"/>
                </a:lnTo>
                <a:lnTo>
                  <a:pt x="525" y="154"/>
                </a:lnTo>
                <a:lnTo>
                  <a:pt x="526" y="153"/>
                </a:lnTo>
                <a:lnTo>
                  <a:pt x="527" y="154"/>
                </a:lnTo>
                <a:lnTo>
                  <a:pt x="528" y="154"/>
                </a:lnTo>
                <a:lnTo>
                  <a:pt x="528" y="155"/>
                </a:lnTo>
                <a:lnTo>
                  <a:pt x="527" y="155"/>
                </a:lnTo>
                <a:lnTo>
                  <a:pt x="528" y="156"/>
                </a:lnTo>
                <a:lnTo>
                  <a:pt x="529" y="156"/>
                </a:lnTo>
                <a:lnTo>
                  <a:pt x="530" y="156"/>
                </a:lnTo>
                <a:lnTo>
                  <a:pt x="530" y="157"/>
                </a:lnTo>
                <a:lnTo>
                  <a:pt x="529" y="156"/>
                </a:lnTo>
                <a:lnTo>
                  <a:pt x="529" y="157"/>
                </a:lnTo>
                <a:lnTo>
                  <a:pt x="530" y="157"/>
                </a:lnTo>
                <a:lnTo>
                  <a:pt x="530" y="158"/>
                </a:lnTo>
                <a:lnTo>
                  <a:pt x="530" y="159"/>
                </a:lnTo>
                <a:lnTo>
                  <a:pt x="530" y="160"/>
                </a:lnTo>
                <a:lnTo>
                  <a:pt x="530" y="159"/>
                </a:lnTo>
                <a:lnTo>
                  <a:pt x="530" y="160"/>
                </a:lnTo>
                <a:lnTo>
                  <a:pt x="529" y="160"/>
                </a:lnTo>
                <a:lnTo>
                  <a:pt x="529" y="161"/>
                </a:lnTo>
                <a:lnTo>
                  <a:pt x="530" y="162"/>
                </a:lnTo>
                <a:lnTo>
                  <a:pt x="531" y="163"/>
                </a:lnTo>
                <a:lnTo>
                  <a:pt x="531" y="164"/>
                </a:lnTo>
                <a:lnTo>
                  <a:pt x="530" y="165"/>
                </a:lnTo>
                <a:lnTo>
                  <a:pt x="529" y="165"/>
                </a:lnTo>
                <a:lnTo>
                  <a:pt x="529" y="167"/>
                </a:lnTo>
                <a:lnTo>
                  <a:pt x="530" y="167"/>
                </a:lnTo>
                <a:lnTo>
                  <a:pt x="530" y="168"/>
                </a:lnTo>
                <a:lnTo>
                  <a:pt x="531" y="168"/>
                </a:lnTo>
                <a:lnTo>
                  <a:pt x="530" y="168"/>
                </a:lnTo>
                <a:lnTo>
                  <a:pt x="530" y="169"/>
                </a:lnTo>
                <a:lnTo>
                  <a:pt x="530" y="170"/>
                </a:lnTo>
                <a:lnTo>
                  <a:pt x="529" y="170"/>
                </a:lnTo>
                <a:lnTo>
                  <a:pt x="529" y="171"/>
                </a:lnTo>
                <a:lnTo>
                  <a:pt x="530" y="171"/>
                </a:lnTo>
                <a:lnTo>
                  <a:pt x="530" y="172"/>
                </a:lnTo>
                <a:lnTo>
                  <a:pt x="529" y="172"/>
                </a:lnTo>
                <a:lnTo>
                  <a:pt x="530" y="172"/>
                </a:lnTo>
                <a:lnTo>
                  <a:pt x="530" y="173"/>
                </a:lnTo>
                <a:lnTo>
                  <a:pt x="531" y="173"/>
                </a:lnTo>
                <a:lnTo>
                  <a:pt x="531" y="174"/>
                </a:lnTo>
                <a:lnTo>
                  <a:pt x="532" y="175"/>
                </a:lnTo>
                <a:lnTo>
                  <a:pt x="531" y="175"/>
                </a:lnTo>
                <a:lnTo>
                  <a:pt x="531" y="174"/>
                </a:lnTo>
                <a:lnTo>
                  <a:pt x="531" y="175"/>
                </a:lnTo>
                <a:lnTo>
                  <a:pt x="531" y="176"/>
                </a:lnTo>
                <a:lnTo>
                  <a:pt x="532" y="176"/>
                </a:lnTo>
                <a:lnTo>
                  <a:pt x="533" y="176"/>
                </a:lnTo>
                <a:lnTo>
                  <a:pt x="534" y="177"/>
                </a:lnTo>
                <a:lnTo>
                  <a:pt x="534" y="178"/>
                </a:lnTo>
                <a:lnTo>
                  <a:pt x="533" y="178"/>
                </a:lnTo>
                <a:lnTo>
                  <a:pt x="532" y="179"/>
                </a:lnTo>
                <a:lnTo>
                  <a:pt x="531" y="179"/>
                </a:lnTo>
                <a:lnTo>
                  <a:pt x="531" y="180"/>
                </a:lnTo>
                <a:lnTo>
                  <a:pt x="533" y="180"/>
                </a:lnTo>
                <a:lnTo>
                  <a:pt x="534" y="180"/>
                </a:lnTo>
                <a:lnTo>
                  <a:pt x="535" y="181"/>
                </a:lnTo>
                <a:lnTo>
                  <a:pt x="535" y="182"/>
                </a:lnTo>
                <a:lnTo>
                  <a:pt x="536" y="182"/>
                </a:lnTo>
                <a:lnTo>
                  <a:pt x="536" y="181"/>
                </a:lnTo>
                <a:lnTo>
                  <a:pt x="537" y="181"/>
                </a:lnTo>
                <a:lnTo>
                  <a:pt x="538" y="181"/>
                </a:lnTo>
                <a:lnTo>
                  <a:pt x="538" y="182"/>
                </a:lnTo>
                <a:lnTo>
                  <a:pt x="539" y="182"/>
                </a:lnTo>
                <a:lnTo>
                  <a:pt x="539" y="183"/>
                </a:lnTo>
                <a:lnTo>
                  <a:pt x="539" y="182"/>
                </a:lnTo>
                <a:lnTo>
                  <a:pt x="538" y="182"/>
                </a:lnTo>
                <a:lnTo>
                  <a:pt x="538" y="183"/>
                </a:lnTo>
                <a:lnTo>
                  <a:pt x="537" y="184"/>
                </a:lnTo>
                <a:lnTo>
                  <a:pt x="538" y="184"/>
                </a:lnTo>
                <a:lnTo>
                  <a:pt x="538" y="185"/>
                </a:lnTo>
                <a:lnTo>
                  <a:pt x="538" y="184"/>
                </a:lnTo>
                <a:lnTo>
                  <a:pt x="537" y="184"/>
                </a:lnTo>
                <a:lnTo>
                  <a:pt x="537" y="185"/>
                </a:lnTo>
                <a:lnTo>
                  <a:pt x="537" y="186"/>
                </a:lnTo>
                <a:lnTo>
                  <a:pt x="537" y="187"/>
                </a:lnTo>
                <a:lnTo>
                  <a:pt x="537" y="188"/>
                </a:lnTo>
                <a:lnTo>
                  <a:pt x="536" y="188"/>
                </a:lnTo>
                <a:lnTo>
                  <a:pt x="536" y="189"/>
                </a:lnTo>
                <a:lnTo>
                  <a:pt x="537" y="189"/>
                </a:lnTo>
                <a:lnTo>
                  <a:pt x="536" y="190"/>
                </a:lnTo>
                <a:lnTo>
                  <a:pt x="535" y="190"/>
                </a:lnTo>
                <a:lnTo>
                  <a:pt x="535" y="191"/>
                </a:lnTo>
                <a:lnTo>
                  <a:pt x="534" y="192"/>
                </a:lnTo>
                <a:lnTo>
                  <a:pt x="535" y="192"/>
                </a:lnTo>
                <a:lnTo>
                  <a:pt x="535" y="193"/>
                </a:lnTo>
                <a:lnTo>
                  <a:pt x="536" y="193"/>
                </a:lnTo>
                <a:lnTo>
                  <a:pt x="537" y="193"/>
                </a:lnTo>
                <a:lnTo>
                  <a:pt x="538" y="194"/>
                </a:lnTo>
                <a:lnTo>
                  <a:pt x="538" y="195"/>
                </a:lnTo>
                <a:lnTo>
                  <a:pt x="539" y="196"/>
                </a:lnTo>
                <a:lnTo>
                  <a:pt x="539" y="197"/>
                </a:lnTo>
                <a:lnTo>
                  <a:pt x="539" y="198"/>
                </a:lnTo>
                <a:lnTo>
                  <a:pt x="540" y="198"/>
                </a:lnTo>
                <a:lnTo>
                  <a:pt x="540" y="199"/>
                </a:lnTo>
                <a:lnTo>
                  <a:pt x="540" y="200"/>
                </a:lnTo>
                <a:lnTo>
                  <a:pt x="540" y="199"/>
                </a:lnTo>
                <a:lnTo>
                  <a:pt x="541" y="199"/>
                </a:lnTo>
                <a:lnTo>
                  <a:pt x="541" y="200"/>
                </a:lnTo>
                <a:lnTo>
                  <a:pt x="540" y="200"/>
                </a:lnTo>
                <a:lnTo>
                  <a:pt x="541" y="201"/>
                </a:lnTo>
                <a:lnTo>
                  <a:pt x="541" y="200"/>
                </a:lnTo>
                <a:lnTo>
                  <a:pt x="541" y="199"/>
                </a:lnTo>
                <a:lnTo>
                  <a:pt x="542" y="200"/>
                </a:lnTo>
                <a:lnTo>
                  <a:pt x="541" y="201"/>
                </a:lnTo>
                <a:lnTo>
                  <a:pt x="540" y="202"/>
                </a:lnTo>
                <a:lnTo>
                  <a:pt x="540" y="203"/>
                </a:lnTo>
                <a:lnTo>
                  <a:pt x="539" y="204"/>
                </a:lnTo>
                <a:lnTo>
                  <a:pt x="539" y="205"/>
                </a:lnTo>
                <a:lnTo>
                  <a:pt x="538" y="205"/>
                </a:lnTo>
                <a:lnTo>
                  <a:pt x="537" y="206"/>
                </a:lnTo>
                <a:lnTo>
                  <a:pt x="536" y="205"/>
                </a:lnTo>
                <a:lnTo>
                  <a:pt x="535" y="206"/>
                </a:lnTo>
                <a:lnTo>
                  <a:pt x="534" y="207"/>
                </a:lnTo>
                <a:lnTo>
                  <a:pt x="533" y="207"/>
                </a:lnTo>
                <a:lnTo>
                  <a:pt x="533" y="208"/>
                </a:lnTo>
                <a:lnTo>
                  <a:pt x="532" y="208"/>
                </a:lnTo>
                <a:lnTo>
                  <a:pt x="532" y="209"/>
                </a:lnTo>
                <a:lnTo>
                  <a:pt x="531" y="210"/>
                </a:lnTo>
                <a:lnTo>
                  <a:pt x="530" y="210"/>
                </a:lnTo>
                <a:lnTo>
                  <a:pt x="529" y="211"/>
                </a:lnTo>
                <a:lnTo>
                  <a:pt x="530" y="211"/>
                </a:lnTo>
                <a:lnTo>
                  <a:pt x="529" y="211"/>
                </a:lnTo>
                <a:lnTo>
                  <a:pt x="529" y="212"/>
                </a:lnTo>
                <a:lnTo>
                  <a:pt x="528" y="212"/>
                </a:lnTo>
                <a:lnTo>
                  <a:pt x="528" y="213"/>
                </a:lnTo>
                <a:lnTo>
                  <a:pt x="528" y="214"/>
                </a:lnTo>
                <a:lnTo>
                  <a:pt x="527" y="214"/>
                </a:lnTo>
                <a:lnTo>
                  <a:pt x="526" y="215"/>
                </a:lnTo>
                <a:lnTo>
                  <a:pt x="525" y="215"/>
                </a:lnTo>
                <a:lnTo>
                  <a:pt x="525" y="216"/>
                </a:lnTo>
                <a:lnTo>
                  <a:pt x="524" y="216"/>
                </a:lnTo>
                <a:lnTo>
                  <a:pt x="524" y="217"/>
                </a:lnTo>
                <a:lnTo>
                  <a:pt x="525" y="217"/>
                </a:lnTo>
                <a:lnTo>
                  <a:pt x="526" y="218"/>
                </a:lnTo>
                <a:lnTo>
                  <a:pt x="527" y="218"/>
                </a:lnTo>
                <a:lnTo>
                  <a:pt x="527" y="219"/>
                </a:lnTo>
                <a:lnTo>
                  <a:pt x="528" y="220"/>
                </a:lnTo>
                <a:lnTo>
                  <a:pt x="529" y="220"/>
                </a:lnTo>
                <a:lnTo>
                  <a:pt x="529" y="219"/>
                </a:lnTo>
                <a:lnTo>
                  <a:pt x="530" y="219"/>
                </a:lnTo>
                <a:lnTo>
                  <a:pt x="531" y="220"/>
                </a:lnTo>
                <a:lnTo>
                  <a:pt x="532" y="220"/>
                </a:lnTo>
                <a:lnTo>
                  <a:pt x="532" y="221"/>
                </a:lnTo>
                <a:lnTo>
                  <a:pt x="532" y="222"/>
                </a:lnTo>
                <a:lnTo>
                  <a:pt x="533" y="222"/>
                </a:lnTo>
                <a:lnTo>
                  <a:pt x="533" y="223"/>
                </a:lnTo>
                <a:lnTo>
                  <a:pt x="532" y="223"/>
                </a:lnTo>
                <a:lnTo>
                  <a:pt x="531" y="224"/>
                </a:lnTo>
                <a:lnTo>
                  <a:pt x="531" y="225"/>
                </a:lnTo>
                <a:lnTo>
                  <a:pt x="531" y="226"/>
                </a:lnTo>
                <a:lnTo>
                  <a:pt x="531" y="227"/>
                </a:lnTo>
                <a:lnTo>
                  <a:pt x="532" y="227"/>
                </a:lnTo>
                <a:lnTo>
                  <a:pt x="532" y="228"/>
                </a:lnTo>
                <a:lnTo>
                  <a:pt x="531" y="228"/>
                </a:lnTo>
                <a:lnTo>
                  <a:pt x="531" y="229"/>
                </a:lnTo>
                <a:lnTo>
                  <a:pt x="531" y="230"/>
                </a:lnTo>
                <a:lnTo>
                  <a:pt x="531" y="231"/>
                </a:lnTo>
                <a:lnTo>
                  <a:pt x="531" y="232"/>
                </a:lnTo>
                <a:lnTo>
                  <a:pt x="531" y="233"/>
                </a:lnTo>
                <a:lnTo>
                  <a:pt x="530" y="233"/>
                </a:lnTo>
                <a:lnTo>
                  <a:pt x="530" y="234"/>
                </a:lnTo>
                <a:lnTo>
                  <a:pt x="529" y="233"/>
                </a:lnTo>
                <a:lnTo>
                  <a:pt x="528" y="233"/>
                </a:lnTo>
                <a:lnTo>
                  <a:pt x="527" y="234"/>
                </a:lnTo>
                <a:lnTo>
                  <a:pt x="527" y="233"/>
                </a:lnTo>
                <a:lnTo>
                  <a:pt x="526" y="233"/>
                </a:lnTo>
                <a:lnTo>
                  <a:pt x="525" y="233"/>
                </a:lnTo>
                <a:lnTo>
                  <a:pt x="525" y="234"/>
                </a:lnTo>
                <a:lnTo>
                  <a:pt x="524" y="234"/>
                </a:lnTo>
                <a:lnTo>
                  <a:pt x="524" y="235"/>
                </a:lnTo>
                <a:lnTo>
                  <a:pt x="524" y="234"/>
                </a:lnTo>
                <a:lnTo>
                  <a:pt x="523" y="235"/>
                </a:lnTo>
                <a:lnTo>
                  <a:pt x="522" y="235"/>
                </a:lnTo>
                <a:lnTo>
                  <a:pt x="521" y="236"/>
                </a:lnTo>
                <a:lnTo>
                  <a:pt x="521" y="237"/>
                </a:lnTo>
                <a:lnTo>
                  <a:pt x="520" y="237"/>
                </a:lnTo>
                <a:lnTo>
                  <a:pt x="519" y="236"/>
                </a:lnTo>
                <a:lnTo>
                  <a:pt x="519" y="237"/>
                </a:lnTo>
                <a:lnTo>
                  <a:pt x="518" y="237"/>
                </a:lnTo>
                <a:lnTo>
                  <a:pt x="518" y="238"/>
                </a:lnTo>
                <a:lnTo>
                  <a:pt x="517" y="239"/>
                </a:lnTo>
                <a:lnTo>
                  <a:pt x="516" y="239"/>
                </a:lnTo>
                <a:lnTo>
                  <a:pt x="515" y="239"/>
                </a:lnTo>
                <a:lnTo>
                  <a:pt x="515" y="240"/>
                </a:lnTo>
                <a:lnTo>
                  <a:pt x="514" y="240"/>
                </a:lnTo>
                <a:lnTo>
                  <a:pt x="513" y="240"/>
                </a:lnTo>
                <a:lnTo>
                  <a:pt x="512" y="240"/>
                </a:lnTo>
                <a:lnTo>
                  <a:pt x="511" y="240"/>
                </a:lnTo>
                <a:lnTo>
                  <a:pt x="510" y="240"/>
                </a:lnTo>
                <a:lnTo>
                  <a:pt x="510" y="239"/>
                </a:lnTo>
                <a:lnTo>
                  <a:pt x="509" y="239"/>
                </a:lnTo>
                <a:lnTo>
                  <a:pt x="508" y="240"/>
                </a:lnTo>
                <a:lnTo>
                  <a:pt x="507" y="240"/>
                </a:lnTo>
                <a:lnTo>
                  <a:pt x="507" y="241"/>
                </a:lnTo>
                <a:lnTo>
                  <a:pt x="506" y="242"/>
                </a:lnTo>
                <a:lnTo>
                  <a:pt x="506" y="243"/>
                </a:lnTo>
                <a:lnTo>
                  <a:pt x="506" y="244"/>
                </a:lnTo>
                <a:lnTo>
                  <a:pt x="507" y="244"/>
                </a:lnTo>
                <a:lnTo>
                  <a:pt x="507" y="245"/>
                </a:lnTo>
                <a:lnTo>
                  <a:pt x="507" y="246"/>
                </a:lnTo>
                <a:lnTo>
                  <a:pt x="505" y="246"/>
                </a:lnTo>
                <a:lnTo>
                  <a:pt x="504" y="246"/>
                </a:lnTo>
                <a:lnTo>
                  <a:pt x="504" y="247"/>
                </a:lnTo>
                <a:lnTo>
                  <a:pt x="503" y="248"/>
                </a:lnTo>
                <a:lnTo>
                  <a:pt x="503" y="249"/>
                </a:lnTo>
                <a:lnTo>
                  <a:pt x="504" y="249"/>
                </a:lnTo>
                <a:lnTo>
                  <a:pt x="504" y="250"/>
                </a:lnTo>
                <a:lnTo>
                  <a:pt x="503" y="250"/>
                </a:lnTo>
                <a:lnTo>
                  <a:pt x="503" y="251"/>
                </a:lnTo>
                <a:lnTo>
                  <a:pt x="504" y="251"/>
                </a:lnTo>
                <a:lnTo>
                  <a:pt x="504" y="252"/>
                </a:lnTo>
                <a:lnTo>
                  <a:pt x="504" y="253"/>
                </a:lnTo>
                <a:lnTo>
                  <a:pt x="503" y="253"/>
                </a:lnTo>
                <a:lnTo>
                  <a:pt x="502" y="253"/>
                </a:lnTo>
                <a:lnTo>
                  <a:pt x="502" y="252"/>
                </a:lnTo>
                <a:lnTo>
                  <a:pt x="502" y="253"/>
                </a:lnTo>
                <a:lnTo>
                  <a:pt x="502" y="252"/>
                </a:lnTo>
                <a:lnTo>
                  <a:pt x="501" y="252"/>
                </a:lnTo>
                <a:lnTo>
                  <a:pt x="501" y="251"/>
                </a:lnTo>
                <a:lnTo>
                  <a:pt x="500" y="251"/>
                </a:lnTo>
                <a:lnTo>
                  <a:pt x="499" y="251"/>
                </a:lnTo>
                <a:lnTo>
                  <a:pt x="499" y="252"/>
                </a:lnTo>
                <a:lnTo>
                  <a:pt x="498" y="252"/>
                </a:lnTo>
                <a:lnTo>
                  <a:pt x="498" y="251"/>
                </a:lnTo>
                <a:lnTo>
                  <a:pt x="497" y="250"/>
                </a:lnTo>
                <a:lnTo>
                  <a:pt x="496" y="251"/>
                </a:lnTo>
                <a:lnTo>
                  <a:pt x="495" y="252"/>
                </a:lnTo>
                <a:lnTo>
                  <a:pt x="495" y="251"/>
                </a:lnTo>
                <a:lnTo>
                  <a:pt x="494" y="252"/>
                </a:lnTo>
                <a:lnTo>
                  <a:pt x="494" y="251"/>
                </a:lnTo>
                <a:lnTo>
                  <a:pt x="493" y="251"/>
                </a:lnTo>
                <a:lnTo>
                  <a:pt x="493" y="250"/>
                </a:lnTo>
                <a:lnTo>
                  <a:pt x="493" y="251"/>
                </a:lnTo>
                <a:lnTo>
                  <a:pt x="492" y="252"/>
                </a:lnTo>
                <a:lnTo>
                  <a:pt x="492" y="253"/>
                </a:lnTo>
                <a:lnTo>
                  <a:pt x="492" y="254"/>
                </a:lnTo>
                <a:lnTo>
                  <a:pt x="491" y="254"/>
                </a:lnTo>
                <a:lnTo>
                  <a:pt x="490" y="254"/>
                </a:lnTo>
                <a:lnTo>
                  <a:pt x="490" y="255"/>
                </a:lnTo>
                <a:lnTo>
                  <a:pt x="489" y="254"/>
                </a:lnTo>
                <a:lnTo>
                  <a:pt x="488" y="254"/>
                </a:lnTo>
                <a:lnTo>
                  <a:pt x="487" y="254"/>
                </a:lnTo>
                <a:lnTo>
                  <a:pt x="487" y="253"/>
                </a:lnTo>
                <a:lnTo>
                  <a:pt x="486" y="254"/>
                </a:lnTo>
                <a:lnTo>
                  <a:pt x="486" y="255"/>
                </a:lnTo>
                <a:lnTo>
                  <a:pt x="485" y="255"/>
                </a:lnTo>
                <a:lnTo>
                  <a:pt x="484" y="256"/>
                </a:lnTo>
                <a:lnTo>
                  <a:pt x="484" y="257"/>
                </a:lnTo>
                <a:lnTo>
                  <a:pt x="483" y="257"/>
                </a:lnTo>
                <a:lnTo>
                  <a:pt x="483" y="258"/>
                </a:lnTo>
                <a:lnTo>
                  <a:pt x="482" y="258"/>
                </a:lnTo>
                <a:lnTo>
                  <a:pt x="481" y="258"/>
                </a:lnTo>
                <a:lnTo>
                  <a:pt x="480" y="259"/>
                </a:lnTo>
                <a:lnTo>
                  <a:pt x="479" y="260"/>
                </a:lnTo>
                <a:lnTo>
                  <a:pt x="479" y="259"/>
                </a:lnTo>
                <a:lnTo>
                  <a:pt x="478" y="258"/>
                </a:lnTo>
                <a:lnTo>
                  <a:pt x="478" y="259"/>
                </a:lnTo>
                <a:lnTo>
                  <a:pt x="477" y="260"/>
                </a:lnTo>
                <a:lnTo>
                  <a:pt x="477" y="261"/>
                </a:lnTo>
                <a:lnTo>
                  <a:pt x="476" y="261"/>
                </a:lnTo>
                <a:lnTo>
                  <a:pt x="475" y="262"/>
                </a:lnTo>
                <a:lnTo>
                  <a:pt x="474" y="262"/>
                </a:lnTo>
                <a:lnTo>
                  <a:pt x="473" y="262"/>
                </a:lnTo>
                <a:lnTo>
                  <a:pt x="473" y="263"/>
                </a:lnTo>
                <a:lnTo>
                  <a:pt x="473" y="264"/>
                </a:lnTo>
                <a:lnTo>
                  <a:pt x="472" y="264"/>
                </a:lnTo>
                <a:lnTo>
                  <a:pt x="472" y="265"/>
                </a:lnTo>
                <a:lnTo>
                  <a:pt x="472" y="266"/>
                </a:lnTo>
                <a:lnTo>
                  <a:pt x="471" y="265"/>
                </a:lnTo>
                <a:lnTo>
                  <a:pt x="471" y="266"/>
                </a:lnTo>
                <a:lnTo>
                  <a:pt x="471" y="267"/>
                </a:lnTo>
                <a:lnTo>
                  <a:pt x="472" y="268"/>
                </a:lnTo>
                <a:lnTo>
                  <a:pt x="471" y="269"/>
                </a:lnTo>
                <a:lnTo>
                  <a:pt x="471" y="270"/>
                </a:lnTo>
                <a:lnTo>
                  <a:pt x="471" y="271"/>
                </a:lnTo>
                <a:lnTo>
                  <a:pt x="472" y="271"/>
                </a:lnTo>
                <a:lnTo>
                  <a:pt x="471" y="272"/>
                </a:lnTo>
                <a:lnTo>
                  <a:pt x="471" y="273"/>
                </a:lnTo>
                <a:lnTo>
                  <a:pt x="471" y="274"/>
                </a:lnTo>
                <a:lnTo>
                  <a:pt x="470" y="274"/>
                </a:lnTo>
                <a:lnTo>
                  <a:pt x="469" y="275"/>
                </a:lnTo>
                <a:lnTo>
                  <a:pt x="469" y="276"/>
                </a:lnTo>
                <a:lnTo>
                  <a:pt x="469" y="277"/>
                </a:lnTo>
                <a:lnTo>
                  <a:pt x="468" y="277"/>
                </a:lnTo>
                <a:lnTo>
                  <a:pt x="468" y="278"/>
                </a:lnTo>
                <a:lnTo>
                  <a:pt x="467" y="278"/>
                </a:lnTo>
                <a:lnTo>
                  <a:pt x="467" y="279"/>
                </a:lnTo>
                <a:lnTo>
                  <a:pt x="466" y="279"/>
                </a:lnTo>
                <a:lnTo>
                  <a:pt x="466" y="278"/>
                </a:lnTo>
                <a:lnTo>
                  <a:pt x="465" y="278"/>
                </a:lnTo>
                <a:lnTo>
                  <a:pt x="464" y="277"/>
                </a:lnTo>
                <a:lnTo>
                  <a:pt x="463" y="276"/>
                </a:lnTo>
                <a:lnTo>
                  <a:pt x="463" y="275"/>
                </a:lnTo>
                <a:lnTo>
                  <a:pt x="462" y="276"/>
                </a:lnTo>
                <a:lnTo>
                  <a:pt x="461" y="276"/>
                </a:lnTo>
                <a:lnTo>
                  <a:pt x="460" y="277"/>
                </a:lnTo>
                <a:lnTo>
                  <a:pt x="460" y="276"/>
                </a:lnTo>
                <a:lnTo>
                  <a:pt x="459" y="276"/>
                </a:lnTo>
                <a:lnTo>
                  <a:pt x="459" y="275"/>
                </a:lnTo>
                <a:lnTo>
                  <a:pt x="458" y="275"/>
                </a:lnTo>
                <a:lnTo>
                  <a:pt x="458" y="274"/>
                </a:lnTo>
                <a:lnTo>
                  <a:pt x="457" y="274"/>
                </a:lnTo>
                <a:lnTo>
                  <a:pt x="456" y="273"/>
                </a:lnTo>
                <a:lnTo>
                  <a:pt x="455" y="273"/>
                </a:lnTo>
                <a:lnTo>
                  <a:pt x="454" y="273"/>
                </a:lnTo>
                <a:lnTo>
                  <a:pt x="453" y="273"/>
                </a:lnTo>
                <a:lnTo>
                  <a:pt x="453" y="272"/>
                </a:lnTo>
                <a:lnTo>
                  <a:pt x="452" y="273"/>
                </a:lnTo>
                <a:lnTo>
                  <a:pt x="451" y="273"/>
                </a:lnTo>
                <a:lnTo>
                  <a:pt x="451" y="272"/>
                </a:lnTo>
                <a:lnTo>
                  <a:pt x="450" y="272"/>
                </a:lnTo>
                <a:lnTo>
                  <a:pt x="450" y="271"/>
                </a:lnTo>
                <a:lnTo>
                  <a:pt x="451" y="271"/>
                </a:lnTo>
                <a:lnTo>
                  <a:pt x="451" y="270"/>
                </a:lnTo>
                <a:lnTo>
                  <a:pt x="450" y="269"/>
                </a:lnTo>
                <a:lnTo>
                  <a:pt x="449" y="269"/>
                </a:lnTo>
                <a:lnTo>
                  <a:pt x="449" y="268"/>
                </a:lnTo>
                <a:lnTo>
                  <a:pt x="448" y="268"/>
                </a:lnTo>
                <a:lnTo>
                  <a:pt x="448" y="267"/>
                </a:lnTo>
                <a:lnTo>
                  <a:pt x="448" y="266"/>
                </a:lnTo>
                <a:lnTo>
                  <a:pt x="448" y="265"/>
                </a:lnTo>
                <a:lnTo>
                  <a:pt x="448" y="264"/>
                </a:lnTo>
                <a:lnTo>
                  <a:pt x="448" y="263"/>
                </a:lnTo>
                <a:lnTo>
                  <a:pt x="447" y="262"/>
                </a:lnTo>
                <a:lnTo>
                  <a:pt x="446" y="263"/>
                </a:lnTo>
                <a:lnTo>
                  <a:pt x="446" y="264"/>
                </a:lnTo>
                <a:lnTo>
                  <a:pt x="445" y="264"/>
                </a:lnTo>
                <a:lnTo>
                  <a:pt x="445" y="263"/>
                </a:lnTo>
                <a:lnTo>
                  <a:pt x="445" y="262"/>
                </a:lnTo>
                <a:lnTo>
                  <a:pt x="445" y="261"/>
                </a:lnTo>
                <a:lnTo>
                  <a:pt x="444" y="261"/>
                </a:lnTo>
                <a:lnTo>
                  <a:pt x="444" y="260"/>
                </a:lnTo>
                <a:lnTo>
                  <a:pt x="443" y="260"/>
                </a:lnTo>
                <a:lnTo>
                  <a:pt x="442" y="260"/>
                </a:lnTo>
                <a:lnTo>
                  <a:pt x="441" y="260"/>
                </a:lnTo>
                <a:lnTo>
                  <a:pt x="441" y="259"/>
                </a:lnTo>
                <a:lnTo>
                  <a:pt x="441" y="258"/>
                </a:lnTo>
                <a:lnTo>
                  <a:pt x="440" y="258"/>
                </a:lnTo>
                <a:lnTo>
                  <a:pt x="439" y="259"/>
                </a:lnTo>
                <a:lnTo>
                  <a:pt x="439" y="260"/>
                </a:lnTo>
                <a:lnTo>
                  <a:pt x="439" y="261"/>
                </a:lnTo>
                <a:lnTo>
                  <a:pt x="438" y="262"/>
                </a:lnTo>
                <a:lnTo>
                  <a:pt x="439" y="262"/>
                </a:lnTo>
                <a:lnTo>
                  <a:pt x="438" y="262"/>
                </a:lnTo>
                <a:lnTo>
                  <a:pt x="437" y="263"/>
                </a:lnTo>
                <a:lnTo>
                  <a:pt x="436" y="265"/>
                </a:lnTo>
                <a:lnTo>
                  <a:pt x="436" y="266"/>
                </a:lnTo>
                <a:lnTo>
                  <a:pt x="435" y="266"/>
                </a:lnTo>
                <a:lnTo>
                  <a:pt x="434" y="266"/>
                </a:lnTo>
                <a:lnTo>
                  <a:pt x="434" y="265"/>
                </a:lnTo>
                <a:lnTo>
                  <a:pt x="433" y="265"/>
                </a:lnTo>
                <a:lnTo>
                  <a:pt x="433" y="266"/>
                </a:lnTo>
                <a:lnTo>
                  <a:pt x="432" y="266"/>
                </a:lnTo>
                <a:lnTo>
                  <a:pt x="432" y="267"/>
                </a:lnTo>
                <a:lnTo>
                  <a:pt x="431" y="268"/>
                </a:lnTo>
                <a:lnTo>
                  <a:pt x="431" y="269"/>
                </a:lnTo>
                <a:lnTo>
                  <a:pt x="430" y="269"/>
                </a:lnTo>
                <a:lnTo>
                  <a:pt x="430" y="270"/>
                </a:lnTo>
                <a:lnTo>
                  <a:pt x="429" y="271"/>
                </a:lnTo>
                <a:lnTo>
                  <a:pt x="428" y="272"/>
                </a:lnTo>
                <a:lnTo>
                  <a:pt x="427" y="272"/>
                </a:lnTo>
                <a:lnTo>
                  <a:pt x="426" y="273"/>
                </a:lnTo>
                <a:lnTo>
                  <a:pt x="425" y="273"/>
                </a:lnTo>
                <a:lnTo>
                  <a:pt x="424" y="273"/>
                </a:lnTo>
                <a:lnTo>
                  <a:pt x="424" y="274"/>
                </a:lnTo>
                <a:lnTo>
                  <a:pt x="423" y="274"/>
                </a:lnTo>
                <a:lnTo>
                  <a:pt x="423" y="275"/>
                </a:lnTo>
                <a:lnTo>
                  <a:pt x="423" y="276"/>
                </a:lnTo>
                <a:lnTo>
                  <a:pt x="423" y="277"/>
                </a:lnTo>
                <a:lnTo>
                  <a:pt x="422" y="277"/>
                </a:lnTo>
                <a:lnTo>
                  <a:pt x="421" y="277"/>
                </a:lnTo>
                <a:lnTo>
                  <a:pt x="420" y="277"/>
                </a:lnTo>
                <a:lnTo>
                  <a:pt x="421" y="276"/>
                </a:lnTo>
                <a:lnTo>
                  <a:pt x="421" y="275"/>
                </a:lnTo>
                <a:lnTo>
                  <a:pt x="421" y="274"/>
                </a:lnTo>
                <a:lnTo>
                  <a:pt x="420" y="273"/>
                </a:lnTo>
                <a:lnTo>
                  <a:pt x="419" y="273"/>
                </a:lnTo>
                <a:lnTo>
                  <a:pt x="418" y="273"/>
                </a:lnTo>
                <a:lnTo>
                  <a:pt x="418" y="274"/>
                </a:lnTo>
                <a:lnTo>
                  <a:pt x="418" y="275"/>
                </a:lnTo>
                <a:lnTo>
                  <a:pt x="417" y="276"/>
                </a:lnTo>
                <a:lnTo>
                  <a:pt x="416" y="276"/>
                </a:lnTo>
                <a:lnTo>
                  <a:pt x="414" y="276"/>
                </a:lnTo>
                <a:lnTo>
                  <a:pt x="414" y="277"/>
                </a:lnTo>
                <a:lnTo>
                  <a:pt x="415" y="277"/>
                </a:lnTo>
                <a:lnTo>
                  <a:pt x="414" y="278"/>
                </a:lnTo>
                <a:lnTo>
                  <a:pt x="415" y="278"/>
                </a:lnTo>
                <a:lnTo>
                  <a:pt x="414" y="279"/>
                </a:lnTo>
                <a:lnTo>
                  <a:pt x="415" y="280"/>
                </a:lnTo>
                <a:lnTo>
                  <a:pt x="416" y="280"/>
                </a:lnTo>
                <a:lnTo>
                  <a:pt x="416" y="279"/>
                </a:lnTo>
                <a:lnTo>
                  <a:pt x="417" y="280"/>
                </a:lnTo>
                <a:lnTo>
                  <a:pt x="418" y="280"/>
                </a:lnTo>
                <a:lnTo>
                  <a:pt x="418" y="281"/>
                </a:lnTo>
                <a:lnTo>
                  <a:pt x="418" y="282"/>
                </a:lnTo>
                <a:lnTo>
                  <a:pt x="418" y="283"/>
                </a:lnTo>
                <a:lnTo>
                  <a:pt x="418" y="284"/>
                </a:lnTo>
                <a:lnTo>
                  <a:pt x="418" y="285"/>
                </a:lnTo>
                <a:lnTo>
                  <a:pt x="418" y="286"/>
                </a:lnTo>
                <a:lnTo>
                  <a:pt x="418" y="287"/>
                </a:lnTo>
                <a:lnTo>
                  <a:pt x="419" y="287"/>
                </a:lnTo>
                <a:lnTo>
                  <a:pt x="419" y="288"/>
                </a:lnTo>
                <a:lnTo>
                  <a:pt x="418" y="289"/>
                </a:lnTo>
                <a:lnTo>
                  <a:pt x="418" y="290"/>
                </a:lnTo>
                <a:lnTo>
                  <a:pt x="417" y="290"/>
                </a:lnTo>
                <a:lnTo>
                  <a:pt x="416" y="290"/>
                </a:lnTo>
                <a:lnTo>
                  <a:pt x="416" y="289"/>
                </a:lnTo>
                <a:lnTo>
                  <a:pt x="416" y="290"/>
                </a:lnTo>
                <a:lnTo>
                  <a:pt x="416" y="291"/>
                </a:lnTo>
                <a:lnTo>
                  <a:pt x="416" y="292"/>
                </a:lnTo>
                <a:lnTo>
                  <a:pt x="416" y="293"/>
                </a:lnTo>
                <a:lnTo>
                  <a:pt x="415" y="293"/>
                </a:lnTo>
                <a:lnTo>
                  <a:pt x="415" y="294"/>
                </a:lnTo>
                <a:lnTo>
                  <a:pt x="415" y="295"/>
                </a:lnTo>
                <a:lnTo>
                  <a:pt x="414" y="295"/>
                </a:lnTo>
                <a:lnTo>
                  <a:pt x="413" y="295"/>
                </a:lnTo>
                <a:lnTo>
                  <a:pt x="413" y="296"/>
                </a:lnTo>
                <a:lnTo>
                  <a:pt x="413" y="297"/>
                </a:lnTo>
                <a:lnTo>
                  <a:pt x="412" y="296"/>
                </a:lnTo>
                <a:lnTo>
                  <a:pt x="411" y="296"/>
                </a:lnTo>
                <a:lnTo>
                  <a:pt x="410" y="296"/>
                </a:lnTo>
                <a:lnTo>
                  <a:pt x="410" y="297"/>
                </a:lnTo>
                <a:lnTo>
                  <a:pt x="409" y="297"/>
                </a:lnTo>
                <a:lnTo>
                  <a:pt x="408" y="298"/>
                </a:lnTo>
                <a:lnTo>
                  <a:pt x="409" y="299"/>
                </a:lnTo>
                <a:lnTo>
                  <a:pt x="409" y="300"/>
                </a:lnTo>
                <a:lnTo>
                  <a:pt x="409" y="301"/>
                </a:lnTo>
                <a:lnTo>
                  <a:pt x="408" y="301"/>
                </a:lnTo>
                <a:lnTo>
                  <a:pt x="407" y="302"/>
                </a:lnTo>
                <a:lnTo>
                  <a:pt x="406" y="302"/>
                </a:lnTo>
                <a:lnTo>
                  <a:pt x="406" y="303"/>
                </a:lnTo>
                <a:lnTo>
                  <a:pt x="406" y="302"/>
                </a:lnTo>
                <a:lnTo>
                  <a:pt x="405" y="302"/>
                </a:lnTo>
                <a:lnTo>
                  <a:pt x="404" y="302"/>
                </a:lnTo>
                <a:lnTo>
                  <a:pt x="403" y="302"/>
                </a:lnTo>
                <a:lnTo>
                  <a:pt x="402" y="302"/>
                </a:lnTo>
                <a:lnTo>
                  <a:pt x="402" y="301"/>
                </a:lnTo>
                <a:lnTo>
                  <a:pt x="401" y="302"/>
                </a:lnTo>
                <a:lnTo>
                  <a:pt x="400" y="302"/>
                </a:lnTo>
                <a:lnTo>
                  <a:pt x="400" y="301"/>
                </a:lnTo>
                <a:lnTo>
                  <a:pt x="399" y="301"/>
                </a:lnTo>
                <a:lnTo>
                  <a:pt x="399" y="302"/>
                </a:lnTo>
                <a:lnTo>
                  <a:pt x="398" y="302"/>
                </a:lnTo>
                <a:lnTo>
                  <a:pt x="398" y="303"/>
                </a:lnTo>
                <a:lnTo>
                  <a:pt x="397" y="304"/>
                </a:lnTo>
                <a:lnTo>
                  <a:pt x="397" y="305"/>
                </a:lnTo>
                <a:lnTo>
                  <a:pt x="398" y="305"/>
                </a:lnTo>
                <a:lnTo>
                  <a:pt x="398" y="306"/>
                </a:lnTo>
                <a:lnTo>
                  <a:pt x="399" y="307"/>
                </a:lnTo>
                <a:lnTo>
                  <a:pt x="399" y="308"/>
                </a:lnTo>
                <a:lnTo>
                  <a:pt x="398" y="309"/>
                </a:lnTo>
                <a:lnTo>
                  <a:pt x="399" y="309"/>
                </a:lnTo>
                <a:lnTo>
                  <a:pt x="399" y="310"/>
                </a:lnTo>
                <a:lnTo>
                  <a:pt x="398" y="310"/>
                </a:lnTo>
                <a:lnTo>
                  <a:pt x="397" y="310"/>
                </a:lnTo>
                <a:lnTo>
                  <a:pt x="396" y="309"/>
                </a:lnTo>
                <a:lnTo>
                  <a:pt x="395" y="308"/>
                </a:lnTo>
                <a:lnTo>
                  <a:pt x="395" y="307"/>
                </a:lnTo>
                <a:lnTo>
                  <a:pt x="394" y="307"/>
                </a:lnTo>
                <a:lnTo>
                  <a:pt x="394" y="306"/>
                </a:lnTo>
                <a:lnTo>
                  <a:pt x="393" y="306"/>
                </a:lnTo>
                <a:lnTo>
                  <a:pt x="392" y="305"/>
                </a:lnTo>
                <a:lnTo>
                  <a:pt x="391" y="306"/>
                </a:lnTo>
                <a:lnTo>
                  <a:pt x="390" y="306"/>
                </a:lnTo>
                <a:lnTo>
                  <a:pt x="390" y="307"/>
                </a:lnTo>
                <a:lnTo>
                  <a:pt x="389" y="307"/>
                </a:lnTo>
                <a:lnTo>
                  <a:pt x="389" y="308"/>
                </a:lnTo>
                <a:lnTo>
                  <a:pt x="389" y="309"/>
                </a:lnTo>
                <a:lnTo>
                  <a:pt x="389" y="310"/>
                </a:lnTo>
                <a:lnTo>
                  <a:pt x="388" y="311"/>
                </a:lnTo>
                <a:lnTo>
                  <a:pt x="388" y="310"/>
                </a:lnTo>
                <a:lnTo>
                  <a:pt x="387" y="311"/>
                </a:lnTo>
                <a:lnTo>
                  <a:pt x="388" y="312"/>
                </a:lnTo>
                <a:lnTo>
                  <a:pt x="388" y="313"/>
                </a:lnTo>
                <a:lnTo>
                  <a:pt x="389" y="313"/>
                </a:lnTo>
                <a:lnTo>
                  <a:pt x="389" y="314"/>
                </a:lnTo>
                <a:lnTo>
                  <a:pt x="390" y="315"/>
                </a:lnTo>
                <a:lnTo>
                  <a:pt x="390" y="316"/>
                </a:lnTo>
                <a:lnTo>
                  <a:pt x="390" y="317"/>
                </a:lnTo>
                <a:lnTo>
                  <a:pt x="390" y="318"/>
                </a:lnTo>
                <a:lnTo>
                  <a:pt x="390" y="319"/>
                </a:lnTo>
                <a:lnTo>
                  <a:pt x="390" y="320"/>
                </a:lnTo>
                <a:lnTo>
                  <a:pt x="391" y="320"/>
                </a:lnTo>
                <a:lnTo>
                  <a:pt x="391" y="321"/>
                </a:lnTo>
                <a:lnTo>
                  <a:pt x="392" y="321"/>
                </a:lnTo>
                <a:lnTo>
                  <a:pt x="393" y="321"/>
                </a:lnTo>
                <a:lnTo>
                  <a:pt x="394" y="320"/>
                </a:lnTo>
                <a:lnTo>
                  <a:pt x="394" y="321"/>
                </a:lnTo>
                <a:lnTo>
                  <a:pt x="395" y="321"/>
                </a:lnTo>
                <a:lnTo>
                  <a:pt x="395" y="320"/>
                </a:lnTo>
                <a:lnTo>
                  <a:pt x="396" y="319"/>
                </a:lnTo>
                <a:lnTo>
                  <a:pt x="397" y="318"/>
                </a:lnTo>
                <a:lnTo>
                  <a:pt x="398" y="319"/>
                </a:lnTo>
                <a:lnTo>
                  <a:pt x="398" y="320"/>
                </a:lnTo>
                <a:lnTo>
                  <a:pt x="399" y="321"/>
                </a:lnTo>
                <a:lnTo>
                  <a:pt x="400" y="321"/>
                </a:lnTo>
                <a:lnTo>
                  <a:pt x="400" y="322"/>
                </a:lnTo>
                <a:lnTo>
                  <a:pt x="400" y="324"/>
                </a:lnTo>
                <a:lnTo>
                  <a:pt x="400" y="325"/>
                </a:lnTo>
                <a:lnTo>
                  <a:pt x="401" y="325"/>
                </a:lnTo>
                <a:lnTo>
                  <a:pt x="402" y="327"/>
                </a:lnTo>
                <a:lnTo>
                  <a:pt x="401" y="327"/>
                </a:lnTo>
                <a:lnTo>
                  <a:pt x="401" y="328"/>
                </a:lnTo>
                <a:lnTo>
                  <a:pt x="401" y="329"/>
                </a:lnTo>
                <a:lnTo>
                  <a:pt x="402" y="329"/>
                </a:lnTo>
                <a:lnTo>
                  <a:pt x="402" y="330"/>
                </a:lnTo>
                <a:lnTo>
                  <a:pt x="401" y="330"/>
                </a:lnTo>
                <a:lnTo>
                  <a:pt x="402" y="331"/>
                </a:lnTo>
                <a:lnTo>
                  <a:pt x="402" y="332"/>
                </a:lnTo>
                <a:lnTo>
                  <a:pt x="403" y="332"/>
                </a:lnTo>
                <a:lnTo>
                  <a:pt x="404" y="332"/>
                </a:lnTo>
                <a:lnTo>
                  <a:pt x="404" y="333"/>
                </a:lnTo>
                <a:lnTo>
                  <a:pt x="404" y="334"/>
                </a:lnTo>
                <a:lnTo>
                  <a:pt x="404" y="335"/>
                </a:lnTo>
                <a:lnTo>
                  <a:pt x="405" y="335"/>
                </a:lnTo>
                <a:lnTo>
                  <a:pt x="405" y="336"/>
                </a:lnTo>
                <a:lnTo>
                  <a:pt x="405" y="337"/>
                </a:lnTo>
                <a:lnTo>
                  <a:pt x="405" y="338"/>
                </a:lnTo>
                <a:lnTo>
                  <a:pt x="404" y="338"/>
                </a:lnTo>
                <a:lnTo>
                  <a:pt x="404" y="339"/>
                </a:lnTo>
                <a:lnTo>
                  <a:pt x="403" y="339"/>
                </a:lnTo>
                <a:lnTo>
                  <a:pt x="403" y="340"/>
                </a:lnTo>
                <a:lnTo>
                  <a:pt x="402" y="340"/>
                </a:lnTo>
                <a:lnTo>
                  <a:pt x="402" y="341"/>
                </a:lnTo>
                <a:lnTo>
                  <a:pt x="402" y="342"/>
                </a:lnTo>
                <a:lnTo>
                  <a:pt x="402" y="343"/>
                </a:lnTo>
                <a:lnTo>
                  <a:pt x="403" y="343"/>
                </a:lnTo>
                <a:lnTo>
                  <a:pt x="402" y="344"/>
                </a:lnTo>
                <a:lnTo>
                  <a:pt x="402" y="345"/>
                </a:lnTo>
                <a:lnTo>
                  <a:pt x="403" y="345"/>
                </a:lnTo>
                <a:lnTo>
                  <a:pt x="403" y="346"/>
                </a:lnTo>
                <a:lnTo>
                  <a:pt x="402" y="347"/>
                </a:lnTo>
                <a:lnTo>
                  <a:pt x="403" y="348"/>
                </a:lnTo>
                <a:lnTo>
                  <a:pt x="404" y="348"/>
                </a:lnTo>
                <a:lnTo>
                  <a:pt x="404" y="349"/>
                </a:lnTo>
                <a:lnTo>
                  <a:pt x="404" y="348"/>
                </a:lnTo>
                <a:lnTo>
                  <a:pt x="405" y="348"/>
                </a:lnTo>
                <a:lnTo>
                  <a:pt x="406" y="349"/>
                </a:lnTo>
                <a:lnTo>
                  <a:pt x="407" y="349"/>
                </a:lnTo>
                <a:lnTo>
                  <a:pt x="407" y="348"/>
                </a:lnTo>
                <a:lnTo>
                  <a:pt x="408" y="349"/>
                </a:lnTo>
                <a:lnTo>
                  <a:pt x="408" y="350"/>
                </a:lnTo>
                <a:lnTo>
                  <a:pt x="407" y="350"/>
                </a:lnTo>
                <a:lnTo>
                  <a:pt x="407" y="351"/>
                </a:lnTo>
                <a:lnTo>
                  <a:pt x="409" y="351"/>
                </a:lnTo>
                <a:lnTo>
                  <a:pt x="410" y="351"/>
                </a:lnTo>
                <a:lnTo>
                  <a:pt x="410" y="352"/>
                </a:lnTo>
                <a:lnTo>
                  <a:pt x="411" y="352"/>
                </a:lnTo>
                <a:lnTo>
                  <a:pt x="412" y="352"/>
                </a:lnTo>
                <a:lnTo>
                  <a:pt x="411" y="353"/>
                </a:lnTo>
                <a:lnTo>
                  <a:pt x="411" y="355"/>
                </a:lnTo>
                <a:lnTo>
                  <a:pt x="411" y="356"/>
                </a:lnTo>
                <a:lnTo>
                  <a:pt x="410" y="355"/>
                </a:lnTo>
                <a:lnTo>
                  <a:pt x="410" y="356"/>
                </a:lnTo>
                <a:lnTo>
                  <a:pt x="410" y="357"/>
                </a:lnTo>
                <a:lnTo>
                  <a:pt x="410" y="358"/>
                </a:lnTo>
                <a:lnTo>
                  <a:pt x="409" y="358"/>
                </a:lnTo>
                <a:lnTo>
                  <a:pt x="410" y="359"/>
                </a:lnTo>
                <a:lnTo>
                  <a:pt x="409" y="359"/>
                </a:lnTo>
                <a:lnTo>
                  <a:pt x="409" y="360"/>
                </a:lnTo>
                <a:lnTo>
                  <a:pt x="408" y="361"/>
                </a:lnTo>
                <a:lnTo>
                  <a:pt x="407" y="362"/>
                </a:lnTo>
                <a:lnTo>
                  <a:pt x="407" y="363"/>
                </a:lnTo>
                <a:lnTo>
                  <a:pt x="406" y="363"/>
                </a:lnTo>
                <a:lnTo>
                  <a:pt x="406" y="364"/>
                </a:lnTo>
                <a:lnTo>
                  <a:pt x="405" y="364"/>
                </a:lnTo>
                <a:lnTo>
                  <a:pt x="404" y="364"/>
                </a:lnTo>
                <a:lnTo>
                  <a:pt x="404" y="365"/>
                </a:lnTo>
                <a:lnTo>
                  <a:pt x="403" y="366"/>
                </a:lnTo>
                <a:lnTo>
                  <a:pt x="403" y="367"/>
                </a:lnTo>
                <a:lnTo>
                  <a:pt x="403" y="368"/>
                </a:lnTo>
                <a:lnTo>
                  <a:pt x="402" y="368"/>
                </a:lnTo>
                <a:lnTo>
                  <a:pt x="401" y="369"/>
                </a:lnTo>
                <a:lnTo>
                  <a:pt x="401" y="370"/>
                </a:lnTo>
                <a:lnTo>
                  <a:pt x="400" y="371"/>
                </a:lnTo>
                <a:lnTo>
                  <a:pt x="400" y="372"/>
                </a:lnTo>
                <a:lnTo>
                  <a:pt x="399" y="372"/>
                </a:lnTo>
                <a:lnTo>
                  <a:pt x="399" y="373"/>
                </a:lnTo>
                <a:lnTo>
                  <a:pt x="399" y="374"/>
                </a:lnTo>
                <a:lnTo>
                  <a:pt x="400" y="375"/>
                </a:lnTo>
                <a:lnTo>
                  <a:pt x="400" y="376"/>
                </a:lnTo>
                <a:lnTo>
                  <a:pt x="400" y="377"/>
                </a:lnTo>
                <a:lnTo>
                  <a:pt x="401" y="378"/>
                </a:lnTo>
                <a:lnTo>
                  <a:pt x="400" y="379"/>
                </a:lnTo>
                <a:lnTo>
                  <a:pt x="399" y="380"/>
                </a:lnTo>
                <a:lnTo>
                  <a:pt x="398" y="381"/>
                </a:lnTo>
                <a:lnTo>
                  <a:pt x="398" y="380"/>
                </a:lnTo>
                <a:lnTo>
                  <a:pt x="397" y="380"/>
                </a:lnTo>
                <a:lnTo>
                  <a:pt x="397" y="381"/>
                </a:lnTo>
                <a:lnTo>
                  <a:pt x="396" y="381"/>
                </a:lnTo>
                <a:lnTo>
                  <a:pt x="395" y="381"/>
                </a:lnTo>
                <a:lnTo>
                  <a:pt x="395" y="382"/>
                </a:lnTo>
                <a:lnTo>
                  <a:pt x="395" y="383"/>
                </a:lnTo>
                <a:lnTo>
                  <a:pt x="394" y="383"/>
                </a:lnTo>
                <a:lnTo>
                  <a:pt x="394" y="384"/>
                </a:lnTo>
                <a:lnTo>
                  <a:pt x="393" y="384"/>
                </a:lnTo>
                <a:lnTo>
                  <a:pt x="393" y="385"/>
                </a:lnTo>
                <a:lnTo>
                  <a:pt x="392" y="385"/>
                </a:lnTo>
                <a:lnTo>
                  <a:pt x="391" y="385"/>
                </a:lnTo>
                <a:lnTo>
                  <a:pt x="391" y="386"/>
                </a:lnTo>
                <a:lnTo>
                  <a:pt x="391" y="387"/>
                </a:lnTo>
                <a:lnTo>
                  <a:pt x="391" y="388"/>
                </a:lnTo>
                <a:lnTo>
                  <a:pt x="390" y="388"/>
                </a:lnTo>
                <a:lnTo>
                  <a:pt x="390" y="389"/>
                </a:lnTo>
                <a:lnTo>
                  <a:pt x="389" y="390"/>
                </a:lnTo>
                <a:lnTo>
                  <a:pt x="388" y="390"/>
                </a:lnTo>
                <a:lnTo>
                  <a:pt x="387" y="390"/>
                </a:lnTo>
                <a:lnTo>
                  <a:pt x="387" y="389"/>
                </a:lnTo>
                <a:lnTo>
                  <a:pt x="387" y="388"/>
                </a:lnTo>
                <a:lnTo>
                  <a:pt x="386" y="389"/>
                </a:lnTo>
                <a:lnTo>
                  <a:pt x="385" y="389"/>
                </a:lnTo>
                <a:lnTo>
                  <a:pt x="385" y="388"/>
                </a:lnTo>
                <a:lnTo>
                  <a:pt x="384" y="388"/>
                </a:lnTo>
                <a:lnTo>
                  <a:pt x="384" y="389"/>
                </a:lnTo>
                <a:lnTo>
                  <a:pt x="383" y="390"/>
                </a:lnTo>
                <a:lnTo>
                  <a:pt x="382" y="391"/>
                </a:lnTo>
                <a:lnTo>
                  <a:pt x="381" y="391"/>
                </a:lnTo>
                <a:lnTo>
                  <a:pt x="381" y="392"/>
                </a:lnTo>
                <a:lnTo>
                  <a:pt x="381" y="393"/>
                </a:lnTo>
                <a:lnTo>
                  <a:pt x="380" y="393"/>
                </a:lnTo>
                <a:lnTo>
                  <a:pt x="379" y="393"/>
                </a:lnTo>
                <a:lnTo>
                  <a:pt x="378" y="393"/>
                </a:lnTo>
                <a:lnTo>
                  <a:pt x="378" y="392"/>
                </a:lnTo>
                <a:lnTo>
                  <a:pt x="377" y="392"/>
                </a:lnTo>
                <a:lnTo>
                  <a:pt x="376" y="391"/>
                </a:lnTo>
                <a:lnTo>
                  <a:pt x="376" y="392"/>
                </a:lnTo>
                <a:lnTo>
                  <a:pt x="376" y="393"/>
                </a:lnTo>
                <a:lnTo>
                  <a:pt x="375" y="393"/>
                </a:lnTo>
                <a:lnTo>
                  <a:pt x="374" y="393"/>
                </a:lnTo>
                <a:lnTo>
                  <a:pt x="373" y="393"/>
                </a:lnTo>
                <a:lnTo>
                  <a:pt x="373" y="394"/>
                </a:lnTo>
                <a:lnTo>
                  <a:pt x="372" y="395"/>
                </a:lnTo>
                <a:lnTo>
                  <a:pt x="371" y="395"/>
                </a:lnTo>
                <a:lnTo>
                  <a:pt x="370" y="395"/>
                </a:lnTo>
                <a:lnTo>
                  <a:pt x="370" y="396"/>
                </a:lnTo>
                <a:lnTo>
                  <a:pt x="370" y="397"/>
                </a:lnTo>
                <a:lnTo>
                  <a:pt x="370" y="398"/>
                </a:lnTo>
                <a:lnTo>
                  <a:pt x="369" y="398"/>
                </a:lnTo>
                <a:lnTo>
                  <a:pt x="368" y="397"/>
                </a:lnTo>
                <a:lnTo>
                  <a:pt x="368" y="396"/>
                </a:lnTo>
                <a:lnTo>
                  <a:pt x="367" y="396"/>
                </a:lnTo>
                <a:lnTo>
                  <a:pt x="366" y="396"/>
                </a:lnTo>
                <a:lnTo>
                  <a:pt x="365" y="397"/>
                </a:lnTo>
                <a:lnTo>
                  <a:pt x="364" y="397"/>
                </a:lnTo>
                <a:lnTo>
                  <a:pt x="363" y="397"/>
                </a:lnTo>
                <a:lnTo>
                  <a:pt x="362" y="398"/>
                </a:lnTo>
                <a:lnTo>
                  <a:pt x="361" y="399"/>
                </a:lnTo>
                <a:lnTo>
                  <a:pt x="360" y="399"/>
                </a:lnTo>
                <a:lnTo>
                  <a:pt x="361" y="400"/>
                </a:lnTo>
                <a:lnTo>
                  <a:pt x="360" y="400"/>
                </a:lnTo>
                <a:lnTo>
                  <a:pt x="360" y="401"/>
                </a:lnTo>
                <a:lnTo>
                  <a:pt x="359" y="401"/>
                </a:lnTo>
                <a:lnTo>
                  <a:pt x="358" y="401"/>
                </a:lnTo>
                <a:lnTo>
                  <a:pt x="358" y="402"/>
                </a:lnTo>
                <a:lnTo>
                  <a:pt x="358" y="403"/>
                </a:lnTo>
                <a:lnTo>
                  <a:pt x="358" y="404"/>
                </a:lnTo>
                <a:lnTo>
                  <a:pt x="357" y="404"/>
                </a:lnTo>
                <a:lnTo>
                  <a:pt x="357" y="405"/>
                </a:lnTo>
                <a:lnTo>
                  <a:pt x="356" y="406"/>
                </a:lnTo>
                <a:lnTo>
                  <a:pt x="355" y="406"/>
                </a:lnTo>
                <a:lnTo>
                  <a:pt x="355" y="407"/>
                </a:lnTo>
                <a:lnTo>
                  <a:pt x="355" y="408"/>
                </a:lnTo>
                <a:lnTo>
                  <a:pt x="354" y="409"/>
                </a:lnTo>
                <a:lnTo>
                  <a:pt x="354" y="410"/>
                </a:lnTo>
                <a:lnTo>
                  <a:pt x="353" y="411"/>
                </a:lnTo>
                <a:lnTo>
                  <a:pt x="352" y="411"/>
                </a:lnTo>
                <a:lnTo>
                  <a:pt x="352" y="412"/>
                </a:lnTo>
                <a:lnTo>
                  <a:pt x="351" y="412"/>
                </a:lnTo>
                <a:lnTo>
                  <a:pt x="352" y="413"/>
                </a:lnTo>
                <a:lnTo>
                  <a:pt x="352" y="414"/>
                </a:lnTo>
                <a:lnTo>
                  <a:pt x="351" y="415"/>
                </a:lnTo>
                <a:lnTo>
                  <a:pt x="351" y="414"/>
                </a:lnTo>
                <a:lnTo>
                  <a:pt x="350" y="414"/>
                </a:lnTo>
                <a:lnTo>
                  <a:pt x="349" y="415"/>
                </a:lnTo>
                <a:lnTo>
                  <a:pt x="349" y="416"/>
                </a:lnTo>
                <a:lnTo>
                  <a:pt x="349" y="417"/>
                </a:lnTo>
                <a:lnTo>
                  <a:pt x="349" y="418"/>
                </a:lnTo>
                <a:lnTo>
                  <a:pt x="348" y="418"/>
                </a:lnTo>
                <a:lnTo>
                  <a:pt x="348" y="419"/>
                </a:lnTo>
                <a:lnTo>
                  <a:pt x="348" y="420"/>
                </a:lnTo>
                <a:lnTo>
                  <a:pt x="348" y="421"/>
                </a:lnTo>
                <a:lnTo>
                  <a:pt x="348" y="422"/>
                </a:lnTo>
                <a:lnTo>
                  <a:pt x="348" y="423"/>
                </a:lnTo>
                <a:lnTo>
                  <a:pt x="348" y="424"/>
                </a:lnTo>
                <a:lnTo>
                  <a:pt x="348" y="425"/>
                </a:lnTo>
                <a:lnTo>
                  <a:pt x="349" y="425"/>
                </a:lnTo>
                <a:lnTo>
                  <a:pt x="349" y="426"/>
                </a:lnTo>
                <a:lnTo>
                  <a:pt x="350" y="427"/>
                </a:lnTo>
                <a:lnTo>
                  <a:pt x="350" y="428"/>
                </a:lnTo>
                <a:lnTo>
                  <a:pt x="351" y="428"/>
                </a:lnTo>
                <a:lnTo>
                  <a:pt x="351" y="429"/>
                </a:lnTo>
                <a:lnTo>
                  <a:pt x="350" y="429"/>
                </a:lnTo>
                <a:lnTo>
                  <a:pt x="349" y="430"/>
                </a:lnTo>
                <a:lnTo>
                  <a:pt x="348" y="431"/>
                </a:lnTo>
                <a:lnTo>
                  <a:pt x="348" y="432"/>
                </a:lnTo>
                <a:lnTo>
                  <a:pt x="347" y="433"/>
                </a:lnTo>
                <a:lnTo>
                  <a:pt x="346" y="434"/>
                </a:lnTo>
                <a:lnTo>
                  <a:pt x="346" y="435"/>
                </a:lnTo>
                <a:lnTo>
                  <a:pt x="345" y="435"/>
                </a:lnTo>
                <a:lnTo>
                  <a:pt x="346" y="436"/>
                </a:lnTo>
                <a:lnTo>
                  <a:pt x="346" y="437"/>
                </a:lnTo>
                <a:lnTo>
                  <a:pt x="346" y="438"/>
                </a:lnTo>
                <a:lnTo>
                  <a:pt x="347" y="438"/>
                </a:lnTo>
                <a:lnTo>
                  <a:pt x="348" y="439"/>
                </a:lnTo>
                <a:lnTo>
                  <a:pt x="348" y="440"/>
                </a:lnTo>
                <a:lnTo>
                  <a:pt x="349" y="440"/>
                </a:lnTo>
                <a:lnTo>
                  <a:pt x="348" y="440"/>
                </a:lnTo>
                <a:lnTo>
                  <a:pt x="349" y="441"/>
                </a:lnTo>
                <a:lnTo>
                  <a:pt x="350" y="441"/>
                </a:lnTo>
                <a:lnTo>
                  <a:pt x="351" y="442"/>
                </a:lnTo>
                <a:lnTo>
                  <a:pt x="351" y="443"/>
                </a:lnTo>
                <a:lnTo>
                  <a:pt x="352" y="443"/>
                </a:lnTo>
                <a:lnTo>
                  <a:pt x="353" y="444"/>
                </a:lnTo>
                <a:lnTo>
                  <a:pt x="353" y="445"/>
                </a:lnTo>
                <a:lnTo>
                  <a:pt x="352" y="445"/>
                </a:lnTo>
                <a:lnTo>
                  <a:pt x="353" y="446"/>
                </a:lnTo>
                <a:lnTo>
                  <a:pt x="353" y="447"/>
                </a:lnTo>
                <a:lnTo>
                  <a:pt x="353" y="448"/>
                </a:lnTo>
                <a:lnTo>
                  <a:pt x="353" y="449"/>
                </a:lnTo>
                <a:lnTo>
                  <a:pt x="352" y="451"/>
                </a:lnTo>
                <a:lnTo>
                  <a:pt x="352" y="452"/>
                </a:lnTo>
                <a:lnTo>
                  <a:pt x="352" y="453"/>
                </a:lnTo>
                <a:lnTo>
                  <a:pt x="351" y="454"/>
                </a:lnTo>
                <a:lnTo>
                  <a:pt x="350" y="454"/>
                </a:lnTo>
                <a:lnTo>
                  <a:pt x="350" y="455"/>
                </a:lnTo>
                <a:lnTo>
                  <a:pt x="351" y="455"/>
                </a:lnTo>
                <a:lnTo>
                  <a:pt x="352" y="455"/>
                </a:lnTo>
                <a:lnTo>
                  <a:pt x="353" y="455"/>
                </a:lnTo>
                <a:lnTo>
                  <a:pt x="354" y="456"/>
                </a:lnTo>
                <a:lnTo>
                  <a:pt x="355" y="456"/>
                </a:lnTo>
                <a:lnTo>
                  <a:pt x="355" y="457"/>
                </a:lnTo>
                <a:lnTo>
                  <a:pt x="356" y="457"/>
                </a:lnTo>
                <a:lnTo>
                  <a:pt x="356" y="458"/>
                </a:lnTo>
                <a:lnTo>
                  <a:pt x="356" y="459"/>
                </a:lnTo>
                <a:lnTo>
                  <a:pt x="357" y="458"/>
                </a:lnTo>
                <a:lnTo>
                  <a:pt x="357" y="459"/>
                </a:lnTo>
                <a:lnTo>
                  <a:pt x="357" y="460"/>
                </a:lnTo>
                <a:lnTo>
                  <a:pt x="358" y="460"/>
                </a:lnTo>
                <a:lnTo>
                  <a:pt x="358" y="461"/>
                </a:lnTo>
                <a:lnTo>
                  <a:pt x="357" y="461"/>
                </a:lnTo>
                <a:lnTo>
                  <a:pt x="358" y="462"/>
                </a:lnTo>
                <a:lnTo>
                  <a:pt x="359" y="462"/>
                </a:lnTo>
                <a:lnTo>
                  <a:pt x="359" y="463"/>
                </a:lnTo>
                <a:lnTo>
                  <a:pt x="360" y="464"/>
                </a:lnTo>
                <a:lnTo>
                  <a:pt x="361" y="464"/>
                </a:lnTo>
                <a:lnTo>
                  <a:pt x="361" y="463"/>
                </a:lnTo>
                <a:lnTo>
                  <a:pt x="362" y="463"/>
                </a:lnTo>
                <a:lnTo>
                  <a:pt x="363" y="463"/>
                </a:lnTo>
                <a:lnTo>
                  <a:pt x="364" y="463"/>
                </a:lnTo>
                <a:lnTo>
                  <a:pt x="363" y="464"/>
                </a:lnTo>
                <a:lnTo>
                  <a:pt x="364" y="464"/>
                </a:lnTo>
                <a:lnTo>
                  <a:pt x="365" y="464"/>
                </a:lnTo>
                <a:lnTo>
                  <a:pt x="364" y="464"/>
                </a:lnTo>
                <a:lnTo>
                  <a:pt x="364" y="465"/>
                </a:lnTo>
                <a:lnTo>
                  <a:pt x="363" y="465"/>
                </a:lnTo>
                <a:lnTo>
                  <a:pt x="363" y="466"/>
                </a:lnTo>
                <a:lnTo>
                  <a:pt x="363" y="467"/>
                </a:lnTo>
                <a:lnTo>
                  <a:pt x="363" y="468"/>
                </a:lnTo>
                <a:lnTo>
                  <a:pt x="362" y="468"/>
                </a:lnTo>
                <a:lnTo>
                  <a:pt x="361" y="469"/>
                </a:lnTo>
                <a:lnTo>
                  <a:pt x="361" y="470"/>
                </a:lnTo>
                <a:lnTo>
                  <a:pt x="361" y="471"/>
                </a:lnTo>
                <a:lnTo>
                  <a:pt x="360" y="472"/>
                </a:lnTo>
                <a:lnTo>
                  <a:pt x="360" y="473"/>
                </a:lnTo>
                <a:lnTo>
                  <a:pt x="361" y="473"/>
                </a:lnTo>
                <a:lnTo>
                  <a:pt x="361" y="474"/>
                </a:lnTo>
                <a:lnTo>
                  <a:pt x="362" y="474"/>
                </a:lnTo>
                <a:lnTo>
                  <a:pt x="362" y="475"/>
                </a:lnTo>
                <a:lnTo>
                  <a:pt x="362" y="476"/>
                </a:lnTo>
                <a:lnTo>
                  <a:pt x="361" y="476"/>
                </a:lnTo>
                <a:lnTo>
                  <a:pt x="361" y="477"/>
                </a:lnTo>
                <a:lnTo>
                  <a:pt x="361" y="478"/>
                </a:lnTo>
                <a:lnTo>
                  <a:pt x="360" y="478"/>
                </a:lnTo>
                <a:lnTo>
                  <a:pt x="359" y="478"/>
                </a:lnTo>
                <a:lnTo>
                  <a:pt x="358" y="478"/>
                </a:lnTo>
                <a:lnTo>
                  <a:pt x="357" y="478"/>
                </a:lnTo>
                <a:lnTo>
                  <a:pt x="356" y="479"/>
                </a:lnTo>
                <a:lnTo>
                  <a:pt x="355" y="479"/>
                </a:lnTo>
                <a:lnTo>
                  <a:pt x="356" y="479"/>
                </a:lnTo>
                <a:lnTo>
                  <a:pt x="356" y="478"/>
                </a:lnTo>
                <a:lnTo>
                  <a:pt x="356" y="477"/>
                </a:lnTo>
                <a:lnTo>
                  <a:pt x="356" y="476"/>
                </a:lnTo>
                <a:lnTo>
                  <a:pt x="356" y="475"/>
                </a:lnTo>
                <a:lnTo>
                  <a:pt x="355" y="475"/>
                </a:lnTo>
                <a:lnTo>
                  <a:pt x="355" y="474"/>
                </a:lnTo>
                <a:lnTo>
                  <a:pt x="355" y="475"/>
                </a:lnTo>
                <a:lnTo>
                  <a:pt x="354" y="475"/>
                </a:lnTo>
                <a:lnTo>
                  <a:pt x="353" y="475"/>
                </a:lnTo>
                <a:lnTo>
                  <a:pt x="353" y="474"/>
                </a:lnTo>
                <a:lnTo>
                  <a:pt x="352" y="474"/>
                </a:lnTo>
                <a:lnTo>
                  <a:pt x="351" y="474"/>
                </a:lnTo>
                <a:lnTo>
                  <a:pt x="350" y="474"/>
                </a:lnTo>
                <a:lnTo>
                  <a:pt x="350" y="475"/>
                </a:lnTo>
                <a:lnTo>
                  <a:pt x="351" y="475"/>
                </a:lnTo>
                <a:lnTo>
                  <a:pt x="350" y="476"/>
                </a:lnTo>
                <a:lnTo>
                  <a:pt x="350" y="477"/>
                </a:lnTo>
                <a:lnTo>
                  <a:pt x="349" y="477"/>
                </a:lnTo>
                <a:lnTo>
                  <a:pt x="349" y="478"/>
                </a:lnTo>
                <a:lnTo>
                  <a:pt x="349" y="479"/>
                </a:lnTo>
                <a:lnTo>
                  <a:pt x="349" y="480"/>
                </a:lnTo>
                <a:lnTo>
                  <a:pt x="350" y="480"/>
                </a:lnTo>
                <a:lnTo>
                  <a:pt x="349" y="480"/>
                </a:lnTo>
                <a:lnTo>
                  <a:pt x="349" y="481"/>
                </a:lnTo>
                <a:lnTo>
                  <a:pt x="349" y="480"/>
                </a:lnTo>
                <a:lnTo>
                  <a:pt x="348" y="480"/>
                </a:lnTo>
                <a:lnTo>
                  <a:pt x="348" y="481"/>
                </a:lnTo>
                <a:lnTo>
                  <a:pt x="347" y="481"/>
                </a:lnTo>
                <a:lnTo>
                  <a:pt x="347" y="482"/>
                </a:lnTo>
                <a:lnTo>
                  <a:pt x="347" y="481"/>
                </a:lnTo>
                <a:lnTo>
                  <a:pt x="346" y="482"/>
                </a:lnTo>
                <a:lnTo>
                  <a:pt x="347" y="482"/>
                </a:lnTo>
                <a:lnTo>
                  <a:pt x="346" y="482"/>
                </a:lnTo>
                <a:lnTo>
                  <a:pt x="345" y="483"/>
                </a:lnTo>
                <a:lnTo>
                  <a:pt x="345" y="484"/>
                </a:lnTo>
                <a:lnTo>
                  <a:pt x="344" y="485"/>
                </a:lnTo>
                <a:lnTo>
                  <a:pt x="343" y="485"/>
                </a:lnTo>
                <a:lnTo>
                  <a:pt x="343" y="486"/>
                </a:lnTo>
                <a:lnTo>
                  <a:pt x="343" y="487"/>
                </a:lnTo>
                <a:lnTo>
                  <a:pt x="344" y="487"/>
                </a:lnTo>
                <a:lnTo>
                  <a:pt x="343" y="488"/>
                </a:lnTo>
                <a:lnTo>
                  <a:pt x="342" y="488"/>
                </a:lnTo>
                <a:lnTo>
                  <a:pt x="342" y="489"/>
                </a:lnTo>
                <a:lnTo>
                  <a:pt x="341" y="489"/>
                </a:lnTo>
                <a:lnTo>
                  <a:pt x="341" y="490"/>
                </a:lnTo>
                <a:lnTo>
                  <a:pt x="342" y="490"/>
                </a:lnTo>
                <a:lnTo>
                  <a:pt x="341" y="492"/>
                </a:lnTo>
                <a:lnTo>
                  <a:pt x="340" y="492"/>
                </a:lnTo>
                <a:lnTo>
                  <a:pt x="339" y="493"/>
                </a:lnTo>
                <a:lnTo>
                  <a:pt x="339" y="494"/>
                </a:lnTo>
                <a:lnTo>
                  <a:pt x="339" y="495"/>
                </a:lnTo>
                <a:lnTo>
                  <a:pt x="338" y="495"/>
                </a:lnTo>
                <a:lnTo>
                  <a:pt x="339" y="495"/>
                </a:lnTo>
                <a:lnTo>
                  <a:pt x="339" y="496"/>
                </a:lnTo>
                <a:lnTo>
                  <a:pt x="339" y="497"/>
                </a:lnTo>
                <a:lnTo>
                  <a:pt x="338" y="497"/>
                </a:lnTo>
                <a:lnTo>
                  <a:pt x="338" y="498"/>
                </a:lnTo>
                <a:lnTo>
                  <a:pt x="338" y="499"/>
                </a:lnTo>
                <a:lnTo>
                  <a:pt x="339" y="499"/>
                </a:lnTo>
                <a:lnTo>
                  <a:pt x="339" y="500"/>
                </a:lnTo>
                <a:lnTo>
                  <a:pt x="339" y="501"/>
                </a:lnTo>
                <a:lnTo>
                  <a:pt x="338" y="501"/>
                </a:lnTo>
                <a:lnTo>
                  <a:pt x="339" y="502"/>
                </a:lnTo>
                <a:lnTo>
                  <a:pt x="340" y="502"/>
                </a:lnTo>
                <a:lnTo>
                  <a:pt x="340" y="501"/>
                </a:lnTo>
                <a:lnTo>
                  <a:pt x="339" y="501"/>
                </a:lnTo>
                <a:lnTo>
                  <a:pt x="340" y="501"/>
                </a:lnTo>
                <a:lnTo>
                  <a:pt x="340" y="502"/>
                </a:lnTo>
                <a:lnTo>
                  <a:pt x="339" y="502"/>
                </a:lnTo>
                <a:lnTo>
                  <a:pt x="340" y="502"/>
                </a:lnTo>
                <a:lnTo>
                  <a:pt x="340" y="503"/>
                </a:lnTo>
                <a:lnTo>
                  <a:pt x="341" y="503"/>
                </a:lnTo>
                <a:lnTo>
                  <a:pt x="340" y="503"/>
                </a:lnTo>
                <a:lnTo>
                  <a:pt x="340" y="504"/>
                </a:lnTo>
                <a:lnTo>
                  <a:pt x="340" y="505"/>
                </a:lnTo>
                <a:lnTo>
                  <a:pt x="340" y="506"/>
                </a:lnTo>
                <a:lnTo>
                  <a:pt x="340" y="507"/>
                </a:lnTo>
                <a:lnTo>
                  <a:pt x="341" y="507"/>
                </a:lnTo>
                <a:lnTo>
                  <a:pt x="342" y="507"/>
                </a:lnTo>
                <a:lnTo>
                  <a:pt x="343" y="507"/>
                </a:lnTo>
                <a:lnTo>
                  <a:pt x="343" y="506"/>
                </a:lnTo>
                <a:lnTo>
                  <a:pt x="344" y="506"/>
                </a:lnTo>
                <a:lnTo>
                  <a:pt x="344" y="507"/>
                </a:lnTo>
                <a:lnTo>
                  <a:pt x="343" y="507"/>
                </a:lnTo>
                <a:lnTo>
                  <a:pt x="344" y="507"/>
                </a:lnTo>
                <a:lnTo>
                  <a:pt x="345" y="507"/>
                </a:lnTo>
                <a:lnTo>
                  <a:pt x="346" y="506"/>
                </a:lnTo>
                <a:lnTo>
                  <a:pt x="347" y="505"/>
                </a:lnTo>
                <a:lnTo>
                  <a:pt x="348" y="505"/>
                </a:lnTo>
                <a:lnTo>
                  <a:pt x="349" y="504"/>
                </a:lnTo>
                <a:lnTo>
                  <a:pt x="349" y="505"/>
                </a:lnTo>
                <a:lnTo>
                  <a:pt x="350" y="505"/>
                </a:lnTo>
                <a:lnTo>
                  <a:pt x="350" y="506"/>
                </a:lnTo>
                <a:lnTo>
                  <a:pt x="350" y="507"/>
                </a:lnTo>
                <a:lnTo>
                  <a:pt x="351" y="508"/>
                </a:lnTo>
                <a:lnTo>
                  <a:pt x="351" y="509"/>
                </a:lnTo>
                <a:lnTo>
                  <a:pt x="352" y="510"/>
                </a:lnTo>
                <a:lnTo>
                  <a:pt x="352" y="511"/>
                </a:lnTo>
                <a:lnTo>
                  <a:pt x="352" y="512"/>
                </a:lnTo>
                <a:lnTo>
                  <a:pt x="351" y="513"/>
                </a:lnTo>
                <a:lnTo>
                  <a:pt x="350" y="513"/>
                </a:lnTo>
                <a:lnTo>
                  <a:pt x="350" y="514"/>
                </a:lnTo>
                <a:lnTo>
                  <a:pt x="349" y="515"/>
                </a:lnTo>
                <a:lnTo>
                  <a:pt x="348" y="516"/>
                </a:lnTo>
                <a:lnTo>
                  <a:pt x="348" y="517"/>
                </a:lnTo>
                <a:lnTo>
                  <a:pt x="347" y="517"/>
                </a:lnTo>
                <a:lnTo>
                  <a:pt x="346" y="518"/>
                </a:lnTo>
                <a:lnTo>
                  <a:pt x="345" y="518"/>
                </a:lnTo>
                <a:lnTo>
                  <a:pt x="345" y="519"/>
                </a:lnTo>
                <a:lnTo>
                  <a:pt x="345" y="520"/>
                </a:lnTo>
                <a:lnTo>
                  <a:pt x="344" y="521"/>
                </a:lnTo>
                <a:lnTo>
                  <a:pt x="343" y="521"/>
                </a:lnTo>
                <a:lnTo>
                  <a:pt x="344" y="521"/>
                </a:lnTo>
                <a:lnTo>
                  <a:pt x="343" y="522"/>
                </a:lnTo>
                <a:lnTo>
                  <a:pt x="343" y="521"/>
                </a:lnTo>
                <a:lnTo>
                  <a:pt x="343" y="522"/>
                </a:lnTo>
                <a:lnTo>
                  <a:pt x="343" y="523"/>
                </a:lnTo>
                <a:lnTo>
                  <a:pt x="343" y="524"/>
                </a:lnTo>
                <a:lnTo>
                  <a:pt x="342" y="523"/>
                </a:lnTo>
                <a:lnTo>
                  <a:pt x="343" y="523"/>
                </a:lnTo>
                <a:lnTo>
                  <a:pt x="342" y="523"/>
                </a:lnTo>
                <a:lnTo>
                  <a:pt x="342" y="524"/>
                </a:lnTo>
                <a:lnTo>
                  <a:pt x="341" y="524"/>
                </a:lnTo>
                <a:lnTo>
                  <a:pt x="341" y="525"/>
                </a:lnTo>
                <a:lnTo>
                  <a:pt x="340" y="526"/>
                </a:lnTo>
                <a:lnTo>
                  <a:pt x="340" y="527"/>
                </a:lnTo>
                <a:lnTo>
                  <a:pt x="339" y="527"/>
                </a:lnTo>
                <a:lnTo>
                  <a:pt x="339" y="528"/>
                </a:lnTo>
                <a:lnTo>
                  <a:pt x="339" y="529"/>
                </a:lnTo>
                <a:lnTo>
                  <a:pt x="339" y="530"/>
                </a:lnTo>
                <a:lnTo>
                  <a:pt x="340" y="531"/>
                </a:lnTo>
                <a:lnTo>
                  <a:pt x="340" y="532"/>
                </a:lnTo>
                <a:lnTo>
                  <a:pt x="340" y="533"/>
                </a:lnTo>
                <a:lnTo>
                  <a:pt x="339" y="534"/>
                </a:lnTo>
                <a:lnTo>
                  <a:pt x="338" y="533"/>
                </a:lnTo>
                <a:lnTo>
                  <a:pt x="337" y="533"/>
                </a:lnTo>
                <a:lnTo>
                  <a:pt x="337" y="534"/>
                </a:lnTo>
                <a:lnTo>
                  <a:pt x="336" y="534"/>
                </a:lnTo>
                <a:lnTo>
                  <a:pt x="335" y="534"/>
                </a:lnTo>
                <a:lnTo>
                  <a:pt x="335" y="535"/>
                </a:lnTo>
                <a:lnTo>
                  <a:pt x="335" y="536"/>
                </a:lnTo>
                <a:lnTo>
                  <a:pt x="335" y="537"/>
                </a:lnTo>
                <a:lnTo>
                  <a:pt x="334" y="537"/>
                </a:lnTo>
                <a:lnTo>
                  <a:pt x="333" y="538"/>
                </a:lnTo>
                <a:lnTo>
                  <a:pt x="333" y="539"/>
                </a:lnTo>
                <a:lnTo>
                  <a:pt x="332" y="540"/>
                </a:lnTo>
                <a:lnTo>
                  <a:pt x="332" y="539"/>
                </a:lnTo>
                <a:lnTo>
                  <a:pt x="332" y="540"/>
                </a:lnTo>
                <a:lnTo>
                  <a:pt x="331" y="540"/>
                </a:lnTo>
                <a:lnTo>
                  <a:pt x="329" y="540"/>
                </a:lnTo>
                <a:lnTo>
                  <a:pt x="329" y="541"/>
                </a:lnTo>
                <a:lnTo>
                  <a:pt x="328" y="542"/>
                </a:lnTo>
                <a:lnTo>
                  <a:pt x="327" y="542"/>
                </a:lnTo>
                <a:lnTo>
                  <a:pt x="326" y="542"/>
                </a:lnTo>
                <a:lnTo>
                  <a:pt x="326" y="543"/>
                </a:lnTo>
                <a:lnTo>
                  <a:pt x="325" y="542"/>
                </a:lnTo>
                <a:lnTo>
                  <a:pt x="324" y="542"/>
                </a:lnTo>
                <a:lnTo>
                  <a:pt x="323" y="542"/>
                </a:lnTo>
                <a:lnTo>
                  <a:pt x="323" y="543"/>
                </a:lnTo>
                <a:lnTo>
                  <a:pt x="322" y="543"/>
                </a:lnTo>
                <a:lnTo>
                  <a:pt x="321" y="543"/>
                </a:lnTo>
                <a:lnTo>
                  <a:pt x="320" y="543"/>
                </a:lnTo>
                <a:lnTo>
                  <a:pt x="320" y="544"/>
                </a:lnTo>
                <a:lnTo>
                  <a:pt x="319" y="544"/>
                </a:lnTo>
                <a:lnTo>
                  <a:pt x="319" y="545"/>
                </a:lnTo>
                <a:lnTo>
                  <a:pt x="319" y="546"/>
                </a:lnTo>
                <a:lnTo>
                  <a:pt x="319" y="547"/>
                </a:lnTo>
                <a:lnTo>
                  <a:pt x="318" y="547"/>
                </a:lnTo>
                <a:lnTo>
                  <a:pt x="318" y="546"/>
                </a:lnTo>
                <a:lnTo>
                  <a:pt x="317" y="546"/>
                </a:lnTo>
                <a:lnTo>
                  <a:pt x="317" y="547"/>
                </a:lnTo>
                <a:lnTo>
                  <a:pt x="316" y="548"/>
                </a:lnTo>
                <a:lnTo>
                  <a:pt x="315" y="549"/>
                </a:lnTo>
                <a:lnTo>
                  <a:pt x="314" y="550"/>
                </a:lnTo>
                <a:lnTo>
                  <a:pt x="314" y="551"/>
                </a:lnTo>
                <a:lnTo>
                  <a:pt x="315" y="552"/>
                </a:lnTo>
                <a:lnTo>
                  <a:pt x="315" y="553"/>
                </a:lnTo>
                <a:lnTo>
                  <a:pt x="315" y="554"/>
                </a:lnTo>
                <a:lnTo>
                  <a:pt x="316" y="553"/>
                </a:lnTo>
                <a:lnTo>
                  <a:pt x="316" y="554"/>
                </a:lnTo>
                <a:lnTo>
                  <a:pt x="317" y="554"/>
                </a:lnTo>
                <a:lnTo>
                  <a:pt x="318" y="555"/>
                </a:lnTo>
                <a:lnTo>
                  <a:pt x="319" y="556"/>
                </a:lnTo>
                <a:lnTo>
                  <a:pt x="319" y="557"/>
                </a:lnTo>
                <a:lnTo>
                  <a:pt x="320" y="557"/>
                </a:lnTo>
                <a:lnTo>
                  <a:pt x="320" y="558"/>
                </a:lnTo>
                <a:lnTo>
                  <a:pt x="321" y="558"/>
                </a:lnTo>
                <a:lnTo>
                  <a:pt x="322" y="559"/>
                </a:lnTo>
                <a:lnTo>
                  <a:pt x="321" y="559"/>
                </a:lnTo>
                <a:lnTo>
                  <a:pt x="321" y="560"/>
                </a:lnTo>
                <a:lnTo>
                  <a:pt x="321" y="561"/>
                </a:lnTo>
                <a:lnTo>
                  <a:pt x="321" y="562"/>
                </a:lnTo>
                <a:lnTo>
                  <a:pt x="321" y="563"/>
                </a:lnTo>
                <a:lnTo>
                  <a:pt x="320" y="563"/>
                </a:lnTo>
                <a:lnTo>
                  <a:pt x="320" y="562"/>
                </a:lnTo>
                <a:lnTo>
                  <a:pt x="320" y="561"/>
                </a:lnTo>
                <a:lnTo>
                  <a:pt x="319" y="561"/>
                </a:lnTo>
                <a:lnTo>
                  <a:pt x="318" y="561"/>
                </a:lnTo>
                <a:lnTo>
                  <a:pt x="318" y="562"/>
                </a:lnTo>
                <a:lnTo>
                  <a:pt x="317" y="562"/>
                </a:lnTo>
                <a:lnTo>
                  <a:pt x="316" y="562"/>
                </a:lnTo>
                <a:lnTo>
                  <a:pt x="315" y="562"/>
                </a:lnTo>
                <a:lnTo>
                  <a:pt x="315" y="563"/>
                </a:lnTo>
                <a:lnTo>
                  <a:pt x="315" y="564"/>
                </a:lnTo>
                <a:lnTo>
                  <a:pt x="315" y="565"/>
                </a:lnTo>
                <a:lnTo>
                  <a:pt x="315" y="566"/>
                </a:lnTo>
                <a:lnTo>
                  <a:pt x="314" y="566"/>
                </a:lnTo>
                <a:lnTo>
                  <a:pt x="314" y="567"/>
                </a:lnTo>
                <a:lnTo>
                  <a:pt x="314" y="568"/>
                </a:lnTo>
                <a:lnTo>
                  <a:pt x="314" y="569"/>
                </a:lnTo>
                <a:lnTo>
                  <a:pt x="314" y="570"/>
                </a:lnTo>
                <a:lnTo>
                  <a:pt x="313" y="570"/>
                </a:lnTo>
                <a:lnTo>
                  <a:pt x="311" y="570"/>
                </a:lnTo>
                <a:lnTo>
                  <a:pt x="311" y="571"/>
                </a:lnTo>
                <a:lnTo>
                  <a:pt x="310" y="570"/>
                </a:lnTo>
                <a:lnTo>
                  <a:pt x="309" y="570"/>
                </a:lnTo>
                <a:lnTo>
                  <a:pt x="308" y="570"/>
                </a:lnTo>
                <a:lnTo>
                  <a:pt x="308" y="571"/>
                </a:lnTo>
                <a:lnTo>
                  <a:pt x="309" y="571"/>
                </a:lnTo>
                <a:lnTo>
                  <a:pt x="308" y="572"/>
                </a:lnTo>
                <a:lnTo>
                  <a:pt x="308" y="571"/>
                </a:lnTo>
                <a:lnTo>
                  <a:pt x="307" y="572"/>
                </a:lnTo>
                <a:lnTo>
                  <a:pt x="308" y="572"/>
                </a:lnTo>
                <a:lnTo>
                  <a:pt x="307" y="573"/>
                </a:lnTo>
                <a:lnTo>
                  <a:pt x="308" y="573"/>
                </a:lnTo>
                <a:lnTo>
                  <a:pt x="308" y="574"/>
                </a:lnTo>
                <a:lnTo>
                  <a:pt x="308" y="575"/>
                </a:lnTo>
                <a:lnTo>
                  <a:pt x="308" y="576"/>
                </a:lnTo>
                <a:lnTo>
                  <a:pt x="309" y="576"/>
                </a:lnTo>
                <a:lnTo>
                  <a:pt x="309" y="577"/>
                </a:lnTo>
                <a:lnTo>
                  <a:pt x="309" y="579"/>
                </a:lnTo>
                <a:lnTo>
                  <a:pt x="309" y="578"/>
                </a:lnTo>
                <a:lnTo>
                  <a:pt x="308" y="578"/>
                </a:lnTo>
                <a:lnTo>
                  <a:pt x="308" y="579"/>
                </a:lnTo>
                <a:lnTo>
                  <a:pt x="308" y="580"/>
                </a:lnTo>
                <a:lnTo>
                  <a:pt x="307" y="580"/>
                </a:lnTo>
                <a:lnTo>
                  <a:pt x="306" y="580"/>
                </a:lnTo>
                <a:lnTo>
                  <a:pt x="306" y="581"/>
                </a:lnTo>
                <a:lnTo>
                  <a:pt x="307" y="581"/>
                </a:lnTo>
                <a:lnTo>
                  <a:pt x="307" y="582"/>
                </a:lnTo>
                <a:lnTo>
                  <a:pt x="307" y="583"/>
                </a:lnTo>
                <a:lnTo>
                  <a:pt x="308" y="583"/>
                </a:lnTo>
                <a:lnTo>
                  <a:pt x="308" y="584"/>
                </a:lnTo>
                <a:lnTo>
                  <a:pt x="309" y="585"/>
                </a:lnTo>
                <a:lnTo>
                  <a:pt x="308" y="585"/>
                </a:lnTo>
                <a:lnTo>
                  <a:pt x="309" y="586"/>
                </a:lnTo>
                <a:lnTo>
                  <a:pt x="309" y="587"/>
                </a:lnTo>
                <a:lnTo>
                  <a:pt x="310" y="588"/>
                </a:lnTo>
                <a:lnTo>
                  <a:pt x="310" y="589"/>
                </a:lnTo>
                <a:lnTo>
                  <a:pt x="309" y="589"/>
                </a:lnTo>
                <a:lnTo>
                  <a:pt x="309" y="590"/>
                </a:lnTo>
                <a:lnTo>
                  <a:pt x="308" y="590"/>
                </a:lnTo>
                <a:lnTo>
                  <a:pt x="307" y="590"/>
                </a:lnTo>
                <a:lnTo>
                  <a:pt x="307" y="591"/>
                </a:lnTo>
                <a:lnTo>
                  <a:pt x="307" y="592"/>
                </a:lnTo>
                <a:lnTo>
                  <a:pt x="307" y="593"/>
                </a:lnTo>
                <a:lnTo>
                  <a:pt x="307" y="594"/>
                </a:lnTo>
                <a:lnTo>
                  <a:pt x="308" y="594"/>
                </a:lnTo>
                <a:lnTo>
                  <a:pt x="308" y="595"/>
                </a:lnTo>
                <a:lnTo>
                  <a:pt x="307" y="595"/>
                </a:lnTo>
                <a:lnTo>
                  <a:pt x="306" y="595"/>
                </a:lnTo>
                <a:lnTo>
                  <a:pt x="305" y="596"/>
                </a:lnTo>
                <a:lnTo>
                  <a:pt x="305" y="597"/>
                </a:lnTo>
                <a:lnTo>
                  <a:pt x="304" y="598"/>
                </a:lnTo>
                <a:lnTo>
                  <a:pt x="305" y="598"/>
                </a:lnTo>
                <a:lnTo>
                  <a:pt x="305" y="599"/>
                </a:lnTo>
                <a:lnTo>
                  <a:pt x="304" y="600"/>
                </a:lnTo>
                <a:lnTo>
                  <a:pt x="305" y="600"/>
                </a:lnTo>
                <a:lnTo>
                  <a:pt x="305" y="601"/>
                </a:lnTo>
                <a:lnTo>
                  <a:pt x="306" y="600"/>
                </a:lnTo>
                <a:lnTo>
                  <a:pt x="306" y="601"/>
                </a:lnTo>
                <a:lnTo>
                  <a:pt x="305" y="602"/>
                </a:lnTo>
                <a:lnTo>
                  <a:pt x="305" y="603"/>
                </a:lnTo>
                <a:lnTo>
                  <a:pt x="306" y="603"/>
                </a:lnTo>
                <a:lnTo>
                  <a:pt x="306" y="604"/>
                </a:lnTo>
                <a:lnTo>
                  <a:pt x="307" y="604"/>
                </a:lnTo>
                <a:lnTo>
                  <a:pt x="307" y="605"/>
                </a:lnTo>
                <a:lnTo>
                  <a:pt x="307" y="606"/>
                </a:lnTo>
                <a:lnTo>
                  <a:pt x="307" y="607"/>
                </a:lnTo>
                <a:lnTo>
                  <a:pt x="307" y="608"/>
                </a:lnTo>
                <a:lnTo>
                  <a:pt x="306" y="608"/>
                </a:lnTo>
                <a:lnTo>
                  <a:pt x="306" y="607"/>
                </a:lnTo>
                <a:lnTo>
                  <a:pt x="305" y="608"/>
                </a:lnTo>
                <a:lnTo>
                  <a:pt x="305" y="609"/>
                </a:lnTo>
                <a:lnTo>
                  <a:pt x="306" y="610"/>
                </a:lnTo>
                <a:lnTo>
                  <a:pt x="306" y="611"/>
                </a:lnTo>
                <a:lnTo>
                  <a:pt x="305" y="611"/>
                </a:lnTo>
                <a:lnTo>
                  <a:pt x="304" y="613"/>
                </a:lnTo>
                <a:lnTo>
                  <a:pt x="305" y="613"/>
                </a:lnTo>
                <a:lnTo>
                  <a:pt x="305" y="614"/>
                </a:lnTo>
                <a:lnTo>
                  <a:pt x="305" y="615"/>
                </a:lnTo>
                <a:lnTo>
                  <a:pt x="306" y="615"/>
                </a:lnTo>
                <a:lnTo>
                  <a:pt x="306" y="616"/>
                </a:lnTo>
                <a:lnTo>
                  <a:pt x="305" y="616"/>
                </a:lnTo>
                <a:lnTo>
                  <a:pt x="304" y="617"/>
                </a:lnTo>
                <a:lnTo>
                  <a:pt x="305" y="617"/>
                </a:lnTo>
                <a:lnTo>
                  <a:pt x="306" y="617"/>
                </a:lnTo>
                <a:lnTo>
                  <a:pt x="307" y="618"/>
                </a:lnTo>
                <a:lnTo>
                  <a:pt x="307" y="619"/>
                </a:lnTo>
                <a:lnTo>
                  <a:pt x="306" y="619"/>
                </a:lnTo>
                <a:lnTo>
                  <a:pt x="307" y="619"/>
                </a:lnTo>
                <a:lnTo>
                  <a:pt x="307" y="620"/>
                </a:lnTo>
                <a:lnTo>
                  <a:pt x="307" y="621"/>
                </a:lnTo>
                <a:lnTo>
                  <a:pt x="306" y="622"/>
                </a:lnTo>
                <a:lnTo>
                  <a:pt x="306" y="623"/>
                </a:lnTo>
                <a:lnTo>
                  <a:pt x="305" y="624"/>
                </a:lnTo>
                <a:lnTo>
                  <a:pt x="305" y="623"/>
                </a:lnTo>
                <a:lnTo>
                  <a:pt x="304" y="623"/>
                </a:lnTo>
                <a:lnTo>
                  <a:pt x="303" y="623"/>
                </a:lnTo>
                <a:lnTo>
                  <a:pt x="304" y="623"/>
                </a:lnTo>
                <a:lnTo>
                  <a:pt x="304" y="624"/>
                </a:lnTo>
                <a:lnTo>
                  <a:pt x="303" y="624"/>
                </a:lnTo>
                <a:lnTo>
                  <a:pt x="302" y="624"/>
                </a:lnTo>
                <a:lnTo>
                  <a:pt x="301" y="624"/>
                </a:lnTo>
                <a:lnTo>
                  <a:pt x="300" y="624"/>
                </a:lnTo>
                <a:lnTo>
                  <a:pt x="300" y="625"/>
                </a:lnTo>
                <a:lnTo>
                  <a:pt x="301" y="625"/>
                </a:lnTo>
                <a:lnTo>
                  <a:pt x="301" y="626"/>
                </a:lnTo>
                <a:lnTo>
                  <a:pt x="301" y="627"/>
                </a:lnTo>
                <a:lnTo>
                  <a:pt x="300" y="629"/>
                </a:lnTo>
                <a:lnTo>
                  <a:pt x="300" y="630"/>
                </a:lnTo>
                <a:lnTo>
                  <a:pt x="300" y="631"/>
                </a:lnTo>
                <a:lnTo>
                  <a:pt x="299" y="631"/>
                </a:lnTo>
                <a:lnTo>
                  <a:pt x="298" y="632"/>
                </a:lnTo>
                <a:lnTo>
                  <a:pt x="297" y="632"/>
                </a:lnTo>
                <a:lnTo>
                  <a:pt x="296" y="632"/>
                </a:lnTo>
                <a:lnTo>
                  <a:pt x="296" y="633"/>
                </a:lnTo>
                <a:lnTo>
                  <a:pt x="295" y="634"/>
                </a:lnTo>
                <a:lnTo>
                  <a:pt x="294" y="635"/>
                </a:lnTo>
                <a:lnTo>
                  <a:pt x="293" y="635"/>
                </a:lnTo>
                <a:lnTo>
                  <a:pt x="293" y="634"/>
                </a:lnTo>
                <a:lnTo>
                  <a:pt x="292" y="634"/>
                </a:lnTo>
                <a:lnTo>
                  <a:pt x="292" y="635"/>
                </a:lnTo>
                <a:lnTo>
                  <a:pt x="291" y="635"/>
                </a:lnTo>
                <a:lnTo>
                  <a:pt x="291" y="636"/>
                </a:lnTo>
                <a:lnTo>
                  <a:pt x="291" y="637"/>
                </a:lnTo>
                <a:lnTo>
                  <a:pt x="291" y="638"/>
                </a:lnTo>
                <a:lnTo>
                  <a:pt x="291" y="639"/>
                </a:lnTo>
                <a:lnTo>
                  <a:pt x="292" y="640"/>
                </a:lnTo>
                <a:lnTo>
                  <a:pt x="291" y="640"/>
                </a:lnTo>
                <a:lnTo>
                  <a:pt x="292" y="641"/>
                </a:lnTo>
                <a:lnTo>
                  <a:pt x="291" y="641"/>
                </a:lnTo>
                <a:lnTo>
                  <a:pt x="291" y="642"/>
                </a:lnTo>
                <a:lnTo>
                  <a:pt x="291" y="643"/>
                </a:lnTo>
                <a:lnTo>
                  <a:pt x="292" y="643"/>
                </a:lnTo>
                <a:lnTo>
                  <a:pt x="293" y="643"/>
                </a:lnTo>
                <a:lnTo>
                  <a:pt x="294" y="643"/>
                </a:lnTo>
                <a:lnTo>
                  <a:pt x="295" y="643"/>
                </a:lnTo>
                <a:lnTo>
                  <a:pt x="295" y="644"/>
                </a:lnTo>
                <a:lnTo>
                  <a:pt x="296" y="645"/>
                </a:lnTo>
                <a:lnTo>
                  <a:pt x="296" y="646"/>
                </a:lnTo>
                <a:lnTo>
                  <a:pt x="295" y="646"/>
                </a:lnTo>
                <a:lnTo>
                  <a:pt x="294" y="646"/>
                </a:lnTo>
                <a:lnTo>
                  <a:pt x="294" y="647"/>
                </a:lnTo>
                <a:lnTo>
                  <a:pt x="295" y="648"/>
                </a:lnTo>
                <a:lnTo>
                  <a:pt x="296" y="648"/>
                </a:lnTo>
                <a:lnTo>
                  <a:pt x="296" y="649"/>
                </a:lnTo>
                <a:lnTo>
                  <a:pt x="295" y="650"/>
                </a:lnTo>
                <a:lnTo>
                  <a:pt x="296" y="651"/>
                </a:lnTo>
                <a:lnTo>
                  <a:pt x="297" y="651"/>
                </a:lnTo>
                <a:lnTo>
                  <a:pt x="298" y="651"/>
                </a:lnTo>
                <a:lnTo>
                  <a:pt x="299" y="651"/>
                </a:lnTo>
                <a:lnTo>
                  <a:pt x="300" y="651"/>
                </a:lnTo>
                <a:lnTo>
                  <a:pt x="300" y="652"/>
                </a:lnTo>
                <a:lnTo>
                  <a:pt x="300" y="653"/>
                </a:lnTo>
                <a:lnTo>
                  <a:pt x="300" y="654"/>
                </a:lnTo>
                <a:lnTo>
                  <a:pt x="301" y="654"/>
                </a:lnTo>
                <a:lnTo>
                  <a:pt x="301" y="655"/>
                </a:lnTo>
                <a:lnTo>
                  <a:pt x="302" y="655"/>
                </a:lnTo>
                <a:lnTo>
                  <a:pt x="302" y="656"/>
                </a:lnTo>
                <a:lnTo>
                  <a:pt x="301" y="656"/>
                </a:lnTo>
                <a:lnTo>
                  <a:pt x="301" y="657"/>
                </a:lnTo>
                <a:lnTo>
                  <a:pt x="300" y="656"/>
                </a:lnTo>
                <a:lnTo>
                  <a:pt x="299" y="656"/>
                </a:lnTo>
                <a:lnTo>
                  <a:pt x="298" y="657"/>
                </a:lnTo>
                <a:lnTo>
                  <a:pt x="298" y="658"/>
                </a:lnTo>
                <a:lnTo>
                  <a:pt x="297" y="659"/>
                </a:lnTo>
                <a:lnTo>
                  <a:pt x="296" y="659"/>
                </a:lnTo>
                <a:lnTo>
                  <a:pt x="296" y="660"/>
                </a:lnTo>
                <a:lnTo>
                  <a:pt x="296" y="661"/>
                </a:lnTo>
                <a:lnTo>
                  <a:pt x="296" y="662"/>
                </a:lnTo>
                <a:lnTo>
                  <a:pt x="297" y="662"/>
                </a:lnTo>
                <a:lnTo>
                  <a:pt x="298" y="663"/>
                </a:lnTo>
                <a:lnTo>
                  <a:pt x="299" y="663"/>
                </a:lnTo>
                <a:lnTo>
                  <a:pt x="300" y="663"/>
                </a:lnTo>
                <a:lnTo>
                  <a:pt x="299" y="663"/>
                </a:lnTo>
                <a:lnTo>
                  <a:pt x="299" y="664"/>
                </a:lnTo>
                <a:lnTo>
                  <a:pt x="300" y="664"/>
                </a:lnTo>
                <a:lnTo>
                  <a:pt x="301" y="665"/>
                </a:lnTo>
                <a:lnTo>
                  <a:pt x="301" y="666"/>
                </a:lnTo>
                <a:lnTo>
                  <a:pt x="302" y="666"/>
                </a:lnTo>
                <a:lnTo>
                  <a:pt x="302" y="667"/>
                </a:lnTo>
                <a:lnTo>
                  <a:pt x="301" y="667"/>
                </a:lnTo>
                <a:lnTo>
                  <a:pt x="301" y="666"/>
                </a:lnTo>
                <a:lnTo>
                  <a:pt x="300" y="666"/>
                </a:lnTo>
                <a:lnTo>
                  <a:pt x="300" y="667"/>
                </a:lnTo>
                <a:lnTo>
                  <a:pt x="299" y="667"/>
                </a:lnTo>
                <a:lnTo>
                  <a:pt x="298" y="666"/>
                </a:lnTo>
                <a:lnTo>
                  <a:pt x="299" y="666"/>
                </a:lnTo>
                <a:lnTo>
                  <a:pt x="298" y="666"/>
                </a:lnTo>
                <a:lnTo>
                  <a:pt x="298" y="665"/>
                </a:lnTo>
                <a:lnTo>
                  <a:pt x="297" y="665"/>
                </a:lnTo>
                <a:lnTo>
                  <a:pt x="296" y="666"/>
                </a:lnTo>
                <a:lnTo>
                  <a:pt x="296" y="667"/>
                </a:lnTo>
                <a:lnTo>
                  <a:pt x="296" y="668"/>
                </a:lnTo>
                <a:lnTo>
                  <a:pt x="297" y="668"/>
                </a:lnTo>
                <a:lnTo>
                  <a:pt x="298" y="668"/>
                </a:lnTo>
                <a:lnTo>
                  <a:pt x="298" y="669"/>
                </a:lnTo>
                <a:lnTo>
                  <a:pt x="299" y="670"/>
                </a:lnTo>
                <a:lnTo>
                  <a:pt x="299" y="671"/>
                </a:lnTo>
                <a:lnTo>
                  <a:pt x="298" y="670"/>
                </a:lnTo>
                <a:lnTo>
                  <a:pt x="297" y="671"/>
                </a:lnTo>
                <a:lnTo>
                  <a:pt x="298" y="672"/>
                </a:lnTo>
                <a:lnTo>
                  <a:pt x="299" y="673"/>
                </a:lnTo>
                <a:lnTo>
                  <a:pt x="298" y="673"/>
                </a:lnTo>
                <a:lnTo>
                  <a:pt x="298" y="674"/>
                </a:lnTo>
                <a:lnTo>
                  <a:pt x="299" y="675"/>
                </a:lnTo>
                <a:lnTo>
                  <a:pt x="299" y="676"/>
                </a:lnTo>
                <a:lnTo>
                  <a:pt x="300" y="676"/>
                </a:lnTo>
                <a:lnTo>
                  <a:pt x="301" y="676"/>
                </a:lnTo>
                <a:lnTo>
                  <a:pt x="302" y="677"/>
                </a:lnTo>
                <a:lnTo>
                  <a:pt x="301" y="677"/>
                </a:lnTo>
                <a:lnTo>
                  <a:pt x="300" y="678"/>
                </a:lnTo>
                <a:lnTo>
                  <a:pt x="300" y="679"/>
                </a:lnTo>
                <a:lnTo>
                  <a:pt x="299" y="679"/>
                </a:lnTo>
                <a:lnTo>
                  <a:pt x="298" y="679"/>
                </a:lnTo>
                <a:lnTo>
                  <a:pt x="297" y="679"/>
                </a:lnTo>
                <a:lnTo>
                  <a:pt x="297" y="680"/>
                </a:lnTo>
                <a:lnTo>
                  <a:pt x="296" y="680"/>
                </a:lnTo>
                <a:lnTo>
                  <a:pt x="296" y="679"/>
                </a:lnTo>
                <a:lnTo>
                  <a:pt x="296" y="678"/>
                </a:lnTo>
                <a:lnTo>
                  <a:pt x="297" y="678"/>
                </a:lnTo>
                <a:lnTo>
                  <a:pt x="296" y="678"/>
                </a:lnTo>
                <a:lnTo>
                  <a:pt x="296" y="677"/>
                </a:lnTo>
                <a:lnTo>
                  <a:pt x="297" y="677"/>
                </a:lnTo>
                <a:lnTo>
                  <a:pt x="297" y="676"/>
                </a:lnTo>
                <a:lnTo>
                  <a:pt x="296" y="676"/>
                </a:lnTo>
                <a:lnTo>
                  <a:pt x="295" y="676"/>
                </a:lnTo>
                <a:lnTo>
                  <a:pt x="295" y="675"/>
                </a:lnTo>
                <a:lnTo>
                  <a:pt x="294" y="675"/>
                </a:lnTo>
                <a:lnTo>
                  <a:pt x="293" y="674"/>
                </a:lnTo>
                <a:lnTo>
                  <a:pt x="293" y="675"/>
                </a:lnTo>
                <a:lnTo>
                  <a:pt x="292" y="674"/>
                </a:lnTo>
                <a:lnTo>
                  <a:pt x="291" y="674"/>
                </a:lnTo>
                <a:lnTo>
                  <a:pt x="291" y="675"/>
                </a:lnTo>
                <a:lnTo>
                  <a:pt x="290" y="676"/>
                </a:lnTo>
                <a:lnTo>
                  <a:pt x="290" y="677"/>
                </a:lnTo>
                <a:lnTo>
                  <a:pt x="290" y="678"/>
                </a:lnTo>
                <a:lnTo>
                  <a:pt x="289" y="678"/>
                </a:lnTo>
                <a:lnTo>
                  <a:pt x="290" y="679"/>
                </a:lnTo>
                <a:lnTo>
                  <a:pt x="290" y="680"/>
                </a:lnTo>
                <a:lnTo>
                  <a:pt x="290" y="681"/>
                </a:lnTo>
                <a:lnTo>
                  <a:pt x="289" y="681"/>
                </a:lnTo>
                <a:lnTo>
                  <a:pt x="288" y="681"/>
                </a:lnTo>
                <a:lnTo>
                  <a:pt x="287" y="681"/>
                </a:lnTo>
                <a:lnTo>
                  <a:pt x="288" y="682"/>
                </a:lnTo>
                <a:lnTo>
                  <a:pt x="289" y="682"/>
                </a:lnTo>
                <a:lnTo>
                  <a:pt x="288" y="682"/>
                </a:lnTo>
                <a:lnTo>
                  <a:pt x="288" y="683"/>
                </a:lnTo>
                <a:lnTo>
                  <a:pt x="288" y="684"/>
                </a:lnTo>
                <a:lnTo>
                  <a:pt x="289" y="684"/>
                </a:lnTo>
                <a:lnTo>
                  <a:pt x="288" y="684"/>
                </a:lnTo>
                <a:lnTo>
                  <a:pt x="288" y="685"/>
                </a:lnTo>
                <a:lnTo>
                  <a:pt x="288" y="684"/>
                </a:lnTo>
                <a:lnTo>
                  <a:pt x="287" y="684"/>
                </a:lnTo>
                <a:lnTo>
                  <a:pt x="287" y="685"/>
                </a:lnTo>
                <a:lnTo>
                  <a:pt x="287" y="686"/>
                </a:lnTo>
                <a:lnTo>
                  <a:pt x="287" y="687"/>
                </a:lnTo>
                <a:lnTo>
                  <a:pt x="287" y="688"/>
                </a:lnTo>
                <a:lnTo>
                  <a:pt x="287" y="689"/>
                </a:lnTo>
                <a:lnTo>
                  <a:pt x="287" y="690"/>
                </a:lnTo>
                <a:lnTo>
                  <a:pt x="286" y="690"/>
                </a:lnTo>
                <a:lnTo>
                  <a:pt x="287" y="691"/>
                </a:lnTo>
                <a:lnTo>
                  <a:pt x="287" y="692"/>
                </a:lnTo>
                <a:lnTo>
                  <a:pt x="288" y="692"/>
                </a:lnTo>
                <a:lnTo>
                  <a:pt x="288" y="693"/>
                </a:lnTo>
                <a:lnTo>
                  <a:pt x="287" y="693"/>
                </a:lnTo>
                <a:lnTo>
                  <a:pt x="287" y="694"/>
                </a:lnTo>
                <a:lnTo>
                  <a:pt x="286" y="694"/>
                </a:lnTo>
                <a:lnTo>
                  <a:pt x="287" y="695"/>
                </a:lnTo>
                <a:lnTo>
                  <a:pt x="286" y="695"/>
                </a:lnTo>
                <a:lnTo>
                  <a:pt x="286" y="696"/>
                </a:lnTo>
                <a:lnTo>
                  <a:pt x="286" y="697"/>
                </a:lnTo>
                <a:lnTo>
                  <a:pt x="286" y="698"/>
                </a:lnTo>
                <a:lnTo>
                  <a:pt x="287" y="698"/>
                </a:lnTo>
                <a:lnTo>
                  <a:pt x="288" y="698"/>
                </a:lnTo>
                <a:lnTo>
                  <a:pt x="288" y="699"/>
                </a:lnTo>
                <a:lnTo>
                  <a:pt x="288" y="700"/>
                </a:lnTo>
                <a:lnTo>
                  <a:pt x="288" y="701"/>
                </a:lnTo>
                <a:lnTo>
                  <a:pt x="289" y="701"/>
                </a:lnTo>
                <a:lnTo>
                  <a:pt x="290" y="701"/>
                </a:lnTo>
                <a:lnTo>
                  <a:pt x="291" y="702"/>
                </a:lnTo>
                <a:lnTo>
                  <a:pt x="291" y="701"/>
                </a:lnTo>
                <a:lnTo>
                  <a:pt x="292" y="701"/>
                </a:lnTo>
                <a:lnTo>
                  <a:pt x="292" y="702"/>
                </a:lnTo>
                <a:lnTo>
                  <a:pt x="292" y="703"/>
                </a:lnTo>
                <a:lnTo>
                  <a:pt x="291" y="704"/>
                </a:lnTo>
                <a:lnTo>
                  <a:pt x="292" y="704"/>
                </a:lnTo>
                <a:lnTo>
                  <a:pt x="292" y="705"/>
                </a:lnTo>
                <a:lnTo>
                  <a:pt x="290" y="705"/>
                </a:lnTo>
                <a:lnTo>
                  <a:pt x="290" y="704"/>
                </a:lnTo>
                <a:lnTo>
                  <a:pt x="289" y="704"/>
                </a:lnTo>
                <a:lnTo>
                  <a:pt x="289" y="705"/>
                </a:lnTo>
                <a:lnTo>
                  <a:pt x="288" y="706"/>
                </a:lnTo>
                <a:lnTo>
                  <a:pt x="287" y="706"/>
                </a:lnTo>
                <a:lnTo>
                  <a:pt x="288" y="706"/>
                </a:lnTo>
                <a:lnTo>
                  <a:pt x="289" y="706"/>
                </a:lnTo>
                <a:lnTo>
                  <a:pt x="290" y="706"/>
                </a:lnTo>
                <a:lnTo>
                  <a:pt x="290" y="707"/>
                </a:lnTo>
                <a:lnTo>
                  <a:pt x="291" y="708"/>
                </a:lnTo>
                <a:lnTo>
                  <a:pt x="291" y="709"/>
                </a:lnTo>
                <a:lnTo>
                  <a:pt x="291" y="710"/>
                </a:lnTo>
                <a:lnTo>
                  <a:pt x="292" y="710"/>
                </a:lnTo>
                <a:lnTo>
                  <a:pt x="292" y="711"/>
                </a:lnTo>
                <a:lnTo>
                  <a:pt x="293" y="711"/>
                </a:lnTo>
                <a:lnTo>
                  <a:pt x="293" y="712"/>
                </a:lnTo>
                <a:lnTo>
                  <a:pt x="294" y="712"/>
                </a:lnTo>
                <a:lnTo>
                  <a:pt x="294" y="713"/>
                </a:lnTo>
                <a:lnTo>
                  <a:pt x="295" y="713"/>
                </a:lnTo>
                <a:lnTo>
                  <a:pt x="296" y="714"/>
                </a:lnTo>
                <a:lnTo>
                  <a:pt x="297" y="714"/>
                </a:lnTo>
                <a:lnTo>
                  <a:pt x="297" y="715"/>
                </a:lnTo>
                <a:lnTo>
                  <a:pt x="298" y="715"/>
                </a:lnTo>
                <a:lnTo>
                  <a:pt x="298" y="716"/>
                </a:lnTo>
                <a:lnTo>
                  <a:pt x="298" y="717"/>
                </a:lnTo>
                <a:lnTo>
                  <a:pt x="299" y="717"/>
                </a:lnTo>
                <a:lnTo>
                  <a:pt x="300" y="718"/>
                </a:lnTo>
                <a:lnTo>
                  <a:pt x="299" y="718"/>
                </a:lnTo>
                <a:lnTo>
                  <a:pt x="298" y="718"/>
                </a:lnTo>
                <a:lnTo>
                  <a:pt x="297" y="718"/>
                </a:lnTo>
                <a:lnTo>
                  <a:pt x="297" y="719"/>
                </a:lnTo>
                <a:lnTo>
                  <a:pt x="296" y="719"/>
                </a:lnTo>
                <a:lnTo>
                  <a:pt x="296" y="718"/>
                </a:lnTo>
                <a:lnTo>
                  <a:pt x="295" y="718"/>
                </a:lnTo>
                <a:lnTo>
                  <a:pt x="294" y="718"/>
                </a:lnTo>
                <a:lnTo>
                  <a:pt x="294" y="719"/>
                </a:lnTo>
                <a:lnTo>
                  <a:pt x="293" y="718"/>
                </a:lnTo>
                <a:lnTo>
                  <a:pt x="292" y="718"/>
                </a:lnTo>
                <a:lnTo>
                  <a:pt x="291" y="718"/>
                </a:lnTo>
                <a:lnTo>
                  <a:pt x="291" y="719"/>
                </a:lnTo>
                <a:lnTo>
                  <a:pt x="290" y="719"/>
                </a:lnTo>
                <a:lnTo>
                  <a:pt x="290" y="720"/>
                </a:lnTo>
                <a:lnTo>
                  <a:pt x="289" y="721"/>
                </a:lnTo>
                <a:lnTo>
                  <a:pt x="288" y="721"/>
                </a:lnTo>
                <a:lnTo>
                  <a:pt x="287" y="722"/>
                </a:lnTo>
                <a:lnTo>
                  <a:pt x="286" y="722"/>
                </a:lnTo>
                <a:lnTo>
                  <a:pt x="284" y="723"/>
                </a:lnTo>
                <a:lnTo>
                  <a:pt x="283" y="723"/>
                </a:lnTo>
                <a:lnTo>
                  <a:pt x="283" y="722"/>
                </a:lnTo>
                <a:lnTo>
                  <a:pt x="282" y="722"/>
                </a:lnTo>
                <a:lnTo>
                  <a:pt x="281" y="722"/>
                </a:lnTo>
                <a:lnTo>
                  <a:pt x="280" y="722"/>
                </a:lnTo>
                <a:lnTo>
                  <a:pt x="280" y="721"/>
                </a:lnTo>
                <a:lnTo>
                  <a:pt x="279" y="721"/>
                </a:lnTo>
                <a:lnTo>
                  <a:pt x="279" y="720"/>
                </a:lnTo>
                <a:lnTo>
                  <a:pt x="280" y="719"/>
                </a:lnTo>
                <a:lnTo>
                  <a:pt x="280" y="718"/>
                </a:lnTo>
                <a:lnTo>
                  <a:pt x="280" y="717"/>
                </a:lnTo>
                <a:lnTo>
                  <a:pt x="279" y="717"/>
                </a:lnTo>
                <a:lnTo>
                  <a:pt x="279" y="716"/>
                </a:lnTo>
                <a:lnTo>
                  <a:pt x="278" y="715"/>
                </a:lnTo>
                <a:lnTo>
                  <a:pt x="277" y="715"/>
                </a:lnTo>
                <a:lnTo>
                  <a:pt x="276" y="715"/>
                </a:lnTo>
                <a:lnTo>
                  <a:pt x="276" y="714"/>
                </a:lnTo>
                <a:lnTo>
                  <a:pt x="275" y="714"/>
                </a:lnTo>
                <a:lnTo>
                  <a:pt x="274" y="714"/>
                </a:lnTo>
                <a:lnTo>
                  <a:pt x="274" y="715"/>
                </a:lnTo>
                <a:lnTo>
                  <a:pt x="273" y="715"/>
                </a:lnTo>
                <a:lnTo>
                  <a:pt x="273" y="714"/>
                </a:lnTo>
                <a:lnTo>
                  <a:pt x="272" y="714"/>
                </a:lnTo>
                <a:lnTo>
                  <a:pt x="271" y="714"/>
                </a:lnTo>
                <a:lnTo>
                  <a:pt x="271" y="713"/>
                </a:lnTo>
                <a:lnTo>
                  <a:pt x="270" y="713"/>
                </a:lnTo>
                <a:lnTo>
                  <a:pt x="270" y="714"/>
                </a:lnTo>
                <a:lnTo>
                  <a:pt x="269" y="715"/>
                </a:lnTo>
                <a:lnTo>
                  <a:pt x="268" y="715"/>
                </a:lnTo>
                <a:lnTo>
                  <a:pt x="268" y="714"/>
                </a:lnTo>
                <a:lnTo>
                  <a:pt x="267" y="715"/>
                </a:lnTo>
                <a:lnTo>
                  <a:pt x="266" y="715"/>
                </a:lnTo>
                <a:lnTo>
                  <a:pt x="266" y="714"/>
                </a:lnTo>
                <a:lnTo>
                  <a:pt x="265" y="713"/>
                </a:lnTo>
                <a:lnTo>
                  <a:pt x="265" y="712"/>
                </a:lnTo>
                <a:lnTo>
                  <a:pt x="264" y="712"/>
                </a:lnTo>
                <a:lnTo>
                  <a:pt x="264" y="711"/>
                </a:lnTo>
                <a:lnTo>
                  <a:pt x="264" y="710"/>
                </a:lnTo>
                <a:lnTo>
                  <a:pt x="264" y="709"/>
                </a:lnTo>
                <a:lnTo>
                  <a:pt x="263" y="708"/>
                </a:lnTo>
                <a:lnTo>
                  <a:pt x="263" y="706"/>
                </a:lnTo>
                <a:lnTo>
                  <a:pt x="262" y="706"/>
                </a:lnTo>
                <a:lnTo>
                  <a:pt x="261" y="706"/>
                </a:lnTo>
                <a:lnTo>
                  <a:pt x="260" y="705"/>
                </a:lnTo>
                <a:lnTo>
                  <a:pt x="259" y="705"/>
                </a:lnTo>
                <a:lnTo>
                  <a:pt x="259" y="704"/>
                </a:lnTo>
                <a:lnTo>
                  <a:pt x="260" y="703"/>
                </a:lnTo>
                <a:lnTo>
                  <a:pt x="259" y="703"/>
                </a:lnTo>
                <a:lnTo>
                  <a:pt x="258" y="703"/>
                </a:lnTo>
                <a:lnTo>
                  <a:pt x="257" y="703"/>
                </a:lnTo>
                <a:lnTo>
                  <a:pt x="257" y="702"/>
                </a:lnTo>
                <a:lnTo>
                  <a:pt x="257" y="701"/>
                </a:lnTo>
                <a:lnTo>
                  <a:pt x="256" y="701"/>
                </a:lnTo>
                <a:lnTo>
                  <a:pt x="256" y="700"/>
                </a:lnTo>
                <a:lnTo>
                  <a:pt x="255" y="699"/>
                </a:lnTo>
                <a:lnTo>
                  <a:pt x="254" y="699"/>
                </a:lnTo>
                <a:lnTo>
                  <a:pt x="254" y="698"/>
                </a:lnTo>
                <a:lnTo>
                  <a:pt x="253" y="698"/>
                </a:lnTo>
                <a:lnTo>
                  <a:pt x="253" y="697"/>
                </a:lnTo>
                <a:lnTo>
                  <a:pt x="252" y="697"/>
                </a:lnTo>
                <a:lnTo>
                  <a:pt x="251" y="697"/>
                </a:lnTo>
                <a:lnTo>
                  <a:pt x="251" y="698"/>
                </a:lnTo>
                <a:lnTo>
                  <a:pt x="250" y="697"/>
                </a:lnTo>
                <a:lnTo>
                  <a:pt x="249" y="697"/>
                </a:lnTo>
                <a:lnTo>
                  <a:pt x="248" y="696"/>
                </a:lnTo>
                <a:lnTo>
                  <a:pt x="247" y="695"/>
                </a:lnTo>
                <a:lnTo>
                  <a:pt x="246" y="695"/>
                </a:lnTo>
                <a:lnTo>
                  <a:pt x="245" y="695"/>
                </a:lnTo>
                <a:lnTo>
                  <a:pt x="245" y="694"/>
                </a:lnTo>
                <a:lnTo>
                  <a:pt x="244" y="695"/>
                </a:lnTo>
                <a:lnTo>
                  <a:pt x="243" y="696"/>
                </a:lnTo>
                <a:lnTo>
                  <a:pt x="243" y="697"/>
                </a:lnTo>
                <a:lnTo>
                  <a:pt x="242" y="697"/>
                </a:lnTo>
                <a:lnTo>
                  <a:pt x="241" y="698"/>
                </a:lnTo>
                <a:lnTo>
                  <a:pt x="241" y="697"/>
                </a:lnTo>
                <a:lnTo>
                  <a:pt x="240" y="698"/>
                </a:lnTo>
                <a:lnTo>
                  <a:pt x="240" y="699"/>
                </a:lnTo>
                <a:lnTo>
                  <a:pt x="240" y="700"/>
                </a:lnTo>
                <a:lnTo>
                  <a:pt x="240" y="701"/>
                </a:lnTo>
                <a:lnTo>
                  <a:pt x="240" y="702"/>
                </a:lnTo>
                <a:lnTo>
                  <a:pt x="239" y="702"/>
                </a:lnTo>
                <a:lnTo>
                  <a:pt x="238" y="702"/>
                </a:lnTo>
                <a:lnTo>
                  <a:pt x="237" y="701"/>
                </a:lnTo>
                <a:lnTo>
                  <a:pt x="236" y="701"/>
                </a:lnTo>
                <a:lnTo>
                  <a:pt x="235" y="701"/>
                </a:lnTo>
                <a:lnTo>
                  <a:pt x="234" y="701"/>
                </a:lnTo>
                <a:lnTo>
                  <a:pt x="234" y="700"/>
                </a:lnTo>
                <a:lnTo>
                  <a:pt x="233" y="700"/>
                </a:lnTo>
                <a:lnTo>
                  <a:pt x="232" y="700"/>
                </a:lnTo>
                <a:lnTo>
                  <a:pt x="231" y="701"/>
                </a:lnTo>
                <a:lnTo>
                  <a:pt x="230" y="701"/>
                </a:lnTo>
                <a:lnTo>
                  <a:pt x="229" y="701"/>
                </a:lnTo>
                <a:lnTo>
                  <a:pt x="229" y="702"/>
                </a:lnTo>
                <a:lnTo>
                  <a:pt x="229" y="703"/>
                </a:lnTo>
                <a:lnTo>
                  <a:pt x="229" y="704"/>
                </a:lnTo>
                <a:lnTo>
                  <a:pt x="228" y="704"/>
                </a:lnTo>
                <a:lnTo>
                  <a:pt x="227" y="704"/>
                </a:lnTo>
                <a:lnTo>
                  <a:pt x="226" y="704"/>
                </a:lnTo>
                <a:lnTo>
                  <a:pt x="226" y="705"/>
                </a:lnTo>
                <a:lnTo>
                  <a:pt x="225" y="705"/>
                </a:lnTo>
                <a:lnTo>
                  <a:pt x="224" y="705"/>
                </a:lnTo>
                <a:lnTo>
                  <a:pt x="224" y="706"/>
                </a:lnTo>
                <a:lnTo>
                  <a:pt x="223" y="706"/>
                </a:lnTo>
                <a:lnTo>
                  <a:pt x="222" y="707"/>
                </a:lnTo>
                <a:lnTo>
                  <a:pt x="221" y="707"/>
                </a:lnTo>
                <a:lnTo>
                  <a:pt x="220" y="708"/>
                </a:lnTo>
                <a:lnTo>
                  <a:pt x="220" y="709"/>
                </a:lnTo>
                <a:lnTo>
                  <a:pt x="221" y="709"/>
                </a:lnTo>
                <a:lnTo>
                  <a:pt x="221" y="710"/>
                </a:lnTo>
                <a:lnTo>
                  <a:pt x="219" y="710"/>
                </a:lnTo>
                <a:lnTo>
                  <a:pt x="218" y="710"/>
                </a:lnTo>
                <a:lnTo>
                  <a:pt x="217" y="710"/>
                </a:lnTo>
                <a:lnTo>
                  <a:pt x="217" y="711"/>
                </a:lnTo>
                <a:lnTo>
                  <a:pt x="216" y="711"/>
                </a:lnTo>
                <a:lnTo>
                  <a:pt x="215" y="711"/>
                </a:lnTo>
                <a:lnTo>
                  <a:pt x="215" y="712"/>
                </a:lnTo>
                <a:lnTo>
                  <a:pt x="214" y="712"/>
                </a:lnTo>
                <a:lnTo>
                  <a:pt x="213" y="712"/>
                </a:lnTo>
                <a:lnTo>
                  <a:pt x="213" y="713"/>
                </a:lnTo>
                <a:lnTo>
                  <a:pt x="214" y="713"/>
                </a:lnTo>
                <a:lnTo>
                  <a:pt x="213" y="714"/>
                </a:lnTo>
                <a:lnTo>
                  <a:pt x="212" y="714"/>
                </a:lnTo>
                <a:lnTo>
                  <a:pt x="212" y="713"/>
                </a:lnTo>
                <a:lnTo>
                  <a:pt x="211" y="714"/>
                </a:lnTo>
                <a:lnTo>
                  <a:pt x="211" y="713"/>
                </a:lnTo>
                <a:lnTo>
                  <a:pt x="210" y="713"/>
                </a:lnTo>
                <a:lnTo>
                  <a:pt x="208" y="712"/>
                </a:lnTo>
                <a:lnTo>
                  <a:pt x="209" y="711"/>
                </a:lnTo>
                <a:lnTo>
                  <a:pt x="208" y="711"/>
                </a:lnTo>
                <a:lnTo>
                  <a:pt x="207" y="710"/>
                </a:lnTo>
                <a:lnTo>
                  <a:pt x="206" y="710"/>
                </a:lnTo>
                <a:lnTo>
                  <a:pt x="205" y="710"/>
                </a:lnTo>
                <a:lnTo>
                  <a:pt x="205" y="709"/>
                </a:lnTo>
                <a:lnTo>
                  <a:pt x="204" y="709"/>
                </a:lnTo>
                <a:lnTo>
                  <a:pt x="204" y="710"/>
                </a:lnTo>
                <a:lnTo>
                  <a:pt x="204" y="711"/>
                </a:lnTo>
                <a:lnTo>
                  <a:pt x="203" y="711"/>
                </a:lnTo>
                <a:lnTo>
                  <a:pt x="204" y="711"/>
                </a:lnTo>
                <a:lnTo>
                  <a:pt x="204" y="712"/>
                </a:lnTo>
                <a:lnTo>
                  <a:pt x="203" y="713"/>
                </a:lnTo>
                <a:lnTo>
                  <a:pt x="202" y="714"/>
                </a:lnTo>
                <a:lnTo>
                  <a:pt x="202" y="715"/>
                </a:lnTo>
                <a:lnTo>
                  <a:pt x="201" y="715"/>
                </a:lnTo>
                <a:lnTo>
                  <a:pt x="201" y="714"/>
                </a:lnTo>
                <a:lnTo>
                  <a:pt x="200" y="714"/>
                </a:lnTo>
                <a:lnTo>
                  <a:pt x="199" y="714"/>
                </a:lnTo>
                <a:lnTo>
                  <a:pt x="198" y="714"/>
                </a:lnTo>
                <a:lnTo>
                  <a:pt x="197" y="715"/>
                </a:lnTo>
                <a:lnTo>
                  <a:pt x="196" y="715"/>
                </a:lnTo>
                <a:lnTo>
                  <a:pt x="195" y="716"/>
                </a:lnTo>
                <a:lnTo>
                  <a:pt x="194" y="716"/>
                </a:lnTo>
                <a:lnTo>
                  <a:pt x="194" y="717"/>
                </a:lnTo>
                <a:lnTo>
                  <a:pt x="193" y="718"/>
                </a:lnTo>
                <a:lnTo>
                  <a:pt x="192" y="718"/>
                </a:lnTo>
                <a:lnTo>
                  <a:pt x="191" y="718"/>
                </a:lnTo>
                <a:lnTo>
                  <a:pt x="191" y="716"/>
                </a:lnTo>
                <a:lnTo>
                  <a:pt x="189" y="716"/>
                </a:lnTo>
                <a:lnTo>
                  <a:pt x="189" y="717"/>
                </a:lnTo>
                <a:lnTo>
                  <a:pt x="188" y="717"/>
                </a:lnTo>
                <a:lnTo>
                  <a:pt x="188" y="718"/>
                </a:lnTo>
                <a:lnTo>
                  <a:pt x="188" y="719"/>
                </a:lnTo>
                <a:lnTo>
                  <a:pt x="188" y="720"/>
                </a:lnTo>
                <a:lnTo>
                  <a:pt x="188" y="721"/>
                </a:lnTo>
                <a:lnTo>
                  <a:pt x="187" y="722"/>
                </a:lnTo>
                <a:lnTo>
                  <a:pt x="187" y="723"/>
                </a:lnTo>
                <a:lnTo>
                  <a:pt x="188" y="723"/>
                </a:lnTo>
                <a:lnTo>
                  <a:pt x="188" y="724"/>
                </a:lnTo>
                <a:lnTo>
                  <a:pt x="187" y="725"/>
                </a:lnTo>
                <a:lnTo>
                  <a:pt x="187" y="726"/>
                </a:lnTo>
                <a:lnTo>
                  <a:pt x="187" y="727"/>
                </a:lnTo>
                <a:lnTo>
                  <a:pt x="187" y="728"/>
                </a:lnTo>
                <a:lnTo>
                  <a:pt x="186" y="728"/>
                </a:lnTo>
                <a:lnTo>
                  <a:pt x="186" y="729"/>
                </a:lnTo>
                <a:lnTo>
                  <a:pt x="185" y="730"/>
                </a:lnTo>
                <a:lnTo>
                  <a:pt x="184" y="730"/>
                </a:lnTo>
                <a:lnTo>
                  <a:pt x="184" y="729"/>
                </a:lnTo>
                <a:lnTo>
                  <a:pt x="183" y="728"/>
                </a:lnTo>
                <a:lnTo>
                  <a:pt x="183" y="727"/>
                </a:lnTo>
                <a:lnTo>
                  <a:pt x="183" y="726"/>
                </a:lnTo>
                <a:lnTo>
                  <a:pt x="182" y="725"/>
                </a:lnTo>
                <a:lnTo>
                  <a:pt x="180" y="726"/>
                </a:lnTo>
                <a:lnTo>
                  <a:pt x="180" y="727"/>
                </a:lnTo>
                <a:lnTo>
                  <a:pt x="179" y="727"/>
                </a:lnTo>
                <a:lnTo>
                  <a:pt x="178" y="727"/>
                </a:lnTo>
                <a:lnTo>
                  <a:pt x="178" y="726"/>
                </a:lnTo>
                <a:lnTo>
                  <a:pt x="177" y="726"/>
                </a:lnTo>
                <a:lnTo>
                  <a:pt x="177" y="725"/>
                </a:lnTo>
                <a:lnTo>
                  <a:pt x="176" y="725"/>
                </a:lnTo>
                <a:lnTo>
                  <a:pt x="176" y="726"/>
                </a:lnTo>
                <a:lnTo>
                  <a:pt x="175" y="726"/>
                </a:lnTo>
                <a:lnTo>
                  <a:pt x="175" y="725"/>
                </a:lnTo>
                <a:lnTo>
                  <a:pt x="174" y="725"/>
                </a:lnTo>
                <a:lnTo>
                  <a:pt x="173" y="726"/>
                </a:lnTo>
                <a:lnTo>
                  <a:pt x="172" y="726"/>
                </a:lnTo>
                <a:lnTo>
                  <a:pt x="172" y="725"/>
                </a:lnTo>
                <a:lnTo>
                  <a:pt x="171" y="725"/>
                </a:lnTo>
                <a:lnTo>
                  <a:pt x="170" y="725"/>
                </a:lnTo>
                <a:lnTo>
                  <a:pt x="169" y="725"/>
                </a:lnTo>
                <a:lnTo>
                  <a:pt x="168" y="725"/>
                </a:lnTo>
                <a:lnTo>
                  <a:pt x="168" y="726"/>
                </a:lnTo>
                <a:lnTo>
                  <a:pt x="168" y="727"/>
                </a:lnTo>
                <a:lnTo>
                  <a:pt x="168" y="728"/>
                </a:lnTo>
                <a:lnTo>
                  <a:pt x="169" y="729"/>
                </a:lnTo>
                <a:lnTo>
                  <a:pt x="169" y="730"/>
                </a:lnTo>
                <a:lnTo>
                  <a:pt x="169" y="731"/>
                </a:lnTo>
                <a:lnTo>
                  <a:pt x="169" y="732"/>
                </a:lnTo>
                <a:lnTo>
                  <a:pt x="168" y="733"/>
                </a:lnTo>
                <a:lnTo>
                  <a:pt x="167" y="733"/>
                </a:lnTo>
                <a:lnTo>
                  <a:pt x="167" y="734"/>
                </a:lnTo>
                <a:lnTo>
                  <a:pt x="167" y="735"/>
                </a:lnTo>
                <a:lnTo>
                  <a:pt x="167" y="736"/>
                </a:lnTo>
                <a:lnTo>
                  <a:pt x="166" y="736"/>
                </a:lnTo>
                <a:lnTo>
                  <a:pt x="165" y="735"/>
                </a:lnTo>
                <a:lnTo>
                  <a:pt x="164" y="735"/>
                </a:lnTo>
                <a:lnTo>
                  <a:pt x="163" y="735"/>
                </a:lnTo>
                <a:lnTo>
                  <a:pt x="163" y="734"/>
                </a:lnTo>
                <a:lnTo>
                  <a:pt x="162" y="733"/>
                </a:lnTo>
                <a:lnTo>
                  <a:pt x="162" y="732"/>
                </a:lnTo>
                <a:lnTo>
                  <a:pt x="161" y="731"/>
                </a:lnTo>
                <a:lnTo>
                  <a:pt x="162" y="731"/>
                </a:lnTo>
                <a:lnTo>
                  <a:pt x="161" y="731"/>
                </a:lnTo>
                <a:lnTo>
                  <a:pt x="161" y="730"/>
                </a:lnTo>
                <a:lnTo>
                  <a:pt x="160" y="730"/>
                </a:lnTo>
                <a:lnTo>
                  <a:pt x="159" y="731"/>
                </a:lnTo>
                <a:lnTo>
                  <a:pt x="158" y="731"/>
                </a:lnTo>
                <a:lnTo>
                  <a:pt x="158" y="732"/>
                </a:lnTo>
                <a:lnTo>
                  <a:pt x="157" y="732"/>
                </a:lnTo>
                <a:lnTo>
                  <a:pt x="156" y="731"/>
                </a:lnTo>
                <a:lnTo>
                  <a:pt x="155" y="732"/>
                </a:lnTo>
                <a:lnTo>
                  <a:pt x="155" y="733"/>
                </a:lnTo>
                <a:lnTo>
                  <a:pt x="154" y="733"/>
                </a:lnTo>
                <a:lnTo>
                  <a:pt x="153" y="734"/>
                </a:lnTo>
                <a:lnTo>
                  <a:pt x="153" y="735"/>
                </a:lnTo>
                <a:lnTo>
                  <a:pt x="153" y="736"/>
                </a:lnTo>
                <a:lnTo>
                  <a:pt x="153" y="737"/>
                </a:lnTo>
                <a:lnTo>
                  <a:pt x="152" y="736"/>
                </a:lnTo>
                <a:lnTo>
                  <a:pt x="151" y="736"/>
                </a:lnTo>
                <a:lnTo>
                  <a:pt x="150" y="736"/>
                </a:lnTo>
                <a:lnTo>
                  <a:pt x="150" y="737"/>
                </a:lnTo>
                <a:lnTo>
                  <a:pt x="149" y="737"/>
                </a:lnTo>
                <a:lnTo>
                  <a:pt x="148" y="737"/>
                </a:lnTo>
                <a:lnTo>
                  <a:pt x="147" y="736"/>
                </a:lnTo>
                <a:lnTo>
                  <a:pt x="146" y="735"/>
                </a:lnTo>
                <a:lnTo>
                  <a:pt x="146" y="734"/>
                </a:lnTo>
                <a:lnTo>
                  <a:pt x="145" y="734"/>
                </a:lnTo>
                <a:lnTo>
                  <a:pt x="144" y="736"/>
                </a:lnTo>
                <a:lnTo>
                  <a:pt x="143" y="737"/>
                </a:lnTo>
                <a:lnTo>
                  <a:pt x="142" y="737"/>
                </a:lnTo>
                <a:lnTo>
                  <a:pt x="142" y="738"/>
                </a:lnTo>
                <a:lnTo>
                  <a:pt x="141" y="738"/>
                </a:lnTo>
                <a:lnTo>
                  <a:pt x="140" y="739"/>
                </a:lnTo>
                <a:lnTo>
                  <a:pt x="139" y="739"/>
                </a:lnTo>
                <a:lnTo>
                  <a:pt x="140" y="739"/>
                </a:lnTo>
                <a:lnTo>
                  <a:pt x="139" y="740"/>
                </a:lnTo>
                <a:lnTo>
                  <a:pt x="139" y="741"/>
                </a:lnTo>
                <a:lnTo>
                  <a:pt x="138" y="742"/>
                </a:lnTo>
                <a:lnTo>
                  <a:pt x="137" y="742"/>
                </a:lnTo>
                <a:lnTo>
                  <a:pt x="137" y="743"/>
                </a:lnTo>
                <a:lnTo>
                  <a:pt x="136" y="743"/>
                </a:lnTo>
                <a:lnTo>
                  <a:pt x="135" y="744"/>
                </a:lnTo>
                <a:lnTo>
                  <a:pt x="135" y="745"/>
                </a:lnTo>
                <a:lnTo>
                  <a:pt x="134" y="745"/>
                </a:lnTo>
                <a:lnTo>
                  <a:pt x="134" y="744"/>
                </a:lnTo>
                <a:lnTo>
                  <a:pt x="133" y="744"/>
                </a:lnTo>
                <a:lnTo>
                  <a:pt x="132" y="744"/>
                </a:lnTo>
                <a:lnTo>
                  <a:pt x="132" y="743"/>
                </a:lnTo>
                <a:lnTo>
                  <a:pt x="131" y="744"/>
                </a:lnTo>
                <a:lnTo>
                  <a:pt x="131" y="743"/>
                </a:lnTo>
                <a:lnTo>
                  <a:pt x="131" y="742"/>
                </a:lnTo>
                <a:lnTo>
                  <a:pt x="131" y="741"/>
                </a:lnTo>
                <a:lnTo>
                  <a:pt x="131" y="740"/>
                </a:lnTo>
                <a:lnTo>
                  <a:pt x="130" y="739"/>
                </a:lnTo>
                <a:lnTo>
                  <a:pt x="129" y="739"/>
                </a:lnTo>
                <a:lnTo>
                  <a:pt x="129" y="738"/>
                </a:lnTo>
                <a:lnTo>
                  <a:pt x="129" y="737"/>
                </a:lnTo>
                <a:lnTo>
                  <a:pt x="129" y="736"/>
                </a:lnTo>
                <a:lnTo>
                  <a:pt x="129" y="735"/>
                </a:lnTo>
                <a:lnTo>
                  <a:pt x="128" y="736"/>
                </a:lnTo>
                <a:lnTo>
                  <a:pt x="127" y="735"/>
                </a:lnTo>
                <a:lnTo>
                  <a:pt x="126" y="734"/>
                </a:lnTo>
                <a:lnTo>
                  <a:pt x="125" y="733"/>
                </a:lnTo>
                <a:lnTo>
                  <a:pt x="124" y="734"/>
                </a:lnTo>
                <a:lnTo>
                  <a:pt x="124" y="733"/>
                </a:lnTo>
                <a:lnTo>
                  <a:pt x="125" y="733"/>
                </a:lnTo>
                <a:lnTo>
                  <a:pt x="125" y="732"/>
                </a:lnTo>
                <a:lnTo>
                  <a:pt x="123" y="733"/>
                </a:lnTo>
                <a:lnTo>
                  <a:pt x="124" y="733"/>
                </a:lnTo>
                <a:lnTo>
                  <a:pt x="124" y="734"/>
                </a:lnTo>
                <a:lnTo>
                  <a:pt x="124" y="735"/>
                </a:lnTo>
                <a:lnTo>
                  <a:pt x="124" y="734"/>
                </a:lnTo>
                <a:lnTo>
                  <a:pt x="123" y="733"/>
                </a:lnTo>
                <a:lnTo>
                  <a:pt x="122" y="733"/>
                </a:lnTo>
                <a:lnTo>
                  <a:pt x="122" y="734"/>
                </a:lnTo>
                <a:lnTo>
                  <a:pt x="121" y="735"/>
                </a:lnTo>
                <a:lnTo>
                  <a:pt x="121" y="734"/>
                </a:lnTo>
                <a:lnTo>
                  <a:pt x="120" y="735"/>
                </a:lnTo>
                <a:lnTo>
                  <a:pt x="119" y="735"/>
                </a:lnTo>
                <a:lnTo>
                  <a:pt x="118" y="734"/>
                </a:lnTo>
                <a:lnTo>
                  <a:pt x="118" y="733"/>
                </a:lnTo>
                <a:lnTo>
                  <a:pt x="117" y="732"/>
                </a:lnTo>
                <a:lnTo>
                  <a:pt x="117" y="731"/>
                </a:lnTo>
                <a:lnTo>
                  <a:pt x="116" y="729"/>
                </a:lnTo>
                <a:lnTo>
                  <a:pt x="115" y="729"/>
                </a:lnTo>
                <a:lnTo>
                  <a:pt x="116" y="729"/>
                </a:lnTo>
                <a:lnTo>
                  <a:pt x="115" y="728"/>
                </a:lnTo>
                <a:lnTo>
                  <a:pt x="114" y="728"/>
                </a:lnTo>
                <a:lnTo>
                  <a:pt x="113" y="728"/>
                </a:lnTo>
                <a:lnTo>
                  <a:pt x="113" y="727"/>
                </a:lnTo>
                <a:lnTo>
                  <a:pt x="112" y="727"/>
                </a:lnTo>
                <a:lnTo>
                  <a:pt x="111" y="726"/>
                </a:lnTo>
                <a:lnTo>
                  <a:pt x="111" y="727"/>
                </a:lnTo>
                <a:lnTo>
                  <a:pt x="109" y="728"/>
                </a:lnTo>
                <a:lnTo>
                  <a:pt x="108" y="727"/>
                </a:lnTo>
                <a:lnTo>
                  <a:pt x="107" y="727"/>
                </a:lnTo>
                <a:lnTo>
                  <a:pt x="106" y="727"/>
                </a:lnTo>
                <a:lnTo>
                  <a:pt x="106" y="726"/>
                </a:lnTo>
                <a:lnTo>
                  <a:pt x="105" y="726"/>
                </a:lnTo>
                <a:lnTo>
                  <a:pt x="104" y="726"/>
                </a:lnTo>
                <a:lnTo>
                  <a:pt x="104" y="727"/>
                </a:lnTo>
                <a:lnTo>
                  <a:pt x="103" y="727"/>
                </a:lnTo>
                <a:lnTo>
                  <a:pt x="102" y="726"/>
                </a:lnTo>
                <a:lnTo>
                  <a:pt x="103" y="725"/>
                </a:lnTo>
                <a:lnTo>
                  <a:pt x="104" y="726"/>
                </a:lnTo>
                <a:lnTo>
                  <a:pt x="103" y="726"/>
                </a:lnTo>
                <a:lnTo>
                  <a:pt x="104" y="726"/>
                </a:lnTo>
                <a:lnTo>
                  <a:pt x="104" y="725"/>
                </a:lnTo>
                <a:lnTo>
                  <a:pt x="103" y="725"/>
                </a:lnTo>
                <a:lnTo>
                  <a:pt x="104" y="725"/>
                </a:lnTo>
                <a:lnTo>
                  <a:pt x="103" y="724"/>
                </a:lnTo>
                <a:lnTo>
                  <a:pt x="102" y="723"/>
                </a:lnTo>
                <a:lnTo>
                  <a:pt x="101" y="723"/>
                </a:lnTo>
                <a:lnTo>
                  <a:pt x="101" y="722"/>
                </a:lnTo>
                <a:lnTo>
                  <a:pt x="102" y="721"/>
                </a:lnTo>
                <a:lnTo>
                  <a:pt x="102" y="722"/>
                </a:lnTo>
                <a:lnTo>
                  <a:pt x="103" y="722"/>
                </a:lnTo>
                <a:lnTo>
                  <a:pt x="103" y="721"/>
                </a:lnTo>
                <a:lnTo>
                  <a:pt x="104" y="721"/>
                </a:lnTo>
                <a:lnTo>
                  <a:pt x="105" y="721"/>
                </a:lnTo>
                <a:lnTo>
                  <a:pt x="105" y="722"/>
                </a:lnTo>
                <a:lnTo>
                  <a:pt x="106" y="722"/>
                </a:lnTo>
                <a:lnTo>
                  <a:pt x="106" y="721"/>
                </a:lnTo>
                <a:lnTo>
                  <a:pt x="107" y="721"/>
                </a:lnTo>
                <a:lnTo>
                  <a:pt x="109" y="720"/>
                </a:lnTo>
                <a:lnTo>
                  <a:pt x="110" y="720"/>
                </a:lnTo>
                <a:lnTo>
                  <a:pt x="111" y="720"/>
                </a:lnTo>
                <a:lnTo>
                  <a:pt x="112" y="720"/>
                </a:lnTo>
                <a:lnTo>
                  <a:pt x="112" y="719"/>
                </a:lnTo>
                <a:lnTo>
                  <a:pt x="113" y="719"/>
                </a:lnTo>
                <a:lnTo>
                  <a:pt x="114" y="719"/>
                </a:lnTo>
                <a:lnTo>
                  <a:pt x="114" y="718"/>
                </a:lnTo>
                <a:lnTo>
                  <a:pt x="114" y="716"/>
                </a:lnTo>
                <a:lnTo>
                  <a:pt x="115" y="715"/>
                </a:lnTo>
                <a:lnTo>
                  <a:pt x="116" y="715"/>
                </a:lnTo>
                <a:lnTo>
                  <a:pt x="117" y="715"/>
                </a:lnTo>
                <a:lnTo>
                  <a:pt x="118" y="714"/>
                </a:lnTo>
                <a:lnTo>
                  <a:pt x="119" y="714"/>
                </a:lnTo>
                <a:lnTo>
                  <a:pt x="120" y="713"/>
                </a:lnTo>
                <a:lnTo>
                  <a:pt x="120" y="712"/>
                </a:lnTo>
                <a:lnTo>
                  <a:pt x="121" y="712"/>
                </a:lnTo>
                <a:lnTo>
                  <a:pt x="120" y="711"/>
                </a:lnTo>
                <a:lnTo>
                  <a:pt x="121" y="711"/>
                </a:lnTo>
                <a:lnTo>
                  <a:pt x="121" y="710"/>
                </a:lnTo>
                <a:lnTo>
                  <a:pt x="120" y="709"/>
                </a:lnTo>
                <a:lnTo>
                  <a:pt x="119" y="709"/>
                </a:lnTo>
                <a:lnTo>
                  <a:pt x="119" y="708"/>
                </a:lnTo>
                <a:lnTo>
                  <a:pt x="120" y="707"/>
                </a:lnTo>
                <a:lnTo>
                  <a:pt x="121" y="707"/>
                </a:lnTo>
                <a:lnTo>
                  <a:pt x="121" y="706"/>
                </a:lnTo>
                <a:lnTo>
                  <a:pt x="121" y="705"/>
                </a:lnTo>
                <a:lnTo>
                  <a:pt x="120" y="705"/>
                </a:lnTo>
                <a:lnTo>
                  <a:pt x="121" y="704"/>
                </a:lnTo>
                <a:lnTo>
                  <a:pt x="121" y="703"/>
                </a:lnTo>
                <a:lnTo>
                  <a:pt x="122" y="703"/>
                </a:lnTo>
                <a:lnTo>
                  <a:pt x="121" y="702"/>
                </a:lnTo>
                <a:lnTo>
                  <a:pt x="122" y="702"/>
                </a:lnTo>
                <a:lnTo>
                  <a:pt x="122" y="701"/>
                </a:lnTo>
                <a:lnTo>
                  <a:pt x="122" y="700"/>
                </a:lnTo>
                <a:lnTo>
                  <a:pt x="123" y="699"/>
                </a:lnTo>
                <a:lnTo>
                  <a:pt x="124" y="699"/>
                </a:lnTo>
                <a:lnTo>
                  <a:pt x="123" y="698"/>
                </a:lnTo>
                <a:lnTo>
                  <a:pt x="124" y="698"/>
                </a:lnTo>
                <a:lnTo>
                  <a:pt x="125" y="698"/>
                </a:lnTo>
                <a:lnTo>
                  <a:pt x="125" y="697"/>
                </a:lnTo>
                <a:lnTo>
                  <a:pt x="125" y="696"/>
                </a:lnTo>
                <a:lnTo>
                  <a:pt x="126" y="696"/>
                </a:lnTo>
                <a:lnTo>
                  <a:pt x="127" y="695"/>
                </a:lnTo>
                <a:lnTo>
                  <a:pt x="127" y="693"/>
                </a:lnTo>
                <a:lnTo>
                  <a:pt x="126" y="693"/>
                </a:lnTo>
                <a:lnTo>
                  <a:pt x="126" y="692"/>
                </a:lnTo>
                <a:lnTo>
                  <a:pt x="125" y="692"/>
                </a:lnTo>
                <a:lnTo>
                  <a:pt x="125" y="691"/>
                </a:lnTo>
                <a:lnTo>
                  <a:pt x="125" y="690"/>
                </a:lnTo>
                <a:lnTo>
                  <a:pt x="126" y="690"/>
                </a:lnTo>
                <a:lnTo>
                  <a:pt x="126" y="689"/>
                </a:lnTo>
                <a:lnTo>
                  <a:pt x="125" y="688"/>
                </a:lnTo>
                <a:lnTo>
                  <a:pt x="125" y="687"/>
                </a:lnTo>
                <a:lnTo>
                  <a:pt x="125" y="686"/>
                </a:lnTo>
                <a:lnTo>
                  <a:pt x="126" y="685"/>
                </a:lnTo>
                <a:lnTo>
                  <a:pt x="127" y="685"/>
                </a:lnTo>
                <a:lnTo>
                  <a:pt x="128" y="685"/>
                </a:lnTo>
                <a:lnTo>
                  <a:pt x="128" y="684"/>
                </a:lnTo>
                <a:lnTo>
                  <a:pt x="128" y="685"/>
                </a:lnTo>
                <a:lnTo>
                  <a:pt x="128" y="684"/>
                </a:lnTo>
                <a:lnTo>
                  <a:pt x="127" y="683"/>
                </a:lnTo>
                <a:lnTo>
                  <a:pt x="128" y="683"/>
                </a:lnTo>
                <a:lnTo>
                  <a:pt x="129" y="683"/>
                </a:lnTo>
                <a:lnTo>
                  <a:pt x="130" y="683"/>
                </a:lnTo>
                <a:lnTo>
                  <a:pt x="131" y="683"/>
                </a:lnTo>
                <a:lnTo>
                  <a:pt x="131" y="682"/>
                </a:lnTo>
                <a:lnTo>
                  <a:pt x="132" y="682"/>
                </a:lnTo>
                <a:lnTo>
                  <a:pt x="132" y="681"/>
                </a:lnTo>
                <a:lnTo>
                  <a:pt x="131" y="680"/>
                </a:lnTo>
                <a:lnTo>
                  <a:pt x="132" y="679"/>
                </a:lnTo>
                <a:lnTo>
                  <a:pt x="133" y="679"/>
                </a:lnTo>
                <a:lnTo>
                  <a:pt x="133" y="678"/>
                </a:lnTo>
                <a:lnTo>
                  <a:pt x="134" y="678"/>
                </a:lnTo>
                <a:lnTo>
                  <a:pt x="135" y="678"/>
                </a:lnTo>
                <a:lnTo>
                  <a:pt x="136" y="678"/>
                </a:lnTo>
                <a:lnTo>
                  <a:pt x="137" y="678"/>
                </a:lnTo>
                <a:lnTo>
                  <a:pt x="138" y="678"/>
                </a:lnTo>
                <a:lnTo>
                  <a:pt x="138" y="677"/>
                </a:lnTo>
                <a:lnTo>
                  <a:pt x="137" y="677"/>
                </a:lnTo>
                <a:lnTo>
                  <a:pt x="138" y="676"/>
                </a:lnTo>
                <a:lnTo>
                  <a:pt x="138" y="675"/>
                </a:lnTo>
                <a:lnTo>
                  <a:pt x="139" y="675"/>
                </a:lnTo>
                <a:lnTo>
                  <a:pt x="139" y="676"/>
                </a:lnTo>
                <a:lnTo>
                  <a:pt x="140" y="675"/>
                </a:lnTo>
                <a:lnTo>
                  <a:pt x="141" y="675"/>
                </a:lnTo>
                <a:lnTo>
                  <a:pt x="140" y="674"/>
                </a:lnTo>
                <a:lnTo>
                  <a:pt x="141" y="674"/>
                </a:lnTo>
                <a:lnTo>
                  <a:pt x="141" y="673"/>
                </a:lnTo>
                <a:lnTo>
                  <a:pt x="140" y="672"/>
                </a:lnTo>
                <a:lnTo>
                  <a:pt x="141" y="672"/>
                </a:lnTo>
                <a:lnTo>
                  <a:pt x="141" y="671"/>
                </a:lnTo>
                <a:lnTo>
                  <a:pt x="142" y="670"/>
                </a:lnTo>
                <a:lnTo>
                  <a:pt x="142" y="669"/>
                </a:lnTo>
                <a:lnTo>
                  <a:pt x="142" y="668"/>
                </a:lnTo>
                <a:lnTo>
                  <a:pt x="143" y="668"/>
                </a:lnTo>
                <a:lnTo>
                  <a:pt x="144" y="668"/>
                </a:lnTo>
                <a:lnTo>
                  <a:pt x="144" y="667"/>
                </a:lnTo>
                <a:lnTo>
                  <a:pt x="146" y="667"/>
                </a:lnTo>
                <a:lnTo>
                  <a:pt x="146" y="668"/>
                </a:lnTo>
                <a:lnTo>
                  <a:pt x="147" y="668"/>
                </a:lnTo>
                <a:lnTo>
                  <a:pt x="147" y="667"/>
                </a:lnTo>
                <a:lnTo>
                  <a:pt x="148" y="667"/>
                </a:lnTo>
                <a:lnTo>
                  <a:pt x="150" y="668"/>
                </a:lnTo>
                <a:lnTo>
                  <a:pt x="151" y="668"/>
                </a:lnTo>
                <a:lnTo>
                  <a:pt x="152" y="668"/>
                </a:lnTo>
                <a:lnTo>
                  <a:pt x="152" y="667"/>
                </a:lnTo>
                <a:lnTo>
                  <a:pt x="153" y="667"/>
                </a:lnTo>
                <a:lnTo>
                  <a:pt x="154" y="667"/>
                </a:lnTo>
                <a:lnTo>
                  <a:pt x="154" y="666"/>
                </a:lnTo>
                <a:lnTo>
                  <a:pt x="154" y="665"/>
                </a:lnTo>
                <a:lnTo>
                  <a:pt x="154" y="664"/>
                </a:lnTo>
                <a:lnTo>
                  <a:pt x="154" y="663"/>
                </a:lnTo>
                <a:lnTo>
                  <a:pt x="155" y="663"/>
                </a:lnTo>
                <a:lnTo>
                  <a:pt x="155" y="664"/>
                </a:lnTo>
                <a:lnTo>
                  <a:pt x="155" y="663"/>
                </a:lnTo>
                <a:lnTo>
                  <a:pt x="156" y="663"/>
                </a:lnTo>
                <a:lnTo>
                  <a:pt x="157" y="663"/>
                </a:lnTo>
                <a:lnTo>
                  <a:pt x="158" y="663"/>
                </a:lnTo>
                <a:lnTo>
                  <a:pt x="159" y="662"/>
                </a:lnTo>
                <a:lnTo>
                  <a:pt x="159" y="663"/>
                </a:lnTo>
                <a:lnTo>
                  <a:pt x="160" y="662"/>
                </a:lnTo>
                <a:lnTo>
                  <a:pt x="160" y="661"/>
                </a:lnTo>
                <a:lnTo>
                  <a:pt x="161" y="661"/>
                </a:lnTo>
                <a:lnTo>
                  <a:pt x="162" y="661"/>
                </a:lnTo>
                <a:lnTo>
                  <a:pt x="162" y="660"/>
                </a:lnTo>
                <a:lnTo>
                  <a:pt x="163" y="660"/>
                </a:lnTo>
                <a:lnTo>
                  <a:pt x="162" y="659"/>
                </a:lnTo>
                <a:lnTo>
                  <a:pt x="162" y="658"/>
                </a:lnTo>
                <a:lnTo>
                  <a:pt x="161" y="658"/>
                </a:lnTo>
                <a:lnTo>
                  <a:pt x="162" y="657"/>
                </a:lnTo>
                <a:lnTo>
                  <a:pt x="162" y="656"/>
                </a:lnTo>
                <a:lnTo>
                  <a:pt x="161" y="656"/>
                </a:lnTo>
                <a:lnTo>
                  <a:pt x="160" y="656"/>
                </a:lnTo>
                <a:lnTo>
                  <a:pt x="160" y="655"/>
                </a:lnTo>
                <a:lnTo>
                  <a:pt x="159" y="655"/>
                </a:lnTo>
                <a:lnTo>
                  <a:pt x="159" y="656"/>
                </a:lnTo>
                <a:lnTo>
                  <a:pt x="158" y="655"/>
                </a:lnTo>
                <a:lnTo>
                  <a:pt x="157" y="655"/>
                </a:lnTo>
                <a:lnTo>
                  <a:pt x="156" y="654"/>
                </a:lnTo>
                <a:lnTo>
                  <a:pt x="156" y="653"/>
                </a:lnTo>
                <a:lnTo>
                  <a:pt x="155" y="653"/>
                </a:lnTo>
                <a:lnTo>
                  <a:pt x="155" y="652"/>
                </a:lnTo>
                <a:lnTo>
                  <a:pt x="155" y="651"/>
                </a:lnTo>
                <a:lnTo>
                  <a:pt x="156" y="651"/>
                </a:lnTo>
                <a:lnTo>
                  <a:pt x="157" y="651"/>
                </a:lnTo>
                <a:lnTo>
                  <a:pt x="157" y="650"/>
                </a:lnTo>
                <a:lnTo>
                  <a:pt x="156" y="649"/>
                </a:lnTo>
                <a:lnTo>
                  <a:pt x="157" y="649"/>
                </a:lnTo>
                <a:lnTo>
                  <a:pt x="157" y="648"/>
                </a:lnTo>
                <a:lnTo>
                  <a:pt x="158" y="648"/>
                </a:lnTo>
                <a:lnTo>
                  <a:pt x="159" y="647"/>
                </a:lnTo>
                <a:lnTo>
                  <a:pt x="160" y="646"/>
                </a:lnTo>
                <a:lnTo>
                  <a:pt x="160" y="647"/>
                </a:lnTo>
                <a:lnTo>
                  <a:pt x="161" y="647"/>
                </a:lnTo>
                <a:lnTo>
                  <a:pt x="162" y="647"/>
                </a:lnTo>
                <a:lnTo>
                  <a:pt x="162" y="646"/>
                </a:lnTo>
                <a:lnTo>
                  <a:pt x="161" y="646"/>
                </a:lnTo>
                <a:lnTo>
                  <a:pt x="161" y="645"/>
                </a:lnTo>
                <a:lnTo>
                  <a:pt x="162" y="645"/>
                </a:lnTo>
                <a:lnTo>
                  <a:pt x="161" y="644"/>
                </a:lnTo>
                <a:lnTo>
                  <a:pt x="161" y="643"/>
                </a:lnTo>
                <a:lnTo>
                  <a:pt x="162" y="643"/>
                </a:lnTo>
                <a:lnTo>
                  <a:pt x="161" y="641"/>
                </a:lnTo>
                <a:lnTo>
                  <a:pt x="160" y="640"/>
                </a:lnTo>
                <a:lnTo>
                  <a:pt x="159" y="640"/>
                </a:lnTo>
                <a:lnTo>
                  <a:pt x="159" y="639"/>
                </a:lnTo>
                <a:lnTo>
                  <a:pt x="159" y="638"/>
                </a:lnTo>
                <a:lnTo>
                  <a:pt x="158" y="637"/>
                </a:lnTo>
                <a:lnTo>
                  <a:pt x="157" y="637"/>
                </a:lnTo>
                <a:lnTo>
                  <a:pt x="157" y="636"/>
                </a:lnTo>
                <a:lnTo>
                  <a:pt x="156" y="636"/>
                </a:lnTo>
                <a:lnTo>
                  <a:pt x="156" y="635"/>
                </a:lnTo>
                <a:lnTo>
                  <a:pt x="155" y="635"/>
                </a:lnTo>
                <a:lnTo>
                  <a:pt x="154" y="635"/>
                </a:lnTo>
                <a:lnTo>
                  <a:pt x="154" y="636"/>
                </a:lnTo>
                <a:lnTo>
                  <a:pt x="154" y="637"/>
                </a:lnTo>
                <a:lnTo>
                  <a:pt x="153" y="637"/>
                </a:lnTo>
                <a:lnTo>
                  <a:pt x="153" y="636"/>
                </a:lnTo>
                <a:lnTo>
                  <a:pt x="152" y="636"/>
                </a:lnTo>
                <a:lnTo>
                  <a:pt x="152" y="635"/>
                </a:lnTo>
                <a:lnTo>
                  <a:pt x="151" y="635"/>
                </a:lnTo>
                <a:lnTo>
                  <a:pt x="150" y="635"/>
                </a:lnTo>
                <a:lnTo>
                  <a:pt x="149" y="636"/>
                </a:lnTo>
                <a:lnTo>
                  <a:pt x="148" y="636"/>
                </a:lnTo>
                <a:lnTo>
                  <a:pt x="148" y="635"/>
                </a:lnTo>
                <a:lnTo>
                  <a:pt x="147" y="635"/>
                </a:lnTo>
                <a:lnTo>
                  <a:pt x="147" y="634"/>
                </a:lnTo>
                <a:lnTo>
                  <a:pt x="146" y="634"/>
                </a:lnTo>
                <a:lnTo>
                  <a:pt x="146" y="633"/>
                </a:lnTo>
                <a:lnTo>
                  <a:pt x="145" y="632"/>
                </a:lnTo>
                <a:lnTo>
                  <a:pt x="145" y="631"/>
                </a:lnTo>
                <a:lnTo>
                  <a:pt x="144" y="632"/>
                </a:lnTo>
                <a:lnTo>
                  <a:pt x="143" y="631"/>
                </a:lnTo>
                <a:lnTo>
                  <a:pt x="144" y="631"/>
                </a:lnTo>
                <a:lnTo>
                  <a:pt x="144" y="630"/>
                </a:lnTo>
                <a:lnTo>
                  <a:pt x="143" y="630"/>
                </a:lnTo>
                <a:lnTo>
                  <a:pt x="143" y="629"/>
                </a:lnTo>
                <a:lnTo>
                  <a:pt x="143" y="628"/>
                </a:lnTo>
                <a:lnTo>
                  <a:pt x="142" y="627"/>
                </a:lnTo>
                <a:lnTo>
                  <a:pt x="141" y="627"/>
                </a:lnTo>
                <a:lnTo>
                  <a:pt x="141" y="628"/>
                </a:lnTo>
                <a:lnTo>
                  <a:pt x="141" y="629"/>
                </a:lnTo>
                <a:lnTo>
                  <a:pt x="140" y="629"/>
                </a:lnTo>
                <a:lnTo>
                  <a:pt x="140" y="628"/>
                </a:lnTo>
                <a:lnTo>
                  <a:pt x="140" y="627"/>
                </a:lnTo>
                <a:lnTo>
                  <a:pt x="141" y="627"/>
                </a:lnTo>
                <a:lnTo>
                  <a:pt x="141" y="626"/>
                </a:lnTo>
                <a:lnTo>
                  <a:pt x="140" y="627"/>
                </a:lnTo>
                <a:lnTo>
                  <a:pt x="140" y="626"/>
                </a:lnTo>
                <a:lnTo>
                  <a:pt x="139" y="626"/>
                </a:lnTo>
                <a:lnTo>
                  <a:pt x="138" y="626"/>
                </a:lnTo>
                <a:lnTo>
                  <a:pt x="137" y="625"/>
                </a:lnTo>
                <a:lnTo>
                  <a:pt x="136" y="625"/>
                </a:lnTo>
                <a:lnTo>
                  <a:pt x="135" y="625"/>
                </a:lnTo>
                <a:lnTo>
                  <a:pt x="134" y="626"/>
                </a:lnTo>
                <a:lnTo>
                  <a:pt x="134" y="627"/>
                </a:lnTo>
                <a:lnTo>
                  <a:pt x="133" y="627"/>
                </a:lnTo>
                <a:lnTo>
                  <a:pt x="132" y="627"/>
                </a:lnTo>
                <a:lnTo>
                  <a:pt x="132" y="628"/>
                </a:lnTo>
                <a:lnTo>
                  <a:pt x="133" y="629"/>
                </a:lnTo>
                <a:lnTo>
                  <a:pt x="132" y="630"/>
                </a:lnTo>
                <a:lnTo>
                  <a:pt x="131" y="630"/>
                </a:lnTo>
                <a:lnTo>
                  <a:pt x="131" y="631"/>
                </a:lnTo>
                <a:lnTo>
                  <a:pt x="130" y="631"/>
                </a:lnTo>
                <a:lnTo>
                  <a:pt x="129" y="631"/>
                </a:lnTo>
                <a:lnTo>
                  <a:pt x="128" y="631"/>
                </a:lnTo>
                <a:lnTo>
                  <a:pt x="127" y="631"/>
                </a:lnTo>
                <a:lnTo>
                  <a:pt x="127" y="630"/>
                </a:lnTo>
                <a:lnTo>
                  <a:pt x="126" y="630"/>
                </a:lnTo>
                <a:lnTo>
                  <a:pt x="125" y="630"/>
                </a:lnTo>
                <a:lnTo>
                  <a:pt x="125" y="631"/>
                </a:lnTo>
                <a:lnTo>
                  <a:pt x="125" y="632"/>
                </a:lnTo>
                <a:lnTo>
                  <a:pt x="125" y="633"/>
                </a:lnTo>
                <a:lnTo>
                  <a:pt x="124" y="633"/>
                </a:lnTo>
                <a:lnTo>
                  <a:pt x="124" y="635"/>
                </a:lnTo>
                <a:lnTo>
                  <a:pt x="124" y="636"/>
                </a:lnTo>
                <a:lnTo>
                  <a:pt x="123" y="636"/>
                </a:lnTo>
                <a:lnTo>
                  <a:pt x="123" y="637"/>
                </a:lnTo>
                <a:lnTo>
                  <a:pt x="122" y="637"/>
                </a:lnTo>
                <a:lnTo>
                  <a:pt x="121" y="637"/>
                </a:lnTo>
                <a:lnTo>
                  <a:pt x="121" y="638"/>
                </a:lnTo>
                <a:lnTo>
                  <a:pt x="119" y="639"/>
                </a:lnTo>
                <a:lnTo>
                  <a:pt x="119" y="640"/>
                </a:lnTo>
                <a:lnTo>
                  <a:pt x="118" y="640"/>
                </a:lnTo>
                <a:lnTo>
                  <a:pt x="118" y="639"/>
                </a:lnTo>
                <a:lnTo>
                  <a:pt x="117" y="638"/>
                </a:lnTo>
                <a:lnTo>
                  <a:pt x="116" y="638"/>
                </a:lnTo>
                <a:lnTo>
                  <a:pt x="115" y="638"/>
                </a:lnTo>
                <a:lnTo>
                  <a:pt x="114" y="638"/>
                </a:lnTo>
                <a:lnTo>
                  <a:pt x="113" y="638"/>
                </a:lnTo>
                <a:lnTo>
                  <a:pt x="112" y="638"/>
                </a:lnTo>
                <a:lnTo>
                  <a:pt x="111" y="637"/>
                </a:lnTo>
                <a:lnTo>
                  <a:pt x="110" y="638"/>
                </a:lnTo>
                <a:lnTo>
                  <a:pt x="110" y="640"/>
                </a:lnTo>
                <a:lnTo>
                  <a:pt x="110" y="641"/>
                </a:lnTo>
                <a:lnTo>
                  <a:pt x="111" y="641"/>
                </a:lnTo>
                <a:lnTo>
                  <a:pt x="111" y="642"/>
                </a:lnTo>
                <a:lnTo>
                  <a:pt x="110" y="642"/>
                </a:lnTo>
                <a:lnTo>
                  <a:pt x="109" y="642"/>
                </a:lnTo>
                <a:lnTo>
                  <a:pt x="109" y="643"/>
                </a:lnTo>
                <a:lnTo>
                  <a:pt x="110" y="643"/>
                </a:lnTo>
                <a:lnTo>
                  <a:pt x="110" y="644"/>
                </a:lnTo>
                <a:lnTo>
                  <a:pt x="109" y="644"/>
                </a:lnTo>
                <a:lnTo>
                  <a:pt x="108" y="643"/>
                </a:lnTo>
                <a:lnTo>
                  <a:pt x="107" y="643"/>
                </a:lnTo>
                <a:lnTo>
                  <a:pt x="106" y="643"/>
                </a:lnTo>
                <a:lnTo>
                  <a:pt x="106" y="644"/>
                </a:lnTo>
                <a:lnTo>
                  <a:pt x="105" y="644"/>
                </a:lnTo>
                <a:lnTo>
                  <a:pt x="104" y="644"/>
                </a:lnTo>
                <a:lnTo>
                  <a:pt x="103" y="643"/>
                </a:lnTo>
                <a:lnTo>
                  <a:pt x="102" y="643"/>
                </a:lnTo>
                <a:lnTo>
                  <a:pt x="101" y="643"/>
                </a:lnTo>
                <a:lnTo>
                  <a:pt x="101" y="644"/>
                </a:lnTo>
                <a:lnTo>
                  <a:pt x="100" y="643"/>
                </a:lnTo>
                <a:lnTo>
                  <a:pt x="99" y="643"/>
                </a:lnTo>
                <a:lnTo>
                  <a:pt x="99" y="644"/>
                </a:lnTo>
                <a:lnTo>
                  <a:pt x="98" y="644"/>
                </a:lnTo>
                <a:lnTo>
                  <a:pt x="98" y="643"/>
                </a:lnTo>
                <a:lnTo>
                  <a:pt x="98" y="642"/>
                </a:lnTo>
                <a:lnTo>
                  <a:pt x="97" y="641"/>
                </a:lnTo>
                <a:lnTo>
                  <a:pt x="96" y="642"/>
                </a:lnTo>
                <a:lnTo>
                  <a:pt x="96" y="643"/>
                </a:lnTo>
                <a:lnTo>
                  <a:pt x="95" y="643"/>
                </a:lnTo>
                <a:lnTo>
                  <a:pt x="94" y="643"/>
                </a:lnTo>
                <a:lnTo>
                  <a:pt x="94" y="642"/>
                </a:lnTo>
                <a:lnTo>
                  <a:pt x="93" y="642"/>
                </a:lnTo>
                <a:lnTo>
                  <a:pt x="92" y="642"/>
                </a:lnTo>
                <a:lnTo>
                  <a:pt x="92" y="643"/>
                </a:lnTo>
                <a:lnTo>
                  <a:pt x="91" y="643"/>
                </a:lnTo>
                <a:lnTo>
                  <a:pt x="89" y="644"/>
                </a:lnTo>
                <a:lnTo>
                  <a:pt x="88" y="644"/>
                </a:lnTo>
                <a:lnTo>
                  <a:pt x="87" y="645"/>
                </a:lnTo>
                <a:lnTo>
                  <a:pt x="86" y="645"/>
                </a:lnTo>
                <a:lnTo>
                  <a:pt x="86" y="646"/>
                </a:lnTo>
                <a:lnTo>
                  <a:pt x="85" y="647"/>
                </a:lnTo>
                <a:lnTo>
                  <a:pt x="85" y="648"/>
                </a:lnTo>
                <a:lnTo>
                  <a:pt x="84" y="648"/>
                </a:lnTo>
                <a:lnTo>
                  <a:pt x="83" y="648"/>
                </a:lnTo>
                <a:lnTo>
                  <a:pt x="82" y="648"/>
                </a:lnTo>
                <a:lnTo>
                  <a:pt x="81" y="648"/>
                </a:lnTo>
                <a:lnTo>
                  <a:pt x="81" y="649"/>
                </a:lnTo>
                <a:lnTo>
                  <a:pt x="80" y="650"/>
                </a:lnTo>
                <a:lnTo>
                  <a:pt x="80" y="651"/>
                </a:lnTo>
                <a:lnTo>
                  <a:pt x="79" y="652"/>
                </a:lnTo>
                <a:lnTo>
                  <a:pt x="79" y="651"/>
                </a:lnTo>
                <a:lnTo>
                  <a:pt x="78" y="651"/>
                </a:lnTo>
                <a:lnTo>
                  <a:pt x="79" y="650"/>
                </a:lnTo>
                <a:lnTo>
                  <a:pt x="78" y="650"/>
                </a:lnTo>
                <a:lnTo>
                  <a:pt x="78" y="649"/>
                </a:lnTo>
                <a:lnTo>
                  <a:pt x="77" y="649"/>
                </a:lnTo>
                <a:lnTo>
                  <a:pt x="77" y="648"/>
                </a:lnTo>
                <a:lnTo>
                  <a:pt x="78" y="648"/>
                </a:lnTo>
                <a:lnTo>
                  <a:pt x="78" y="647"/>
                </a:lnTo>
                <a:lnTo>
                  <a:pt x="78" y="646"/>
                </a:lnTo>
                <a:lnTo>
                  <a:pt x="78" y="645"/>
                </a:lnTo>
                <a:lnTo>
                  <a:pt x="78" y="644"/>
                </a:lnTo>
                <a:lnTo>
                  <a:pt x="79" y="644"/>
                </a:lnTo>
                <a:lnTo>
                  <a:pt x="80" y="644"/>
                </a:lnTo>
                <a:lnTo>
                  <a:pt x="81" y="644"/>
                </a:lnTo>
                <a:lnTo>
                  <a:pt x="80" y="643"/>
                </a:lnTo>
                <a:lnTo>
                  <a:pt x="79" y="643"/>
                </a:lnTo>
                <a:lnTo>
                  <a:pt x="78" y="643"/>
                </a:lnTo>
                <a:lnTo>
                  <a:pt x="77" y="641"/>
                </a:lnTo>
                <a:lnTo>
                  <a:pt x="78" y="641"/>
                </a:lnTo>
                <a:lnTo>
                  <a:pt x="79" y="640"/>
                </a:lnTo>
                <a:lnTo>
                  <a:pt x="79" y="639"/>
                </a:lnTo>
                <a:lnTo>
                  <a:pt x="79" y="638"/>
                </a:lnTo>
                <a:lnTo>
                  <a:pt x="78" y="638"/>
                </a:lnTo>
                <a:lnTo>
                  <a:pt x="78" y="637"/>
                </a:lnTo>
                <a:lnTo>
                  <a:pt x="79" y="637"/>
                </a:lnTo>
                <a:lnTo>
                  <a:pt x="78" y="636"/>
                </a:lnTo>
                <a:lnTo>
                  <a:pt x="77" y="636"/>
                </a:lnTo>
                <a:lnTo>
                  <a:pt x="78" y="635"/>
                </a:lnTo>
                <a:lnTo>
                  <a:pt x="78" y="634"/>
                </a:lnTo>
                <a:lnTo>
                  <a:pt x="79" y="634"/>
                </a:lnTo>
                <a:lnTo>
                  <a:pt x="78" y="634"/>
                </a:lnTo>
                <a:lnTo>
                  <a:pt x="78" y="633"/>
                </a:lnTo>
                <a:lnTo>
                  <a:pt x="78" y="634"/>
                </a:lnTo>
                <a:lnTo>
                  <a:pt x="77" y="634"/>
                </a:lnTo>
                <a:lnTo>
                  <a:pt x="76" y="635"/>
                </a:lnTo>
                <a:lnTo>
                  <a:pt x="75" y="635"/>
                </a:lnTo>
                <a:lnTo>
                  <a:pt x="75" y="634"/>
                </a:lnTo>
                <a:lnTo>
                  <a:pt x="74" y="633"/>
                </a:lnTo>
                <a:lnTo>
                  <a:pt x="72" y="633"/>
                </a:lnTo>
                <a:lnTo>
                  <a:pt x="71" y="632"/>
                </a:lnTo>
                <a:lnTo>
                  <a:pt x="71" y="631"/>
                </a:lnTo>
                <a:lnTo>
                  <a:pt x="72" y="631"/>
                </a:lnTo>
                <a:lnTo>
                  <a:pt x="72" y="630"/>
                </a:lnTo>
                <a:lnTo>
                  <a:pt x="73" y="629"/>
                </a:lnTo>
                <a:lnTo>
                  <a:pt x="74" y="628"/>
                </a:lnTo>
                <a:lnTo>
                  <a:pt x="73" y="628"/>
                </a:lnTo>
                <a:lnTo>
                  <a:pt x="73" y="627"/>
                </a:lnTo>
                <a:lnTo>
                  <a:pt x="72" y="627"/>
                </a:lnTo>
                <a:lnTo>
                  <a:pt x="72" y="628"/>
                </a:lnTo>
                <a:lnTo>
                  <a:pt x="70" y="627"/>
                </a:lnTo>
                <a:lnTo>
                  <a:pt x="68" y="626"/>
                </a:lnTo>
                <a:lnTo>
                  <a:pt x="68" y="627"/>
                </a:lnTo>
                <a:lnTo>
                  <a:pt x="68" y="628"/>
                </a:lnTo>
                <a:lnTo>
                  <a:pt x="67" y="628"/>
                </a:lnTo>
                <a:lnTo>
                  <a:pt x="66" y="628"/>
                </a:lnTo>
                <a:lnTo>
                  <a:pt x="66" y="627"/>
                </a:lnTo>
                <a:lnTo>
                  <a:pt x="66" y="626"/>
                </a:lnTo>
                <a:lnTo>
                  <a:pt x="66" y="625"/>
                </a:lnTo>
                <a:lnTo>
                  <a:pt x="67" y="624"/>
                </a:lnTo>
                <a:lnTo>
                  <a:pt x="68" y="623"/>
                </a:lnTo>
                <a:lnTo>
                  <a:pt x="68" y="622"/>
                </a:lnTo>
                <a:lnTo>
                  <a:pt x="67" y="622"/>
                </a:lnTo>
                <a:lnTo>
                  <a:pt x="66" y="620"/>
                </a:lnTo>
                <a:lnTo>
                  <a:pt x="67" y="620"/>
                </a:lnTo>
                <a:lnTo>
                  <a:pt x="67" y="619"/>
                </a:lnTo>
                <a:lnTo>
                  <a:pt x="67" y="618"/>
                </a:lnTo>
                <a:lnTo>
                  <a:pt x="67" y="617"/>
                </a:lnTo>
                <a:lnTo>
                  <a:pt x="68" y="617"/>
                </a:lnTo>
                <a:lnTo>
                  <a:pt x="68" y="616"/>
                </a:lnTo>
                <a:lnTo>
                  <a:pt x="68" y="617"/>
                </a:lnTo>
                <a:lnTo>
                  <a:pt x="69" y="617"/>
                </a:lnTo>
                <a:lnTo>
                  <a:pt x="70" y="617"/>
                </a:lnTo>
                <a:lnTo>
                  <a:pt x="70" y="616"/>
                </a:lnTo>
                <a:lnTo>
                  <a:pt x="70" y="613"/>
                </a:lnTo>
                <a:lnTo>
                  <a:pt x="71" y="613"/>
                </a:lnTo>
                <a:lnTo>
                  <a:pt x="71" y="612"/>
                </a:lnTo>
                <a:lnTo>
                  <a:pt x="70" y="612"/>
                </a:lnTo>
                <a:lnTo>
                  <a:pt x="69" y="612"/>
                </a:lnTo>
                <a:lnTo>
                  <a:pt x="69" y="611"/>
                </a:lnTo>
                <a:lnTo>
                  <a:pt x="69" y="610"/>
                </a:lnTo>
                <a:lnTo>
                  <a:pt x="69" y="608"/>
                </a:lnTo>
                <a:lnTo>
                  <a:pt x="69" y="607"/>
                </a:lnTo>
                <a:lnTo>
                  <a:pt x="68" y="607"/>
                </a:lnTo>
                <a:lnTo>
                  <a:pt x="66" y="607"/>
                </a:lnTo>
                <a:lnTo>
                  <a:pt x="65" y="605"/>
                </a:lnTo>
                <a:lnTo>
                  <a:pt x="65" y="604"/>
                </a:lnTo>
                <a:lnTo>
                  <a:pt x="65" y="603"/>
                </a:lnTo>
                <a:lnTo>
                  <a:pt x="64" y="601"/>
                </a:lnTo>
                <a:lnTo>
                  <a:pt x="63" y="600"/>
                </a:lnTo>
                <a:lnTo>
                  <a:pt x="62" y="599"/>
                </a:lnTo>
                <a:lnTo>
                  <a:pt x="62" y="598"/>
                </a:lnTo>
                <a:lnTo>
                  <a:pt x="62" y="597"/>
                </a:lnTo>
                <a:lnTo>
                  <a:pt x="61" y="596"/>
                </a:lnTo>
                <a:lnTo>
                  <a:pt x="60" y="594"/>
                </a:lnTo>
                <a:lnTo>
                  <a:pt x="60" y="593"/>
                </a:lnTo>
                <a:lnTo>
                  <a:pt x="60" y="592"/>
                </a:lnTo>
                <a:lnTo>
                  <a:pt x="60" y="590"/>
                </a:lnTo>
                <a:lnTo>
                  <a:pt x="61" y="589"/>
                </a:lnTo>
                <a:lnTo>
                  <a:pt x="63" y="587"/>
                </a:lnTo>
                <a:lnTo>
                  <a:pt x="64" y="586"/>
                </a:lnTo>
                <a:lnTo>
                  <a:pt x="64" y="585"/>
                </a:lnTo>
                <a:lnTo>
                  <a:pt x="64" y="584"/>
                </a:lnTo>
                <a:lnTo>
                  <a:pt x="64" y="583"/>
                </a:lnTo>
                <a:lnTo>
                  <a:pt x="64" y="582"/>
                </a:lnTo>
                <a:lnTo>
                  <a:pt x="65" y="582"/>
                </a:lnTo>
                <a:lnTo>
                  <a:pt x="65" y="581"/>
                </a:lnTo>
                <a:lnTo>
                  <a:pt x="65" y="580"/>
                </a:lnTo>
                <a:lnTo>
                  <a:pt x="65" y="579"/>
                </a:lnTo>
                <a:lnTo>
                  <a:pt x="65" y="578"/>
                </a:lnTo>
                <a:lnTo>
                  <a:pt x="65" y="577"/>
                </a:lnTo>
                <a:lnTo>
                  <a:pt x="66" y="575"/>
                </a:lnTo>
                <a:lnTo>
                  <a:pt x="67" y="575"/>
                </a:lnTo>
                <a:lnTo>
                  <a:pt x="67" y="574"/>
                </a:lnTo>
                <a:lnTo>
                  <a:pt x="68" y="573"/>
                </a:lnTo>
                <a:lnTo>
                  <a:pt x="69" y="573"/>
                </a:lnTo>
                <a:lnTo>
                  <a:pt x="69" y="572"/>
                </a:lnTo>
                <a:lnTo>
                  <a:pt x="69" y="571"/>
                </a:lnTo>
                <a:lnTo>
                  <a:pt x="70" y="570"/>
                </a:lnTo>
                <a:lnTo>
                  <a:pt x="71" y="570"/>
                </a:lnTo>
                <a:lnTo>
                  <a:pt x="71" y="569"/>
                </a:lnTo>
                <a:lnTo>
                  <a:pt x="70" y="568"/>
                </a:lnTo>
                <a:lnTo>
                  <a:pt x="70" y="567"/>
                </a:lnTo>
                <a:lnTo>
                  <a:pt x="70" y="566"/>
                </a:lnTo>
                <a:lnTo>
                  <a:pt x="70" y="565"/>
                </a:lnTo>
                <a:lnTo>
                  <a:pt x="71" y="564"/>
                </a:lnTo>
                <a:lnTo>
                  <a:pt x="71" y="563"/>
                </a:lnTo>
                <a:lnTo>
                  <a:pt x="70" y="563"/>
                </a:lnTo>
                <a:lnTo>
                  <a:pt x="70" y="562"/>
                </a:lnTo>
                <a:lnTo>
                  <a:pt x="69" y="562"/>
                </a:lnTo>
                <a:lnTo>
                  <a:pt x="70" y="561"/>
                </a:lnTo>
                <a:lnTo>
                  <a:pt x="69" y="561"/>
                </a:lnTo>
                <a:lnTo>
                  <a:pt x="69" y="560"/>
                </a:lnTo>
                <a:lnTo>
                  <a:pt x="69" y="559"/>
                </a:lnTo>
                <a:lnTo>
                  <a:pt x="70" y="559"/>
                </a:lnTo>
                <a:lnTo>
                  <a:pt x="70" y="558"/>
                </a:lnTo>
                <a:lnTo>
                  <a:pt x="70" y="557"/>
                </a:lnTo>
                <a:lnTo>
                  <a:pt x="69" y="557"/>
                </a:lnTo>
                <a:lnTo>
                  <a:pt x="68" y="557"/>
                </a:lnTo>
                <a:lnTo>
                  <a:pt x="68" y="556"/>
                </a:lnTo>
                <a:lnTo>
                  <a:pt x="67" y="556"/>
                </a:lnTo>
                <a:lnTo>
                  <a:pt x="67" y="554"/>
                </a:lnTo>
                <a:lnTo>
                  <a:pt x="68" y="554"/>
                </a:lnTo>
                <a:lnTo>
                  <a:pt x="68" y="553"/>
                </a:lnTo>
                <a:lnTo>
                  <a:pt x="68" y="552"/>
                </a:lnTo>
                <a:lnTo>
                  <a:pt x="69" y="552"/>
                </a:lnTo>
                <a:lnTo>
                  <a:pt x="70" y="551"/>
                </a:lnTo>
                <a:lnTo>
                  <a:pt x="70" y="550"/>
                </a:lnTo>
                <a:lnTo>
                  <a:pt x="70" y="549"/>
                </a:lnTo>
                <a:lnTo>
                  <a:pt x="70" y="548"/>
                </a:lnTo>
                <a:lnTo>
                  <a:pt x="70" y="547"/>
                </a:lnTo>
                <a:lnTo>
                  <a:pt x="71" y="546"/>
                </a:lnTo>
                <a:lnTo>
                  <a:pt x="71" y="545"/>
                </a:lnTo>
                <a:lnTo>
                  <a:pt x="71" y="546"/>
                </a:lnTo>
                <a:lnTo>
                  <a:pt x="72" y="546"/>
                </a:lnTo>
                <a:lnTo>
                  <a:pt x="73" y="545"/>
                </a:lnTo>
                <a:lnTo>
                  <a:pt x="74" y="545"/>
                </a:lnTo>
                <a:lnTo>
                  <a:pt x="75" y="546"/>
                </a:lnTo>
                <a:lnTo>
                  <a:pt x="76" y="546"/>
                </a:lnTo>
                <a:lnTo>
                  <a:pt x="78" y="546"/>
                </a:lnTo>
                <a:lnTo>
                  <a:pt x="79" y="545"/>
                </a:lnTo>
                <a:lnTo>
                  <a:pt x="79" y="544"/>
                </a:lnTo>
                <a:lnTo>
                  <a:pt x="79" y="543"/>
                </a:lnTo>
                <a:lnTo>
                  <a:pt x="78" y="543"/>
                </a:lnTo>
                <a:lnTo>
                  <a:pt x="78" y="542"/>
                </a:lnTo>
                <a:lnTo>
                  <a:pt x="80" y="541"/>
                </a:lnTo>
                <a:lnTo>
                  <a:pt x="81" y="541"/>
                </a:lnTo>
                <a:lnTo>
                  <a:pt x="82" y="540"/>
                </a:lnTo>
                <a:lnTo>
                  <a:pt x="83" y="540"/>
                </a:lnTo>
                <a:lnTo>
                  <a:pt x="84" y="539"/>
                </a:lnTo>
                <a:lnTo>
                  <a:pt x="85" y="539"/>
                </a:lnTo>
                <a:lnTo>
                  <a:pt x="86" y="539"/>
                </a:lnTo>
                <a:lnTo>
                  <a:pt x="87" y="539"/>
                </a:lnTo>
                <a:lnTo>
                  <a:pt x="88" y="538"/>
                </a:lnTo>
                <a:lnTo>
                  <a:pt x="88" y="537"/>
                </a:lnTo>
                <a:lnTo>
                  <a:pt x="89" y="537"/>
                </a:lnTo>
                <a:lnTo>
                  <a:pt x="89" y="536"/>
                </a:lnTo>
                <a:lnTo>
                  <a:pt x="90" y="536"/>
                </a:lnTo>
                <a:lnTo>
                  <a:pt x="90" y="535"/>
                </a:lnTo>
                <a:lnTo>
                  <a:pt x="91" y="535"/>
                </a:lnTo>
                <a:lnTo>
                  <a:pt x="91" y="534"/>
                </a:lnTo>
                <a:lnTo>
                  <a:pt x="92" y="534"/>
                </a:lnTo>
                <a:lnTo>
                  <a:pt x="92" y="533"/>
                </a:lnTo>
                <a:lnTo>
                  <a:pt x="91" y="533"/>
                </a:lnTo>
                <a:lnTo>
                  <a:pt x="90" y="533"/>
                </a:lnTo>
                <a:lnTo>
                  <a:pt x="89" y="532"/>
                </a:lnTo>
                <a:lnTo>
                  <a:pt x="90" y="532"/>
                </a:lnTo>
                <a:lnTo>
                  <a:pt x="90" y="531"/>
                </a:lnTo>
                <a:lnTo>
                  <a:pt x="91" y="530"/>
                </a:lnTo>
                <a:lnTo>
                  <a:pt x="90" y="530"/>
                </a:lnTo>
                <a:lnTo>
                  <a:pt x="89" y="530"/>
                </a:lnTo>
                <a:lnTo>
                  <a:pt x="89" y="529"/>
                </a:lnTo>
                <a:lnTo>
                  <a:pt x="89" y="528"/>
                </a:lnTo>
                <a:lnTo>
                  <a:pt x="88" y="528"/>
                </a:lnTo>
                <a:lnTo>
                  <a:pt x="87" y="528"/>
                </a:lnTo>
                <a:lnTo>
                  <a:pt x="86" y="529"/>
                </a:lnTo>
                <a:lnTo>
                  <a:pt x="85" y="528"/>
                </a:lnTo>
                <a:lnTo>
                  <a:pt x="85" y="527"/>
                </a:lnTo>
                <a:lnTo>
                  <a:pt x="84" y="527"/>
                </a:lnTo>
                <a:lnTo>
                  <a:pt x="83" y="527"/>
                </a:lnTo>
                <a:lnTo>
                  <a:pt x="82" y="528"/>
                </a:lnTo>
                <a:lnTo>
                  <a:pt x="81" y="529"/>
                </a:lnTo>
                <a:lnTo>
                  <a:pt x="81" y="528"/>
                </a:lnTo>
                <a:lnTo>
                  <a:pt x="80" y="529"/>
                </a:lnTo>
                <a:lnTo>
                  <a:pt x="79" y="530"/>
                </a:lnTo>
                <a:lnTo>
                  <a:pt x="78" y="530"/>
                </a:lnTo>
                <a:lnTo>
                  <a:pt x="77" y="530"/>
                </a:lnTo>
                <a:lnTo>
                  <a:pt x="77" y="531"/>
                </a:lnTo>
                <a:lnTo>
                  <a:pt x="76" y="531"/>
                </a:lnTo>
                <a:lnTo>
                  <a:pt x="76" y="532"/>
                </a:lnTo>
                <a:lnTo>
                  <a:pt x="75" y="533"/>
                </a:lnTo>
                <a:lnTo>
                  <a:pt x="75" y="534"/>
                </a:lnTo>
                <a:lnTo>
                  <a:pt x="73" y="534"/>
                </a:lnTo>
                <a:lnTo>
                  <a:pt x="72" y="534"/>
                </a:lnTo>
                <a:lnTo>
                  <a:pt x="71" y="535"/>
                </a:lnTo>
                <a:lnTo>
                  <a:pt x="71" y="534"/>
                </a:lnTo>
                <a:lnTo>
                  <a:pt x="71" y="533"/>
                </a:lnTo>
                <a:lnTo>
                  <a:pt x="71" y="532"/>
                </a:lnTo>
                <a:lnTo>
                  <a:pt x="70" y="532"/>
                </a:lnTo>
                <a:lnTo>
                  <a:pt x="69" y="532"/>
                </a:lnTo>
                <a:lnTo>
                  <a:pt x="68" y="532"/>
                </a:lnTo>
                <a:lnTo>
                  <a:pt x="68" y="533"/>
                </a:lnTo>
                <a:lnTo>
                  <a:pt x="67" y="533"/>
                </a:lnTo>
                <a:lnTo>
                  <a:pt x="66" y="533"/>
                </a:lnTo>
                <a:lnTo>
                  <a:pt x="66" y="532"/>
                </a:lnTo>
                <a:lnTo>
                  <a:pt x="65" y="533"/>
                </a:lnTo>
                <a:lnTo>
                  <a:pt x="65" y="534"/>
                </a:lnTo>
                <a:lnTo>
                  <a:pt x="64" y="535"/>
                </a:lnTo>
                <a:lnTo>
                  <a:pt x="63" y="535"/>
                </a:lnTo>
                <a:lnTo>
                  <a:pt x="62" y="535"/>
                </a:lnTo>
                <a:lnTo>
                  <a:pt x="62" y="536"/>
                </a:lnTo>
                <a:lnTo>
                  <a:pt x="61" y="537"/>
                </a:lnTo>
                <a:lnTo>
                  <a:pt x="60" y="537"/>
                </a:lnTo>
                <a:lnTo>
                  <a:pt x="59" y="536"/>
                </a:lnTo>
                <a:lnTo>
                  <a:pt x="58" y="536"/>
                </a:lnTo>
                <a:lnTo>
                  <a:pt x="58" y="535"/>
                </a:lnTo>
                <a:lnTo>
                  <a:pt x="59" y="535"/>
                </a:lnTo>
                <a:lnTo>
                  <a:pt x="59" y="534"/>
                </a:lnTo>
                <a:lnTo>
                  <a:pt x="58" y="533"/>
                </a:lnTo>
                <a:lnTo>
                  <a:pt x="58" y="532"/>
                </a:lnTo>
                <a:lnTo>
                  <a:pt x="59" y="532"/>
                </a:lnTo>
                <a:lnTo>
                  <a:pt x="59" y="531"/>
                </a:lnTo>
                <a:lnTo>
                  <a:pt x="60" y="531"/>
                </a:lnTo>
                <a:lnTo>
                  <a:pt x="61" y="530"/>
                </a:lnTo>
                <a:lnTo>
                  <a:pt x="61" y="527"/>
                </a:lnTo>
                <a:lnTo>
                  <a:pt x="61" y="526"/>
                </a:lnTo>
                <a:lnTo>
                  <a:pt x="62" y="525"/>
                </a:lnTo>
                <a:lnTo>
                  <a:pt x="63" y="524"/>
                </a:lnTo>
                <a:lnTo>
                  <a:pt x="64" y="524"/>
                </a:lnTo>
                <a:lnTo>
                  <a:pt x="64" y="523"/>
                </a:lnTo>
                <a:lnTo>
                  <a:pt x="66" y="523"/>
                </a:lnTo>
                <a:lnTo>
                  <a:pt x="67" y="522"/>
                </a:lnTo>
                <a:lnTo>
                  <a:pt x="66" y="521"/>
                </a:lnTo>
                <a:lnTo>
                  <a:pt x="65" y="520"/>
                </a:lnTo>
                <a:lnTo>
                  <a:pt x="65" y="519"/>
                </a:lnTo>
                <a:lnTo>
                  <a:pt x="66" y="519"/>
                </a:lnTo>
                <a:lnTo>
                  <a:pt x="66" y="518"/>
                </a:lnTo>
                <a:lnTo>
                  <a:pt x="67" y="517"/>
                </a:lnTo>
                <a:lnTo>
                  <a:pt x="67" y="516"/>
                </a:lnTo>
                <a:lnTo>
                  <a:pt x="67" y="515"/>
                </a:lnTo>
                <a:lnTo>
                  <a:pt x="67" y="514"/>
                </a:lnTo>
                <a:lnTo>
                  <a:pt x="67" y="513"/>
                </a:lnTo>
                <a:lnTo>
                  <a:pt x="68" y="513"/>
                </a:lnTo>
                <a:lnTo>
                  <a:pt x="68" y="512"/>
                </a:lnTo>
                <a:lnTo>
                  <a:pt x="67" y="512"/>
                </a:lnTo>
                <a:lnTo>
                  <a:pt x="67" y="511"/>
                </a:lnTo>
                <a:lnTo>
                  <a:pt x="67" y="510"/>
                </a:lnTo>
                <a:lnTo>
                  <a:pt x="67" y="509"/>
                </a:lnTo>
                <a:lnTo>
                  <a:pt x="66" y="509"/>
                </a:lnTo>
                <a:lnTo>
                  <a:pt x="66" y="508"/>
                </a:lnTo>
                <a:lnTo>
                  <a:pt x="66" y="507"/>
                </a:lnTo>
                <a:lnTo>
                  <a:pt x="67" y="507"/>
                </a:lnTo>
                <a:lnTo>
                  <a:pt x="67" y="506"/>
                </a:lnTo>
                <a:lnTo>
                  <a:pt x="67" y="505"/>
                </a:lnTo>
                <a:lnTo>
                  <a:pt x="68" y="505"/>
                </a:lnTo>
                <a:lnTo>
                  <a:pt x="68" y="504"/>
                </a:lnTo>
                <a:lnTo>
                  <a:pt x="69" y="504"/>
                </a:lnTo>
                <a:lnTo>
                  <a:pt x="69" y="503"/>
                </a:lnTo>
                <a:lnTo>
                  <a:pt x="70" y="503"/>
                </a:lnTo>
                <a:lnTo>
                  <a:pt x="71" y="503"/>
                </a:lnTo>
                <a:lnTo>
                  <a:pt x="72" y="503"/>
                </a:lnTo>
                <a:lnTo>
                  <a:pt x="72" y="502"/>
                </a:lnTo>
                <a:lnTo>
                  <a:pt x="72" y="501"/>
                </a:lnTo>
                <a:lnTo>
                  <a:pt x="71" y="501"/>
                </a:lnTo>
                <a:lnTo>
                  <a:pt x="71" y="500"/>
                </a:lnTo>
                <a:lnTo>
                  <a:pt x="71" y="499"/>
                </a:lnTo>
                <a:lnTo>
                  <a:pt x="71" y="498"/>
                </a:lnTo>
                <a:lnTo>
                  <a:pt x="72" y="498"/>
                </a:lnTo>
                <a:lnTo>
                  <a:pt x="72" y="497"/>
                </a:lnTo>
                <a:lnTo>
                  <a:pt x="72" y="496"/>
                </a:lnTo>
                <a:lnTo>
                  <a:pt x="72" y="495"/>
                </a:lnTo>
                <a:lnTo>
                  <a:pt x="73" y="494"/>
                </a:lnTo>
                <a:lnTo>
                  <a:pt x="72" y="494"/>
                </a:lnTo>
                <a:lnTo>
                  <a:pt x="70" y="494"/>
                </a:lnTo>
                <a:lnTo>
                  <a:pt x="69" y="494"/>
                </a:lnTo>
                <a:lnTo>
                  <a:pt x="69" y="493"/>
                </a:lnTo>
                <a:lnTo>
                  <a:pt x="69" y="492"/>
                </a:lnTo>
                <a:lnTo>
                  <a:pt x="70" y="492"/>
                </a:lnTo>
                <a:lnTo>
                  <a:pt x="70" y="491"/>
                </a:lnTo>
                <a:lnTo>
                  <a:pt x="70" y="490"/>
                </a:lnTo>
                <a:lnTo>
                  <a:pt x="70" y="489"/>
                </a:lnTo>
                <a:lnTo>
                  <a:pt x="71" y="487"/>
                </a:lnTo>
                <a:lnTo>
                  <a:pt x="71" y="486"/>
                </a:lnTo>
                <a:lnTo>
                  <a:pt x="71" y="485"/>
                </a:lnTo>
                <a:lnTo>
                  <a:pt x="71" y="484"/>
                </a:lnTo>
                <a:lnTo>
                  <a:pt x="72" y="483"/>
                </a:lnTo>
                <a:lnTo>
                  <a:pt x="72" y="482"/>
                </a:lnTo>
                <a:lnTo>
                  <a:pt x="72" y="481"/>
                </a:lnTo>
                <a:lnTo>
                  <a:pt x="70" y="481"/>
                </a:lnTo>
                <a:lnTo>
                  <a:pt x="69" y="481"/>
                </a:lnTo>
                <a:lnTo>
                  <a:pt x="69" y="482"/>
                </a:lnTo>
                <a:lnTo>
                  <a:pt x="67" y="482"/>
                </a:lnTo>
                <a:lnTo>
                  <a:pt x="67" y="481"/>
                </a:lnTo>
                <a:lnTo>
                  <a:pt x="66" y="481"/>
                </a:lnTo>
                <a:lnTo>
                  <a:pt x="65" y="481"/>
                </a:lnTo>
                <a:lnTo>
                  <a:pt x="64" y="481"/>
                </a:lnTo>
                <a:lnTo>
                  <a:pt x="63" y="481"/>
                </a:lnTo>
                <a:lnTo>
                  <a:pt x="62" y="481"/>
                </a:lnTo>
                <a:lnTo>
                  <a:pt x="62" y="480"/>
                </a:lnTo>
                <a:lnTo>
                  <a:pt x="61" y="479"/>
                </a:lnTo>
                <a:lnTo>
                  <a:pt x="62" y="479"/>
                </a:lnTo>
                <a:lnTo>
                  <a:pt x="61" y="479"/>
                </a:lnTo>
                <a:lnTo>
                  <a:pt x="60" y="478"/>
                </a:lnTo>
                <a:lnTo>
                  <a:pt x="59" y="477"/>
                </a:lnTo>
                <a:lnTo>
                  <a:pt x="58" y="477"/>
                </a:lnTo>
                <a:lnTo>
                  <a:pt x="57" y="477"/>
                </a:lnTo>
                <a:lnTo>
                  <a:pt x="56" y="478"/>
                </a:lnTo>
                <a:lnTo>
                  <a:pt x="56" y="477"/>
                </a:lnTo>
                <a:lnTo>
                  <a:pt x="55" y="477"/>
                </a:lnTo>
                <a:lnTo>
                  <a:pt x="54" y="478"/>
                </a:lnTo>
                <a:lnTo>
                  <a:pt x="53" y="478"/>
                </a:lnTo>
                <a:lnTo>
                  <a:pt x="52" y="478"/>
                </a:lnTo>
                <a:lnTo>
                  <a:pt x="50" y="478"/>
                </a:lnTo>
                <a:lnTo>
                  <a:pt x="49" y="478"/>
                </a:lnTo>
                <a:lnTo>
                  <a:pt x="48" y="478"/>
                </a:lnTo>
                <a:lnTo>
                  <a:pt x="48" y="477"/>
                </a:lnTo>
                <a:lnTo>
                  <a:pt x="47" y="476"/>
                </a:lnTo>
                <a:lnTo>
                  <a:pt x="46" y="476"/>
                </a:lnTo>
                <a:lnTo>
                  <a:pt x="46" y="475"/>
                </a:lnTo>
                <a:lnTo>
                  <a:pt x="45" y="473"/>
                </a:lnTo>
                <a:lnTo>
                  <a:pt x="44" y="473"/>
                </a:lnTo>
                <a:lnTo>
                  <a:pt x="44" y="474"/>
                </a:lnTo>
                <a:lnTo>
                  <a:pt x="43" y="474"/>
                </a:lnTo>
                <a:lnTo>
                  <a:pt x="43" y="473"/>
                </a:lnTo>
                <a:lnTo>
                  <a:pt x="43" y="472"/>
                </a:lnTo>
                <a:lnTo>
                  <a:pt x="43" y="471"/>
                </a:lnTo>
                <a:lnTo>
                  <a:pt x="43" y="469"/>
                </a:lnTo>
                <a:lnTo>
                  <a:pt x="43" y="468"/>
                </a:lnTo>
                <a:lnTo>
                  <a:pt x="42" y="467"/>
                </a:lnTo>
                <a:lnTo>
                  <a:pt x="42" y="466"/>
                </a:lnTo>
                <a:lnTo>
                  <a:pt x="41" y="464"/>
                </a:lnTo>
                <a:lnTo>
                  <a:pt x="41" y="462"/>
                </a:lnTo>
                <a:lnTo>
                  <a:pt x="41" y="461"/>
                </a:lnTo>
                <a:lnTo>
                  <a:pt x="41" y="459"/>
                </a:lnTo>
                <a:lnTo>
                  <a:pt x="40" y="458"/>
                </a:lnTo>
                <a:lnTo>
                  <a:pt x="40" y="457"/>
                </a:lnTo>
                <a:lnTo>
                  <a:pt x="39" y="457"/>
                </a:lnTo>
                <a:lnTo>
                  <a:pt x="39" y="456"/>
                </a:lnTo>
                <a:lnTo>
                  <a:pt x="38" y="456"/>
                </a:lnTo>
                <a:lnTo>
                  <a:pt x="38" y="455"/>
                </a:lnTo>
                <a:lnTo>
                  <a:pt x="39" y="454"/>
                </a:lnTo>
                <a:lnTo>
                  <a:pt x="39" y="453"/>
                </a:lnTo>
                <a:lnTo>
                  <a:pt x="40" y="453"/>
                </a:lnTo>
                <a:lnTo>
                  <a:pt x="40" y="452"/>
                </a:lnTo>
                <a:lnTo>
                  <a:pt x="41" y="452"/>
                </a:lnTo>
                <a:lnTo>
                  <a:pt x="41" y="450"/>
                </a:lnTo>
                <a:lnTo>
                  <a:pt x="42" y="447"/>
                </a:lnTo>
                <a:lnTo>
                  <a:pt x="43" y="447"/>
                </a:lnTo>
                <a:lnTo>
                  <a:pt x="44" y="447"/>
                </a:lnTo>
                <a:lnTo>
                  <a:pt x="44" y="446"/>
                </a:lnTo>
                <a:lnTo>
                  <a:pt x="43" y="443"/>
                </a:lnTo>
                <a:lnTo>
                  <a:pt x="43" y="442"/>
                </a:lnTo>
                <a:lnTo>
                  <a:pt x="44" y="442"/>
                </a:lnTo>
                <a:lnTo>
                  <a:pt x="44" y="441"/>
                </a:lnTo>
                <a:lnTo>
                  <a:pt x="45" y="439"/>
                </a:lnTo>
                <a:lnTo>
                  <a:pt x="44" y="439"/>
                </a:lnTo>
                <a:lnTo>
                  <a:pt x="44" y="438"/>
                </a:lnTo>
                <a:lnTo>
                  <a:pt x="45" y="438"/>
                </a:lnTo>
                <a:lnTo>
                  <a:pt x="45" y="437"/>
                </a:lnTo>
                <a:lnTo>
                  <a:pt x="46" y="437"/>
                </a:lnTo>
                <a:lnTo>
                  <a:pt x="47" y="436"/>
                </a:lnTo>
                <a:lnTo>
                  <a:pt x="47" y="435"/>
                </a:lnTo>
                <a:lnTo>
                  <a:pt x="46" y="434"/>
                </a:lnTo>
                <a:lnTo>
                  <a:pt x="45" y="434"/>
                </a:lnTo>
                <a:lnTo>
                  <a:pt x="43" y="434"/>
                </a:lnTo>
                <a:lnTo>
                  <a:pt x="42" y="433"/>
                </a:lnTo>
                <a:lnTo>
                  <a:pt x="42" y="432"/>
                </a:lnTo>
                <a:lnTo>
                  <a:pt x="40" y="430"/>
                </a:lnTo>
                <a:lnTo>
                  <a:pt x="39" y="429"/>
                </a:lnTo>
                <a:lnTo>
                  <a:pt x="39" y="427"/>
                </a:lnTo>
                <a:lnTo>
                  <a:pt x="38" y="427"/>
                </a:lnTo>
                <a:lnTo>
                  <a:pt x="37" y="427"/>
                </a:lnTo>
                <a:lnTo>
                  <a:pt x="37" y="426"/>
                </a:lnTo>
                <a:lnTo>
                  <a:pt x="34" y="424"/>
                </a:lnTo>
                <a:lnTo>
                  <a:pt x="33" y="424"/>
                </a:lnTo>
                <a:lnTo>
                  <a:pt x="33" y="423"/>
                </a:lnTo>
                <a:lnTo>
                  <a:pt x="33" y="422"/>
                </a:lnTo>
                <a:lnTo>
                  <a:pt x="32" y="420"/>
                </a:lnTo>
                <a:lnTo>
                  <a:pt x="32" y="419"/>
                </a:lnTo>
                <a:lnTo>
                  <a:pt x="32" y="418"/>
                </a:lnTo>
                <a:lnTo>
                  <a:pt x="31" y="417"/>
                </a:lnTo>
                <a:lnTo>
                  <a:pt x="31" y="418"/>
                </a:lnTo>
                <a:lnTo>
                  <a:pt x="30" y="418"/>
                </a:lnTo>
                <a:lnTo>
                  <a:pt x="29" y="419"/>
                </a:lnTo>
                <a:lnTo>
                  <a:pt x="28" y="418"/>
                </a:lnTo>
                <a:lnTo>
                  <a:pt x="28" y="417"/>
                </a:lnTo>
                <a:lnTo>
                  <a:pt x="28" y="415"/>
                </a:lnTo>
                <a:lnTo>
                  <a:pt x="27" y="415"/>
                </a:lnTo>
                <a:lnTo>
                  <a:pt x="28" y="415"/>
                </a:lnTo>
                <a:lnTo>
                  <a:pt x="28" y="414"/>
                </a:lnTo>
                <a:lnTo>
                  <a:pt x="28" y="412"/>
                </a:lnTo>
                <a:lnTo>
                  <a:pt x="29" y="412"/>
                </a:lnTo>
                <a:lnTo>
                  <a:pt x="29" y="411"/>
                </a:lnTo>
                <a:lnTo>
                  <a:pt x="30" y="411"/>
                </a:lnTo>
                <a:lnTo>
                  <a:pt x="30" y="410"/>
                </a:lnTo>
                <a:lnTo>
                  <a:pt x="30" y="409"/>
                </a:lnTo>
                <a:lnTo>
                  <a:pt x="31" y="409"/>
                </a:lnTo>
                <a:lnTo>
                  <a:pt x="32" y="408"/>
                </a:lnTo>
                <a:lnTo>
                  <a:pt x="32" y="405"/>
                </a:lnTo>
                <a:lnTo>
                  <a:pt x="33" y="402"/>
                </a:lnTo>
                <a:lnTo>
                  <a:pt x="34" y="401"/>
                </a:lnTo>
                <a:lnTo>
                  <a:pt x="34" y="400"/>
                </a:lnTo>
                <a:lnTo>
                  <a:pt x="35" y="400"/>
                </a:lnTo>
                <a:lnTo>
                  <a:pt x="35" y="399"/>
                </a:lnTo>
                <a:lnTo>
                  <a:pt x="34" y="399"/>
                </a:lnTo>
                <a:lnTo>
                  <a:pt x="35" y="398"/>
                </a:lnTo>
                <a:lnTo>
                  <a:pt x="36" y="394"/>
                </a:lnTo>
                <a:lnTo>
                  <a:pt x="37" y="393"/>
                </a:lnTo>
                <a:lnTo>
                  <a:pt x="37" y="392"/>
                </a:lnTo>
                <a:lnTo>
                  <a:pt x="37" y="391"/>
                </a:lnTo>
                <a:lnTo>
                  <a:pt x="36" y="391"/>
                </a:lnTo>
                <a:lnTo>
                  <a:pt x="35" y="392"/>
                </a:lnTo>
                <a:lnTo>
                  <a:pt x="34" y="390"/>
                </a:lnTo>
                <a:lnTo>
                  <a:pt x="34" y="388"/>
                </a:lnTo>
                <a:lnTo>
                  <a:pt x="35" y="387"/>
                </a:lnTo>
                <a:lnTo>
                  <a:pt x="36" y="386"/>
                </a:lnTo>
                <a:lnTo>
                  <a:pt x="36" y="385"/>
                </a:lnTo>
                <a:lnTo>
                  <a:pt x="36" y="384"/>
                </a:lnTo>
                <a:lnTo>
                  <a:pt x="36" y="383"/>
                </a:lnTo>
                <a:lnTo>
                  <a:pt x="36" y="382"/>
                </a:lnTo>
                <a:lnTo>
                  <a:pt x="36" y="380"/>
                </a:lnTo>
                <a:lnTo>
                  <a:pt x="36" y="381"/>
                </a:lnTo>
                <a:lnTo>
                  <a:pt x="35" y="381"/>
                </a:lnTo>
                <a:lnTo>
                  <a:pt x="34" y="383"/>
                </a:lnTo>
                <a:lnTo>
                  <a:pt x="33" y="382"/>
                </a:lnTo>
                <a:lnTo>
                  <a:pt x="32" y="382"/>
                </a:lnTo>
                <a:lnTo>
                  <a:pt x="31" y="382"/>
                </a:lnTo>
                <a:lnTo>
                  <a:pt x="31" y="383"/>
                </a:lnTo>
                <a:lnTo>
                  <a:pt x="30" y="383"/>
                </a:lnTo>
                <a:lnTo>
                  <a:pt x="29" y="383"/>
                </a:lnTo>
                <a:lnTo>
                  <a:pt x="28" y="383"/>
                </a:lnTo>
                <a:lnTo>
                  <a:pt x="27" y="383"/>
                </a:lnTo>
                <a:lnTo>
                  <a:pt x="24" y="384"/>
                </a:lnTo>
                <a:lnTo>
                  <a:pt x="23" y="385"/>
                </a:lnTo>
                <a:lnTo>
                  <a:pt x="22" y="385"/>
                </a:lnTo>
                <a:lnTo>
                  <a:pt x="21" y="385"/>
                </a:lnTo>
                <a:lnTo>
                  <a:pt x="21" y="386"/>
                </a:lnTo>
                <a:lnTo>
                  <a:pt x="21" y="387"/>
                </a:lnTo>
                <a:lnTo>
                  <a:pt x="20" y="387"/>
                </a:lnTo>
                <a:lnTo>
                  <a:pt x="19" y="386"/>
                </a:lnTo>
                <a:lnTo>
                  <a:pt x="18" y="386"/>
                </a:lnTo>
                <a:lnTo>
                  <a:pt x="18" y="387"/>
                </a:lnTo>
                <a:lnTo>
                  <a:pt x="18" y="388"/>
                </a:lnTo>
                <a:lnTo>
                  <a:pt x="17" y="388"/>
                </a:lnTo>
                <a:lnTo>
                  <a:pt x="16" y="388"/>
                </a:lnTo>
                <a:lnTo>
                  <a:pt x="14" y="389"/>
                </a:lnTo>
                <a:lnTo>
                  <a:pt x="13" y="388"/>
                </a:lnTo>
                <a:lnTo>
                  <a:pt x="12" y="387"/>
                </a:lnTo>
                <a:lnTo>
                  <a:pt x="11" y="386"/>
                </a:lnTo>
                <a:lnTo>
                  <a:pt x="10" y="386"/>
                </a:lnTo>
                <a:lnTo>
                  <a:pt x="9" y="386"/>
                </a:lnTo>
                <a:lnTo>
                  <a:pt x="8" y="387"/>
                </a:lnTo>
                <a:lnTo>
                  <a:pt x="6" y="386"/>
                </a:lnTo>
                <a:lnTo>
                  <a:pt x="6" y="385"/>
                </a:lnTo>
                <a:lnTo>
                  <a:pt x="6" y="384"/>
                </a:lnTo>
                <a:lnTo>
                  <a:pt x="5" y="384"/>
                </a:lnTo>
                <a:lnTo>
                  <a:pt x="5" y="383"/>
                </a:lnTo>
                <a:lnTo>
                  <a:pt x="5" y="382"/>
                </a:lnTo>
                <a:lnTo>
                  <a:pt x="6" y="382"/>
                </a:lnTo>
                <a:lnTo>
                  <a:pt x="7" y="380"/>
                </a:lnTo>
                <a:lnTo>
                  <a:pt x="8" y="380"/>
                </a:lnTo>
                <a:lnTo>
                  <a:pt x="8" y="379"/>
                </a:lnTo>
                <a:lnTo>
                  <a:pt x="8" y="378"/>
                </a:lnTo>
                <a:lnTo>
                  <a:pt x="7" y="378"/>
                </a:lnTo>
                <a:lnTo>
                  <a:pt x="6" y="378"/>
                </a:lnTo>
                <a:lnTo>
                  <a:pt x="5" y="378"/>
                </a:lnTo>
                <a:lnTo>
                  <a:pt x="4" y="377"/>
                </a:lnTo>
                <a:lnTo>
                  <a:pt x="4" y="376"/>
                </a:lnTo>
                <a:lnTo>
                  <a:pt x="5" y="375"/>
                </a:lnTo>
                <a:lnTo>
                  <a:pt x="4" y="374"/>
                </a:lnTo>
                <a:lnTo>
                  <a:pt x="4" y="373"/>
                </a:lnTo>
                <a:lnTo>
                  <a:pt x="4" y="372"/>
                </a:lnTo>
                <a:lnTo>
                  <a:pt x="5" y="371"/>
                </a:lnTo>
                <a:lnTo>
                  <a:pt x="6" y="370"/>
                </a:lnTo>
                <a:lnTo>
                  <a:pt x="7" y="367"/>
                </a:lnTo>
                <a:lnTo>
                  <a:pt x="7" y="366"/>
                </a:lnTo>
                <a:lnTo>
                  <a:pt x="6" y="364"/>
                </a:lnTo>
                <a:lnTo>
                  <a:pt x="5" y="365"/>
                </a:lnTo>
                <a:lnTo>
                  <a:pt x="5" y="366"/>
                </a:lnTo>
                <a:lnTo>
                  <a:pt x="3" y="366"/>
                </a:lnTo>
                <a:lnTo>
                  <a:pt x="2" y="365"/>
                </a:lnTo>
                <a:lnTo>
                  <a:pt x="1" y="364"/>
                </a:lnTo>
                <a:lnTo>
                  <a:pt x="1" y="363"/>
                </a:lnTo>
                <a:lnTo>
                  <a:pt x="1" y="362"/>
                </a:lnTo>
                <a:lnTo>
                  <a:pt x="0" y="362"/>
                </a:lnTo>
                <a:lnTo>
                  <a:pt x="1" y="362"/>
                </a:lnTo>
                <a:lnTo>
                  <a:pt x="1" y="361"/>
                </a:lnTo>
                <a:lnTo>
                  <a:pt x="2" y="361"/>
                </a:lnTo>
                <a:lnTo>
                  <a:pt x="2" y="360"/>
                </a:lnTo>
                <a:lnTo>
                  <a:pt x="3" y="359"/>
                </a:lnTo>
                <a:lnTo>
                  <a:pt x="3" y="358"/>
                </a:lnTo>
                <a:lnTo>
                  <a:pt x="3" y="357"/>
                </a:lnTo>
                <a:lnTo>
                  <a:pt x="4" y="356"/>
                </a:lnTo>
                <a:lnTo>
                  <a:pt x="3" y="356"/>
                </a:lnTo>
                <a:lnTo>
                  <a:pt x="3" y="353"/>
                </a:lnTo>
                <a:lnTo>
                  <a:pt x="3" y="352"/>
                </a:lnTo>
                <a:lnTo>
                  <a:pt x="3" y="351"/>
                </a:lnTo>
                <a:lnTo>
                  <a:pt x="3" y="350"/>
                </a:lnTo>
                <a:lnTo>
                  <a:pt x="4" y="350"/>
                </a:lnTo>
                <a:lnTo>
                  <a:pt x="6" y="348"/>
                </a:lnTo>
                <a:lnTo>
                  <a:pt x="7" y="347"/>
                </a:lnTo>
                <a:lnTo>
                  <a:pt x="8" y="347"/>
                </a:lnTo>
                <a:lnTo>
                  <a:pt x="8" y="346"/>
                </a:lnTo>
                <a:lnTo>
                  <a:pt x="9" y="343"/>
                </a:lnTo>
                <a:lnTo>
                  <a:pt x="10" y="342"/>
                </a:lnTo>
                <a:lnTo>
                  <a:pt x="10" y="341"/>
                </a:lnTo>
                <a:lnTo>
                  <a:pt x="12" y="339"/>
                </a:lnTo>
                <a:lnTo>
                  <a:pt x="13" y="338"/>
                </a:lnTo>
                <a:lnTo>
                  <a:pt x="13" y="337"/>
                </a:lnTo>
                <a:lnTo>
                  <a:pt x="12" y="337"/>
                </a:lnTo>
                <a:lnTo>
                  <a:pt x="12" y="336"/>
                </a:lnTo>
                <a:lnTo>
                  <a:pt x="14" y="334"/>
                </a:lnTo>
                <a:lnTo>
                  <a:pt x="15" y="332"/>
                </a:lnTo>
                <a:lnTo>
                  <a:pt x="16" y="331"/>
                </a:lnTo>
                <a:lnTo>
                  <a:pt x="17" y="330"/>
                </a:lnTo>
                <a:lnTo>
                  <a:pt x="19" y="327"/>
                </a:lnTo>
                <a:lnTo>
                  <a:pt x="19" y="325"/>
                </a:lnTo>
                <a:lnTo>
                  <a:pt x="18" y="322"/>
                </a:lnTo>
                <a:lnTo>
                  <a:pt x="18" y="321"/>
                </a:lnTo>
                <a:lnTo>
                  <a:pt x="18" y="320"/>
                </a:lnTo>
                <a:lnTo>
                  <a:pt x="16" y="319"/>
                </a:lnTo>
                <a:lnTo>
                  <a:pt x="14" y="319"/>
                </a:lnTo>
                <a:lnTo>
                  <a:pt x="14" y="318"/>
                </a:lnTo>
                <a:lnTo>
                  <a:pt x="14" y="317"/>
                </a:lnTo>
                <a:lnTo>
                  <a:pt x="14" y="316"/>
                </a:lnTo>
                <a:lnTo>
                  <a:pt x="14" y="314"/>
                </a:lnTo>
                <a:lnTo>
                  <a:pt x="15" y="313"/>
                </a:lnTo>
                <a:lnTo>
                  <a:pt x="15" y="312"/>
                </a:lnTo>
                <a:lnTo>
                  <a:pt x="16" y="311"/>
                </a:lnTo>
                <a:lnTo>
                  <a:pt x="16" y="310"/>
                </a:lnTo>
                <a:lnTo>
                  <a:pt x="18" y="308"/>
                </a:lnTo>
                <a:lnTo>
                  <a:pt x="19" y="308"/>
                </a:lnTo>
                <a:lnTo>
                  <a:pt x="20" y="307"/>
                </a:lnTo>
                <a:lnTo>
                  <a:pt x="20" y="306"/>
                </a:lnTo>
                <a:lnTo>
                  <a:pt x="21" y="305"/>
                </a:lnTo>
                <a:lnTo>
                  <a:pt x="23" y="304"/>
                </a:lnTo>
                <a:lnTo>
                  <a:pt x="24" y="304"/>
                </a:lnTo>
                <a:lnTo>
                  <a:pt x="24" y="305"/>
                </a:lnTo>
                <a:lnTo>
                  <a:pt x="26" y="305"/>
                </a:lnTo>
                <a:lnTo>
                  <a:pt x="27" y="305"/>
                </a:lnTo>
                <a:lnTo>
                  <a:pt x="27" y="304"/>
                </a:lnTo>
                <a:lnTo>
                  <a:pt x="27" y="303"/>
                </a:lnTo>
                <a:lnTo>
                  <a:pt x="26" y="303"/>
                </a:lnTo>
                <a:lnTo>
                  <a:pt x="26" y="302"/>
                </a:lnTo>
                <a:lnTo>
                  <a:pt x="27" y="301"/>
                </a:lnTo>
                <a:lnTo>
                  <a:pt x="27" y="300"/>
                </a:lnTo>
                <a:lnTo>
                  <a:pt x="28" y="300"/>
                </a:lnTo>
                <a:lnTo>
                  <a:pt x="29" y="300"/>
                </a:lnTo>
                <a:lnTo>
                  <a:pt x="29" y="301"/>
                </a:lnTo>
                <a:lnTo>
                  <a:pt x="30" y="302"/>
                </a:lnTo>
                <a:lnTo>
                  <a:pt x="30" y="301"/>
                </a:lnTo>
                <a:lnTo>
                  <a:pt x="31" y="302"/>
                </a:lnTo>
                <a:lnTo>
                  <a:pt x="32" y="302"/>
                </a:lnTo>
                <a:lnTo>
                  <a:pt x="33" y="301"/>
                </a:lnTo>
                <a:lnTo>
                  <a:pt x="34" y="301"/>
                </a:lnTo>
                <a:lnTo>
                  <a:pt x="34" y="300"/>
                </a:lnTo>
                <a:lnTo>
                  <a:pt x="35" y="300"/>
                </a:lnTo>
                <a:lnTo>
                  <a:pt x="35" y="299"/>
                </a:lnTo>
                <a:lnTo>
                  <a:pt x="35" y="298"/>
                </a:lnTo>
                <a:lnTo>
                  <a:pt x="35" y="297"/>
                </a:lnTo>
                <a:lnTo>
                  <a:pt x="36" y="298"/>
                </a:lnTo>
                <a:lnTo>
                  <a:pt x="36" y="299"/>
                </a:lnTo>
                <a:lnTo>
                  <a:pt x="37" y="298"/>
                </a:lnTo>
                <a:lnTo>
                  <a:pt x="38" y="298"/>
                </a:lnTo>
                <a:lnTo>
                  <a:pt x="39" y="298"/>
                </a:lnTo>
                <a:lnTo>
                  <a:pt x="39" y="297"/>
                </a:lnTo>
                <a:lnTo>
                  <a:pt x="39" y="296"/>
                </a:lnTo>
                <a:lnTo>
                  <a:pt x="38" y="296"/>
                </a:lnTo>
                <a:lnTo>
                  <a:pt x="38" y="295"/>
                </a:lnTo>
                <a:lnTo>
                  <a:pt x="39" y="295"/>
                </a:lnTo>
                <a:lnTo>
                  <a:pt x="39" y="294"/>
                </a:lnTo>
                <a:lnTo>
                  <a:pt x="40" y="294"/>
                </a:lnTo>
                <a:lnTo>
                  <a:pt x="41" y="294"/>
                </a:lnTo>
                <a:lnTo>
                  <a:pt x="42" y="294"/>
                </a:lnTo>
                <a:lnTo>
                  <a:pt x="43" y="294"/>
                </a:lnTo>
                <a:lnTo>
                  <a:pt x="44" y="294"/>
                </a:lnTo>
                <a:lnTo>
                  <a:pt x="44" y="295"/>
                </a:lnTo>
                <a:lnTo>
                  <a:pt x="45" y="295"/>
                </a:lnTo>
                <a:lnTo>
                  <a:pt x="46" y="295"/>
                </a:lnTo>
                <a:lnTo>
                  <a:pt x="46" y="294"/>
                </a:lnTo>
                <a:lnTo>
                  <a:pt x="46" y="293"/>
                </a:lnTo>
                <a:lnTo>
                  <a:pt x="47" y="292"/>
                </a:lnTo>
                <a:lnTo>
                  <a:pt x="48" y="292"/>
                </a:lnTo>
                <a:lnTo>
                  <a:pt x="47" y="292"/>
                </a:lnTo>
                <a:lnTo>
                  <a:pt x="48" y="291"/>
                </a:lnTo>
                <a:lnTo>
                  <a:pt x="47" y="291"/>
                </a:lnTo>
                <a:lnTo>
                  <a:pt x="47" y="290"/>
                </a:lnTo>
                <a:lnTo>
                  <a:pt x="46" y="290"/>
                </a:lnTo>
                <a:lnTo>
                  <a:pt x="46" y="289"/>
                </a:lnTo>
                <a:lnTo>
                  <a:pt x="47" y="289"/>
                </a:lnTo>
                <a:lnTo>
                  <a:pt x="46" y="289"/>
                </a:lnTo>
                <a:lnTo>
                  <a:pt x="45" y="289"/>
                </a:lnTo>
                <a:lnTo>
                  <a:pt x="44" y="288"/>
                </a:lnTo>
                <a:lnTo>
                  <a:pt x="45" y="288"/>
                </a:lnTo>
                <a:lnTo>
                  <a:pt x="45" y="287"/>
                </a:lnTo>
                <a:lnTo>
                  <a:pt x="44" y="286"/>
                </a:lnTo>
                <a:lnTo>
                  <a:pt x="44" y="285"/>
                </a:lnTo>
                <a:lnTo>
                  <a:pt x="43" y="285"/>
                </a:lnTo>
                <a:lnTo>
                  <a:pt x="43" y="284"/>
                </a:lnTo>
                <a:lnTo>
                  <a:pt x="44" y="284"/>
                </a:lnTo>
                <a:lnTo>
                  <a:pt x="43" y="283"/>
                </a:lnTo>
                <a:lnTo>
                  <a:pt x="42" y="283"/>
                </a:lnTo>
                <a:lnTo>
                  <a:pt x="42" y="282"/>
                </a:lnTo>
                <a:lnTo>
                  <a:pt x="42" y="281"/>
                </a:lnTo>
                <a:lnTo>
                  <a:pt x="41" y="280"/>
                </a:lnTo>
                <a:lnTo>
                  <a:pt x="40" y="279"/>
                </a:lnTo>
                <a:lnTo>
                  <a:pt x="40" y="278"/>
                </a:lnTo>
                <a:lnTo>
                  <a:pt x="41" y="278"/>
                </a:lnTo>
                <a:lnTo>
                  <a:pt x="42" y="278"/>
                </a:lnTo>
                <a:lnTo>
                  <a:pt x="43" y="277"/>
                </a:lnTo>
                <a:lnTo>
                  <a:pt x="44" y="277"/>
                </a:lnTo>
                <a:lnTo>
                  <a:pt x="45" y="277"/>
                </a:lnTo>
                <a:lnTo>
                  <a:pt x="46" y="277"/>
                </a:lnTo>
                <a:lnTo>
                  <a:pt x="46" y="276"/>
                </a:lnTo>
                <a:lnTo>
                  <a:pt x="47" y="276"/>
                </a:lnTo>
                <a:lnTo>
                  <a:pt x="47" y="277"/>
                </a:lnTo>
                <a:lnTo>
                  <a:pt x="48" y="277"/>
                </a:lnTo>
                <a:lnTo>
                  <a:pt x="49" y="277"/>
                </a:lnTo>
                <a:lnTo>
                  <a:pt x="49" y="276"/>
                </a:lnTo>
                <a:lnTo>
                  <a:pt x="50" y="276"/>
                </a:lnTo>
                <a:lnTo>
                  <a:pt x="50" y="275"/>
                </a:lnTo>
                <a:lnTo>
                  <a:pt x="51" y="275"/>
                </a:lnTo>
                <a:lnTo>
                  <a:pt x="52" y="275"/>
                </a:lnTo>
                <a:lnTo>
                  <a:pt x="53" y="275"/>
                </a:lnTo>
                <a:lnTo>
                  <a:pt x="53" y="274"/>
                </a:lnTo>
                <a:lnTo>
                  <a:pt x="53" y="273"/>
                </a:lnTo>
                <a:lnTo>
                  <a:pt x="53" y="272"/>
                </a:lnTo>
                <a:lnTo>
                  <a:pt x="53" y="271"/>
                </a:lnTo>
                <a:lnTo>
                  <a:pt x="54" y="271"/>
                </a:lnTo>
                <a:lnTo>
                  <a:pt x="54" y="270"/>
                </a:lnTo>
                <a:lnTo>
                  <a:pt x="55" y="270"/>
                </a:lnTo>
                <a:lnTo>
                  <a:pt x="55" y="269"/>
                </a:lnTo>
                <a:lnTo>
                  <a:pt x="55" y="268"/>
                </a:lnTo>
                <a:lnTo>
                  <a:pt x="56" y="268"/>
                </a:lnTo>
                <a:lnTo>
                  <a:pt x="56" y="267"/>
                </a:lnTo>
                <a:lnTo>
                  <a:pt x="56" y="266"/>
                </a:lnTo>
                <a:lnTo>
                  <a:pt x="57" y="266"/>
                </a:lnTo>
                <a:lnTo>
                  <a:pt x="58" y="265"/>
                </a:lnTo>
                <a:lnTo>
                  <a:pt x="59" y="265"/>
                </a:lnTo>
                <a:lnTo>
                  <a:pt x="60" y="265"/>
                </a:lnTo>
                <a:lnTo>
                  <a:pt x="61" y="265"/>
                </a:lnTo>
                <a:lnTo>
                  <a:pt x="61" y="264"/>
                </a:lnTo>
                <a:lnTo>
                  <a:pt x="60" y="264"/>
                </a:lnTo>
                <a:lnTo>
                  <a:pt x="61" y="263"/>
                </a:lnTo>
                <a:lnTo>
                  <a:pt x="62" y="263"/>
                </a:lnTo>
                <a:lnTo>
                  <a:pt x="62" y="262"/>
                </a:lnTo>
                <a:lnTo>
                  <a:pt x="62" y="261"/>
                </a:lnTo>
                <a:lnTo>
                  <a:pt x="62" y="260"/>
                </a:lnTo>
                <a:lnTo>
                  <a:pt x="63" y="260"/>
                </a:lnTo>
                <a:lnTo>
                  <a:pt x="64" y="260"/>
                </a:lnTo>
                <a:lnTo>
                  <a:pt x="64" y="259"/>
                </a:lnTo>
                <a:lnTo>
                  <a:pt x="65" y="258"/>
                </a:lnTo>
                <a:lnTo>
                  <a:pt x="66" y="257"/>
                </a:lnTo>
                <a:lnTo>
                  <a:pt x="67" y="256"/>
                </a:lnTo>
                <a:lnTo>
                  <a:pt x="68" y="255"/>
                </a:lnTo>
                <a:lnTo>
                  <a:pt x="68" y="254"/>
                </a:lnTo>
                <a:lnTo>
                  <a:pt x="67" y="254"/>
                </a:lnTo>
                <a:lnTo>
                  <a:pt x="67" y="253"/>
                </a:lnTo>
                <a:lnTo>
                  <a:pt x="66" y="253"/>
                </a:lnTo>
                <a:lnTo>
                  <a:pt x="66" y="252"/>
                </a:lnTo>
                <a:lnTo>
                  <a:pt x="67" y="253"/>
                </a:lnTo>
                <a:lnTo>
                  <a:pt x="67" y="252"/>
                </a:lnTo>
                <a:lnTo>
                  <a:pt x="68" y="252"/>
                </a:lnTo>
                <a:lnTo>
                  <a:pt x="68" y="251"/>
                </a:lnTo>
                <a:lnTo>
                  <a:pt x="68" y="250"/>
                </a:lnTo>
                <a:lnTo>
                  <a:pt x="67" y="250"/>
                </a:lnTo>
                <a:lnTo>
                  <a:pt x="67" y="249"/>
                </a:lnTo>
                <a:lnTo>
                  <a:pt x="68" y="249"/>
                </a:lnTo>
                <a:lnTo>
                  <a:pt x="68" y="248"/>
                </a:lnTo>
                <a:lnTo>
                  <a:pt x="67" y="248"/>
                </a:lnTo>
                <a:lnTo>
                  <a:pt x="67" y="247"/>
                </a:lnTo>
                <a:lnTo>
                  <a:pt x="67" y="246"/>
                </a:lnTo>
                <a:lnTo>
                  <a:pt x="66" y="246"/>
                </a:lnTo>
                <a:lnTo>
                  <a:pt x="65" y="246"/>
                </a:lnTo>
                <a:lnTo>
                  <a:pt x="64" y="246"/>
                </a:lnTo>
                <a:lnTo>
                  <a:pt x="63" y="245"/>
                </a:lnTo>
                <a:lnTo>
                  <a:pt x="63" y="246"/>
                </a:lnTo>
                <a:lnTo>
                  <a:pt x="63" y="245"/>
                </a:lnTo>
                <a:lnTo>
                  <a:pt x="62" y="245"/>
                </a:lnTo>
                <a:lnTo>
                  <a:pt x="62" y="244"/>
                </a:lnTo>
                <a:lnTo>
                  <a:pt x="61" y="243"/>
                </a:lnTo>
                <a:lnTo>
                  <a:pt x="60" y="242"/>
                </a:lnTo>
                <a:lnTo>
                  <a:pt x="59" y="242"/>
                </a:lnTo>
                <a:lnTo>
                  <a:pt x="58" y="241"/>
                </a:lnTo>
                <a:lnTo>
                  <a:pt x="59" y="241"/>
                </a:lnTo>
                <a:lnTo>
                  <a:pt x="59" y="240"/>
                </a:lnTo>
                <a:lnTo>
                  <a:pt x="59" y="239"/>
                </a:lnTo>
                <a:lnTo>
                  <a:pt x="60" y="239"/>
                </a:lnTo>
                <a:lnTo>
                  <a:pt x="61" y="238"/>
                </a:lnTo>
                <a:lnTo>
                  <a:pt x="61" y="237"/>
                </a:lnTo>
                <a:lnTo>
                  <a:pt x="62" y="237"/>
                </a:lnTo>
                <a:lnTo>
                  <a:pt x="62" y="236"/>
                </a:lnTo>
                <a:lnTo>
                  <a:pt x="62" y="235"/>
                </a:lnTo>
                <a:lnTo>
                  <a:pt x="62" y="234"/>
                </a:lnTo>
                <a:lnTo>
                  <a:pt x="61" y="234"/>
                </a:lnTo>
                <a:lnTo>
                  <a:pt x="60" y="234"/>
                </a:lnTo>
                <a:lnTo>
                  <a:pt x="59" y="233"/>
                </a:lnTo>
                <a:lnTo>
                  <a:pt x="58" y="233"/>
                </a:lnTo>
                <a:lnTo>
                  <a:pt x="57" y="234"/>
                </a:lnTo>
                <a:lnTo>
                  <a:pt x="55" y="233"/>
                </a:lnTo>
                <a:lnTo>
                  <a:pt x="55" y="232"/>
                </a:lnTo>
                <a:lnTo>
                  <a:pt x="54" y="232"/>
                </a:lnTo>
                <a:lnTo>
                  <a:pt x="54" y="231"/>
                </a:lnTo>
                <a:lnTo>
                  <a:pt x="53" y="231"/>
                </a:lnTo>
                <a:lnTo>
                  <a:pt x="52" y="230"/>
                </a:lnTo>
                <a:lnTo>
                  <a:pt x="52" y="229"/>
                </a:lnTo>
                <a:lnTo>
                  <a:pt x="51" y="229"/>
                </a:lnTo>
                <a:lnTo>
                  <a:pt x="50" y="229"/>
                </a:lnTo>
                <a:lnTo>
                  <a:pt x="49" y="229"/>
                </a:lnTo>
                <a:lnTo>
                  <a:pt x="48" y="229"/>
                </a:lnTo>
                <a:lnTo>
                  <a:pt x="48" y="228"/>
                </a:lnTo>
                <a:lnTo>
                  <a:pt x="47" y="228"/>
                </a:lnTo>
                <a:lnTo>
                  <a:pt x="47" y="227"/>
                </a:lnTo>
                <a:lnTo>
                  <a:pt x="46" y="227"/>
                </a:lnTo>
                <a:lnTo>
                  <a:pt x="46" y="226"/>
                </a:lnTo>
                <a:lnTo>
                  <a:pt x="47" y="226"/>
                </a:lnTo>
                <a:lnTo>
                  <a:pt x="47" y="225"/>
                </a:lnTo>
                <a:lnTo>
                  <a:pt x="48" y="224"/>
                </a:lnTo>
                <a:lnTo>
                  <a:pt x="48" y="223"/>
                </a:lnTo>
                <a:lnTo>
                  <a:pt x="49" y="223"/>
                </a:lnTo>
                <a:lnTo>
                  <a:pt x="50" y="223"/>
                </a:lnTo>
                <a:lnTo>
                  <a:pt x="50" y="222"/>
                </a:lnTo>
                <a:lnTo>
                  <a:pt x="50" y="221"/>
                </a:lnTo>
                <a:lnTo>
                  <a:pt x="51" y="220"/>
                </a:lnTo>
                <a:lnTo>
                  <a:pt x="51" y="219"/>
                </a:lnTo>
                <a:lnTo>
                  <a:pt x="50" y="218"/>
                </a:lnTo>
                <a:lnTo>
                  <a:pt x="49" y="218"/>
                </a:lnTo>
                <a:lnTo>
                  <a:pt x="50" y="218"/>
                </a:lnTo>
                <a:lnTo>
                  <a:pt x="51" y="216"/>
                </a:lnTo>
                <a:lnTo>
                  <a:pt x="51" y="215"/>
                </a:lnTo>
                <a:lnTo>
                  <a:pt x="50" y="215"/>
                </a:lnTo>
                <a:lnTo>
                  <a:pt x="50" y="214"/>
                </a:lnTo>
                <a:lnTo>
                  <a:pt x="50" y="213"/>
                </a:lnTo>
                <a:lnTo>
                  <a:pt x="50" y="212"/>
                </a:lnTo>
                <a:lnTo>
                  <a:pt x="50" y="211"/>
                </a:lnTo>
                <a:lnTo>
                  <a:pt x="49" y="211"/>
                </a:lnTo>
                <a:lnTo>
                  <a:pt x="49" y="210"/>
                </a:lnTo>
                <a:lnTo>
                  <a:pt x="49" y="209"/>
                </a:lnTo>
                <a:lnTo>
                  <a:pt x="49" y="208"/>
                </a:lnTo>
                <a:lnTo>
                  <a:pt x="50" y="207"/>
                </a:lnTo>
                <a:lnTo>
                  <a:pt x="50" y="208"/>
                </a:lnTo>
                <a:lnTo>
                  <a:pt x="51" y="208"/>
                </a:lnTo>
                <a:lnTo>
                  <a:pt x="51" y="207"/>
                </a:lnTo>
                <a:lnTo>
                  <a:pt x="51" y="206"/>
                </a:lnTo>
                <a:lnTo>
                  <a:pt x="51" y="205"/>
                </a:lnTo>
                <a:lnTo>
                  <a:pt x="51" y="204"/>
                </a:lnTo>
                <a:lnTo>
                  <a:pt x="51" y="203"/>
                </a:lnTo>
                <a:lnTo>
                  <a:pt x="51" y="202"/>
                </a:lnTo>
                <a:lnTo>
                  <a:pt x="51" y="201"/>
                </a:lnTo>
                <a:lnTo>
                  <a:pt x="52" y="200"/>
                </a:lnTo>
                <a:lnTo>
                  <a:pt x="52" y="199"/>
                </a:lnTo>
                <a:lnTo>
                  <a:pt x="51" y="199"/>
                </a:lnTo>
                <a:lnTo>
                  <a:pt x="51" y="198"/>
                </a:lnTo>
                <a:lnTo>
                  <a:pt x="50" y="198"/>
                </a:lnTo>
                <a:lnTo>
                  <a:pt x="49" y="197"/>
                </a:lnTo>
                <a:lnTo>
                  <a:pt x="50" y="196"/>
                </a:lnTo>
                <a:lnTo>
                  <a:pt x="50" y="195"/>
                </a:lnTo>
                <a:lnTo>
                  <a:pt x="51" y="195"/>
                </a:lnTo>
                <a:lnTo>
                  <a:pt x="51" y="194"/>
                </a:lnTo>
                <a:lnTo>
                  <a:pt x="51" y="193"/>
                </a:lnTo>
                <a:lnTo>
                  <a:pt x="51" y="192"/>
                </a:lnTo>
                <a:lnTo>
                  <a:pt x="51" y="191"/>
                </a:lnTo>
                <a:lnTo>
                  <a:pt x="50" y="190"/>
                </a:lnTo>
                <a:lnTo>
                  <a:pt x="50" y="191"/>
                </a:lnTo>
                <a:lnTo>
                  <a:pt x="49" y="191"/>
                </a:lnTo>
                <a:lnTo>
                  <a:pt x="49" y="192"/>
                </a:lnTo>
                <a:lnTo>
                  <a:pt x="48" y="191"/>
                </a:lnTo>
                <a:lnTo>
                  <a:pt x="47" y="190"/>
                </a:lnTo>
                <a:lnTo>
                  <a:pt x="48" y="190"/>
                </a:lnTo>
                <a:lnTo>
                  <a:pt x="47" y="189"/>
                </a:lnTo>
                <a:lnTo>
                  <a:pt x="46" y="190"/>
                </a:lnTo>
                <a:lnTo>
                  <a:pt x="45" y="190"/>
                </a:lnTo>
                <a:lnTo>
                  <a:pt x="45" y="191"/>
                </a:lnTo>
                <a:lnTo>
                  <a:pt x="44" y="191"/>
                </a:lnTo>
                <a:lnTo>
                  <a:pt x="43" y="191"/>
                </a:lnTo>
                <a:lnTo>
                  <a:pt x="42" y="191"/>
                </a:lnTo>
                <a:lnTo>
                  <a:pt x="41" y="190"/>
                </a:lnTo>
                <a:lnTo>
                  <a:pt x="40" y="190"/>
                </a:lnTo>
                <a:lnTo>
                  <a:pt x="40" y="189"/>
                </a:lnTo>
                <a:lnTo>
                  <a:pt x="40" y="188"/>
                </a:lnTo>
                <a:lnTo>
                  <a:pt x="40" y="187"/>
                </a:lnTo>
                <a:lnTo>
                  <a:pt x="39" y="187"/>
                </a:lnTo>
                <a:lnTo>
                  <a:pt x="39" y="186"/>
                </a:lnTo>
                <a:lnTo>
                  <a:pt x="40" y="185"/>
                </a:lnTo>
                <a:lnTo>
                  <a:pt x="40" y="184"/>
                </a:lnTo>
                <a:lnTo>
                  <a:pt x="39" y="183"/>
                </a:lnTo>
                <a:lnTo>
                  <a:pt x="39" y="182"/>
                </a:lnTo>
                <a:lnTo>
                  <a:pt x="38" y="182"/>
                </a:lnTo>
                <a:lnTo>
                  <a:pt x="37" y="182"/>
                </a:lnTo>
                <a:lnTo>
                  <a:pt x="37" y="183"/>
                </a:lnTo>
                <a:lnTo>
                  <a:pt x="36" y="184"/>
                </a:lnTo>
                <a:lnTo>
                  <a:pt x="36" y="185"/>
                </a:lnTo>
                <a:lnTo>
                  <a:pt x="36" y="184"/>
                </a:lnTo>
                <a:lnTo>
                  <a:pt x="35" y="184"/>
                </a:lnTo>
                <a:lnTo>
                  <a:pt x="35" y="183"/>
                </a:lnTo>
                <a:lnTo>
                  <a:pt x="35" y="182"/>
                </a:lnTo>
                <a:lnTo>
                  <a:pt x="34" y="181"/>
                </a:lnTo>
                <a:lnTo>
                  <a:pt x="33" y="181"/>
                </a:lnTo>
                <a:lnTo>
                  <a:pt x="33" y="180"/>
                </a:lnTo>
                <a:lnTo>
                  <a:pt x="33" y="179"/>
                </a:lnTo>
                <a:lnTo>
                  <a:pt x="33" y="178"/>
                </a:lnTo>
                <a:lnTo>
                  <a:pt x="33" y="176"/>
                </a:lnTo>
                <a:lnTo>
                  <a:pt x="32" y="176"/>
                </a:lnTo>
                <a:lnTo>
                  <a:pt x="32" y="177"/>
                </a:lnTo>
                <a:lnTo>
                  <a:pt x="31" y="177"/>
                </a:lnTo>
                <a:lnTo>
                  <a:pt x="30" y="177"/>
                </a:lnTo>
                <a:lnTo>
                  <a:pt x="30" y="178"/>
                </a:lnTo>
                <a:lnTo>
                  <a:pt x="30" y="179"/>
                </a:lnTo>
                <a:lnTo>
                  <a:pt x="29" y="179"/>
                </a:lnTo>
                <a:lnTo>
                  <a:pt x="29" y="178"/>
                </a:lnTo>
                <a:lnTo>
                  <a:pt x="28" y="178"/>
                </a:lnTo>
                <a:lnTo>
                  <a:pt x="28" y="177"/>
                </a:lnTo>
                <a:lnTo>
                  <a:pt x="28" y="176"/>
                </a:lnTo>
                <a:lnTo>
                  <a:pt x="27" y="176"/>
                </a:lnTo>
                <a:lnTo>
                  <a:pt x="27" y="175"/>
                </a:lnTo>
                <a:lnTo>
                  <a:pt x="27" y="174"/>
                </a:lnTo>
                <a:lnTo>
                  <a:pt x="27" y="173"/>
                </a:lnTo>
                <a:lnTo>
                  <a:pt x="27" y="172"/>
                </a:lnTo>
                <a:lnTo>
                  <a:pt x="27" y="171"/>
                </a:lnTo>
                <a:lnTo>
                  <a:pt x="26" y="171"/>
                </a:lnTo>
                <a:lnTo>
                  <a:pt x="26" y="170"/>
                </a:lnTo>
                <a:lnTo>
                  <a:pt x="27" y="170"/>
                </a:lnTo>
                <a:lnTo>
                  <a:pt x="26" y="170"/>
                </a:lnTo>
                <a:lnTo>
                  <a:pt x="26" y="169"/>
                </a:lnTo>
                <a:lnTo>
                  <a:pt x="25" y="169"/>
                </a:lnTo>
                <a:lnTo>
                  <a:pt x="25" y="168"/>
                </a:lnTo>
                <a:lnTo>
                  <a:pt x="25" y="167"/>
                </a:lnTo>
                <a:lnTo>
                  <a:pt x="25" y="166"/>
                </a:lnTo>
                <a:lnTo>
                  <a:pt x="25" y="165"/>
                </a:lnTo>
                <a:lnTo>
                  <a:pt x="25" y="164"/>
                </a:lnTo>
                <a:lnTo>
                  <a:pt x="25" y="163"/>
                </a:lnTo>
                <a:lnTo>
                  <a:pt x="25" y="162"/>
                </a:lnTo>
                <a:lnTo>
                  <a:pt x="25" y="161"/>
                </a:lnTo>
                <a:lnTo>
                  <a:pt x="25" y="160"/>
                </a:lnTo>
                <a:lnTo>
                  <a:pt x="25" y="159"/>
                </a:lnTo>
                <a:lnTo>
                  <a:pt x="25" y="158"/>
                </a:lnTo>
                <a:lnTo>
                  <a:pt x="26" y="158"/>
                </a:lnTo>
                <a:lnTo>
                  <a:pt x="27" y="158"/>
                </a:lnTo>
                <a:lnTo>
                  <a:pt x="27" y="157"/>
                </a:lnTo>
                <a:lnTo>
                  <a:pt x="28" y="157"/>
                </a:lnTo>
                <a:lnTo>
                  <a:pt x="28" y="156"/>
                </a:lnTo>
                <a:lnTo>
                  <a:pt x="28" y="155"/>
                </a:lnTo>
                <a:lnTo>
                  <a:pt x="28" y="154"/>
                </a:lnTo>
                <a:lnTo>
                  <a:pt x="29" y="154"/>
                </a:lnTo>
                <a:lnTo>
                  <a:pt x="30" y="154"/>
                </a:lnTo>
                <a:lnTo>
                  <a:pt x="30" y="153"/>
                </a:lnTo>
                <a:lnTo>
                  <a:pt x="31" y="152"/>
                </a:lnTo>
                <a:lnTo>
                  <a:pt x="32" y="152"/>
                </a:lnTo>
                <a:lnTo>
                  <a:pt x="32" y="151"/>
                </a:lnTo>
                <a:lnTo>
                  <a:pt x="34" y="149"/>
                </a:lnTo>
                <a:lnTo>
                  <a:pt x="34" y="148"/>
                </a:lnTo>
                <a:lnTo>
                  <a:pt x="35" y="148"/>
                </a:lnTo>
                <a:lnTo>
                  <a:pt x="36" y="147"/>
                </a:lnTo>
                <a:lnTo>
                  <a:pt x="36" y="146"/>
                </a:lnTo>
                <a:lnTo>
                  <a:pt x="36" y="145"/>
                </a:lnTo>
                <a:lnTo>
                  <a:pt x="37" y="144"/>
                </a:lnTo>
                <a:lnTo>
                  <a:pt x="37" y="143"/>
                </a:lnTo>
                <a:lnTo>
                  <a:pt x="38" y="143"/>
                </a:lnTo>
                <a:lnTo>
                  <a:pt x="39" y="142"/>
                </a:lnTo>
                <a:lnTo>
                  <a:pt x="40" y="142"/>
                </a:lnTo>
                <a:lnTo>
                  <a:pt x="41" y="142"/>
                </a:lnTo>
                <a:lnTo>
                  <a:pt x="42" y="142"/>
                </a:lnTo>
                <a:lnTo>
                  <a:pt x="43" y="142"/>
                </a:lnTo>
                <a:lnTo>
                  <a:pt x="43" y="141"/>
                </a:lnTo>
                <a:lnTo>
                  <a:pt x="44" y="142"/>
                </a:lnTo>
                <a:lnTo>
                  <a:pt x="45" y="142"/>
                </a:lnTo>
                <a:lnTo>
                  <a:pt x="45" y="141"/>
                </a:lnTo>
                <a:lnTo>
                  <a:pt x="46" y="141"/>
                </a:lnTo>
                <a:lnTo>
                  <a:pt x="47" y="141"/>
                </a:lnTo>
                <a:lnTo>
                  <a:pt x="48" y="141"/>
                </a:lnTo>
                <a:lnTo>
                  <a:pt x="49" y="141"/>
                </a:lnTo>
                <a:lnTo>
                  <a:pt x="50" y="140"/>
                </a:lnTo>
                <a:lnTo>
                  <a:pt x="51" y="140"/>
                </a:lnTo>
                <a:lnTo>
                  <a:pt x="52" y="139"/>
                </a:lnTo>
                <a:lnTo>
                  <a:pt x="53" y="139"/>
                </a:lnTo>
                <a:lnTo>
                  <a:pt x="53" y="138"/>
                </a:lnTo>
                <a:lnTo>
                  <a:pt x="54" y="138"/>
                </a:lnTo>
                <a:lnTo>
                  <a:pt x="55" y="138"/>
                </a:lnTo>
                <a:lnTo>
                  <a:pt x="56" y="138"/>
                </a:lnTo>
                <a:lnTo>
                  <a:pt x="57" y="137"/>
                </a:lnTo>
                <a:lnTo>
                  <a:pt x="57" y="136"/>
                </a:lnTo>
                <a:lnTo>
                  <a:pt x="56" y="135"/>
                </a:lnTo>
                <a:lnTo>
                  <a:pt x="56" y="134"/>
                </a:lnTo>
                <a:lnTo>
                  <a:pt x="56" y="133"/>
                </a:lnTo>
                <a:lnTo>
                  <a:pt x="57" y="133"/>
                </a:lnTo>
                <a:lnTo>
                  <a:pt x="56" y="132"/>
                </a:lnTo>
                <a:lnTo>
                  <a:pt x="56" y="131"/>
                </a:lnTo>
                <a:lnTo>
                  <a:pt x="57" y="131"/>
                </a:lnTo>
                <a:lnTo>
                  <a:pt x="57" y="130"/>
                </a:lnTo>
                <a:lnTo>
                  <a:pt x="57" y="129"/>
                </a:lnTo>
                <a:lnTo>
                  <a:pt x="56" y="129"/>
                </a:lnTo>
                <a:lnTo>
                  <a:pt x="56" y="128"/>
                </a:lnTo>
                <a:lnTo>
                  <a:pt x="56" y="127"/>
                </a:lnTo>
                <a:lnTo>
                  <a:pt x="56" y="126"/>
                </a:lnTo>
                <a:lnTo>
                  <a:pt x="56" y="125"/>
                </a:lnTo>
                <a:lnTo>
                  <a:pt x="56" y="124"/>
                </a:lnTo>
                <a:lnTo>
                  <a:pt x="57" y="123"/>
                </a:lnTo>
                <a:lnTo>
                  <a:pt x="58" y="122"/>
                </a:lnTo>
                <a:lnTo>
                  <a:pt x="59" y="121"/>
                </a:lnTo>
                <a:lnTo>
                  <a:pt x="60" y="121"/>
                </a:lnTo>
                <a:lnTo>
                  <a:pt x="61" y="120"/>
                </a:lnTo>
                <a:lnTo>
                  <a:pt x="62" y="121"/>
                </a:lnTo>
                <a:lnTo>
                  <a:pt x="63" y="121"/>
                </a:lnTo>
                <a:lnTo>
                  <a:pt x="64" y="123"/>
                </a:lnTo>
                <a:lnTo>
                  <a:pt x="64" y="124"/>
                </a:lnTo>
                <a:lnTo>
                  <a:pt x="65" y="124"/>
                </a:lnTo>
                <a:lnTo>
                  <a:pt x="65" y="125"/>
                </a:lnTo>
                <a:lnTo>
                  <a:pt x="66" y="125"/>
                </a:lnTo>
                <a:lnTo>
                  <a:pt x="66" y="126"/>
                </a:lnTo>
                <a:lnTo>
                  <a:pt x="67" y="126"/>
                </a:lnTo>
                <a:lnTo>
                  <a:pt x="67" y="125"/>
                </a:lnTo>
                <a:lnTo>
                  <a:pt x="68" y="125"/>
                </a:lnTo>
                <a:lnTo>
                  <a:pt x="69" y="125"/>
                </a:lnTo>
                <a:lnTo>
                  <a:pt x="70" y="124"/>
                </a:lnTo>
                <a:lnTo>
                  <a:pt x="71" y="123"/>
                </a:lnTo>
                <a:lnTo>
                  <a:pt x="72" y="123"/>
                </a:lnTo>
                <a:lnTo>
                  <a:pt x="73" y="123"/>
                </a:lnTo>
                <a:lnTo>
                  <a:pt x="74" y="123"/>
                </a:lnTo>
                <a:lnTo>
                  <a:pt x="75" y="123"/>
                </a:lnTo>
                <a:lnTo>
                  <a:pt x="75" y="122"/>
                </a:lnTo>
                <a:lnTo>
                  <a:pt x="76" y="122"/>
                </a:lnTo>
                <a:lnTo>
                  <a:pt x="76" y="121"/>
                </a:lnTo>
                <a:lnTo>
                  <a:pt x="77" y="121"/>
                </a:lnTo>
                <a:lnTo>
                  <a:pt x="77" y="122"/>
                </a:lnTo>
                <a:lnTo>
                  <a:pt x="76" y="122"/>
                </a:lnTo>
                <a:lnTo>
                  <a:pt x="77" y="122"/>
                </a:lnTo>
                <a:lnTo>
                  <a:pt x="77" y="123"/>
                </a:lnTo>
                <a:lnTo>
                  <a:pt x="78" y="122"/>
                </a:lnTo>
                <a:lnTo>
                  <a:pt x="78" y="123"/>
                </a:lnTo>
                <a:lnTo>
                  <a:pt x="78" y="124"/>
                </a:lnTo>
                <a:lnTo>
                  <a:pt x="79" y="124"/>
                </a:lnTo>
                <a:lnTo>
                  <a:pt x="80" y="124"/>
                </a:lnTo>
                <a:lnTo>
                  <a:pt x="81" y="123"/>
                </a:lnTo>
                <a:lnTo>
                  <a:pt x="82" y="123"/>
                </a:lnTo>
                <a:lnTo>
                  <a:pt x="83" y="123"/>
                </a:lnTo>
                <a:lnTo>
                  <a:pt x="83" y="124"/>
                </a:lnTo>
                <a:lnTo>
                  <a:pt x="85" y="124"/>
                </a:lnTo>
                <a:lnTo>
                  <a:pt x="86" y="123"/>
                </a:lnTo>
                <a:lnTo>
                  <a:pt x="86" y="122"/>
                </a:lnTo>
                <a:lnTo>
                  <a:pt x="87" y="122"/>
                </a:lnTo>
                <a:lnTo>
                  <a:pt x="88" y="122"/>
                </a:lnTo>
                <a:lnTo>
                  <a:pt x="89" y="121"/>
                </a:lnTo>
                <a:lnTo>
                  <a:pt x="89" y="120"/>
                </a:lnTo>
                <a:lnTo>
                  <a:pt x="90" y="120"/>
                </a:lnTo>
                <a:lnTo>
                  <a:pt x="91" y="120"/>
                </a:lnTo>
                <a:lnTo>
                  <a:pt x="92" y="119"/>
                </a:lnTo>
                <a:lnTo>
                  <a:pt x="93" y="119"/>
                </a:lnTo>
                <a:lnTo>
                  <a:pt x="93" y="118"/>
                </a:lnTo>
                <a:lnTo>
                  <a:pt x="94" y="118"/>
                </a:lnTo>
                <a:lnTo>
                  <a:pt x="94" y="117"/>
                </a:lnTo>
                <a:lnTo>
                  <a:pt x="95" y="117"/>
                </a:lnTo>
                <a:lnTo>
                  <a:pt x="95" y="116"/>
                </a:lnTo>
                <a:lnTo>
                  <a:pt x="95" y="115"/>
                </a:lnTo>
                <a:lnTo>
                  <a:pt x="96" y="115"/>
                </a:lnTo>
                <a:lnTo>
                  <a:pt x="97" y="115"/>
                </a:lnTo>
                <a:lnTo>
                  <a:pt x="98" y="115"/>
                </a:lnTo>
                <a:lnTo>
                  <a:pt x="99" y="114"/>
                </a:lnTo>
                <a:lnTo>
                  <a:pt x="100" y="113"/>
                </a:lnTo>
                <a:lnTo>
                  <a:pt x="101" y="113"/>
                </a:lnTo>
                <a:lnTo>
                  <a:pt x="102" y="113"/>
                </a:lnTo>
                <a:lnTo>
                  <a:pt x="102" y="114"/>
                </a:lnTo>
                <a:lnTo>
                  <a:pt x="104" y="113"/>
                </a:lnTo>
                <a:lnTo>
                  <a:pt x="105" y="113"/>
                </a:lnTo>
                <a:lnTo>
                  <a:pt x="105" y="112"/>
                </a:lnTo>
                <a:lnTo>
                  <a:pt x="106" y="112"/>
                </a:lnTo>
                <a:lnTo>
                  <a:pt x="108" y="112"/>
                </a:lnTo>
                <a:lnTo>
                  <a:pt x="109" y="113"/>
                </a:lnTo>
                <a:lnTo>
                  <a:pt x="109" y="114"/>
                </a:lnTo>
                <a:lnTo>
                  <a:pt x="109" y="115"/>
                </a:lnTo>
                <a:lnTo>
                  <a:pt x="109" y="116"/>
                </a:lnTo>
                <a:lnTo>
                  <a:pt x="110" y="116"/>
                </a:lnTo>
                <a:lnTo>
                  <a:pt x="111" y="116"/>
                </a:lnTo>
                <a:lnTo>
                  <a:pt x="112" y="115"/>
                </a:lnTo>
                <a:lnTo>
                  <a:pt x="112" y="114"/>
                </a:lnTo>
                <a:lnTo>
                  <a:pt x="113" y="114"/>
                </a:lnTo>
                <a:lnTo>
                  <a:pt x="113" y="113"/>
                </a:lnTo>
                <a:lnTo>
                  <a:pt x="114" y="113"/>
                </a:lnTo>
                <a:lnTo>
                  <a:pt x="115" y="113"/>
                </a:lnTo>
                <a:lnTo>
                  <a:pt x="116" y="113"/>
                </a:lnTo>
                <a:lnTo>
                  <a:pt x="118" y="111"/>
                </a:lnTo>
                <a:lnTo>
                  <a:pt x="119" y="111"/>
                </a:lnTo>
                <a:lnTo>
                  <a:pt x="121" y="110"/>
                </a:lnTo>
                <a:lnTo>
                  <a:pt x="122" y="109"/>
                </a:lnTo>
                <a:lnTo>
                  <a:pt x="123" y="109"/>
                </a:lnTo>
                <a:lnTo>
                  <a:pt x="124" y="110"/>
                </a:lnTo>
                <a:lnTo>
                  <a:pt x="124" y="111"/>
                </a:lnTo>
                <a:lnTo>
                  <a:pt x="125" y="111"/>
                </a:lnTo>
                <a:lnTo>
                  <a:pt x="125" y="110"/>
                </a:lnTo>
                <a:lnTo>
                  <a:pt x="126" y="110"/>
                </a:lnTo>
                <a:lnTo>
                  <a:pt x="126" y="109"/>
                </a:lnTo>
                <a:lnTo>
                  <a:pt x="127" y="108"/>
                </a:lnTo>
                <a:lnTo>
                  <a:pt x="126" y="108"/>
                </a:lnTo>
                <a:lnTo>
                  <a:pt x="127" y="108"/>
                </a:lnTo>
                <a:lnTo>
                  <a:pt x="127" y="107"/>
                </a:lnTo>
                <a:lnTo>
                  <a:pt x="127" y="106"/>
                </a:lnTo>
                <a:lnTo>
                  <a:pt x="128" y="107"/>
                </a:lnTo>
                <a:lnTo>
                  <a:pt x="129" y="107"/>
                </a:lnTo>
                <a:lnTo>
                  <a:pt x="129" y="106"/>
                </a:lnTo>
                <a:lnTo>
                  <a:pt x="129" y="105"/>
                </a:lnTo>
                <a:lnTo>
                  <a:pt x="129" y="104"/>
                </a:lnTo>
                <a:lnTo>
                  <a:pt x="129" y="103"/>
                </a:lnTo>
                <a:lnTo>
                  <a:pt x="130" y="102"/>
                </a:lnTo>
                <a:lnTo>
                  <a:pt x="130" y="101"/>
                </a:lnTo>
                <a:lnTo>
                  <a:pt x="131" y="100"/>
                </a:lnTo>
                <a:lnTo>
                  <a:pt x="129" y="100"/>
                </a:lnTo>
                <a:lnTo>
                  <a:pt x="129" y="99"/>
                </a:lnTo>
                <a:lnTo>
                  <a:pt x="130" y="98"/>
                </a:lnTo>
                <a:lnTo>
                  <a:pt x="129" y="98"/>
                </a:lnTo>
                <a:lnTo>
                  <a:pt x="128" y="98"/>
                </a:lnTo>
                <a:lnTo>
                  <a:pt x="127" y="98"/>
                </a:lnTo>
                <a:lnTo>
                  <a:pt x="127" y="99"/>
                </a:lnTo>
                <a:lnTo>
                  <a:pt x="126" y="100"/>
                </a:lnTo>
                <a:lnTo>
                  <a:pt x="126" y="101"/>
                </a:lnTo>
                <a:lnTo>
                  <a:pt x="127" y="101"/>
                </a:lnTo>
                <a:lnTo>
                  <a:pt x="128" y="101"/>
                </a:lnTo>
                <a:lnTo>
                  <a:pt x="128" y="102"/>
                </a:lnTo>
                <a:lnTo>
                  <a:pt x="127" y="102"/>
                </a:lnTo>
                <a:lnTo>
                  <a:pt x="127" y="103"/>
                </a:lnTo>
                <a:lnTo>
                  <a:pt x="126" y="103"/>
                </a:lnTo>
                <a:lnTo>
                  <a:pt x="126" y="104"/>
                </a:lnTo>
                <a:lnTo>
                  <a:pt x="125" y="105"/>
                </a:lnTo>
                <a:lnTo>
                  <a:pt x="124" y="105"/>
                </a:lnTo>
                <a:lnTo>
                  <a:pt x="124" y="104"/>
                </a:lnTo>
                <a:lnTo>
                  <a:pt x="124" y="103"/>
                </a:lnTo>
                <a:lnTo>
                  <a:pt x="123" y="102"/>
                </a:lnTo>
                <a:lnTo>
                  <a:pt x="123" y="101"/>
                </a:lnTo>
                <a:lnTo>
                  <a:pt x="122" y="101"/>
                </a:lnTo>
                <a:lnTo>
                  <a:pt x="121" y="101"/>
                </a:lnTo>
                <a:lnTo>
                  <a:pt x="121" y="100"/>
                </a:lnTo>
                <a:lnTo>
                  <a:pt x="122" y="99"/>
                </a:lnTo>
                <a:lnTo>
                  <a:pt x="122" y="98"/>
                </a:lnTo>
                <a:lnTo>
                  <a:pt x="123" y="98"/>
                </a:lnTo>
                <a:lnTo>
                  <a:pt x="123" y="97"/>
                </a:lnTo>
                <a:lnTo>
                  <a:pt x="124" y="97"/>
                </a:lnTo>
                <a:lnTo>
                  <a:pt x="124" y="96"/>
                </a:lnTo>
                <a:lnTo>
                  <a:pt x="124" y="95"/>
                </a:lnTo>
                <a:lnTo>
                  <a:pt x="124" y="94"/>
                </a:lnTo>
                <a:lnTo>
                  <a:pt x="124" y="93"/>
                </a:lnTo>
                <a:lnTo>
                  <a:pt x="125" y="93"/>
                </a:lnTo>
                <a:lnTo>
                  <a:pt x="125" y="94"/>
                </a:lnTo>
                <a:lnTo>
                  <a:pt x="126" y="94"/>
                </a:lnTo>
                <a:lnTo>
                  <a:pt x="125" y="94"/>
                </a:lnTo>
                <a:lnTo>
                  <a:pt x="125" y="96"/>
                </a:lnTo>
                <a:lnTo>
                  <a:pt x="126" y="95"/>
                </a:lnTo>
                <a:lnTo>
                  <a:pt x="127" y="95"/>
                </a:lnTo>
                <a:lnTo>
                  <a:pt x="127" y="94"/>
                </a:lnTo>
                <a:lnTo>
                  <a:pt x="127" y="93"/>
                </a:lnTo>
                <a:lnTo>
                  <a:pt x="128" y="93"/>
                </a:lnTo>
                <a:lnTo>
                  <a:pt x="128" y="94"/>
                </a:lnTo>
                <a:lnTo>
                  <a:pt x="128" y="95"/>
                </a:lnTo>
                <a:lnTo>
                  <a:pt x="128" y="96"/>
                </a:lnTo>
                <a:lnTo>
                  <a:pt x="129" y="96"/>
                </a:lnTo>
                <a:lnTo>
                  <a:pt x="129" y="97"/>
                </a:lnTo>
                <a:lnTo>
                  <a:pt x="130" y="97"/>
                </a:lnTo>
                <a:lnTo>
                  <a:pt x="131" y="96"/>
                </a:lnTo>
                <a:lnTo>
                  <a:pt x="132" y="95"/>
                </a:lnTo>
                <a:lnTo>
                  <a:pt x="132" y="94"/>
                </a:lnTo>
                <a:lnTo>
                  <a:pt x="133" y="94"/>
                </a:lnTo>
                <a:lnTo>
                  <a:pt x="133" y="93"/>
                </a:lnTo>
                <a:lnTo>
                  <a:pt x="132" y="93"/>
                </a:lnTo>
                <a:lnTo>
                  <a:pt x="132" y="92"/>
                </a:lnTo>
                <a:lnTo>
                  <a:pt x="131" y="93"/>
                </a:lnTo>
                <a:lnTo>
                  <a:pt x="130" y="93"/>
                </a:lnTo>
                <a:lnTo>
                  <a:pt x="130" y="92"/>
                </a:lnTo>
                <a:lnTo>
                  <a:pt x="130" y="91"/>
                </a:lnTo>
                <a:lnTo>
                  <a:pt x="130" y="90"/>
                </a:lnTo>
                <a:lnTo>
                  <a:pt x="131" y="89"/>
                </a:lnTo>
                <a:lnTo>
                  <a:pt x="132" y="89"/>
                </a:lnTo>
                <a:lnTo>
                  <a:pt x="132" y="88"/>
                </a:lnTo>
                <a:lnTo>
                  <a:pt x="133" y="88"/>
                </a:lnTo>
                <a:lnTo>
                  <a:pt x="133" y="87"/>
                </a:lnTo>
                <a:lnTo>
                  <a:pt x="133" y="88"/>
                </a:lnTo>
                <a:lnTo>
                  <a:pt x="134" y="88"/>
                </a:lnTo>
                <a:lnTo>
                  <a:pt x="134" y="87"/>
                </a:lnTo>
                <a:lnTo>
                  <a:pt x="135" y="87"/>
                </a:lnTo>
                <a:lnTo>
                  <a:pt x="135" y="86"/>
                </a:lnTo>
                <a:lnTo>
                  <a:pt x="136" y="87"/>
                </a:lnTo>
                <a:lnTo>
                  <a:pt x="137" y="87"/>
                </a:lnTo>
                <a:lnTo>
                  <a:pt x="137" y="88"/>
                </a:lnTo>
                <a:lnTo>
                  <a:pt x="138" y="88"/>
                </a:lnTo>
                <a:lnTo>
                  <a:pt x="139" y="89"/>
                </a:lnTo>
                <a:lnTo>
                  <a:pt x="140" y="89"/>
                </a:lnTo>
                <a:lnTo>
                  <a:pt x="141" y="88"/>
                </a:lnTo>
                <a:lnTo>
                  <a:pt x="142" y="88"/>
                </a:lnTo>
                <a:lnTo>
                  <a:pt x="143" y="87"/>
                </a:lnTo>
                <a:lnTo>
                  <a:pt x="144" y="87"/>
                </a:lnTo>
                <a:lnTo>
                  <a:pt x="145" y="87"/>
                </a:lnTo>
                <a:lnTo>
                  <a:pt x="146" y="87"/>
                </a:lnTo>
                <a:lnTo>
                  <a:pt x="146" y="88"/>
                </a:lnTo>
                <a:lnTo>
                  <a:pt x="146" y="89"/>
                </a:lnTo>
                <a:lnTo>
                  <a:pt x="146" y="90"/>
                </a:lnTo>
                <a:lnTo>
                  <a:pt x="145" y="91"/>
                </a:lnTo>
                <a:lnTo>
                  <a:pt x="145" y="92"/>
                </a:lnTo>
                <a:lnTo>
                  <a:pt x="146" y="92"/>
                </a:lnTo>
                <a:lnTo>
                  <a:pt x="147" y="92"/>
                </a:lnTo>
                <a:lnTo>
                  <a:pt x="148" y="92"/>
                </a:lnTo>
                <a:lnTo>
                  <a:pt x="150" y="93"/>
                </a:lnTo>
                <a:lnTo>
                  <a:pt x="151" y="92"/>
                </a:lnTo>
                <a:lnTo>
                  <a:pt x="152" y="93"/>
                </a:lnTo>
                <a:lnTo>
                  <a:pt x="153" y="93"/>
                </a:lnTo>
                <a:lnTo>
                  <a:pt x="154" y="93"/>
                </a:lnTo>
                <a:lnTo>
                  <a:pt x="153" y="92"/>
                </a:lnTo>
                <a:lnTo>
                  <a:pt x="153" y="91"/>
                </a:lnTo>
                <a:lnTo>
                  <a:pt x="153" y="90"/>
                </a:lnTo>
                <a:lnTo>
                  <a:pt x="152" y="90"/>
                </a:lnTo>
                <a:lnTo>
                  <a:pt x="152" y="89"/>
                </a:lnTo>
                <a:lnTo>
                  <a:pt x="153" y="88"/>
                </a:lnTo>
                <a:lnTo>
                  <a:pt x="152" y="88"/>
                </a:lnTo>
                <a:lnTo>
                  <a:pt x="152" y="87"/>
                </a:lnTo>
                <a:lnTo>
                  <a:pt x="153" y="87"/>
                </a:lnTo>
                <a:lnTo>
                  <a:pt x="152" y="86"/>
                </a:lnTo>
                <a:lnTo>
                  <a:pt x="153" y="86"/>
                </a:lnTo>
                <a:lnTo>
                  <a:pt x="153" y="85"/>
                </a:lnTo>
                <a:lnTo>
                  <a:pt x="152" y="84"/>
                </a:lnTo>
                <a:lnTo>
                  <a:pt x="152" y="83"/>
                </a:lnTo>
                <a:lnTo>
                  <a:pt x="153" y="82"/>
                </a:lnTo>
                <a:lnTo>
                  <a:pt x="154" y="82"/>
                </a:lnTo>
                <a:lnTo>
                  <a:pt x="154" y="81"/>
                </a:lnTo>
                <a:lnTo>
                  <a:pt x="153" y="80"/>
                </a:lnTo>
                <a:lnTo>
                  <a:pt x="152" y="80"/>
                </a:lnTo>
                <a:lnTo>
                  <a:pt x="152" y="81"/>
                </a:lnTo>
                <a:lnTo>
                  <a:pt x="150" y="81"/>
                </a:lnTo>
                <a:lnTo>
                  <a:pt x="150" y="82"/>
                </a:lnTo>
                <a:lnTo>
                  <a:pt x="149" y="82"/>
                </a:lnTo>
                <a:lnTo>
                  <a:pt x="148" y="82"/>
                </a:lnTo>
                <a:lnTo>
                  <a:pt x="148" y="81"/>
                </a:lnTo>
                <a:lnTo>
                  <a:pt x="149" y="81"/>
                </a:lnTo>
                <a:lnTo>
                  <a:pt x="149" y="80"/>
                </a:lnTo>
                <a:lnTo>
                  <a:pt x="149" y="79"/>
                </a:lnTo>
                <a:lnTo>
                  <a:pt x="149" y="78"/>
                </a:lnTo>
                <a:lnTo>
                  <a:pt x="149" y="77"/>
                </a:lnTo>
                <a:lnTo>
                  <a:pt x="149" y="76"/>
                </a:lnTo>
                <a:lnTo>
                  <a:pt x="150" y="76"/>
                </a:lnTo>
                <a:lnTo>
                  <a:pt x="150" y="75"/>
                </a:lnTo>
                <a:lnTo>
                  <a:pt x="150" y="74"/>
                </a:lnTo>
                <a:lnTo>
                  <a:pt x="149" y="74"/>
                </a:lnTo>
                <a:lnTo>
                  <a:pt x="149" y="75"/>
                </a:lnTo>
                <a:lnTo>
                  <a:pt x="148" y="75"/>
                </a:lnTo>
                <a:lnTo>
                  <a:pt x="148" y="74"/>
                </a:lnTo>
                <a:lnTo>
                  <a:pt x="147" y="74"/>
                </a:lnTo>
                <a:lnTo>
                  <a:pt x="146" y="74"/>
                </a:lnTo>
                <a:lnTo>
                  <a:pt x="146" y="73"/>
                </a:lnTo>
                <a:lnTo>
                  <a:pt x="146" y="72"/>
                </a:lnTo>
                <a:lnTo>
                  <a:pt x="146" y="71"/>
                </a:lnTo>
                <a:lnTo>
                  <a:pt x="147" y="71"/>
                </a:lnTo>
                <a:lnTo>
                  <a:pt x="148" y="71"/>
                </a:lnTo>
                <a:lnTo>
                  <a:pt x="149" y="71"/>
                </a:lnTo>
                <a:lnTo>
                  <a:pt x="149" y="72"/>
                </a:lnTo>
                <a:lnTo>
                  <a:pt x="150" y="73"/>
                </a:lnTo>
                <a:lnTo>
                  <a:pt x="151" y="73"/>
                </a:lnTo>
                <a:lnTo>
                  <a:pt x="152" y="74"/>
                </a:lnTo>
                <a:lnTo>
                  <a:pt x="153" y="73"/>
                </a:lnTo>
                <a:lnTo>
                  <a:pt x="154" y="73"/>
                </a:lnTo>
                <a:lnTo>
                  <a:pt x="156" y="73"/>
                </a:lnTo>
                <a:lnTo>
                  <a:pt x="157" y="73"/>
                </a:lnTo>
                <a:lnTo>
                  <a:pt x="158" y="73"/>
                </a:lnTo>
                <a:lnTo>
                  <a:pt x="160" y="73"/>
                </a:lnTo>
                <a:lnTo>
                  <a:pt x="161" y="73"/>
                </a:lnTo>
                <a:lnTo>
                  <a:pt x="161" y="72"/>
                </a:lnTo>
                <a:lnTo>
                  <a:pt x="162" y="72"/>
                </a:lnTo>
                <a:lnTo>
                  <a:pt x="163" y="72"/>
                </a:lnTo>
                <a:lnTo>
                  <a:pt x="164" y="72"/>
                </a:lnTo>
                <a:lnTo>
                  <a:pt x="164" y="73"/>
                </a:lnTo>
                <a:lnTo>
                  <a:pt x="163" y="74"/>
                </a:lnTo>
                <a:lnTo>
                  <a:pt x="163" y="75"/>
                </a:lnTo>
                <a:lnTo>
                  <a:pt x="164" y="76"/>
                </a:lnTo>
                <a:lnTo>
                  <a:pt x="164" y="77"/>
                </a:lnTo>
                <a:lnTo>
                  <a:pt x="165" y="76"/>
                </a:lnTo>
                <a:lnTo>
                  <a:pt x="166" y="77"/>
                </a:lnTo>
                <a:lnTo>
                  <a:pt x="166" y="76"/>
                </a:lnTo>
                <a:lnTo>
                  <a:pt x="167" y="76"/>
                </a:lnTo>
                <a:lnTo>
                  <a:pt x="167" y="75"/>
                </a:lnTo>
                <a:lnTo>
                  <a:pt x="168" y="75"/>
                </a:lnTo>
                <a:lnTo>
                  <a:pt x="168" y="74"/>
                </a:lnTo>
                <a:lnTo>
                  <a:pt x="169" y="74"/>
                </a:lnTo>
                <a:lnTo>
                  <a:pt x="170" y="74"/>
                </a:lnTo>
                <a:lnTo>
                  <a:pt x="170" y="73"/>
                </a:lnTo>
                <a:lnTo>
                  <a:pt x="171" y="73"/>
                </a:lnTo>
                <a:lnTo>
                  <a:pt x="171" y="72"/>
                </a:lnTo>
                <a:lnTo>
                  <a:pt x="172" y="72"/>
                </a:lnTo>
                <a:lnTo>
                  <a:pt x="173" y="72"/>
                </a:lnTo>
                <a:lnTo>
                  <a:pt x="174" y="72"/>
                </a:lnTo>
                <a:lnTo>
                  <a:pt x="174" y="71"/>
                </a:lnTo>
                <a:lnTo>
                  <a:pt x="175" y="71"/>
                </a:lnTo>
                <a:lnTo>
                  <a:pt x="175" y="70"/>
                </a:lnTo>
                <a:lnTo>
                  <a:pt x="176" y="69"/>
                </a:lnTo>
                <a:lnTo>
                  <a:pt x="177" y="68"/>
                </a:lnTo>
                <a:lnTo>
                  <a:pt x="178" y="68"/>
                </a:lnTo>
                <a:lnTo>
                  <a:pt x="179" y="68"/>
                </a:lnTo>
                <a:lnTo>
                  <a:pt x="180" y="67"/>
                </a:lnTo>
                <a:lnTo>
                  <a:pt x="179" y="66"/>
                </a:lnTo>
                <a:lnTo>
                  <a:pt x="179" y="65"/>
                </a:lnTo>
                <a:lnTo>
                  <a:pt x="180" y="65"/>
                </a:lnTo>
                <a:lnTo>
                  <a:pt x="180" y="63"/>
                </a:lnTo>
                <a:lnTo>
                  <a:pt x="180" y="62"/>
                </a:lnTo>
                <a:lnTo>
                  <a:pt x="181" y="62"/>
                </a:lnTo>
                <a:lnTo>
                  <a:pt x="182" y="62"/>
                </a:lnTo>
                <a:lnTo>
                  <a:pt x="182" y="61"/>
                </a:lnTo>
                <a:lnTo>
                  <a:pt x="182" y="60"/>
                </a:lnTo>
                <a:lnTo>
                  <a:pt x="183" y="61"/>
                </a:lnTo>
                <a:lnTo>
                  <a:pt x="183" y="60"/>
                </a:lnTo>
                <a:lnTo>
                  <a:pt x="183" y="59"/>
                </a:lnTo>
                <a:lnTo>
                  <a:pt x="184" y="59"/>
                </a:lnTo>
                <a:lnTo>
                  <a:pt x="185" y="59"/>
                </a:lnTo>
                <a:lnTo>
                  <a:pt x="185" y="58"/>
                </a:lnTo>
                <a:lnTo>
                  <a:pt x="185" y="56"/>
                </a:lnTo>
                <a:lnTo>
                  <a:pt x="184" y="56"/>
                </a:lnTo>
                <a:lnTo>
                  <a:pt x="184" y="55"/>
                </a:lnTo>
                <a:lnTo>
                  <a:pt x="183" y="54"/>
                </a:lnTo>
                <a:lnTo>
                  <a:pt x="184" y="54"/>
                </a:lnTo>
                <a:lnTo>
                  <a:pt x="185" y="53"/>
                </a:lnTo>
                <a:lnTo>
                  <a:pt x="184" y="53"/>
                </a:lnTo>
                <a:lnTo>
                  <a:pt x="184" y="52"/>
                </a:lnTo>
                <a:lnTo>
                  <a:pt x="185" y="52"/>
                </a:lnTo>
                <a:lnTo>
                  <a:pt x="185" y="51"/>
                </a:lnTo>
                <a:lnTo>
                  <a:pt x="184" y="51"/>
                </a:lnTo>
                <a:lnTo>
                  <a:pt x="184" y="50"/>
                </a:lnTo>
                <a:lnTo>
                  <a:pt x="184" y="49"/>
                </a:lnTo>
                <a:lnTo>
                  <a:pt x="185" y="49"/>
                </a:lnTo>
                <a:lnTo>
                  <a:pt x="185" y="48"/>
                </a:lnTo>
                <a:lnTo>
                  <a:pt x="186" y="48"/>
                </a:lnTo>
                <a:lnTo>
                  <a:pt x="187" y="47"/>
                </a:lnTo>
                <a:lnTo>
                  <a:pt x="187" y="46"/>
                </a:lnTo>
                <a:lnTo>
                  <a:pt x="188" y="45"/>
                </a:lnTo>
                <a:lnTo>
                  <a:pt x="189" y="45"/>
                </a:lnTo>
                <a:lnTo>
                  <a:pt x="192" y="45"/>
                </a:lnTo>
                <a:lnTo>
                  <a:pt x="195" y="45"/>
                </a:lnTo>
                <a:lnTo>
                  <a:pt x="196" y="44"/>
                </a:lnTo>
                <a:lnTo>
                  <a:pt x="199" y="44"/>
                </a:lnTo>
                <a:lnTo>
                  <a:pt x="201" y="44"/>
                </a:lnTo>
                <a:lnTo>
                  <a:pt x="203" y="43"/>
                </a:lnTo>
                <a:lnTo>
                  <a:pt x="204" y="43"/>
                </a:lnTo>
                <a:lnTo>
                  <a:pt x="205" y="42"/>
                </a:lnTo>
                <a:lnTo>
                  <a:pt x="206" y="42"/>
                </a:lnTo>
                <a:lnTo>
                  <a:pt x="207" y="42"/>
                </a:lnTo>
                <a:lnTo>
                  <a:pt x="209" y="42"/>
                </a:lnTo>
                <a:lnTo>
                  <a:pt x="210" y="43"/>
                </a:lnTo>
                <a:lnTo>
                  <a:pt x="212" y="44"/>
                </a:lnTo>
                <a:lnTo>
                  <a:pt x="213" y="46"/>
                </a:lnTo>
                <a:lnTo>
                  <a:pt x="214" y="46"/>
                </a:lnTo>
                <a:lnTo>
                  <a:pt x="215" y="47"/>
                </a:lnTo>
                <a:lnTo>
                  <a:pt x="216" y="47"/>
                </a:lnTo>
                <a:lnTo>
                  <a:pt x="217" y="48"/>
                </a:lnTo>
                <a:lnTo>
                  <a:pt x="218" y="49"/>
                </a:lnTo>
                <a:lnTo>
                  <a:pt x="220" y="50"/>
                </a:lnTo>
                <a:lnTo>
                  <a:pt x="221" y="50"/>
                </a:lnTo>
                <a:lnTo>
                  <a:pt x="221" y="51"/>
                </a:lnTo>
                <a:lnTo>
                  <a:pt x="224" y="52"/>
                </a:lnTo>
                <a:lnTo>
                  <a:pt x="226" y="53"/>
                </a:lnTo>
                <a:lnTo>
                  <a:pt x="230" y="54"/>
                </a:lnTo>
                <a:lnTo>
                  <a:pt x="231" y="54"/>
                </a:lnTo>
                <a:lnTo>
                  <a:pt x="233" y="55"/>
                </a:lnTo>
                <a:lnTo>
                  <a:pt x="235" y="55"/>
                </a:lnTo>
                <a:lnTo>
                  <a:pt x="236" y="55"/>
                </a:lnTo>
                <a:lnTo>
                  <a:pt x="238" y="54"/>
                </a:lnTo>
                <a:lnTo>
                  <a:pt x="239" y="54"/>
                </a:lnTo>
                <a:lnTo>
                  <a:pt x="240" y="54"/>
                </a:lnTo>
                <a:lnTo>
                  <a:pt x="243" y="52"/>
                </a:lnTo>
                <a:lnTo>
                  <a:pt x="244" y="52"/>
                </a:lnTo>
                <a:lnTo>
                  <a:pt x="245" y="51"/>
                </a:lnTo>
                <a:lnTo>
                  <a:pt x="246" y="50"/>
                </a:lnTo>
                <a:lnTo>
                  <a:pt x="247" y="50"/>
                </a:lnTo>
                <a:lnTo>
                  <a:pt x="247" y="49"/>
                </a:lnTo>
                <a:lnTo>
                  <a:pt x="248" y="49"/>
                </a:lnTo>
                <a:lnTo>
                  <a:pt x="248" y="48"/>
                </a:lnTo>
                <a:lnTo>
                  <a:pt x="249" y="48"/>
                </a:lnTo>
                <a:lnTo>
                  <a:pt x="249" y="47"/>
                </a:lnTo>
                <a:lnTo>
                  <a:pt x="250" y="47"/>
                </a:lnTo>
                <a:lnTo>
                  <a:pt x="250" y="46"/>
                </a:lnTo>
                <a:lnTo>
                  <a:pt x="250" y="45"/>
                </a:lnTo>
                <a:lnTo>
                  <a:pt x="251" y="44"/>
                </a:lnTo>
                <a:lnTo>
                  <a:pt x="252" y="44"/>
                </a:lnTo>
                <a:lnTo>
                  <a:pt x="252" y="43"/>
                </a:lnTo>
                <a:lnTo>
                  <a:pt x="253" y="42"/>
                </a:lnTo>
                <a:lnTo>
                  <a:pt x="254" y="41"/>
                </a:lnTo>
                <a:lnTo>
                  <a:pt x="255" y="41"/>
                </a:lnTo>
                <a:lnTo>
                  <a:pt x="255" y="40"/>
                </a:lnTo>
                <a:lnTo>
                  <a:pt x="256" y="40"/>
                </a:lnTo>
                <a:lnTo>
                  <a:pt x="257" y="39"/>
                </a:lnTo>
                <a:lnTo>
                  <a:pt x="258" y="39"/>
                </a:lnTo>
                <a:lnTo>
                  <a:pt x="259" y="38"/>
                </a:lnTo>
                <a:lnTo>
                  <a:pt x="260" y="38"/>
                </a:lnTo>
                <a:lnTo>
                  <a:pt x="261" y="38"/>
                </a:lnTo>
                <a:lnTo>
                  <a:pt x="263" y="38"/>
                </a:lnTo>
                <a:lnTo>
                  <a:pt x="264" y="38"/>
                </a:lnTo>
                <a:lnTo>
                  <a:pt x="265" y="38"/>
                </a:lnTo>
                <a:lnTo>
                  <a:pt x="266" y="38"/>
                </a:lnTo>
                <a:lnTo>
                  <a:pt x="267" y="38"/>
                </a:lnTo>
                <a:lnTo>
                  <a:pt x="267" y="39"/>
                </a:lnTo>
                <a:lnTo>
                  <a:pt x="268" y="40"/>
                </a:lnTo>
                <a:lnTo>
                  <a:pt x="268" y="41"/>
                </a:lnTo>
                <a:lnTo>
                  <a:pt x="269" y="41"/>
                </a:lnTo>
                <a:lnTo>
                  <a:pt x="269" y="42"/>
                </a:lnTo>
                <a:lnTo>
                  <a:pt x="270" y="42"/>
                </a:lnTo>
                <a:lnTo>
                  <a:pt x="270" y="43"/>
                </a:lnTo>
                <a:lnTo>
                  <a:pt x="271" y="43"/>
                </a:lnTo>
                <a:lnTo>
                  <a:pt x="272" y="43"/>
                </a:lnTo>
                <a:lnTo>
                  <a:pt x="273" y="42"/>
                </a:lnTo>
                <a:lnTo>
                  <a:pt x="274" y="41"/>
                </a:lnTo>
                <a:lnTo>
                  <a:pt x="275" y="40"/>
                </a:lnTo>
                <a:lnTo>
                  <a:pt x="275" y="39"/>
                </a:lnTo>
                <a:lnTo>
                  <a:pt x="276" y="39"/>
                </a:lnTo>
                <a:lnTo>
                  <a:pt x="277" y="38"/>
                </a:lnTo>
                <a:lnTo>
                  <a:pt x="277" y="37"/>
                </a:lnTo>
                <a:lnTo>
                  <a:pt x="278" y="37"/>
                </a:lnTo>
                <a:lnTo>
                  <a:pt x="278" y="36"/>
                </a:lnTo>
                <a:lnTo>
                  <a:pt x="279" y="36"/>
                </a:lnTo>
                <a:lnTo>
                  <a:pt x="279" y="35"/>
                </a:lnTo>
                <a:lnTo>
                  <a:pt x="280" y="35"/>
                </a:lnTo>
                <a:lnTo>
                  <a:pt x="280" y="34"/>
                </a:lnTo>
                <a:lnTo>
                  <a:pt x="281" y="34"/>
                </a:lnTo>
                <a:lnTo>
                  <a:pt x="282" y="33"/>
                </a:lnTo>
                <a:lnTo>
                  <a:pt x="283" y="33"/>
                </a:lnTo>
                <a:lnTo>
                  <a:pt x="284" y="32"/>
                </a:lnTo>
                <a:lnTo>
                  <a:pt x="285" y="32"/>
                </a:lnTo>
                <a:lnTo>
                  <a:pt x="285" y="31"/>
                </a:lnTo>
                <a:lnTo>
                  <a:pt x="286" y="31"/>
                </a:lnTo>
                <a:lnTo>
                  <a:pt x="287" y="30"/>
                </a:lnTo>
                <a:lnTo>
                  <a:pt x="288" y="29"/>
                </a:lnTo>
                <a:lnTo>
                  <a:pt x="289" y="29"/>
                </a:lnTo>
                <a:lnTo>
                  <a:pt x="291" y="27"/>
                </a:lnTo>
                <a:lnTo>
                  <a:pt x="291" y="26"/>
                </a:lnTo>
                <a:lnTo>
                  <a:pt x="292" y="26"/>
                </a:lnTo>
                <a:lnTo>
                  <a:pt x="292" y="25"/>
                </a:lnTo>
                <a:lnTo>
                  <a:pt x="293" y="25"/>
                </a:lnTo>
                <a:lnTo>
                  <a:pt x="294" y="25"/>
                </a:lnTo>
                <a:lnTo>
                  <a:pt x="295" y="25"/>
                </a:lnTo>
                <a:lnTo>
                  <a:pt x="296" y="25"/>
                </a:lnTo>
                <a:lnTo>
                  <a:pt x="298" y="25"/>
                </a:lnTo>
                <a:lnTo>
                  <a:pt x="299" y="25"/>
                </a:lnTo>
                <a:lnTo>
                  <a:pt x="299" y="24"/>
                </a:lnTo>
                <a:lnTo>
                  <a:pt x="300" y="24"/>
                </a:lnTo>
                <a:lnTo>
                  <a:pt x="301" y="23"/>
                </a:lnTo>
                <a:lnTo>
                  <a:pt x="302" y="21"/>
                </a:lnTo>
                <a:lnTo>
                  <a:pt x="301" y="20"/>
                </a:lnTo>
                <a:lnTo>
                  <a:pt x="302" y="19"/>
                </a:lnTo>
                <a:lnTo>
                  <a:pt x="302" y="17"/>
                </a:lnTo>
                <a:lnTo>
                  <a:pt x="301" y="13"/>
                </a:lnTo>
                <a:lnTo>
                  <a:pt x="301" y="10"/>
                </a:lnTo>
                <a:lnTo>
                  <a:pt x="302" y="7"/>
                </a:lnTo>
                <a:lnTo>
                  <a:pt x="303" y="5"/>
                </a:lnTo>
                <a:lnTo>
                  <a:pt x="303" y="3"/>
                </a:lnTo>
                <a:lnTo>
                  <a:pt x="304" y="3"/>
                </a:lnTo>
                <a:lnTo>
                  <a:pt x="304" y="2"/>
                </a:lnTo>
                <a:lnTo>
                  <a:pt x="305" y="2"/>
                </a:lnTo>
                <a:lnTo>
                  <a:pt x="306" y="1"/>
                </a:lnTo>
                <a:lnTo>
                  <a:pt x="307" y="1"/>
                </a:lnTo>
                <a:lnTo>
                  <a:pt x="308" y="0"/>
                </a:lnTo>
                <a:lnTo>
                  <a:pt x="309" y="0"/>
                </a:lnTo>
                <a:lnTo>
                  <a:pt x="310" y="0"/>
                </a:lnTo>
                <a:lnTo>
                  <a:pt x="311" y="0"/>
                </a:lnTo>
                <a:lnTo>
                  <a:pt x="313" y="0"/>
                </a:lnTo>
                <a:lnTo>
                  <a:pt x="314" y="0"/>
                </a:lnTo>
                <a:lnTo>
                  <a:pt x="314" y="1"/>
                </a:lnTo>
                <a:lnTo>
                  <a:pt x="315" y="1"/>
                </a:lnTo>
                <a:close/>
              </a:path>
            </a:pathLst>
          </a:custGeom>
          <a:solidFill>
            <a:srgbClr val="EEBFAA"/>
          </a:solidFill>
          <a:ln w="2520">
            <a:solidFill>
              <a:srgbClr val="FFFFFF"/>
            </a:solidFill>
            <a:round/>
          </a:ln>
        </p:spPr>
        <p:txBody>
          <a:bodyPr lIns="1080" tIns="1080" rIns="1080" bIns="108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20" name=""/>
          <p:cNvSpPr/>
          <p:nvPr/>
        </p:nvSpPr>
        <p:spPr>
          <a:xfrm>
            <a:off x="5350680" y="784440"/>
            <a:ext cx="0" cy="720"/>
          </a:xfrm>
          <a:custGeom>
            <a:avLst/>
            <a:gdLst/>
            <a:ahLst/>
            <a:rect l="0" t="0" r="r" b="b"/>
            <a:pathLst>
              <a:path w="0" h="2">
                <a:moveTo>
                  <a:pt x="0" y="2"/>
                </a:moveTo>
                <a:lnTo>
                  <a:pt x="0" y="1"/>
                </a:lnTo>
                <a:lnTo>
                  <a:pt x="0" y="0"/>
                </a:lnTo>
                <a:lnTo>
                  <a:pt x="0" y="1"/>
                </a:lnTo>
                <a:lnTo>
                  <a:pt x="0" y="2"/>
                </a:lnTo>
                <a:close/>
              </a:path>
            </a:pathLst>
          </a:custGeom>
          <a:solidFill>
            <a:srgbClr val="ECB69E"/>
          </a:solidFill>
          <a:ln w="2520">
            <a:solidFill>
              <a:srgbClr val="FFFFFF"/>
            </a:solidFill>
            <a:round/>
          </a:ln>
        </p:spPr>
        <p:txBody>
          <a:bodyPr lIns="1080" tIns="-360" rIns="1080" bIns="-3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21" name=""/>
          <p:cNvSpPr/>
          <p:nvPr/>
        </p:nvSpPr>
        <p:spPr>
          <a:xfrm>
            <a:off x="5346360" y="777960"/>
            <a:ext cx="360" cy="0"/>
          </a:xfrm>
          <a:custGeom>
            <a:avLst/>
            <a:gdLst/>
            <a:ahLst/>
            <a:rect l="0" t="0" r="r" b="b"/>
            <a:pathLst>
              <a:path w="1" h="0">
                <a:moveTo>
                  <a:pt x="1" y="0"/>
                </a:moveTo>
                <a:lnTo>
                  <a:pt x="0" y="0"/>
                </a:lnTo>
                <a:lnTo>
                  <a:pt x="1" y="0"/>
                </a:lnTo>
                <a:close/>
              </a:path>
            </a:pathLst>
          </a:custGeom>
          <a:solidFill>
            <a:srgbClr val="ECB69E"/>
          </a:solidFill>
          <a:ln w="2520">
            <a:solidFill>
              <a:srgbClr val="FFFFFF"/>
            </a:solidFill>
            <a:round/>
          </a:ln>
        </p:spPr>
        <p:txBody>
          <a:bodyPr lIns="1080" tIns="-1080" rIns="1080" bIns="-108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22" name=""/>
          <p:cNvSpPr/>
          <p:nvPr/>
        </p:nvSpPr>
        <p:spPr>
          <a:xfrm>
            <a:off x="5029920" y="658800"/>
            <a:ext cx="334080" cy="237600"/>
          </a:xfrm>
          <a:custGeom>
            <a:avLst/>
            <a:gdLst/>
            <a:ahLst/>
            <a:rect l="0" t="0" r="r" b="b"/>
            <a:pathLst>
              <a:path w="928" h="660">
                <a:moveTo>
                  <a:pt x="186" y="0"/>
                </a:moveTo>
                <a:lnTo>
                  <a:pt x="186" y="1"/>
                </a:lnTo>
                <a:lnTo>
                  <a:pt x="186" y="2"/>
                </a:lnTo>
                <a:lnTo>
                  <a:pt x="187" y="2"/>
                </a:lnTo>
                <a:lnTo>
                  <a:pt x="187" y="3"/>
                </a:lnTo>
                <a:lnTo>
                  <a:pt x="187" y="4"/>
                </a:lnTo>
                <a:lnTo>
                  <a:pt x="186" y="4"/>
                </a:lnTo>
                <a:lnTo>
                  <a:pt x="187" y="5"/>
                </a:lnTo>
                <a:lnTo>
                  <a:pt x="188" y="5"/>
                </a:lnTo>
                <a:lnTo>
                  <a:pt x="189" y="4"/>
                </a:lnTo>
                <a:lnTo>
                  <a:pt x="189" y="3"/>
                </a:lnTo>
                <a:lnTo>
                  <a:pt x="189" y="2"/>
                </a:lnTo>
                <a:lnTo>
                  <a:pt x="189" y="1"/>
                </a:lnTo>
                <a:lnTo>
                  <a:pt x="191" y="0"/>
                </a:lnTo>
                <a:lnTo>
                  <a:pt x="192" y="1"/>
                </a:lnTo>
                <a:lnTo>
                  <a:pt x="192" y="2"/>
                </a:lnTo>
                <a:lnTo>
                  <a:pt x="192" y="3"/>
                </a:lnTo>
                <a:lnTo>
                  <a:pt x="191" y="4"/>
                </a:lnTo>
                <a:lnTo>
                  <a:pt x="191" y="5"/>
                </a:lnTo>
                <a:lnTo>
                  <a:pt x="192" y="6"/>
                </a:lnTo>
                <a:lnTo>
                  <a:pt x="193" y="7"/>
                </a:lnTo>
                <a:lnTo>
                  <a:pt x="194" y="7"/>
                </a:lnTo>
                <a:lnTo>
                  <a:pt x="194" y="8"/>
                </a:lnTo>
                <a:lnTo>
                  <a:pt x="195" y="8"/>
                </a:lnTo>
                <a:lnTo>
                  <a:pt x="195" y="9"/>
                </a:lnTo>
                <a:lnTo>
                  <a:pt x="194" y="9"/>
                </a:lnTo>
                <a:lnTo>
                  <a:pt x="193" y="10"/>
                </a:lnTo>
                <a:lnTo>
                  <a:pt x="193" y="11"/>
                </a:lnTo>
                <a:lnTo>
                  <a:pt x="193" y="12"/>
                </a:lnTo>
                <a:lnTo>
                  <a:pt x="194" y="12"/>
                </a:lnTo>
                <a:lnTo>
                  <a:pt x="194" y="13"/>
                </a:lnTo>
                <a:lnTo>
                  <a:pt x="195" y="13"/>
                </a:lnTo>
                <a:lnTo>
                  <a:pt x="196" y="14"/>
                </a:lnTo>
                <a:lnTo>
                  <a:pt x="195" y="15"/>
                </a:lnTo>
                <a:lnTo>
                  <a:pt x="195" y="16"/>
                </a:lnTo>
                <a:lnTo>
                  <a:pt x="196" y="16"/>
                </a:lnTo>
                <a:lnTo>
                  <a:pt x="197" y="16"/>
                </a:lnTo>
                <a:lnTo>
                  <a:pt x="197" y="15"/>
                </a:lnTo>
                <a:lnTo>
                  <a:pt x="198" y="15"/>
                </a:lnTo>
                <a:lnTo>
                  <a:pt x="199" y="15"/>
                </a:lnTo>
                <a:lnTo>
                  <a:pt x="199" y="16"/>
                </a:lnTo>
                <a:lnTo>
                  <a:pt x="199" y="17"/>
                </a:lnTo>
                <a:lnTo>
                  <a:pt x="198" y="17"/>
                </a:lnTo>
                <a:lnTo>
                  <a:pt x="198" y="18"/>
                </a:lnTo>
                <a:lnTo>
                  <a:pt x="197" y="18"/>
                </a:lnTo>
                <a:lnTo>
                  <a:pt x="197" y="19"/>
                </a:lnTo>
                <a:lnTo>
                  <a:pt x="198" y="19"/>
                </a:lnTo>
                <a:lnTo>
                  <a:pt x="199" y="20"/>
                </a:lnTo>
                <a:lnTo>
                  <a:pt x="200" y="20"/>
                </a:lnTo>
                <a:lnTo>
                  <a:pt x="200" y="21"/>
                </a:lnTo>
                <a:lnTo>
                  <a:pt x="200" y="22"/>
                </a:lnTo>
                <a:lnTo>
                  <a:pt x="199" y="22"/>
                </a:lnTo>
                <a:lnTo>
                  <a:pt x="199" y="23"/>
                </a:lnTo>
                <a:lnTo>
                  <a:pt x="199" y="24"/>
                </a:lnTo>
                <a:lnTo>
                  <a:pt x="199" y="25"/>
                </a:lnTo>
                <a:lnTo>
                  <a:pt x="200" y="25"/>
                </a:lnTo>
                <a:lnTo>
                  <a:pt x="200" y="24"/>
                </a:lnTo>
                <a:lnTo>
                  <a:pt x="201" y="24"/>
                </a:lnTo>
                <a:lnTo>
                  <a:pt x="201" y="25"/>
                </a:lnTo>
                <a:lnTo>
                  <a:pt x="201" y="26"/>
                </a:lnTo>
                <a:lnTo>
                  <a:pt x="202" y="26"/>
                </a:lnTo>
                <a:lnTo>
                  <a:pt x="201" y="26"/>
                </a:lnTo>
                <a:lnTo>
                  <a:pt x="201" y="27"/>
                </a:lnTo>
                <a:lnTo>
                  <a:pt x="201" y="28"/>
                </a:lnTo>
                <a:lnTo>
                  <a:pt x="200" y="28"/>
                </a:lnTo>
                <a:lnTo>
                  <a:pt x="201" y="29"/>
                </a:lnTo>
                <a:lnTo>
                  <a:pt x="202" y="29"/>
                </a:lnTo>
                <a:lnTo>
                  <a:pt x="203" y="29"/>
                </a:lnTo>
                <a:lnTo>
                  <a:pt x="203" y="30"/>
                </a:lnTo>
                <a:lnTo>
                  <a:pt x="204" y="30"/>
                </a:lnTo>
                <a:lnTo>
                  <a:pt x="204" y="31"/>
                </a:lnTo>
                <a:lnTo>
                  <a:pt x="204" y="32"/>
                </a:lnTo>
                <a:lnTo>
                  <a:pt x="205" y="33"/>
                </a:lnTo>
                <a:lnTo>
                  <a:pt x="204" y="34"/>
                </a:lnTo>
                <a:lnTo>
                  <a:pt x="203" y="34"/>
                </a:lnTo>
                <a:lnTo>
                  <a:pt x="202" y="34"/>
                </a:lnTo>
                <a:lnTo>
                  <a:pt x="201" y="34"/>
                </a:lnTo>
                <a:lnTo>
                  <a:pt x="200" y="34"/>
                </a:lnTo>
                <a:lnTo>
                  <a:pt x="200" y="35"/>
                </a:lnTo>
                <a:lnTo>
                  <a:pt x="201" y="35"/>
                </a:lnTo>
                <a:lnTo>
                  <a:pt x="201" y="36"/>
                </a:lnTo>
                <a:lnTo>
                  <a:pt x="202" y="36"/>
                </a:lnTo>
                <a:lnTo>
                  <a:pt x="203" y="36"/>
                </a:lnTo>
                <a:lnTo>
                  <a:pt x="204" y="36"/>
                </a:lnTo>
                <a:lnTo>
                  <a:pt x="204" y="37"/>
                </a:lnTo>
                <a:lnTo>
                  <a:pt x="204" y="38"/>
                </a:lnTo>
                <a:lnTo>
                  <a:pt x="203" y="39"/>
                </a:lnTo>
                <a:lnTo>
                  <a:pt x="201" y="39"/>
                </a:lnTo>
                <a:lnTo>
                  <a:pt x="200" y="39"/>
                </a:lnTo>
                <a:lnTo>
                  <a:pt x="200" y="40"/>
                </a:lnTo>
                <a:lnTo>
                  <a:pt x="200" y="41"/>
                </a:lnTo>
                <a:lnTo>
                  <a:pt x="200" y="43"/>
                </a:lnTo>
                <a:lnTo>
                  <a:pt x="200" y="44"/>
                </a:lnTo>
                <a:lnTo>
                  <a:pt x="200" y="45"/>
                </a:lnTo>
                <a:lnTo>
                  <a:pt x="201" y="45"/>
                </a:lnTo>
                <a:lnTo>
                  <a:pt x="201" y="46"/>
                </a:lnTo>
                <a:lnTo>
                  <a:pt x="202" y="46"/>
                </a:lnTo>
                <a:lnTo>
                  <a:pt x="202" y="47"/>
                </a:lnTo>
                <a:lnTo>
                  <a:pt x="203" y="47"/>
                </a:lnTo>
                <a:lnTo>
                  <a:pt x="203" y="48"/>
                </a:lnTo>
                <a:lnTo>
                  <a:pt x="204" y="48"/>
                </a:lnTo>
                <a:lnTo>
                  <a:pt x="205" y="48"/>
                </a:lnTo>
                <a:lnTo>
                  <a:pt x="205" y="49"/>
                </a:lnTo>
                <a:lnTo>
                  <a:pt x="206" y="49"/>
                </a:lnTo>
                <a:lnTo>
                  <a:pt x="207" y="49"/>
                </a:lnTo>
                <a:lnTo>
                  <a:pt x="208" y="49"/>
                </a:lnTo>
                <a:lnTo>
                  <a:pt x="209" y="49"/>
                </a:lnTo>
                <a:lnTo>
                  <a:pt x="210" y="49"/>
                </a:lnTo>
                <a:lnTo>
                  <a:pt x="210" y="50"/>
                </a:lnTo>
                <a:lnTo>
                  <a:pt x="210" y="51"/>
                </a:lnTo>
                <a:lnTo>
                  <a:pt x="211" y="51"/>
                </a:lnTo>
                <a:lnTo>
                  <a:pt x="211" y="52"/>
                </a:lnTo>
                <a:lnTo>
                  <a:pt x="211" y="53"/>
                </a:lnTo>
                <a:lnTo>
                  <a:pt x="211" y="54"/>
                </a:lnTo>
                <a:lnTo>
                  <a:pt x="212" y="54"/>
                </a:lnTo>
                <a:lnTo>
                  <a:pt x="212" y="55"/>
                </a:lnTo>
                <a:lnTo>
                  <a:pt x="211" y="56"/>
                </a:lnTo>
                <a:lnTo>
                  <a:pt x="210" y="56"/>
                </a:lnTo>
                <a:lnTo>
                  <a:pt x="209" y="56"/>
                </a:lnTo>
                <a:lnTo>
                  <a:pt x="209" y="57"/>
                </a:lnTo>
                <a:lnTo>
                  <a:pt x="209" y="58"/>
                </a:lnTo>
                <a:lnTo>
                  <a:pt x="210" y="59"/>
                </a:lnTo>
                <a:lnTo>
                  <a:pt x="211" y="60"/>
                </a:lnTo>
                <a:lnTo>
                  <a:pt x="212" y="60"/>
                </a:lnTo>
                <a:lnTo>
                  <a:pt x="213" y="61"/>
                </a:lnTo>
                <a:lnTo>
                  <a:pt x="212" y="61"/>
                </a:lnTo>
                <a:lnTo>
                  <a:pt x="211" y="61"/>
                </a:lnTo>
                <a:lnTo>
                  <a:pt x="211" y="62"/>
                </a:lnTo>
                <a:lnTo>
                  <a:pt x="210" y="62"/>
                </a:lnTo>
                <a:lnTo>
                  <a:pt x="210" y="63"/>
                </a:lnTo>
                <a:lnTo>
                  <a:pt x="209" y="63"/>
                </a:lnTo>
                <a:lnTo>
                  <a:pt x="209" y="64"/>
                </a:lnTo>
                <a:lnTo>
                  <a:pt x="208" y="64"/>
                </a:lnTo>
                <a:lnTo>
                  <a:pt x="207" y="64"/>
                </a:lnTo>
                <a:lnTo>
                  <a:pt x="207" y="65"/>
                </a:lnTo>
                <a:lnTo>
                  <a:pt x="208" y="65"/>
                </a:lnTo>
                <a:lnTo>
                  <a:pt x="208" y="66"/>
                </a:lnTo>
                <a:lnTo>
                  <a:pt x="209" y="67"/>
                </a:lnTo>
                <a:lnTo>
                  <a:pt x="209" y="68"/>
                </a:lnTo>
                <a:lnTo>
                  <a:pt x="210" y="68"/>
                </a:lnTo>
                <a:lnTo>
                  <a:pt x="211" y="68"/>
                </a:lnTo>
                <a:lnTo>
                  <a:pt x="211" y="67"/>
                </a:lnTo>
                <a:lnTo>
                  <a:pt x="212" y="67"/>
                </a:lnTo>
                <a:lnTo>
                  <a:pt x="213" y="67"/>
                </a:lnTo>
                <a:lnTo>
                  <a:pt x="214" y="67"/>
                </a:lnTo>
                <a:lnTo>
                  <a:pt x="214" y="68"/>
                </a:lnTo>
                <a:lnTo>
                  <a:pt x="215" y="68"/>
                </a:lnTo>
                <a:lnTo>
                  <a:pt x="216" y="69"/>
                </a:lnTo>
                <a:lnTo>
                  <a:pt x="217" y="70"/>
                </a:lnTo>
                <a:lnTo>
                  <a:pt x="217" y="71"/>
                </a:lnTo>
                <a:lnTo>
                  <a:pt x="218" y="71"/>
                </a:lnTo>
                <a:lnTo>
                  <a:pt x="218" y="72"/>
                </a:lnTo>
                <a:lnTo>
                  <a:pt x="218" y="73"/>
                </a:lnTo>
                <a:lnTo>
                  <a:pt x="219" y="73"/>
                </a:lnTo>
                <a:lnTo>
                  <a:pt x="221" y="73"/>
                </a:lnTo>
                <a:lnTo>
                  <a:pt x="222" y="73"/>
                </a:lnTo>
                <a:lnTo>
                  <a:pt x="222" y="74"/>
                </a:lnTo>
                <a:lnTo>
                  <a:pt x="222" y="75"/>
                </a:lnTo>
                <a:lnTo>
                  <a:pt x="221" y="76"/>
                </a:lnTo>
                <a:lnTo>
                  <a:pt x="221" y="77"/>
                </a:lnTo>
                <a:lnTo>
                  <a:pt x="222" y="77"/>
                </a:lnTo>
                <a:lnTo>
                  <a:pt x="223" y="77"/>
                </a:lnTo>
                <a:lnTo>
                  <a:pt x="223" y="78"/>
                </a:lnTo>
                <a:lnTo>
                  <a:pt x="223" y="79"/>
                </a:lnTo>
                <a:lnTo>
                  <a:pt x="223" y="81"/>
                </a:lnTo>
                <a:lnTo>
                  <a:pt x="224" y="82"/>
                </a:lnTo>
                <a:lnTo>
                  <a:pt x="225" y="82"/>
                </a:lnTo>
                <a:lnTo>
                  <a:pt x="226" y="82"/>
                </a:lnTo>
                <a:lnTo>
                  <a:pt x="227" y="82"/>
                </a:lnTo>
                <a:lnTo>
                  <a:pt x="228" y="82"/>
                </a:lnTo>
                <a:lnTo>
                  <a:pt x="228" y="81"/>
                </a:lnTo>
                <a:lnTo>
                  <a:pt x="229" y="81"/>
                </a:lnTo>
                <a:lnTo>
                  <a:pt x="229" y="80"/>
                </a:lnTo>
                <a:lnTo>
                  <a:pt x="230" y="80"/>
                </a:lnTo>
                <a:lnTo>
                  <a:pt x="230" y="79"/>
                </a:lnTo>
                <a:lnTo>
                  <a:pt x="231" y="79"/>
                </a:lnTo>
                <a:lnTo>
                  <a:pt x="232" y="79"/>
                </a:lnTo>
                <a:lnTo>
                  <a:pt x="232" y="80"/>
                </a:lnTo>
                <a:lnTo>
                  <a:pt x="232" y="81"/>
                </a:lnTo>
                <a:lnTo>
                  <a:pt x="231" y="81"/>
                </a:lnTo>
                <a:lnTo>
                  <a:pt x="231" y="82"/>
                </a:lnTo>
                <a:lnTo>
                  <a:pt x="231" y="83"/>
                </a:lnTo>
                <a:lnTo>
                  <a:pt x="232" y="83"/>
                </a:lnTo>
                <a:lnTo>
                  <a:pt x="232" y="84"/>
                </a:lnTo>
                <a:lnTo>
                  <a:pt x="233" y="84"/>
                </a:lnTo>
                <a:lnTo>
                  <a:pt x="234" y="84"/>
                </a:lnTo>
                <a:lnTo>
                  <a:pt x="235" y="83"/>
                </a:lnTo>
                <a:lnTo>
                  <a:pt x="236" y="83"/>
                </a:lnTo>
                <a:lnTo>
                  <a:pt x="236" y="84"/>
                </a:lnTo>
                <a:lnTo>
                  <a:pt x="236" y="85"/>
                </a:lnTo>
                <a:lnTo>
                  <a:pt x="236" y="86"/>
                </a:lnTo>
                <a:lnTo>
                  <a:pt x="235" y="87"/>
                </a:lnTo>
                <a:lnTo>
                  <a:pt x="236" y="88"/>
                </a:lnTo>
                <a:lnTo>
                  <a:pt x="236" y="89"/>
                </a:lnTo>
                <a:lnTo>
                  <a:pt x="237" y="89"/>
                </a:lnTo>
                <a:lnTo>
                  <a:pt x="238" y="90"/>
                </a:lnTo>
                <a:lnTo>
                  <a:pt x="239" y="90"/>
                </a:lnTo>
                <a:lnTo>
                  <a:pt x="240" y="90"/>
                </a:lnTo>
                <a:lnTo>
                  <a:pt x="240" y="89"/>
                </a:lnTo>
                <a:lnTo>
                  <a:pt x="241" y="89"/>
                </a:lnTo>
                <a:lnTo>
                  <a:pt x="242" y="89"/>
                </a:lnTo>
                <a:lnTo>
                  <a:pt x="243" y="88"/>
                </a:lnTo>
                <a:lnTo>
                  <a:pt x="244" y="88"/>
                </a:lnTo>
                <a:lnTo>
                  <a:pt x="245" y="88"/>
                </a:lnTo>
                <a:lnTo>
                  <a:pt x="245" y="89"/>
                </a:lnTo>
                <a:lnTo>
                  <a:pt x="246" y="89"/>
                </a:lnTo>
                <a:lnTo>
                  <a:pt x="246" y="91"/>
                </a:lnTo>
                <a:lnTo>
                  <a:pt x="246" y="92"/>
                </a:lnTo>
                <a:lnTo>
                  <a:pt x="246" y="93"/>
                </a:lnTo>
                <a:lnTo>
                  <a:pt x="245" y="94"/>
                </a:lnTo>
                <a:lnTo>
                  <a:pt x="245" y="95"/>
                </a:lnTo>
                <a:lnTo>
                  <a:pt x="246" y="96"/>
                </a:lnTo>
                <a:lnTo>
                  <a:pt x="247" y="96"/>
                </a:lnTo>
                <a:lnTo>
                  <a:pt x="247" y="97"/>
                </a:lnTo>
                <a:lnTo>
                  <a:pt x="248" y="97"/>
                </a:lnTo>
                <a:lnTo>
                  <a:pt x="248" y="98"/>
                </a:lnTo>
                <a:lnTo>
                  <a:pt x="248" y="99"/>
                </a:lnTo>
                <a:lnTo>
                  <a:pt x="249" y="99"/>
                </a:lnTo>
                <a:lnTo>
                  <a:pt x="249" y="100"/>
                </a:lnTo>
                <a:lnTo>
                  <a:pt x="250" y="100"/>
                </a:lnTo>
                <a:lnTo>
                  <a:pt x="251" y="100"/>
                </a:lnTo>
                <a:lnTo>
                  <a:pt x="251" y="101"/>
                </a:lnTo>
                <a:lnTo>
                  <a:pt x="252" y="101"/>
                </a:lnTo>
                <a:lnTo>
                  <a:pt x="252" y="100"/>
                </a:lnTo>
                <a:lnTo>
                  <a:pt x="253" y="100"/>
                </a:lnTo>
                <a:lnTo>
                  <a:pt x="252" y="100"/>
                </a:lnTo>
                <a:lnTo>
                  <a:pt x="253" y="99"/>
                </a:lnTo>
                <a:lnTo>
                  <a:pt x="253" y="98"/>
                </a:lnTo>
                <a:lnTo>
                  <a:pt x="254" y="98"/>
                </a:lnTo>
                <a:lnTo>
                  <a:pt x="255" y="98"/>
                </a:lnTo>
                <a:lnTo>
                  <a:pt x="255" y="97"/>
                </a:lnTo>
                <a:lnTo>
                  <a:pt x="256" y="97"/>
                </a:lnTo>
                <a:lnTo>
                  <a:pt x="257" y="97"/>
                </a:lnTo>
                <a:lnTo>
                  <a:pt x="258" y="97"/>
                </a:lnTo>
                <a:lnTo>
                  <a:pt x="258" y="98"/>
                </a:lnTo>
                <a:lnTo>
                  <a:pt x="259" y="98"/>
                </a:lnTo>
                <a:lnTo>
                  <a:pt x="259" y="99"/>
                </a:lnTo>
                <a:lnTo>
                  <a:pt x="260" y="100"/>
                </a:lnTo>
                <a:lnTo>
                  <a:pt x="261" y="100"/>
                </a:lnTo>
                <a:lnTo>
                  <a:pt x="261" y="101"/>
                </a:lnTo>
                <a:lnTo>
                  <a:pt x="262" y="101"/>
                </a:lnTo>
                <a:lnTo>
                  <a:pt x="263" y="101"/>
                </a:lnTo>
                <a:lnTo>
                  <a:pt x="264" y="101"/>
                </a:lnTo>
                <a:lnTo>
                  <a:pt x="264" y="102"/>
                </a:lnTo>
                <a:lnTo>
                  <a:pt x="265" y="102"/>
                </a:lnTo>
                <a:lnTo>
                  <a:pt x="265" y="101"/>
                </a:lnTo>
                <a:lnTo>
                  <a:pt x="266" y="101"/>
                </a:lnTo>
                <a:lnTo>
                  <a:pt x="267" y="99"/>
                </a:lnTo>
                <a:lnTo>
                  <a:pt x="267" y="98"/>
                </a:lnTo>
                <a:lnTo>
                  <a:pt x="267" y="97"/>
                </a:lnTo>
                <a:lnTo>
                  <a:pt x="266" y="97"/>
                </a:lnTo>
                <a:lnTo>
                  <a:pt x="266" y="96"/>
                </a:lnTo>
                <a:lnTo>
                  <a:pt x="267" y="95"/>
                </a:lnTo>
                <a:lnTo>
                  <a:pt x="268" y="96"/>
                </a:lnTo>
                <a:lnTo>
                  <a:pt x="269" y="96"/>
                </a:lnTo>
                <a:lnTo>
                  <a:pt x="270" y="97"/>
                </a:lnTo>
                <a:lnTo>
                  <a:pt x="271" y="97"/>
                </a:lnTo>
                <a:lnTo>
                  <a:pt x="272" y="97"/>
                </a:lnTo>
                <a:lnTo>
                  <a:pt x="273" y="97"/>
                </a:lnTo>
                <a:lnTo>
                  <a:pt x="273" y="96"/>
                </a:lnTo>
                <a:lnTo>
                  <a:pt x="274" y="96"/>
                </a:lnTo>
                <a:lnTo>
                  <a:pt x="275" y="95"/>
                </a:lnTo>
                <a:lnTo>
                  <a:pt x="276" y="94"/>
                </a:lnTo>
                <a:lnTo>
                  <a:pt x="277" y="94"/>
                </a:lnTo>
                <a:lnTo>
                  <a:pt x="278" y="94"/>
                </a:lnTo>
                <a:lnTo>
                  <a:pt x="279" y="94"/>
                </a:lnTo>
                <a:lnTo>
                  <a:pt x="280" y="94"/>
                </a:lnTo>
                <a:lnTo>
                  <a:pt x="281" y="94"/>
                </a:lnTo>
                <a:lnTo>
                  <a:pt x="281" y="93"/>
                </a:lnTo>
                <a:lnTo>
                  <a:pt x="281" y="92"/>
                </a:lnTo>
                <a:lnTo>
                  <a:pt x="281" y="91"/>
                </a:lnTo>
                <a:lnTo>
                  <a:pt x="282" y="91"/>
                </a:lnTo>
                <a:lnTo>
                  <a:pt x="282" y="90"/>
                </a:lnTo>
                <a:lnTo>
                  <a:pt x="283" y="90"/>
                </a:lnTo>
                <a:lnTo>
                  <a:pt x="284" y="90"/>
                </a:lnTo>
                <a:lnTo>
                  <a:pt x="284" y="91"/>
                </a:lnTo>
                <a:lnTo>
                  <a:pt x="284" y="93"/>
                </a:lnTo>
                <a:lnTo>
                  <a:pt x="284" y="94"/>
                </a:lnTo>
                <a:lnTo>
                  <a:pt x="285" y="94"/>
                </a:lnTo>
                <a:lnTo>
                  <a:pt x="286" y="94"/>
                </a:lnTo>
                <a:lnTo>
                  <a:pt x="287" y="93"/>
                </a:lnTo>
                <a:lnTo>
                  <a:pt x="287" y="92"/>
                </a:lnTo>
                <a:lnTo>
                  <a:pt x="288" y="92"/>
                </a:lnTo>
                <a:lnTo>
                  <a:pt x="288" y="91"/>
                </a:lnTo>
                <a:lnTo>
                  <a:pt x="289" y="91"/>
                </a:lnTo>
                <a:lnTo>
                  <a:pt x="290" y="91"/>
                </a:lnTo>
                <a:lnTo>
                  <a:pt x="291" y="91"/>
                </a:lnTo>
                <a:lnTo>
                  <a:pt x="292" y="92"/>
                </a:lnTo>
                <a:lnTo>
                  <a:pt x="293" y="92"/>
                </a:lnTo>
                <a:lnTo>
                  <a:pt x="294" y="92"/>
                </a:lnTo>
                <a:lnTo>
                  <a:pt x="294" y="91"/>
                </a:lnTo>
                <a:lnTo>
                  <a:pt x="294" y="90"/>
                </a:lnTo>
                <a:lnTo>
                  <a:pt x="294" y="89"/>
                </a:lnTo>
                <a:lnTo>
                  <a:pt x="293" y="88"/>
                </a:lnTo>
                <a:lnTo>
                  <a:pt x="293" y="87"/>
                </a:lnTo>
                <a:lnTo>
                  <a:pt x="292" y="87"/>
                </a:lnTo>
                <a:lnTo>
                  <a:pt x="292" y="86"/>
                </a:lnTo>
                <a:lnTo>
                  <a:pt x="292" y="85"/>
                </a:lnTo>
                <a:lnTo>
                  <a:pt x="292" y="84"/>
                </a:lnTo>
                <a:lnTo>
                  <a:pt x="293" y="84"/>
                </a:lnTo>
                <a:lnTo>
                  <a:pt x="293" y="83"/>
                </a:lnTo>
                <a:lnTo>
                  <a:pt x="294" y="83"/>
                </a:lnTo>
                <a:lnTo>
                  <a:pt x="294" y="82"/>
                </a:lnTo>
                <a:lnTo>
                  <a:pt x="294" y="81"/>
                </a:lnTo>
                <a:lnTo>
                  <a:pt x="294" y="80"/>
                </a:lnTo>
                <a:lnTo>
                  <a:pt x="294" y="79"/>
                </a:lnTo>
                <a:lnTo>
                  <a:pt x="294" y="78"/>
                </a:lnTo>
                <a:lnTo>
                  <a:pt x="295" y="78"/>
                </a:lnTo>
                <a:lnTo>
                  <a:pt x="295" y="79"/>
                </a:lnTo>
                <a:lnTo>
                  <a:pt x="296" y="79"/>
                </a:lnTo>
                <a:lnTo>
                  <a:pt x="296" y="80"/>
                </a:lnTo>
                <a:lnTo>
                  <a:pt x="297" y="80"/>
                </a:lnTo>
                <a:lnTo>
                  <a:pt x="297" y="81"/>
                </a:lnTo>
                <a:lnTo>
                  <a:pt x="297" y="82"/>
                </a:lnTo>
                <a:lnTo>
                  <a:pt x="297" y="83"/>
                </a:lnTo>
                <a:lnTo>
                  <a:pt x="298" y="83"/>
                </a:lnTo>
                <a:lnTo>
                  <a:pt x="298" y="84"/>
                </a:lnTo>
                <a:lnTo>
                  <a:pt x="300" y="83"/>
                </a:lnTo>
                <a:lnTo>
                  <a:pt x="301" y="83"/>
                </a:lnTo>
                <a:lnTo>
                  <a:pt x="302" y="83"/>
                </a:lnTo>
                <a:lnTo>
                  <a:pt x="303" y="83"/>
                </a:lnTo>
                <a:lnTo>
                  <a:pt x="304" y="83"/>
                </a:lnTo>
                <a:lnTo>
                  <a:pt x="305" y="83"/>
                </a:lnTo>
                <a:lnTo>
                  <a:pt x="306" y="83"/>
                </a:lnTo>
                <a:lnTo>
                  <a:pt x="306" y="84"/>
                </a:lnTo>
                <a:lnTo>
                  <a:pt x="306" y="85"/>
                </a:lnTo>
                <a:lnTo>
                  <a:pt x="306" y="86"/>
                </a:lnTo>
                <a:lnTo>
                  <a:pt x="307" y="87"/>
                </a:lnTo>
                <a:lnTo>
                  <a:pt x="308" y="88"/>
                </a:lnTo>
                <a:lnTo>
                  <a:pt x="308" y="89"/>
                </a:lnTo>
                <a:lnTo>
                  <a:pt x="308" y="90"/>
                </a:lnTo>
                <a:lnTo>
                  <a:pt x="309" y="90"/>
                </a:lnTo>
                <a:lnTo>
                  <a:pt x="309" y="91"/>
                </a:lnTo>
                <a:lnTo>
                  <a:pt x="310" y="91"/>
                </a:lnTo>
                <a:lnTo>
                  <a:pt x="312" y="90"/>
                </a:lnTo>
                <a:lnTo>
                  <a:pt x="313" y="91"/>
                </a:lnTo>
                <a:lnTo>
                  <a:pt x="313" y="92"/>
                </a:lnTo>
                <a:lnTo>
                  <a:pt x="312" y="93"/>
                </a:lnTo>
                <a:lnTo>
                  <a:pt x="311" y="93"/>
                </a:lnTo>
                <a:lnTo>
                  <a:pt x="311" y="94"/>
                </a:lnTo>
                <a:lnTo>
                  <a:pt x="311" y="95"/>
                </a:lnTo>
                <a:lnTo>
                  <a:pt x="312" y="96"/>
                </a:lnTo>
                <a:lnTo>
                  <a:pt x="313" y="96"/>
                </a:lnTo>
                <a:lnTo>
                  <a:pt x="314" y="96"/>
                </a:lnTo>
                <a:lnTo>
                  <a:pt x="315" y="95"/>
                </a:lnTo>
                <a:lnTo>
                  <a:pt x="315" y="94"/>
                </a:lnTo>
                <a:lnTo>
                  <a:pt x="316" y="94"/>
                </a:lnTo>
                <a:lnTo>
                  <a:pt x="316" y="92"/>
                </a:lnTo>
                <a:lnTo>
                  <a:pt x="317" y="92"/>
                </a:lnTo>
                <a:lnTo>
                  <a:pt x="317" y="91"/>
                </a:lnTo>
                <a:lnTo>
                  <a:pt x="318" y="91"/>
                </a:lnTo>
                <a:lnTo>
                  <a:pt x="319" y="91"/>
                </a:lnTo>
                <a:lnTo>
                  <a:pt x="320" y="91"/>
                </a:lnTo>
                <a:lnTo>
                  <a:pt x="320" y="92"/>
                </a:lnTo>
                <a:lnTo>
                  <a:pt x="321" y="92"/>
                </a:lnTo>
                <a:lnTo>
                  <a:pt x="322" y="91"/>
                </a:lnTo>
                <a:lnTo>
                  <a:pt x="324" y="90"/>
                </a:lnTo>
                <a:lnTo>
                  <a:pt x="325" y="90"/>
                </a:lnTo>
                <a:lnTo>
                  <a:pt x="325" y="89"/>
                </a:lnTo>
                <a:lnTo>
                  <a:pt x="326" y="88"/>
                </a:lnTo>
                <a:lnTo>
                  <a:pt x="327" y="88"/>
                </a:lnTo>
                <a:lnTo>
                  <a:pt x="329" y="88"/>
                </a:lnTo>
                <a:lnTo>
                  <a:pt x="330" y="88"/>
                </a:lnTo>
                <a:lnTo>
                  <a:pt x="331" y="89"/>
                </a:lnTo>
                <a:lnTo>
                  <a:pt x="332" y="89"/>
                </a:lnTo>
                <a:lnTo>
                  <a:pt x="333" y="89"/>
                </a:lnTo>
                <a:lnTo>
                  <a:pt x="333" y="88"/>
                </a:lnTo>
                <a:lnTo>
                  <a:pt x="332" y="88"/>
                </a:lnTo>
                <a:lnTo>
                  <a:pt x="332" y="87"/>
                </a:lnTo>
                <a:lnTo>
                  <a:pt x="332" y="86"/>
                </a:lnTo>
                <a:lnTo>
                  <a:pt x="333" y="86"/>
                </a:lnTo>
                <a:lnTo>
                  <a:pt x="333" y="87"/>
                </a:lnTo>
                <a:lnTo>
                  <a:pt x="334" y="87"/>
                </a:lnTo>
                <a:lnTo>
                  <a:pt x="334" y="88"/>
                </a:lnTo>
                <a:lnTo>
                  <a:pt x="335" y="89"/>
                </a:lnTo>
                <a:lnTo>
                  <a:pt x="336" y="90"/>
                </a:lnTo>
                <a:lnTo>
                  <a:pt x="337" y="90"/>
                </a:lnTo>
                <a:lnTo>
                  <a:pt x="338" y="89"/>
                </a:lnTo>
                <a:lnTo>
                  <a:pt x="339" y="86"/>
                </a:lnTo>
                <a:lnTo>
                  <a:pt x="340" y="86"/>
                </a:lnTo>
                <a:lnTo>
                  <a:pt x="340" y="84"/>
                </a:lnTo>
                <a:lnTo>
                  <a:pt x="341" y="83"/>
                </a:lnTo>
                <a:lnTo>
                  <a:pt x="341" y="81"/>
                </a:lnTo>
                <a:lnTo>
                  <a:pt x="341" y="80"/>
                </a:lnTo>
                <a:lnTo>
                  <a:pt x="342" y="80"/>
                </a:lnTo>
                <a:lnTo>
                  <a:pt x="342" y="79"/>
                </a:lnTo>
                <a:lnTo>
                  <a:pt x="341" y="78"/>
                </a:lnTo>
                <a:lnTo>
                  <a:pt x="340" y="77"/>
                </a:lnTo>
                <a:lnTo>
                  <a:pt x="340" y="76"/>
                </a:lnTo>
                <a:lnTo>
                  <a:pt x="341" y="76"/>
                </a:lnTo>
                <a:lnTo>
                  <a:pt x="342" y="76"/>
                </a:lnTo>
                <a:lnTo>
                  <a:pt x="343" y="76"/>
                </a:lnTo>
                <a:lnTo>
                  <a:pt x="344" y="75"/>
                </a:lnTo>
                <a:lnTo>
                  <a:pt x="345" y="75"/>
                </a:lnTo>
                <a:lnTo>
                  <a:pt x="346" y="77"/>
                </a:lnTo>
                <a:lnTo>
                  <a:pt x="347" y="77"/>
                </a:lnTo>
                <a:lnTo>
                  <a:pt x="348" y="77"/>
                </a:lnTo>
                <a:lnTo>
                  <a:pt x="348" y="76"/>
                </a:lnTo>
                <a:lnTo>
                  <a:pt x="349" y="75"/>
                </a:lnTo>
                <a:lnTo>
                  <a:pt x="351" y="74"/>
                </a:lnTo>
                <a:lnTo>
                  <a:pt x="353" y="73"/>
                </a:lnTo>
                <a:lnTo>
                  <a:pt x="354" y="73"/>
                </a:lnTo>
                <a:lnTo>
                  <a:pt x="355" y="72"/>
                </a:lnTo>
                <a:lnTo>
                  <a:pt x="355" y="71"/>
                </a:lnTo>
                <a:lnTo>
                  <a:pt x="355" y="70"/>
                </a:lnTo>
                <a:lnTo>
                  <a:pt x="356" y="69"/>
                </a:lnTo>
                <a:lnTo>
                  <a:pt x="356" y="68"/>
                </a:lnTo>
                <a:lnTo>
                  <a:pt x="357" y="68"/>
                </a:lnTo>
                <a:lnTo>
                  <a:pt x="358" y="68"/>
                </a:lnTo>
                <a:lnTo>
                  <a:pt x="359" y="69"/>
                </a:lnTo>
                <a:lnTo>
                  <a:pt x="360" y="69"/>
                </a:lnTo>
                <a:lnTo>
                  <a:pt x="361" y="69"/>
                </a:lnTo>
                <a:lnTo>
                  <a:pt x="362" y="69"/>
                </a:lnTo>
                <a:lnTo>
                  <a:pt x="362" y="68"/>
                </a:lnTo>
                <a:lnTo>
                  <a:pt x="363" y="68"/>
                </a:lnTo>
                <a:lnTo>
                  <a:pt x="364" y="69"/>
                </a:lnTo>
                <a:lnTo>
                  <a:pt x="364" y="70"/>
                </a:lnTo>
                <a:lnTo>
                  <a:pt x="363" y="70"/>
                </a:lnTo>
                <a:lnTo>
                  <a:pt x="363" y="71"/>
                </a:lnTo>
                <a:lnTo>
                  <a:pt x="364" y="71"/>
                </a:lnTo>
                <a:lnTo>
                  <a:pt x="365" y="71"/>
                </a:lnTo>
                <a:lnTo>
                  <a:pt x="365" y="72"/>
                </a:lnTo>
                <a:lnTo>
                  <a:pt x="365" y="73"/>
                </a:lnTo>
                <a:lnTo>
                  <a:pt x="364" y="73"/>
                </a:lnTo>
                <a:lnTo>
                  <a:pt x="364" y="72"/>
                </a:lnTo>
                <a:lnTo>
                  <a:pt x="364" y="73"/>
                </a:lnTo>
                <a:lnTo>
                  <a:pt x="364" y="74"/>
                </a:lnTo>
                <a:lnTo>
                  <a:pt x="365" y="74"/>
                </a:lnTo>
                <a:lnTo>
                  <a:pt x="366" y="74"/>
                </a:lnTo>
                <a:lnTo>
                  <a:pt x="366" y="75"/>
                </a:lnTo>
                <a:lnTo>
                  <a:pt x="365" y="75"/>
                </a:lnTo>
                <a:lnTo>
                  <a:pt x="365" y="76"/>
                </a:lnTo>
                <a:lnTo>
                  <a:pt x="366" y="76"/>
                </a:lnTo>
                <a:lnTo>
                  <a:pt x="366" y="77"/>
                </a:lnTo>
                <a:lnTo>
                  <a:pt x="366" y="78"/>
                </a:lnTo>
                <a:lnTo>
                  <a:pt x="366" y="79"/>
                </a:lnTo>
                <a:lnTo>
                  <a:pt x="367" y="79"/>
                </a:lnTo>
                <a:lnTo>
                  <a:pt x="367" y="80"/>
                </a:lnTo>
                <a:lnTo>
                  <a:pt x="368" y="80"/>
                </a:lnTo>
                <a:lnTo>
                  <a:pt x="368" y="81"/>
                </a:lnTo>
                <a:lnTo>
                  <a:pt x="368" y="82"/>
                </a:lnTo>
                <a:lnTo>
                  <a:pt x="368" y="83"/>
                </a:lnTo>
                <a:lnTo>
                  <a:pt x="367" y="84"/>
                </a:lnTo>
                <a:lnTo>
                  <a:pt x="368" y="84"/>
                </a:lnTo>
                <a:lnTo>
                  <a:pt x="367" y="85"/>
                </a:lnTo>
                <a:lnTo>
                  <a:pt x="367" y="86"/>
                </a:lnTo>
                <a:lnTo>
                  <a:pt x="367" y="87"/>
                </a:lnTo>
                <a:lnTo>
                  <a:pt x="367" y="88"/>
                </a:lnTo>
                <a:lnTo>
                  <a:pt x="368" y="88"/>
                </a:lnTo>
                <a:lnTo>
                  <a:pt x="368" y="89"/>
                </a:lnTo>
                <a:lnTo>
                  <a:pt x="369" y="89"/>
                </a:lnTo>
                <a:lnTo>
                  <a:pt x="369" y="90"/>
                </a:lnTo>
                <a:lnTo>
                  <a:pt x="370" y="89"/>
                </a:lnTo>
                <a:lnTo>
                  <a:pt x="371" y="89"/>
                </a:lnTo>
                <a:lnTo>
                  <a:pt x="371" y="90"/>
                </a:lnTo>
                <a:lnTo>
                  <a:pt x="370" y="90"/>
                </a:lnTo>
                <a:lnTo>
                  <a:pt x="370" y="91"/>
                </a:lnTo>
                <a:lnTo>
                  <a:pt x="371" y="91"/>
                </a:lnTo>
                <a:lnTo>
                  <a:pt x="372" y="91"/>
                </a:lnTo>
                <a:lnTo>
                  <a:pt x="372" y="92"/>
                </a:lnTo>
                <a:lnTo>
                  <a:pt x="373" y="92"/>
                </a:lnTo>
                <a:lnTo>
                  <a:pt x="373" y="93"/>
                </a:lnTo>
                <a:lnTo>
                  <a:pt x="374" y="94"/>
                </a:lnTo>
                <a:lnTo>
                  <a:pt x="374" y="95"/>
                </a:lnTo>
                <a:lnTo>
                  <a:pt x="375" y="95"/>
                </a:lnTo>
                <a:lnTo>
                  <a:pt x="375" y="96"/>
                </a:lnTo>
                <a:lnTo>
                  <a:pt x="375" y="95"/>
                </a:lnTo>
                <a:lnTo>
                  <a:pt x="375" y="94"/>
                </a:lnTo>
                <a:lnTo>
                  <a:pt x="375" y="95"/>
                </a:lnTo>
                <a:lnTo>
                  <a:pt x="376" y="95"/>
                </a:lnTo>
                <a:lnTo>
                  <a:pt x="376" y="94"/>
                </a:lnTo>
                <a:lnTo>
                  <a:pt x="377" y="94"/>
                </a:lnTo>
                <a:lnTo>
                  <a:pt x="377" y="95"/>
                </a:lnTo>
                <a:lnTo>
                  <a:pt x="378" y="96"/>
                </a:lnTo>
                <a:lnTo>
                  <a:pt x="377" y="96"/>
                </a:lnTo>
                <a:lnTo>
                  <a:pt x="377" y="97"/>
                </a:lnTo>
                <a:lnTo>
                  <a:pt x="377" y="96"/>
                </a:lnTo>
                <a:lnTo>
                  <a:pt x="377" y="97"/>
                </a:lnTo>
                <a:lnTo>
                  <a:pt x="378" y="97"/>
                </a:lnTo>
                <a:lnTo>
                  <a:pt x="378" y="96"/>
                </a:lnTo>
                <a:lnTo>
                  <a:pt x="379" y="96"/>
                </a:lnTo>
                <a:lnTo>
                  <a:pt x="380" y="96"/>
                </a:lnTo>
                <a:lnTo>
                  <a:pt x="380" y="97"/>
                </a:lnTo>
                <a:lnTo>
                  <a:pt x="380" y="98"/>
                </a:lnTo>
                <a:lnTo>
                  <a:pt x="382" y="98"/>
                </a:lnTo>
                <a:lnTo>
                  <a:pt x="382" y="99"/>
                </a:lnTo>
                <a:lnTo>
                  <a:pt x="382" y="100"/>
                </a:lnTo>
                <a:lnTo>
                  <a:pt x="383" y="100"/>
                </a:lnTo>
                <a:lnTo>
                  <a:pt x="384" y="100"/>
                </a:lnTo>
                <a:lnTo>
                  <a:pt x="385" y="100"/>
                </a:lnTo>
                <a:lnTo>
                  <a:pt x="386" y="100"/>
                </a:lnTo>
                <a:lnTo>
                  <a:pt x="386" y="101"/>
                </a:lnTo>
                <a:lnTo>
                  <a:pt x="387" y="100"/>
                </a:lnTo>
                <a:lnTo>
                  <a:pt x="387" y="101"/>
                </a:lnTo>
                <a:lnTo>
                  <a:pt x="388" y="102"/>
                </a:lnTo>
                <a:lnTo>
                  <a:pt x="388" y="101"/>
                </a:lnTo>
                <a:lnTo>
                  <a:pt x="389" y="101"/>
                </a:lnTo>
                <a:lnTo>
                  <a:pt x="389" y="102"/>
                </a:lnTo>
                <a:lnTo>
                  <a:pt x="390" y="102"/>
                </a:lnTo>
                <a:lnTo>
                  <a:pt x="391" y="102"/>
                </a:lnTo>
                <a:lnTo>
                  <a:pt x="391" y="103"/>
                </a:lnTo>
                <a:lnTo>
                  <a:pt x="392" y="104"/>
                </a:lnTo>
                <a:lnTo>
                  <a:pt x="393" y="103"/>
                </a:lnTo>
                <a:lnTo>
                  <a:pt x="394" y="103"/>
                </a:lnTo>
                <a:lnTo>
                  <a:pt x="395" y="103"/>
                </a:lnTo>
                <a:lnTo>
                  <a:pt x="396" y="103"/>
                </a:lnTo>
                <a:lnTo>
                  <a:pt x="397" y="103"/>
                </a:lnTo>
                <a:lnTo>
                  <a:pt x="398" y="103"/>
                </a:lnTo>
                <a:lnTo>
                  <a:pt x="398" y="102"/>
                </a:lnTo>
                <a:lnTo>
                  <a:pt x="399" y="102"/>
                </a:lnTo>
                <a:lnTo>
                  <a:pt x="399" y="103"/>
                </a:lnTo>
                <a:lnTo>
                  <a:pt x="399" y="104"/>
                </a:lnTo>
                <a:lnTo>
                  <a:pt x="398" y="104"/>
                </a:lnTo>
                <a:lnTo>
                  <a:pt x="399" y="104"/>
                </a:lnTo>
                <a:lnTo>
                  <a:pt x="398" y="104"/>
                </a:lnTo>
                <a:lnTo>
                  <a:pt x="398" y="105"/>
                </a:lnTo>
                <a:lnTo>
                  <a:pt x="399" y="105"/>
                </a:lnTo>
                <a:lnTo>
                  <a:pt x="400" y="105"/>
                </a:lnTo>
                <a:lnTo>
                  <a:pt x="400" y="104"/>
                </a:lnTo>
                <a:lnTo>
                  <a:pt x="400" y="105"/>
                </a:lnTo>
                <a:lnTo>
                  <a:pt x="400" y="106"/>
                </a:lnTo>
                <a:lnTo>
                  <a:pt x="401" y="106"/>
                </a:lnTo>
                <a:lnTo>
                  <a:pt x="402" y="106"/>
                </a:lnTo>
                <a:lnTo>
                  <a:pt x="403" y="106"/>
                </a:lnTo>
                <a:lnTo>
                  <a:pt x="403" y="105"/>
                </a:lnTo>
                <a:lnTo>
                  <a:pt x="404" y="105"/>
                </a:lnTo>
                <a:lnTo>
                  <a:pt x="404" y="104"/>
                </a:lnTo>
                <a:lnTo>
                  <a:pt x="405" y="105"/>
                </a:lnTo>
                <a:lnTo>
                  <a:pt x="406" y="105"/>
                </a:lnTo>
                <a:lnTo>
                  <a:pt x="407" y="105"/>
                </a:lnTo>
                <a:lnTo>
                  <a:pt x="408" y="105"/>
                </a:lnTo>
                <a:lnTo>
                  <a:pt x="408" y="106"/>
                </a:lnTo>
                <a:lnTo>
                  <a:pt x="409" y="106"/>
                </a:lnTo>
                <a:lnTo>
                  <a:pt x="409" y="107"/>
                </a:lnTo>
                <a:lnTo>
                  <a:pt x="410" y="106"/>
                </a:lnTo>
                <a:lnTo>
                  <a:pt x="410" y="107"/>
                </a:lnTo>
                <a:lnTo>
                  <a:pt x="411" y="107"/>
                </a:lnTo>
                <a:lnTo>
                  <a:pt x="411" y="106"/>
                </a:lnTo>
                <a:lnTo>
                  <a:pt x="412" y="106"/>
                </a:lnTo>
                <a:lnTo>
                  <a:pt x="413" y="106"/>
                </a:lnTo>
                <a:lnTo>
                  <a:pt x="414" y="106"/>
                </a:lnTo>
                <a:lnTo>
                  <a:pt x="415" y="106"/>
                </a:lnTo>
                <a:lnTo>
                  <a:pt x="416" y="107"/>
                </a:lnTo>
                <a:lnTo>
                  <a:pt x="416" y="106"/>
                </a:lnTo>
                <a:lnTo>
                  <a:pt x="417" y="106"/>
                </a:lnTo>
                <a:lnTo>
                  <a:pt x="417" y="105"/>
                </a:lnTo>
                <a:lnTo>
                  <a:pt x="418" y="105"/>
                </a:lnTo>
                <a:lnTo>
                  <a:pt x="418" y="104"/>
                </a:lnTo>
                <a:lnTo>
                  <a:pt x="419" y="104"/>
                </a:lnTo>
                <a:lnTo>
                  <a:pt x="420" y="104"/>
                </a:lnTo>
                <a:lnTo>
                  <a:pt x="420" y="105"/>
                </a:lnTo>
                <a:lnTo>
                  <a:pt x="420" y="104"/>
                </a:lnTo>
                <a:lnTo>
                  <a:pt x="421" y="104"/>
                </a:lnTo>
                <a:lnTo>
                  <a:pt x="422" y="104"/>
                </a:lnTo>
                <a:lnTo>
                  <a:pt x="422" y="105"/>
                </a:lnTo>
                <a:lnTo>
                  <a:pt x="423" y="104"/>
                </a:lnTo>
                <a:lnTo>
                  <a:pt x="423" y="103"/>
                </a:lnTo>
                <a:lnTo>
                  <a:pt x="424" y="103"/>
                </a:lnTo>
                <a:lnTo>
                  <a:pt x="424" y="102"/>
                </a:lnTo>
                <a:lnTo>
                  <a:pt x="423" y="102"/>
                </a:lnTo>
                <a:lnTo>
                  <a:pt x="423" y="101"/>
                </a:lnTo>
                <a:lnTo>
                  <a:pt x="424" y="101"/>
                </a:lnTo>
                <a:lnTo>
                  <a:pt x="425" y="101"/>
                </a:lnTo>
                <a:lnTo>
                  <a:pt x="426" y="101"/>
                </a:lnTo>
                <a:lnTo>
                  <a:pt x="426" y="100"/>
                </a:lnTo>
                <a:lnTo>
                  <a:pt x="425" y="100"/>
                </a:lnTo>
                <a:lnTo>
                  <a:pt x="425" y="99"/>
                </a:lnTo>
                <a:lnTo>
                  <a:pt x="426" y="99"/>
                </a:lnTo>
                <a:lnTo>
                  <a:pt x="426" y="98"/>
                </a:lnTo>
                <a:lnTo>
                  <a:pt x="425" y="98"/>
                </a:lnTo>
                <a:lnTo>
                  <a:pt x="425" y="97"/>
                </a:lnTo>
                <a:lnTo>
                  <a:pt x="426" y="97"/>
                </a:lnTo>
                <a:lnTo>
                  <a:pt x="427" y="97"/>
                </a:lnTo>
                <a:lnTo>
                  <a:pt x="427" y="98"/>
                </a:lnTo>
                <a:lnTo>
                  <a:pt x="427" y="99"/>
                </a:lnTo>
                <a:lnTo>
                  <a:pt x="427" y="98"/>
                </a:lnTo>
                <a:lnTo>
                  <a:pt x="428" y="98"/>
                </a:lnTo>
                <a:lnTo>
                  <a:pt x="429" y="98"/>
                </a:lnTo>
                <a:lnTo>
                  <a:pt x="429" y="97"/>
                </a:lnTo>
                <a:lnTo>
                  <a:pt x="429" y="96"/>
                </a:lnTo>
                <a:lnTo>
                  <a:pt x="430" y="96"/>
                </a:lnTo>
                <a:lnTo>
                  <a:pt x="430" y="97"/>
                </a:lnTo>
                <a:lnTo>
                  <a:pt x="431" y="97"/>
                </a:lnTo>
                <a:lnTo>
                  <a:pt x="432" y="97"/>
                </a:lnTo>
                <a:lnTo>
                  <a:pt x="432" y="96"/>
                </a:lnTo>
                <a:lnTo>
                  <a:pt x="432" y="95"/>
                </a:lnTo>
                <a:lnTo>
                  <a:pt x="433" y="95"/>
                </a:lnTo>
                <a:lnTo>
                  <a:pt x="433" y="94"/>
                </a:lnTo>
                <a:lnTo>
                  <a:pt x="433" y="93"/>
                </a:lnTo>
                <a:lnTo>
                  <a:pt x="434" y="93"/>
                </a:lnTo>
                <a:lnTo>
                  <a:pt x="434" y="92"/>
                </a:lnTo>
                <a:lnTo>
                  <a:pt x="434" y="91"/>
                </a:lnTo>
                <a:lnTo>
                  <a:pt x="435" y="91"/>
                </a:lnTo>
                <a:lnTo>
                  <a:pt x="435" y="90"/>
                </a:lnTo>
                <a:lnTo>
                  <a:pt x="436" y="90"/>
                </a:lnTo>
                <a:lnTo>
                  <a:pt x="437" y="90"/>
                </a:lnTo>
                <a:lnTo>
                  <a:pt x="438" y="90"/>
                </a:lnTo>
                <a:lnTo>
                  <a:pt x="439" y="90"/>
                </a:lnTo>
                <a:lnTo>
                  <a:pt x="439" y="89"/>
                </a:lnTo>
                <a:lnTo>
                  <a:pt x="440" y="88"/>
                </a:lnTo>
                <a:lnTo>
                  <a:pt x="441" y="88"/>
                </a:lnTo>
                <a:lnTo>
                  <a:pt x="442" y="88"/>
                </a:lnTo>
                <a:lnTo>
                  <a:pt x="442" y="87"/>
                </a:lnTo>
                <a:lnTo>
                  <a:pt x="443" y="87"/>
                </a:lnTo>
                <a:lnTo>
                  <a:pt x="444" y="87"/>
                </a:lnTo>
                <a:lnTo>
                  <a:pt x="444" y="86"/>
                </a:lnTo>
                <a:lnTo>
                  <a:pt x="445" y="86"/>
                </a:lnTo>
                <a:lnTo>
                  <a:pt x="446" y="86"/>
                </a:lnTo>
                <a:lnTo>
                  <a:pt x="447" y="86"/>
                </a:lnTo>
                <a:lnTo>
                  <a:pt x="447" y="85"/>
                </a:lnTo>
                <a:lnTo>
                  <a:pt x="448" y="84"/>
                </a:lnTo>
                <a:lnTo>
                  <a:pt x="449" y="84"/>
                </a:lnTo>
                <a:lnTo>
                  <a:pt x="450" y="84"/>
                </a:lnTo>
                <a:lnTo>
                  <a:pt x="451" y="84"/>
                </a:lnTo>
                <a:lnTo>
                  <a:pt x="451" y="85"/>
                </a:lnTo>
                <a:lnTo>
                  <a:pt x="450" y="86"/>
                </a:lnTo>
                <a:lnTo>
                  <a:pt x="451" y="86"/>
                </a:lnTo>
                <a:lnTo>
                  <a:pt x="451" y="85"/>
                </a:lnTo>
                <a:lnTo>
                  <a:pt x="452" y="85"/>
                </a:lnTo>
                <a:lnTo>
                  <a:pt x="453" y="85"/>
                </a:lnTo>
                <a:lnTo>
                  <a:pt x="454" y="85"/>
                </a:lnTo>
                <a:lnTo>
                  <a:pt x="454" y="86"/>
                </a:lnTo>
                <a:lnTo>
                  <a:pt x="455" y="86"/>
                </a:lnTo>
                <a:lnTo>
                  <a:pt x="456" y="86"/>
                </a:lnTo>
                <a:lnTo>
                  <a:pt x="456" y="87"/>
                </a:lnTo>
                <a:lnTo>
                  <a:pt x="456" y="88"/>
                </a:lnTo>
                <a:lnTo>
                  <a:pt x="458" y="88"/>
                </a:lnTo>
                <a:lnTo>
                  <a:pt x="458" y="89"/>
                </a:lnTo>
                <a:lnTo>
                  <a:pt x="458" y="90"/>
                </a:lnTo>
                <a:lnTo>
                  <a:pt x="458" y="89"/>
                </a:lnTo>
                <a:lnTo>
                  <a:pt x="459" y="89"/>
                </a:lnTo>
                <a:lnTo>
                  <a:pt x="460" y="89"/>
                </a:lnTo>
                <a:lnTo>
                  <a:pt x="460" y="90"/>
                </a:lnTo>
                <a:lnTo>
                  <a:pt x="461" y="90"/>
                </a:lnTo>
                <a:lnTo>
                  <a:pt x="462" y="90"/>
                </a:lnTo>
                <a:lnTo>
                  <a:pt x="463" y="89"/>
                </a:lnTo>
                <a:lnTo>
                  <a:pt x="464" y="89"/>
                </a:lnTo>
                <a:lnTo>
                  <a:pt x="465" y="89"/>
                </a:lnTo>
                <a:lnTo>
                  <a:pt x="465" y="90"/>
                </a:lnTo>
                <a:lnTo>
                  <a:pt x="466" y="90"/>
                </a:lnTo>
                <a:lnTo>
                  <a:pt x="467" y="90"/>
                </a:lnTo>
                <a:lnTo>
                  <a:pt x="468" y="90"/>
                </a:lnTo>
                <a:lnTo>
                  <a:pt x="468" y="91"/>
                </a:lnTo>
                <a:lnTo>
                  <a:pt x="469" y="91"/>
                </a:lnTo>
                <a:lnTo>
                  <a:pt x="470" y="91"/>
                </a:lnTo>
                <a:lnTo>
                  <a:pt x="470" y="92"/>
                </a:lnTo>
                <a:lnTo>
                  <a:pt x="470" y="93"/>
                </a:lnTo>
                <a:lnTo>
                  <a:pt x="471" y="93"/>
                </a:lnTo>
                <a:lnTo>
                  <a:pt x="471" y="94"/>
                </a:lnTo>
                <a:lnTo>
                  <a:pt x="471" y="95"/>
                </a:lnTo>
                <a:lnTo>
                  <a:pt x="472" y="95"/>
                </a:lnTo>
                <a:lnTo>
                  <a:pt x="472" y="94"/>
                </a:lnTo>
                <a:lnTo>
                  <a:pt x="473" y="94"/>
                </a:lnTo>
                <a:lnTo>
                  <a:pt x="474" y="93"/>
                </a:lnTo>
                <a:lnTo>
                  <a:pt x="473" y="93"/>
                </a:lnTo>
                <a:lnTo>
                  <a:pt x="474" y="93"/>
                </a:lnTo>
                <a:lnTo>
                  <a:pt x="474" y="92"/>
                </a:lnTo>
                <a:lnTo>
                  <a:pt x="474" y="93"/>
                </a:lnTo>
                <a:lnTo>
                  <a:pt x="475" y="93"/>
                </a:lnTo>
                <a:lnTo>
                  <a:pt x="475" y="94"/>
                </a:lnTo>
                <a:lnTo>
                  <a:pt x="476" y="94"/>
                </a:lnTo>
                <a:lnTo>
                  <a:pt x="476" y="93"/>
                </a:lnTo>
                <a:lnTo>
                  <a:pt x="477" y="92"/>
                </a:lnTo>
                <a:lnTo>
                  <a:pt x="478" y="93"/>
                </a:lnTo>
                <a:lnTo>
                  <a:pt x="478" y="92"/>
                </a:lnTo>
                <a:lnTo>
                  <a:pt x="479" y="92"/>
                </a:lnTo>
                <a:lnTo>
                  <a:pt x="481" y="92"/>
                </a:lnTo>
                <a:lnTo>
                  <a:pt x="481" y="91"/>
                </a:lnTo>
                <a:lnTo>
                  <a:pt x="482" y="91"/>
                </a:lnTo>
                <a:lnTo>
                  <a:pt x="483" y="91"/>
                </a:lnTo>
                <a:lnTo>
                  <a:pt x="484" y="91"/>
                </a:lnTo>
                <a:lnTo>
                  <a:pt x="485" y="91"/>
                </a:lnTo>
                <a:lnTo>
                  <a:pt x="486" y="91"/>
                </a:lnTo>
                <a:lnTo>
                  <a:pt x="487" y="91"/>
                </a:lnTo>
                <a:lnTo>
                  <a:pt x="486" y="92"/>
                </a:lnTo>
                <a:lnTo>
                  <a:pt x="486" y="93"/>
                </a:lnTo>
                <a:lnTo>
                  <a:pt x="487" y="93"/>
                </a:lnTo>
                <a:lnTo>
                  <a:pt x="488" y="93"/>
                </a:lnTo>
                <a:lnTo>
                  <a:pt x="488" y="94"/>
                </a:lnTo>
                <a:lnTo>
                  <a:pt x="489" y="94"/>
                </a:lnTo>
                <a:lnTo>
                  <a:pt x="489" y="95"/>
                </a:lnTo>
                <a:lnTo>
                  <a:pt x="488" y="96"/>
                </a:lnTo>
                <a:lnTo>
                  <a:pt x="488" y="97"/>
                </a:lnTo>
                <a:lnTo>
                  <a:pt x="488" y="98"/>
                </a:lnTo>
                <a:lnTo>
                  <a:pt x="489" y="99"/>
                </a:lnTo>
                <a:lnTo>
                  <a:pt x="490" y="99"/>
                </a:lnTo>
                <a:lnTo>
                  <a:pt x="491" y="100"/>
                </a:lnTo>
                <a:lnTo>
                  <a:pt x="492" y="100"/>
                </a:lnTo>
                <a:lnTo>
                  <a:pt x="492" y="101"/>
                </a:lnTo>
                <a:lnTo>
                  <a:pt x="492" y="102"/>
                </a:lnTo>
                <a:lnTo>
                  <a:pt x="493" y="102"/>
                </a:lnTo>
                <a:lnTo>
                  <a:pt x="493" y="103"/>
                </a:lnTo>
                <a:lnTo>
                  <a:pt x="494" y="103"/>
                </a:lnTo>
                <a:lnTo>
                  <a:pt x="494" y="104"/>
                </a:lnTo>
                <a:lnTo>
                  <a:pt x="495" y="104"/>
                </a:lnTo>
                <a:lnTo>
                  <a:pt x="496" y="104"/>
                </a:lnTo>
                <a:lnTo>
                  <a:pt x="496" y="105"/>
                </a:lnTo>
                <a:lnTo>
                  <a:pt x="496" y="106"/>
                </a:lnTo>
                <a:lnTo>
                  <a:pt x="497" y="106"/>
                </a:lnTo>
                <a:lnTo>
                  <a:pt x="498" y="106"/>
                </a:lnTo>
                <a:lnTo>
                  <a:pt x="497" y="106"/>
                </a:lnTo>
                <a:lnTo>
                  <a:pt x="497" y="107"/>
                </a:lnTo>
                <a:lnTo>
                  <a:pt x="497" y="108"/>
                </a:lnTo>
                <a:lnTo>
                  <a:pt x="498" y="108"/>
                </a:lnTo>
                <a:lnTo>
                  <a:pt x="499" y="108"/>
                </a:lnTo>
                <a:lnTo>
                  <a:pt x="500" y="109"/>
                </a:lnTo>
                <a:lnTo>
                  <a:pt x="501" y="109"/>
                </a:lnTo>
                <a:lnTo>
                  <a:pt x="500" y="110"/>
                </a:lnTo>
                <a:lnTo>
                  <a:pt x="501" y="110"/>
                </a:lnTo>
                <a:lnTo>
                  <a:pt x="501" y="111"/>
                </a:lnTo>
                <a:lnTo>
                  <a:pt x="502" y="111"/>
                </a:lnTo>
                <a:lnTo>
                  <a:pt x="503" y="112"/>
                </a:lnTo>
                <a:lnTo>
                  <a:pt x="503" y="113"/>
                </a:lnTo>
                <a:lnTo>
                  <a:pt x="503" y="114"/>
                </a:lnTo>
                <a:lnTo>
                  <a:pt x="503" y="115"/>
                </a:lnTo>
                <a:lnTo>
                  <a:pt x="503" y="117"/>
                </a:lnTo>
                <a:lnTo>
                  <a:pt x="503" y="116"/>
                </a:lnTo>
                <a:lnTo>
                  <a:pt x="502" y="116"/>
                </a:lnTo>
                <a:lnTo>
                  <a:pt x="502" y="117"/>
                </a:lnTo>
                <a:lnTo>
                  <a:pt x="502" y="118"/>
                </a:lnTo>
                <a:lnTo>
                  <a:pt x="503" y="118"/>
                </a:lnTo>
                <a:lnTo>
                  <a:pt x="502" y="118"/>
                </a:lnTo>
                <a:lnTo>
                  <a:pt x="501" y="118"/>
                </a:lnTo>
                <a:lnTo>
                  <a:pt x="500" y="119"/>
                </a:lnTo>
                <a:lnTo>
                  <a:pt x="499" y="119"/>
                </a:lnTo>
                <a:lnTo>
                  <a:pt x="499" y="120"/>
                </a:lnTo>
                <a:lnTo>
                  <a:pt x="498" y="120"/>
                </a:lnTo>
                <a:lnTo>
                  <a:pt x="498" y="121"/>
                </a:lnTo>
                <a:lnTo>
                  <a:pt x="497" y="122"/>
                </a:lnTo>
                <a:lnTo>
                  <a:pt x="497" y="123"/>
                </a:lnTo>
                <a:lnTo>
                  <a:pt x="497" y="124"/>
                </a:lnTo>
                <a:lnTo>
                  <a:pt x="498" y="125"/>
                </a:lnTo>
                <a:lnTo>
                  <a:pt x="498" y="126"/>
                </a:lnTo>
                <a:lnTo>
                  <a:pt x="497" y="127"/>
                </a:lnTo>
                <a:lnTo>
                  <a:pt x="497" y="128"/>
                </a:lnTo>
                <a:lnTo>
                  <a:pt x="498" y="128"/>
                </a:lnTo>
                <a:lnTo>
                  <a:pt x="497" y="129"/>
                </a:lnTo>
                <a:lnTo>
                  <a:pt x="497" y="130"/>
                </a:lnTo>
                <a:lnTo>
                  <a:pt x="498" y="131"/>
                </a:lnTo>
                <a:lnTo>
                  <a:pt x="498" y="132"/>
                </a:lnTo>
                <a:lnTo>
                  <a:pt x="498" y="133"/>
                </a:lnTo>
                <a:lnTo>
                  <a:pt x="499" y="134"/>
                </a:lnTo>
                <a:lnTo>
                  <a:pt x="499" y="135"/>
                </a:lnTo>
                <a:lnTo>
                  <a:pt x="500" y="137"/>
                </a:lnTo>
                <a:lnTo>
                  <a:pt x="501" y="138"/>
                </a:lnTo>
                <a:lnTo>
                  <a:pt x="501" y="139"/>
                </a:lnTo>
                <a:lnTo>
                  <a:pt x="502" y="139"/>
                </a:lnTo>
                <a:lnTo>
                  <a:pt x="503" y="140"/>
                </a:lnTo>
                <a:lnTo>
                  <a:pt x="503" y="141"/>
                </a:lnTo>
                <a:lnTo>
                  <a:pt x="504" y="141"/>
                </a:lnTo>
                <a:lnTo>
                  <a:pt x="504" y="142"/>
                </a:lnTo>
                <a:lnTo>
                  <a:pt x="505" y="142"/>
                </a:lnTo>
                <a:lnTo>
                  <a:pt x="505" y="143"/>
                </a:lnTo>
                <a:lnTo>
                  <a:pt x="505" y="144"/>
                </a:lnTo>
                <a:lnTo>
                  <a:pt x="505" y="145"/>
                </a:lnTo>
                <a:lnTo>
                  <a:pt x="505" y="146"/>
                </a:lnTo>
                <a:lnTo>
                  <a:pt x="505" y="148"/>
                </a:lnTo>
                <a:lnTo>
                  <a:pt x="506" y="149"/>
                </a:lnTo>
                <a:lnTo>
                  <a:pt x="506" y="150"/>
                </a:lnTo>
                <a:lnTo>
                  <a:pt x="507" y="150"/>
                </a:lnTo>
                <a:lnTo>
                  <a:pt x="507" y="151"/>
                </a:lnTo>
                <a:lnTo>
                  <a:pt x="508" y="152"/>
                </a:lnTo>
                <a:lnTo>
                  <a:pt x="507" y="152"/>
                </a:lnTo>
                <a:lnTo>
                  <a:pt x="507" y="153"/>
                </a:lnTo>
                <a:lnTo>
                  <a:pt x="508" y="153"/>
                </a:lnTo>
                <a:lnTo>
                  <a:pt x="508" y="154"/>
                </a:lnTo>
                <a:lnTo>
                  <a:pt x="508" y="156"/>
                </a:lnTo>
                <a:lnTo>
                  <a:pt x="507" y="157"/>
                </a:lnTo>
                <a:lnTo>
                  <a:pt x="507" y="158"/>
                </a:lnTo>
                <a:lnTo>
                  <a:pt x="508" y="158"/>
                </a:lnTo>
                <a:lnTo>
                  <a:pt x="509" y="158"/>
                </a:lnTo>
                <a:lnTo>
                  <a:pt x="509" y="159"/>
                </a:lnTo>
                <a:lnTo>
                  <a:pt x="509" y="160"/>
                </a:lnTo>
                <a:lnTo>
                  <a:pt x="510" y="161"/>
                </a:lnTo>
                <a:lnTo>
                  <a:pt x="511" y="161"/>
                </a:lnTo>
                <a:lnTo>
                  <a:pt x="511" y="160"/>
                </a:lnTo>
                <a:lnTo>
                  <a:pt x="512" y="158"/>
                </a:lnTo>
                <a:lnTo>
                  <a:pt x="513" y="157"/>
                </a:lnTo>
                <a:lnTo>
                  <a:pt x="513" y="156"/>
                </a:lnTo>
                <a:lnTo>
                  <a:pt x="512" y="156"/>
                </a:lnTo>
                <a:lnTo>
                  <a:pt x="513" y="155"/>
                </a:lnTo>
                <a:lnTo>
                  <a:pt x="513" y="154"/>
                </a:lnTo>
                <a:lnTo>
                  <a:pt x="515" y="154"/>
                </a:lnTo>
                <a:lnTo>
                  <a:pt x="516" y="154"/>
                </a:lnTo>
                <a:lnTo>
                  <a:pt x="517" y="154"/>
                </a:lnTo>
                <a:lnTo>
                  <a:pt x="517" y="153"/>
                </a:lnTo>
                <a:lnTo>
                  <a:pt x="518" y="153"/>
                </a:lnTo>
                <a:lnTo>
                  <a:pt x="518" y="152"/>
                </a:lnTo>
                <a:lnTo>
                  <a:pt x="519" y="151"/>
                </a:lnTo>
                <a:lnTo>
                  <a:pt x="519" y="150"/>
                </a:lnTo>
                <a:lnTo>
                  <a:pt x="519" y="149"/>
                </a:lnTo>
                <a:lnTo>
                  <a:pt x="520" y="149"/>
                </a:lnTo>
                <a:lnTo>
                  <a:pt x="521" y="149"/>
                </a:lnTo>
                <a:lnTo>
                  <a:pt x="521" y="148"/>
                </a:lnTo>
                <a:lnTo>
                  <a:pt x="522" y="148"/>
                </a:lnTo>
                <a:lnTo>
                  <a:pt x="523" y="148"/>
                </a:lnTo>
                <a:lnTo>
                  <a:pt x="524" y="148"/>
                </a:lnTo>
                <a:lnTo>
                  <a:pt x="524" y="149"/>
                </a:lnTo>
                <a:lnTo>
                  <a:pt x="523" y="149"/>
                </a:lnTo>
                <a:lnTo>
                  <a:pt x="523" y="150"/>
                </a:lnTo>
                <a:lnTo>
                  <a:pt x="523" y="151"/>
                </a:lnTo>
                <a:lnTo>
                  <a:pt x="524" y="151"/>
                </a:lnTo>
                <a:lnTo>
                  <a:pt x="525" y="151"/>
                </a:lnTo>
                <a:lnTo>
                  <a:pt x="526" y="151"/>
                </a:lnTo>
                <a:lnTo>
                  <a:pt x="527" y="151"/>
                </a:lnTo>
                <a:lnTo>
                  <a:pt x="528" y="151"/>
                </a:lnTo>
                <a:lnTo>
                  <a:pt x="528" y="150"/>
                </a:lnTo>
                <a:lnTo>
                  <a:pt x="528" y="149"/>
                </a:lnTo>
                <a:lnTo>
                  <a:pt x="528" y="148"/>
                </a:lnTo>
                <a:lnTo>
                  <a:pt x="528" y="147"/>
                </a:lnTo>
                <a:lnTo>
                  <a:pt x="529" y="147"/>
                </a:lnTo>
                <a:lnTo>
                  <a:pt x="531" y="147"/>
                </a:lnTo>
                <a:lnTo>
                  <a:pt x="532" y="147"/>
                </a:lnTo>
                <a:lnTo>
                  <a:pt x="533" y="147"/>
                </a:lnTo>
                <a:lnTo>
                  <a:pt x="534" y="147"/>
                </a:lnTo>
                <a:lnTo>
                  <a:pt x="535" y="147"/>
                </a:lnTo>
                <a:lnTo>
                  <a:pt x="537" y="146"/>
                </a:lnTo>
                <a:lnTo>
                  <a:pt x="539" y="146"/>
                </a:lnTo>
                <a:lnTo>
                  <a:pt x="540" y="146"/>
                </a:lnTo>
                <a:lnTo>
                  <a:pt x="540" y="147"/>
                </a:lnTo>
                <a:lnTo>
                  <a:pt x="541" y="147"/>
                </a:lnTo>
                <a:lnTo>
                  <a:pt x="543" y="147"/>
                </a:lnTo>
                <a:lnTo>
                  <a:pt x="543" y="148"/>
                </a:lnTo>
                <a:lnTo>
                  <a:pt x="544" y="148"/>
                </a:lnTo>
                <a:lnTo>
                  <a:pt x="544" y="147"/>
                </a:lnTo>
                <a:lnTo>
                  <a:pt x="545" y="147"/>
                </a:lnTo>
                <a:lnTo>
                  <a:pt x="546" y="148"/>
                </a:lnTo>
                <a:lnTo>
                  <a:pt x="547" y="148"/>
                </a:lnTo>
                <a:lnTo>
                  <a:pt x="548" y="148"/>
                </a:lnTo>
                <a:lnTo>
                  <a:pt x="549" y="148"/>
                </a:lnTo>
                <a:lnTo>
                  <a:pt x="550" y="149"/>
                </a:lnTo>
                <a:lnTo>
                  <a:pt x="550" y="150"/>
                </a:lnTo>
                <a:lnTo>
                  <a:pt x="551" y="150"/>
                </a:lnTo>
                <a:lnTo>
                  <a:pt x="552" y="150"/>
                </a:lnTo>
                <a:lnTo>
                  <a:pt x="553" y="150"/>
                </a:lnTo>
                <a:lnTo>
                  <a:pt x="554" y="150"/>
                </a:lnTo>
                <a:lnTo>
                  <a:pt x="555" y="150"/>
                </a:lnTo>
                <a:lnTo>
                  <a:pt x="556" y="151"/>
                </a:lnTo>
                <a:lnTo>
                  <a:pt x="556" y="152"/>
                </a:lnTo>
                <a:lnTo>
                  <a:pt x="557" y="152"/>
                </a:lnTo>
                <a:lnTo>
                  <a:pt x="556" y="152"/>
                </a:lnTo>
                <a:lnTo>
                  <a:pt x="557" y="152"/>
                </a:lnTo>
                <a:lnTo>
                  <a:pt x="557" y="153"/>
                </a:lnTo>
                <a:lnTo>
                  <a:pt x="556" y="154"/>
                </a:lnTo>
                <a:lnTo>
                  <a:pt x="555" y="155"/>
                </a:lnTo>
                <a:lnTo>
                  <a:pt x="555" y="156"/>
                </a:lnTo>
                <a:lnTo>
                  <a:pt x="555" y="157"/>
                </a:lnTo>
                <a:lnTo>
                  <a:pt x="554" y="157"/>
                </a:lnTo>
                <a:lnTo>
                  <a:pt x="553" y="157"/>
                </a:lnTo>
                <a:lnTo>
                  <a:pt x="552" y="157"/>
                </a:lnTo>
                <a:lnTo>
                  <a:pt x="550" y="157"/>
                </a:lnTo>
                <a:lnTo>
                  <a:pt x="550" y="158"/>
                </a:lnTo>
                <a:lnTo>
                  <a:pt x="549" y="158"/>
                </a:lnTo>
                <a:lnTo>
                  <a:pt x="550" y="158"/>
                </a:lnTo>
                <a:lnTo>
                  <a:pt x="550" y="159"/>
                </a:lnTo>
                <a:lnTo>
                  <a:pt x="549" y="159"/>
                </a:lnTo>
                <a:lnTo>
                  <a:pt x="549" y="160"/>
                </a:lnTo>
                <a:lnTo>
                  <a:pt x="549" y="161"/>
                </a:lnTo>
                <a:lnTo>
                  <a:pt x="550" y="161"/>
                </a:lnTo>
                <a:lnTo>
                  <a:pt x="550" y="162"/>
                </a:lnTo>
                <a:lnTo>
                  <a:pt x="549" y="163"/>
                </a:lnTo>
                <a:lnTo>
                  <a:pt x="549" y="164"/>
                </a:lnTo>
                <a:lnTo>
                  <a:pt x="550" y="164"/>
                </a:lnTo>
                <a:lnTo>
                  <a:pt x="550" y="165"/>
                </a:lnTo>
                <a:lnTo>
                  <a:pt x="552" y="166"/>
                </a:lnTo>
                <a:lnTo>
                  <a:pt x="552" y="167"/>
                </a:lnTo>
                <a:lnTo>
                  <a:pt x="552" y="166"/>
                </a:lnTo>
                <a:lnTo>
                  <a:pt x="552" y="167"/>
                </a:lnTo>
                <a:lnTo>
                  <a:pt x="553" y="167"/>
                </a:lnTo>
                <a:lnTo>
                  <a:pt x="554" y="167"/>
                </a:lnTo>
                <a:lnTo>
                  <a:pt x="554" y="168"/>
                </a:lnTo>
                <a:lnTo>
                  <a:pt x="555" y="168"/>
                </a:lnTo>
                <a:lnTo>
                  <a:pt x="555" y="169"/>
                </a:lnTo>
                <a:lnTo>
                  <a:pt x="554" y="169"/>
                </a:lnTo>
                <a:lnTo>
                  <a:pt x="555" y="170"/>
                </a:lnTo>
                <a:lnTo>
                  <a:pt x="554" y="171"/>
                </a:lnTo>
                <a:lnTo>
                  <a:pt x="554" y="172"/>
                </a:lnTo>
                <a:lnTo>
                  <a:pt x="554" y="173"/>
                </a:lnTo>
                <a:lnTo>
                  <a:pt x="554" y="174"/>
                </a:lnTo>
                <a:lnTo>
                  <a:pt x="555" y="174"/>
                </a:lnTo>
                <a:lnTo>
                  <a:pt x="556" y="174"/>
                </a:lnTo>
                <a:lnTo>
                  <a:pt x="556" y="175"/>
                </a:lnTo>
                <a:lnTo>
                  <a:pt x="557" y="175"/>
                </a:lnTo>
                <a:lnTo>
                  <a:pt x="558" y="175"/>
                </a:lnTo>
                <a:lnTo>
                  <a:pt x="558" y="176"/>
                </a:lnTo>
                <a:lnTo>
                  <a:pt x="558" y="177"/>
                </a:lnTo>
                <a:lnTo>
                  <a:pt x="558" y="178"/>
                </a:lnTo>
                <a:lnTo>
                  <a:pt x="559" y="177"/>
                </a:lnTo>
                <a:lnTo>
                  <a:pt x="559" y="178"/>
                </a:lnTo>
                <a:lnTo>
                  <a:pt x="560" y="178"/>
                </a:lnTo>
                <a:lnTo>
                  <a:pt x="560" y="179"/>
                </a:lnTo>
                <a:lnTo>
                  <a:pt x="561" y="179"/>
                </a:lnTo>
                <a:lnTo>
                  <a:pt x="562" y="180"/>
                </a:lnTo>
                <a:lnTo>
                  <a:pt x="563" y="181"/>
                </a:lnTo>
                <a:lnTo>
                  <a:pt x="564" y="181"/>
                </a:lnTo>
                <a:lnTo>
                  <a:pt x="564" y="182"/>
                </a:lnTo>
                <a:lnTo>
                  <a:pt x="564" y="183"/>
                </a:lnTo>
                <a:lnTo>
                  <a:pt x="565" y="183"/>
                </a:lnTo>
                <a:lnTo>
                  <a:pt x="566" y="183"/>
                </a:lnTo>
                <a:lnTo>
                  <a:pt x="566" y="184"/>
                </a:lnTo>
                <a:lnTo>
                  <a:pt x="567" y="184"/>
                </a:lnTo>
                <a:lnTo>
                  <a:pt x="568" y="184"/>
                </a:lnTo>
                <a:lnTo>
                  <a:pt x="568" y="185"/>
                </a:lnTo>
                <a:lnTo>
                  <a:pt x="569" y="185"/>
                </a:lnTo>
                <a:lnTo>
                  <a:pt x="569" y="186"/>
                </a:lnTo>
                <a:lnTo>
                  <a:pt x="570" y="186"/>
                </a:lnTo>
                <a:lnTo>
                  <a:pt x="569" y="187"/>
                </a:lnTo>
                <a:lnTo>
                  <a:pt x="570" y="188"/>
                </a:lnTo>
                <a:lnTo>
                  <a:pt x="570" y="189"/>
                </a:lnTo>
                <a:lnTo>
                  <a:pt x="569" y="190"/>
                </a:lnTo>
                <a:lnTo>
                  <a:pt x="569" y="192"/>
                </a:lnTo>
                <a:lnTo>
                  <a:pt x="568" y="193"/>
                </a:lnTo>
                <a:lnTo>
                  <a:pt x="569" y="193"/>
                </a:lnTo>
                <a:lnTo>
                  <a:pt x="569" y="194"/>
                </a:lnTo>
                <a:lnTo>
                  <a:pt x="570" y="195"/>
                </a:lnTo>
                <a:lnTo>
                  <a:pt x="570" y="196"/>
                </a:lnTo>
                <a:lnTo>
                  <a:pt x="571" y="196"/>
                </a:lnTo>
                <a:lnTo>
                  <a:pt x="572" y="197"/>
                </a:lnTo>
                <a:lnTo>
                  <a:pt x="574" y="197"/>
                </a:lnTo>
                <a:lnTo>
                  <a:pt x="574" y="196"/>
                </a:lnTo>
                <a:lnTo>
                  <a:pt x="575" y="197"/>
                </a:lnTo>
                <a:lnTo>
                  <a:pt x="576" y="198"/>
                </a:lnTo>
                <a:lnTo>
                  <a:pt x="577" y="198"/>
                </a:lnTo>
                <a:lnTo>
                  <a:pt x="577" y="199"/>
                </a:lnTo>
                <a:lnTo>
                  <a:pt x="578" y="199"/>
                </a:lnTo>
                <a:lnTo>
                  <a:pt x="579" y="198"/>
                </a:lnTo>
                <a:lnTo>
                  <a:pt x="579" y="197"/>
                </a:lnTo>
                <a:lnTo>
                  <a:pt x="580" y="197"/>
                </a:lnTo>
                <a:lnTo>
                  <a:pt x="580" y="196"/>
                </a:lnTo>
                <a:lnTo>
                  <a:pt x="579" y="196"/>
                </a:lnTo>
                <a:lnTo>
                  <a:pt x="580" y="194"/>
                </a:lnTo>
                <a:lnTo>
                  <a:pt x="581" y="194"/>
                </a:lnTo>
                <a:lnTo>
                  <a:pt x="581" y="195"/>
                </a:lnTo>
                <a:lnTo>
                  <a:pt x="581" y="196"/>
                </a:lnTo>
                <a:lnTo>
                  <a:pt x="582" y="197"/>
                </a:lnTo>
                <a:lnTo>
                  <a:pt x="582" y="199"/>
                </a:lnTo>
                <a:lnTo>
                  <a:pt x="582" y="200"/>
                </a:lnTo>
                <a:lnTo>
                  <a:pt x="583" y="202"/>
                </a:lnTo>
                <a:lnTo>
                  <a:pt x="584" y="202"/>
                </a:lnTo>
                <a:lnTo>
                  <a:pt x="584" y="203"/>
                </a:lnTo>
                <a:lnTo>
                  <a:pt x="584" y="204"/>
                </a:lnTo>
                <a:lnTo>
                  <a:pt x="585" y="204"/>
                </a:lnTo>
                <a:lnTo>
                  <a:pt x="585" y="205"/>
                </a:lnTo>
                <a:lnTo>
                  <a:pt x="584" y="206"/>
                </a:lnTo>
                <a:lnTo>
                  <a:pt x="584" y="207"/>
                </a:lnTo>
                <a:lnTo>
                  <a:pt x="585" y="207"/>
                </a:lnTo>
                <a:lnTo>
                  <a:pt x="586" y="207"/>
                </a:lnTo>
                <a:lnTo>
                  <a:pt x="587" y="208"/>
                </a:lnTo>
                <a:lnTo>
                  <a:pt x="588" y="208"/>
                </a:lnTo>
                <a:lnTo>
                  <a:pt x="589" y="208"/>
                </a:lnTo>
                <a:lnTo>
                  <a:pt x="590" y="209"/>
                </a:lnTo>
                <a:lnTo>
                  <a:pt x="591" y="209"/>
                </a:lnTo>
                <a:lnTo>
                  <a:pt x="591" y="208"/>
                </a:lnTo>
                <a:lnTo>
                  <a:pt x="592" y="207"/>
                </a:lnTo>
                <a:lnTo>
                  <a:pt x="593" y="207"/>
                </a:lnTo>
                <a:lnTo>
                  <a:pt x="594" y="207"/>
                </a:lnTo>
                <a:lnTo>
                  <a:pt x="595" y="207"/>
                </a:lnTo>
                <a:lnTo>
                  <a:pt x="595" y="206"/>
                </a:lnTo>
                <a:lnTo>
                  <a:pt x="595" y="207"/>
                </a:lnTo>
                <a:lnTo>
                  <a:pt x="596" y="207"/>
                </a:lnTo>
                <a:lnTo>
                  <a:pt x="596" y="208"/>
                </a:lnTo>
                <a:lnTo>
                  <a:pt x="597" y="208"/>
                </a:lnTo>
                <a:lnTo>
                  <a:pt x="598" y="208"/>
                </a:lnTo>
                <a:lnTo>
                  <a:pt x="599" y="208"/>
                </a:lnTo>
                <a:lnTo>
                  <a:pt x="599" y="207"/>
                </a:lnTo>
                <a:lnTo>
                  <a:pt x="600" y="207"/>
                </a:lnTo>
                <a:lnTo>
                  <a:pt x="601" y="207"/>
                </a:lnTo>
                <a:lnTo>
                  <a:pt x="602" y="207"/>
                </a:lnTo>
                <a:lnTo>
                  <a:pt x="602" y="206"/>
                </a:lnTo>
                <a:lnTo>
                  <a:pt x="603" y="205"/>
                </a:lnTo>
                <a:lnTo>
                  <a:pt x="604" y="204"/>
                </a:lnTo>
                <a:lnTo>
                  <a:pt x="604" y="203"/>
                </a:lnTo>
                <a:lnTo>
                  <a:pt x="605" y="203"/>
                </a:lnTo>
                <a:lnTo>
                  <a:pt x="606" y="203"/>
                </a:lnTo>
                <a:lnTo>
                  <a:pt x="607" y="203"/>
                </a:lnTo>
                <a:lnTo>
                  <a:pt x="607" y="202"/>
                </a:lnTo>
                <a:lnTo>
                  <a:pt x="608" y="202"/>
                </a:lnTo>
                <a:lnTo>
                  <a:pt x="609" y="202"/>
                </a:lnTo>
                <a:lnTo>
                  <a:pt x="609" y="201"/>
                </a:lnTo>
                <a:lnTo>
                  <a:pt x="610" y="201"/>
                </a:lnTo>
                <a:lnTo>
                  <a:pt x="610" y="200"/>
                </a:lnTo>
                <a:lnTo>
                  <a:pt x="611" y="199"/>
                </a:lnTo>
                <a:lnTo>
                  <a:pt x="612" y="199"/>
                </a:lnTo>
                <a:lnTo>
                  <a:pt x="613" y="199"/>
                </a:lnTo>
                <a:lnTo>
                  <a:pt x="614" y="198"/>
                </a:lnTo>
                <a:lnTo>
                  <a:pt x="614" y="197"/>
                </a:lnTo>
                <a:lnTo>
                  <a:pt x="615" y="196"/>
                </a:lnTo>
                <a:lnTo>
                  <a:pt x="615" y="195"/>
                </a:lnTo>
                <a:lnTo>
                  <a:pt x="616" y="195"/>
                </a:lnTo>
                <a:lnTo>
                  <a:pt x="617" y="194"/>
                </a:lnTo>
                <a:lnTo>
                  <a:pt x="616" y="194"/>
                </a:lnTo>
                <a:lnTo>
                  <a:pt x="615" y="194"/>
                </a:lnTo>
                <a:lnTo>
                  <a:pt x="615" y="193"/>
                </a:lnTo>
                <a:lnTo>
                  <a:pt x="615" y="191"/>
                </a:lnTo>
                <a:lnTo>
                  <a:pt x="614" y="191"/>
                </a:lnTo>
                <a:lnTo>
                  <a:pt x="614" y="192"/>
                </a:lnTo>
                <a:lnTo>
                  <a:pt x="613" y="192"/>
                </a:lnTo>
                <a:lnTo>
                  <a:pt x="613" y="191"/>
                </a:lnTo>
                <a:lnTo>
                  <a:pt x="612" y="191"/>
                </a:lnTo>
                <a:lnTo>
                  <a:pt x="612" y="190"/>
                </a:lnTo>
                <a:lnTo>
                  <a:pt x="613" y="189"/>
                </a:lnTo>
                <a:lnTo>
                  <a:pt x="612" y="189"/>
                </a:lnTo>
                <a:lnTo>
                  <a:pt x="613" y="189"/>
                </a:lnTo>
                <a:lnTo>
                  <a:pt x="614" y="189"/>
                </a:lnTo>
                <a:lnTo>
                  <a:pt x="614" y="188"/>
                </a:lnTo>
                <a:lnTo>
                  <a:pt x="614" y="187"/>
                </a:lnTo>
                <a:lnTo>
                  <a:pt x="614" y="186"/>
                </a:lnTo>
                <a:lnTo>
                  <a:pt x="613" y="184"/>
                </a:lnTo>
                <a:lnTo>
                  <a:pt x="614" y="184"/>
                </a:lnTo>
                <a:lnTo>
                  <a:pt x="614" y="183"/>
                </a:lnTo>
                <a:lnTo>
                  <a:pt x="614" y="182"/>
                </a:lnTo>
                <a:lnTo>
                  <a:pt x="613" y="182"/>
                </a:lnTo>
                <a:lnTo>
                  <a:pt x="612" y="181"/>
                </a:lnTo>
                <a:lnTo>
                  <a:pt x="613" y="181"/>
                </a:lnTo>
                <a:lnTo>
                  <a:pt x="612" y="180"/>
                </a:lnTo>
                <a:lnTo>
                  <a:pt x="611" y="181"/>
                </a:lnTo>
                <a:lnTo>
                  <a:pt x="610" y="181"/>
                </a:lnTo>
                <a:lnTo>
                  <a:pt x="610" y="180"/>
                </a:lnTo>
                <a:lnTo>
                  <a:pt x="610" y="179"/>
                </a:lnTo>
                <a:lnTo>
                  <a:pt x="609" y="179"/>
                </a:lnTo>
                <a:lnTo>
                  <a:pt x="610" y="179"/>
                </a:lnTo>
                <a:lnTo>
                  <a:pt x="610" y="178"/>
                </a:lnTo>
                <a:lnTo>
                  <a:pt x="610" y="177"/>
                </a:lnTo>
                <a:lnTo>
                  <a:pt x="611" y="177"/>
                </a:lnTo>
                <a:lnTo>
                  <a:pt x="611" y="176"/>
                </a:lnTo>
                <a:lnTo>
                  <a:pt x="612" y="175"/>
                </a:lnTo>
                <a:lnTo>
                  <a:pt x="612" y="174"/>
                </a:lnTo>
                <a:lnTo>
                  <a:pt x="611" y="174"/>
                </a:lnTo>
                <a:lnTo>
                  <a:pt x="611" y="175"/>
                </a:lnTo>
                <a:lnTo>
                  <a:pt x="610" y="174"/>
                </a:lnTo>
                <a:lnTo>
                  <a:pt x="610" y="173"/>
                </a:lnTo>
                <a:lnTo>
                  <a:pt x="609" y="173"/>
                </a:lnTo>
                <a:lnTo>
                  <a:pt x="608" y="173"/>
                </a:lnTo>
                <a:lnTo>
                  <a:pt x="608" y="172"/>
                </a:lnTo>
                <a:lnTo>
                  <a:pt x="607" y="171"/>
                </a:lnTo>
                <a:lnTo>
                  <a:pt x="607" y="170"/>
                </a:lnTo>
                <a:lnTo>
                  <a:pt x="607" y="169"/>
                </a:lnTo>
                <a:lnTo>
                  <a:pt x="606" y="169"/>
                </a:lnTo>
                <a:lnTo>
                  <a:pt x="606" y="168"/>
                </a:lnTo>
                <a:lnTo>
                  <a:pt x="606" y="167"/>
                </a:lnTo>
                <a:lnTo>
                  <a:pt x="607" y="166"/>
                </a:lnTo>
                <a:lnTo>
                  <a:pt x="606" y="166"/>
                </a:lnTo>
                <a:lnTo>
                  <a:pt x="606" y="165"/>
                </a:lnTo>
                <a:lnTo>
                  <a:pt x="607" y="165"/>
                </a:lnTo>
                <a:lnTo>
                  <a:pt x="609" y="167"/>
                </a:lnTo>
                <a:lnTo>
                  <a:pt x="610" y="167"/>
                </a:lnTo>
                <a:lnTo>
                  <a:pt x="610" y="166"/>
                </a:lnTo>
                <a:lnTo>
                  <a:pt x="611" y="166"/>
                </a:lnTo>
                <a:lnTo>
                  <a:pt x="612" y="167"/>
                </a:lnTo>
                <a:lnTo>
                  <a:pt x="613" y="166"/>
                </a:lnTo>
                <a:lnTo>
                  <a:pt x="613" y="165"/>
                </a:lnTo>
                <a:lnTo>
                  <a:pt x="614" y="165"/>
                </a:lnTo>
                <a:lnTo>
                  <a:pt x="615" y="165"/>
                </a:lnTo>
                <a:lnTo>
                  <a:pt x="615" y="166"/>
                </a:lnTo>
                <a:lnTo>
                  <a:pt x="616" y="166"/>
                </a:lnTo>
                <a:lnTo>
                  <a:pt x="616" y="167"/>
                </a:lnTo>
                <a:lnTo>
                  <a:pt x="616" y="166"/>
                </a:lnTo>
                <a:lnTo>
                  <a:pt x="617" y="166"/>
                </a:lnTo>
                <a:lnTo>
                  <a:pt x="617" y="164"/>
                </a:lnTo>
                <a:lnTo>
                  <a:pt x="618" y="163"/>
                </a:lnTo>
                <a:lnTo>
                  <a:pt x="617" y="163"/>
                </a:lnTo>
                <a:lnTo>
                  <a:pt x="617" y="162"/>
                </a:lnTo>
                <a:lnTo>
                  <a:pt x="617" y="161"/>
                </a:lnTo>
                <a:lnTo>
                  <a:pt x="617" y="159"/>
                </a:lnTo>
                <a:lnTo>
                  <a:pt x="617" y="157"/>
                </a:lnTo>
                <a:lnTo>
                  <a:pt x="617" y="156"/>
                </a:lnTo>
                <a:lnTo>
                  <a:pt x="618" y="156"/>
                </a:lnTo>
                <a:lnTo>
                  <a:pt x="618" y="154"/>
                </a:lnTo>
                <a:lnTo>
                  <a:pt x="618" y="153"/>
                </a:lnTo>
                <a:lnTo>
                  <a:pt x="618" y="152"/>
                </a:lnTo>
                <a:lnTo>
                  <a:pt x="619" y="152"/>
                </a:lnTo>
                <a:lnTo>
                  <a:pt x="620" y="152"/>
                </a:lnTo>
                <a:lnTo>
                  <a:pt x="621" y="152"/>
                </a:lnTo>
                <a:lnTo>
                  <a:pt x="621" y="150"/>
                </a:lnTo>
                <a:lnTo>
                  <a:pt x="622" y="150"/>
                </a:lnTo>
                <a:lnTo>
                  <a:pt x="622" y="149"/>
                </a:lnTo>
                <a:lnTo>
                  <a:pt x="623" y="149"/>
                </a:lnTo>
                <a:lnTo>
                  <a:pt x="623" y="148"/>
                </a:lnTo>
                <a:lnTo>
                  <a:pt x="624" y="148"/>
                </a:lnTo>
                <a:lnTo>
                  <a:pt x="623" y="148"/>
                </a:lnTo>
                <a:lnTo>
                  <a:pt x="623" y="146"/>
                </a:lnTo>
                <a:lnTo>
                  <a:pt x="624" y="146"/>
                </a:lnTo>
                <a:lnTo>
                  <a:pt x="625" y="145"/>
                </a:lnTo>
                <a:lnTo>
                  <a:pt x="626" y="144"/>
                </a:lnTo>
                <a:lnTo>
                  <a:pt x="626" y="143"/>
                </a:lnTo>
                <a:lnTo>
                  <a:pt x="626" y="142"/>
                </a:lnTo>
                <a:lnTo>
                  <a:pt x="627" y="142"/>
                </a:lnTo>
                <a:lnTo>
                  <a:pt x="628" y="141"/>
                </a:lnTo>
                <a:lnTo>
                  <a:pt x="629" y="141"/>
                </a:lnTo>
                <a:lnTo>
                  <a:pt x="630" y="141"/>
                </a:lnTo>
                <a:lnTo>
                  <a:pt x="631" y="142"/>
                </a:lnTo>
                <a:lnTo>
                  <a:pt x="631" y="143"/>
                </a:lnTo>
                <a:lnTo>
                  <a:pt x="632" y="143"/>
                </a:lnTo>
                <a:lnTo>
                  <a:pt x="632" y="144"/>
                </a:lnTo>
                <a:lnTo>
                  <a:pt x="634" y="144"/>
                </a:lnTo>
                <a:lnTo>
                  <a:pt x="635" y="144"/>
                </a:lnTo>
                <a:lnTo>
                  <a:pt x="635" y="145"/>
                </a:lnTo>
                <a:lnTo>
                  <a:pt x="636" y="145"/>
                </a:lnTo>
                <a:lnTo>
                  <a:pt x="636" y="146"/>
                </a:lnTo>
                <a:lnTo>
                  <a:pt x="637" y="146"/>
                </a:lnTo>
                <a:lnTo>
                  <a:pt x="637" y="147"/>
                </a:lnTo>
                <a:lnTo>
                  <a:pt x="637" y="148"/>
                </a:lnTo>
                <a:lnTo>
                  <a:pt x="638" y="148"/>
                </a:lnTo>
                <a:lnTo>
                  <a:pt x="639" y="149"/>
                </a:lnTo>
                <a:lnTo>
                  <a:pt x="640" y="149"/>
                </a:lnTo>
                <a:lnTo>
                  <a:pt x="640" y="150"/>
                </a:lnTo>
                <a:lnTo>
                  <a:pt x="640" y="151"/>
                </a:lnTo>
                <a:lnTo>
                  <a:pt x="640" y="152"/>
                </a:lnTo>
                <a:lnTo>
                  <a:pt x="641" y="153"/>
                </a:lnTo>
                <a:lnTo>
                  <a:pt x="641" y="154"/>
                </a:lnTo>
                <a:lnTo>
                  <a:pt x="642" y="154"/>
                </a:lnTo>
                <a:lnTo>
                  <a:pt x="642" y="155"/>
                </a:lnTo>
                <a:lnTo>
                  <a:pt x="643" y="155"/>
                </a:lnTo>
                <a:lnTo>
                  <a:pt x="643" y="156"/>
                </a:lnTo>
                <a:lnTo>
                  <a:pt x="643" y="158"/>
                </a:lnTo>
                <a:lnTo>
                  <a:pt x="643" y="159"/>
                </a:lnTo>
                <a:lnTo>
                  <a:pt x="644" y="160"/>
                </a:lnTo>
                <a:lnTo>
                  <a:pt x="643" y="160"/>
                </a:lnTo>
                <a:lnTo>
                  <a:pt x="642" y="160"/>
                </a:lnTo>
                <a:lnTo>
                  <a:pt x="642" y="161"/>
                </a:lnTo>
                <a:lnTo>
                  <a:pt x="642" y="160"/>
                </a:lnTo>
                <a:lnTo>
                  <a:pt x="641" y="161"/>
                </a:lnTo>
                <a:lnTo>
                  <a:pt x="642" y="161"/>
                </a:lnTo>
                <a:lnTo>
                  <a:pt x="642" y="162"/>
                </a:lnTo>
                <a:lnTo>
                  <a:pt x="643" y="162"/>
                </a:lnTo>
                <a:lnTo>
                  <a:pt x="643" y="163"/>
                </a:lnTo>
                <a:lnTo>
                  <a:pt x="644" y="163"/>
                </a:lnTo>
                <a:lnTo>
                  <a:pt x="644" y="164"/>
                </a:lnTo>
                <a:lnTo>
                  <a:pt x="645" y="164"/>
                </a:lnTo>
                <a:lnTo>
                  <a:pt x="645" y="165"/>
                </a:lnTo>
                <a:lnTo>
                  <a:pt x="644" y="165"/>
                </a:lnTo>
                <a:lnTo>
                  <a:pt x="644" y="166"/>
                </a:lnTo>
                <a:lnTo>
                  <a:pt x="645" y="167"/>
                </a:lnTo>
                <a:lnTo>
                  <a:pt x="645" y="168"/>
                </a:lnTo>
                <a:lnTo>
                  <a:pt x="644" y="168"/>
                </a:lnTo>
                <a:lnTo>
                  <a:pt x="644" y="170"/>
                </a:lnTo>
                <a:lnTo>
                  <a:pt x="644" y="171"/>
                </a:lnTo>
                <a:lnTo>
                  <a:pt x="645" y="172"/>
                </a:lnTo>
                <a:lnTo>
                  <a:pt x="645" y="171"/>
                </a:lnTo>
                <a:lnTo>
                  <a:pt x="645" y="172"/>
                </a:lnTo>
                <a:lnTo>
                  <a:pt x="646" y="172"/>
                </a:lnTo>
                <a:lnTo>
                  <a:pt x="646" y="173"/>
                </a:lnTo>
                <a:lnTo>
                  <a:pt x="646" y="174"/>
                </a:lnTo>
                <a:lnTo>
                  <a:pt x="646" y="175"/>
                </a:lnTo>
                <a:lnTo>
                  <a:pt x="646" y="176"/>
                </a:lnTo>
                <a:lnTo>
                  <a:pt x="646" y="177"/>
                </a:lnTo>
                <a:lnTo>
                  <a:pt x="646" y="178"/>
                </a:lnTo>
                <a:lnTo>
                  <a:pt x="647" y="178"/>
                </a:lnTo>
                <a:lnTo>
                  <a:pt x="647" y="179"/>
                </a:lnTo>
                <a:lnTo>
                  <a:pt x="647" y="180"/>
                </a:lnTo>
                <a:lnTo>
                  <a:pt x="648" y="181"/>
                </a:lnTo>
                <a:lnTo>
                  <a:pt x="648" y="182"/>
                </a:lnTo>
                <a:lnTo>
                  <a:pt x="649" y="183"/>
                </a:lnTo>
                <a:lnTo>
                  <a:pt x="649" y="184"/>
                </a:lnTo>
                <a:lnTo>
                  <a:pt x="650" y="184"/>
                </a:lnTo>
                <a:lnTo>
                  <a:pt x="651" y="184"/>
                </a:lnTo>
                <a:lnTo>
                  <a:pt x="651" y="185"/>
                </a:lnTo>
                <a:lnTo>
                  <a:pt x="651" y="186"/>
                </a:lnTo>
                <a:lnTo>
                  <a:pt x="652" y="186"/>
                </a:lnTo>
                <a:lnTo>
                  <a:pt x="653" y="187"/>
                </a:lnTo>
                <a:lnTo>
                  <a:pt x="654" y="187"/>
                </a:lnTo>
                <a:lnTo>
                  <a:pt x="655" y="188"/>
                </a:lnTo>
                <a:lnTo>
                  <a:pt x="656" y="189"/>
                </a:lnTo>
                <a:lnTo>
                  <a:pt x="657" y="190"/>
                </a:lnTo>
                <a:lnTo>
                  <a:pt x="657" y="191"/>
                </a:lnTo>
                <a:lnTo>
                  <a:pt x="658" y="191"/>
                </a:lnTo>
                <a:lnTo>
                  <a:pt x="658" y="192"/>
                </a:lnTo>
                <a:lnTo>
                  <a:pt x="659" y="193"/>
                </a:lnTo>
                <a:lnTo>
                  <a:pt x="660" y="193"/>
                </a:lnTo>
                <a:lnTo>
                  <a:pt x="660" y="194"/>
                </a:lnTo>
                <a:lnTo>
                  <a:pt x="661" y="194"/>
                </a:lnTo>
                <a:lnTo>
                  <a:pt x="661" y="195"/>
                </a:lnTo>
                <a:lnTo>
                  <a:pt x="662" y="196"/>
                </a:lnTo>
                <a:lnTo>
                  <a:pt x="662" y="197"/>
                </a:lnTo>
                <a:lnTo>
                  <a:pt x="662" y="198"/>
                </a:lnTo>
                <a:lnTo>
                  <a:pt x="663" y="199"/>
                </a:lnTo>
                <a:lnTo>
                  <a:pt x="664" y="201"/>
                </a:lnTo>
                <a:lnTo>
                  <a:pt x="664" y="202"/>
                </a:lnTo>
                <a:lnTo>
                  <a:pt x="665" y="203"/>
                </a:lnTo>
                <a:lnTo>
                  <a:pt x="666" y="204"/>
                </a:lnTo>
                <a:lnTo>
                  <a:pt x="667" y="205"/>
                </a:lnTo>
                <a:lnTo>
                  <a:pt x="668" y="206"/>
                </a:lnTo>
                <a:lnTo>
                  <a:pt x="669" y="206"/>
                </a:lnTo>
                <a:lnTo>
                  <a:pt x="670" y="206"/>
                </a:lnTo>
                <a:lnTo>
                  <a:pt x="671" y="208"/>
                </a:lnTo>
                <a:lnTo>
                  <a:pt x="670" y="209"/>
                </a:lnTo>
                <a:lnTo>
                  <a:pt x="670" y="210"/>
                </a:lnTo>
                <a:lnTo>
                  <a:pt x="671" y="211"/>
                </a:lnTo>
                <a:lnTo>
                  <a:pt x="672" y="212"/>
                </a:lnTo>
                <a:lnTo>
                  <a:pt x="671" y="212"/>
                </a:lnTo>
                <a:lnTo>
                  <a:pt x="672" y="213"/>
                </a:lnTo>
                <a:lnTo>
                  <a:pt x="672" y="214"/>
                </a:lnTo>
                <a:lnTo>
                  <a:pt x="672" y="213"/>
                </a:lnTo>
                <a:lnTo>
                  <a:pt x="673" y="213"/>
                </a:lnTo>
                <a:lnTo>
                  <a:pt x="674" y="213"/>
                </a:lnTo>
                <a:lnTo>
                  <a:pt x="675" y="212"/>
                </a:lnTo>
                <a:lnTo>
                  <a:pt x="676" y="212"/>
                </a:lnTo>
                <a:lnTo>
                  <a:pt x="677" y="212"/>
                </a:lnTo>
                <a:lnTo>
                  <a:pt x="677" y="211"/>
                </a:lnTo>
                <a:lnTo>
                  <a:pt x="678" y="211"/>
                </a:lnTo>
                <a:lnTo>
                  <a:pt x="679" y="211"/>
                </a:lnTo>
                <a:lnTo>
                  <a:pt x="680" y="211"/>
                </a:lnTo>
                <a:lnTo>
                  <a:pt x="681" y="212"/>
                </a:lnTo>
                <a:lnTo>
                  <a:pt x="681" y="213"/>
                </a:lnTo>
                <a:lnTo>
                  <a:pt x="682" y="214"/>
                </a:lnTo>
                <a:lnTo>
                  <a:pt x="683" y="214"/>
                </a:lnTo>
                <a:lnTo>
                  <a:pt x="684" y="215"/>
                </a:lnTo>
                <a:lnTo>
                  <a:pt x="683" y="216"/>
                </a:lnTo>
                <a:lnTo>
                  <a:pt x="683" y="217"/>
                </a:lnTo>
                <a:lnTo>
                  <a:pt x="682" y="218"/>
                </a:lnTo>
                <a:lnTo>
                  <a:pt x="682" y="219"/>
                </a:lnTo>
                <a:lnTo>
                  <a:pt x="681" y="220"/>
                </a:lnTo>
                <a:lnTo>
                  <a:pt x="681" y="221"/>
                </a:lnTo>
                <a:lnTo>
                  <a:pt x="682" y="221"/>
                </a:lnTo>
                <a:lnTo>
                  <a:pt x="682" y="222"/>
                </a:lnTo>
                <a:lnTo>
                  <a:pt x="683" y="222"/>
                </a:lnTo>
                <a:lnTo>
                  <a:pt x="684" y="222"/>
                </a:lnTo>
                <a:lnTo>
                  <a:pt x="684" y="223"/>
                </a:lnTo>
                <a:lnTo>
                  <a:pt x="684" y="224"/>
                </a:lnTo>
                <a:lnTo>
                  <a:pt x="685" y="225"/>
                </a:lnTo>
                <a:lnTo>
                  <a:pt x="686" y="225"/>
                </a:lnTo>
                <a:lnTo>
                  <a:pt x="686" y="226"/>
                </a:lnTo>
                <a:lnTo>
                  <a:pt x="687" y="227"/>
                </a:lnTo>
                <a:lnTo>
                  <a:pt x="687" y="228"/>
                </a:lnTo>
                <a:lnTo>
                  <a:pt x="687" y="227"/>
                </a:lnTo>
                <a:lnTo>
                  <a:pt x="688" y="227"/>
                </a:lnTo>
                <a:lnTo>
                  <a:pt x="687" y="228"/>
                </a:lnTo>
                <a:lnTo>
                  <a:pt x="686" y="228"/>
                </a:lnTo>
                <a:lnTo>
                  <a:pt x="685" y="229"/>
                </a:lnTo>
                <a:lnTo>
                  <a:pt x="684" y="230"/>
                </a:lnTo>
                <a:lnTo>
                  <a:pt x="684" y="231"/>
                </a:lnTo>
                <a:lnTo>
                  <a:pt x="685" y="231"/>
                </a:lnTo>
                <a:lnTo>
                  <a:pt x="686" y="230"/>
                </a:lnTo>
                <a:lnTo>
                  <a:pt x="686" y="231"/>
                </a:lnTo>
                <a:lnTo>
                  <a:pt x="687" y="232"/>
                </a:lnTo>
                <a:lnTo>
                  <a:pt x="688" y="232"/>
                </a:lnTo>
                <a:lnTo>
                  <a:pt x="688" y="231"/>
                </a:lnTo>
                <a:lnTo>
                  <a:pt x="689" y="231"/>
                </a:lnTo>
                <a:lnTo>
                  <a:pt x="689" y="232"/>
                </a:lnTo>
                <a:lnTo>
                  <a:pt x="690" y="232"/>
                </a:lnTo>
                <a:lnTo>
                  <a:pt x="691" y="233"/>
                </a:lnTo>
                <a:lnTo>
                  <a:pt x="691" y="234"/>
                </a:lnTo>
                <a:lnTo>
                  <a:pt x="691" y="235"/>
                </a:lnTo>
                <a:lnTo>
                  <a:pt x="692" y="235"/>
                </a:lnTo>
                <a:lnTo>
                  <a:pt x="691" y="235"/>
                </a:lnTo>
                <a:lnTo>
                  <a:pt x="692" y="236"/>
                </a:lnTo>
                <a:lnTo>
                  <a:pt x="693" y="237"/>
                </a:lnTo>
                <a:lnTo>
                  <a:pt x="694" y="238"/>
                </a:lnTo>
                <a:lnTo>
                  <a:pt x="694" y="239"/>
                </a:lnTo>
                <a:lnTo>
                  <a:pt x="695" y="241"/>
                </a:lnTo>
                <a:lnTo>
                  <a:pt x="695" y="242"/>
                </a:lnTo>
                <a:lnTo>
                  <a:pt x="696" y="242"/>
                </a:lnTo>
                <a:lnTo>
                  <a:pt x="697" y="244"/>
                </a:lnTo>
                <a:lnTo>
                  <a:pt x="698" y="245"/>
                </a:lnTo>
                <a:lnTo>
                  <a:pt x="698" y="246"/>
                </a:lnTo>
                <a:lnTo>
                  <a:pt x="699" y="247"/>
                </a:lnTo>
                <a:lnTo>
                  <a:pt x="699" y="248"/>
                </a:lnTo>
                <a:lnTo>
                  <a:pt x="700" y="248"/>
                </a:lnTo>
                <a:lnTo>
                  <a:pt x="700" y="249"/>
                </a:lnTo>
                <a:lnTo>
                  <a:pt x="701" y="249"/>
                </a:lnTo>
                <a:lnTo>
                  <a:pt x="701" y="250"/>
                </a:lnTo>
                <a:lnTo>
                  <a:pt x="701" y="251"/>
                </a:lnTo>
                <a:lnTo>
                  <a:pt x="702" y="251"/>
                </a:lnTo>
                <a:lnTo>
                  <a:pt x="703" y="251"/>
                </a:lnTo>
                <a:lnTo>
                  <a:pt x="704" y="252"/>
                </a:lnTo>
                <a:lnTo>
                  <a:pt x="705" y="252"/>
                </a:lnTo>
                <a:lnTo>
                  <a:pt x="706" y="252"/>
                </a:lnTo>
                <a:lnTo>
                  <a:pt x="707" y="251"/>
                </a:lnTo>
                <a:lnTo>
                  <a:pt x="708" y="251"/>
                </a:lnTo>
                <a:lnTo>
                  <a:pt x="708" y="250"/>
                </a:lnTo>
                <a:lnTo>
                  <a:pt x="709" y="249"/>
                </a:lnTo>
                <a:lnTo>
                  <a:pt x="710" y="249"/>
                </a:lnTo>
                <a:lnTo>
                  <a:pt x="711" y="250"/>
                </a:lnTo>
                <a:lnTo>
                  <a:pt x="712" y="251"/>
                </a:lnTo>
                <a:lnTo>
                  <a:pt x="713" y="251"/>
                </a:lnTo>
                <a:lnTo>
                  <a:pt x="714" y="251"/>
                </a:lnTo>
                <a:lnTo>
                  <a:pt x="715" y="251"/>
                </a:lnTo>
                <a:lnTo>
                  <a:pt x="716" y="251"/>
                </a:lnTo>
                <a:lnTo>
                  <a:pt x="716" y="252"/>
                </a:lnTo>
                <a:lnTo>
                  <a:pt x="717" y="252"/>
                </a:lnTo>
                <a:lnTo>
                  <a:pt x="717" y="251"/>
                </a:lnTo>
                <a:lnTo>
                  <a:pt x="718" y="250"/>
                </a:lnTo>
                <a:lnTo>
                  <a:pt x="719" y="249"/>
                </a:lnTo>
                <a:lnTo>
                  <a:pt x="720" y="248"/>
                </a:lnTo>
                <a:lnTo>
                  <a:pt x="723" y="247"/>
                </a:lnTo>
                <a:lnTo>
                  <a:pt x="723" y="246"/>
                </a:lnTo>
                <a:lnTo>
                  <a:pt x="724" y="245"/>
                </a:lnTo>
                <a:lnTo>
                  <a:pt x="725" y="245"/>
                </a:lnTo>
                <a:lnTo>
                  <a:pt x="726" y="245"/>
                </a:lnTo>
                <a:lnTo>
                  <a:pt x="727" y="244"/>
                </a:lnTo>
                <a:lnTo>
                  <a:pt x="727" y="243"/>
                </a:lnTo>
                <a:lnTo>
                  <a:pt x="728" y="243"/>
                </a:lnTo>
                <a:lnTo>
                  <a:pt x="729" y="242"/>
                </a:lnTo>
                <a:lnTo>
                  <a:pt x="729" y="243"/>
                </a:lnTo>
                <a:lnTo>
                  <a:pt x="730" y="243"/>
                </a:lnTo>
                <a:lnTo>
                  <a:pt x="731" y="242"/>
                </a:lnTo>
                <a:lnTo>
                  <a:pt x="731" y="241"/>
                </a:lnTo>
                <a:lnTo>
                  <a:pt x="732" y="241"/>
                </a:lnTo>
                <a:lnTo>
                  <a:pt x="733" y="241"/>
                </a:lnTo>
                <a:lnTo>
                  <a:pt x="732" y="241"/>
                </a:lnTo>
                <a:lnTo>
                  <a:pt x="732" y="240"/>
                </a:lnTo>
                <a:lnTo>
                  <a:pt x="733" y="240"/>
                </a:lnTo>
                <a:lnTo>
                  <a:pt x="733" y="239"/>
                </a:lnTo>
                <a:lnTo>
                  <a:pt x="734" y="239"/>
                </a:lnTo>
                <a:lnTo>
                  <a:pt x="734" y="238"/>
                </a:lnTo>
                <a:lnTo>
                  <a:pt x="734" y="237"/>
                </a:lnTo>
                <a:lnTo>
                  <a:pt x="734" y="236"/>
                </a:lnTo>
                <a:lnTo>
                  <a:pt x="734" y="235"/>
                </a:lnTo>
                <a:lnTo>
                  <a:pt x="733" y="234"/>
                </a:lnTo>
                <a:lnTo>
                  <a:pt x="733" y="233"/>
                </a:lnTo>
                <a:lnTo>
                  <a:pt x="732" y="232"/>
                </a:lnTo>
                <a:lnTo>
                  <a:pt x="732" y="231"/>
                </a:lnTo>
                <a:lnTo>
                  <a:pt x="731" y="231"/>
                </a:lnTo>
                <a:lnTo>
                  <a:pt x="731" y="230"/>
                </a:lnTo>
                <a:lnTo>
                  <a:pt x="730" y="229"/>
                </a:lnTo>
                <a:lnTo>
                  <a:pt x="730" y="227"/>
                </a:lnTo>
                <a:lnTo>
                  <a:pt x="730" y="226"/>
                </a:lnTo>
                <a:lnTo>
                  <a:pt x="730" y="225"/>
                </a:lnTo>
                <a:lnTo>
                  <a:pt x="730" y="224"/>
                </a:lnTo>
                <a:lnTo>
                  <a:pt x="731" y="223"/>
                </a:lnTo>
                <a:lnTo>
                  <a:pt x="730" y="223"/>
                </a:lnTo>
                <a:lnTo>
                  <a:pt x="730" y="222"/>
                </a:lnTo>
                <a:lnTo>
                  <a:pt x="729" y="222"/>
                </a:lnTo>
                <a:lnTo>
                  <a:pt x="729" y="219"/>
                </a:lnTo>
                <a:lnTo>
                  <a:pt x="728" y="219"/>
                </a:lnTo>
                <a:lnTo>
                  <a:pt x="728" y="218"/>
                </a:lnTo>
                <a:lnTo>
                  <a:pt x="727" y="217"/>
                </a:lnTo>
                <a:lnTo>
                  <a:pt x="727" y="216"/>
                </a:lnTo>
                <a:lnTo>
                  <a:pt x="727" y="215"/>
                </a:lnTo>
                <a:lnTo>
                  <a:pt x="727" y="214"/>
                </a:lnTo>
                <a:lnTo>
                  <a:pt x="727" y="212"/>
                </a:lnTo>
                <a:lnTo>
                  <a:pt x="728" y="212"/>
                </a:lnTo>
                <a:lnTo>
                  <a:pt x="728" y="211"/>
                </a:lnTo>
                <a:lnTo>
                  <a:pt x="728" y="210"/>
                </a:lnTo>
                <a:lnTo>
                  <a:pt x="729" y="210"/>
                </a:lnTo>
                <a:lnTo>
                  <a:pt x="729" y="209"/>
                </a:lnTo>
                <a:lnTo>
                  <a:pt x="730" y="209"/>
                </a:lnTo>
                <a:lnTo>
                  <a:pt x="731" y="209"/>
                </a:lnTo>
                <a:lnTo>
                  <a:pt x="732" y="209"/>
                </a:lnTo>
                <a:lnTo>
                  <a:pt x="732" y="210"/>
                </a:lnTo>
                <a:lnTo>
                  <a:pt x="733" y="211"/>
                </a:lnTo>
                <a:lnTo>
                  <a:pt x="734" y="211"/>
                </a:lnTo>
                <a:lnTo>
                  <a:pt x="735" y="211"/>
                </a:lnTo>
                <a:lnTo>
                  <a:pt x="735" y="210"/>
                </a:lnTo>
                <a:lnTo>
                  <a:pt x="735" y="209"/>
                </a:lnTo>
                <a:lnTo>
                  <a:pt x="734" y="209"/>
                </a:lnTo>
                <a:lnTo>
                  <a:pt x="735" y="209"/>
                </a:lnTo>
                <a:lnTo>
                  <a:pt x="736" y="209"/>
                </a:lnTo>
                <a:lnTo>
                  <a:pt x="737" y="209"/>
                </a:lnTo>
                <a:lnTo>
                  <a:pt x="738" y="210"/>
                </a:lnTo>
                <a:lnTo>
                  <a:pt x="739" y="209"/>
                </a:lnTo>
                <a:lnTo>
                  <a:pt x="740" y="209"/>
                </a:lnTo>
                <a:lnTo>
                  <a:pt x="741" y="207"/>
                </a:lnTo>
                <a:lnTo>
                  <a:pt x="742" y="206"/>
                </a:lnTo>
                <a:lnTo>
                  <a:pt x="743" y="206"/>
                </a:lnTo>
                <a:lnTo>
                  <a:pt x="743" y="205"/>
                </a:lnTo>
                <a:lnTo>
                  <a:pt x="743" y="204"/>
                </a:lnTo>
                <a:lnTo>
                  <a:pt x="742" y="204"/>
                </a:lnTo>
                <a:lnTo>
                  <a:pt x="743" y="204"/>
                </a:lnTo>
                <a:lnTo>
                  <a:pt x="743" y="203"/>
                </a:lnTo>
                <a:lnTo>
                  <a:pt x="744" y="202"/>
                </a:lnTo>
                <a:lnTo>
                  <a:pt x="745" y="202"/>
                </a:lnTo>
                <a:lnTo>
                  <a:pt x="746" y="201"/>
                </a:lnTo>
                <a:lnTo>
                  <a:pt x="746" y="200"/>
                </a:lnTo>
                <a:lnTo>
                  <a:pt x="747" y="199"/>
                </a:lnTo>
                <a:lnTo>
                  <a:pt x="747" y="198"/>
                </a:lnTo>
                <a:lnTo>
                  <a:pt x="746" y="198"/>
                </a:lnTo>
                <a:lnTo>
                  <a:pt x="746" y="197"/>
                </a:lnTo>
                <a:lnTo>
                  <a:pt x="747" y="197"/>
                </a:lnTo>
                <a:lnTo>
                  <a:pt x="748" y="197"/>
                </a:lnTo>
                <a:lnTo>
                  <a:pt x="749" y="197"/>
                </a:lnTo>
                <a:lnTo>
                  <a:pt x="749" y="196"/>
                </a:lnTo>
                <a:lnTo>
                  <a:pt x="750" y="196"/>
                </a:lnTo>
                <a:lnTo>
                  <a:pt x="751" y="196"/>
                </a:lnTo>
                <a:lnTo>
                  <a:pt x="752" y="196"/>
                </a:lnTo>
                <a:lnTo>
                  <a:pt x="753" y="196"/>
                </a:lnTo>
                <a:lnTo>
                  <a:pt x="754" y="196"/>
                </a:lnTo>
                <a:lnTo>
                  <a:pt x="755" y="196"/>
                </a:lnTo>
                <a:lnTo>
                  <a:pt x="756" y="196"/>
                </a:lnTo>
                <a:lnTo>
                  <a:pt x="758" y="195"/>
                </a:lnTo>
                <a:lnTo>
                  <a:pt x="758" y="194"/>
                </a:lnTo>
                <a:lnTo>
                  <a:pt x="759" y="193"/>
                </a:lnTo>
                <a:lnTo>
                  <a:pt x="760" y="193"/>
                </a:lnTo>
                <a:lnTo>
                  <a:pt x="761" y="193"/>
                </a:lnTo>
                <a:lnTo>
                  <a:pt x="762" y="193"/>
                </a:lnTo>
                <a:lnTo>
                  <a:pt x="763" y="193"/>
                </a:lnTo>
                <a:lnTo>
                  <a:pt x="764" y="193"/>
                </a:lnTo>
                <a:lnTo>
                  <a:pt x="765" y="192"/>
                </a:lnTo>
                <a:lnTo>
                  <a:pt x="766" y="192"/>
                </a:lnTo>
                <a:lnTo>
                  <a:pt x="766" y="191"/>
                </a:lnTo>
                <a:lnTo>
                  <a:pt x="767" y="191"/>
                </a:lnTo>
                <a:lnTo>
                  <a:pt x="768" y="191"/>
                </a:lnTo>
                <a:lnTo>
                  <a:pt x="769" y="191"/>
                </a:lnTo>
                <a:lnTo>
                  <a:pt x="770" y="191"/>
                </a:lnTo>
                <a:lnTo>
                  <a:pt x="770" y="190"/>
                </a:lnTo>
                <a:lnTo>
                  <a:pt x="770" y="189"/>
                </a:lnTo>
                <a:lnTo>
                  <a:pt x="770" y="188"/>
                </a:lnTo>
                <a:lnTo>
                  <a:pt x="771" y="188"/>
                </a:lnTo>
                <a:lnTo>
                  <a:pt x="772" y="188"/>
                </a:lnTo>
                <a:lnTo>
                  <a:pt x="773" y="188"/>
                </a:lnTo>
                <a:lnTo>
                  <a:pt x="774" y="188"/>
                </a:lnTo>
                <a:lnTo>
                  <a:pt x="774" y="187"/>
                </a:lnTo>
                <a:lnTo>
                  <a:pt x="774" y="186"/>
                </a:lnTo>
                <a:lnTo>
                  <a:pt x="773" y="184"/>
                </a:lnTo>
                <a:lnTo>
                  <a:pt x="772" y="184"/>
                </a:lnTo>
                <a:lnTo>
                  <a:pt x="772" y="183"/>
                </a:lnTo>
                <a:lnTo>
                  <a:pt x="773" y="183"/>
                </a:lnTo>
                <a:lnTo>
                  <a:pt x="774" y="182"/>
                </a:lnTo>
                <a:lnTo>
                  <a:pt x="773" y="181"/>
                </a:lnTo>
                <a:lnTo>
                  <a:pt x="772" y="180"/>
                </a:lnTo>
                <a:lnTo>
                  <a:pt x="772" y="179"/>
                </a:lnTo>
                <a:lnTo>
                  <a:pt x="773" y="178"/>
                </a:lnTo>
                <a:lnTo>
                  <a:pt x="774" y="178"/>
                </a:lnTo>
                <a:lnTo>
                  <a:pt x="775" y="177"/>
                </a:lnTo>
                <a:lnTo>
                  <a:pt x="775" y="176"/>
                </a:lnTo>
                <a:lnTo>
                  <a:pt x="775" y="175"/>
                </a:lnTo>
                <a:lnTo>
                  <a:pt x="776" y="174"/>
                </a:lnTo>
                <a:lnTo>
                  <a:pt x="777" y="173"/>
                </a:lnTo>
                <a:lnTo>
                  <a:pt x="777" y="172"/>
                </a:lnTo>
                <a:lnTo>
                  <a:pt x="778" y="172"/>
                </a:lnTo>
                <a:lnTo>
                  <a:pt x="778" y="171"/>
                </a:lnTo>
                <a:lnTo>
                  <a:pt x="778" y="172"/>
                </a:lnTo>
                <a:lnTo>
                  <a:pt x="779" y="172"/>
                </a:lnTo>
                <a:lnTo>
                  <a:pt x="780" y="171"/>
                </a:lnTo>
                <a:lnTo>
                  <a:pt x="780" y="170"/>
                </a:lnTo>
                <a:lnTo>
                  <a:pt x="781" y="170"/>
                </a:lnTo>
                <a:lnTo>
                  <a:pt x="781" y="169"/>
                </a:lnTo>
                <a:lnTo>
                  <a:pt x="781" y="168"/>
                </a:lnTo>
                <a:lnTo>
                  <a:pt x="782" y="168"/>
                </a:lnTo>
                <a:lnTo>
                  <a:pt x="782" y="169"/>
                </a:lnTo>
                <a:lnTo>
                  <a:pt x="783" y="169"/>
                </a:lnTo>
                <a:lnTo>
                  <a:pt x="783" y="168"/>
                </a:lnTo>
                <a:lnTo>
                  <a:pt x="783" y="167"/>
                </a:lnTo>
                <a:lnTo>
                  <a:pt x="784" y="167"/>
                </a:lnTo>
                <a:lnTo>
                  <a:pt x="785" y="167"/>
                </a:lnTo>
                <a:lnTo>
                  <a:pt x="786" y="168"/>
                </a:lnTo>
                <a:lnTo>
                  <a:pt x="787" y="168"/>
                </a:lnTo>
                <a:lnTo>
                  <a:pt x="788" y="168"/>
                </a:lnTo>
                <a:lnTo>
                  <a:pt x="789" y="169"/>
                </a:lnTo>
                <a:lnTo>
                  <a:pt x="789" y="170"/>
                </a:lnTo>
                <a:lnTo>
                  <a:pt x="789" y="169"/>
                </a:lnTo>
                <a:lnTo>
                  <a:pt x="790" y="169"/>
                </a:lnTo>
                <a:lnTo>
                  <a:pt x="790" y="170"/>
                </a:lnTo>
                <a:lnTo>
                  <a:pt x="790" y="171"/>
                </a:lnTo>
                <a:lnTo>
                  <a:pt x="789" y="172"/>
                </a:lnTo>
                <a:lnTo>
                  <a:pt x="790" y="172"/>
                </a:lnTo>
                <a:lnTo>
                  <a:pt x="791" y="172"/>
                </a:lnTo>
                <a:lnTo>
                  <a:pt x="791" y="173"/>
                </a:lnTo>
                <a:lnTo>
                  <a:pt x="792" y="174"/>
                </a:lnTo>
                <a:lnTo>
                  <a:pt x="793" y="174"/>
                </a:lnTo>
                <a:lnTo>
                  <a:pt x="793" y="175"/>
                </a:lnTo>
                <a:lnTo>
                  <a:pt x="794" y="176"/>
                </a:lnTo>
                <a:lnTo>
                  <a:pt x="794" y="177"/>
                </a:lnTo>
                <a:lnTo>
                  <a:pt x="794" y="178"/>
                </a:lnTo>
                <a:lnTo>
                  <a:pt x="795" y="179"/>
                </a:lnTo>
                <a:lnTo>
                  <a:pt x="794" y="180"/>
                </a:lnTo>
                <a:lnTo>
                  <a:pt x="794" y="181"/>
                </a:lnTo>
                <a:lnTo>
                  <a:pt x="794" y="182"/>
                </a:lnTo>
                <a:lnTo>
                  <a:pt x="794" y="183"/>
                </a:lnTo>
                <a:lnTo>
                  <a:pt x="795" y="185"/>
                </a:lnTo>
                <a:lnTo>
                  <a:pt x="796" y="186"/>
                </a:lnTo>
                <a:lnTo>
                  <a:pt x="797" y="187"/>
                </a:lnTo>
                <a:lnTo>
                  <a:pt x="798" y="187"/>
                </a:lnTo>
                <a:lnTo>
                  <a:pt x="799" y="187"/>
                </a:lnTo>
                <a:lnTo>
                  <a:pt x="799" y="188"/>
                </a:lnTo>
                <a:lnTo>
                  <a:pt x="800" y="188"/>
                </a:lnTo>
                <a:lnTo>
                  <a:pt x="801" y="189"/>
                </a:lnTo>
                <a:lnTo>
                  <a:pt x="802" y="188"/>
                </a:lnTo>
                <a:lnTo>
                  <a:pt x="803" y="187"/>
                </a:lnTo>
                <a:lnTo>
                  <a:pt x="804" y="187"/>
                </a:lnTo>
                <a:lnTo>
                  <a:pt x="805" y="186"/>
                </a:lnTo>
                <a:lnTo>
                  <a:pt x="805" y="185"/>
                </a:lnTo>
                <a:lnTo>
                  <a:pt x="804" y="184"/>
                </a:lnTo>
                <a:lnTo>
                  <a:pt x="805" y="183"/>
                </a:lnTo>
                <a:lnTo>
                  <a:pt x="805" y="182"/>
                </a:lnTo>
                <a:lnTo>
                  <a:pt x="807" y="182"/>
                </a:lnTo>
                <a:lnTo>
                  <a:pt x="807" y="181"/>
                </a:lnTo>
                <a:lnTo>
                  <a:pt x="807" y="180"/>
                </a:lnTo>
                <a:lnTo>
                  <a:pt x="807" y="179"/>
                </a:lnTo>
                <a:lnTo>
                  <a:pt x="806" y="177"/>
                </a:lnTo>
                <a:lnTo>
                  <a:pt x="806" y="176"/>
                </a:lnTo>
                <a:lnTo>
                  <a:pt x="807" y="176"/>
                </a:lnTo>
                <a:lnTo>
                  <a:pt x="807" y="175"/>
                </a:lnTo>
                <a:lnTo>
                  <a:pt x="808" y="175"/>
                </a:lnTo>
                <a:lnTo>
                  <a:pt x="808" y="174"/>
                </a:lnTo>
                <a:lnTo>
                  <a:pt x="809" y="174"/>
                </a:lnTo>
                <a:lnTo>
                  <a:pt x="809" y="173"/>
                </a:lnTo>
                <a:lnTo>
                  <a:pt x="809" y="172"/>
                </a:lnTo>
                <a:lnTo>
                  <a:pt x="810" y="172"/>
                </a:lnTo>
                <a:lnTo>
                  <a:pt x="810" y="171"/>
                </a:lnTo>
                <a:lnTo>
                  <a:pt x="811" y="171"/>
                </a:lnTo>
                <a:lnTo>
                  <a:pt x="812" y="171"/>
                </a:lnTo>
                <a:lnTo>
                  <a:pt x="813" y="171"/>
                </a:lnTo>
                <a:lnTo>
                  <a:pt x="813" y="172"/>
                </a:lnTo>
                <a:lnTo>
                  <a:pt x="814" y="171"/>
                </a:lnTo>
                <a:lnTo>
                  <a:pt x="814" y="170"/>
                </a:lnTo>
                <a:lnTo>
                  <a:pt x="815" y="169"/>
                </a:lnTo>
                <a:lnTo>
                  <a:pt x="815" y="168"/>
                </a:lnTo>
                <a:lnTo>
                  <a:pt x="816" y="167"/>
                </a:lnTo>
                <a:lnTo>
                  <a:pt x="815" y="166"/>
                </a:lnTo>
                <a:lnTo>
                  <a:pt x="815" y="165"/>
                </a:lnTo>
                <a:lnTo>
                  <a:pt x="816" y="164"/>
                </a:lnTo>
                <a:lnTo>
                  <a:pt x="816" y="163"/>
                </a:lnTo>
                <a:lnTo>
                  <a:pt x="817" y="163"/>
                </a:lnTo>
                <a:lnTo>
                  <a:pt x="817" y="162"/>
                </a:lnTo>
                <a:lnTo>
                  <a:pt x="817" y="161"/>
                </a:lnTo>
                <a:lnTo>
                  <a:pt x="817" y="160"/>
                </a:lnTo>
                <a:lnTo>
                  <a:pt x="817" y="159"/>
                </a:lnTo>
                <a:lnTo>
                  <a:pt x="817" y="158"/>
                </a:lnTo>
                <a:lnTo>
                  <a:pt x="817" y="157"/>
                </a:lnTo>
                <a:lnTo>
                  <a:pt x="818" y="157"/>
                </a:lnTo>
                <a:lnTo>
                  <a:pt x="818" y="156"/>
                </a:lnTo>
                <a:lnTo>
                  <a:pt x="819" y="156"/>
                </a:lnTo>
                <a:lnTo>
                  <a:pt x="819" y="155"/>
                </a:lnTo>
                <a:lnTo>
                  <a:pt x="820" y="155"/>
                </a:lnTo>
                <a:lnTo>
                  <a:pt x="821" y="155"/>
                </a:lnTo>
                <a:lnTo>
                  <a:pt x="821" y="156"/>
                </a:lnTo>
                <a:lnTo>
                  <a:pt x="821" y="157"/>
                </a:lnTo>
                <a:lnTo>
                  <a:pt x="821" y="158"/>
                </a:lnTo>
                <a:lnTo>
                  <a:pt x="821" y="159"/>
                </a:lnTo>
                <a:lnTo>
                  <a:pt x="822" y="159"/>
                </a:lnTo>
                <a:lnTo>
                  <a:pt x="822" y="160"/>
                </a:lnTo>
                <a:lnTo>
                  <a:pt x="822" y="161"/>
                </a:lnTo>
                <a:lnTo>
                  <a:pt x="823" y="162"/>
                </a:lnTo>
                <a:lnTo>
                  <a:pt x="822" y="164"/>
                </a:lnTo>
                <a:lnTo>
                  <a:pt x="822" y="166"/>
                </a:lnTo>
                <a:lnTo>
                  <a:pt x="821" y="166"/>
                </a:lnTo>
                <a:lnTo>
                  <a:pt x="821" y="167"/>
                </a:lnTo>
                <a:lnTo>
                  <a:pt x="822" y="167"/>
                </a:lnTo>
                <a:lnTo>
                  <a:pt x="822" y="168"/>
                </a:lnTo>
                <a:lnTo>
                  <a:pt x="823" y="169"/>
                </a:lnTo>
                <a:lnTo>
                  <a:pt x="824" y="169"/>
                </a:lnTo>
                <a:lnTo>
                  <a:pt x="824" y="170"/>
                </a:lnTo>
                <a:lnTo>
                  <a:pt x="825" y="171"/>
                </a:lnTo>
                <a:lnTo>
                  <a:pt x="825" y="172"/>
                </a:lnTo>
                <a:lnTo>
                  <a:pt x="826" y="172"/>
                </a:lnTo>
                <a:lnTo>
                  <a:pt x="827" y="172"/>
                </a:lnTo>
                <a:lnTo>
                  <a:pt x="826" y="173"/>
                </a:lnTo>
                <a:lnTo>
                  <a:pt x="826" y="175"/>
                </a:lnTo>
                <a:lnTo>
                  <a:pt x="826" y="176"/>
                </a:lnTo>
                <a:lnTo>
                  <a:pt x="827" y="176"/>
                </a:lnTo>
                <a:lnTo>
                  <a:pt x="827" y="177"/>
                </a:lnTo>
                <a:lnTo>
                  <a:pt x="828" y="178"/>
                </a:lnTo>
                <a:lnTo>
                  <a:pt x="829" y="178"/>
                </a:lnTo>
                <a:lnTo>
                  <a:pt x="829" y="179"/>
                </a:lnTo>
                <a:lnTo>
                  <a:pt x="828" y="179"/>
                </a:lnTo>
                <a:lnTo>
                  <a:pt x="828" y="180"/>
                </a:lnTo>
                <a:lnTo>
                  <a:pt x="827" y="180"/>
                </a:lnTo>
                <a:lnTo>
                  <a:pt x="827" y="181"/>
                </a:lnTo>
                <a:lnTo>
                  <a:pt x="828" y="181"/>
                </a:lnTo>
                <a:lnTo>
                  <a:pt x="828" y="182"/>
                </a:lnTo>
                <a:lnTo>
                  <a:pt x="829" y="182"/>
                </a:lnTo>
                <a:lnTo>
                  <a:pt x="829" y="183"/>
                </a:lnTo>
                <a:lnTo>
                  <a:pt x="830" y="184"/>
                </a:lnTo>
                <a:lnTo>
                  <a:pt x="830" y="185"/>
                </a:lnTo>
                <a:lnTo>
                  <a:pt x="830" y="186"/>
                </a:lnTo>
                <a:lnTo>
                  <a:pt x="831" y="187"/>
                </a:lnTo>
                <a:lnTo>
                  <a:pt x="831" y="188"/>
                </a:lnTo>
                <a:lnTo>
                  <a:pt x="831" y="189"/>
                </a:lnTo>
                <a:lnTo>
                  <a:pt x="832" y="189"/>
                </a:lnTo>
                <a:lnTo>
                  <a:pt x="833" y="190"/>
                </a:lnTo>
                <a:lnTo>
                  <a:pt x="834" y="190"/>
                </a:lnTo>
                <a:lnTo>
                  <a:pt x="835" y="191"/>
                </a:lnTo>
                <a:lnTo>
                  <a:pt x="836" y="192"/>
                </a:lnTo>
                <a:lnTo>
                  <a:pt x="836" y="193"/>
                </a:lnTo>
                <a:lnTo>
                  <a:pt x="836" y="194"/>
                </a:lnTo>
                <a:lnTo>
                  <a:pt x="836" y="195"/>
                </a:lnTo>
                <a:lnTo>
                  <a:pt x="836" y="196"/>
                </a:lnTo>
                <a:lnTo>
                  <a:pt x="835" y="196"/>
                </a:lnTo>
                <a:lnTo>
                  <a:pt x="835" y="197"/>
                </a:lnTo>
                <a:lnTo>
                  <a:pt x="835" y="198"/>
                </a:lnTo>
                <a:lnTo>
                  <a:pt x="835" y="199"/>
                </a:lnTo>
                <a:lnTo>
                  <a:pt x="836" y="199"/>
                </a:lnTo>
                <a:lnTo>
                  <a:pt x="836" y="200"/>
                </a:lnTo>
                <a:lnTo>
                  <a:pt x="836" y="201"/>
                </a:lnTo>
                <a:lnTo>
                  <a:pt x="837" y="201"/>
                </a:lnTo>
                <a:lnTo>
                  <a:pt x="837" y="202"/>
                </a:lnTo>
                <a:lnTo>
                  <a:pt x="838" y="203"/>
                </a:lnTo>
                <a:lnTo>
                  <a:pt x="838" y="204"/>
                </a:lnTo>
                <a:lnTo>
                  <a:pt x="839" y="204"/>
                </a:lnTo>
                <a:lnTo>
                  <a:pt x="840" y="204"/>
                </a:lnTo>
                <a:lnTo>
                  <a:pt x="842" y="203"/>
                </a:lnTo>
                <a:lnTo>
                  <a:pt x="843" y="202"/>
                </a:lnTo>
                <a:lnTo>
                  <a:pt x="844" y="202"/>
                </a:lnTo>
                <a:lnTo>
                  <a:pt x="845" y="201"/>
                </a:lnTo>
                <a:lnTo>
                  <a:pt x="846" y="202"/>
                </a:lnTo>
                <a:lnTo>
                  <a:pt x="846" y="203"/>
                </a:lnTo>
                <a:lnTo>
                  <a:pt x="847" y="203"/>
                </a:lnTo>
                <a:lnTo>
                  <a:pt x="848" y="203"/>
                </a:lnTo>
                <a:lnTo>
                  <a:pt x="850" y="203"/>
                </a:lnTo>
                <a:lnTo>
                  <a:pt x="851" y="204"/>
                </a:lnTo>
                <a:lnTo>
                  <a:pt x="852" y="204"/>
                </a:lnTo>
                <a:lnTo>
                  <a:pt x="852" y="203"/>
                </a:lnTo>
                <a:lnTo>
                  <a:pt x="853" y="203"/>
                </a:lnTo>
                <a:lnTo>
                  <a:pt x="854" y="204"/>
                </a:lnTo>
                <a:lnTo>
                  <a:pt x="855" y="204"/>
                </a:lnTo>
                <a:lnTo>
                  <a:pt x="856" y="204"/>
                </a:lnTo>
                <a:lnTo>
                  <a:pt x="856" y="203"/>
                </a:lnTo>
                <a:lnTo>
                  <a:pt x="857" y="203"/>
                </a:lnTo>
                <a:lnTo>
                  <a:pt x="857" y="202"/>
                </a:lnTo>
                <a:lnTo>
                  <a:pt x="858" y="202"/>
                </a:lnTo>
                <a:lnTo>
                  <a:pt x="858" y="203"/>
                </a:lnTo>
                <a:lnTo>
                  <a:pt x="859" y="203"/>
                </a:lnTo>
                <a:lnTo>
                  <a:pt x="859" y="207"/>
                </a:lnTo>
                <a:lnTo>
                  <a:pt x="860" y="207"/>
                </a:lnTo>
                <a:lnTo>
                  <a:pt x="861" y="207"/>
                </a:lnTo>
                <a:lnTo>
                  <a:pt x="861" y="206"/>
                </a:lnTo>
                <a:lnTo>
                  <a:pt x="862" y="206"/>
                </a:lnTo>
                <a:lnTo>
                  <a:pt x="862" y="207"/>
                </a:lnTo>
                <a:lnTo>
                  <a:pt x="863" y="207"/>
                </a:lnTo>
                <a:lnTo>
                  <a:pt x="863" y="206"/>
                </a:lnTo>
                <a:lnTo>
                  <a:pt x="864" y="207"/>
                </a:lnTo>
                <a:lnTo>
                  <a:pt x="864" y="208"/>
                </a:lnTo>
                <a:lnTo>
                  <a:pt x="865" y="208"/>
                </a:lnTo>
                <a:lnTo>
                  <a:pt x="867" y="207"/>
                </a:lnTo>
                <a:lnTo>
                  <a:pt x="867" y="208"/>
                </a:lnTo>
                <a:lnTo>
                  <a:pt x="868" y="208"/>
                </a:lnTo>
                <a:lnTo>
                  <a:pt x="869" y="208"/>
                </a:lnTo>
                <a:lnTo>
                  <a:pt x="870" y="208"/>
                </a:lnTo>
                <a:lnTo>
                  <a:pt x="870" y="209"/>
                </a:lnTo>
                <a:lnTo>
                  <a:pt x="871" y="209"/>
                </a:lnTo>
                <a:lnTo>
                  <a:pt x="872" y="210"/>
                </a:lnTo>
                <a:lnTo>
                  <a:pt x="873" y="210"/>
                </a:lnTo>
                <a:lnTo>
                  <a:pt x="874" y="210"/>
                </a:lnTo>
                <a:lnTo>
                  <a:pt x="874" y="211"/>
                </a:lnTo>
                <a:lnTo>
                  <a:pt x="875" y="211"/>
                </a:lnTo>
                <a:lnTo>
                  <a:pt x="876" y="210"/>
                </a:lnTo>
                <a:lnTo>
                  <a:pt x="876" y="211"/>
                </a:lnTo>
                <a:lnTo>
                  <a:pt x="877" y="212"/>
                </a:lnTo>
                <a:lnTo>
                  <a:pt x="878" y="212"/>
                </a:lnTo>
                <a:lnTo>
                  <a:pt x="878" y="213"/>
                </a:lnTo>
                <a:lnTo>
                  <a:pt x="879" y="213"/>
                </a:lnTo>
                <a:lnTo>
                  <a:pt x="880" y="213"/>
                </a:lnTo>
                <a:lnTo>
                  <a:pt x="880" y="214"/>
                </a:lnTo>
                <a:lnTo>
                  <a:pt x="881" y="215"/>
                </a:lnTo>
                <a:lnTo>
                  <a:pt x="882" y="216"/>
                </a:lnTo>
                <a:lnTo>
                  <a:pt x="883" y="217"/>
                </a:lnTo>
                <a:lnTo>
                  <a:pt x="883" y="218"/>
                </a:lnTo>
                <a:lnTo>
                  <a:pt x="884" y="219"/>
                </a:lnTo>
                <a:lnTo>
                  <a:pt x="885" y="219"/>
                </a:lnTo>
                <a:lnTo>
                  <a:pt x="885" y="220"/>
                </a:lnTo>
                <a:lnTo>
                  <a:pt x="887" y="220"/>
                </a:lnTo>
                <a:lnTo>
                  <a:pt x="888" y="220"/>
                </a:lnTo>
                <a:lnTo>
                  <a:pt x="889" y="219"/>
                </a:lnTo>
                <a:lnTo>
                  <a:pt x="890" y="219"/>
                </a:lnTo>
                <a:lnTo>
                  <a:pt x="890" y="218"/>
                </a:lnTo>
                <a:lnTo>
                  <a:pt x="890" y="217"/>
                </a:lnTo>
                <a:lnTo>
                  <a:pt x="891" y="215"/>
                </a:lnTo>
                <a:lnTo>
                  <a:pt x="891" y="214"/>
                </a:lnTo>
                <a:lnTo>
                  <a:pt x="891" y="213"/>
                </a:lnTo>
                <a:lnTo>
                  <a:pt x="892" y="213"/>
                </a:lnTo>
                <a:lnTo>
                  <a:pt x="893" y="212"/>
                </a:lnTo>
                <a:lnTo>
                  <a:pt x="893" y="211"/>
                </a:lnTo>
                <a:lnTo>
                  <a:pt x="894" y="211"/>
                </a:lnTo>
                <a:lnTo>
                  <a:pt x="895" y="210"/>
                </a:lnTo>
                <a:lnTo>
                  <a:pt x="895" y="209"/>
                </a:lnTo>
                <a:lnTo>
                  <a:pt x="895" y="208"/>
                </a:lnTo>
                <a:lnTo>
                  <a:pt x="896" y="208"/>
                </a:lnTo>
                <a:lnTo>
                  <a:pt x="897" y="207"/>
                </a:lnTo>
                <a:lnTo>
                  <a:pt x="898" y="207"/>
                </a:lnTo>
                <a:lnTo>
                  <a:pt x="899" y="208"/>
                </a:lnTo>
                <a:lnTo>
                  <a:pt x="900" y="208"/>
                </a:lnTo>
                <a:lnTo>
                  <a:pt x="900" y="209"/>
                </a:lnTo>
                <a:lnTo>
                  <a:pt x="901" y="209"/>
                </a:lnTo>
                <a:lnTo>
                  <a:pt x="902" y="209"/>
                </a:lnTo>
                <a:lnTo>
                  <a:pt x="903" y="210"/>
                </a:lnTo>
                <a:lnTo>
                  <a:pt x="904" y="211"/>
                </a:lnTo>
                <a:lnTo>
                  <a:pt x="905" y="212"/>
                </a:lnTo>
                <a:lnTo>
                  <a:pt x="906" y="212"/>
                </a:lnTo>
                <a:lnTo>
                  <a:pt x="907" y="213"/>
                </a:lnTo>
                <a:lnTo>
                  <a:pt x="907" y="212"/>
                </a:lnTo>
                <a:lnTo>
                  <a:pt x="908" y="212"/>
                </a:lnTo>
                <a:lnTo>
                  <a:pt x="908" y="213"/>
                </a:lnTo>
                <a:lnTo>
                  <a:pt x="909" y="213"/>
                </a:lnTo>
                <a:lnTo>
                  <a:pt x="909" y="214"/>
                </a:lnTo>
                <a:lnTo>
                  <a:pt x="910" y="215"/>
                </a:lnTo>
                <a:lnTo>
                  <a:pt x="911" y="215"/>
                </a:lnTo>
                <a:lnTo>
                  <a:pt x="912" y="214"/>
                </a:lnTo>
                <a:lnTo>
                  <a:pt x="913" y="213"/>
                </a:lnTo>
                <a:lnTo>
                  <a:pt x="913" y="212"/>
                </a:lnTo>
                <a:lnTo>
                  <a:pt x="913" y="211"/>
                </a:lnTo>
                <a:lnTo>
                  <a:pt x="914" y="211"/>
                </a:lnTo>
                <a:lnTo>
                  <a:pt x="914" y="212"/>
                </a:lnTo>
                <a:lnTo>
                  <a:pt x="915" y="212"/>
                </a:lnTo>
                <a:lnTo>
                  <a:pt x="916" y="211"/>
                </a:lnTo>
                <a:lnTo>
                  <a:pt x="916" y="210"/>
                </a:lnTo>
                <a:lnTo>
                  <a:pt x="915" y="210"/>
                </a:lnTo>
                <a:lnTo>
                  <a:pt x="916" y="210"/>
                </a:lnTo>
                <a:lnTo>
                  <a:pt x="917" y="209"/>
                </a:lnTo>
                <a:lnTo>
                  <a:pt x="918" y="209"/>
                </a:lnTo>
                <a:lnTo>
                  <a:pt x="918" y="208"/>
                </a:lnTo>
                <a:lnTo>
                  <a:pt x="918" y="207"/>
                </a:lnTo>
                <a:lnTo>
                  <a:pt x="918" y="206"/>
                </a:lnTo>
                <a:lnTo>
                  <a:pt x="919" y="206"/>
                </a:lnTo>
                <a:lnTo>
                  <a:pt x="920" y="206"/>
                </a:lnTo>
                <a:lnTo>
                  <a:pt x="921" y="206"/>
                </a:lnTo>
                <a:lnTo>
                  <a:pt x="922" y="206"/>
                </a:lnTo>
                <a:lnTo>
                  <a:pt x="923" y="206"/>
                </a:lnTo>
                <a:lnTo>
                  <a:pt x="923" y="205"/>
                </a:lnTo>
                <a:lnTo>
                  <a:pt x="922" y="205"/>
                </a:lnTo>
                <a:lnTo>
                  <a:pt x="923" y="204"/>
                </a:lnTo>
                <a:lnTo>
                  <a:pt x="924" y="204"/>
                </a:lnTo>
                <a:lnTo>
                  <a:pt x="924" y="203"/>
                </a:lnTo>
                <a:lnTo>
                  <a:pt x="923" y="203"/>
                </a:lnTo>
                <a:lnTo>
                  <a:pt x="922" y="203"/>
                </a:lnTo>
                <a:lnTo>
                  <a:pt x="922" y="202"/>
                </a:lnTo>
                <a:lnTo>
                  <a:pt x="923" y="201"/>
                </a:lnTo>
                <a:lnTo>
                  <a:pt x="924" y="201"/>
                </a:lnTo>
                <a:lnTo>
                  <a:pt x="924" y="202"/>
                </a:lnTo>
                <a:lnTo>
                  <a:pt x="925" y="203"/>
                </a:lnTo>
                <a:lnTo>
                  <a:pt x="925" y="204"/>
                </a:lnTo>
                <a:lnTo>
                  <a:pt x="925" y="205"/>
                </a:lnTo>
                <a:lnTo>
                  <a:pt x="925" y="206"/>
                </a:lnTo>
                <a:lnTo>
                  <a:pt x="924" y="207"/>
                </a:lnTo>
                <a:lnTo>
                  <a:pt x="924" y="209"/>
                </a:lnTo>
                <a:lnTo>
                  <a:pt x="925" y="210"/>
                </a:lnTo>
                <a:lnTo>
                  <a:pt x="925" y="211"/>
                </a:lnTo>
                <a:lnTo>
                  <a:pt x="926" y="212"/>
                </a:lnTo>
                <a:lnTo>
                  <a:pt x="927" y="213"/>
                </a:lnTo>
                <a:lnTo>
                  <a:pt x="927" y="214"/>
                </a:lnTo>
                <a:lnTo>
                  <a:pt x="927" y="215"/>
                </a:lnTo>
                <a:lnTo>
                  <a:pt x="926" y="216"/>
                </a:lnTo>
                <a:lnTo>
                  <a:pt x="925" y="216"/>
                </a:lnTo>
                <a:lnTo>
                  <a:pt x="925" y="217"/>
                </a:lnTo>
                <a:lnTo>
                  <a:pt x="925" y="218"/>
                </a:lnTo>
                <a:lnTo>
                  <a:pt x="924" y="219"/>
                </a:lnTo>
                <a:lnTo>
                  <a:pt x="925" y="222"/>
                </a:lnTo>
                <a:lnTo>
                  <a:pt x="925" y="223"/>
                </a:lnTo>
                <a:lnTo>
                  <a:pt x="925" y="224"/>
                </a:lnTo>
                <a:lnTo>
                  <a:pt x="926" y="225"/>
                </a:lnTo>
                <a:lnTo>
                  <a:pt x="926" y="227"/>
                </a:lnTo>
                <a:lnTo>
                  <a:pt x="926" y="228"/>
                </a:lnTo>
                <a:lnTo>
                  <a:pt x="926" y="229"/>
                </a:lnTo>
                <a:lnTo>
                  <a:pt x="926" y="231"/>
                </a:lnTo>
                <a:lnTo>
                  <a:pt x="926" y="232"/>
                </a:lnTo>
                <a:lnTo>
                  <a:pt x="926" y="233"/>
                </a:lnTo>
                <a:lnTo>
                  <a:pt x="925" y="235"/>
                </a:lnTo>
                <a:lnTo>
                  <a:pt x="923" y="237"/>
                </a:lnTo>
                <a:lnTo>
                  <a:pt x="923" y="238"/>
                </a:lnTo>
                <a:lnTo>
                  <a:pt x="923" y="239"/>
                </a:lnTo>
                <a:lnTo>
                  <a:pt x="923" y="240"/>
                </a:lnTo>
                <a:lnTo>
                  <a:pt x="924" y="241"/>
                </a:lnTo>
                <a:lnTo>
                  <a:pt x="925" y="242"/>
                </a:lnTo>
                <a:lnTo>
                  <a:pt x="926" y="242"/>
                </a:lnTo>
                <a:lnTo>
                  <a:pt x="926" y="243"/>
                </a:lnTo>
                <a:lnTo>
                  <a:pt x="926" y="245"/>
                </a:lnTo>
                <a:lnTo>
                  <a:pt x="926" y="246"/>
                </a:lnTo>
                <a:lnTo>
                  <a:pt x="927" y="246"/>
                </a:lnTo>
                <a:lnTo>
                  <a:pt x="927" y="247"/>
                </a:lnTo>
                <a:lnTo>
                  <a:pt x="927" y="249"/>
                </a:lnTo>
                <a:lnTo>
                  <a:pt x="927" y="250"/>
                </a:lnTo>
                <a:lnTo>
                  <a:pt x="925" y="254"/>
                </a:lnTo>
                <a:lnTo>
                  <a:pt x="924" y="255"/>
                </a:lnTo>
                <a:lnTo>
                  <a:pt x="924" y="256"/>
                </a:lnTo>
                <a:lnTo>
                  <a:pt x="925" y="258"/>
                </a:lnTo>
                <a:lnTo>
                  <a:pt x="925" y="259"/>
                </a:lnTo>
                <a:lnTo>
                  <a:pt x="924" y="259"/>
                </a:lnTo>
                <a:lnTo>
                  <a:pt x="923" y="259"/>
                </a:lnTo>
                <a:lnTo>
                  <a:pt x="922" y="260"/>
                </a:lnTo>
                <a:lnTo>
                  <a:pt x="921" y="261"/>
                </a:lnTo>
                <a:lnTo>
                  <a:pt x="921" y="262"/>
                </a:lnTo>
                <a:lnTo>
                  <a:pt x="922" y="262"/>
                </a:lnTo>
                <a:lnTo>
                  <a:pt x="921" y="263"/>
                </a:lnTo>
                <a:lnTo>
                  <a:pt x="921" y="264"/>
                </a:lnTo>
                <a:lnTo>
                  <a:pt x="920" y="265"/>
                </a:lnTo>
                <a:lnTo>
                  <a:pt x="920" y="266"/>
                </a:lnTo>
                <a:lnTo>
                  <a:pt x="920" y="267"/>
                </a:lnTo>
                <a:lnTo>
                  <a:pt x="921" y="267"/>
                </a:lnTo>
                <a:lnTo>
                  <a:pt x="922" y="268"/>
                </a:lnTo>
                <a:lnTo>
                  <a:pt x="923" y="270"/>
                </a:lnTo>
                <a:lnTo>
                  <a:pt x="924" y="271"/>
                </a:lnTo>
                <a:lnTo>
                  <a:pt x="924" y="272"/>
                </a:lnTo>
                <a:lnTo>
                  <a:pt x="925" y="273"/>
                </a:lnTo>
                <a:lnTo>
                  <a:pt x="926" y="273"/>
                </a:lnTo>
                <a:lnTo>
                  <a:pt x="927" y="272"/>
                </a:lnTo>
                <a:lnTo>
                  <a:pt x="927" y="273"/>
                </a:lnTo>
                <a:lnTo>
                  <a:pt x="928" y="273"/>
                </a:lnTo>
                <a:lnTo>
                  <a:pt x="927" y="274"/>
                </a:lnTo>
                <a:lnTo>
                  <a:pt x="927" y="275"/>
                </a:lnTo>
                <a:lnTo>
                  <a:pt x="928" y="276"/>
                </a:lnTo>
                <a:lnTo>
                  <a:pt x="926" y="277"/>
                </a:lnTo>
                <a:lnTo>
                  <a:pt x="926" y="279"/>
                </a:lnTo>
                <a:lnTo>
                  <a:pt x="925" y="280"/>
                </a:lnTo>
                <a:lnTo>
                  <a:pt x="924" y="280"/>
                </a:lnTo>
                <a:lnTo>
                  <a:pt x="923" y="280"/>
                </a:lnTo>
                <a:lnTo>
                  <a:pt x="922" y="280"/>
                </a:lnTo>
                <a:lnTo>
                  <a:pt x="921" y="280"/>
                </a:lnTo>
                <a:lnTo>
                  <a:pt x="919" y="280"/>
                </a:lnTo>
                <a:lnTo>
                  <a:pt x="918" y="280"/>
                </a:lnTo>
                <a:lnTo>
                  <a:pt x="917" y="281"/>
                </a:lnTo>
                <a:lnTo>
                  <a:pt x="917" y="282"/>
                </a:lnTo>
                <a:lnTo>
                  <a:pt x="917" y="283"/>
                </a:lnTo>
                <a:lnTo>
                  <a:pt x="921" y="287"/>
                </a:lnTo>
                <a:lnTo>
                  <a:pt x="921" y="288"/>
                </a:lnTo>
                <a:lnTo>
                  <a:pt x="920" y="288"/>
                </a:lnTo>
                <a:lnTo>
                  <a:pt x="918" y="289"/>
                </a:lnTo>
                <a:lnTo>
                  <a:pt x="916" y="290"/>
                </a:lnTo>
                <a:lnTo>
                  <a:pt x="915" y="290"/>
                </a:lnTo>
                <a:lnTo>
                  <a:pt x="914" y="290"/>
                </a:lnTo>
                <a:lnTo>
                  <a:pt x="913" y="289"/>
                </a:lnTo>
                <a:lnTo>
                  <a:pt x="912" y="289"/>
                </a:lnTo>
                <a:lnTo>
                  <a:pt x="911" y="289"/>
                </a:lnTo>
                <a:lnTo>
                  <a:pt x="910" y="289"/>
                </a:lnTo>
                <a:lnTo>
                  <a:pt x="909" y="291"/>
                </a:lnTo>
                <a:lnTo>
                  <a:pt x="908" y="292"/>
                </a:lnTo>
                <a:lnTo>
                  <a:pt x="908" y="293"/>
                </a:lnTo>
                <a:lnTo>
                  <a:pt x="907" y="292"/>
                </a:lnTo>
                <a:lnTo>
                  <a:pt x="906" y="292"/>
                </a:lnTo>
                <a:lnTo>
                  <a:pt x="905" y="292"/>
                </a:lnTo>
                <a:lnTo>
                  <a:pt x="904" y="292"/>
                </a:lnTo>
                <a:lnTo>
                  <a:pt x="904" y="291"/>
                </a:lnTo>
                <a:lnTo>
                  <a:pt x="902" y="291"/>
                </a:lnTo>
                <a:lnTo>
                  <a:pt x="902" y="290"/>
                </a:lnTo>
                <a:lnTo>
                  <a:pt x="901" y="291"/>
                </a:lnTo>
                <a:lnTo>
                  <a:pt x="899" y="292"/>
                </a:lnTo>
                <a:lnTo>
                  <a:pt x="898" y="293"/>
                </a:lnTo>
                <a:lnTo>
                  <a:pt x="898" y="295"/>
                </a:lnTo>
                <a:lnTo>
                  <a:pt x="898" y="297"/>
                </a:lnTo>
                <a:lnTo>
                  <a:pt x="898" y="298"/>
                </a:lnTo>
                <a:lnTo>
                  <a:pt x="897" y="298"/>
                </a:lnTo>
                <a:lnTo>
                  <a:pt x="896" y="298"/>
                </a:lnTo>
                <a:lnTo>
                  <a:pt x="895" y="298"/>
                </a:lnTo>
                <a:lnTo>
                  <a:pt x="894" y="299"/>
                </a:lnTo>
                <a:lnTo>
                  <a:pt x="893" y="300"/>
                </a:lnTo>
                <a:lnTo>
                  <a:pt x="893" y="299"/>
                </a:lnTo>
                <a:lnTo>
                  <a:pt x="892" y="298"/>
                </a:lnTo>
                <a:lnTo>
                  <a:pt x="891" y="298"/>
                </a:lnTo>
                <a:lnTo>
                  <a:pt x="890" y="298"/>
                </a:lnTo>
                <a:lnTo>
                  <a:pt x="889" y="298"/>
                </a:lnTo>
                <a:lnTo>
                  <a:pt x="887" y="300"/>
                </a:lnTo>
                <a:lnTo>
                  <a:pt x="885" y="302"/>
                </a:lnTo>
                <a:lnTo>
                  <a:pt x="884" y="303"/>
                </a:lnTo>
                <a:lnTo>
                  <a:pt x="883" y="305"/>
                </a:lnTo>
                <a:lnTo>
                  <a:pt x="882" y="305"/>
                </a:lnTo>
                <a:lnTo>
                  <a:pt x="881" y="305"/>
                </a:lnTo>
                <a:lnTo>
                  <a:pt x="880" y="305"/>
                </a:lnTo>
                <a:lnTo>
                  <a:pt x="879" y="305"/>
                </a:lnTo>
                <a:lnTo>
                  <a:pt x="879" y="306"/>
                </a:lnTo>
                <a:lnTo>
                  <a:pt x="879" y="308"/>
                </a:lnTo>
                <a:lnTo>
                  <a:pt x="878" y="309"/>
                </a:lnTo>
                <a:lnTo>
                  <a:pt x="877" y="310"/>
                </a:lnTo>
                <a:lnTo>
                  <a:pt x="877" y="311"/>
                </a:lnTo>
                <a:lnTo>
                  <a:pt x="875" y="312"/>
                </a:lnTo>
                <a:lnTo>
                  <a:pt x="873" y="313"/>
                </a:lnTo>
                <a:lnTo>
                  <a:pt x="872" y="314"/>
                </a:lnTo>
                <a:lnTo>
                  <a:pt x="871" y="316"/>
                </a:lnTo>
                <a:lnTo>
                  <a:pt x="870" y="317"/>
                </a:lnTo>
                <a:lnTo>
                  <a:pt x="870" y="319"/>
                </a:lnTo>
                <a:lnTo>
                  <a:pt x="869" y="320"/>
                </a:lnTo>
                <a:lnTo>
                  <a:pt x="868" y="320"/>
                </a:lnTo>
                <a:lnTo>
                  <a:pt x="868" y="321"/>
                </a:lnTo>
                <a:lnTo>
                  <a:pt x="870" y="322"/>
                </a:lnTo>
                <a:lnTo>
                  <a:pt x="871" y="322"/>
                </a:lnTo>
                <a:lnTo>
                  <a:pt x="872" y="322"/>
                </a:lnTo>
                <a:lnTo>
                  <a:pt x="873" y="323"/>
                </a:lnTo>
                <a:lnTo>
                  <a:pt x="874" y="324"/>
                </a:lnTo>
                <a:lnTo>
                  <a:pt x="875" y="324"/>
                </a:lnTo>
                <a:lnTo>
                  <a:pt x="876" y="323"/>
                </a:lnTo>
                <a:lnTo>
                  <a:pt x="877" y="323"/>
                </a:lnTo>
                <a:lnTo>
                  <a:pt x="879" y="321"/>
                </a:lnTo>
                <a:lnTo>
                  <a:pt x="880" y="321"/>
                </a:lnTo>
                <a:lnTo>
                  <a:pt x="883" y="321"/>
                </a:lnTo>
                <a:lnTo>
                  <a:pt x="884" y="321"/>
                </a:lnTo>
                <a:lnTo>
                  <a:pt x="885" y="322"/>
                </a:lnTo>
                <a:lnTo>
                  <a:pt x="886" y="323"/>
                </a:lnTo>
                <a:lnTo>
                  <a:pt x="887" y="323"/>
                </a:lnTo>
                <a:lnTo>
                  <a:pt x="888" y="324"/>
                </a:lnTo>
                <a:lnTo>
                  <a:pt x="889" y="326"/>
                </a:lnTo>
                <a:lnTo>
                  <a:pt x="890" y="327"/>
                </a:lnTo>
                <a:lnTo>
                  <a:pt x="891" y="328"/>
                </a:lnTo>
                <a:lnTo>
                  <a:pt x="893" y="331"/>
                </a:lnTo>
                <a:lnTo>
                  <a:pt x="893" y="332"/>
                </a:lnTo>
                <a:lnTo>
                  <a:pt x="893" y="333"/>
                </a:lnTo>
                <a:lnTo>
                  <a:pt x="893" y="337"/>
                </a:lnTo>
                <a:lnTo>
                  <a:pt x="893" y="338"/>
                </a:lnTo>
                <a:lnTo>
                  <a:pt x="891" y="337"/>
                </a:lnTo>
                <a:lnTo>
                  <a:pt x="890" y="337"/>
                </a:lnTo>
                <a:lnTo>
                  <a:pt x="889" y="337"/>
                </a:lnTo>
                <a:lnTo>
                  <a:pt x="889" y="338"/>
                </a:lnTo>
                <a:lnTo>
                  <a:pt x="890" y="339"/>
                </a:lnTo>
                <a:lnTo>
                  <a:pt x="890" y="341"/>
                </a:lnTo>
                <a:lnTo>
                  <a:pt x="891" y="344"/>
                </a:lnTo>
                <a:lnTo>
                  <a:pt x="894" y="345"/>
                </a:lnTo>
                <a:lnTo>
                  <a:pt x="895" y="351"/>
                </a:lnTo>
                <a:lnTo>
                  <a:pt x="897" y="351"/>
                </a:lnTo>
                <a:lnTo>
                  <a:pt x="897" y="352"/>
                </a:lnTo>
                <a:lnTo>
                  <a:pt x="899" y="352"/>
                </a:lnTo>
                <a:lnTo>
                  <a:pt x="900" y="352"/>
                </a:lnTo>
                <a:lnTo>
                  <a:pt x="900" y="353"/>
                </a:lnTo>
                <a:lnTo>
                  <a:pt x="899" y="352"/>
                </a:lnTo>
                <a:lnTo>
                  <a:pt x="899" y="353"/>
                </a:lnTo>
                <a:lnTo>
                  <a:pt x="899" y="352"/>
                </a:lnTo>
                <a:lnTo>
                  <a:pt x="898" y="352"/>
                </a:lnTo>
                <a:lnTo>
                  <a:pt x="897" y="352"/>
                </a:lnTo>
                <a:lnTo>
                  <a:pt x="896" y="352"/>
                </a:lnTo>
                <a:lnTo>
                  <a:pt x="895" y="352"/>
                </a:lnTo>
                <a:lnTo>
                  <a:pt x="895" y="353"/>
                </a:lnTo>
                <a:lnTo>
                  <a:pt x="894" y="353"/>
                </a:lnTo>
                <a:lnTo>
                  <a:pt x="893" y="353"/>
                </a:lnTo>
                <a:lnTo>
                  <a:pt x="893" y="352"/>
                </a:lnTo>
                <a:lnTo>
                  <a:pt x="892" y="350"/>
                </a:lnTo>
                <a:lnTo>
                  <a:pt x="892" y="348"/>
                </a:lnTo>
                <a:lnTo>
                  <a:pt x="893" y="348"/>
                </a:lnTo>
                <a:lnTo>
                  <a:pt x="893" y="347"/>
                </a:lnTo>
                <a:lnTo>
                  <a:pt x="893" y="346"/>
                </a:lnTo>
                <a:lnTo>
                  <a:pt x="892" y="346"/>
                </a:lnTo>
                <a:lnTo>
                  <a:pt x="891" y="346"/>
                </a:lnTo>
                <a:lnTo>
                  <a:pt x="890" y="346"/>
                </a:lnTo>
                <a:lnTo>
                  <a:pt x="889" y="345"/>
                </a:lnTo>
                <a:lnTo>
                  <a:pt x="889" y="343"/>
                </a:lnTo>
                <a:lnTo>
                  <a:pt x="889" y="342"/>
                </a:lnTo>
                <a:lnTo>
                  <a:pt x="888" y="342"/>
                </a:lnTo>
                <a:lnTo>
                  <a:pt x="887" y="341"/>
                </a:lnTo>
                <a:lnTo>
                  <a:pt x="886" y="340"/>
                </a:lnTo>
                <a:lnTo>
                  <a:pt x="885" y="340"/>
                </a:lnTo>
                <a:lnTo>
                  <a:pt x="885" y="338"/>
                </a:lnTo>
                <a:lnTo>
                  <a:pt x="885" y="337"/>
                </a:lnTo>
                <a:lnTo>
                  <a:pt x="884" y="336"/>
                </a:lnTo>
                <a:lnTo>
                  <a:pt x="883" y="336"/>
                </a:lnTo>
                <a:lnTo>
                  <a:pt x="883" y="335"/>
                </a:lnTo>
                <a:lnTo>
                  <a:pt x="883" y="334"/>
                </a:lnTo>
                <a:lnTo>
                  <a:pt x="883" y="332"/>
                </a:lnTo>
                <a:lnTo>
                  <a:pt x="883" y="331"/>
                </a:lnTo>
                <a:lnTo>
                  <a:pt x="882" y="331"/>
                </a:lnTo>
                <a:lnTo>
                  <a:pt x="881" y="331"/>
                </a:lnTo>
                <a:lnTo>
                  <a:pt x="880" y="331"/>
                </a:lnTo>
                <a:lnTo>
                  <a:pt x="879" y="331"/>
                </a:lnTo>
                <a:lnTo>
                  <a:pt x="878" y="332"/>
                </a:lnTo>
                <a:lnTo>
                  <a:pt x="878" y="333"/>
                </a:lnTo>
                <a:lnTo>
                  <a:pt x="877" y="334"/>
                </a:lnTo>
                <a:lnTo>
                  <a:pt x="878" y="335"/>
                </a:lnTo>
                <a:lnTo>
                  <a:pt x="878" y="336"/>
                </a:lnTo>
                <a:lnTo>
                  <a:pt x="879" y="336"/>
                </a:lnTo>
                <a:lnTo>
                  <a:pt x="879" y="337"/>
                </a:lnTo>
                <a:lnTo>
                  <a:pt x="879" y="338"/>
                </a:lnTo>
                <a:lnTo>
                  <a:pt x="880" y="338"/>
                </a:lnTo>
                <a:lnTo>
                  <a:pt x="880" y="339"/>
                </a:lnTo>
                <a:lnTo>
                  <a:pt x="880" y="340"/>
                </a:lnTo>
                <a:lnTo>
                  <a:pt x="879" y="341"/>
                </a:lnTo>
                <a:lnTo>
                  <a:pt x="878" y="341"/>
                </a:lnTo>
                <a:lnTo>
                  <a:pt x="877" y="341"/>
                </a:lnTo>
                <a:lnTo>
                  <a:pt x="876" y="341"/>
                </a:lnTo>
                <a:lnTo>
                  <a:pt x="876" y="340"/>
                </a:lnTo>
                <a:lnTo>
                  <a:pt x="875" y="340"/>
                </a:lnTo>
                <a:lnTo>
                  <a:pt x="875" y="339"/>
                </a:lnTo>
                <a:lnTo>
                  <a:pt x="875" y="338"/>
                </a:lnTo>
                <a:lnTo>
                  <a:pt x="875" y="337"/>
                </a:lnTo>
                <a:lnTo>
                  <a:pt x="875" y="336"/>
                </a:lnTo>
                <a:lnTo>
                  <a:pt x="876" y="335"/>
                </a:lnTo>
                <a:lnTo>
                  <a:pt x="875" y="335"/>
                </a:lnTo>
                <a:lnTo>
                  <a:pt x="875" y="334"/>
                </a:lnTo>
                <a:lnTo>
                  <a:pt x="874" y="334"/>
                </a:lnTo>
                <a:lnTo>
                  <a:pt x="874" y="333"/>
                </a:lnTo>
                <a:lnTo>
                  <a:pt x="873" y="334"/>
                </a:lnTo>
                <a:lnTo>
                  <a:pt x="872" y="334"/>
                </a:lnTo>
                <a:lnTo>
                  <a:pt x="872" y="335"/>
                </a:lnTo>
                <a:lnTo>
                  <a:pt x="872" y="336"/>
                </a:lnTo>
                <a:lnTo>
                  <a:pt x="870" y="336"/>
                </a:lnTo>
                <a:lnTo>
                  <a:pt x="870" y="335"/>
                </a:lnTo>
                <a:lnTo>
                  <a:pt x="869" y="334"/>
                </a:lnTo>
                <a:lnTo>
                  <a:pt x="868" y="334"/>
                </a:lnTo>
                <a:lnTo>
                  <a:pt x="868" y="333"/>
                </a:lnTo>
                <a:lnTo>
                  <a:pt x="867" y="333"/>
                </a:lnTo>
                <a:lnTo>
                  <a:pt x="867" y="332"/>
                </a:lnTo>
                <a:lnTo>
                  <a:pt x="866" y="332"/>
                </a:lnTo>
                <a:lnTo>
                  <a:pt x="865" y="332"/>
                </a:lnTo>
                <a:lnTo>
                  <a:pt x="864" y="332"/>
                </a:lnTo>
                <a:lnTo>
                  <a:pt x="863" y="331"/>
                </a:lnTo>
                <a:lnTo>
                  <a:pt x="862" y="330"/>
                </a:lnTo>
                <a:lnTo>
                  <a:pt x="861" y="329"/>
                </a:lnTo>
                <a:lnTo>
                  <a:pt x="861" y="328"/>
                </a:lnTo>
                <a:lnTo>
                  <a:pt x="860" y="328"/>
                </a:lnTo>
                <a:lnTo>
                  <a:pt x="860" y="327"/>
                </a:lnTo>
                <a:lnTo>
                  <a:pt x="859" y="327"/>
                </a:lnTo>
                <a:lnTo>
                  <a:pt x="859" y="326"/>
                </a:lnTo>
                <a:lnTo>
                  <a:pt x="858" y="326"/>
                </a:lnTo>
                <a:lnTo>
                  <a:pt x="857" y="326"/>
                </a:lnTo>
                <a:lnTo>
                  <a:pt x="856" y="326"/>
                </a:lnTo>
                <a:lnTo>
                  <a:pt x="855" y="326"/>
                </a:lnTo>
                <a:lnTo>
                  <a:pt x="855" y="325"/>
                </a:lnTo>
                <a:lnTo>
                  <a:pt x="855" y="324"/>
                </a:lnTo>
                <a:lnTo>
                  <a:pt x="854" y="324"/>
                </a:lnTo>
                <a:lnTo>
                  <a:pt x="853" y="323"/>
                </a:lnTo>
                <a:lnTo>
                  <a:pt x="853" y="322"/>
                </a:lnTo>
                <a:lnTo>
                  <a:pt x="853" y="321"/>
                </a:lnTo>
                <a:lnTo>
                  <a:pt x="853" y="319"/>
                </a:lnTo>
                <a:lnTo>
                  <a:pt x="853" y="318"/>
                </a:lnTo>
                <a:lnTo>
                  <a:pt x="852" y="318"/>
                </a:lnTo>
                <a:lnTo>
                  <a:pt x="852" y="317"/>
                </a:lnTo>
                <a:lnTo>
                  <a:pt x="852" y="316"/>
                </a:lnTo>
                <a:lnTo>
                  <a:pt x="853" y="316"/>
                </a:lnTo>
                <a:lnTo>
                  <a:pt x="853" y="315"/>
                </a:lnTo>
                <a:lnTo>
                  <a:pt x="852" y="315"/>
                </a:lnTo>
                <a:lnTo>
                  <a:pt x="851" y="315"/>
                </a:lnTo>
                <a:lnTo>
                  <a:pt x="851" y="314"/>
                </a:lnTo>
                <a:lnTo>
                  <a:pt x="851" y="313"/>
                </a:lnTo>
                <a:lnTo>
                  <a:pt x="851" y="312"/>
                </a:lnTo>
                <a:lnTo>
                  <a:pt x="851" y="311"/>
                </a:lnTo>
                <a:lnTo>
                  <a:pt x="851" y="310"/>
                </a:lnTo>
                <a:lnTo>
                  <a:pt x="851" y="309"/>
                </a:lnTo>
                <a:lnTo>
                  <a:pt x="851" y="308"/>
                </a:lnTo>
                <a:lnTo>
                  <a:pt x="850" y="308"/>
                </a:lnTo>
                <a:lnTo>
                  <a:pt x="850" y="307"/>
                </a:lnTo>
                <a:lnTo>
                  <a:pt x="851" y="306"/>
                </a:lnTo>
                <a:lnTo>
                  <a:pt x="851" y="305"/>
                </a:lnTo>
                <a:lnTo>
                  <a:pt x="851" y="303"/>
                </a:lnTo>
                <a:lnTo>
                  <a:pt x="851" y="302"/>
                </a:lnTo>
                <a:lnTo>
                  <a:pt x="851" y="303"/>
                </a:lnTo>
                <a:lnTo>
                  <a:pt x="851" y="304"/>
                </a:lnTo>
                <a:lnTo>
                  <a:pt x="850" y="304"/>
                </a:lnTo>
                <a:lnTo>
                  <a:pt x="850" y="303"/>
                </a:lnTo>
                <a:lnTo>
                  <a:pt x="850" y="302"/>
                </a:lnTo>
                <a:lnTo>
                  <a:pt x="850" y="301"/>
                </a:lnTo>
                <a:lnTo>
                  <a:pt x="849" y="301"/>
                </a:lnTo>
                <a:lnTo>
                  <a:pt x="848" y="301"/>
                </a:lnTo>
                <a:lnTo>
                  <a:pt x="847" y="302"/>
                </a:lnTo>
                <a:lnTo>
                  <a:pt x="846" y="302"/>
                </a:lnTo>
                <a:lnTo>
                  <a:pt x="845" y="302"/>
                </a:lnTo>
                <a:lnTo>
                  <a:pt x="844" y="302"/>
                </a:lnTo>
                <a:lnTo>
                  <a:pt x="843" y="302"/>
                </a:lnTo>
                <a:lnTo>
                  <a:pt x="842" y="302"/>
                </a:lnTo>
                <a:lnTo>
                  <a:pt x="841" y="302"/>
                </a:lnTo>
                <a:lnTo>
                  <a:pt x="840" y="302"/>
                </a:lnTo>
                <a:lnTo>
                  <a:pt x="840" y="303"/>
                </a:lnTo>
                <a:lnTo>
                  <a:pt x="839" y="303"/>
                </a:lnTo>
                <a:lnTo>
                  <a:pt x="839" y="304"/>
                </a:lnTo>
                <a:lnTo>
                  <a:pt x="838" y="304"/>
                </a:lnTo>
                <a:lnTo>
                  <a:pt x="837" y="303"/>
                </a:lnTo>
                <a:lnTo>
                  <a:pt x="836" y="303"/>
                </a:lnTo>
                <a:lnTo>
                  <a:pt x="835" y="303"/>
                </a:lnTo>
                <a:lnTo>
                  <a:pt x="835" y="302"/>
                </a:lnTo>
                <a:lnTo>
                  <a:pt x="834" y="302"/>
                </a:lnTo>
                <a:lnTo>
                  <a:pt x="835" y="302"/>
                </a:lnTo>
                <a:lnTo>
                  <a:pt x="835" y="301"/>
                </a:lnTo>
                <a:lnTo>
                  <a:pt x="836" y="301"/>
                </a:lnTo>
                <a:lnTo>
                  <a:pt x="837" y="301"/>
                </a:lnTo>
                <a:lnTo>
                  <a:pt x="837" y="300"/>
                </a:lnTo>
                <a:lnTo>
                  <a:pt x="837" y="299"/>
                </a:lnTo>
                <a:lnTo>
                  <a:pt x="836" y="299"/>
                </a:lnTo>
                <a:lnTo>
                  <a:pt x="836" y="300"/>
                </a:lnTo>
                <a:lnTo>
                  <a:pt x="835" y="299"/>
                </a:lnTo>
                <a:lnTo>
                  <a:pt x="835" y="298"/>
                </a:lnTo>
                <a:lnTo>
                  <a:pt x="835" y="297"/>
                </a:lnTo>
                <a:lnTo>
                  <a:pt x="836" y="297"/>
                </a:lnTo>
                <a:lnTo>
                  <a:pt x="836" y="296"/>
                </a:lnTo>
                <a:lnTo>
                  <a:pt x="837" y="296"/>
                </a:lnTo>
                <a:lnTo>
                  <a:pt x="837" y="295"/>
                </a:lnTo>
                <a:lnTo>
                  <a:pt x="837" y="294"/>
                </a:lnTo>
                <a:lnTo>
                  <a:pt x="836" y="294"/>
                </a:lnTo>
                <a:lnTo>
                  <a:pt x="836" y="295"/>
                </a:lnTo>
                <a:lnTo>
                  <a:pt x="835" y="295"/>
                </a:lnTo>
                <a:lnTo>
                  <a:pt x="835" y="294"/>
                </a:lnTo>
                <a:lnTo>
                  <a:pt x="834" y="294"/>
                </a:lnTo>
                <a:lnTo>
                  <a:pt x="833" y="294"/>
                </a:lnTo>
                <a:lnTo>
                  <a:pt x="832" y="294"/>
                </a:lnTo>
                <a:lnTo>
                  <a:pt x="832" y="295"/>
                </a:lnTo>
                <a:lnTo>
                  <a:pt x="831" y="295"/>
                </a:lnTo>
                <a:lnTo>
                  <a:pt x="831" y="296"/>
                </a:lnTo>
                <a:lnTo>
                  <a:pt x="830" y="297"/>
                </a:lnTo>
                <a:lnTo>
                  <a:pt x="829" y="298"/>
                </a:lnTo>
                <a:lnTo>
                  <a:pt x="828" y="298"/>
                </a:lnTo>
                <a:lnTo>
                  <a:pt x="827" y="298"/>
                </a:lnTo>
                <a:lnTo>
                  <a:pt x="826" y="299"/>
                </a:lnTo>
                <a:lnTo>
                  <a:pt x="825" y="299"/>
                </a:lnTo>
                <a:lnTo>
                  <a:pt x="824" y="298"/>
                </a:lnTo>
                <a:lnTo>
                  <a:pt x="823" y="298"/>
                </a:lnTo>
                <a:lnTo>
                  <a:pt x="822" y="298"/>
                </a:lnTo>
                <a:lnTo>
                  <a:pt x="822" y="299"/>
                </a:lnTo>
                <a:lnTo>
                  <a:pt x="821" y="299"/>
                </a:lnTo>
                <a:lnTo>
                  <a:pt x="820" y="299"/>
                </a:lnTo>
                <a:lnTo>
                  <a:pt x="819" y="299"/>
                </a:lnTo>
                <a:lnTo>
                  <a:pt x="819" y="298"/>
                </a:lnTo>
                <a:lnTo>
                  <a:pt x="819" y="297"/>
                </a:lnTo>
                <a:lnTo>
                  <a:pt x="819" y="296"/>
                </a:lnTo>
                <a:lnTo>
                  <a:pt x="819" y="295"/>
                </a:lnTo>
                <a:lnTo>
                  <a:pt x="818" y="295"/>
                </a:lnTo>
                <a:lnTo>
                  <a:pt x="817" y="295"/>
                </a:lnTo>
                <a:lnTo>
                  <a:pt x="816" y="295"/>
                </a:lnTo>
                <a:lnTo>
                  <a:pt x="816" y="296"/>
                </a:lnTo>
                <a:lnTo>
                  <a:pt x="815" y="296"/>
                </a:lnTo>
                <a:lnTo>
                  <a:pt x="814" y="296"/>
                </a:lnTo>
                <a:lnTo>
                  <a:pt x="814" y="297"/>
                </a:lnTo>
                <a:lnTo>
                  <a:pt x="813" y="297"/>
                </a:lnTo>
                <a:lnTo>
                  <a:pt x="812" y="298"/>
                </a:lnTo>
                <a:lnTo>
                  <a:pt x="812" y="300"/>
                </a:lnTo>
                <a:lnTo>
                  <a:pt x="813" y="300"/>
                </a:lnTo>
                <a:lnTo>
                  <a:pt x="814" y="300"/>
                </a:lnTo>
                <a:lnTo>
                  <a:pt x="815" y="300"/>
                </a:lnTo>
                <a:lnTo>
                  <a:pt x="816" y="300"/>
                </a:lnTo>
                <a:lnTo>
                  <a:pt x="816" y="301"/>
                </a:lnTo>
                <a:lnTo>
                  <a:pt x="815" y="301"/>
                </a:lnTo>
                <a:lnTo>
                  <a:pt x="814" y="301"/>
                </a:lnTo>
                <a:lnTo>
                  <a:pt x="813" y="301"/>
                </a:lnTo>
                <a:lnTo>
                  <a:pt x="812" y="301"/>
                </a:lnTo>
                <a:lnTo>
                  <a:pt x="812" y="302"/>
                </a:lnTo>
                <a:lnTo>
                  <a:pt x="811" y="302"/>
                </a:lnTo>
                <a:lnTo>
                  <a:pt x="811" y="303"/>
                </a:lnTo>
                <a:lnTo>
                  <a:pt x="811" y="304"/>
                </a:lnTo>
                <a:lnTo>
                  <a:pt x="811" y="305"/>
                </a:lnTo>
                <a:lnTo>
                  <a:pt x="811" y="306"/>
                </a:lnTo>
                <a:lnTo>
                  <a:pt x="812" y="306"/>
                </a:lnTo>
                <a:lnTo>
                  <a:pt x="812" y="307"/>
                </a:lnTo>
                <a:lnTo>
                  <a:pt x="813" y="307"/>
                </a:lnTo>
                <a:lnTo>
                  <a:pt x="813" y="308"/>
                </a:lnTo>
                <a:lnTo>
                  <a:pt x="814" y="308"/>
                </a:lnTo>
                <a:lnTo>
                  <a:pt x="813" y="309"/>
                </a:lnTo>
                <a:lnTo>
                  <a:pt x="813" y="308"/>
                </a:lnTo>
                <a:lnTo>
                  <a:pt x="812" y="308"/>
                </a:lnTo>
                <a:lnTo>
                  <a:pt x="811" y="308"/>
                </a:lnTo>
                <a:lnTo>
                  <a:pt x="811" y="311"/>
                </a:lnTo>
                <a:lnTo>
                  <a:pt x="812" y="312"/>
                </a:lnTo>
                <a:lnTo>
                  <a:pt x="812" y="314"/>
                </a:lnTo>
                <a:lnTo>
                  <a:pt x="812" y="315"/>
                </a:lnTo>
                <a:lnTo>
                  <a:pt x="812" y="316"/>
                </a:lnTo>
                <a:lnTo>
                  <a:pt x="812" y="317"/>
                </a:lnTo>
                <a:lnTo>
                  <a:pt x="811" y="318"/>
                </a:lnTo>
                <a:lnTo>
                  <a:pt x="811" y="319"/>
                </a:lnTo>
                <a:lnTo>
                  <a:pt x="811" y="320"/>
                </a:lnTo>
                <a:lnTo>
                  <a:pt x="811" y="321"/>
                </a:lnTo>
                <a:lnTo>
                  <a:pt x="811" y="322"/>
                </a:lnTo>
                <a:lnTo>
                  <a:pt x="811" y="323"/>
                </a:lnTo>
                <a:lnTo>
                  <a:pt x="812" y="323"/>
                </a:lnTo>
                <a:lnTo>
                  <a:pt x="812" y="324"/>
                </a:lnTo>
                <a:lnTo>
                  <a:pt x="812" y="325"/>
                </a:lnTo>
                <a:lnTo>
                  <a:pt x="812" y="326"/>
                </a:lnTo>
                <a:lnTo>
                  <a:pt x="812" y="327"/>
                </a:lnTo>
                <a:lnTo>
                  <a:pt x="811" y="328"/>
                </a:lnTo>
                <a:lnTo>
                  <a:pt x="811" y="329"/>
                </a:lnTo>
                <a:lnTo>
                  <a:pt x="811" y="330"/>
                </a:lnTo>
                <a:lnTo>
                  <a:pt x="811" y="331"/>
                </a:lnTo>
                <a:lnTo>
                  <a:pt x="811" y="332"/>
                </a:lnTo>
                <a:lnTo>
                  <a:pt x="811" y="333"/>
                </a:lnTo>
                <a:lnTo>
                  <a:pt x="811" y="334"/>
                </a:lnTo>
                <a:lnTo>
                  <a:pt x="810" y="334"/>
                </a:lnTo>
                <a:lnTo>
                  <a:pt x="810" y="335"/>
                </a:lnTo>
                <a:lnTo>
                  <a:pt x="810" y="336"/>
                </a:lnTo>
                <a:lnTo>
                  <a:pt x="811" y="337"/>
                </a:lnTo>
                <a:lnTo>
                  <a:pt x="811" y="338"/>
                </a:lnTo>
                <a:lnTo>
                  <a:pt x="812" y="338"/>
                </a:lnTo>
                <a:lnTo>
                  <a:pt x="812" y="339"/>
                </a:lnTo>
                <a:lnTo>
                  <a:pt x="813" y="339"/>
                </a:lnTo>
                <a:lnTo>
                  <a:pt x="814" y="339"/>
                </a:lnTo>
                <a:lnTo>
                  <a:pt x="814" y="340"/>
                </a:lnTo>
                <a:lnTo>
                  <a:pt x="815" y="340"/>
                </a:lnTo>
                <a:lnTo>
                  <a:pt x="816" y="340"/>
                </a:lnTo>
                <a:lnTo>
                  <a:pt x="815" y="340"/>
                </a:lnTo>
                <a:lnTo>
                  <a:pt x="815" y="341"/>
                </a:lnTo>
                <a:lnTo>
                  <a:pt x="814" y="341"/>
                </a:lnTo>
                <a:lnTo>
                  <a:pt x="814" y="340"/>
                </a:lnTo>
                <a:lnTo>
                  <a:pt x="813" y="341"/>
                </a:lnTo>
                <a:lnTo>
                  <a:pt x="813" y="342"/>
                </a:lnTo>
                <a:lnTo>
                  <a:pt x="814" y="342"/>
                </a:lnTo>
                <a:lnTo>
                  <a:pt x="814" y="343"/>
                </a:lnTo>
                <a:lnTo>
                  <a:pt x="813" y="343"/>
                </a:lnTo>
                <a:lnTo>
                  <a:pt x="814" y="343"/>
                </a:lnTo>
                <a:lnTo>
                  <a:pt x="814" y="344"/>
                </a:lnTo>
                <a:lnTo>
                  <a:pt x="815" y="344"/>
                </a:lnTo>
                <a:lnTo>
                  <a:pt x="815" y="345"/>
                </a:lnTo>
                <a:lnTo>
                  <a:pt x="814" y="345"/>
                </a:lnTo>
                <a:lnTo>
                  <a:pt x="813" y="344"/>
                </a:lnTo>
                <a:lnTo>
                  <a:pt x="812" y="344"/>
                </a:lnTo>
                <a:lnTo>
                  <a:pt x="812" y="345"/>
                </a:lnTo>
                <a:lnTo>
                  <a:pt x="811" y="345"/>
                </a:lnTo>
                <a:lnTo>
                  <a:pt x="812" y="346"/>
                </a:lnTo>
                <a:lnTo>
                  <a:pt x="813" y="346"/>
                </a:lnTo>
                <a:lnTo>
                  <a:pt x="814" y="347"/>
                </a:lnTo>
                <a:lnTo>
                  <a:pt x="813" y="347"/>
                </a:lnTo>
                <a:lnTo>
                  <a:pt x="813" y="348"/>
                </a:lnTo>
                <a:lnTo>
                  <a:pt x="813" y="349"/>
                </a:lnTo>
                <a:lnTo>
                  <a:pt x="814" y="349"/>
                </a:lnTo>
                <a:lnTo>
                  <a:pt x="815" y="349"/>
                </a:lnTo>
                <a:lnTo>
                  <a:pt x="816" y="349"/>
                </a:lnTo>
                <a:lnTo>
                  <a:pt x="816" y="350"/>
                </a:lnTo>
                <a:lnTo>
                  <a:pt x="815" y="350"/>
                </a:lnTo>
                <a:lnTo>
                  <a:pt x="814" y="351"/>
                </a:lnTo>
                <a:lnTo>
                  <a:pt x="814" y="352"/>
                </a:lnTo>
                <a:lnTo>
                  <a:pt x="814" y="353"/>
                </a:lnTo>
                <a:lnTo>
                  <a:pt x="813" y="353"/>
                </a:lnTo>
                <a:lnTo>
                  <a:pt x="813" y="354"/>
                </a:lnTo>
                <a:lnTo>
                  <a:pt x="813" y="355"/>
                </a:lnTo>
                <a:lnTo>
                  <a:pt x="813" y="356"/>
                </a:lnTo>
                <a:lnTo>
                  <a:pt x="813" y="357"/>
                </a:lnTo>
                <a:lnTo>
                  <a:pt x="814" y="357"/>
                </a:lnTo>
                <a:lnTo>
                  <a:pt x="814" y="358"/>
                </a:lnTo>
                <a:lnTo>
                  <a:pt x="815" y="358"/>
                </a:lnTo>
                <a:lnTo>
                  <a:pt x="815" y="359"/>
                </a:lnTo>
                <a:lnTo>
                  <a:pt x="815" y="360"/>
                </a:lnTo>
                <a:lnTo>
                  <a:pt x="815" y="361"/>
                </a:lnTo>
                <a:lnTo>
                  <a:pt x="814" y="361"/>
                </a:lnTo>
                <a:lnTo>
                  <a:pt x="814" y="362"/>
                </a:lnTo>
                <a:lnTo>
                  <a:pt x="815" y="362"/>
                </a:lnTo>
                <a:lnTo>
                  <a:pt x="815" y="363"/>
                </a:lnTo>
                <a:lnTo>
                  <a:pt x="815" y="364"/>
                </a:lnTo>
                <a:lnTo>
                  <a:pt x="815" y="365"/>
                </a:lnTo>
                <a:lnTo>
                  <a:pt x="816" y="365"/>
                </a:lnTo>
                <a:lnTo>
                  <a:pt x="816" y="366"/>
                </a:lnTo>
                <a:lnTo>
                  <a:pt x="816" y="367"/>
                </a:lnTo>
                <a:lnTo>
                  <a:pt x="817" y="367"/>
                </a:lnTo>
                <a:lnTo>
                  <a:pt x="817" y="368"/>
                </a:lnTo>
                <a:lnTo>
                  <a:pt x="816" y="368"/>
                </a:lnTo>
                <a:lnTo>
                  <a:pt x="816" y="369"/>
                </a:lnTo>
                <a:lnTo>
                  <a:pt x="816" y="370"/>
                </a:lnTo>
                <a:lnTo>
                  <a:pt x="816" y="371"/>
                </a:lnTo>
                <a:lnTo>
                  <a:pt x="816" y="372"/>
                </a:lnTo>
                <a:lnTo>
                  <a:pt x="815" y="372"/>
                </a:lnTo>
                <a:lnTo>
                  <a:pt x="815" y="373"/>
                </a:lnTo>
                <a:lnTo>
                  <a:pt x="815" y="374"/>
                </a:lnTo>
                <a:lnTo>
                  <a:pt x="814" y="374"/>
                </a:lnTo>
                <a:lnTo>
                  <a:pt x="813" y="374"/>
                </a:lnTo>
                <a:lnTo>
                  <a:pt x="812" y="374"/>
                </a:lnTo>
                <a:lnTo>
                  <a:pt x="811" y="374"/>
                </a:lnTo>
                <a:lnTo>
                  <a:pt x="810" y="374"/>
                </a:lnTo>
                <a:lnTo>
                  <a:pt x="810" y="375"/>
                </a:lnTo>
                <a:lnTo>
                  <a:pt x="810" y="376"/>
                </a:lnTo>
                <a:lnTo>
                  <a:pt x="809" y="376"/>
                </a:lnTo>
                <a:lnTo>
                  <a:pt x="809" y="375"/>
                </a:lnTo>
                <a:lnTo>
                  <a:pt x="808" y="375"/>
                </a:lnTo>
                <a:lnTo>
                  <a:pt x="808" y="374"/>
                </a:lnTo>
                <a:lnTo>
                  <a:pt x="807" y="373"/>
                </a:lnTo>
                <a:lnTo>
                  <a:pt x="806" y="372"/>
                </a:lnTo>
                <a:lnTo>
                  <a:pt x="805" y="372"/>
                </a:lnTo>
                <a:lnTo>
                  <a:pt x="805" y="373"/>
                </a:lnTo>
                <a:lnTo>
                  <a:pt x="804" y="373"/>
                </a:lnTo>
                <a:lnTo>
                  <a:pt x="804" y="374"/>
                </a:lnTo>
                <a:lnTo>
                  <a:pt x="803" y="374"/>
                </a:lnTo>
                <a:lnTo>
                  <a:pt x="804" y="375"/>
                </a:lnTo>
                <a:lnTo>
                  <a:pt x="805" y="374"/>
                </a:lnTo>
                <a:lnTo>
                  <a:pt x="805" y="375"/>
                </a:lnTo>
                <a:lnTo>
                  <a:pt x="805" y="376"/>
                </a:lnTo>
                <a:lnTo>
                  <a:pt x="805" y="377"/>
                </a:lnTo>
                <a:lnTo>
                  <a:pt x="805" y="378"/>
                </a:lnTo>
                <a:lnTo>
                  <a:pt x="805" y="379"/>
                </a:lnTo>
                <a:lnTo>
                  <a:pt x="804" y="379"/>
                </a:lnTo>
                <a:lnTo>
                  <a:pt x="804" y="378"/>
                </a:lnTo>
                <a:lnTo>
                  <a:pt x="803" y="379"/>
                </a:lnTo>
                <a:lnTo>
                  <a:pt x="803" y="380"/>
                </a:lnTo>
                <a:lnTo>
                  <a:pt x="803" y="381"/>
                </a:lnTo>
                <a:lnTo>
                  <a:pt x="802" y="381"/>
                </a:lnTo>
                <a:lnTo>
                  <a:pt x="802" y="382"/>
                </a:lnTo>
                <a:lnTo>
                  <a:pt x="803" y="383"/>
                </a:lnTo>
                <a:lnTo>
                  <a:pt x="803" y="382"/>
                </a:lnTo>
                <a:lnTo>
                  <a:pt x="804" y="382"/>
                </a:lnTo>
                <a:lnTo>
                  <a:pt x="804" y="383"/>
                </a:lnTo>
                <a:lnTo>
                  <a:pt x="803" y="383"/>
                </a:lnTo>
                <a:lnTo>
                  <a:pt x="803" y="384"/>
                </a:lnTo>
                <a:lnTo>
                  <a:pt x="802" y="384"/>
                </a:lnTo>
                <a:lnTo>
                  <a:pt x="802" y="385"/>
                </a:lnTo>
                <a:lnTo>
                  <a:pt x="803" y="386"/>
                </a:lnTo>
                <a:lnTo>
                  <a:pt x="802" y="386"/>
                </a:lnTo>
                <a:lnTo>
                  <a:pt x="802" y="385"/>
                </a:lnTo>
                <a:lnTo>
                  <a:pt x="801" y="385"/>
                </a:lnTo>
                <a:lnTo>
                  <a:pt x="801" y="386"/>
                </a:lnTo>
                <a:lnTo>
                  <a:pt x="801" y="385"/>
                </a:lnTo>
                <a:lnTo>
                  <a:pt x="801" y="384"/>
                </a:lnTo>
                <a:lnTo>
                  <a:pt x="800" y="384"/>
                </a:lnTo>
                <a:lnTo>
                  <a:pt x="800" y="383"/>
                </a:lnTo>
                <a:lnTo>
                  <a:pt x="799" y="383"/>
                </a:lnTo>
                <a:lnTo>
                  <a:pt x="797" y="383"/>
                </a:lnTo>
                <a:lnTo>
                  <a:pt x="797" y="382"/>
                </a:lnTo>
                <a:lnTo>
                  <a:pt x="796" y="382"/>
                </a:lnTo>
                <a:lnTo>
                  <a:pt x="796" y="381"/>
                </a:lnTo>
                <a:lnTo>
                  <a:pt x="795" y="381"/>
                </a:lnTo>
                <a:lnTo>
                  <a:pt x="795" y="380"/>
                </a:lnTo>
                <a:lnTo>
                  <a:pt x="794" y="380"/>
                </a:lnTo>
                <a:lnTo>
                  <a:pt x="793" y="380"/>
                </a:lnTo>
                <a:lnTo>
                  <a:pt x="792" y="380"/>
                </a:lnTo>
                <a:lnTo>
                  <a:pt x="792" y="379"/>
                </a:lnTo>
                <a:lnTo>
                  <a:pt x="791" y="378"/>
                </a:lnTo>
                <a:lnTo>
                  <a:pt x="790" y="378"/>
                </a:lnTo>
                <a:lnTo>
                  <a:pt x="790" y="379"/>
                </a:lnTo>
                <a:lnTo>
                  <a:pt x="789" y="380"/>
                </a:lnTo>
                <a:lnTo>
                  <a:pt x="788" y="380"/>
                </a:lnTo>
                <a:lnTo>
                  <a:pt x="788" y="379"/>
                </a:lnTo>
                <a:lnTo>
                  <a:pt x="787" y="379"/>
                </a:lnTo>
                <a:lnTo>
                  <a:pt x="786" y="378"/>
                </a:lnTo>
                <a:lnTo>
                  <a:pt x="785" y="378"/>
                </a:lnTo>
                <a:lnTo>
                  <a:pt x="785" y="379"/>
                </a:lnTo>
                <a:lnTo>
                  <a:pt x="785" y="380"/>
                </a:lnTo>
                <a:lnTo>
                  <a:pt x="786" y="380"/>
                </a:lnTo>
                <a:lnTo>
                  <a:pt x="786" y="381"/>
                </a:lnTo>
                <a:lnTo>
                  <a:pt x="786" y="382"/>
                </a:lnTo>
                <a:lnTo>
                  <a:pt x="785" y="382"/>
                </a:lnTo>
                <a:lnTo>
                  <a:pt x="784" y="382"/>
                </a:lnTo>
                <a:lnTo>
                  <a:pt x="783" y="382"/>
                </a:lnTo>
                <a:lnTo>
                  <a:pt x="782" y="382"/>
                </a:lnTo>
                <a:lnTo>
                  <a:pt x="783" y="381"/>
                </a:lnTo>
                <a:lnTo>
                  <a:pt x="783" y="380"/>
                </a:lnTo>
                <a:lnTo>
                  <a:pt x="783" y="379"/>
                </a:lnTo>
                <a:lnTo>
                  <a:pt x="783" y="378"/>
                </a:lnTo>
                <a:lnTo>
                  <a:pt x="782" y="378"/>
                </a:lnTo>
                <a:lnTo>
                  <a:pt x="781" y="379"/>
                </a:lnTo>
                <a:lnTo>
                  <a:pt x="781" y="380"/>
                </a:lnTo>
                <a:lnTo>
                  <a:pt x="781" y="381"/>
                </a:lnTo>
                <a:lnTo>
                  <a:pt x="781" y="382"/>
                </a:lnTo>
                <a:lnTo>
                  <a:pt x="782" y="382"/>
                </a:lnTo>
                <a:lnTo>
                  <a:pt x="783" y="382"/>
                </a:lnTo>
                <a:lnTo>
                  <a:pt x="783" y="383"/>
                </a:lnTo>
                <a:lnTo>
                  <a:pt x="783" y="384"/>
                </a:lnTo>
                <a:lnTo>
                  <a:pt x="782" y="383"/>
                </a:lnTo>
                <a:lnTo>
                  <a:pt x="782" y="384"/>
                </a:lnTo>
                <a:lnTo>
                  <a:pt x="783" y="384"/>
                </a:lnTo>
                <a:lnTo>
                  <a:pt x="783" y="385"/>
                </a:lnTo>
                <a:lnTo>
                  <a:pt x="782" y="385"/>
                </a:lnTo>
                <a:lnTo>
                  <a:pt x="781" y="384"/>
                </a:lnTo>
                <a:lnTo>
                  <a:pt x="781" y="383"/>
                </a:lnTo>
                <a:lnTo>
                  <a:pt x="781" y="382"/>
                </a:lnTo>
                <a:lnTo>
                  <a:pt x="780" y="382"/>
                </a:lnTo>
                <a:lnTo>
                  <a:pt x="780" y="383"/>
                </a:lnTo>
                <a:lnTo>
                  <a:pt x="780" y="384"/>
                </a:lnTo>
                <a:lnTo>
                  <a:pt x="779" y="384"/>
                </a:lnTo>
                <a:lnTo>
                  <a:pt x="779" y="383"/>
                </a:lnTo>
                <a:lnTo>
                  <a:pt x="779" y="384"/>
                </a:lnTo>
                <a:lnTo>
                  <a:pt x="778" y="384"/>
                </a:lnTo>
                <a:lnTo>
                  <a:pt x="778" y="385"/>
                </a:lnTo>
                <a:lnTo>
                  <a:pt x="779" y="385"/>
                </a:lnTo>
                <a:lnTo>
                  <a:pt x="779" y="386"/>
                </a:lnTo>
                <a:lnTo>
                  <a:pt x="780" y="386"/>
                </a:lnTo>
                <a:lnTo>
                  <a:pt x="779" y="386"/>
                </a:lnTo>
                <a:lnTo>
                  <a:pt x="778" y="386"/>
                </a:lnTo>
                <a:lnTo>
                  <a:pt x="779" y="386"/>
                </a:lnTo>
                <a:lnTo>
                  <a:pt x="779" y="387"/>
                </a:lnTo>
                <a:lnTo>
                  <a:pt x="780" y="387"/>
                </a:lnTo>
                <a:lnTo>
                  <a:pt x="781" y="388"/>
                </a:lnTo>
                <a:lnTo>
                  <a:pt x="781" y="389"/>
                </a:lnTo>
                <a:lnTo>
                  <a:pt x="780" y="388"/>
                </a:lnTo>
                <a:lnTo>
                  <a:pt x="779" y="388"/>
                </a:lnTo>
                <a:lnTo>
                  <a:pt x="778" y="388"/>
                </a:lnTo>
                <a:lnTo>
                  <a:pt x="779" y="389"/>
                </a:lnTo>
                <a:lnTo>
                  <a:pt x="778" y="390"/>
                </a:lnTo>
                <a:lnTo>
                  <a:pt x="777" y="389"/>
                </a:lnTo>
                <a:lnTo>
                  <a:pt x="776" y="389"/>
                </a:lnTo>
                <a:lnTo>
                  <a:pt x="776" y="390"/>
                </a:lnTo>
                <a:lnTo>
                  <a:pt x="776" y="391"/>
                </a:lnTo>
                <a:lnTo>
                  <a:pt x="775" y="391"/>
                </a:lnTo>
                <a:lnTo>
                  <a:pt x="775" y="390"/>
                </a:lnTo>
                <a:lnTo>
                  <a:pt x="774" y="390"/>
                </a:lnTo>
                <a:lnTo>
                  <a:pt x="774" y="391"/>
                </a:lnTo>
                <a:lnTo>
                  <a:pt x="774" y="392"/>
                </a:lnTo>
                <a:lnTo>
                  <a:pt x="773" y="392"/>
                </a:lnTo>
                <a:lnTo>
                  <a:pt x="774" y="392"/>
                </a:lnTo>
                <a:lnTo>
                  <a:pt x="774" y="393"/>
                </a:lnTo>
                <a:lnTo>
                  <a:pt x="773" y="394"/>
                </a:lnTo>
                <a:lnTo>
                  <a:pt x="773" y="395"/>
                </a:lnTo>
                <a:lnTo>
                  <a:pt x="774" y="395"/>
                </a:lnTo>
                <a:lnTo>
                  <a:pt x="775" y="395"/>
                </a:lnTo>
                <a:lnTo>
                  <a:pt x="776" y="396"/>
                </a:lnTo>
                <a:lnTo>
                  <a:pt x="777" y="396"/>
                </a:lnTo>
                <a:lnTo>
                  <a:pt x="777" y="397"/>
                </a:lnTo>
                <a:lnTo>
                  <a:pt x="776" y="397"/>
                </a:lnTo>
                <a:lnTo>
                  <a:pt x="777" y="398"/>
                </a:lnTo>
                <a:lnTo>
                  <a:pt x="776" y="398"/>
                </a:lnTo>
                <a:lnTo>
                  <a:pt x="776" y="399"/>
                </a:lnTo>
                <a:lnTo>
                  <a:pt x="775" y="399"/>
                </a:lnTo>
                <a:lnTo>
                  <a:pt x="774" y="399"/>
                </a:lnTo>
                <a:lnTo>
                  <a:pt x="773" y="399"/>
                </a:lnTo>
                <a:lnTo>
                  <a:pt x="772" y="399"/>
                </a:lnTo>
                <a:lnTo>
                  <a:pt x="772" y="400"/>
                </a:lnTo>
                <a:lnTo>
                  <a:pt x="771" y="400"/>
                </a:lnTo>
                <a:lnTo>
                  <a:pt x="772" y="400"/>
                </a:lnTo>
                <a:lnTo>
                  <a:pt x="773" y="401"/>
                </a:lnTo>
                <a:lnTo>
                  <a:pt x="774" y="401"/>
                </a:lnTo>
                <a:lnTo>
                  <a:pt x="774" y="400"/>
                </a:lnTo>
                <a:lnTo>
                  <a:pt x="775" y="400"/>
                </a:lnTo>
                <a:lnTo>
                  <a:pt x="776" y="400"/>
                </a:lnTo>
                <a:lnTo>
                  <a:pt x="775" y="400"/>
                </a:lnTo>
                <a:lnTo>
                  <a:pt x="775" y="401"/>
                </a:lnTo>
                <a:lnTo>
                  <a:pt x="775" y="402"/>
                </a:lnTo>
                <a:lnTo>
                  <a:pt x="774" y="402"/>
                </a:lnTo>
                <a:lnTo>
                  <a:pt x="773" y="402"/>
                </a:lnTo>
                <a:lnTo>
                  <a:pt x="773" y="403"/>
                </a:lnTo>
                <a:lnTo>
                  <a:pt x="774" y="404"/>
                </a:lnTo>
                <a:lnTo>
                  <a:pt x="775" y="404"/>
                </a:lnTo>
                <a:lnTo>
                  <a:pt x="775" y="403"/>
                </a:lnTo>
                <a:lnTo>
                  <a:pt x="776" y="403"/>
                </a:lnTo>
                <a:lnTo>
                  <a:pt x="776" y="404"/>
                </a:lnTo>
                <a:lnTo>
                  <a:pt x="775" y="404"/>
                </a:lnTo>
                <a:lnTo>
                  <a:pt x="775" y="405"/>
                </a:lnTo>
                <a:lnTo>
                  <a:pt x="775" y="406"/>
                </a:lnTo>
                <a:lnTo>
                  <a:pt x="774" y="406"/>
                </a:lnTo>
                <a:lnTo>
                  <a:pt x="772" y="406"/>
                </a:lnTo>
                <a:lnTo>
                  <a:pt x="772" y="407"/>
                </a:lnTo>
                <a:lnTo>
                  <a:pt x="772" y="408"/>
                </a:lnTo>
                <a:lnTo>
                  <a:pt x="772" y="409"/>
                </a:lnTo>
                <a:lnTo>
                  <a:pt x="772" y="410"/>
                </a:lnTo>
                <a:lnTo>
                  <a:pt x="773" y="410"/>
                </a:lnTo>
                <a:lnTo>
                  <a:pt x="773" y="409"/>
                </a:lnTo>
                <a:lnTo>
                  <a:pt x="774" y="409"/>
                </a:lnTo>
                <a:lnTo>
                  <a:pt x="775" y="409"/>
                </a:lnTo>
                <a:lnTo>
                  <a:pt x="775" y="410"/>
                </a:lnTo>
                <a:lnTo>
                  <a:pt x="775" y="411"/>
                </a:lnTo>
                <a:lnTo>
                  <a:pt x="774" y="411"/>
                </a:lnTo>
                <a:lnTo>
                  <a:pt x="775" y="411"/>
                </a:lnTo>
                <a:lnTo>
                  <a:pt x="776" y="412"/>
                </a:lnTo>
                <a:lnTo>
                  <a:pt x="776" y="413"/>
                </a:lnTo>
                <a:lnTo>
                  <a:pt x="776" y="412"/>
                </a:lnTo>
                <a:lnTo>
                  <a:pt x="777" y="412"/>
                </a:lnTo>
                <a:lnTo>
                  <a:pt x="777" y="413"/>
                </a:lnTo>
                <a:lnTo>
                  <a:pt x="778" y="413"/>
                </a:lnTo>
                <a:lnTo>
                  <a:pt x="777" y="413"/>
                </a:lnTo>
                <a:lnTo>
                  <a:pt x="777" y="414"/>
                </a:lnTo>
                <a:lnTo>
                  <a:pt x="776" y="413"/>
                </a:lnTo>
                <a:lnTo>
                  <a:pt x="776" y="414"/>
                </a:lnTo>
                <a:lnTo>
                  <a:pt x="775" y="414"/>
                </a:lnTo>
                <a:lnTo>
                  <a:pt x="775" y="415"/>
                </a:lnTo>
                <a:lnTo>
                  <a:pt x="775" y="416"/>
                </a:lnTo>
                <a:lnTo>
                  <a:pt x="774" y="416"/>
                </a:lnTo>
                <a:lnTo>
                  <a:pt x="774" y="417"/>
                </a:lnTo>
                <a:lnTo>
                  <a:pt x="773" y="417"/>
                </a:lnTo>
                <a:lnTo>
                  <a:pt x="772" y="417"/>
                </a:lnTo>
                <a:lnTo>
                  <a:pt x="772" y="418"/>
                </a:lnTo>
                <a:lnTo>
                  <a:pt x="773" y="418"/>
                </a:lnTo>
                <a:lnTo>
                  <a:pt x="773" y="419"/>
                </a:lnTo>
                <a:lnTo>
                  <a:pt x="774" y="419"/>
                </a:lnTo>
                <a:lnTo>
                  <a:pt x="774" y="420"/>
                </a:lnTo>
                <a:lnTo>
                  <a:pt x="773" y="420"/>
                </a:lnTo>
                <a:lnTo>
                  <a:pt x="772" y="420"/>
                </a:lnTo>
                <a:lnTo>
                  <a:pt x="771" y="420"/>
                </a:lnTo>
                <a:lnTo>
                  <a:pt x="771" y="421"/>
                </a:lnTo>
                <a:lnTo>
                  <a:pt x="770" y="421"/>
                </a:lnTo>
                <a:lnTo>
                  <a:pt x="771" y="421"/>
                </a:lnTo>
                <a:lnTo>
                  <a:pt x="771" y="422"/>
                </a:lnTo>
                <a:lnTo>
                  <a:pt x="770" y="422"/>
                </a:lnTo>
                <a:lnTo>
                  <a:pt x="770" y="423"/>
                </a:lnTo>
                <a:lnTo>
                  <a:pt x="770" y="424"/>
                </a:lnTo>
                <a:lnTo>
                  <a:pt x="769" y="424"/>
                </a:lnTo>
                <a:lnTo>
                  <a:pt x="768" y="424"/>
                </a:lnTo>
                <a:lnTo>
                  <a:pt x="768" y="425"/>
                </a:lnTo>
                <a:lnTo>
                  <a:pt x="767" y="425"/>
                </a:lnTo>
                <a:lnTo>
                  <a:pt x="767" y="424"/>
                </a:lnTo>
                <a:lnTo>
                  <a:pt x="766" y="424"/>
                </a:lnTo>
                <a:lnTo>
                  <a:pt x="766" y="423"/>
                </a:lnTo>
                <a:lnTo>
                  <a:pt x="765" y="423"/>
                </a:lnTo>
                <a:lnTo>
                  <a:pt x="765" y="424"/>
                </a:lnTo>
                <a:lnTo>
                  <a:pt x="766" y="425"/>
                </a:lnTo>
                <a:lnTo>
                  <a:pt x="765" y="425"/>
                </a:lnTo>
                <a:lnTo>
                  <a:pt x="764" y="425"/>
                </a:lnTo>
                <a:lnTo>
                  <a:pt x="763" y="426"/>
                </a:lnTo>
                <a:lnTo>
                  <a:pt x="763" y="427"/>
                </a:lnTo>
                <a:lnTo>
                  <a:pt x="764" y="428"/>
                </a:lnTo>
                <a:lnTo>
                  <a:pt x="764" y="429"/>
                </a:lnTo>
                <a:lnTo>
                  <a:pt x="763" y="429"/>
                </a:lnTo>
                <a:lnTo>
                  <a:pt x="763" y="430"/>
                </a:lnTo>
                <a:lnTo>
                  <a:pt x="764" y="430"/>
                </a:lnTo>
                <a:lnTo>
                  <a:pt x="763" y="430"/>
                </a:lnTo>
                <a:lnTo>
                  <a:pt x="763" y="431"/>
                </a:lnTo>
                <a:lnTo>
                  <a:pt x="762" y="431"/>
                </a:lnTo>
                <a:lnTo>
                  <a:pt x="761" y="431"/>
                </a:lnTo>
                <a:lnTo>
                  <a:pt x="761" y="432"/>
                </a:lnTo>
                <a:lnTo>
                  <a:pt x="761" y="433"/>
                </a:lnTo>
                <a:lnTo>
                  <a:pt x="760" y="433"/>
                </a:lnTo>
                <a:lnTo>
                  <a:pt x="759" y="433"/>
                </a:lnTo>
                <a:lnTo>
                  <a:pt x="758" y="433"/>
                </a:lnTo>
                <a:lnTo>
                  <a:pt x="757" y="433"/>
                </a:lnTo>
                <a:lnTo>
                  <a:pt x="757" y="434"/>
                </a:lnTo>
                <a:lnTo>
                  <a:pt x="757" y="435"/>
                </a:lnTo>
                <a:lnTo>
                  <a:pt x="756" y="435"/>
                </a:lnTo>
                <a:lnTo>
                  <a:pt x="756" y="436"/>
                </a:lnTo>
                <a:lnTo>
                  <a:pt x="757" y="436"/>
                </a:lnTo>
                <a:lnTo>
                  <a:pt x="757" y="437"/>
                </a:lnTo>
                <a:lnTo>
                  <a:pt x="757" y="438"/>
                </a:lnTo>
                <a:lnTo>
                  <a:pt x="758" y="438"/>
                </a:lnTo>
                <a:lnTo>
                  <a:pt x="758" y="439"/>
                </a:lnTo>
                <a:lnTo>
                  <a:pt x="758" y="440"/>
                </a:lnTo>
                <a:lnTo>
                  <a:pt x="758" y="441"/>
                </a:lnTo>
                <a:lnTo>
                  <a:pt x="758" y="442"/>
                </a:lnTo>
                <a:lnTo>
                  <a:pt x="757" y="442"/>
                </a:lnTo>
                <a:lnTo>
                  <a:pt x="757" y="443"/>
                </a:lnTo>
                <a:lnTo>
                  <a:pt x="756" y="444"/>
                </a:lnTo>
                <a:lnTo>
                  <a:pt x="755" y="445"/>
                </a:lnTo>
                <a:lnTo>
                  <a:pt x="754" y="445"/>
                </a:lnTo>
                <a:lnTo>
                  <a:pt x="754" y="444"/>
                </a:lnTo>
                <a:lnTo>
                  <a:pt x="753" y="444"/>
                </a:lnTo>
                <a:lnTo>
                  <a:pt x="752" y="443"/>
                </a:lnTo>
                <a:lnTo>
                  <a:pt x="751" y="444"/>
                </a:lnTo>
                <a:lnTo>
                  <a:pt x="750" y="444"/>
                </a:lnTo>
                <a:lnTo>
                  <a:pt x="749" y="444"/>
                </a:lnTo>
                <a:lnTo>
                  <a:pt x="748" y="444"/>
                </a:lnTo>
                <a:lnTo>
                  <a:pt x="748" y="445"/>
                </a:lnTo>
                <a:lnTo>
                  <a:pt x="747" y="444"/>
                </a:lnTo>
                <a:lnTo>
                  <a:pt x="746" y="444"/>
                </a:lnTo>
                <a:lnTo>
                  <a:pt x="745" y="443"/>
                </a:lnTo>
                <a:lnTo>
                  <a:pt x="744" y="443"/>
                </a:lnTo>
                <a:lnTo>
                  <a:pt x="743" y="444"/>
                </a:lnTo>
                <a:lnTo>
                  <a:pt x="742" y="444"/>
                </a:lnTo>
                <a:lnTo>
                  <a:pt x="742" y="445"/>
                </a:lnTo>
                <a:lnTo>
                  <a:pt x="741" y="445"/>
                </a:lnTo>
                <a:lnTo>
                  <a:pt x="740" y="445"/>
                </a:lnTo>
                <a:lnTo>
                  <a:pt x="740" y="444"/>
                </a:lnTo>
                <a:lnTo>
                  <a:pt x="739" y="444"/>
                </a:lnTo>
                <a:lnTo>
                  <a:pt x="739" y="443"/>
                </a:lnTo>
                <a:lnTo>
                  <a:pt x="737" y="444"/>
                </a:lnTo>
                <a:lnTo>
                  <a:pt x="738" y="445"/>
                </a:lnTo>
                <a:lnTo>
                  <a:pt x="737" y="445"/>
                </a:lnTo>
                <a:lnTo>
                  <a:pt x="737" y="446"/>
                </a:lnTo>
                <a:lnTo>
                  <a:pt x="736" y="446"/>
                </a:lnTo>
                <a:lnTo>
                  <a:pt x="736" y="447"/>
                </a:lnTo>
                <a:lnTo>
                  <a:pt x="736" y="448"/>
                </a:lnTo>
                <a:lnTo>
                  <a:pt x="735" y="448"/>
                </a:lnTo>
                <a:lnTo>
                  <a:pt x="735" y="449"/>
                </a:lnTo>
                <a:lnTo>
                  <a:pt x="734" y="449"/>
                </a:lnTo>
                <a:lnTo>
                  <a:pt x="734" y="450"/>
                </a:lnTo>
                <a:lnTo>
                  <a:pt x="733" y="450"/>
                </a:lnTo>
                <a:lnTo>
                  <a:pt x="733" y="449"/>
                </a:lnTo>
                <a:lnTo>
                  <a:pt x="732" y="449"/>
                </a:lnTo>
                <a:lnTo>
                  <a:pt x="731" y="449"/>
                </a:lnTo>
                <a:lnTo>
                  <a:pt x="731" y="448"/>
                </a:lnTo>
                <a:lnTo>
                  <a:pt x="730" y="448"/>
                </a:lnTo>
                <a:lnTo>
                  <a:pt x="729" y="448"/>
                </a:lnTo>
                <a:lnTo>
                  <a:pt x="728" y="448"/>
                </a:lnTo>
                <a:lnTo>
                  <a:pt x="728" y="449"/>
                </a:lnTo>
                <a:lnTo>
                  <a:pt x="727" y="449"/>
                </a:lnTo>
                <a:lnTo>
                  <a:pt x="726" y="449"/>
                </a:lnTo>
                <a:lnTo>
                  <a:pt x="725" y="450"/>
                </a:lnTo>
                <a:lnTo>
                  <a:pt x="725" y="451"/>
                </a:lnTo>
                <a:lnTo>
                  <a:pt x="726" y="451"/>
                </a:lnTo>
                <a:lnTo>
                  <a:pt x="726" y="452"/>
                </a:lnTo>
                <a:lnTo>
                  <a:pt x="726" y="453"/>
                </a:lnTo>
                <a:lnTo>
                  <a:pt x="725" y="453"/>
                </a:lnTo>
                <a:lnTo>
                  <a:pt x="725" y="454"/>
                </a:lnTo>
                <a:lnTo>
                  <a:pt x="724" y="454"/>
                </a:lnTo>
                <a:lnTo>
                  <a:pt x="723" y="454"/>
                </a:lnTo>
                <a:lnTo>
                  <a:pt x="722" y="454"/>
                </a:lnTo>
                <a:lnTo>
                  <a:pt x="721" y="454"/>
                </a:lnTo>
                <a:lnTo>
                  <a:pt x="721" y="455"/>
                </a:lnTo>
                <a:lnTo>
                  <a:pt x="719" y="455"/>
                </a:lnTo>
                <a:lnTo>
                  <a:pt x="718" y="455"/>
                </a:lnTo>
                <a:lnTo>
                  <a:pt x="718" y="456"/>
                </a:lnTo>
                <a:lnTo>
                  <a:pt x="716" y="456"/>
                </a:lnTo>
                <a:lnTo>
                  <a:pt x="716" y="455"/>
                </a:lnTo>
                <a:lnTo>
                  <a:pt x="714" y="455"/>
                </a:lnTo>
                <a:lnTo>
                  <a:pt x="714" y="454"/>
                </a:lnTo>
                <a:lnTo>
                  <a:pt x="713" y="454"/>
                </a:lnTo>
                <a:lnTo>
                  <a:pt x="712" y="455"/>
                </a:lnTo>
                <a:lnTo>
                  <a:pt x="711" y="455"/>
                </a:lnTo>
                <a:lnTo>
                  <a:pt x="710" y="455"/>
                </a:lnTo>
                <a:lnTo>
                  <a:pt x="697" y="457"/>
                </a:lnTo>
                <a:lnTo>
                  <a:pt x="680" y="462"/>
                </a:lnTo>
                <a:lnTo>
                  <a:pt x="677" y="464"/>
                </a:lnTo>
                <a:lnTo>
                  <a:pt x="674" y="466"/>
                </a:lnTo>
                <a:lnTo>
                  <a:pt x="676" y="467"/>
                </a:lnTo>
                <a:lnTo>
                  <a:pt x="677" y="468"/>
                </a:lnTo>
                <a:lnTo>
                  <a:pt x="678" y="468"/>
                </a:lnTo>
                <a:lnTo>
                  <a:pt x="679" y="469"/>
                </a:lnTo>
                <a:lnTo>
                  <a:pt x="681" y="470"/>
                </a:lnTo>
                <a:lnTo>
                  <a:pt x="683" y="471"/>
                </a:lnTo>
                <a:lnTo>
                  <a:pt x="683" y="472"/>
                </a:lnTo>
                <a:lnTo>
                  <a:pt x="683" y="473"/>
                </a:lnTo>
                <a:lnTo>
                  <a:pt x="683" y="474"/>
                </a:lnTo>
                <a:lnTo>
                  <a:pt x="683" y="475"/>
                </a:lnTo>
                <a:lnTo>
                  <a:pt x="684" y="476"/>
                </a:lnTo>
                <a:lnTo>
                  <a:pt x="684" y="478"/>
                </a:lnTo>
                <a:lnTo>
                  <a:pt x="685" y="478"/>
                </a:lnTo>
                <a:lnTo>
                  <a:pt x="685" y="481"/>
                </a:lnTo>
                <a:lnTo>
                  <a:pt x="685" y="482"/>
                </a:lnTo>
                <a:lnTo>
                  <a:pt x="685" y="483"/>
                </a:lnTo>
                <a:lnTo>
                  <a:pt x="686" y="485"/>
                </a:lnTo>
                <a:lnTo>
                  <a:pt x="685" y="485"/>
                </a:lnTo>
                <a:lnTo>
                  <a:pt x="685" y="486"/>
                </a:lnTo>
                <a:lnTo>
                  <a:pt x="686" y="486"/>
                </a:lnTo>
                <a:lnTo>
                  <a:pt x="686" y="487"/>
                </a:lnTo>
                <a:lnTo>
                  <a:pt x="687" y="488"/>
                </a:lnTo>
                <a:lnTo>
                  <a:pt x="687" y="489"/>
                </a:lnTo>
                <a:lnTo>
                  <a:pt x="687" y="490"/>
                </a:lnTo>
                <a:lnTo>
                  <a:pt x="688" y="491"/>
                </a:lnTo>
                <a:lnTo>
                  <a:pt x="688" y="492"/>
                </a:lnTo>
                <a:lnTo>
                  <a:pt x="689" y="492"/>
                </a:lnTo>
                <a:lnTo>
                  <a:pt x="690" y="492"/>
                </a:lnTo>
                <a:lnTo>
                  <a:pt x="691" y="492"/>
                </a:lnTo>
                <a:lnTo>
                  <a:pt x="691" y="493"/>
                </a:lnTo>
                <a:lnTo>
                  <a:pt x="691" y="494"/>
                </a:lnTo>
                <a:lnTo>
                  <a:pt x="692" y="494"/>
                </a:lnTo>
                <a:lnTo>
                  <a:pt x="692" y="495"/>
                </a:lnTo>
                <a:lnTo>
                  <a:pt x="692" y="496"/>
                </a:lnTo>
                <a:lnTo>
                  <a:pt x="693" y="497"/>
                </a:lnTo>
                <a:lnTo>
                  <a:pt x="694" y="498"/>
                </a:lnTo>
                <a:lnTo>
                  <a:pt x="694" y="499"/>
                </a:lnTo>
                <a:lnTo>
                  <a:pt x="695" y="500"/>
                </a:lnTo>
                <a:lnTo>
                  <a:pt x="696" y="500"/>
                </a:lnTo>
                <a:lnTo>
                  <a:pt x="697" y="500"/>
                </a:lnTo>
                <a:lnTo>
                  <a:pt x="698" y="500"/>
                </a:lnTo>
                <a:lnTo>
                  <a:pt x="698" y="501"/>
                </a:lnTo>
                <a:lnTo>
                  <a:pt x="699" y="502"/>
                </a:lnTo>
                <a:lnTo>
                  <a:pt x="700" y="503"/>
                </a:lnTo>
                <a:lnTo>
                  <a:pt x="700" y="502"/>
                </a:lnTo>
                <a:lnTo>
                  <a:pt x="701" y="502"/>
                </a:lnTo>
                <a:lnTo>
                  <a:pt x="701" y="503"/>
                </a:lnTo>
                <a:lnTo>
                  <a:pt x="702" y="503"/>
                </a:lnTo>
                <a:lnTo>
                  <a:pt x="703" y="503"/>
                </a:lnTo>
                <a:lnTo>
                  <a:pt x="704" y="503"/>
                </a:lnTo>
                <a:lnTo>
                  <a:pt x="705" y="504"/>
                </a:lnTo>
                <a:lnTo>
                  <a:pt x="705" y="503"/>
                </a:lnTo>
                <a:lnTo>
                  <a:pt x="705" y="504"/>
                </a:lnTo>
                <a:lnTo>
                  <a:pt x="706" y="504"/>
                </a:lnTo>
                <a:lnTo>
                  <a:pt x="706" y="505"/>
                </a:lnTo>
                <a:lnTo>
                  <a:pt x="707" y="505"/>
                </a:lnTo>
                <a:lnTo>
                  <a:pt x="707" y="506"/>
                </a:lnTo>
                <a:lnTo>
                  <a:pt x="708" y="506"/>
                </a:lnTo>
                <a:lnTo>
                  <a:pt x="708" y="507"/>
                </a:lnTo>
                <a:lnTo>
                  <a:pt x="709" y="508"/>
                </a:lnTo>
                <a:lnTo>
                  <a:pt x="709" y="509"/>
                </a:lnTo>
                <a:lnTo>
                  <a:pt x="710" y="508"/>
                </a:lnTo>
                <a:lnTo>
                  <a:pt x="711" y="508"/>
                </a:lnTo>
                <a:lnTo>
                  <a:pt x="711" y="509"/>
                </a:lnTo>
                <a:lnTo>
                  <a:pt x="711" y="510"/>
                </a:lnTo>
                <a:lnTo>
                  <a:pt x="711" y="509"/>
                </a:lnTo>
                <a:lnTo>
                  <a:pt x="710" y="509"/>
                </a:lnTo>
                <a:lnTo>
                  <a:pt x="710" y="510"/>
                </a:lnTo>
                <a:lnTo>
                  <a:pt x="710" y="511"/>
                </a:lnTo>
                <a:lnTo>
                  <a:pt x="711" y="511"/>
                </a:lnTo>
                <a:lnTo>
                  <a:pt x="712" y="511"/>
                </a:lnTo>
                <a:lnTo>
                  <a:pt x="712" y="512"/>
                </a:lnTo>
                <a:lnTo>
                  <a:pt x="713" y="512"/>
                </a:lnTo>
                <a:lnTo>
                  <a:pt x="713" y="513"/>
                </a:lnTo>
                <a:lnTo>
                  <a:pt x="713" y="514"/>
                </a:lnTo>
                <a:lnTo>
                  <a:pt x="713" y="515"/>
                </a:lnTo>
                <a:lnTo>
                  <a:pt x="713" y="516"/>
                </a:lnTo>
                <a:lnTo>
                  <a:pt x="712" y="516"/>
                </a:lnTo>
                <a:lnTo>
                  <a:pt x="712" y="517"/>
                </a:lnTo>
                <a:lnTo>
                  <a:pt x="712" y="518"/>
                </a:lnTo>
                <a:lnTo>
                  <a:pt x="712" y="519"/>
                </a:lnTo>
                <a:lnTo>
                  <a:pt x="713" y="519"/>
                </a:lnTo>
                <a:lnTo>
                  <a:pt x="713" y="520"/>
                </a:lnTo>
                <a:lnTo>
                  <a:pt x="712" y="520"/>
                </a:lnTo>
                <a:lnTo>
                  <a:pt x="711" y="521"/>
                </a:lnTo>
                <a:lnTo>
                  <a:pt x="712" y="521"/>
                </a:lnTo>
                <a:lnTo>
                  <a:pt x="712" y="522"/>
                </a:lnTo>
                <a:lnTo>
                  <a:pt x="711" y="523"/>
                </a:lnTo>
                <a:lnTo>
                  <a:pt x="711" y="524"/>
                </a:lnTo>
                <a:lnTo>
                  <a:pt x="710" y="524"/>
                </a:lnTo>
                <a:lnTo>
                  <a:pt x="710" y="525"/>
                </a:lnTo>
                <a:lnTo>
                  <a:pt x="709" y="525"/>
                </a:lnTo>
                <a:lnTo>
                  <a:pt x="709" y="526"/>
                </a:lnTo>
                <a:lnTo>
                  <a:pt x="708" y="527"/>
                </a:lnTo>
                <a:lnTo>
                  <a:pt x="709" y="527"/>
                </a:lnTo>
                <a:lnTo>
                  <a:pt x="709" y="528"/>
                </a:lnTo>
                <a:lnTo>
                  <a:pt x="710" y="529"/>
                </a:lnTo>
                <a:lnTo>
                  <a:pt x="709" y="529"/>
                </a:lnTo>
                <a:lnTo>
                  <a:pt x="709" y="530"/>
                </a:lnTo>
                <a:lnTo>
                  <a:pt x="709" y="531"/>
                </a:lnTo>
                <a:lnTo>
                  <a:pt x="709" y="532"/>
                </a:lnTo>
                <a:lnTo>
                  <a:pt x="710" y="532"/>
                </a:lnTo>
                <a:lnTo>
                  <a:pt x="710" y="531"/>
                </a:lnTo>
                <a:lnTo>
                  <a:pt x="710" y="532"/>
                </a:lnTo>
                <a:lnTo>
                  <a:pt x="711" y="532"/>
                </a:lnTo>
                <a:lnTo>
                  <a:pt x="710" y="533"/>
                </a:lnTo>
                <a:lnTo>
                  <a:pt x="709" y="533"/>
                </a:lnTo>
                <a:lnTo>
                  <a:pt x="708" y="534"/>
                </a:lnTo>
                <a:lnTo>
                  <a:pt x="708" y="535"/>
                </a:lnTo>
                <a:lnTo>
                  <a:pt x="708" y="536"/>
                </a:lnTo>
                <a:lnTo>
                  <a:pt x="708" y="537"/>
                </a:lnTo>
                <a:lnTo>
                  <a:pt x="708" y="538"/>
                </a:lnTo>
                <a:lnTo>
                  <a:pt x="707" y="538"/>
                </a:lnTo>
                <a:lnTo>
                  <a:pt x="706" y="538"/>
                </a:lnTo>
                <a:lnTo>
                  <a:pt x="706" y="539"/>
                </a:lnTo>
                <a:lnTo>
                  <a:pt x="705" y="540"/>
                </a:lnTo>
                <a:lnTo>
                  <a:pt x="705" y="541"/>
                </a:lnTo>
                <a:lnTo>
                  <a:pt x="705" y="542"/>
                </a:lnTo>
                <a:lnTo>
                  <a:pt x="704" y="542"/>
                </a:lnTo>
                <a:lnTo>
                  <a:pt x="704" y="543"/>
                </a:lnTo>
                <a:lnTo>
                  <a:pt x="703" y="543"/>
                </a:lnTo>
                <a:lnTo>
                  <a:pt x="702" y="543"/>
                </a:lnTo>
                <a:lnTo>
                  <a:pt x="701" y="544"/>
                </a:lnTo>
                <a:lnTo>
                  <a:pt x="702" y="544"/>
                </a:lnTo>
                <a:lnTo>
                  <a:pt x="702" y="545"/>
                </a:lnTo>
                <a:lnTo>
                  <a:pt x="701" y="546"/>
                </a:lnTo>
                <a:lnTo>
                  <a:pt x="700" y="546"/>
                </a:lnTo>
                <a:lnTo>
                  <a:pt x="700" y="545"/>
                </a:lnTo>
                <a:lnTo>
                  <a:pt x="699" y="545"/>
                </a:lnTo>
                <a:lnTo>
                  <a:pt x="698" y="545"/>
                </a:lnTo>
                <a:lnTo>
                  <a:pt x="698" y="544"/>
                </a:lnTo>
                <a:lnTo>
                  <a:pt x="699" y="544"/>
                </a:lnTo>
                <a:lnTo>
                  <a:pt x="699" y="543"/>
                </a:lnTo>
                <a:lnTo>
                  <a:pt x="700" y="543"/>
                </a:lnTo>
                <a:lnTo>
                  <a:pt x="700" y="542"/>
                </a:lnTo>
                <a:lnTo>
                  <a:pt x="699" y="542"/>
                </a:lnTo>
                <a:lnTo>
                  <a:pt x="698" y="542"/>
                </a:lnTo>
                <a:lnTo>
                  <a:pt x="698" y="543"/>
                </a:lnTo>
                <a:lnTo>
                  <a:pt x="697" y="543"/>
                </a:lnTo>
                <a:lnTo>
                  <a:pt x="698" y="544"/>
                </a:lnTo>
                <a:lnTo>
                  <a:pt x="698" y="545"/>
                </a:lnTo>
                <a:lnTo>
                  <a:pt x="697" y="545"/>
                </a:lnTo>
                <a:lnTo>
                  <a:pt x="696" y="544"/>
                </a:lnTo>
                <a:lnTo>
                  <a:pt x="696" y="543"/>
                </a:lnTo>
                <a:lnTo>
                  <a:pt x="695" y="543"/>
                </a:lnTo>
                <a:lnTo>
                  <a:pt x="694" y="543"/>
                </a:lnTo>
                <a:lnTo>
                  <a:pt x="694" y="544"/>
                </a:lnTo>
                <a:lnTo>
                  <a:pt x="693" y="544"/>
                </a:lnTo>
                <a:lnTo>
                  <a:pt x="693" y="543"/>
                </a:lnTo>
                <a:lnTo>
                  <a:pt x="693" y="542"/>
                </a:lnTo>
                <a:lnTo>
                  <a:pt x="693" y="541"/>
                </a:lnTo>
                <a:lnTo>
                  <a:pt x="692" y="540"/>
                </a:lnTo>
                <a:lnTo>
                  <a:pt x="692" y="541"/>
                </a:lnTo>
                <a:lnTo>
                  <a:pt x="691" y="542"/>
                </a:lnTo>
                <a:lnTo>
                  <a:pt x="690" y="542"/>
                </a:lnTo>
                <a:lnTo>
                  <a:pt x="690" y="541"/>
                </a:lnTo>
                <a:lnTo>
                  <a:pt x="690" y="540"/>
                </a:lnTo>
                <a:lnTo>
                  <a:pt x="689" y="540"/>
                </a:lnTo>
                <a:lnTo>
                  <a:pt x="689" y="539"/>
                </a:lnTo>
                <a:lnTo>
                  <a:pt x="690" y="538"/>
                </a:lnTo>
                <a:lnTo>
                  <a:pt x="689" y="538"/>
                </a:lnTo>
                <a:lnTo>
                  <a:pt x="688" y="538"/>
                </a:lnTo>
                <a:lnTo>
                  <a:pt x="688" y="539"/>
                </a:lnTo>
                <a:lnTo>
                  <a:pt x="688" y="540"/>
                </a:lnTo>
                <a:lnTo>
                  <a:pt x="688" y="541"/>
                </a:lnTo>
                <a:lnTo>
                  <a:pt x="688" y="542"/>
                </a:lnTo>
                <a:lnTo>
                  <a:pt x="687" y="542"/>
                </a:lnTo>
                <a:lnTo>
                  <a:pt x="687" y="541"/>
                </a:lnTo>
                <a:lnTo>
                  <a:pt x="687" y="540"/>
                </a:lnTo>
                <a:lnTo>
                  <a:pt x="686" y="540"/>
                </a:lnTo>
                <a:lnTo>
                  <a:pt x="685" y="540"/>
                </a:lnTo>
                <a:lnTo>
                  <a:pt x="684" y="540"/>
                </a:lnTo>
                <a:lnTo>
                  <a:pt x="683" y="540"/>
                </a:lnTo>
                <a:lnTo>
                  <a:pt x="683" y="539"/>
                </a:lnTo>
                <a:lnTo>
                  <a:pt x="683" y="538"/>
                </a:lnTo>
                <a:lnTo>
                  <a:pt x="683" y="539"/>
                </a:lnTo>
                <a:lnTo>
                  <a:pt x="682" y="539"/>
                </a:lnTo>
                <a:lnTo>
                  <a:pt x="682" y="538"/>
                </a:lnTo>
                <a:lnTo>
                  <a:pt x="681" y="538"/>
                </a:lnTo>
                <a:lnTo>
                  <a:pt x="682" y="539"/>
                </a:lnTo>
                <a:lnTo>
                  <a:pt x="682" y="540"/>
                </a:lnTo>
                <a:lnTo>
                  <a:pt x="681" y="540"/>
                </a:lnTo>
                <a:lnTo>
                  <a:pt x="681" y="541"/>
                </a:lnTo>
                <a:lnTo>
                  <a:pt x="680" y="541"/>
                </a:lnTo>
                <a:lnTo>
                  <a:pt x="680" y="542"/>
                </a:lnTo>
                <a:lnTo>
                  <a:pt x="679" y="542"/>
                </a:lnTo>
                <a:lnTo>
                  <a:pt x="679" y="541"/>
                </a:lnTo>
                <a:lnTo>
                  <a:pt x="679" y="542"/>
                </a:lnTo>
                <a:lnTo>
                  <a:pt x="678" y="542"/>
                </a:lnTo>
                <a:lnTo>
                  <a:pt x="678" y="541"/>
                </a:lnTo>
                <a:lnTo>
                  <a:pt x="677" y="540"/>
                </a:lnTo>
                <a:lnTo>
                  <a:pt x="677" y="541"/>
                </a:lnTo>
                <a:lnTo>
                  <a:pt x="677" y="542"/>
                </a:lnTo>
                <a:lnTo>
                  <a:pt x="677" y="543"/>
                </a:lnTo>
                <a:lnTo>
                  <a:pt x="677" y="544"/>
                </a:lnTo>
                <a:lnTo>
                  <a:pt x="677" y="545"/>
                </a:lnTo>
                <a:lnTo>
                  <a:pt x="678" y="545"/>
                </a:lnTo>
                <a:lnTo>
                  <a:pt x="678" y="546"/>
                </a:lnTo>
                <a:lnTo>
                  <a:pt x="677" y="546"/>
                </a:lnTo>
                <a:lnTo>
                  <a:pt x="676" y="546"/>
                </a:lnTo>
                <a:lnTo>
                  <a:pt x="676" y="545"/>
                </a:lnTo>
                <a:lnTo>
                  <a:pt x="675" y="545"/>
                </a:lnTo>
                <a:lnTo>
                  <a:pt x="675" y="544"/>
                </a:lnTo>
                <a:lnTo>
                  <a:pt x="674" y="544"/>
                </a:lnTo>
                <a:lnTo>
                  <a:pt x="674" y="545"/>
                </a:lnTo>
                <a:lnTo>
                  <a:pt x="673" y="545"/>
                </a:lnTo>
                <a:lnTo>
                  <a:pt x="674" y="546"/>
                </a:lnTo>
                <a:lnTo>
                  <a:pt x="674" y="547"/>
                </a:lnTo>
                <a:lnTo>
                  <a:pt x="673" y="547"/>
                </a:lnTo>
                <a:lnTo>
                  <a:pt x="672" y="546"/>
                </a:lnTo>
                <a:lnTo>
                  <a:pt x="672" y="545"/>
                </a:lnTo>
                <a:lnTo>
                  <a:pt x="671" y="545"/>
                </a:lnTo>
                <a:lnTo>
                  <a:pt x="670" y="545"/>
                </a:lnTo>
                <a:lnTo>
                  <a:pt x="670" y="546"/>
                </a:lnTo>
                <a:lnTo>
                  <a:pt x="670" y="547"/>
                </a:lnTo>
                <a:lnTo>
                  <a:pt x="669" y="547"/>
                </a:lnTo>
                <a:lnTo>
                  <a:pt x="669" y="546"/>
                </a:lnTo>
                <a:lnTo>
                  <a:pt x="669" y="545"/>
                </a:lnTo>
                <a:lnTo>
                  <a:pt x="668" y="545"/>
                </a:lnTo>
                <a:lnTo>
                  <a:pt x="668" y="546"/>
                </a:lnTo>
                <a:lnTo>
                  <a:pt x="667" y="546"/>
                </a:lnTo>
                <a:lnTo>
                  <a:pt x="666" y="546"/>
                </a:lnTo>
                <a:lnTo>
                  <a:pt x="665" y="546"/>
                </a:lnTo>
                <a:lnTo>
                  <a:pt x="664" y="546"/>
                </a:lnTo>
                <a:lnTo>
                  <a:pt x="664" y="547"/>
                </a:lnTo>
                <a:lnTo>
                  <a:pt x="663" y="547"/>
                </a:lnTo>
                <a:lnTo>
                  <a:pt x="662" y="548"/>
                </a:lnTo>
                <a:lnTo>
                  <a:pt x="661" y="548"/>
                </a:lnTo>
                <a:lnTo>
                  <a:pt x="660" y="547"/>
                </a:lnTo>
                <a:lnTo>
                  <a:pt x="660" y="548"/>
                </a:lnTo>
                <a:lnTo>
                  <a:pt x="659" y="548"/>
                </a:lnTo>
                <a:lnTo>
                  <a:pt x="659" y="549"/>
                </a:lnTo>
                <a:lnTo>
                  <a:pt x="658" y="549"/>
                </a:lnTo>
                <a:lnTo>
                  <a:pt x="657" y="548"/>
                </a:lnTo>
                <a:lnTo>
                  <a:pt x="656" y="548"/>
                </a:lnTo>
                <a:lnTo>
                  <a:pt x="657" y="549"/>
                </a:lnTo>
                <a:lnTo>
                  <a:pt x="658" y="550"/>
                </a:lnTo>
                <a:lnTo>
                  <a:pt x="657" y="550"/>
                </a:lnTo>
                <a:lnTo>
                  <a:pt x="657" y="551"/>
                </a:lnTo>
                <a:lnTo>
                  <a:pt x="656" y="551"/>
                </a:lnTo>
                <a:lnTo>
                  <a:pt x="656" y="550"/>
                </a:lnTo>
                <a:lnTo>
                  <a:pt x="655" y="550"/>
                </a:lnTo>
                <a:lnTo>
                  <a:pt x="654" y="549"/>
                </a:lnTo>
                <a:lnTo>
                  <a:pt x="653" y="548"/>
                </a:lnTo>
                <a:lnTo>
                  <a:pt x="652" y="548"/>
                </a:lnTo>
                <a:lnTo>
                  <a:pt x="652" y="549"/>
                </a:lnTo>
                <a:lnTo>
                  <a:pt x="651" y="549"/>
                </a:lnTo>
                <a:lnTo>
                  <a:pt x="650" y="549"/>
                </a:lnTo>
                <a:lnTo>
                  <a:pt x="649" y="549"/>
                </a:lnTo>
                <a:lnTo>
                  <a:pt x="648" y="549"/>
                </a:lnTo>
                <a:lnTo>
                  <a:pt x="647" y="549"/>
                </a:lnTo>
                <a:lnTo>
                  <a:pt x="645" y="547"/>
                </a:lnTo>
                <a:lnTo>
                  <a:pt x="645" y="546"/>
                </a:lnTo>
                <a:lnTo>
                  <a:pt x="645" y="545"/>
                </a:lnTo>
                <a:lnTo>
                  <a:pt x="645" y="544"/>
                </a:lnTo>
                <a:lnTo>
                  <a:pt x="644" y="544"/>
                </a:lnTo>
                <a:lnTo>
                  <a:pt x="644" y="545"/>
                </a:lnTo>
                <a:lnTo>
                  <a:pt x="643" y="546"/>
                </a:lnTo>
                <a:lnTo>
                  <a:pt x="642" y="546"/>
                </a:lnTo>
                <a:lnTo>
                  <a:pt x="642" y="545"/>
                </a:lnTo>
                <a:lnTo>
                  <a:pt x="641" y="545"/>
                </a:lnTo>
                <a:lnTo>
                  <a:pt x="640" y="545"/>
                </a:lnTo>
                <a:lnTo>
                  <a:pt x="640" y="546"/>
                </a:lnTo>
                <a:lnTo>
                  <a:pt x="639" y="546"/>
                </a:lnTo>
                <a:lnTo>
                  <a:pt x="639" y="545"/>
                </a:lnTo>
                <a:lnTo>
                  <a:pt x="638" y="545"/>
                </a:lnTo>
                <a:lnTo>
                  <a:pt x="637" y="545"/>
                </a:lnTo>
                <a:lnTo>
                  <a:pt x="637" y="546"/>
                </a:lnTo>
                <a:lnTo>
                  <a:pt x="638" y="547"/>
                </a:lnTo>
                <a:lnTo>
                  <a:pt x="637" y="548"/>
                </a:lnTo>
                <a:lnTo>
                  <a:pt x="636" y="548"/>
                </a:lnTo>
                <a:lnTo>
                  <a:pt x="635" y="548"/>
                </a:lnTo>
                <a:lnTo>
                  <a:pt x="634" y="548"/>
                </a:lnTo>
                <a:lnTo>
                  <a:pt x="634" y="549"/>
                </a:lnTo>
                <a:lnTo>
                  <a:pt x="633" y="549"/>
                </a:lnTo>
                <a:lnTo>
                  <a:pt x="632" y="549"/>
                </a:lnTo>
                <a:lnTo>
                  <a:pt x="632" y="548"/>
                </a:lnTo>
                <a:lnTo>
                  <a:pt x="632" y="547"/>
                </a:lnTo>
                <a:lnTo>
                  <a:pt x="631" y="547"/>
                </a:lnTo>
                <a:lnTo>
                  <a:pt x="630" y="547"/>
                </a:lnTo>
                <a:lnTo>
                  <a:pt x="629" y="547"/>
                </a:lnTo>
                <a:lnTo>
                  <a:pt x="628" y="547"/>
                </a:lnTo>
                <a:lnTo>
                  <a:pt x="628" y="548"/>
                </a:lnTo>
                <a:lnTo>
                  <a:pt x="628" y="549"/>
                </a:lnTo>
                <a:lnTo>
                  <a:pt x="628" y="550"/>
                </a:lnTo>
                <a:lnTo>
                  <a:pt x="627" y="550"/>
                </a:lnTo>
                <a:lnTo>
                  <a:pt x="626" y="550"/>
                </a:lnTo>
                <a:lnTo>
                  <a:pt x="626" y="549"/>
                </a:lnTo>
                <a:lnTo>
                  <a:pt x="625" y="549"/>
                </a:lnTo>
                <a:lnTo>
                  <a:pt x="624" y="549"/>
                </a:lnTo>
                <a:lnTo>
                  <a:pt x="623" y="549"/>
                </a:lnTo>
                <a:lnTo>
                  <a:pt x="622" y="549"/>
                </a:lnTo>
                <a:lnTo>
                  <a:pt x="622" y="548"/>
                </a:lnTo>
                <a:lnTo>
                  <a:pt x="621" y="548"/>
                </a:lnTo>
                <a:lnTo>
                  <a:pt x="620" y="549"/>
                </a:lnTo>
                <a:lnTo>
                  <a:pt x="620" y="550"/>
                </a:lnTo>
                <a:lnTo>
                  <a:pt x="619" y="550"/>
                </a:lnTo>
                <a:lnTo>
                  <a:pt x="618" y="550"/>
                </a:lnTo>
                <a:lnTo>
                  <a:pt x="618" y="549"/>
                </a:lnTo>
                <a:lnTo>
                  <a:pt x="617" y="549"/>
                </a:lnTo>
                <a:lnTo>
                  <a:pt x="618" y="549"/>
                </a:lnTo>
                <a:lnTo>
                  <a:pt x="618" y="548"/>
                </a:lnTo>
                <a:lnTo>
                  <a:pt x="619" y="548"/>
                </a:lnTo>
                <a:lnTo>
                  <a:pt x="620" y="547"/>
                </a:lnTo>
                <a:lnTo>
                  <a:pt x="620" y="546"/>
                </a:lnTo>
                <a:lnTo>
                  <a:pt x="620" y="545"/>
                </a:lnTo>
                <a:lnTo>
                  <a:pt x="619" y="545"/>
                </a:lnTo>
                <a:lnTo>
                  <a:pt x="618" y="545"/>
                </a:lnTo>
                <a:lnTo>
                  <a:pt x="618" y="546"/>
                </a:lnTo>
                <a:lnTo>
                  <a:pt x="617" y="546"/>
                </a:lnTo>
                <a:lnTo>
                  <a:pt x="617" y="547"/>
                </a:lnTo>
                <a:lnTo>
                  <a:pt x="616" y="547"/>
                </a:lnTo>
                <a:lnTo>
                  <a:pt x="615" y="547"/>
                </a:lnTo>
                <a:lnTo>
                  <a:pt x="615" y="546"/>
                </a:lnTo>
                <a:lnTo>
                  <a:pt x="615" y="545"/>
                </a:lnTo>
                <a:lnTo>
                  <a:pt x="614" y="545"/>
                </a:lnTo>
                <a:lnTo>
                  <a:pt x="613" y="545"/>
                </a:lnTo>
                <a:lnTo>
                  <a:pt x="613" y="546"/>
                </a:lnTo>
                <a:lnTo>
                  <a:pt x="613" y="545"/>
                </a:lnTo>
                <a:lnTo>
                  <a:pt x="612" y="545"/>
                </a:lnTo>
                <a:lnTo>
                  <a:pt x="613" y="544"/>
                </a:lnTo>
                <a:lnTo>
                  <a:pt x="612" y="544"/>
                </a:lnTo>
                <a:lnTo>
                  <a:pt x="611" y="544"/>
                </a:lnTo>
                <a:lnTo>
                  <a:pt x="611" y="545"/>
                </a:lnTo>
                <a:lnTo>
                  <a:pt x="610" y="545"/>
                </a:lnTo>
                <a:lnTo>
                  <a:pt x="609" y="545"/>
                </a:lnTo>
                <a:lnTo>
                  <a:pt x="609" y="544"/>
                </a:lnTo>
                <a:lnTo>
                  <a:pt x="608" y="544"/>
                </a:lnTo>
                <a:lnTo>
                  <a:pt x="607" y="544"/>
                </a:lnTo>
                <a:lnTo>
                  <a:pt x="607" y="545"/>
                </a:lnTo>
                <a:lnTo>
                  <a:pt x="607" y="546"/>
                </a:lnTo>
                <a:lnTo>
                  <a:pt x="606" y="546"/>
                </a:lnTo>
                <a:lnTo>
                  <a:pt x="606" y="545"/>
                </a:lnTo>
                <a:lnTo>
                  <a:pt x="606" y="544"/>
                </a:lnTo>
                <a:lnTo>
                  <a:pt x="605" y="544"/>
                </a:lnTo>
                <a:lnTo>
                  <a:pt x="605" y="545"/>
                </a:lnTo>
                <a:lnTo>
                  <a:pt x="604" y="545"/>
                </a:lnTo>
                <a:lnTo>
                  <a:pt x="603" y="545"/>
                </a:lnTo>
                <a:lnTo>
                  <a:pt x="602" y="545"/>
                </a:lnTo>
                <a:lnTo>
                  <a:pt x="602" y="544"/>
                </a:lnTo>
                <a:lnTo>
                  <a:pt x="602" y="543"/>
                </a:lnTo>
                <a:lnTo>
                  <a:pt x="603" y="543"/>
                </a:lnTo>
                <a:lnTo>
                  <a:pt x="603" y="544"/>
                </a:lnTo>
                <a:lnTo>
                  <a:pt x="603" y="543"/>
                </a:lnTo>
                <a:lnTo>
                  <a:pt x="603" y="542"/>
                </a:lnTo>
                <a:lnTo>
                  <a:pt x="603" y="541"/>
                </a:lnTo>
                <a:lnTo>
                  <a:pt x="604" y="541"/>
                </a:lnTo>
                <a:lnTo>
                  <a:pt x="605" y="541"/>
                </a:lnTo>
                <a:lnTo>
                  <a:pt x="605" y="540"/>
                </a:lnTo>
                <a:lnTo>
                  <a:pt x="605" y="539"/>
                </a:lnTo>
                <a:lnTo>
                  <a:pt x="604" y="539"/>
                </a:lnTo>
                <a:lnTo>
                  <a:pt x="605" y="539"/>
                </a:lnTo>
                <a:lnTo>
                  <a:pt x="605" y="538"/>
                </a:lnTo>
                <a:lnTo>
                  <a:pt x="606" y="538"/>
                </a:lnTo>
                <a:lnTo>
                  <a:pt x="607" y="538"/>
                </a:lnTo>
                <a:lnTo>
                  <a:pt x="608" y="538"/>
                </a:lnTo>
                <a:lnTo>
                  <a:pt x="608" y="537"/>
                </a:lnTo>
                <a:lnTo>
                  <a:pt x="608" y="536"/>
                </a:lnTo>
                <a:lnTo>
                  <a:pt x="607" y="536"/>
                </a:lnTo>
                <a:lnTo>
                  <a:pt x="606" y="536"/>
                </a:lnTo>
                <a:lnTo>
                  <a:pt x="605" y="537"/>
                </a:lnTo>
                <a:lnTo>
                  <a:pt x="604" y="537"/>
                </a:lnTo>
                <a:lnTo>
                  <a:pt x="603" y="537"/>
                </a:lnTo>
                <a:lnTo>
                  <a:pt x="602" y="537"/>
                </a:lnTo>
                <a:lnTo>
                  <a:pt x="602" y="536"/>
                </a:lnTo>
                <a:lnTo>
                  <a:pt x="602" y="535"/>
                </a:lnTo>
                <a:lnTo>
                  <a:pt x="602" y="534"/>
                </a:lnTo>
                <a:lnTo>
                  <a:pt x="601" y="534"/>
                </a:lnTo>
                <a:lnTo>
                  <a:pt x="600" y="535"/>
                </a:lnTo>
                <a:lnTo>
                  <a:pt x="599" y="535"/>
                </a:lnTo>
                <a:lnTo>
                  <a:pt x="598" y="535"/>
                </a:lnTo>
                <a:lnTo>
                  <a:pt x="598" y="534"/>
                </a:lnTo>
                <a:lnTo>
                  <a:pt x="599" y="534"/>
                </a:lnTo>
                <a:lnTo>
                  <a:pt x="599" y="533"/>
                </a:lnTo>
                <a:lnTo>
                  <a:pt x="600" y="533"/>
                </a:lnTo>
                <a:lnTo>
                  <a:pt x="600" y="532"/>
                </a:lnTo>
                <a:lnTo>
                  <a:pt x="599" y="532"/>
                </a:lnTo>
                <a:lnTo>
                  <a:pt x="598" y="532"/>
                </a:lnTo>
                <a:lnTo>
                  <a:pt x="597" y="532"/>
                </a:lnTo>
                <a:lnTo>
                  <a:pt x="596" y="532"/>
                </a:lnTo>
                <a:lnTo>
                  <a:pt x="596" y="531"/>
                </a:lnTo>
                <a:lnTo>
                  <a:pt x="595" y="531"/>
                </a:lnTo>
                <a:lnTo>
                  <a:pt x="594" y="530"/>
                </a:lnTo>
                <a:lnTo>
                  <a:pt x="594" y="531"/>
                </a:lnTo>
                <a:lnTo>
                  <a:pt x="593" y="530"/>
                </a:lnTo>
                <a:lnTo>
                  <a:pt x="592" y="530"/>
                </a:lnTo>
                <a:lnTo>
                  <a:pt x="592" y="529"/>
                </a:lnTo>
                <a:lnTo>
                  <a:pt x="592" y="528"/>
                </a:lnTo>
                <a:lnTo>
                  <a:pt x="592" y="527"/>
                </a:lnTo>
                <a:lnTo>
                  <a:pt x="593" y="527"/>
                </a:lnTo>
                <a:lnTo>
                  <a:pt x="594" y="527"/>
                </a:lnTo>
                <a:lnTo>
                  <a:pt x="595" y="527"/>
                </a:lnTo>
                <a:lnTo>
                  <a:pt x="595" y="526"/>
                </a:lnTo>
                <a:lnTo>
                  <a:pt x="595" y="525"/>
                </a:lnTo>
                <a:lnTo>
                  <a:pt x="594" y="525"/>
                </a:lnTo>
                <a:lnTo>
                  <a:pt x="594" y="526"/>
                </a:lnTo>
                <a:lnTo>
                  <a:pt x="593" y="526"/>
                </a:lnTo>
                <a:lnTo>
                  <a:pt x="593" y="525"/>
                </a:lnTo>
                <a:lnTo>
                  <a:pt x="592" y="525"/>
                </a:lnTo>
                <a:lnTo>
                  <a:pt x="593" y="524"/>
                </a:lnTo>
                <a:lnTo>
                  <a:pt x="592" y="523"/>
                </a:lnTo>
                <a:lnTo>
                  <a:pt x="592" y="522"/>
                </a:lnTo>
                <a:lnTo>
                  <a:pt x="592" y="521"/>
                </a:lnTo>
                <a:lnTo>
                  <a:pt x="591" y="520"/>
                </a:lnTo>
                <a:lnTo>
                  <a:pt x="591" y="521"/>
                </a:lnTo>
                <a:lnTo>
                  <a:pt x="590" y="521"/>
                </a:lnTo>
                <a:lnTo>
                  <a:pt x="589" y="521"/>
                </a:lnTo>
                <a:lnTo>
                  <a:pt x="588" y="521"/>
                </a:lnTo>
                <a:lnTo>
                  <a:pt x="587" y="521"/>
                </a:lnTo>
                <a:lnTo>
                  <a:pt x="587" y="520"/>
                </a:lnTo>
                <a:lnTo>
                  <a:pt x="587" y="519"/>
                </a:lnTo>
                <a:lnTo>
                  <a:pt x="586" y="519"/>
                </a:lnTo>
                <a:lnTo>
                  <a:pt x="585" y="519"/>
                </a:lnTo>
                <a:lnTo>
                  <a:pt x="584" y="519"/>
                </a:lnTo>
                <a:lnTo>
                  <a:pt x="584" y="518"/>
                </a:lnTo>
                <a:lnTo>
                  <a:pt x="583" y="518"/>
                </a:lnTo>
                <a:lnTo>
                  <a:pt x="582" y="518"/>
                </a:lnTo>
                <a:lnTo>
                  <a:pt x="582" y="519"/>
                </a:lnTo>
                <a:lnTo>
                  <a:pt x="581" y="519"/>
                </a:lnTo>
                <a:lnTo>
                  <a:pt x="580" y="519"/>
                </a:lnTo>
                <a:lnTo>
                  <a:pt x="579" y="519"/>
                </a:lnTo>
                <a:lnTo>
                  <a:pt x="579" y="518"/>
                </a:lnTo>
                <a:lnTo>
                  <a:pt x="579" y="517"/>
                </a:lnTo>
                <a:lnTo>
                  <a:pt x="580" y="517"/>
                </a:lnTo>
                <a:lnTo>
                  <a:pt x="581" y="517"/>
                </a:lnTo>
                <a:lnTo>
                  <a:pt x="581" y="516"/>
                </a:lnTo>
                <a:lnTo>
                  <a:pt x="581" y="515"/>
                </a:lnTo>
                <a:lnTo>
                  <a:pt x="580" y="515"/>
                </a:lnTo>
                <a:lnTo>
                  <a:pt x="580" y="514"/>
                </a:lnTo>
                <a:lnTo>
                  <a:pt x="579" y="514"/>
                </a:lnTo>
                <a:lnTo>
                  <a:pt x="578" y="514"/>
                </a:lnTo>
                <a:lnTo>
                  <a:pt x="578" y="515"/>
                </a:lnTo>
                <a:lnTo>
                  <a:pt x="577" y="516"/>
                </a:lnTo>
                <a:lnTo>
                  <a:pt x="576" y="517"/>
                </a:lnTo>
                <a:lnTo>
                  <a:pt x="575" y="517"/>
                </a:lnTo>
                <a:lnTo>
                  <a:pt x="575" y="518"/>
                </a:lnTo>
                <a:lnTo>
                  <a:pt x="574" y="518"/>
                </a:lnTo>
                <a:lnTo>
                  <a:pt x="574" y="519"/>
                </a:lnTo>
                <a:lnTo>
                  <a:pt x="573" y="520"/>
                </a:lnTo>
                <a:lnTo>
                  <a:pt x="573" y="522"/>
                </a:lnTo>
                <a:lnTo>
                  <a:pt x="573" y="524"/>
                </a:lnTo>
                <a:lnTo>
                  <a:pt x="573" y="525"/>
                </a:lnTo>
                <a:lnTo>
                  <a:pt x="573" y="526"/>
                </a:lnTo>
                <a:lnTo>
                  <a:pt x="573" y="527"/>
                </a:lnTo>
                <a:lnTo>
                  <a:pt x="572" y="527"/>
                </a:lnTo>
                <a:lnTo>
                  <a:pt x="572" y="528"/>
                </a:lnTo>
                <a:lnTo>
                  <a:pt x="571" y="527"/>
                </a:lnTo>
                <a:lnTo>
                  <a:pt x="571" y="526"/>
                </a:lnTo>
                <a:lnTo>
                  <a:pt x="570" y="525"/>
                </a:lnTo>
                <a:lnTo>
                  <a:pt x="569" y="525"/>
                </a:lnTo>
                <a:lnTo>
                  <a:pt x="569" y="526"/>
                </a:lnTo>
                <a:lnTo>
                  <a:pt x="568" y="526"/>
                </a:lnTo>
                <a:lnTo>
                  <a:pt x="568" y="527"/>
                </a:lnTo>
                <a:lnTo>
                  <a:pt x="568" y="528"/>
                </a:lnTo>
                <a:lnTo>
                  <a:pt x="569" y="528"/>
                </a:lnTo>
                <a:lnTo>
                  <a:pt x="569" y="530"/>
                </a:lnTo>
                <a:lnTo>
                  <a:pt x="569" y="531"/>
                </a:lnTo>
                <a:lnTo>
                  <a:pt x="570" y="531"/>
                </a:lnTo>
                <a:lnTo>
                  <a:pt x="570" y="532"/>
                </a:lnTo>
                <a:lnTo>
                  <a:pt x="569" y="532"/>
                </a:lnTo>
                <a:lnTo>
                  <a:pt x="568" y="532"/>
                </a:lnTo>
                <a:lnTo>
                  <a:pt x="567" y="532"/>
                </a:lnTo>
                <a:lnTo>
                  <a:pt x="567" y="531"/>
                </a:lnTo>
                <a:lnTo>
                  <a:pt x="567" y="530"/>
                </a:lnTo>
                <a:lnTo>
                  <a:pt x="566" y="529"/>
                </a:lnTo>
                <a:lnTo>
                  <a:pt x="565" y="529"/>
                </a:lnTo>
                <a:lnTo>
                  <a:pt x="565" y="528"/>
                </a:lnTo>
                <a:lnTo>
                  <a:pt x="564" y="528"/>
                </a:lnTo>
                <a:lnTo>
                  <a:pt x="563" y="528"/>
                </a:lnTo>
                <a:lnTo>
                  <a:pt x="563" y="527"/>
                </a:lnTo>
                <a:lnTo>
                  <a:pt x="562" y="527"/>
                </a:lnTo>
                <a:lnTo>
                  <a:pt x="561" y="526"/>
                </a:lnTo>
                <a:lnTo>
                  <a:pt x="560" y="526"/>
                </a:lnTo>
                <a:lnTo>
                  <a:pt x="559" y="526"/>
                </a:lnTo>
                <a:lnTo>
                  <a:pt x="558" y="527"/>
                </a:lnTo>
                <a:lnTo>
                  <a:pt x="558" y="528"/>
                </a:lnTo>
                <a:lnTo>
                  <a:pt x="558" y="529"/>
                </a:lnTo>
                <a:lnTo>
                  <a:pt x="558" y="530"/>
                </a:lnTo>
                <a:lnTo>
                  <a:pt x="559" y="530"/>
                </a:lnTo>
                <a:lnTo>
                  <a:pt x="561" y="530"/>
                </a:lnTo>
                <a:lnTo>
                  <a:pt x="562" y="531"/>
                </a:lnTo>
                <a:lnTo>
                  <a:pt x="562" y="532"/>
                </a:lnTo>
                <a:lnTo>
                  <a:pt x="561" y="532"/>
                </a:lnTo>
                <a:lnTo>
                  <a:pt x="561" y="533"/>
                </a:lnTo>
                <a:lnTo>
                  <a:pt x="561" y="534"/>
                </a:lnTo>
                <a:lnTo>
                  <a:pt x="560" y="535"/>
                </a:lnTo>
                <a:lnTo>
                  <a:pt x="559" y="535"/>
                </a:lnTo>
                <a:lnTo>
                  <a:pt x="559" y="536"/>
                </a:lnTo>
                <a:lnTo>
                  <a:pt x="559" y="537"/>
                </a:lnTo>
                <a:lnTo>
                  <a:pt x="560" y="537"/>
                </a:lnTo>
                <a:lnTo>
                  <a:pt x="559" y="537"/>
                </a:lnTo>
                <a:lnTo>
                  <a:pt x="558" y="538"/>
                </a:lnTo>
                <a:lnTo>
                  <a:pt x="557" y="539"/>
                </a:lnTo>
                <a:lnTo>
                  <a:pt x="556" y="539"/>
                </a:lnTo>
                <a:lnTo>
                  <a:pt x="555" y="538"/>
                </a:lnTo>
                <a:lnTo>
                  <a:pt x="554" y="538"/>
                </a:lnTo>
                <a:lnTo>
                  <a:pt x="553" y="538"/>
                </a:lnTo>
                <a:lnTo>
                  <a:pt x="553" y="539"/>
                </a:lnTo>
                <a:lnTo>
                  <a:pt x="552" y="539"/>
                </a:lnTo>
                <a:lnTo>
                  <a:pt x="552" y="540"/>
                </a:lnTo>
                <a:lnTo>
                  <a:pt x="553" y="541"/>
                </a:lnTo>
                <a:lnTo>
                  <a:pt x="553" y="542"/>
                </a:lnTo>
                <a:lnTo>
                  <a:pt x="553" y="543"/>
                </a:lnTo>
                <a:lnTo>
                  <a:pt x="552" y="543"/>
                </a:lnTo>
                <a:lnTo>
                  <a:pt x="552" y="544"/>
                </a:lnTo>
                <a:lnTo>
                  <a:pt x="552" y="545"/>
                </a:lnTo>
                <a:lnTo>
                  <a:pt x="551" y="545"/>
                </a:lnTo>
                <a:lnTo>
                  <a:pt x="551" y="546"/>
                </a:lnTo>
                <a:lnTo>
                  <a:pt x="550" y="546"/>
                </a:lnTo>
                <a:lnTo>
                  <a:pt x="550" y="548"/>
                </a:lnTo>
                <a:lnTo>
                  <a:pt x="550" y="549"/>
                </a:lnTo>
                <a:lnTo>
                  <a:pt x="551" y="549"/>
                </a:lnTo>
                <a:lnTo>
                  <a:pt x="551" y="550"/>
                </a:lnTo>
                <a:lnTo>
                  <a:pt x="552" y="550"/>
                </a:lnTo>
                <a:lnTo>
                  <a:pt x="552" y="551"/>
                </a:lnTo>
                <a:lnTo>
                  <a:pt x="553" y="552"/>
                </a:lnTo>
                <a:lnTo>
                  <a:pt x="553" y="553"/>
                </a:lnTo>
                <a:lnTo>
                  <a:pt x="553" y="554"/>
                </a:lnTo>
                <a:lnTo>
                  <a:pt x="552" y="555"/>
                </a:lnTo>
                <a:lnTo>
                  <a:pt x="551" y="555"/>
                </a:lnTo>
                <a:lnTo>
                  <a:pt x="551" y="556"/>
                </a:lnTo>
                <a:lnTo>
                  <a:pt x="552" y="556"/>
                </a:lnTo>
                <a:lnTo>
                  <a:pt x="552" y="557"/>
                </a:lnTo>
                <a:lnTo>
                  <a:pt x="551" y="557"/>
                </a:lnTo>
                <a:lnTo>
                  <a:pt x="551" y="558"/>
                </a:lnTo>
                <a:lnTo>
                  <a:pt x="551" y="559"/>
                </a:lnTo>
                <a:lnTo>
                  <a:pt x="552" y="560"/>
                </a:lnTo>
                <a:lnTo>
                  <a:pt x="551" y="560"/>
                </a:lnTo>
                <a:lnTo>
                  <a:pt x="551" y="561"/>
                </a:lnTo>
                <a:lnTo>
                  <a:pt x="551" y="562"/>
                </a:lnTo>
                <a:lnTo>
                  <a:pt x="551" y="563"/>
                </a:lnTo>
                <a:lnTo>
                  <a:pt x="552" y="563"/>
                </a:lnTo>
                <a:lnTo>
                  <a:pt x="552" y="564"/>
                </a:lnTo>
                <a:lnTo>
                  <a:pt x="551" y="564"/>
                </a:lnTo>
                <a:lnTo>
                  <a:pt x="551" y="565"/>
                </a:lnTo>
                <a:lnTo>
                  <a:pt x="551" y="566"/>
                </a:lnTo>
                <a:lnTo>
                  <a:pt x="550" y="567"/>
                </a:lnTo>
                <a:lnTo>
                  <a:pt x="550" y="568"/>
                </a:lnTo>
                <a:lnTo>
                  <a:pt x="550" y="569"/>
                </a:lnTo>
                <a:lnTo>
                  <a:pt x="550" y="570"/>
                </a:lnTo>
                <a:lnTo>
                  <a:pt x="549" y="571"/>
                </a:lnTo>
                <a:lnTo>
                  <a:pt x="549" y="572"/>
                </a:lnTo>
                <a:lnTo>
                  <a:pt x="550" y="572"/>
                </a:lnTo>
                <a:lnTo>
                  <a:pt x="550" y="573"/>
                </a:lnTo>
                <a:lnTo>
                  <a:pt x="550" y="575"/>
                </a:lnTo>
                <a:lnTo>
                  <a:pt x="550" y="576"/>
                </a:lnTo>
                <a:lnTo>
                  <a:pt x="550" y="577"/>
                </a:lnTo>
                <a:lnTo>
                  <a:pt x="551" y="577"/>
                </a:lnTo>
                <a:lnTo>
                  <a:pt x="551" y="578"/>
                </a:lnTo>
                <a:lnTo>
                  <a:pt x="552" y="578"/>
                </a:lnTo>
                <a:lnTo>
                  <a:pt x="552" y="577"/>
                </a:lnTo>
                <a:lnTo>
                  <a:pt x="553" y="577"/>
                </a:lnTo>
                <a:lnTo>
                  <a:pt x="553" y="578"/>
                </a:lnTo>
                <a:lnTo>
                  <a:pt x="554" y="578"/>
                </a:lnTo>
                <a:lnTo>
                  <a:pt x="555" y="579"/>
                </a:lnTo>
                <a:lnTo>
                  <a:pt x="555" y="580"/>
                </a:lnTo>
                <a:lnTo>
                  <a:pt x="554" y="581"/>
                </a:lnTo>
                <a:lnTo>
                  <a:pt x="554" y="582"/>
                </a:lnTo>
                <a:lnTo>
                  <a:pt x="553" y="582"/>
                </a:lnTo>
                <a:lnTo>
                  <a:pt x="552" y="582"/>
                </a:lnTo>
                <a:lnTo>
                  <a:pt x="551" y="582"/>
                </a:lnTo>
                <a:lnTo>
                  <a:pt x="550" y="582"/>
                </a:lnTo>
                <a:lnTo>
                  <a:pt x="550" y="583"/>
                </a:lnTo>
                <a:lnTo>
                  <a:pt x="549" y="583"/>
                </a:lnTo>
                <a:lnTo>
                  <a:pt x="549" y="582"/>
                </a:lnTo>
                <a:lnTo>
                  <a:pt x="550" y="582"/>
                </a:lnTo>
                <a:lnTo>
                  <a:pt x="550" y="581"/>
                </a:lnTo>
                <a:lnTo>
                  <a:pt x="551" y="581"/>
                </a:lnTo>
                <a:lnTo>
                  <a:pt x="552" y="581"/>
                </a:lnTo>
                <a:lnTo>
                  <a:pt x="552" y="580"/>
                </a:lnTo>
                <a:lnTo>
                  <a:pt x="552" y="579"/>
                </a:lnTo>
                <a:lnTo>
                  <a:pt x="551" y="579"/>
                </a:lnTo>
                <a:lnTo>
                  <a:pt x="550" y="579"/>
                </a:lnTo>
                <a:lnTo>
                  <a:pt x="549" y="580"/>
                </a:lnTo>
                <a:lnTo>
                  <a:pt x="547" y="582"/>
                </a:lnTo>
                <a:lnTo>
                  <a:pt x="546" y="582"/>
                </a:lnTo>
                <a:lnTo>
                  <a:pt x="545" y="583"/>
                </a:lnTo>
                <a:lnTo>
                  <a:pt x="545" y="584"/>
                </a:lnTo>
                <a:lnTo>
                  <a:pt x="545" y="585"/>
                </a:lnTo>
                <a:lnTo>
                  <a:pt x="546" y="585"/>
                </a:lnTo>
                <a:lnTo>
                  <a:pt x="546" y="586"/>
                </a:lnTo>
                <a:lnTo>
                  <a:pt x="545" y="586"/>
                </a:lnTo>
                <a:lnTo>
                  <a:pt x="544" y="586"/>
                </a:lnTo>
                <a:lnTo>
                  <a:pt x="543" y="587"/>
                </a:lnTo>
                <a:lnTo>
                  <a:pt x="543" y="589"/>
                </a:lnTo>
                <a:lnTo>
                  <a:pt x="543" y="590"/>
                </a:lnTo>
                <a:lnTo>
                  <a:pt x="542" y="591"/>
                </a:lnTo>
                <a:lnTo>
                  <a:pt x="542" y="592"/>
                </a:lnTo>
                <a:lnTo>
                  <a:pt x="541" y="592"/>
                </a:lnTo>
                <a:lnTo>
                  <a:pt x="541" y="593"/>
                </a:lnTo>
                <a:lnTo>
                  <a:pt x="541" y="594"/>
                </a:lnTo>
                <a:lnTo>
                  <a:pt x="541" y="595"/>
                </a:lnTo>
                <a:lnTo>
                  <a:pt x="541" y="596"/>
                </a:lnTo>
                <a:lnTo>
                  <a:pt x="541" y="597"/>
                </a:lnTo>
                <a:lnTo>
                  <a:pt x="541" y="598"/>
                </a:lnTo>
                <a:lnTo>
                  <a:pt x="540" y="599"/>
                </a:lnTo>
                <a:lnTo>
                  <a:pt x="539" y="599"/>
                </a:lnTo>
                <a:lnTo>
                  <a:pt x="539" y="600"/>
                </a:lnTo>
                <a:lnTo>
                  <a:pt x="538" y="600"/>
                </a:lnTo>
                <a:lnTo>
                  <a:pt x="538" y="601"/>
                </a:lnTo>
                <a:lnTo>
                  <a:pt x="538" y="602"/>
                </a:lnTo>
                <a:lnTo>
                  <a:pt x="538" y="604"/>
                </a:lnTo>
                <a:lnTo>
                  <a:pt x="538" y="605"/>
                </a:lnTo>
                <a:lnTo>
                  <a:pt x="538" y="606"/>
                </a:lnTo>
                <a:lnTo>
                  <a:pt x="537" y="606"/>
                </a:lnTo>
                <a:lnTo>
                  <a:pt x="536" y="606"/>
                </a:lnTo>
                <a:lnTo>
                  <a:pt x="536" y="607"/>
                </a:lnTo>
                <a:lnTo>
                  <a:pt x="536" y="608"/>
                </a:lnTo>
                <a:lnTo>
                  <a:pt x="537" y="608"/>
                </a:lnTo>
                <a:lnTo>
                  <a:pt x="537" y="609"/>
                </a:lnTo>
                <a:lnTo>
                  <a:pt x="537" y="610"/>
                </a:lnTo>
                <a:lnTo>
                  <a:pt x="536" y="611"/>
                </a:lnTo>
                <a:lnTo>
                  <a:pt x="535" y="612"/>
                </a:lnTo>
                <a:lnTo>
                  <a:pt x="534" y="612"/>
                </a:lnTo>
                <a:lnTo>
                  <a:pt x="533" y="613"/>
                </a:lnTo>
                <a:lnTo>
                  <a:pt x="532" y="613"/>
                </a:lnTo>
                <a:lnTo>
                  <a:pt x="532" y="615"/>
                </a:lnTo>
                <a:lnTo>
                  <a:pt x="532" y="616"/>
                </a:lnTo>
                <a:lnTo>
                  <a:pt x="531" y="616"/>
                </a:lnTo>
                <a:lnTo>
                  <a:pt x="530" y="617"/>
                </a:lnTo>
                <a:lnTo>
                  <a:pt x="529" y="618"/>
                </a:lnTo>
                <a:lnTo>
                  <a:pt x="529" y="619"/>
                </a:lnTo>
                <a:lnTo>
                  <a:pt x="529" y="620"/>
                </a:lnTo>
                <a:lnTo>
                  <a:pt x="528" y="621"/>
                </a:lnTo>
                <a:lnTo>
                  <a:pt x="527" y="622"/>
                </a:lnTo>
                <a:lnTo>
                  <a:pt x="526" y="622"/>
                </a:lnTo>
                <a:lnTo>
                  <a:pt x="524" y="622"/>
                </a:lnTo>
                <a:lnTo>
                  <a:pt x="523" y="623"/>
                </a:lnTo>
                <a:lnTo>
                  <a:pt x="523" y="624"/>
                </a:lnTo>
                <a:lnTo>
                  <a:pt x="523" y="625"/>
                </a:lnTo>
                <a:lnTo>
                  <a:pt x="524" y="625"/>
                </a:lnTo>
                <a:lnTo>
                  <a:pt x="524" y="626"/>
                </a:lnTo>
                <a:lnTo>
                  <a:pt x="525" y="626"/>
                </a:lnTo>
                <a:lnTo>
                  <a:pt x="525" y="627"/>
                </a:lnTo>
                <a:lnTo>
                  <a:pt x="525" y="629"/>
                </a:lnTo>
                <a:lnTo>
                  <a:pt x="525" y="630"/>
                </a:lnTo>
                <a:lnTo>
                  <a:pt x="524" y="630"/>
                </a:lnTo>
                <a:lnTo>
                  <a:pt x="523" y="630"/>
                </a:lnTo>
                <a:lnTo>
                  <a:pt x="523" y="631"/>
                </a:lnTo>
                <a:lnTo>
                  <a:pt x="523" y="632"/>
                </a:lnTo>
                <a:lnTo>
                  <a:pt x="524" y="632"/>
                </a:lnTo>
                <a:lnTo>
                  <a:pt x="524" y="633"/>
                </a:lnTo>
                <a:lnTo>
                  <a:pt x="524" y="634"/>
                </a:lnTo>
                <a:lnTo>
                  <a:pt x="523" y="634"/>
                </a:lnTo>
                <a:lnTo>
                  <a:pt x="522" y="634"/>
                </a:lnTo>
                <a:lnTo>
                  <a:pt x="521" y="635"/>
                </a:lnTo>
                <a:lnTo>
                  <a:pt x="521" y="636"/>
                </a:lnTo>
                <a:lnTo>
                  <a:pt x="522" y="637"/>
                </a:lnTo>
                <a:lnTo>
                  <a:pt x="523" y="637"/>
                </a:lnTo>
                <a:lnTo>
                  <a:pt x="523" y="638"/>
                </a:lnTo>
                <a:lnTo>
                  <a:pt x="522" y="638"/>
                </a:lnTo>
                <a:lnTo>
                  <a:pt x="522" y="639"/>
                </a:lnTo>
                <a:lnTo>
                  <a:pt x="521" y="639"/>
                </a:lnTo>
                <a:lnTo>
                  <a:pt x="521" y="640"/>
                </a:lnTo>
                <a:lnTo>
                  <a:pt x="520" y="641"/>
                </a:lnTo>
                <a:lnTo>
                  <a:pt x="521" y="641"/>
                </a:lnTo>
                <a:lnTo>
                  <a:pt x="521" y="642"/>
                </a:lnTo>
                <a:lnTo>
                  <a:pt x="520" y="643"/>
                </a:lnTo>
                <a:lnTo>
                  <a:pt x="520" y="644"/>
                </a:lnTo>
                <a:lnTo>
                  <a:pt x="520" y="645"/>
                </a:lnTo>
                <a:lnTo>
                  <a:pt x="519" y="645"/>
                </a:lnTo>
                <a:lnTo>
                  <a:pt x="518" y="645"/>
                </a:lnTo>
                <a:lnTo>
                  <a:pt x="517" y="645"/>
                </a:lnTo>
                <a:lnTo>
                  <a:pt x="516" y="646"/>
                </a:lnTo>
                <a:lnTo>
                  <a:pt x="515" y="646"/>
                </a:lnTo>
                <a:lnTo>
                  <a:pt x="515" y="647"/>
                </a:lnTo>
                <a:lnTo>
                  <a:pt x="515" y="648"/>
                </a:lnTo>
                <a:lnTo>
                  <a:pt x="516" y="648"/>
                </a:lnTo>
                <a:lnTo>
                  <a:pt x="517" y="647"/>
                </a:lnTo>
                <a:lnTo>
                  <a:pt x="518" y="647"/>
                </a:lnTo>
                <a:lnTo>
                  <a:pt x="519" y="648"/>
                </a:lnTo>
                <a:lnTo>
                  <a:pt x="518" y="648"/>
                </a:lnTo>
                <a:lnTo>
                  <a:pt x="518" y="649"/>
                </a:lnTo>
                <a:lnTo>
                  <a:pt x="517" y="649"/>
                </a:lnTo>
                <a:lnTo>
                  <a:pt x="517" y="650"/>
                </a:lnTo>
                <a:lnTo>
                  <a:pt x="517" y="649"/>
                </a:lnTo>
                <a:lnTo>
                  <a:pt x="516" y="649"/>
                </a:lnTo>
                <a:lnTo>
                  <a:pt x="515" y="649"/>
                </a:lnTo>
                <a:lnTo>
                  <a:pt x="514" y="650"/>
                </a:lnTo>
                <a:lnTo>
                  <a:pt x="514" y="651"/>
                </a:lnTo>
                <a:lnTo>
                  <a:pt x="514" y="652"/>
                </a:lnTo>
                <a:lnTo>
                  <a:pt x="513" y="653"/>
                </a:lnTo>
                <a:lnTo>
                  <a:pt x="512" y="653"/>
                </a:lnTo>
                <a:lnTo>
                  <a:pt x="511" y="653"/>
                </a:lnTo>
                <a:lnTo>
                  <a:pt x="510" y="653"/>
                </a:lnTo>
                <a:lnTo>
                  <a:pt x="509" y="653"/>
                </a:lnTo>
                <a:lnTo>
                  <a:pt x="509" y="652"/>
                </a:lnTo>
                <a:lnTo>
                  <a:pt x="509" y="651"/>
                </a:lnTo>
                <a:lnTo>
                  <a:pt x="509" y="650"/>
                </a:lnTo>
                <a:lnTo>
                  <a:pt x="509" y="649"/>
                </a:lnTo>
                <a:lnTo>
                  <a:pt x="509" y="650"/>
                </a:lnTo>
                <a:lnTo>
                  <a:pt x="508" y="650"/>
                </a:lnTo>
                <a:lnTo>
                  <a:pt x="508" y="651"/>
                </a:lnTo>
                <a:lnTo>
                  <a:pt x="508" y="652"/>
                </a:lnTo>
                <a:lnTo>
                  <a:pt x="507" y="652"/>
                </a:lnTo>
                <a:lnTo>
                  <a:pt x="506" y="652"/>
                </a:lnTo>
                <a:lnTo>
                  <a:pt x="506" y="651"/>
                </a:lnTo>
                <a:lnTo>
                  <a:pt x="505" y="651"/>
                </a:lnTo>
                <a:lnTo>
                  <a:pt x="505" y="652"/>
                </a:lnTo>
                <a:lnTo>
                  <a:pt x="505" y="654"/>
                </a:lnTo>
                <a:lnTo>
                  <a:pt x="504" y="654"/>
                </a:lnTo>
                <a:lnTo>
                  <a:pt x="504" y="655"/>
                </a:lnTo>
                <a:lnTo>
                  <a:pt x="503" y="655"/>
                </a:lnTo>
                <a:lnTo>
                  <a:pt x="502" y="656"/>
                </a:lnTo>
                <a:lnTo>
                  <a:pt x="501" y="656"/>
                </a:lnTo>
                <a:lnTo>
                  <a:pt x="501" y="657"/>
                </a:lnTo>
                <a:lnTo>
                  <a:pt x="501" y="658"/>
                </a:lnTo>
                <a:lnTo>
                  <a:pt x="500" y="658"/>
                </a:lnTo>
                <a:lnTo>
                  <a:pt x="500" y="657"/>
                </a:lnTo>
                <a:lnTo>
                  <a:pt x="499" y="657"/>
                </a:lnTo>
                <a:lnTo>
                  <a:pt x="499" y="656"/>
                </a:lnTo>
                <a:lnTo>
                  <a:pt x="499" y="655"/>
                </a:lnTo>
                <a:lnTo>
                  <a:pt x="498" y="655"/>
                </a:lnTo>
                <a:lnTo>
                  <a:pt x="496" y="655"/>
                </a:lnTo>
                <a:lnTo>
                  <a:pt x="495" y="655"/>
                </a:lnTo>
                <a:lnTo>
                  <a:pt x="495" y="656"/>
                </a:lnTo>
                <a:lnTo>
                  <a:pt x="494" y="657"/>
                </a:lnTo>
                <a:lnTo>
                  <a:pt x="494" y="658"/>
                </a:lnTo>
                <a:lnTo>
                  <a:pt x="493" y="658"/>
                </a:lnTo>
                <a:lnTo>
                  <a:pt x="492" y="658"/>
                </a:lnTo>
                <a:lnTo>
                  <a:pt x="493" y="658"/>
                </a:lnTo>
                <a:lnTo>
                  <a:pt x="492" y="658"/>
                </a:lnTo>
                <a:lnTo>
                  <a:pt x="491" y="659"/>
                </a:lnTo>
                <a:lnTo>
                  <a:pt x="490" y="659"/>
                </a:lnTo>
                <a:lnTo>
                  <a:pt x="490" y="660"/>
                </a:lnTo>
                <a:lnTo>
                  <a:pt x="490" y="659"/>
                </a:lnTo>
                <a:lnTo>
                  <a:pt x="490" y="658"/>
                </a:lnTo>
                <a:lnTo>
                  <a:pt x="489" y="658"/>
                </a:lnTo>
                <a:lnTo>
                  <a:pt x="489" y="657"/>
                </a:lnTo>
                <a:lnTo>
                  <a:pt x="488" y="657"/>
                </a:lnTo>
                <a:lnTo>
                  <a:pt x="488" y="656"/>
                </a:lnTo>
                <a:lnTo>
                  <a:pt x="487" y="656"/>
                </a:lnTo>
                <a:lnTo>
                  <a:pt x="486" y="656"/>
                </a:lnTo>
                <a:lnTo>
                  <a:pt x="486" y="655"/>
                </a:lnTo>
                <a:lnTo>
                  <a:pt x="485" y="655"/>
                </a:lnTo>
                <a:lnTo>
                  <a:pt x="485" y="654"/>
                </a:lnTo>
                <a:lnTo>
                  <a:pt x="484" y="654"/>
                </a:lnTo>
                <a:lnTo>
                  <a:pt x="484" y="655"/>
                </a:lnTo>
                <a:lnTo>
                  <a:pt x="484" y="656"/>
                </a:lnTo>
                <a:lnTo>
                  <a:pt x="483" y="656"/>
                </a:lnTo>
                <a:lnTo>
                  <a:pt x="482" y="656"/>
                </a:lnTo>
                <a:lnTo>
                  <a:pt x="481" y="656"/>
                </a:lnTo>
                <a:lnTo>
                  <a:pt x="480" y="657"/>
                </a:lnTo>
                <a:lnTo>
                  <a:pt x="480" y="658"/>
                </a:lnTo>
                <a:lnTo>
                  <a:pt x="479" y="659"/>
                </a:lnTo>
                <a:lnTo>
                  <a:pt x="478" y="659"/>
                </a:lnTo>
                <a:lnTo>
                  <a:pt x="477" y="659"/>
                </a:lnTo>
                <a:lnTo>
                  <a:pt x="477" y="658"/>
                </a:lnTo>
                <a:lnTo>
                  <a:pt x="477" y="657"/>
                </a:lnTo>
                <a:lnTo>
                  <a:pt x="478" y="657"/>
                </a:lnTo>
                <a:lnTo>
                  <a:pt x="478" y="656"/>
                </a:lnTo>
                <a:lnTo>
                  <a:pt x="478" y="655"/>
                </a:lnTo>
                <a:lnTo>
                  <a:pt x="478" y="654"/>
                </a:lnTo>
                <a:lnTo>
                  <a:pt x="478" y="653"/>
                </a:lnTo>
                <a:lnTo>
                  <a:pt x="479" y="652"/>
                </a:lnTo>
                <a:lnTo>
                  <a:pt x="480" y="652"/>
                </a:lnTo>
                <a:lnTo>
                  <a:pt x="481" y="652"/>
                </a:lnTo>
                <a:lnTo>
                  <a:pt x="482" y="651"/>
                </a:lnTo>
                <a:lnTo>
                  <a:pt x="482" y="650"/>
                </a:lnTo>
                <a:lnTo>
                  <a:pt x="482" y="649"/>
                </a:lnTo>
                <a:lnTo>
                  <a:pt x="482" y="648"/>
                </a:lnTo>
                <a:lnTo>
                  <a:pt x="482" y="647"/>
                </a:lnTo>
                <a:lnTo>
                  <a:pt x="483" y="646"/>
                </a:lnTo>
                <a:lnTo>
                  <a:pt x="484" y="646"/>
                </a:lnTo>
                <a:lnTo>
                  <a:pt x="485" y="646"/>
                </a:lnTo>
                <a:lnTo>
                  <a:pt x="485" y="645"/>
                </a:lnTo>
                <a:lnTo>
                  <a:pt x="485" y="644"/>
                </a:lnTo>
                <a:lnTo>
                  <a:pt x="484" y="643"/>
                </a:lnTo>
                <a:lnTo>
                  <a:pt x="484" y="642"/>
                </a:lnTo>
                <a:lnTo>
                  <a:pt x="484" y="641"/>
                </a:lnTo>
                <a:lnTo>
                  <a:pt x="484" y="640"/>
                </a:lnTo>
                <a:lnTo>
                  <a:pt x="485" y="640"/>
                </a:lnTo>
                <a:lnTo>
                  <a:pt x="485" y="639"/>
                </a:lnTo>
                <a:lnTo>
                  <a:pt x="486" y="638"/>
                </a:lnTo>
                <a:lnTo>
                  <a:pt x="486" y="637"/>
                </a:lnTo>
                <a:lnTo>
                  <a:pt x="486" y="636"/>
                </a:lnTo>
                <a:lnTo>
                  <a:pt x="487" y="636"/>
                </a:lnTo>
                <a:lnTo>
                  <a:pt x="487" y="635"/>
                </a:lnTo>
                <a:lnTo>
                  <a:pt x="487" y="634"/>
                </a:lnTo>
                <a:lnTo>
                  <a:pt x="487" y="633"/>
                </a:lnTo>
                <a:lnTo>
                  <a:pt x="487" y="632"/>
                </a:lnTo>
                <a:lnTo>
                  <a:pt x="487" y="631"/>
                </a:lnTo>
                <a:lnTo>
                  <a:pt x="487" y="630"/>
                </a:lnTo>
                <a:lnTo>
                  <a:pt x="486" y="630"/>
                </a:lnTo>
                <a:lnTo>
                  <a:pt x="485" y="630"/>
                </a:lnTo>
                <a:lnTo>
                  <a:pt x="484" y="630"/>
                </a:lnTo>
                <a:lnTo>
                  <a:pt x="485" y="629"/>
                </a:lnTo>
                <a:lnTo>
                  <a:pt x="485" y="628"/>
                </a:lnTo>
                <a:lnTo>
                  <a:pt x="485" y="627"/>
                </a:lnTo>
                <a:lnTo>
                  <a:pt x="486" y="627"/>
                </a:lnTo>
                <a:lnTo>
                  <a:pt x="486" y="626"/>
                </a:lnTo>
                <a:lnTo>
                  <a:pt x="487" y="626"/>
                </a:lnTo>
                <a:lnTo>
                  <a:pt x="488" y="625"/>
                </a:lnTo>
                <a:lnTo>
                  <a:pt x="488" y="624"/>
                </a:lnTo>
                <a:lnTo>
                  <a:pt x="488" y="623"/>
                </a:lnTo>
                <a:lnTo>
                  <a:pt x="488" y="622"/>
                </a:lnTo>
                <a:lnTo>
                  <a:pt x="489" y="621"/>
                </a:lnTo>
                <a:lnTo>
                  <a:pt x="490" y="620"/>
                </a:lnTo>
                <a:lnTo>
                  <a:pt x="490" y="619"/>
                </a:lnTo>
                <a:lnTo>
                  <a:pt x="489" y="619"/>
                </a:lnTo>
                <a:lnTo>
                  <a:pt x="487" y="620"/>
                </a:lnTo>
                <a:lnTo>
                  <a:pt x="487" y="619"/>
                </a:lnTo>
                <a:lnTo>
                  <a:pt x="486" y="619"/>
                </a:lnTo>
                <a:lnTo>
                  <a:pt x="485" y="619"/>
                </a:lnTo>
                <a:lnTo>
                  <a:pt x="484" y="617"/>
                </a:lnTo>
                <a:lnTo>
                  <a:pt x="484" y="616"/>
                </a:lnTo>
                <a:lnTo>
                  <a:pt x="484" y="615"/>
                </a:lnTo>
                <a:lnTo>
                  <a:pt x="485" y="614"/>
                </a:lnTo>
                <a:lnTo>
                  <a:pt x="485" y="613"/>
                </a:lnTo>
                <a:lnTo>
                  <a:pt x="485" y="612"/>
                </a:lnTo>
                <a:lnTo>
                  <a:pt x="484" y="611"/>
                </a:lnTo>
                <a:lnTo>
                  <a:pt x="484" y="610"/>
                </a:lnTo>
                <a:lnTo>
                  <a:pt x="483" y="610"/>
                </a:lnTo>
                <a:lnTo>
                  <a:pt x="483" y="611"/>
                </a:lnTo>
                <a:lnTo>
                  <a:pt x="482" y="611"/>
                </a:lnTo>
                <a:lnTo>
                  <a:pt x="481" y="611"/>
                </a:lnTo>
                <a:lnTo>
                  <a:pt x="480" y="611"/>
                </a:lnTo>
                <a:lnTo>
                  <a:pt x="479" y="611"/>
                </a:lnTo>
                <a:lnTo>
                  <a:pt x="478" y="610"/>
                </a:lnTo>
                <a:lnTo>
                  <a:pt x="478" y="609"/>
                </a:lnTo>
                <a:lnTo>
                  <a:pt x="478" y="608"/>
                </a:lnTo>
                <a:lnTo>
                  <a:pt x="477" y="608"/>
                </a:lnTo>
                <a:lnTo>
                  <a:pt x="476" y="608"/>
                </a:lnTo>
                <a:lnTo>
                  <a:pt x="476" y="609"/>
                </a:lnTo>
                <a:lnTo>
                  <a:pt x="475" y="609"/>
                </a:lnTo>
                <a:lnTo>
                  <a:pt x="475" y="610"/>
                </a:lnTo>
                <a:lnTo>
                  <a:pt x="474" y="610"/>
                </a:lnTo>
                <a:lnTo>
                  <a:pt x="474" y="609"/>
                </a:lnTo>
                <a:lnTo>
                  <a:pt x="473" y="609"/>
                </a:lnTo>
                <a:lnTo>
                  <a:pt x="473" y="608"/>
                </a:lnTo>
                <a:lnTo>
                  <a:pt x="473" y="607"/>
                </a:lnTo>
                <a:lnTo>
                  <a:pt x="473" y="606"/>
                </a:lnTo>
                <a:lnTo>
                  <a:pt x="472" y="605"/>
                </a:lnTo>
                <a:lnTo>
                  <a:pt x="471" y="605"/>
                </a:lnTo>
                <a:lnTo>
                  <a:pt x="470" y="604"/>
                </a:lnTo>
                <a:lnTo>
                  <a:pt x="471" y="603"/>
                </a:lnTo>
                <a:lnTo>
                  <a:pt x="471" y="602"/>
                </a:lnTo>
                <a:lnTo>
                  <a:pt x="472" y="602"/>
                </a:lnTo>
                <a:lnTo>
                  <a:pt x="472" y="601"/>
                </a:lnTo>
                <a:lnTo>
                  <a:pt x="471" y="601"/>
                </a:lnTo>
                <a:lnTo>
                  <a:pt x="471" y="600"/>
                </a:lnTo>
                <a:lnTo>
                  <a:pt x="470" y="599"/>
                </a:lnTo>
                <a:lnTo>
                  <a:pt x="469" y="598"/>
                </a:lnTo>
                <a:lnTo>
                  <a:pt x="468" y="598"/>
                </a:lnTo>
                <a:lnTo>
                  <a:pt x="467" y="598"/>
                </a:lnTo>
                <a:lnTo>
                  <a:pt x="466" y="598"/>
                </a:lnTo>
                <a:lnTo>
                  <a:pt x="465" y="598"/>
                </a:lnTo>
                <a:lnTo>
                  <a:pt x="465" y="597"/>
                </a:lnTo>
                <a:lnTo>
                  <a:pt x="465" y="596"/>
                </a:lnTo>
                <a:lnTo>
                  <a:pt x="464" y="595"/>
                </a:lnTo>
                <a:lnTo>
                  <a:pt x="463" y="595"/>
                </a:lnTo>
                <a:lnTo>
                  <a:pt x="462" y="595"/>
                </a:lnTo>
                <a:lnTo>
                  <a:pt x="462" y="594"/>
                </a:lnTo>
                <a:lnTo>
                  <a:pt x="461" y="594"/>
                </a:lnTo>
                <a:lnTo>
                  <a:pt x="461" y="595"/>
                </a:lnTo>
                <a:lnTo>
                  <a:pt x="461" y="594"/>
                </a:lnTo>
                <a:lnTo>
                  <a:pt x="461" y="593"/>
                </a:lnTo>
                <a:lnTo>
                  <a:pt x="461" y="592"/>
                </a:lnTo>
                <a:lnTo>
                  <a:pt x="460" y="592"/>
                </a:lnTo>
                <a:lnTo>
                  <a:pt x="459" y="592"/>
                </a:lnTo>
                <a:lnTo>
                  <a:pt x="459" y="591"/>
                </a:lnTo>
                <a:lnTo>
                  <a:pt x="459" y="590"/>
                </a:lnTo>
                <a:lnTo>
                  <a:pt x="459" y="589"/>
                </a:lnTo>
                <a:lnTo>
                  <a:pt x="459" y="588"/>
                </a:lnTo>
                <a:lnTo>
                  <a:pt x="459" y="587"/>
                </a:lnTo>
                <a:lnTo>
                  <a:pt x="459" y="586"/>
                </a:lnTo>
                <a:lnTo>
                  <a:pt x="458" y="586"/>
                </a:lnTo>
                <a:lnTo>
                  <a:pt x="458" y="585"/>
                </a:lnTo>
                <a:lnTo>
                  <a:pt x="457" y="585"/>
                </a:lnTo>
                <a:lnTo>
                  <a:pt x="456" y="585"/>
                </a:lnTo>
                <a:lnTo>
                  <a:pt x="456" y="584"/>
                </a:lnTo>
                <a:lnTo>
                  <a:pt x="455" y="583"/>
                </a:lnTo>
                <a:lnTo>
                  <a:pt x="454" y="582"/>
                </a:lnTo>
                <a:lnTo>
                  <a:pt x="455" y="582"/>
                </a:lnTo>
                <a:lnTo>
                  <a:pt x="454" y="582"/>
                </a:lnTo>
                <a:lnTo>
                  <a:pt x="453" y="582"/>
                </a:lnTo>
                <a:lnTo>
                  <a:pt x="453" y="581"/>
                </a:lnTo>
                <a:lnTo>
                  <a:pt x="453" y="580"/>
                </a:lnTo>
                <a:lnTo>
                  <a:pt x="454" y="580"/>
                </a:lnTo>
                <a:lnTo>
                  <a:pt x="454" y="578"/>
                </a:lnTo>
                <a:lnTo>
                  <a:pt x="453" y="578"/>
                </a:lnTo>
                <a:lnTo>
                  <a:pt x="452" y="578"/>
                </a:lnTo>
                <a:lnTo>
                  <a:pt x="451" y="578"/>
                </a:lnTo>
                <a:lnTo>
                  <a:pt x="451" y="577"/>
                </a:lnTo>
                <a:lnTo>
                  <a:pt x="450" y="577"/>
                </a:lnTo>
                <a:lnTo>
                  <a:pt x="451" y="577"/>
                </a:lnTo>
                <a:lnTo>
                  <a:pt x="450" y="576"/>
                </a:lnTo>
                <a:lnTo>
                  <a:pt x="450" y="575"/>
                </a:lnTo>
                <a:lnTo>
                  <a:pt x="450" y="576"/>
                </a:lnTo>
                <a:lnTo>
                  <a:pt x="450" y="575"/>
                </a:lnTo>
                <a:lnTo>
                  <a:pt x="449" y="575"/>
                </a:lnTo>
                <a:lnTo>
                  <a:pt x="448" y="574"/>
                </a:lnTo>
                <a:lnTo>
                  <a:pt x="448" y="573"/>
                </a:lnTo>
                <a:lnTo>
                  <a:pt x="447" y="572"/>
                </a:lnTo>
                <a:lnTo>
                  <a:pt x="447" y="571"/>
                </a:lnTo>
                <a:lnTo>
                  <a:pt x="446" y="571"/>
                </a:lnTo>
                <a:lnTo>
                  <a:pt x="446" y="570"/>
                </a:lnTo>
                <a:lnTo>
                  <a:pt x="447" y="570"/>
                </a:lnTo>
                <a:lnTo>
                  <a:pt x="446" y="569"/>
                </a:lnTo>
                <a:lnTo>
                  <a:pt x="446" y="568"/>
                </a:lnTo>
                <a:lnTo>
                  <a:pt x="447" y="568"/>
                </a:lnTo>
                <a:lnTo>
                  <a:pt x="447" y="567"/>
                </a:lnTo>
                <a:lnTo>
                  <a:pt x="447" y="566"/>
                </a:lnTo>
                <a:lnTo>
                  <a:pt x="447" y="565"/>
                </a:lnTo>
                <a:lnTo>
                  <a:pt x="446" y="565"/>
                </a:lnTo>
                <a:lnTo>
                  <a:pt x="446" y="564"/>
                </a:lnTo>
                <a:lnTo>
                  <a:pt x="445" y="564"/>
                </a:lnTo>
                <a:lnTo>
                  <a:pt x="445" y="563"/>
                </a:lnTo>
                <a:lnTo>
                  <a:pt x="446" y="563"/>
                </a:lnTo>
                <a:lnTo>
                  <a:pt x="445" y="563"/>
                </a:lnTo>
                <a:lnTo>
                  <a:pt x="445" y="562"/>
                </a:lnTo>
                <a:lnTo>
                  <a:pt x="444" y="562"/>
                </a:lnTo>
                <a:lnTo>
                  <a:pt x="443" y="562"/>
                </a:lnTo>
                <a:lnTo>
                  <a:pt x="442" y="562"/>
                </a:lnTo>
                <a:lnTo>
                  <a:pt x="442" y="561"/>
                </a:lnTo>
                <a:lnTo>
                  <a:pt x="441" y="561"/>
                </a:lnTo>
                <a:lnTo>
                  <a:pt x="441" y="560"/>
                </a:lnTo>
                <a:lnTo>
                  <a:pt x="440" y="560"/>
                </a:lnTo>
                <a:lnTo>
                  <a:pt x="439" y="561"/>
                </a:lnTo>
                <a:lnTo>
                  <a:pt x="438" y="561"/>
                </a:lnTo>
                <a:lnTo>
                  <a:pt x="437" y="561"/>
                </a:lnTo>
                <a:lnTo>
                  <a:pt x="437" y="562"/>
                </a:lnTo>
                <a:lnTo>
                  <a:pt x="436" y="563"/>
                </a:lnTo>
                <a:lnTo>
                  <a:pt x="435" y="563"/>
                </a:lnTo>
                <a:lnTo>
                  <a:pt x="434" y="564"/>
                </a:lnTo>
                <a:lnTo>
                  <a:pt x="433" y="564"/>
                </a:lnTo>
                <a:lnTo>
                  <a:pt x="433" y="565"/>
                </a:lnTo>
                <a:lnTo>
                  <a:pt x="433" y="564"/>
                </a:lnTo>
                <a:lnTo>
                  <a:pt x="432" y="564"/>
                </a:lnTo>
                <a:lnTo>
                  <a:pt x="432" y="563"/>
                </a:lnTo>
                <a:lnTo>
                  <a:pt x="433" y="561"/>
                </a:lnTo>
                <a:lnTo>
                  <a:pt x="432" y="561"/>
                </a:lnTo>
                <a:lnTo>
                  <a:pt x="433" y="559"/>
                </a:lnTo>
                <a:lnTo>
                  <a:pt x="433" y="558"/>
                </a:lnTo>
                <a:lnTo>
                  <a:pt x="432" y="557"/>
                </a:lnTo>
                <a:lnTo>
                  <a:pt x="432" y="556"/>
                </a:lnTo>
                <a:lnTo>
                  <a:pt x="432" y="555"/>
                </a:lnTo>
                <a:lnTo>
                  <a:pt x="431" y="555"/>
                </a:lnTo>
                <a:lnTo>
                  <a:pt x="431" y="554"/>
                </a:lnTo>
                <a:lnTo>
                  <a:pt x="431" y="553"/>
                </a:lnTo>
                <a:lnTo>
                  <a:pt x="431" y="552"/>
                </a:lnTo>
                <a:lnTo>
                  <a:pt x="430" y="551"/>
                </a:lnTo>
                <a:lnTo>
                  <a:pt x="430" y="550"/>
                </a:lnTo>
                <a:lnTo>
                  <a:pt x="429" y="550"/>
                </a:lnTo>
                <a:lnTo>
                  <a:pt x="429" y="549"/>
                </a:lnTo>
                <a:lnTo>
                  <a:pt x="429" y="548"/>
                </a:lnTo>
                <a:lnTo>
                  <a:pt x="428" y="548"/>
                </a:lnTo>
                <a:lnTo>
                  <a:pt x="427" y="548"/>
                </a:lnTo>
                <a:lnTo>
                  <a:pt x="427" y="547"/>
                </a:lnTo>
                <a:lnTo>
                  <a:pt x="427" y="546"/>
                </a:lnTo>
                <a:lnTo>
                  <a:pt x="426" y="546"/>
                </a:lnTo>
                <a:lnTo>
                  <a:pt x="426" y="545"/>
                </a:lnTo>
                <a:lnTo>
                  <a:pt x="426" y="543"/>
                </a:lnTo>
                <a:lnTo>
                  <a:pt x="426" y="542"/>
                </a:lnTo>
                <a:lnTo>
                  <a:pt x="426" y="540"/>
                </a:lnTo>
                <a:lnTo>
                  <a:pt x="425" y="539"/>
                </a:lnTo>
                <a:lnTo>
                  <a:pt x="425" y="538"/>
                </a:lnTo>
                <a:lnTo>
                  <a:pt x="425" y="537"/>
                </a:lnTo>
                <a:lnTo>
                  <a:pt x="425" y="536"/>
                </a:lnTo>
                <a:lnTo>
                  <a:pt x="425" y="535"/>
                </a:lnTo>
                <a:lnTo>
                  <a:pt x="425" y="534"/>
                </a:lnTo>
                <a:lnTo>
                  <a:pt x="425" y="532"/>
                </a:lnTo>
                <a:lnTo>
                  <a:pt x="426" y="532"/>
                </a:lnTo>
                <a:lnTo>
                  <a:pt x="427" y="531"/>
                </a:lnTo>
                <a:lnTo>
                  <a:pt x="428" y="531"/>
                </a:lnTo>
                <a:lnTo>
                  <a:pt x="429" y="531"/>
                </a:lnTo>
                <a:lnTo>
                  <a:pt x="428" y="530"/>
                </a:lnTo>
                <a:lnTo>
                  <a:pt x="427" y="530"/>
                </a:lnTo>
                <a:lnTo>
                  <a:pt x="425" y="530"/>
                </a:lnTo>
                <a:lnTo>
                  <a:pt x="425" y="529"/>
                </a:lnTo>
                <a:lnTo>
                  <a:pt x="424" y="529"/>
                </a:lnTo>
                <a:lnTo>
                  <a:pt x="423" y="529"/>
                </a:lnTo>
                <a:lnTo>
                  <a:pt x="423" y="528"/>
                </a:lnTo>
                <a:lnTo>
                  <a:pt x="422" y="528"/>
                </a:lnTo>
                <a:lnTo>
                  <a:pt x="422" y="527"/>
                </a:lnTo>
                <a:lnTo>
                  <a:pt x="423" y="527"/>
                </a:lnTo>
                <a:lnTo>
                  <a:pt x="423" y="526"/>
                </a:lnTo>
                <a:lnTo>
                  <a:pt x="424" y="526"/>
                </a:lnTo>
                <a:lnTo>
                  <a:pt x="424" y="525"/>
                </a:lnTo>
                <a:lnTo>
                  <a:pt x="425" y="525"/>
                </a:lnTo>
                <a:lnTo>
                  <a:pt x="425" y="524"/>
                </a:lnTo>
                <a:lnTo>
                  <a:pt x="426" y="524"/>
                </a:lnTo>
                <a:lnTo>
                  <a:pt x="426" y="523"/>
                </a:lnTo>
                <a:lnTo>
                  <a:pt x="426" y="522"/>
                </a:lnTo>
                <a:lnTo>
                  <a:pt x="427" y="522"/>
                </a:lnTo>
                <a:lnTo>
                  <a:pt x="428" y="522"/>
                </a:lnTo>
                <a:lnTo>
                  <a:pt x="428" y="521"/>
                </a:lnTo>
                <a:lnTo>
                  <a:pt x="428" y="520"/>
                </a:lnTo>
                <a:lnTo>
                  <a:pt x="427" y="520"/>
                </a:lnTo>
                <a:lnTo>
                  <a:pt x="427" y="519"/>
                </a:lnTo>
                <a:lnTo>
                  <a:pt x="428" y="519"/>
                </a:lnTo>
                <a:lnTo>
                  <a:pt x="429" y="517"/>
                </a:lnTo>
                <a:lnTo>
                  <a:pt x="430" y="515"/>
                </a:lnTo>
                <a:lnTo>
                  <a:pt x="430" y="514"/>
                </a:lnTo>
                <a:lnTo>
                  <a:pt x="431" y="513"/>
                </a:lnTo>
                <a:lnTo>
                  <a:pt x="430" y="513"/>
                </a:lnTo>
                <a:lnTo>
                  <a:pt x="431" y="513"/>
                </a:lnTo>
                <a:lnTo>
                  <a:pt x="431" y="512"/>
                </a:lnTo>
                <a:lnTo>
                  <a:pt x="431" y="511"/>
                </a:lnTo>
                <a:lnTo>
                  <a:pt x="431" y="510"/>
                </a:lnTo>
                <a:lnTo>
                  <a:pt x="431" y="509"/>
                </a:lnTo>
                <a:lnTo>
                  <a:pt x="430" y="509"/>
                </a:lnTo>
                <a:lnTo>
                  <a:pt x="430" y="508"/>
                </a:lnTo>
                <a:lnTo>
                  <a:pt x="431" y="508"/>
                </a:lnTo>
                <a:lnTo>
                  <a:pt x="433" y="508"/>
                </a:lnTo>
                <a:lnTo>
                  <a:pt x="433" y="507"/>
                </a:lnTo>
                <a:lnTo>
                  <a:pt x="434" y="507"/>
                </a:lnTo>
                <a:lnTo>
                  <a:pt x="434" y="506"/>
                </a:lnTo>
                <a:lnTo>
                  <a:pt x="434" y="505"/>
                </a:lnTo>
                <a:lnTo>
                  <a:pt x="434" y="506"/>
                </a:lnTo>
                <a:lnTo>
                  <a:pt x="434" y="505"/>
                </a:lnTo>
                <a:lnTo>
                  <a:pt x="435" y="504"/>
                </a:lnTo>
                <a:lnTo>
                  <a:pt x="435" y="503"/>
                </a:lnTo>
                <a:lnTo>
                  <a:pt x="436" y="503"/>
                </a:lnTo>
                <a:lnTo>
                  <a:pt x="436" y="502"/>
                </a:lnTo>
                <a:lnTo>
                  <a:pt x="435" y="501"/>
                </a:lnTo>
                <a:lnTo>
                  <a:pt x="434" y="501"/>
                </a:lnTo>
                <a:lnTo>
                  <a:pt x="433" y="500"/>
                </a:lnTo>
                <a:lnTo>
                  <a:pt x="432" y="499"/>
                </a:lnTo>
                <a:lnTo>
                  <a:pt x="432" y="500"/>
                </a:lnTo>
                <a:lnTo>
                  <a:pt x="431" y="501"/>
                </a:lnTo>
                <a:lnTo>
                  <a:pt x="430" y="501"/>
                </a:lnTo>
                <a:lnTo>
                  <a:pt x="429" y="501"/>
                </a:lnTo>
                <a:lnTo>
                  <a:pt x="428" y="501"/>
                </a:lnTo>
                <a:lnTo>
                  <a:pt x="428" y="500"/>
                </a:lnTo>
                <a:lnTo>
                  <a:pt x="427" y="500"/>
                </a:lnTo>
                <a:lnTo>
                  <a:pt x="426" y="500"/>
                </a:lnTo>
                <a:lnTo>
                  <a:pt x="426" y="499"/>
                </a:lnTo>
                <a:lnTo>
                  <a:pt x="425" y="499"/>
                </a:lnTo>
                <a:lnTo>
                  <a:pt x="424" y="499"/>
                </a:lnTo>
                <a:lnTo>
                  <a:pt x="424" y="498"/>
                </a:lnTo>
                <a:lnTo>
                  <a:pt x="423" y="498"/>
                </a:lnTo>
                <a:lnTo>
                  <a:pt x="423" y="499"/>
                </a:lnTo>
                <a:lnTo>
                  <a:pt x="422" y="499"/>
                </a:lnTo>
                <a:lnTo>
                  <a:pt x="423" y="499"/>
                </a:lnTo>
                <a:lnTo>
                  <a:pt x="423" y="500"/>
                </a:lnTo>
                <a:lnTo>
                  <a:pt x="423" y="501"/>
                </a:lnTo>
                <a:lnTo>
                  <a:pt x="423" y="502"/>
                </a:lnTo>
                <a:lnTo>
                  <a:pt x="424" y="502"/>
                </a:lnTo>
                <a:lnTo>
                  <a:pt x="424" y="503"/>
                </a:lnTo>
                <a:lnTo>
                  <a:pt x="423" y="503"/>
                </a:lnTo>
                <a:lnTo>
                  <a:pt x="423" y="504"/>
                </a:lnTo>
                <a:lnTo>
                  <a:pt x="422" y="504"/>
                </a:lnTo>
                <a:lnTo>
                  <a:pt x="421" y="504"/>
                </a:lnTo>
                <a:lnTo>
                  <a:pt x="420" y="504"/>
                </a:lnTo>
                <a:lnTo>
                  <a:pt x="419" y="504"/>
                </a:lnTo>
                <a:lnTo>
                  <a:pt x="419" y="502"/>
                </a:lnTo>
                <a:lnTo>
                  <a:pt x="419" y="501"/>
                </a:lnTo>
                <a:lnTo>
                  <a:pt x="419" y="500"/>
                </a:lnTo>
                <a:lnTo>
                  <a:pt x="418" y="500"/>
                </a:lnTo>
                <a:lnTo>
                  <a:pt x="418" y="499"/>
                </a:lnTo>
                <a:lnTo>
                  <a:pt x="419" y="499"/>
                </a:lnTo>
                <a:lnTo>
                  <a:pt x="419" y="498"/>
                </a:lnTo>
                <a:lnTo>
                  <a:pt x="418" y="497"/>
                </a:lnTo>
                <a:lnTo>
                  <a:pt x="418" y="498"/>
                </a:lnTo>
                <a:lnTo>
                  <a:pt x="418" y="499"/>
                </a:lnTo>
                <a:lnTo>
                  <a:pt x="418" y="500"/>
                </a:lnTo>
                <a:lnTo>
                  <a:pt x="417" y="500"/>
                </a:lnTo>
                <a:lnTo>
                  <a:pt x="417" y="501"/>
                </a:lnTo>
                <a:lnTo>
                  <a:pt x="416" y="501"/>
                </a:lnTo>
                <a:lnTo>
                  <a:pt x="416" y="500"/>
                </a:lnTo>
                <a:lnTo>
                  <a:pt x="416" y="499"/>
                </a:lnTo>
                <a:lnTo>
                  <a:pt x="417" y="497"/>
                </a:lnTo>
                <a:lnTo>
                  <a:pt x="417" y="496"/>
                </a:lnTo>
                <a:lnTo>
                  <a:pt x="417" y="495"/>
                </a:lnTo>
                <a:lnTo>
                  <a:pt x="417" y="494"/>
                </a:lnTo>
                <a:lnTo>
                  <a:pt x="416" y="495"/>
                </a:lnTo>
                <a:lnTo>
                  <a:pt x="416" y="494"/>
                </a:lnTo>
                <a:lnTo>
                  <a:pt x="415" y="494"/>
                </a:lnTo>
                <a:lnTo>
                  <a:pt x="414" y="494"/>
                </a:lnTo>
                <a:lnTo>
                  <a:pt x="414" y="493"/>
                </a:lnTo>
                <a:lnTo>
                  <a:pt x="415" y="492"/>
                </a:lnTo>
                <a:lnTo>
                  <a:pt x="414" y="491"/>
                </a:lnTo>
                <a:lnTo>
                  <a:pt x="414" y="490"/>
                </a:lnTo>
                <a:lnTo>
                  <a:pt x="413" y="490"/>
                </a:lnTo>
                <a:lnTo>
                  <a:pt x="413" y="489"/>
                </a:lnTo>
                <a:lnTo>
                  <a:pt x="413" y="488"/>
                </a:lnTo>
                <a:lnTo>
                  <a:pt x="414" y="488"/>
                </a:lnTo>
                <a:lnTo>
                  <a:pt x="414" y="487"/>
                </a:lnTo>
                <a:lnTo>
                  <a:pt x="414" y="486"/>
                </a:lnTo>
                <a:lnTo>
                  <a:pt x="413" y="486"/>
                </a:lnTo>
                <a:lnTo>
                  <a:pt x="412" y="485"/>
                </a:lnTo>
                <a:lnTo>
                  <a:pt x="411" y="485"/>
                </a:lnTo>
                <a:lnTo>
                  <a:pt x="411" y="484"/>
                </a:lnTo>
                <a:lnTo>
                  <a:pt x="410" y="484"/>
                </a:lnTo>
                <a:lnTo>
                  <a:pt x="409" y="484"/>
                </a:lnTo>
                <a:lnTo>
                  <a:pt x="408" y="484"/>
                </a:lnTo>
                <a:lnTo>
                  <a:pt x="408" y="485"/>
                </a:lnTo>
                <a:lnTo>
                  <a:pt x="407" y="485"/>
                </a:lnTo>
                <a:lnTo>
                  <a:pt x="407" y="486"/>
                </a:lnTo>
                <a:lnTo>
                  <a:pt x="406" y="486"/>
                </a:lnTo>
                <a:lnTo>
                  <a:pt x="405" y="486"/>
                </a:lnTo>
                <a:lnTo>
                  <a:pt x="404" y="486"/>
                </a:lnTo>
                <a:lnTo>
                  <a:pt x="403" y="486"/>
                </a:lnTo>
                <a:lnTo>
                  <a:pt x="402" y="486"/>
                </a:lnTo>
                <a:lnTo>
                  <a:pt x="402" y="485"/>
                </a:lnTo>
                <a:lnTo>
                  <a:pt x="402" y="484"/>
                </a:lnTo>
                <a:lnTo>
                  <a:pt x="403" y="483"/>
                </a:lnTo>
                <a:lnTo>
                  <a:pt x="402" y="483"/>
                </a:lnTo>
                <a:lnTo>
                  <a:pt x="402" y="482"/>
                </a:lnTo>
                <a:lnTo>
                  <a:pt x="402" y="481"/>
                </a:lnTo>
                <a:lnTo>
                  <a:pt x="401" y="481"/>
                </a:lnTo>
                <a:lnTo>
                  <a:pt x="401" y="480"/>
                </a:lnTo>
                <a:lnTo>
                  <a:pt x="400" y="480"/>
                </a:lnTo>
                <a:lnTo>
                  <a:pt x="401" y="480"/>
                </a:lnTo>
                <a:lnTo>
                  <a:pt x="402" y="479"/>
                </a:lnTo>
                <a:lnTo>
                  <a:pt x="403" y="479"/>
                </a:lnTo>
                <a:lnTo>
                  <a:pt x="403" y="478"/>
                </a:lnTo>
                <a:lnTo>
                  <a:pt x="403" y="476"/>
                </a:lnTo>
                <a:lnTo>
                  <a:pt x="402" y="476"/>
                </a:lnTo>
                <a:lnTo>
                  <a:pt x="401" y="476"/>
                </a:lnTo>
                <a:lnTo>
                  <a:pt x="401" y="475"/>
                </a:lnTo>
                <a:lnTo>
                  <a:pt x="401" y="474"/>
                </a:lnTo>
                <a:lnTo>
                  <a:pt x="402" y="474"/>
                </a:lnTo>
                <a:lnTo>
                  <a:pt x="402" y="473"/>
                </a:lnTo>
                <a:lnTo>
                  <a:pt x="402" y="472"/>
                </a:lnTo>
                <a:lnTo>
                  <a:pt x="401" y="472"/>
                </a:lnTo>
                <a:lnTo>
                  <a:pt x="401" y="471"/>
                </a:lnTo>
                <a:lnTo>
                  <a:pt x="401" y="470"/>
                </a:lnTo>
                <a:lnTo>
                  <a:pt x="400" y="470"/>
                </a:lnTo>
                <a:lnTo>
                  <a:pt x="400" y="469"/>
                </a:lnTo>
                <a:lnTo>
                  <a:pt x="399" y="469"/>
                </a:lnTo>
                <a:lnTo>
                  <a:pt x="398" y="469"/>
                </a:lnTo>
                <a:lnTo>
                  <a:pt x="397" y="469"/>
                </a:lnTo>
                <a:lnTo>
                  <a:pt x="397" y="468"/>
                </a:lnTo>
                <a:lnTo>
                  <a:pt x="396" y="468"/>
                </a:lnTo>
                <a:lnTo>
                  <a:pt x="396" y="467"/>
                </a:lnTo>
                <a:lnTo>
                  <a:pt x="396" y="466"/>
                </a:lnTo>
                <a:lnTo>
                  <a:pt x="395" y="466"/>
                </a:lnTo>
                <a:lnTo>
                  <a:pt x="395" y="465"/>
                </a:lnTo>
                <a:lnTo>
                  <a:pt x="394" y="465"/>
                </a:lnTo>
                <a:lnTo>
                  <a:pt x="392" y="465"/>
                </a:lnTo>
                <a:lnTo>
                  <a:pt x="392" y="464"/>
                </a:lnTo>
                <a:lnTo>
                  <a:pt x="391" y="464"/>
                </a:lnTo>
                <a:lnTo>
                  <a:pt x="391" y="463"/>
                </a:lnTo>
                <a:lnTo>
                  <a:pt x="390" y="463"/>
                </a:lnTo>
                <a:lnTo>
                  <a:pt x="390" y="462"/>
                </a:lnTo>
                <a:lnTo>
                  <a:pt x="389" y="462"/>
                </a:lnTo>
                <a:lnTo>
                  <a:pt x="388" y="462"/>
                </a:lnTo>
                <a:lnTo>
                  <a:pt x="388" y="463"/>
                </a:lnTo>
                <a:lnTo>
                  <a:pt x="388" y="462"/>
                </a:lnTo>
                <a:lnTo>
                  <a:pt x="387" y="462"/>
                </a:lnTo>
                <a:lnTo>
                  <a:pt x="388" y="462"/>
                </a:lnTo>
                <a:lnTo>
                  <a:pt x="388" y="461"/>
                </a:lnTo>
                <a:lnTo>
                  <a:pt x="388" y="460"/>
                </a:lnTo>
                <a:lnTo>
                  <a:pt x="389" y="460"/>
                </a:lnTo>
                <a:lnTo>
                  <a:pt x="389" y="461"/>
                </a:lnTo>
                <a:lnTo>
                  <a:pt x="389" y="460"/>
                </a:lnTo>
                <a:lnTo>
                  <a:pt x="388" y="460"/>
                </a:lnTo>
                <a:lnTo>
                  <a:pt x="388" y="459"/>
                </a:lnTo>
                <a:lnTo>
                  <a:pt x="387" y="459"/>
                </a:lnTo>
                <a:lnTo>
                  <a:pt x="387" y="458"/>
                </a:lnTo>
                <a:lnTo>
                  <a:pt x="386" y="458"/>
                </a:lnTo>
                <a:lnTo>
                  <a:pt x="387" y="458"/>
                </a:lnTo>
                <a:lnTo>
                  <a:pt x="387" y="457"/>
                </a:lnTo>
                <a:lnTo>
                  <a:pt x="387" y="456"/>
                </a:lnTo>
                <a:lnTo>
                  <a:pt x="387" y="455"/>
                </a:lnTo>
                <a:lnTo>
                  <a:pt x="387" y="454"/>
                </a:lnTo>
                <a:lnTo>
                  <a:pt x="388" y="454"/>
                </a:lnTo>
                <a:lnTo>
                  <a:pt x="388" y="453"/>
                </a:lnTo>
                <a:lnTo>
                  <a:pt x="387" y="453"/>
                </a:lnTo>
                <a:lnTo>
                  <a:pt x="387" y="452"/>
                </a:lnTo>
                <a:lnTo>
                  <a:pt x="387" y="451"/>
                </a:lnTo>
                <a:lnTo>
                  <a:pt x="386" y="451"/>
                </a:lnTo>
                <a:lnTo>
                  <a:pt x="387" y="451"/>
                </a:lnTo>
                <a:lnTo>
                  <a:pt x="387" y="450"/>
                </a:lnTo>
                <a:lnTo>
                  <a:pt x="387" y="449"/>
                </a:lnTo>
                <a:lnTo>
                  <a:pt x="387" y="448"/>
                </a:lnTo>
                <a:lnTo>
                  <a:pt x="387" y="447"/>
                </a:lnTo>
                <a:lnTo>
                  <a:pt x="387" y="446"/>
                </a:lnTo>
                <a:lnTo>
                  <a:pt x="386" y="446"/>
                </a:lnTo>
                <a:lnTo>
                  <a:pt x="385" y="446"/>
                </a:lnTo>
                <a:lnTo>
                  <a:pt x="385" y="447"/>
                </a:lnTo>
                <a:lnTo>
                  <a:pt x="384" y="447"/>
                </a:lnTo>
                <a:lnTo>
                  <a:pt x="383" y="447"/>
                </a:lnTo>
                <a:lnTo>
                  <a:pt x="382" y="448"/>
                </a:lnTo>
                <a:lnTo>
                  <a:pt x="380" y="448"/>
                </a:lnTo>
                <a:lnTo>
                  <a:pt x="379" y="448"/>
                </a:lnTo>
                <a:lnTo>
                  <a:pt x="379" y="447"/>
                </a:lnTo>
                <a:lnTo>
                  <a:pt x="378" y="447"/>
                </a:lnTo>
                <a:lnTo>
                  <a:pt x="378" y="446"/>
                </a:lnTo>
                <a:lnTo>
                  <a:pt x="378" y="445"/>
                </a:lnTo>
                <a:lnTo>
                  <a:pt x="378" y="444"/>
                </a:lnTo>
                <a:lnTo>
                  <a:pt x="377" y="443"/>
                </a:lnTo>
                <a:lnTo>
                  <a:pt x="377" y="442"/>
                </a:lnTo>
                <a:lnTo>
                  <a:pt x="376" y="442"/>
                </a:lnTo>
                <a:lnTo>
                  <a:pt x="375" y="441"/>
                </a:lnTo>
                <a:lnTo>
                  <a:pt x="374" y="441"/>
                </a:lnTo>
                <a:lnTo>
                  <a:pt x="374" y="442"/>
                </a:lnTo>
                <a:lnTo>
                  <a:pt x="373" y="442"/>
                </a:lnTo>
                <a:lnTo>
                  <a:pt x="372" y="442"/>
                </a:lnTo>
                <a:lnTo>
                  <a:pt x="373" y="441"/>
                </a:lnTo>
                <a:lnTo>
                  <a:pt x="374" y="441"/>
                </a:lnTo>
                <a:lnTo>
                  <a:pt x="374" y="440"/>
                </a:lnTo>
                <a:lnTo>
                  <a:pt x="374" y="439"/>
                </a:lnTo>
                <a:lnTo>
                  <a:pt x="374" y="438"/>
                </a:lnTo>
                <a:lnTo>
                  <a:pt x="373" y="438"/>
                </a:lnTo>
                <a:lnTo>
                  <a:pt x="373" y="437"/>
                </a:lnTo>
                <a:lnTo>
                  <a:pt x="372" y="437"/>
                </a:lnTo>
                <a:lnTo>
                  <a:pt x="372" y="436"/>
                </a:lnTo>
                <a:lnTo>
                  <a:pt x="372" y="435"/>
                </a:lnTo>
                <a:lnTo>
                  <a:pt x="373" y="435"/>
                </a:lnTo>
                <a:lnTo>
                  <a:pt x="373" y="434"/>
                </a:lnTo>
                <a:lnTo>
                  <a:pt x="373" y="433"/>
                </a:lnTo>
                <a:lnTo>
                  <a:pt x="374" y="433"/>
                </a:lnTo>
                <a:lnTo>
                  <a:pt x="374" y="432"/>
                </a:lnTo>
                <a:lnTo>
                  <a:pt x="373" y="432"/>
                </a:lnTo>
                <a:lnTo>
                  <a:pt x="372" y="432"/>
                </a:lnTo>
                <a:lnTo>
                  <a:pt x="372" y="431"/>
                </a:lnTo>
                <a:lnTo>
                  <a:pt x="373" y="430"/>
                </a:lnTo>
                <a:lnTo>
                  <a:pt x="373" y="429"/>
                </a:lnTo>
                <a:lnTo>
                  <a:pt x="372" y="429"/>
                </a:lnTo>
                <a:lnTo>
                  <a:pt x="372" y="428"/>
                </a:lnTo>
                <a:lnTo>
                  <a:pt x="371" y="428"/>
                </a:lnTo>
                <a:lnTo>
                  <a:pt x="371" y="427"/>
                </a:lnTo>
                <a:lnTo>
                  <a:pt x="370" y="427"/>
                </a:lnTo>
                <a:lnTo>
                  <a:pt x="370" y="426"/>
                </a:lnTo>
                <a:lnTo>
                  <a:pt x="370" y="425"/>
                </a:lnTo>
                <a:lnTo>
                  <a:pt x="369" y="425"/>
                </a:lnTo>
                <a:lnTo>
                  <a:pt x="368" y="425"/>
                </a:lnTo>
                <a:lnTo>
                  <a:pt x="367" y="425"/>
                </a:lnTo>
                <a:lnTo>
                  <a:pt x="366" y="425"/>
                </a:lnTo>
                <a:lnTo>
                  <a:pt x="366" y="424"/>
                </a:lnTo>
                <a:lnTo>
                  <a:pt x="365" y="424"/>
                </a:lnTo>
                <a:lnTo>
                  <a:pt x="365" y="425"/>
                </a:lnTo>
                <a:lnTo>
                  <a:pt x="364" y="425"/>
                </a:lnTo>
                <a:lnTo>
                  <a:pt x="364" y="426"/>
                </a:lnTo>
                <a:lnTo>
                  <a:pt x="365" y="426"/>
                </a:lnTo>
                <a:lnTo>
                  <a:pt x="365" y="427"/>
                </a:lnTo>
                <a:lnTo>
                  <a:pt x="364" y="427"/>
                </a:lnTo>
                <a:lnTo>
                  <a:pt x="364" y="428"/>
                </a:lnTo>
                <a:lnTo>
                  <a:pt x="364" y="429"/>
                </a:lnTo>
                <a:lnTo>
                  <a:pt x="363" y="429"/>
                </a:lnTo>
                <a:lnTo>
                  <a:pt x="362" y="429"/>
                </a:lnTo>
                <a:lnTo>
                  <a:pt x="361" y="429"/>
                </a:lnTo>
                <a:lnTo>
                  <a:pt x="361" y="428"/>
                </a:lnTo>
                <a:lnTo>
                  <a:pt x="360" y="428"/>
                </a:lnTo>
                <a:lnTo>
                  <a:pt x="360" y="427"/>
                </a:lnTo>
                <a:lnTo>
                  <a:pt x="360" y="426"/>
                </a:lnTo>
                <a:lnTo>
                  <a:pt x="359" y="426"/>
                </a:lnTo>
                <a:lnTo>
                  <a:pt x="359" y="425"/>
                </a:lnTo>
                <a:lnTo>
                  <a:pt x="359" y="424"/>
                </a:lnTo>
                <a:lnTo>
                  <a:pt x="359" y="423"/>
                </a:lnTo>
                <a:lnTo>
                  <a:pt x="358" y="422"/>
                </a:lnTo>
                <a:lnTo>
                  <a:pt x="358" y="420"/>
                </a:lnTo>
                <a:lnTo>
                  <a:pt x="357" y="420"/>
                </a:lnTo>
                <a:lnTo>
                  <a:pt x="357" y="419"/>
                </a:lnTo>
                <a:lnTo>
                  <a:pt x="357" y="417"/>
                </a:lnTo>
                <a:lnTo>
                  <a:pt x="356" y="417"/>
                </a:lnTo>
                <a:lnTo>
                  <a:pt x="356" y="415"/>
                </a:lnTo>
                <a:lnTo>
                  <a:pt x="357" y="415"/>
                </a:lnTo>
                <a:lnTo>
                  <a:pt x="357" y="414"/>
                </a:lnTo>
                <a:lnTo>
                  <a:pt x="357" y="413"/>
                </a:lnTo>
                <a:lnTo>
                  <a:pt x="357" y="412"/>
                </a:lnTo>
                <a:lnTo>
                  <a:pt x="357" y="411"/>
                </a:lnTo>
                <a:lnTo>
                  <a:pt x="357" y="410"/>
                </a:lnTo>
                <a:lnTo>
                  <a:pt x="356" y="410"/>
                </a:lnTo>
                <a:lnTo>
                  <a:pt x="356" y="409"/>
                </a:lnTo>
                <a:lnTo>
                  <a:pt x="356" y="408"/>
                </a:lnTo>
                <a:lnTo>
                  <a:pt x="356" y="407"/>
                </a:lnTo>
                <a:lnTo>
                  <a:pt x="356" y="406"/>
                </a:lnTo>
                <a:lnTo>
                  <a:pt x="356" y="405"/>
                </a:lnTo>
                <a:lnTo>
                  <a:pt x="356" y="404"/>
                </a:lnTo>
                <a:lnTo>
                  <a:pt x="355" y="404"/>
                </a:lnTo>
                <a:lnTo>
                  <a:pt x="354" y="403"/>
                </a:lnTo>
                <a:lnTo>
                  <a:pt x="354" y="402"/>
                </a:lnTo>
                <a:lnTo>
                  <a:pt x="354" y="401"/>
                </a:lnTo>
                <a:lnTo>
                  <a:pt x="353" y="400"/>
                </a:lnTo>
                <a:lnTo>
                  <a:pt x="352" y="400"/>
                </a:lnTo>
                <a:lnTo>
                  <a:pt x="352" y="399"/>
                </a:lnTo>
                <a:lnTo>
                  <a:pt x="352" y="398"/>
                </a:lnTo>
                <a:lnTo>
                  <a:pt x="353" y="398"/>
                </a:lnTo>
                <a:lnTo>
                  <a:pt x="353" y="397"/>
                </a:lnTo>
                <a:lnTo>
                  <a:pt x="353" y="396"/>
                </a:lnTo>
                <a:lnTo>
                  <a:pt x="355" y="394"/>
                </a:lnTo>
                <a:lnTo>
                  <a:pt x="355" y="393"/>
                </a:lnTo>
                <a:lnTo>
                  <a:pt x="355" y="392"/>
                </a:lnTo>
                <a:lnTo>
                  <a:pt x="355" y="391"/>
                </a:lnTo>
                <a:lnTo>
                  <a:pt x="354" y="390"/>
                </a:lnTo>
                <a:lnTo>
                  <a:pt x="354" y="388"/>
                </a:lnTo>
                <a:lnTo>
                  <a:pt x="355" y="387"/>
                </a:lnTo>
                <a:lnTo>
                  <a:pt x="354" y="386"/>
                </a:lnTo>
                <a:lnTo>
                  <a:pt x="354" y="385"/>
                </a:lnTo>
                <a:lnTo>
                  <a:pt x="353" y="385"/>
                </a:lnTo>
                <a:lnTo>
                  <a:pt x="353" y="386"/>
                </a:lnTo>
                <a:lnTo>
                  <a:pt x="352" y="386"/>
                </a:lnTo>
                <a:lnTo>
                  <a:pt x="352" y="387"/>
                </a:lnTo>
                <a:lnTo>
                  <a:pt x="351" y="387"/>
                </a:lnTo>
                <a:lnTo>
                  <a:pt x="350" y="387"/>
                </a:lnTo>
                <a:lnTo>
                  <a:pt x="349" y="387"/>
                </a:lnTo>
                <a:lnTo>
                  <a:pt x="348" y="387"/>
                </a:lnTo>
                <a:lnTo>
                  <a:pt x="348" y="388"/>
                </a:lnTo>
                <a:lnTo>
                  <a:pt x="347" y="389"/>
                </a:lnTo>
                <a:lnTo>
                  <a:pt x="346" y="389"/>
                </a:lnTo>
                <a:lnTo>
                  <a:pt x="346" y="388"/>
                </a:lnTo>
                <a:lnTo>
                  <a:pt x="345" y="389"/>
                </a:lnTo>
                <a:lnTo>
                  <a:pt x="345" y="390"/>
                </a:lnTo>
                <a:lnTo>
                  <a:pt x="345" y="391"/>
                </a:lnTo>
                <a:lnTo>
                  <a:pt x="344" y="392"/>
                </a:lnTo>
                <a:lnTo>
                  <a:pt x="343" y="393"/>
                </a:lnTo>
                <a:lnTo>
                  <a:pt x="343" y="394"/>
                </a:lnTo>
                <a:lnTo>
                  <a:pt x="343" y="395"/>
                </a:lnTo>
                <a:lnTo>
                  <a:pt x="343" y="396"/>
                </a:lnTo>
                <a:lnTo>
                  <a:pt x="342" y="396"/>
                </a:lnTo>
                <a:lnTo>
                  <a:pt x="341" y="396"/>
                </a:lnTo>
                <a:lnTo>
                  <a:pt x="340" y="396"/>
                </a:lnTo>
                <a:lnTo>
                  <a:pt x="340" y="397"/>
                </a:lnTo>
                <a:lnTo>
                  <a:pt x="339" y="397"/>
                </a:lnTo>
                <a:lnTo>
                  <a:pt x="338" y="398"/>
                </a:lnTo>
                <a:lnTo>
                  <a:pt x="338" y="399"/>
                </a:lnTo>
                <a:lnTo>
                  <a:pt x="337" y="399"/>
                </a:lnTo>
                <a:lnTo>
                  <a:pt x="337" y="401"/>
                </a:lnTo>
                <a:lnTo>
                  <a:pt x="337" y="402"/>
                </a:lnTo>
                <a:lnTo>
                  <a:pt x="337" y="403"/>
                </a:lnTo>
                <a:lnTo>
                  <a:pt x="337" y="404"/>
                </a:lnTo>
                <a:lnTo>
                  <a:pt x="338" y="405"/>
                </a:lnTo>
                <a:lnTo>
                  <a:pt x="338" y="406"/>
                </a:lnTo>
                <a:lnTo>
                  <a:pt x="337" y="406"/>
                </a:lnTo>
                <a:lnTo>
                  <a:pt x="337" y="407"/>
                </a:lnTo>
                <a:lnTo>
                  <a:pt x="337" y="408"/>
                </a:lnTo>
                <a:lnTo>
                  <a:pt x="337" y="409"/>
                </a:lnTo>
                <a:lnTo>
                  <a:pt x="337" y="410"/>
                </a:lnTo>
                <a:lnTo>
                  <a:pt x="336" y="410"/>
                </a:lnTo>
                <a:lnTo>
                  <a:pt x="336" y="409"/>
                </a:lnTo>
                <a:lnTo>
                  <a:pt x="335" y="410"/>
                </a:lnTo>
                <a:lnTo>
                  <a:pt x="335" y="411"/>
                </a:lnTo>
                <a:lnTo>
                  <a:pt x="335" y="412"/>
                </a:lnTo>
                <a:lnTo>
                  <a:pt x="335" y="413"/>
                </a:lnTo>
                <a:lnTo>
                  <a:pt x="334" y="413"/>
                </a:lnTo>
                <a:lnTo>
                  <a:pt x="334" y="414"/>
                </a:lnTo>
                <a:lnTo>
                  <a:pt x="334" y="415"/>
                </a:lnTo>
                <a:lnTo>
                  <a:pt x="333" y="415"/>
                </a:lnTo>
                <a:lnTo>
                  <a:pt x="333" y="416"/>
                </a:lnTo>
                <a:lnTo>
                  <a:pt x="333" y="417"/>
                </a:lnTo>
                <a:lnTo>
                  <a:pt x="333" y="418"/>
                </a:lnTo>
                <a:lnTo>
                  <a:pt x="332" y="418"/>
                </a:lnTo>
                <a:lnTo>
                  <a:pt x="332" y="419"/>
                </a:lnTo>
                <a:lnTo>
                  <a:pt x="332" y="420"/>
                </a:lnTo>
                <a:lnTo>
                  <a:pt x="331" y="420"/>
                </a:lnTo>
                <a:lnTo>
                  <a:pt x="331" y="421"/>
                </a:lnTo>
                <a:lnTo>
                  <a:pt x="330" y="421"/>
                </a:lnTo>
                <a:lnTo>
                  <a:pt x="330" y="422"/>
                </a:lnTo>
                <a:lnTo>
                  <a:pt x="329" y="422"/>
                </a:lnTo>
                <a:lnTo>
                  <a:pt x="329" y="423"/>
                </a:lnTo>
                <a:lnTo>
                  <a:pt x="328" y="423"/>
                </a:lnTo>
                <a:lnTo>
                  <a:pt x="329" y="424"/>
                </a:lnTo>
                <a:lnTo>
                  <a:pt x="329" y="425"/>
                </a:lnTo>
                <a:lnTo>
                  <a:pt x="328" y="425"/>
                </a:lnTo>
                <a:lnTo>
                  <a:pt x="327" y="425"/>
                </a:lnTo>
                <a:lnTo>
                  <a:pt x="326" y="425"/>
                </a:lnTo>
                <a:lnTo>
                  <a:pt x="325" y="426"/>
                </a:lnTo>
                <a:lnTo>
                  <a:pt x="325" y="427"/>
                </a:lnTo>
                <a:lnTo>
                  <a:pt x="324" y="427"/>
                </a:lnTo>
                <a:lnTo>
                  <a:pt x="323" y="428"/>
                </a:lnTo>
                <a:lnTo>
                  <a:pt x="323" y="429"/>
                </a:lnTo>
                <a:lnTo>
                  <a:pt x="322" y="429"/>
                </a:lnTo>
                <a:lnTo>
                  <a:pt x="322" y="430"/>
                </a:lnTo>
                <a:lnTo>
                  <a:pt x="323" y="430"/>
                </a:lnTo>
                <a:lnTo>
                  <a:pt x="323" y="431"/>
                </a:lnTo>
                <a:lnTo>
                  <a:pt x="323" y="432"/>
                </a:lnTo>
                <a:lnTo>
                  <a:pt x="322" y="432"/>
                </a:lnTo>
                <a:lnTo>
                  <a:pt x="322" y="433"/>
                </a:lnTo>
                <a:lnTo>
                  <a:pt x="322" y="432"/>
                </a:lnTo>
                <a:lnTo>
                  <a:pt x="321" y="432"/>
                </a:lnTo>
                <a:lnTo>
                  <a:pt x="321" y="431"/>
                </a:lnTo>
                <a:lnTo>
                  <a:pt x="321" y="429"/>
                </a:lnTo>
                <a:lnTo>
                  <a:pt x="321" y="428"/>
                </a:lnTo>
                <a:lnTo>
                  <a:pt x="320" y="427"/>
                </a:lnTo>
                <a:lnTo>
                  <a:pt x="319" y="427"/>
                </a:lnTo>
                <a:lnTo>
                  <a:pt x="319" y="426"/>
                </a:lnTo>
                <a:lnTo>
                  <a:pt x="318" y="426"/>
                </a:lnTo>
                <a:lnTo>
                  <a:pt x="318" y="427"/>
                </a:lnTo>
                <a:lnTo>
                  <a:pt x="317" y="426"/>
                </a:lnTo>
                <a:lnTo>
                  <a:pt x="316" y="426"/>
                </a:lnTo>
                <a:lnTo>
                  <a:pt x="315" y="426"/>
                </a:lnTo>
                <a:lnTo>
                  <a:pt x="314" y="426"/>
                </a:lnTo>
                <a:lnTo>
                  <a:pt x="314" y="427"/>
                </a:lnTo>
                <a:lnTo>
                  <a:pt x="313" y="427"/>
                </a:lnTo>
                <a:lnTo>
                  <a:pt x="313" y="426"/>
                </a:lnTo>
                <a:lnTo>
                  <a:pt x="312" y="426"/>
                </a:lnTo>
                <a:lnTo>
                  <a:pt x="312" y="425"/>
                </a:lnTo>
                <a:lnTo>
                  <a:pt x="312" y="424"/>
                </a:lnTo>
                <a:lnTo>
                  <a:pt x="312" y="423"/>
                </a:lnTo>
                <a:lnTo>
                  <a:pt x="313" y="423"/>
                </a:lnTo>
                <a:lnTo>
                  <a:pt x="314" y="423"/>
                </a:lnTo>
                <a:lnTo>
                  <a:pt x="314" y="422"/>
                </a:lnTo>
                <a:lnTo>
                  <a:pt x="314" y="421"/>
                </a:lnTo>
                <a:lnTo>
                  <a:pt x="315" y="421"/>
                </a:lnTo>
                <a:lnTo>
                  <a:pt x="316" y="421"/>
                </a:lnTo>
                <a:lnTo>
                  <a:pt x="316" y="420"/>
                </a:lnTo>
                <a:lnTo>
                  <a:pt x="317" y="420"/>
                </a:lnTo>
                <a:lnTo>
                  <a:pt x="317" y="419"/>
                </a:lnTo>
                <a:lnTo>
                  <a:pt x="317" y="418"/>
                </a:lnTo>
                <a:lnTo>
                  <a:pt x="318" y="418"/>
                </a:lnTo>
                <a:lnTo>
                  <a:pt x="317" y="417"/>
                </a:lnTo>
                <a:lnTo>
                  <a:pt x="317" y="416"/>
                </a:lnTo>
                <a:lnTo>
                  <a:pt x="317" y="415"/>
                </a:lnTo>
                <a:lnTo>
                  <a:pt x="316" y="415"/>
                </a:lnTo>
                <a:lnTo>
                  <a:pt x="315" y="414"/>
                </a:lnTo>
                <a:lnTo>
                  <a:pt x="314" y="414"/>
                </a:lnTo>
                <a:lnTo>
                  <a:pt x="313" y="415"/>
                </a:lnTo>
                <a:lnTo>
                  <a:pt x="312" y="415"/>
                </a:lnTo>
                <a:lnTo>
                  <a:pt x="310" y="415"/>
                </a:lnTo>
                <a:lnTo>
                  <a:pt x="309" y="414"/>
                </a:lnTo>
                <a:lnTo>
                  <a:pt x="308" y="414"/>
                </a:lnTo>
                <a:lnTo>
                  <a:pt x="308" y="413"/>
                </a:lnTo>
                <a:lnTo>
                  <a:pt x="307" y="413"/>
                </a:lnTo>
                <a:lnTo>
                  <a:pt x="306" y="413"/>
                </a:lnTo>
                <a:lnTo>
                  <a:pt x="307" y="412"/>
                </a:lnTo>
                <a:lnTo>
                  <a:pt x="307" y="411"/>
                </a:lnTo>
                <a:lnTo>
                  <a:pt x="308" y="410"/>
                </a:lnTo>
                <a:lnTo>
                  <a:pt x="309" y="409"/>
                </a:lnTo>
                <a:lnTo>
                  <a:pt x="309" y="408"/>
                </a:lnTo>
                <a:lnTo>
                  <a:pt x="310" y="407"/>
                </a:lnTo>
                <a:lnTo>
                  <a:pt x="310" y="406"/>
                </a:lnTo>
                <a:lnTo>
                  <a:pt x="311" y="405"/>
                </a:lnTo>
                <a:lnTo>
                  <a:pt x="312" y="402"/>
                </a:lnTo>
                <a:lnTo>
                  <a:pt x="313" y="402"/>
                </a:lnTo>
                <a:lnTo>
                  <a:pt x="313" y="401"/>
                </a:lnTo>
                <a:lnTo>
                  <a:pt x="312" y="400"/>
                </a:lnTo>
                <a:lnTo>
                  <a:pt x="311" y="400"/>
                </a:lnTo>
                <a:lnTo>
                  <a:pt x="310" y="399"/>
                </a:lnTo>
                <a:lnTo>
                  <a:pt x="309" y="399"/>
                </a:lnTo>
                <a:lnTo>
                  <a:pt x="309" y="398"/>
                </a:lnTo>
                <a:lnTo>
                  <a:pt x="308" y="398"/>
                </a:lnTo>
                <a:lnTo>
                  <a:pt x="307" y="397"/>
                </a:lnTo>
                <a:lnTo>
                  <a:pt x="306" y="396"/>
                </a:lnTo>
                <a:lnTo>
                  <a:pt x="305" y="396"/>
                </a:lnTo>
                <a:lnTo>
                  <a:pt x="304" y="396"/>
                </a:lnTo>
                <a:lnTo>
                  <a:pt x="303" y="395"/>
                </a:lnTo>
                <a:lnTo>
                  <a:pt x="302" y="394"/>
                </a:lnTo>
                <a:lnTo>
                  <a:pt x="301" y="393"/>
                </a:lnTo>
                <a:lnTo>
                  <a:pt x="300" y="393"/>
                </a:lnTo>
                <a:lnTo>
                  <a:pt x="299" y="393"/>
                </a:lnTo>
                <a:lnTo>
                  <a:pt x="299" y="392"/>
                </a:lnTo>
                <a:lnTo>
                  <a:pt x="298" y="392"/>
                </a:lnTo>
                <a:lnTo>
                  <a:pt x="297" y="392"/>
                </a:lnTo>
                <a:lnTo>
                  <a:pt x="297" y="391"/>
                </a:lnTo>
                <a:lnTo>
                  <a:pt x="298" y="391"/>
                </a:lnTo>
                <a:lnTo>
                  <a:pt x="297" y="391"/>
                </a:lnTo>
                <a:lnTo>
                  <a:pt x="296" y="390"/>
                </a:lnTo>
                <a:lnTo>
                  <a:pt x="297" y="390"/>
                </a:lnTo>
                <a:lnTo>
                  <a:pt x="297" y="389"/>
                </a:lnTo>
                <a:lnTo>
                  <a:pt x="296" y="388"/>
                </a:lnTo>
                <a:lnTo>
                  <a:pt x="296" y="387"/>
                </a:lnTo>
                <a:lnTo>
                  <a:pt x="297" y="387"/>
                </a:lnTo>
                <a:lnTo>
                  <a:pt x="297" y="386"/>
                </a:lnTo>
                <a:lnTo>
                  <a:pt x="296" y="386"/>
                </a:lnTo>
                <a:lnTo>
                  <a:pt x="296" y="385"/>
                </a:lnTo>
                <a:lnTo>
                  <a:pt x="296" y="384"/>
                </a:lnTo>
                <a:lnTo>
                  <a:pt x="295" y="384"/>
                </a:lnTo>
                <a:lnTo>
                  <a:pt x="294" y="384"/>
                </a:lnTo>
                <a:lnTo>
                  <a:pt x="293" y="384"/>
                </a:lnTo>
                <a:lnTo>
                  <a:pt x="291" y="384"/>
                </a:lnTo>
                <a:lnTo>
                  <a:pt x="290" y="383"/>
                </a:lnTo>
                <a:lnTo>
                  <a:pt x="289" y="383"/>
                </a:lnTo>
                <a:lnTo>
                  <a:pt x="290" y="382"/>
                </a:lnTo>
                <a:lnTo>
                  <a:pt x="289" y="382"/>
                </a:lnTo>
                <a:lnTo>
                  <a:pt x="288" y="382"/>
                </a:lnTo>
                <a:lnTo>
                  <a:pt x="288" y="383"/>
                </a:lnTo>
                <a:lnTo>
                  <a:pt x="287" y="383"/>
                </a:lnTo>
                <a:lnTo>
                  <a:pt x="287" y="384"/>
                </a:lnTo>
                <a:lnTo>
                  <a:pt x="286" y="384"/>
                </a:lnTo>
                <a:lnTo>
                  <a:pt x="285" y="384"/>
                </a:lnTo>
                <a:lnTo>
                  <a:pt x="284" y="384"/>
                </a:lnTo>
                <a:lnTo>
                  <a:pt x="283" y="384"/>
                </a:lnTo>
                <a:lnTo>
                  <a:pt x="283" y="383"/>
                </a:lnTo>
                <a:lnTo>
                  <a:pt x="282" y="383"/>
                </a:lnTo>
                <a:lnTo>
                  <a:pt x="282" y="384"/>
                </a:lnTo>
                <a:lnTo>
                  <a:pt x="281" y="384"/>
                </a:lnTo>
                <a:lnTo>
                  <a:pt x="281" y="385"/>
                </a:lnTo>
                <a:lnTo>
                  <a:pt x="280" y="385"/>
                </a:lnTo>
                <a:lnTo>
                  <a:pt x="280" y="384"/>
                </a:lnTo>
                <a:lnTo>
                  <a:pt x="280" y="383"/>
                </a:lnTo>
                <a:lnTo>
                  <a:pt x="280" y="382"/>
                </a:lnTo>
                <a:lnTo>
                  <a:pt x="279" y="382"/>
                </a:lnTo>
                <a:lnTo>
                  <a:pt x="280" y="381"/>
                </a:lnTo>
                <a:lnTo>
                  <a:pt x="279" y="381"/>
                </a:lnTo>
                <a:lnTo>
                  <a:pt x="278" y="380"/>
                </a:lnTo>
                <a:lnTo>
                  <a:pt x="278" y="381"/>
                </a:lnTo>
                <a:lnTo>
                  <a:pt x="278" y="380"/>
                </a:lnTo>
                <a:lnTo>
                  <a:pt x="278" y="379"/>
                </a:lnTo>
                <a:lnTo>
                  <a:pt x="277" y="379"/>
                </a:lnTo>
                <a:lnTo>
                  <a:pt x="276" y="379"/>
                </a:lnTo>
                <a:lnTo>
                  <a:pt x="275" y="380"/>
                </a:lnTo>
                <a:lnTo>
                  <a:pt x="274" y="380"/>
                </a:lnTo>
                <a:lnTo>
                  <a:pt x="273" y="380"/>
                </a:lnTo>
                <a:lnTo>
                  <a:pt x="273" y="381"/>
                </a:lnTo>
                <a:lnTo>
                  <a:pt x="272" y="381"/>
                </a:lnTo>
                <a:lnTo>
                  <a:pt x="272" y="382"/>
                </a:lnTo>
                <a:lnTo>
                  <a:pt x="271" y="381"/>
                </a:lnTo>
                <a:lnTo>
                  <a:pt x="270" y="381"/>
                </a:lnTo>
                <a:lnTo>
                  <a:pt x="270" y="380"/>
                </a:lnTo>
                <a:lnTo>
                  <a:pt x="269" y="380"/>
                </a:lnTo>
                <a:lnTo>
                  <a:pt x="268" y="379"/>
                </a:lnTo>
                <a:lnTo>
                  <a:pt x="266" y="377"/>
                </a:lnTo>
                <a:lnTo>
                  <a:pt x="265" y="377"/>
                </a:lnTo>
                <a:lnTo>
                  <a:pt x="264" y="376"/>
                </a:lnTo>
                <a:lnTo>
                  <a:pt x="264" y="375"/>
                </a:lnTo>
                <a:lnTo>
                  <a:pt x="263" y="375"/>
                </a:lnTo>
                <a:lnTo>
                  <a:pt x="262" y="374"/>
                </a:lnTo>
                <a:lnTo>
                  <a:pt x="261" y="374"/>
                </a:lnTo>
                <a:lnTo>
                  <a:pt x="260" y="374"/>
                </a:lnTo>
                <a:lnTo>
                  <a:pt x="259" y="374"/>
                </a:lnTo>
                <a:lnTo>
                  <a:pt x="258" y="374"/>
                </a:lnTo>
                <a:lnTo>
                  <a:pt x="257" y="374"/>
                </a:lnTo>
                <a:lnTo>
                  <a:pt x="258" y="374"/>
                </a:lnTo>
                <a:lnTo>
                  <a:pt x="258" y="372"/>
                </a:lnTo>
                <a:lnTo>
                  <a:pt x="257" y="371"/>
                </a:lnTo>
                <a:lnTo>
                  <a:pt x="256" y="370"/>
                </a:lnTo>
                <a:lnTo>
                  <a:pt x="256" y="371"/>
                </a:lnTo>
                <a:lnTo>
                  <a:pt x="254" y="370"/>
                </a:lnTo>
                <a:lnTo>
                  <a:pt x="254" y="369"/>
                </a:lnTo>
                <a:lnTo>
                  <a:pt x="253" y="369"/>
                </a:lnTo>
                <a:lnTo>
                  <a:pt x="252" y="369"/>
                </a:lnTo>
                <a:lnTo>
                  <a:pt x="252" y="368"/>
                </a:lnTo>
                <a:lnTo>
                  <a:pt x="252" y="367"/>
                </a:lnTo>
                <a:lnTo>
                  <a:pt x="252" y="366"/>
                </a:lnTo>
                <a:lnTo>
                  <a:pt x="252" y="365"/>
                </a:lnTo>
                <a:lnTo>
                  <a:pt x="253" y="364"/>
                </a:lnTo>
                <a:lnTo>
                  <a:pt x="253" y="363"/>
                </a:lnTo>
                <a:lnTo>
                  <a:pt x="252" y="363"/>
                </a:lnTo>
                <a:lnTo>
                  <a:pt x="252" y="362"/>
                </a:lnTo>
                <a:lnTo>
                  <a:pt x="251" y="361"/>
                </a:lnTo>
                <a:lnTo>
                  <a:pt x="250" y="361"/>
                </a:lnTo>
                <a:lnTo>
                  <a:pt x="249" y="361"/>
                </a:lnTo>
                <a:lnTo>
                  <a:pt x="248" y="361"/>
                </a:lnTo>
                <a:lnTo>
                  <a:pt x="247" y="361"/>
                </a:lnTo>
                <a:lnTo>
                  <a:pt x="247" y="360"/>
                </a:lnTo>
                <a:lnTo>
                  <a:pt x="246" y="360"/>
                </a:lnTo>
                <a:lnTo>
                  <a:pt x="245" y="359"/>
                </a:lnTo>
                <a:lnTo>
                  <a:pt x="245" y="360"/>
                </a:lnTo>
                <a:lnTo>
                  <a:pt x="245" y="361"/>
                </a:lnTo>
                <a:lnTo>
                  <a:pt x="243" y="361"/>
                </a:lnTo>
                <a:lnTo>
                  <a:pt x="242" y="361"/>
                </a:lnTo>
                <a:lnTo>
                  <a:pt x="242" y="362"/>
                </a:lnTo>
                <a:lnTo>
                  <a:pt x="241" y="362"/>
                </a:lnTo>
                <a:lnTo>
                  <a:pt x="241" y="363"/>
                </a:lnTo>
                <a:lnTo>
                  <a:pt x="242" y="363"/>
                </a:lnTo>
                <a:lnTo>
                  <a:pt x="242" y="364"/>
                </a:lnTo>
                <a:lnTo>
                  <a:pt x="242" y="365"/>
                </a:lnTo>
                <a:lnTo>
                  <a:pt x="242" y="366"/>
                </a:lnTo>
                <a:lnTo>
                  <a:pt x="242" y="367"/>
                </a:lnTo>
                <a:lnTo>
                  <a:pt x="241" y="368"/>
                </a:lnTo>
                <a:lnTo>
                  <a:pt x="240" y="369"/>
                </a:lnTo>
                <a:lnTo>
                  <a:pt x="239" y="370"/>
                </a:lnTo>
                <a:lnTo>
                  <a:pt x="239" y="372"/>
                </a:lnTo>
                <a:lnTo>
                  <a:pt x="239" y="373"/>
                </a:lnTo>
                <a:lnTo>
                  <a:pt x="239" y="375"/>
                </a:lnTo>
                <a:lnTo>
                  <a:pt x="239" y="376"/>
                </a:lnTo>
                <a:lnTo>
                  <a:pt x="240" y="376"/>
                </a:lnTo>
                <a:lnTo>
                  <a:pt x="239" y="376"/>
                </a:lnTo>
                <a:lnTo>
                  <a:pt x="236" y="377"/>
                </a:lnTo>
                <a:lnTo>
                  <a:pt x="234" y="377"/>
                </a:lnTo>
                <a:lnTo>
                  <a:pt x="234" y="378"/>
                </a:lnTo>
                <a:lnTo>
                  <a:pt x="233" y="378"/>
                </a:lnTo>
                <a:lnTo>
                  <a:pt x="232" y="378"/>
                </a:lnTo>
                <a:lnTo>
                  <a:pt x="231" y="378"/>
                </a:lnTo>
                <a:lnTo>
                  <a:pt x="229" y="378"/>
                </a:lnTo>
                <a:lnTo>
                  <a:pt x="229" y="377"/>
                </a:lnTo>
                <a:lnTo>
                  <a:pt x="228" y="377"/>
                </a:lnTo>
                <a:lnTo>
                  <a:pt x="225" y="374"/>
                </a:lnTo>
                <a:lnTo>
                  <a:pt x="224" y="373"/>
                </a:lnTo>
                <a:lnTo>
                  <a:pt x="224" y="374"/>
                </a:lnTo>
                <a:lnTo>
                  <a:pt x="223" y="375"/>
                </a:lnTo>
                <a:lnTo>
                  <a:pt x="223" y="376"/>
                </a:lnTo>
                <a:lnTo>
                  <a:pt x="222" y="375"/>
                </a:lnTo>
                <a:lnTo>
                  <a:pt x="221" y="374"/>
                </a:lnTo>
                <a:lnTo>
                  <a:pt x="220" y="373"/>
                </a:lnTo>
                <a:lnTo>
                  <a:pt x="220" y="372"/>
                </a:lnTo>
                <a:lnTo>
                  <a:pt x="219" y="372"/>
                </a:lnTo>
                <a:lnTo>
                  <a:pt x="219" y="371"/>
                </a:lnTo>
                <a:lnTo>
                  <a:pt x="218" y="370"/>
                </a:lnTo>
                <a:lnTo>
                  <a:pt x="214" y="372"/>
                </a:lnTo>
                <a:lnTo>
                  <a:pt x="214" y="373"/>
                </a:lnTo>
                <a:lnTo>
                  <a:pt x="214" y="374"/>
                </a:lnTo>
                <a:lnTo>
                  <a:pt x="215" y="374"/>
                </a:lnTo>
                <a:lnTo>
                  <a:pt x="214" y="375"/>
                </a:lnTo>
                <a:lnTo>
                  <a:pt x="213" y="376"/>
                </a:lnTo>
                <a:lnTo>
                  <a:pt x="212" y="374"/>
                </a:lnTo>
                <a:lnTo>
                  <a:pt x="211" y="374"/>
                </a:lnTo>
                <a:lnTo>
                  <a:pt x="211" y="373"/>
                </a:lnTo>
                <a:lnTo>
                  <a:pt x="210" y="373"/>
                </a:lnTo>
                <a:lnTo>
                  <a:pt x="210" y="372"/>
                </a:lnTo>
                <a:lnTo>
                  <a:pt x="209" y="371"/>
                </a:lnTo>
                <a:lnTo>
                  <a:pt x="209" y="370"/>
                </a:lnTo>
                <a:lnTo>
                  <a:pt x="208" y="369"/>
                </a:lnTo>
                <a:lnTo>
                  <a:pt x="207" y="368"/>
                </a:lnTo>
                <a:lnTo>
                  <a:pt x="206" y="367"/>
                </a:lnTo>
                <a:lnTo>
                  <a:pt x="203" y="368"/>
                </a:lnTo>
                <a:lnTo>
                  <a:pt x="201" y="367"/>
                </a:lnTo>
                <a:lnTo>
                  <a:pt x="202" y="366"/>
                </a:lnTo>
                <a:lnTo>
                  <a:pt x="202" y="365"/>
                </a:lnTo>
                <a:lnTo>
                  <a:pt x="202" y="363"/>
                </a:lnTo>
                <a:lnTo>
                  <a:pt x="201" y="363"/>
                </a:lnTo>
                <a:lnTo>
                  <a:pt x="200" y="362"/>
                </a:lnTo>
                <a:lnTo>
                  <a:pt x="199" y="360"/>
                </a:lnTo>
                <a:lnTo>
                  <a:pt x="200" y="359"/>
                </a:lnTo>
                <a:lnTo>
                  <a:pt x="201" y="359"/>
                </a:lnTo>
                <a:lnTo>
                  <a:pt x="202" y="358"/>
                </a:lnTo>
                <a:lnTo>
                  <a:pt x="203" y="358"/>
                </a:lnTo>
                <a:lnTo>
                  <a:pt x="203" y="357"/>
                </a:lnTo>
                <a:lnTo>
                  <a:pt x="204" y="357"/>
                </a:lnTo>
                <a:lnTo>
                  <a:pt x="205" y="357"/>
                </a:lnTo>
                <a:lnTo>
                  <a:pt x="206" y="357"/>
                </a:lnTo>
                <a:lnTo>
                  <a:pt x="207" y="357"/>
                </a:lnTo>
                <a:lnTo>
                  <a:pt x="208" y="357"/>
                </a:lnTo>
                <a:lnTo>
                  <a:pt x="209" y="357"/>
                </a:lnTo>
                <a:lnTo>
                  <a:pt x="209" y="358"/>
                </a:lnTo>
                <a:lnTo>
                  <a:pt x="210" y="358"/>
                </a:lnTo>
                <a:lnTo>
                  <a:pt x="211" y="358"/>
                </a:lnTo>
                <a:lnTo>
                  <a:pt x="212" y="358"/>
                </a:lnTo>
                <a:lnTo>
                  <a:pt x="213" y="358"/>
                </a:lnTo>
                <a:lnTo>
                  <a:pt x="213" y="357"/>
                </a:lnTo>
                <a:lnTo>
                  <a:pt x="213" y="356"/>
                </a:lnTo>
                <a:lnTo>
                  <a:pt x="213" y="355"/>
                </a:lnTo>
                <a:lnTo>
                  <a:pt x="212" y="355"/>
                </a:lnTo>
                <a:lnTo>
                  <a:pt x="211" y="354"/>
                </a:lnTo>
                <a:lnTo>
                  <a:pt x="210" y="354"/>
                </a:lnTo>
                <a:lnTo>
                  <a:pt x="211" y="354"/>
                </a:lnTo>
                <a:lnTo>
                  <a:pt x="210" y="355"/>
                </a:lnTo>
                <a:lnTo>
                  <a:pt x="210" y="354"/>
                </a:lnTo>
                <a:lnTo>
                  <a:pt x="209" y="353"/>
                </a:lnTo>
                <a:lnTo>
                  <a:pt x="209" y="352"/>
                </a:lnTo>
                <a:lnTo>
                  <a:pt x="208" y="352"/>
                </a:lnTo>
                <a:lnTo>
                  <a:pt x="209" y="352"/>
                </a:lnTo>
                <a:lnTo>
                  <a:pt x="209" y="351"/>
                </a:lnTo>
                <a:lnTo>
                  <a:pt x="208" y="350"/>
                </a:lnTo>
                <a:lnTo>
                  <a:pt x="209" y="350"/>
                </a:lnTo>
                <a:lnTo>
                  <a:pt x="209" y="351"/>
                </a:lnTo>
                <a:lnTo>
                  <a:pt x="210" y="351"/>
                </a:lnTo>
                <a:lnTo>
                  <a:pt x="212" y="352"/>
                </a:lnTo>
                <a:lnTo>
                  <a:pt x="213" y="352"/>
                </a:lnTo>
                <a:lnTo>
                  <a:pt x="215" y="352"/>
                </a:lnTo>
                <a:lnTo>
                  <a:pt x="217" y="351"/>
                </a:lnTo>
                <a:lnTo>
                  <a:pt x="217" y="350"/>
                </a:lnTo>
                <a:lnTo>
                  <a:pt x="216" y="349"/>
                </a:lnTo>
                <a:lnTo>
                  <a:pt x="216" y="348"/>
                </a:lnTo>
                <a:lnTo>
                  <a:pt x="216" y="347"/>
                </a:lnTo>
                <a:lnTo>
                  <a:pt x="217" y="346"/>
                </a:lnTo>
                <a:lnTo>
                  <a:pt x="218" y="346"/>
                </a:lnTo>
                <a:lnTo>
                  <a:pt x="218" y="345"/>
                </a:lnTo>
                <a:lnTo>
                  <a:pt x="218" y="344"/>
                </a:lnTo>
                <a:lnTo>
                  <a:pt x="218" y="343"/>
                </a:lnTo>
                <a:lnTo>
                  <a:pt x="217" y="343"/>
                </a:lnTo>
                <a:lnTo>
                  <a:pt x="217" y="342"/>
                </a:lnTo>
                <a:lnTo>
                  <a:pt x="216" y="341"/>
                </a:lnTo>
                <a:lnTo>
                  <a:pt x="216" y="340"/>
                </a:lnTo>
                <a:lnTo>
                  <a:pt x="215" y="340"/>
                </a:lnTo>
                <a:lnTo>
                  <a:pt x="215" y="339"/>
                </a:lnTo>
                <a:lnTo>
                  <a:pt x="216" y="339"/>
                </a:lnTo>
                <a:lnTo>
                  <a:pt x="216" y="338"/>
                </a:lnTo>
                <a:lnTo>
                  <a:pt x="215" y="338"/>
                </a:lnTo>
                <a:lnTo>
                  <a:pt x="215" y="337"/>
                </a:lnTo>
                <a:lnTo>
                  <a:pt x="215" y="336"/>
                </a:lnTo>
                <a:lnTo>
                  <a:pt x="214" y="336"/>
                </a:lnTo>
                <a:lnTo>
                  <a:pt x="213" y="334"/>
                </a:lnTo>
                <a:lnTo>
                  <a:pt x="212" y="334"/>
                </a:lnTo>
                <a:lnTo>
                  <a:pt x="211" y="334"/>
                </a:lnTo>
                <a:lnTo>
                  <a:pt x="211" y="333"/>
                </a:lnTo>
                <a:lnTo>
                  <a:pt x="210" y="333"/>
                </a:lnTo>
                <a:lnTo>
                  <a:pt x="211" y="333"/>
                </a:lnTo>
                <a:lnTo>
                  <a:pt x="211" y="332"/>
                </a:lnTo>
                <a:lnTo>
                  <a:pt x="211" y="331"/>
                </a:lnTo>
                <a:lnTo>
                  <a:pt x="210" y="330"/>
                </a:lnTo>
                <a:lnTo>
                  <a:pt x="211" y="329"/>
                </a:lnTo>
                <a:lnTo>
                  <a:pt x="211" y="328"/>
                </a:lnTo>
                <a:lnTo>
                  <a:pt x="211" y="327"/>
                </a:lnTo>
                <a:lnTo>
                  <a:pt x="210" y="326"/>
                </a:lnTo>
                <a:lnTo>
                  <a:pt x="209" y="326"/>
                </a:lnTo>
                <a:lnTo>
                  <a:pt x="209" y="325"/>
                </a:lnTo>
                <a:lnTo>
                  <a:pt x="208" y="324"/>
                </a:lnTo>
                <a:lnTo>
                  <a:pt x="208" y="323"/>
                </a:lnTo>
                <a:lnTo>
                  <a:pt x="207" y="323"/>
                </a:lnTo>
                <a:lnTo>
                  <a:pt x="207" y="322"/>
                </a:lnTo>
                <a:lnTo>
                  <a:pt x="207" y="321"/>
                </a:lnTo>
                <a:lnTo>
                  <a:pt x="206" y="321"/>
                </a:lnTo>
                <a:lnTo>
                  <a:pt x="207" y="321"/>
                </a:lnTo>
                <a:lnTo>
                  <a:pt x="207" y="320"/>
                </a:lnTo>
                <a:lnTo>
                  <a:pt x="207" y="319"/>
                </a:lnTo>
                <a:lnTo>
                  <a:pt x="206" y="318"/>
                </a:lnTo>
                <a:lnTo>
                  <a:pt x="205" y="316"/>
                </a:lnTo>
                <a:lnTo>
                  <a:pt x="204" y="316"/>
                </a:lnTo>
                <a:lnTo>
                  <a:pt x="203" y="315"/>
                </a:lnTo>
                <a:lnTo>
                  <a:pt x="203" y="314"/>
                </a:lnTo>
                <a:lnTo>
                  <a:pt x="203" y="313"/>
                </a:lnTo>
                <a:lnTo>
                  <a:pt x="203" y="312"/>
                </a:lnTo>
                <a:lnTo>
                  <a:pt x="202" y="312"/>
                </a:lnTo>
                <a:lnTo>
                  <a:pt x="201" y="311"/>
                </a:lnTo>
                <a:lnTo>
                  <a:pt x="200" y="310"/>
                </a:lnTo>
                <a:lnTo>
                  <a:pt x="200" y="309"/>
                </a:lnTo>
                <a:lnTo>
                  <a:pt x="199" y="308"/>
                </a:lnTo>
                <a:lnTo>
                  <a:pt x="198" y="308"/>
                </a:lnTo>
                <a:lnTo>
                  <a:pt x="197" y="307"/>
                </a:lnTo>
                <a:lnTo>
                  <a:pt x="196" y="307"/>
                </a:lnTo>
                <a:lnTo>
                  <a:pt x="196" y="306"/>
                </a:lnTo>
                <a:lnTo>
                  <a:pt x="196" y="305"/>
                </a:lnTo>
                <a:lnTo>
                  <a:pt x="197" y="304"/>
                </a:lnTo>
                <a:lnTo>
                  <a:pt x="197" y="303"/>
                </a:lnTo>
                <a:lnTo>
                  <a:pt x="196" y="303"/>
                </a:lnTo>
                <a:lnTo>
                  <a:pt x="194" y="301"/>
                </a:lnTo>
                <a:lnTo>
                  <a:pt x="193" y="300"/>
                </a:lnTo>
                <a:lnTo>
                  <a:pt x="193" y="299"/>
                </a:lnTo>
                <a:lnTo>
                  <a:pt x="192" y="299"/>
                </a:lnTo>
                <a:lnTo>
                  <a:pt x="191" y="299"/>
                </a:lnTo>
                <a:lnTo>
                  <a:pt x="190" y="298"/>
                </a:lnTo>
                <a:lnTo>
                  <a:pt x="189" y="296"/>
                </a:lnTo>
                <a:lnTo>
                  <a:pt x="188" y="296"/>
                </a:lnTo>
                <a:lnTo>
                  <a:pt x="189" y="295"/>
                </a:lnTo>
                <a:lnTo>
                  <a:pt x="189" y="294"/>
                </a:lnTo>
                <a:lnTo>
                  <a:pt x="189" y="293"/>
                </a:lnTo>
                <a:lnTo>
                  <a:pt x="188" y="292"/>
                </a:lnTo>
                <a:lnTo>
                  <a:pt x="188" y="291"/>
                </a:lnTo>
                <a:lnTo>
                  <a:pt x="189" y="291"/>
                </a:lnTo>
                <a:lnTo>
                  <a:pt x="189" y="290"/>
                </a:lnTo>
                <a:lnTo>
                  <a:pt x="190" y="291"/>
                </a:lnTo>
                <a:lnTo>
                  <a:pt x="190" y="290"/>
                </a:lnTo>
                <a:lnTo>
                  <a:pt x="190" y="289"/>
                </a:lnTo>
                <a:lnTo>
                  <a:pt x="190" y="288"/>
                </a:lnTo>
                <a:lnTo>
                  <a:pt x="190" y="287"/>
                </a:lnTo>
                <a:lnTo>
                  <a:pt x="190" y="286"/>
                </a:lnTo>
                <a:lnTo>
                  <a:pt x="190" y="285"/>
                </a:lnTo>
                <a:lnTo>
                  <a:pt x="191" y="284"/>
                </a:lnTo>
                <a:lnTo>
                  <a:pt x="192" y="283"/>
                </a:lnTo>
                <a:lnTo>
                  <a:pt x="192" y="282"/>
                </a:lnTo>
                <a:lnTo>
                  <a:pt x="192" y="281"/>
                </a:lnTo>
                <a:lnTo>
                  <a:pt x="192" y="280"/>
                </a:lnTo>
                <a:lnTo>
                  <a:pt x="192" y="281"/>
                </a:lnTo>
                <a:lnTo>
                  <a:pt x="186" y="279"/>
                </a:lnTo>
                <a:lnTo>
                  <a:pt x="185" y="279"/>
                </a:lnTo>
                <a:lnTo>
                  <a:pt x="185" y="278"/>
                </a:lnTo>
                <a:lnTo>
                  <a:pt x="183" y="278"/>
                </a:lnTo>
                <a:lnTo>
                  <a:pt x="183" y="277"/>
                </a:lnTo>
                <a:lnTo>
                  <a:pt x="182" y="275"/>
                </a:lnTo>
                <a:lnTo>
                  <a:pt x="182" y="276"/>
                </a:lnTo>
                <a:lnTo>
                  <a:pt x="182" y="275"/>
                </a:lnTo>
                <a:lnTo>
                  <a:pt x="180" y="271"/>
                </a:lnTo>
                <a:lnTo>
                  <a:pt x="176" y="266"/>
                </a:lnTo>
                <a:lnTo>
                  <a:pt x="175" y="265"/>
                </a:lnTo>
                <a:lnTo>
                  <a:pt x="172" y="262"/>
                </a:lnTo>
                <a:lnTo>
                  <a:pt x="171" y="261"/>
                </a:lnTo>
                <a:lnTo>
                  <a:pt x="170" y="260"/>
                </a:lnTo>
                <a:lnTo>
                  <a:pt x="170" y="261"/>
                </a:lnTo>
                <a:lnTo>
                  <a:pt x="168" y="261"/>
                </a:lnTo>
                <a:lnTo>
                  <a:pt x="168" y="260"/>
                </a:lnTo>
                <a:lnTo>
                  <a:pt x="166" y="259"/>
                </a:lnTo>
                <a:lnTo>
                  <a:pt x="164" y="259"/>
                </a:lnTo>
                <a:lnTo>
                  <a:pt x="163" y="259"/>
                </a:lnTo>
                <a:lnTo>
                  <a:pt x="164" y="259"/>
                </a:lnTo>
                <a:lnTo>
                  <a:pt x="164" y="258"/>
                </a:lnTo>
                <a:lnTo>
                  <a:pt x="162" y="255"/>
                </a:lnTo>
                <a:lnTo>
                  <a:pt x="162" y="254"/>
                </a:lnTo>
                <a:lnTo>
                  <a:pt x="163" y="254"/>
                </a:lnTo>
                <a:lnTo>
                  <a:pt x="163" y="253"/>
                </a:lnTo>
                <a:lnTo>
                  <a:pt x="163" y="252"/>
                </a:lnTo>
                <a:lnTo>
                  <a:pt x="164" y="251"/>
                </a:lnTo>
                <a:lnTo>
                  <a:pt x="161" y="247"/>
                </a:lnTo>
                <a:lnTo>
                  <a:pt x="162" y="247"/>
                </a:lnTo>
                <a:lnTo>
                  <a:pt x="162" y="246"/>
                </a:lnTo>
                <a:lnTo>
                  <a:pt x="161" y="245"/>
                </a:lnTo>
                <a:lnTo>
                  <a:pt x="161" y="244"/>
                </a:lnTo>
                <a:lnTo>
                  <a:pt x="162" y="243"/>
                </a:lnTo>
                <a:lnTo>
                  <a:pt x="161" y="242"/>
                </a:lnTo>
                <a:lnTo>
                  <a:pt x="161" y="241"/>
                </a:lnTo>
                <a:lnTo>
                  <a:pt x="160" y="241"/>
                </a:lnTo>
                <a:lnTo>
                  <a:pt x="159" y="241"/>
                </a:lnTo>
                <a:lnTo>
                  <a:pt x="158" y="241"/>
                </a:lnTo>
                <a:lnTo>
                  <a:pt x="157" y="241"/>
                </a:lnTo>
                <a:lnTo>
                  <a:pt x="156" y="242"/>
                </a:lnTo>
                <a:lnTo>
                  <a:pt x="155" y="242"/>
                </a:lnTo>
                <a:lnTo>
                  <a:pt x="154" y="243"/>
                </a:lnTo>
                <a:lnTo>
                  <a:pt x="153" y="243"/>
                </a:lnTo>
                <a:lnTo>
                  <a:pt x="151" y="244"/>
                </a:lnTo>
                <a:lnTo>
                  <a:pt x="151" y="245"/>
                </a:lnTo>
                <a:lnTo>
                  <a:pt x="150" y="246"/>
                </a:lnTo>
                <a:lnTo>
                  <a:pt x="150" y="247"/>
                </a:lnTo>
                <a:lnTo>
                  <a:pt x="149" y="247"/>
                </a:lnTo>
                <a:lnTo>
                  <a:pt x="148" y="248"/>
                </a:lnTo>
                <a:lnTo>
                  <a:pt x="147" y="250"/>
                </a:lnTo>
                <a:lnTo>
                  <a:pt x="146" y="250"/>
                </a:lnTo>
                <a:lnTo>
                  <a:pt x="146" y="251"/>
                </a:lnTo>
                <a:lnTo>
                  <a:pt x="145" y="252"/>
                </a:lnTo>
                <a:lnTo>
                  <a:pt x="144" y="253"/>
                </a:lnTo>
                <a:lnTo>
                  <a:pt x="144" y="254"/>
                </a:lnTo>
                <a:lnTo>
                  <a:pt x="143" y="254"/>
                </a:lnTo>
                <a:lnTo>
                  <a:pt x="142" y="255"/>
                </a:lnTo>
                <a:lnTo>
                  <a:pt x="142" y="256"/>
                </a:lnTo>
                <a:lnTo>
                  <a:pt x="141" y="256"/>
                </a:lnTo>
                <a:lnTo>
                  <a:pt x="140" y="258"/>
                </a:lnTo>
                <a:lnTo>
                  <a:pt x="139" y="258"/>
                </a:lnTo>
                <a:lnTo>
                  <a:pt x="138" y="259"/>
                </a:lnTo>
                <a:lnTo>
                  <a:pt x="132" y="263"/>
                </a:lnTo>
                <a:lnTo>
                  <a:pt x="131" y="264"/>
                </a:lnTo>
                <a:lnTo>
                  <a:pt x="130" y="265"/>
                </a:lnTo>
                <a:lnTo>
                  <a:pt x="129" y="267"/>
                </a:lnTo>
                <a:lnTo>
                  <a:pt x="128" y="268"/>
                </a:lnTo>
                <a:lnTo>
                  <a:pt x="127" y="271"/>
                </a:lnTo>
                <a:lnTo>
                  <a:pt x="127" y="272"/>
                </a:lnTo>
                <a:lnTo>
                  <a:pt x="126" y="272"/>
                </a:lnTo>
                <a:lnTo>
                  <a:pt x="126" y="274"/>
                </a:lnTo>
                <a:lnTo>
                  <a:pt x="126" y="275"/>
                </a:lnTo>
                <a:lnTo>
                  <a:pt x="125" y="276"/>
                </a:lnTo>
                <a:lnTo>
                  <a:pt x="122" y="277"/>
                </a:lnTo>
                <a:lnTo>
                  <a:pt x="118" y="279"/>
                </a:lnTo>
                <a:lnTo>
                  <a:pt x="117" y="280"/>
                </a:lnTo>
                <a:lnTo>
                  <a:pt x="115" y="281"/>
                </a:lnTo>
                <a:lnTo>
                  <a:pt x="113" y="283"/>
                </a:lnTo>
                <a:lnTo>
                  <a:pt x="111" y="284"/>
                </a:lnTo>
                <a:lnTo>
                  <a:pt x="110" y="284"/>
                </a:lnTo>
                <a:lnTo>
                  <a:pt x="109" y="285"/>
                </a:lnTo>
                <a:lnTo>
                  <a:pt x="109" y="286"/>
                </a:lnTo>
                <a:lnTo>
                  <a:pt x="99" y="288"/>
                </a:lnTo>
                <a:lnTo>
                  <a:pt x="95" y="288"/>
                </a:lnTo>
                <a:lnTo>
                  <a:pt x="94" y="289"/>
                </a:lnTo>
                <a:lnTo>
                  <a:pt x="93" y="289"/>
                </a:lnTo>
                <a:lnTo>
                  <a:pt x="92" y="288"/>
                </a:lnTo>
                <a:lnTo>
                  <a:pt x="89" y="287"/>
                </a:lnTo>
                <a:lnTo>
                  <a:pt x="88" y="285"/>
                </a:lnTo>
                <a:lnTo>
                  <a:pt x="89" y="285"/>
                </a:lnTo>
                <a:lnTo>
                  <a:pt x="89" y="284"/>
                </a:lnTo>
                <a:lnTo>
                  <a:pt x="90" y="279"/>
                </a:lnTo>
                <a:lnTo>
                  <a:pt x="88" y="266"/>
                </a:lnTo>
                <a:lnTo>
                  <a:pt x="87" y="265"/>
                </a:lnTo>
                <a:lnTo>
                  <a:pt x="85" y="258"/>
                </a:lnTo>
                <a:lnTo>
                  <a:pt x="84" y="259"/>
                </a:lnTo>
                <a:lnTo>
                  <a:pt x="83" y="259"/>
                </a:lnTo>
                <a:lnTo>
                  <a:pt x="82" y="259"/>
                </a:lnTo>
                <a:lnTo>
                  <a:pt x="80" y="259"/>
                </a:lnTo>
                <a:lnTo>
                  <a:pt x="79" y="257"/>
                </a:lnTo>
                <a:lnTo>
                  <a:pt x="79" y="254"/>
                </a:lnTo>
                <a:lnTo>
                  <a:pt x="79" y="253"/>
                </a:lnTo>
                <a:lnTo>
                  <a:pt x="78" y="252"/>
                </a:lnTo>
                <a:lnTo>
                  <a:pt x="77" y="252"/>
                </a:lnTo>
                <a:lnTo>
                  <a:pt x="77" y="251"/>
                </a:lnTo>
                <a:lnTo>
                  <a:pt x="77" y="250"/>
                </a:lnTo>
                <a:lnTo>
                  <a:pt x="76" y="250"/>
                </a:lnTo>
                <a:lnTo>
                  <a:pt x="76" y="249"/>
                </a:lnTo>
                <a:lnTo>
                  <a:pt x="75" y="249"/>
                </a:lnTo>
                <a:lnTo>
                  <a:pt x="72" y="249"/>
                </a:lnTo>
                <a:lnTo>
                  <a:pt x="69" y="248"/>
                </a:lnTo>
                <a:lnTo>
                  <a:pt x="70" y="246"/>
                </a:lnTo>
                <a:lnTo>
                  <a:pt x="69" y="244"/>
                </a:lnTo>
                <a:lnTo>
                  <a:pt x="67" y="243"/>
                </a:lnTo>
                <a:lnTo>
                  <a:pt x="65" y="239"/>
                </a:lnTo>
                <a:lnTo>
                  <a:pt x="65" y="237"/>
                </a:lnTo>
                <a:lnTo>
                  <a:pt x="65" y="236"/>
                </a:lnTo>
                <a:lnTo>
                  <a:pt x="65" y="234"/>
                </a:lnTo>
                <a:lnTo>
                  <a:pt x="65" y="232"/>
                </a:lnTo>
                <a:lnTo>
                  <a:pt x="66" y="231"/>
                </a:lnTo>
                <a:lnTo>
                  <a:pt x="68" y="230"/>
                </a:lnTo>
                <a:lnTo>
                  <a:pt x="68" y="229"/>
                </a:lnTo>
                <a:lnTo>
                  <a:pt x="68" y="228"/>
                </a:lnTo>
                <a:lnTo>
                  <a:pt x="69" y="228"/>
                </a:lnTo>
                <a:lnTo>
                  <a:pt x="67" y="226"/>
                </a:lnTo>
                <a:lnTo>
                  <a:pt x="66" y="227"/>
                </a:lnTo>
                <a:lnTo>
                  <a:pt x="64" y="227"/>
                </a:lnTo>
                <a:lnTo>
                  <a:pt x="63" y="228"/>
                </a:lnTo>
                <a:lnTo>
                  <a:pt x="63" y="227"/>
                </a:lnTo>
                <a:lnTo>
                  <a:pt x="63" y="224"/>
                </a:lnTo>
                <a:lnTo>
                  <a:pt x="64" y="224"/>
                </a:lnTo>
                <a:lnTo>
                  <a:pt x="65" y="225"/>
                </a:lnTo>
                <a:lnTo>
                  <a:pt x="66" y="225"/>
                </a:lnTo>
                <a:lnTo>
                  <a:pt x="67" y="224"/>
                </a:lnTo>
                <a:lnTo>
                  <a:pt x="68" y="223"/>
                </a:lnTo>
                <a:lnTo>
                  <a:pt x="67" y="222"/>
                </a:lnTo>
                <a:lnTo>
                  <a:pt x="65" y="222"/>
                </a:lnTo>
                <a:lnTo>
                  <a:pt x="64" y="223"/>
                </a:lnTo>
                <a:lnTo>
                  <a:pt x="63" y="223"/>
                </a:lnTo>
                <a:lnTo>
                  <a:pt x="62" y="222"/>
                </a:lnTo>
                <a:lnTo>
                  <a:pt x="61" y="221"/>
                </a:lnTo>
                <a:lnTo>
                  <a:pt x="61" y="220"/>
                </a:lnTo>
                <a:lnTo>
                  <a:pt x="61" y="219"/>
                </a:lnTo>
                <a:lnTo>
                  <a:pt x="61" y="218"/>
                </a:lnTo>
                <a:lnTo>
                  <a:pt x="60" y="217"/>
                </a:lnTo>
                <a:lnTo>
                  <a:pt x="60" y="216"/>
                </a:lnTo>
                <a:lnTo>
                  <a:pt x="60" y="215"/>
                </a:lnTo>
                <a:lnTo>
                  <a:pt x="59" y="215"/>
                </a:lnTo>
                <a:lnTo>
                  <a:pt x="59" y="214"/>
                </a:lnTo>
                <a:lnTo>
                  <a:pt x="59" y="213"/>
                </a:lnTo>
                <a:lnTo>
                  <a:pt x="58" y="213"/>
                </a:lnTo>
                <a:lnTo>
                  <a:pt x="58" y="212"/>
                </a:lnTo>
                <a:lnTo>
                  <a:pt x="57" y="211"/>
                </a:lnTo>
                <a:lnTo>
                  <a:pt x="57" y="210"/>
                </a:lnTo>
                <a:lnTo>
                  <a:pt x="56" y="210"/>
                </a:lnTo>
                <a:lnTo>
                  <a:pt x="56" y="209"/>
                </a:lnTo>
                <a:lnTo>
                  <a:pt x="55" y="209"/>
                </a:lnTo>
                <a:lnTo>
                  <a:pt x="56" y="209"/>
                </a:lnTo>
                <a:lnTo>
                  <a:pt x="55" y="208"/>
                </a:lnTo>
                <a:lnTo>
                  <a:pt x="54" y="208"/>
                </a:lnTo>
                <a:lnTo>
                  <a:pt x="55" y="207"/>
                </a:lnTo>
                <a:lnTo>
                  <a:pt x="55" y="206"/>
                </a:lnTo>
                <a:lnTo>
                  <a:pt x="56" y="206"/>
                </a:lnTo>
                <a:lnTo>
                  <a:pt x="57" y="206"/>
                </a:lnTo>
                <a:lnTo>
                  <a:pt x="57" y="201"/>
                </a:lnTo>
                <a:lnTo>
                  <a:pt x="55" y="195"/>
                </a:lnTo>
                <a:lnTo>
                  <a:pt x="55" y="194"/>
                </a:lnTo>
                <a:lnTo>
                  <a:pt x="56" y="192"/>
                </a:lnTo>
                <a:lnTo>
                  <a:pt x="57" y="188"/>
                </a:lnTo>
                <a:lnTo>
                  <a:pt x="57" y="185"/>
                </a:lnTo>
                <a:lnTo>
                  <a:pt x="56" y="181"/>
                </a:lnTo>
                <a:lnTo>
                  <a:pt x="55" y="176"/>
                </a:lnTo>
                <a:lnTo>
                  <a:pt x="56" y="174"/>
                </a:lnTo>
                <a:lnTo>
                  <a:pt x="56" y="172"/>
                </a:lnTo>
                <a:lnTo>
                  <a:pt x="57" y="170"/>
                </a:lnTo>
                <a:lnTo>
                  <a:pt x="61" y="170"/>
                </a:lnTo>
                <a:lnTo>
                  <a:pt x="63" y="168"/>
                </a:lnTo>
                <a:lnTo>
                  <a:pt x="64" y="166"/>
                </a:lnTo>
                <a:lnTo>
                  <a:pt x="64" y="161"/>
                </a:lnTo>
                <a:lnTo>
                  <a:pt x="64" y="159"/>
                </a:lnTo>
                <a:lnTo>
                  <a:pt x="63" y="157"/>
                </a:lnTo>
                <a:lnTo>
                  <a:pt x="62" y="157"/>
                </a:lnTo>
                <a:lnTo>
                  <a:pt x="55" y="156"/>
                </a:lnTo>
                <a:lnTo>
                  <a:pt x="55" y="155"/>
                </a:lnTo>
                <a:lnTo>
                  <a:pt x="54" y="155"/>
                </a:lnTo>
                <a:lnTo>
                  <a:pt x="54" y="154"/>
                </a:lnTo>
                <a:lnTo>
                  <a:pt x="54" y="152"/>
                </a:lnTo>
                <a:lnTo>
                  <a:pt x="53" y="151"/>
                </a:lnTo>
                <a:lnTo>
                  <a:pt x="53" y="150"/>
                </a:lnTo>
                <a:lnTo>
                  <a:pt x="53" y="149"/>
                </a:lnTo>
                <a:lnTo>
                  <a:pt x="53" y="146"/>
                </a:lnTo>
                <a:lnTo>
                  <a:pt x="53" y="145"/>
                </a:lnTo>
                <a:lnTo>
                  <a:pt x="55" y="141"/>
                </a:lnTo>
                <a:lnTo>
                  <a:pt x="54" y="140"/>
                </a:lnTo>
                <a:lnTo>
                  <a:pt x="54" y="138"/>
                </a:lnTo>
                <a:lnTo>
                  <a:pt x="53" y="137"/>
                </a:lnTo>
                <a:lnTo>
                  <a:pt x="52" y="137"/>
                </a:lnTo>
                <a:lnTo>
                  <a:pt x="51" y="136"/>
                </a:lnTo>
                <a:lnTo>
                  <a:pt x="49" y="136"/>
                </a:lnTo>
                <a:lnTo>
                  <a:pt x="47" y="135"/>
                </a:lnTo>
                <a:lnTo>
                  <a:pt x="46" y="135"/>
                </a:lnTo>
                <a:lnTo>
                  <a:pt x="44" y="135"/>
                </a:lnTo>
                <a:lnTo>
                  <a:pt x="41" y="133"/>
                </a:lnTo>
                <a:lnTo>
                  <a:pt x="40" y="133"/>
                </a:lnTo>
                <a:lnTo>
                  <a:pt x="39" y="133"/>
                </a:lnTo>
                <a:lnTo>
                  <a:pt x="38" y="132"/>
                </a:lnTo>
                <a:lnTo>
                  <a:pt x="37" y="131"/>
                </a:lnTo>
                <a:lnTo>
                  <a:pt x="37" y="129"/>
                </a:lnTo>
                <a:lnTo>
                  <a:pt x="36" y="127"/>
                </a:lnTo>
                <a:lnTo>
                  <a:pt x="36" y="126"/>
                </a:lnTo>
                <a:lnTo>
                  <a:pt x="35" y="125"/>
                </a:lnTo>
                <a:lnTo>
                  <a:pt x="34" y="125"/>
                </a:lnTo>
                <a:lnTo>
                  <a:pt x="34" y="124"/>
                </a:lnTo>
                <a:lnTo>
                  <a:pt x="33" y="124"/>
                </a:lnTo>
                <a:lnTo>
                  <a:pt x="33" y="123"/>
                </a:lnTo>
                <a:lnTo>
                  <a:pt x="33" y="122"/>
                </a:lnTo>
                <a:lnTo>
                  <a:pt x="32" y="120"/>
                </a:lnTo>
                <a:lnTo>
                  <a:pt x="33" y="120"/>
                </a:lnTo>
                <a:lnTo>
                  <a:pt x="35" y="120"/>
                </a:lnTo>
                <a:lnTo>
                  <a:pt x="34" y="119"/>
                </a:lnTo>
                <a:lnTo>
                  <a:pt x="35" y="116"/>
                </a:lnTo>
                <a:lnTo>
                  <a:pt x="34" y="115"/>
                </a:lnTo>
                <a:lnTo>
                  <a:pt x="33" y="115"/>
                </a:lnTo>
                <a:lnTo>
                  <a:pt x="33" y="114"/>
                </a:lnTo>
                <a:lnTo>
                  <a:pt x="32" y="112"/>
                </a:lnTo>
                <a:lnTo>
                  <a:pt x="31" y="109"/>
                </a:lnTo>
                <a:lnTo>
                  <a:pt x="30" y="108"/>
                </a:lnTo>
                <a:lnTo>
                  <a:pt x="28" y="106"/>
                </a:lnTo>
                <a:lnTo>
                  <a:pt x="27" y="106"/>
                </a:lnTo>
                <a:lnTo>
                  <a:pt x="26" y="106"/>
                </a:lnTo>
                <a:lnTo>
                  <a:pt x="25" y="106"/>
                </a:lnTo>
                <a:lnTo>
                  <a:pt x="24" y="106"/>
                </a:lnTo>
                <a:lnTo>
                  <a:pt x="23" y="106"/>
                </a:lnTo>
                <a:lnTo>
                  <a:pt x="23" y="107"/>
                </a:lnTo>
                <a:lnTo>
                  <a:pt x="21" y="106"/>
                </a:lnTo>
                <a:lnTo>
                  <a:pt x="20" y="106"/>
                </a:lnTo>
                <a:lnTo>
                  <a:pt x="19" y="107"/>
                </a:lnTo>
                <a:lnTo>
                  <a:pt x="18" y="108"/>
                </a:lnTo>
                <a:lnTo>
                  <a:pt x="17" y="109"/>
                </a:lnTo>
                <a:lnTo>
                  <a:pt x="16" y="109"/>
                </a:lnTo>
                <a:lnTo>
                  <a:pt x="16" y="110"/>
                </a:lnTo>
                <a:lnTo>
                  <a:pt x="16" y="111"/>
                </a:lnTo>
                <a:lnTo>
                  <a:pt x="15" y="111"/>
                </a:lnTo>
                <a:lnTo>
                  <a:pt x="14" y="111"/>
                </a:lnTo>
                <a:lnTo>
                  <a:pt x="13" y="111"/>
                </a:lnTo>
                <a:lnTo>
                  <a:pt x="12" y="111"/>
                </a:lnTo>
                <a:lnTo>
                  <a:pt x="11" y="112"/>
                </a:lnTo>
                <a:lnTo>
                  <a:pt x="11" y="111"/>
                </a:lnTo>
                <a:lnTo>
                  <a:pt x="10" y="111"/>
                </a:lnTo>
                <a:lnTo>
                  <a:pt x="9" y="111"/>
                </a:lnTo>
                <a:lnTo>
                  <a:pt x="7" y="111"/>
                </a:lnTo>
                <a:lnTo>
                  <a:pt x="5" y="110"/>
                </a:lnTo>
                <a:lnTo>
                  <a:pt x="4" y="109"/>
                </a:lnTo>
                <a:lnTo>
                  <a:pt x="3" y="109"/>
                </a:lnTo>
                <a:lnTo>
                  <a:pt x="3" y="108"/>
                </a:lnTo>
                <a:lnTo>
                  <a:pt x="2" y="108"/>
                </a:lnTo>
                <a:lnTo>
                  <a:pt x="3" y="108"/>
                </a:lnTo>
                <a:lnTo>
                  <a:pt x="3" y="107"/>
                </a:lnTo>
                <a:lnTo>
                  <a:pt x="2" y="106"/>
                </a:lnTo>
                <a:lnTo>
                  <a:pt x="1" y="106"/>
                </a:lnTo>
                <a:lnTo>
                  <a:pt x="0" y="106"/>
                </a:lnTo>
                <a:lnTo>
                  <a:pt x="0" y="105"/>
                </a:lnTo>
                <a:lnTo>
                  <a:pt x="1" y="104"/>
                </a:lnTo>
                <a:lnTo>
                  <a:pt x="1" y="103"/>
                </a:lnTo>
                <a:lnTo>
                  <a:pt x="2" y="103"/>
                </a:lnTo>
                <a:lnTo>
                  <a:pt x="3" y="103"/>
                </a:lnTo>
                <a:lnTo>
                  <a:pt x="4" y="103"/>
                </a:lnTo>
                <a:lnTo>
                  <a:pt x="5" y="103"/>
                </a:lnTo>
                <a:lnTo>
                  <a:pt x="4" y="103"/>
                </a:lnTo>
                <a:lnTo>
                  <a:pt x="4" y="102"/>
                </a:lnTo>
                <a:lnTo>
                  <a:pt x="5" y="101"/>
                </a:lnTo>
                <a:lnTo>
                  <a:pt x="6" y="101"/>
                </a:lnTo>
                <a:lnTo>
                  <a:pt x="6" y="100"/>
                </a:lnTo>
                <a:lnTo>
                  <a:pt x="7" y="100"/>
                </a:lnTo>
                <a:lnTo>
                  <a:pt x="6" y="99"/>
                </a:lnTo>
                <a:lnTo>
                  <a:pt x="7" y="99"/>
                </a:lnTo>
                <a:lnTo>
                  <a:pt x="7" y="100"/>
                </a:lnTo>
                <a:lnTo>
                  <a:pt x="8" y="100"/>
                </a:lnTo>
                <a:lnTo>
                  <a:pt x="8" y="99"/>
                </a:lnTo>
                <a:lnTo>
                  <a:pt x="9" y="98"/>
                </a:lnTo>
                <a:lnTo>
                  <a:pt x="8" y="97"/>
                </a:lnTo>
                <a:lnTo>
                  <a:pt x="9" y="97"/>
                </a:lnTo>
                <a:lnTo>
                  <a:pt x="9" y="98"/>
                </a:lnTo>
                <a:lnTo>
                  <a:pt x="9" y="97"/>
                </a:lnTo>
                <a:lnTo>
                  <a:pt x="9" y="96"/>
                </a:lnTo>
                <a:lnTo>
                  <a:pt x="9" y="95"/>
                </a:lnTo>
                <a:lnTo>
                  <a:pt x="10" y="95"/>
                </a:lnTo>
                <a:lnTo>
                  <a:pt x="10" y="94"/>
                </a:lnTo>
                <a:lnTo>
                  <a:pt x="9" y="94"/>
                </a:lnTo>
                <a:lnTo>
                  <a:pt x="9" y="93"/>
                </a:lnTo>
                <a:lnTo>
                  <a:pt x="9" y="92"/>
                </a:lnTo>
                <a:lnTo>
                  <a:pt x="10" y="91"/>
                </a:lnTo>
                <a:lnTo>
                  <a:pt x="10" y="90"/>
                </a:lnTo>
                <a:lnTo>
                  <a:pt x="10" y="89"/>
                </a:lnTo>
                <a:lnTo>
                  <a:pt x="11" y="89"/>
                </a:lnTo>
                <a:lnTo>
                  <a:pt x="11" y="88"/>
                </a:lnTo>
                <a:lnTo>
                  <a:pt x="12" y="88"/>
                </a:lnTo>
                <a:lnTo>
                  <a:pt x="12" y="87"/>
                </a:lnTo>
                <a:lnTo>
                  <a:pt x="13" y="87"/>
                </a:lnTo>
                <a:lnTo>
                  <a:pt x="12" y="86"/>
                </a:lnTo>
                <a:lnTo>
                  <a:pt x="12" y="85"/>
                </a:lnTo>
                <a:lnTo>
                  <a:pt x="11" y="85"/>
                </a:lnTo>
                <a:lnTo>
                  <a:pt x="12" y="85"/>
                </a:lnTo>
                <a:lnTo>
                  <a:pt x="12" y="84"/>
                </a:lnTo>
                <a:lnTo>
                  <a:pt x="11" y="84"/>
                </a:lnTo>
                <a:lnTo>
                  <a:pt x="12" y="84"/>
                </a:lnTo>
                <a:lnTo>
                  <a:pt x="12" y="83"/>
                </a:lnTo>
                <a:lnTo>
                  <a:pt x="12" y="82"/>
                </a:lnTo>
                <a:lnTo>
                  <a:pt x="12" y="81"/>
                </a:lnTo>
                <a:lnTo>
                  <a:pt x="12" y="80"/>
                </a:lnTo>
                <a:lnTo>
                  <a:pt x="11" y="80"/>
                </a:lnTo>
                <a:lnTo>
                  <a:pt x="11" y="79"/>
                </a:lnTo>
                <a:lnTo>
                  <a:pt x="10" y="79"/>
                </a:lnTo>
                <a:lnTo>
                  <a:pt x="10" y="78"/>
                </a:lnTo>
                <a:lnTo>
                  <a:pt x="11" y="78"/>
                </a:lnTo>
                <a:lnTo>
                  <a:pt x="10" y="78"/>
                </a:lnTo>
                <a:lnTo>
                  <a:pt x="10" y="77"/>
                </a:lnTo>
                <a:lnTo>
                  <a:pt x="10" y="76"/>
                </a:lnTo>
                <a:lnTo>
                  <a:pt x="10" y="75"/>
                </a:lnTo>
                <a:lnTo>
                  <a:pt x="9" y="75"/>
                </a:lnTo>
                <a:lnTo>
                  <a:pt x="8" y="74"/>
                </a:lnTo>
                <a:lnTo>
                  <a:pt x="7" y="74"/>
                </a:lnTo>
                <a:lnTo>
                  <a:pt x="6" y="74"/>
                </a:lnTo>
                <a:lnTo>
                  <a:pt x="5" y="73"/>
                </a:lnTo>
                <a:lnTo>
                  <a:pt x="5" y="72"/>
                </a:lnTo>
                <a:lnTo>
                  <a:pt x="6" y="72"/>
                </a:lnTo>
                <a:lnTo>
                  <a:pt x="6" y="71"/>
                </a:lnTo>
                <a:lnTo>
                  <a:pt x="7" y="71"/>
                </a:lnTo>
                <a:lnTo>
                  <a:pt x="7" y="70"/>
                </a:lnTo>
                <a:lnTo>
                  <a:pt x="8" y="70"/>
                </a:lnTo>
                <a:lnTo>
                  <a:pt x="9" y="70"/>
                </a:lnTo>
                <a:lnTo>
                  <a:pt x="9" y="69"/>
                </a:lnTo>
                <a:lnTo>
                  <a:pt x="9" y="68"/>
                </a:lnTo>
                <a:lnTo>
                  <a:pt x="10" y="68"/>
                </a:lnTo>
                <a:lnTo>
                  <a:pt x="11" y="68"/>
                </a:lnTo>
                <a:lnTo>
                  <a:pt x="12" y="68"/>
                </a:lnTo>
                <a:lnTo>
                  <a:pt x="12" y="69"/>
                </a:lnTo>
                <a:lnTo>
                  <a:pt x="13" y="69"/>
                </a:lnTo>
                <a:lnTo>
                  <a:pt x="13" y="70"/>
                </a:lnTo>
                <a:lnTo>
                  <a:pt x="14" y="70"/>
                </a:lnTo>
                <a:lnTo>
                  <a:pt x="15" y="70"/>
                </a:lnTo>
                <a:lnTo>
                  <a:pt x="15" y="71"/>
                </a:lnTo>
                <a:lnTo>
                  <a:pt x="15" y="70"/>
                </a:lnTo>
                <a:lnTo>
                  <a:pt x="16" y="70"/>
                </a:lnTo>
                <a:lnTo>
                  <a:pt x="17" y="70"/>
                </a:lnTo>
                <a:lnTo>
                  <a:pt x="17" y="69"/>
                </a:lnTo>
                <a:lnTo>
                  <a:pt x="18" y="69"/>
                </a:lnTo>
                <a:lnTo>
                  <a:pt x="19" y="69"/>
                </a:lnTo>
                <a:lnTo>
                  <a:pt x="19" y="70"/>
                </a:lnTo>
                <a:lnTo>
                  <a:pt x="20" y="70"/>
                </a:lnTo>
                <a:lnTo>
                  <a:pt x="20" y="71"/>
                </a:lnTo>
                <a:lnTo>
                  <a:pt x="22" y="71"/>
                </a:lnTo>
                <a:lnTo>
                  <a:pt x="23" y="71"/>
                </a:lnTo>
                <a:lnTo>
                  <a:pt x="24" y="72"/>
                </a:lnTo>
                <a:lnTo>
                  <a:pt x="25" y="72"/>
                </a:lnTo>
                <a:lnTo>
                  <a:pt x="26" y="72"/>
                </a:lnTo>
                <a:lnTo>
                  <a:pt x="26" y="71"/>
                </a:lnTo>
                <a:lnTo>
                  <a:pt x="27" y="71"/>
                </a:lnTo>
                <a:lnTo>
                  <a:pt x="27" y="72"/>
                </a:lnTo>
                <a:lnTo>
                  <a:pt x="28" y="72"/>
                </a:lnTo>
                <a:lnTo>
                  <a:pt x="27" y="73"/>
                </a:lnTo>
                <a:lnTo>
                  <a:pt x="28" y="73"/>
                </a:lnTo>
                <a:lnTo>
                  <a:pt x="29" y="73"/>
                </a:lnTo>
                <a:lnTo>
                  <a:pt x="30" y="73"/>
                </a:lnTo>
                <a:lnTo>
                  <a:pt x="31" y="73"/>
                </a:lnTo>
                <a:lnTo>
                  <a:pt x="31" y="74"/>
                </a:lnTo>
                <a:lnTo>
                  <a:pt x="32" y="76"/>
                </a:lnTo>
                <a:lnTo>
                  <a:pt x="33" y="76"/>
                </a:lnTo>
                <a:lnTo>
                  <a:pt x="33" y="77"/>
                </a:lnTo>
                <a:lnTo>
                  <a:pt x="33" y="76"/>
                </a:lnTo>
                <a:lnTo>
                  <a:pt x="34" y="76"/>
                </a:lnTo>
                <a:lnTo>
                  <a:pt x="35" y="77"/>
                </a:lnTo>
                <a:lnTo>
                  <a:pt x="35" y="78"/>
                </a:lnTo>
                <a:lnTo>
                  <a:pt x="36" y="78"/>
                </a:lnTo>
                <a:lnTo>
                  <a:pt x="36" y="80"/>
                </a:lnTo>
                <a:lnTo>
                  <a:pt x="36" y="81"/>
                </a:lnTo>
                <a:lnTo>
                  <a:pt x="36" y="82"/>
                </a:lnTo>
                <a:lnTo>
                  <a:pt x="37" y="82"/>
                </a:lnTo>
                <a:lnTo>
                  <a:pt x="38" y="82"/>
                </a:lnTo>
                <a:lnTo>
                  <a:pt x="38" y="83"/>
                </a:lnTo>
                <a:lnTo>
                  <a:pt x="38" y="82"/>
                </a:lnTo>
                <a:lnTo>
                  <a:pt x="39" y="83"/>
                </a:lnTo>
                <a:lnTo>
                  <a:pt x="40" y="83"/>
                </a:lnTo>
                <a:lnTo>
                  <a:pt x="41" y="83"/>
                </a:lnTo>
                <a:lnTo>
                  <a:pt x="42" y="83"/>
                </a:lnTo>
                <a:lnTo>
                  <a:pt x="43" y="83"/>
                </a:lnTo>
                <a:lnTo>
                  <a:pt x="44" y="83"/>
                </a:lnTo>
                <a:lnTo>
                  <a:pt x="45" y="84"/>
                </a:lnTo>
                <a:lnTo>
                  <a:pt x="45" y="83"/>
                </a:lnTo>
                <a:lnTo>
                  <a:pt x="46" y="84"/>
                </a:lnTo>
                <a:lnTo>
                  <a:pt x="47" y="84"/>
                </a:lnTo>
                <a:lnTo>
                  <a:pt x="48" y="85"/>
                </a:lnTo>
                <a:lnTo>
                  <a:pt x="49" y="85"/>
                </a:lnTo>
                <a:lnTo>
                  <a:pt x="49" y="86"/>
                </a:lnTo>
                <a:lnTo>
                  <a:pt x="49" y="87"/>
                </a:lnTo>
                <a:lnTo>
                  <a:pt x="50" y="87"/>
                </a:lnTo>
                <a:lnTo>
                  <a:pt x="51" y="86"/>
                </a:lnTo>
                <a:lnTo>
                  <a:pt x="51" y="87"/>
                </a:lnTo>
                <a:lnTo>
                  <a:pt x="52" y="87"/>
                </a:lnTo>
                <a:lnTo>
                  <a:pt x="52" y="88"/>
                </a:lnTo>
                <a:lnTo>
                  <a:pt x="52" y="89"/>
                </a:lnTo>
                <a:lnTo>
                  <a:pt x="53" y="90"/>
                </a:lnTo>
                <a:lnTo>
                  <a:pt x="53" y="91"/>
                </a:lnTo>
                <a:lnTo>
                  <a:pt x="54" y="91"/>
                </a:lnTo>
                <a:lnTo>
                  <a:pt x="54" y="90"/>
                </a:lnTo>
                <a:lnTo>
                  <a:pt x="55" y="89"/>
                </a:lnTo>
                <a:lnTo>
                  <a:pt x="56" y="89"/>
                </a:lnTo>
                <a:lnTo>
                  <a:pt x="55" y="89"/>
                </a:lnTo>
                <a:lnTo>
                  <a:pt x="56" y="89"/>
                </a:lnTo>
                <a:lnTo>
                  <a:pt x="56" y="88"/>
                </a:lnTo>
                <a:lnTo>
                  <a:pt x="57" y="88"/>
                </a:lnTo>
                <a:lnTo>
                  <a:pt x="57" y="87"/>
                </a:lnTo>
                <a:lnTo>
                  <a:pt x="56" y="87"/>
                </a:lnTo>
                <a:lnTo>
                  <a:pt x="57" y="87"/>
                </a:lnTo>
                <a:lnTo>
                  <a:pt x="57" y="86"/>
                </a:lnTo>
                <a:lnTo>
                  <a:pt x="58" y="86"/>
                </a:lnTo>
                <a:lnTo>
                  <a:pt x="57" y="86"/>
                </a:lnTo>
                <a:lnTo>
                  <a:pt x="57" y="85"/>
                </a:lnTo>
                <a:lnTo>
                  <a:pt x="58" y="85"/>
                </a:lnTo>
                <a:lnTo>
                  <a:pt x="58" y="84"/>
                </a:lnTo>
                <a:lnTo>
                  <a:pt x="58" y="83"/>
                </a:lnTo>
                <a:lnTo>
                  <a:pt x="59" y="83"/>
                </a:lnTo>
                <a:lnTo>
                  <a:pt x="59" y="82"/>
                </a:lnTo>
                <a:lnTo>
                  <a:pt x="59" y="81"/>
                </a:lnTo>
                <a:lnTo>
                  <a:pt x="60" y="81"/>
                </a:lnTo>
                <a:lnTo>
                  <a:pt x="61" y="81"/>
                </a:lnTo>
                <a:lnTo>
                  <a:pt x="61" y="82"/>
                </a:lnTo>
                <a:lnTo>
                  <a:pt x="61" y="81"/>
                </a:lnTo>
                <a:lnTo>
                  <a:pt x="62" y="81"/>
                </a:lnTo>
                <a:lnTo>
                  <a:pt x="62" y="80"/>
                </a:lnTo>
                <a:lnTo>
                  <a:pt x="61" y="77"/>
                </a:lnTo>
                <a:lnTo>
                  <a:pt x="60" y="75"/>
                </a:lnTo>
                <a:lnTo>
                  <a:pt x="60" y="73"/>
                </a:lnTo>
                <a:lnTo>
                  <a:pt x="61" y="73"/>
                </a:lnTo>
                <a:lnTo>
                  <a:pt x="67" y="72"/>
                </a:lnTo>
                <a:lnTo>
                  <a:pt x="70" y="76"/>
                </a:lnTo>
                <a:lnTo>
                  <a:pt x="71" y="77"/>
                </a:lnTo>
                <a:lnTo>
                  <a:pt x="72" y="78"/>
                </a:lnTo>
                <a:lnTo>
                  <a:pt x="73" y="78"/>
                </a:lnTo>
                <a:lnTo>
                  <a:pt x="73" y="79"/>
                </a:lnTo>
                <a:lnTo>
                  <a:pt x="73" y="80"/>
                </a:lnTo>
                <a:lnTo>
                  <a:pt x="74" y="81"/>
                </a:lnTo>
                <a:lnTo>
                  <a:pt x="74" y="82"/>
                </a:lnTo>
                <a:lnTo>
                  <a:pt x="75" y="83"/>
                </a:lnTo>
                <a:lnTo>
                  <a:pt x="75" y="84"/>
                </a:lnTo>
                <a:lnTo>
                  <a:pt x="75" y="85"/>
                </a:lnTo>
                <a:lnTo>
                  <a:pt x="75" y="86"/>
                </a:lnTo>
                <a:lnTo>
                  <a:pt x="75" y="87"/>
                </a:lnTo>
                <a:lnTo>
                  <a:pt x="75" y="88"/>
                </a:lnTo>
                <a:lnTo>
                  <a:pt x="76" y="88"/>
                </a:lnTo>
                <a:lnTo>
                  <a:pt x="77" y="88"/>
                </a:lnTo>
                <a:lnTo>
                  <a:pt x="77" y="87"/>
                </a:lnTo>
                <a:lnTo>
                  <a:pt x="77" y="86"/>
                </a:lnTo>
                <a:lnTo>
                  <a:pt x="78" y="85"/>
                </a:lnTo>
                <a:lnTo>
                  <a:pt x="78" y="84"/>
                </a:lnTo>
                <a:lnTo>
                  <a:pt x="79" y="83"/>
                </a:lnTo>
                <a:lnTo>
                  <a:pt x="80" y="83"/>
                </a:lnTo>
                <a:lnTo>
                  <a:pt x="80" y="84"/>
                </a:lnTo>
                <a:lnTo>
                  <a:pt x="81" y="85"/>
                </a:lnTo>
                <a:lnTo>
                  <a:pt x="82" y="86"/>
                </a:lnTo>
                <a:lnTo>
                  <a:pt x="84" y="87"/>
                </a:lnTo>
                <a:lnTo>
                  <a:pt x="85" y="88"/>
                </a:lnTo>
                <a:lnTo>
                  <a:pt x="88" y="88"/>
                </a:lnTo>
                <a:lnTo>
                  <a:pt x="88" y="89"/>
                </a:lnTo>
                <a:lnTo>
                  <a:pt x="89" y="90"/>
                </a:lnTo>
                <a:lnTo>
                  <a:pt x="89" y="91"/>
                </a:lnTo>
                <a:lnTo>
                  <a:pt x="89" y="93"/>
                </a:lnTo>
                <a:lnTo>
                  <a:pt x="90" y="93"/>
                </a:lnTo>
                <a:lnTo>
                  <a:pt x="90" y="92"/>
                </a:lnTo>
                <a:lnTo>
                  <a:pt x="91" y="93"/>
                </a:lnTo>
                <a:lnTo>
                  <a:pt x="91" y="94"/>
                </a:lnTo>
                <a:lnTo>
                  <a:pt x="92" y="96"/>
                </a:lnTo>
                <a:lnTo>
                  <a:pt x="95" y="95"/>
                </a:lnTo>
                <a:lnTo>
                  <a:pt x="98" y="94"/>
                </a:lnTo>
                <a:lnTo>
                  <a:pt x="99" y="94"/>
                </a:lnTo>
                <a:lnTo>
                  <a:pt x="98" y="94"/>
                </a:lnTo>
                <a:lnTo>
                  <a:pt x="99" y="93"/>
                </a:lnTo>
                <a:lnTo>
                  <a:pt x="98" y="92"/>
                </a:lnTo>
                <a:lnTo>
                  <a:pt x="99" y="92"/>
                </a:lnTo>
                <a:lnTo>
                  <a:pt x="99" y="91"/>
                </a:lnTo>
                <a:lnTo>
                  <a:pt x="98" y="90"/>
                </a:lnTo>
                <a:lnTo>
                  <a:pt x="99" y="90"/>
                </a:lnTo>
                <a:lnTo>
                  <a:pt x="100" y="89"/>
                </a:lnTo>
                <a:lnTo>
                  <a:pt x="100" y="88"/>
                </a:lnTo>
                <a:lnTo>
                  <a:pt x="101" y="86"/>
                </a:lnTo>
                <a:lnTo>
                  <a:pt x="101" y="85"/>
                </a:lnTo>
                <a:lnTo>
                  <a:pt x="100" y="85"/>
                </a:lnTo>
                <a:lnTo>
                  <a:pt x="100" y="84"/>
                </a:lnTo>
                <a:lnTo>
                  <a:pt x="100" y="83"/>
                </a:lnTo>
                <a:lnTo>
                  <a:pt x="99" y="83"/>
                </a:lnTo>
                <a:lnTo>
                  <a:pt x="99" y="82"/>
                </a:lnTo>
                <a:lnTo>
                  <a:pt x="99" y="81"/>
                </a:lnTo>
                <a:lnTo>
                  <a:pt x="98" y="80"/>
                </a:lnTo>
                <a:lnTo>
                  <a:pt x="97" y="79"/>
                </a:lnTo>
                <a:lnTo>
                  <a:pt x="96" y="78"/>
                </a:lnTo>
                <a:lnTo>
                  <a:pt x="96" y="77"/>
                </a:lnTo>
                <a:lnTo>
                  <a:pt x="97" y="76"/>
                </a:lnTo>
                <a:lnTo>
                  <a:pt x="97" y="75"/>
                </a:lnTo>
                <a:lnTo>
                  <a:pt x="100" y="74"/>
                </a:lnTo>
                <a:lnTo>
                  <a:pt x="101" y="71"/>
                </a:lnTo>
                <a:lnTo>
                  <a:pt x="101" y="70"/>
                </a:lnTo>
                <a:lnTo>
                  <a:pt x="101" y="69"/>
                </a:lnTo>
                <a:lnTo>
                  <a:pt x="101" y="68"/>
                </a:lnTo>
                <a:lnTo>
                  <a:pt x="101" y="67"/>
                </a:lnTo>
                <a:lnTo>
                  <a:pt x="94" y="47"/>
                </a:lnTo>
                <a:lnTo>
                  <a:pt x="108" y="42"/>
                </a:lnTo>
                <a:lnTo>
                  <a:pt x="112" y="40"/>
                </a:lnTo>
                <a:lnTo>
                  <a:pt x="116" y="39"/>
                </a:lnTo>
                <a:lnTo>
                  <a:pt x="117" y="36"/>
                </a:lnTo>
                <a:lnTo>
                  <a:pt x="121" y="35"/>
                </a:lnTo>
                <a:lnTo>
                  <a:pt x="119" y="31"/>
                </a:lnTo>
                <a:lnTo>
                  <a:pt x="119" y="29"/>
                </a:lnTo>
                <a:lnTo>
                  <a:pt x="121" y="29"/>
                </a:lnTo>
                <a:lnTo>
                  <a:pt x="121" y="28"/>
                </a:lnTo>
                <a:lnTo>
                  <a:pt x="120" y="24"/>
                </a:lnTo>
                <a:lnTo>
                  <a:pt x="121" y="21"/>
                </a:lnTo>
                <a:lnTo>
                  <a:pt x="123" y="20"/>
                </a:lnTo>
                <a:lnTo>
                  <a:pt x="123" y="19"/>
                </a:lnTo>
                <a:lnTo>
                  <a:pt x="124" y="19"/>
                </a:lnTo>
                <a:lnTo>
                  <a:pt x="126" y="16"/>
                </a:lnTo>
                <a:lnTo>
                  <a:pt x="127" y="15"/>
                </a:lnTo>
                <a:lnTo>
                  <a:pt x="128" y="15"/>
                </a:lnTo>
                <a:lnTo>
                  <a:pt x="129" y="14"/>
                </a:lnTo>
                <a:lnTo>
                  <a:pt x="130" y="15"/>
                </a:lnTo>
                <a:lnTo>
                  <a:pt x="131" y="15"/>
                </a:lnTo>
                <a:lnTo>
                  <a:pt x="132" y="15"/>
                </a:lnTo>
                <a:lnTo>
                  <a:pt x="132" y="16"/>
                </a:lnTo>
                <a:lnTo>
                  <a:pt x="133" y="16"/>
                </a:lnTo>
                <a:lnTo>
                  <a:pt x="134" y="16"/>
                </a:lnTo>
                <a:lnTo>
                  <a:pt x="135" y="16"/>
                </a:lnTo>
                <a:lnTo>
                  <a:pt x="136" y="16"/>
                </a:lnTo>
                <a:lnTo>
                  <a:pt x="136" y="15"/>
                </a:lnTo>
                <a:lnTo>
                  <a:pt x="137" y="16"/>
                </a:lnTo>
                <a:lnTo>
                  <a:pt x="138" y="16"/>
                </a:lnTo>
                <a:lnTo>
                  <a:pt x="139" y="16"/>
                </a:lnTo>
                <a:lnTo>
                  <a:pt x="139" y="17"/>
                </a:lnTo>
                <a:lnTo>
                  <a:pt x="140" y="17"/>
                </a:lnTo>
                <a:lnTo>
                  <a:pt x="140" y="18"/>
                </a:lnTo>
                <a:lnTo>
                  <a:pt x="141" y="18"/>
                </a:lnTo>
                <a:lnTo>
                  <a:pt x="142" y="19"/>
                </a:lnTo>
                <a:lnTo>
                  <a:pt x="142" y="18"/>
                </a:lnTo>
                <a:lnTo>
                  <a:pt x="143" y="17"/>
                </a:lnTo>
                <a:lnTo>
                  <a:pt x="142" y="17"/>
                </a:lnTo>
                <a:lnTo>
                  <a:pt x="143" y="16"/>
                </a:lnTo>
                <a:lnTo>
                  <a:pt x="142" y="16"/>
                </a:lnTo>
                <a:lnTo>
                  <a:pt x="143" y="16"/>
                </a:lnTo>
                <a:lnTo>
                  <a:pt x="143" y="15"/>
                </a:lnTo>
                <a:lnTo>
                  <a:pt x="143" y="16"/>
                </a:lnTo>
                <a:lnTo>
                  <a:pt x="144" y="16"/>
                </a:lnTo>
                <a:lnTo>
                  <a:pt x="144" y="15"/>
                </a:lnTo>
                <a:lnTo>
                  <a:pt x="145" y="16"/>
                </a:lnTo>
                <a:lnTo>
                  <a:pt x="145" y="15"/>
                </a:lnTo>
                <a:lnTo>
                  <a:pt x="145" y="16"/>
                </a:lnTo>
                <a:lnTo>
                  <a:pt x="146" y="15"/>
                </a:lnTo>
                <a:lnTo>
                  <a:pt x="147" y="15"/>
                </a:lnTo>
                <a:lnTo>
                  <a:pt x="148" y="16"/>
                </a:lnTo>
                <a:lnTo>
                  <a:pt x="149" y="16"/>
                </a:lnTo>
                <a:lnTo>
                  <a:pt x="149" y="15"/>
                </a:lnTo>
                <a:lnTo>
                  <a:pt x="150" y="14"/>
                </a:lnTo>
                <a:lnTo>
                  <a:pt x="150" y="15"/>
                </a:lnTo>
                <a:lnTo>
                  <a:pt x="150" y="14"/>
                </a:lnTo>
                <a:lnTo>
                  <a:pt x="150" y="13"/>
                </a:lnTo>
                <a:lnTo>
                  <a:pt x="151" y="13"/>
                </a:lnTo>
                <a:lnTo>
                  <a:pt x="151" y="12"/>
                </a:lnTo>
                <a:lnTo>
                  <a:pt x="152" y="12"/>
                </a:lnTo>
                <a:lnTo>
                  <a:pt x="153" y="12"/>
                </a:lnTo>
                <a:lnTo>
                  <a:pt x="153" y="13"/>
                </a:lnTo>
                <a:lnTo>
                  <a:pt x="154" y="12"/>
                </a:lnTo>
                <a:lnTo>
                  <a:pt x="154" y="13"/>
                </a:lnTo>
                <a:lnTo>
                  <a:pt x="155" y="13"/>
                </a:lnTo>
                <a:lnTo>
                  <a:pt x="156" y="14"/>
                </a:lnTo>
                <a:lnTo>
                  <a:pt x="157" y="14"/>
                </a:lnTo>
                <a:lnTo>
                  <a:pt x="158" y="14"/>
                </a:lnTo>
                <a:lnTo>
                  <a:pt x="158" y="15"/>
                </a:lnTo>
                <a:lnTo>
                  <a:pt x="159" y="15"/>
                </a:lnTo>
                <a:lnTo>
                  <a:pt x="159" y="14"/>
                </a:lnTo>
                <a:lnTo>
                  <a:pt x="160" y="14"/>
                </a:lnTo>
                <a:lnTo>
                  <a:pt x="161" y="13"/>
                </a:lnTo>
                <a:lnTo>
                  <a:pt x="161" y="12"/>
                </a:lnTo>
                <a:lnTo>
                  <a:pt x="161" y="11"/>
                </a:lnTo>
                <a:lnTo>
                  <a:pt x="162" y="11"/>
                </a:lnTo>
                <a:lnTo>
                  <a:pt x="163" y="10"/>
                </a:lnTo>
                <a:lnTo>
                  <a:pt x="165" y="10"/>
                </a:lnTo>
                <a:lnTo>
                  <a:pt x="166" y="9"/>
                </a:lnTo>
                <a:lnTo>
                  <a:pt x="167" y="9"/>
                </a:lnTo>
                <a:lnTo>
                  <a:pt x="168" y="9"/>
                </a:lnTo>
                <a:lnTo>
                  <a:pt x="168" y="10"/>
                </a:lnTo>
                <a:lnTo>
                  <a:pt x="168" y="9"/>
                </a:lnTo>
                <a:lnTo>
                  <a:pt x="169" y="9"/>
                </a:lnTo>
                <a:lnTo>
                  <a:pt x="170" y="9"/>
                </a:lnTo>
                <a:lnTo>
                  <a:pt x="170" y="8"/>
                </a:lnTo>
                <a:lnTo>
                  <a:pt x="171" y="8"/>
                </a:lnTo>
                <a:lnTo>
                  <a:pt x="171" y="9"/>
                </a:lnTo>
                <a:lnTo>
                  <a:pt x="172" y="8"/>
                </a:lnTo>
                <a:lnTo>
                  <a:pt x="173" y="7"/>
                </a:lnTo>
                <a:lnTo>
                  <a:pt x="174" y="7"/>
                </a:lnTo>
                <a:lnTo>
                  <a:pt x="175" y="7"/>
                </a:lnTo>
                <a:lnTo>
                  <a:pt x="176" y="7"/>
                </a:lnTo>
                <a:lnTo>
                  <a:pt x="176" y="6"/>
                </a:lnTo>
                <a:lnTo>
                  <a:pt x="177" y="6"/>
                </a:lnTo>
                <a:lnTo>
                  <a:pt x="177" y="5"/>
                </a:lnTo>
                <a:lnTo>
                  <a:pt x="178" y="5"/>
                </a:lnTo>
                <a:lnTo>
                  <a:pt x="178" y="4"/>
                </a:lnTo>
                <a:lnTo>
                  <a:pt x="179" y="4"/>
                </a:lnTo>
                <a:lnTo>
                  <a:pt x="179" y="3"/>
                </a:lnTo>
                <a:lnTo>
                  <a:pt x="180" y="3"/>
                </a:lnTo>
                <a:lnTo>
                  <a:pt x="180" y="2"/>
                </a:lnTo>
                <a:lnTo>
                  <a:pt x="181" y="1"/>
                </a:lnTo>
                <a:lnTo>
                  <a:pt x="181" y="0"/>
                </a:lnTo>
                <a:lnTo>
                  <a:pt x="181" y="1"/>
                </a:lnTo>
                <a:lnTo>
                  <a:pt x="182" y="1"/>
                </a:lnTo>
                <a:lnTo>
                  <a:pt x="183" y="1"/>
                </a:lnTo>
                <a:lnTo>
                  <a:pt x="184" y="0"/>
                </a:lnTo>
                <a:lnTo>
                  <a:pt x="185" y="0"/>
                </a:lnTo>
                <a:lnTo>
                  <a:pt x="186" y="0"/>
                </a:lnTo>
                <a:lnTo>
                  <a:pt x="187" y="0"/>
                </a:lnTo>
                <a:lnTo>
                  <a:pt x="186" y="0"/>
                </a:lnTo>
                <a:close/>
              </a:path>
            </a:pathLst>
          </a:custGeom>
          <a:solidFill>
            <a:srgbClr val="ECB69E"/>
          </a:solidFill>
          <a:ln w="2520">
            <a:solidFill>
              <a:srgbClr val="FFFFFF"/>
            </a:solidFill>
            <a:round/>
          </a:ln>
        </p:spPr>
        <p:txBody>
          <a:bodyPr lIns="1080" tIns="1080" rIns="1080" bIns="108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23" name=""/>
          <p:cNvSpPr/>
          <p:nvPr/>
        </p:nvSpPr>
        <p:spPr>
          <a:xfrm>
            <a:off x="5335560" y="770760"/>
            <a:ext cx="360" cy="720"/>
          </a:xfrm>
          <a:custGeom>
            <a:avLst/>
            <a:gdLst/>
            <a:ahLst/>
            <a:rect l="0" t="0" r="r" b="b"/>
            <a:pathLst>
              <a:path w="1" h="2">
                <a:moveTo>
                  <a:pt x="0" y="2"/>
                </a:moveTo>
                <a:lnTo>
                  <a:pt x="0" y="1"/>
                </a:lnTo>
                <a:lnTo>
                  <a:pt x="1" y="0"/>
                </a:lnTo>
                <a:lnTo>
                  <a:pt x="1" y="1"/>
                </a:lnTo>
                <a:lnTo>
                  <a:pt x="1" y="2"/>
                </a:lnTo>
                <a:lnTo>
                  <a:pt x="0" y="2"/>
                </a:lnTo>
                <a:close/>
              </a:path>
            </a:pathLst>
          </a:custGeom>
          <a:solidFill>
            <a:srgbClr val="ECB69E"/>
          </a:solidFill>
          <a:ln w="2520">
            <a:solidFill>
              <a:srgbClr val="FFFFFF"/>
            </a:solidFill>
            <a:round/>
          </a:ln>
        </p:spPr>
        <p:txBody>
          <a:bodyPr lIns="1080" tIns="-360" rIns="1080" bIns="-3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24" name=""/>
          <p:cNvSpPr/>
          <p:nvPr/>
        </p:nvSpPr>
        <p:spPr>
          <a:xfrm>
            <a:off x="5335560" y="769680"/>
            <a:ext cx="360" cy="1080"/>
          </a:xfrm>
          <a:custGeom>
            <a:avLst/>
            <a:gdLst/>
            <a:ahLst/>
            <a:rect l="0" t="0" r="r" b="b"/>
            <a:pathLst>
              <a:path w="1" h="3">
                <a:moveTo>
                  <a:pt x="0" y="2"/>
                </a:moveTo>
                <a:lnTo>
                  <a:pt x="0" y="1"/>
                </a:lnTo>
                <a:lnTo>
                  <a:pt x="0" y="0"/>
                </a:lnTo>
                <a:lnTo>
                  <a:pt x="0" y="1"/>
                </a:lnTo>
                <a:lnTo>
                  <a:pt x="0" y="2"/>
                </a:lnTo>
                <a:lnTo>
                  <a:pt x="1" y="3"/>
                </a:lnTo>
                <a:lnTo>
                  <a:pt x="0" y="3"/>
                </a:lnTo>
                <a:lnTo>
                  <a:pt x="0" y="2"/>
                </a:lnTo>
                <a:close/>
              </a:path>
            </a:pathLst>
          </a:custGeom>
          <a:solidFill>
            <a:srgbClr val="ECB69E"/>
          </a:solidFill>
          <a:ln w="2520">
            <a:solidFill>
              <a:srgbClr val="FFFFFF"/>
            </a:solidFill>
            <a:round/>
          </a:ln>
        </p:spPr>
        <p:txBody>
          <a:bodyPr lIns="1080" tIns="0" rIns="108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25" name=""/>
          <p:cNvSpPr/>
          <p:nvPr/>
        </p:nvSpPr>
        <p:spPr>
          <a:xfrm>
            <a:off x="5335920" y="768600"/>
            <a:ext cx="0" cy="0"/>
          </a:xfrm>
          <a:custGeom>
            <a:avLst/>
            <a:gdLst/>
            <a:ahLst/>
            <a:rect l="0" t="0" r="r" b="b"/>
            <a:pathLst>
              <a:path w="0" h="0">
                <a:moveTo>
                  <a:pt x="0" y="0"/>
                </a:moveTo>
                <a:lnTo>
                  <a:pt x="0" y="0"/>
                </a:lnTo>
                <a:close/>
              </a:path>
            </a:pathLst>
          </a:custGeom>
          <a:solidFill>
            <a:srgbClr val="ECB69E"/>
          </a:solidFill>
          <a:ln w="2520">
            <a:solidFill>
              <a:srgbClr val="FFFFFF"/>
            </a:solidFill>
            <a:round/>
          </a:ln>
        </p:spPr>
        <p:txBody>
          <a:bodyPr lIns="1080" tIns="-1080" rIns="1080" bIns="-108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26" name=""/>
          <p:cNvSpPr/>
          <p:nvPr/>
        </p:nvSpPr>
        <p:spPr>
          <a:xfrm>
            <a:off x="5062320" y="1018080"/>
            <a:ext cx="360" cy="360"/>
          </a:xfrm>
          <a:custGeom>
            <a:avLst/>
            <a:gdLst/>
            <a:ahLst/>
            <a:rect l="0" t="0" r="r" b="b"/>
            <a:pathLst>
              <a:path w="1" h="1">
                <a:moveTo>
                  <a:pt x="1" y="0"/>
                </a:moveTo>
                <a:lnTo>
                  <a:pt x="0" y="0"/>
                </a:lnTo>
                <a:lnTo>
                  <a:pt x="0" y="1"/>
                </a:lnTo>
                <a:lnTo>
                  <a:pt x="0" y="0"/>
                </a:lnTo>
                <a:lnTo>
                  <a:pt x="1" y="0"/>
                </a:lnTo>
                <a:close/>
              </a:path>
            </a:pathLst>
          </a:custGeom>
          <a:solidFill>
            <a:srgbClr val="EFC7B5"/>
          </a:solidFill>
          <a:ln w="2520">
            <a:solidFill>
              <a:srgbClr val="FFFFFF"/>
            </a:solidFill>
            <a:round/>
          </a:ln>
        </p:spPr>
        <p:txBody>
          <a:bodyPr lIns="1080" tIns="-720" rIns="1080" bIns="-7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27" name=""/>
          <p:cNvSpPr/>
          <p:nvPr/>
        </p:nvSpPr>
        <p:spPr>
          <a:xfrm>
            <a:off x="5059800" y="1014480"/>
            <a:ext cx="720" cy="720"/>
          </a:xfrm>
          <a:custGeom>
            <a:avLst/>
            <a:gdLst/>
            <a:ahLst/>
            <a:rect l="0" t="0" r="r" b="b"/>
            <a:pathLst>
              <a:path w="2" h="2">
                <a:moveTo>
                  <a:pt x="2" y="2"/>
                </a:moveTo>
                <a:lnTo>
                  <a:pt x="0" y="2"/>
                </a:lnTo>
                <a:lnTo>
                  <a:pt x="0" y="0"/>
                </a:lnTo>
                <a:lnTo>
                  <a:pt x="2" y="0"/>
                </a:lnTo>
                <a:lnTo>
                  <a:pt x="2" y="2"/>
                </a:lnTo>
                <a:close/>
              </a:path>
            </a:pathLst>
          </a:custGeom>
          <a:solidFill>
            <a:srgbClr val="EFC7B5"/>
          </a:solidFill>
          <a:ln w="2520">
            <a:solidFill>
              <a:srgbClr val="FFFFFF"/>
            </a:solidFill>
            <a:round/>
          </a:ln>
        </p:spPr>
        <p:txBody>
          <a:bodyPr lIns="1080" tIns="-360" rIns="1080" bIns="-3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28" name=""/>
          <p:cNvSpPr/>
          <p:nvPr/>
        </p:nvSpPr>
        <p:spPr>
          <a:xfrm>
            <a:off x="5090040" y="1012320"/>
            <a:ext cx="1080" cy="1800"/>
          </a:xfrm>
          <a:custGeom>
            <a:avLst/>
            <a:gdLst/>
            <a:ahLst/>
            <a:rect l="0" t="0" r="r" b="b"/>
            <a:pathLst>
              <a:path w="3" h="5">
                <a:moveTo>
                  <a:pt x="1" y="0"/>
                </a:moveTo>
                <a:lnTo>
                  <a:pt x="1" y="1"/>
                </a:lnTo>
                <a:lnTo>
                  <a:pt x="1" y="3"/>
                </a:lnTo>
                <a:lnTo>
                  <a:pt x="3" y="4"/>
                </a:lnTo>
                <a:lnTo>
                  <a:pt x="1" y="5"/>
                </a:lnTo>
                <a:lnTo>
                  <a:pt x="0" y="5"/>
                </a:lnTo>
                <a:lnTo>
                  <a:pt x="0" y="4"/>
                </a:lnTo>
                <a:lnTo>
                  <a:pt x="0" y="3"/>
                </a:lnTo>
                <a:lnTo>
                  <a:pt x="1" y="3"/>
                </a:lnTo>
                <a:lnTo>
                  <a:pt x="1" y="1"/>
                </a:lnTo>
                <a:lnTo>
                  <a:pt x="0" y="1"/>
                </a:lnTo>
                <a:lnTo>
                  <a:pt x="0" y="0"/>
                </a:lnTo>
                <a:lnTo>
                  <a:pt x="1" y="0"/>
                </a:lnTo>
                <a:close/>
              </a:path>
            </a:pathLst>
          </a:custGeom>
          <a:solidFill>
            <a:srgbClr val="EFC7B5"/>
          </a:solidFill>
          <a:ln w="2520">
            <a:solidFill>
              <a:srgbClr val="FFFFFF"/>
            </a:solidFill>
            <a:round/>
          </a:ln>
        </p:spPr>
        <p:txBody>
          <a:bodyPr lIns="1080" tIns="720" rIns="1080" bIns="7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29" name=""/>
          <p:cNvSpPr/>
          <p:nvPr/>
        </p:nvSpPr>
        <p:spPr>
          <a:xfrm>
            <a:off x="5090040" y="1011240"/>
            <a:ext cx="360" cy="360"/>
          </a:xfrm>
          <a:custGeom>
            <a:avLst/>
            <a:gdLst/>
            <a:ahLst/>
            <a:rect l="0" t="0" r="r" b="b"/>
            <a:pathLst>
              <a:path w="1" h="1">
                <a:moveTo>
                  <a:pt x="0" y="1"/>
                </a:moveTo>
                <a:lnTo>
                  <a:pt x="0" y="0"/>
                </a:lnTo>
                <a:lnTo>
                  <a:pt x="1" y="0"/>
                </a:lnTo>
                <a:lnTo>
                  <a:pt x="1" y="1"/>
                </a:lnTo>
                <a:lnTo>
                  <a:pt x="0" y="1"/>
                </a:lnTo>
                <a:close/>
              </a:path>
            </a:pathLst>
          </a:custGeom>
          <a:solidFill>
            <a:srgbClr val="EFC7B5"/>
          </a:solidFill>
          <a:ln w="2520">
            <a:solidFill>
              <a:srgbClr val="FFFFFF"/>
            </a:solidFill>
            <a:round/>
          </a:ln>
        </p:spPr>
        <p:txBody>
          <a:bodyPr lIns="1080" tIns="-720" rIns="1080" bIns="-7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30" name=""/>
          <p:cNvSpPr/>
          <p:nvPr/>
        </p:nvSpPr>
        <p:spPr>
          <a:xfrm>
            <a:off x="5065200" y="1006920"/>
            <a:ext cx="1440" cy="1440"/>
          </a:xfrm>
          <a:custGeom>
            <a:avLst/>
            <a:gdLst/>
            <a:ahLst/>
            <a:rect l="0" t="0" r="r" b="b"/>
            <a:pathLst>
              <a:path w="4" h="4">
                <a:moveTo>
                  <a:pt x="2" y="2"/>
                </a:moveTo>
                <a:lnTo>
                  <a:pt x="0" y="4"/>
                </a:lnTo>
                <a:lnTo>
                  <a:pt x="0" y="2"/>
                </a:lnTo>
                <a:lnTo>
                  <a:pt x="2" y="0"/>
                </a:lnTo>
                <a:lnTo>
                  <a:pt x="2" y="2"/>
                </a:lnTo>
                <a:lnTo>
                  <a:pt x="4" y="2"/>
                </a:lnTo>
                <a:lnTo>
                  <a:pt x="2" y="2"/>
                </a:lnTo>
                <a:close/>
              </a:path>
            </a:pathLst>
          </a:custGeom>
          <a:solidFill>
            <a:srgbClr val="EFC7B5"/>
          </a:solidFill>
          <a:ln w="2520">
            <a:solidFill>
              <a:srgbClr val="FFFFFF"/>
            </a:solidFill>
            <a:round/>
          </a:ln>
        </p:spPr>
        <p:txBody>
          <a:bodyPr lIns="1080" tIns="360" rIns="1080" bIns="3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31" name=""/>
          <p:cNvSpPr/>
          <p:nvPr/>
        </p:nvSpPr>
        <p:spPr>
          <a:xfrm>
            <a:off x="5067360" y="1005840"/>
            <a:ext cx="360" cy="360"/>
          </a:xfrm>
          <a:custGeom>
            <a:avLst/>
            <a:gdLst/>
            <a:ahLst/>
            <a:rect l="0" t="0" r="r" b="b"/>
            <a:pathLst>
              <a:path w="1" h="1">
                <a:moveTo>
                  <a:pt x="0" y="1"/>
                </a:moveTo>
                <a:lnTo>
                  <a:pt x="0" y="0"/>
                </a:lnTo>
                <a:lnTo>
                  <a:pt x="1" y="0"/>
                </a:lnTo>
                <a:lnTo>
                  <a:pt x="1" y="1"/>
                </a:lnTo>
                <a:lnTo>
                  <a:pt x="0" y="1"/>
                </a:lnTo>
                <a:close/>
              </a:path>
            </a:pathLst>
          </a:custGeom>
          <a:solidFill>
            <a:srgbClr val="EFC7B5"/>
          </a:solidFill>
          <a:ln w="2520">
            <a:solidFill>
              <a:srgbClr val="FFFFFF"/>
            </a:solidFill>
            <a:round/>
          </a:ln>
        </p:spPr>
        <p:txBody>
          <a:bodyPr lIns="1080" tIns="-720" rIns="1080" bIns="-7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32" name=""/>
          <p:cNvSpPr/>
          <p:nvPr/>
        </p:nvSpPr>
        <p:spPr>
          <a:xfrm>
            <a:off x="5074200" y="1000080"/>
            <a:ext cx="2160" cy="1800"/>
          </a:xfrm>
          <a:custGeom>
            <a:avLst/>
            <a:gdLst/>
            <a:ahLst/>
            <a:rect l="0" t="0" r="r" b="b"/>
            <a:pathLst>
              <a:path w="6" h="5">
                <a:moveTo>
                  <a:pt x="3" y="2"/>
                </a:moveTo>
                <a:lnTo>
                  <a:pt x="4" y="2"/>
                </a:lnTo>
                <a:lnTo>
                  <a:pt x="4" y="3"/>
                </a:lnTo>
                <a:lnTo>
                  <a:pt x="6" y="3"/>
                </a:lnTo>
                <a:lnTo>
                  <a:pt x="4" y="3"/>
                </a:lnTo>
                <a:lnTo>
                  <a:pt x="4" y="5"/>
                </a:lnTo>
                <a:lnTo>
                  <a:pt x="4" y="3"/>
                </a:lnTo>
                <a:lnTo>
                  <a:pt x="3" y="3"/>
                </a:lnTo>
                <a:lnTo>
                  <a:pt x="3" y="2"/>
                </a:lnTo>
                <a:lnTo>
                  <a:pt x="2" y="2"/>
                </a:lnTo>
                <a:lnTo>
                  <a:pt x="0" y="2"/>
                </a:lnTo>
                <a:lnTo>
                  <a:pt x="2" y="2"/>
                </a:lnTo>
                <a:lnTo>
                  <a:pt x="3" y="0"/>
                </a:lnTo>
                <a:lnTo>
                  <a:pt x="3" y="2"/>
                </a:lnTo>
                <a:close/>
              </a:path>
            </a:pathLst>
          </a:custGeom>
          <a:solidFill>
            <a:srgbClr val="EFC7B5"/>
          </a:solidFill>
          <a:ln w="2520">
            <a:solidFill>
              <a:srgbClr val="FFFFFF"/>
            </a:solidFill>
            <a:round/>
          </a:ln>
        </p:spPr>
        <p:txBody>
          <a:bodyPr lIns="1080" tIns="720" rIns="1080" bIns="7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33" name=""/>
          <p:cNvSpPr/>
          <p:nvPr/>
        </p:nvSpPr>
        <p:spPr>
          <a:xfrm>
            <a:off x="5078520" y="1000080"/>
            <a:ext cx="1440" cy="720"/>
          </a:xfrm>
          <a:custGeom>
            <a:avLst/>
            <a:gdLst/>
            <a:ahLst/>
            <a:rect l="0" t="0" r="r" b="b"/>
            <a:pathLst>
              <a:path w="4" h="2">
                <a:moveTo>
                  <a:pt x="2" y="0"/>
                </a:moveTo>
                <a:lnTo>
                  <a:pt x="4" y="2"/>
                </a:lnTo>
                <a:lnTo>
                  <a:pt x="2" y="2"/>
                </a:lnTo>
                <a:lnTo>
                  <a:pt x="0" y="2"/>
                </a:lnTo>
                <a:lnTo>
                  <a:pt x="0" y="0"/>
                </a:lnTo>
                <a:lnTo>
                  <a:pt x="2" y="0"/>
                </a:lnTo>
                <a:close/>
              </a:path>
            </a:pathLst>
          </a:custGeom>
          <a:solidFill>
            <a:srgbClr val="EFC7B5"/>
          </a:solidFill>
          <a:ln w="2520">
            <a:solidFill>
              <a:srgbClr val="FFFFFF"/>
            </a:solidFill>
            <a:round/>
          </a:ln>
        </p:spPr>
        <p:txBody>
          <a:bodyPr lIns="1080" tIns="-360" rIns="1080" bIns="-3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34" name=""/>
          <p:cNvSpPr/>
          <p:nvPr/>
        </p:nvSpPr>
        <p:spPr>
          <a:xfrm>
            <a:off x="5075640" y="999720"/>
            <a:ext cx="1440" cy="1440"/>
          </a:xfrm>
          <a:custGeom>
            <a:avLst/>
            <a:gdLst/>
            <a:ahLst/>
            <a:rect l="0" t="0" r="r" b="b"/>
            <a:pathLst>
              <a:path w="4" h="4">
                <a:moveTo>
                  <a:pt x="2" y="2"/>
                </a:moveTo>
                <a:lnTo>
                  <a:pt x="2" y="4"/>
                </a:lnTo>
                <a:lnTo>
                  <a:pt x="0" y="4"/>
                </a:lnTo>
                <a:lnTo>
                  <a:pt x="0" y="2"/>
                </a:lnTo>
                <a:lnTo>
                  <a:pt x="2" y="2"/>
                </a:lnTo>
                <a:lnTo>
                  <a:pt x="2" y="0"/>
                </a:lnTo>
                <a:lnTo>
                  <a:pt x="4" y="2"/>
                </a:lnTo>
                <a:lnTo>
                  <a:pt x="2" y="2"/>
                </a:lnTo>
                <a:close/>
              </a:path>
            </a:pathLst>
          </a:custGeom>
          <a:solidFill>
            <a:srgbClr val="EFC7B5"/>
          </a:solidFill>
          <a:ln w="2520">
            <a:solidFill>
              <a:srgbClr val="FFFFFF"/>
            </a:solidFill>
            <a:round/>
          </a:ln>
        </p:spPr>
        <p:txBody>
          <a:bodyPr lIns="1080" tIns="360" rIns="1080" bIns="3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35" name=""/>
          <p:cNvSpPr/>
          <p:nvPr/>
        </p:nvSpPr>
        <p:spPr>
          <a:xfrm>
            <a:off x="5104800" y="993960"/>
            <a:ext cx="3240" cy="4320"/>
          </a:xfrm>
          <a:custGeom>
            <a:avLst/>
            <a:gdLst/>
            <a:ahLst/>
            <a:rect l="0" t="0" r="r" b="b"/>
            <a:pathLst>
              <a:path w="9" h="12">
                <a:moveTo>
                  <a:pt x="7" y="1"/>
                </a:moveTo>
                <a:lnTo>
                  <a:pt x="6" y="2"/>
                </a:lnTo>
                <a:lnTo>
                  <a:pt x="6" y="3"/>
                </a:lnTo>
                <a:lnTo>
                  <a:pt x="6" y="5"/>
                </a:lnTo>
                <a:lnTo>
                  <a:pt x="7" y="5"/>
                </a:lnTo>
                <a:lnTo>
                  <a:pt x="7" y="6"/>
                </a:lnTo>
                <a:lnTo>
                  <a:pt x="9" y="6"/>
                </a:lnTo>
                <a:lnTo>
                  <a:pt x="9" y="7"/>
                </a:lnTo>
                <a:lnTo>
                  <a:pt x="9" y="8"/>
                </a:lnTo>
                <a:lnTo>
                  <a:pt x="7" y="8"/>
                </a:lnTo>
                <a:lnTo>
                  <a:pt x="6" y="8"/>
                </a:lnTo>
                <a:lnTo>
                  <a:pt x="7" y="8"/>
                </a:lnTo>
                <a:lnTo>
                  <a:pt x="6" y="8"/>
                </a:lnTo>
                <a:lnTo>
                  <a:pt x="7" y="8"/>
                </a:lnTo>
                <a:lnTo>
                  <a:pt x="7" y="7"/>
                </a:lnTo>
                <a:lnTo>
                  <a:pt x="6" y="7"/>
                </a:lnTo>
                <a:lnTo>
                  <a:pt x="5" y="7"/>
                </a:lnTo>
                <a:lnTo>
                  <a:pt x="5" y="8"/>
                </a:lnTo>
                <a:lnTo>
                  <a:pt x="5" y="9"/>
                </a:lnTo>
                <a:lnTo>
                  <a:pt x="5" y="10"/>
                </a:lnTo>
                <a:lnTo>
                  <a:pt x="4" y="10"/>
                </a:lnTo>
                <a:lnTo>
                  <a:pt x="4" y="11"/>
                </a:lnTo>
                <a:lnTo>
                  <a:pt x="3" y="12"/>
                </a:lnTo>
                <a:lnTo>
                  <a:pt x="3" y="11"/>
                </a:lnTo>
                <a:lnTo>
                  <a:pt x="2" y="11"/>
                </a:lnTo>
                <a:lnTo>
                  <a:pt x="2" y="10"/>
                </a:lnTo>
                <a:lnTo>
                  <a:pt x="1" y="10"/>
                </a:lnTo>
                <a:lnTo>
                  <a:pt x="1" y="9"/>
                </a:lnTo>
                <a:lnTo>
                  <a:pt x="0" y="9"/>
                </a:lnTo>
                <a:lnTo>
                  <a:pt x="1" y="8"/>
                </a:lnTo>
                <a:lnTo>
                  <a:pt x="0" y="8"/>
                </a:lnTo>
                <a:lnTo>
                  <a:pt x="0" y="7"/>
                </a:lnTo>
                <a:lnTo>
                  <a:pt x="1" y="7"/>
                </a:lnTo>
                <a:lnTo>
                  <a:pt x="2" y="6"/>
                </a:lnTo>
                <a:lnTo>
                  <a:pt x="2" y="5"/>
                </a:lnTo>
                <a:lnTo>
                  <a:pt x="3" y="5"/>
                </a:lnTo>
                <a:lnTo>
                  <a:pt x="2" y="3"/>
                </a:lnTo>
                <a:lnTo>
                  <a:pt x="4" y="3"/>
                </a:lnTo>
                <a:lnTo>
                  <a:pt x="5" y="3"/>
                </a:lnTo>
                <a:lnTo>
                  <a:pt x="5" y="2"/>
                </a:lnTo>
                <a:lnTo>
                  <a:pt x="6" y="2"/>
                </a:lnTo>
                <a:lnTo>
                  <a:pt x="5" y="2"/>
                </a:lnTo>
                <a:lnTo>
                  <a:pt x="5" y="1"/>
                </a:lnTo>
                <a:lnTo>
                  <a:pt x="6" y="1"/>
                </a:lnTo>
                <a:lnTo>
                  <a:pt x="7" y="1"/>
                </a:lnTo>
                <a:lnTo>
                  <a:pt x="7" y="0"/>
                </a:lnTo>
                <a:lnTo>
                  <a:pt x="9" y="0"/>
                </a:lnTo>
                <a:lnTo>
                  <a:pt x="9" y="1"/>
                </a:lnTo>
                <a:lnTo>
                  <a:pt x="7" y="1"/>
                </a:lnTo>
                <a:close/>
              </a:path>
            </a:pathLst>
          </a:custGeom>
          <a:solidFill>
            <a:srgbClr val="EFC7B5"/>
          </a:solidFill>
          <a:ln w="2520">
            <a:solidFill>
              <a:srgbClr val="FFFFFF"/>
            </a:solidFill>
            <a:round/>
          </a:ln>
        </p:spPr>
        <p:txBody>
          <a:bodyPr lIns="1080" tIns="1080" rIns="1080" bIns="108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36" name=""/>
          <p:cNvSpPr/>
          <p:nvPr/>
        </p:nvSpPr>
        <p:spPr>
          <a:xfrm>
            <a:off x="5107680" y="995760"/>
            <a:ext cx="1800" cy="720"/>
          </a:xfrm>
          <a:custGeom>
            <a:avLst/>
            <a:gdLst/>
            <a:ahLst/>
            <a:rect l="0" t="0" r="r" b="b"/>
            <a:pathLst>
              <a:path w="5" h="2">
                <a:moveTo>
                  <a:pt x="3" y="0"/>
                </a:moveTo>
                <a:lnTo>
                  <a:pt x="5" y="0"/>
                </a:lnTo>
                <a:lnTo>
                  <a:pt x="5" y="2"/>
                </a:lnTo>
                <a:lnTo>
                  <a:pt x="3" y="2"/>
                </a:lnTo>
                <a:lnTo>
                  <a:pt x="3" y="0"/>
                </a:lnTo>
                <a:lnTo>
                  <a:pt x="2" y="0"/>
                </a:lnTo>
                <a:lnTo>
                  <a:pt x="0" y="0"/>
                </a:lnTo>
                <a:lnTo>
                  <a:pt x="2" y="0"/>
                </a:lnTo>
                <a:lnTo>
                  <a:pt x="3" y="0"/>
                </a:lnTo>
                <a:close/>
              </a:path>
            </a:pathLst>
          </a:custGeom>
          <a:solidFill>
            <a:srgbClr val="EFC7B5"/>
          </a:solidFill>
          <a:ln w="2520">
            <a:solidFill>
              <a:srgbClr val="FFFFFF"/>
            </a:solidFill>
            <a:round/>
          </a:ln>
        </p:spPr>
        <p:txBody>
          <a:bodyPr lIns="1080" tIns="-360" rIns="1080" bIns="-3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37" name=""/>
          <p:cNvSpPr/>
          <p:nvPr/>
        </p:nvSpPr>
        <p:spPr>
          <a:xfrm>
            <a:off x="5104080" y="995040"/>
            <a:ext cx="720" cy="720"/>
          </a:xfrm>
          <a:custGeom>
            <a:avLst/>
            <a:gdLst/>
            <a:ahLst/>
            <a:rect l="0" t="0" r="r" b="b"/>
            <a:pathLst>
              <a:path w="2" h="2">
                <a:moveTo>
                  <a:pt x="2" y="2"/>
                </a:moveTo>
                <a:lnTo>
                  <a:pt x="0" y="2"/>
                </a:lnTo>
                <a:lnTo>
                  <a:pt x="2" y="2"/>
                </a:lnTo>
                <a:lnTo>
                  <a:pt x="2" y="0"/>
                </a:lnTo>
                <a:lnTo>
                  <a:pt x="2" y="2"/>
                </a:lnTo>
                <a:close/>
              </a:path>
            </a:pathLst>
          </a:custGeom>
          <a:solidFill>
            <a:srgbClr val="EFC7B5"/>
          </a:solidFill>
          <a:ln w="2520">
            <a:solidFill>
              <a:srgbClr val="FFFFFF"/>
            </a:solidFill>
            <a:round/>
          </a:ln>
        </p:spPr>
        <p:txBody>
          <a:bodyPr lIns="1080" tIns="-360" rIns="1080" bIns="-3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38" name=""/>
          <p:cNvSpPr/>
          <p:nvPr/>
        </p:nvSpPr>
        <p:spPr>
          <a:xfrm>
            <a:off x="5108040" y="992880"/>
            <a:ext cx="1440" cy="1080"/>
          </a:xfrm>
          <a:custGeom>
            <a:avLst/>
            <a:gdLst/>
            <a:ahLst/>
            <a:rect l="0" t="0" r="r" b="b"/>
            <a:pathLst>
              <a:path w="4" h="3">
                <a:moveTo>
                  <a:pt x="2" y="3"/>
                </a:moveTo>
                <a:lnTo>
                  <a:pt x="2" y="2"/>
                </a:lnTo>
                <a:lnTo>
                  <a:pt x="2" y="3"/>
                </a:lnTo>
                <a:lnTo>
                  <a:pt x="1" y="3"/>
                </a:lnTo>
                <a:lnTo>
                  <a:pt x="0" y="3"/>
                </a:lnTo>
                <a:lnTo>
                  <a:pt x="0" y="2"/>
                </a:lnTo>
                <a:lnTo>
                  <a:pt x="1" y="2"/>
                </a:lnTo>
                <a:lnTo>
                  <a:pt x="1" y="0"/>
                </a:lnTo>
                <a:lnTo>
                  <a:pt x="2" y="0"/>
                </a:lnTo>
                <a:lnTo>
                  <a:pt x="2" y="2"/>
                </a:lnTo>
                <a:lnTo>
                  <a:pt x="4" y="2"/>
                </a:lnTo>
                <a:lnTo>
                  <a:pt x="4" y="3"/>
                </a:lnTo>
                <a:lnTo>
                  <a:pt x="2" y="3"/>
                </a:lnTo>
                <a:close/>
              </a:path>
            </a:pathLst>
          </a:custGeom>
          <a:solidFill>
            <a:srgbClr val="EFC7B5"/>
          </a:solidFill>
          <a:ln w="2520">
            <a:solidFill>
              <a:srgbClr val="FFFFFF"/>
            </a:solidFill>
            <a:round/>
          </a:ln>
        </p:spPr>
        <p:txBody>
          <a:bodyPr lIns="1080" tIns="0" rIns="108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39" name=""/>
          <p:cNvSpPr/>
          <p:nvPr/>
        </p:nvSpPr>
        <p:spPr>
          <a:xfrm>
            <a:off x="5110560" y="992160"/>
            <a:ext cx="2160" cy="1800"/>
          </a:xfrm>
          <a:custGeom>
            <a:avLst/>
            <a:gdLst/>
            <a:ahLst/>
            <a:rect l="0" t="0" r="r" b="b"/>
            <a:pathLst>
              <a:path w="6" h="5">
                <a:moveTo>
                  <a:pt x="6" y="2"/>
                </a:moveTo>
                <a:lnTo>
                  <a:pt x="6" y="3"/>
                </a:lnTo>
                <a:lnTo>
                  <a:pt x="5" y="3"/>
                </a:lnTo>
                <a:lnTo>
                  <a:pt x="3" y="3"/>
                </a:lnTo>
                <a:lnTo>
                  <a:pt x="3" y="5"/>
                </a:lnTo>
                <a:lnTo>
                  <a:pt x="3" y="3"/>
                </a:lnTo>
                <a:lnTo>
                  <a:pt x="1" y="3"/>
                </a:lnTo>
                <a:lnTo>
                  <a:pt x="0" y="3"/>
                </a:lnTo>
                <a:lnTo>
                  <a:pt x="0" y="2"/>
                </a:lnTo>
                <a:lnTo>
                  <a:pt x="1" y="2"/>
                </a:lnTo>
                <a:lnTo>
                  <a:pt x="3" y="2"/>
                </a:lnTo>
                <a:lnTo>
                  <a:pt x="4" y="2"/>
                </a:lnTo>
                <a:lnTo>
                  <a:pt x="5" y="2"/>
                </a:lnTo>
                <a:lnTo>
                  <a:pt x="6" y="0"/>
                </a:lnTo>
                <a:lnTo>
                  <a:pt x="6" y="2"/>
                </a:lnTo>
                <a:close/>
              </a:path>
            </a:pathLst>
          </a:custGeom>
          <a:solidFill>
            <a:srgbClr val="EFC7B5"/>
          </a:solidFill>
          <a:ln w="2520">
            <a:solidFill>
              <a:srgbClr val="FFFFFF"/>
            </a:solidFill>
            <a:round/>
          </a:ln>
        </p:spPr>
        <p:txBody>
          <a:bodyPr lIns="1080" tIns="720" rIns="1080" bIns="7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40" name=""/>
          <p:cNvSpPr/>
          <p:nvPr/>
        </p:nvSpPr>
        <p:spPr>
          <a:xfrm>
            <a:off x="5103000" y="991800"/>
            <a:ext cx="1080" cy="1440"/>
          </a:xfrm>
          <a:custGeom>
            <a:avLst/>
            <a:gdLst/>
            <a:ahLst/>
            <a:rect l="0" t="0" r="r" b="b"/>
            <a:pathLst>
              <a:path w="3" h="4">
                <a:moveTo>
                  <a:pt x="1" y="0"/>
                </a:moveTo>
                <a:lnTo>
                  <a:pt x="3" y="0"/>
                </a:lnTo>
                <a:lnTo>
                  <a:pt x="3" y="2"/>
                </a:lnTo>
                <a:lnTo>
                  <a:pt x="1" y="2"/>
                </a:lnTo>
                <a:lnTo>
                  <a:pt x="1" y="4"/>
                </a:lnTo>
                <a:lnTo>
                  <a:pt x="1" y="2"/>
                </a:lnTo>
                <a:lnTo>
                  <a:pt x="0" y="2"/>
                </a:lnTo>
                <a:lnTo>
                  <a:pt x="0" y="0"/>
                </a:lnTo>
                <a:lnTo>
                  <a:pt x="1" y="0"/>
                </a:lnTo>
                <a:close/>
              </a:path>
            </a:pathLst>
          </a:custGeom>
          <a:solidFill>
            <a:srgbClr val="EFC7B5"/>
          </a:solidFill>
          <a:ln w="2520">
            <a:solidFill>
              <a:srgbClr val="FFFFFF"/>
            </a:solidFill>
            <a:round/>
          </a:ln>
        </p:spPr>
        <p:txBody>
          <a:bodyPr lIns="1080" tIns="360" rIns="1080" bIns="3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41" name=""/>
          <p:cNvSpPr/>
          <p:nvPr/>
        </p:nvSpPr>
        <p:spPr>
          <a:xfrm>
            <a:off x="5107680" y="991440"/>
            <a:ext cx="1800" cy="1440"/>
          </a:xfrm>
          <a:custGeom>
            <a:avLst/>
            <a:gdLst/>
            <a:ahLst/>
            <a:rect l="0" t="0" r="r" b="b"/>
            <a:pathLst>
              <a:path w="5" h="4">
                <a:moveTo>
                  <a:pt x="1" y="0"/>
                </a:moveTo>
                <a:lnTo>
                  <a:pt x="3" y="0"/>
                </a:lnTo>
                <a:lnTo>
                  <a:pt x="3" y="2"/>
                </a:lnTo>
                <a:lnTo>
                  <a:pt x="4" y="0"/>
                </a:lnTo>
                <a:lnTo>
                  <a:pt x="4" y="2"/>
                </a:lnTo>
                <a:lnTo>
                  <a:pt x="5" y="2"/>
                </a:lnTo>
                <a:lnTo>
                  <a:pt x="4" y="2"/>
                </a:lnTo>
                <a:lnTo>
                  <a:pt x="4" y="4"/>
                </a:lnTo>
                <a:lnTo>
                  <a:pt x="4" y="2"/>
                </a:lnTo>
                <a:lnTo>
                  <a:pt x="3" y="2"/>
                </a:lnTo>
                <a:lnTo>
                  <a:pt x="1" y="2"/>
                </a:lnTo>
                <a:lnTo>
                  <a:pt x="1" y="0"/>
                </a:lnTo>
                <a:lnTo>
                  <a:pt x="0" y="0"/>
                </a:lnTo>
                <a:lnTo>
                  <a:pt x="0" y="2"/>
                </a:lnTo>
                <a:lnTo>
                  <a:pt x="0" y="0"/>
                </a:lnTo>
                <a:lnTo>
                  <a:pt x="1" y="0"/>
                </a:lnTo>
                <a:close/>
              </a:path>
            </a:pathLst>
          </a:custGeom>
          <a:solidFill>
            <a:srgbClr val="EFC7B5"/>
          </a:solidFill>
          <a:ln w="2520">
            <a:solidFill>
              <a:srgbClr val="FFFFFF"/>
            </a:solidFill>
            <a:round/>
          </a:ln>
        </p:spPr>
        <p:txBody>
          <a:bodyPr lIns="1080" tIns="360" rIns="1080" bIns="3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42" name=""/>
          <p:cNvSpPr/>
          <p:nvPr/>
        </p:nvSpPr>
        <p:spPr>
          <a:xfrm>
            <a:off x="5103720" y="988560"/>
            <a:ext cx="1440" cy="1080"/>
          </a:xfrm>
          <a:custGeom>
            <a:avLst/>
            <a:gdLst/>
            <a:ahLst/>
            <a:rect l="0" t="0" r="r" b="b"/>
            <a:pathLst>
              <a:path w="4" h="3">
                <a:moveTo>
                  <a:pt x="4" y="0"/>
                </a:moveTo>
                <a:lnTo>
                  <a:pt x="4" y="2"/>
                </a:lnTo>
                <a:lnTo>
                  <a:pt x="4" y="3"/>
                </a:lnTo>
                <a:lnTo>
                  <a:pt x="2" y="3"/>
                </a:lnTo>
                <a:lnTo>
                  <a:pt x="2" y="2"/>
                </a:lnTo>
                <a:lnTo>
                  <a:pt x="2" y="3"/>
                </a:lnTo>
                <a:lnTo>
                  <a:pt x="1" y="3"/>
                </a:lnTo>
                <a:lnTo>
                  <a:pt x="0" y="3"/>
                </a:lnTo>
                <a:lnTo>
                  <a:pt x="0" y="0"/>
                </a:lnTo>
                <a:lnTo>
                  <a:pt x="1" y="0"/>
                </a:lnTo>
                <a:lnTo>
                  <a:pt x="1" y="2"/>
                </a:lnTo>
                <a:lnTo>
                  <a:pt x="1" y="0"/>
                </a:lnTo>
                <a:lnTo>
                  <a:pt x="2" y="0"/>
                </a:lnTo>
                <a:lnTo>
                  <a:pt x="4" y="0"/>
                </a:lnTo>
                <a:close/>
              </a:path>
            </a:pathLst>
          </a:custGeom>
          <a:solidFill>
            <a:srgbClr val="EFC7B5"/>
          </a:solidFill>
          <a:ln w="2520">
            <a:solidFill>
              <a:srgbClr val="FFFFFF"/>
            </a:solidFill>
            <a:round/>
          </a:ln>
        </p:spPr>
        <p:txBody>
          <a:bodyPr lIns="1080" tIns="0" rIns="108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43" name=""/>
          <p:cNvSpPr/>
          <p:nvPr/>
        </p:nvSpPr>
        <p:spPr>
          <a:xfrm>
            <a:off x="5036400" y="949320"/>
            <a:ext cx="360" cy="360"/>
          </a:xfrm>
          <a:custGeom>
            <a:avLst/>
            <a:gdLst/>
            <a:ahLst/>
            <a:rect l="0" t="0" r="r" b="b"/>
            <a:pathLst>
              <a:path w="1" h="1">
                <a:moveTo>
                  <a:pt x="0" y="0"/>
                </a:moveTo>
                <a:lnTo>
                  <a:pt x="1" y="0"/>
                </a:lnTo>
                <a:lnTo>
                  <a:pt x="1" y="1"/>
                </a:lnTo>
                <a:lnTo>
                  <a:pt x="0" y="1"/>
                </a:lnTo>
                <a:lnTo>
                  <a:pt x="0" y="0"/>
                </a:lnTo>
                <a:close/>
              </a:path>
            </a:pathLst>
          </a:custGeom>
          <a:solidFill>
            <a:srgbClr val="EFC7B5"/>
          </a:solidFill>
          <a:ln w="2520">
            <a:solidFill>
              <a:srgbClr val="FFFFFF"/>
            </a:solidFill>
            <a:round/>
          </a:ln>
        </p:spPr>
        <p:txBody>
          <a:bodyPr lIns="1080" tIns="-720" rIns="1080" bIns="-7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44" name=""/>
          <p:cNvSpPr/>
          <p:nvPr/>
        </p:nvSpPr>
        <p:spPr>
          <a:xfrm>
            <a:off x="5041440" y="943200"/>
            <a:ext cx="2160" cy="2520"/>
          </a:xfrm>
          <a:custGeom>
            <a:avLst/>
            <a:gdLst/>
            <a:ahLst/>
            <a:rect l="0" t="0" r="r" b="b"/>
            <a:pathLst>
              <a:path w="6" h="7">
                <a:moveTo>
                  <a:pt x="5" y="4"/>
                </a:moveTo>
                <a:lnTo>
                  <a:pt x="3" y="4"/>
                </a:lnTo>
                <a:lnTo>
                  <a:pt x="2" y="4"/>
                </a:lnTo>
                <a:lnTo>
                  <a:pt x="1" y="5"/>
                </a:lnTo>
                <a:lnTo>
                  <a:pt x="1" y="6"/>
                </a:lnTo>
                <a:lnTo>
                  <a:pt x="1" y="7"/>
                </a:lnTo>
                <a:lnTo>
                  <a:pt x="0" y="6"/>
                </a:lnTo>
                <a:lnTo>
                  <a:pt x="0" y="5"/>
                </a:lnTo>
                <a:lnTo>
                  <a:pt x="0" y="4"/>
                </a:lnTo>
                <a:lnTo>
                  <a:pt x="0" y="2"/>
                </a:lnTo>
                <a:lnTo>
                  <a:pt x="1" y="2"/>
                </a:lnTo>
                <a:lnTo>
                  <a:pt x="1" y="4"/>
                </a:lnTo>
                <a:lnTo>
                  <a:pt x="1" y="2"/>
                </a:lnTo>
                <a:lnTo>
                  <a:pt x="2" y="2"/>
                </a:lnTo>
                <a:lnTo>
                  <a:pt x="1" y="1"/>
                </a:lnTo>
                <a:lnTo>
                  <a:pt x="2" y="1"/>
                </a:lnTo>
                <a:lnTo>
                  <a:pt x="2" y="0"/>
                </a:lnTo>
                <a:lnTo>
                  <a:pt x="3" y="0"/>
                </a:lnTo>
                <a:lnTo>
                  <a:pt x="5" y="0"/>
                </a:lnTo>
                <a:lnTo>
                  <a:pt x="6" y="2"/>
                </a:lnTo>
                <a:lnTo>
                  <a:pt x="6" y="4"/>
                </a:lnTo>
                <a:lnTo>
                  <a:pt x="5" y="4"/>
                </a:lnTo>
                <a:close/>
              </a:path>
            </a:pathLst>
          </a:custGeom>
          <a:solidFill>
            <a:srgbClr val="EFC7B5"/>
          </a:solidFill>
          <a:ln w="2520">
            <a:solidFill>
              <a:srgbClr val="FFFFFF"/>
            </a:solidFill>
            <a:round/>
          </a:ln>
        </p:spPr>
        <p:txBody>
          <a:bodyPr lIns="1080" tIns="1080" rIns="1080" bIns="108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45" name=""/>
          <p:cNvSpPr/>
          <p:nvPr/>
        </p:nvSpPr>
        <p:spPr>
          <a:xfrm>
            <a:off x="4972680" y="788040"/>
            <a:ext cx="234000" cy="236520"/>
          </a:xfrm>
          <a:custGeom>
            <a:avLst/>
            <a:gdLst/>
            <a:ahLst/>
            <a:rect l="0" t="0" r="r" b="b"/>
            <a:pathLst>
              <a:path w="650" h="657">
                <a:moveTo>
                  <a:pt x="408" y="2"/>
                </a:moveTo>
                <a:lnTo>
                  <a:pt x="409" y="2"/>
                </a:lnTo>
                <a:lnTo>
                  <a:pt x="410" y="2"/>
                </a:lnTo>
                <a:lnTo>
                  <a:pt x="411" y="2"/>
                </a:lnTo>
                <a:lnTo>
                  <a:pt x="412" y="3"/>
                </a:lnTo>
                <a:lnTo>
                  <a:pt x="412" y="4"/>
                </a:lnTo>
                <a:lnTo>
                  <a:pt x="413" y="4"/>
                </a:lnTo>
                <a:lnTo>
                  <a:pt x="413" y="5"/>
                </a:lnTo>
                <a:lnTo>
                  <a:pt x="412" y="6"/>
                </a:lnTo>
                <a:lnTo>
                  <a:pt x="412" y="7"/>
                </a:lnTo>
                <a:lnTo>
                  <a:pt x="412" y="8"/>
                </a:lnTo>
                <a:lnTo>
                  <a:pt x="412" y="9"/>
                </a:lnTo>
                <a:lnTo>
                  <a:pt x="412" y="10"/>
                </a:lnTo>
                <a:lnTo>
                  <a:pt x="413" y="10"/>
                </a:lnTo>
                <a:lnTo>
                  <a:pt x="414" y="10"/>
                </a:lnTo>
                <a:lnTo>
                  <a:pt x="414" y="11"/>
                </a:lnTo>
                <a:lnTo>
                  <a:pt x="416" y="12"/>
                </a:lnTo>
                <a:lnTo>
                  <a:pt x="416" y="11"/>
                </a:lnTo>
                <a:lnTo>
                  <a:pt x="417" y="12"/>
                </a:lnTo>
                <a:lnTo>
                  <a:pt x="418" y="13"/>
                </a:lnTo>
                <a:lnTo>
                  <a:pt x="418" y="15"/>
                </a:lnTo>
                <a:lnTo>
                  <a:pt x="417" y="15"/>
                </a:lnTo>
                <a:lnTo>
                  <a:pt x="418" y="15"/>
                </a:lnTo>
                <a:lnTo>
                  <a:pt x="419" y="15"/>
                </a:lnTo>
                <a:lnTo>
                  <a:pt x="420" y="15"/>
                </a:lnTo>
                <a:lnTo>
                  <a:pt x="421" y="15"/>
                </a:lnTo>
                <a:lnTo>
                  <a:pt x="422" y="15"/>
                </a:lnTo>
                <a:lnTo>
                  <a:pt x="423" y="16"/>
                </a:lnTo>
                <a:lnTo>
                  <a:pt x="424" y="16"/>
                </a:lnTo>
                <a:lnTo>
                  <a:pt x="424" y="17"/>
                </a:lnTo>
                <a:lnTo>
                  <a:pt x="425" y="18"/>
                </a:lnTo>
                <a:lnTo>
                  <a:pt x="426" y="18"/>
                </a:lnTo>
                <a:lnTo>
                  <a:pt x="428" y="20"/>
                </a:lnTo>
                <a:lnTo>
                  <a:pt x="429" y="21"/>
                </a:lnTo>
                <a:lnTo>
                  <a:pt x="430" y="21"/>
                </a:lnTo>
                <a:lnTo>
                  <a:pt x="430" y="22"/>
                </a:lnTo>
                <a:lnTo>
                  <a:pt x="431" y="22"/>
                </a:lnTo>
                <a:lnTo>
                  <a:pt x="432" y="23"/>
                </a:lnTo>
                <a:lnTo>
                  <a:pt x="432" y="22"/>
                </a:lnTo>
                <a:lnTo>
                  <a:pt x="433" y="22"/>
                </a:lnTo>
                <a:lnTo>
                  <a:pt x="433" y="21"/>
                </a:lnTo>
                <a:lnTo>
                  <a:pt x="434" y="21"/>
                </a:lnTo>
                <a:lnTo>
                  <a:pt x="435" y="21"/>
                </a:lnTo>
                <a:lnTo>
                  <a:pt x="436" y="20"/>
                </a:lnTo>
                <a:lnTo>
                  <a:pt x="437" y="20"/>
                </a:lnTo>
                <a:lnTo>
                  <a:pt x="438" y="20"/>
                </a:lnTo>
                <a:lnTo>
                  <a:pt x="438" y="21"/>
                </a:lnTo>
                <a:lnTo>
                  <a:pt x="438" y="22"/>
                </a:lnTo>
                <a:lnTo>
                  <a:pt x="438" y="21"/>
                </a:lnTo>
                <a:lnTo>
                  <a:pt x="439" y="22"/>
                </a:lnTo>
                <a:lnTo>
                  <a:pt x="440" y="22"/>
                </a:lnTo>
                <a:lnTo>
                  <a:pt x="439" y="23"/>
                </a:lnTo>
                <a:lnTo>
                  <a:pt x="440" y="23"/>
                </a:lnTo>
                <a:lnTo>
                  <a:pt x="440" y="24"/>
                </a:lnTo>
                <a:lnTo>
                  <a:pt x="440" y="25"/>
                </a:lnTo>
                <a:lnTo>
                  <a:pt x="440" y="26"/>
                </a:lnTo>
                <a:lnTo>
                  <a:pt x="441" y="26"/>
                </a:lnTo>
                <a:lnTo>
                  <a:pt x="441" y="25"/>
                </a:lnTo>
                <a:lnTo>
                  <a:pt x="442" y="25"/>
                </a:lnTo>
                <a:lnTo>
                  <a:pt x="442" y="24"/>
                </a:lnTo>
                <a:lnTo>
                  <a:pt x="443" y="24"/>
                </a:lnTo>
                <a:lnTo>
                  <a:pt x="443" y="25"/>
                </a:lnTo>
                <a:lnTo>
                  <a:pt x="444" y="25"/>
                </a:lnTo>
                <a:lnTo>
                  <a:pt x="445" y="25"/>
                </a:lnTo>
                <a:lnTo>
                  <a:pt x="446" y="25"/>
                </a:lnTo>
                <a:lnTo>
                  <a:pt x="447" y="25"/>
                </a:lnTo>
                <a:lnTo>
                  <a:pt x="447" y="24"/>
                </a:lnTo>
                <a:lnTo>
                  <a:pt x="448" y="24"/>
                </a:lnTo>
                <a:lnTo>
                  <a:pt x="448" y="23"/>
                </a:lnTo>
                <a:lnTo>
                  <a:pt x="449" y="23"/>
                </a:lnTo>
                <a:lnTo>
                  <a:pt x="450" y="23"/>
                </a:lnTo>
                <a:lnTo>
                  <a:pt x="449" y="24"/>
                </a:lnTo>
                <a:lnTo>
                  <a:pt x="450" y="24"/>
                </a:lnTo>
                <a:lnTo>
                  <a:pt x="451" y="25"/>
                </a:lnTo>
                <a:lnTo>
                  <a:pt x="453" y="25"/>
                </a:lnTo>
                <a:lnTo>
                  <a:pt x="454" y="25"/>
                </a:lnTo>
                <a:lnTo>
                  <a:pt x="455" y="25"/>
                </a:lnTo>
                <a:lnTo>
                  <a:pt x="456" y="25"/>
                </a:lnTo>
                <a:lnTo>
                  <a:pt x="456" y="26"/>
                </a:lnTo>
                <a:lnTo>
                  <a:pt x="456" y="27"/>
                </a:lnTo>
                <a:lnTo>
                  <a:pt x="457" y="27"/>
                </a:lnTo>
                <a:lnTo>
                  <a:pt x="457" y="28"/>
                </a:lnTo>
                <a:lnTo>
                  <a:pt x="456" y="28"/>
                </a:lnTo>
                <a:lnTo>
                  <a:pt x="456" y="29"/>
                </a:lnTo>
                <a:lnTo>
                  <a:pt x="457" y="30"/>
                </a:lnTo>
                <a:lnTo>
                  <a:pt x="457" y="31"/>
                </a:lnTo>
                <a:lnTo>
                  <a:pt x="456" y="31"/>
                </a:lnTo>
                <a:lnTo>
                  <a:pt x="457" y="32"/>
                </a:lnTo>
                <a:lnTo>
                  <a:pt x="458" y="32"/>
                </a:lnTo>
                <a:lnTo>
                  <a:pt x="457" y="32"/>
                </a:lnTo>
                <a:lnTo>
                  <a:pt x="457" y="33"/>
                </a:lnTo>
                <a:lnTo>
                  <a:pt x="458" y="33"/>
                </a:lnTo>
                <a:lnTo>
                  <a:pt x="459" y="33"/>
                </a:lnTo>
                <a:lnTo>
                  <a:pt x="459" y="34"/>
                </a:lnTo>
                <a:lnTo>
                  <a:pt x="460" y="34"/>
                </a:lnTo>
                <a:lnTo>
                  <a:pt x="461" y="34"/>
                </a:lnTo>
                <a:lnTo>
                  <a:pt x="462" y="35"/>
                </a:lnTo>
                <a:lnTo>
                  <a:pt x="463" y="36"/>
                </a:lnTo>
                <a:lnTo>
                  <a:pt x="464" y="37"/>
                </a:lnTo>
                <a:lnTo>
                  <a:pt x="465" y="37"/>
                </a:lnTo>
                <a:lnTo>
                  <a:pt x="466" y="37"/>
                </a:lnTo>
                <a:lnTo>
                  <a:pt x="467" y="38"/>
                </a:lnTo>
                <a:lnTo>
                  <a:pt x="468" y="39"/>
                </a:lnTo>
                <a:lnTo>
                  <a:pt x="469" y="39"/>
                </a:lnTo>
                <a:lnTo>
                  <a:pt x="469" y="40"/>
                </a:lnTo>
                <a:lnTo>
                  <a:pt x="470" y="40"/>
                </a:lnTo>
                <a:lnTo>
                  <a:pt x="471" y="41"/>
                </a:lnTo>
                <a:lnTo>
                  <a:pt x="472" y="41"/>
                </a:lnTo>
                <a:lnTo>
                  <a:pt x="473" y="42"/>
                </a:lnTo>
                <a:lnTo>
                  <a:pt x="473" y="43"/>
                </a:lnTo>
                <a:lnTo>
                  <a:pt x="472" y="43"/>
                </a:lnTo>
                <a:lnTo>
                  <a:pt x="471" y="46"/>
                </a:lnTo>
                <a:lnTo>
                  <a:pt x="470" y="47"/>
                </a:lnTo>
                <a:lnTo>
                  <a:pt x="470" y="48"/>
                </a:lnTo>
                <a:lnTo>
                  <a:pt x="469" y="49"/>
                </a:lnTo>
                <a:lnTo>
                  <a:pt x="469" y="50"/>
                </a:lnTo>
                <a:lnTo>
                  <a:pt x="468" y="51"/>
                </a:lnTo>
                <a:lnTo>
                  <a:pt x="467" y="52"/>
                </a:lnTo>
                <a:lnTo>
                  <a:pt x="467" y="53"/>
                </a:lnTo>
                <a:lnTo>
                  <a:pt x="466" y="54"/>
                </a:lnTo>
                <a:lnTo>
                  <a:pt x="467" y="54"/>
                </a:lnTo>
                <a:lnTo>
                  <a:pt x="468" y="54"/>
                </a:lnTo>
                <a:lnTo>
                  <a:pt x="468" y="55"/>
                </a:lnTo>
                <a:lnTo>
                  <a:pt x="469" y="55"/>
                </a:lnTo>
                <a:lnTo>
                  <a:pt x="470" y="56"/>
                </a:lnTo>
                <a:lnTo>
                  <a:pt x="472" y="56"/>
                </a:lnTo>
                <a:lnTo>
                  <a:pt x="473" y="56"/>
                </a:lnTo>
                <a:lnTo>
                  <a:pt x="474" y="55"/>
                </a:lnTo>
                <a:lnTo>
                  <a:pt x="475" y="55"/>
                </a:lnTo>
                <a:lnTo>
                  <a:pt x="476" y="56"/>
                </a:lnTo>
                <a:lnTo>
                  <a:pt x="477" y="56"/>
                </a:lnTo>
                <a:lnTo>
                  <a:pt x="477" y="57"/>
                </a:lnTo>
                <a:lnTo>
                  <a:pt x="477" y="58"/>
                </a:lnTo>
                <a:lnTo>
                  <a:pt x="478" y="59"/>
                </a:lnTo>
                <a:lnTo>
                  <a:pt x="477" y="59"/>
                </a:lnTo>
                <a:lnTo>
                  <a:pt x="477" y="60"/>
                </a:lnTo>
                <a:lnTo>
                  <a:pt x="477" y="61"/>
                </a:lnTo>
                <a:lnTo>
                  <a:pt x="476" y="61"/>
                </a:lnTo>
                <a:lnTo>
                  <a:pt x="476" y="62"/>
                </a:lnTo>
                <a:lnTo>
                  <a:pt x="475" y="62"/>
                </a:lnTo>
                <a:lnTo>
                  <a:pt x="474" y="62"/>
                </a:lnTo>
                <a:lnTo>
                  <a:pt x="474" y="63"/>
                </a:lnTo>
                <a:lnTo>
                  <a:pt x="474" y="64"/>
                </a:lnTo>
                <a:lnTo>
                  <a:pt x="473" y="64"/>
                </a:lnTo>
                <a:lnTo>
                  <a:pt x="472" y="64"/>
                </a:lnTo>
                <a:lnTo>
                  <a:pt x="472" y="65"/>
                </a:lnTo>
                <a:lnTo>
                  <a:pt x="472" y="66"/>
                </a:lnTo>
                <a:lnTo>
                  <a:pt x="472" y="67"/>
                </a:lnTo>
                <a:lnTo>
                  <a:pt x="473" y="67"/>
                </a:lnTo>
                <a:lnTo>
                  <a:pt x="473" y="68"/>
                </a:lnTo>
                <a:lnTo>
                  <a:pt x="474" y="68"/>
                </a:lnTo>
                <a:lnTo>
                  <a:pt x="474" y="67"/>
                </a:lnTo>
                <a:lnTo>
                  <a:pt x="475" y="67"/>
                </a:lnTo>
                <a:lnTo>
                  <a:pt x="476" y="67"/>
                </a:lnTo>
                <a:lnTo>
                  <a:pt x="477" y="67"/>
                </a:lnTo>
                <a:lnTo>
                  <a:pt x="478" y="68"/>
                </a:lnTo>
                <a:lnTo>
                  <a:pt x="478" y="67"/>
                </a:lnTo>
                <a:lnTo>
                  <a:pt x="479" y="67"/>
                </a:lnTo>
                <a:lnTo>
                  <a:pt x="479" y="68"/>
                </a:lnTo>
                <a:lnTo>
                  <a:pt x="480" y="68"/>
                </a:lnTo>
                <a:lnTo>
                  <a:pt x="481" y="69"/>
                </a:lnTo>
                <a:lnTo>
                  <a:pt x="481" y="70"/>
                </a:lnTo>
                <a:lnTo>
                  <a:pt x="481" y="72"/>
                </a:lnTo>
                <a:lnTo>
                  <a:pt x="481" y="73"/>
                </a:lnTo>
                <a:lnTo>
                  <a:pt x="482" y="73"/>
                </a:lnTo>
                <a:lnTo>
                  <a:pt x="482" y="74"/>
                </a:lnTo>
                <a:lnTo>
                  <a:pt x="482" y="73"/>
                </a:lnTo>
                <a:lnTo>
                  <a:pt x="483" y="73"/>
                </a:lnTo>
                <a:lnTo>
                  <a:pt x="483" y="72"/>
                </a:lnTo>
                <a:lnTo>
                  <a:pt x="483" y="71"/>
                </a:lnTo>
                <a:lnTo>
                  <a:pt x="482" y="71"/>
                </a:lnTo>
                <a:lnTo>
                  <a:pt x="482" y="70"/>
                </a:lnTo>
                <a:lnTo>
                  <a:pt x="483" y="70"/>
                </a:lnTo>
                <a:lnTo>
                  <a:pt x="483" y="69"/>
                </a:lnTo>
                <a:lnTo>
                  <a:pt x="484" y="68"/>
                </a:lnTo>
                <a:lnTo>
                  <a:pt x="485" y="68"/>
                </a:lnTo>
                <a:lnTo>
                  <a:pt x="485" y="67"/>
                </a:lnTo>
                <a:lnTo>
                  <a:pt x="486" y="66"/>
                </a:lnTo>
                <a:lnTo>
                  <a:pt x="487" y="66"/>
                </a:lnTo>
                <a:lnTo>
                  <a:pt x="488" y="66"/>
                </a:lnTo>
                <a:lnTo>
                  <a:pt x="489" y="66"/>
                </a:lnTo>
                <a:lnTo>
                  <a:pt x="489" y="65"/>
                </a:lnTo>
                <a:lnTo>
                  <a:pt x="488" y="64"/>
                </a:lnTo>
                <a:lnTo>
                  <a:pt x="489" y="64"/>
                </a:lnTo>
                <a:lnTo>
                  <a:pt x="489" y="63"/>
                </a:lnTo>
                <a:lnTo>
                  <a:pt x="490" y="63"/>
                </a:lnTo>
                <a:lnTo>
                  <a:pt x="490" y="62"/>
                </a:lnTo>
                <a:lnTo>
                  <a:pt x="491" y="62"/>
                </a:lnTo>
                <a:lnTo>
                  <a:pt x="491" y="61"/>
                </a:lnTo>
                <a:lnTo>
                  <a:pt x="492" y="61"/>
                </a:lnTo>
                <a:lnTo>
                  <a:pt x="492" y="60"/>
                </a:lnTo>
                <a:lnTo>
                  <a:pt x="492" y="59"/>
                </a:lnTo>
                <a:lnTo>
                  <a:pt x="493" y="59"/>
                </a:lnTo>
                <a:lnTo>
                  <a:pt x="493" y="58"/>
                </a:lnTo>
                <a:lnTo>
                  <a:pt x="493" y="57"/>
                </a:lnTo>
                <a:lnTo>
                  <a:pt x="493" y="56"/>
                </a:lnTo>
                <a:lnTo>
                  <a:pt x="494" y="56"/>
                </a:lnTo>
                <a:lnTo>
                  <a:pt x="494" y="55"/>
                </a:lnTo>
                <a:lnTo>
                  <a:pt x="494" y="54"/>
                </a:lnTo>
                <a:lnTo>
                  <a:pt x="495" y="54"/>
                </a:lnTo>
                <a:lnTo>
                  <a:pt x="495" y="53"/>
                </a:lnTo>
                <a:lnTo>
                  <a:pt x="495" y="52"/>
                </a:lnTo>
                <a:lnTo>
                  <a:pt x="495" y="51"/>
                </a:lnTo>
                <a:lnTo>
                  <a:pt x="496" y="50"/>
                </a:lnTo>
                <a:lnTo>
                  <a:pt x="496" y="51"/>
                </a:lnTo>
                <a:lnTo>
                  <a:pt x="497" y="51"/>
                </a:lnTo>
                <a:lnTo>
                  <a:pt x="497" y="50"/>
                </a:lnTo>
                <a:lnTo>
                  <a:pt x="497" y="49"/>
                </a:lnTo>
                <a:lnTo>
                  <a:pt x="497" y="48"/>
                </a:lnTo>
                <a:lnTo>
                  <a:pt x="497" y="47"/>
                </a:lnTo>
                <a:lnTo>
                  <a:pt x="498" y="47"/>
                </a:lnTo>
                <a:lnTo>
                  <a:pt x="498" y="46"/>
                </a:lnTo>
                <a:lnTo>
                  <a:pt x="497" y="45"/>
                </a:lnTo>
                <a:lnTo>
                  <a:pt x="497" y="44"/>
                </a:lnTo>
                <a:lnTo>
                  <a:pt x="497" y="43"/>
                </a:lnTo>
                <a:lnTo>
                  <a:pt x="497" y="42"/>
                </a:lnTo>
                <a:lnTo>
                  <a:pt x="497" y="40"/>
                </a:lnTo>
                <a:lnTo>
                  <a:pt x="498" y="40"/>
                </a:lnTo>
                <a:lnTo>
                  <a:pt x="498" y="39"/>
                </a:lnTo>
                <a:lnTo>
                  <a:pt x="499" y="38"/>
                </a:lnTo>
                <a:lnTo>
                  <a:pt x="500" y="38"/>
                </a:lnTo>
                <a:lnTo>
                  <a:pt x="500" y="37"/>
                </a:lnTo>
                <a:lnTo>
                  <a:pt x="501" y="37"/>
                </a:lnTo>
                <a:lnTo>
                  <a:pt x="502" y="37"/>
                </a:lnTo>
                <a:lnTo>
                  <a:pt x="503" y="37"/>
                </a:lnTo>
                <a:lnTo>
                  <a:pt x="503" y="36"/>
                </a:lnTo>
                <a:lnTo>
                  <a:pt x="503" y="35"/>
                </a:lnTo>
                <a:lnTo>
                  <a:pt x="503" y="34"/>
                </a:lnTo>
                <a:lnTo>
                  <a:pt x="504" y="33"/>
                </a:lnTo>
                <a:lnTo>
                  <a:pt x="505" y="32"/>
                </a:lnTo>
                <a:lnTo>
                  <a:pt x="505" y="31"/>
                </a:lnTo>
                <a:lnTo>
                  <a:pt x="505" y="30"/>
                </a:lnTo>
                <a:lnTo>
                  <a:pt x="506" y="29"/>
                </a:lnTo>
                <a:lnTo>
                  <a:pt x="506" y="30"/>
                </a:lnTo>
                <a:lnTo>
                  <a:pt x="507" y="30"/>
                </a:lnTo>
                <a:lnTo>
                  <a:pt x="508" y="29"/>
                </a:lnTo>
                <a:lnTo>
                  <a:pt x="508" y="28"/>
                </a:lnTo>
                <a:lnTo>
                  <a:pt x="509" y="28"/>
                </a:lnTo>
                <a:lnTo>
                  <a:pt x="510" y="28"/>
                </a:lnTo>
                <a:lnTo>
                  <a:pt x="511" y="28"/>
                </a:lnTo>
                <a:lnTo>
                  <a:pt x="512" y="28"/>
                </a:lnTo>
                <a:lnTo>
                  <a:pt x="512" y="27"/>
                </a:lnTo>
                <a:lnTo>
                  <a:pt x="513" y="27"/>
                </a:lnTo>
                <a:lnTo>
                  <a:pt x="513" y="26"/>
                </a:lnTo>
                <a:lnTo>
                  <a:pt x="514" y="26"/>
                </a:lnTo>
                <a:lnTo>
                  <a:pt x="514" y="27"/>
                </a:lnTo>
                <a:lnTo>
                  <a:pt x="515" y="28"/>
                </a:lnTo>
                <a:lnTo>
                  <a:pt x="514" y="29"/>
                </a:lnTo>
                <a:lnTo>
                  <a:pt x="514" y="31"/>
                </a:lnTo>
                <a:lnTo>
                  <a:pt x="515" y="32"/>
                </a:lnTo>
                <a:lnTo>
                  <a:pt x="515" y="33"/>
                </a:lnTo>
                <a:lnTo>
                  <a:pt x="515" y="34"/>
                </a:lnTo>
                <a:lnTo>
                  <a:pt x="515" y="35"/>
                </a:lnTo>
                <a:lnTo>
                  <a:pt x="513" y="37"/>
                </a:lnTo>
                <a:lnTo>
                  <a:pt x="513" y="38"/>
                </a:lnTo>
                <a:lnTo>
                  <a:pt x="513" y="39"/>
                </a:lnTo>
                <a:lnTo>
                  <a:pt x="512" y="39"/>
                </a:lnTo>
                <a:lnTo>
                  <a:pt x="512" y="40"/>
                </a:lnTo>
                <a:lnTo>
                  <a:pt x="512" y="41"/>
                </a:lnTo>
                <a:lnTo>
                  <a:pt x="513" y="41"/>
                </a:lnTo>
                <a:lnTo>
                  <a:pt x="514" y="42"/>
                </a:lnTo>
                <a:lnTo>
                  <a:pt x="514" y="43"/>
                </a:lnTo>
                <a:lnTo>
                  <a:pt x="514" y="44"/>
                </a:lnTo>
                <a:lnTo>
                  <a:pt x="515" y="45"/>
                </a:lnTo>
                <a:lnTo>
                  <a:pt x="516" y="45"/>
                </a:lnTo>
                <a:lnTo>
                  <a:pt x="516" y="46"/>
                </a:lnTo>
                <a:lnTo>
                  <a:pt x="516" y="47"/>
                </a:lnTo>
                <a:lnTo>
                  <a:pt x="516" y="48"/>
                </a:lnTo>
                <a:lnTo>
                  <a:pt x="516" y="49"/>
                </a:lnTo>
                <a:lnTo>
                  <a:pt x="516" y="50"/>
                </a:lnTo>
                <a:lnTo>
                  <a:pt x="516" y="51"/>
                </a:lnTo>
                <a:lnTo>
                  <a:pt x="517" y="51"/>
                </a:lnTo>
                <a:lnTo>
                  <a:pt x="517" y="52"/>
                </a:lnTo>
                <a:lnTo>
                  <a:pt x="517" y="53"/>
                </a:lnTo>
                <a:lnTo>
                  <a:pt x="517" y="54"/>
                </a:lnTo>
                <a:lnTo>
                  <a:pt x="517" y="55"/>
                </a:lnTo>
                <a:lnTo>
                  <a:pt x="517" y="56"/>
                </a:lnTo>
                <a:lnTo>
                  <a:pt x="516" y="56"/>
                </a:lnTo>
                <a:lnTo>
                  <a:pt x="516" y="58"/>
                </a:lnTo>
                <a:lnTo>
                  <a:pt x="517" y="58"/>
                </a:lnTo>
                <a:lnTo>
                  <a:pt x="517" y="60"/>
                </a:lnTo>
                <a:lnTo>
                  <a:pt x="517" y="61"/>
                </a:lnTo>
                <a:lnTo>
                  <a:pt x="518" y="61"/>
                </a:lnTo>
                <a:lnTo>
                  <a:pt x="518" y="63"/>
                </a:lnTo>
                <a:lnTo>
                  <a:pt x="519" y="64"/>
                </a:lnTo>
                <a:lnTo>
                  <a:pt x="519" y="65"/>
                </a:lnTo>
                <a:lnTo>
                  <a:pt x="519" y="66"/>
                </a:lnTo>
                <a:lnTo>
                  <a:pt x="519" y="67"/>
                </a:lnTo>
                <a:lnTo>
                  <a:pt x="520" y="67"/>
                </a:lnTo>
                <a:lnTo>
                  <a:pt x="520" y="68"/>
                </a:lnTo>
                <a:lnTo>
                  <a:pt x="520" y="69"/>
                </a:lnTo>
                <a:lnTo>
                  <a:pt x="521" y="69"/>
                </a:lnTo>
                <a:lnTo>
                  <a:pt x="521" y="70"/>
                </a:lnTo>
                <a:lnTo>
                  <a:pt x="522" y="70"/>
                </a:lnTo>
                <a:lnTo>
                  <a:pt x="523" y="70"/>
                </a:lnTo>
                <a:lnTo>
                  <a:pt x="524" y="70"/>
                </a:lnTo>
                <a:lnTo>
                  <a:pt x="524" y="69"/>
                </a:lnTo>
                <a:lnTo>
                  <a:pt x="524" y="68"/>
                </a:lnTo>
                <a:lnTo>
                  <a:pt x="525" y="68"/>
                </a:lnTo>
                <a:lnTo>
                  <a:pt x="525" y="67"/>
                </a:lnTo>
                <a:lnTo>
                  <a:pt x="524" y="67"/>
                </a:lnTo>
                <a:lnTo>
                  <a:pt x="524" y="66"/>
                </a:lnTo>
                <a:lnTo>
                  <a:pt x="525" y="66"/>
                </a:lnTo>
                <a:lnTo>
                  <a:pt x="525" y="65"/>
                </a:lnTo>
                <a:lnTo>
                  <a:pt x="526" y="65"/>
                </a:lnTo>
                <a:lnTo>
                  <a:pt x="526" y="66"/>
                </a:lnTo>
                <a:lnTo>
                  <a:pt x="527" y="66"/>
                </a:lnTo>
                <a:lnTo>
                  <a:pt x="528" y="66"/>
                </a:lnTo>
                <a:lnTo>
                  <a:pt x="529" y="66"/>
                </a:lnTo>
                <a:lnTo>
                  <a:pt x="530" y="66"/>
                </a:lnTo>
                <a:lnTo>
                  <a:pt x="530" y="67"/>
                </a:lnTo>
                <a:lnTo>
                  <a:pt x="530" y="68"/>
                </a:lnTo>
                <a:lnTo>
                  <a:pt x="531" y="68"/>
                </a:lnTo>
                <a:lnTo>
                  <a:pt x="531" y="69"/>
                </a:lnTo>
                <a:lnTo>
                  <a:pt x="532" y="69"/>
                </a:lnTo>
                <a:lnTo>
                  <a:pt x="532" y="70"/>
                </a:lnTo>
                <a:lnTo>
                  <a:pt x="533" y="70"/>
                </a:lnTo>
                <a:lnTo>
                  <a:pt x="533" y="71"/>
                </a:lnTo>
                <a:lnTo>
                  <a:pt x="532" y="72"/>
                </a:lnTo>
                <a:lnTo>
                  <a:pt x="532" y="73"/>
                </a:lnTo>
                <a:lnTo>
                  <a:pt x="533" y="73"/>
                </a:lnTo>
                <a:lnTo>
                  <a:pt x="534" y="73"/>
                </a:lnTo>
                <a:lnTo>
                  <a:pt x="534" y="74"/>
                </a:lnTo>
                <a:lnTo>
                  <a:pt x="533" y="74"/>
                </a:lnTo>
                <a:lnTo>
                  <a:pt x="533" y="75"/>
                </a:lnTo>
                <a:lnTo>
                  <a:pt x="533" y="76"/>
                </a:lnTo>
                <a:lnTo>
                  <a:pt x="532" y="76"/>
                </a:lnTo>
                <a:lnTo>
                  <a:pt x="532" y="77"/>
                </a:lnTo>
                <a:lnTo>
                  <a:pt x="532" y="78"/>
                </a:lnTo>
                <a:lnTo>
                  <a:pt x="533" y="78"/>
                </a:lnTo>
                <a:lnTo>
                  <a:pt x="533" y="79"/>
                </a:lnTo>
                <a:lnTo>
                  <a:pt x="534" y="79"/>
                </a:lnTo>
                <a:lnTo>
                  <a:pt x="534" y="80"/>
                </a:lnTo>
                <a:lnTo>
                  <a:pt x="534" y="81"/>
                </a:lnTo>
                <a:lnTo>
                  <a:pt x="534" y="82"/>
                </a:lnTo>
                <a:lnTo>
                  <a:pt x="533" y="82"/>
                </a:lnTo>
                <a:lnTo>
                  <a:pt x="532" y="83"/>
                </a:lnTo>
                <a:lnTo>
                  <a:pt x="533" y="83"/>
                </a:lnTo>
                <a:lnTo>
                  <a:pt x="534" y="83"/>
                </a:lnTo>
                <a:lnTo>
                  <a:pt x="534" y="82"/>
                </a:lnTo>
                <a:lnTo>
                  <a:pt x="535" y="82"/>
                </a:lnTo>
                <a:lnTo>
                  <a:pt x="536" y="83"/>
                </a:lnTo>
                <a:lnTo>
                  <a:pt x="537" y="83"/>
                </a:lnTo>
                <a:lnTo>
                  <a:pt x="537" y="84"/>
                </a:lnTo>
                <a:lnTo>
                  <a:pt x="538" y="85"/>
                </a:lnTo>
                <a:lnTo>
                  <a:pt x="538" y="86"/>
                </a:lnTo>
                <a:lnTo>
                  <a:pt x="538" y="87"/>
                </a:lnTo>
                <a:lnTo>
                  <a:pt x="538" y="88"/>
                </a:lnTo>
                <a:lnTo>
                  <a:pt x="539" y="88"/>
                </a:lnTo>
                <a:lnTo>
                  <a:pt x="539" y="89"/>
                </a:lnTo>
                <a:lnTo>
                  <a:pt x="540" y="89"/>
                </a:lnTo>
                <a:lnTo>
                  <a:pt x="541" y="89"/>
                </a:lnTo>
                <a:lnTo>
                  <a:pt x="542" y="88"/>
                </a:lnTo>
                <a:lnTo>
                  <a:pt x="543" y="88"/>
                </a:lnTo>
                <a:lnTo>
                  <a:pt x="544" y="88"/>
                </a:lnTo>
                <a:lnTo>
                  <a:pt x="544" y="87"/>
                </a:lnTo>
                <a:lnTo>
                  <a:pt x="545" y="87"/>
                </a:lnTo>
                <a:lnTo>
                  <a:pt x="546" y="87"/>
                </a:lnTo>
                <a:lnTo>
                  <a:pt x="546" y="88"/>
                </a:lnTo>
                <a:lnTo>
                  <a:pt x="546" y="89"/>
                </a:lnTo>
                <a:lnTo>
                  <a:pt x="546" y="90"/>
                </a:lnTo>
                <a:lnTo>
                  <a:pt x="546" y="91"/>
                </a:lnTo>
                <a:lnTo>
                  <a:pt x="546" y="92"/>
                </a:lnTo>
                <a:lnTo>
                  <a:pt x="545" y="92"/>
                </a:lnTo>
                <a:lnTo>
                  <a:pt x="546" y="92"/>
                </a:lnTo>
                <a:lnTo>
                  <a:pt x="546" y="93"/>
                </a:lnTo>
                <a:lnTo>
                  <a:pt x="546" y="94"/>
                </a:lnTo>
                <a:lnTo>
                  <a:pt x="547" y="94"/>
                </a:lnTo>
                <a:lnTo>
                  <a:pt x="547" y="95"/>
                </a:lnTo>
                <a:lnTo>
                  <a:pt x="546" y="95"/>
                </a:lnTo>
                <a:lnTo>
                  <a:pt x="546" y="96"/>
                </a:lnTo>
                <a:lnTo>
                  <a:pt x="546" y="97"/>
                </a:lnTo>
                <a:lnTo>
                  <a:pt x="546" y="98"/>
                </a:lnTo>
                <a:lnTo>
                  <a:pt x="546" y="99"/>
                </a:lnTo>
                <a:lnTo>
                  <a:pt x="545" y="99"/>
                </a:lnTo>
                <a:lnTo>
                  <a:pt x="546" y="99"/>
                </a:lnTo>
                <a:lnTo>
                  <a:pt x="546" y="100"/>
                </a:lnTo>
                <a:lnTo>
                  <a:pt x="547" y="100"/>
                </a:lnTo>
                <a:lnTo>
                  <a:pt x="547" y="101"/>
                </a:lnTo>
                <a:lnTo>
                  <a:pt x="548" y="101"/>
                </a:lnTo>
                <a:lnTo>
                  <a:pt x="548" y="102"/>
                </a:lnTo>
                <a:lnTo>
                  <a:pt x="548" y="101"/>
                </a:lnTo>
                <a:lnTo>
                  <a:pt x="547" y="101"/>
                </a:lnTo>
                <a:lnTo>
                  <a:pt x="547" y="102"/>
                </a:lnTo>
                <a:lnTo>
                  <a:pt x="547" y="103"/>
                </a:lnTo>
                <a:lnTo>
                  <a:pt x="546" y="103"/>
                </a:lnTo>
                <a:lnTo>
                  <a:pt x="547" y="103"/>
                </a:lnTo>
                <a:lnTo>
                  <a:pt x="547" y="104"/>
                </a:lnTo>
                <a:lnTo>
                  <a:pt x="547" y="103"/>
                </a:lnTo>
                <a:lnTo>
                  <a:pt x="548" y="103"/>
                </a:lnTo>
                <a:lnTo>
                  <a:pt x="549" y="103"/>
                </a:lnTo>
                <a:lnTo>
                  <a:pt x="549" y="104"/>
                </a:lnTo>
                <a:lnTo>
                  <a:pt x="550" y="104"/>
                </a:lnTo>
                <a:lnTo>
                  <a:pt x="550" y="105"/>
                </a:lnTo>
                <a:lnTo>
                  <a:pt x="551" y="105"/>
                </a:lnTo>
                <a:lnTo>
                  <a:pt x="551" y="106"/>
                </a:lnTo>
                <a:lnTo>
                  <a:pt x="553" y="106"/>
                </a:lnTo>
                <a:lnTo>
                  <a:pt x="554" y="106"/>
                </a:lnTo>
                <a:lnTo>
                  <a:pt x="554" y="108"/>
                </a:lnTo>
                <a:lnTo>
                  <a:pt x="555" y="108"/>
                </a:lnTo>
                <a:lnTo>
                  <a:pt x="555" y="109"/>
                </a:lnTo>
                <a:lnTo>
                  <a:pt x="555" y="110"/>
                </a:lnTo>
                <a:lnTo>
                  <a:pt x="556" y="110"/>
                </a:lnTo>
                <a:lnTo>
                  <a:pt x="556" y="111"/>
                </a:lnTo>
                <a:lnTo>
                  <a:pt x="557" y="111"/>
                </a:lnTo>
                <a:lnTo>
                  <a:pt x="558" y="111"/>
                </a:lnTo>
                <a:lnTo>
                  <a:pt x="559" y="111"/>
                </a:lnTo>
                <a:lnTo>
                  <a:pt x="559" y="112"/>
                </a:lnTo>
                <a:lnTo>
                  <a:pt x="560" y="112"/>
                </a:lnTo>
                <a:lnTo>
                  <a:pt x="560" y="113"/>
                </a:lnTo>
                <a:lnTo>
                  <a:pt x="560" y="114"/>
                </a:lnTo>
                <a:lnTo>
                  <a:pt x="561" y="114"/>
                </a:lnTo>
                <a:lnTo>
                  <a:pt x="561" y="115"/>
                </a:lnTo>
                <a:lnTo>
                  <a:pt x="561" y="116"/>
                </a:lnTo>
                <a:lnTo>
                  <a:pt x="560" y="116"/>
                </a:lnTo>
                <a:lnTo>
                  <a:pt x="560" y="117"/>
                </a:lnTo>
                <a:lnTo>
                  <a:pt x="560" y="118"/>
                </a:lnTo>
                <a:lnTo>
                  <a:pt x="561" y="118"/>
                </a:lnTo>
                <a:lnTo>
                  <a:pt x="562" y="118"/>
                </a:lnTo>
                <a:lnTo>
                  <a:pt x="562" y="119"/>
                </a:lnTo>
                <a:lnTo>
                  <a:pt x="562" y="120"/>
                </a:lnTo>
                <a:lnTo>
                  <a:pt x="561" y="120"/>
                </a:lnTo>
                <a:lnTo>
                  <a:pt x="560" y="121"/>
                </a:lnTo>
                <a:lnTo>
                  <a:pt x="559" y="121"/>
                </a:lnTo>
                <a:lnTo>
                  <a:pt x="560" y="121"/>
                </a:lnTo>
                <a:lnTo>
                  <a:pt x="560" y="122"/>
                </a:lnTo>
                <a:lnTo>
                  <a:pt x="561" y="122"/>
                </a:lnTo>
                <a:lnTo>
                  <a:pt x="561" y="123"/>
                </a:lnTo>
                <a:lnTo>
                  <a:pt x="561" y="124"/>
                </a:lnTo>
                <a:lnTo>
                  <a:pt x="562" y="124"/>
                </a:lnTo>
                <a:lnTo>
                  <a:pt x="561" y="125"/>
                </a:lnTo>
                <a:lnTo>
                  <a:pt x="561" y="126"/>
                </a:lnTo>
                <a:lnTo>
                  <a:pt x="561" y="127"/>
                </a:lnTo>
                <a:lnTo>
                  <a:pt x="562" y="127"/>
                </a:lnTo>
                <a:lnTo>
                  <a:pt x="563" y="127"/>
                </a:lnTo>
                <a:lnTo>
                  <a:pt x="564" y="127"/>
                </a:lnTo>
                <a:lnTo>
                  <a:pt x="565" y="127"/>
                </a:lnTo>
                <a:lnTo>
                  <a:pt x="566" y="127"/>
                </a:lnTo>
                <a:lnTo>
                  <a:pt x="566" y="126"/>
                </a:lnTo>
                <a:lnTo>
                  <a:pt x="567" y="126"/>
                </a:lnTo>
                <a:lnTo>
                  <a:pt x="567" y="125"/>
                </a:lnTo>
                <a:lnTo>
                  <a:pt x="568" y="125"/>
                </a:lnTo>
                <a:lnTo>
                  <a:pt x="569" y="125"/>
                </a:lnTo>
                <a:lnTo>
                  <a:pt x="570" y="125"/>
                </a:lnTo>
                <a:lnTo>
                  <a:pt x="570" y="126"/>
                </a:lnTo>
                <a:lnTo>
                  <a:pt x="571" y="126"/>
                </a:lnTo>
                <a:lnTo>
                  <a:pt x="572" y="127"/>
                </a:lnTo>
                <a:lnTo>
                  <a:pt x="573" y="127"/>
                </a:lnTo>
                <a:lnTo>
                  <a:pt x="573" y="128"/>
                </a:lnTo>
                <a:lnTo>
                  <a:pt x="573" y="129"/>
                </a:lnTo>
                <a:lnTo>
                  <a:pt x="572" y="129"/>
                </a:lnTo>
                <a:lnTo>
                  <a:pt x="572" y="130"/>
                </a:lnTo>
                <a:lnTo>
                  <a:pt x="572" y="131"/>
                </a:lnTo>
                <a:lnTo>
                  <a:pt x="573" y="131"/>
                </a:lnTo>
                <a:lnTo>
                  <a:pt x="573" y="132"/>
                </a:lnTo>
                <a:lnTo>
                  <a:pt x="574" y="133"/>
                </a:lnTo>
                <a:lnTo>
                  <a:pt x="573" y="134"/>
                </a:lnTo>
                <a:lnTo>
                  <a:pt x="573" y="135"/>
                </a:lnTo>
                <a:lnTo>
                  <a:pt x="574" y="135"/>
                </a:lnTo>
                <a:lnTo>
                  <a:pt x="575" y="135"/>
                </a:lnTo>
                <a:lnTo>
                  <a:pt x="575" y="136"/>
                </a:lnTo>
                <a:lnTo>
                  <a:pt x="576" y="135"/>
                </a:lnTo>
                <a:lnTo>
                  <a:pt x="576" y="136"/>
                </a:lnTo>
                <a:lnTo>
                  <a:pt x="576" y="137"/>
                </a:lnTo>
                <a:lnTo>
                  <a:pt x="576" y="138"/>
                </a:lnTo>
                <a:lnTo>
                  <a:pt x="575" y="140"/>
                </a:lnTo>
                <a:lnTo>
                  <a:pt x="575" y="141"/>
                </a:lnTo>
                <a:lnTo>
                  <a:pt x="575" y="142"/>
                </a:lnTo>
                <a:lnTo>
                  <a:pt x="576" y="142"/>
                </a:lnTo>
                <a:lnTo>
                  <a:pt x="576" y="141"/>
                </a:lnTo>
                <a:lnTo>
                  <a:pt x="577" y="141"/>
                </a:lnTo>
                <a:lnTo>
                  <a:pt x="577" y="140"/>
                </a:lnTo>
                <a:lnTo>
                  <a:pt x="577" y="139"/>
                </a:lnTo>
                <a:lnTo>
                  <a:pt x="577" y="138"/>
                </a:lnTo>
                <a:lnTo>
                  <a:pt x="578" y="139"/>
                </a:lnTo>
                <a:lnTo>
                  <a:pt x="578" y="140"/>
                </a:lnTo>
                <a:lnTo>
                  <a:pt x="577" y="140"/>
                </a:lnTo>
                <a:lnTo>
                  <a:pt x="577" y="141"/>
                </a:lnTo>
                <a:lnTo>
                  <a:pt x="578" y="141"/>
                </a:lnTo>
                <a:lnTo>
                  <a:pt x="578" y="142"/>
                </a:lnTo>
                <a:lnTo>
                  <a:pt x="578" y="143"/>
                </a:lnTo>
                <a:lnTo>
                  <a:pt x="578" y="145"/>
                </a:lnTo>
                <a:lnTo>
                  <a:pt x="579" y="145"/>
                </a:lnTo>
                <a:lnTo>
                  <a:pt x="580" y="145"/>
                </a:lnTo>
                <a:lnTo>
                  <a:pt x="581" y="145"/>
                </a:lnTo>
                <a:lnTo>
                  <a:pt x="582" y="145"/>
                </a:lnTo>
                <a:lnTo>
                  <a:pt x="582" y="144"/>
                </a:lnTo>
                <a:lnTo>
                  <a:pt x="583" y="144"/>
                </a:lnTo>
                <a:lnTo>
                  <a:pt x="583" y="143"/>
                </a:lnTo>
                <a:lnTo>
                  <a:pt x="582" y="143"/>
                </a:lnTo>
                <a:lnTo>
                  <a:pt x="582" y="142"/>
                </a:lnTo>
                <a:lnTo>
                  <a:pt x="582" y="141"/>
                </a:lnTo>
                <a:lnTo>
                  <a:pt x="582" y="140"/>
                </a:lnTo>
                <a:lnTo>
                  <a:pt x="581" y="140"/>
                </a:lnTo>
                <a:lnTo>
                  <a:pt x="582" y="140"/>
                </a:lnTo>
                <a:lnTo>
                  <a:pt x="582" y="139"/>
                </a:lnTo>
                <a:lnTo>
                  <a:pt x="583" y="139"/>
                </a:lnTo>
                <a:lnTo>
                  <a:pt x="583" y="140"/>
                </a:lnTo>
                <a:lnTo>
                  <a:pt x="584" y="140"/>
                </a:lnTo>
                <a:lnTo>
                  <a:pt x="585" y="140"/>
                </a:lnTo>
                <a:lnTo>
                  <a:pt x="585" y="141"/>
                </a:lnTo>
                <a:lnTo>
                  <a:pt x="586" y="141"/>
                </a:lnTo>
                <a:lnTo>
                  <a:pt x="587" y="141"/>
                </a:lnTo>
                <a:lnTo>
                  <a:pt x="587" y="142"/>
                </a:lnTo>
                <a:lnTo>
                  <a:pt x="588" y="142"/>
                </a:lnTo>
                <a:lnTo>
                  <a:pt x="589" y="142"/>
                </a:lnTo>
                <a:lnTo>
                  <a:pt x="590" y="142"/>
                </a:lnTo>
                <a:lnTo>
                  <a:pt x="591" y="141"/>
                </a:lnTo>
                <a:lnTo>
                  <a:pt x="591" y="140"/>
                </a:lnTo>
                <a:lnTo>
                  <a:pt x="592" y="141"/>
                </a:lnTo>
                <a:lnTo>
                  <a:pt x="593" y="142"/>
                </a:lnTo>
                <a:lnTo>
                  <a:pt x="594" y="142"/>
                </a:lnTo>
                <a:lnTo>
                  <a:pt x="595" y="143"/>
                </a:lnTo>
                <a:lnTo>
                  <a:pt x="595" y="144"/>
                </a:lnTo>
                <a:lnTo>
                  <a:pt x="594" y="144"/>
                </a:lnTo>
                <a:lnTo>
                  <a:pt x="594" y="145"/>
                </a:lnTo>
                <a:lnTo>
                  <a:pt x="593" y="146"/>
                </a:lnTo>
                <a:lnTo>
                  <a:pt x="593" y="147"/>
                </a:lnTo>
                <a:lnTo>
                  <a:pt x="593" y="146"/>
                </a:lnTo>
                <a:lnTo>
                  <a:pt x="593" y="147"/>
                </a:lnTo>
                <a:lnTo>
                  <a:pt x="593" y="148"/>
                </a:lnTo>
                <a:lnTo>
                  <a:pt x="592" y="148"/>
                </a:lnTo>
                <a:lnTo>
                  <a:pt x="592" y="149"/>
                </a:lnTo>
                <a:lnTo>
                  <a:pt x="590" y="149"/>
                </a:lnTo>
                <a:lnTo>
                  <a:pt x="589" y="149"/>
                </a:lnTo>
                <a:lnTo>
                  <a:pt x="589" y="150"/>
                </a:lnTo>
                <a:lnTo>
                  <a:pt x="590" y="150"/>
                </a:lnTo>
                <a:lnTo>
                  <a:pt x="590" y="151"/>
                </a:lnTo>
                <a:lnTo>
                  <a:pt x="590" y="152"/>
                </a:lnTo>
                <a:lnTo>
                  <a:pt x="590" y="153"/>
                </a:lnTo>
                <a:lnTo>
                  <a:pt x="590" y="154"/>
                </a:lnTo>
                <a:lnTo>
                  <a:pt x="589" y="154"/>
                </a:lnTo>
                <a:lnTo>
                  <a:pt x="590" y="154"/>
                </a:lnTo>
                <a:lnTo>
                  <a:pt x="589" y="155"/>
                </a:lnTo>
                <a:lnTo>
                  <a:pt x="589" y="156"/>
                </a:lnTo>
                <a:lnTo>
                  <a:pt x="588" y="158"/>
                </a:lnTo>
                <a:lnTo>
                  <a:pt x="587" y="160"/>
                </a:lnTo>
                <a:lnTo>
                  <a:pt x="586" y="160"/>
                </a:lnTo>
                <a:lnTo>
                  <a:pt x="586" y="161"/>
                </a:lnTo>
                <a:lnTo>
                  <a:pt x="587" y="161"/>
                </a:lnTo>
                <a:lnTo>
                  <a:pt x="587" y="162"/>
                </a:lnTo>
                <a:lnTo>
                  <a:pt x="587" y="163"/>
                </a:lnTo>
                <a:lnTo>
                  <a:pt x="586" y="163"/>
                </a:lnTo>
                <a:lnTo>
                  <a:pt x="585" y="163"/>
                </a:lnTo>
                <a:lnTo>
                  <a:pt x="585" y="164"/>
                </a:lnTo>
                <a:lnTo>
                  <a:pt x="585" y="165"/>
                </a:lnTo>
                <a:lnTo>
                  <a:pt x="584" y="165"/>
                </a:lnTo>
                <a:lnTo>
                  <a:pt x="584" y="166"/>
                </a:lnTo>
                <a:lnTo>
                  <a:pt x="583" y="166"/>
                </a:lnTo>
                <a:lnTo>
                  <a:pt x="583" y="167"/>
                </a:lnTo>
                <a:lnTo>
                  <a:pt x="582" y="167"/>
                </a:lnTo>
                <a:lnTo>
                  <a:pt x="582" y="168"/>
                </a:lnTo>
                <a:lnTo>
                  <a:pt x="581" y="168"/>
                </a:lnTo>
                <a:lnTo>
                  <a:pt x="581" y="169"/>
                </a:lnTo>
                <a:lnTo>
                  <a:pt x="582" y="169"/>
                </a:lnTo>
                <a:lnTo>
                  <a:pt x="582" y="170"/>
                </a:lnTo>
                <a:lnTo>
                  <a:pt x="583" y="170"/>
                </a:lnTo>
                <a:lnTo>
                  <a:pt x="584" y="170"/>
                </a:lnTo>
                <a:lnTo>
                  <a:pt x="584" y="171"/>
                </a:lnTo>
                <a:lnTo>
                  <a:pt x="586" y="171"/>
                </a:lnTo>
                <a:lnTo>
                  <a:pt x="587" y="171"/>
                </a:lnTo>
                <a:lnTo>
                  <a:pt x="588" y="172"/>
                </a:lnTo>
                <a:lnTo>
                  <a:pt x="587" y="172"/>
                </a:lnTo>
                <a:lnTo>
                  <a:pt x="586" y="172"/>
                </a:lnTo>
                <a:lnTo>
                  <a:pt x="585" y="173"/>
                </a:lnTo>
                <a:lnTo>
                  <a:pt x="584" y="173"/>
                </a:lnTo>
                <a:lnTo>
                  <a:pt x="584" y="175"/>
                </a:lnTo>
                <a:lnTo>
                  <a:pt x="584" y="176"/>
                </a:lnTo>
                <a:lnTo>
                  <a:pt x="584" y="177"/>
                </a:lnTo>
                <a:lnTo>
                  <a:pt x="584" y="178"/>
                </a:lnTo>
                <a:lnTo>
                  <a:pt x="584" y="179"/>
                </a:lnTo>
                <a:lnTo>
                  <a:pt x="584" y="180"/>
                </a:lnTo>
                <a:lnTo>
                  <a:pt x="585" y="181"/>
                </a:lnTo>
                <a:lnTo>
                  <a:pt x="585" y="183"/>
                </a:lnTo>
                <a:lnTo>
                  <a:pt x="585" y="184"/>
                </a:lnTo>
                <a:lnTo>
                  <a:pt x="585" y="186"/>
                </a:lnTo>
                <a:lnTo>
                  <a:pt x="585" y="187"/>
                </a:lnTo>
                <a:lnTo>
                  <a:pt x="586" y="187"/>
                </a:lnTo>
                <a:lnTo>
                  <a:pt x="586" y="188"/>
                </a:lnTo>
                <a:lnTo>
                  <a:pt x="586" y="189"/>
                </a:lnTo>
                <a:lnTo>
                  <a:pt x="587" y="189"/>
                </a:lnTo>
                <a:lnTo>
                  <a:pt x="588" y="189"/>
                </a:lnTo>
                <a:lnTo>
                  <a:pt x="588" y="190"/>
                </a:lnTo>
                <a:lnTo>
                  <a:pt x="588" y="191"/>
                </a:lnTo>
                <a:lnTo>
                  <a:pt x="589" y="191"/>
                </a:lnTo>
                <a:lnTo>
                  <a:pt x="589" y="192"/>
                </a:lnTo>
                <a:lnTo>
                  <a:pt x="590" y="193"/>
                </a:lnTo>
                <a:lnTo>
                  <a:pt x="590" y="194"/>
                </a:lnTo>
                <a:lnTo>
                  <a:pt x="590" y="195"/>
                </a:lnTo>
                <a:lnTo>
                  <a:pt x="590" y="196"/>
                </a:lnTo>
                <a:lnTo>
                  <a:pt x="591" y="196"/>
                </a:lnTo>
                <a:lnTo>
                  <a:pt x="591" y="197"/>
                </a:lnTo>
                <a:lnTo>
                  <a:pt x="591" y="198"/>
                </a:lnTo>
                <a:lnTo>
                  <a:pt x="592" y="199"/>
                </a:lnTo>
                <a:lnTo>
                  <a:pt x="592" y="200"/>
                </a:lnTo>
                <a:lnTo>
                  <a:pt x="591" y="202"/>
                </a:lnTo>
                <a:lnTo>
                  <a:pt x="592" y="202"/>
                </a:lnTo>
                <a:lnTo>
                  <a:pt x="591" y="204"/>
                </a:lnTo>
                <a:lnTo>
                  <a:pt x="591" y="205"/>
                </a:lnTo>
                <a:lnTo>
                  <a:pt x="592" y="205"/>
                </a:lnTo>
                <a:lnTo>
                  <a:pt x="592" y="206"/>
                </a:lnTo>
                <a:lnTo>
                  <a:pt x="592" y="205"/>
                </a:lnTo>
                <a:lnTo>
                  <a:pt x="593" y="205"/>
                </a:lnTo>
                <a:lnTo>
                  <a:pt x="594" y="204"/>
                </a:lnTo>
                <a:lnTo>
                  <a:pt x="595" y="204"/>
                </a:lnTo>
                <a:lnTo>
                  <a:pt x="596" y="203"/>
                </a:lnTo>
                <a:lnTo>
                  <a:pt x="596" y="202"/>
                </a:lnTo>
                <a:lnTo>
                  <a:pt x="597" y="202"/>
                </a:lnTo>
                <a:lnTo>
                  <a:pt x="598" y="202"/>
                </a:lnTo>
                <a:lnTo>
                  <a:pt x="599" y="201"/>
                </a:lnTo>
                <a:lnTo>
                  <a:pt x="600" y="201"/>
                </a:lnTo>
                <a:lnTo>
                  <a:pt x="600" y="202"/>
                </a:lnTo>
                <a:lnTo>
                  <a:pt x="601" y="202"/>
                </a:lnTo>
                <a:lnTo>
                  <a:pt x="601" y="203"/>
                </a:lnTo>
                <a:lnTo>
                  <a:pt x="602" y="203"/>
                </a:lnTo>
                <a:lnTo>
                  <a:pt x="603" y="203"/>
                </a:lnTo>
                <a:lnTo>
                  <a:pt x="604" y="203"/>
                </a:lnTo>
                <a:lnTo>
                  <a:pt x="604" y="204"/>
                </a:lnTo>
                <a:lnTo>
                  <a:pt x="605" y="204"/>
                </a:lnTo>
                <a:lnTo>
                  <a:pt x="604" y="204"/>
                </a:lnTo>
                <a:lnTo>
                  <a:pt x="604" y="205"/>
                </a:lnTo>
                <a:lnTo>
                  <a:pt x="605" y="205"/>
                </a:lnTo>
                <a:lnTo>
                  <a:pt x="605" y="206"/>
                </a:lnTo>
                <a:lnTo>
                  <a:pt x="606" y="206"/>
                </a:lnTo>
                <a:lnTo>
                  <a:pt x="606" y="207"/>
                </a:lnTo>
                <a:lnTo>
                  <a:pt x="606" y="208"/>
                </a:lnTo>
                <a:lnTo>
                  <a:pt x="606" y="209"/>
                </a:lnTo>
                <a:lnTo>
                  <a:pt x="605" y="209"/>
                </a:lnTo>
                <a:lnTo>
                  <a:pt x="605" y="210"/>
                </a:lnTo>
                <a:lnTo>
                  <a:pt x="606" y="211"/>
                </a:lnTo>
                <a:lnTo>
                  <a:pt x="605" y="211"/>
                </a:lnTo>
                <a:lnTo>
                  <a:pt x="605" y="212"/>
                </a:lnTo>
                <a:lnTo>
                  <a:pt x="606" y="212"/>
                </a:lnTo>
                <a:lnTo>
                  <a:pt x="606" y="213"/>
                </a:lnTo>
                <a:lnTo>
                  <a:pt x="607" y="214"/>
                </a:lnTo>
                <a:lnTo>
                  <a:pt x="607" y="215"/>
                </a:lnTo>
                <a:lnTo>
                  <a:pt x="608" y="216"/>
                </a:lnTo>
                <a:lnTo>
                  <a:pt x="609" y="216"/>
                </a:lnTo>
                <a:lnTo>
                  <a:pt x="609" y="217"/>
                </a:lnTo>
                <a:lnTo>
                  <a:pt x="609" y="216"/>
                </a:lnTo>
                <a:lnTo>
                  <a:pt x="609" y="217"/>
                </a:lnTo>
                <a:lnTo>
                  <a:pt x="610" y="218"/>
                </a:lnTo>
                <a:lnTo>
                  <a:pt x="609" y="218"/>
                </a:lnTo>
                <a:lnTo>
                  <a:pt x="610" y="218"/>
                </a:lnTo>
                <a:lnTo>
                  <a:pt x="610" y="219"/>
                </a:lnTo>
                <a:lnTo>
                  <a:pt x="611" y="219"/>
                </a:lnTo>
                <a:lnTo>
                  <a:pt x="612" y="219"/>
                </a:lnTo>
                <a:lnTo>
                  <a:pt x="613" y="219"/>
                </a:lnTo>
                <a:lnTo>
                  <a:pt x="613" y="221"/>
                </a:lnTo>
                <a:lnTo>
                  <a:pt x="612" y="221"/>
                </a:lnTo>
                <a:lnTo>
                  <a:pt x="612" y="222"/>
                </a:lnTo>
                <a:lnTo>
                  <a:pt x="612" y="223"/>
                </a:lnTo>
                <a:lnTo>
                  <a:pt x="613" y="223"/>
                </a:lnTo>
                <a:lnTo>
                  <a:pt x="614" y="223"/>
                </a:lnTo>
                <a:lnTo>
                  <a:pt x="613" y="223"/>
                </a:lnTo>
                <a:lnTo>
                  <a:pt x="614" y="224"/>
                </a:lnTo>
                <a:lnTo>
                  <a:pt x="615" y="225"/>
                </a:lnTo>
                <a:lnTo>
                  <a:pt x="615" y="226"/>
                </a:lnTo>
                <a:lnTo>
                  <a:pt x="616" y="226"/>
                </a:lnTo>
                <a:lnTo>
                  <a:pt x="617" y="226"/>
                </a:lnTo>
                <a:lnTo>
                  <a:pt x="617" y="227"/>
                </a:lnTo>
                <a:lnTo>
                  <a:pt x="618" y="227"/>
                </a:lnTo>
                <a:lnTo>
                  <a:pt x="618" y="228"/>
                </a:lnTo>
                <a:lnTo>
                  <a:pt x="618" y="229"/>
                </a:lnTo>
                <a:lnTo>
                  <a:pt x="618" y="230"/>
                </a:lnTo>
                <a:lnTo>
                  <a:pt x="618" y="231"/>
                </a:lnTo>
                <a:lnTo>
                  <a:pt x="618" y="232"/>
                </a:lnTo>
                <a:lnTo>
                  <a:pt x="618" y="233"/>
                </a:lnTo>
                <a:lnTo>
                  <a:pt x="619" y="233"/>
                </a:lnTo>
                <a:lnTo>
                  <a:pt x="620" y="233"/>
                </a:lnTo>
                <a:lnTo>
                  <a:pt x="620" y="234"/>
                </a:lnTo>
                <a:lnTo>
                  <a:pt x="620" y="235"/>
                </a:lnTo>
                <a:lnTo>
                  <a:pt x="620" y="236"/>
                </a:lnTo>
                <a:lnTo>
                  <a:pt x="620" y="235"/>
                </a:lnTo>
                <a:lnTo>
                  <a:pt x="621" y="235"/>
                </a:lnTo>
                <a:lnTo>
                  <a:pt x="621" y="236"/>
                </a:lnTo>
                <a:lnTo>
                  <a:pt x="622" y="236"/>
                </a:lnTo>
                <a:lnTo>
                  <a:pt x="623" y="236"/>
                </a:lnTo>
                <a:lnTo>
                  <a:pt x="624" y="237"/>
                </a:lnTo>
                <a:lnTo>
                  <a:pt x="624" y="238"/>
                </a:lnTo>
                <a:lnTo>
                  <a:pt x="624" y="239"/>
                </a:lnTo>
                <a:lnTo>
                  <a:pt x="625" y="239"/>
                </a:lnTo>
                <a:lnTo>
                  <a:pt x="626" y="239"/>
                </a:lnTo>
                <a:lnTo>
                  <a:pt x="627" y="239"/>
                </a:lnTo>
                <a:lnTo>
                  <a:pt x="628" y="239"/>
                </a:lnTo>
                <a:lnTo>
                  <a:pt x="629" y="240"/>
                </a:lnTo>
                <a:lnTo>
                  <a:pt x="630" y="241"/>
                </a:lnTo>
                <a:lnTo>
                  <a:pt x="630" y="242"/>
                </a:lnTo>
                <a:lnTo>
                  <a:pt x="631" y="242"/>
                </a:lnTo>
                <a:lnTo>
                  <a:pt x="631" y="243"/>
                </a:lnTo>
                <a:lnTo>
                  <a:pt x="630" y="243"/>
                </a:lnTo>
                <a:lnTo>
                  <a:pt x="630" y="244"/>
                </a:lnTo>
                <a:lnTo>
                  <a:pt x="629" y="245"/>
                </a:lnTo>
                <a:lnTo>
                  <a:pt x="630" y="246"/>
                </a:lnTo>
                <a:lnTo>
                  <a:pt x="631" y="246"/>
                </a:lnTo>
                <a:lnTo>
                  <a:pt x="632" y="247"/>
                </a:lnTo>
                <a:lnTo>
                  <a:pt x="632" y="248"/>
                </a:lnTo>
                <a:lnTo>
                  <a:pt x="632" y="249"/>
                </a:lnTo>
                <a:lnTo>
                  <a:pt x="632" y="250"/>
                </a:lnTo>
                <a:lnTo>
                  <a:pt x="633" y="250"/>
                </a:lnTo>
                <a:lnTo>
                  <a:pt x="633" y="251"/>
                </a:lnTo>
                <a:lnTo>
                  <a:pt x="634" y="251"/>
                </a:lnTo>
                <a:lnTo>
                  <a:pt x="634" y="250"/>
                </a:lnTo>
                <a:lnTo>
                  <a:pt x="635" y="250"/>
                </a:lnTo>
                <a:lnTo>
                  <a:pt x="635" y="249"/>
                </a:lnTo>
                <a:lnTo>
                  <a:pt x="636" y="249"/>
                </a:lnTo>
                <a:lnTo>
                  <a:pt x="637" y="249"/>
                </a:lnTo>
                <a:lnTo>
                  <a:pt x="637" y="250"/>
                </a:lnTo>
                <a:lnTo>
                  <a:pt x="637" y="251"/>
                </a:lnTo>
                <a:lnTo>
                  <a:pt x="638" y="252"/>
                </a:lnTo>
                <a:lnTo>
                  <a:pt x="639" y="252"/>
                </a:lnTo>
                <a:lnTo>
                  <a:pt x="640" y="252"/>
                </a:lnTo>
                <a:lnTo>
                  <a:pt x="641" y="252"/>
                </a:lnTo>
                <a:lnTo>
                  <a:pt x="642" y="252"/>
                </a:lnTo>
                <a:lnTo>
                  <a:pt x="642" y="251"/>
                </a:lnTo>
                <a:lnTo>
                  <a:pt x="643" y="251"/>
                </a:lnTo>
                <a:lnTo>
                  <a:pt x="643" y="252"/>
                </a:lnTo>
                <a:lnTo>
                  <a:pt x="644" y="253"/>
                </a:lnTo>
                <a:lnTo>
                  <a:pt x="644" y="254"/>
                </a:lnTo>
                <a:lnTo>
                  <a:pt x="644" y="255"/>
                </a:lnTo>
                <a:lnTo>
                  <a:pt x="643" y="256"/>
                </a:lnTo>
                <a:lnTo>
                  <a:pt x="643" y="257"/>
                </a:lnTo>
                <a:lnTo>
                  <a:pt x="643" y="258"/>
                </a:lnTo>
                <a:lnTo>
                  <a:pt x="644" y="260"/>
                </a:lnTo>
                <a:lnTo>
                  <a:pt x="645" y="260"/>
                </a:lnTo>
                <a:lnTo>
                  <a:pt x="646" y="260"/>
                </a:lnTo>
                <a:lnTo>
                  <a:pt x="646" y="261"/>
                </a:lnTo>
                <a:lnTo>
                  <a:pt x="648" y="260"/>
                </a:lnTo>
                <a:lnTo>
                  <a:pt x="649" y="260"/>
                </a:lnTo>
                <a:lnTo>
                  <a:pt x="649" y="261"/>
                </a:lnTo>
                <a:lnTo>
                  <a:pt x="648" y="262"/>
                </a:lnTo>
                <a:lnTo>
                  <a:pt x="647" y="263"/>
                </a:lnTo>
                <a:lnTo>
                  <a:pt x="647" y="264"/>
                </a:lnTo>
                <a:lnTo>
                  <a:pt x="647" y="265"/>
                </a:lnTo>
                <a:lnTo>
                  <a:pt x="647" y="266"/>
                </a:lnTo>
                <a:lnTo>
                  <a:pt x="646" y="267"/>
                </a:lnTo>
                <a:lnTo>
                  <a:pt x="645" y="267"/>
                </a:lnTo>
                <a:lnTo>
                  <a:pt x="645" y="268"/>
                </a:lnTo>
                <a:lnTo>
                  <a:pt x="644" y="268"/>
                </a:lnTo>
                <a:lnTo>
                  <a:pt x="644" y="269"/>
                </a:lnTo>
                <a:lnTo>
                  <a:pt x="644" y="270"/>
                </a:lnTo>
                <a:lnTo>
                  <a:pt x="643" y="271"/>
                </a:lnTo>
                <a:lnTo>
                  <a:pt x="644" y="271"/>
                </a:lnTo>
                <a:lnTo>
                  <a:pt x="645" y="271"/>
                </a:lnTo>
                <a:lnTo>
                  <a:pt x="646" y="271"/>
                </a:lnTo>
                <a:lnTo>
                  <a:pt x="646" y="272"/>
                </a:lnTo>
                <a:lnTo>
                  <a:pt x="646" y="273"/>
                </a:lnTo>
                <a:lnTo>
                  <a:pt x="646" y="274"/>
                </a:lnTo>
                <a:lnTo>
                  <a:pt x="646" y="275"/>
                </a:lnTo>
                <a:lnTo>
                  <a:pt x="646" y="276"/>
                </a:lnTo>
                <a:lnTo>
                  <a:pt x="646" y="277"/>
                </a:lnTo>
                <a:lnTo>
                  <a:pt x="645" y="277"/>
                </a:lnTo>
                <a:lnTo>
                  <a:pt x="645" y="278"/>
                </a:lnTo>
                <a:lnTo>
                  <a:pt x="645" y="279"/>
                </a:lnTo>
                <a:lnTo>
                  <a:pt x="644" y="280"/>
                </a:lnTo>
                <a:lnTo>
                  <a:pt x="644" y="281"/>
                </a:lnTo>
                <a:lnTo>
                  <a:pt x="643" y="281"/>
                </a:lnTo>
                <a:lnTo>
                  <a:pt x="643" y="282"/>
                </a:lnTo>
                <a:lnTo>
                  <a:pt x="643" y="283"/>
                </a:lnTo>
                <a:lnTo>
                  <a:pt x="643" y="284"/>
                </a:lnTo>
                <a:lnTo>
                  <a:pt x="644" y="285"/>
                </a:lnTo>
                <a:lnTo>
                  <a:pt x="644" y="286"/>
                </a:lnTo>
                <a:lnTo>
                  <a:pt x="644" y="287"/>
                </a:lnTo>
                <a:lnTo>
                  <a:pt x="643" y="287"/>
                </a:lnTo>
                <a:lnTo>
                  <a:pt x="642" y="287"/>
                </a:lnTo>
                <a:lnTo>
                  <a:pt x="641" y="288"/>
                </a:lnTo>
                <a:lnTo>
                  <a:pt x="641" y="289"/>
                </a:lnTo>
                <a:lnTo>
                  <a:pt x="641" y="290"/>
                </a:lnTo>
                <a:lnTo>
                  <a:pt x="641" y="291"/>
                </a:lnTo>
                <a:lnTo>
                  <a:pt x="641" y="292"/>
                </a:lnTo>
                <a:lnTo>
                  <a:pt x="640" y="293"/>
                </a:lnTo>
                <a:lnTo>
                  <a:pt x="639" y="293"/>
                </a:lnTo>
                <a:lnTo>
                  <a:pt x="638" y="293"/>
                </a:lnTo>
                <a:lnTo>
                  <a:pt x="637" y="294"/>
                </a:lnTo>
                <a:lnTo>
                  <a:pt x="637" y="295"/>
                </a:lnTo>
                <a:lnTo>
                  <a:pt x="637" y="296"/>
                </a:lnTo>
                <a:lnTo>
                  <a:pt x="637" y="297"/>
                </a:lnTo>
                <a:lnTo>
                  <a:pt x="637" y="298"/>
                </a:lnTo>
                <a:lnTo>
                  <a:pt x="636" y="298"/>
                </a:lnTo>
                <a:lnTo>
                  <a:pt x="636" y="299"/>
                </a:lnTo>
                <a:lnTo>
                  <a:pt x="636" y="300"/>
                </a:lnTo>
                <a:lnTo>
                  <a:pt x="637" y="300"/>
                </a:lnTo>
                <a:lnTo>
                  <a:pt x="638" y="300"/>
                </a:lnTo>
                <a:lnTo>
                  <a:pt x="639" y="299"/>
                </a:lnTo>
                <a:lnTo>
                  <a:pt x="639" y="298"/>
                </a:lnTo>
                <a:lnTo>
                  <a:pt x="640" y="297"/>
                </a:lnTo>
                <a:lnTo>
                  <a:pt x="641" y="297"/>
                </a:lnTo>
                <a:lnTo>
                  <a:pt x="642" y="297"/>
                </a:lnTo>
                <a:lnTo>
                  <a:pt x="643" y="297"/>
                </a:lnTo>
                <a:lnTo>
                  <a:pt x="643" y="296"/>
                </a:lnTo>
                <a:lnTo>
                  <a:pt x="643" y="295"/>
                </a:lnTo>
                <a:lnTo>
                  <a:pt x="644" y="295"/>
                </a:lnTo>
                <a:lnTo>
                  <a:pt x="644" y="296"/>
                </a:lnTo>
                <a:lnTo>
                  <a:pt x="645" y="296"/>
                </a:lnTo>
                <a:lnTo>
                  <a:pt x="645" y="297"/>
                </a:lnTo>
                <a:lnTo>
                  <a:pt x="646" y="297"/>
                </a:lnTo>
                <a:lnTo>
                  <a:pt x="647" y="297"/>
                </a:lnTo>
                <a:lnTo>
                  <a:pt x="647" y="298"/>
                </a:lnTo>
                <a:lnTo>
                  <a:pt x="648" y="298"/>
                </a:lnTo>
                <a:lnTo>
                  <a:pt x="648" y="299"/>
                </a:lnTo>
                <a:lnTo>
                  <a:pt x="649" y="299"/>
                </a:lnTo>
                <a:lnTo>
                  <a:pt x="649" y="300"/>
                </a:lnTo>
                <a:lnTo>
                  <a:pt x="649" y="301"/>
                </a:lnTo>
                <a:lnTo>
                  <a:pt x="649" y="302"/>
                </a:lnTo>
                <a:lnTo>
                  <a:pt x="648" y="302"/>
                </a:lnTo>
                <a:lnTo>
                  <a:pt x="648" y="303"/>
                </a:lnTo>
                <a:lnTo>
                  <a:pt x="648" y="304"/>
                </a:lnTo>
                <a:lnTo>
                  <a:pt x="647" y="304"/>
                </a:lnTo>
                <a:lnTo>
                  <a:pt x="647" y="305"/>
                </a:lnTo>
                <a:lnTo>
                  <a:pt x="646" y="306"/>
                </a:lnTo>
                <a:lnTo>
                  <a:pt x="645" y="306"/>
                </a:lnTo>
                <a:lnTo>
                  <a:pt x="645" y="307"/>
                </a:lnTo>
                <a:lnTo>
                  <a:pt x="644" y="308"/>
                </a:lnTo>
                <a:lnTo>
                  <a:pt x="644" y="309"/>
                </a:lnTo>
                <a:lnTo>
                  <a:pt x="644" y="310"/>
                </a:lnTo>
                <a:lnTo>
                  <a:pt x="644" y="311"/>
                </a:lnTo>
                <a:lnTo>
                  <a:pt x="645" y="311"/>
                </a:lnTo>
                <a:lnTo>
                  <a:pt x="646" y="311"/>
                </a:lnTo>
                <a:lnTo>
                  <a:pt x="648" y="311"/>
                </a:lnTo>
                <a:lnTo>
                  <a:pt x="648" y="312"/>
                </a:lnTo>
                <a:lnTo>
                  <a:pt x="649" y="312"/>
                </a:lnTo>
                <a:lnTo>
                  <a:pt x="650" y="312"/>
                </a:lnTo>
                <a:lnTo>
                  <a:pt x="650" y="313"/>
                </a:lnTo>
                <a:lnTo>
                  <a:pt x="650" y="314"/>
                </a:lnTo>
                <a:lnTo>
                  <a:pt x="649" y="314"/>
                </a:lnTo>
                <a:lnTo>
                  <a:pt x="648" y="314"/>
                </a:lnTo>
                <a:lnTo>
                  <a:pt x="647" y="314"/>
                </a:lnTo>
                <a:lnTo>
                  <a:pt x="646" y="314"/>
                </a:lnTo>
                <a:lnTo>
                  <a:pt x="646" y="315"/>
                </a:lnTo>
                <a:lnTo>
                  <a:pt x="645" y="315"/>
                </a:lnTo>
                <a:lnTo>
                  <a:pt x="644" y="316"/>
                </a:lnTo>
                <a:lnTo>
                  <a:pt x="643" y="316"/>
                </a:lnTo>
                <a:lnTo>
                  <a:pt x="642" y="316"/>
                </a:lnTo>
                <a:lnTo>
                  <a:pt x="642" y="315"/>
                </a:lnTo>
                <a:lnTo>
                  <a:pt x="641" y="315"/>
                </a:lnTo>
                <a:lnTo>
                  <a:pt x="642" y="314"/>
                </a:lnTo>
                <a:lnTo>
                  <a:pt x="642" y="313"/>
                </a:lnTo>
                <a:lnTo>
                  <a:pt x="641" y="314"/>
                </a:lnTo>
                <a:lnTo>
                  <a:pt x="641" y="313"/>
                </a:lnTo>
                <a:lnTo>
                  <a:pt x="640" y="313"/>
                </a:lnTo>
                <a:lnTo>
                  <a:pt x="639" y="313"/>
                </a:lnTo>
                <a:lnTo>
                  <a:pt x="639" y="314"/>
                </a:lnTo>
                <a:lnTo>
                  <a:pt x="638" y="314"/>
                </a:lnTo>
                <a:lnTo>
                  <a:pt x="638" y="315"/>
                </a:lnTo>
                <a:lnTo>
                  <a:pt x="638" y="316"/>
                </a:lnTo>
                <a:lnTo>
                  <a:pt x="637" y="316"/>
                </a:lnTo>
                <a:lnTo>
                  <a:pt x="637" y="317"/>
                </a:lnTo>
                <a:lnTo>
                  <a:pt x="637" y="318"/>
                </a:lnTo>
                <a:lnTo>
                  <a:pt x="637" y="319"/>
                </a:lnTo>
                <a:lnTo>
                  <a:pt x="638" y="319"/>
                </a:lnTo>
                <a:lnTo>
                  <a:pt x="638" y="320"/>
                </a:lnTo>
                <a:lnTo>
                  <a:pt x="637" y="320"/>
                </a:lnTo>
                <a:lnTo>
                  <a:pt x="638" y="320"/>
                </a:lnTo>
                <a:lnTo>
                  <a:pt x="637" y="320"/>
                </a:lnTo>
                <a:lnTo>
                  <a:pt x="638" y="320"/>
                </a:lnTo>
                <a:lnTo>
                  <a:pt x="638" y="321"/>
                </a:lnTo>
                <a:lnTo>
                  <a:pt x="637" y="321"/>
                </a:lnTo>
                <a:lnTo>
                  <a:pt x="637" y="322"/>
                </a:lnTo>
                <a:lnTo>
                  <a:pt x="637" y="321"/>
                </a:lnTo>
                <a:lnTo>
                  <a:pt x="637" y="320"/>
                </a:lnTo>
                <a:lnTo>
                  <a:pt x="637" y="319"/>
                </a:lnTo>
                <a:lnTo>
                  <a:pt x="636" y="319"/>
                </a:lnTo>
                <a:lnTo>
                  <a:pt x="636" y="320"/>
                </a:lnTo>
                <a:lnTo>
                  <a:pt x="637" y="322"/>
                </a:lnTo>
                <a:lnTo>
                  <a:pt x="637" y="323"/>
                </a:lnTo>
                <a:lnTo>
                  <a:pt x="635" y="323"/>
                </a:lnTo>
                <a:lnTo>
                  <a:pt x="635" y="322"/>
                </a:lnTo>
                <a:lnTo>
                  <a:pt x="634" y="322"/>
                </a:lnTo>
                <a:lnTo>
                  <a:pt x="633" y="322"/>
                </a:lnTo>
                <a:lnTo>
                  <a:pt x="633" y="323"/>
                </a:lnTo>
                <a:lnTo>
                  <a:pt x="632" y="323"/>
                </a:lnTo>
                <a:lnTo>
                  <a:pt x="632" y="324"/>
                </a:lnTo>
                <a:lnTo>
                  <a:pt x="631" y="324"/>
                </a:lnTo>
                <a:lnTo>
                  <a:pt x="631" y="325"/>
                </a:lnTo>
                <a:lnTo>
                  <a:pt x="630" y="325"/>
                </a:lnTo>
                <a:lnTo>
                  <a:pt x="630" y="326"/>
                </a:lnTo>
                <a:lnTo>
                  <a:pt x="630" y="327"/>
                </a:lnTo>
                <a:lnTo>
                  <a:pt x="630" y="328"/>
                </a:lnTo>
                <a:lnTo>
                  <a:pt x="630" y="330"/>
                </a:lnTo>
                <a:lnTo>
                  <a:pt x="630" y="331"/>
                </a:lnTo>
                <a:lnTo>
                  <a:pt x="630" y="329"/>
                </a:lnTo>
                <a:lnTo>
                  <a:pt x="629" y="328"/>
                </a:lnTo>
                <a:lnTo>
                  <a:pt x="628" y="328"/>
                </a:lnTo>
                <a:lnTo>
                  <a:pt x="629" y="329"/>
                </a:lnTo>
                <a:lnTo>
                  <a:pt x="629" y="330"/>
                </a:lnTo>
                <a:lnTo>
                  <a:pt x="629" y="331"/>
                </a:lnTo>
                <a:lnTo>
                  <a:pt x="628" y="331"/>
                </a:lnTo>
                <a:lnTo>
                  <a:pt x="628" y="330"/>
                </a:lnTo>
                <a:lnTo>
                  <a:pt x="628" y="331"/>
                </a:lnTo>
                <a:lnTo>
                  <a:pt x="627" y="331"/>
                </a:lnTo>
                <a:lnTo>
                  <a:pt x="627" y="332"/>
                </a:lnTo>
                <a:lnTo>
                  <a:pt x="627" y="333"/>
                </a:lnTo>
                <a:lnTo>
                  <a:pt x="627" y="334"/>
                </a:lnTo>
                <a:lnTo>
                  <a:pt x="628" y="334"/>
                </a:lnTo>
                <a:lnTo>
                  <a:pt x="628" y="335"/>
                </a:lnTo>
                <a:lnTo>
                  <a:pt x="628" y="336"/>
                </a:lnTo>
                <a:lnTo>
                  <a:pt x="629" y="336"/>
                </a:lnTo>
                <a:lnTo>
                  <a:pt x="628" y="336"/>
                </a:lnTo>
                <a:lnTo>
                  <a:pt x="628" y="337"/>
                </a:lnTo>
                <a:lnTo>
                  <a:pt x="627" y="337"/>
                </a:lnTo>
                <a:lnTo>
                  <a:pt x="626" y="336"/>
                </a:lnTo>
                <a:lnTo>
                  <a:pt x="625" y="335"/>
                </a:lnTo>
                <a:lnTo>
                  <a:pt x="625" y="334"/>
                </a:lnTo>
                <a:lnTo>
                  <a:pt x="624" y="334"/>
                </a:lnTo>
                <a:lnTo>
                  <a:pt x="623" y="334"/>
                </a:lnTo>
                <a:lnTo>
                  <a:pt x="623" y="335"/>
                </a:lnTo>
                <a:lnTo>
                  <a:pt x="622" y="335"/>
                </a:lnTo>
                <a:lnTo>
                  <a:pt x="621" y="335"/>
                </a:lnTo>
                <a:lnTo>
                  <a:pt x="621" y="336"/>
                </a:lnTo>
                <a:lnTo>
                  <a:pt x="621" y="337"/>
                </a:lnTo>
                <a:lnTo>
                  <a:pt x="620" y="337"/>
                </a:lnTo>
                <a:lnTo>
                  <a:pt x="619" y="336"/>
                </a:lnTo>
                <a:lnTo>
                  <a:pt x="618" y="335"/>
                </a:lnTo>
                <a:lnTo>
                  <a:pt x="617" y="335"/>
                </a:lnTo>
                <a:lnTo>
                  <a:pt x="616" y="335"/>
                </a:lnTo>
                <a:lnTo>
                  <a:pt x="615" y="335"/>
                </a:lnTo>
                <a:lnTo>
                  <a:pt x="614" y="336"/>
                </a:lnTo>
                <a:lnTo>
                  <a:pt x="614" y="337"/>
                </a:lnTo>
                <a:lnTo>
                  <a:pt x="614" y="338"/>
                </a:lnTo>
                <a:lnTo>
                  <a:pt x="614" y="339"/>
                </a:lnTo>
                <a:lnTo>
                  <a:pt x="614" y="340"/>
                </a:lnTo>
                <a:lnTo>
                  <a:pt x="614" y="341"/>
                </a:lnTo>
                <a:lnTo>
                  <a:pt x="613" y="341"/>
                </a:lnTo>
                <a:lnTo>
                  <a:pt x="612" y="341"/>
                </a:lnTo>
                <a:lnTo>
                  <a:pt x="611" y="342"/>
                </a:lnTo>
                <a:lnTo>
                  <a:pt x="610" y="342"/>
                </a:lnTo>
                <a:lnTo>
                  <a:pt x="609" y="342"/>
                </a:lnTo>
                <a:lnTo>
                  <a:pt x="608" y="342"/>
                </a:lnTo>
                <a:lnTo>
                  <a:pt x="607" y="342"/>
                </a:lnTo>
                <a:lnTo>
                  <a:pt x="607" y="341"/>
                </a:lnTo>
                <a:lnTo>
                  <a:pt x="607" y="340"/>
                </a:lnTo>
                <a:lnTo>
                  <a:pt x="606" y="340"/>
                </a:lnTo>
                <a:lnTo>
                  <a:pt x="606" y="339"/>
                </a:lnTo>
                <a:lnTo>
                  <a:pt x="605" y="339"/>
                </a:lnTo>
                <a:lnTo>
                  <a:pt x="605" y="338"/>
                </a:lnTo>
                <a:lnTo>
                  <a:pt x="606" y="338"/>
                </a:lnTo>
                <a:lnTo>
                  <a:pt x="606" y="337"/>
                </a:lnTo>
                <a:lnTo>
                  <a:pt x="605" y="337"/>
                </a:lnTo>
                <a:lnTo>
                  <a:pt x="605" y="338"/>
                </a:lnTo>
                <a:lnTo>
                  <a:pt x="605" y="339"/>
                </a:lnTo>
                <a:lnTo>
                  <a:pt x="604" y="339"/>
                </a:lnTo>
                <a:lnTo>
                  <a:pt x="605" y="340"/>
                </a:lnTo>
                <a:lnTo>
                  <a:pt x="606" y="340"/>
                </a:lnTo>
                <a:lnTo>
                  <a:pt x="606" y="341"/>
                </a:lnTo>
                <a:lnTo>
                  <a:pt x="607" y="341"/>
                </a:lnTo>
                <a:lnTo>
                  <a:pt x="607" y="342"/>
                </a:lnTo>
                <a:lnTo>
                  <a:pt x="607" y="343"/>
                </a:lnTo>
                <a:lnTo>
                  <a:pt x="606" y="343"/>
                </a:lnTo>
                <a:lnTo>
                  <a:pt x="606" y="344"/>
                </a:lnTo>
                <a:lnTo>
                  <a:pt x="606" y="345"/>
                </a:lnTo>
                <a:lnTo>
                  <a:pt x="605" y="345"/>
                </a:lnTo>
                <a:lnTo>
                  <a:pt x="605" y="346"/>
                </a:lnTo>
                <a:lnTo>
                  <a:pt x="604" y="347"/>
                </a:lnTo>
                <a:lnTo>
                  <a:pt x="603" y="347"/>
                </a:lnTo>
                <a:lnTo>
                  <a:pt x="603" y="348"/>
                </a:lnTo>
                <a:lnTo>
                  <a:pt x="602" y="348"/>
                </a:lnTo>
                <a:lnTo>
                  <a:pt x="602" y="349"/>
                </a:lnTo>
                <a:lnTo>
                  <a:pt x="602" y="348"/>
                </a:lnTo>
                <a:lnTo>
                  <a:pt x="601" y="348"/>
                </a:lnTo>
                <a:lnTo>
                  <a:pt x="602" y="348"/>
                </a:lnTo>
                <a:lnTo>
                  <a:pt x="602" y="349"/>
                </a:lnTo>
                <a:lnTo>
                  <a:pt x="602" y="350"/>
                </a:lnTo>
                <a:lnTo>
                  <a:pt x="601" y="350"/>
                </a:lnTo>
                <a:lnTo>
                  <a:pt x="601" y="351"/>
                </a:lnTo>
                <a:lnTo>
                  <a:pt x="601" y="350"/>
                </a:lnTo>
                <a:lnTo>
                  <a:pt x="601" y="351"/>
                </a:lnTo>
                <a:lnTo>
                  <a:pt x="600" y="351"/>
                </a:lnTo>
                <a:lnTo>
                  <a:pt x="599" y="352"/>
                </a:lnTo>
                <a:lnTo>
                  <a:pt x="599" y="351"/>
                </a:lnTo>
                <a:lnTo>
                  <a:pt x="598" y="351"/>
                </a:lnTo>
                <a:lnTo>
                  <a:pt x="599" y="351"/>
                </a:lnTo>
                <a:lnTo>
                  <a:pt x="599" y="350"/>
                </a:lnTo>
                <a:lnTo>
                  <a:pt x="598" y="350"/>
                </a:lnTo>
                <a:lnTo>
                  <a:pt x="598" y="351"/>
                </a:lnTo>
                <a:lnTo>
                  <a:pt x="597" y="350"/>
                </a:lnTo>
                <a:lnTo>
                  <a:pt x="597" y="349"/>
                </a:lnTo>
                <a:lnTo>
                  <a:pt x="597" y="348"/>
                </a:lnTo>
                <a:lnTo>
                  <a:pt x="597" y="347"/>
                </a:lnTo>
                <a:lnTo>
                  <a:pt x="596" y="347"/>
                </a:lnTo>
                <a:lnTo>
                  <a:pt x="597" y="348"/>
                </a:lnTo>
                <a:lnTo>
                  <a:pt x="596" y="348"/>
                </a:lnTo>
                <a:lnTo>
                  <a:pt x="596" y="349"/>
                </a:lnTo>
                <a:lnTo>
                  <a:pt x="596" y="350"/>
                </a:lnTo>
                <a:lnTo>
                  <a:pt x="596" y="351"/>
                </a:lnTo>
                <a:lnTo>
                  <a:pt x="597" y="351"/>
                </a:lnTo>
                <a:lnTo>
                  <a:pt x="598" y="351"/>
                </a:lnTo>
                <a:lnTo>
                  <a:pt x="598" y="352"/>
                </a:lnTo>
                <a:lnTo>
                  <a:pt x="597" y="353"/>
                </a:lnTo>
                <a:lnTo>
                  <a:pt x="596" y="353"/>
                </a:lnTo>
                <a:lnTo>
                  <a:pt x="596" y="354"/>
                </a:lnTo>
                <a:lnTo>
                  <a:pt x="596" y="353"/>
                </a:lnTo>
                <a:lnTo>
                  <a:pt x="595" y="353"/>
                </a:lnTo>
                <a:lnTo>
                  <a:pt x="595" y="352"/>
                </a:lnTo>
                <a:lnTo>
                  <a:pt x="593" y="352"/>
                </a:lnTo>
                <a:lnTo>
                  <a:pt x="594" y="352"/>
                </a:lnTo>
                <a:lnTo>
                  <a:pt x="594" y="353"/>
                </a:lnTo>
                <a:lnTo>
                  <a:pt x="595" y="354"/>
                </a:lnTo>
                <a:lnTo>
                  <a:pt x="595" y="355"/>
                </a:lnTo>
                <a:lnTo>
                  <a:pt x="594" y="355"/>
                </a:lnTo>
                <a:lnTo>
                  <a:pt x="593" y="356"/>
                </a:lnTo>
                <a:lnTo>
                  <a:pt x="593" y="357"/>
                </a:lnTo>
                <a:lnTo>
                  <a:pt x="592" y="357"/>
                </a:lnTo>
                <a:lnTo>
                  <a:pt x="592" y="358"/>
                </a:lnTo>
                <a:lnTo>
                  <a:pt x="592" y="359"/>
                </a:lnTo>
                <a:lnTo>
                  <a:pt x="592" y="360"/>
                </a:lnTo>
                <a:lnTo>
                  <a:pt x="592" y="361"/>
                </a:lnTo>
                <a:lnTo>
                  <a:pt x="593" y="362"/>
                </a:lnTo>
                <a:lnTo>
                  <a:pt x="594" y="362"/>
                </a:lnTo>
                <a:lnTo>
                  <a:pt x="595" y="362"/>
                </a:lnTo>
                <a:lnTo>
                  <a:pt x="596" y="363"/>
                </a:lnTo>
                <a:lnTo>
                  <a:pt x="597" y="363"/>
                </a:lnTo>
                <a:lnTo>
                  <a:pt x="596" y="363"/>
                </a:lnTo>
                <a:lnTo>
                  <a:pt x="597" y="363"/>
                </a:lnTo>
                <a:lnTo>
                  <a:pt x="597" y="364"/>
                </a:lnTo>
                <a:lnTo>
                  <a:pt x="597" y="363"/>
                </a:lnTo>
                <a:lnTo>
                  <a:pt x="597" y="364"/>
                </a:lnTo>
                <a:lnTo>
                  <a:pt x="597" y="365"/>
                </a:lnTo>
                <a:lnTo>
                  <a:pt x="596" y="366"/>
                </a:lnTo>
                <a:lnTo>
                  <a:pt x="595" y="366"/>
                </a:lnTo>
                <a:lnTo>
                  <a:pt x="595" y="365"/>
                </a:lnTo>
                <a:lnTo>
                  <a:pt x="595" y="364"/>
                </a:lnTo>
                <a:lnTo>
                  <a:pt x="595" y="365"/>
                </a:lnTo>
                <a:lnTo>
                  <a:pt x="594" y="365"/>
                </a:lnTo>
                <a:lnTo>
                  <a:pt x="593" y="364"/>
                </a:lnTo>
                <a:lnTo>
                  <a:pt x="592" y="364"/>
                </a:lnTo>
                <a:lnTo>
                  <a:pt x="591" y="365"/>
                </a:lnTo>
                <a:lnTo>
                  <a:pt x="591" y="366"/>
                </a:lnTo>
                <a:lnTo>
                  <a:pt x="590" y="366"/>
                </a:lnTo>
                <a:lnTo>
                  <a:pt x="589" y="367"/>
                </a:lnTo>
                <a:lnTo>
                  <a:pt x="588" y="368"/>
                </a:lnTo>
                <a:lnTo>
                  <a:pt x="586" y="368"/>
                </a:lnTo>
                <a:lnTo>
                  <a:pt x="586" y="367"/>
                </a:lnTo>
                <a:lnTo>
                  <a:pt x="585" y="367"/>
                </a:lnTo>
                <a:lnTo>
                  <a:pt x="585" y="366"/>
                </a:lnTo>
                <a:lnTo>
                  <a:pt x="585" y="365"/>
                </a:lnTo>
                <a:lnTo>
                  <a:pt x="584" y="365"/>
                </a:lnTo>
                <a:lnTo>
                  <a:pt x="583" y="365"/>
                </a:lnTo>
                <a:lnTo>
                  <a:pt x="583" y="366"/>
                </a:lnTo>
                <a:lnTo>
                  <a:pt x="583" y="367"/>
                </a:lnTo>
                <a:lnTo>
                  <a:pt x="582" y="368"/>
                </a:lnTo>
                <a:lnTo>
                  <a:pt x="582" y="369"/>
                </a:lnTo>
                <a:lnTo>
                  <a:pt x="581" y="370"/>
                </a:lnTo>
                <a:lnTo>
                  <a:pt x="581" y="371"/>
                </a:lnTo>
                <a:lnTo>
                  <a:pt x="581" y="372"/>
                </a:lnTo>
                <a:lnTo>
                  <a:pt x="580" y="372"/>
                </a:lnTo>
                <a:lnTo>
                  <a:pt x="580" y="373"/>
                </a:lnTo>
                <a:lnTo>
                  <a:pt x="579" y="373"/>
                </a:lnTo>
                <a:lnTo>
                  <a:pt x="579" y="374"/>
                </a:lnTo>
                <a:lnTo>
                  <a:pt x="579" y="375"/>
                </a:lnTo>
                <a:lnTo>
                  <a:pt x="578" y="375"/>
                </a:lnTo>
                <a:lnTo>
                  <a:pt x="577" y="376"/>
                </a:lnTo>
                <a:lnTo>
                  <a:pt x="576" y="377"/>
                </a:lnTo>
                <a:lnTo>
                  <a:pt x="576" y="378"/>
                </a:lnTo>
                <a:lnTo>
                  <a:pt x="575" y="378"/>
                </a:lnTo>
                <a:lnTo>
                  <a:pt x="575" y="379"/>
                </a:lnTo>
                <a:lnTo>
                  <a:pt x="574" y="379"/>
                </a:lnTo>
                <a:lnTo>
                  <a:pt x="573" y="379"/>
                </a:lnTo>
                <a:lnTo>
                  <a:pt x="573" y="380"/>
                </a:lnTo>
                <a:lnTo>
                  <a:pt x="572" y="380"/>
                </a:lnTo>
                <a:lnTo>
                  <a:pt x="572" y="381"/>
                </a:lnTo>
                <a:lnTo>
                  <a:pt x="572" y="382"/>
                </a:lnTo>
                <a:lnTo>
                  <a:pt x="571" y="382"/>
                </a:lnTo>
                <a:lnTo>
                  <a:pt x="571" y="383"/>
                </a:lnTo>
                <a:lnTo>
                  <a:pt x="571" y="384"/>
                </a:lnTo>
                <a:lnTo>
                  <a:pt x="571" y="385"/>
                </a:lnTo>
                <a:lnTo>
                  <a:pt x="571" y="386"/>
                </a:lnTo>
                <a:lnTo>
                  <a:pt x="571" y="387"/>
                </a:lnTo>
                <a:lnTo>
                  <a:pt x="571" y="388"/>
                </a:lnTo>
                <a:lnTo>
                  <a:pt x="571" y="389"/>
                </a:lnTo>
                <a:lnTo>
                  <a:pt x="570" y="390"/>
                </a:lnTo>
                <a:lnTo>
                  <a:pt x="569" y="390"/>
                </a:lnTo>
                <a:lnTo>
                  <a:pt x="570" y="390"/>
                </a:lnTo>
                <a:lnTo>
                  <a:pt x="570" y="391"/>
                </a:lnTo>
                <a:lnTo>
                  <a:pt x="569" y="391"/>
                </a:lnTo>
                <a:lnTo>
                  <a:pt x="569" y="390"/>
                </a:lnTo>
                <a:lnTo>
                  <a:pt x="569" y="391"/>
                </a:lnTo>
                <a:lnTo>
                  <a:pt x="568" y="391"/>
                </a:lnTo>
                <a:lnTo>
                  <a:pt x="568" y="392"/>
                </a:lnTo>
                <a:lnTo>
                  <a:pt x="567" y="392"/>
                </a:lnTo>
                <a:lnTo>
                  <a:pt x="567" y="393"/>
                </a:lnTo>
                <a:lnTo>
                  <a:pt x="567" y="392"/>
                </a:lnTo>
                <a:lnTo>
                  <a:pt x="566" y="393"/>
                </a:lnTo>
                <a:lnTo>
                  <a:pt x="565" y="393"/>
                </a:lnTo>
                <a:lnTo>
                  <a:pt x="564" y="393"/>
                </a:lnTo>
                <a:lnTo>
                  <a:pt x="564" y="394"/>
                </a:lnTo>
                <a:lnTo>
                  <a:pt x="563" y="394"/>
                </a:lnTo>
                <a:lnTo>
                  <a:pt x="564" y="394"/>
                </a:lnTo>
                <a:lnTo>
                  <a:pt x="563" y="394"/>
                </a:lnTo>
                <a:lnTo>
                  <a:pt x="563" y="395"/>
                </a:lnTo>
                <a:lnTo>
                  <a:pt x="562" y="395"/>
                </a:lnTo>
                <a:lnTo>
                  <a:pt x="562" y="396"/>
                </a:lnTo>
                <a:lnTo>
                  <a:pt x="561" y="396"/>
                </a:lnTo>
                <a:lnTo>
                  <a:pt x="561" y="397"/>
                </a:lnTo>
                <a:lnTo>
                  <a:pt x="560" y="397"/>
                </a:lnTo>
                <a:lnTo>
                  <a:pt x="560" y="398"/>
                </a:lnTo>
                <a:lnTo>
                  <a:pt x="560" y="399"/>
                </a:lnTo>
                <a:lnTo>
                  <a:pt x="559" y="399"/>
                </a:lnTo>
                <a:lnTo>
                  <a:pt x="559" y="400"/>
                </a:lnTo>
                <a:lnTo>
                  <a:pt x="558" y="400"/>
                </a:lnTo>
                <a:lnTo>
                  <a:pt x="558" y="401"/>
                </a:lnTo>
                <a:lnTo>
                  <a:pt x="558" y="402"/>
                </a:lnTo>
                <a:lnTo>
                  <a:pt x="557" y="402"/>
                </a:lnTo>
                <a:lnTo>
                  <a:pt x="557" y="403"/>
                </a:lnTo>
                <a:lnTo>
                  <a:pt x="556" y="403"/>
                </a:lnTo>
                <a:lnTo>
                  <a:pt x="556" y="404"/>
                </a:lnTo>
                <a:lnTo>
                  <a:pt x="555" y="404"/>
                </a:lnTo>
                <a:lnTo>
                  <a:pt x="555" y="405"/>
                </a:lnTo>
                <a:lnTo>
                  <a:pt x="554" y="405"/>
                </a:lnTo>
                <a:lnTo>
                  <a:pt x="555" y="405"/>
                </a:lnTo>
                <a:lnTo>
                  <a:pt x="555" y="406"/>
                </a:lnTo>
                <a:lnTo>
                  <a:pt x="554" y="406"/>
                </a:lnTo>
                <a:lnTo>
                  <a:pt x="554" y="407"/>
                </a:lnTo>
                <a:lnTo>
                  <a:pt x="554" y="408"/>
                </a:lnTo>
                <a:lnTo>
                  <a:pt x="554" y="409"/>
                </a:lnTo>
                <a:lnTo>
                  <a:pt x="553" y="409"/>
                </a:lnTo>
                <a:lnTo>
                  <a:pt x="553" y="410"/>
                </a:lnTo>
                <a:lnTo>
                  <a:pt x="552" y="410"/>
                </a:lnTo>
                <a:lnTo>
                  <a:pt x="552" y="411"/>
                </a:lnTo>
                <a:lnTo>
                  <a:pt x="552" y="412"/>
                </a:lnTo>
                <a:lnTo>
                  <a:pt x="552" y="413"/>
                </a:lnTo>
                <a:lnTo>
                  <a:pt x="551" y="413"/>
                </a:lnTo>
                <a:lnTo>
                  <a:pt x="551" y="412"/>
                </a:lnTo>
                <a:lnTo>
                  <a:pt x="551" y="413"/>
                </a:lnTo>
                <a:lnTo>
                  <a:pt x="551" y="412"/>
                </a:lnTo>
                <a:lnTo>
                  <a:pt x="552" y="412"/>
                </a:lnTo>
                <a:lnTo>
                  <a:pt x="551" y="412"/>
                </a:lnTo>
                <a:lnTo>
                  <a:pt x="551" y="413"/>
                </a:lnTo>
                <a:lnTo>
                  <a:pt x="550" y="413"/>
                </a:lnTo>
                <a:lnTo>
                  <a:pt x="549" y="413"/>
                </a:lnTo>
                <a:lnTo>
                  <a:pt x="549" y="414"/>
                </a:lnTo>
                <a:lnTo>
                  <a:pt x="548" y="414"/>
                </a:lnTo>
                <a:lnTo>
                  <a:pt x="548" y="415"/>
                </a:lnTo>
                <a:lnTo>
                  <a:pt x="549" y="415"/>
                </a:lnTo>
                <a:lnTo>
                  <a:pt x="548" y="415"/>
                </a:lnTo>
                <a:lnTo>
                  <a:pt x="548" y="416"/>
                </a:lnTo>
                <a:lnTo>
                  <a:pt x="548" y="417"/>
                </a:lnTo>
                <a:lnTo>
                  <a:pt x="547" y="418"/>
                </a:lnTo>
                <a:lnTo>
                  <a:pt x="546" y="418"/>
                </a:lnTo>
                <a:lnTo>
                  <a:pt x="546" y="419"/>
                </a:lnTo>
                <a:lnTo>
                  <a:pt x="545" y="420"/>
                </a:lnTo>
                <a:lnTo>
                  <a:pt x="545" y="421"/>
                </a:lnTo>
                <a:lnTo>
                  <a:pt x="545" y="422"/>
                </a:lnTo>
                <a:lnTo>
                  <a:pt x="544" y="422"/>
                </a:lnTo>
                <a:lnTo>
                  <a:pt x="544" y="423"/>
                </a:lnTo>
                <a:lnTo>
                  <a:pt x="543" y="424"/>
                </a:lnTo>
                <a:lnTo>
                  <a:pt x="543" y="425"/>
                </a:lnTo>
                <a:lnTo>
                  <a:pt x="542" y="426"/>
                </a:lnTo>
                <a:lnTo>
                  <a:pt x="542" y="427"/>
                </a:lnTo>
                <a:lnTo>
                  <a:pt x="541" y="427"/>
                </a:lnTo>
                <a:lnTo>
                  <a:pt x="541" y="428"/>
                </a:lnTo>
                <a:lnTo>
                  <a:pt x="541" y="429"/>
                </a:lnTo>
                <a:lnTo>
                  <a:pt x="541" y="430"/>
                </a:lnTo>
                <a:lnTo>
                  <a:pt x="541" y="431"/>
                </a:lnTo>
                <a:lnTo>
                  <a:pt x="541" y="432"/>
                </a:lnTo>
                <a:lnTo>
                  <a:pt x="542" y="432"/>
                </a:lnTo>
                <a:lnTo>
                  <a:pt x="543" y="432"/>
                </a:lnTo>
                <a:lnTo>
                  <a:pt x="544" y="433"/>
                </a:lnTo>
                <a:lnTo>
                  <a:pt x="545" y="433"/>
                </a:lnTo>
                <a:lnTo>
                  <a:pt x="545" y="434"/>
                </a:lnTo>
                <a:lnTo>
                  <a:pt x="545" y="435"/>
                </a:lnTo>
                <a:lnTo>
                  <a:pt x="545" y="436"/>
                </a:lnTo>
                <a:lnTo>
                  <a:pt x="545" y="438"/>
                </a:lnTo>
                <a:lnTo>
                  <a:pt x="545" y="439"/>
                </a:lnTo>
                <a:lnTo>
                  <a:pt x="545" y="440"/>
                </a:lnTo>
                <a:lnTo>
                  <a:pt x="545" y="441"/>
                </a:lnTo>
                <a:lnTo>
                  <a:pt x="544" y="441"/>
                </a:lnTo>
                <a:lnTo>
                  <a:pt x="544" y="440"/>
                </a:lnTo>
                <a:lnTo>
                  <a:pt x="544" y="439"/>
                </a:lnTo>
                <a:lnTo>
                  <a:pt x="543" y="439"/>
                </a:lnTo>
                <a:lnTo>
                  <a:pt x="543" y="440"/>
                </a:lnTo>
                <a:lnTo>
                  <a:pt x="542" y="440"/>
                </a:lnTo>
                <a:lnTo>
                  <a:pt x="542" y="441"/>
                </a:lnTo>
                <a:lnTo>
                  <a:pt x="542" y="442"/>
                </a:lnTo>
                <a:lnTo>
                  <a:pt x="541" y="442"/>
                </a:lnTo>
                <a:lnTo>
                  <a:pt x="541" y="443"/>
                </a:lnTo>
                <a:lnTo>
                  <a:pt x="541" y="442"/>
                </a:lnTo>
                <a:lnTo>
                  <a:pt x="540" y="443"/>
                </a:lnTo>
                <a:lnTo>
                  <a:pt x="540" y="442"/>
                </a:lnTo>
                <a:lnTo>
                  <a:pt x="539" y="443"/>
                </a:lnTo>
                <a:lnTo>
                  <a:pt x="539" y="444"/>
                </a:lnTo>
                <a:lnTo>
                  <a:pt x="539" y="445"/>
                </a:lnTo>
                <a:lnTo>
                  <a:pt x="539" y="446"/>
                </a:lnTo>
                <a:lnTo>
                  <a:pt x="540" y="445"/>
                </a:lnTo>
                <a:lnTo>
                  <a:pt x="540" y="446"/>
                </a:lnTo>
                <a:lnTo>
                  <a:pt x="539" y="446"/>
                </a:lnTo>
                <a:lnTo>
                  <a:pt x="539" y="447"/>
                </a:lnTo>
                <a:lnTo>
                  <a:pt x="539" y="448"/>
                </a:lnTo>
                <a:lnTo>
                  <a:pt x="537" y="448"/>
                </a:lnTo>
                <a:lnTo>
                  <a:pt x="536" y="448"/>
                </a:lnTo>
                <a:lnTo>
                  <a:pt x="535" y="449"/>
                </a:lnTo>
                <a:lnTo>
                  <a:pt x="535" y="450"/>
                </a:lnTo>
                <a:lnTo>
                  <a:pt x="534" y="450"/>
                </a:lnTo>
                <a:lnTo>
                  <a:pt x="534" y="451"/>
                </a:lnTo>
                <a:lnTo>
                  <a:pt x="534" y="452"/>
                </a:lnTo>
                <a:lnTo>
                  <a:pt x="534" y="453"/>
                </a:lnTo>
                <a:lnTo>
                  <a:pt x="534" y="454"/>
                </a:lnTo>
                <a:lnTo>
                  <a:pt x="534" y="455"/>
                </a:lnTo>
                <a:lnTo>
                  <a:pt x="534" y="456"/>
                </a:lnTo>
                <a:lnTo>
                  <a:pt x="534" y="457"/>
                </a:lnTo>
                <a:lnTo>
                  <a:pt x="534" y="458"/>
                </a:lnTo>
                <a:lnTo>
                  <a:pt x="533" y="459"/>
                </a:lnTo>
                <a:lnTo>
                  <a:pt x="533" y="460"/>
                </a:lnTo>
                <a:lnTo>
                  <a:pt x="532" y="460"/>
                </a:lnTo>
                <a:lnTo>
                  <a:pt x="532" y="461"/>
                </a:lnTo>
                <a:lnTo>
                  <a:pt x="531" y="461"/>
                </a:lnTo>
                <a:lnTo>
                  <a:pt x="530" y="462"/>
                </a:lnTo>
                <a:lnTo>
                  <a:pt x="530" y="463"/>
                </a:lnTo>
                <a:lnTo>
                  <a:pt x="530" y="464"/>
                </a:lnTo>
                <a:lnTo>
                  <a:pt x="529" y="463"/>
                </a:lnTo>
                <a:lnTo>
                  <a:pt x="528" y="462"/>
                </a:lnTo>
                <a:lnTo>
                  <a:pt x="527" y="462"/>
                </a:lnTo>
                <a:lnTo>
                  <a:pt x="527" y="463"/>
                </a:lnTo>
                <a:lnTo>
                  <a:pt x="527" y="464"/>
                </a:lnTo>
                <a:lnTo>
                  <a:pt x="526" y="464"/>
                </a:lnTo>
                <a:lnTo>
                  <a:pt x="525" y="464"/>
                </a:lnTo>
                <a:lnTo>
                  <a:pt x="524" y="465"/>
                </a:lnTo>
                <a:lnTo>
                  <a:pt x="524" y="464"/>
                </a:lnTo>
                <a:lnTo>
                  <a:pt x="521" y="466"/>
                </a:lnTo>
                <a:lnTo>
                  <a:pt x="520" y="466"/>
                </a:lnTo>
                <a:lnTo>
                  <a:pt x="520" y="467"/>
                </a:lnTo>
                <a:lnTo>
                  <a:pt x="519" y="467"/>
                </a:lnTo>
                <a:lnTo>
                  <a:pt x="519" y="468"/>
                </a:lnTo>
                <a:lnTo>
                  <a:pt x="518" y="468"/>
                </a:lnTo>
                <a:lnTo>
                  <a:pt x="516" y="469"/>
                </a:lnTo>
                <a:lnTo>
                  <a:pt x="515" y="469"/>
                </a:lnTo>
                <a:lnTo>
                  <a:pt x="512" y="469"/>
                </a:lnTo>
                <a:lnTo>
                  <a:pt x="510" y="468"/>
                </a:lnTo>
                <a:lnTo>
                  <a:pt x="509" y="468"/>
                </a:lnTo>
                <a:lnTo>
                  <a:pt x="507" y="469"/>
                </a:lnTo>
                <a:lnTo>
                  <a:pt x="506" y="469"/>
                </a:lnTo>
                <a:lnTo>
                  <a:pt x="506" y="468"/>
                </a:lnTo>
                <a:lnTo>
                  <a:pt x="504" y="468"/>
                </a:lnTo>
                <a:lnTo>
                  <a:pt x="504" y="469"/>
                </a:lnTo>
                <a:lnTo>
                  <a:pt x="503" y="469"/>
                </a:lnTo>
                <a:lnTo>
                  <a:pt x="502" y="469"/>
                </a:lnTo>
                <a:lnTo>
                  <a:pt x="501" y="469"/>
                </a:lnTo>
                <a:lnTo>
                  <a:pt x="500" y="469"/>
                </a:lnTo>
                <a:lnTo>
                  <a:pt x="499" y="469"/>
                </a:lnTo>
                <a:lnTo>
                  <a:pt x="499" y="468"/>
                </a:lnTo>
                <a:lnTo>
                  <a:pt x="500" y="468"/>
                </a:lnTo>
                <a:lnTo>
                  <a:pt x="500" y="467"/>
                </a:lnTo>
                <a:lnTo>
                  <a:pt x="499" y="467"/>
                </a:lnTo>
                <a:lnTo>
                  <a:pt x="499" y="468"/>
                </a:lnTo>
                <a:lnTo>
                  <a:pt x="498" y="468"/>
                </a:lnTo>
                <a:lnTo>
                  <a:pt x="498" y="469"/>
                </a:lnTo>
                <a:lnTo>
                  <a:pt x="496" y="469"/>
                </a:lnTo>
                <a:lnTo>
                  <a:pt x="495" y="470"/>
                </a:lnTo>
                <a:lnTo>
                  <a:pt x="494" y="471"/>
                </a:lnTo>
                <a:lnTo>
                  <a:pt x="493" y="471"/>
                </a:lnTo>
                <a:lnTo>
                  <a:pt x="492" y="471"/>
                </a:lnTo>
                <a:lnTo>
                  <a:pt x="491" y="471"/>
                </a:lnTo>
                <a:lnTo>
                  <a:pt x="490" y="472"/>
                </a:lnTo>
                <a:lnTo>
                  <a:pt x="490" y="471"/>
                </a:lnTo>
                <a:lnTo>
                  <a:pt x="486" y="474"/>
                </a:lnTo>
                <a:lnTo>
                  <a:pt x="486" y="473"/>
                </a:lnTo>
                <a:lnTo>
                  <a:pt x="484" y="472"/>
                </a:lnTo>
                <a:lnTo>
                  <a:pt x="483" y="472"/>
                </a:lnTo>
                <a:lnTo>
                  <a:pt x="482" y="471"/>
                </a:lnTo>
                <a:lnTo>
                  <a:pt x="481" y="471"/>
                </a:lnTo>
                <a:lnTo>
                  <a:pt x="481" y="470"/>
                </a:lnTo>
                <a:lnTo>
                  <a:pt x="481" y="469"/>
                </a:lnTo>
                <a:lnTo>
                  <a:pt x="480" y="469"/>
                </a:lnTo>
                <a:lnTo>
                  <a:pt x="479" y="469"/>
                </a:lnTo>
                <a:lnTo>
                  <a:pt x="481" y="471"/>
                </a:lnTo>
                <a:lnTo>
                  <a:pt x="481" y="472"/>
                </a:lnTo>
                <a:lnTo>
                  <a:pt x="479" y="472"/>
                </a:lnTo>
                <a:lnTo>
                  <a:pt x="480" y="473"/>
                </a:lnTo>
                <a:lnTo>
                  <a:pt x="480" y="474"/>
                </a:lnTo>
                <a:lnTo>
                  <a:pt x="481" y="475"/>
                </a:lnTo>
                <a:lnTo>
                  <a:pt x="481" y="476"/>
                </a:lnTo>
                <a:lnTo>
                  <a:pt x="480" y="476"/>
                </a:lnTo>
                <a:lnTo>
                  <a:pt x="480" y="477"/>
                </a:lnTo>
                <a:lnTo>
                  <a:pt x="479" y="478"/>
                </a:lnTo>
                <a:lnTo>
                  <a:pt x="479" y="479"/>
                </a:lnTo>
                <a:lnTo>
                  <a:pt x="479" y="480"/>
                </a:lnTo>
                <a:lnTo>
                  <a:pt x="478" y="480"/>
                </a:lnTo>
                <a:lnTo>
                  <a:pt x="477" y="480"/>
                </a:lnTo>
                <a:lnTo>
                  <a:pt x="476" y="481"/>
                </a:lnTo>
                <a:lnTo>
                  <a:pt x="476" y="480"/>
                </a:lnTo>
                <a:lnTo>
                  <a:pt x="476" y="479"/>
                </a:lnTo>
                <a:lnTo>
                  <a:pt x="475" y="479"/>
                </a:lnTo>
                <a:lnTo>
                  <a:pt x="475" y="480"/>
                </a:lnTo>
                <a:lnTo>
                  <a:pt x="474" y="480"/>
                </a:lnTo>
                <a:lnTo>
                  <a:pt x="474" y="481"/>
                </a:lnTo>
                <a:lnTo>
                  <a:pt x="474" y="482"/>
                </a:lnTo>
                <a:lnTo>
                  <a:pt x="475" y="482"/>
                </a:lnTo>
                <a:lnTo>
                  <a:pt x="474" y="482"/>
                </a:lnTo>
                <a:lnTo>
                  <a:pt x="474" y="483"/>
                </a:lnTo>
                <a:lnTo>
                  <a:pt x="473" y="483"/>
                </a:lnTo>
                <a:lnTo>
                  <a:pt x="473" y="484"/>
                </a:lnTo>
                <a:lnTo>
                  <a:pt x="473" y="483"/>
                </a:lnTo>
                <a:lnTo>
                  <a:pt x="473" y="482"/>
                </a:lnTo>
                <a:lnTo>
                  <a:pt x="473" y="481"/>
                </a:lnTo>
                <a:lnTo>
                  <a:pt x="472" y="480"/>
                </a:lnTo>
                <a:lnTo>
                  <a:pt x="471" y="480"/>
                </a:lnTo>
                <a:lnTo>
                  <a:pt x="470" y="480"/>
                </a:lnTo>
                <a:lnTo>
                  <a:pt x="470" y="482"/>
                </a:lnTo>
                <a:lnTo>
                  <a:pt x="468" y="483"/>
                </a:lnTo>
                <a:lnTo>
                  <a:pt x="468" y="484"/>
                </a:lnTo>
                <a:lnTo>
                  <a:pt x="467" y="484"/>
                </a:lnTo>
                <a:lnTo>
                  <a:pt x="466" y="484"/>
                </a:lnTo>
                <a:lnTo>
                  <a:pt x="466" y="485"/>
                </a:lnTo>
                <a:lnTo>
                  <a:pt x="465" y="485"/>
                </a:lnTo>
                <a:lnTo>
                  <a:pt x="466" y="485"/>
                </a:lnTo>
                <a:lnTo>
                  <a:pt x="466" y="486"/>
                </a:lnTo>
                <a:lnTo>
                  <a:pt x="465" y="486"/>
                </a:lnTo>
                <a:lnTo>
                  <a:pt x="464" y="486"/>
                </a:lnTo>
                <a:lnTo>
                  <a:pt x="464" y="487"/>
                </a:lnTo>
                <a:lnTo>
                  <a:pt x="464" y="488"/>
                </a:lnTo>
                <a:lnTo>
                  <a:pt x="463" y="488"/>
                </a:lnTo>
                <a:lnTo>
                  <a:pt x="462" y="489"/>
                </a:lnTo>
                <a:lnTo>
                  <a:pt x="461" y="489"/>
                </a:lnTo>
                <a:lnTo>
                  <a:pt x="461" y="488"/>
                </a:lnTo>
                <a:lnTo>
                  <a:pt x="460" y="489"/>
                </a:lnTo>
                <a:lnTo>
                  <a:pt x="460" y="490"/>
                </a:lnTo>
                <a:lnTo>
                  <a:pt x="459" y="490"/>
                </a:lnTo>
                <a:lnTo>
                  <a:pt x="458" y="490"/>
                </a:lnTo>
                <a:lnTo>
                  <a:pt x="458" y="489"/>
                </a:lnTo>
                <a:lnTo>
                  <a:pt x="458" y="488"/>
                </a:lnTo>
                <a:lnTo>
                  <a:pt x="458" y="487"/>
                </a:lnTo>
                <a:lnTo>
                  <a:pt x="459" y="487"/>
                </a:lnTo>
                <a:lnTo>
                  <a:pt x="460" y="487"/>
                </a:lnTo>
                <a:lnTo>
                  <a:pt x="461" y="487"/>
                </a:lnTo>
                <a:lnTo>
                  <a:pt x="461" y="486"/>
                </a:lnTo>
                <a:lnTo>
                  <a:pt x="461" y="485"/>
                </a:lnTo>
                <a:lnTo>
                  <a:pt x="460" y="485"/>
                </a:lnTo>
                <a:lnTo>
                  <a:pt x="459" y="486"/>
                </a:lnTo>
                <a:lnTo>
                  <a:pt x="459" y="487"/>
                </a:lnTo>
                <a:lnTo>
                  <a:pt x="458" y="487"/>
                </a:lnTo>
                <a:lnTo>
                  <a:pt x="458" y="485"/>
                </a:lnTo>
                <a:lnTo>
                  <a:pt x="459" y="485"/>
                </a:lnTo>
                <a:lnTo>
                  <a:pt x="459" y="484"/>
                </a:lnTo>
                <a:lnTo>
                  <a:pt x="458" y="483"/>
                </a:lnTo>
                <a:lnTo>
                  <a:pt x="459" y="483"/>
                </a:lnTo>
                <a:lnTo>
                  <a:pt x="459" y="482"/>
                </a:lnTo>
                <a:lnTo>
                  <a:pt x="459" y="481"/>
                </a:lnTo>
                <a:lnTo>
                  <a:pt x="459" y="480"/>
                </a:lnTo>
                <a:lnTo>
                  <a:pt x="458" y="481"/>
                </a:lnTo>
                <a:lnTo>
                  <a:pt x="459" y="482"/>
                </a:lnTo>
                <a:lnTo>
                  <a:pt x="458" y="483"/>
                </a:lnTo>
                <a:lnTo>
                  <a:pt x="457" y="483"/>
                </a:lnTo>
                <a:lnTo>
                  <a:pt x="458" y="485"/>
                </a:lnTo>
                <a:lnTo>
                  <a:pt x="458" y="486"/>
                </a:lnTo>
                <a:lnTo>
                  <a:pt x="458" y="487"/>
                </a:lnTo>
                <a:lnTo>
                  <a:pt x="457" y="488"/>
                </a:lnTo>
                <a:lnTo>
                  <a:pt x="456" y="488"/>
                </a:lnTo>
                <a:lnTo>
                  <a:pt x="456" y="487"/>
                </a:lnTo>
                <a:lnTo>
                  <a:pt x="454" y="488"/>
                </a:lnTo>
                <a:lnTo>
                  <a:pt x="453" y="487"/>
                </a:lnTo>
                <a:lnTo>
                  <a:pt x="452" y="488"/>
                </a:lnTo>
                <a:lnTo>
                  <a:pt x="451" y="488"/>
                </a:lnTo>
                <a:lnTo>
                  <a:pt x="450" y="488"/>
                </a:lnTo>
                <a:lnTo>
                  <a:pt x="449" y="487"/>
                </a:lnTo>
                <a:lnTo>
                  <a:pt x="449" y="486"/>
                </a:lnTo>
                <a:lnTo>
                  <a:pt x="448" y="486"/>
                </a:lnTo>
                <a:lnTo>
                  <a:pt x="448" y="485"/>
                </a:lnTo>
                <a:lnTo>
                  <a:pt x="448" y="484"/>
                </a:lnTo>
                <a:lnTo>
                  <a:pt x="447" y="484"/>
                </a:lnTo>
                <a:lnTo>
                  <a:pt x="446" y="484"/>
                </a:lnTo>
                <a:lnTo>
                  <a:pt x="446" y="485"/>
                </a:lnTo>
                <a:lnTo>
                  <a:pt x="447" y="485"/>
                </a:lnTo>
                <a:lnTo>
                  <a:pt x="449" y="487"/>
                </a:lnTo>
                <a:lnTo>
                  <a:pt x="449" y="488"/>
                </a:lnTo>
                <a:lnTo>
                  <a:pt x="446" y="489"/>
                </a:lnTo>
                <a:lnTo>
                  <a:pt x="448" y="490"/>
                </a:lnTo>
                <a:lnTo>
                  <a:pt x="447" y="491"/>
                </a:lnTo>
                <a:lnTo>
                  <a:pt x="446" y="491"/>
                </a:lnTo>
                <a:lnTo>
                  <a:pt x="445" y="490"/>
                </a:lnTo>
                <a:lnTo>
                  <a:pt x="444" y="490"/>
                </a:lnTo>
                <a:lnTo>
                  <a:pt x="444" y="491"/>
                </a:lnTo>
                <a:lnTo>
                  <a:pt x="445" y="491"/>
                </a:lnTo>
                <a:lnTo>
                  <a:pt x="446" y="491"/>
                </a:lnTo>
                <a:lnTo>
                  <a:pt x="448" y="492"/>
                </a:lnTo>
                <a:lnTo>
                  <a:pt x="448" y="493"/>
                </a:lnTo>
                <a:lnTo>
                  <a:pt x="447" y="494"/>
                </a:lnTo>
                <a:lnTo>
                  <a:pt x="447" y="495"/>
                </a:lnTo>
                <a:lnTo>
                  <a:pt x="448" y="495"/>
                </a:lnTo>
                <a:lnTo>
                  <a:pt x="449" y="495"/>
                </a:lnTo>
                <a:lnTo>
                  <a:pt x="449" y="496"/>
                </a:lnTo>
                <a:lnTo>
                  <a:pt x="448" y="496"/>
                </a:lnTo>
                <a:lnTo>
                  <a:pt x="447" y="496"/>
                </a:lnTo>
                <a:lnTo>
                  <a:pt x="446" y="497"/>
                </a:lnTo>
                <a:lnTo>
                  <a:pt x="445" y="497"/>
                </a:lnTo>
                <a:lnTo>
                  <a:pt x="444" y="497"/>
                </a:lnTo>
                <a:lnTo>
                  <a:pt x="444" y="496"/>
                </a:lnTo>
                <a:lnTo>
                  <a:pt x="443" y="496"/>
                </a:lnTo>
                <a:lnTo>
                  <a:pt x="443" y="497"/>
                </a:lnTo>
                <a:lnTo>
                  <a:pt x="442" y="497"/>
                </a:lnTo>
                <a:lnTo>
                  <a:pt x="442" y="498"/>
                </a:lnTo>
                <a:lnTo>
                  <a:pt x="442" y="499"/>
                </a:lnTo>
                <a:lnTo>
                  <a:pt x="443" y="499"/>
                </a:lnTo>
                <a:lnTo>
                  <a:pt x="444" y="499"/>
                </a:lnTo>
                <a:lnTo>
                  <a:pt x="443" y="499"/>
                </a:lnTo>
                <a:lnTo>
                  <a:pt x="444" y="500"/>
                </a:lnTo>
                <a:lnTo>
                  <a:pt x="443" y="500"/>
                </a:lnTo>
                <a:lnTo>
                  <a:pt x="442" y="501"/>
                </a:lnTo>
                <a:lnTo>
                  <a:pt x="440" y="501"/>
                </a:lnTo>
                <a:lnTo>
                  <a:pt x="439" y="501"/>
                </a:lnTo>
                <a:lnTo>
                  <a:pt x="439" y="500"/>
                </a:lnTo>
                <a:lnTo>
                  <a:pt x="438" y="501"/>
                </a:lnTo>
                <a:lnTo>
                  <a:pt x="438" y="502"/>
                </a:lnTo>
                <a:lnTo>
                  <a:pt x="438" y="503"/>
                </a:lnTo>
                <a:lnTo>
                  <a:pt x="437" y="503"/>
                </a:lnTo>
                <a:lnTo>
                  <a:pt x="437" y="504"/>
                </a:lnTo>
                <a:lnTo>
                  <a:pt x="436" y="504"/>
                </a:lnTo>
                <a:lnTo>
                  <a:pt x="437" y="504"/>
                </a:lnTo>
                <a:lnTo>
                  <a:pt x="437" y="505"/>
                </a:lnTo>
                <a:lnTo>
                  <a:pt x="436" y="505"/>
                </a:lnTo>
                <a:lnTo>
                  <a:pt x="435" y="504"/>
                </a:lnTo>
                <a:lnTo>
                  <a:pt x="435" y="503"/>
                </a:lnTo>
                <a:lnTo>
                  <a:pt x="433" y="502"/>
                </a:lnTo>
                <a:lnTo>
                  <a:pt x="432" y="501"/>
                </a:lnTo>
                <a:lnTo>
                  <a:pt x="432" y="502"/>
                </a:lnTo>
                <a:lnTo>
                  <a:pt x="431" y="502"/>
                </a:lnTo>
                <a:lnTo>
                  <a:pt x="432" y="504"/>
                </a:lnTo>
                <a:lnTo>
                  <a:pt x="431" y="504"/>
                </a:lnTo>
                <a:lnTo>
                  <a:pt x="430" y="503"/>
                </a:lnTo>
                <a:lnTo>
                  <a:pt x="430" y="504"/>
                </a:lnTo>
                <a:lnTo>
                  <a:pt x="429" y="504"/>
                </a:lnTo>
                <a:lnTo>
                  <a:pt x="428" y="504"/>
                </a:lnTo>
                <a:lnTo>
                  <a:pt x="428" y="505"/>
                </a:lnTo>
                <a:lnTo>
                  <a:pt x="427" y="504"/>
                </a:lnTo>
                <a:lnTo>
                  <a:pt x="426" y="504"/>
                </a:lnTo>
                <a:lnTo>
                  <a:pt x="426" y="505"/>
                </a:lnTo>
                <a:lnTo>
                  <a:pt x="425" y="505"/>
                </a:lnTo>
                <a:lnTo>
                  <a:pt x="424" y="505"/>
                </a:lnTo>
                <a:lnTo>
                  <a:pt x="424" y="504"/>
                </a:lnTo>
                <a:lnTo>
                  <a:pt x="423" y="503"/>
                </a:lnTo>
                <a:lnTo>
                  <a:pt x="423" y="504"/>
                </a:lnTo>
                <a:lnTo>
                  <a:pt x="423" y="505"/>
                </a:lnTo>
                <a:lnTo>
                  <a:pt x="422" y="506"/>
                </a:lnTo>
                <a:lnTo>
                  <a:pt x="421" y="506"/>
                </a:lnTo>
                <a:lnTo>
                  <a:pt x="422" y="506"/>
                </a:lnTo>
                <a:lnTo>
                  <a:pt x="423" y="507"/>
                </a:lnTo>
                <a:lnTo>
                  <a:pt x="423" y="508"/>
                </a:lnTo>
                <a:lnTo>
                  <a:pt x="422" y="508"/>
                </a:lnTo>
                <a:lnTo>
                  <a:pt x="422" y="509"/>
                </a:lnTo>
                <a:lnTo>
                  <a:pt x="421" y="510"/>
                </a:lnTo>
                <a:lnTo>
                  <a:pt x="420" y="511"/>
                </a:lnTo>
                <a:lnTo>
                  <a:pt x="421" y="511"/>
                </a:lnTo>
                <a:lnTo>
                  <a:pt x="421" y="512"/>
                </a:lnTo>
                <a:lnTo>
                  <a:pt x="421" y="514"/>
                </a:lnTo>
                <a:lnTo>
                  <a:pt x="419" y="514"/>
                </a:lnTo>
                <a:lnTo>
                  <a:pt x="418" y="513"/>
                </a:lnTo>
                <a:lnTo>
                  <a:pt x="415" y="514"/>
                </a:lnTo>
                <a:lnTo>
                  <a:pt x="412" y="515"/>
                </a:lnTo>
                <a:lnTo>
                  <a:pt x="411" y="515"/>
                </a:lnTo>
                <a:lnTo>
                  <a:pt x="409" y="516"/>
                </a:lnTo>
                <a:lnTo>
                  <a:pt x="410" y="516"/>
                </a:lnTo>
                <a:lnTo>
                  <a:pt x="409" y="517"/>
                </a:lnTo>
                <a:lnTo>
                  <a:pt x="410" y="519"/>
                </a:lnTo>
                <a:lnTo>
                  <a:pt x="408" y="521"/>
                </a:lnTo>
                <a:lnTo>
                  <a:pt x="406" y="518"/>
                </a:lnTo>
                <a:lnTo>
                  <a:pt x="406" y="519"/>
                </a:lnTo>
                <a:lnTo>
                  <a:pt x="405" y="520"/>
                </a:lnTo>
                <a:lnTo>
                  <a:pt x="407" y="521"/>
                </a:lnTo>
                <a:lnTo>
                  <a:pt x="399" y="527"/>
                </a:lnTo>
                <a:lnTo>
                  <a:pt x="397" y="526"/>
                </a:lnTo>
                <a:lnTo>
                  <a:pt x="397" y="527"/>
                </a:lnTo>
                <a:lnTo>
                  <a:pt x="396" y="527"/>
                </a:lnTo>
                <a:lnTo>
                  <a:pt x="396" y="529"/>
                </a:lnTo>
                <a:lnTo>
                  <a:pt x="396" y="530"/>
                </a:lnTo>
                <a:lnTo>
                  <a:pt x="395" y="530"/>
                </a:lnTo>
                <a:lnTo>
                  <a:pt x="394" y="529"/>
                </a:lnTo>
                <a:lnTo>
                  <a:pt x="392" y="527"/>
                </a:lnTo>
                <a:lnTo>
                  <a:pt x="391" y="528"/>
                </a:lnTo>
                <a:lnTo>
                  <a:pt x="392" y="528"/>
                </a:lnTo>
                <a:lnTo>
                  <a:pt x="392" y="529"/>
                </a:lnTo>
                <a:lnTo>
                  <a:pt x="392" y="530"/>
                </a:lnTo>
                <a:lnTo>
                  <a:pt x="392" y="531"/>
                </a:lnTo>
                <a:lnTo>
                  <a:pt x="392" y="532"/>
                </a:lnTo>
                <a:lnTo>
                  <a:pt x="392" y="533"/>
                </a:lnTo>
                <a:lnTo>
                  <a:pt x="391" y="533"/>
                </a:lnTo>
                <a:lnTo>
                  <a:pt x="390" y="533"/>
                </a:lnTo>
                <a:lnTo>
                  <a:pt x="390" y="534"/>
                </a:lnTo>
                <a:lnTo>
                  <a:pt x="391" y="534"/>
                </a:lnTo>
                <a:lnTo>
                  <a:pt x="391" y="535"/>
                </a:lnTo>
                <a:lnTo>
                  <a:pt x="390" y="535"/>
                </a:lnTo>
                <a:lnTo>
                  <a:pt x="389" y="534"/>
                </a:lnTo>
                <a:lnTo>
                  <a:pt x="389" y="535"/>
                </a:lnTo>
                <a:lnTo>
                  <a:pt x="388" y="536"/>
                </a:lnTo>
                <a:lnTo>
                  <a:pt x="388" y="537"/>
                </a:lnTo>
                <a:lnTo>
                  <a:pt x="388" y="538"/>
                </a:lnTo>
                <a:lnTo>
                  <a:pt x="387" y="538"/>
                </a:lnTo>
                <a:lnTo>
                  <a:pt x="386" y="538"/>
                </a:lnTo>
                <a:lnTo>
                  <a:pt x="387" y="538"/>
                </a:lnTo>
                <a:lnTo>
                  <a:pt x="387" y="537"/>
                </a:lnTo>
                <a:lnTo>
                  <a:pt x="387" y="536"/>
                </a:lnTo>
                <a:lnTo>
                  <a:pt x="386" y="535"/>
                </a:lnTo>
                <a:lnTo>
                  <a:pt x="386" y="536"/>
                </a:lnTo>
                <a:lnTo>
                  <a:pt x="385" y="536"/>
                </a:lnTo>
                <a:lnTo>
                  <a:pt x="386" y="536"/>
                </a:lnTo>
                <a:lnTo>
                  <a:pt x="386" y="537"/>
                </a:lnTo>
                <a:lnTo>
                  <a:pt x="386" y="539"/>
                </a:lnTo>
                <a:lnTo>
                  <a:pt x="386" y="540"/>
                </a:lnTo>
                <a:lnTo>
                  <a:pt x="386" y="541"/>
                </a:lnTo>
                <a:lnTo>
                  <a:pt x="387" y="542"/>
                </a:lnTo>
                <a:lnTo>
                  <a:pt x="387" y="543"/>
                </a:lnTo>
                <a:lnTo>
                  <a:pt x="386" y="543"/>
                </a:lnTo>
                <a:lnTo>
                  <a:pt x="385" y="542"/>
                </a:lnTo>
                <a:lnTo>
                  <a:pt x="383" y="545"/>
                </a:lnTo>
                <a:lnTo>
                  <a:pt x="382" y="546"/>
                </a:lnTo>
                <a:lnTo>
                  <a:pt x="381" y="546"/>
                </a:lnTo>
                <a:lnTo>
                  <a:pt x="381" y="545"/>
                </a:lnTo>
                <a:lnTo>
                  <a:pt x="380" y="545"/>
                </a:lnTo>
                <a:lnTo>
                  <a:pt x="381" y="546"/>
                </a:lnTo>
                <a:lnTo>
                  <a:pt x="381" y="547"/>
                </a:lnTo>
                <a:lnTo>
                  <a:pt x="380" y="548"/>
                </a:lnTo>
                <a:lnTo>
                  <a:pt x="380" y="547"/>
                </a:lnTo>
                <a:lnTo>
                  <a:pt x="379" y="547"/>
                </a:lnTo>
                <a:lnTo>
                  <a:pt x="379" y="548"/>
                </a:lnTo>
                <a:lnTo>
                  <a:pt x="376" y="548"/>
                </a:lnTo>
                <a:lnTo>
                  <a:pt x="376" y="546"/>
                </a:lnTo>
                <a:lnTo>
                  <a:pt x="375" y="547"/>
                </a:lnTo>
                <a:lnTo>
                  <a:pt x="372" y="547"/>
                </a:lnTo>
                <a:lnTo>
                  <a:pt x="371" y="547"/>
                </a:lnTo>
                <a:lnTo>
                  <a:pt x="370" y="548"/>
                </a:lnTo>
                <a:lnTo>
                  <a:pt x="370" y="549"/>
                </a:lnTo>
                <a:lnTo>
                  <a:pt x="370" y="550"/>
                </a:lnTo>
                <a:lnTo>
                  <a:pt x="367" y="552"/>
                </a:lnTo>
                <a:lnTo>
                  <a:pt x="366" y="553"/>
                </a:lnTo>
                <a:lnTo>
                  <a:pt x="365" y="553"/>
                </a:lnTo>
                <a:lnTo>
                  <a:pt x="366" y="554"/>
                </a:lnTo>
                <a:lnTo>
                  <a:pt x="364" y="557"/>
                </a:lnTo>
                <a:lnTo>
                  <a:pt x="363" y="556"/>
                </a:lnTo>
                <a:lnTo>
                  <a:pt x="363" y="557"/>
                </a:lnTo>
                <a:lnTo>
                  <a:pt x="365" y="558"/>
                </a:lnTo>
                <a:lnTo>
                  <a:pt x="365" y="559"/>
                </a:lnTo>
                <a:lnTo>
                  <a:pt x="364" y="560"/>
                </a:lnTo>
                <a:lnTo>
                  <a:pt x="363" y="560"/>
                </a:lnTo>
                <a:lnTo>
                  <a:pt x="362" y="558"/>
                </a:lnTo>
                <a:lnTo>
                  <a:pt x="362" y="559"/>
                </a:lnTo>
                <a:lnTo>
                  <a:pt x="360" y="562"/>
                </a:lnTo>
                <a:lnTo>
                  <a:pt x="359" y="562"/>
                </a:lnTo>
                <a:lnTo>
                  <a:pt x="358" y="562"/>
                </a:lnTo>
                <a:lnTo>
                  <a:pt x="357" y="562"/>
                </a:lnTo>
                <a:lnTo>
                  <a:pt x="358" y="562"/>
                </a:lnTo>
                <a:lnTo>
                  <a:pt x="359" y="563"/>
                </a:lnTo>
                <a:lnTo>
                  <a:pt x="360" y="563"/>
                </a:lnTo>
                <a:lnTo>
                  <a:pt x="360" y="564"/>
                </a:lnTo>
                <a:lnTo>
                  <a:pt x="360" y="565"/>
                </a:lnTo>
                <a:lnTo>
                  <a:pt x="359" y="566"/>
                </a:lnTo>
                <a:lnTo>
                  <a:pt x="359" y="567"/>
                </a:lnTo>
                <a:lnTo>
                  <a:pt x="359" y="568"/>
                </a:lnTo>
                <a:lnTo>
                  <a:pt x="359" y="569"/>
                </a:lnTo>
                <a:lnTo>
                  <a:pt x="358" y="569"/>
                </a:lnTo>
                <a:lnTo>
                  <a:pt x="357" y="569"/>
                </a:lnTo>
                <a:lnTo>
                  <a:pt x="356" y="569"/>
                </a:lnTo>
                <a:lnTo>
                  <a:pt x="356" y="570"/>
                </a:lnTo>
                <a:lnTo>
                  <a:pt x="356" y="571"/>
                </a:lnTo>
                <a:lnTo>
                  <a:pt x="355" y="571"/>
                </a:lnTo>
                <a:lnTo>
                  <a:pt x="354" y="571"/>
                </a:lnTo>
                <a:lnTo>
                  <a:pt x="353" y="572"/>
                </a:lnTo>
                <a:lnTo>
                  <a:pt x="352" y="573"/>
                </a:lnTo>
                <a:lnTo>
                  <a:pt x="351" y="574"/>
                </a:lnTo>
                <a:lnTo>
                  <a:pt x="350" y="575"/>
                </a:lnTo>
                <a:lnTo>
                  <a:pt x="350" y="576"/>
                </a:lnTo>
                <a:lnTo>
                  <a:pt x="350" y="577"/>
                </a:lnTo>
                <a:lnTo>
                  <a:pt x="349" y="577"/>
                </a:lnTo>
                <a:lnTo>
                  <a:pt x="348" y="577"/>
                </a:lnTo>
                <a:lnTo>
                  <a:pt x="348" y="578"/>
                </a:lnTo>
                <a:lnTo>
                  <a:pt x="348" y="579"/>
                </a:lnTo>
                <a:lnTo>
                  <a:pt x="348" y="580"/>
                </a:lnTo>
                <a:lnTo>
                  <a:pt x="349" y="580"/>
                </a:lnTo>
                <a:lnTo>
                  <a:pt x="349" y="581"/>
                </a:lnTo>
                <a:lnTo>
                  <a:pt x="348" y="581"/>
                </a:lnTo>
                <a:lnTo>
                  <a:pt x="348" y="582"/>
                </a:lnTo>
                <a:lnTo>
                  <a:pt x="348" y="583"/>
                </a:lnTo>
                <a:lnTo>
                  <a:pt x="347" y="583"/>
                </a:lnTo>
                <a:lnTo>
                  <a:pt x="346" y="583"/>
                </a:lnTo>
                <a:lnTo>
                  <a:pt x="347" y="583"/>
                </a:lnTo>
                <a:lnTo>
                  <a:pt x="348" y="583"/>
                </a:lnTo>
                <a:lnTo>
                  <a:pt x="349" y="584"/>
                </a:lnTo>
                <a:lnTo>
                  <a:pt x="349" y="585"/>
                </a:lnTo>
                <a:lnTo>
                  <a:pt x="350" y="585"/>
                </a:lnTo>
                <a:lnTo>
                  <a:pt x="351" y="585"/>
                </a:lnTo>
                <a:lnTo>
                  <a:pt x="352" y="585"/>
                </a:lnTo>
                <a:lnTo>
                  <a:pt x="353" y="585"/>
                </a:lnTo>
                <a:lnTo>
                  <a:pt x="354" y="585"/>
                </a:lnTo>
                <a:lnTo>
                  <a:pt x="354" y="586"/>
                </a:lnTo>
                <a:lnTo>
                  <a:pt x="353" y="586"/>
                </a:lnTo>
                <a:lnTo>
                  <a:pt x="353" y="585"/>
                </a:lnTo>
                <a:lnTo>
                  <a:pt x="352" y="585"/>
                </a:lnTo>
                <a:lnTo>
                  <a:pt x="352" y="586"/>
                </a:lnTo>
                <a:lnTo>
                  <a:pt x="351" y="586"/>
                </a:lnTo>
                <a:lnTo>
                  <a:pt x="350" y="587"/>
                </a:lnTo>
                <a:lnTo>
                  <a:pt x="349" y="587"/>
                </a:lnTo>
                <a:lnTo>
                  <a:pt x="349" y="588"/>
                </a:lnTo>
                <a:lnTo>
                  <a:pt x="349" y="589"/>
                </a:lnTo>
                <a:lnTo>
                  <a:pt x="348" y="589"/>
                </a:lnTo>
                <a:lnTo>
                  <a:pt x="348" y="590"/>
                </a:lnTo>
                <a:lnTo>
                  <a:pt x="347" y="590"/>
                </a:lnTo>
                <a:lnTo>
                  <a:pt x="347" y="591"/>
                </a:lnTo>
                <a:lnTo>
                  <a:pt x="346" y="591"/>
                </a:lnTo>
                <a:lnTo>
                  <a:pt x="347" y="591"/>
                </a:lnTo>
                <a:lnTo>
                  <a:pt x="347" y="592"/>
                </a:lnTo>
                <a:lnTo>
                  <a:pt x="346" y="592"/>
                </a:lnTo>
                <a:lnTo>
                  <a:pt x="345" y="592"/>
                </a:lnTo>
                <a:lnTo>
                  <a:pt x="345" y="593"/>
                </a:lnTo>
                <a:lnTo>
                  <a:pt x="344" y="592"/>
                </a:lnTo>
                <a:lnTo>
                  <a:pt x="343" y="592"/>
                </a:lnTo>
                <a:lnTo>
                  <a:pt x="343" y="591"/>
                </a:lnTo>
                <a:lnTo>
                  <a:pt x="342" y="591"/>
                </a:lnTo>
                <a:lnTo>
                  <a:pt x="342" y="592"/>
                </a:lnTo>
                <a:lnTo>
                  <a:pt x="343" y="594"/>
                </a:lnTo>
                <a:lnTo>
                  <a:pt x="343" y="595"/>
                </a:lnTo>
                <a:lnTo>
                  <a:pt x="344" y="596"/>
                </a:lnTo>
                <a:lnTo>
                  <a:pt x="345" y="596"/>
                </a:lnTo>
                <a:lnTo>
                  <a:pt x="345" y="597"/>
                </a:lnTo>
                <a:lnTo>
                  <a:pt x="346" y="597"/>
                </a:lnTo>
                <a:lnTo>
                  <a:pt x="347" y="598"/>
                </a:lnTo>
                <a:lnTo>
                  <a:pt x="346" y="598"/>
                </a:lnTo>
                <a:lnTo>
                  <a:pt x="346" y="599"/>
                </a:lnTo>
                <a:lnTo>
                  <a:pt x="346" y="598"/>
                </a:lnTo>
                <a:lnTo>
                  <a:pt x="345" y="598"/>
                </a:lnTo>
                <a:lnTo>
                  <a:pt x="344" y="598"/>
                </a:lnTo>
                <a:lnTo>
                  <a:pt x="343" y="598"/>
                </a:lnTo>
                <a:lnTo>
                  <a:pt x="342" y="597"/>
                </a:lnTo>
                <a:lnTo>
                  <a:pt x="341" y="597"/>
                </a:lnTo>
                <a:lnTo>
                  <a:pt x="340" y="598"/>
                </a:lnTo>
                <a:lnTo>
                  <a:pt x="339" y="599"/>
                </a:lnTo>
                <a:lnTo>
                  <a:pt x="338" y="600"/>
                </a:lnTo>
                <a:lnTo>
                  <a:pt x="338" y="602"/>
                </a:lnTo>
                <a:lnTo>
                  <a:pt x="338" y="604"/>
                </a:lnTo>
                <a:lnTo>
                  <a:pt x="337" y="604"/>
                </a:lnTo>
                <a:lnTo>
                  <a:pt x="336" y="604"/>
                </a:lnTo>
                <a:lnTo>
                  <a:pt x="335" y="603"/>
                </a:lnTo>
                <a:lnTo>
                  <a:pt x="334" y="603"/>
                </a:lnTo>
                <a:lnTo>
                  <a:pt x="334" y="602"/>
                </a:lnTo>
                <a:lnTo>
                  <a:pt x="333" y="602"/>
                </a:lnTo>
                <a:lnTo>
                  <a:pt x="332" y="602"/>
                </a:lnTo>
                <a:lnTo>
                  <a:pt x="331" y="602"/>
                </a:lnTo>
                <a:lnTo>
                  <a:pt x="331" y="603"/>
                </a:lnTo>
                <a:lnTo>
                  <a:pt x="331" y="604"/>
                </a:lnTo>
                <a:lnTo>
                  <a:pt x="332" y="604"/>
                </a:lnTo>
                <a:lnTo>
                  <a:pt x="333" y="606"/>
                </a:lnTo>
                <a:lnTo>
                  <a:pt x="334" y="607"/>
                </a:lnTo>
                <a:lnTo>
                  <a:pt x="333" y="607"/>
                </a:lnTo>
                <a:lnTo>
                  <a:pt x="332" y="606"/>
                </a:lnTo>
                <a:lnTo>
                  <a:pt x="332" y="605"/>
                </a:lnTo>
                <a:lnTo>
                  <a:pt x="331" y="605"/>
                </a:lnTo>
                <a:lnTo>
                  <a:pt x="331" y="606"/>
                </a:lnTo>
                <a:lnTo>
                  <a:pt x="330" y="606"/>
                </a:lnTo>
                <a:lnTo>
                  <a:pt x="328" y="605"/>
                </a:lnTo>
                <a:lnTo>
                  <a:pt x="327" y="605"/>
                </a:lnTo>
                <a:lnTo>
                  <a:pt x="326" y="605"/>
                </a:lnTo>
                <a:lnTo>
                  <a:pt x="325" y="605"/>
                </a:lnTo>
                <a:lnTo>
                  <a:pt x="326" y="606"/>
                </a:lnTo>
                <a:lnTo>
                  <a:pt x="326" y="607"/>
                </a:lnTo>
                <a:lnTo>
                  <a:pt x="327" y="607"/>
                </a:lnTo>
                <a:lnTo>
                  <a:pt x="328" y="608"/>
                </a:lnTo>
                <a:lnTo>
                  <a:pt x="329" y="609"/>
                </a:lnTo>
                <a:lnTo>
                  <a:pt x="332" y="610"/>
                </a:lnTo>
                <a:lnTo>
                  <a:pt x="332" y="611"/>
                </a:lnTo>
                <a:lnTo>
                  <a:pt x="332" y="613"/>
                </a:lnTo>
                <a:lnTo>
                  <a:pt x="333" y="614"/>
                </a:lnTo>
                <a:lnTo>
                  <a:pt x="332" y="614"/>
                </a:lnTo>
                <a:lnTo>
                  <a:pt x="332" y="615"/>
                </a:lnTo>
                <a:lnTo>
                  <a:pt x="331" y="616"/>
                </a:lnTo>
                <a:lnTo>
                  <a:pt x="330" y="617"/>
                </a:lnTo>
                <a:lnTo>
                  <a:pt x="329" y="618"/>
                </a:lnTo>
                <a:lnTo>
                  <a:pt x="328" y="617"/>
                </a:lnTo>
                <a:lnTo>
                  <a:pt x="327" y="617"/>
                </a:lnTo>
                <a:lnTo>
                  <a:pt x="326" y="617"/>
                </a:lnTo>
                <a:lnTo>
                  <a:pt x="326" y="616"/>
                </a:lnTo>
                <a:lnTo>
                  <a:pt x="327" y="616"/>
                </a:lnTo>
                <a:lnTo>
                  <a:pt x="327" y="615"/>
                </a:lnTo>
                <a:lnTo>
                  <a:pt x="326" y="614"/>
                </a:lnTo>
                <a:lnTo>
                  <a:pt x="325" y="614"/>
                </a:lnTo>
                <a:lnTo>
                  <a:pt x="325" y="615"/>
                </a:lnTo>
                <a:lnTo>
                  <a:pt x="324" y="615"/>
                </a:lnTo>
                <a:lnTo>
                  <a:pt x="324" y="614"/>
                </a:lnTo>
                <a:lnTo>
                  <a:pt x="323" y="613"/>
                </a:lnTo>
                <a:lnTo>
                  <a:pt x="322" y="612"/>
                </a:lnTo>
                <a:lnTo>
                  <a:pt x="322" y="611"/>
                </a:lnTo>
                <a:lnTo>
                  <a:pt x="322" y="610"/>
                </a:lnTo>
                <a:lnTo>
                  <a:pt x="321" y="609"/>
                </a:lnTo>
                <a:lnTo>
                  <a:pt x="321" y="608"/>
                </a:lnTo>
                <a:lnTo>
                  <a:pt x="320" y="608"/>
                </a:lnTo>
                <a:lnTo>
                  <a:pt x="319" y="608"/>
                </a:lnTo>
                <a:lnTo>
                  <a:pt x="318" y="608"/>
                </a:lnTo>
                <a:lnTo>
                  <a:pt x="317" y="608"/>
                </a:lnTo>
                <a:lnTo>
                  <a:pt x="316" y="608"/>
                </a:lnTo>
                <a:lnTo>
                  <a:pt x="315" y="608"/>
                </a:lnTo>
                <a:lnTo>
                  <a:pt x="314" y="608"/>
                </a:lnTo>
                <a:lnTo>
                  <a:pt x="314" y="609"/>
                </a:lnTo>
                <a:lnTo>
                  <a:pt x="315" y="608"/>
                </a:lnTo>
                <a:lnTo>
                  <a:pt x="316" y="609"/>
                </a:lnTo>
                <a:lnTo>
                  <a:pt x="317" y="610"/>
                </a:lnTo>
                <a:lnTo>
                  <a:pt x="317" y="611"/>
                </a:lnTo>
                <a:lnTo>
                  <a:pt x="316" y="611"/>
                </a:lnTo>
                <a:lnTo>
                  <a:pt x="315" y="612"/>
                </a:lnTo>
                <a:lnTo>
                  <a:pt x="314" y="612"/>
                </a:lnTo>
                <a:lnTo>
                  <a:pt x="313" y="612"/>
                </a:lnTo>
                <a:lnTo>
                  <a:pt x="314" y="611"/>
                </a:lnTo>
                <a:lnTo>
                  <a:pt x="313" y="611"/>
                </a:lnTo>
                <a:lnTo>
                  <a:pt x="312" y="610"/>
                </a:lnTo>
                <a:lnTo>
                  <a:pt x="311" y="611"/>
                </a:lnTo>
                <a:lnTo>
                  <a:pt x="311" y="612"/>
                </a:lnTo>
                <a:lnTo>
                  <a:pt x="310" y="612"/>
                </a:lnTo>
                <a:lnTo>
                  <a:pt x="310" y="611"/>
                </a:lnTo>
                <a:lnTo>
                  <a:pt x="309" y="611"/>
                </a:lnTo>
                <a:lnTo>
                  <a:pt x="308" y="612"/>
                </a:lnTo>
                <a:lnTo>
                  <a:pt x="306" y="613"/>
                </a:lnTo>
                <a:lnTo>
                  <a:pt x="306" y="614"/>
                </a:lnTo>
                <a:lnTo>
                  <a:pt x="308" y="614"/>
                </a:lnTo>
                <a:lnTo>
                  <a:pt x="309" y="614"/>
                </a:lnTo>
                <a:lnTo>
                  <a:pt x="309" y="615"/>
                </a:lnTo>
                <a:lnTo>
                  <a:pt x="310" y="616"/>
                </a:lnTo>
                <a:lnTo>
                  <a:pt x="310" y="617"/>
                </a:lnTo>
                <a:lnTo>
                  <a:pt x="309" y="617"/>
                </a:lnTo>
                <a:lnTo>
                  <a:pt x="309" y="618"/>
                </a:lnTo>
                <a:lnTo>
                  <a:pt x="308" y="619"/>
                </a:lnTo>
                <a:lnTo>
                  <a:pt x="308" y="618"/>
                </a:lnTo>
                <a:lnTo>
                  <a:pt x="307" y="619"/>
                </a:lnTo>
                <a:lnTo>
                  <a:pt x="306" y="620"/>
                </a:lnTo>
                <a:lnTo>
                  <a:pt x="305" y="621"/>
                </a:lnTo>
                <a:lnTo>
                  <a:pt x="306" y="622"/>
                </a:lnTo>
                <a:lnTo>
                  <a:pt x="305" y="623"/>
                </a:lnTo>
                <a:lnTo>
                  <a:pt x="306" y="624"/>
                </a:lnTo>
                <a:lnTo>
                  <a:pt x="306" y="623"/>
                </a:lnTo>
                <a:lnTo>
                  <a:pt x="307" y="623"/>
                </a:lnTo>
                <a:lnTo>
                  <a:pt x="307" y="622"/>
                </a:lnTo>
                <a:lnTo>
                  <a:pt x="308" y="621"/>
                </a:lnTo>
                <a:lnTo>
                  <a:pt x="309" y="621"/>
                </a:lnTo>
                <a:lnTo>
                  <a:pt x="309" y="622"/>
                </a:lnTo>
                <a:lnTo>
                  <a:pt x="309" y="623"/>
                </a:lnTo>
                <a:lnTo>
                  <a:pt x="310" y="623"/>
                </a:lnTo>
                <a:lnTo>
                  <a:pt x="310" y="622"/>
                </a:lnTo>
                <a:lnTo>
                  <a:pt x="311" y="622"/>
                </a:lnTo>
                <a:lnTo>
                  <a:pt x="312" y="622"/>
                </a:lnTo>
                <a:lnTo>
                  <a:pt x="313" y="623"/>
                </a:lnTo>
                <a:lnTo>
                  <a:pt x="314" y="623"/>
                </a:lnTo>
                <a:lnTo>
                  <a:pt x="316" y="623"/>
                </a:lnTo>
                <a:lnTo>
                  <a:pt x="316" y="624"/>
                </a:lnTo>
                <a:lnTo>
                  <a:pt x="317" y="625"/>
                </a:lnTo>
                <a:lnTo>
                  <a:pt x="316" y="625"/>
                </a:lnTo>
                <a:lnTo>
                  <a:pt x="316" y="626"/>
                </a:lnTo>
                <a:lnTo>
                  <a:pt x="316" y="627"/>
                </a:lnTo>
                <a:lnTo>
                  <a:pt x="316" y="628"/>
                </a:lnTo>
                <a:lnTo>
                  <a:pt x="316" y="629"/>
                </a:lnTo>
                <a:lnTo>
                  <a:pt x="315" y="630"/>
                </a:lnTo>
                <a:lnTo>
                  <a:pt x="315" y="631"/>
                </a:lnTo>
                <a:lnTo>
                  <a:pt x="315" y="630"/>
                </a:lnTo>
                <a:lnTo>
                  <a:pt x="314" y="630"/>
                </a:lnTo>
                <a:lnTo>
                  <a:pt x="314" y="629"/>
                </a:lnTo>
                <a:lnTo>
                  <a:pt x="313" y="629"/>
                </a:lnTo>
                <a:lnTo>
                  <a:pt x="313" y="630"/>
                </a:lnTo>
                <a:lnTo>
                  <a:pt x="313" y="631"/>
                </a:lnTo>
                <a:lnTo>
                  <a:pt x="312" y="631"/>
                </a:lnTo>
                <a:lnTo>
                  <a:pt x="311" y="631"/>
                </a:lnTo>
                <a:lnTo>
                  <a:pt x="311" y="632"/>
                </a:lnTo>
                <a:lnTo>
                  <a:pt x="310" y="631"/>
                </a:lnTo>
                <a:lnTo>
                  <a:pt x="309" y="632"/>
                </a:lnTo>
                <a:lnTo>
                  <a:pt x="308" y="632"/>
                </a:lnTo>
                <a:lnTo>
                  <a:pt x="307" y="632"/>
                </a:lnTo>
                <a:lnTo>
                  <a:pt x="307" y="631"/>
                </a:lnTo>
                <a:lnTo>
                  <a:pt x="306" y="631"/>
                </a:lnTo>
                <a:lnTo>
                  <a:pt x="305" y="631"/>
                </a:lnTo>
                <a:lnTo>
                  <a:pt x="304" y="631"/>
                </a:lnTo>
                <a:lnTo>
                  <a:pt x="303" y="631"/>
                </a:lnTo>
                <a:lnTo>
                  <a:pt x="302" y="631"/>
                </a:lnTo>
                <a:lnTo>
                  <a:pt x="302" y="632"/>
                </a:lnTo>
                <a:lnTo>
                  <a:pt x="301" y="633"/>
                </a:lnTo>
                <a:lnTo>
                  <a:pt x="301" y="634"/>
                </a:lnTo>
                <a:lnTo>
                  <a:pt x="300" y="634"/>
                </a:lnTo>
                <a:lnTo>
                  <a:pt x="300" y="635"/>
                </a:lnTo>
                <a:lnTo>
                  <a:pt x="299" y="635"/>
                </a:lnTo>
                <a:lnTo>
                  <a:pt x="299" y="636"/>
                </a:lnTo>
                <a:lnTo>
                  <a:pt x="299" y="637"/>
                </a:lnTo>
                <a:lnTo>
                  <a:pt x="298" y="638"/>
                </a:lnTo>
                <a:lnTo>
                  <a:pt x="298" y="639"/>
                </a:lnTo>
                <a:lnTo>
                  <a:pt x="297" y="639"/>
                </a:lnTo>
                <a:lnTo>
                  <a:pt x="296" y="639"/>
                </a:lnTo>
                <a:lnTo>
                  <a:pt x="295" y="639"/>
                </a:lnTo>
                <a:lnTo>
                  <a:pt x="295" y="640"/>
                </a:lnTo>
                <a:lnTo>
                  <a:pt x="294" y="640"/>
                </a:lnTo>
                <a:lnTo>
                  <a:pt x="292" y="641"/>
                </a:lnTo>
                <a:lnTo>
                  <a:pt x="292" y="640"/>
                </a:lnTo>
                <a:lnTo>
                  <a:pt x="290" y="641"/>
                </a:lnTo>
                <a:lnTo>
                  <a:pt x="289" y="642"/>
                </a:lnTo>
                <a:lnTo>
                  <a:pt x="287" y="642"/>
                </a:lnTo>
                <a:lnTo>
                  <a:pt x="286" y="642"/>
                </a:lnTo>
                <a:lnTo>
                  <a:pt x="286" y="641"/>
                </a:lnTo>
                <a:lnTo>
                  <a:pt x="285" y="641"/>
                </a:lnTo>
                <a:lnTo>
                  <a:pt x="284" y="641"/>
                </a:lnTo>
                <a:lnTo>
                  <a:pt x="283" y="641"/>
                </a:lnTo>
                <a:lnTo>
                  <a:pt x="282" y="641"/>
                </a:lnTo>
                <a:lnTo>
                  <a:pt x="280" y="642"/>
                </a:lnTo>
                <a:lnTo>
                  <a:pt x="280" y="643"/>
                </a:lnTo>
                <a:lnTo>
                  <a:pt x="280" y="644"/>
                </a:lnTo>
                <a:lnTo>
                  <a:pt x="280" y="645"/>
                </a:lnTo>
                <a:lnTo>
                  <a:pt x="279" y="645"/>
                </a:lnTo>
                <a:lnTo>
                  <a:pt x="279" y="646"/>
                </a:lnTo>
                <a:lnTo>
                  <a:pt x="278" y="646"/>
                </a:lnTo>
                <a:lnTo>
                  <a:pt x="277" y="646"/>
                </a:lnTo>
                <a:lnTo>
                  <a:pt x="276" y="646"/>
                </a:lnTo>
                <a:lnTo>
                  <a:pt x="275" y="647"/>
                </a:lnTo>
                <a:lnTo>
                  <a:pt x="274" y="647"/>
                </a:lnTo>
                <a:lnTo>
                  <a:pt x="274" y="646"/>
                </a:lnTo>
                <a:lnTo>
                  <a:pt x="273" y="645"/>
                </a:lnTo>
                <a:lnTo>
                  <a:pt x="272" y="645"/>
                </a:lnTo>
                <a:lnTo>
                  <a:pt x="272" y="646"/>
                </a:lnTo>
                <a:lnTo>
                  <a:pt x="271" y="646"/>
                </a:lnTo>
                <a:lnTo>
                  <a:pt x="271" y="647"/>
                </a:lnTo>
                <a:lnTo>
                  <a:pt x="270" y="647"/>
                </a:lnTo>
                <a:lnTo>
                  <a:pt x="270" y="648"/>
                </a:lnTo>
                <a:lnTo>
                  <a:pt x="270" y="649"/>
                </a:lnTo>
                <a:lnTo>
                  <a:pt x="271" y="650"/>
                </a:lnTo>
                <a:lnTo>
                  <a:pt x="271" y="649"/>
                </a:lnTo>
                <a:lnTo>
                  <a:pt x="271" y="648"/>
                </a:lnTo>
                <a:lnTo>
                  <a:pt x="272" y="647"/>
                </a:lnTo>
                <a:lnTo>
                  <a:pt x="273" y="647"/>
                </a:lnTo>
                <a:lnTo>
                  <a:pt x="274" y="647"/>
                </a:lnTo>
                <a:lnTo>
                  <a:pt x="273" y="648"/>
                </a:lnTo>
                <a:lnTo>
                  <a:pt x="273" y="649"/>
                </a:lnTo>
                <a:lnTo>
                  <a:pt x="273" y="650"/>
                </a:lnTo>
                <a:lnTo>
                  <a:pt x="272" y="651"/>
                </a:lnTo>
                <a:lnTo>
                  <a:pt x="271" y="651"/>
                </a:lnTo>
                <a:lnTo>
                  <a:pt x="271" y="652"/>
                </a:lnTo>
                <a:lnTo>
                  <a:pt x="271" y="653"/>
                </a:lnTo>
                <a:lnTo>
                  <a:pt x="271" y="654"/>
                </a:lnTo>
                <a:lnTo>
                  <a:pt x="270" y="655"/>
                </a:lnTo>
                <a:lnTo>
                  <a:pt x="270" y="657"/>
                </a:lnTo>
                <a:lnTo>
                  <a:pt x="269" y="657"/>
                </a:lnTo>
                <a:lnTo>
                  <a:pt x="268" y="657"/>
                </a:lnTo>
                <a:lnTo>
                  <a:pt x="267" y="657"/>
                </a:lnTo>
                <a:lnTo>
                  <a:pt x="266" y="657"/>
                </a:lnTo>
                <a:lnTo>
                  <a:pt x="265" y="657"/>
                </a:lnTo>
                <a:lnTo>
                  <a:pt x="264" y="657"/>
                </a:lnTo>
                <a:lnTo>
                  <a:pt x="263" y="657"/>
                </a:lnTo>
                <a:lnTo>
                  <a:pt x="263" y="656"/>
                </a:lnTo>
                <a:lnTo>
                  <a:pt x="263" y="655"/>
                </a:lnTo>
                <a:lnTo>
                  <a:pt x="263" y="653"/>
                </a:lnTo>
                <a:lnTo>
                  <a:pt x="262" y="653"/>
                </a:lnTo>
                <a:lnTo>
                  <a:pt x="262" y="652"/>
                </a:lnTo>
                <a:lnTo>
                  <a:pt x="261" y="652"/>
                </a:lnTo>
                <a:lnTo>
                  <a:pt x="260" y="652"/>
                </a:lnTo>
                <a:lnTo>
                  <a:pt x="260" y="651"/>
                </a:lnTo>
                <a:lnTo>
                  <a:pt x="261" y="650"/>
                </a:lnTo>
                <a:lnTo>
                  <a:pt x="262" y="650"/>
                </a:lnTo>
                <a:lnTo>
                  <a:pt x="262" y="651"/>
                </a:lnTo>
                <a:lnTo>
                  <a:pt x="262" y="650"/>
                </a:lnTo>
                <a:lnTo>
                  <a:pt x="263" y="650"/>
                </a:lnTo>
                <a:lnTo>
                  <a:pt x="263" y="649"/>
                </a:lnTo>
                <a:lnTo>
                  <a:pt x="263" y="648"/>
                </a:lnTo>
                <a:lnTo>
                  <a:pt x="262" y="648"/>
                </a:lnTo>
                <a:lnTo>
                  <a:pt x="262" y="649"/>
                </a:lnTo>
                <a:lnTo>
                  <a:pt x="261" y="649"/>
                </a:lnTo>
                <a:lnTo>
                  <a:pt x="261" y="648"/>
                </a:lnTo>
                <a:lnTo>
                  <a:pt x="262" y="647"/>
                </a:lnTo>
                <a:lnTo>
                  <a:pt x="262" y="646"/>
                </a:lnTo>
                <a:lnTo>
                  <a:pt x="261" y="646"/>
                </a:lnTo>
                <a:lnTo>
                  <a:pt x="261" y="647"/>
                </a:lnTo>
                <a:lnTo>
                  <a:pt x="260" y="646"/>
                </a:lnTo>
                <a:lnTo>
                  <a:pt x="259" y="646"/>
                </a:lnTo>
                <a:lnTo>
                  <a:pt x="259" y="645"/>
                </a:lnTo>
                <a:lnTo>
                  <a:pt x="259" y="644"/>
                </a:lnTo>
                <a:lnTo>
                  <a:pt x="259" y="643"/>
                </a:lnTo>
                <a:lnTo>
                  <a:pt x="259" y="642"/>
                </a:lnTo>
                <a:lnTo>
                  <a:pt x="258" y="642"/>
                </a:lnTo>
                <a:lnTo>
                  <a:pt x="258" y="641"/>
                </a:lnTo>
                <a:lnTo>
                  <a:pt x="258" y="640"/>
                </a:lnTo>
                <a:lnTo>
                  <a:pt x="259" y="640"/>
                </a:lnTo>
                <a:lnTo>
                  <a:pt x="259" y="639"/>
                </a:lnTo>
                <a:lnTo>
                  <a:pt x="260" y="639"/>
                </a:lnTo>
                <a:lnTo>
                  <a:pt x="259" y="638"/>
                </a:lnTo>
                <a:lnTo>
                  <a:pt x="259" y="637"/>
                </a:lnTo>
                <a:lnTo>
                  <a:pt x="259" y="636"/>
                </a:lnTo>
                <a:lnTo>
                  <a:pt x="258" y="636"/>
                </a:lnTo>
                <a:lnTo>
                  <a:pt x="257" y="636"/>
                </a:lnTo>
                <a:lnTo>
                  <a:pt x="256" y="636"/>
                </a:lnTo>
                <a:lnTo>
                  <a:pt x="255" y="636"/>
                </a:lnTo>
                <a:lnTo>
                  <a:pt x="255" y="635"/>
                </a:lnTo>
                <a:lnTo>
                  <a:pt x="255" y="634"/>
                </a:lnTo>
                <a:lnTo>
                  <a:pt x="255" y="633"/>
                </a:lnTo>
                <a:lnTo>
                  <a:pt x="255" y="632"/>
                </a:lnTo>
                <a:lnTo>
                  <a:pt x="256" y="631"/>
                </a:lnTo>
                <a:lnTo>
                  <a:pt x="257" y="631"/>
                </a:lnTo>
                <a:lnTo>
                  <a:pt x="258" y="631"/>
                </a:lnTo>
                <a:lnTo>
                  <a:pt x="258" y="630"/>
                </a:lnTo>
                <a:lnTo>
                  <a:pt x="258" y="629"/>
                </a:lnTo>
                <a:lnTo>
                  <a:pt x="259" y="628"/>
                </a:lnTo>
                <a:lnTo>
                  <a:pt x="260" y="628"/>
                </a:lnTo>
                <a:lnTo>
                  <a:pt x="261" y="628"/>
                </a:lnTo>
                <a:lnTo>
                  <a:pt x="262" y="628"/>
                </a:lnTo>
                <a:lnTo>
                  <a:pt x="262" y="627"/>
                </a:lnTo>
                <a:lnTo>
                  <a:pt x="263" y="627"/>
                </a:lnTo>
                <a:lnTo>
                  <a:pt x="263" y="628"/>
                </a:lnTo>
                <a:lnTo>
                  <a:pt x="264" y="628"/>
                </a:lnTo>
                <a:lnTo>
                  <a:pt x="266" y="629"/>
                </a:lnTo>
                <a:lnTo>
                  <a:pt x="265" y="629"/>
                </a:lnTo>
                <a:lnTo>
                  <a:pt x="266" y="629"/>
                </a:lnTo>
                <a:lnTo>
                  <a:pt x="266" y="630"/>
                </a:lnTo>
                <a:lnTo>
                  <a:pt x="267" y="629"/>
                </a:lnTo>
                <a:lnTo>
                  <a:pt x="268" y="629"/>
                </a:lnTo>
                <a:lnTo>
                  <a:pt x="268" y="628"/>
                </a:lnTo>
                <a:lnTo>
                  <a:pt x="268" y="627"/>
                </a:lnTo>
                <a:lnTo>
                  <a:pt x="269" y="626"/>
                </a:lnTo>
                <a:lnTo>
                  <a:pt x="270" y="626"/>
                </a:lnTo>
                <a:lnTo>
                  <a:pt x="271" y="626"/>
                </a:lnTo>
                <a:lnTo>
                  <a:pt x="271" y="625"/>
                </a:lnTo>
                <a:lnTo>
                  <a:pt x="272" y="625"/>
                </a:lnTo>
                <a:lnTo>
                  <a:pt x="272" y="624"/>
                </a:lnTo>
                <a:lnTo>
                  <a:pt x="274" y="623"/>
                </a:lnTo>
                <a:lnTo>
                  <a:pt x="275" y="623"/>
                </a:lnTo>
                <a:lnTo>
                  <a:pt x="275" y="624"/>
                </a:lnTo>
                <a:lnTo>
                  <a:pt x="276" y="624"/>
                </a:lnTo>
                <a:lnTo>
                  <a:pt x="277" y="623"/>
                </a:lnTo>
                <a:lnTo>
                  <a:pt x="278" y="622"/>
                </a:lnTo>
                <a:lnTo>
                  <a:pt x="279" y="621"/>
                </a:lnTo>
                <a:lnTo>
                  <a:pt x="278" y="621"/>
                </a:lnTo>
                <a:lnTo>
                  <a:pt x="278" y="620"/>
                </a:lnTo>
                <a:lnTo>
                  <a:pt x="278" y="619"/>
                </a:lnTo>
                <a:lnTo>
                  <a:pt x="277" y="618"/>
                </a:lnTo>
                <a:lnTo>
                  <a:pt x="277" y="619"/>
                </a:lnTo>
                <a:lnTo>
                  <a:pt x="276" y="619"/>
                </a:lnTo>
                <a:lnTo>
                  <a:pt x="275" y="619"/>
                </a:lnTo>
                <a:lnTo>
                  <a:pt x="275" y="618"/>
                </a:lnTo>
                <a:lnTo>
                  <a:pt x="275" y="617"/>
                </a:lnTo>
                <a:lnTo>
                  <a:pt x="276" y="617"/>
                </a:lnTo>
                <a:lnTo>
                  <a:pt x="276" y="616"/>
                </a:lnTo>
                <a:lnTo>
                  <a:pt x="277" y="616"/>
                </a:lnTo>
                <a:lnTo>
                  <a:pt x="277" y="615"/>
                </a:lnTo>
                <a:lnTo>
                  <a:pt x="277" y="614"/>
                </a:lnTo>
                <a:lnTo>
                  <a:pt x="277" y="613"/>
                </a:lnTo>
                <a:lnTo>
                  <a:pt x="278" y="613"/>
                </a:lnTo>
                <a:lnTo>
                  <a:pt x="279" y="613"/>
                </a:lnTo>
                <a:lnTo>
                  <a:pt x="279" y="612"/>
                </a:lnTo>
                <a:lnTo>
                  <a:pt x="279" y="611"/>
                </a:lnTo>
                <a:lnTo>
                  <a:pt x="280" y="610"/>
                </a:lnTo>
                <a:lnTo>
                  <a:pt x="280" y="611"/>
                </a:lnTo>
                <a:lnTo>
                  <a:pt x="281" y="611"/>
                </a:lnTo>
                <a:lnTo>
                  <a:pt x="281" y="612"/>
                </a:lnTo>
                <a:lnTo>
                  <a:pt x="282" y="612"/>
                </a:lnTo>
                <a:lnTo>
                  <a:pt x="283" y="613"/>
                </a:lnTo>
                <a:lnTo>
                  <a:pt x="283" y="614"/>
                </a:lnTo>
                <a:lnTo>
                  <a:pt x="284" y="614"/>
                </a:lnTo>
                <a:lnTo>
                  <a:pt x="286" y="614"/>
                </a:lnTo>
                <a:lnTo>
                  <a:pt x="287" y="614"/>
                </a:lnTo>
                <a:lnTo>
                  <a:pt x="288" y="613"/>
                </a:lnTo>
                <a:lnTo>
                  <a:pt x="289" y="613"/>
                </a:lnTo>
                <a:lnTo>
                  <a:pt x="289" y="615"/>
                </a:lnTo>
                <a:lnTo>
                  <a:pt x="291" y="613"/>
                </a:lnTo>
                <a:lnTo>
                  <a:pt x="292" y="613"/>
                </a:lnTo>
                <a:lnTo>
                  <a:pt x="293" y="612"/>
                </a:lnTo>
                <a:lnTo>
                  <a:pt x="294" y="611"/>
                </a:lnTo>
                <a:lnTo>
                  <a:pt x="295" y="610"/>
                </a:lnTo>
                <a:lnTo>
                  <a:pt x="295" y="609"/>
                </a:lnTo>
                <a:lnTo>
                  <a:pt x="296" y="609"/>
                </a:lnTo>
                <a:lnTo>
                  <a:pt x="296" y="608"/>
                </a:lnTo>
                <a:lnTo>
                  <a:pt x="297" y="608"/>
                </a:lnTo>
                <a:lnTo>
                  <a:pt x="298" y="607"/>
                </a:lnTo>
                <a:lnTo>
                  <a:pt x="299" y="607"/>
                </a:lnTo>
                <a:lnTo>
                  <a:pt x="300" y="607"/>
                </a:lnTo>
                <a:lnTo>
                  <a:pt x="300" y="606"/>
                </a:lnTo>
                <a:lnTo>
                  <a:pt x="301" y="606"/>
                </a:lnTo>
                <a:lnTo>
                  <a:pt x="302" y="605"/>
                </a:lnTo>
                <a:lnTo>
                  <a:pt x="303" y="604"/>
                </a:lnTo>
                <a:lnTo>
                  <a:pt x="303" y="605"/>
                </a:lnTo>
                <a:lnTo>
                  <a:pt x="304" y="605"/>
                </a:lnTo>
                <a:lnTo>
                  <a:pt x="305" y="604"/>
                </a:lnTo>
                <a:lnTo>
                  <a:pt x="304" y="603"/>
                </a:lnTo>
                <a:lnTo>
                  <a:pt x="305" y="603"/>
                </a:lnTo>
                <a:lnTo>
                  <a:pt x="305" y="602"/>
                </a:lnTo>
                <a:lnTo>
                  <a:pt x="306" y="601"/>
                </a:lnTo>
                <a:lnTo>
                  <a:pt x="307" y="602"/>
                </a:lnTo>
                <a:lnTo>
                  <a:pt x="308" y="602"/>
                </a:lnTo>
                <a:lnTo>
                  <a:pt x="308" y="601"/>
                </a:lnTo>
                <a:lnTo>
                  <a:pt x="308" y="600"/>
                </a:lnTo>
                <a:lnTo>
                  <a:pt x="309" y="599"/>
                </a:lnTo>
                <a:lnTo>
                  <a:pt x="309" y="597"/>
                </a:lnTo>
                <a:lnTo>
                  <a:pt x="308" y="597"/>
                </a:lnTo>
                <a:lnTo>
                  <a:pt x="308" y="596"/>
                </a:lnTo>
                <a:lnTo>
                  <a:pt x="308" y="595"/>
                </a:lnTo>
                <a:lnTo>
                  <a:pt x="307" y="595"/>
                </a:lnTo>
                <a:lnTo>
                  <a:pt x="306" y="595"/>
                </a:lnTo>
                <a:lnTo>
                  <a:pt x="306" y="594"/>
                </a:lnTo>
                <a:lnTo>
                  <a:pt x="305" y="594"/>
                </a:lnTo>
                <a:lnTo>
                  <a:pt x="304" y="594"/>
                </a:lnTo>
                <a:lnTo>
                  <a:pt x="304" y="593"/>
                </a:lnTo>
                <a:lnTo>
                  <a:pt x="303" y="592"/>
                </a:lnTo>
                <a:lnTo>
                  <a:pt x="302" y="593"/>
                </a:lnTo>
                <a:lnTo>
                  <a:pt x="301" y="592"/>
                </a:lnTo>
                <a:lnTo>
                  <a:pt x="299" y="593"/>
                </a:lnTo>
                <a:lnTo>
                  <a:pt x="299" y="592"/>
                </a:lnTo>
                <a:lnTo>
                  <a:pt x="299" y="591"/>
                </a:lnTo>
                <a:lnTo>
                  <a:pt x="299" y="590"/>
                </a:lnTo>
                <a:lnTo>
                  <a:pt x="298" y="590"/>
                </a:lnTo>
                <a:lnTo>
                  <a:pt x="297" y="590"/>
                </a:lnTo>
                <a:lnTo>
                  <a:pt x="297" y="589"/>
                </a:lnTo>
                <a:lnTo>
                  <a:pt x="298" y="588"/>
                </a:lnTo>
                <a:lnTo>
                  <a:pt x="299" y="588"/>
                </a:lnTo>
                <a:lnTo>
                  <a:pt x="299" y="587"/>
                </a:lnTo>
                <a:lnTo>
                  <a:pt x="298" y="587"/>
                </a:lnTo>
                <a:lnTo>
                  <a:pt x="297" y="587"/>
                </a:lnTo>
                <a:lnTo>
                  <a:pt x="297" y="586"/>
                </a:lnTo>
                <a:lnTo>
                  <a:pt x="297" y="585"/>
                </a:lnTo>
                <a:lnTo>
                  <a:pt x="298" y="585"/>
                </a:lnTo>
                <a:lnTo>
                  <a:pt x="299" y="585"/>
                </a:lnTo>
                <a:lnTo>
                  <a:pt x="300" y="585"/>
                </a:lnTo>
                <a:lnTo>
                  <a:pt x="301" y="585"/>
                </a:lnTo>
                <a:lnTo>
                  <a:pt x="301" y="584"/>
                </a:lnTo>
                <a:lnTo>
                  <a:pt x="302" y="583"/>
                </a:lnTo>
                <a:lnTo>
                  <a:pt x="301" y="583"/>
                </a:lnTo>
                <a:lnTo>
                  <a:pt x="300" y="582"/>
                </a:lnTo>
                <a:lnTo>
                  <a:pt x="299" y="582"/>
                </a:lnTo>
                <a:lnTo>
                  <a:pt x="298" y="582"/>
                </a:lnTo>
                <a:lnTo>
                  <a:pt x="298" y="581"/>
                </a:lnTo>
                <a:lnTo>
                  <a:pt x="297" y="581"/>
                </a:lnTo>
                <a:lnTo>
                  <a:pt x="297" y="582"/>
                </a:lnTo>
                <a:lnTo>
                  <a:pt x="296" y="581"/>
                </a:lnTo>
                <a:lnTo>
                  <a:pt x="296" y="580"/>
                </a:lnTo>
                <a:lnTo>
                  <a:pt x="296" y="579"/>
                </a:lnTo>
                <a:lnTo>
                  <a:pt x="298" y="579"/>
                </a:lnTo>
                <a:lnTo>
                  <a:pt x="299" y="579"/>
                </a:lnTo>
                <a:lnTo>
                  <a:pt x="299" y="578"/>
                </a:lnTo>
                <a:lnTo>
                  <a:pt x="300" y="578"/>
                </a:lnTo>
                <a:lnTo>
                  <a:pt x="301" y="578"/>
                </a:lnTo>
                <a:lnTo>
                  <a:pt x="302" y="578"/>
                </a:lnTo>
                <a:lnTo>
                  <a:pt x="303" y="578"/>
                </a:lnTo>
                <a:lnTo>
                  <a:pt x="304" y="578"/>
                </a:lnTo>
                <a:lnTo>
                  <a:pt x="304" y="577"/>
                </a:lnTo>
                <a:lnTo>
                  <a:pt x="305" y="577"/>
                </a:lnTo>
                <a:lnTo>
                  <a:pt x="305" y="576"/>
                </a:lnTo>
                <a:lnTo>
                  <a:pt x="305" y="575"/>
                </a:lnTo>
                <a:lnTo>
                  <a:pt x="304" y="574"/>
                </a:lnTo>
                <a:lnTo>
                  <a:pt x="303" y="574"/>
                </a:lnTo>
                <a:lnTo>
                  <a:pt x="303" y="573"/>
                </a:lnTo>
                <a:lnTo>
                  <a:pt x="304" y="574"/>
                </a:lnTo>
                <a:lnTo>
                  <a:pt x="305" y="573"/>
                </a:lnTo>
                <a:lnTo>
                  <a:pt x="305" y="572"/>
                </a:lnTo>
                <a:lnTo>
                  <a:pt x="306" y="573"/>
                </a:lnTo>
                <a:lnTo>
                  <a:pt x="307" y="573"/>
                </a:lnTo>
                <a:lnTo>
                  <a:pt x="308" y="573"/>
                </a:lnTo>
                <a:lnTo>
                  <a:pt x="309" y="573"/>
                </a:lnTo>
                <a:lnTo>
                  <a:pt x="309" y="572"/>
                </a:lnTo>
                <a:lnTo>
                  <a:pt x="309" y="571"/>
                </a:lnTo>
                <a:lnTo>
                  <a:pt x="308" y="572"/>
                </a:lnTo>
                <a:lnTo>
                  <a:pt x="307" y="571"/>
                </a:lnTo>
                <a:lnTo>
                  <a:pt x="308" y="571"/>
                </a:lnTo>
                <a:lnTo>
                  <a:pt x="307" y="570"/>
                </a:lnTo>
                <a:lnTo>
                  <a:pt x="306" y="569"/>
                </a:lnTo>
                <a:lnTo>
                  <a:pt x="306" y="568"/>
                </a:lnTo>
                <a:lnTo>
                  <a:pt x="307" y="567"/>
                </a:lnTo>
                <a:lnTo>
                  <a:pt x="308" y="567"/>
                </a:lnTo>
                <a:lnTo>
                  <a:pt x="308" y="566"/>
                </a:lnTo>
                <a:lnTo>
                  <a:pt x="307" y="566"/>
                </a:lnTo>
                <a:lnTo>
                  <a:pt x="307" y="565"/>
                </a:lnTo>
                <a:lnTo>
                  <a:pt x="308" y="564"/>
                </a:lnTo>
                <a:lnTo>
                  <a:pt x="308" y="563"/>
                </a:lnTo>
                <a:lnTo>
                  <a:pt x="309" y="563"/>
                </a:lnTo>
                <a:lnTo>
                  <a:pt x="310" y="563"/>
                </a:lnTo>
                <a:lnTo>
                  <a:pt x="311" y="564"/>
                </a:lnTo>
                <a:lnTo>
                  <a:pt x="312" y="564"/>
                </a:lnTo>
                <a:lnTo>
                  <a:pt x="315" y="564"/>
                </a:lnTo>
                <a:lnTo>
                  <a:pt x="316" y="563"/>
                </a:lnTo>
                <a:lnTo>
                  <a:pt x="317" y="563"/>
                </a:lnTo>
                <a:lnTo>
                  <a:pt x="318" y="562"/>
                </a:lnTo>
                <a:lnTo>
                  <a:pt x="318" y="563"/>
                </a:lnTo>
                <a:lnTo>
                  <a:pt x="319" y="563"/>
                </a:lnTo>
                <a:lnTo>
                  <a:pt x="320" y="563"/>
                </a:lnTo>
                <a:lnTo>
                  <a:pt x="320" y="562"/>
                </a:lnTo>
                <a:lnTo>
                  <a:pt x="320" y="561"/>
                </a:lnTo>
                <a:lnTo>
                  <a:pt x="322" y="560"/>
                </a:lnTo>
                <a:lnTo>
                  <a:pt x="322" y="559"/>
                </a:lnTo>
                <a:lnTo>
                  <a:pt x="323" y="559"/>
                </a:lnTo>
                <a:lnTo>
                  <a:pt x="322" y="559"/>
                </a:lnTo>
                <a:lnTo>
                  <a:pt x="323" y="558"/>
                </a:lnTo>
                <a:lnTo>
                  <a:pt x="323" y="559"/>
                </a:lnTo>
                <a:lnTo>
                  <a:pt x="324" y="559"/>
                </a:lnTo>
                <a:lnTo>
                  <a:pt x="324" y="558"/>
                </a:lnTo>
                <a:lnTo>
                  <a:pt x="325" y="558"/>
                </a:lnTo>
                <a:lnTo>
                  <a:pt x="326" y="558"/>
                </a:lnTo>
                <a:lnTo>
                  <a:pt x="325" y="557"/>
                </a:lnTo>
                <a:lnTo>
                  <a:pt x="324" y="557"/>
                </a:lnTo>
                <a:lnTo>
                  <a:pt x="324" y="558"/>
                </a:lnTo>
                <a:lnTo>
                  <a:pt x="323" y="558"/>
                </a:lnTo>
                <a:lnTo>
                  <a:pt x="322" y="558"/>
                </a:lnTo>
                <a:lnTo>
                  <a:pt x="321" y="558"/>
                </a:lnTo>
                <a:lnTo>
                  <a:pt x="319" y="559"/>
                </a:lnTo>
                <a:lnTo>
                  <a:pt x="319" y="560"/>
                </a:lnTo>
                <a:lnTo>
                  <a:pt x="317" y="561"/>
                </a:lnTo>
                <a:lnTo>
                  <a:pt x="316" y="562"/>
                </a:lnTo>
                <a:lnTo>
                  <a:pt x="315" y="562"/>
                </a:lnTo>
                <a:lnTo>
                  <a:pt x="314" y="562"/>
                </a:lnTo>
                <a:lnTo>
                  <a:pt x="313" y="562"/>
                </a:lnTo>
                <a:lnTo>
                  <a:pt x="312" y="562"/>
                </a:lnTo>
                <a:lnTo>
                  <a:pt x="311" y="562"/>
                </a:lnTo>
                <a:lnTo>
                  <a:pt x="310" y="562"/>
                </a:lnTo>
                <a:lnTo>
                  <a:pt x="309" y="562"/>
                </a:lnTo>
                <a:lnTo>
                  <a:pt x="308" y="562"/>
                </a:lnTo>
                <a:lnTo>
                  <a:pt x="307" y="562"/>
                </a:lnTo>
                <a:lnTo>
                  <a:pt x="306" y="561"/>
                </a:lnTo>
                <a:lnTo>
                  <a:pt x="305" y="561"/>
                </a:lnTo>
                <a:lnTo>
                  <a:pt x="305" y="560"/>
                </a:lnTo>
                <a:lnTo>
                  <a:pt x="304" y="560"/>
                </a:lnTo>
                <a:lnTo>
                  <a:pt x="304" y="561"/>
                </a:lnTo>
                <a:lnTo>
                  <a:pt x="304" y="562"/>
                </a:lnTo>
                <a:lnTo>
                  <a:pt x="305" y="563"/>
                </a:lnTo>
                <a:lnTo>
                  <a:pt x="306" y="564"/>
                </a:lnTo>
                <a:lnTo>
                  <a:pt x="305" y="566"/>
                </a:lnTo>
                <a:lnTo>
                  <a:pt x="305" y="567"/>
                </a:lnTo>
                <a:lnTo>
                  <a:pt x="304" y="567"/>
                </a:lnTo>
                <a:lnTo>
                  <a:pt x="303" y="567"/>
                </a:lnTo>
                <a:lnTo>
                  <a:pt x="304" y="568"/>
                </a:lnTo>
                <a:lnTo>
                  <a:pt x="303" y="568"/>
                </a:lnTo>
                <a:lnTo>
                  <a:pt x="303" y="567"/>
                </a:lnTo>
                <a:lnTo>
                  <a:pt x="302" y="568"/>
                </a:lnTo>
                <a:lnTo>
                  <a:pt x="301" y="568"/>
                </a:lnTo>
                <a:lnTo>
                  <a:pt x="301" y="569"/>
                </a:lnTo>
                <a:lnTo>
                  <a:pt x="300" y="569"/>
                </a:lnTo>
                <a:lnTo>
                  <a:pt x="299" y="570"/>
                </a:lnTo>
                <a:lnTo>
                  <a:pt x="298" y="570"/>
                </a:lnTo>
                <a:lnTo>
                  <a:pt x="298" y="571"/>
                </a:lnTo>
                <a:lnTo>
                  <a:pt x="298" y="572"/>
                </a:lnTo>
                <a:lnTo>
                  <a:pt x="295" y="573"/>
                </a:lnTo>
                <a:lnTo>
                  <a:pt x="293" y="573"/>
                </a:lnTo>
                <a:lnTo>
                  <a:pt x="292" y="573"/>
                </a:lnTo>
                <a:lnTo>
                  <a:pt x="291" y="574"/>
                </a:lnTo>
                <a:lnTo>
                  <a:pt x="291" y="575"/>
                </a:lnTo>
                <a:lnTo>
                  <a:pt x="291" y="574"/>
                </a:lnTo>
                <a:lnTo>
                  <a:pt x="290" y="573"/>
                </a:lnTo>
                <a:lnTo>
                  <a:pt x="290" y="572"/>
                </a:lnTo>
                <a:lnTo>
                  <a:pt x="290" y="573"/>
                </a:lnTo>
                <a:lnTo>
                  <a:pt x="289" y="573"/>
                </a:lnTo>
                <a:lnTo>
                  <a:pt x="288" y="573"/>
                </a:lnTo>
                <a:lnTo>
                  <a:pt x="288" y="574"/>
                </a:lnTo>
                <a:lnTo>
                  <a:pt x="288" y="575"/>
                </a:lnTo>
                <a:lnTo>
                  <a:pt x="289" y="576"/>
                </a:lnTo>
                <a:lnTo>
                  <a:pt x="289" y="577"/>
                </a:lnTo>
                <a:lnTo>
                  <a:pt x="287" y="578"/>
                </a:lnTo>
                <a:lnTo>
                  <a:pt x="287" y="579"/>
                </a:lnTo>
                <a:lnTo>
                  <a:pt x="286" y="579"/>
                </a:lnTo>
                <a:lnTo>
                  <a:pt x="286" y="578"/>
                </a:lnTo>
                <a:lnTo>
                  <a:pt x="283" y="578"/>
                </a:lnTo>
                <a:lnTo>
                  <a:pt x="284" y="576"/>
                </a:lnTo>
                <a:lnTo>
                  <a:pt x="284" y="572"/>
                </a:lnTo>
                <a:lnTo>
                  <a:pt x="281" y="572"/>
                </a:lnTo>
                <a:lnTo>
                  <a:pt x="281" y="573"/>
                </a:lnTo>
                <a:lnTo>
                  <a:pt x="280" y="573"/>
                </a:lnTo>
                <a:lnTo>
                  <a:pt x="280" y="572"/>
                </a:lnTo>
                <a:lnTo>
                  <a:pt x="281" y="570"/>
                </a:lnTo>
                <a:lnTo>
                  <a:pt x="282" y="569"/>
                </a:lnTo>
                <a:lnTo>
                  <a:pt x="282" y="568"/>
                </a:lnTo>
                <a:lnTo>
                  <a:pt x="282" y="567"/>
                </a:lnTo>
                <a:lnTo>
                  <a:pt x="282" y="565"/>
                </a:lnTo>
                <a:lnTo>
                  <a:pt x="282" y="564"/>
                </a:lnTo>
                <a:lnTo>
                  <a:pt x="281" y="564"/>
                </a:lnTo>
                <a:lnTo>
                  <a:pt x="281" y="565"/>
                </a:lnTo>
                <a:lnTo>
                  <a:pt x="280" y="564"/>
                </a:lnTo>
                <a:lnTo>
                  <a:pt x="280" y="563"/>
                </a:lnTo>
                <a:lnTo>
                  <a:pt x="279" y="563"/>
                </a:lnTo>
                <a:lnTo>
                  <a:pt x="279" y="562"/>
                </a:lnTo>
                <a:lnTo>
                  <a:pt x="278" y="562"/>
                </a:lnTo>
                <a:lnTo>
                  <a:pt x="278" y="563"/>
                </a:lnTo>
                <a:lnTo>
                  <a:pt x="279" y="563"/>
                </a:lnTo>
                <a:lnTo>
                  <a:pt x="279" y="564"/>
                </a:lnTo>
                <a:lnTo>
                  <a:pt x="279" y="565"/>
                </a:lnTo>
                <a:lnTo>
                  <a:pt x="279" y="566"/>
                </a:lnTo>
                <a:lnTo>
                  <a:pt x="279" y="567"/>
                </a:lnTo>
                <a:lnTo>
                  <a:pt x="278" y="568"/>
                </a:lnTo>
                <a:lnTo>
                  <a:pt x="278" y="569"/>
                </a:lnTo>
                <a:lnTo>
                  <a:pt x="277" y="569"/>
                </a:lnTo>
                <a:lnTo>
                  <a:pt x="278" y="569"/>
                </a:lnTo>
                <a:lnTo>
                  <a:pt x="278" y="570"/>
                </a:lnTo>
                <a:lnTo>
                  <a:pt x="277" y="570"/>
                </a:lnTo>
                <a:lnTo>
                  <a:pt x="276" y="570"/>
                </a:lnTo>
                <a:lnTo>
                  <a:pt x="276" y="571"/>
                </a:lnTo>
                <a:lnTo>
                  <a:pt x="275" y="571"/>
                </a:lnTo>
                <a:lnTo>
                  <a:pt x="274" y="570"/>
                </a:lnTo>
                <a:lnTo>
                  <a:pt x="273" y="570"/>
                </a:lnTo>
                <a:lnTo>
                  <a:pt x="272" y="570"/>
                </a:lnTo>
                <a:lnTo>
                  <a:pt x="271" y="570"/>
                </a:lnTo>
                <a:lnTo>
                  <a:pt x="271" y="569"/>
                </a:lnTo>
                <a:lnTo>
                  <a:pt x="270" y="569"/>
                </a:lnTo>
                <a:lnTo>
                  <a:pt x="270" y="570"/>
                </a:lnTo>
                <a:lnTo>
                  <a:pt x="269" y="570"/>
                </a:lnTo>
                <a:lnTo>
                  <a:pt x="268" y="571"/>
                </a:lnTo>
                <a:lnTo>
                  <a:pt x="267" y="570"/>
                </a:lnTo>
                <a:lnTo>
                  <a:pt x="267" y="569"/>
                </a:lnTo>
                <a:lnTo>
                  <a:pt x="267" y="568"/>
                </a:lnTo>
                <a:lnTo>
                  <a:pt x="268" y="568"/>
                </a:lnTo>
                <a:lnTo>
                  <a:pt x="268" y="566"/>
                </a:lnTo>
                <a:lnTo>
                  <a:pt x="269" y="565"/>
                </a:lnTo>
                <a:lnTo>
                  <a:pt x="270" y="565"/>
                </a:lnTo>
                <a:lnTo>
                  <a:pt x="270" y="564"/>
                </a:lnTo>
                <a:lnTo>
                  <a:pt x="271" y="564"/>
                </a:lnTo>
                <a:lnTo>
                  <a:pt x="271" y="563"/>
                </a:lnTo>
                <a:lnTo>
                  <a:pt x="271" y="561"/>
                </a:lnTo>
                <a:lnTo>
                  <a:pt x="270" y="561"/>
                </a:lnTo>
                <a:lnTo>
                  <a:pt x="269" y="561"/>
                </a:lnTo>
                <a:lnTo>
                  <a:pt x="268" y="562"/>
                </a:lnTo>
                <a:lnTo>
                  <a:pt x="267" y="563"/>
                </a:lnTo>
                <a:lnTo>
                  <a:pt x="267" y="564"/>
                </a:lnTo>
                <a:lnTo>
                  <a:pt x="268" y="565"/>
                </a:lnTo>
                <a:lnTo>
                  <a:pt x="268" y="566"/>
                </a:lnTo>
                <a:lnTo>
                  <a:pt x="267" y="566"/>
                </a:lnTo>
                <a:lnTo>
                  <a:pt x="267" y="567"/>
                </a:lnTo>
                <a:lnTo>
                  <a:pt x="266" y="568"/>
                </a:lnTo>
                <a:lnTo>
                  <a:pt x="265" y="568"/>
                </a:lnTo>
                <a:lnTo>
                  <a:pt x="265" y="567"/>
                </a:lnTo>
                <a:lnTo>
                  <a:pt x="264" y="567"/>
                </a:lnTo>
                <a:lnTo>
                  <a:pt x="264" y="568"/>
                </a:lnTo>
                <a:lnTo>
                  <a:pt x="264" y="569"/>
                </a:lnTo>
                <a:lnTo>
                  <a:pt x="263" y="571"/>
                </a:lnTo>
                <a:lnTo>
                  <a:pt x="262" y="571"/>
                </a:lnTo>
                <a:lnTo>
                  <a:pt x="261" y="570"/>
                </a:lnTo>
                <a:lnTo>
                  <a:pt x="260" y="570"/>
                </a:lnTo>
                <a:lnTo>
                  <a:pt x="260" y="569"/>
                </a:lnTo>
                <a:lnTo>
                  <a:pt x="261" y="569"/>
                </a:lnTo>
                <a:lnTo>
                  <a:pt x="261" y="568"/>
                </a:lnTo>
                <a:lnTo>
                  <a:pt x="261" y="567"/>
                </a:lnTo>
                <a:lnTo>
                  <a:pt x="261" y="566"/>
                </a:lnTo>
                <a:lnTo>
                  <a:pt x="262" y="566"/>
                </a:lnTo>
                <a:lnTo>
                  <a:pt x="262" y="565"/>
                </a:lnTo>
                <a:lnTo>
                  <a:pt x="262" y="564"/>
                </a:lnTo>
                <a:lnTo>
                  <a:pt x="261" y="564"/>
                </a:lnTo>
                <a:lnTo>
                  <a:pt x="261" y="563"/>
                </a:lnTo>
                <a:lnTo>
                  <a:pt x="262" y="562"/>
                </a:lnTo>
                <a:lnTo>
                  <a:pt x="262" y="561"/>
                </a:lnTo>
                <a:lnTo>
                  <a:pt x="261" y="561"/>
                </a:lnTo>
                <a:lnTo>
                  <a:pt x="262" y="560"/>
                </a:lnTo>
                <a:lnTo>
                  <a:pt x="263" y="559"/>
                </a:lnTo>
                <a:lnTo>
                  <a:pt x="264" y="558"/>
                </a:lnTo>
                <a:lnTo>
                  <a:pt x="265" y="558"/>
                </a:lnTo>
                <a:lnTo>
                  <a:pt x="265" y="557"/>
                </a:lnTo>
                <a:lnTo>
                  <a:pt x="265" y="556"/>
                </a:lnTo>
                <a:lnTo>
                  <a:pt x="267" y="555"/>
                </a:lnTo>
                <a:lnTo>
                  <a:pt x="268" y="554"/>
                </a:lnTo>
                <a:lnTo>
                  <a:pt x="268" y="553"/>
                </a:lnTo>
                <a:lnTo>
                  <a:pt x="269" y="553"/>
                </a:lnTo>
                <a:lnTo>
                  <a:pt x="270" y="553"/>
                </a:lnTo>
                <a:lnTo>
                  <a:pt x="271" y="553"/>
                </a:lnTo>
                <a:lnTo>
                  <a:pt x="271" y="554"/>
                </a:lnTo>
                <a:lnTo>
                  <a:pt x="271" y="555"/>
                </a:lnTo>
                <a:lnTo>
                  <a:pt x="272" y="555"/>
                </a:lnTo>
                <a:lnTo>
                  <a:pt x="273" y="555"/>
                </a:lnTo>
                <a:lnTo>
                  <a:pt x="274" y="554"/>
                </a:lnTo>
                <a:lnTo>
                  <a:pt x="274" y="553"/>
                </a:lnTo>
                <a:lnTo>
                  <a:pt x="275" y="553"/>
                </a:lnTo>
                <a:lnTo>
                  <a:pt x="276" y="552"/>
                </a:lnTo>
                <a:lnTo>
                  <a:pt x="277" y="552"/>
                </a:lnTo>
                <a:lnTo>
                  <a:pt x="277" y="551"/>
                </a:lnTo>
                <a:lnTo>
                  <a:pt x="277" y="550"/>
                </a:lnTo>
                <a:lnTo>
                  <a:pt x="278" y="550"/>
                </a:lnTo>
                <a:lnTo>
                  <a:pt x="280" y="549"/>
                </a:lnTo>
                <a:lnTo>
                  <a:pt x="280" y="548"/>
                </a:lnTo>
                <a:lnTo>
                  <a:pt x="279" y="548"/>
                </a:lnTo>
                <a:lnTo>
                  <a:pt x="279" y="549"/>
                </a:lnTo>
                <a:lnTo>
                  <a:pt x="278" y="549"/>
                </a:lnTo>
                <a:lnTo>
                  <a:pt x="277" y="549"/>
                </a:lnTo>
                <a:lnTo>
                  <a:pt x="277" y="550"/>
                </a:lnTo>
                <a:lnTo>
                  <a:pt x="276" y="551"/>
                </a:lnTo>
                <a:lnTo>
                  <a:pt x="276" y="552"/>
                </a:lnTo>
                <a:lnTo>
                  <a:pt x="274" y="552"/>
                </a:lnTo>
                <a:lnTo>
                  <a:pt x="273" y="553"/>
                </a:lnTo>
                <a:lnTo>
                  <a:pt x="273" y="552"/>
                </a:lnTo>
                <a:lnTo>
                  <a:pt x="272" y="552"/>
                </a:lnTo>
                <a:lnTo>
                  <a:pt x="271" y="551"/>
                </a:lnTo>
                <a:lnTo>
                  <a:pt x="270" y="551"/>
                </a:lnTo>
                <a:lnTo>
                  <a:pt x="268" y="551"/>
                </a:lnTo>
                <a:lnTo>
                  <a:pt x="267" y="553"/>
                </a:lnTo>
                <a:lnTo>
                  <a:pt x="266" y="553"/>
                </a:lnTo>
                <a:lnTo>
                  <a:pt x="265" y="554"/>
                </a:lnTo>
                <a:lnTo>
                  <a:pt x="265" y="555"/>
                </a:lnTo>
                <a:lnTo>
                  <a:pt x="264" y="555"/>
                </a:lnTo>
                <a:lnTo>
                  <a:pt x="264" y="556"/>
                </a:lnTo>
                <a:lnTo>
                  <a:pt x="263" y="556"/>
                </a:lnTo>
                <a:lnTo>
                  <a:pt x="263" y="555"/>
                </a:lnTo>
                <a:lnTo>
                  <a:pt x="263" y="554"/>
                </a:lnTo>
                <a:lnTo>
                  <a:pt x="262" y="554"/>
                </a:lnTo>
                <a:lnTo>
                  <a:pt x="262" y="553"/>
                </a:lnTo>
                <a:lnTo>
                  <a:pt x="261" y="553"/>
                </a:lnTo>
                <a:lnTo>
                  <a:pt x="260" y="553"/>
                </a:lnTo>
                <a:lnTo>
                  <a:pt x="260" y="554"/>
                </a:lnTo>
                <a:lnTo>
                  <a:pt x="260" y="555"/>
                </a:lnTo>
                <a:lnTo>
                  <a:pt x="260" y="557"/>
                </a:lnTo>
                <a:lnTo>
                  <a:pt x="256" y="558"/>
                </a:lnTo>
                <a:lnTo>
                  <a:pt x="255" y="554"/>
                </a:lnTo>
                <a:lnTo>
                  <a:pt x="255" y="553"/>
                </a:lnTo>
                <a:lnTo>
                  <a:pt x="255" y="552"/>
                </a:lnTo>
                <a:lnTo>
                  <a:pt x="255" y="551"/>
                </a:lnTo>
                <a:lnTo>
                  <a:pt x="255" y="550"/>
                </a:lnTo>
                <a:lnTo>
                  <a:pt x="255" y="549"/>
                </a:lnTo>
                <a:lnTo>
                  <a:pt x="257" y="547"/>
                </a:lnTo>
                <a:lnTo>
                  <a:pt x="257" y="546"/>
                </a:lnTo>
                <a:lnTo>
                  <a:pt x="259" y="546"/>
                </a:lnTo>
                <a:lnTo>
                  <a:pt x="260" y="545"/>
                </a:lnTo>
                <a:lnTo>
                  <a:pt x="261" y="544"/>
                </a:lnTo>
                <a:lnTo>
                  <a:pt x="260" y="543"/>
                </a:lnTo>
                <a:lnTo>
                  <a:pt x="261" y="542"/>
                </a:lnTo>
                <a:lnTo>
                  <a:pt x="262" y="542"/>
                </a:lnTo>
                <a:lnTo>
                  <a:pt x="263" y="542"/>
                </a:lnTo>
                <a:lnTo>
                  <a:pt x="265" y="541"/>
                </a:lnTo>
                <a:lnTo>
                  <a:pt x="266" y="541"/>
                </a:lnTo>
                <a:lnTo>
                  <a:pt x="268" y="541"/>
                </a:lnTo>
                <a:lnTo>
                  <a:pt x="269" y="540"/>
                </a:lnTo>
                <a:lnTo>
                  <a:pt x="270" y="540"/>
                </a:lnTo>
                <a:lnTo>
                  <a:pt x="271" y="539"/>
                </a:lnTo>
                <a:lnTo>
                  <a:pt x="272" y="539"/>
                </a:lnTo>
                <a:lnTo>
                  <a:pt x="272" y="538"/>
                </a:lnTo>
                <a:lnTo>
                  <a:pt x="273" y="538"/>
                </a:lnTo>
                <a:lnTo>
                  <a:pt x="274" y="538"/>
                </a:lnTo>
                <a:lnTo>
                  <a:pt x="274" y="537"/>
                </a:lnTo>
                <a:lnTo>
                  <a:pt x="275" y="537"/>
                </a:lnTo>
                <a:lnTo>
                  <a:pt x="275" y="536"/>
                </a:lnTo>
                <a:lnTo>
                  <a:pt x="276" y="536"/>
                </a:lnTo>
                <a:lnTo>
                  <a:pt x="276" y="535"/>
                </a:lnTo>
                <a:lnTo>
                  <a:pt x="275" y="534"/>
                </a:lnTo>
                <a:lnTo>
                  <a:pt x="274" y="534"/>
                </a:lnTo>
                <a:lnTo>
                  <a:pt x="274" y="533"/>
                </a:lnTo>
                <a:lnTo>
                  <a:pt x="275" y="533"/>
                </a:lnTo>
                <a:lnTo>
                  <a:pt x="276" y="533"/>
                </a:lnTo>
                <a:lnTo>
                  <a:pt x="276" y="532"/>
                </a:lnTo>
                <a:lnTo>
                  <a:pt x="277" y="532"/>
                </a:lnTo>
                <a:lnTo>
                  <a:pt x="278" y="531"/>
                </a:lnTo>
                <a:lnTo>
                  <a:pt x="279" y="531"/>
                </a:lnTo>
                <a:lnTo>
                  <a:pt x="279" y="532"/>
                </a:lnTo>
                <a:lnTo>
                  <a:pt x="280" y="532"/>
                </a:lnTo>
                <a:lnTo>
                  <a:pt x="281" y="533"/>
                </a:lnTo>
                <a:lnTo>
                  <a:pt x="281" y="534"/>
                </a:lnTo>
                <a:lnTo>
                  <a:pt x="282" y="535"/>
                </a:lnTo>
                <a:lnTo>
                  <a:pt x="282" y="536"/>
                </a:lnTo>
                <a:lnTo>
                  <a:pt x="283" y="536"/>
                </a:lnTo>
                <a:lnTo>
                  <a:pt x="283" y="537"/>
                </a:lnTo>
                <a:lnTo>
                  <a:pt x="283" y="538"/>
                </a:lnTo>
                <a:lnTo>
                  <a:pt x="284" y="538"/>
                </a:lnTo>
                <a:lnTo>
                  <a:pt x="284" y="539"/>
                </a:lnTo>
                <a:lnTo>
                  <a:pt x="285" y="538"/>
                </a:lnTo>
                <a:lnTo>
                  <a:pt x="286" y="538"/>
                </a:lnTo>
                <a:lnTo>
                  <a:pt x="286" y="537"/>
                </a:lnTo>
                <a:lnTo>
                  <a:pt x="286" y="538"/>
                </a:lnTo>
                <a:lnTo>
                  <a:pt x="285" y="538"/>
                </a:lnTo>
                <a:lnTo>
                  <a:pt x="284" y="538"/>
                </a:lnTo>
                <a:lnTo>
                  <a:pt x="283" y="537"/>
                </a:lnTo>
                <a:lnTo>
                  <a:pt x="283" y="536"/>
                </a:lnTo>
                <a:lnTo>
                  <a:pt x="282" y="535"/>
                </a:lnTo>
                <a:lnTo>
                  <a:pt x="282" y="534"/>
                </a:lnTo>
                <a:lnTo>
                  <a:pt x="281" y="532"/>
                </a:lnTo>
                <a:lnTo>
                  <a:pt x="280" y="531"/>
                </a:lnTo>
                <a:lnTo>
                  <a:pt x="279" y="531"/>
                </a:lnTo>
                <a:lnTo>
                  <a:pt x="278" y="531"/>
                </a:lnTo>
                <a:lnTo>
                  <a:pt x="278" y="530"/>
                </a:lnTo>
                <a:lnTo>
                  <a:pt x="279" y="529"/>
                </a:lnTo>
                <a:lnTo>
                  <a:pt x="279" y="530"/>
                </a:lnTo>
                <a:lnTo>
                  <a:pt x="280" y="530"/>
                </a:lnTo>
                <a:lnTo>
                  <a:pt x="279" y="529"/>
                </a:lnTo>
                <a:lnTo>
                  <a:pt x="278" y="528"/>
                </a:lnTo>
                <a:lnTo>
                  <a:pt x="279" y="527"/>
                </a:lnTo>
                <a:lnTo>
                  <a:pt x="279" y="526"/>
                </a:lnTo>
                <a:lnTo>
                  <a:pt x="278" y="526"/>
                </a:lnTo>
                <a:lnTo>
                  <a:pt x="278" y="525"/>
                </a:lnTo>
                <a:lnTo>
                  <a:pt x="278" y="524"/>
                </a:lnTo>
                <a:lnTo>
                  <a:pt x="277" y="524"/>
                </a:lnTo>
                <a:lnTo>
                  <a:pt x="276" y="523"/>
                </a:lnTo>
                <a:lnTo>
                  <a:pt x="275" y="522"/>
                </a:lnTo>
                <a:lnTo>
                  <a:pt x="274" y="522"/>
                </a:lnTo>
                <a:lnTo>
                  <a:pt x="273" y="521"/>
                </a:lnTo>
                <a:lnTo>
                  <a:pt x="273" y="520"/>
                </a:lnTo>
                <a:lnTo>
                  <a:pt x="274" y="520"/>
                </a:lnTo>
                <a:lnTo>
                  <a:pt x="275" y="519"/>
                </a:lnTo>
                <a:lnTo>
                  <a:pt x="276" y="518"/>
                </a:lnTo>
                <a:lnTo>
                  <a:pt x="276" y="516"/>
                </a:lnTo>
                <a:lnTo>
                  <a:pt x="275" y="516"/>
                </a:lnTo>
                <a:lnTo>
                  <a:pt x="275" y="515"/>
                </a:lnTo>
                <a:lnTo>
                  <a:pt x="274" y="515"/>
                </a:lnTo>
                <a:lnTo>
                  <a:pt x="274" y="514"/>
                </a:lnTo>
                <a:lnTo>
                  <a:pt x="273" y="514"/>
                </a:lnTo>
                <a:lnTo>
                  <a:pt x="273" y="513"/>
                </a:lnTo>
                <a:lnTo>
                  <a:pt x="273" y="512"/>
                </a:lnTo>
                <a:lnTo>
                  <a:pt x="274" y="512"/>
                </a:lnTo>
                <a:lnTo>
                  <a:pt x="275" y="512"/>
                </a:lnTo>
                <a:lnTo>
                  <a:pt x="275" y="511"/>
                </a:lnTo>
                <a:lnTo>
                  <a:pt x="276" y="510"/>
                </a:lnTo>
                <a:lnTo>
                  <a:pt x="276" y="509"/>
                </a:lnTo>
                <a:lnTo>
                  <a:pt x="277" y="509"/>
                </a:lnTo>
                <a:lnTo>
                  <a:pt x="277" y="508"/>
                </a:lnTo>
                <a:lnTo>
                  <a:pt x="277" y="507"/>
                </a:lnTo>
                <a:lnTo>
                  <a:pt x="278" y="507"/>
                </a:lnTo>
                <a:lnTo>
                  <a:pt x="278" y="506"/>
                </a:lnTo>
                <a:lnTo>
                  <a:pt x="278" y="505"/>
                </a:lnTo>
                <a:lnTo>
                  <a:pt x="278" y="504"/>
                </a:lnTo>
                <a:lnTo>
                  <a:pt x="279" y="504"/>
                </a:lnTo>
                <a:lnTo>
                  <a:pt x="280" y="504"/>
                </a:lnTo>
                <a:lnTo>
                  <a:pt x="280" y="505"/>
                </a:lnTo>
                <a:lnTo>
                  <a:pt x="281" y="504"/>
                </a:lnTo>
                <a:lnTo>
                  <a:pt x="282" y="504"/>
                </a:lnTo>
                <a:lnTo>
                  <a:pt x="283" y="504"/>
                </a:lnTo>
                <a:lnTo>
                  <a:pt x="284" y="503"/>
                </a:lnTo>
                <a:lnTo>
                  <a:pt x="285" y="503"/>
                </a:lnTo>
                <a:lnTo>
                  <a:pt x="286" y="501"/>
                </a:lnTo>
                <a:lnTo>
                  <a:pt x="287" y="500"/>
                </a:lnTo>
                <a:lnTo>
                  <a:pt x="287" y="499"/>
                </a:lnTo>
                <a:lnTo>
                  <a:pt x="287" y="498"/>
                </a:lnTo>
                <a:lnTo>
                  <a:pt x="288" y="498"/>
                </a:lnTo>
                <a:lnTo>
                  <a:pt x="289" y="497"/>
                </a:lnTo>
                <a:lnTo>
                  <a:pt x="290" y="496"/>
                </a:lnTo>
                <a:lnTo>
                  <a:pt x="290" y="495"/>
                </a:lnTo>
                <a:lnTo>
                  <a:pt x="291" y="495"/>
                </a:lnTo>
                <a:lnTo>
                  <a:pt x="292" y="494"/>
                </a:lnTo>
                <a:lnTo>
                  <a:pt x="292" y="493"/>
                </a:lnTo>
                <a:lnTo>
                  <a:pt x="292" y="492"/>
                </a:lnTo>
                <a:lnTo>
                  <a:pt x="293" y="492"/>
                </a:lnTo>
                <a:lnTo>
                  <a:pt x="294" y="493"/>
                </a:lnTo>
                <a:lnTo>
                  <a:pt x="294" y="494"/>
                </a:lnTo>
                <a:lnTo>
                  <a:pt x="295" y="494"/>
                </a:lnTo>
                <a:lnTo>
                  <a:pt x="296" y="494"/>
                </a:lnTo>
                <a:lnTo>
                  <a:pt x="296" y="495"/>
                </a:lnTo>
                <a:lnTo>
                  <a:pt x="297" y="495"/>
                </a:lnTo>
                <a:lnTo>
                  <a:pt x="297" y="494"/>
                </a:lnTo>
                <a:lnTo>
                  <a:pt x="296" y="494"/>
                </a:lnTo>
                <a:lnTo>
                  <a:pt x="296" y="493"/>
                </a:lnTo>
                <a:lnTo>
                  <a:pt x="298" y="493"/>
                </a:lnTo>
                <a:lnTo>
                  <a:pt x="297" y="493"/>
                </a:lnTo>
                <a:lnTo>
                  <a:pt x="297" y="492"/>
                </a:lnTo>
                <a:lnTo>
                  <a:pt x="298" y="492"/>
                </a:lnTo>
                <a:lnTo>
                  <a:pt x="300" y="491"/>
                </a:lnTo>
                <a:lnTo>
                  <a:pt x="300" y="489"/>
                </a:lnTo>
                <a:lnTo>
                  <a:pt x="300" y="488"/>
                </a:lnTo>
                <a:lnTo>
                  <a:pt x="301" y="487"/>
                </a:lnTo>
                <a:lnTo>
                  <a:pt x="302" y="486"/>
                </a:lnTo>
                <a:lnTo>
                  <a:pt x="303" y="486"/>
                </a:lnTo>
                <a:lnTo>
                  <a:pt x="304" y="485"/>
                </a:lnTo>
                <a:lnTo>
                  <a:pt x="303" y="484"/>
                </a:lnTo>
                <a:lnTo>
                  <a:pt x="302" y="483"/>
                </a:lnTo>
                <a:lnTo>
                  <a:pt x="302" y="482"/>
                </a:lnTo>
                <a:lnTo>
                  <a:pt x="302" y="481"/>
                </a:lnTo>
                <a:lnTo>
                  <a:pt x="301" y="482"/>
                </a:lnTo>
                <a:lnTo>
                  <a:pt x="300" y="483"/>
                </a:lnTo>
                <a:lnTo>
                  <a:pt x="297" y="485"/>
                </a:lnTo>
                <a:lnTo>
                  <a:pt x="297" y="484"/>
                </a:lnTo>
                <a:lnTo>
                  <a:pt x="298" y="484"/>
                </a:lnTo>
                <a:lnTo>
                  <a:pt x="299" y="483"/>
                </a:lnTo>
                <a:lnTo>
                  <a:pt x="300" y="482"/>
                </a:lnTo>
                <a:lnTo>
                  <a:pt x="301" y="481"/>
                </a:lnTo>
                <a:lnTo>
                  <a:pt x="301" y="480"/>
                </a:lnTo>
                <a:lnTo>
                  <a:pt x="302" y="480"/>
                </a:lnTo>
                <a:lnTo>
                  <a:pt x="302" y="479"/>
                </a:lnTo>
                <a:lnTo>
                  <a:pt x="303" y="479"/>
                </a:lnTo>
                <a:lnTo>
                  <a:pt x="303" y="478"/>
                </a:lnTo>
                <a:lnTo>
                  <a:pt x="302" y="478"/>
                </a:lnTo>
                <a:lnTo>
                  <a:pt x="303" y="477"/>
                </a:lnTo>
                <a:lnTo>
                  <a:pt x="304" y="477"/>
                </a:lnTo>
                <a:lnTo>
                  <a:pt x="305" y="477"/>
                </a:lnTo>
                <a:lnTo>
                  <a:pt x="305" y="476"/>
                </a:lnTo>
                <a:lnTo>
                  <a:pt x="306" y="476"/>
                </a:lnTo>
                <a:lnTo>
                  <a:pt x="306" y="477"/>
                </a:lnTo>
                <a:lnTo>
                  <a:pt x="307" y="476"/>
                </a:lnTo>
                <a:lnTo>
                  <a:pt x="308" y="476"/>
                </a:lnTo>
                <a:lnTo>
                  <a:pt x="307" y="475"/>
                </a:lnTo>
                <a:lnTo>
                  <a:pt x="308" y="474"/>
                </a:lnTo>
                <a:lnTo>
                  <a:pt x="309" y="473"/>
                </a:lnTo>
                <a:lnTo>
                  <a:pt x="310" y="473"/>
                </a:lnTo>
                <a:lnTo>
                  <a:pt x="310" y="472"/>
                </a:lnTo>
                <a:lnTo>
                  <a:pt x="311" y="471"/>
                </a:lnTo>
                <a:lnTo>
                  <a:pt x="311" y="470"/>
                </a:lnTo>
                <a:lnTo>
                  <a:pt x="311" y="469"/>
                </a:lnTo>
                <a:lnTo>
                  <a:pt x="311" y="468"/>
                </a:lnTo>
                <a:lnTo>
                  <a:pt x="312" y="467"/>
                </a:lnTo>
                <a:lnTo>
                  <a:pt x="312" y="466"/>
                </a:lnTo>
                <a:lnTo>
                  <a:pt x="312" y="465"/>
                </a:lnTo>
                <a:lnTo>
                  <a:pt x="313" y="465"/>
                </a:lnTo>
                <a:lnTo>
                  <a:pt x="313" y="464"/>
                </a:lnTo>
                <a:lnTo>
                  <a:pt x="313" y="465"/>
                </a:lnTo>
                <a:lnTo>
                  <a:pt x="314" y="464"/>
                </a:lnTo>
                <a:lnTo>
                  <a:pt x="315" y="464"/>
                </a:lnTo>
                <a:lnTo>
                  <a:pt x="316" y="464"/>
                </a:lnTo>
                <a:lnTo>
                  <a:pt x="316" y="463"/>
                </a:lnTo>
                <a:lnTo>
                  <a:pt x="317" y="463"/>
                </a:lnTo>
                <a:lnTo>
                  <a:pt x="317" y="462"/>
                </a:lnTo>
                <a:lnTo>
                  <a:pt x="317" y="461"/>
                </a:lnTo>
                <a:lnTo>
                  <a:pt x="317" y="459"/>
                </a:lnTo>
                <a:lnTo>
                  <a:pt x="317" y="458"/>
                </a:lnTo>
                <a:lnTo>
                  <a:pt x="317" y="457"/>
                </a:lnTo>
                <a:lnTo>
                  <a:pt x="316" y="457"/>
                </a:lnTo>
                <a:lnTo>
                  <a:pt x="316" y="456"/>
                </a:lnTo>
                <a:lnTo>
                  <a:pt x="315" y="456"/>
                </a:lnTo>
                <a:lnTo>
                  <a:pt x="314" y="456"/>
                </a:lnTo>
                <a:lnTo>
                  <a:pt x="314" y="455"/>
                </a:lnTo>
                <a:lnTo>
                  <a:pt x="315" y="455"/>
                </a:lnTo>
                <a:lnTo>
                  <a:pt x="311" y="454"/>
                </a:lnTo>
                <a:lnTo>
                  <a:pt x="312" y="454"/>
                </a:lnTo>
                <a:lnTo>
                  <a:pt x="317" y="453"/>
                </a:lnTo>
                <a:lnTo>
                  <a:pt x="317" y="454"/>
                </a:lnTo>
                <a:lnTo>
                  <a:pt x="318" y="454"/>
                </a:lnTo>
                <a:lnTo>
                  <a:pt x="319" y="453"/>
                </a:lnTo>
                <a:lnTo>
                  <a:pt x="320" y="452"/>
                </a:lnTo>
                <a:lnTo>
                  <a:pt x="320" y="451"/>
                </a:lnTo>
                <a:lnTo>
                  <a:pt x="321" y="451"/>
                </a:lnTo>
                <a:lnTo>
                  <a:pt x="322" y="450"/>
                </a:lnTo>
                <a:lnTo>
                  <a:pt x="323" y="449"/>
                </a:lnTo>
                <a:lnTo>
                  <a:pt x="323" y="448"/>
                </a:lnTo>
                <a:lnTo>
                  <a:pt x="324" y="448"/>
                </a:lnTo>
                <a:lnTo>
                  <a:pt x="324" y="447"/>
                </a:lnTo>
                <a:lnTo>
                  <a:pt x="323" y="447"/>
                </a:lnTo>
                <a:lnTo>
                  <a:pt x="322" y="447"/>
                </a:lnTo>
                <a:lnTo>
                  <a:pt x="322" y="446"/>
                </a:lnTo>
                <a:lnTo>
                  <a:pt x="323" y="446"/>
                </a:lnTo>
                <a:lnTo>
                  <a:pt x="322" y="441"/>
                </a:lnTo>
                <a:lnTo>
                  <a:pt x="323" y="441"/>
                </a:lnTo>
                <a:lnTo>
                  <a:pt x="322" y="440"/>
                </a:lnTo>
                <a:lnTo>
                  <a:pt x="321" y="439"/>
                </a:lnTo>
                <a:lnTo>
                  <a:pt x="319" y="437"/>
                </a:lnTo>
                <a:lnTo>
                  <a:pt x="316" y="439"/>
                </a:lnTo>
                <a:lnTo>
                  <a:pt x="316" y="438"/>
                </a:lnTo>
                <a:lnTo>
                  <a:pt x="316" y="437"/>
                </a:lnTo>
                <a:lnTo>
                  <a:pt x="319" y="435"/>
                </a:lnTo>
                <a:lnTo>
                  <a:pt x="320" y="435"/>
                </a:lnTo>
                <a:lnTo>
                  <a:pt x="321" y="438"/>
                </a:lnTo>
                <a:lnTo>
                  <a:pt x="322" y="438"/>
                </a:lnTo>
                <a:lnTo>
                  <a:pt x="323" y="438"/>
                </a:lnTo>
                <a:lnTo>
                  <a:pt x="323" y="437"/>
                </a:lnTo>
                <a:lnTo>
                  <a:pt x="325" y="435"/>
                </a:lnTo>
                <a:lnTo>
                  <a:pt x="325" y="434"/>
                </a:lnTo>
                <a:lnTo>
                  <a:pt x="326" y="435"/>
                </a:lnTo>
                <a:lnTo>
                  <a:pt x="326" y="434"/>
                </a:lnTo>
                <a:lnTo>
                  <a:pt x="326" y="433"/>
                </a:lnTo>
                <a:lnTo>
                  <a:pt x="327" y="433"/>
                </a:lnTo>
                <a:lnTo>
                  <a:pt x="327" y="434"/>
                </a:lnTo>
                <a:lnTo>
                  <a:pt x="327" y="433"/>
                </a:lnTo>
                <a:lnTo>
                  <a:pt x="326" y="432"/>
                </a:lnTo>
                <a:lnTo>
                  <a:pt x="326" y="431"/>
                </a:lnTo>
                <a:lnTo>
                  <a:pt x="327" y="431"/>
                </a:lnTo>
                <a:lnTo>
                  <a:pt x="328" y="431"/>
                </a:lnTo>
                <a:lnTo>
                  <a:pt x="329" y="431"/>
                </a:lnTo>
                <a:lnTo>
                  <a:pt x="329" y="430"/>
                </a:lnTo>
                <a:lnTo>
                  <a:pt x="329" y="429"/>
                </a:lnTo>
                <a:lnTo>
                  <a:pt x="330" y="430"/>
                </a:lnTo>
                <a:lnTo>
                  <a:pt x="330" y="429"/>
                </a:lnTo>
                <a:lnTo>
                  <a:pt x="329" y="428"/>
                </a:lnTo>
                <a:lnTo>
                  <a:pt x="329" y="427"/>
                </a:lnTo>
                <a:lnTo>
                  <a:pt x="330" y="427"/>
                </a:lnTo>
                <a:lnTo>
                  <a:pt x="330" y="428"/>
                </a:lnTo>
                <a:lnTo>
                  <a:pt x="331" y="427"/>
                </a:lnTo>
                <a:lnTo>
                  <a:pt x="331" y="426"/>
                </a:lnTo>
                <a:lnTo>
                  <a:pt x="330" y="425"/>
                </a:lnTo>
                <a:lnTo>
                  <a:pt x="330" y="424"/>
                </a:lnTo>
                <a:lnTo>
                  <a:pt x="330" y="423"/>
                </a:lnTo>
                <a:lnTo>
                  <a:pt x="329" y="423"/>
                </a:lnTo>
                <a:lnTo>
                  <a:pt x="329" y="422"/>
                </a:lnTo>
                <a:lnTo>
                  <a:pt x="330" y="421"/>
                </a:lnTo>
                <a:lnTo>
                  <a:pt x="331" y="421"/>
                </a:lnTo>
                <a:lnTo>
                  <a:pt x="332" y="421"/>
                </a:lnTo>
                <a:lnTo>
                  <a:pt x="332" y="420"/>
                </a:lnTo>
                <a:lnTo>
                  <a:pt x="333" y="418"/>
                </a:lnTo>
                <a:lnTo>
                  <a:pt x="334" y="418"/>
                </a:lnTo>
                <a:lnTo>
                  <a:pt x="333" y="417"/>
                </a:lnTo>
                <a:lnTo>
                  <a:pt x="333" y="416"/>
                </a:lnTo>
                <a:lnTo>
                  <a:pt x="334" y="414"/>
                </a:lnTo>
                <a:lnTo>
                  <a:pt x="335" y="414"/>
                </a:lnTo>
                <a:lnTo>
                  <a:pt x="335" y="413"/>
                </a:lnTo>
                <a:lnTo>
                  <a:pt x="335" y="412"/>
                </a:lnTo>
                <a:lnTo>
                  <a:pt x="334" y="412"/>
                </a:lnTo>
                <a:lnTo>
                  <a:pt x="333" y="412"/>
                </a:lnTo>
                <a:lnTo>
                  <a:pt x="334" y="411"/>
                </a:lnTo>
                <a:lnTo>
                  <a:pt x="332" y="409"/>
                </a:lnTo>
                <a:lnTo>
                  <a:pt x="332" y="408"/>
                </a:lnTo>
                <a:lnTo>
                  <a:pt x="331" y="408"/>
                </a:lnTo>
                <a:lnTo>
                  <a:pt x="329" y="406"/>
                </a:lnTo>
                <a:lnTo>
                  <a:pt x="328" y="405"/>
                </a:lnTo>
                <a:lnTo>
                  <a:pt x="327" y="404"/>
                </a:lnTo>
                <a:lnTo>
                  <a:pt x="326" y="403"/>
                </a:lnTo>
                <a:lnTo>
                  <a:pt x="326" y="404"/>
                </a:lnTo>
                <a:lnTo>
                  <a:pt x="325" y="403"/>
                </a:lnTo>
                <a:lnTo>
                  <a:pt x="326" y="403"/>
                </a:lnTo>
                <a:lnTo>
                  <a:pt x="326" y="402"/>
                </a:lnTo>
                <a:lnTo>
                  <a:pt x="325" y="402"/>
                </a:lnTo>
                <a:lnTo>
                  <a:pt x="324" y="401"/>
                </a:lnTo>
                <a:lnTo>
                  <a:pt x="323" y="401"/>
                </a:lnTo>
                <a:lnTo>
                  <a:pt x="321" y="400"/>
                </a:lnTo>
                <a:lnTo>
                  <a:pt x="320" y="399"/>
                </a:lnTo>
                <a:lnTo>
                  <a:pt x="318" y="398"/>
                </a:lnTo>
                <a:lnTo>
                  <a:pt x="318" y="397"/>
                </a:lnTo>
                <a:lnTo>
                  <a:pt x="318" y="396"/>
                </a:lnTo>
                <a:lnTo>
                  <a:pt x="319" y="396"/>
                </a:lnTo>
                <a:lnTo>
                  <a:pt x="319" y="395"/>
                </a:lnTo>
                <a:lnTo>
                  <a:pt x="320" y="395"/>
                </a:lnTo>
                <a:lnTo>
                  <a:pt x="320" y="394"/>
                </a:lnTo>
                <a:lnTo>
                  <a:pt x="320" y="393"/>
                </a:lnTo>
                <a:lnTo>
                  <a:pt x="320" y="392"/>
                </a:lnTo>
                <a:lnTo>
                  <a:pt x="320" y="391"/>
                </a:lnTo>
                <a:lnTo>
                  <a:pt x="320" y="390"/>
                </a:lnTo>
                <a:lnTo>
                  <a:pt x="319" y="389"/>
                </a:lnTo>
                <a:lnTo>
                  <a:pt x="318" y="389"/>
                </a:lnTo>
                <a:lnTo>
                  <a:pt x="318" y="390"/>
                </a:lnTo>
                <a:lnTo>
                  <a:pt x="317" y="391"/>
                </a:lnTo>
                <a:lnTo>
                  <a:pt x="316" y="391"/>
                </a:lnTo>
                <a:lnTo>
                  <a:pt x="315" y="391"/>
                </a:lnTo>
                <a:lnTo>
                  <a:pt x="314" y="392"/>
                </a:lnTo>
                <a:lnTo>
                  <a:pt x="313" y="392"/>
                </a:lnTo>
                <a:lnTo>
                  <a:pt x="312" y="392"/>
                </a:lnTo>
                <a:lnTo>
                  <a:pt x="311" y="392"/>
                </a:lnTo>
                <a:lnTo>
                  <a:pt x="310" y="393"/>
                </a:lnTo>
                <a:lnTo>
                  <a:pt x="309" y="392"/>
                </a:lnTo>
                <a:lnTo>
                  <a:pt x="309" y="391"/>
                </a:lnTo>
                <a:lnTo>
                  <a:pt x="310" y="391"/>
                </a:lnTo>
                <a:lnTo>
                  <a:pt x="310" y="390"/>
                </a:lnTo>
                <a:lnTo>
                  <a:pt x="311" y="389"/>
                </a:lnTo>
                <a:lnTo>
                  <a:pt x="310" y="389"/>
                </a:lnTo>
                <a:lnTo>
                  <a:pt x="310" y="390"/>
                </a:lnTo>
                <a:lnTo>
                  <a:pt x="309" y="390"/>
                </a:lnTo>
                <a:lnTo>
                  <a:pt x="310" y="387"/>
                </a:lnTo>
                <a:lnTo>
                  <a:pt x="309" y="387"/>
                </a:lnTo>
                <a:lnTo>
                  <a:pt x="309" y="386"/>
                </a:lnTo>
                <a:lnTo>
                  <a:pt x="308" y="390"/>
                </a:lnTo>
                <a:lnTo>
                  <a:pt x="309" y="390"/>
                </a:lnTo>
                <a:lnTo>
                  <a:pt x="308" y="392"/>
                </a:lnTo>
                <a:lnTo>
                  <a:pt x="305" y="390"/>
                </a:lnTo>
                <a:lnTo>
                  <a:pt x="304" y="390"/>
                </a:lnTo>
                <a:lnTo>
                  <a:pt x="302" y="389"/>
                </a:lnTo>
                <a:lnTo>
                  <a:pt x="303" y="384"/>
                </a:lnTo>
                <a:lnTo>
                  <a:pt x="302" y="384"/>
                </a:lnTo>
                <a:lnTo>
                  <a:pt x="301" y="386"/>
                </a:lnTo>
                <a:lnTo>
                  <a:pt x="300" y="386"/>
                </a:lnTo>
                <a:lnTo>
                  <a:pt x="301" y="384"/>
                </a:lnTo>
                <a:lnTo>
                  <a:pt x="300" y="383"/>
                </a:lnTo>
                <a:lnTo>
                  <a:pt x="299" y="382"/>
                </a:lnTo>
                <a:lnTo>
                  <a:pt x="300" y="381"/>
                </a:lnTo>
                <a:lnTo>
                  <a:pt x="299" y="381"/>
                </a:lnTo>
                <a:lnTo>
                  <a:pt x="298" y="380"/>
                </a:lnTo>
                <a:lnTo>
                  <a:pt x="297" y="380"/>
                </a:lnTo>
                <a:lnTo>
                  <a:pt x="297" y="379"/>
                </a:lnTo>
                <a:lnTo>
                  <a:pt x="298" y="379"/>
                </a:lnTo>
                <a:lnTo>
                  <a:pt x="298" y="378"/>
                </a:lnTo>
                <a:lnTo>
                  <a:pt x="297" y="377"/>
                </a:lnTo>
                <a:lnTo>
                  <a:pt x="296" y="376"/>
                </a:lnTo>
                <a:lnTo>
                  <a:pt x="296" y="375"/>
                </a:lnTo>
                <a:lnTo>
                  <a:pt x="295" y="375"/>
                </a:lnTo>
                <a:lnTo>
                  <a:pt x="296" y="374"/>
                </a:lnTo>
                <a:lnTo>
                  <a:pt x="297" y="374"/>
                </a:lnTo>
                <a:lnTo>
                  <a:pt x="296" y="373"/>
                </a:lnTo>
                <a:lnTo>
                  <a:pt x="295" y="373"/>
                </a:lnTo>
                <a:lnTo>
                  <a:pt x="294" y="373"/>
                </a:lnTo>
                <a:lnTo>
                  <a:pt x="292" y="373"/>
                </a:lnTo>
                <a:lnTo>
                  <a:pt x="292" y="375"/>
                </a:lnTo>
                <a:lnTo>
                  <a:pt x="292" y="376"/>
                </a:lnTo>
                <a:lnTo>
                  <a:pt x="293" y="376"/>
                </a:lnTo>
                <a:lnTo>
                  <a:pt x="295" y="376"/>
                </a:lnTo>
                <a:lnTo>
                  <a:pt x="292" y="377"/>
                </a:lnTo>
                <a:lnTo>
                  <a:pt x="291" y="377"/>
                </a:lnTo>
                <a:lnTo>
                  <a:pt x="290" y="376"/>
                </a:lnTo>
                <a:lnTo>
                  <a:pt x="289" y="376"/>
                </a:lnTo>
                <a:lnTo>
                  <a:pt x="288" y="375"/>
                </a:lnTo>
                <a:lnTo>
                  <a:pt x="288" y="376"/>
                </a:lnTo>
                <a:lnTo>
                  <a:pt x="287" y="375"/>
                </a:lnTo>
                <a:lnTo>
                  <a:pt x="287" y="374"/>
                </a:lnTo>
                <a:lnTo>
                  <a:pt x="286" y="371"/>
                </a:lnTo>
                <a:lnTo>
                  <a:pt x="285" y="371"/>
                </a:lnTo>
                <a:lnTo>
                  <a:pt x="285" y="369"/>
                </a:lnTo>
                <a:lnTo>
                  <a:pt x="284" y="367"/>
                </a:lnTo>
                <a:lnTo>
                  <a:pt x="284" y="366"/>
                </a:lnTo>
                <a:lnTo>
                  <a:pt x="283" y="366"/>
                </a:lnTo>
                <a:lnTo>
                  <a:pt x="283" y="365"/>
                </a:lnTo>
                <a:lnTo>
                  <a:pt x="284" y="364"/>
                </a:lnTo>
                <a:lnTo>
                  <a:pt x="284" y="363"/>
                </a:lnTo>
                <a:lnTo>
                  <a:pt x="283" y="363"/>
                </a:lnTo>
                <a:lnTo>
                  <a:pt x="282" y="362"/>
                </a:lnTo>
                <a:lnTo>
                  <a:pt x="282" y="360"/>
                </a:lnTo>
                <a:lnTo>
                  <a:pt x="281" y="359"/>
                </a:lnTo>
                <a:lnTo>
                  <a:pt x="282" y="359"/>
                </a:lnTo>
                <a:lnTo>
                  <a:pt x="282" y="358"/>
                </a:lnTo>
                <a:lnTo>
                  <a:pt x="283" y="357"/>
                </a:lnTo>
                <a:lnTo>
                  <a:pt x="283" y="356"/>
                </a:lnTo>
                <a:lnTo>
                  <a:pt x="283" y="355"/>
                </a:lnTo>
                <a:lnTo>
                  <a:pt x="282" y="355"/>
                </a:lnTo>
                <a:lnTo>
                  <a:pt x="282" y="356"/>
                </a:lnTo>
                <a:lnTo>
                  <a:pt x="282" y="357"/>
                </a:lnTo>
                <a:lnTo>
                  <a:pt x="281" y="357"/>
                </a:lnTo>
                <a:lnTo>
                  <a:pt x="280" y="357"/>
                </a:lnTo>
                <a:lnTo>
                  <a:pt x="280" y="358"/>
                </a:lnTo>
                <a:lnTo>
                  <a:pt x="279" y="358"/>
                </a:lnTo>
                <a:lnTo>
                  <a:pt x="279" y="359"/>
                </a:lnTo>
                <a:lnTo>
                  <a:pt x="279" y="360"/>
                </a:lnTo>
                <a:lnTo>
                  <a:pt x="280" y="360"/>
                </a:lnTo>
                <a:lnTo>
                  <a:pt x="279" y="361"/>
                </a:lnTo>
                <a:lnTo>
                  <a:pt x="279" y="362"/>
                </a:lnTo>
                <a:lnTo>
                  <a:pt x="278" y="362"/>
                </a:lnTo>
                <a:lnTo>
                  <a:pt x="278" y="363"/>
                </a:lnTo>
                <a:lnTo>
                  <a:pt x="278" y="364"/>
                </a:lnTo>
                <a:lnTo>
                  <a:pt x="279" y="364"/>
                </a:lnTo>
                <a:lnTo>
                  <a:pt x="279" y="365"/>
                </a:lnTo>
                <a:lnTo>
                  <a:pt x="279" y="366"/>
                </a:lnTo>
                <a:lnTo>
                  <a:pt x="278" y="367"/>
                </a:lnTo>
                <a:lnTo>
                  <a:pt x="278" y="368"/>
                </a:lnTo>
                <a:lnTo>
                  <a:pt x="278" y="369"/>
                </a:lnTo>
                <a:lnTo>
                  <a:pt x="277" y="369"/>
                </a:lnTo>
                <a:lnTo>
                  <a:pt x="277" y="368"/>
                </a:lnTo>
                <a:lnTo>
                  <a:pt x="276" y="368"/>
                </a:lnTo>
                <a:lnTo>
                  <a:pt x="276" y="369"/>
                </a:lnTo>
                <a:lnTo>
                  <a:pt x="275" y="369"/>
                </a:lnTo>
                <a:lnTo>
                  <a:pt x="275" y="368"/>
                </a:lnTo>
                <a:lnTo>
                  <a:pt x="275" y="367"/>
                </a:lnTo>
                <a:lnTo>
                  <a:pt x="274" y="367"/>
                </a:lnTo>
                <a:lnTo>
                  <a:pt x="274" y="368"/>
                </a:lnTo>
                <a:lnTo>
                  <a:pt x="273" y="368"/>
                </a:lnTo>
                <a:lnTo>
                  <a:pt x="273" y="369"/>
                </a:lnTo>
                <a:lnTo>
                  <a:pt x="272" y="370"/>
                </a:lnTo>
                <a:lnTo>
                  <a:pt x="273" y="370"/>
                </a:lnTo>
                <a:lnTo>
                  <a:pt x="274" y="371"/>
                </a:lnTo>
                <a:lnTo>
                  <a:pt x="274" y="369"/>
                </a:lnTo>
                <a:lnTo>
                  <a:pt x="275" y="369"/>
                </a:lnTo>
                <a:lnTo>
                  <a:pt x="275" y="370"/>
                </a:lnTo>
                <a:lnTo>
                  <a:pt x="276" y="370"/>
                </a:lnTo>
                <a:lnTo>
                  <a:pt x="277" y="370"/>
                </a:lnTo>
                <a:lnTo>
                  <a:pt x="276" y="371"/>
                </a:lnTo>
                <a:lnTo>
                  <a:pt x="275" y="371"/>
                </a:lnTo>
                <a:lnTo>
                  <a:pt x="276" y="372"/>
                </a:lnTo>
                <a:lnTo>
                  <a:pt x="275" y="372"/>
                </a:lnTo>
                <a:lnTo>
                  <a:pt x="275" y="375"/>
                </a:lnTo>
                <a:lnTo>
                  <a:pt x="274" y="375"/>
                </a:lnTo>
                <a:lnTo>
                  <a:pt x="273" y="375"/>
                </a:lnTo>
                <a:lnTo>
                  <a:pt x="273" y="374"/>
                </a:lnTo>
                <a:lnTo>
                  <a:pt x="272" y="375"/>
                </a:lnTo>
                <a:lnTo>
                  <a:pt x="271" y="375"/>
                </a:lnTo>
                <a:lnTo>
                  <a:pt x="271" y="374"/>
                </a:lnTo>
                <a:lnTo>
                  <a:pt x="271" y="373"/>
                </a:lnTo>
                <a:lnTo>
                  <a:pt x="270" y="372"/>
                </a:lnTo>
                <a:lnTo>
                  <a:pt x="270" y="373"/>
                </a:lnTo>
                <a:lnTo>
                  <a:pt x="271" y="375"/>
                </a:lnTo>
                <a:lnTo>
                  <a:pt x="271" y="376"/>
                </a:lnTo>
                <a:lnTo>
                  <a:pt x="271" y="377"/>
                </a:lnTo>
                <a:lnTo>
                  <a:pt x="270" y="377"/>
                </a:lnTo>
                <a:lnTo>
                  <a:pt x="270" y="376"/>
                </a:lnTo>
                <a:lnTo>
                  <a:pt x="270" y="375"/>
                </a:lnTo>
                <a:lnTo>
                  <a:pt x="269" y="375"/>
                </a:lnTo>
                <a:lnTo>
                  <a:pt x="269" y="376"/>
                </a:lnTo>
                <a:lnTo>
                  <a:pt x="270" y="377"/>
                </a:lnTo>
                <a:lnTo>
                  <a:pt x="267" y="378"/>
                </a:lnTo>
                <a:lnTo>
                  <a:pt x="267" y="377"/>
                </a:lnTo>
                <a:lnTo>
                  <a:pt x="267" y="376"/>
                </a:lnTo>
                <a:lnTo>
                  <a:pt x="267" y="375"/>
                </a:lnTo>
                <a:lnTo>
                  <a:pt x="266" y="375"/>
                </a:lnTo>
                <a:lnTo>
                  <a:pt x="266" y="376"/>
                </a:lnTo>
                <a:lnTo>
                  <a:pt x="267" y="378"/>
                </a:lnTo>
                <a:lnTo>
                  <a:pt x="266" y="378"/>
                </a:lnTo>
                <a:lnTo>
                  <a:pt x="266" y="376"/>
                </a:lnTo>
                <a:lnTo>
                  <a:pt x="265" y="376"/>
                </a:lnTo>
                <a:lnTo>
                  <a:pt x="264" y="375"/>
                </a:lnTo>
                <a:lnTo>
                  <a:pt x="263" y="375"/>
                </a:lnTo>
                <a:lnTo>
                  <a:pt x="262" y="376"/>
                </a:lnTo>
                <a:lnTo>
                  <a:pt x="262" y="377"/>
                </a:lnTo>
                <a:lnTo>
                  <a:pt x="260" y="378"/>
                </a:lnTo>
                <a:lnTo>
                  <a:pt x="259" y="378"/>
                </a:lnTo>
                <a:lnTo>
                  <a:pt x="259" y="377"/>
                </a:lnTo>
                <a:lnTo>
                  <a:pt x="258" y="377"/>
                </a:lnTo>
                <a:lnTo>
                  <a:pt x="258" y="375"/>
                </a:lnTo>
                <a:lnTo>
                  <a:pt x="258" y="374"/>
                </a:lnTo>
                <a:lnTo>
                  <a:pt x="258" y="375"/>
                </a:lnTo>
                <a:lnTo>
                  <a:pt x="258" y="377"/>
                </a:lnTo>
                <a:lnTo>
                  <a:pt x="257" y="377"/>
                </a:lnTo>
                <a:lnTo>
                  <a:pt x="256" y="377"/>
                </a:lnTo>
                <a:lnTo>
                  <a:pt x="255" y="376"/>
                </a:lnTo>
                <a:lnTo>
                  <a:pt x="255" y="375"/>
                </a:lnTo>
                <a:lnTo>
                  <a:pt x="254" y="375"/>
                </a:lnTo>
                <a:lnTo>
                  <a:pt x="253" y="375"/>
                </a:lnTo>
                <a:lnTo>
                  <a:pt x="253" y="374"/>
                </a:lnTo>
                <a:lnTo>
                  <a:pt x="253" y="373"/>
                </a:lnTo>
                <a:lnTo>
                  <a:pt x="252" y="373"/>
                </a:lnTo>
                <a:lnTo>
                  <a:pt x="252" y="374"/>
                </a:lnTo>
                <a:lnTo>
                  <a:pt x="250" y="373"/>
                </a:lnTo>
                <a:lnTo>
                  <a:pt x="249" y="374"/>
                </a:lnTo>
                <a:lnTo>
                  <a:pt x="248" y="374"/>
                </a:lnTo>
                <a:lnTo>
                  <a:pt x="246" y="374"/>
                </a:lnTo>
                <a:lnTo>
                  <a:pt x="246" y="373"/>
                </a:lnTo>
                <a:lnTo>
                  <a:pt x="245" y="372"/>
                </a:lnTo>
                <a:lnTo>
                  <a:pt x="245" y="373"/>
                </a:lnTo>
                <a:lnTo>
                  <a:pt x="245" y="374"/>
                </a:lnTo>
                <a:lnTo>
                  <a:pt x="241" y="374"/>
                </a:lnTo>
                <a:lnTo>
                  <a:pt x="242" y="375"/>
                </a:lnTo>
                <a:lnTo>
                  <a:pt x="243" y="375"/>
                </a:lnTo>
                <a:lnTo>
                  <a:pt x="245" y="374"/>
                </a:lnTo>
                <a:lnTo>
                  <a:pt x="246" y="375"/>
                </a:lnTo>
                <a:lnTo>
                  <a:pt x="246" y="376"/>
                </a:lnTo>
                <a:lnTo>
                  <a:pt x="247" y="379"/>
                </a:lnTo>
                <a:lnTo>
                  <a:pt x="247" y="380"/>
                </a:lnTo>
                <a:lnTo>
                  <a:pt x="247" y="381"/>
                </a:lnTo>
                <a:lnTo>
                  <a:pt x="243" y="380"/>
                </a:lnTo>
                <a:lnTo>
                  <a:pt x="241" y="380"/>
                </a:lnTo>
                <a:lnTo>
                  <a:pt x="240" y="380"/>
                </a:lnTo>
                <a:lnTo>
                  <a:pt x="237" y="380"/>
                </a:lnTo>
                <a:lnTo>
                  <a:pt x="237" y="379"/>
                </a:lnTo>
                <a:lnTo>
                  <a:pt x="237" y="378"/>
                </a:lnTo>
                <a:lnTo>
                  <a:pt x="236" y="377"/>
                </a:lnTo>
                <a:lnTo>
                  <a:pt x="233" y="379"/>
                </a:lnTo>
                <a:lnTo>
                  <a:pt x="232" y="378"/>
                </a:lnTo>
                <a:lnTo>
                  <a:pt x="232" y="377"/>
                </a:lnTo>
                <a:lnTo>
                  <a:pt x="232" y="376"/>
                </a:lnTo>
                <a:lnTo>
                  <a:pt x="231" y="375"/>
                </a:lnTo>
                <a:lnTo>
                  <a:pt x="231" y="374"/>
                </a:lnTo>
                <a:lnTo>
                  <a:pt x="232" y="374"/>
                </a:lnTo>
                <a:lnTo>
                  <a:pt x="233" y="373"/>
                </a:lnTo>
                <a:lnTo>
                  <a:pt x="232" y="373"/>
                </a:lnTo>
                <a:lnTo>
                  <a:pt x="229" y="374"/>
                </a:lnTo>
                <a:lnTo>
                  <a:pt x="229" y="373"/>
                </a:lnTo>
                <a:lnTo>
                  <a:pt x="228" y="373"/>
                </a:lnTo>
                <a:lnTo>
                  <a:pt x="228" y="374"/>
                </a:lnTo>
                <a:lnTo>
                  <a:pt x="228" y="375"/>
                </a:lnTo>
                <a:lnTo>
                  <a:pt x="229" y="376"/>
                </a:lnTo>
                <a:lnTo>
                  <a:pt x="229" y="377"/>
                </a:lnTo>
                <a:lnTo>
                  <a:pt x="227" y="377"/>
                </a:lnTo>
                <a:lnTo>
                  <a:pt x="227" y="378"/>
                </a:lnTo>
                <a:lnTo>
                  <a:pt x="227" y="379"/>
                </a:lnTo>
                <a:lnTo>
                  <a:pt x="228" y="381"/>
                </a:lnTo>
                <a:lnTo>
                  <a:pt x="228" y="382"/>
                </a:lnTo>
                <a:lnTo>
                  <a:pt x="227" y="382"/>
                </a:lnTo>
                <a:lnTo>
                  <a:pt x="227" y="381"/>
                </a:lnTo>
                <a:lnTo>
                  <a:pt x="224" y="381"/>
                </a:lnTo>
                <a:lnTo>
                  <a:pt x="225" y="379"/>
                </a:lnTo>
                <a:lnTo>
                  <a:pt x="226" y="378"/>
                </a:lnTo>
                <a:lnTo>
                  <a:pt x="226" y="377"/>
                </a:lnTo>
                <a:lnTo>
                  <a:pt x="225" y="377"/>
                </a:lnTo>
                <a:lnTo>
                  <a:pt x="224" y="377"/>
                </a:lnTo>
                <a:lnTo>
                  <a:pt x="223" y="378"/>
                </a:lnTo>
                <a:lnTo>
                  <a:pt x="222" y="376"/>
                </a:lnTo>
                <a:lnTo>
                  <a:pt x="221" y="376"/>
                </a:lnTo>
                <a:lnTo>
                  <a:pt x="221" y="377"/>
                </a:lnTo>
                <a:lnTo>
                  <a:pt x="220" y="377"/>
                </a:lnTo>
                <a:lnTo>
                  <a:pt x="221" y="377"/>
                </a:lnTo>
                <a:lnTo>
                  <a:pt x="222" y="377"/>
                </a:lnTo>
                <a:lnTo>
                  <a:pt x="222" y="378"/>
                </a:lnTo>
                <a:lnTo>
                  <a:pt x="221" y="379"/>
                </a:lnTo>
                <a:lnTo>
                  <a:pt x="221" y="380"/>
                </a:lnTo>
                <a:lnTo>
                  <a:pt x="220" y="380"/>
                </a:lnTo>
                <a:lnTo>
                  <a:pt x="218" y="379"/>
                </a:lnTo>
                <a:lnTo>
                  <a:pt x="218" y="380"/>
                </a:lnTo>
                <a:lnTo>
                  <a:pt x="217" y="380"/>
                </a:lnTo>
                <a:lnTo>
                  <a:pt x="216" y="380"/>
                </a:lnTo>
                <a:lnTo>
                  <a:pt x="215" y="381"/>
                </a:lnTo>
                <a:lnTo>
                  <a:pt x="214" y="381"/>
                </a:lnTo>
                <a:lnTo>
                  <a:pt x="213" y="382"/>
                </a:lnTo>
                <a:lnTo>
                  <a:pt x="213" y="384"/>
                </a:lnTo>
                <a:lnTo>
                  <a:pt x="214" y="384"/>
                </a:lnTo>
                <a:lnTo>
                  <a:pt x="214" y="386"/>
                </a:lnTo>
                <a:lnTo>
                  <a:pt x="213" y="387"/>
                </a:lnTo>
                <a:lnTo>
                  <a:pt x="212" y="388"/>
                </a:lnTo>
                <a:lnTo>
                  <a:pt x="213" y="389"/>
                </a:lnTo>
                <a:lnTo>
                  <a:pt x="214" y="390"/>
                </a:lnTo>
                <a:lnTo>
                  <a:pt x="213" y="390"/>
                </a:lnTo>
                <a:lnTo>
                  <a:pt x="212" y="390"/>
                </a:lnTo>
                <a:lnTo>
                  <a:pt x="212" y="391"/>
                </a:lnTo>
                <a:lnTo>
                  <a:pt x="213" y="391"/>
                </a:lnTo>
                <a:lnTo>
                  <a:pt x="212" y="392"/>
                </a:lnTo>
                <a:lnTo>
                  <a:pt x="211" y="391"/>
                </a:lnTo>
                <a:lnTo>
                  <a:pt x="211" y="390"/>
                </a:lnTo>
                <a:lnTo>
                  <a:pt x="210" y="390"/>
                </a:lnTo>
                <a:lnTo>
                  <a:pt x="209" y="389"/>
                </a:lnTo>
                <a:lnTo>
                  <a:pt x="209" y="388"/>
                </a:lnTo>
                <a:lnTo>
                  <a:pt x="208" y="388"/>
                </a:lnTo>
                <a:lnTo>
                  <a:pt x="208" y="389"/>
                </a:lnTo>
                <a:lnTo>
                  <a:pt x="207" y="389"/>
                </a:lnTo>
                <a:lnTo>
                  <a:pt x="206" y="389"/>
                </a:lnTo>
                <a:lnTo>
                  <a:pt x="206" y="388"/>
                </a:lnTo>
                <a:lnTo>
                  <a:pt x="205" y="389"/>
                </a:lnTo>
                <a:lnTo>
                  <a:pt x="204" y="389"/>
                </a:lnTo>
                <a:lnTo>
                  <a:pt x="204" y="390"/>
                </a:lnTo>
                <a:lnTo>
                  <a:pt x="203" y="391"/>
                </a:lnTo>
                <a:lnTo>
                  <a:pt x="203" y="392"/>
                </a:lnTo>
                <a:lnTo>
                  <a:pt x="204" y="393"/>
                </a:lnTo>
                <a:lnTo>
                  <a:pt x="205" y="394"/>
                </a:lnTo>
                <a:lnTo>
                  <a:pt x="205" y="395"/>
                </a:lnTo>
                <a:lnTo>
                  <a:pt x="204" y="395"/>
                </a:lnTo>
                <a:lnTo>
                  <a:pt x="204" y="396"/>
                </a:lnTo>
                <a:lnTo>
                  <a:pt x="203" y="396"/>
                </a:lnTo>
                <a:lnTo>
                  <a:pt x="204" y="396"/>
                </a:lnTo>
                <a:lnTo>
                  <a:pt x="205" y="396"/>
                </a:lnTo>
                <a:lnTo>
                  <a:pt x="205" y="399"/>
                </a:lnTo>
                <a:lnTo>
                  <a:pt x="205" y="400"/>
                </a:lnTo>
                <a:lnTo>
                  <a:pt x="206" y="400"/>
                </a:lnTo>
                <a:lnTo>
                  <a:pt x="207" y="400"/>
                </a:lnTo>
                <a:lnTo>
                  <a:pt x="207" y="399"/>
                </a:lnTo>
                <a:lnTo>
                  <a:pt x="210" y="399"/>
                </a:lnTo>
                <a:lnTo>
                  <a:pt x="211" y="402"/>
                </a:lnTo>
                <a:lnTo>
                  <a:pt x="211" y="403"/>
                </a:lnTo>
                <a:lnTo>
                  <a:pt x="210" y="403"/>
                </a:lnTo>
                <a:lnTo>
                  <a:pt x="209" y="403"/>
                </a:lnTo>
                <a:lnTo>
                  <a:pt x="208" y="403"/>
                </a:lnTo>
                <a:lnTo>
                  <a:pt x="206" y="404"/>
                </a:lnTo>
                <a:lnTo>
                  <a:pt x="205" y="406"/>
                </a:lnTo>
                <a:lnTo>
                  <a:pt x="204" y="406"/>
                </a:lnTo>
                <a:lnTo>
                  <a:pt x="204" y="407"/>
                </a:lnTo>
                <a:lnTo>
                  <a:pt x="203" y="407"/>
                </a:lnTo>
                <a:lnTo>
                  <a:pt x="202" y="407"/>
                </a:lnTo>
                <a:lnTo>
                  <a:pt x="201" y="407"/>
                </a:lnTo>
                <a:lnTo>
                  <a:pt x="200" y="408"/>
                </a:lnTo>
                <a:lnTo>
                  <a:pt x="199" y="409"/>
                </a:lnTo>
                <a:lnTo>
                  <a:pt x="198" y="409"/>
                </a:lnTo>
                <a:lnTo>
                  <a:pt x="197" y="409"/>
                </a:lnTo>
                <a:lnTo>
                  <a:pt x="196" y="409"/>
                </a:lnTo>
                <a:lnTo>
                  <a:pt x="195" y="409"/>
                </a:lnTo>
                <a:lnTo>
                  <a:pt x="194" y="410"/>
                </a:lnTo>
                <a:lnTo>
                  <a:pt x="193" y="410"/>
                </a:lnTo>
                <a:lnTo>
                  <a:pt x="193" y="411"/>
                </a:lnTo>
                <a:lnTo>
                  <a:pt x="193" y="412"/>
                </a:lnTo>
                <a:lnTo>
                  <a:pt x="193" y="414"/>
                </a:lnTo>
                <a:lnTo>
                  <a:pt x="194" y="414"/>
                </a:lnTo>
                <a:lnTo>
                  <a:pt x="194" y="415"/>
                </a:lnTo>
                <a:lnTo>
                  <a:pt x="193" y="415"/>
                </a:lnTo>
                <a:lnTo>
                  <a:pt x="192" y="416"/>
                </a:lnTo>
                <a:lnTo>
                  <a:pt x="192" y="418"/>
                </a:lnTo>
                <a:lnTo>
                  <a:pt x="191" y="419"/>
                </a:lnTo>
                <a:lnTo>
                  <a:pt x="191" y="421"/>
                </a:lnTo>
                <a:lnTo>
                  <a:pt x="191" y="422"/>
                </a:lnTo>
                <a:lnTo>
                  <a:pt x="190" y="422"/>
                </a:lnTo>
                <a:lnTo>
                  <a:pt x="190" y="423"/>
                </a:lnTo>
                <a:lnTo>
                  <a:pt x="189" y="426"/>
                </a:lnTo>
                <a:lnTo>
                  <a:pt x="188" y="426"/>
                </a:lnTo>
                <a:lnTo>
                  <a:pt x="187" y="426"/>
                </a:lnTo>
                <a:lnTo>
                  <a:pt x="186" y="427"/>
                </a:lnTo>
                <a:lnTo>
                  <a:pt x="186" y="428"/>
                </a:lnTo>
                <a:lnTo>
                  <a:pt x="185" y="429"/>
                </a:lnTo>
                <a:lnTo>
                  <a:pt x="184" y="430"/>
                </a:lnTo>
                <a:lnTo>
                  <a:pt x="184" y="431"/>
                </a:lnTo>
                <a:lnTo>
                  <a:pt x="183" y="431"/>
                </a:lnTo>
                <a:lnTo>
                  <a:pt x="184" y="432"/>
                </a:lnTo>
                <a:lnTo>
                  <a:pt x="185" y="431"/>
                </a:lnTo>
                <a:lnTo>
                  <a:pt x="186" y="432"/>
                </a:lnTo>
                <a:lnTo>
                  <a:pt x="186" y="433"/>
                </a:lnTo>
                <a:lnTo>
                  <a:pt x="185" y="434"/>
                </a:lnTo>
                <a:lnTo>
                  <a:pt x="184" y="435"/>
                </a:lnTo>
                <a:lnTo>
                  <a:pt x="183" y="434"/>
                </a:lnTo>
                <a:lnTo>
                  <a:pt x="182" y="434"/>
                </a:lnTo>
                <a:lnTo>
                  <a:pt x="181" y="435"/>
                </a:lnTo>
                <a:lnTo>
                  <a:pt x="181" y="438"/>
                </a:lnTo>
                <a:lnTo>
                  <a:pt x="180" y="439"/>
                </a:lnTo>
                <a:lnTo>
                  <a:pt x="179" y="439"/>
                </a:lnTo>
                <a:lnTo>
                  <a:pt x="178" y="438"/>
                </a:lnTo>
                <a:lnTo>
                  <a:pt x="177" y="438"/>
                </a:lnTo>
                <a:lnTo>
                  <a:pt x="177" y="439"/>
                </a:lnTo>
                <a:lnTo>
                  <a:pt x="177" y="440"/>
                </a:lnTo>
                <a:lnTo>
                  <a:pt x="176" y="440"/>
                </a:lnTo>
                <a:lnTo>
                  <a:pt x="175" y="441"/>
                </a:lnTo>
                <a:lnTo>
                  <a:pt x="176" y="441"/>
                </a:lnTo>
                <a:lnTo>
                  <a:pt x="176" y="442"/>
                </a:lnTo>
                <a:lnTo>
                  <a:pt x="177" y="442"/>
                </a:lnTo>
                <a:lnTo>
                  <a:pt x="178" y="443"/>
                </a:lnTo>
                <a:lnTo>
                  <a:pt x="177" y="443"/>
                </a:lnTo>
                <a:lnTo>
                  <a:pt x="176" y="443"/>
                </a:lnTo>
                <a:lnTo>
                  <a:pt x="176" y="442"/>
                </a:lnTo>
                <a:lnTo>
                  <a:pt x="176" y="443"/>
                </a:lnTo>
                <a:lnTo>
                  <a:pt x="176" y="444"/>
                </a:lnTo>
                <a:lnTo>
                  <a:pt x="177" y="444"/>
                </a:lnTo>
                <a:lnTo>
                  <a:pt x="177" y="445"/>
                </a:lnTo>
                <a:lnTo>
                  <a:pt x="176" y="446"/>
                </a:lnTo>
                <a:lnTo>
                  <a:pt x="177" y="446"/>
                </a:lnTo>
                <a:lnTo>
                  <a:pt x="178" y="447"/>
                </a:lnTo>
                <a:lnTo>
                  <a:pt x="178" y="448"/>
                </a:lnTo>
                <a:lnTo>
                  <a:pt x="177" y="448"/>
                </a:lnTo>
                <a:lnTo>
                  <a:pt x="177" y="449"/>
                </a:lnTo>
                <a:lnTo>
                  <a:pt x="175" y="448"/>
                </a:lnTo>
                <a:lnTo>
                  <a:pt x="175" y="449"/>
                </a:lnTo>
                <a:lnTo>
                  <a:pt x="175" y="450"/>
                </a:lnTo>
                <a:lnTo>
                  <a:pt x="174" y="451"/>
                </a:lnTo>
                <a:lnTo>
                  <a:pt x="175" y="452"/>
                </a:lnTo>
                <a:lnTo>
                  <a:pt x="176" y="453"/>
                </a:lnTo>
                <a:lnTo>
                  <a:pt x="176" y="452"/>
                </a:lnTo>
                <a:lnTo>
                  <a:pt x="177" y="452"/>
                </a:lnTo>
                <a:lnTo>
                  <a:pt x="177" y="453"/>
                </a:lnTo>
                <a:lnTo>
                  <a:pt x="177" y="455"/>
                </a:lnTo>
                <a:lnTo>
                  <a:pt x="176" y="455"/>
                </a:lnTo>
                <a:lnTo>
                  <a:pt x="175" y="455"/>
                </a:lnTo>
                <a:lnTo>
                  <a:pt x="175" y="456"/>
                </a:lnTo>
                <a:lnTo>
                  <a:pt x="174" y="456"/>
                </a:lnTo>
                <a:lnTo>
                  <a:pt x="173" y="457"/>
                </a:lnTo>
                <a:lnTo>
                  <a:pt x="173" y="458"/>
                </a:lnTo>
                <a:lnTo>
                  <a:pt x="172" y="458"/>
                </a:lnTo>
                <a:lnTo>
                  <a:pt x="171" y="458"/>
                </a:lnTo>
                <a:lnTo>
                  <a:pt x="171" y="459"/>
                </a:lnTo>
                <a:lnTo>
                  <a:pt x="169" y="460"/>
                </a:lnTo>
                <a:lnTo>
                  <a:pt x="169" y="461"/>
                </a:lnTo>
                <a:lnTo>
                  <a:pt x="169" y="462"/>
                </a:lnTo>
                <a:lnTo>
                  <a:pt x="170" y="465"/>
                </a:lnTo>
                <a:lnTo>
                  <a:pt x="171" y="465"/>
                </a:lnTo>
                <a:lnTo>
                  <a:pt x="171" y="466"/>
                </a:lnTo>
                <a:lnTo>
                  <a:pt x="172" y="467"/>
                </a:lnTo>
                <a:lnTo>
                  <a:pt x="172" y="468"/>
                </a:lnTo>
                <a:lnTo>
                  <a:pt x="171" y="469"/>
                </a:lnTo>
                <a:lnTo>
                  <a:pt x="172" y="470"/>
                </a:lnTo>
                <a:lnTo>
                  <a:pt x="171" y="470"/>
                </a:lnTo>
                <a:lnTo>
                  <a:pt x="171" y="471"/>
                </a:lnTo>
                <a:lnTo>
                  <a:pt x="171" y="472"/>
                </a:lnTo>
                <a:lnTo>
                  <a:pt x="171" y="473"/>
                </a:lnTo>
                <a:lnTo>
                  <a:pt x="170" y="473"/>
                </a:lnTo>
                <a:lnTo>
                  <a:pt x="169" y="473"/>
                </a:lnTo>
                <a:lnTo>
                  <a:pt x="169" y="474"/>
                </a:lnTo>
                <a:lnTo>
                  <a:pt x="169" y="475"/>
                </a:lnTo>
                <a:lnTo>
                  <a:pt x="168" y="475"/>
                </a:lnTo>
                <a:lnTo>
                  <a:pt x="168" y="476"/>
                </a:lnTo>
                <a:lnTo>
                  <a:pt x="167" y="477"/>
                </a:lnTo>
                <a:lnTo>
                  <a:pt x="167" y="478"/>
                </a:lnTo>
                <a:lnTo>
                  <a:pt x="166" y="478"/>
                </a:lnTo>
                <a:lnTo>
                  <a:pt x="165" y="479"/>
                </a:lnTo>
                <a:lnTo>
                  <a:pt x="164" y="479"/>
                </a:lnTo>
                <a:lnTo>
                  <a:pt x="163" y="479"/>
                </a:lnTo>
                <a:lnTo>
                  <a:pt x="162" y="479"/>
                </a:lnTo>
                <a:lnTo>
                  <a:pt x="161" y="479"/>
                </a:lnTo>
                <a:lnTo>
                  <a:pt x="160" y="479"/>
                </a:lnTo>
                <a:lnTo>
                  <a:pt x="159" y="479"/>
                </a:lnTo>
                <a:lnTo>
                  <a:pt x="159" y="480"/>
                </a:lnTo>
                <a:lnTo>
                  <a:pt x="158" y="480"/>
                </a:lnTo>
                <a:lnTo>
                  <a:pt x="157" y="481"/>
                </a:lnTo>
                <a:lnTo>
                  <a:pt x="156" y="481"/>
                </a:lnTo>
                <a:lnTo>
                  <a:pt x="155" y="481"/>
                </a:lnTo>
                <a:lnTo>
                  <a:pt x="154" y="481"/>
                </a:lnTo>
                <a:lnTo>
                  <a:pt x="154" y="482"/>
                </a:lnTo>
                <a:lnTo>
                  <a:pt x="153" y="482"/>
                </a:lnTo>
                <a:lnTo>
                  <a:pt x="153" y="483"/>
                </a:lnTo>
                <a:lnTo>
                  <a:pt x="153" y="484"/>
                </a:lnTo>
                <a:lnTo>
                  <a:pt x="152" y="485"/>
                </a:lnTo>
                <a:lnTo>
                  <a:pt x="151" y="486"/>
                </a:lnTo>
                <a:lnTo>
                  <a:pt x="150" y="486"/>
                </a:lnTo>
                <a:lnTo>
                  <a:pt x="150" y="487"/>
                </a:lnTo>
                <a:lnTo>
                  <a:pt x="149" y="487"/>
                </a:lnTo>
                <a:lnTo>
                  <a:pt x="148" y="488"/>
                </a:lnTo>
                <a:lnTo>
                  <a:pt x="147" y="488"/>
                </a:lnTo>
                <a:lnTo>
                  <a:pt x="147" y="489"/>
                </a:lnTo>
                <a:lnTo>
                  <a:pt x="146" y="489"/>
                </a:lnTo>
                <a:lnTo>
                  <a:pt x="146" y="490"/>
                </a:lnTo>
                <a:lnTo>
                  <a:pt x="145" y="490"/>
                </a:lnTo>
                <a:lnTo>
                  <a:pt x="145" y="491"/>
                </a:lnTo>
                <a:lnTo>
                  <a:pt x="144" y="491"/>
                </a:lnTo>
                <a:lnTo>
                  <a:pt x="143" y="491"/>
                </a:lnTo>
                <a:lnTo>
                  <a:pt x="143" y="492"/>
                </a:lnTo>
                <a:lnTo>
                  <a:pt x="142" y="492"/>
                </a:lnTo>
                <a:lnTo>
                  <a:pt x="141" y="493"/>
                </a:lnTo>
                <a:lnTo>
                  <a:pt x="140" y="493"/>
                </a:lnTo>
                <a:lnTo>
                  <a:pt x="140" y="494"/>
                </a:lnTo>
                <a:lnTo>
                  <a:pt x="139" y="494"/>
                </a:lnTo>
                <a:lnTo>
                  <a:pt x="137" y="495"/>
                </a:lnTo>
                <a:lnTo>
                  <a:pt x="137" y="496"/>
                </a:lnTo>
                <a:lnTo>
                  <a:pt x="134" y="497"/>
                </a:lnTo>
                <a:lnTo>
                  <a:pt x="132" y="498"/>
                </a:lnTo>
                <a:lnTo>
                  <a:pt x="130" y="499"/>
                </a:lnTo>
                <a:lnTo>
                  <a:pt x="129" y="499"/>
                </a:lnTo>
                <a:lnTo>
                  <a:pt x="129" y="500"/>
                </a:lnTo>
                <a:lnTo>
                  <a:pt x="129" y="501"/>
                </a:lnTo>
                <a:lnTo>
                  <a:pt x="128" y="501"/>
                </a:lnTo>
                <a:lnTo>
                  <a:pt x="128" y="500"/>
                </a:lnTo>
                <a:lnTo>
                  <a:pt x="127" y="501"/>
                </a:lnTo>
                <a:lnTo>
                  <a:pt x="126" y="501"/>
                </a:lnTo>
                <a:lnTo>
                  <a:pt x="124" y="502"/>
                </a:lnTo>
                <a:lnTo>
                  <a:pt x="123" y="503"/>
                </a:lnTo>
                <a:lnTo>
                  <a:pt x="122" y="504"/>
                </a:lnTo>
                <a:lnTo>
                  <a:pt x="121" y="504"/>
                </a:lnTo>
                <a:lnTo>
                  <a:pt x="119" y="505"/>
                </a:lnTo>
                <a:lnTo>
                  <a:pt x="118" y="507"/>
                </a:lnTo>
                <a:lnTo>
                  <a:pt x="117" y="509"/>
                </a:lnTo>
                <a:lnTo>
                  <a:pt x="118" y="510"/>
                </a:lnTo>
                <a:lnTo>
                  <a:pt x="118" y="511"/>
                </a:lnTo>
                <a:lnTo>
                  <a:pt x="117" y="512"/>
                </a:lnTo>
                <a:lnTo>
                  <a:pt x="116" y="512"/>
                </a:lnTo>
                <a:lnTo>
                  <a:pt x="115" y="512"/>
                </a:lnTo>
                <a:lnTo>
                  <a:pt x="115" y="513"/>
                </a:lnTo>
                <a:lnTo>
                  <a:pt x="114" y="513"/>
                </a:lnTo>
                <a:lnTo>
                  <a:pt x="113" y="514"/>
                </a:lnTo>
                <a:lnTo>
                  <a:pt x="112" y="514"/>
                </a:lnTo>
                <a:lnTo>
                  <a:pt x="112" y="513"/>
                </a:lnTo>
                <a:lnTo>
                  <a:pt x="111" y="512"/>
                </a:lnTo>
                <a:lnTo>
                  <a:pt x="111" y="511"/>
                </a:lnTo>
                <a:lnTo>
                  <a:pt x="111" y="510"/>
                </a:lnTo>
                <a:lnTo>
                  <a:pt x="112" y="508"/>
                </a:lnTo>
                <a:lnTo>
                  <a:pt x="111" y="508"/>
                </a:lnTo>
                <a:lnTo>
                  <a:pt x="110" y="508"/>
                </a:lnTo>
                <a:lnTo>
                  <a:pt x="110" y="507"/>
                </a:lnTo>
                <a:lnTo>
                  <a:pt x="108" y="507"/>
                </a:lnTo>
                <a:lnTo>
                  <a:pt x="108" y="506"/>
                </a:lnTo>
                <a:lnTo>
                  <a:pt x="107" y="507"/>
                </a:lnTo>
                <a:lnTo>
                  <a:pt x="107" y="508"/>
                </a:lnTo>
                <a:lnTo>
                  <a:pt x="106" y="508"/>
                </a:lnTo>
                <a:lnTo>
                  <a:pt x="105" y="508"/>
                </a:lnTo>
                <a:lnTo>
                  <a:pt x="104" y="507"/>
                </a:lnTo>
                <a:lnTo>
                  <a:pt x="103" y="507"/>
                </a:lnTo>
                <a:lnTo>
                  <a:pt x="102" y="505"/>
                </a:lnTo>
                <a:lnTo>
                  <a:pt x="102" y="504"/>
                </a:lnTo>
                <a:lnTo>
                  <a:pt x="102" y="503"/>
                </a:lnTo>
                <a:lnTo>
                  <a:pt x="101" y="502"/>
                </a:lnTo>
                <a:lnTo>
                  <a:pt x="99" y="501"/>
                </a:lnTo>
                <a:lnTo>
                  <a:pt x="99" y="500"/>
                </a:lnTo>
                <a:lnTo>
                  <a:pt x="100" y="499"/>
                </a:lnTo>
                <a:lnTo>
                  <a:pt x="100" y="498"/>
                </a:lnTo>
                <a:lnTo>
                  <a:pt x="100" y="497"/>
                </a:lnTo>
                <a:lnTo>
                  <a:pt x="100" y="496"/>
                </a:lnTo>
                <a:lnTo>
                  <a:pt x="101" y="496"/>
                </a:lnTo>
                <a:lnTo>
                  <a:pt x="101" y="495"/>
                </a:lnTo>
                <a:lnTo>
                  <a:pt x="100" y="495"/>
                </a:lnTo>
                <a:lnTo>
                  <a:pt x="99" y="492"/>
                </a:lnTo>
                <a:lnTo>
                  <a:pt x="99" y="491"/>
                </a:lnTo>
                <a:lnTo>
                  <a:pt x="99" y="489"/>
                </a:lnTo>
                <a:lnTo>
                  <a:pt x="98" y="487"/>
                </a:lnTo>
                <a:lnTo>
                  <a:pt x="96" y="488"/>
                </a:lnTo>
                <a:lnTo>
                  <a:pt x="95" y="488"/>
                </a:lnTo>
                <a:lnTo>
                  <a:pt x="96" y="488"/>
                </a:lnTo>
                <a:lnTo>
                  <a:pt x="96" y="489"/>
                </a:lnTo>
                <a:lnTo>
                  <a:pt x="95" y="489"/>
                </a:lnTo>
                <a:lnTo>
                  <a:pt x="94" y="489"/>
                </a:lnTo>
                <a:lnTo>
                  <a:pt x="94" y="488"/>
                </a:lnTo>
                <a:lnTo>
                  <a:pt x="93" y="488"/>
                </a:lnTo>
                <a:lnTo>
                  <a:pt x="91" y="487"/>
                </a:lnTo>
                <a:lnTo>
                  <a:pt x="91" y="486"/>
                </a:lnTo>
                <a:lnTo>
                  <a:pt x="90" y="485"/>
                </a:lnTo>
                <a:lnTo>
                  <a:pt x="90" y="484"/>
                </a:lnTo>
                <a:lnTo>
                  <a:pt x="89" y="484"/>
                </a:lnTo>
                <a:lnTo>
                  <a:pt x="89" y="485"/>
                </a:lnTo>
                <a:lnTo>
                  <a:pt x="88" y="485"/>
                </a:lnTo>
                <a:lnTo>
                  <a:pt x="88" y="486"/>
                </a:lnTo>
                <a:lnTo>
                  <a:pt x="87" y="486"/>
                </a:lnTo>
                <a:lnTo>
                  <a:pt x="87" y="487"/>
                </a:lnTo>
                <a:lnTo>
                  <a:pt x="86" y="487"/>
                </a:lnTo>
                <a:lnTo>
                  <a:pt x="86" y="486"/>
                </a:lnTo>
                <a:lnTo>
                  <a:pt x="86" y="485"/>
                </a:lnTo>
                <a:lnTo>
                  <a:pt x="86" y="484"/>
                </a:lnTo>
                <a:lnTo>
                  <a:pt x="87" y="483"/>
                </a:lnTo>
                <a:lnTo>
                  <a:pt x="87" y="482"/>
                </a:lnTo>
                <a:lnTo>
                  <a:pt x="87" y="480"/>
                </a:lnTo>
                <a:lnTo>
                  <a:pt x="88" y="480"/>
                </a:lnTo>
                <a:lnTo>
                  <a:pt x="87" y="479"/>
                </a:lnTo>
                <a:lnTo>
                  <a:pt x="86" y="478"/>
                </a:lnTo>
                <a:lnTo>
                  <a:pt x="85" y="478"/>
                </a:lnTo>
                <a:lnTo>
                  <a:pt x="84" y="477"/>
                </a:lnTo>
                <a:lnTo>
                  <a:pt x="83" y="476"/>
                </a:lnTo>
                <a:lnTo>
                  <a:pt x="83" y="475"/>
                </a:lnTo>
                <a:lnTo>
                  <a:pt x="83" y="474"/>
                </a:lnTo>
                <a:lnTo>
                  <a:pt x="82" y="473"/>
                </a:lnTo>
                <a:lnTo>
                  <a:pt x="81" y="473"/>
                </a:lnTo>
                <a:lnTo>
                  <a:pt x="81" y="472"/>
                </a:lnTo>
                <a:lnTo>
                  <a:pt x="80" y="472"/>
                </a:lnTo>
                <a:lnTo>
                  <a:pt x="81" y="471"/>
                </a:lnTo>
                <a:lnTo>
                  <a:pt x="81" y="470"/>
                </a:lnTo>
                <a:lnTo>
                  <a:pt x="81" y="469"/>
                </a:lnTo>
                <a:lnTo>
                  <a:pt x="80" y="469"/>
                </a:lnTo>
                <a:lnTo>
                  <a:pt x="80" y="468"/>
                </a:lnTo>
                <a:lnTo>
                  <a:pt x="79" y="468"/>
                </a:lnTo>
                <a:lnTo>
                  <a:pt x="79" y="467"/>
                </a:lnTo>
                <a:lnTo>
                  <a:pt x="79" y="466"/>
                </a:lnTo>
                <a:lnTo>
                  <a:pt x="80" y="466"/>
                </a:lnTo>
                <a:lnTo>
                  <a:pt x="80" y="464"/>
                </a:lnTo>
                <a:lnTo>
                  <a:pt x="80" y="463"/>
                </a:lnTo>
                <a:lnTo>
                  <a:pt x="79" y="463"/>
                </a:lnTo>
                <a:lnTo>
                  <a:pt x="79" y="462"/>
                </a:lnTo>
                <a:lnTo>
                  <a:pt x="80" y="462"/>
                </a:lnTo>
                <a:lnTo>
                  <a:pt x="79" y="461"/>
                </a:lnTo>
                <a:lnTo>
                  <a:pt x="78" y="460"/>
                </a:lnTo>
                <a:lnTo>
                  <a:pt x="79" y="459"/>
                </a:lnTo>
                <a:lnTo>
                  <a:pt x="79" y="458"/>
                </a:lnTo>
                <a:lnTo>
                  <a:pt x="79" y="456"/>
                </a:lnTo>
                <a:lnTo>
                  <a:pt x="78" y="455"/>
                </a:lnTo>
                <a:lnTo>
                  <a:pt x="77" y="455"/>
                </a:lnTo>
                <a:lnTo>
                  <a:pt x="76" y="455"/>
                </a:lnTo>
                <a:lnTo>
                  <a:pt x="75" y="453"/>
                </a:lnTo>
                <a:lnTo>
                  <a:pt x="75" y="452"/>
                </a:lnTo>
                <a:lnTo>
                  <a:pt x="74" y="452"/>
                </a:lnTo>
                <a:lnTo>
                  <a:pt x="74" y="451"/>
                </a:lnTo>
                <a:lnTo>
                  <a:pt x="73" y="452"/>
                </a:lnTo>
                <a:lnTo>
                  <a:pt x="73" y="451"/>
                </a:lnTo>
                <a:lnTo>
                  <a:pt x="73" y="450"/>
                </a:lnTo>
                <a:lnTo>
                  <a:pt x="74" y="449"/>
                </a:lnTo>
                <a:lnTo>
                  <a:pt x="75" y="448"/>
                </a:lnTo>
                <a:lnTo>
                  <a:pt x="74" y="447"/>
                </a:lnTo>
                <a:lnTo>
                  <a:pt x="73" y="447"/>
                </a:lnTo>
                <a:lnTo>
                  <a:pt x="72" y="447"/>
                </a:lnTo>
                <a:lnTo>
                  <a:pt x="72" y="446"/>
                </a:lnTo>
                <a:lnTo>
                  <a:pt x="71" y="446"/>
                </a:lnTo>
                <a:lnTo>
                  <a:pt x="71" y="445"/>
                </a:lnTo>
                <a:lnTo>
                  <a:pt x="71" y="446"/>
                </a:lnTo>
                <a:lnTo>
                  <a:pt x="70" y="446"/>
                </a:lnTo>
                <a:lnTo>
                  <a:pt x="70" y="447"/>
                </a:lnTo>
                <a:lnTo>
                  <a:pt x="69" y="446"/>
                </a:lnTo>
                <a:lnTo>
                  <a:pt x="68" y="446"/>
                </a:lnTo>
                <a:lnTo>
                  <a:pt x="68" y="447"/>
                </a:lnTo>
                <a:lnTo>
                  <a:pt x="67" y="447"/>
                </a:lnTo>
                <a:lnTo>
                  <a:pt x="67" y="448"/>
                </a:lnTo>
                <a:lnTo>
                  <a:pt x="67" y="449"/>
                </a:lnTo>
                <a:lnTo>
                  <a:pt x="66" y="449"/>
                </a:lnTo>
                <a:lnTo>
                  <a:pt x="65" y="449"/>
                </a:lnTo>
                <a:lnTo>
                  <a:pt x="64" y="449"/>
                </a:lnTo>
                <a:lnTo>
                  <a:pt x="64" y="450"/>
                </a:lnTo>
                <a:lnTo>
                  <a:pt x="63" y="449"/>
                </a:lnTo>
                <a:lnTo>
                  <a:pt x="62" y="449"/>
                </a:lnTo>
                <a:lnTo>
                  <a:pt x="62" y="448"/>
                </a:lnTo>
                <a:lnTo>
                  <a:pt x="60" y="449"/>
                </a:lnTo>
                <a:lnTo>
                  <a:pt x="59" y="450"/>
                </a:lnTo>
                <a:lnTo>
                  <a:pt x="59" y="451"/>
                </a:lnTo>
                <a:lnTo>
                  <a:pt x="58" y="451"/>
                </a:lnTo>
                <a:lnTo>
                  <a:pt x="57" y="450"/>
                </a:lnTo>
                <a:lnTo>
                  <a:pt x="58" y="449"/>
                </a:lnTo>
                <a:lnTo>
                  <a:pt x="57" y="448"/>
                </a:lnTo>
                <a:lnTo>
                  <a:pt x="56" y="448"/>
                </a:lnTo>
                <a:lnTo>
                  <a:pt x="55" y="449"/>
                </a:lnTo>
                <a:lnTo>
                  <a:pt x="54" y="449"/>
                </a:lnTo>
                <a:lnTo>
                  <a:pt x="53" y="450"/>
                </a:lnTo>
                <a:lnTo>
                  <a:pt x="53" y="451"/>
                </a:lnTo>
                <a:lnTo>
                  <a:pt x="52" y="451"/>
                </a:lnTo>
                <a:lnTo>
                  <a:pt x="51" y="451"/>
                </a:lnTo>
                <a:lnTo>
                  <a:pt x="49" y="452"/>
                </a:lnTo>
                <a:lnTo>
                  <a:pt x="48" y="451"/>
                </a:lnTo>
                <a:lnTo>
                  <a:pt x="47" y="451"/>
                </a:lnTo>
                <a:lnTo>
                  <a:pt x="46" y="451"/>
                </a:lnTo>
                <a:lnTo>
                  <a:pt x="45" y="451"/>
                </a:lnTo>
                <a:lnTo>
                  <a:pt x="45" y="450"/>
                </a:lnTo>
                <a:lnTo>
                  <a:pt x="44" y="450"/>
                </a:lnTo>
                <a:lnTo>
                  <a:pt x="43" y="450"/>
                </a:lnTo>
                <a:lnTo>
                  <a:pt x="42" y="449"/>
                </a:lnTo>
                <a:lnTo>
                  <a:pt x="42" y="448"/>
                </a:lnTo>
                <a:lnTo>
                  <a:pt x="41" y="448"/>
                </a:lnTo>
                <a:lnTo>
                  <a:pt x="41" y="447"/>
                </a:lnTo>
                <a:lnTo>
                  <a:pt x="41" y="446"/>
                </a:lnTo>
                <a:lnTo>
                  <a:pt x="41" y="445"/>
                </a:lnTo>
                <a:lnTo>
                  <a:pt x="42" y="445"/>
                </a:lnTo>
                <a:lnTo>
                  <a:pt x="42" y="444"/>
                </a:lnTo>
                <a:lnTo>
                  <a:pt x="41" y="444"/>
                </a:lnTo>
                <a:lnTo>
                  <a:pt x="41" y="443"/>
                </a:lnTo>
                <a:lnTo>
                  <a:pt x="39" y="443"/>
                </a:lnTo>
                <a:lnTo>
                  <a:pt x="38" y="443"/>
                </a:lnTo>
                <a:lnTo>
                  <a:pt x="37" y="444"/>
                </a:lnTo>
                <a:lnTo>
                  <a:pt x="36" y="444"/>
                </a:lnTo>
                <a:lnTo>
                  <a:pt x="36" y="443"/>
                </a:lnTo>
                <a:lnTo>
                  <a:pt x="35" y="444"/>
                </a:lnTo>
                <a:lnTo>
                  <a:pt x="35" y="445"/>
                </a:lnTo>
                <a:lnTo>
                  <a:pt x="34" y="444"/>
                </a:lnTo>
                <a:lnTo>
                  <a:pt x="34" y="443"/>
                </a:lnTo>
                <a:lnTo>
                  <a:pt x="33" y="442"/>
                </a:lnTo>
                <a:lnTo>
                  <a:pt x="33" y="441"/>
                </a:lnTo>
                <a:lnTo>
                  <a:pt x="32" y="441"/>
                </a:lnTo>
                <a:lnTo>
                  <a:pt x="33" y="439"/>
                </a:lnTo>
                <a:lnTo>
                  <a:pt x="34" y="438"/>
                </a:lnTo>
                <a:lnTo>
                  <a:pt x="35" y="438"/>
                </a:lnTo>
                <a:lnTo>
                  <a:pt x="35" y="436"/>
                </a:lnTo>
                <a:lnTo>
                  <a:pt x="35" y="435"/>
                </a:lnTo>
                <a:lnTo>
                  <a:pt x="35" y="433"/>
                </a:lnTo>
                <a:lnTo>
                  <a:pt x="33" y="432"/>
                </a:lnTo>
                <a:lnTo>
                  <a:pt x="32" y="433"/>
                </a:lnTo>
                <a:lnTo>
                  <a:pt x="31" y="434"/>
                </a:lnTo>
                <a:lnTo>
                  <a:pt x="31" y="435"/>
                </a:lnTo>
                <a:lnTo>
                  <a:pt x="30" y="435"/>
                </a:lnTo>
                <a:lnTo>
                  <a:pt x="30" y="436"/>
                </a:lnTo>
                <a:lnTo>
                  <a:pt x="28" y="437"/>
                </a:lnTo>
                <a:lnTo>
                  <a:pt x="27" y="437"/>
                </a:lnTo>
                <a:lnTo>
                  <a:pt x="26" y="437"/>
                </a:lnTo>
                <a:lnTo>
                  <a:pt x="26" y="436"/>
                </a:lnTo>
                <a:lnTo>
                  <a:pt x="25" y="436"/>
                </a:lnTo>
                <a:lnTo>
                  <a:pt x="24" y="437"/>
                </a:lnTo>
                <a:lnTo>
                  <a:pt x="24" y="438"/>
                </a:lnTo>
                <a:lnTo>
                  <a:pt x="23" y="438"/>
                </a:lnTo>
                <a:lnTo>
                  <a:pt x="23" y="437"/>
                </a:lnTo>
                <a:lnTo>
                  <a:pt x="22" y="436"/>
                </a:lnTo>
                <a:lnTo>
                  <a:pt x="20" y="435"/>
                </a:lnTo>
                <a:lnTo>
                  <a:pt x="19" y="435"/>
                </a:lnTo>
                <a:lnTo>
                  <a:pt x="19" y="436"/>
                </a:lnTo>
                <a:lnTo>
                  <a:pt x="18" y="435"/>
                </a:lnTo>
                <a:lnTo>
                  <a:pt x="17" y="435"/>
                </a:lnTo>
                <a:lnTo>
                  <a:pt x="17" y="434"/>
                </a:lnTo>
                <a:lnTo>
                  <a:pt x="16" y="434"/>
                </a:lnTo>
                <a:lnTo>
                  <a:pt x="15" y="433"/>
                </a:lnTo>
                <a:lnTo>
                  <a:pt x="13" y="432"/>
                </a:lnTo>
                <a:lnTo>
                  <a:pt x="13" y="431"/>
                </a:lnTo>
                <a:lnTo>
                  <a:pt x="12" y="429"/>
                </a:lnTo>
                <a:lnTo>
                  <a:pt x="11" y="428"/>
                </a:lnTo>
                <a:lnTo>
                  <a:pt x="10" y="428"/>
                </a:lnTo>
                <a:lnTo>
                  <a:pt x="9" y="428"/>
                </a:lnTo>
                <a:lnTo>
                  <a:pt x="8" y="428"/>
                </a:lnTo>
                <a:lnTo>
                  <a:pt x="7" y="428"/>
                </a:lnTo>
                <a:lnTo>
                  <a:pt x="6" y="429"/>
                </a:lnTo>
                <a:lnTo>
                  <a:pt x="6" y="428"/>
                </a:lnTo>
                <a:lnTo>
                  <a:pt x="7" y="428"/>
                </a:lnTo>
                <a:lnTo>
                  <a:pt x="7" y="427"/>
                </a:lnTo>
                <a:lnTo>
                  <a:pt x="7" y="426"/>
                </a:lnTo>
                <a:lnTo>
                  <a:pt x="7" y="425"/>
                </a:lnTo>
                <a:lnTo>
                  <a:pt x="6" y="425"/>
                </a:lnTo>
                <a:lnTo>
                  <a:pt x="5" y="425"/>
                </a:lnTo>
                <a:lnTo>
                  <a:pt x="4" y="425"/>
                </a:lnTo>
                <a:lnTo>
                  <a:pt x="4" y="424"/>
                </a:lnTo>
                <a:lnTo>
                  <a:pt x="3" y="424"/>
                </a:lnTo>
                <a:lnTo>
                  <a:pt x="2" y="423"/>
                </a:lnTo>
                <a:lnTo>
                  <a:pt x="1" y="423"/>
                </a:lnTo>
                <a:lnTo>
                  <a:pt x="1" y="422"/>
                </a:lnTo>
                <a:lnTo>
                  <a:pt x="1" y="421"/>
                </a:lnTo>
                <a:lnTo>
                  <a:pt x="0" y="421"/>
                </a:lnTo>
                <a:lnTo>
                  <a:pt x="1" y="420"/>
                </a:lnTo>
                <a:lnTo>
                  <a:pt x="1" y="418"/>
                </a:lnTo>
                <a:lnTo>
                  <a:pt x="2" y="417"/>
                </a:lnTo>
                <a:lnTo>
                  <a:pt x="2" y="416"/>
                </a:lnTo>
                <a:lnTo>
                  <a:pt x="3" y="415"/>
                </a:lnTo>
                <a:lnTo>
                  <a:pt x="3" y="414"/>
                </a:lnTo>
                <a:lnTo>
                  <a:pt x="3" y="413"/>
                </a:lnTo>
                <a:lnTo>
                  <a:pt x="3" y="411"/>
                </a:lnTo>
                <a:lnTo>
                  <a:pt x="3" y="409"/>
                </a:lnTo>
                <a:lnTo>
                  <a:pt x="3" y="408"/>
                </a:lnTo>
                <a:lnTo>
                  <a:pt x="2" y="406"/>
                </a:lnTo>
                <a:lnTo>
                  <a:pt x="3" y="406"/>
                </a:lnTo>
                <a:lnTo>
                  <a:pt x="3" y="405"/>
                </a:lnTo>
                <a:lnTo>
                  <a:pt x="3" y="403"/>
                </a:lnTo>
                <a:lnTo>
                  <a:pt x="3" y="402"/>
                </a:lnTo>
                <a:lnTo>
                  <a:pt x="4" y="401"/>
                </a:lnTo>
                <a:lnTo>
                  <a:pt x="6" y="401"/>
                </a:lnTo>
                <a:lnTo>
                  <a:pt x="7" y="401"/>
                </a:lnTo>
                <a:lnTo>
                  <a:pt x="7" y="402"/>
                </a:lnTo>
                <a:lnTo>
                  <a:pt x="8" y="401"/>
                </a:lnTo>
                <a:lnTo>
                  <a:pt x="10" y="401"/>
                </a:lnTo>
                <a:lnTo>
                  <a:pt x="11" y="400"/>
                </a:lnTo>
                <a:lnTo>
                  <a:pt x="12" y="400"/>
                </a:lnTo>
                <a:lnTo>
                  <a:pt x="12" y="399"/>
                </a:lnTo>
                <a:lnTo>
                  <a:pt x="13" y="398"/>
                </a:lnTo>
                <a:lnTo>
                  <a:pt x="13" y="397"/>
                </a:lnTo>
                <a:lnTo>
                  <a:pt x="14" y="397"/>
                </a:lnTo>
                <a:lnTo>
                  <a:pt x="14" y="396"/>
                </a:lnTo>
                <a:lnTo>
                  <a:pt x="14" y="395"/>
                </a:lnTo>
                <a:lnTo>
                  <a:pt x="14" y="394"/>
                </a:lnTo>
                <a:lnTo>
                  <a:pt x="12" y="394"/>
                </a:lnTo>
                <a:lnTo>
                  <a:pt x="11" y="394"/>
                </a:lnTo>
                <a:lnTo>
                  <a:pt x="10" y="394"/>
                </a:lnTo>
                <a:lnTo>
                  <a:pt x="9" y="394"/>
                </a:lnTo>
                <a:lnTo>
                  <a:pt x="9" y="393"/>
                </a:lnTo>
                <a:lnTo>
                  <a:pt x="8" y="393"/>
                </a:lnTo>
                <a:lnTo>
                  <a:pt x="7" y="393"/>
                </a:lnTo>
                <a:lnTo>
                  <a:pt x="7" y="394"/>
                </a:lnTo>
                <a:lnTo>
                  <a:pt x="6" y="393"/>
                </a:lnTo>
                <a:lnTo>
                  <a:pt x="5" y="391"/>
                </a:lnTo>
                <a:lnTo>
                  <a:pt x="5" y="389"/>
                </a:lnTo>
                <a:lnTo>
                  <a:pt x="6" y="388"/>
                </a:lnTo>
                <a:lnTo>
                  <a:pt x="6" y="387"/>
                </a:lnTo>
                <a:lnTo>
                  <a:pt x="7" y="386"/>
                </a:lnTo>
                <a:lnTo>
                  <a:pt x="9" y="386"/>
                </a:lnTo>
                <a:lnTo>
                  <a:pt x="10" y="386"/>
                </a:lnTo>
                <a:lnTo>
                  <a:pt x="11" y="386"/>
                </a:lnTo>
                <a:lnTo>
                  <a:pt x="12" y="386"/>
                </a:lnTo>
                <a:lnTo>
                  <a:pt x="13" y="387"/>
                </a:lnTo>
                <a:lnTo>
                  <a:pt x="14" y="387"/>
                </a:lnTo>
                <a:lnTo>
                  <a:pt x="15" y="386"/>
                </a:lnTo>
                <a:lnTo>
                  <a:pt x="15" y="385"/>
                </a:lnTo>
                <a:lnTo>
                  <a:pt x="15" y="384"/>
                </a:lnTo>
                <a:lnTo>
                  <a:pt x="16" y="384"/>
                </a:lnTo>
                <a:lnTo>
                  <a:pt x="16" y="385"/>
                </a:lnTo>
                <a:lnTo>
                  <a:pt x="17" y="385"/>
                </a:lnTo>
                <a:lnTo>
                  <a:pt x="18" y="384"/>
                </a:lnTo>
                <a:lnTo>
                  <a:pt x="18" y="383"/>
                </a:lnTo>
                <a:lnTo>
                  <a:pt x="18" y="381"/>
                </a:lnTo>
                <a:lnTo>
                  <a:pt x="17" y="380"/>
                </a:lnTo>
                <a:lnTo>
                  <a:pt x="17" y="378"/>
                </a:lnTo>
                <a:lnTo>
                  <a:pt x="17" y="377"/>
                </a:lnTo>
                <a:lnTo>
                  <a:pt x="18" y="377"/>
                </a:lnTo>
                <a:lnTo>
                  <a:pt x="19" y="377"/>
                </a:lnTo>
                <a:lnTo>
                  <a:pt x="21" y="376"/>
                </a:lnTo>
                <a:lnTo>
                  <a:pt x="21" y="375"/>
                </a:lnTo>
                <a:lnTo>
                  <a:pt x="22" y="375"/>
                </a:lnTo>
                <a:lnTo>
                  <a:pt x="23" y="374"/>
                </a:lnTo>
                <a:lnTo>
                  <a:pt x="22" y="374"/>
                </a:lnTo>
                <a:lnTo>
                  <a:pt x="23" y="373"/>
                </a:lnTo>
                <a:lnTo>
                  <a:pt x="23" y="372"/>
                </a:lnTo>
                <a:lnTo>
                  <a:pt x="24" y="371"/>
                </a:lnTo>
                <a:lnTo>
                  <a:pt x="26" y="369"/>
                </a:lnTo>
                <a:lnTo>
                  <a:pt x="26" y="368"/>
                </a:lnTo>
                <a:lnTo>
                  <a:pt x="27" y="368"/>
                </a:lnTo>
                <a:lnTo>
                  <a:pt x="26" y="367"/>
                </a:lnTo>
                <a:lnTo>
                  <a:pt x="26" y="366"/>
                </a:lnTo>
                <a:lnTo>
                  <a:pt x="25" y="366"/>
                </a:lnTo>
                <a:lnTo>
                  <a:pt x="24" y="366"/>
                </a:lnTo>
                <a:lnTo>
                  <a:pt x="24" y="365"/>
                </a:lnTo>
                <a:lnTo>
                  <a:pt x="24" y="364"/>
                </a:lnTo>
                <a:lnTo>
                  <a:pt x="25" y="364"/>
                </a:lnTo>
                <a:lnTo>
                  <a:pt x="26" y="364"/>
                </a:lnTo>
                <a:lnTo>
                  <a:pt x="27" y="364"/>
                </a:lnTo>
                <a:lnTo>
                  <a:pt x="27" y="363"/>
                </a:lnTo>
                <a:lnTo>
                  <a:pt x="28" y="363"/>
                </a:lnTo>
                <a:lnTo>
                  <a:pt x="27" y="363"/>
                </a:lnTo>
                <a:lnTo>
                  <a:pt x="27" y="361"/>
                </a:lnTo>
                <a:lnTo>
                  <a:pt x="28" y="359"/>
                </a:lnTo>
                <a:lnTo>
                  <a:pt x="29" y="359"/>
                </a:lnTo>
                <a:lnTo>
                  <a:pt x="30" y="357"/>
                </a:lnTo>
                <a:lnTo>
                  <a:pt x="30" y="356"/>
                </a:lnTo>
                <a:lnTo>
                  <a:pt x="30" y="355"/>
                </a:lnTo>
                <a:lnTo>
                  <a:pt x="29" y="352"/>
                </a:lnTo>
                <a:lnTo>
                  <a:pt x="29" y="351"/>
                </a:lnTo>
                <a:lnTo>
                  <a:pt x="29" y="350"/>
                </a:lnTo>
                <a:lnTo>
                  <a:pt x="30" y="350"/>
                </a:lnTo>
                <a:lnTo>
                  <a:pt x="32" y="349"/>
                </a:lnTo>
                <a:lnTo>
                  <a:pt x="33" y="349"/>
                </a:lnTo>
                <a:lnTo>
                  <a:pt x="34" y="349"/>
                </a:lnTo>
                <a:lnTo>
                  <a:pt x="35" y="348"/>
                </a:lnTo>
                <a:lnTo>
                  <a:pt x="35" y="347"/>
                </a:lnTo>
                <a:lnTo>
                  <a:pt x="35" y="346"/>
                </a:lnTo>
                <a:lnTo>
                  <a:pt x="35" y="347"/>
                </a:lnTo>
                <a:lnTo>
                  <a:pt x="35" y="348"/>
                </a:lnTo>
                <a:lnTo>
                  <a:pt x="36" y="348"/>
                </a:lnTo>
                <a:lnTo>
                  <a:pt x="37" y="347"/>
                </a:lnTo>
                <a:lnTo>
                  <a:pt x="36" y="346"/>
                </a:lnTo>
                <a:lnTo>
                  <a:pt x="36" y="345"/>
                </a:lnTo>
                <a:lnTo>
                  <a:pt x="35" y="345"/>
                </a:lnTo>
                <a:lnTo>
                  <a:pt x="35" y="344"/>
                </a:lnTo>
                <a:lnTo>
                  <a:pt x="35" y="343"/>
                </a:lnTo>
                <a:lnTo>
                  <a:pt x="36" y="343"/>
                </a:lnTo>
                <a:lnTo>
                  <a:pt x="36" y="342"/>
                </a:lnTo>
                <a:lnTo>
                  <a:pt x="36" y="341"/>
                </a:lnTo>
                <a:lnTo>
                  <a:pt x="35" y="340"/>
                </a:lnTo>
                <a:lnTo>
                  <a:pt x="34" y="340"/>
                </a:lnTo>
                <a:lnTo>
                  <a:pt x="34" y="339"/>
                </a:lnTo>
                <a:lnTo>
                  <a:pt x="35" y="338"/>
                </a:lnTo>
                <a:lnTo>
                  <a:pt x="36" y="337"/>
                </a:lnTo>
                <a:lnTo>
                  <a:pt x="37" y="337"/>
                </a:lnTo>
                <a:lnTo>
                  <a:pt x="38" y="337"/>
                </a:lnTo>
                <a:lnTo>
                  <a:pt x="38" y="336"/>
                </a:lnTo>
                <a:lnTo>
                  <a:pt x="39" y="336"/>
                </a:lnTo>
                <a:lnTo>
                  <a:pt x="40" y="336"/>
                </a:lnTo>
                <a:lnTo>
                  <a:pt x="40" y="335"/>
                </a:lnTo>
                <a:lnTo>
                  <a:pt x="39" y="334"/>
                </a:lnTo>
                <a:lnTo>
                  <a:pt x="39" y="333"/>
                </a:lnTo>
                <a:lnTo>
                  <a:pt x="38" y="332"/>
                </a:lnTo>
                <a:lnTo>
                  <a:pt x="39" y="332"/>
                </a:lnTo>
                <a:lnTo>
                  <a:pt x="39" y="330"/>
                </a:lnTo>
                <a:lnTo>
                  <a:pt x="40" y="330"/>
                </a:lnTo>
                <a:lnTo>
                  <a:pt x="40" y="329"/>
                </a:lnTo>
                <a:lnTo>
                  <a:pt x="41" y="328"/>
                </a:lnTo>
                <a:lnTo>
                  <a:pt x="41" y="327"/>
                </a:lnTo>
                <a:lnTo>
                  <a:pt x="40" y="327"/>
                </a:lnTo>
                <a:lnTo>
                  <a:pt x="40" y="326"/>
                </a:lnTo>
                <a:lnTo>
                  <a:pt x="40" y="325"/>
                </a:lnTo>
                <a:lnTo>
                  <a:pt x="41" y="325"/>
                </a:lnTo>
                <a:lnTo>
                  <a:pt x="41" y="324"/>
                </a:lnTo>
                <a:lnTo>
                  <a:pt x="40" y="324"/>
                </a:lnTo>
                <a:lnTo>
                  <a:pt x="40" y="323"/>
                </a:lnTo>
                <a:lnTo>
                  <a:pt x="39" y="323"/>
                </a:lnTo>
                <a:lnTo>
                  <a:pt x="38" y="323"/>
                </a:lnTo>
                <a:lnTo>
                  <a:pt x="38" y="322"/>
                </a:lnTo>
                <a:lnTo>
                  <a:pt x="38" y="321"/>
                </a:lnTo>
                <a:lnTo>
                  <a:pt x="37" y="321"/>
                </a:lnTo>
                <a:lnTo>
                  <a:pt x="37" y="320"/>
                </a:lnTo>
                <a:lnTo>
                  <a:pt x="36" y="320"/>
                </a:lnTo>
                <a:lnTo>
                  <a:pt x="36" y="319"/>
                </a:lnTo>
                <a:lnTo>
                  <a:pt x="35" y="317"/>
                </a:lnTo>
                <a:lnTo>
                  <a:pt x="38" y="317"/>
                </a:lnTo>
                <a:lnTo>
                  <a:pt x="39" y="317"/>
                </a:lnTo>
                <a:lnTo>
                  <a:pt x="40" y="317"/>
                </a:lnTo>
                <a:lnTo>
                  <a:pt x="41" y="317"/>
                </a:lnTo>
                <a:lnTo>
                  <a:pt x="41" y="316"/>
                </a:lnTo>
                <a:lnTo>
                  <a:pt x="40" y="316"/>
                </a:lnTo>
                <a:lnTo>
                  <a:pt x="40" y="315"/>
                </a:lnTo>
                <a:lnTo>
                  <a:pt x="41" y="315"/>
                </a:lnTo>
                <a:lnTo>
                  <a:pt x="41" y="314"/>
                </a:lnTo>
                <a:lnTo>
                  <a:pt x="40" y="314"/>
                </a:lnTo>
                <a:lnTo>
                  <a:pt x="40" y="313"/>
                </a:lnTo>
                <a:lnTo>
                  <a:pt x="38" y="313"/>
                </a:lnTo>
                <a:lnTo>
                  <a:pt x="37" y="313"/>
                </a:lnTo>
                <a:lnTo>
                  <a:pt x="35" y="312"/>
                </a:lnTo>
                <a:lnTo>
                  <a:pt x="34" y="312"/>
                </a:lnTo>
                <a:lnTo>
                  <a:pt x="33" y="311"/>
                </a:lnTo>
                <a:lnTo>
                  <a:pt x="32" y="310"/>
                </a:lnTo>
                <a:lnTo>
                  <a:pt x="32" y="309"/>
                </a:lnTo>
                <a:lnTo>
                  <a:pt x="31" y="309"/>
                </a:lnTo>
                <a:lnTo>
                  <a:pt x="31" y="308"/>
                </a:lnTo>
                <a:lnTo>
                  <a:pt x="30" y="308"/>
                </a:lnTo>
                <a:lnTo>
                  <a:pt x="29" y="308"/>
                </a:lnTo>
                <a:lnTo>
                  <a:pt x="29" y="306"/>
                </a:lnTo>
                <a:lnTo>
                  <a:pt x="29" y="305"/>
                </a:lnTo>
                <a:lnTo>
                  <a:pt x="29" y="303"/>
                </a:lnTo>
                <a:lnTo>
                  <a:pt x="28" y="302"/>
                </a:lnTo>
                <a:lnTo>
                  <a:pt x="27" y="300"/>
                </a:lnTo>
                <a:lnTo>
                  <a:pt x="27" y="299"/>
                </a:lnTo>
                <a:lnTo>
                  <a:pt x="27" y="298"/>
                </a:lnTo>
                <a:lnTo>
                  <a:pt x="28" y="297"/>
                </a:lnTo>
                <a:lnTo>
                  <a:pt x="28" y="296"/>
                </a:lnTo>
                <a:lnTo>
                  <a:pt x="28" y="295"/>
                </a:lnTo>
                <a:lnTo>
                  <a:pt x="27" y="295"/>
                </a:lnTo>
                <a:lnTo>
                  <a:pt x="27" y="296"/>
                </a:lnTo>
                <a:lnTo>
                  <a:pt x="26" y="296"/>
                </a:lnTo>
                <a:lnTo>
                  <a:pt x="26" y="295"/>
                </a:lnTo>
                <a:lnTo>
                  <a:pt x="27" y="295"/>
                </a:lnTo>
                <a:lnTo>
                  <a:pt x="27" y="294"/>
                </a:lnTo>
                <a:lnTo>
                  <a:pt x="28" y="292"/>
                </a:lnTo>
                <a:lnTo>
                  <a:pt x="27" y="292"/>
                </a:lnTo>
                <a:lnTo>
                  <a:pt x="26" y="292"/>
                </a:lnTo>
                <a:lnTo>
                  <a:pt x="25" y="291"/>
                </a:lnTo>
                <a:lnTo>
                  <a:pt x="25" y="290"/>
                </a:lnTo>
                <a:lnTo>
                  <a:pt x="24" y="290"/>
                </a:lnTo>
                <a:lnTo>
                  <a:pt x="25" y="289"/>
                </a:lnTo>
                <a:lnTo>
                  <a:pt x="25" y="288"/>
                </a:lnTo>
                <a:lnTo>
                  <a:pt x="26" y="288"/>
                </a:lnTo>
                <a:lnTo>
                  <a:pt x="26" y="287"/>
                </a:lnTo>
                <a:lnTo>
                  <a:pt x="27" y="286"/>
                </a:lnTo>
                <a:lnTo>
                  <a:pt x="26" y="285"/>
                </a:lnTo>
                <a:lnTo>
                  <a:pt x="26" y="284"/>
                </a:lnTo>
                <a:lnTo>
                  <a:pt x="26" y="283"/>
                </a:lnTo>
                <a:lnTo>
                  <a:pt x="26" y="282"/>
                </a:lnTo>
                <a:lnTo>
                  <a:pt x="27" y="282"/>
                </a:lnTo>
                <a:lnTo>
                  <a:pt x="27" y="281"/>
                </a:lnTo>
                <a:lnTo>
                  <a:pt x="27" y="280"/>
                </a:lnTo>
                <a:lnTo>
                  <a:pt x="27" y="279"/>
                </a:lnTo>
                <a:lnTo>
                  <a:pt x="27" y="278"/>
                </a:lnTo>
                <a:lnTo>
                  <a:pt x="26" y="277"/>
                </a:lnTo>
                <a:lnTo>
                  <a:pt x="26" y="276"/>
                </a:lnTo>
                <a:lnTo>
                  <a:pt x="26" y="275"/>
                </a:lnTo>
                <a:lnTo>
                  <a:pt x="26" y="274"/>
                </a:lnTo>
                <a:lnTo>
                  <a:pt x="26" y="272"/>
                </a:lnTo>
                <a:lnTo>
                  <a:pt x="26" y="271"/>
                </a:lnTo>
                <a:lnTo>
                  <a:pt x="26" y="270"/>
                </a:lnTo>
                <a:lnTo>
                  <a:pt x="25" y="270"/>
                </a:lnTo>
                <a:lnTo>
                  <a:pt x="25" y="269"/>
                </a:lnTo>
                <a:lnTo>
                  <a:pt x="25" y="268"/>
                </a:lnTo>
                <a:lnTo>
                  <a:pt x="25" y="266"/>
                </a:lnTo>
                <a:lnTo>
                  <a:pt x="24" y="266"/>
                </a:lnTo>
                <a:lnTo>
                  <a:pt x="24" y="265"/>
                </a:lnTo>
                <a:lnTo>
                  <a:pt x="25" y="265"/>
                </a:lnTo>
                <a:lnTo>
                  <a:pt x="25" y="264"/>
                </a:lnTo>
                <a:lnTo>
                  <a:pt x="26" y="264"/>
                </a:lnTo>
                <a:lnTo>
                  <a:pt x="26" y="263"/>
                </a:lnTo>
                <a:lnTo>
                  <a:pt x="27" y="262"/>
                </a:lnTo>
                <a:lnTo>
                  <a:pt x="27" y="261"/>
                </a:lnTo>
                <a:lnTo>
                  <a:pt x="27" y="260"/>
                </a:lnTo>
                <a:lnTo>
                  <a:pt x="28" y="259"/>
                </a:lnTo>
                <a:lnTo>
                  <a:pt x="28" y="258"/>
                </a:lnTo>
                <a:lnTo>
                  <a:pt x="28" y="256"/>
                </a:lnTo>
                <a:lnTo>
                  <a:pt x="28" y="255"/>
                </a:lnTo>
                <a:lnTo>
                  <a:pt x="28" y="254"/>
                </a:lnTo>
                <a:lnTo>
                  <a:pt x="28" y="253"/>
                </a:lnTo>
                <a:lnTo>
                  <a:pt x="27" y="252"/>
                </a:lnTo>
                <a:lnTo>
                  <a:pt x="28" y="251"/>
                </a:lnTo>
                <a:lnTo>
                  <a:pt x="28" y="249"/>
                </a:lnTo>
                <a:lnTo>
                  <a:pt x="27" y="248"/>
                </a:lnTo>
                <a:lnTo>
                  <a:pt x="26" y="248"/>
                </a:lnTo>
                <a:lnTo>
                  <a:pt x="24" y="246"/>
                </a:lnTo>
                <a:lnTo>
                  <a:pt x="23" y="246"/>
                </a:lnTo>
                <a:lnTo>
                  <a:pt x="22" y="247"/>
                </a:lnTo>
                <a:lnTo>
                  <a:pt x="21" y="247"/>
                </a:lnTo>
                <a:lnTo>
                  <a:pt x="20" y="246"/>
                </a:lnTo>
                <a:lnTo>
                  <a:pt x="19" y="245"/>
                </a:lnTo>
                <a:lnTo>
                  <a:pt x="19" y="244"/>
                </a:lnTo>
                <a:lnTo>
                  <a:pt x="19" y="243"/>
                </a:lnTo>
                <a:lnTo>
                  <a:pt x="20" y="243"/>
                </a:lnTo>
                <a:lnTo>
                  <a:pt x="19" y="243"/>
                </a:lnTo>
                <a:lnTo>
                  <a:pt x="18" y="243"/>
                </a:lnTo>
                <a:lnTo>
                  <a:pt x="17" y="243"/>
                </a:lnTo>
                <a:lnTo>
                  <a:pt x="17" y="242"/>
                </a:lnTo>
                <a:lnTo>
                  <a:pt x="17" y="241"/>
                </a:lnTo>
                <a:lnTo>
                  <a:pt x="16" y="239"/>
                </a:lnTo>
                <a:lnTo>
                  <a:pt x="15" y="238"/>
                </a:lnTo>
                <a:lnTo>
                  <a:pt x="14" y="239"/>
                </a:lnTo>
                <a:lnTo>
                  <a:pt x="13" y="239"/>
                </a:lnTo>
                <a:lnTo>
                  <a:pt x="13" y="238"/>
                </a:lnTo>
                <a:lnTo>
                  <a:pt x="12" y="238"/>
                </a:lnTo>
                <a:lnTo>
                  <a:pt x="12" y="237"/>
                </a:lnTo>
                <a:lnTo>
                  <a:pt x="13" y="236"/>
                </a:lnTo>
                <a:lnTo>
                  <a:pt x="13" y="235"/>
                </a:lnTo>
                <a:lnTo>
                  <a:pt x="13" y="234"/>
                </a:lnTo>
                <a:lnTo>
                  <a:pt x="14" y="233"/>
                </a:lnTo>
                <a:lnTo>
                  <a:pt x="15" y="232"/>
                </a:lnTo>
                <a:lnTo>
                  <a:pt x="15" y="231"/>
                </a:lnTo>
                <a:lnTo>
                  <a:pt x="15" y="230"/>
                </a:lnTo>
                <a:lnTo>
                  <a:pt x="14" y="229"/>
                </a:lnTo>
                <a:lnTo>
                  <a:pt x="15" y="229"/>
                </a:lnTo>
                <a:lnTo>
                  <a:pt x="15" y="228"/>
                </a:lnTo>
                <a:lnTo>
                  <a:pt x="16" y="228"/>
                </a:lnTo>
                <a:lnTo>
                  <a:pt x="17" y="227"/>
                </a:lnTo>
                <a:lnTo>
                  <a:pt x="19" y="226"/>
                </a:lnTo>
                <a:lnTo>
                  <a:pt x="19" y="225"/>
                </a:lnTo>
                <a:lnTo>
                  <a:pt x="19" y="224"/>
                </a:lnTo>
                <a:lnTo>
                  <a:pt x="20" y="224"/>
                </a:lnTo>
                <a:lnTo>
                  <a:pt x="20" y="223"/>
                </a:lnTo>
                <a:lnTo>
                  <a:pt x="21" y="222"/>
                </a:lnTo>
                <a:lnTo>
                  <a:pt x="23" y="222"/>
                </a:lnTo>
                <a:lnTo>
                  <a:pt x="24" y="221"/>
                </a:lnTo>
                <a:lnTo>
                  <a:pt x="25" y="221"/>
                </a:lnTo>
                <a:lnTo>
                  <a:pt x="26" y="221"/>
                </a:lnTo>
                <a:lnTo>
                  <a:pt x="27" y="221"/>
                </a:lnTo>
                <a:lnTo>
                  <a:pt x="27" y="220"/>
                </a:lnTo>
                <a:lnTo>
                  <a:pt x="28" y="219"/>
                </a:lnTo>
                <a:lnTo>
                  <a:pt x="28" y="218"/>
                </a:lnTo>
                <a:lnTo>
                  <a:pt x="28" y="217"/>
                </a:lnTo>
                <a:lnTo>
                  <a:pt x="29" y="217"/>
                </a:lnTo>
                <a:lnTo>
                  <a:pt x="30" y="217"/>
                </a:lnTo>
                <a:lnTo>
                  <a:pt x="31" y="216"/>
                </a:lnTo>
                <a:lnTo>
                  <a:pt x="32" y="214"/>
                </a:lnTo>
                <a:lnTo>
                  <a:pt x="32" y="213"/>
                </a:lnTo>
                <a:lnTo>
                  <a:pt x="33" y="213"/>
                </a:lnTo>
                <a:lnTo>
                  <a:pt x="33" y="212"/>
                </a:lnTo>
                <a:lnTo>
                  <a:pt x="33" y="211"/>
                </a:lnTo>
                <a:lnTo>
                  <a:pt x="33" y="210"/>
                </a:lnTo>
                <a:lnTo>
                  <a:pt x="33" y="209"/>
                </a:lnTo>
                <a:lnTo>
                  <a:pt x="34" y="209"/>
                </a:lnTo>
                <a:lnTo>
                  <a:pt x="35" y="210"/>
                </a:lnTo>
                <a:lnTo>
                  <a:pt x="35" y="211"/>
                </a:lnTo>
                <a:lnTo>
                  <a:pt x="36" y="211"/>
                </a:lnTo>
                <a:lnTo>
                  <a:pt x="37" y="212"/>
                </a:lnTo>
                <a:lnTo>
                  <a:pt x="38" y="212"/>
                </a:lnTo>
                <a:lnTo>
                  <a:pt x="40" y="212"/>
                </a:lnTo>
                <a:lnTo>
                  <a:pt x="40" y="213"/>
                </a:lnTo>
                <a:lnTo>
                  <a:pt x="40" y="215"/>
                </a:lnTo>
                <a:lnTo>
                  <a:pt x="40" y="216"/>
                </a:lnTo>
                <a:lnTo>
                  <a:pt x="39" y="217"/>
                </a:lnTo>
                <a:lnTo>
                  <a:pt x="38" y="219"/>
                </a:lnTo>
                <a:lnTo>
                  <a:pt x="38" y="220"/>
                </a:lnTo>
                <a:lnTo>
                  <a:pt x="38" y="221"/>
                </a:lnTo>
                <a:lnTo>
                  <a:pt x="40" y="221"/>
                </a:lnTo>
                <a:lnTo>
                  <a:pt x="41" y="221"/>
                </a:lnTo>
                <a:lnTo>
                  <a:pt x="41" y="220"/>
                </a:lnTo>
                <a:lnTo>
                  <a:pt x="41" y="221"/>
                </a:lnTo>
                <a:lnTo>
                  <a:pt x="41" y="222"/>
                </a:lnTo>
                <a:lnTo>
                  <a:pt x="42" y="222"/>
                </a:lnTo>
                <a:lnTo>
                  <a:pt x="43" y="222"/>
                </a:lnTo>
                <a:lnTo>
                  <a:pt x="44" y="222"/>
                </a:lnTo>
                <a:lnTo>
                  <a:pt x="45" y="222"/>
                </a:lnTo>
                <a:lnTo>
                  <a:pt x="46" y="223"/>
                </a:lnTo>
                <a:lnTo>
                  <a:pt x="46" y="224"/>
                </a:lnTo>
                <a:lnTo>
                  <a:pt x="46" y="225"/>
                </a:lnTo>
                <a:lnTo>
                  <a:pt x="47" y="225"/>
                </a:lnTo>
                <a:lnTo>
                  <a:pt x="48" y="226"/>
                </a:lnTo>
                <a:lnTo>
                  <a:pt x="49" y="226"/>
                </a:lnTo>
                <a:lnTo>
                  <a:pt x="49" y="227"/>
                </a:lnTo>
                <a:lnTo>
                  <a:pt x="50" y="227"/>
                </a:lnTo>
                <a:lnTo>
                  <a:pt x="51" y="226"/>
                </a:lnTo>
                <a:lnTo>
                  <a:pt x="52" y="226"/>
                </a:lnTo>
                <a:lnTo>
                  <a:pt x="53" y="226"/>
                </a:lnTo>
                <a:lnTo>
                  <a:pt x="53" y="227"/>
                </a:lnTo>
                <a:lnTo>
                  <a:pt x="55" y="228"/>
                </a:lnTo>
                <a:lnTo>
                  <a:pt x="56" y="227"/>
                </a:lnTo>
                <a:lnTo>
                  <a:pt x="57" y="227"/>
                </a:lnTo>
                <a:lnTo>
                  <a:pt x="56" y="228"/>
                </a:lnTo>
                <a:lnTo>
                  <a:pt x="57" y="228"/>
                </a:lnTo>
                <a:lnTo>
                  <a:pt x="58" y="228"/>
                </a:lnTo>
                <a:lnTo>
                  <a:pt x="59" y="228"/>
                </a:lnTo>
                <a:lnTo>
                  <a:pt x="60" y="228"/>
                </a:lnTo>
                <a:lnTo>
                  <a:pt x="61" y="228"/>
                </a:lnTo>
                <a:lnTo>
                  <a:pt x="61" y="229"/>
                </a:lnTo>
                <a:lnTo>
                  <a:pt x="62" y="228"/>
                </a:lnTo>
                <a:lnTo>
                  <a:pt x="63" y="228"/>
                </a:lnTo>
                <a:lnTo>
                  <a:pt x="64" y="228"/>
                </a:lnTo>
                <a:lnTo>
                  <a:pt x="65" y="228"/>
                </a:lnTo>
                <a:lnTo>
                  <a:pt x="66" y="228"/>
                </a:lnTo>
                <a:lnTo>
                  <a:pt x="67" y="227"/>
                </a:lnTo>
                <a:lnTo>
                  <a:pt x="68" y="227"/>
                </a:lnTo>
                <a:lnTo>
                  <a:pt x="69" y="228"/>
                </a:lnTo>
                <a:lnTo>
                  <a:pt x="70" y="230"/>
                </a:lnTo>
                <a:lnTo>
                  <a:pt x="70" y="231"/>
                </a:lnTo>
                <a:lnTo>
                  <a:pt x="70" y="232"/>
                </a:lnTo>
                <a:lnTo>
                  <a:pt x="70" y="233"/>
                </a:lnTo>
                <a:lnTo>
                  <a:pt x="70" y="234"/>
                </a:lnTo>
                <a:lnTo>
                  <a:pt x="70" y="236"/>
                </a:lnTo>
                <a:lnTo>
                  <a:pt x="69" y="236"/>
                </a:lnTo>
                <a:lnTo>
                  <a:pt x="68" y="237"/>
                </a:lnTo>
                <a:lnTo>
                  <a:pt x="69" y="239"/>
                </a:lnTo>
                <a:lnTo>
                  <a:pt x="70" y="239"/>
                </a:lnTo>
                <a:lnTo>
                  <a:pt x="70" y="240"/>
                </a:lnTo>
                <a:lnTo>
                  <a:pt x="70" y="242"/>
                </a:lnTo>
                <a:lnTo>
                  <a:pt x="71" y="242"/>
                </a:lnTo>
                <a:lnTo>
                  <a:pt x="72" y="242"/>
                </a:lnTo>
                <a:lnTo>
                  <a:pt x="74" y="245"/>
                </a:lnTo>
                <a:lnTo>
                  <a:pt x="75" y="246"/>
                </a:lnTo>
                <a:lnTo>
                  <a:pt x="75" y="247"/>
                </a:lnTo>
                <a:lnTo>
                  <a:pt x="76" y="248"/>
                </a:lnTo>
                <a:lnTo>
                  <a:pt x="77" y="250"/>
                </a:lnTo>
                <a:lnTo>
                  <a:pt x="77" y="251"/>
                </a:lnTo>
                <a:lnTo>
                  <a:pt x="78" y="252"/>
                </a:lnTo>
                <a:lnTo>
                  <a:pt x="79" y="252"/>
                </a:lnTo>
                <a:lnTo>
                  <a:pt x="80" y="253"/>
                </a:lnTo>
                <a:lnTo>
                  <a:pt x="80" y="254"/>
                </a:lnTo>
                <a:lnTo>
                  <a:pt x="81" y="255"/>
                </a:lnTo>
                <a:lnTo>
                  <a:pt x="82" y="256"/>
                </a:lnTo>
                <a:lnTo>
                  <a:pt x="83" y="256"/>
                </a:lnTo>
                <a:lnTo>
                  <a:pt x="84" y="257"/>
                </a:lnTo>
                <a:lnTo>
                  <a:pt x="84" y="258"/>
                </a:lnTo>
                <a:lnTo>
                  <a:pt x="84" y="259"/>
                </a:lnTo>
                <a:lnTo>
                  <a:pt x="84" y="260"/>
                </a:lnTo>
                <a:lnTo>
                  <a:pt x="84" y="261"/>
                </a:lnTo>
                <a:lnTo>
                  <a:pt x="84" y="263"/>
                </a:lnTo>
                <a:lnTo>
                  <a:pt x="85" y="263"/>
                </a:lnTo>
                <a:lnTo>
                  <a:pt x="86" y="264"/>
                </a:lnTo>
                <a:lnTo>
                  <a:pt x="88" y="265"/>
                </a:lnTo>
                <a:lnTo>
                  <a:pt x="88" y="266"/>
                </a:lnTo>
                <a:lnTo>
                  <a:pt x="88" y="267"/>
                </a:lnTo>
                <a:lnTo>
                  <a:pt x="89" y="268"/>
                </a:lnTo>
                <a:lnTo>
                  <a:pt x="89" y="269"/>
                </a:lnTo>
                <a:lnTo>
                  <a:pt x="90" y="270"/>
                </a:lnTo>
                <a:lnTo>
                  <a:pt x="91" y="270"/>
                </a:lnTo>
                <a:lnTo>
                  <a:pt x="91" y="271"/>
                </a:lnTo>
                <a:lnTo>
                  <a:pt x="91" y="272"/>
                </a:lnTo>
                <a:lnTo>
                  <a:pt x="91" y="273"/>
                </a:lnTo>
                <a:lnTo>
                  <a:pt x="91" y="274"/>
                </a:lnTo>
                <a:lnTo>
                  <a:pt x="92" y="274"/>
                </a:lnTo>
                <a:lnTo>
                  <a:pt x="92" y="275"/>
                </a:lnTo>
                <a:lnTo>
                  <a:pt x="93" y="276"/>
                </a:lnTo>
                <a:lnTo>
                  <a:pt x="93" y="275"/>
                </a:lnTo>
                <a:lnTo>
                  <a:pt x="94" y="275"/>
                </a:lnTo>
                <a:lnTo>
                  <a:pt x="95" y="275"/>
                </a:lnTo>
                <a:lnTo>
                  <a:pt x="95" y="274"/>
                </a:lnTo>
                <a:lnTo>
                  <a:pt x="95" y="275"/>
                </a:lnTo>
                <a:lnTo>
                  <a:pt x="95" y="276"/>
                </a:lnTo>
                <a:lnTo>
                  <a:pt x="95" y="277"/>
                </a:lnTo>
                <a:lnTo>
                  <a:pt x="95" y="278"/>
                </a:lnTo>
                <a:lnTo>
                  <a:pt x="95" y="279"/>
                </a:lnTo>
                <a:lnTo>
                  <a:pt x="95" y="280"/>
                </a:lnTo>
                <a:lnTo>
                  <a:pt x="94" y="280"/>
                </a:lnTo>
                <a:lnTo>
                  <a:pt x="95" y="281"/>
                </a:lnTo>
                <a:lnTo>
                  <a:pt x="96" y="281"/>
                </a:lnTo>
                <a:lnTo>
                  <a:pt x="96" y="282"/>
                </a:lnTo>
                <a:lnTo>
                  <a:pt x="95" y="282"/>
                </a:lnTo>
                <a:lnTo>
                  <a:pt x="95" y="283"/>
                </a:lnTo>
                <a:lnTo>
                  <a:pt x="95" y="284"/>
                </a:lnTo>
                <a:lnTo>
                  <a:pt x="95" y="285"/>
                </a:lnTo>
                <a:lnTo>
                  <a:pt x="94" y="285"/>
                </a:lnTo>
                <a:lnTo>
                  <a:pt x="94" y="286"/>
                </a:lnTo>
                <a:lnTo>
                  <a:pt x="95" y="286"/>
                </a:lnTo>
                <a:lnTo>
                  <a:pt x="95" y="287"/>
                </a:lnTo>
                <a:lnTo>
                  <a:pt x="96" y="287"/>
                </a:lnTo>
                <a:lnTo>
                  <a:pt x="96" y="288"/>
                </a:lnTo>
                <a:lnTo>
                  <a:pt x="96" y="289"/>
                </a:lnTo>
                <a:lnTo>
                  <a:pt x="96" y="290"/>
                </a:lnTo>
                <a:lnTo>
                  <a:pt x="96" y="289"/>
                </a:lnTo>
                <a:lnTo>
                  <a:pt x="97" y="289"/>
                </a:lnTo>
                <a:lnTo>
                  <a:pt x="98" y="289"/>
                </a:lnTo>
                <a:lnTo>
                  <a:pt x="98" y="290"/>
                </a:lnTo>
                <a:lnTo>
                  <a:pt x="99" y="290"/>
                </a:lnTo>
                <a:lnTo>
                  <a:pt x="100" y="290"/>
                </a:lnTo>
                <a:lnTo>
                  <a:pt x="101" y="291"/>
                </a:lnTo>
                <a:lnTo>
                  <a:pt x="101" y="290"/>
                </a:lnTo>
                <a:lnTo>
                  <a:pt x="102" y="290"/>
                </a:lnTo>
                <a:lnTo>
                  <a:pt x="103" y="289"/>
                </a:lnTo>
                <a:lnTo>
                  <a:pt x="103" y="288"/>
                </a:lnTo>
                <a:lnTo>
                  <a:pt x="104" y="287"/>
                </a:lnTo>
                <a:lnTo>
                  <a:pt x="105" y="286"/>
                </a:lnTo>
                <a:lnTo>
                  <a:pt x="105" y="285"/>
                </a:lnTo>
                <a:lnTo>
                  <a:pt x="105" y="284"/>
                </a:lnTo>
                <a:lnTo>
                  <a:pt x="104" y="284"/>
                </a:lnTo>
                <a:lnTo>
                  <a:pt x="104" y="283"/>
                </a:lnTo>
                <a:lnTo>
                  <a:pt x="104" y="282"/>
                </a:lnTo>
                <a:lnTo>
                  <a:pt x="104" y="281"/>
                </a:lnTo>
                <a:lnTo>
                  <a:pt x="103" y="281"/>
                </a:lnTo>
                <a:lnTo>
                  <a:pt x="103" y="280"/>
                </a:lnTo>
                <a:lnTo>
                  <a:pt x="104" y="279"/>
                </a:lnTo>
                <a:lnTo>
                  <a:pt x="105" y="279"/>
                </a:lnTo>
                <a:lnTo>
                  <a:pt x="105" y="278"/>
                </a:lnTo>
                <a:lnTo>
                  <a:pt x="105" y="277"/>
                </a:lnTo>
                <a:lnTo>
                  <a:pt x="106" y="277"/>
                </a:lnTo>
                <a:lnTo>
                  <a:pt x="106" y="276"/>
                </a:lnTo>
                <a:lnTo>
                  <a:pt x="106" y="275"/>
                </a:lnTo>
                <a:lnTo>
                  <a:pt x="106" y="274"/>
                </a:lnTo>
                <a:lnTo>
                  <a:pt x="107" y="273"/>
                </a:lnTo>
                <a:lnTo>
                  <a:pt x="108" y="272"/>
                </a:lnTo>
                <a:lnTo>
                  <a:pt x="108" y="271"/>
                </a:lnTo>
                <a:lnTo>
                  <a:pt x="108" y="270"/>
                </a:lnTo>
                <a:lnTo>
                  <a:pt x="108" y="269"/>
                </a:lnTo>
                <a:lnTo>
                  <a:pt x="109" y="269"/>
                </a:lnTo>
                <a:lnTo>
                  <a:pt x="109" y="268"/>
                </a:lnTo>
                <a:lnTo>
                  <a:pt x="110" y="268"/>
                </a:lnTo>
                <a:lnTo>
                  <a:pt x="111" y="267"/>
                </a:lnTo>
                <a:lnTo>
                  <a:pt x="111" y="266"/>
                </a:lnTo>
                <a:lnTo>
                  <a:pt x="112" y="266"/>
                </a:lnTo>
                <a:lnTo>
                  <a:pt x="112" y="265"/>
                </a:lnTo>
                <a:lnTo>
                  <a:pt x="112" y="264"/>
                </a:lnTo>
                <a:lnTo>
                  <a:pt x="113" y="264"/>
                </a:lnTo>
                <a:lnTo>
                  <a:pt x="115" y="264"/>
                </a:lnTo>
                <a:lnTo>
                  <a:pt x="116" y="264"/>
                </a:lnTo>
                <a:lnTo>
                  <a:pt x="117" y="262"/>
                </a:lnTo>
                <a:lnTo>
                  <a:pt x="116" y="262"/>
                </a:lnTo>
                <a:lnTo>
                  <a:pt x="116" y="261"/>
                </a:lnTo>
                <a:lnTo>
                  <a:pt x="115" y="261"/>
                </a:lnTo>
                <a:lnTo>
                  <a:pt x="115" y="262"/>
                </a:lnTo>
                <a:lnTo>
                  <a:pt x="114" y="262"/>
                </a:lnTo>
                <a:lnTo>
                  <a:pt x="114" y="261"/>
                </a:lnTo>
                <a:lnTo>
                  <a:pt x="113" y="261"/>
                </a:lnTo>
                <a:lnTo>
                  <a:pt x="114" y="261"/>
                </a:lnTo>
                <a:lnTo>
                  <a:pt x="114" y="260"/>
                </a:lnTo>
                <a:lnTo>
                  <a:pt x="114" y="259"/>
                </a:lnTo>
                <a:lnTo>
                  <a:pt x="114" y="258"/>
                </a:lnTo>
                <a:lnTo>
                  <a:pt x="115" y="258"/>
                </a:lnTo>
                <a:lnTo>
                  <a:pt x="115" y="259"/>
                </a:lnTo>
                <a:lnTo>
                  <a:pt x="116" y="259"/>
                </a:lnTo>
                <a:lnTo>
                  <a:pt x="115" y="259"/>
                </a:lnTo>
                <a:lnTo>
                  <a:pt x="115" y="258"/>
                </a:lnTo>
                <a:lnTo>
                  <a:pt x="115" y="257"/>
                </a:lnTo>
                <a:lnTo>
                  <a:pt x="116" y="257"/>
                </a:lnTo>
                <a:lnTo>
                  <a:pt x="116" y="256"/>
                </a:lnTo>
                <a:lnTo>
                  <a:pt x="117" y="256"/>
                </a:lnTo>
                <a:lnTo>
                  <a:pt x="117" y="257"/>
                </a:lnTo>
                <a:lnTo>
                  <a:pt x="117" y="258"/>
                </a:lnTo>
                <a:lnTo>
                  <a:pt x="116" y="258"/>
                </a:lnTo>
                <a:lnTo>
                  <a:pt x="117" y="258"/>
                </a:lnTo>
                <a:lnTo>
                  <a:pt x="118" y="256"/>
                </a:lnTo>
                <a:lnTo>
                  <a:pt x="117" y="256"/>
                </a:lnTo>
                <a:lnTo>
                  <a:pt x="117" y="254"/>
                </a:lnTo>
                <a:lnTo>
                  <a:pt x="118" y="253"/>
                </a:lnTo>
                <a:lnTo>
                  <a:pt x="119" y="252"/>
                </a:lnTo>
                <a:lnTo>
                  <a:pt x="119" y="251"/>
                </a:lnTo>
                <a:lnTo>
                  <a:pt x="119" y="250"/>
                </a:lnTo>
                <a:lnTo>
                  <a:pt x="121" y="250"/>
                </a:lnTo>
                <a:lnTo>
                  <a:pt x="122" y="250"/>
                </a:lnTo>
                <a:lnTo>
                  <a:pt x="122" y="249"/>
                </a:lnTo>
                <a:lnTo>
                  <a:pt x="123" y="248"/>
                </a:lnTo>
                <a:lnTo>
                  <a:pt x="124" y="248"/>
                </a:lnTo>
                <a:lnTo>
                  <a:pt x="125" y="248"/>
                </a:lnTo>
                <a:lnTo>
                  <a:pt x="125" y="249"/>
                </a:lnTo>
                <a:lnTo>
                  <a:pt x="126" y="249"/>
                </a:lnTo>
                <a:lnTo>
                  <a:pt x="127" y="249"/>
                </a:lnTo>
                <a:lnTo>
                  <a:pt x="127" y="248"/>
                </a:lnTo>
                <a:lnTo>
                  <a:pt x="128" y="248"/>
                </a:lnTo>
                <a:lnTo>
                  <a:pt x="127" y="248"/>
                </a:lnTo>
                <a:lnTo>
                  <a:pt x="127" y="247"/>
                </a:lnTo>
                <a:lnTo>
                  <a:pt x="127" y="246"/>
                </a:lnTo>
                <a:lnTo>
                  <a:pt x="128" y="246"/>
                </a:lnTo>
                <a:lnTo>
                  <a:pt x="128" y="245"/>
                </a:lnTo>
                <a:lnTo>
                  <a:pt x="129" y="245"/>
                </a:lnTo>
                <a:lnTo>
                  <a:pt x="130" y="245"/>
                </a:lnTo>
                <a:lnTo>
                  <a:pt x="130" y="244"/>
                </a:lnTo>
                <a:lnTo>
                  <a:pt x="130" y="243"/>
                </a:lnTo>
                <a:lnTo>
                  <a:pt x="130" y="242"/>
                </a:lnTo>
                <a:lnTo>
                  <a:pt x="130" y="241"/>
                </a:lnTo>
                <a:lnTo>
                  <a:pt x="129" y="240"/>
                </a:lnTo>
                <a:lnTo>
                  <a:pt x="129" y="239"/>
                </a:lnTo>
                <a:lnTo>
                  <a:pt x="130" y="239"/>
                </a:lnTo>
                <a:lnTo>
                  <a:pt x="130" y="238"/>
                </a:lnTo>
                <a:lnTo>
                  <a:pt x="131" y="238"/>
                </a:lnTo>
                <a:lnTo>
                  <a:pt x="131" y="237"/>
                </a:lnTo>
                <a:lnTo>
                  <a:pt x="132" y="237"/>
                </a:lnTo>
                <a:lnTo>
                  <a:pt x="133" y="236"/>
                </a:lnTo>
                <a:lnTo>
                  <a:pt x="132" y="235"/>
                </a:lnTo>
                <a:lnTo>
                  <a:pt x="131" y="235"/>
                </a:lnTo>
                <a:lnTo>
                  <a:pt x="132" y="234"/>
                </a:lnTo>
                <a:lnTo>
                  <a:pt x="133" y="234"/>
                </a:lnTo>
                <a:lnTo>
                  <a:pt x="133" y="233"/>
                </a:lnTo>
                <a:lnTo>
                  <a:pt x="132" y="233"/>
                </a:lnTo>
                <a:lnTo>
                  <a:pt x="131" y="233"/>
                </a:lnTo>
                <a:lnTo>
                  <a:pt x="131" y="234"/>
                </a:lnTo>
                <a:lnTo>
                  <a:pt x="130" y="233"/>
                </a:lnTo>
                <a:lnTo>
                  <a:pt x="130" y="232"/>
                </a:lnTo>
                <a:lnTo>
                  <a:pt x="130" y="231"/>
                </a:lnTo>
                <a:lnTo>
                  <a:pt x="131" y="230"/>
                </a:lnTo>
                <a:lnTo>
                  <a:pt x="132" y="230"/>
                </a:lnTo>
                <a:lnTo>
                  <a:pt x="132" y="229"/>
                </a:lnTo>
                <a:lnTo>
                  <a:pt x="133" y="229"/>
                </a:lnTo>
                <a:lnTo>
                  <a:pt x="133" y="228"/>
                </a:lnTo>
                <a:lnTo>
                  <a:pt x="134" y="228"/>
                </a:lnTo>
                <a:lnTo>
                  <a:pt x="135" y="227"/>
                </a:lnTo>
                <a:lnTo>
                  <a:pt x="136" y="226"/>
                </a:lnTo>
                <a:lnTo>
                  <a:pt x="137" y="226"/>
                </a:lnTo>
                <a:lnTo>
                  <a:pt x="138" y="226"/>
                </a:lnTo>
                <a:lnTo>
                  <a:pt x="138" y="225"/>
                </a:lnTo>
                <a:lnTo>
                  <a:pt x="138" y="224"/>
                </a:lnTo>
                <a:lnTo>
                  <a:pt x="139" y="224"/>
                </a:lnTo>
                <a:lnTo>
                  <a:pt x="139" y="223"/>
                </a:lnTo>
                <a:lnTo>
                  <a:pt x="140" y="223"/>
                </a:lnTo>
                <a:lnTo>
                  <a:pt x="141" y="223"/>
                </a:lnTo>
                <a:lnTo>
                  <a:pt x="141" y="222"/>
                </a:lnTo>
                <a:lnTo>
                  <a:pt x="142" y="223"/>
                </a:lnTo>
                <a:lnTo>
                  <a:pt x="144" y="222"/>
                </a:lnTo>
                <a:lnTo>
                  <a:pt x="145" y="222"/>
                </a:lnTo>
                <a:lnTo>
                  <a:pt x="146" y="221"/>
                </a:lnTo>
                <a:lnTo>
                  <a:pt x="146" y="220"/>
                </a:lnTo>
                <a:lnTo>
                  <a:pt x="147" y="220"/>
                </a:lnTo>
                <a:lnTo>
                  <a:pt x="147" y="219"/>
                </a:lnTo>
                <a:lnTo>
                  <a:pt x="148" y="219"/>
                </a:lnTo>
                <a:lnTo>
                  <a:pt x="149" y="218"/>
                </a:lnTo>
                <a:lnTo>
                  <a:pt x="149" y="217"/>
                </a:lnTo>
                <a:lnTo>
                  <a:pt x="150" y="217"/>
                </a:lnTo>
                <a:lnTo>
                  <a:pt x="150" y="216"/>
                </a:lnTo>
                <a:lnTo>
                  <a:pt x="151" y="216"/>
                </a:lnTo>
                <a:lnTo>
                  <a:pt x="152" y="216"/>
                </a:lnTo>
                <a:lnTo>
                  <a:pt x="152" y="215"/>
                </a:lnTo>
                <a:lnTo>
                  <a:pt x="152" y="214"/>
                </a:lnTo>
                <a:lnTo>
                  <a:pt x="152" y="213"/>
                </a:lnTo>
                <a:lnTo>
                  <a:pt x="156" y="213"/>
                </a:lnTo>
                <a:lnTo>
                  <a:pt x="157" y="213"/>
                </a:lnTo>
                <a:lnTo>
                  <a:pt x="158" y="212"/>
                </a:lnTo>
                <a:lnTo>
                  <a:pt x="157" y="212"/>
                </a:lnTo>
                <a:lnTo>
                  <a:pt x="157" y="211"/>
                </a:lnTo>
                <a:lnTo>
                  <a:pt x="158" y="211"/>
                </a:lnTo>
                <a:lnTo>
                  <a:pt x="158" y="210"/>
                </a:lnTo>
                <a:lnTo>
                  <a:pt x="159" y="210"/>
                </a:lnTo>
                <a:lnTo>
                  <a:pt x="160" y="211"/>
                </a:lnTo>
                <a:lnTo>
                  <a:pt x="161" y="211"/>
                </a:lnTo>
                <a:lnTo>
                  <a:pt x="160" y="210"/>
                </a:lnTo>
                <a:lnTo>
                  <a:pt x="160" y="209"/>
                </a:lnTo>
                <a:lnTo>
                  <a:pt x="160" y="208"/>
                </a:lnTo>
                <a:lnTo>
                  <a:pt x="161" y="208"/>
                </a:lnTo>
                <a:lnTo>
                  <a:pt x="162" y="208"/>
                </a:lnTo>
                <a:lnTo>
                  <a:pt x="163" y="207"/>
                </a:lnTo>
                <a:lnTo>
                  <a:pt x="163" y="208"/>
                </a:lnTo>
                <a:lnTo>
                  <a:pt x="164" y="208"/>
                </a:lnTo>
                <a:lnTo>
                  <a:pt x="164" y="207"/>
                </a:lnTo>
                <a:lnTo>
                  <a:pt x="165" y="208"/>
                </a:lnTo>
                <a:lnTo>
                  <a:pt x="166" y="208"/>
                </a:lnTo>
                <a:lnTo>
                  <a:pt x="166" y="207"/>
                </a:lnTo>
                <a:lnTo>
                  <a:pt x="166" y="206"/>
                </a:lnTo>
                <a:lnTo>
                  <a:pt x="165" y="205"/>
                </a:lnTo>
                <a:lnTo>
                  <a:pt x="165" y="204"/>
                </a:lnTo>
                <a:lnTo>
                  <a:pt x="166" y="204"/>
                </a:lnTo>
                <a:lnTo>
                  <a:pt x="166" y="205"/>
                </a:lnTo>
                <a:lnTo>
                  <a:pt x="167" y="205"/>
                </a:lnTo>
                <a:lnTo>
                  <a:pt x="167" y="204"/>
                </a:lnTo>
                <a:lnTo>
                  <a:pt x="168" y="204"/>
                </a:lnTo>
                <a:lnTo>
                  <a:pt x="169" y="204"/>
                </a:lnTo>
                <a:lnTo>
                  <a:pt x="169" y="203"/>
                </a:lnTo>
                <a:lnTo>
                  <a:pt x="170" y="203"/>
                </a:lnTo>
                <a:lnTo>
                  <a:pt x="171" y="203"/>
                </a:lnTo>
                <a:lnTo>
                  <a:pt x="172" y="203"/>
                </a:lnTo>
                <a:lnTo>
                  <a:pt x="172" y="204"/>
                </a:lnTo>
                <a:lnTo>
                  <a:pt x="173" y="204"/>
                </a:lnTo>
                <a:lnTo>
                  <a:pt x="174" y="204"/>
                </a:lnTo>
                <a:lnTo>
                  <a:pt x="175" y="204"/>
                </a:lnTo>
                <a:lnTo>
                  <a:pt x="176" y="204"/>
                </a:lnTo>
                <a:lnTo>
                  <a:pt x="177" y="204"/>
                </a:lnTo>
                <a:lnTo>
                  <a:pt x="177" y="205"/>
                </a:lnTo>
                <a:lnTo>
                  <a:pt x="178" y="205"/>
                </a:lnTo>
                <a:lnTo>
                  <a:pt x="178" y="206"/>
                </a:lnTo>
                <a:lnTo>
                  <a:pt x="179" y="206"/>
                </a:lnTo>
                <a:lnTo>
                  <a:pt x="180" y="206"/>
                </a:lnTo>
                <a:lnTo>
                  <a:pt x="180" y="205"/>
                </a:lnTo>
                <a:lnTo>
                  <a:pt x="179" y="205"/>
                </a:lnTo>
                <a:lnTo>
                  <a:pt x="179" y="204"/>
                </a:lnTo>
                <a:lnTo>
                  <a:pt x="180" y="204"/>
                </a:lnTo>
                <a:lnTo>
                  <a:pt x="181" y="204"/>
                </a:lnTo>
                <a:lnTo>
                  <a:pt x="182" y="204"/>
                </a:lnTo>
                <a:lnTo>
                  <a:pt x="183" y="204"/>
                </a:lnTo>
                <a:lnTo>
                  <a:pt x="183" y="203"/>
                </a:lnTo>
                <a:lnTo>
                  <a:pt x="184" y="201"/>
                </a:lnTo>
                <a:lnTo>
                  <a:pt x="184" y="200"/>
                </a:lnTo>
                <a:lnTo>
                  <a:pt x="185" y="200"/>
                </a:lnTo>
                <a:lnTo>
                  <a:pt x="186" y="200"/>
                </a:lnTo>
                <a:lnTo>
                  <a:pt x="187" y="200"/>
                </a:lnTo>
                <a:lnTo>
                  <a:pt x="187" y="199"/>
                </a:lnTo>
                <a:lnTo>
                  <a:pt x="187" y="198"/>
                </a:lnTo>
                <a:lnTo>
                  <a:pt x="188" y="198"/>
                </a:lnTo>
                <a:lnTo>
                  <a:pt x="188" y="197"/>
                </a:lnTo>
                <a:lnTo>
                  <a:pt x="189" y="197"/>
                </a:lnTo>
                <a:lnTo>
                  <a:pt x="189" y="196"/>
                </a:lnTo>
                <a:lnTo>
                  <a:pt x="189" y="195"/>
                </a:lnTo>
                <a:lnTo>
                  <a:pt x="190" y="194"/>
                </a:lnTo>
                <a:lnTo>
                  <a:pt x="191" y="194"/>
                </a:lnTo>
                <a:lnTo>
                  <a:pt x="191" y="193"/>
                </a:lnTo>
                <a:lnTo>
                  <a:pt x="192" y="192"/>
                </a:lnTo>
                <a:lnTo>
                  <a:pt x="192" y="191"/>
                </a:lnTo>
                <a:lnTo>
                  <a:pt x="191" y="191"/>
                </a:lnTo>
                <a:lnTo>
                  <a:pt x="191" y="190"/>
                </a:lnTo>
                <a:lnTo>
                  <a:pt x="192" y="189"/>
                </a:lnTo>
                <a:lnTo>
                  <a:pt x="193" y="189"/>
                </a:lnTo>
                <a:lnTo>
                  <a:pt x="193" y="188"/>
                </a:lnTo>
                <a:lnTo>
                  <a:pt x="194" y="188"/>
                </a:lnTo>
                <a:lnTo>
                  <a:pt x="194" y="187"/>
                </a:lnTo>
                <a:lnTo>
                  <a:pt x="194" y="186"/>
                </a:lnTo>
                <a:lnTo>
                  <a:pt x="195" y="187"/>
                </a:lnTo>
                <a:lnTo>
                  <a:pt x="195" y="186"/>
                </a:lnTo>
                <a:lnTo>
                  <a:pt x="196" y="186"/>
                </a:lnTo>
                <a:lnTo>
                  <a:pt x="197" y="186"/>
                </a:lnTo>
                <a:lnTo>
                  <a:pt x="197" y="185"/>
                </a:lnTo>
                <a:lnTo>
                  <a:pt x="198" y="185"/>
                </a:lnTo>
                <a:lnTo>
                  <a:pt x="198" y="184"/>
                </a:lnTo>
                <a:lnTo>
                  <a:pt x="199" y="184"/>
                </a:lnTo>
                <a:lnTo>
                  <a:pt x="200" y="184"/>
                </a:lnTo>
                <a:lnTo>
                  <a:pt x="200" y="183"/>
                </a:lnTo>
                <a:lnTo>
                  <a:pt x="200" y="182"/>
                </a:lnTo>
                <a:lnTo>
                  <a:pt x="201" y="182"/>
                </a:lnTo>
                <a:lnTo>
                  <a:pt x="201" y="181"/>
                </a:lnTo>
                <a:lnTo>
                  <a:pt x="201" y="180"/>
                </a:lnTo>
                <a:lnTo>
                  <a:pt x="201" y="179"/>
                </a:lnTo>
                <a:lnTo>
                  <a:pt x="201" y="178"/>
                </a:lnTo>
                <a:lnTo>
                  <a:pt x="202" y="178"/>
                </a:lnTo>
                <a:lnTo>
                  <a:pt x="201" y="178"/>
                </a:lnTo>
                <a:lnTo>
                  <a:pt x="201" y="177"/>
                </a:lnTo>
                <a:lnTo>
                  <a:pt x="201" y="176"/>
                </a:lnTo>
                <a:lnTo>
                  <a:pt x="202" y="176"/>
                </a:lnTo>
                <a:lnTo>
                  <a:pt x="203" y="176"/>
                </a:lnTo>
                <a:lnTo>
                  <a:pt x="204" y="175"/>
                </a:lnTo>
                <a:lnTo>
                  <a:pt x="204" y="174"/>
                </a:lnTo>
                <a:lnTo>
                  <a:pt x="204" y="173"/>
                </a:lnTo>
                <a:lnTo>
                  <a:pt x="205" y="173"/>
                </a:lnTo>
                <a:lnTo>
                  <a:pt x="206" y="173"/>
                </a:lnTo>
                <a:lnTo>
                  <a:pt x="206" y="174"/>
                </a:lnTo>
                <a:lnTo>
                  <a:pt x="207" y="174"/>
                </a:lnTo>
                <a:lnTo>
                  <a:pt x="208" y="174"/>
                </a:lnTo>
                <a:lnTo>
                  <a:pt x="208" y="173"/>
                </a:lnTo>
                <a:lnTo>
                  <a:pt x="208" y="172"/>
                </a:lnTo>
                <a:lnTo>
                  <a:pt x="207" y="172"/>
                </a:lnTo>
                <a:lnTo>
                  <a:pt x="207" y="171"/>
                </a:lnTo>
                <a:lnTo>
                  <a:pt x="208" y="171"/>
                </a:lnTo>
                <a:lnTo>
                  <a:pt x="208" y="170"/>
                </a:lnTo>
                <a:lnTo>
                  <a:pt x="209" y="170"/>
                </a:lnTo>
                <a:lnTo>
                  <a:pt x="210" y="170"/>
                </a:lnTo>
                <a:lnTo>
                  <a:pt x="210" y="169"/>
                </a:lnTo>
                <a:lnTo>
                  <a:pt x="211" y="169"/>
                </a:lnTo>
                <a:lnTo>
                  <a:pt x="211" y="170"/>
                </a:lnTo>
                <a:lnTo>
                  <a:pt x="212" y="170"/>
                </a:lnTo>
                <a:lnTo>
                  <a:pt x="213" y="170"/>
                </a:lnTo>
                <a:lnTo>
                  <a:pt x="214" y="169"/>
                </a:lnTo>
                <a:lnTo>
                  <a:pt x="215" y="169"/>
                </a:lnTo>
                <a:lnTo>
                  <a:pt x="215" y="168"/>
                </a:lnTo>
                <a:lnTo>
                  <a:pt x="215" y="167"/>
                </a:lnTo>
                <a:lnTo>
                  <a:pt x="216" y="167"/>
                </a:lnTo>
                <a:lnTo>
                  <a:pt x="217" y="167"/>
                </a:lnTo>
                <a:lnTo>
                  <a:pt x="218" y="168"/>
                </a:lnTo>
                <a:lnTo>
                  <a:pt x="218" y="167"/>
                </a:lnTo>
                <a:lnTo>
                  <a:pt x="219" y="167"/>
                </a:lnTo>
                <a:lnTo>
                  <a:pt x="220" y="167"/>
                </a:lnTo>
                <a:lnTo>
                  <a:pt x="220" y="168"/>
                </a:lnTo>
                <a:lnTo>
                  <a:pt x="220" y="167"/>
                </a:lnTo>
                <a:lnTo>
                  <a:pt x="221" y="167"/>
                </a:lnTo>
                <a:lnTo>
                  <a:pt x="222" y="166"/>
                </a:lnTo>
                <a:lnTo>
                  <a:pt x="223" y="166"/>
                </a:lnTo>
                <a:lnTo>
                  <a:pt x="224" y="166"/>
                </a:lnTo>
                <a:lnTo>
                  <a:pt x="225" y="166"/>
                </a:lnTo>
                <a:lnTo>
                  <a:pt x="225" y="165"/>
                </a:lnTo>
                <a:lnTo>
                  <a:pt x="226" y="164"/>
                </a:lnTo>
                <a:lnTo>
                  <a:pt x="225" y="163"/>
                </a:lnTo>
                <a:lnTo>
                  <a:pt x="226" y="163"/>
                </a:lnTo>
                <a:lnTo>
                  <a:pt x="227" y="162"/>
                </a:lnTo>
                <a:lnTo>
                  <a:pt x="227" y="163"/>
                </a:lnTo>
                <a:lnTo>
                  <a:pt x="227" y="164"/>
                </a:lnTo>
                <a:lnTo>
                  <a:pt x="227" y="165"/>
                </a:lnTo>
                <a:lnTo>
                  <a:pt x="228" y="165"/>
                </a:lnTo>
                <a:lnTo>
                  <a:pt x="228" y="166"/>
                </a:lnTo>
                <a:lnTo>
                  <a:pt x="229" y="167"/>
                </a:lnTo>
                <a:lnTo>
                  <a:pt x="230" y="167"/>
                </a:lnTo>
                <a:lnTo>
                  <a:pt x="230" y="166"/>
                </a:lnTo>
                <a:lnTo>
                  <a:pt x="231" y="166"/>
                </a:lnTo>
                <a:lnTo>
                  <a:pt x="231" y="167"/>
                </a:lnTo>
                <a:lnTo>
                  <a:pt x="231" y="168"/>
                </a:lnTo>
                <a:lnTo>
                  <a:pt x="232" y="168"/>
                </a:lnTo>
                <a:lnTo>
                  <a:pt x="232" y="169"/>
                </a:lnTo>
                <a:lnTo>
                  <a:pt x="233" y="171"/>
                </a:lnTo>
                <a:lnTo>
                  <a:pt x="234" y="171"/>
                </a:lnTo>
                <a:lnTo>
                  <a:pt x="235" y="171"/>
                </a:lnTo>
                <a:lnTo>
                  <a:pt x="236" y="171"/>
                </a:lnTo>
                <a:lnTo>
                  <a:pt x="237" y="171"/>
                </a:lnTo>
                <a:lnTo>
                  <a:pt x="237" y="170"/>
                </a:lnTo>
                <a:lnTo>
                  <a:pt x="238" y="170"/>
                </a:lnTo>
                <a:lnTo>
                  <a:pt x="238" y="169"/>
                </a:lnTo>
                <a:lnTo>
                  <a:pt x="239" y="169"/>
                </a:lnTo>
                <a:lnTo>
                  <a:pt x="239" y="168"/>
                </a:lnTo>
                <a:lnTo>
                  <a:pt x="239" y="167"/>
                </a:lnTo>
                <a:lnTo>
                  <a:pt x="239" y="166"/>
                </a:lnTo>
                <a:lnTo>
                  <a:pt x="240" y="166"/>
                </a:lnTo>
                <a:lnTo>
                  <a:pt x="240" y="165"/>
                </a:lnTo>
                <a:lnTo>
                  <a:pt x="240" y="164"/>
                </a:lnTo>
                <a:lnTo>
                  <a:pt x="241" y="163"/>
                </a:lnTo>
                <a:lnTo>
                  <a:pt x="242" y="163"/>
                </a:lnTo>
                <a:lnTo>
                  <a:pt x="243" y="162"/>
                </a:lnTo>
                <a:lnTo>
                  <a:pt x="244" y="161"/>
                </a:lnTo>
                <a:lnTo>
                  <a:pt x="245" y="159"/>
                </a:lnTo>
                <a:lnTo>
                  <a:pt x="245" y="160"/>
                </a:lnTo>
                <a:lnTo>
                  <a:pt x="245" y="161"/>
                </a:lnTo>
                <a:lnTo>
                  <a:pt x="246" y="161"/>
                </a:lnTo>
                <a:lnTo>
                  <a:pt x="246" y="160"/>
                </a:lnTo>
                <a:lnTo>
                  <a:pt x="247" y="160"/>
                </a:lnTo>
                <a:lnTo>
                  <a:pt x="247" y="157"/>
                </a:lnTo>
                <a:lnTo>
                  <a:pt x="247" y="156"/>
                </a:lnTo>
                <a:lnTo>
                  <a:pt x="248" y="156"/>
                </a:lnTo>
                <a:lnTo>
                  <a:pt x="249" y="156"/>
                </a:lnTo>
                <a:lnTo>
                  <a:pt x="249" y="155"/>
                </a:lnTo>
                <a:lnTo>
                  <a:pt x="250" y="155"/>
                </a:lnTo>
                <a:lnTo>
                  <a:pt x="250" y="156"/>
                </a:lnTo>
                <a:lnTo>
                  <a:pt x="251" y="156"/>
                </a:lnTo>
                <a:lnTo>
                  <a:pt x="250" y="155"/>
                </a:lnTo>
                <a:lnTo>
                  <a:pt x="250" y="154"/>
                </a:lnTo>
                <a:lnTo>
                  <a:pt x="250" y="153"/>
                </a:lnTo>
                <a:lnTo>
                  <a:pt x="250" y="152"/>
                </a:lnTo>
                <a:lnTo>
                  <a:pt x="251" y="152"/>
                </a:lnTo>
                <a:lnTo>
                  <a:pt x="252" y="152"/>
                </a:lnTo>
                <a:lnTo>
                  <a:pt x="252" y="153"/>
                </a:lnTo>
                <a:lnTo>
                  <a:pt x="252" y="152"/>
                </a:lnTo>
                <a:lnTo>
                  <a:pt x="253" y="152"/>
                </a:lnTo>
                <a:lnTo>
                  <a:pt x="253" y="151"/>
                </a:lnTo>
                <a:lnTo>
                  <a:pt x="253" y="150"/>
                </a:lnTo>
                <a:lnTo>
                  <a:pt x="253" y="149"/>
                </a:lnTo>
                <a:lnTo>
                  <a:pt x="252" y="149"/>
                </a:lnTo>
                <a:lnTo>
                  <a:pt x="252" y="148"/>
                </a:lnTo>
                <a:lnTo>
                  <a:pt x="252" y="147"/>
                </a:lnTo>
                <a:lnTo>
                  <a:pt x="253" y="147"/>
                </a:lnTo>
                <a:lnTo>
                  <a:pt x="253" y="148"/>
                </a:lnTo>
                <a:lnTo>
                  <a:pt x="253" y="149"/>
                </a:lnTo>
                <a:lnTo>
                  <a:pt x="253" y="148"/>
                </a:lnTo>
                <a:lnTo>
                  <a:pt x="254" y="148"/>
                </a:lnTo>
                <a:lnTo>
                  <a:pt x="254" y="147"/>
                </a:lnTo>
                <a:lnTo>
                  <a:pt x="253" y="147"/>
                </a:lnTo>
                <a:lnTo>
                  <a:pt x="253" y="146"/>
                </a:lnTo>
                <a:lnTo>
                  <a:pt x="254" y="146"/>
                </a:lnTo>
                <a:lnTo>
                  <a:pt x="253" y="145"/>
                </a:lnTo>
                <a:lnTo>
                  <a:pt x="252" y="145"/>
                </a:lnTo>
                <a:lnTo>
                  <a:pt x="252" y="144"/>
                </a:lnTo>
                <a:lnTo>
                  <a:pt x="252" y="143"/>
                </a:lnTo>
                <a:lnTo>
                  <a:pt x="252" y="144"/>
                </a:lnTo>
                <a:lnTo>
                  <a:pt x="253" y="143"/>
                </a:lnTo>
                <a:lnTo>
                  <a:pt x="253" y="142"/>
                </a:lnTo>
                <a:lnTo>
                  <a:pt x="253" y="143"/>
                </a:lnTo>
                <a:lnTo>
                  <a:pt x="252" y="143"/>
                </a:lnTo>
                <a:lnTo>
                  <a:pt x="252" y="142"/>
                </a:lnTo>
                <a:lnTo>
                  <a:pt x="251" y="142"/>
                </a:lnTo>
                <a:lnTo>
                  <a:pt x="252" y="142"/>
                </a:lnTo>
                <a:lnTo>
                  <a:pt x="252" y="141"/>
                </a:lnTo>
                <a:lnTo>
                  <a:pt x="253" y="141"/>
                </a:lnTo>
                <a:lnTo>
                  <a:pt x="253" y="140"/>
                </a:lnTo>
                <a:lnTo>
                  <a:pt x="252" y="139"/>
                </a:lnTo>
                <a:lnTo>
                  <a:pt x="253" y="138"/>
                </a:lnTo>
                <a:lnTo>
                  <a:pt x="254" y="138"/>
                </a:lnTo>
                <a:lnTo>
                  <a:pt x="255" y="138"/>
                </a:lnTo>
                <a:lnTo>
                  <a:pt x="255" y="137"/>
                </a:lnTo>
                <a:lnTo>
                  <a:pt x="254" y="137"/>
                </a:lnTo>
                <a:lnTo>
                  <a:pt x="254" y="136"/>
                </a:lnTo>
                <a:lnTo>
                  <a:pt x="254" y="135"/>
                </a:lnTo>
                <a:lnTo>
                  <a:pt x="255" y="135"/>
                </a:lnTo>
                <a:lnTo>
                  <a:pt x="256" y="135"/>
                </a:lnTo>
                <a:lnTo>
                  <a:pt x="256" y="134"/>
                </a:lnTo>
                <a:lnTo>
                  <a:pt x="255" y="134"/>
                </a:lnTo>
                <a:lnTo>
                  <a:pt x="255" y="133"/>
                </a:lnTo>
                <a:lnTo>
                  <a:pt x="256" y="133"/>
                </a:lnTo>
                <a:lnTo>
                  <a:pt x="257" y="133"/>
                </a:lnTo>
                <a:lnTo>
                  <a:pt x="258" y="134"/>
                </a:lnTo>
                <a:lnTo>
                  <a:pt x="258" y="133"/>
                </a:lnTo>
                <a:lnTo>
                  <a:pt x="258" y="132"/>
                </a:lnTo>
                <a:lnTo>
                  <a:pt x="260" y="132"/>
                </a:lnTo>
                <a:lnTo>
                  <a:pt x="261" y="132"/>
                </a:lnTo>
                <a:lnTo>
                  <a:pt x="262" y="131"/>
                </a:lnTo>
                <a:lnTo>
                  <a:pt x="263" y="131"/>
                </a:lnTo>
                <a:lnTo>
                  <a:pt x="263" y="130"/>
                </a:lnTo>
                <a:lnTo>
                  <a:pt x="263" y="129"/>
                </a:lnTo>
                <a:lnTo>
                  <a:pt x="264" y="129"/>
                </a:lnTo>
                <a:lnTo>
                  <a:pt x="265" y="129"/>
                </a:lnTo>
                <a:lnTo>
                  <a:pt x="266" y="129"/>
                </a:lnTo>
                <a:lnTo>
                  <a:pt x="266" y="130"/>
                </a:lnTo>
                <a:lnTo>
                  <a:pt x="268" y="130"/>
                </a:lnTo>
                <a:lnTo>
                  <a:pt x="269" y="130"/>
                </a:lnTo>
                <a:lnTo>
                  <a:pt x="271" y="131"/>
                </a:lnTo>
                <a:lnTo>
                  <a:pt x="272" y="131"/>
                </a:lnTo>
                <a:lnTo>
                  <a:pt x="272" y="132"/>
                </a:lnTo>
                <a:lnTo>
                  <a:pt x="273" y="132"/>
                </a:lnTo>
                <a:lnTo>
                  <a:pt x="274" y="131"/>
                </a:lnTo>
                <a:lnTo>
                  <a:pt x="275" y="131"/>
                </a:lnTo>
                <a:lnTo>
                  <a:pt x="276" y="131"/>
                </a:lnTo>
                <a:lnTo>
                  <a:pt x="276" y="130"/>
                </a:lnTo>
                <a:lnTo>
                  <a:pt x="277" y="130"/>
                </a:lnTo>
                <a:lnTo>
                  <a:pt x="278" y="130"/>
                </a:lnTo>
                <a:lnTo>
                  <a:pt x="278" y="131"/>
                </a:lnTo>
                <a:lnTo>
                  <a:pt x="278" y="132"/>
                </a:lnTo>
                <a:lnTo>
                  <a:pt x="278" y="131"/>
                </a:lnTo>
                <a:lnTo>
                  <a:pt x="278" y="130"/>
                </a:lnTo>
                <a:lnTo>
                  <a:pt x="278" y="129"/>
                </a:lnTo>
                <a:lnTo>
                  <a:pt x="278" y="128"/>
                </a:lnTo>
                <a:lnTo>
                  <a:pt x="278" y="127"/>
                </a:lnTo>
                <a:lnTo>
                  <a:pt x="278" y="126"/>
                </a:lnTo>
                <a:lnTo>
                  <a:pt x="277" y="125"/>
                </a:lnTo>
                <a:lnTo>
                  <a:pt x="278" y="125"/>
                </a:lnTo>
                <a:lnTo>
                  <a:pt x="279" y="125"/>
                </a:lnTo>
                <a:lnTo>
                  <a:pt x="281" y="126"/>
                </a:lnTo>
                <a:lnTo>
                  <a:pt x="281" y="127"/>
                </a:lnTo>
                <a:lnTo>
                  <a:pt x="282" y="127"/>
                </a:lnTo>
                <a:lnTo>
                  <a:pt x="283" y="127"/>
                </a:lnTo>
                <a:lnTo>
                  <a:pt x="283" y="128"/>
                </a:lnTo>
                <a:lnTo>
                  <a:pt x="283" y="129"/>
                </a:lnTo>
                <a:lnTo>
                  <a:pt x="284" y="129"/>
                </a:lnTo>
                <a:lnTo>
                  <a:pt x="285" y="128"/>
                </a:lnTo>
                <a:lnTo>
                  <a:pt x="285" y="129"/>
                </a:lnTo>
                <a:lnTo>
                  <a:pt x="286" y="129"/>
                </a:lnTo>
                <a:lnTo>
                  <a:pt x="286" y="128"/>
                </a:lnTo>
                <a:lnTo>
                  <a:pt x="287" y="128"/>
                </a:lnTo>
                <a:lnTo>
                  <a:pt x="288" y="129"/>
                </a:lnTo>
                <a:lnTo>
                  <a:pt x="289" y="129"/>
                </a:lnTo>
                <a:lnTo>
                  <a:pt x="290" y="129"/>
                </a:lnTo>
                <a:lnTo>
                  <a:pt x="290" y="130"/>
                </a:lnTo>
                <a:lnTo>
                  <a:pt x="291" y="130"/>
                </a:lnTo>
                <a:lnTo>
                  <a:pt x="291" y="131"/>
                </a:lnTo>
                <a:lnTo>
                  <a:pt x="291" y="130"/>
                </a:lnTo>
                <a:lnTo>
                  <a:pt x="292" y="129"/>
                </a:lnTo>
                <a:lnTo>
                  <a:pt x="293" y="129"/>
                </a:lnTo>
                <a:lnTo>
                  <a:pt x="293" y="128"/>
                </a:lnTo>
                <a:lnTo>
                  <a:pt x="293" y="129"/>
                </a:lnTo>
                <a:lnTo>
                  <a:pt x="294" y="129"/>
                </a:lnTo>
                <a:lnTo>
                  <a:pt x="294" y="128"/>
                </a:lnTo>
                <a:lnTo>
                  <a:pt x="295" y="128"/>
                </a:lnTo>
                <a:lnTo>
                  <a:pt x="296" y="128"/>
                </a:lnTo>
                <a:lnTo>
                  <a:pt x="296" y="127"/>
                </a:lnTo>
                <a:lnTo>
                  <a:pt x="296" y="126"/>
                </a:lnTo>
                <a:lnTo>
                  <a:pt x="295" y="125"/>
                </a:lnTo>
                <a:lnTo>
                  <a:pt x="296" y="124"/>
                </a:lnTo>
                <a:lnTo>
                  <a:pt x="297" y="124"/>
                </a:lnTo>
                <a:lnTo>
                  <a:pt x="297" y="123"/>
                </a:lnTo>
                <a:lnTo>
                  <a:pt x="298" y="123"/>
                </a:lnTo>
                <a:lnTo>
                  <a:pt x="298" y="122"/>
                </a:lnTo>
                <a:lnTo>
                  <a:pt x="298" y="121"/>
                </a:lnTo>
                <a:lnTo>
                  <a:pt x="299" y="121"/>
                </a:lnTo>
                <a:lnTo>
                  <a:pt x="299" y="120"/>
                </a:lnTo>
                <a:lnTo>
                  <a:pt x="299" y="119"/>
                </a:lnTo>
                <a:lnTo>
                  <a:pt x="300" y="118"/>
                </a:lnTo>
                <a:lnTo>
                  <a:pt x="300" y="117"/>
                </a:lnTo>
                <a:lnTo>
                  <a:pt x="300" y="116"/>
                </a:lnTo>
                <a:lnTo>
                  <a:pt x="300" y="115"/>
                </a:lnTo>
                <a:lnTo>
                  <a:pt x="299" y="115"/>
                </a:lnTo>
                <a:lnTo>
                  <a:pt x="298" y="116"/>
                </a:lnTo>
                <a:lnTo>
                  <a:pt x="296" y="116"/>
                </a:lnTo>
                <a:lnTo>
                  <a:pt x="294" y="116"/>
                </a:lnTo>
                <a:lnTo>
                  <a:pt x="293" y="117"/>
                </a:lnTo>
                <a:lnTo>
                  <a:pt x="292" y="117"/>
                </a:lnTo>
                <a:lnTo>
                  <a:pt x="292" y="116"/>
                </a:lnTo>
                <a:lnTo>
                  <a:pt x="291" y="116"/>
                </a:lnTo>
                <a:lnTo>
                  <a:pt x="291" y="115"/>
                </a:lnTo>
                <a:lnTo>
                  <a:pt x="290" y="115"/>
                </a:lnTo>
                <a:lnTo>
                  <a:pt x="290" y="114"/>
                </a:lnTo>
                <a:lnTo>
                  <a:pt x="290" y="113"/>
                </a:lnTo>
                <a:lnTo>
                  <a:pt x="289" y="112"/>
                </a:lnTo>
                <a:lnTo>
                  <a:pt x="289" y="111"/>
                </a:lnTo>
                <a:lnTo>
                  <a:pt x="289" y="110"/>
                </a:lnTo>
                <a:lnTo>
                  <a:pt x="289" y="109"/>
                </a:lnTo>
                <a:lnTo>
                  <a:pt x="290" y="109"/>
                </a:lnTo>
                <a:lnTo>
                  <a:pt x="292" y="108"/>
                </a:lnTo>
                <a:lnTo>
                  <a:pt x="293" y="108"/>
                </a:lnTo>
                <a:lnTo>
                  <a:pt x="294" y="108"/>
                </a:lnTo>
                <a:lnTo>
                  <a:pt x="294" y="106"/>
                </a:lnTo>
                <a:lnTo>
                  <a:pt x="295" y="106"/>
                </a:lnTo>
                <a:lnTo>
                  <a:pt x="296" y="106"/>
                </a:lnTo>
                <a:lnTo>
                  <a:pt x="298" y="106"/>
                </a:lnTo>
                <a:lnTo>
                  <a:pt x="299" y="106"/>
                </a:lnTo>
                <a:lnTo>
                  <a:pt x="301" y="106"/>
                </a:lnTo>
                <a:lnTo>
                  <a:pt x="302" y="106"/>
                </a:lnTo>
                <a:lnTo>
                  <a:pt x="303" y="106"/>
                </a:lnTo>
                <a:lnTo>
                  <a:pt x="304" y="106"/>
                </a:lnTo>
                <a:lnTo>
                  <a:pt x="305" y="106"/>
                </a:lnTo>
                <a:lnTo>
                  <a:pt x="306" y="106"/>
                </a:lnTo>
                <a:lnTo>
                  <a:pt x="307" y="106"/>
                </a:lnTo>
                <a:lnTo>
                  <a:pt x="308" y="106"/>
                </a:lnTo>
                <a:lnTo>
                  <a:pt x="309" y="106"/>
                </a:lnTo>
                <a:lnTo>
                  <a:pt x="310" y="106"/>
                </a:lnTo>
                <a:lnTo>
                  <a:pt x="310" y="108"/>
                </a:lnTo>
                <a:lnTo>
                  <a:pt x="309" y="108"/>
                </a:lnTo>
                <a:lnTo>
                  <a:pt x="309" y="109"/>
                </a:lnTo>
                <a:lnTo>
                  <a:pt x="310" y="110"/>
                </a:lnTo>
                <a:lnTo>
                  <a:pt x="310" y="111"/>
                </a:lnTo>
                <a:lnTo>
                  <a:pt x="311" y="111"/>
                </a:lnTo>
                <a:lnTo>
                  <a:pt x="311" y="112"/>
                </a:lnTo>
                <a:lnTo>
                  <a:pt x="312" y="112"/>
                </a:lnTo>
                <a:lnTo>
                  <a:pt x="313" y="112"/>
                </a:lnTo>
                <a:lnTo>
                  <a:pt x="314" y="112"/>
                </a:lnTo>
                <a:lnTo>
                  <a:pt x="315" y="112"/>
                </a:lnTo>
                <a:lnTo>
                  <a:pt x="315" y="113"/>
                </a:lnTo>
                <a:lnTo>
                  <a:pt x="316" y="112"/>
                </a:lnTo>
                <a:lnTo>
                  <a:pt x="317" y="112"/>
                </a:lnTo>
                <a:lnTo>
                  <a:pt x="317" y="111"/>
                </a:lnTo>
                <a:lnTo>
                  <a:pt x="318" y="111"/>
                </a:lnTo>
                <a:lnTo>
                  <a:pt x="320" y="111"/>
                </a:lnTo>
                <a:lnTo>
                  <a:pt x="321" y="110"/>
                </a:lnTo>
                <a:lnTo>
                  <a:pt x="322" y="110"/>
                </a:lnTo>
                <a:lnTo>
                  <a:pt x="323" y="110"/>
                </a:lnTo>
                <a:lnTo>
                  <a:pt x="324" y="109"/>
                </a:lnTo>
                <a:lnTo>
                  <a:pt x="325" y="109"/>
                </a:lnTo>
                <a:lnTo>
                  <a:pt x="325" y="110"/>
                </a:lnTo>
                <a:lnTo>
                  <a:pt x="325" y="111"/>
                </a:lnTo>
                <a:lnTo>
                  <a:pt x="326" y="111"/>
                </a:lnTo>
                <a:lnTo>
                  <a:pt x="327" y="111"/>
                </a:lnTo>
                <a:lnTo>
                  <a:pt x="328" y="112"/>
                </a:lnTo>
                <a:lnTo>
                  <a:pt x="329" y="112"/>
                </a:lnTo>
                <a:lnTo>
                  <a:pt x="330" y="112"/>
                </a:lnTo>
                <a:lnTo>
                  <a:pt x="331" y="113"/>
                </a:lnTo>
                <a:lnTo>
                  <a:pt x="332" y="114"/>
                </a:lnTo>
                <a:lnTo>
                  <a:pt x="333" y="114"/>
                </a:lnTo>
                <a:lnTo>
                  <a:pt x="334" y="114"/>
                </a:lnTo>
                <a:lnTo>
                  <a:pt x="336" y="117"/>
                </a:lnTo>
                <a:lnTo>
                  <a:pt x="336" y="116"/>
                </a:lnTo>
                <a:lnTo>
                  <a:pt x="337" y="116"/>
                </a:lnTo>
                <a:lnTo>
                  <a:pt x="337" y="117"/>
                </a:lnTo>
                <a:lnTo>
                  <a:pt x="338" y="117"/>
                </a:lnTo>
                <a:lnTo>
                  <a:pt x="338" y="115"/>
                </a:lnTo>
                <a:lnTo>
                  <a:pt x="338" y="114"/>
                </a:lnTo>
                <a:lnTo>
                  <a:pt x="339" y="113"/>
                </a:lnTo>
                <a:lnTo>
                  <a:pt x="339" y="112"/>
                </a:lnTo>
                <a:lnTo>
                  <a:pt x="339" y="111"/>
                </a:lnTo>
                <a:lnTo>
                  <a:pt x="339" y="110"/>
                </a:lnTo>
                <a:lnTo>
                  <a:pt x="339" y="109"/>
                </a:lnTo>
                <a:lnTo>
                  <a:pt x="340" y="108"/>
                </a:lnTo>
                <a:lnTo>
                  <a:pt x="341" y="108"/>
                </a:lnTo>
                <a:lnTo>
                  <a:pt x="342" y="108"/>
                </a:lnTo>
                <a:lnTo>
                  <a:pt x="343" y="108"/>
                </a:lnTo>
                <a:lnTo>
                  <a:pt x="344" y="108"/>
                </a:lnTo>
                <a:lnTo>
                  <a:pt x="344" y="109"/>
                </a:lnTo>
                <a:lnTo>
                  <a:pt x="345" y="110"/>
                </a:lnTo>
                <a:lnTo>
                  <a:pt x="346" y="110"/>
                </a:lnTo>
                <a:lnTo>
                  <a:pt x="346" y="109"/>
                </a:lnTo>
                <a:lnTo>
                  <a:pt x="347" y="108"/>
                </a:lnTo>
                <a:lnTo>
                  <a:pt x="347" y="106"/>
                </a:lnTo>
                <a:lnTo>
                  <a:pt x="348" y="105"/>
                </a:lnTo>
                <a:lnTo>
                  <a:pt x="349" y="105"/>
                </a:lnTo>
                <a:lnTo>
                  <a:pt x="352" y="105"/>
                </a:lnTo>
                <a:lnTo>
                  <a:pt x="353" y="105"/>
                </a:lnTo>
                <a:lnTo>
                  <a:pt x="354" y="105"/>
                </a:lnTo>
                <a:lnTo>
                  <a:pt x="355" y="105"/>
                </a:lnTo>
                <a:lnTo>
                  <a:pt x="356" y="104"/>
                </a:lnTo>
                <a:lnTo>
                  <a:pt x="356" y="103"/>
                </a:lnTo>
                <a:lnTo>
                  <a:pt x="357" y="102"/>
                </a:lnTo>
                <a:lnTo>
                  <a:pt x="358" y="102"/>
                </a:lnTo>
                <a:lnTo>
                  <a:pt x="359" y="101"/>
                </a:lnTo>
                <a:lnTo>
                  <a:pt x="360" y="100"/>
                </a:lnTo>
                <a:lnTo>
                  <a:pt x="361" y="100"/>
                </a:lnTo>
                <a:lnTo>
                  <a:pt x="361" y="99"/>
                </a:lnTo>
                <a:lnTo>
                  <a:pt x="362" y="99"/>
                </a:lnTo>
                <a:lnTo>
                  <a:pt x="363" y="98"/>
                </a:lnTo>
                <a:lnTo>
                  <a:pt x="364" y="98"/>
                </a:lnTo>
                <a:lnTo>
                  <a:pt x="364" y="97"/>
                </a:lnTo>
                <a:lnTo>
                  <a:pt x="365" y="97"/>
                </a:lnTo>
                <a:lnTo>
                  <a:pt x="365" y="96"/>
                </a:lnTo>
                <a:lnTo>
                  <a:pt x="366" y="96"/>
                </a:lnTo>
                <a:lnTo>
                  <a:pt x="367" y="96"/>
                </a:lnTo>
                <a:lnTo>
                  <a:pt x="367" y="95"/>
                </a:lnTo>
                <a:lnTo>
                  <a:pt x="368" y="95"/>
                </a:lnTo>
                <a:lnTo>
                  <a:pt x="369" y="95"/>
                </a:lnTo>
                <a:lnTo>
                  <a:pt x="369" y="94"/>
                </a:lnTo>
                <a:lnTo>
                  <a:pt x="368" y="94"/>
                </a:lnTo>
                <a:lnTo>
                  <a:pt x="367" y="93"/>
                </a:lnTo>
                <a:lnTo>
                  <a:pt x="366" y="93"/>
                </a:lnTo>
                <a:lnTo>
                  <a:pt x="365" y="93"/>
                </a:lnTo>
                <a:lnTo>
                  <a:pt x="363" y="93"/>
                </a:lnTo>
                <a:lnTo>
                  <a:pt x="363" y="92"/>
                </a:lnTo>
                <a:lnTo>
                  <a:pt x="363" y="91"/>
                </a:lnTo>
                <a:lnTo>
                  <a:pt x="363" y="90"/>
                </a:lnTo>
                <a:lnTo>
                  <a:pt x="364" y="89"/>
                </a:lnTo>
                <a:lnTo>
                  <a:pt x="364" y="88"/>
                </a:lnTo>
                <a:lnTo>
                  <a:pt x="364" y="87"/>
                </a:lnTo>
                <a:lnTo>
                  <a:pt x="364" y="86"/>
                </a:lnTo>
                <a:lnTo>
                  <a:pt x="363" y="84"/>
                </a:lnTo>
                <a:lnTo>
                  <a:pt x="363" y="83"/>
                </a:lnTo>
                <a:lnTo>
                  <a:pt x="363" y="82"/>
                </a:lnTo>
                <a:lnTo>
                  <a:pt x="363" y="81"/>
                </a:lnTo>
                <a:lnTo>
                  <a:pt x="364" y="81"/>
                </a:lnTo>
                <a:lnTo>
                  <a:pt x="364" y="80"/>
                </a:lnTo>
                <a:lnTo>
                  <a:pt x="364" y="79"/>
                </a:lnTo>
                <a:lnTo>
                  <a:pt x="365" y="79"/>
                </a:lnTo>
                <a:lnTo>
                  <a:pt x="366" y="78"/>
                </a:lnTo>
                <a:lnTo>
                  <a:pt x="366" y="77"/>
                </a:lnTo>
                <a:lnTo>
                  <a:pt x="366" y="76"/>
                </a:lnTo>
                <a:lnTo>
                  <a:pt x="367" y="76"/>
                </a:lnTo>
                <a:lnTo>
                  <a:pt x="367" y="75"/>
                </a:lnTo>
                <a:lnTo>
                  <a:pt x="367" y="74"/>
                </a:lnTo>
                <a:lnTo>
                  <a:pt x="368" y="74"/>
                </a:lnTo>
                <a:lnTo>
                  <a:pt x="368" y="73"/>
                </a:lnTo>
                <a:lnTo>
                  <a:pt x="369" y="72"/>
                </a:lnTo>
                <a:lnTo>
                  <a:pt x="370" y="72"/>
                </a:lnTo>
                <a:lnTo>
                  <a:pt x="371" y="72"/>
                </a:lnTo>
                <a:lnTo>
                  <a:pt x="372" y="71"/>
                </a:lnTo>
                <a:lnTo>
                  <a:pt x="374" y="71"/>
                </a:lnTo>
                <a:lnTo>
                  <a:pt x="374" y="70"/>
                </a:lnTo>
                <a:lnTo>
                  <a:pt x="375" y="70"/>
                </a:lnTo>
                <a:lnTo>
                  <a:pt x="376" y="70"/>
                </a:lnTo>
                <a:lnTo>
                  <a:pt x="378" y="69"/>
                </a:lnTo>
                <a:lnTo>
                  <a:pt x="379" y="68"/>
                </a:lnTo>
                <a:lnTo>
                  <a:pt x="380" y="67"/>
                </a:lnTo>
                <a:lnTo>
                  <a:pt x="381" y="67"/>
                </a:lnTo>
                <a:lnTo>
                  <a:pt x="381" y="66"/>
                </a:lnTo>
                <a:lnTo>
                  <a:pt x="382" y="66"/>
                </a:lnTo>
                <a:lnTo>
                  <a:pt x="383" y="66"/>
                </a:lnTo>
                <a:lnTo>
                  <a:pt x="384" y="65"/>
                </a:lnTo>
                <a:lnTo>
                  <a:pt x="384" y="64"/>
                </a:lnTo>
                <a:lnTo>
                  <a:pt x="385" y="64"/>
                </a:lnTo>
                <a:lnTo>
                  <a:pt x="386" y="64"/>
                </a:lnTo>
                <a:lnTo>
                  <a:pt x="386" y="63"/>
                </a:lnTo>
                <a:lnTo>
                  <a:pt x="387" y="63"/>
                </a:lnTo>
                <a:lnTo>
                  <a:pt x="388" y="64"/>
                </a:lnTo>
                <a:lnTo>
                  <a:pt x="389" y="64"/>
                </a:lnTo>
                <a:lnTo>
                  <a:pt x="389" y="65"/>
                </a:lnTo>
                <a:lnTo>
                  <a:pt x="390" y="65"/>
                </a:lnTo>
                <a:lnTo>
                  <a:pt x="391" y="64"/>
                </a:lnTo>
                <a:lnTo>
                  <a:pt x="391" y="65"/>
                </a:lnTo>
                <a:lnTo>
                  <a:pt x="392" y="65"/>
                </a:lnTo>
                <a:lnTo>
                  <a:pt x="392" y="66"/>
                </a:lnTo>
                <a:lnTo>
                  <a:pt x="392" y="67"/>
                </a:lnTo>
                <a:lnTo>
                  <a:pt x="393" y="67"/>
                </a:lnTo>
                <a:lnTo>
                  <a:pt x="393" y="66"/>
                </a:lnTo>
                <a:lnTo>
                  <a:pt x="394" y="66"/>
                </a:lnTo>
                <a:lnTo>
                  <a:pt x="395" y="66"/>
                </a:lnTo>
                <a:lnTo>
                  <a:pt x="396" y="66"/>
                </a:lnTo>
                <a:lnTo>
                  <a:pt x="396" y="65"/>
                </a:lnTo>
                <a:lnTo>
                  <a:pt x="397" y="65"/>
                </a:lnTo>
                <a:lnTo>
                  <a:pt x="398" y="64"/>
                </a:lnTo>
                <a:lnTo>
                  <a:pt x="397" y="64"/>
                </a:lnTo>
                <a:lnTo>
                  <a:pt x="397" y="63"/>
                </a:lnTo>
                <a:lnTo>
                  <a:pt x="397" y="62"/>
                </a:lnTo>
                <a:lnTo>
                  <a:pt x="398" y="62"/>
                </a:lnTo>
                <a:lnTo>
                  <a:pt x="399" y="60"/>
                </a:lnTo>
                <a:lnTo>
                  <a:pt x="399" y="59"/>
                </a:lnTo>
                <a:lnTo>
                  <a:pt x="398" y="59"/>
                </a:lnTo>
                <a:lnTo>
                  <a:pt x="398" y="58"/>
                </a:lnTo>
                <a:lnTo>
                  <a:pt x="398" y="57"/>
                </a:lnTo>
                <a:lnTo>
                  <a:pt x="399" y="56"/>
                </a:lnTo>
                <a:lnTo>
                  <a:pt x="400" y="56"/>
                </a:lnTo>
                <a:lnTo>
                  <a:pt x="400" y="55"/>
                </a:lnTo>
                <a:lnTo>
                  <a:pt x="400" y="54"/>
                </a:lnTo>
                <a:lnTo>
                  <a:pt x="399" y="52"/>
                </a:lnTo>
                <a:lnTo>
                  <a:pt x="399" y="51"/>
                </a:lnTo>
                <a:lnTo>
                  <a:pt x="399" y="50"/>
                </a:lnTo>
                <a:lnTo>
                  <a:pt x="400" y="50"/>
                </a:lnTo>
                <a:lnTo>
                  <a:pt x="400" y="49"/>
                </a:lnTo>
                <a:lnTo>
                  <a:pt x="399" y="48"/>
                </a:lnTo>
                <a:lnTo>
                  <a:pt x="399" y="47"/>
                </a:lnTo>
                <a:lnTo>
                  <a:pt x="400" y="46"/>
                </a:lnTo>
                <a:lnTo>
                  <a:pt x="400" y="45"/>
                </a:lnTo>
                <a:lnTo>
                  <a:pt x="400" y="44"/>
                </a:lnTo>
                <a:lnTo>
                  <a:pt x="399" y="44"/>
                </a:lnTo>
                <a:lnTo>
                  <a:pt x="399" y="43"/>
                </a:lnTo>
                <a:lnTo>
                  <a:pt x="400" y="43"/>
                </a:lnTo>
                <a:lnTo>
                  <a:pt x="401" y="42"/>
                </a:lnTo>
                <a:lnTo>
                  <a:pt x="401" y="41"/>
                </a:lnTo>
                <a:lnTo>
                  <a:pt x="401" y="40"/>
                </a:lnTo>
                <a:lnTo>
                  <a:pt x="400" y="40"/>
                </a:lnTo>
                <a:lnTo>
                  <a:pt x="399" y="40"/>
                </a:lnTo>
                <a:lnTo>
                  <a:pt x="399" y="39"/>
                </a:lnTo>
                <a:lnTo>
                  <a:pt x="398" y="39"/>
                </a:lnTo>
                <a:lnTo>
                  <a:pt x="398" y="38"/>
                </a:lnTo>
                <a:lnTo>
                  <a:pt x="399" y="37"/>
                </a:lnTo>
                <a:lnTo>
                  <a:pt x="400" y="37"/>
                </a:lnTo>
                <a:lnTo>
                  <a:pt x="401" y="37"/>
                </a:lnTo>
                <a:lnTo>
                  <a:pt x="401" y="36"/>
                </a:lnTo>
                <a:lnTo>
                  <a:pt x="400" y="35"/>
                </a:lnTo>
                <a:lnTo>
                  <a:pt x="400" y="34"/>
                </a:lnTo>
                <a:lnTo>
                  <a:pt x="400" y="33"/>
                </a:lnTo>
                <a:lnTo>
                  <a:pt x="399" y="33"/>
                </a:lnTo>
                <a:lnTo>
                  <a:pt x="399" y="32"/>
                </a:lnTo>
                <a:lnTo>
                  <a:pt x="399" y="31"/>
                </a:lnTo>
                <a:lnTo>
                  <a:pt x="399" y="30"/>
                </a:lnTo>
                <a:lnTo>
                  <a:pt x="400" y="30"/>
                </a:lnTo>
                <a:lnTo>
                  <a:pt x="400" y="29"/>
                </a:lnTo>
                <a:lnTo>
                  <a:pt x="401" y="29"/>
                </a:lnTo>
                <a:lnTo>
                  <a:pt x="401" y="30"/>
                </a:lnTo>
                <a:lnTo>
                  <a:pt x="402" y="30"/>
                </a:lnTo>
                <a:lnTo>
                  <a:pt x="402" y="29"/>
                </a:lnTo>
                <a:lnTo>
                  <a:pt x="401" y="29"/>
                </a:lnTo>
                <a:lnTo>
                  <a:pt x="401" y="28"/>
                </a:lnTo>
                <a:lnTo>
                  <a:pt x="401" y="27"/>
                </a:lnTo>
                <a:lnTo>
                  <a:pt x="401" y="26"/>
                </a:lnTo>
                <a:lnTo>
                  <a:pt x="401" y="25"/>
                </a:lnTo>
                <a:lnTo>
                  <a:pt x="402" y="24"/>
                </a:lnTo>
                <a:lnTo>
                  <a:pt x="403" y="24"/>
                </a:lnTo>
                <a:lnTo>
                  <a:pt x="402" y="23"/>
                </a:lnTo>
                <a:lnTo>
                  <a:pt x="401" y="23"/>
                </a:lnTo>
                <a:lnTo>
                  <a:pt x="401" y="22"/>
                </a:lnTo>
                <a:lnTo>
                  <a:pt x="402" y="22"/>
                </a:lnTo>
                <a:lnTo>
                  <a:pt x="402" y="21"/>
                </a:lnTo>
                <a:lnTo>
                  <a:pt x="401" y="20"/>
                </a:lnTo>
                <a:lnTo>
                  <a:pt x="400" y="19"/>
                </a:lnTo>
                <a:lnTo>
                  <a:pt x="400" y="18"/>
                </a:lnTo>
                <a:lnTo>
                  <a:pt x="400" y="17"/>
                </a:lnTo>
                <a:lnTo>
                  <a:pt x="399" y="17"/>
                </a:lnTo>
                <a:lnTo>
                  <a:pt x="399" y="16"/>
                </a:lnTo>
                <a:lnTo>
                  <a:pt x="399" y="14"/>
                </a:lnTo>
                <a:lnTo>
                  <a:pt x="399" y="13"/>
                </a:lnTo>
                <a:lnTo>
                  <a:pt x="399" y="11"/>
                </a:lnTo>
                <a:lnTo>
                  <a:pt x="400" y="10"/>
                </a:lnTo>
                <a:lnTo>
                  <a:pt x="401" y="9"/>
                </a:lnTo>
                <a:lnTo>
                  <a:pt x="402" y="8"/>
                </a:lnTo>
                <a:lnTo>
                  <a:pt x="402" y="7"/>
                </a:lnTo>
                <a:lnTo>
                  <a:pt x="402" y="6"/>
                </a:lnTo>
                <a:lnTo>
                  <a:pt x="402" y="5"/>
                </a:lnTo>
                <a:lnTo>
                  <a:pt x="402" y="4"/>
                </a:lnTo>
                <a:lnTo>
                  <a:pt x="401" y="4"/>
                </a:lnTo>
                <a:lnTo>
                  <a:pt x="401" y="3"/>
                </a:lnTo>
                <a:lnTo>
                  <a:pt x="402" y="3"/>
                </a:lnTo>
                <a:lnTo>
                  <a:pt x="402" y="2"/>
                </a:lnTo>
                <a:lnTo>
                  <a:pt x="403" y="2"/>
                </a:lnTo>
                <a:lnTo>
                  <a:pt x="405" y="2"/>
                </a:lnTo>
                <a:lnTo>
                  <a:pt x="405" y="1"/>
                </a:lnTo>
                <a:lnTo>
                  <a:pt x="405" y="0"/>
                </a:lnTo>
                <a:lnTo>
                  <a:pt x="406" y="1"/>
                </a:lnTo>
                <a:lnTo>
                  <a:pt x="407" y="1"/>
                </a:lnTo>
                <a:lnTo>
                  <a:pt x="407" y="2"/>
                </a:lnTo>
                <a:lnTo>
                  <a:pt x="408" y="2"/>
                </a:lnTo>
                <a:close/>
              </a:path>
            </a:pathLst>
          </a:custGeom>
          <a:solidFill>
            <a:srgbClr val="EFC7B5"/>
          </a:solidFill>
          <a:ln w="2520">
            <a:solidFill>
              <a:srgbClr val="FFFFFF"/>
            </a:solidFill>
            <a:round/>
          </a:ln>
        </p:spPr>
        <p:txBody>
          <a:bodyPr lIns="1080" tIns="1080" rIns="1080" bIns="108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46" name=""/>
          <p:cNvSpPr/>
          <p:nvPr/>
        </p:nvSpPr>
        <p:spPr>
          <a:xfrm>
            <a:off x="5119560" y="999720"/>
            <a:ext cx="2520" cy="2520"/>
          </a:xfrm>
          <a:custGeom>
            <a:avLst/>
            <a:gdLst/>
            <a:ahLst/>
            <a:rect l="0" t="0" r="r" b="b"/>
            <a:pathLst>
              <a:path w="7" h="7">
                <a:moveTo>
                  <a:pt x="4" y="3"/>
                </a:moveTo>
                <a:lnTo>
                  <a:pt x="5" y="3"/>
                </a:lnTo>
                <a:lnTo>
                  <a:pt x="5" y="4"/>
                </a:lnTo>
                <a:lnTo>
                  <a:pt x="6" y="4"/>
                </a:lnTo>
                <a:lnTo>
                  <a:pt x="7" y="4"/>
                </a:lnTo>
                <a:lnTo>
                  <a:pt x="7" y="5"/>
                </a:lnTo>
                <a:lnTo>
                  <a:pt x="7" y="7"/>
                </a:lnTo>
                <a:lnTo>
                  <a:pt x="6" y="7"/>
                </a:lnTo>
                <a:lnTo>
                  <a:pt x="6" y="5"/>
                </a:lnTo>
                <a:lnTo>
                  <a:pt x="5" y="5"/>
                </a:lnTo>
                <a:lnTo>
                  <a:pt x="4" y="5"/>
                </a:lnTo>
                <a:lnTo>
                  <a:pt x="4" y="7"/>
                </a:lnTo>
                <a:lnTo>
                  <a:pt x="4" y="5"/>
                </a:lnTo>
                <a:lnTo>
                  <a:pt x="3" y="5"/>
                </a:lnTo>
                <a:lnTo>
                  <a:pt x="1" y="5"/>
                </a:lnTo>
                <a:lnTo>
                  <a:pt x="1" y="4"/>
                </a:lnTo>
                <a:lnTo>
                  <a:pt x="3" y="4"/>
                </a:lnTo>
                <a:lnTo>
                  <a:pt x="1" y="4"/>
                </a:lnTo>
                <a:lnTo>
                  <a:pt x="1" y="3"/>
                </a:lnTo>
                <a:lnTo>
                  <a:pt x="0" y="3"/>
                </a:lnTo>
                <a:lnTo>
                  <a:pt x="0" y="2"/>
                </a:lnTo>
                <a:lnTo>
                  <a:pt x="1" y="2"/>
                </a:lnTo>
                <a:lnTo>
                  <a:pt x="1" y="0"/>
                </a:lnTo>
                <a:lnTo>
                  <a:pt x="3" y="0"/>
                </a:lnTo>
                <a:lnTo>
                  <a:pt x="3" y="2"/>
                </a:lnTo>
                <a:lnTo>
                  <a:pt x="3" y="3"/>
                </a:lnTo>
                <a:lnTo>
                  <a:pt x="4" y="3"/>
                </a:lnTo>
                <a:close/>
              </a:path>
            </a:pathLst>
          </a:custGeom>
          <a:solidFill>
            <a:srgbClr val="EFC7B5"/>
          </a:solidFill>
          <a:ln w="2520">
            <a:solidFill>
              <a:srgbClr val="FFFFFF"/>
            </a:solidFill>
            <a:round/>
          </a:ln>
        </p:spPr>
        <p:txBody>
          <a:bodyPr lIns="1080" tIns="1080" rIns="1080" bIns="108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47" name=""/>
          <p:cNvSpPr/>
          <p:nvPr/>
        </p:nvSpPr>
        <p:spPr>
          <a:xfrm>
            <a:off x="5123160" y="998640"/>
            <a:ext cx="1440" cy="1800"/>
          </a:xfrm>
          <a:custGeom>
            <a:avLst/>
            <a:gdLst/>
            <a:ahLst/>
            <a:rect l="0" t="0" r="r" b="b"/>
            <a:pathLst>
              <a:path w="4" h="5">
                <a:moveTo>
                  <a:pt x="4" y="3"/>
                </a:moveTo>
                <a:lnTo>
                  <a:pt x="3" y="3"/>
                </a:lnTo>
                <a:lnTo>
                  <a:pt x="1" y="5"/>
                </a:lnTo>
                <a:lnTo>
                  <a:pt x="1" y="3"/>
                </a:lnTo>
                <a:lnTo>
                  <a:pt x="1" y="2"/>
                </a:lnTo>
                <a:lnTo>
                  <a:pt x="0" y="2"/>
                </a:lnTo>
                <a:lnTo>
                  <a:pt x="1" y="2"/>
                </a:lnTo>
                <a:lnTo>
                  <a:pt x="0" y="2"/>
                </a:lnTo>
                <a:lnTo>
                  <a:pt x="1" y="2"/>
                </a:lnTo>
                <a:lnTo>
                  <a:pt x="1" y="0"/>
                </a:lnTo>
                <a:lnTo>
                  <a:pt x="3" y="2"/>
                </a:lnTo>
                <a:lnTo>
                  <a:pt x="4" y="2"/>
                </a:lnTo>
                <a:lnTo>
                  <a:pt x="4" y="3"/>
                </a:lnTo>
                <a:close/>
              </a:path>
            </a:pathLst>
          </a:custGeom>
          <a:solidFill>
            <a:srgbClr val="EFC7B5"/>
          </a:solidFill>
          <a:ln w="2520">
            <a:solidFill>
              <a:srgbClr val="FFFFFF"/>
            </a:solidFill>
            <a:round/>
          </a:ln>
        </p:spPr>
        <p:txBody>
          <a:bodyPr lIns="1080" tIns="720" rIns="1080" bIns="7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48" name=""/>
          <p:cNvSpPr/>
          <p:nvPr/>
        </p:nvSpPr>
        <p:spPr>
          <a:xfrm>
            <a:off x="5124240" y="997920"/>
            <a:ext cx="1800" cy="1080"/>
          </a:xfrm>
          <a:custGeom>
            <a:avLst/>
            <a:gdLst/>
            <a:ahLst/>
            <a:rect l="0" t="0" r="r" b="b"/>
            <a:pathLst>
              <a:path w="5" h="3">
                <a:moveTo>
                  <a:pt x="3" y="2"/>
                </a:moveTo>
                <a:lnTo>
                  <a:pt x="5" y="2"/>
                </a:lnTo>
                <a:lnTo>
                  <a:pt x="5" y="0"/>
                </a:lnTo>
                <a:lnTo>
                  <a:pt x="5" y="2"/>
                </a:lnTo>
                <a:lnTo>
                  <a:pt x="5" y="3"/>
                </a:lnTo>
                <a:lnTo>
                  <a:pt x="3" y="3"/>
                </a:lnTo>
                <a:lnTo>
                  <a:pt x="2" y="3"/>
                </a:lnTo>
                <a:lnTo>
                  <a:pt x="2" y="2"/>
                </a:lnTo>
                <a:lnTo>
                  <a:pt x="0" y="2"/>
                </a:lnTo>
                <a:lnTo>
                  <a:pt x="0" y="0"/>
                </a:lnTo>
                <a:lnTo>
                  <a:pt x="2" y="0"/>
                </a:lnTo>
                <a:lnTo>
                  <a:pt x="2" y="2"/>
                </a:lnTo>
                <a:lnTo>
                  <a:pt x="3" y="2"/>
                </a:lnTo>
                <a:close/>
              </a:path>
            </a:pathLst>
          </a:custGeom>
          <a:solidFill>
            <a:srgbClr val="EFC7B5"/>
          </a:solidFill>
          <a:ln w="2520">
            <a:solidFill>
              <a:srgbClr val="FFFFFF"/>
            </a:solidFill>
            <a:round/>
          </a:ln>
        </p:spPr>
        <p:txBody>
          <a:bodyPr lIns="1080" tIns="0" rIns="108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49" name=""/>
          <p:cNvSpPr/>
          <p:nvPr/>
        </p:nvSpPr>
        <p:spPr>
          <a:xfrm>
            <a:off x="5121720" y="997920"/>
            <a:ext cx="1080" cy="720"/>
          </a:xfrm>
          <a:custGeom>
            <a:avLst/>
            <a:gdLst/>
            <a:ahLst/>
            <a:rect l="0" t="0" r="r" b="b"/>
            <a:pathLst>
              <a:path w="3" h="2">
                <a:moveTo>
                  <a:pt x="1" y="0"/>
                </a:moveTo>
                <a:lnTo>
                  <a:pt x="1" y="2"/>
                </a:lnTo>
                <a:lnTo>
                  <a:pt x="3" y="2"/>
                </a:lnTo>
                <a:lnTo>
                  <a:pt x="1" y="2"/>
                </a:lnTo>
                <a:lnTo>
                  <a:pt x="0" y="2"/>
                </a:lnTo>
                <a:lnTo>
                  <a:pt x="0" y="0"/>
                </a:lnTo>
                <a:lnTo>
                  <a:pt x="1" y="2"/>
                </a:lnTo>
                <a:lnTo>
                  <a:pt x="1" y="0"/>
                </a:lnTo>
                <a:close/>
              </a:path>
            </a:pathLst>
          </a:custGeom>
          <a:solidFill>
            <a:srgbClr val="EFC7B5"/>
          </a:solidFill>
          <a:ln w="2520">
            <a:solidFill>
              <a:srgbClr val="FFFFFF"/>
            </a:solidFill>
            <a:round/>
          </a:ln>
        </p:spPr>
        <p:txBody>
          <a:bodyPr lIns="1080" tIns="-360" rIns="1080" bIns="-3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50" name=""/>
          <p:cNvSpPr/>
          <p:nvPr/>
        </p:nvSpPr>
        <p:spPr>
          <a:xfrm>
            <a:off x="5122440" y="997920"/>
            <a:ext cx="1440" cy="720"/>
          </a:xfrm>
          <a:custGeom>
            <a:avLst/>
            <a:gdLst/>
            <a:ahLst/>
            <a:rect l="0" t="0" r="r" b="b"/>
            <a:pathLst>
              <a:path w="4" h="2">
                <a:moveTo>
                  <a:pt x="4" y="0"/>
                </a:moveTo>
                <a:lnTo>
                  <a:pt x="4" y="2"/>
                </a:lnTo>
                <a:lnTo>
                  <a:pt x="2" y="2"/>
                </a:lnTo>
                <a:lnTo>
                  <a:pt x="0" y="0"/>
                </a:lnTo>
                <a:lnTo>
                  <a:pt x="2" y="0"/>
                </a:lnTo>
                <a:lnTo>
                  <a:pt x="4" y="0"/>
                </a:lnTo>
                <a:close/>
              </a:path>
            </a:pathLst>
          </a:custGeom>
          <a:solidFill>
            <a:srgbClr val="EFC7B5"/>
          </a:solidFill>
          <a:ln w="2520">
            <a:solidFill>
              <a:srgbClr val="FFFFFF"/>
            </a:solidFill>
            <a:round/>
          </a:ln>
        </p:spPr>
        <p:txBody>
          <a:bodyPr lIns="1080" tIns="-360" rIns="1080" bIns="-3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51" name=""/>
          <p:cNvSpPr/>
          <p:nvPr/>
        </p:nvSpPr>
        <p:spPr>
          <a:xfrm>
            <a:off x="5134320" y="994680"/>
            <a:ext cx="2880" cy="3600"/>
          </a:xfrm>
          <a:custGeom>
            <a:avLst/>
            <a:gdLst/>
            <a:ahLst/>
            <a:rect l="0" t="0" r="r" b="b"/>
            <a:pathLst>
              <a:path w="8" h="10">
                <a:moveTo>
                  <a:pt x="7" y="2"/>
                </a:moveTo>
                <a:lnTo>
                  <a:pt x="6" y="3"/>
                </a:lnTo>
                <a:lnTo>
                  <a:pt x="7" y="3"/>
                </a:lnTo>
                <a:lnTo>
                  <a:pt x="7" y="4"/>
                </a:lnTo>
                <a:lnTo>
                  <a:pt x="7" y="3"/>
                </a:lnTo>
                <a:lnTo>
                  <a:pt x="7" y="4"/>
                </a:lnTo>
                <a:lnTo>
                  <a:pt x="8" y="4"/>
                </a:lnTo>
                <a:lnTo>
                  <a:pt x="8" y="6"/>
                </a:lnTo>
                <a:lnTo>
                  <a:pt x="7" y="6"/>
                </a:lnTo>
                <a:lnTo>
                  <a:pt x="7" y="7"/>
                </a:lnTo>
                <a:lnTo>
                  <a:pt x="6" y="8"/>
                </a:lnTo>
                <a:lnTo>
                  <a:pt x="5" y="8"/>
                </a:lnTo>
                <a:lnTo>
                  <a:pt x="5" y="9"/>
                </a:lnTo>
                <a:lnTo>
                  <a:pt x="5" y="10"/>
                </a:lnTo>
                <a:lnTo>
                  <a:pt x="4" y="10"/>
                </a:lnTo>
                <a:lnTo>
                  <a:pt x="2" y="10"/>
                </a:lnTo>
                <a:lnTo>
                  <a:pt x="2" y="9"/>
                </a:lnTo>
                <a:lnTo>
                  <a:pt x="1" y="9"/>
                </a:lnTo>
                <a:lnTo>
                  <a:pt x="1" y="8"/>
                </a:lnTo>
                <a:lnTo>
                  <a:pt x="2" y="7"/>
                </a:lnTo>
                <a:lnTo>
                  <a:pt x="2" y="6"/>
                </a:lnTo>
                <a:lnTo>
                  <a:pt x="2" y="4"/>
                </a:lnTo>
                <a:lnTo>
                  <a:pt x="4" y="6"/>
                </a:lnTo>
                <a:lnTo>
                  <a:pt x="5" y="7"/>
                </a:lnTo>
                <a:lnTo>
                  <a:pt x="5" y="6"/>
                </a:lnTo>
                <a:lnTo>
                  <a:pt x="4" y="4"/>
                </a:lnTo>
                <a:lnTo>
                  <a:pt x="4" y="3"/>
                </a:lnTo>
                <a:lnTo>
                  <a:pt x="2" y="3"/>
                </a:lnTo>
                <a:lnTo>
                  <a:pt x="1" y="3"/>
                </a:lnTo>
                <a:lnTo>
                  <a:pt x="0" y="3"/>
                </a:lnTo>
                <a:lnTo>
                  <a:pt x="1" y="2"/>
                </a:lnTo>
                <a:lnTo>
                  <a:pt x="0" y="2"/>
                </a:lnTo>
                <a:lnTo>
                  <a:pt x="1" y="2"/>
                </a:lnTo>
                <a:lnTo>
                  <a:pt x="2" y="2"/>
                </a:lnTo>
                <a:lnTo>
                  <a:pt x="4" y="2"/>
                </a:lnTo>
                <a:lnTo>
                  <a:pt x="5" y="1"/>
                </a:lnTo>
                <a:lnTo>
                  <a:pt x="4" y="0"/>
                </a:lnTo>
                <a:lnTo>
                  <a:pt x="5" y="0"/>
                </a:lnTo>
                <a:lnTo>
                  <a:pt x="5" y="1"/>
                </a:lnTo>
                <a:lnTo>
                  <a:pt x="5" y="2"/>
                </a:lnTo>
                <a:lnTo>
                  <a:pt x="6" y="2"/>
                </a:lnTo>
                <a:lnTo>
                  <a:pt x="7" y="2"/>
                </a:lnTo>
                <a:close/>
              </a:path>
            </a:pathLst>
          </a:custGeom>
          <a:solidFill>
            <a:srgbClr val="EFC7B5"/>
          </a:solidFill>
          <a:ln w="2520">
            <a:solidFill>
              <a:srgbClr val="FFFFFF"/>
            </a:solidFill>
            <a:round/>
          </a:ln>
        </p:spPr>
        <p:txBody>
          <a:bodyPr lIns="1080" tIns="1080" rIns="1080" bIns="108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52" name=""/>
          <p:cNvSpPr/>
          <p:nvPr/>
        </p:nvSpPr>
        <p:spPr>
          <a:xfrm>
            <a:off x="5114160" y="992520"/>
            <a:ext cx="1080" cy="1080"/>
          </a:xfrm>
          <a:custGeom>
            <a:avLst/>
            <a:gdLst/>
            <a:ahLst/>
            <a:rect l="0" t="0" r="r" b="b"/>
            <a:pathLst>
              <a:path w="3" h="3">
                <a:moveTo>
                  <a:pt x="3" y="1"/>
                </a:moveTo>
                <a:lnTo>
                  <a:pt x="2" y="1"/>
                </a:lnTo>
                <a:lnTo>
                  <a:pt x="2" y="3"/>
                </a:lnTo>
                <a:lnTo>
                  <a:pt x="0" y="3"/>
                </a:lnTo>
                <a:lnTo>
                  <a:pt x="2" y="3"/>
                </a:lnTo>
                <a:lnTo>
                  <a:pt x="0" y="3"/>
                </a:lnTo>
                <a:lnTo>
                  <a:pt x="0" y="1"/>
                </a:lnTo>
                <a:lnTo>
                  <a:pt x="0" y="3"/>
                </a:lnTo>
                <a:lnTo>
                  <a:pt x="0" y="1"/>
                </a:lnTo>
                <a:lnTo>
                  <a:pt x="0" y="0"/>
                </a:lnTo>
                <a:lnTo>
                  <a:pt x="2" y="0"/>
                </a:lnTo>
                <a:lnTo>
                  <a:pt x="2" y="1"/>
                </a:lnTo>
                <a:lnTo>
                  <a:pt x="2" y="0"/>
                </a:lnTo>
                <a:lnTo>
                  <a:pt x="3" y="0"/>
                </a:lnTo>
                <a:lnTo>
                  <a:pt x="3" y="1"/>
                </a:lnTo>
                <a:close/>
              </a:path>
            </a:pathLst>
          </a:custGeom>
          <a:solidFill>
            <a:srgbClr val="EFC7B5"/>
          </a:solidFill>
          <a:ln w="2520">
            <a:solidFill>
              <a:srgbClr val="FFFFFF"/>
            </a:solidFill>
            <a:round/>
          </a:ln>
        </p:spPr>
        <p:txBody>
          <a:bodyPr lIns="1080" tIns="0" rIns="108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53" name=""/>
          <p:cNvSpPr/>
          <p:nvPr/>
        </p:nvSpPr>
        <p:spPr>
          <a:xfrm>
            <a:off x="5115240" y="990360"/>
            <a:ext cx="4680" cy="2880"/>
          </a:xfrm>
          <a:custGeom>
            <a:avLst/>
            <a:gdLst/>
            <a:ahLst/>
            <a:rect l="0" t="0" r="r" b="b"/>
            <a:pathLst>
              <a:path w="13" h="8">
                <a:moveTo>
                  <a:pt x="12" y="2"/>
                </a:moveTo>
                <a:lnTo>
                  <a:pt x="13" y="2"/>
                </a:lnTo>
                <a:lnTo>
                  <a:pt x="12" y="3"/>
                </a:lnTo>
                <a:lnTo>
                  <a:pt x="11" y="4"/>
                </a:lnTo>
                <a:lnTo>
                  <a:pt x="11" y="3"/>
                </a:lnTo>
                <a:lnTo>
                  <a:pt x="11" y="4"/>
                </a:lnTo>
                <a:lnTo>
                  <a:pt x="11" y="5"/>
                </a:lnTo>
                <a:lnTo>
                  <a:pt x="10" y="5"/>
                </a:lnTo>
                <a:lnTo>
                  <a:pt x="8" y="5"/>
                </a:lnTo>
                <a:lnTo>
                  <a:pt x="8" y="7"/>
                </a:lnTo>
                <a:lnTo>
                  <a:pt x="7" y="8"/>
                </a:lnTo>
                <a:lnTo>
                  <a:pt x="7" y="7"/>
                </a:lnTo>
                <a:lnTo>
                  <a:pt x="7" y="5"/>
                </a:lnTo>
                <a:lnTo>
                  <a:pt x="8" y="4"/>
                </a:lnTo>
                <a:lnTo>
                  <a:pt x="8" y="3"/>
                </a:lnTo>
                <a:lnTo>
                  <a:pt x="7" y="3"/>
                </a:lnTo>
                <a:lnTo>
                  <a:pt x="6" y="3"/>
                </a:lnTo>
                <a:lnTo>
                  <a:pt x="5" y="3"/>
                </a:lnTo>
                <a:lnTo>
                  <a:pt x="4" y="3"/>
                </a:lnTo>
                <a:lnTo>
                  <a:pt x="4" y="4"/>
                </a:lnTo>
                <a:lnTo>
                  <a:pt x="3" y="4"/>
                </a:lnTo>
                <a:lnTo>
                  <a:pt x="2" y="4"/>
                </a:lnTo>
                <a:lnTo>
                  <a:pt x="2" y="5"/>
                </a:lnTo>
                <a:lnTo>
                  <a:pt x="1" y="5"/>
                </a:lnTo>
                <a:lnTo>
                  <a:pt x="0" y="5"/>
                </a:lnTo>
                <a:lnTo>
                  <a:pt x="0" y="4"/>
                </a:lnTo>
                <a:lnTo>
                  <a:pt x="1" y="3"/>
                </a:lnTo>
                <a:lnTo>
                  <a:pt x="2" y="3"/>
                </a:lnTo>
                <a:lnTo>
                  <a:pt x="3" y="3"/>
                </a:lnTo>
                <a:lnTo>
                  <a:pt x="3" y="2"/>
                </a:lnTo>
                <a:lnTo>
                  <a:pt x="4" y="2"/>
                </a:lnTo>
                <a:lnTo>
                  <a:pt x="5" y="2"/>
                </a:lnTo>
                <a:lnTo>
                  <a:pt x="7" y="1"/>
                </a:lnTo>
                <a:lnTo>
                  <a:pt x="8" y="1"/>
                </a:lnTo>
                <a:lnTo>
                  <a:pt x="10" y="2"/>
                </a:lnTo>
                <a:lnTo>
                  <a:pt x="10" y="1"/>
                </a:lnTo>
                <a:lnTo>
                  <a:pt x="11" y="1"/>
                </a:lnTo>
                <a:lnTo>
                  <a:pt x="11" y="0"/>
                </a:lnTo>
                <a:lnTo>
                  <a:pt x="11" y="1"/>
                </a:lnTo>
                <a:lnTo>
                  <a:pt x="12" y="1"/>
                </a:lnTo>
                <a:lnTo>
                  <a:pt x="12" y="2"/>
                </a:lnTo>
                <a:close/>
              </a:path>
            </a:pathLst>
          </a:custGeom>
          <a:solidFill>
            <a:srgbClr val="EFC7B5"/>
          </a:solidFill>
          <a:ln w="2520">
            <a:solidFill>
              <a:srgbClr val="FFFFFF"/>
            </a:solidFill>
            <a:round/>
          </a:ln>
        </p:spPr>
        <p:txBody>
          <a:bodyPr lIns="1080" tIns="1080" rIns="1080" bIns="108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54" name=""/>
          <p:cNvSpPr/>
          <p:nvPr/>
        </p:nvSpPr>
        <p:spPr>
          <a:xfrm>
            <a:off x="5120280" y="991080"/>
            <a:ext cx="1800" cy="720"/>
          </a:xfrm>
          <a:custGeom>
            <a:avLst/>
            <a:gdLst/>
            <a:ahLst/>
            <a:rect l="0" t="0" r="r" b="b"/>
            <a:pathLst>
              <a:path w="5" h="2">
                <a:moveTo>
                  <a:pt x="4" y="0"/>
                </a:moveTo>
                <a:lnTo>
                  <a:pt x="5" y="0"/>
                </a:lnTo>
                <a:lnTo>
                  <a:pt x="4" y="0"/>
                </a:lnTo>
                <a:lnTo>
                  <a:pt x="3" y="0"/>
                </a:lnTo>
                <a:lnTo>
                  <a:pt x="3" y="2"/>
                </a:lnTo>
                <a:lnTo>
                  <a:pt x="1" y="2"/>
                </a:lnTo>
                <a:lnTo>
                  <a:pt x="0" y="2"/>
                </a:lnTo>
                <a:lnTo>
                  <a:pt x="0" y="0"/>
                </a:lnTo>
                <a:lnTo>
                  <a:pt x="1" y="0"/>
                </a:lnTo>
                <a:lnTo>
                  <a:pt x="3" y="0"/>
                </a:lnTo>
                <a:lnTo>
                  <a:pt x="4" y="0"/>
                </a:lnTo>
                <a:close/>
              </a:path>
            </a:pathLst>
          </a:custGeom>
          <a:solidFill>
            <a:srgbClr val="EFC7B5"/>
          </a:solidFill>
          <a:ln w="2520">
            <a:solidFill>
              <a:srgbClr val="FFFFFF"/>
            </a:solidFill>
            <a:round/>
          </a:ln>
        </p:spPr>
        <p:txBody>
          <a:bodyPr lIns="1080" tIns="-360" rIns="1080" bIns="-3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55" name=""/>
          <p:cNvSpPr/>
          <p:nvPr/>
        </p:nvSpPr>
        <p:spPr>
          <a:xfrm>
            <a:off x="5110200" y="988920"/>
            <a:ext cx="7200" cy="2520"/>
          </a:xfrm>
          <a:custGeom>
            <a:avLst/>
            <a:gdLst/>
            <a:ahLst/>
            <a:rect l="0" t="0" r="r" b="b"/>
            <a:pathLst>
              <a:path w="20" h="7">
                <a:moveTo>
                  <a:pt x="5" y="1"/>
                </a:moveTo>
                <a:lnTo>
                  <a:pt x="4" y="1"/>
                </a:lnTo>
                <a:lnTo>
                  <a:pt x="4" y="2"/>
                </a:lnTo>
                <a:lnTo>
                  <a:pt x="5" y="2"/>
                </a:lnTo>
                <a:lnTo>
                  <a:pt x="5" y="3"/>
                </a:lnTo>
                <a:lnTo>
                  <a:pt x="6" y="3"/>
                </a:lnTo>
                <a:lnTo>
                  <a:pt x="6" y="2"/>
                </a:lnTo>
                <a:lnTo>
                  <a:pt x="5" y="2"/>
                </a:lnTo>
                <a:lnTo>
                  <a:pt x="6" y="1"/>
                </a:lnTo>
                <a:lnTo>
                  <a:pt x="7" y="2"/>
                </a:lnTo>
                <a:lnTo>
                  <a:pt x="9" y="3"/>
                </a:lnTo>
                <a:lnTo>
                  <a:pt x="10" y="3"/>
                </a:lnTo>
                <a:lnTo>
                  <a:pt x="11" y="3"/>
                </a:lnTo>
                <a:lnTo>
                  <a:pt x="12" y="3"/>
                </a:lnTo>
                <a:lnTo>
                  <a:pt x="13" y="2"/>
                </a:lnTo>
                <a:lnTo>
                  <a:pt x="14" y="2"/>
                </a:lnTo>
                <a:lnTo>
                  <a:pt x="14" y="1"/>
                </a:lnTo>
                <a:lnTo>
                  <a:pt x="15" y="1"/>
                </a:lnTo>
                <a:lnTo>
                  <a:pt x="16" y="2"/>
                </a:lnTo>
                <a:lnTo>
                  <a:pt x="17" y="2"/>
                </a:lnTo>
                <a:lnTo>
                  <a:pt x="17" y="3"/>
                </a:lnTo>
                <a:lnTo>
                  <a:pt x="18" y="3"/>
                </a:lnTo>
                <a:lnTo>
                  <a:pt x="18" y="2"/>
                </a:lnTo>
                <a:lnTo>
                  <a:pt x="18" y="3"/>
                </a:lnTo>
                <a:lnTo>
                  <a:pt x="19" y="3"/>
                </a:lnTo>
                <a:lnTo>
                  <a:pt x="20" y="3"/>
                </a:lnTo>
                <a:lnTo>
                  <a:pt x="20" y="2"/>
                </a:lnTo>
                <a:lnTo>
                  <a:pt x="20" y="3"/>
                </a:lnTo>
                <a:lnTo>
                  <a:pt x="19" y="3"/>
                </a:lnTo>
                <a:lnTo>
                  <a:pt x="19" y="5"/>
                </a:lnTo>
                <a:lnTo>
                  <a:pt x="18" y="5"/>
                </a:lnTo>
                <a:lnTo>
                  <a:pt x="18" y="6"/>
                </a:lnTo>
                <a:lnTo>
                  <a:pt x="18" y="5"/>
                </a:lnTo>
                <a:lnTo>
                  <a:pt x="17" y="5"/>
                </a:lnTo>
                <a:lnTo>
                  <a:pt x="16" y="5"/>
                </a:lnTo>
                <a:lnTo>
                  <a:pt x="15" y="5"/>
                </a:lnTo>
                <a:lnTo>
                  <a:pt x="14" y="5"/>
                </a:lnTo>
                <a:lnTo>
                  <a:pt x="13" y="5"/>
                </a:lnTo>
                <a:lnTo>
                  <a:pt x="12" y="5"/>
                </a:lnTo>
                <a:lnTo>
                  <a:pt x="10" y="5"/>
                </a:lnTo>
                <a:lnTo>
                  <a:pt x="10" y="6"/>
                </a:lnTo>
                <a:lnTo>
                  <a:pt x="11" y="6"/>
                </a:lnTo>
                <a:lnTo>
                  <a:pt x="10" y="6"/>
                </a:lnTo>
                <a:lnTo>
                  <a:pt x="10" y="7"/>
                </a:lnTo>
                <a:lnTo>
                  <a:pt x="9" y="7"/>
                </a:lnTo>
                <a:lnTo>
                  <a:pt x="9" y="6"/>
                </a:lnTo>
                <a:lnTo>
                  <a:pt x="9" y="5"/>
                </a:lnTo>
                <a:lnTo>
                  <a:pt x="7" y="5"/>
                </a:lnTo>
                <a:lnTo>
                  <a:pt x="6" y="5"/>
                </a:lnTo>
                <a:lnTo>
                  <a:pt x="5" y="5"/>
                </a:lnTo>
                <a:lnTo>
                  <a:pt x="4" y="5"/>
                </a:lnTo>
                <a:lnTo>
                  <a:pt x="4" y="3"/>
                </a:lnTo>
                <a:lnTo>
                  <a:pt x="3" y="3"/>
                </a:lnTo>
                <a:lnTo>
                  <a:pt x="1" y="3"/>
                </a:lnTo>
                <a:lnTo>
                  <a:pt x="0" y="3"/>
                </a:lnTo>
                <a:lnTo>
                  <a:pt x="0" y="2"/>
                </a:lnTo>
                <a:lnTo>
                  <a:pt x="1" y="2"/>
                </a:lnTo>
                <a:lnTo>
                  <a:pt x="1" y="1"/>
                </a:lnTo>
                <a:lnTo>
                  <a:pt x="2" y="1"/>
                </a:lnTo>
                <a:lnTo>
                  <a:pt x="2" y="2"/>
                </a:lnTo>
                <a:lnTo>
                  <a:pt x="3" y="2"/>
                </a:lnTo>
                <a:lnTo>
                  <a:pt x="3" y="1"/>
                </a:lnTo>
                <a:lnTo>
                  <a:pt x="4" y="1"/>
                </a:lnTo>
                <a:lnTo>
                  <a:pt x="4" y="0"/>
                </a:lnTo>
                <a:lnTo>
                  <a:pt x="4" y="1"/>
                </a:lnTo>
                <a:lnTo>
                  <a:pt x="5" y="1"/>
                </a:lnTo>
                <a:close/>
              </a:path>
            </a:pathLst>
          </a:custGeom>
          <a:solidFill>
            <a:srgbClr val="EFC7B5"/>
          </a:solidFill>
          <a:ln w="2520">
            <a:solidFill>
              <a:srgbClr val="FFFFFF"/>
            </a:solidFill>
            <a:round/>
          </a:ln>
        </p:spPr>
        <p:txBody>
          <a:bodyPr lIns="1080" tIns="1080" rIns="1080" bIns="108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56" name=""/>
          <p:cNvSpPr/>
          <p:nvPr/>
        </p:nvSpPr>
        <p:spPr>
          <a:xfrm>
            <a:off x="5127480" y="988200"/>
            <a:ext cx="1440" cy="1440"/>
          </a:xfrm>
          <a:custGeom>
            <a:avLst/>
            <a:gdLst/>
            <a:ahLst/>
            <a:rect l="0" t="0" r="r" b="b"/>
            <a:pathLst>
              <a:path w="4" h="4">
                <a:moveTo>
                  <a:pt x="3" y="0"/>
                </a:moveTo>
                <a:lnTo>
                  <a:pt x="4" y="0"/>
                </a:lnTo>
                <a:lnTo>
                  <a:pt x="3" y="0"/>
                </a:lnTo>
                <a:lnTo>
                  <a:pt x="3" y="2"/>
                </a:lnTo>
                <a:lnTo>
                  <a:pt x="3" y="4"/>
                </a:lnTo>
                <a:lnTo>
                  <a:pt x="3" y="2"/>
                </a:lnTo>
                <a:lnTo>
                  <a:pt x="1" y="2"/>
                </a:lnTo>
                <a:lnTo>
                  <a:pt x="0" y="2"/>
                </a:lnTo>
                <a:lnTo>
                  <a:pt x="1" y="2"/>
                </a:lnTo>
                <a:lnTo>
                  <a:pt x="1" y="0"/>
                </a:lnTo>
                <a:lnTo>
                  <a:pt x="3" y="0"/>
                </a:lnTo>
                <a:close/>
              </a:path>
            </a:pathLst>
          </a:custGeom>
          <a:solidFill>
            <a:srgbClr val="EFC7B5"/>
          </a:solidFill>
          <a:ln w="2520">
            <a:solidFill>
              <a:srgbClr val="FFFFFF"/>
            </a:solidFill>
            <a:round/>
          </a:ln>
        </p:spPr>
        <p:txBody>
          <a:bodyPr lIns="1080" tIns="360" rIns="1080" bIns="3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57" name=""/>
          <p:cNvSpPr/>
          <p:nvPr/>
        </p:nvSpPr>
        <p:spPr>
          <a:xfrm>
            <a:off x="5128200" y="978840"/>
            <a:ext cx="2160" cy="1440"/>
          </a:xfrm>
          <a:custGeom>
            <a:avLst/>
            <a:gdLst/>
            <a:ahLst/>
            <a:rect l="0" t="0" r="r" b="b"/>
            <a:pathLst>
              <a:path w="6" h="4">
                <a:moveTo>
                  <a:pt x="2" y="0"/>
                </a:moveTo>
                <a:lnTo>
                  <a:pt x="2" y="2"/>
                </a:lnTo>
                <a:lnTo>
                  <a:pt x="2" y="0"/>
                </a:lnTo>
                <a:lnTo>
                  <a:pt x="4" y="0"/>
                </a:lnTo>
                <a:lnTo>
                  <a:pt x="5" y="0"/>
                </a:lnTo>
                <a:lnTo>
                  <a:pt x="5" y="2"/>
                </a:lnTo>
                <a:lnTo>
                  <a:pt x="6" y="2"/>
                </a:lnTo>
                <a:lnTo>
                  <a:pt x="5" y="2"/>
                </a:lnTo>
                <a:lnTo>
                  <a:pt x="4" y="2"/>
                </a:lnTo>
                <a:lnTo>
                  <a:pt x="4" y="3"/>
                </a:lnTo>
                <a:lnTo>
                  <a:pt x="5" y="4"/>
                </a:lnTo>
                <a:lnTo>
                  <a:pt x="4" y="4"/>
                </a:lnTo>
                <a:lnTo>
                  <a:pt x="2" y="4"/>
                </a:lnTo>
                <a:lnTo>
                  <a:pt x="2" y="3"/>
                </a:lnTo>
                <a:lnTo>
                  <a:pt x="2" y="4"/>
                </a:lnTo>
                <a:lnTo>
                  <a:pt x="1" y="3"/>
                </a:lnTo>
                <a:lnTo>
                  <a:pt x="0" y="3"/>
                </a:lnTo>
                <a:lnTo>
                  <a:pt x="0" y="2"/>
                </a:lnTo>
                <a:lnTo>
                  <a:pt x="0" y="0"/>
                </a:lnTo>
                <a:lnTo>
                  <a:pt x="1" y="0"/>
                </a:lnTo>
                <a:lnTo>
                  <a:pt x="2" y="0"/>
                </a:lnTo>
                <a:close/>
              </a:path>
            </a:pathLst>
          </a:custGeom>
          <a:solidFill>
            <a:srgbClr val="EFC7B5"/>
          </a:solidFill>
          <a:ln w="2520">
            <a:solidFill>
              <a:srgbClr val="FFFFFF"/>
            </a:solidFill>
            <a:round/>
          </a:ln>
        </p:spPr>
        <p:txBody>
          <a:bodyPr lIns="1080" tIns="360" rIns="1080" bIns="3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58" name=""/>
          <p:cNvSpPr/>
          <p:nvPr/>
        </p:nvSpPr>
        <p:spPr>
          <a:xfrm>
            <a:off x="5127840" y="976320"/>
            <a:ext cx="720" cy="1800"/>
          </a:xfrm>
          <a:custGeom>
            <a:avLst/>
            <a:gdLst/>
            <a:ahLst/>
            <a:rect l="0" t="0" r="r" b="b"/>
            <a:pathLst>
              <a:path w="2" h="5">
                <a:moveTo>
                  <a:pt x="2" y="2"/>
                </a:moveTo>
                <a:lnTo>
                  <a:pt x="2" y="3"/>
                </a:lnTo>
                <a:lnTo>
                  <a:pt x="2" y="5"/>
                </a:lnTo>
                <a:lnTo>
                  <a:pt x="0" y="3"/>
                </a:lnTo>
                <a:lnTo>
                  <a:pt x="0" y="2"/>
                </a:lnTo>
                <a:lnTo>
                  <a:pt x="0" y="0"/>
                </a:lnTo>
                <a:lnTo>
                  <a:pt x="2" y="0"/>
                </a:lnTo>
                <a:lnTo>
                  <a:pt x="2" y="2"/>
                </a:lnTo>
                <a:close/>
              </a:path>
            </a:pathLst>
          </a:custGeom>
          <a:solidFill>
            <a:srgbClr val="EFC7B5"/>
          </a:solidFill>
          <a:ln w="2520">
            <a:solidFill>
              <a:srgbClr val="FFFFFF"/>
            </a:solidFill>
            <a:round/>
          </a:ln>
        </p:spPr>
        <p:txBody>
          <a:bodyPr lIns="1080" tIns="720" rIns="1080" bIns="7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59" name=""/>
          <p:cNvSpPr/>
          <p:nvPr/>
        </p:nvSpPr>
        <p:spPr>
          <a:xfrm>
            <a:off x="5123880" y="974520"/>
            <a:ext cx="3240" cy="3240"/>
          </a:xfrm>
          <a:custGeom>
            <a:avLst/>
            <a:gdLst/>
            <a:ahLst/>
            <a:rect l="0" t="0" r="r" b="b"/>
            <a:pathLst>
              <a:path w="9" h="9">
                <a:moveTo>
                  <a:pt x="6" y="0"/>
                </a:moveTo>
                <a:lnTo>
                  <a:pt x="6" y="1"/>
                </a:lnTo>
                <a:lnTo>
                  <a:pt x="7" y="1"/>
                </a:lnTo>
                <a:lnTo>
                  <a:pt x="8" y="1"/>
                </a:lnTo>
                <a:lnTo>
                  <a:pt x="8" y="2"/>
                </a:lnTo>
                <a:lnTo>
                  <a:pt x="9" y="2"/>
                </a:lnTo>
                <a:lnTo>
                  <a:pt x="9" y="3"/>
                </a:lnTo>
                <a:lnTo>
                  <a:pt x="9" y="4"/>
                </a:lnTo>
                <a:lnTo>
                  <a:pt x="8" y="4"/>
                </a:lnTo>
                <a:lnTo>
                  <a:pt x="8" y="5"/>
                </a:lnTo>
                <a:lnTo>
                  <a:pt x="8" y="7"/>
                </a:lnTo>
                <a:lnTo>
                  <a:pt x="7" y="8"/>
                </a:lnTo>
                <a:lnTo>
                  <a:pt x="7" y="9"/>
                </a:lnTo>
                <a:lnTo>
                  <a:pt x="6" y="9"/>
                </a:lnTo>
                <a:lnTo>
                  <a:pt x="5" y="9"/>
                </a:lnTo>
                <a:lnTo>
                  <a:pt x="4" y="9"/>
                </a:lnTo>
                <a:lnTo>
                  <a:pt x="4" y="8"/>
                </a:lnTo>
                <a:lnTo>
                  <a:pt x="2" y="7"/>
                </a:lnTo>
                <a:lnTo>
                  <a:pt x="2" y="5"/>
                </a:lnTo>
                <a:lnTo>
                  <a:pt x="1" y="5"/>
                </a:lnTo>
                <a:lnTo>
                  <a:pt x="0" y="7"/>
                </a:lnTo>
                <a:lnTo>
                  <a:pt x="0" y="5"/>
                </a:lnTo>
                <a:lnTo>
                  <a:pt x="0" y="4"/>
                </a:lnTo>
                <a:lnTo>
                  <a:pt x="1" y="4"/>
                </a:lnTo>
                <a:lnTo>
                  <a:pt x="1" y="3"/>
                </a:lnTo>
                <a:lnTo>
                  <a:pt x="1" y="2"/>
                </a:lnTo>
                <a:lnTo>
                  <a:pt x="2" y="1"/>
                </a:lnTo>
                <a:lnTo>
                  <a:pt x="2" y="0"/>
                </a:lnTo>
                <a:lnTo>
                  <a:pt x="2" y="1"/>
                </a:lnTo>
                <a:lnTo>
                  <a:pt x="4" y="1"/>
                </a:lnTo>
                <a:lnTo>
                  <a:pt x="5" y="1"/>
                </a:lnTo>
                <a:lnTo>
                  <a:pt x="6" y="1"/>
                </a:lnTo>
                <a:lnTo>
                  <a:pt x="6" y="0"/>
                </a:lnTo>
                <a:close/>
              </a:path>
            </a:pathLst>
          </a:custGeom>
          <a:solidFill>
            <a:srgbClr val="EFC7B5"/>
          </a:solidFill>
          <a:ln w="2520">
            <a:solidFill>
              <a:srgbClr val="FFFFFF"/>
            </a:solidFill>
            <a:round/>
          </a:ln>
        </p:spPr>
        <p:txBody>
          <a:bodyPr lIns="1080" tIns="1080" rIns="1080" bIns="108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60" name=""/>
          <p:cNvSpPr/>
          <p:nvPr/>
        </p:nvSpPr>
        <p:spPr>
          <a:xfrm>
            <a:off x="5129280" y="975960"/>
            <a:ext cx="360" cy="360"/>
          </a:xfrm>
          <a:custGeom>
            <a:avLst/>
            <a:gdLst/>
            <a:ahLst/>
            <a:rect l="0" t="0" r="r" b="b"/>
            <a:pathLst>
              <a:path w="1" h="1">
                <a:moveTo>
                  <a:pt x="1" y="0"/>
                </a:moveTo>
                <a:lnTo>
                  <a:pt x="1" y="1"/>
                </a:lnTo>
                <a:lnTo>
                  <a:pt x="0" y="1"/>
                </a:lnTo>
                <a:lnTo>
                  <a:pt x="0" y="0"/>
                </a:lnTo>
                <a:lnTo>
                  <a:pt x="1" y="0"/>
                </a:lnTo>
                <a:close/>
              </a:path>
            </a:pathLst>
          </a:custGeom>
          <a:solidFill>
            <a:srgbClr val="EFC7B5"/>
          </a:solidFill>
          <a:ln w="2520">
            <a:solidFill>
              <a:srgbClr val="FFFFFF"/>
            </a:solidFill>
            <a:round/>
          </a:ln>
        </p:spPr>
        <p:txBody>
          <a:bodyPr lIns="1080" tIns="-720" rIns="1080" bIns="-7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61" name=""/>
          <p:cNvSpPr/>
          <p:nvPr/>
        </p:nvSpPr>
        <p:spPr>
          <a:xfrm>
            <a:off x="5125680" y="970200"/>
            <a:ext cx="720" cy="0"/>
          </a:xfrm>
          <a:custGeom>
            <a:avLst/>
            <a:gdLst/>
            <a:ahLst/>
            <a:rect l="0" t="0" r="r" b="b"/>
            <a:pathLst>
              <a:path w="2" h="0">
                <a:moveTo>
                  <a:pt x="1" y="0"/>
                </a:moveTo>
                <a:lnTo>
                  <a:pt x="2" y="0"/>
                </a:lnTo>
                <a:lnTo>
                  <a:pt x="1" y="0"/>
                </a:lnTo>
                <a:lnTo>
                  <a:pt x="0" y="0"/>
                </a:lnTo>
                <a:lnTo>
                  <a:pt x="1" y="0"/>
                </a:lnTo>
                <a:close/>
              </a:path>
            </a:pathLst>
          </a:custGeom>
          <a:solidFill>
            <a:srgbClr val="EFC7B5"/>
          </a:solidFill>
          <a:ln w="2520">
            <a:solidFill>
              <a:srgbClr val="FFFFFF"/>
            </a:solidFill>
            <a:round/>
          </a:ln>
        </p:spPr>
        <p:txBody>
          <a:bodyPr lIns="1080" tIns="-1080" rIns="1080" bIns="-108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62" name=""/>
          <p:cNvSpPr/>
          <p:nvPr/>
        </p:nvSpPr>
        <p:spPr>
          <a:xfrm>
            <a:off x="5148360" y="960120"/>
            <a:ext cx="2520" cy="1440"/>
          </a:xfrm>
          <a:custGeom>
            <a:avLst/>
            <a:gdLst/>
            <a:ahLst/>
            <a:rect l="0" t="0" r="r" b="b"/>
            <a:pathLst>
              <a:path w="7" h="4">
                <a:moveTo>
                  <a:pt x="5" y="1"/>
                </a:moveTo>
                <a:lnTo>
                  <a:pt x="7" y="1"/>
                </a:lnTo>
                <a:lnTo>
                  <a:pt x="7" y="3"/>
                </a:lnTo>
                <a:lnTo>
                  <a:pt x="5" y="3"/>
                </a:lnTo>
                <a:lnTo>
                  <a:pt x="5" y="1"/>
                </a:lnTo>
                <a:lnTo>
                  <a:pt x="5" y="3"/>
                </a:lnTo>
                <a:lnTo>
                  <a:pt x="4" y="3"/>
                </a:lnTo>
                <a:lnTo>
                  <a:pt x="3" y="3"/>
                </a:lnTo>
                <a:lnTo>
                  <a:pt x="2" y="3"/>
                </a:lnTo>
                <a:lnTo>
                  <a:pt x="2" y="4"/>
                </a:lnTo>
                <a:lnTo>
                  <a:pt x="0" y="4"/>
                </a:lnTo>
                <a:lnTo>
                  <a:pt x="0" y="3"/>
                </a:lnTo>
                <a:lnTo>
                  <a:pt x="0" y="1"/>
                </a:lnTo>
                <a:lnTo>
                  <a:pt x="2" y="1"/>
                </a:lnTo>
                <a:lnTo>
                  <a:pt x="3" y="0"/>
                </a:lnTo>
                <a:lnTo>
                  <a:pt x="4" y="0"/>
                </a:lnTo>
                <a:lnTo>
                  <a:pt x="4" y="1"/>
                </a:lnTo>
                <a:lnTo>
                  <a:pt x="5" y="1"/>
                </a:lnTo>
                <a:close/>
              </a:path>
            </a:pathLst>
          </a:custGeom>
          <a:solidFill>
            <a:srgbClr val="EFC7B5"/>
          </a:solidFill>
          <a:ln w="2520">
            <a:solidFill>
              <a:srgbClr val="FFFFFF"/>
            </a:solidFill>
            <a:round/>
          </a:ln>
        </p:spPr>
        <p:txBody>
          <a:bodyPr lIns="1080" tIns="360" rIns="1080" bIns="3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63" name=""/>
          <p:cNvSpPr/>
          <p:nvPr/>
        </p:nvSpPr>
        <p:spPr>
          <a:xfrm>
            <a:off x="5151240" y="958320"/>
            <a:ext cx="1080" cy="720"/>
          </a:xfrm>
          <a:custGeom>
            <a:avLst/>
            <a:gdLst/>
            <a:ahLst/>
            <a:rect l="0" t="0" r="r" b="b"/>
            <a:pathLst>
              <a:path w="3" h="2">
                <a:moveTo>
                  <a:pt x="1" y="0"/>
                </a:moveTo>
                <a:lnTo>
                  <a:pt x="3" y="0"/>
                </a:lnTo>
                <a:lnTo>
                  <a:pt x="3" y="2"/>
                </a:lnTo>
                <a:lnTo>
                  <a:pt x="1" y="0"/>
                </a:lnTo>
                <a:lnTo>
                  <a:pt x="1" y="2"/>
                </a:lnTo>
                <a:lnTo>
                  <a:pt x="0" y="2"/>
                </a:lnTo>
                <a:lnTo>
                  <a:pt x="0" y="0"/>
                </a:lnTo>
                <a:lnTo>
                  <a:pt x="1" y="0"/>
                </a:lnTo>
                <a:close/>
              </a:path>
            </a:pathLst>
          </a:custGeom>
          <a:solidFill>
            <a:srgbClr val="EFC7B5"/>
          </a:solidFill>
          <a:ln w="2520">
            <a:solidFill>
              <a:srgbClr val="FFFFFF"/>
            </a:solidFill>
            <a:round/>
          </a:ln>
        </p:spPr>
        <p:txBody>
          <a:bodyPr lIns="1080" tIns="-360" rIns="1080" bIns="-3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64" name=""/>
          <p:cNvSpPr/>
          <p:nvPr/>
        </p:nvSpPr>
        <p:spPr>
          <a:xfrm>
            <a:off x="5181480" y="921240"/>
            <a:ext cx="360" cy="720"/>
          </a:xfrm>
          <a:custGeom>
            <a:avLst/>
            <a:gdLst/>
            <a:ahLst/>
            <a:rect l="0" t="0" r="r" b="b"/>
            <a:pathLst>
              <a:path w="1" h="2">
                <a:moveTo>
                  <a:pt x="0" y="1"/>
                </a:moveTo>
                <a:lnTo>
                  <a:pt x="0" y="0"/>
                </a:lnTo>
                <a:lnTo>
                  <a:pt x="0" y="1"/>
                </a:lnTo>
                <a:lnTo>
                  <a:pt x="1" y="1"/>
                </a:lnTo>
                <a:lnTo>
                  <a:pt x="0" y="1"/>
                </a:lnTo>
                <a:lnTo>
                  <a:pt x="0" y="2"/>
                </a:lnTo>
                <a:lnTo>
                  <a:pt x="0" y="1"/>
                </a:lnTo>
                <a:close/>
              </a:path>
            </a:pathLst>
          </a:custGeom>
          <a:solidFill>
            <a:srgbClr val="EFC7B5"/>
          </a:solidFill>
          <a:ln w="2520">
            <a:solidFill>
              <a:srgbClr val="FFFFFF"/>
            </a:solidFill>
            <a:round/>
          </a:ln>
        </p:spPr>
        <p:txBody>
          <a:bodyPr lIns="1080" tIns="-360" rIns="1080" bIns="-3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65" name=""/>
          <p:cNvSpPr/>
          <p:nvPr/>
        </p:nvSpPr>
        <p:spPr>
          <a:xfrm>
            <a:off x="4865400" y="1827360"/>
            <a:ext cx="3240" cy="2880"/>
          </a:xfrm>
          <a:custGeom>
            <a:avLst/>
            <a:gdLst/>
            <a:ahLst/>
            <a:rect l="0" t="0" r="r" b="b"/>
            <a:pathLst>
              <a:path w="9" h="8">
                <a:moveTo>
                  <a:pt x="7" y="0"/>
                </a:moveTo>
                <a:lnTo>
                  <a:pt x="8" y="2"/>
                </a:lnTo>
                <a:lnTo>
                  <a:pt x="9" y="4"/>
                </a:lnTo>
                <a:lnTo>
                  <a:pt x="9" y="5"/>
                </a:lnTo>
                <a:lnTo>
                  <a:pt x="8" y="5"/>
                </a:lnTo>
                <a:lnTo>
                  <a:pt x="8" y="4"/>
                </a:lnTo>
                <a:lnTo>
                  <a:pt x="7" y="2"/>
                </a:lnTo>
                <a:lnTo>
                  <a:pt x="5" y="2"/>
                </a:lnTo>
                <a:lnTo>
                  <a:pt x="5" y="4"/>
                </a:lnTo>
                <a:lnTo>
                  <a:pt x="5" y="5"/>
                </a:lnTo>
                <a:lnTo>
                  <a:pt x="7" y="5"/>
                </a:lnTo>
                <a:lnTo>
                  <a:pt x="8" y="5"/>
                </a:lnTo>
                <a:lnTo>
                  <a:pt x="8" y="6"/>
                </a:lnTo>
                <a:lnTo>
                  <a:pt x="7" y="6"/>
                </a:lnTo>
                <a:lnTo>
                  <a:pt x="5" y="6"/>
                </a:lnTo>
                <a:lnTo>
                  <a:pt x="5" y="7"/>
                </a:lnTo>
                <a:lnTo>
                  <a:pt x="4" y="7"/>
                </a:lnTo>
                <a:lnTo>
                  <a:pt x="5" y="7"/>
                </a:lnTo>
                <a:lnTo>
                  <a:pt x="5" y="8"/>
                </a:lnTo>
                <a:lnTo>
                  <a:pt x="4" y="8"/>
                </a:lnTo>
                <a:lnTo>
                  <a:pt x="3" y="8"/>
                </a:lnTo>
                <a:lnTo>
                  <a:pt x="2" y="8"/>
                </a:lnTo>
                <a:lnTo>
                  <a:pt x="2" y="7"/>
                </a:lnTo>
                <a:lnTo>
                  <a:pt x="2" y="4"/>
                </a:lnTo>
                <a:lnTo>
                  <a:pt x="1" y="2"/>
                </a:lnTo>
                <a:lnTo>
                  <a:pt x="0" y="1"/>
                </a:lnTo>
                <a:lnTo>
                  <a:pt x="1" y="0"/>
                </a:lnTo>
                <a:lnTo>
                  <a:pt x="2" y="0"/>
                </a:lnTo>
                <a:lnTo>
                  <a:pt x="4" y="0"/>
                </a:lnTo>
                <a:lnTo>
                  <a:pt x="5" y="0"/>
                </a:lnTo>
                <a:lnTo>
                  <a:pt x="7" y="0"/>
                </a:lnTo>
                <a:close/>
              </a:path>
            </a:pathLst>
          </a:custGeom>
          <a:solidFill>
            <a:srgbClr val="C2C2BF"/>
          </a:solidFill>
          <a:ln w="2520">
            <a:solidFill>
              <a:srgbClr val="FFFFFF"/>
            </a:solidFill>
            <a:round/>
          </a:ln>
        </p:spPr>
        <p:txBody>
          <a:bodyPr lIns="1080" tIns="1080" rIns="1080" bIns="108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66" name=""/>
          <p:cNvSpPr/>
          <p:nvPr/>
        </p:nvSpPr>
        <p:spPr>
          <a:xfrm>
            <a:off x="4866480" y="1825920"/>
            <a:ext cx="360" cy="360"/>
          </a:xfrm>
          <a:custGeom>
            <a:avLst/>
            <a:gdLst/>
            <a:ahLst/>
            <a:rect l="0" t="0" r="r" b="b"/>
            <a:pathLst>
              <a:path w="1" h="1">
                <a:moveTo>
                  <a:pt x="0" y="1"/>
                </a:moveTo>
                <a:lnTo>
                  <a:pt x="0" y="0"/>
                </a:lnTo>
                <a:lnTo>
                  <a:pt x="1" y="0"/>
                </a:lnTo>
                <a:lnTo>
                  <a:pt x="1" y="1"/>
                </a:lnTo>
                <a:lnTo>
                  <a:pt x="0" y="1"/>
                </a:lnTo>
                <a:close/>
              </a:path>
            </a:pathLst>
          </a:custGeom>
          <a:solidFill>
            <a:srgbClr val="C2C2BF"/>
          </a:solidFill>
          <a:ln w="2520">
            <a:solidFill>
              <a:srgbClr val="FFFFFF"/>
            </a:solidFill>
            <a:round/>
          </a:ln>
        </p:spPr>
        <p:txBody>
          <a:bodyPr lIns="1080" tIns="-720" rIns="1080" bIns="-7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67" name=""/>
          <p:cNvSpPr/>
          <p:nvPr/>
        </p:nvSpPr>
        <p:spPr>
          <a:xfrm>
            <a:off x="4865040" y="1825200"/>
            <a:ext cx="1800" cy="2160"/>
          </a:xfrm>
          <a:custGeom>
            <a:avLst/>
            <a:gdLst/>
            <a:ahLst/>
            <a:rect l="0" t="0" r="r" b="b"/>
            <a:pathLst>
              <a:path w="5" h="6">
                <a:moveTo>
                  <a:pt x="4" y="5"/>
                </a:moveTo>
                <a:lnTo>
                  <a:pt x="4" y="3"/>
                </a:lnTo>
                <a:lnTo>
                  <a:pt x="2" y="5"/>
                </a:lnTo>
                <a:lnTo>
                  <a:pt x="1" y="6"/>
                </a:lnTo>
                <a:lnTo>
                  <a:pt x="0" y="6"/>
                </a:lnTo>
                <a:lnTo>
                  <a:pt x="0" y="5"/>
                </a:lnTo>
                <a:lnTo>
                  <a:pt x="0" y="1"/>
                </a:lnTo>
                <a:lnTo>
                  <a:pt x="0" y="0"/>
                </a:lnTo>
                <a:lnTo>
                  <a:pt x="1" y="0"/>
                </a:lnTo>
                <a:lnTo>
                  <a:pt x="2" y="0"/>
                </a:lnTo>
                <a:lnTo>
                  <a:pt x="4" y="0"/>
                </a:lnTo>
                <a:lnTo>
                  <a:pt x="4" y="1"/>
                </a:lnTo>
                <a:lnTo>
                  <a:pt x="5" y="2"/>
                </a:lnTo>
                <a:lnTo>
                  <a:pt x="4" y="2"/>
                </a:lnTo>
                <a:lnTo>
                  <a:pt x="4" y="3"/>
                </a:lnTo>
                <a:lnTo>
                  <a:pt x="4" y="5"/>
                </a:lnTo>
                <a:close/>
              </a:path>
            </a:pathLst>
          </a:custGeom>
          <a:solidFill>
            <a:srgbClr val="C2C2BF"/>
          </a:solidFill>
          <a:ln w="2520">
            <a:solidFill>
              <a:srgbClr val="FFFFFF"/>
            </a:solidFill>
            <a:round/>
          </a:ln>
        </p:spPr>
        <p:txBody>
          <a:bodyPr lIns="1080" tIns="1080" rIns="1080" bIns="108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68" name=""/>
          <p:cNvSpPr/>
          <p:nvPr/>
        </p:nvSpPr>
        <p:spPr>
          <a:xfrm>
            <a:off x="4866480" y="1825200"/>
            <a:ext cx="1440" cy="1080"/>
          </a:xfrm>
          <a:custGeom>
            <a:avLst/>
            <a:gdLst/>
            <a:ahLst/>
            <a:rect l="0" t="0" r="r" b="b"/>
            <a:pathLst>
              <a:path w="4" h="3">
                <a:moveTo>
                  <a:pt x="4" y="0"/>
                </a:moveTo>
                <a:lnTo>
                  <a:pt x="4" y="2"/>
                </a:lnTo>
                <a:lnTo>
                  <a:pt x="4" y="3"/>
                </a:lnTo>
                <a:lnTo>
                  <a:pt x="2" y="3"/>
                </a:lnTo>
                <a:lnTo>
                  <a:pt x="2" y="2"/>
                </a:lnTo>
                <a:lnTo>
                  <a:pt x="0" y="2"/>
                </a:lnTo>
                <a:lnTo>
                  <a:pt x="0" y="0"/>
                </a:lnTo>
                <a:lnTo>
                  <a:pt x="2" y="0"/>
                </a:lnTo>
                <a:lnTo>
                  <a:pt x="4" y="0"/>
                </a:lnTo>
                <a:close/>
              </a:path>
            </a:pathLst>
          </a:custGeom>
          <a:solidFill>
            <a:srgbClr val="C2C2BF"/>
          </a:solidFill>
          <a:ln w="2520">
            <a:solidFill>
              <a:srgbClr val="FFFFFF"/>
            </a:solidFill>
            <a:round/>
          </a:ln>
        </p:spPr>
        <p:txBody>
          <a:bodyPr lIns="1080" tIns="0" rIns="108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69" name=""/>
          <p:cNvSpPr/>
          <p:nvPr/>
        </p:nvSpPr>
        <p:spPr>
          <a:xfrm>
            <a:off x="4528440" y="1222920"/>
            <a:ext cx="6840" cy="4320"/>
          </a:xfrm>
          <a:custGeom>
            <a:avLst/>
            <a:gdLst/>
            <a:ahLst/>
            <a:rect l="0" t="0" r="r" b="b"/>
            <a:pathLst>
              <a:path w="19" h="12">
                <a:moveTo>
                  <a:pt x="18" y="2"/>
                </a:moveTo>
                <a:lnTo>
                  <a:pt x="18" y="3"/>
                </a:lnTo>
                <a:lnTo>
                  <a:pt x="18" y="4"/>
                </a:lnTo>
                <a:lnTo>
                  <a:pt x="18" y="5"/>
                </a:lnTo>
                <a:lnTo>
                  <a:pt x="18" y="6"/>
                </a:lnTo>
                <a:lnTo>
                  <a:pt x="17" y="5"/>
                </a:lnTo>
                <a:lnTo>
                  <a:pt x="17" y="4"/>
                </a:lnTo>
                <a:lnTo>
                  <a:pt x="16" y="3"/>
                </a:lnTo>
                <a:lnTo>
                  <a:pt x="14" y="4"/>
                </a:lnTo>
                <a:lnTo>
                  <a:pt x="14" y="5"/>
                </a:lnTo>
                <a:lnTo>
                  <a:pt x="13" y="5"/>
                </a:lnTo>
                <a:lnTo>
                  <a:pt x="13" y="6"/>
                </a:lnTo>
                <a:lnTo>
                  <a:pt x="14" y="6"/>
                </a:lnTo>
                <a:lnTo>
                  <a:pt x="13" y="7"/>
                </a:lnTo>
                <a:lnTo>
                  <a:pt x="13" y="6"/>
                </a:lnTo>
                <a:lnTo>
                  <a:pt x="12" y="6"/>
                </a:lnTo>
                <a:lnTo>
                  <a:pt x="12" y="7"/>
                </a:lnTo>
                <a:lnTo>
                  <a:pt x="11" y="7"/>
                </a:lnTo>
                <a:lnTo>
                  <a:pt x="9" y="9"/>
                </a:lnTo>
                <a:lnTo>
                  <a:pt x="8" y="10"/>
                </a:lnTo>
                <a:lnTo>
                  <a:pt x="8" y="9"/>
                </a:lnTo>
                <a:lnTo>
                  <a:pt x="7" y="9"/>
                </a:lnTo>
                <a:lnTo>
                  <a:pt x="6" y="10"/>
                </a:lnTo>
                <a:lnTo>
                  <a:pt x="5" y="10"/>
                </a:lnTo>
                <a:lnTo>
                  <a:pt x="4" y="10"/>
                </a:lnTo>
                <a:lnTo>
                  <a:pt x="2" y="11"/>
                </a:lnTo>
                <a:lnTo>
                  <a:pt x="1" y="11"/>
                </a:lnTo>
                <a:lnTo>
                  <a:pt x="1" y="12"/>
                </a:lnTo>
                <a:lnTo>
                  <a:pt x="1" y="11"/>
                </a:lnTo>
                <a:lnTo>
                  <a:pt x="0" y="10"/>
                </a:lnTo>
                <a:lnTo>
                  <a:pt x="0" y="7"/>
                </a:lnTo>
                <a:lnTo>
                  <a:pt x="0" y="6"/>
                </a:lnTo>
                <a:lnTo>
                  <a:pt x="1" y="5"/>
                </a:lnTo>
                <a:lnTo>
                  <a:pt x="2" y="5"/>
                </a:lnTo>
                <a:lnTo>
                  <a:pt x="3" y="5"/>
                </a:lnTo>
                <a:lnTo>
                  <a:pt x="3" y="6"/>
                </a:lnTo>
                <a:lnTo>
                  <a:pt x="4" y="5"/>
                </a:lnTo>
                <a:lnTo>
                  <a:pt x="5" y="5"/>
                </a:lnTo>
                <a:lnTo>
                  <a:pt x="5" y="4"/>
                </a:lnTo>
                <a:lnTo>
                  <a:pt x="6" y="4"/>
                </a:lnTo>
                <a:lnTo>
                  <a:pt x="7" y="4"/>
                </a:lnTo>
                <a:lnTo>
                  <a:pt x="8" y="4"/>
                </a:lnTo>
                <a:lnTo>
                  <a:pt x="9" y="3"/>
                </a:lnTo>
                <a:lnTo>
                  <a:pt x="11" y="3"/>
                </a:lnTo>
                <a:lnTo>
                  <a:pt x="11" y="2"/>
                </a:lnTo>
                <a:lnTo>
                  <a:pt x="12" y="2"/>
                </a:lnTo>
                <a:lnTo>
                  <a:pt x="13" y="2"/>
                </a:lnTo>
                <a:lnTo>
                  <a:pt x="13" y="1"/>
                </a:lnTo>
                <a:lnTo>
                  <a:pt x="14" y="1"/>
                </a:lnTo>
                <a:lnTo>
                  <a:pt x="14" y="2"/>
                </a:lnTo>
                <a:lnTo>
                  <a:pt x="15" y="1"/>
                </a:lnTo>
                <a:lnTo>
                  <a:pt x="16" y="0"/>
                </a:lnTo>
                <a:lnTo>
                  <a:pt x="17" y="0"/>
                </a:lnTo>
                <a:lnTo>
                  <a:pt x="18" y="0"/>
                </a:lnTo>
                <a:lnTo>
                  <a:pt x="19" y="1"/>
                </a:lnTo>
                <a:lnTo>
                  <a:pt x="18" y="1"/>
                </a:lnTo>
                <a:lnTo>
                  <a:pt x="18" y="2"/>
                </a:lnTo>
                <a:close/>
              </a:path>
            </a:pathLst>
          </a:custGeom>
          <a:solidFill>
            <a:srgbClr val="EDB8A1"/>
          </a:solidFill>
          <a:ln w="2520">
            <a:solidFill>
              <a:srgbClr val="FFFFFF"/>
            </a:solidFill>
            <a:round/>
          </a:ln>
        </p:spPr>
        <p:txBody>
          <a:bodyPr lIns="1080" tIns="1080" rIns="1080" bIns="108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70" name=""/>
          <p:cNvSpPr/>
          <p:nvPr/>
        </p:nvSpPr>
        <p:spPr>
          <a:xfrm>
            <a:off x="4469760" y="1039320"/>
            <a:ext cx="122040" cy="195840"/>
          </a:xfrm>
          <a:custGeom>
            <a:avLst/>
            <a:gdLst/>
            <a:ahLst/>
            <a:rect l="0" t="0" r="r" b="b"/>
            <a:pathLst>
              <a:path w="339" h="544">
                <a:moveTo>
                  <a:pt x="244" y="2"/>
                </a:moveTo>
                <a:lnTo>
                  <a:pt x="245" y="2"/>
                </a:lnTo>
                <a:lnTo>
                  <a:pt x="246" y="2"/>
                </a:lnTo>
                <a:lnTo>
                  <a:pt x="247" y="3"/>
                </a:lnTo>
                <a:lnTo>
                  <a:pt x="248" y="5"/>
                </a:lnTo>
                <a:lnTo>
                  <a:pt x="247" y="6"/>
                </a:lnTo>
                <a:lnTo>
                  <a:pt x="247" y="7"/>
                </a:lnTo>
                <a:lnTo>
                  <a:pt x="248" y="7"/>
                </a:lnTo>
                <a:lnTo>
                  <a:pt x="248" y="8"/>
                </a:lnTo>
                <a:lnTo>
                  <a:pt x="249" y="9"/>
                </a:lnTo>
                <a:lnTo>
                  <a:pt x="248" y="11"/>
                </a:lnTo>
                <a:lnTo>
                  <a:pt x="248" y="12"/>
                </a:lnTo>
                <a:lnTo>
                  <a:pt x="249" y="13"/>
                </a:lnTo>
                <a:lnTo>
                  <a:pt x="249" y="14"/>
                </a:lnTo>
                <a:lnTo>
                  <a:pt x="248" y="15"/>
                </a:lnTo>
                <a:lnTo>
                  <a:pt x="248" y="17"/>
                </a:lnTo>
                <a:lnTo>
                  <a:pt x="247" y="17"/>
                </a:lnTo>
                <a:lnTo>
                  <a:pt x="247" y="18"/>
                </a:lnTo>
                <a:lnTo>
                  <a:pt x="247" y="19"/>
                </a:lnTo>
                <a:lnTo>
                  <a:pt x="248" y="19"/>
                </a:lnTo>
                <a:lnTo>
                  <a:pt x="248" y="20"/>
                </a:lnTo>
                <a:lnTo>
                  <a:pt x="248" y="21"/>
                </a:lnTo>
                <a:lnTo>
                  <a:pt x="249" y="21"/>
                </a:lnTo>
                <a:lnTo>
                  <a:pt x="249" y="22"/>
                </a:lnTo>
                <a:lnTo>
                  <a:pt x="250" y="22"/>
                </a:lnTo>
                <a:lnTo>
                  <a:pt x="250" y="23"/>
                </a:lnTo>
                <a:lnTo>
                  <a:pt x="250" y="24"/>
                </a:lnTo>
                <a:lnTo>
                  <a:pt x="251" y="25"/>
                </a:lnTo>
                <a:lnTo>
                  <a:pt x="251" y="26"/>
                </a:lnTo>
                <a:lnTo>
                  <a:pt x="251" y="27"/>
                </a:lnTo>
                <a:lnTo>
                  <a:pt x="251" y="28"/>
                </a:lnTo>
                <a:lnTo>
                  <a:pt x="252" y="28"/>
                </a:lnTo>
                <a:lnTo>
                  <a:pt x="252" y="29"/>
                </a:lnTo>
                <a:lnTo>
                  <a:pt x="252" y="30"/>
                </a:lnTo>
                <a:lnTo>
                  <a:pt x="253" y="31"/>
                </a:lnTo>
                <a:lnTo>
                  <a:pt x="253" y="32"/>
                </a:lnTo>
                <a:lnTo>
                  <a:pt x="253" y="33"/>
                </a:lnTo>
                <a:lnTo>
                  <a:pt x="253" y="34"/>
                </a:lnTo>
                <a:lnTo>
                  <a:pt x="254" y="35"/>
                </a:lnTo>
                <a:lnTo>
                  <a:pt x="254" y="36"/>
                </a:lnTo>
                <a:lnTo>
                  <a:pt x="255" y="36"/>
                </a:lnTo>
                <a:lnTo>
                  <a:pt x="255" y="37"/>
                </a:lnTo>
                <a:lnTo>
                  <a:pt x="256" y="38"/>
                </a:lnTo>
                <a:lnTo>
                  <a:pt x="258" y="39"/>
                </a:lnTo>
                <a:lnTo>
                  <a:pt x="259" y="40"/>
                </a:lnTo>
                <a:lnTo>
                  <a:pt x="261" y="40"/>
                </a:lnTo>
                <a:lnTo>
                  <a:pt x="262" y="40"/>
                </a:lnTo>
                <a:lnTo>
                  <a:pt x="264" y="41"/>
                </a:lnTo>
                <a:lnTo>
                  <a:pt x="264" y="42"/>
                </a:lnTo>
                <a:lnTo>
                  <a:pt x="265" y="43"/>
                </a:lnTo>
                <a:lnTo>
                  <a:pt x="266" y="43"/>
                </a:lnTo>
                <a:lnTo>
                  <a:pt x="266" y="44"/>
                </a:lnTo>
                <a:lnTo>
                  <a:pt x="266" y="47"/>
                </a:lnTo>
                <a:lnTo>
                  <a:pt x="265" y="57"/>
                </a:lnTo>
                <a:lnTo>
                  <a:pt x="252" y="71"/>
                </a:lnTo>
                <a:lnTo>
                  <a:pt x="249" y="76"/>
                </a:lnTo>
                <a:lnTo>
                  <a:pt x="245" y="83"/>
                </a:lnTo>
                <a:lnTo>
                  <a:pt x="240" y="88"/>
                </a:lnTo>
                <a:lnTo>
                  <a:pt x="238" y="94"/>
                </a:lnTo>
                <a:lnTo>
                  <a:pt x="236" y="104"/>
                </a:lnTo>
                <a:lnTo>
                  <a:pt x="235" y="113"/>
                </a:lnTo>
                <a:lnTo>
                  <a:pt x="235" y="117"/>
                </a:lnTo>
                <a:lnTo>
                  <a:pt x="235" y="120"/>
                </a:lnTo>
                <a:lnTo>
                  <a:pt x="230" y="131"/>
                </a:lnTo>
                <a:lnTo>
                  <a:pt x="219" y="141"/>
                </a:lnTo>
                <a:lnTo>
                  <a:pt x="219" y="143"/>
                </a:lnTo>
                <a:lnTo>
                  <a:pt x="221" y="143"/>
                </a:lnTo>
                <a:lnTo>
                  <a:pt x="222" y="144"/>
                </a:lnTo>
                <a:lnTo>
                  <a:pt x="223" y="144"/>
                </a:lnTo>
                <a:lnTo>
                  <a:pt x="224" y="145"/>
                </a:lnTo>
                <a:lnTo>
                  <a:pt x="225" y="147"/>
                </a:lnTo>
                <a:lnTo>
                  <a:pt x="225" y="148"/>
                </a:lnTo>
                <a:lnTo>
                  <a:pt x="226" y="148"/>
                </a:lnTo>
                <a:lnTo>
                  <a:pt x="228" y="149"/>
                </a:lnTo>
                <a:lnTo>
                  <a:pt x="229" y="150"/>
                </a:lnTo>
                <a:lnTo>
                  <a:pt x="232" y="151"/>
                </a:lnTo>
                <a:lnTo>
                  <a:pt x="233" y="152"/>
                </a:lnTo>
                <a:lnTo>
                  <a:pt x="235" y="152"/>
                </a:lnTo>
                <a:lnTo>
                  <a:pt x="236" y="152"/>
                </a:lnTo>
                <a:lnTo>
                  <a:pt x="236" y="153"/>
                </a:lnTo>
                <a:lnTo>
                  <a:pt x="237" y="153"/>
                </a:lnTo>
                <a:lnTo>
                  <a:pt x="239" y="154"/>
                </a:lnTo>
                <a:lnTo>
                  <a:pt x="240" y="154"/>
                </a:lnTo>
                <a:lnTo>
                  <a:pt x="242" y="155"/>
                </a:lnTo>
                <a:lnTo>
                  <a:pt x="243" y="156"/>
                </a:lnTo>
                <a:lnTo>
                  <a:pt x="245" y="157"/>
                </a:lnTo>
                <a:lnTo>
                  <a:pt x="245" y="158"/>
                </a:lnTo>
                <a:lnTo>
                  <a:pt x="247" y="159"/>
                </a:lnTo>
                <a:lnTo>
                  <a:pt x="248" y="159"/>
                </a:lnTo>
                <a:lnTo>
                  <a:pt x="248" y="160"/>
                </a:lnTo>
                <a:lnTo>
                  <a:pt x="249" y="160"/>
                </a:lnTo>
                <a:lnTo>
                  <a:pt x="252" y="160"/>
                </a:lnTo>
                <a:lnTo>
                  <a:pt x="253" y="161"/>
                </a:lnTo>
                <a:lnTo>
                  <a:pt x="254" y="161"/>
                </a:lnTo>
                <a:lnTo>
                  <a:pt x="255" y="161"/>
                </a:lnTo>
                <a:lnTo>
                  <a:pt x="256" y="162"/>
                </a:lnTo>
                <a:lnTo>
                  <a:pt x="257" y="162"/>
                </a:lnTo>
                <a:lnTo>
                  <a:pt x="258" y="162"/>
                </a:lnTo>
                <a:lnTo>
                  <a:pt x="259" y="163"/>
                </a:lnTo>
                <a:lnTo>
                  <a:pt x="261" y="163"/>
                </a:lnTo>
                <a:lnTo>
                  <a:pt x="262" y="163"/>
                </a:lnTo>
                <a:lnTo>
                  <a:pt x="263" y="164"/>
                </a:lnTo>
                <a:lnTo>
                  <a:pt x="266" y="165"/>
                </a:lnTo>
                <a:lnTo>
                  <a:pt x="268" y="165"/>
                </a:lnTo>
                <a:lnTo>
                  <a:pt x="272" y="166"/>
                </a:lnTo>
                <a:lnTo>
                  <a:pt x="275" y="167"/>
                </a:lnTo>
                <a:lnTo>
                  <a:pt x="275" y="166"/>
                </a:lnTo>
                <a:lnTo>
                  <a:pt x="276" y="165"/>
                </a:lnTo>
                <a:lnTo>
                  <a:pt x="284" y="163"/>
                </a:lnTo>
                <a:lnTo>
                  <a:pt x="284" y="161"/>
                </a:lnTo>
                <a:lnTo>
                  <a:pt x="285" y="161"/>
                </a:lnTo>
                <a:lnTo>
                  <a:pt x="285" y="160"/>
                </a:lnTo>
                <a:lnTo>
                  <a:pt x="286" y="160"/>
                </a:lnTo>
                <a:lnTo>
                  <a:pt x="286" y="161"/>
                </a:lnTo>
                <a:lnTo>
                  <a:pt x="287" y="161"/>
                </a:lnTo>
                <a:lnTo>
                  <a:pt x="287" y="160"/>
                </a:lnTo>
                <a:lnTo>
                  <a:pt x="288" y="160"/>
                </a:lnTo>
                <a:lnTo>
                  <a:pt x="289" y="160"/>
                </a:lnTo>
                <a:lnTo>
                  <a:pt x="290" y="161"/>
                </a:lnTo>
                <a:lnTo>
                  <a:pt x="291" y="162"/>
                </a:lnTo>
                <a:lnTo>
                  <a:pt x="292" y="163"/>
                </a:lnTo>
                <a:lnTo>
                  <a:pt x="293" y="164"/>
                </a:lnTo>
                <a:lnTo>
                  <a:pt x="294" y="165"/>
                </a:lnTo>
                <a:lnTo>
                  <a:pt x="295" y="165"/>
                </a:lnTo>
                <a:lnTo>
                  <a:pt x="296" y="166"/>
                </a:lnTo>
                <a:lnTo>
                  <a:pt x="296" y="167"/>
                </a:lnTo>
                <a:lnTo>
                  <a:pt x="298" y="167"/>
                </a:lnTo>
                <a:lnTo>
                  <a:pt x="299" y="167"/>
                </a:lnTo>
                <a:lnTo>
                  <a:pt x="299" y="168"/>
                </a:lnTo>
                <a:lnTo>
                  <a:pt x="300" y="168"/>
                </a:lnTo>
                <a:lnTo>
                  <a:pt x="302" y="168"/>
                </a:lnTo>
                <a:lnTo>
                  <a:pt x="305" y="169"/>
                </a:lnTo>
                <a:lnTo>
                  <a:pt x="306" y="170"/>
                </a:lnTo>
                <a:lnTo>
                  <a:pt x="306" y="171"/>
                </a:lnTo>
                <a:lnTo>
                  <a:pt x="307" y="172"/>
                </a:lnTo>
                <a:lnTo>
                  <a:pt x="307" y="173"/>
                </a:lnTo>
                <a:lnTo>
                  <a:pt x="307" y="174"/>
                </a:lnTo>
                <a:lnTo>
                  <a:pt x="308" y="175"/>
                </a:lnTo>
                <a:lnTo>
                  <a:pt x="309" y="176"/>
                </a:lnTo>
                <a:lnTo>
                  <a:pt x="310" y="176"/>
                </a:lnTo>
                <a:lnTo>
                  <a:pt x="310" y="177"/>
                </a:lnTo>
                <a:lnTo>
                  <a:pt x="311" y="177"/>
                </a:lnTo>
                <a:lnTo>
                  <a:pt x="312" y="178"/>
                </a:lnTo>
                <a:lnTo>
                  <a:pt x="313" y="179"/>
                </a:lnTo>
                <a:lnTo>
                  <a:pt x="315" y="180"/>
                </a:lnTo>
                <a:lnTo>
                  <a:pt x="315" y="181"/>
                </a:lnTo>
                <a:lnTo>
                  <a:pt x="316" y="181"/>
                </a:lnTo>
                <a:lnTo>
                  <a:pt x="314" y="186"/>
                </a:lnTo>
                <a:lnTo>
                  <a:pt x="313" y="187"/>
                </a:lnTo>
                <a:lnTo>
                  <a:pt x="314" y="189"/>
                </a:lnTo>
                <a:lnTo>
                  <a:pt x="317" y="189"/>
                </a:lnTo>
                <a:lnTo>
                  <a:pt x="318" y="188"/>
                </a:lnTo>
                <a:lnTo>
                  <a:pt x="319" y="188"/>
                </a:lnTo>
                <a:lnTo>
                  <a:pt x="321" y="188"/>
                </a:lnTo>
                <a:lnTo>
                  <a:pt x="323" y="189"/>
                </a:lnTo>
                <a:lnTo>
                  <a:pt x="327" y="194"/>
                </a:lnTo>
                <a:lnTo>
                  <a:pt x="328" y="194"/>
                </a:lnTo>
                <a:lnTo>
                  <a:pt x="329" y="195"/>
                </a:lnTo>
                <a:lnTo>
                  <a:pt x="336" y="197"/>
                </a:lnTo>
                <a:lnTo>
                  <a:pt x="337" y="198"/>
                </a:lnTo>
                <a:lnTo>
                  <a:pt x="338" y="198"/>
                </a:lnTo>
                <a:lnTo>
                  <a:pt x="339" y="199"/>
                </a:lnTo>
                <a:lnTo>
                  <a:pt x="339" y="201"/>
                </a:lnTo>
                <a:lnTo>
                  <a:pt x="339" y="202"/>
                </a:lnTo>
                <a:lnTo>
                  <a:pt x="338" y="202"/>
                </a:lnTo>
                <a:lnTo>
                  <a:pt x="338" y="203"/>
                </a:lnTo>
                <a:lnTo>
                  <a:pt x="337" y="205"/>
                </a:lnTo>
                <a:lnTo>
                  <a:pt x="338" y="205"/>
                </a:lnTo>
                <a:lnTo>
                  <a:pt x="338" y="206"/>
                </a:lnTo>
                <a:lnTo>
                  <a:pt x="337" y="206"/>
                </a:lnTo>
                <a:lnTo>
                  <a:pt x="336" y="208"/>
                </a:lnTo>
                <a:lnTo>
                  <a:pt x="335" y="210"/>
                </a:lnTo>
                <a:lnTo>
                  <a:pt x="334" y="210"/>
                </a:lnTo>
                <a:lnTo>
                  <a:pt x="333" y="208"/>
                </a:lnTo>
                <a:lnTo>
                  <a:pt x="332" y="208"/>
                </a:lnTo>
                <a:lnTo>
                  <a:pt x="331" y="208"/>
                </a:lnTo>
                <a:lnTo>
                  <a:pt x="331" y="207"/>
                </a:lnTo>
                <a:lnTo>
                  <a:pt x="330" y="207"/>
                </a:lnTo>
                <a:lnTo>
                  <a:pt x="330" y="208"/>
                </a:lnTo>
                <a:lnTo>
                  <a:pt x="331" y="208"/>
                </a:lnTo>
                <a:lnTo>
                  <a:pt x="332" y="208"/>
                </a:lnTo>
                <a:lnTo>
                  <a:pt x="332" y="209"/>
                </a:lnTo>
                <a:lnTo>
                  <a:pt x="331" y="209"/>
                </a:lnTo>
                <a:lnTo>
                  <a:pt x="329" y="210"/>
                </a:lnTo>
                <a:lnTo>
                  <a:pt x="327" y="210"/>
                </a:lnTo>
                <a:lnTo>
                  <a:pt x="326" y="209"/>
                </a:lnTo>
                <a:lnTo>
                  <a:pt x="322" y="211"/>
                </a:lnTo>
                <a:lnTo>
                  <a:pt x="322" y="212"/>
                </a:lnTo>
                <a:lnTo>
                  <a:pt x="322" y="214"/>
                </a:lnTo>
                <a:lnTo>
                  <a:pt x="323" y="214"/>
                </a:lnTo>
                <a:lnTo>
                  <a:pt x="323" y="215"/>
                </a:lnTo>
                <a:lnTo>
                  <a:pt x="323" y="216"/>
                </a:lnTo>
                <a:lnTo>
                  <a:pt x="322" y="216"/>
                </a:lnTo>
                <a:lnTo>
                  <a:pt x="321" y="218"/>
                </a:lnTo>
                <a:lnTo>
                  <a:pt x="320" y="219"/>
                </a:lnTo>
                <a:lnTo>
                  <a:pt x="320" y="220"/>
                </a:lnTo>
                <a:lnTo>
                  <a:pt x="319" y="220"/>
                </a:lnTo>
                <a:lnTo>
                  <a:pt x="319" y="221"/>
                </a:lnTo>
                <a:lnTo>
                  <a:pt x="320" y="221"/>
                </a:lnTo>
                <a:lnTo>
                  <a:pt x="320" y="222"/>
                </a:lnTo>
                <a:lnTo>
                  <a:pt x="317" y="221"/>
                </a:lnTo>
                <a:lnTo>
                  <a:pt x="316" y="222"/>
                </a:lnTo>
                <a:lnTo>
                  <a:pt x="315" y="223"/>
                </a:lnTo>
                <a:lnTo>
                  <a:pt x="314" y="222"/>
                </a:lnTo>
                <a:lnTo>
                  <a:pt x="313" y="221"/>
                </a:lnTo>
                <a:lnTo>
                  <a:pt x="311" y="221"/>
                </a:lnTo>
                <a:lnTo>
                  <a:pt x="311" y="222"/>
                </a:lnTo>
                <a:lnTo>
                  <a:pt x="312" y="223"/>
                </a:lnTo>
                <a:lnTo>
                  <a:pt x="312" y="224"/>
                </a:lnTo>
                <a:lnTo>
                  <a:pt x="315" y="224"/>
                </a:lnTo>
                <a:lnTo>
                  <a:pt x="315" y="225"/>
                </a:lnTo>
                <a:lnTo>
                  <a:pt x="315" y="226"/>
                </a:lnTo>
                <a:lnTo>
                  <a:pt x="313" y="226"/>
                </a:lnTo>
                <a:lnTo>
                  <a:pt x="311" y="228"/>
                </a:lnTo>
                <a:lnTo>
                  <a:pt x="310" y="230"/>
                </a:lnTo>
                <a:lnTo>
                  <a:pt x="309" y="231"/>
                </a:lnTo>
                <a:lnTo>
                  <a:pt x="309" y="232"/>
                </a:lnTo>
                <a:lnTo>
                  <a:pt x="308" y="232"/>
                </a:lnTo>
                <a:lnTo>
                  <a:pt x="306" y="232"/>
                </a:lnTo>
                <a:lnTo>
                  <a:pt x="305" y="232"/>
                </a:lnTo>
                <a:lnTo>
                  <a:pt x="304" y="232"/>
                </a:lnTo>
                <a:lnTo>
                  <a:pt x="304" y="233"/>
                </a:lnTo>
                <a:lnTo>
                  <a:pt x="306" y="235"/>
                </a:lnTo>
                <a:lnTo>
                  <a:pt x="307" y="236"/>
                </a:lnTo>
                <a:lnTo>
                  <a:pt x="308" y="235"/>
                </a:lnTo>
                <a:lnTo>
                  <a:pt x="310" y="235"/>
                </a:lnTo>
                <a:lnTo>
                  <a:pt x="310" y="236"/>
                </a:lnTo>
                <a:lnTo>
                  <a:pt x="310" y="238"/>
                </a:lnTo>
                <a:lnTo>
                  <a:pt x="309" y="241"/>
                </a:lnTo>
                <a:lnTo>
                  <a:pt x="308" y="242"/>
                </a:lnTo>
                <a:lnTo>
                  <a:pt x="309" y="242"/>
                </a:lnTo>
                <a:lnTo>
                  <a:pt x="308" y="243"/>
                </a:lnTo>
                <a:lnTo>
                  <a:pt x="308" y="244"/>
                </a:lnTo>
                <a:lnTo>
                  <a:pt x="306" y="245"/>
                </a:lnTo>
                <a:lnTo>
                  <a:pt x="306" y="246"/>
                </a:lnTo>
                <a:lnTo>
                  <a:pt x="306" y="247"/>
                </a:lnTo>
                <a:lnTo>
                  <a:pt x="305" y="246"/>
                </a:lnTo>
                <a:lnTo>
                  <a:pt x="303" y="247"/>
                </a:lnTo>
                <a:lnTo>
                  <a:pt x="302" y="248"/>
                </a:lnTo>
                <a:lnTo>
                  <a:pt x="302" y="249"/>
                </a:lnTo>
                <a:lnTo>
                  <a:pt x="302" y="250"/>
                </a:lnTo>
                <a:lnTo>
                  <a:pt x="302" y="251"/>
                </a:lnTo>
                <a:lnTo>
                  <a:pt x="302" y="253"/>
                </a:lnTo>
                <a:lnTo>
                  <a:pt x="301" y="255"/>
                </a:lnTo>
                <a:lnTo>
                  <a:pt x="301" y="256"/>
                </a:lnTo>
                <a:lnTo>
                  <a:pt x="301" y="257"/>
                </a:lnTo>
                <a:lnTo>
                  <a:pt x="302" y="257"/>
                </a:lnTo>
                <a:lnTo>
                  <a:pt x="302" y="259"/>
                </a:lnTo>
                <a:lnTo>
                  <a:pt x="301" y="260"/>
                </a:lnTo>
                <a:lnTo>
                  <a:pt x="300" y="260"/>
                </a:lnTo>
                <a:lnTo>
                  <a:pt x="300" y="266"/>
                </a:lnTo>
                <a:lnTo>
                  <a:pt x="300" y="267"/>
                </a:lnTo>
                <a:lnTo>
                  <a:pt x="299" y="268"/>
                </a:lnTo>
                <a:lnTo>
                  <a:pt x="300" y="270"/>
                </a:lnTo>
                <a:lnTo>
                  <a:pt x="300" y="271"/>
                </a:lnTo>
                <a:lnTo>
                  <a:pt x="301" y="273"/>
                </a:lnTo>
                <a:lnTo>
                  <a:pt x="303" y="275"/>
                </a:lnTo>
                <a:lnTo>
                  <a:pt x="304" y="277"/>
                </a:lnTo>
                <a:lnTo>
                  <a:pt x="305" y="278"/>
                </a:lnTo>
                <a:lnTo>
                  <a:pt x="305" y="279"/>
                </a:lnTo>
                <a:lnTo>
                  <a:pt x="305" y="280"/>
                </a:lnTo>
                <a:lnTo>
                  <a:pt x="305" y="281"/>
                </a:lnTo>
                <a:lnTo>
                  <a:pt x="304" y="281"/>
                </a:lnTo>
                <a:lnTo>
                  <a:pt x="302" y="280"/>
                </a:lnTo>
                <a:lnTo>
                  <a:pt x="301" y="281"/>
                </a:lnTo>
                <a:lnTo>
                  <a:pt x="300" y="281"/>
                </a:lnTo>
                <a:lnTo>
                  <a:pt x="300" y="282"/>
                </a:lnTo>
                <a:lnTo>
                  <a:pt x="301" y="282"/>
                </a:lnTo>
                <a:lnTo>
                  <a:pt x="301" y="283"/>
                </a:lnTo>
                <a:lnTo>
                  <a:pt x="302" y="283"/>
                </a:lnTo>
                <a:lnTo>
                  <a:pt x="303" y="283"/>
                </a:lnTo>
                <a:lnTo>
                  <a:pt x="303" y="284"/>
                </a:lnTo>
                <a:lnTo>
                  <a:pt x="304" y="285"/>
                </a:lnTo>
                <a:lnTo>
                  <a:pt x="306" y="286"/>
                </a:lnTo>
                <a:lnTo>
                  <a:pt x="307" y="288"/>
                </a:lnTo>
                <a:lnTo>
                  <a:pt x="308" y="289"/>
                </a:lnTo>
                <a:lnTo>
                  <a:pt x="308" y="290"/>
                </a:lnTo>
                <a:lnTo>
                  <a:pt x="308" y="291"/>
                </a:lnTo>
                <a:lnTo>
                  <a:pt x="308" y="292"/>
                </a:lnTo>
                <a:lnTo>
                  <a:pt x="308" y="293"/>
                </a:lnTo>
                <a:lnTo>
                  <a:pt x="308" y="294"/>
                </a:lnTo>
                <a:lnTo>
                  <a:pt x="308" y="295"/>
                </a:lnTo>
                <a:lnTo>
                  <a:pt x="307" y="295"/>
                </a:lnTo>
                <a:lnTo>
                  <a:pt x="307" y="296"/>
                </a:lnTo>
                <a:lnTo>
                  <a:pt x="305" y="299"/>
                </a:lnTo>
                <a:lnTo>
                  <a:pt x="305" y="298"/>
                </a:lnTo>
                <a:lnTo>
                  <a:pt x="302" y="295"/>
                </a:lnTo>
                <a:lnTo>
                  <a:pt x="302" y="296"/>
                </a:lnTo>
                <a:lnTo>
                  <a:pt x="302" y="297"/>
                </a:lnTo>
                <a:lnTo>
                  <a:pt x="302" y="298"/>
                </a:lnTo>
                <a:lnTo>
                  <a:pt x="303" y="299"/>
                </a:lnTo>
                <a:lnTo>
                  <a:pt x="302" y="299"/>
                </a:lnTo>
                <a:lnTo>
                  <a:pt x="301" y="299"/>
                </a:lnTo>
                <a:lnTo>
                  <a:pt x="300" y="298"/>
                </a:lnTo>
                <a:lnTo>
                  <a:pt x="299" y="299"/>
                </a:lnTo>
                <a:lnTo>
                  <a:pt x="298" y="299"/>
                </a:lnTo>
                <a:lnTo>
                  <a:pt x="296" y="297"/>
                </a:lnTo>
                <a:lnTo>
                  <a:pt x="295" y="296"/>
                </a:lnTo>
                <a:lnTo>
                  <a:pt x="293" y="294"/>
                </a:lnTo>
                <a:lnTo>
                  <a:pt x="291" y="294"/>
                </a:lnTo>
                <a:lnTo>
                  <a:pt x="290" y="294"/>
                </a:lnTo>
                <a:lnTo>
                  <a:pt x="288" y="294"/>
                </a:lnTo>
                <a:lnTo>
                  <a:pt x="288" y="295"/>
                </a:lnTo>
                <a:lnTo>
                  <a:pt x="285" y="296"/>
                </a:lnTo>
                <a:lnTo>
                  <a:pt x="284" y="297"/>
                </a:lnTo>
                <a:lnTo>
                  <a:pt x="284" y="296"/>
                </a:lnTo>
                <a:lnTo>
                  <a:pt x="283" y="296"/>
                </a:lnTo>
                <a:lnTo>
                  <a:pt x="282" y="295"/>
                </a:lnTo>
                <a:lnTo>
                  <a:pt x="281" y="295"/>
                </a:lnTo>
                <a:lnTo>
                  <a:pt x="281" y="296"/>
                </a:lnTo>
                <a:lnTo>
                  <a:pt x="279" y="295"/>
                </a:lnTo>
                <a:lnTo>
                  <a:pt x="278" y="295"/>
                </a:lnTo>
                <a:lnTo>
                  <a:pt x="278" y="294"/>
                </a:lnTo>
                <a:lnTo>
                  <a:pt x="277" y="294"/>
                </a:lnTo>
                <a:lnTo>
                  <a:pt x="277" y="295"/>
                </a:lnTo>
                <a:lnTo>
                  <a:pt x="277" y="296"/>
                </a:lnTo>
                <a:lnTo>
                  <a:pt x="277" y="297"/>
                </a:lnTo>
                <a:lnTo>
                  <a:pt x="277" y="298"/>
                </a:lnTo>
                <a:lnTo>
                  <a:pt x="276" y="298"/>
                </a:lnTo>
                <a:lnTo>
                  <a:pt x="274" y="297"/>
                </a:lnTo>
                <a:lnTo>
                  <a:pt x="273" y="297"/>
                </a:lnTo>
                <a:lnTo>
                  <a:pt x="274" y="298"/>
                </a:lnTo>
                <a:lnTo>
                  <a:pt x="274" y="299"/>
                </a:lnTo>
                <a:lnTo>
                  <a:pt x="273" y="298"/>
                </a:lnTo>
                <a:lnTo>
                  <a:pt x="271" y="298"/>
                </a:lnTo>
                <a:lnTo>
                  <a:pt x="270" y="298"/>
                </a:lnTo>
                <a:lnTo>
                  <a:pt x="270" y="297"/>
                </a:lnTo>
                <a:lnTo>
                  <a:pt x="270" y="296"/>
                </a:lnTo>
                <a:lnTo>
                  <a:pt x="268" y="295"/>
                </a:lnTo>
                <a:lnTo>
                  <a:pt x="266" y="293"/>
                </a:lnTo>
                <a:lnTo>
                  <a:pt x="265" y="293"/>
                </a:lnTo>
                <a:lnTo>
                  <a:pt x="264" y="293"/>
                </a:lnTo>
                <a:lnTo>
                  <a:pt x="263" y="294"/>
                </a:lnTo>
                <a:lnTo>
                  <a:pt x="264" y="295"/>
                </a:lnTo>
                <a:lnTo>
                  <a:pt x="265" y="295"/>
                </a:lnTo>
                <a:lnTo>
                  <a:pt x="266" y="296"/>
                </a:lnTo>
                <a:lnTo>
                  <a:pt x="266" y="297"/>
                </a:lnTo>
                <a:lnTo>
                  <a:pt x="265" y="297"/>
                </a:lnTo>
                <a:lnTo>
                  <a:pt x="264" y="300"/>
                </a:lnTo>
                <a:lnTo>
                  <a:pt x="263" y="299"/>
                </a:lnTo>
                <a:lnTo>
                  <a:pt x="262" y="299"/>
                </a:lnTo>
                <a:lnTo>
                  <a:pt x="261" y="297"/>
                </a:lnTo>
                <a:lnTo>
                  <a:pt x="259" y="298"/>
                </a:lnTo>
                <a:lnTo>
                  <a:pt x="258" y="297"/>
                </a:lnTo>
                <a:lnTo>
                  <a:pt x="257" y="296"/>
                </a:lnTo>
                <a:lnTo>
                  <a:pt x="256" y="296"/>
                </a:lnTo>
                <a:lnTo>
                  <a:pt x="255" y="295"/>
                </a:lnTo>
                <a:lnTo>
                  <a:pt x="255" y="294"/>
                </a:lnTo>
                <a:lnTo>
                  <a:pt x="254" y="294"/>
                </a:lnTo>
                <a:lnTo>
                  <a:pt x="253" y="294"/>
                </a:lnTo>
                <a:lnTo>
                  <a:pt x="252" y="293"/>
                </a:lnTo>
                <a:lnTo>
                  <a:pt x="252" y="292"/>
                </a:lnTo>
                <a:lnTo>
                  <a:pt x="251" y="292"/>
                </a:lnTo>
                <a:lnTo>
                  <a:pt x="250" y="292"/>
                </a:lnTo>
                <a:lnTo>
                  <a:pt x="250" y="293"/>
                </a:lnTo>
                <a:lnTo>
                  <a:pt x="250" y="295"/>
                </a:lnTo>
                <a:lnTo>
                  <a:pt x="250" y="296"/>
                </a:lnTo>
                <a:lnTo>
                  <a:pt x="250" y="297"/>
                </a:lnTo>
                <a:lnTo>
                  <a:pt x="250" y="298"/>
                </a:lnTo>
                <a:lnTo>
                  <a:pt x="249" y="299"/>
                </a:lnTo>
                <a:lnTo>
                  <a:pt x="249" y="300"/>
                </a:lnTo>
                <a:lnTo>
                  <a:pt x="249" y="301"/>
                </a:lnTo>
                <a:lnTo>
                  <a:pt x="249" y="302"/>
                </a:lnTo>
                <a:lnTo>
                  <a:pt x="248" y="301"/>
                </a:lnTo>
                <a:lnTo>
                  <a:pt x="248" y="300"/>
                </a:lnTo>
                <a:lnTo>
                  <a:pt x="247" y="300"/>
                </a:lnTo>
                <a:lnTo>
                  <a:pt x="246" y="299"/>
                </a:lnTo>
                <a:lnTo>
                  <a:pt x="246" y="298"/>
                </a:lnTo>
                <a:lnTo>
                  <a:pt x="246" y="297"/>
                </a:lnTo>
                <a:lnTo>
                  <a:pt x="245" y="297"/>
                </a:lnTo>
                <a:lnTo>
                  <a:pt x="243" y="298"/>
                </a:lnTo>
                <a:lnTo>
                  <a:pt x="242" y="297"/>
                </a:lnTo>
                <a:lnTo>
                  <a:pt x="242" y="296"/>
                </a:lnTo>
                <a:lnTo>
                  <a:pt x="241" y="297"/>
                </a:lnTo>
                <a:lnTo>
                  <a:pt x="241" y="298"/>
                </a:lnTo>
                <a:lnTo>
                  <a:pt x="240" y="299"/>
                </a:lnTo>
                <a:lnTo>
                  <a:pt x="240" y="298"/>
                </a:lnTo>
                <a:lnTo>
                  <a:pt x="240" y="297"/>
                </a:lnTo>
                <a:lnTo>
                  <a:pt x="239" y="297"/>
                </a:lnTo>
                <a:lnTo>
                  <a:pt x="238" y="297"/>
                </a:lnTo>
                <a:lnTo>
                  <a:pt x="237" y="297"/>
                </a:lnTo>
                <a:lnTo>
                  <a:pt x="236" y="296"/>
                </a:lnTo>
                <a:lnTo>
                  <a:pt x="235" y="296"/>
                </a:lnTo>
                <a:lnTo>
                  <a:pt x="235" y="295"/>
                </a:lnTo>
                <a:lnTo>
                  <a:pt x="234" y="295"/>
                </a:lnTo>
                <a:lnTo>
                  <a:pt x="234" y="296"/>
                </a:lnTo>
                <a:lnTo>
                  <a:pt x="233" y="297"/>
                </a:lnTo>
                <a:lnTo>
                  <a:pt x="234" y="297"/>
                </a:lnTo>
                <a:lnTo>
                  <a:pt x="235" y="299"/>
                </a:lnTo>
                <a:lnTo>
                  <a:pt x="235" y="300"/>
                </a:lnTo>
                <a:lnTo>
                  <a:pt x="235" y="301"/>
                </a:lnTo>
                <a:lnTo>
                  <a:pt x="236" y="301"/>
                </a:lnTo>
                <a:lnTo>
                  <a:pt x="236" y="302"/>
                </a:lnTo>
                <a:lnTo>
                  <a:pt x="237" y="302"/>
                </a:lnTo>
                <a:lnTo>
                  <a:pt x="237" y="303"/>
                </a:lnTo>
                <a:lnTo>
                  <a:pt x="238" y="304"/>
                </a:lnTo>
                <a:lnTo>
                  <a:pt x="238" y="306"/>
                </a:lnTo>
                <a:lnTo>
                  <a:pt x="238" y="308"/>
                </a:lnTo>
                <a:lnTo>
                  <a:pt x="239" y="310"/>
                </a:lnTo>
                <a:lnTo>
                  <a:pt x="240" y="310"/>
                </a:lnTo>
                <a:lnTo>
                  <a:pt x="240" y="311"/>
                </a:lnTo>
                <a:lnTo>
                  <a:pt x="239" y="312"/>
                </a:lnTo>
                <a:lnTo>
                  <a:pt x="238" y="311"/>
                </a:lnTo>
                <a:lnTo>
                  <a:pt x="237" y="312"/>
                </a:lnTo>
                <a:lnTo>
                  <a:pt x="237" y="314"/>
                </a:lnTo>
                <a:lnTo>
                  <a:pt x="237" y="315"/>
                </a:lnTo>
                <a:lnTo>
                  <a:pt x="237" y="316"/>
                </a:lnTo>
                <a:lnTo>
                  <a:pt x="238" y="318"/>
                </a:lnTo>
                <a:lnTo>
                  <a:pt x="236" y="318"/>
                </a:lnTo>
                <a:lnTo>
                  <a:pt x="234" y="318"/>
                </a:lnTo>
                <a:lnTo>
                  <a:pt x="233" y="317"/>
                </a:lnTo>
                <a:lnTo>
                  <a:pt x="232" y="318"/>
                </a:lnTo>
                <a:lnTo>
                  <a:pt x="232" y="319"/>
                </a:lnTo>
                <a:lnTo>
                  <a:pt x="233" y="320"/>
                </a:lnTo>
                <a:lnTo>
                  <a:pt x="232" y="321"/>
                </a:lnTo>
                <a:lnTo>
                  <a:pt x="232" y="322"/>
                </a:lnTo>
                <a:lnTo>
                  <a:pt x="231" y="322"/>
                </a:lnTo>
                <a:lnTo>
                  <a:pt x="231" y="321"/>
                </a:lnTo>
                <a:lnTo>
                  <a:pt x="230" y="321"/>
                </a:lnTo>
                <a:lnTo>
                  <a:pt x="230" y="320"/>
                </a:lnTo>
                <a:lnTo>
                  <a:pt x="231" y="320"/>
                </a:lnTo>
                <a:lnTo>
                  <a:pt x="231" y="319"/>
                </a:lnTo>
                <a:lnTo>
                  <a:pt x="230" y="319"/>
                </a:lnTo>
                <a:lnTo>
                  <a:pt x="229" y="318"/>
                </a:lnTo>
                <a:lnTo>
                  <a:pt x="228" y="317"/>
                </a:lnTo>
                <a:lnTo>
                  <a:pt x="228" y="316"/>
                </a:lnTo>
                <a:lnTo>
                  <a:pt x="227" y="315"/>
                </a:lnTo>
                <a:lnTo>
                  <a:pt x="227" y="316"/>
                </a:lnTo>
                <a:lnTo>
                  <a:pt x="227" y="317"/>
                </a:lnTo>
                <a:lnTo>
                  <a:pt x="228" y="318"/>
                </a:lnTo>
                <a:lnTo>
                  <a:pt x="228" y="319"/>
                </a:lnTo>
                <a:lnTo>
                  <a:pt x="228" y="320"/>
                </a:lnTo>
                <a:lnTo>
                  <a:pt x="228" y="321"/>
                </a:lnTo>
                <a:lnTo>
                  <a:pt x="229" y="322"/>
                </a:lnTo>
                <a:lnTo>
                  <a:pt x="230" y="322"/>
                </a:lnTo>
                <a:lnTo>
                  <a:pt x="231" y="322"/>
                </a:lnTo>
                <a:lnTo>
                  <a:pt x="234" y="324"/>
                </a:lnTo>
                <a:lnTo>
                  <a:pt x="234" y="325"/>
                </a:lnTo>
                <a:lnTo>
                  <a:pt x="234" y="326"/>
                </a:lnTo>
                <a:lnTo>
                  <a:pt x="233" y="327"/>
                </a:lnTo>
                <a:lnTo>
                  <a:pt x="234" y="329"/>
                </a:lnTo>
                <a:lnTo>
                  <a:pt x="235" y="328"/>
                </a:lnTo>
                <a:lnTo>
                  <a:pt x="235" y="327"/>
                </a:lnTo>
                <a:lnTo>
                  <a:pt x="236" y="327"/>
                </a:lnTo>
                <a:lnTo>
                  <a:pt x="237" y="327"/>
                </a:lnTo>
                <a:lnTo>
                  <a:pt x="237" y="328"/>
                </a:lnTo>
                <a:lnTo>
                  <a:pt x="237" y="330"/>
                </a:lnTo>
                <a:lnTo>
                  <a:pt x="237" y="331"/>
                </a:lnTo>
                <a:lnTo>
                  <a:pt x="236" y="331"/>
                </a:lnTo>
                <a:lnTo>
                  <a:pt x="238" y="332"/>
                </a:lnTo>
                <a:lnTo>
                  <a:pt x="238" y="334"/>
                </a:lnTo>
                <a:lnTo>
                  <a:pt x="238" y="335"/>
                </a:lnTo>
                <a:lnTo>
                  <a:pt x="239" y="337"/>
                </a:lnTo>
                <a:lnTo>
                  <a:pt x="239" y="338"/>
                </a:lnTo>
                <a:lnTo>
                  <a:pt x="238" y="338"/>
                </a:lnTo>
                <a:lnTo>
                  <a:pt x="238" y="339"/>
                </a:lnTo>
                <a:lnTo>
                  <a:pt x="238" y="340"/>
                </a:lnTo>
                <a:lnTo>
                  <a:pt x="238" y="341"/>
                </a:lnTo>
                <a:lnTo>
                  <a:pt x="237" y="341"/>
                </a:lnTo>
                <a:lnTo>
                  <a:pt x="238" y="343"/>
                </a:lnTo>
                <a:lnTo>
                  <a:pt x="237" y="344"/>
                </a:lnTo>
                <a:lnTo>
                  <a:pt x="237" y="345"/>
                </a:lnTo>
                <a:lnTo>
                  <a:pt x="236" y="345"/>
                </a:lnTo>
                <a:lnTo>
                  <a:pt x="237" y="347"/>
                </a:lnTo>
                <a:lnTo>
                  <a:pt x="237" y="348"/>
                </a:lnTo>
                <a:lnTo>
                  <a:pt x="238" y="349"/>
                </a:lnTo>
                <a:lnTo>
                  <a:pt x="237" y="349"/>
                </a:lnTo>
                <a:lnTo>
                  <a:pt x="236" y="348"/>
                </a:lnTo>
                <a:lnTo>
                  <a:pt x="235" y="347"/>
                </a:lnTo>
                <a:lnTo>
                  <a:pt x="235" y="348"/>
                </a:lnTo>
                <a:lnTo>
                  <a:pt x="233" y="346"/>
                </a:lnTo>
                <a:lnTo>
                  <a:pt x="231" y="346"/>
                </a:lnTo>
                <a:lnTo>
                  <a:pt x="231" y="347"/>
                </a:lnTo>
                <a:lnTo>
                  <a:pt x="231" y="348"/>
                </a:lnTo>
                <a:lnTo>
                  <a:pt x="230" y="348"/>
                </a:lnTo>
                <a:lnTo>
                  <a:pt x="229" y="347"/>
                </a:lnTo>
                <a:lnTo>
                  <a:pt x="228" y="348"/>
                </a:lnTo>
                <a:lnTo>
                  <a:pt x="228" y="349"/>
                </a:lnTo>
                <a:lnTo>
                  <a:pt x="227" y="349"/>
                </a:lnTo>
                <a:lnTo>
                  <a:pt x="225" y="350"/>
                </a:lnTo>
                <a:lnTo>
                  <a:pt x="225" y="351"/>
                </a:lnTo>
                <a:lnTo>
                  <a:pt x="226" y="351"/>
                </a:lnTo>
                <a:lnTo>
                  <a:pt x="226" y="352"/>
                </a:lnTo>
                <a:lnTo>
                  <a:pt x="226" y="353"/>
                </a:lnTo>
                <a:lnTo>
                  <a:pt x="227" y="354"/>
                </a:lnTo>
                <a:lnTo>
                  <a:pt x="225" y="354"/>
                </a:lnTo>
                <a:lnTo>
                  <a:pt x="225" y="353"/>
                </a:lnTo>
                <a:lnTo>
                  <a:pt x="224" y="354"/>
                </a:lnTo>
                <a:lnTo>
                  <a:pt x="223" y="354"/>
                </a:lnTo>
                <a:lnTo>
                  <a:pt x="223" y="355"/>
                </a:lnTo>
                <a:lnTo>
                  <a:pt x="223" y="356"/>
                </a:lnTo>
                <a:lnTo>
                  <a:pt x="223" y="357"/>
                </a:lnTo>
                <a:lnTo>
                  <a:pt x="223" y="360"/>
                </a:lnTo>
                <a:lnTo>
                  <a:pt x="223" y="362"/>
                </a:lnTo>
                <a:lnTo>
                  <a:pt x="222" y="362"/>
                </a:lnTo>
                <a:lnTo>
                  <a:pt x="221" y="363"/>
                </a:lnTo>
                <a:lnTo>
                  <a:pt x="220" y="363"/>
                </a:lnTo>
                <a:lnTo>
                  <a:pt x="219" y="363"/>
                </a:lnTo>
                <a:lnTo>
                  <a:pt x="218" y="362"/>
                </a:lnTo>
                <a:lnTo>
                  <a:pt x="218" y="363"/>
                </a:lnTo>
                <a:lnTo>
                  <a:pt x="218" y="364"/>
                </a:lnTo>
                <a:lnTo>
                  <a:pt x="218" y="366"/>
                </a:lnTo>
                <a:lnTo>
                  <a:pt x="219" y="366"/>
                </a:lnTo>
                <a:lnTo>
                  <a:pt x="220" y="367"/>
                </a:lnTo>
                <a:lnTo>
                  <a:pt x="221" y="368"/>
                </a:lnTo>
                <a:lnTo>
                  <a:pt x="220" y="368"/>
                </a:lnTo>
                <a:lnTo>
                  <a:pt x="219" y="369"/>
                </a:lnTo>
                <a:lnTo>
                  <a:pt x="220" y="370"/>
                </a:lnTo>
                <a:lnTo>
                  <a:pt x="219" y="371"/>
                </a:lnTo>
                <a:lnTo>
                  <a:pt x="218" y="371"/>
                </a:lnTo>
                <a:lnTo>
                  <a:pt x="217" y="371"/>
                </a:lnTo>
                <a:lnTo>
                  <a:pt x="216" y="371"/>
                </a:lnTo>
                <a:lnTo>
                  <a:pt x="216" y="370"/>
                </a:lnTo>
                <a:lnTo>
                  <a:pt x="215" y="370"/>
                </a:lnTo>
                <a:lnTo>
                  <a:pt x="214" y="369"/>
                </a:lnTo>
                <a:lnTo>
                  <a:pt x="213" y="369"/>
                </a:lnTo>
                <a:lnTo>
                  <a:pt x="213" y="371"/>
                </a:lnTo>
                <a:lnTo>
                  <a:pt x="212" y="371"/>
                </a:lnTo>
                <a:lnTo>
                  <a:pt x="211" y="370"/>
                </a:lnTo>
                <a:lnTo>
                  <a:pt x="210" y="369"/>
                </a:lnTo>
                <a:lnTo>
                  <a:pt x="210" y="370"/>
                </a:lnTo>
                <a:lnTo>
                  <a:pt x="211" y="371"/>
                </a:lnTo>
                <a:lnTo>
                  <a:pt x="211" y="372"/>
                </a:lnTo>
                <a:lnTo>
                  <a:pt x="211" y="373"/>
                </a:lnTo>
                <a:lnTo>
                  <a:pt x="212" y="373"/>
                </a:lnTo>
                <a:lnTo>
                  <a:pt x="213" y="373"/>
                </a:lnTo>
                <a:lnTo>
                  <a:pt x="213" y="372"/>
                </a:lnTo>
                <a:lnTo>
                  <a:pt x="214" y="373"/>
                </a:lnTo>
                <a:lnTo>
                  <a:pt x="215" y="375"/>
                </a:lnTo>
                <a:lnTo>
                  <a:pt x="216" y="375"/>
                </a:lnTo>
                <a:lnTo>
                  <a:pt x="215" y="376"/>
                </a:lnTo>
                <a:lnTo>
                  <a:pt x="216" y="377"/>
                </a:lnTo>
                <a:lnTo>
                  <a:pt x="217" y="377"/>
                </a:lnTo>
                <a:lnTo>
                  <a:pt x="217" y="376"/>
                </a:lnTo>
                <a:lnTo>
                  <a:pt x="217" y="377"/>
                </a:lnTo>
                <a:lnTo>
                  <a:pt x="218" y="377"/>
                </a:lnTo>
                <a:lnTo>
                  <a:pt x="218" y="378"/>
                </a:lnTo>
                <a:lnTo>
                  <a:pt x="219" y="378"/>
                </a:lnTo>
                <a:lnTo>
                  <a:pt x="219" y="379"/>
                </a:lnTo>
                <a:lnTo>
                  <a:pt x="220" y="379"/>
                </a:lnTo>
                <a:lnTo>
                  <a:pt x="222" y="379"/>
                </a:lnTo>
                <a:lnTo>
                  <a:pt x="222" y="380"/>
                </a:lnTo>
                <a:lnTo>
                  <a:pt x="222" y="381"/>
                </a:lnTo>
                <a:lnTo>
                  <a:pt x="223" y="381"/>
                </a:lnTo>
                <a:lnTo>
                  <a:pt x="223" y="380"/>
                </a:lnTo>
                <a:lnTo>
                  <a:pt x="223" y="379"/>
                </a:lnTo>
                <a:lnTo>
                  <a:pt x="224" y="379"/>
                </a:lnTo>
                <a:lnTo>
                  <a:pt x="224" y="380"/>
                </a:lnTo>
                <a:lnTo>
                  <a:pt x="224" y="381"/>
                </a:lnTo>
                <a:lnTo>
                  <a:pt x="225" y="381"/>
                </a:lnTo>
                <a:lnTo>
                  <a:pt x="226" y="381"/>
                </a:lnTo>
                <a:lnTo>
                  <a:pt x="226" y="382"/>
                </a:lnTo>
                <a:lnTo>
                  <a:pt x="226" y="383"/>
                </a:lnTo>
                <a:lnTo>
                  <a:pt x="226" y="384"/>
                </a:lnTo>
                <a:lnTo>
                  <a:pt x="226" y="385"/>
                </a:lnTo>
                <a:lnTo>
                  <a:pt x="225" y="385"/>
                </a:lnTo>
                <a:lnTo>
                  <a:pt x="225" y="386"/>
                </a:lnTo>
                <a:lnTo>
                  <a:pt x="224" y="387"/>
                </a:lnTo>
                <a:lnTo>
                  <a:pt x="225" y="388"/>
                </a:lnTo>
                <a:lnTo>
                  <a:pt x="225" y="389"/>
                </a:lnTo>
                <a:lnTo>
                  <a:pt x="225" y="390"/>
                </a:lnTo>
                <a:lnTo>
                  <a:pt x="224" y="390"/>
                </a:lnTo>
                <a:lnTo>
                  <a:pt x="224" y="389"/>
                </a:lnTo>
                <a:lnTo>
                  <a:pt x="223" y="389"/>
                </a:lnTo>
                <a:lnTo>
                  <a:pt x="223" y="390"/>
                </a:lnTo>
                <a:lnTo>
                  <a:pt x="223" y="391"/>
                </a:lnTo>
                <a:lnTo>
                  <a:pt x="223" y="392"/>
                </a:lnTo>
                <a:lnTo>
                  <a:pt x="224" y="392"/>
                </a:lnTo>
                <a:lnTo>
                  <a:pt x="225" y="392"/>
                </a:lnTo>
                <a:lnTo>
                  <a:pt x="226" y="392"/>
                </a:lnTo>
                <a:lnTo>
                  <a:pt x="227" y="393"/>
                </a:lnTo>
                <a:lnTo>
                  <a:pt x="228" y="395"/>
                </a:lnTo>
                <a:lnTo>
                  <a:pt x="227" y="395"/>
                </a:lnTo>
                <a:lnTo>
                  <a:pt x="226" y="396"/>
                </a:lnTo>
                <a:lnTo>
                  <a:pt x="225" y="396"/>
                </a:lnTo>
                <a:lnTo>
                  <a:pt x="225" y="397"/>
                </a:lnTo>
                <a:lnTo>
                  <a:pt x="225" y="398"/>
                </a:lnTo>
                <a:lnTo>
                  <a:pt x="225" y="399"/>
                </a:lnTo>
                <a:lnTo>
                  <a:pt x="225" y="401"/>
                </a:lnTo>
                <a:lnTo>
                  <a:pt x="225" y="402"/>
                </a:lnTo>
                <a:lnTo>
                  <a:pt x="224" y="402"/>
                </a:lnTo>
                <a:lnTo>
                  <a:pt x="225" y="402"/>
                </a:lnTo>
                <a:lnTo>
                  <a:pt x="225" y="403"/>
                </a:lnTo>
                <a:lnTo>
                  <a:pt x="224" y="404"/>
                </a:lnTo>
                <a:lnTo>
                  <a:pt x="223" y="403"/>
                </a:lnTo>
                <a:lnTo>
                  <a:pt x="222" y="403"/>
                </a:lnTo>
                <a:lnTo>
                  <a:pt x="221" y="403"/>
                </a:lnTo>
                <a:lnTo>
                  <a:pt x="221" y="404"/>
                </a:lnTo>
                <a:lnTo>
                  <a:pt x="222" y="404"/>
                </a:lnTo>
                <a:lnTo>
                  <a:pt x="222" y="405"/>
                </a:lnTo>
                <a:lnTo>
                  <a:pt x="222" y="406"/>
                </a:lnTo>
                <a:lnTo>
                  <a:pt x="223" y="407"/>
                </a:lnTo>
                <a:lnTo>
                  <a:pt x="224" y="409"/>
                </a:lnTo>
                <a:lnTo>
                  <a:pt x="225" y="409"/>
                </a:lnTo>
                <a:lnTo>
                  <a:pt x="226" y="408"/>
                </a:lnTo>
                <a:lnTo>
                  <a:pt x="226" y="409"/>
                </a:lnTo>
                <a:lnTo>
                  <a:pt x="228" y="410"/>
                </a:lnTo>
                <a:lnTo>
                  <a:pt x="229" y="411"/>
                </a:lnTo>
                <a:lnTo>
                  <a:pt x="230" y="410"/>
                </a:lnTo>
                <a:lnTo>
                  <a:pt x="231" y="409"/>
                </a:lnTo>
                <a:lnTo>
                  <a:pt x="231" y="408"/>
                </a:lnTo>
                <a:lnTo>
                  <a:pt x="230" y="407"/>
                </a:lnTo>
                <a:lnTo>
                  <a:pt x="230" y="406"/>
                </a:lnTo>
                <a:lnTo>
                  <a:pt x="231" y="406"/>
                </a:lnTo>
                <a:lnTo>
                  <a:pt x="232" y="406"/>
                </a:lnTo>
                <a:lnTo>
                  <a:pt x="233" y="407"/>
                </a:lnTo>
                <a:lnTo>
                  <a:pt x="234" y="409"/>
                </a:lnTo>
                <a:lnTo>
                  <a:pt x="234" y="408"/>
                </a:lnTo>
                <a:lnTo>
                  <a:pt x="235" y="408"/>
                </a:lnTo>
                <a:lnTo>
                  <a:pt x="235" y="407"/>
                </a:lnTo>
                <a:lnTo>
                  <a:pt x="234" y="407"/>
                </a:lnTo>
                <a:lnTo>
                  <a:pt x="234" y="406"/>
                </a:lnTo>
                <a:lnTo>
                  <a:pt x="235" y="405"/>
                </a:lnTo>
                <a:lnTo>
                  <a:pt x="236" y="406"/>
                </a:lnTo>
                <a:lnTo>
                  <a:pt x="236" y="408"/>
                </a:lnTo>
                <a:lnTo>
                  <a:pt x="238" y="409"/>
                </a:lnTo>
                <a:lnTo>
                  <a:pt x="239" y="409"/>
                </a:lnTo>
                <a:lnTo>
                  <a:pt x="239" y="408"/>
                </a:lnTo>
                <a:lnTo>
                  <a:pt x="239" y="407"/>
                </a:lnTo>
                <a:lnTo>
                  <a:pt x="239" y="406"/>
                </a:lnTo>
                <a:lnTo>
                  <a:pt x="240" y="407"/>
                </a:lnTo>
                <a:lnTo>
                  <a:pt x="239" y="407"/>
                </a:lnTo>
                <a:lnTo>
                  <a:pt x="239" y="408"/>
                </a:lnTo>
                <a:lnTo>
                  <a:pt x="239" y="409"/>
                </a:lnTo>
                <a:lnTo>
                  <a:pt x="240" y="410"/>
                </a:lnTo>
                <a:lnTo>
                  <a:pt x="240" y="409"/>
                </a:lnTo>
                <a:lnTo>
                  <a:pt x="242" y="409"/>
                </a:lnTo>
                <a:lnTo>
                  <a:pt x="243" y="408"/>
                </a:lnTo>
                <a:lnTo>
                  <a:pt x="244" y="408"/>
                </a:lnTo>
                <a:lnTo>
                  <a:pt x="244" y="410"/>
                </a:lnTo>
                <a:lnTo>
                  <a:pt x="245" y="412"/>
                </a:lnTo>
                <a:lnTo>
                  <a:pt x="246" y="413"/>
                </a:lnTo>
                <a:lnTo>
                  <a:pt x="248" y="413"/>
                </a:lnTo>
                <a:lnTo>
                  <a:pt x="249" y="413"/>
                </a:lnTo>
                <a:lnTo>
                  <a:pt x="250" y="414"/>
                </a:lnTo>
                <a:lnTo>
                  <a:pt x="251" y="415"/>
                </a:lnTo>
                <a:lnTo>
                  <a:pt x="252" y="416"/>
                </a:lnTo>
                <a:lnTo>
                  <a:pt x="252" y="415"/>
                </a:lnTo>
                <a:lnTo>
                  <a:pt x="252" y="414"/>
                </a:lnTo>
                <a:lnTo>
                  <a:pt x="253" y="414"/>
                </a:lnTo>
                <a:lnTo>
                  <a:pt x="254" y="414"/>
                </a:lnTo>
                <a:lnTo>
                  <a:pt x="255" y="414"/>
                </a:lnTo>
                <a:lnTo>
                  <a:pt x="255" y="415"/>
                </a:lnTo>
                <a:lnTo>
                  <a:pt x="255" y="416"/>
                </a:lnTo>
                <a:lnTo>
                  <a:pt x="256" y="416"/>
                </a:lnTo>
                <a:lnTo>
                  <a:pt x="256" y="415"/>
                </a:lnTo>
                <a:lnTo>
                  <a:pt x="257" y="414"/>
                </a:lnTo>
                <a:lnTo>
                  <a:pt x="257" y="415"/>
                </a:lnTo>
                <a:lnTo>
                  <a:pt x="258" y="415"/>
                </a:lnTo>
                <a:lnTo>
                  <a:pt x="258" y="414"/>
                </a:lnTo>
                <a:lnTo>
                  <a:pt x="259" y="413"/>
                </a:lnTo>
                <a:lnTo>
                  <a:pt x="259" y="414"/>
                </a:lnTo>
                <a:lnTo>
                  <a:pt x="259" y="416"/>
                </a:lnTo>
                <a:lnTo>
                  <a:pt x="261" y="417"/>
                </a:lnTo>
                <a:lnTo>
                  <a:pt x="261" y="416"/>
                </a:lnTo>
                <a:lnTo>
                  <a:pt x="262" y="416"/>
                </a:lnTo>
                <a:lnTo>
                  <a:pt x="263" y="418"/>
                </a:lnTo>
                <a:lnTo>
                  <a:pt x="263" y="419"/>
                </a:lnTo>
                <a:lnTo>
                  <a:pt x="264" y="420"/>
                </a:lnTo>
                <a:lnTo>
                  <a:pt x="265" y="420"/>
                </a:lnTo>
                <a:lnTo>
                  <a:pt x="265" y="422"/>
                </a:lnTo>
                <a:lnTo>
                  <a:pt x="266" y="422"/>
                </a:lnTo>
                <a:lnTo>
                  <a:pt x="266" y="421"/>
                </a:lnTo>
                <a:lnTo>
                  <a:pt x="267" y="423"/>
                </a:lnTo>
                <a:lnTo>
                  <a:pt x="268" y="424"/>
                </a:lnTo>
                <a:lnTo>
                  <a:pt x="267" y="425"/>
                </a:lnTo>
                <a:lnTo>
                  <a:pt x="267" y="426"/>
                </a:lnTo>
                <a:lnTo>
                  <a:pt x="268" y="426"/>
                </a:lnTo>
                <a:lnTo>
                  <a:pt x="269" y="426"/>
                </a:lnTo>
                <a:lnTo>
                  <a:pt x="269" y="425"/>
                </a:lnTo>
                <a:lnTo>
                  <a:pt x="270" y="425"/>
                </a:lnTo>
                <a:lnTo>
                  <a:pt x="270" y="426"/>
                </a:lnTo>
                <a:lnTo>
                  <a:pt x="269" y="427"/>
                </a:lnTo>
                <a:lnTo>
                  <a:pt x="269" y="428"/>
                </a:lnTo>
                <a:lnTo>
                  <a:pt x="270" y="429"/>
                </a:lnTo>
                <a:lnTo>
                  <a:pt x="270" y="428"/>
                </a:lnTo>
                <a:lnTo>
                  <a:pt x="270" y="427"/>
                </a:lnTo>
                <a:lnTo>
                  <a:pt x="271" y="427"/>
                </a:lnTo>
                <a:lnTo>
                  <a:pt x="271" y="429"/>
                </a:lnTo>
                <a:lnTo>
                  <a:pt x="270" y="429"/>
                </a:lnTo>
                <a:lnTo>
                  <a:pt x="271" y="430"/>
                </a:lnTo>
                <a:lnTo>
                  <a:pt x="272" y="430"/>
                </a:lnTo>
                <a:lnTo>
                  <a:pt x="273" y="431"/>
                </a:lnTo>
                <a:lnTo>
                  <a:pt x="273" y="433"/>
                </a:lnTo>
                <a:lnTo>
                  <a:pt x="272" y="434"/>
                </a:lnTo>
                <a:lnTo>
                  <a:pt x="271" y="435"/>
                </a:lnTo>
                <a:lnTo>
                  <a:pt x="271" y="436"/>
                </a:lnTo>
                <a:lnTo>
                  <a:pt x="271" y="437"/>
                </a:lnTo>
                <a:lnTo>
                  <a:pt x="271" y="439"/>
                </a:lnTo>
                <a:lnTo>
                  <a:pt x="270" y="439"/>
                </a:lnTo>
                <a:lnTo>
                  <a:pt x="270" y="440"/>
                </a:lnTo>
                <a:lnTo>
                  <a:pt x="270" y="441"/>
                </a:lnTo>
                <a:lnTo>
                  <a:pt x="270" y="442"/>
                </a:lnTo>
                <a:lnTo>
                  <a:pt x="271" y="442"/>
                </a:lnTo>
                <a:lnTo>
                  <a:pt x="271" y="443"/>
                </a:lnTo>
                <a:lnTo>
                  <a:pt x="272" y="443"/>
                </a:lnTo>
                <a:lnTo>
                  <a:pt x="272" y="444"/>
                </a:lnTo>
                <a:lnTo>
                  <a:pt x="272" y="445"/>
                </a:lnTo>
                <a:lnTo>
                  <a:pt x="271" y="445"/>
                </a:lnTo>
                <a:lnTo>
                  <a:pt x="270" y="446"/>
                </a:lnTo>
                <a:lnTo>
                  <a:pt x="270" y="447"/>
                </a:lnTo>
                <a:lnTo>
                  <a:pt x="269" y="448"/>
                </a:lnTo>
                <a:lnTo>
                  <a:pt x="268" y="449"/>
                </a:lnTo>
                <a:lnTo>
                  <a:pt x="269" y="450"/>
                </a:lnTo>
                <a:lnTo>
                  <a:pt x="269" y="451"/>
                </a:lnTo>
                <a:lnTo>
                  <a:pt x="268" y="451"/>
                </a:lnTo>
                <a:lnTo>
                  <a:pt x="268" y="450"/>
                </a:lnTo>
                <a:lnTo>
                  <a:pt x="267" y="450"/>
                </a:lnTo>
                <a:lnTo>
                  <a:pt x="268" y="449"/>
                </a:lnTo>
                <a:lnTo>
                  <a:pt x="269" y="448"/>
                </a:lnTo>
                <a:lnTo>
                  <a:pt x="268" y="448"/>
                </a:lnTo>
                <a:lnTo>
                  <a:pt x="267" y="448"/>
                </a:lnTo>
                <a:lnTo>
                  <a:pt x="266" y="448"/>
                </a:lnTo>
                <a:lnTo>
                  <a:pt x="267" y="448"/>
                </a:lnTo>
                <a:lnTo>
                  <a:pt x="267" y="447"/>
                </a:lnTo>
                <a:lnTo>
                  <a:pt x="266" y="447"/>
                </a:lnTo>
                <a:lnTo>
                  <a:pt x="266" y="448"/>
                </a:lnTo>
                <a:lnTo>
                  <a:pt x="266" y="449"/>
                </a:lnTo>
                <a:lnTo>
                  <a:pt x="267" y="451"/>
                </a:lnTo>
                <a:lnTo>
                  <a:pt x="268" y="451"/>
                </a:lnTo>
                <a:lnTo>
                  <a:pt x="269" y="452"/>
                </a:lnTo>
                <a:lnTo>
                  <a:pt x="269" y="451"/>
                </a:lnTo>
                <a:lnTo>
                  <a:pt x="269" y="450"/>
                </a:lnTo>
                <a:lnTo>
                  <a:pt x="270" y="450"/>
                </a:lnTo>
                <a:lnTo>
                  <a:pt x="270" y="449"/>
                </a:lnTo>
                <a:lnTo>
                  <a:pt x="271" y="450"/>
                </a:lnTo>
                <a:lnTo>
                  <a:pt x="272" y="451"/>
                </a:lnTo>
                <a:lnTo>
                  <a:pt x="271" y="452"/>
                </a:lnTo>
                <a:lnTo>
                  <a:pt x="271" y="453"/>
                </a:lnTo>
                <a:lnTo>
                  <a:pt x="270" y="453"/>
                </a:lnTo>
                <a:lnTo>
                  <a:pt x="269" y="453"/>
                </a:lnTo>
                <a:lnTo>
                  <a:pt x="269" y="452"/>
                </a:lnTo>
                <a:lnTo>
                  <a:pt x="268" y="452"/>
                </a:lnTo>
                <a:lnTo>
                  <a:pt x="268" y="453"/>
                </a:lnTo>
                <a:lnTo>
                  <a:pt x="268" y="454"/>
                </a:lnTo>
                <a:lnTo>
                  <a:pt x="268" y="455"/>
                </a:lnTo>
                <a:lnTo>
                  <a:pt x="267" y="454"/>
                </a:lnTo>
                <a:lnTo>
                  <a:pt x="266" y="454"/>
                </a:lnTo>
                <a:lnTo>
                  <a:pt x="265" y="455"/>
                </a:lnTo>
                <a:lnTo>
                  <a:pt x="265" y="456"/>
                </a:lnTo>
                <a:lnTo>
                  <a:pt x="264" y="456"/>
                </a:lnTo>
                <a:lnTo>
                  <a:pt x="263" y="457"/>
                </a:lnTo>
                <a:lnTo>
                  <a:pt x="262" y="458"/>
                </a:lnTo>
                <a:lnTo>
                  <a:pt x="262" y="459"/>
                </a:lnTo>
                <a:lnTo>
                  <a:pt x="263" y="459"/>
                </a:lnTo>
                <a:lnTo>
                  <a:pt x="264" y="459"/>
                </a:lnTo>
                <a:lnTo>
                  <a:pt x="265" y="459"/>
                </a:lnTo>
                <a:lnTo>
                  <a:pt x="265" y="460"/>
                </a:lnTo>
                <a:lnTo>
                  <a:pt x="266" y="461"/>
                </a:lnTo>
                <a:lnTo>
                  <a:pt x="265" y="461"/>
                </a:lnTo>
                <a:lnTo>
                  <a:pt x="265" y="460"/>
                </a:lnTo>
                <a:lnTo>
                  <a:pt x="264" y="460"/>
                </a:lnTo>
                <a:lnTo>
                  <a:pt x="264" y="461"/>
                </a:lnTo>
                <a:lnTo>
                  <a:pt x="265" y="462"/>
                </a:lnTo>
                <a:lnTo>
                  <a:pt x="265" y="463"/>
                </a:lnTo>
                <a:lnTo>
                  <a:pt x="266" y="463"/>
                </a:lnTo>
                <a:lnTo>
                  <a:pt x="266" y="464"/>
                </a:lnTo>
                <a:lnTo>
                  <a:pt x="267" y="465"/>
                </a:lnTo>
                <a:lnTo>
                  <a:pt x="267" y="466"/>
                </a:lnTo>
                <a:lnTo>
                  <a:pt x="268" y="466"/>
                </a:lnTo>
                <a:lnTo>
                  <a:pt x="268" y="465"/>
                </a:lnTo>
                <a:lnTo>
                  <a:pt x="269" y="465"/>
                </a:lnTo>
                <a:lnTo>
                  <a:pt x="269" y="466"/>
                </a:lnTo>
                <a:lnTo>
                  <a:pt x="269" y="467"/>
                </a:lnTo>
                <a:lnTo>
                  <a:pt x="270" y="468"/>
                </a:lnTo>
                <a:lnTo>
                  <a:pt x="270" y="469"/>
                </a:lnTo>
                <a:lnTo>
                  <a:pt x="269" y="469"/>
                </a:lnTo>
                <a:lnTo>
                  <a:pt x="267" y="468"/>
                </a:lnTo>
                <a:lnTo>
                  <a:pt x="267" y="469"/>
                </a:lnTo>
                <a:lnTo>
                  <a:pt x="268" y="470"/>
                </a:lnTo>
                <a:lnTo>
                  <a:pt x="269" y="470"/>
                </a:lnTo>
                <a:lnTo>
                  <a:pt x="269" y="471"/>
                </a:lnTo>
                <a:lnTo>
                  <a:pt x="269" y="473"/>
                </a:lnTo>
                <a:lnTo>
                  <a:pt x="269" y="474"/>
                </a:lnTo>
                <a:lnTo>
                  <a:pt x="268" y="474"/>
                </a:lnTo>
                <a:lnTo>
                  <a:pt x="268" y="473"/>
                </a:lnTo>
                <a:lnTo>
                  <a:pt x="267" y="473"/>
                </a:lnTo>
                <a:lnTo>
                  <a:pt x="267" y="474"/>
                </a:lnTo>
                <a:lnTo>
                  <a:pt x="266" y="474"/>
                </a:lnTo>
                <a:lnTo>
                  <a:pt x="266" y="473"/>
                </a:lnTo>
                <a:lnTo>
                  <a:pt x="265" y="472"/>
                </a:lnTo>
                <a:lnTo>
                  <a:pt x="265" y="473"/>
                </a:lnTo>
                <a:lnTo>
                  <a:pt x="264" y="473"/>
                </a:lnTo>
                <a:lnTo>
                  <a:pt x="264" y="475"/>
                </a:lnTo>
                <a:lnTo>
                  <a:pt x="264" y="476"/>
                </a:lnTo>
                <a:lnTo>
                  <a:pt x="264" y="477"/>
                </a:lnTo>
                <a:lnTo>
                  <a:pt x="264" y="478"/>
                </a:lnTo>
                <a:lnTo>
                  <a:pt x="263" y="478"/>
                </a:lnTo>
                <a:lnTo>
                  <a:pt x="263" y="477"/>
                </a:lnTo>
                <a:lnTo>
                  <a:pt x="259" y="477"/>
                </a:lnTo>
                <a:lnTo>
                  <a:pt x="258" y="477"/>
                </a:lnTo>
                <a:lnTo>
                  <a:pt x="258" y="479"/>
                </a:lnTo>
                <a:lnTo>
                  <a:pt x="259" y="480"/>
                </a:lnTo>
                <a:lnTo>
                  <a:pt x="258" y="480"/>
                </a:lnTo>
                <a:lnTo>
                  <a:pt x="257" y="481"/>
                </a:lnTo>
                <a:lnTo>
                  <a:pt x="257" y="482"/>
                </a:lnTo>
                <a:lnTo>
                  <a:pt x="256" y="480"/>
                </a:lnTo>
                <a:lnTo>
                  <a:pt x="255" y="480"/>
                </a:lnTo>
                <a:lnTo>
                  <a:pt x="253" y="480"/>
                </a:lnTo>
                <a:lnTo>
                  <a:pt x="253" y="479"/>
                </a:lnTo>
                <a:lnTo>
                  <a:pt x="252" y="479"/>
                </a:lnTo>
                <a:lnTo>
                  <a:pt x="252" y="480"/>
                </a:lnTo>
                <a:lnTo>
                  <a:pt x="251" y="482"/>
                </a:lnTo>
                <a:lnTo>
                  <a:pt x="250" y="483"/>
                </a:lnTo>
                <a:lnTo>
                  <a:pt x="251" y="483"/>
                </a:lnTo>
                <a:lnTo>
                  <a:pt x="252" y="484"/>
                </a:lnTo>
                <a:lnTo>
                  <a:pt x="251" y="484"/>
                </a:lnTo>
                <a:lnTo>
                  <a:pt x="250" y="484"/>
                </a:lnTo>
                <a:lnTo>
                  <a:pt x="249" y="484"/>
                </a:lnTo>
                <a:lnTo>
                  <a:pt x="249" y="483"/>
                </a:lnTo>
                <a:lnTo>
                  <a:pt x="248" y="483"/>
                </a:lnTo>
                <a:lnTo>
                  <a:pt x="248" y="482"/>
                </a:lnTo>
                <a:lnTo>
                  <a:pt x="247" y="482"/>
                </a:lnTo>
                <a:lnTo>
                  <a:pt x="246" y="482"/>
                </a:lnTo>
                <a:lnTo>
                  <a:pt x="246" y="481"/>
                </a:lnTo>
                <a:lnTo>
                  <a:pt x="245" y="480"/>
                </a:lnTo>
                <a:lnTo>
                  <a:pt x="246" y="480"/>
                </a:lnTo>
                <a:lnTo>
                  <a:pt x="244" y="479"/>
                </a:lnTo>
                <a:lnTo>
                  <a:pt x="243" y="479"/>
                </a:lnTo>
                <a:lnTo>
                  <a:pt x="243" y="480"/>
                </a:lnTo>
                <a:lnTo>
                  <a:pt x="243" y="481"/>
                </a:lnTo>
                <a:lnTo>
                  <a:pt x="243" y="482"/>
                </a:lnTo>
                <a:lnTo>
                  <a:pt x="243" y="483"/>
                </a:lnTo>
                <a:lnTo>
                  <a:pt x="242" y="483"/>
                </a:lnTo>
                <a:lnTo>
                  <a:pt x="242" y="482"/>
                </a:lnTo>
                <a:lnTo>
                  <a:pt x="241" y="482"/>
                </a:lnTo>
                <a:lnTo>
                  <a:pt x="240" y="482"/>
                </a:lnTo>
                <a:lnTo>
                  <a:pt x="239" y="481"/>
                </a:lnTo>
                <a:lnTo>
                  <a:pt x="238" y="479"/>
                </a:lnTo>
                <a:lnTo>
                  <a:pt x="238" y="478"/>
                </a:lnTo>
                <a:lnTo>
                  <a:pt x="238" y="477"/>
                </a:lnTo>
                <a:lnTo>
                  <a:pt x="237" y="477"/>
                </a:lnTo>
                <a:lnTo>
                  <a:pt x="237" y="478"/>
                </a:lnTo>
                <a:lnTo>
                  <a:pt x="236" y="478"/>
                </a:lnTo>
                <a:lnTo>
                  <a:pt x="236" y="477"/>
                </a:lnTo>
                <a:lnTo>
                  <a:pt x="235" y="477"/>
                </a:lnTo>
                <a:lnTo>
                  <a:pt x="236" y="478"/>
                </a:lnTo>
                <a:lnTo>
                  <a:pt x="236" y="479"/>
                </a:lnTo>
                <a:lnTo>
                  <a:pt x="234" y="479"/>
                </a:lnTo>
                <a:lnTo>
                  <a:pt x="233" y="479"/>
                </a:lnTo>
                <a:lnTo>
                  <a:pt x="232" y="478"/>
                </a:lnTo>
                <a:lnTo>
                  <a:pt x="230" y="478"/>
                </a:lnTo>
                <a:lnTo>
                  <a:pt x="229" y="478"/>
                </a:lnTo>
                <a:lnTo>
                  <a:pt x="228" y="478"/>
                </a:lnTo>
                <a:lnTo>
                  <a:pt x="228" y="480"/>
                </a:lnTo>
                <a:lnTo>
                  <a:pt x="228" y="479"/>
                </a:lnTo>
                <a:lnTo>
                  <a:pt x="227" y="479"/>
                </a:lnTo>
                <a:lnTo>
                  <a:pt x="227" y="478"/>
                </a:lnTo>
                <a:lnTo>
                  <a:pt x="226" y="478"/>
                </a:lnTo>
                <a:lnTo>
                  <a:pt x="225" y="478"/>
                </a:lnTo>
                <a:lnTo>
                  <a:pt x="225" y="479"/>
                </a:lnTo>
                <a:lnTo>
                  <a:pt x="224" y="479"/>
                </a:lnTo>
                <a:lnTo>
                  <a:pt x="224" y="480"/>
                </a:lnTo>
                <a:lnTo>
                  <a:pt x="223" y="480"/>
                </a:lnTo>
                <a:lnTo>
                  <a:pt x="222" y="481"/>
                </a:lnTo>
                <a:lnTo>
                  <a:pt x="221" y="482"/>
                </a:lnTo>
                <a:lnTo>
                  <a:pt x="221" y="483"/>
                </a:lnTo>
                <a:lnTo>
                  <a:pt x="220" y="484"/>
                </a:lnTo>
                <a:lnTo>
                  <a:pt x="219" y="485"/>
                </a:lnTo>
                <a:lnTo>
                  <a:pt x="219" y="487"/>
                </a:lnTo>
                <a:lnTo>
                  <a:pt x="219" y="488"/>
                </a:lnTo>
                <a:lnTo>
                  <a:pt x="219" y="489"/>
                </a:lnTo>
                <a:lnTo>
                  <a:pt x="220" y="490"/>
                </a:lnTo>
                <a:lnTo>
                  <a:pt x="221" y="490"/>
                </a:lnTo>
                <a:lnTo>
                  <a:pt x="221" y="491"/>
                </a:lnTo>
                <a:lnTo>
                  <a:pt x="222" y="491"/>
                </a:lnTo>
                <a:lnTo>
                  <a:pt x="221" y="491"/>
                </a:lnTo>
                <a:lnTo>
                  <a:pt x="221" y="492"/>
                </a:lnTo>
                <a:lnTo>
                  <a:pt x="221" y="493"/>
                </a:lnTo>
                <a:lnTo>
                  <a:pt x="222" y="493"/>
                </a:lnTo>
                <a:lnTo>
                  <a:pt x="222" y="494"/>
                </a:lnTo>
                <a:lnTo>
                  <a:pt x="222" y="495"/>
                </a:lnTo>
                <a:lnTo>
                  <a:pt x="223" y="496"/>
                </a:lnTo>
                <a:lnTo>
                  <a:pt x="223" y="497"/>
                </a:lnTo>
                <a:lnTo>
                  <a:pt x="223" y="498"/>
                </a:lnTo>
                <a:lnTo>
                  <a:pt x="223" y="499"/>
                </a:lnTo>
                <a:lnTo>
                  <a:pt x="224" y="499"/>
                </a:lnTo>
                <a:lnTo>
                  <a:pt x="224" y="500"/>
                </a:lnTo>
                <a:lnTo>
                  <a:pt x="223" y="499"/>
                </a:lnTo>
                <a:lnTo>
                  <a:pt x="222" y="499"/>
                </a:lnTo>
                <a:lnTo>
                  <a:pt x="221" y="499"/>
                </a:lnTo>
                <a:lnTo>
                  <a:pt x="221" y="500"/>
                </a:lnTo>
                <a:lnTo>
                  <a:pt x="221" y="501"/>
                </a:lnTo>
                <a:lnTo>
                  <a:pt x="221" y="502"/>
                </a:lnTo>
                <a:lnTo>
                  <a:pt x="221" y="503"/>
                </a:lnTo>
                <a:lnTo>
                  <a:pt x="221" y="504"/>
                </a:lnTo>
                <a:lnTo>
                  <a:pt x="221" y="505"/>
                </a:lnTo>
                <a:lnTo>
                  <a:pt x="220" y="505"/>
                </a:lnTo>
                <a:lnTo>
                  <a:pt x="220" y="506"/>
                </a:lnTo>
                <a:lnTo>
                  <a:pt x="220" y="507"/>
                </a:lnTo>
                <a:lnTo>
                  <a:pt x="221" y="507"/>
                </a:lnTo>
                <a:lnTo>
                  <a:pt x="221" y="508"/>
                </a:lnTo>
                <a:lnTo>
                  <a:pt x="221" y="509"/>
                </a:lnTo>
                <a:lnTo>
                  <a:pt x="222" y="509"/>
                </a:lnTo>
                <a:lnTo>
                  <a:pt x="222" y="510"/>
                </a:lnTo>
                <a:lnTo>
                  <a:pt x="222" y="511"/>
                </a:lnTo>
                <a:lnTo>
                  <a:pt x="222" y="512"/>
                </a:lnTo>
                <a:lnTo>
                  <a:pt x="223" y="512"/>
                </a:lnTo>
                <a:lnTo>
                  <a:pt x="224" y="512"/>
                </a:lnTo>
                <a:lnTo>
                  <a:pt x="225" y="512"/>
                </a:lnTo>
                <a:lnTo>
                  <a:pt x="225" y="511"/>
                </a:lnTo>
                <a:lnTo>
                  <a:pt x="225" y="512"/>
                </a:lnTo>
                <a:lnTo>
                  <a:pt x="225" y="513"/>
                </a:lnTo>
                <a:lnTo>
                  <a:pt x="224" y="514"/>
                </a:lnTo>
                <a:lnTo>
                  <a:pt x="224" y="516"/>
                </a:lnTo>
                <a:lnTo>
                  <a:pt x="224" y="517"/>
                </a:lnTo>
                <a:lnTo>
                  <a:pt x="225" y="517"/>
                </a:lnTo>
                <a:lnTo>
                  <a:pt x="226" y="518"/>
                </a:lnTo>
                <a:lnTo>
                  <a:pt x="226" y="519"/>
                </a:lnTo>
                <a:lnTo>
                  <a:pt x="226" y="520"/>
                </a:lnTo>
                <a:lnTo>
                  <a:pt x="227" y="520"/>
                </a:lnTo>
                <a:lnTo>
                  <a:pt x="226" y="521"/>
                </a:lnTo>
                <a:lnTo>
                  <a:pt x="226" y="522"/>
                </a:lnTo>
                <a:lnTo>
                  <a:pt x="226" y="523"/>
                </a:lnTo>
                <a:lnTo>
                  <a:pt x="225" y="523"/>
                </a:lnTo>
                <a:lnTo>
                  <a:pt x="225" y="524"/>
                </a:lnTo>
                <a:lnTo>
                  <a:pt x="226" y="524"/>
                </a:lnTo>
                <a:lnTo>
                  <a:pt x="226" y="526"/>
                </a:lnTo>
                <a:lnTo>
                  <a:pt x="226" y="527"/>
                </a:lnTo>
                <a:lnTo>
                  <a:pt x="227" y="528"/>
                </a:lnTo>
                <a:lnTo>
                  <a:pt x="226" y="529"/>
                </a:lnTo>
                <a:lnTo>
                  <a:pt x="225" y="529"/>
                </a:lnTo>
                <a:lnTo>
                  <a:pt x="225" y="530"/>
                </a:lnTo>
                <a:lnTo>
                  <a:pt x="225" y="531"/>
                </a:lnTo>
                <a:lnTo>
                  <a:pt x="225" y="532"/>
                </a:lnTo>
                <a:lnTo>
                  <a:pt x="224" y="534"/>
                </a:lnTo>
                <a:lnTo>
                  <a:pt x="223" y="534"/>
                </a:lnTo>
                <a:lnTo>
                  <a:pt x="222" y="534"/>
                </a:lnTo>
                <a:lnTo>
                  <a:pt x="222" y="535"/>
                </a:lnTo>
                <a:lnTo>
                  <a:pt x="221" y="535"/>
                </a:lnTo>
                <a:lnTo>
                  <a:pt x="221" y="536"/>
                </a:lnTo>
                <a:lnTo>
                  <a:pt x="220" y="536"/>
                </a:lnTo>
                <a:lnTo>
                  <a:pt x="219" y="537"/>
                </a:lnTo>
                <a:lnTo>
                  <a:pt x="218" y="538"/>
                </a:lnTo>
                <a:lnTo>
                  <a:pt x="216" y="539"/>
                </a:lnTo>
                <a:lnTo>
                  <a:pt x="215" y="539"/>
                </a:lnTo>
                <a:lnTo>
                  <a:pt x="215" y="540"/>
                </a:lnTo>
                <a:lnTo>
                  <a:pt x="214" y="539"/>
                </a:lnTo>
                <a:lnTo>
                  <a:pt x="213" y="539"/>
                </a:lnTo>
                <a:lnTo>
                  <a:pt x="213" y="540"/>
                </a:lnTo>
                <a:lnTo>
                  <a:pt x="213" y="541"/>
                </a:lnTo>
                <a:lnTo>
                  <a:pt x="214" y="542"/>
                </a:lnTo>
                <a:lnTo>
                  <a:pt x="213" y="542"/>
                </a:lnTo>
                <a:lnTo>
                  <a:pt x="213" y="543"/>
                </a:lnTo>
                <a:lnTo>
                  <a:pt x="212" y="544"/>
                </a:lnTo>
                <a:lnTo>
                  <a:pt x="211" y="543"/>
                </a:lnTo>
                <a:lnTo>
                  <a:pt x="210" y="542"/>
                </a:lnTo>
                <a:lnTo>
                  <a:pt x="209" y="542"/>
                </a:lnTo>
                <a:lnTo>
                  <a:pt x="209" y="541"/>
                </a:lnTo>
                <a:lnTo>
                  <a:pt x="208" y="540"/>
                </a:lnTo>
                <a:lnTo>
                  <a:pt x="208" y="539"/>
                </a:lnTo>
                <a:lnTo>
                  <a:pt x="207" y="537"/>
                </a:lnTo>
                <a:lnTo>
                  <a:pt x="206" y="537"/>
                </a:lnTo>
                <a:lnTo>
                  <a:pt x="205" y="536"/>
                </a:lnTo>
                <a:lnTo>
                  <a:pt x="204" y="536"/>
                </a:lnTo>
                <a:lnTo>
                  <a:pt x="204" y="535"/>
                </a:lnTo>
                <a:lnTo>
                  <a:pt x="204" y="534"/>
                </a:lnTo>
                <a:lnTo>
                  <a:pt x="203" y="532"/>
                </a:lnTo>
                <a:lnTo>
                  <a:pt x="202" y="532"/>
                </a:lnTo>
                <a:lnTo>
                  <a:pt x="201" y="531"/>
                </a:lnTo>
                <a:lnTo>
                  <a:pt x="201" y="530"/>
                </a:lnTo>
                <a:lnTo>
                  <a:pt x="200" y="529"/>
                </a:lnTo>
                <a:lnTo>
                  <a:pt x="200" y="528"/>
                </a:lnTo>
                <a:lnTo>
                  <a:pt x="200" y="527"/>
                </a:lnTo>
                <a:lnTo>
                  <a:pt x="201" y="527"/>
                </a:lnTo>
                <a:lnTo>
                  <a:pt x="200" y="526"/>
                </a:lnTo>
                <a:lnTo>
                  <a:pt x="200" y="525"/>
                </a:lnTo>
                <a:lnTo>
                  <a:pt x="199" y="524"/>
                </a:lnTo>
                <a:lnTo>
                  <a:pt x="199" y="523"/>
                </a:lnTo>
                <a:lnTo>
                  <a:pt x="199" y="522"/>
                </a:lnTo>
                <a:lnTo>
                  <a:pt x="199" y="521"/>
                </a:lnTo>
                <a:lnTo>
                  <a:pt x="199" y="522"/>
                </a:lnTo>
                <a:lnTo>
                  <a:pt x="198" y="522"/>
                </a:lnTo>
                <a:lnTo>
                  <a:pt x="198" y="521"/>
                </a:lnTo>
                <a:lnTo>
                  <a:pt x="197" y="521"/>
                </a:lnTo>
                <a:lnTo>
                  <a:pt x="197" y="522"/>
                </a:lnTo>
                <a:lnTo>
                  <a:pt x="196" y="522"/>
                </a:lnTo>
                <a:lnTo>
                  <a:pt x="195" y="522"/>
                </a:lnTo>
                <a:lnTo>
                  <a:pt x="194" y="521"/>
                </a:lnTo>
                <a:lnTo>
                  <a:pt x="194" y="520"/>
                </a:lnTo>
                <a:lnTo>
                  <a:pt x="194" y="519"/>
                </a:lnTo>
                <a:lnTo>
                  <a:pt x="193" y="520"/>
                </a:lnTo>
                <a:lnTo>
                  <a:pt x="193" y="518"/>
                </a:lnTo>
                <a:lnTo>
                  <a:pt x="192" y="518"/>
                </a:lnTo>
                <a:lnTo>
                  <a:pt x="192" y="519"/>
                </a:lnTo>
                <a:lnTo>
                  <a:pt x="192" y="520"/>
                </a:lnTo>
                <a:lnTo>
                  <a:pt x="191" y="520"/>
                </a:lnTo>
                <a:lnTo>
                  <a:pt x="191" y="521"/>
                </a:lnTo>
                <a:lnTo>
                  <a:pt x="190" y="521"/>
                </a:lnTo>
                <a:lnTo>
                  <a:pt x="190" y="522"/>
                </a:lnTo>
                <a:lnTo>
                  <a:pt x="189" y="522"/>
                </a:lnTo>
                <a:lnTo>
                  <a:pt x="189" y="523"/>
                </a:lnTo>
                <a:lnTo>
                  <a:pt x="188" y="523"/>
                </a:lnTo>
                <a:lnTo>
                  <a:pt x="188" y="524"/>
                </a:lnTo>
                <a:lnTo>
                  <a:pt x="188" y="525"/>
                </a:lnTo>
                <a:lnTo>
                  <a:pt x="187" y="526"/>
                </a:lnTo>
                <a:lnTo>
                  <a:pt x="186" y="526"/>
                </a:lnTo>
                <a:lnTo>
                  <a:pt x="186" y="527"/>
                </a:lnTo>
                <a:lnTo>
                  <a:pt x="187" y="528"/>
                </a:lnTo>
                <a:lnTo>
                  <a:pt x="186" y="528"/>
                </a:lnTo>
                <a:lnTo>
                  <a:pt x="186" y="527"/>
                </a:lnTo>
                <a:lnTo>
                  <a:pt x="185" y="526"/>
                </a:lnTo>
                <a:lnTo>
                  <a:pt x="185" y="525"/>
                </a:lnTo>
                <a:lnTo>
                  <a:pt x="186" y="525"/>
                </a:lnTo>
                <a:lnTo>
                  <a:pt x="185" y="524"/>
                </a:lnTo>
                <a:lnTo>
                  <a:pt x="185" y="523"/>
                </a:lnTo>
                <a:lnTo>
                  <a:pt x="184" y="523"/>
                </a:lnTo>
                <a:lnTo>
                  <a:pt x="183" y="522"/>
                </a:lnTo>
                <a:lnTo>
                  <a:pt x="183" y="520"/>
                </a:lnTo>
                <a:lnTo>
                  <a:pt x="183" y="518"/>
                </a:lnTo>
                <a:lnTo>
                  <a:pt x="182" y="517"/>
                </a:lnTo>
                <a:lnTo>
                  <a:pt x="182" y="516"/>
                </a:lnTo>
                <a:lnTo>
                  <a:pt x="182" y="515"/>
                </a:lnTo>
                <a:lnTo>
                  <a:pt x="182" y="514"/>
                </a:lnTo>
                <a:lnTo>
                  <a:pt x="182" y="513"/>
                </a:lnTo>
                <a:lnTo>
                  <a:pt x="182" y="512"/>
                </a:lnTo>
                <a:lnTo>
                  <a:pt x="181" y="512"/>
                </a:lnTo>
                <a:lnTo>
                  <a:pt x="181" y="511"/>
                </a:lnTo>
                <a:lnTo>
                  <a:pt x="182" y="511"/>
                </a:lnTo>
                <a:lnTo>
                  <a:pt x="183" y="511"/>
                </a:lnTo>
                <a:lnTo>
                  <a:pt x="184" y="511"/>
                </a:lnTo>
                <a:lnTo>
                  <a:pt x="184" y="510"/>
                </a:lnTo>
                <a:lnTo>
                  <a:pt x="185" y="510"/>
                </a:lnTo>
                <a:lnTo>
                  <a:pt x="184" y="509"/>
                </a:lnTo>
                <a:lnTo>
                  <a:pt x="184" y="508"/>
                </a:lnTo>
                <a:lnTo>
                  <a:pt x="183" y="508"/>
                </a:lnTo>
                <a:lnTo>
                  <a:pt x="182" y="509"/>
                </a:lnTo>
                <a:lnTo>
                  <a:pt x="183" y="510"/>
                </a:lnTo>
                <a:lnTo>
                  <a:pt x="182" y="511"/>
                </a:lnTo>
                <a:lnTo>
                  <a:pt x="182" y="510"/>
                </a:lnTo>
                <a:lnTo>
                  <a:pt x="182" y="509"/>
                </a:lnTo>
                <a:lnTo>
                  <a:pt x="181" y="509"/>
                </a:lnTo>
                <a:lnTo>
                  <a:pt x="181" y="510"/>
                </a:lnTo>
                <a:lnTo>
                  <a:pt x="180" y="510"/>
                </a:lnTo>
                <a:lnTo>
                  <a:pt x="179" y="510"/>
                </a:lnTo>
                <a:lnTo>
                  <a:pt x="178" y="511"/>
                </a:lnTo>
                <a:lnTo>
                  <a:pt x="177" y="511"/>
                </a:lnTo>
                <a:lnTo>
                  <a:pt x="176" y="511"/>
                </a:lnTo>
                <a:lnTo>
                  <a:pt x="176" y="510"/>
                </a:lnTo>
                <a:lnTo>
                  <a:pt x="175" y="510"/>
                </a:lnTo>
                <a:lnTo>
                  <a:pt x="175" y="509"/>
                </a:lnTo>
                <a:lnTo>
                  <a:pt x="176" y="509"/>
                </a:lnTo>
                <a:lnTo>
                  <a:pt x="176" y="508"/>
                </a:lnTo>
                <a:lnTo>
                  <a:pt x="176" y="507"/>
                </a:lnTo>
                <a:lnTo>
                  <a:pt x="175" y="507"/>
                </a:lnTo>
                <a:lnTo>
                  <a:pt x="174" y="507"/>
                </a:lnTo>
                <a:lnTo>
                  <a:pt x="174" y="506"/>
                </a:lnTo>
                <a:lnTo>
                  <a:pt x="173" y="506"/>
                </a:lnTo>
                <a:lnTo>
                  <a:pt x="172" y="506"/>
                </a:lnTo>
                <a:lnTo>
                  <a:pt x="171" y="506"/>
                </a:lnTo>
                <a:lnTo>
                  <a:pt x="171" y="505"/>
                </a:lnTo>
                <a:lnTo>
                  <a:pt x="170" y="505"/>
                </a:lnTo>
                <a:lnTo>
                  <a:pt x="169" y="505"/>
                </a:lnTo>
                <a:lnTo>
                  <a:pt x="168" y="505"/>
                </a:lnTo>
                <a:lnTo>
                  <a:pt x="167" y="506"/>
                </a:lnTo>
                <a:lnTo>
                  <a:pt x="165" y="505"/>
                </a:lnTo>
                <a:lnTo>
                  <a:pt x="165" y="504"/>
                </a:lnTo>
                <a:lnTo>
                  <a:pt x="164" y="504"/>
                </a:lnTo>
                <a:lnTo>
                  <a:pt x="163" y="504"/>
                </a:lnTo>
                <a:lnTo>
                  <a:pt x="162" y="505"/>
                </a:lnTo>
                <a:lnTo>
                  <a:pt x="161" y="505"/>
                </a:lnTo>
                <a:lnTo>
                  <a:pt x="161" y="506"/>
                </a:lnTo>
                <a:lnTo>
                  <a:pt x="160" y="507"/>
                </a:lnTo>
                <a:lnTo>
                  <a:pt x="160" y="508"/>
                </a:lnTo>
                <a:lnTo>
                  <a:pt x="160" y="509"/>
                </a:lnTo>
                <a:lnTo>
                  <a:pt x="159" y="509"/>
                </a:lnTo>
                <a:lnTo>
                  <a:pt x="159" y="510"/>
                </a:lnTo>
                <a:lnTo>
                  <a:pt x="159" y="511"/>
                </a:lnTo>
                <a:lnTo>
                  <a:pt x="158" y="511"/>
                </a:lnTo>
                <a:lnTo>
                  <a:pt x="157" y="511"/>
                </a:lnTo>
                <a:lnTo>
                  <a:pt x="157" y="509"/>
                </a:lnTo>
                <a:lnTo>
                  <a:pt x="157" y="508"/>
                </a:lnTo>
                <a:lnTo>
                  <a:pt x="158" y="507"/>
                </a:lnTo>
                <a:lnTo>
                  <a:pt x="158" y="506"/>
                </a:lnTo>
                <a:lnTo>
                  <a:pt x="158" y="505"/>
                </a:lnTo>
                <a:lnTo>
                  <a:pt x="157" y="505"/>
                </a:lnTo>
                <a:lnTo>
                  <a:pt x="156" y="505"/>
                </a:lnTo>
                <a:lnTo>
                  <a:pt x="156" y="503"/>
                </a:lnTo>
                <a:lnTo>
                  <a:pt x="156" y="502"/>
                </a:lnTo>
                <a:lnTo>
                  <a:pt x="156" y="501"/>
                </a:lnTo>
                <a:lnTo>
                  <a:pt x="155" y="500"/>
                </a:lnTo>
                <a:lnTo>
                  <a:pt x="155" y="501"/>
                </a:lnTo>
                <a:lnTo>
                  <a:pt x="154" y="502"/>
                </a:lnTo>
                <a:lnTo>
                  <a:pt x="153" y="501"/>
                </a:lnTo>
                <a:lnTo>
                  <a:pt x="153" y="500"/>
                </a:lnTo>
                <a:lnTo>
                  <a:pt x="152" y="500"/>
                </a:lnTo>
                <a:lnTo>
                  <a:pt x="152" y="499"/>
                </a:lnTo>
                <a:lnTo>
                  <a:pt x="151" y="499"/>
                </a:lnTo>
                <a:lnTo>
                  <a:pt x="152" y="499"/>
                </a:lnTo>
                <a:lnTo>
                  <a:pt x="152" y="498"/>
                </a:lnTo>
                <a:lnTo>
                  <a:pt x="152" y="497"/>
                </a:lnTo>
                <a:lnTo>
                  <a:pt x="151" y="497"/>
                </a:lnTo>
                <a:lnTo>
                  <a:pt x="150" y="497"/>
                </a:lnTo>
                <a:lnTo>
                  <a:pt x="150" y="496"/>
                </a:lnTo>
                <a:lnTo>
                  <a:pt x="149" y="496"/>
                </a:lnTo>
                <a:lnTo>
                  <a:pt x="148" y="496"/>
                </a:lnTo>
                <a:lnTo>
                  <a:pt x="148" y="495"/>
                </a:lnTo>
                <a:lnTo>
                  <a:pt x="149" y="495"/>
                </a:lnTo>
                <a:lnTo>
                  <a:pt x="150" y="495"/>
                </a:lnTo>
                <a:lnTo>
                  <a:pt x="150" y="493"/>
                </a:lnTo>
                <a:lnTo>
                  <a:pt x="149" y="493"/>
                </a:lnTo>
                <a:lnTo>
                  <a:pt x="149" y="494"/>
                </a:lnTo>
                <a:lnTo>
                  <a:pt x="148" y="494"/>
                </a:lnTo>
                <a:lnTo>
                  <a:pt x="148" y="493"/>
                </a:lnTo>
                <a:lnTo>
                  <a:pt x="148" y="492"/>
                </a:lnTo>
                <a:lnTo>
                  <a:pt x="147" y="492"/>
                </a:lnTo>
                <a:lnTo>
                  <a:pt x="146" y="492"/>
                </a:lnTo>
                <a:lnTo>
                  <a:pt x="145" y="491"/>
                </a:lnTo>
                <a:lnTo>
                  <a:pt x="145" y="490"/>
                </a:lnTo>
                <a:lnTo>
                  <a:pt x="146" y="489"/>
                </a:lnTo>
                <a:lnTo>
                  <a:pt x="146" y="488"/>
                </a:lnTo>
                <a:lnTo>
                  <a:pt x="146" y="487"/>
                </a:lnTo>
                <a:lnTo>
                  <a:pt x="145" y="487"/>
                </a:lnTo>
                <a:lnTo>
                  <a:pt x="144" y="487"/>
                </a:lnTo>
                <a:lnTo>
                  <a:pt x="144" y="486"/>
                </a:lnTo>
                <a:lnTo>
                  <a:pt x="143" y="486"/>
                </a:lnTo>
                <a:lnTo>
                  <a:pt x="142" y="484"/>
                </a:lnTo>
                <a:lnTo>
                  <a:pt x="143" y="484"/>
                </a:lnTo>
                <a:lnTo>
                  <a:pt x="143" y="483"/>
                </a:lnTo>
                <a:lnTo>
                  <a:pt x="144" y="484"/>
                </a:lnTo>
                <a:lnTo>
                  <a:pt x="144" y="483"/>
                </a:lnTo>
                <a:lnTo>
                  <a:pt x="145" y="483"/>
                </a:lnTo>
                <a:lnTo>
                  <a:pt x="145" y="482"/>
                </a:lnTo>
                <a:lnTo>
                  <a:pt x="145" y="481"/>
                </a:lnTo>
                <a:lnTo>
                  <a:pt x="146" y="480"/>
                </a:lnTo>
                <a:lnTo>
                  <a:pt x="146" y="481"/>
                </a:lnTo>
                <a:lnTo>
                  <a:pt x="146" y="482"/>
                </a:lnTo>
                <a:lnTo>
                  <a:pt x="146" y="483"/>
                </a:lnTo>
                <a:lnTo>
                  <a:pt x="146" y="484"/>
                </a:lnTo>
                <a:lnTo>
                  <a:pt x="147" y="484"/>
                </a:lnTo>
                <a:lnTo>
                  <a:pt x="148" y="484"/>
                </a:lnTo>
                <a:lnTo>
                  <a:pt x="148" y="483"/>
                </a:lnTo>
                <a:lnTo>
                  <a:pt x="149" y="483"/>
                </a:lnTo>
                <a:lnTo>
                  <a:pt x="149" y="482"/>
                </a:lnTo>
                <a:lnTo>
                  <a:pt x="149" y="481"/>
                </a:lnTo>
                <a:lnTo>
                  <a:pt x="149" y="480"/>
                </a:lnTo>
                <a:lnTo>
                  <a:pt x="148" y="480"/>
                </a:lnTo>
                <a:lnTo>
                  <a:pt x="147" y="481"/>
                </a:lnTo>
                <a:lnTo>
                  <a:pt x="147" y="480"/>
                </a:lnTo>
                <a:lnTo>
                  <a:pt x="146" y="480"/>
                </a:lnTo>
                <a:lnTo>
                  <a:pt x="146" y="479"/>
                </a:lnTo>
                <a:lnTo>
                  <a:pt x="145" y="479"/>
                </a:lnTo>
                <a:lnTo>
                  <a:pt x="144" y="479"/>
                </a:lnTo>
                <a:lnTo>
                  <a:pt x="144" y="480"/>
                </a:lnTo>
                <a:lnTo>
                  <a:pt x="143" y="480"/>
                </a:lnTo>
                <a:lnTo>
                  <a:pt x="143" y="479"/>
                </a:lnTo>
                <a:lnTo>
                  <a:pt x="142" y="479"/>
                </a:lnTo>
                <a:lnTo>
                  <a:pt x="142" y="478"/>
                </a:lnTo>
                <a:lnTo>
                  <a:pt x="141" y="478"/>
                </a:lnTo>
                <a:lnTo>
                  <a:pt x="142" y="479"/>
                </a:lnTo>
                <a:lnTo>
                  <a:pt x="141" y="479"/>
                </a:lnTo>
                <a:lnTo>
                  <a:pt x="141" y="478"/>
                </a:lnTo>
                <a:lnTo>
                  <a:pt x="140" y="478"/>
                </a:lnTo>
                <a:lnTo>
                  <a:pt x="140" y="477"/>
                </a:lnTo>
                <a:lnTo>
                  <a:pt x="138" y="479"/>
                </a:lnTo>
                <a:lnTo>
                  <a:pt x="137" y="479"/>
                </a:lnTo>
                <a:lnTo>
                  <a:pt x="136" y="479"/>
                </a:lnTo>
                <a:lnTo>
                  <a:pt x="136" y="480"/>
                </a:lnTo>
                <a:lnTo>
                  <a:pt x="135" y="480"/>
                </a:lnTo>
                <a:lnTo>
                  <a:pt x="134" y="481"/>
                </a:lnTo>
                <a:lnTo>
                  <a:pt x="133" y="481"/>
                </a:lnTo>
                <a:lnTo>
                  <a:pt x="132" y="482"/>
                </a:lnTo>
                <a:lnTo>
                  <a:pt x="131" y="482"/>
                </a:lnTo>
                <a:lnTo>
                  <a:pt x="130" y="483"/>
                </a:lnTo>
                <a:lnTo>
                  <a:pt x="131" y="483"/>
                </a:lnTo>
                <a:lnTo>
                  <a:pt x="131" y="484"/>
                </a:lnTo>
                <a:lnTo>
                  <a:pt x="130" y="485"/>
                </a:lnTo>
                <a:lnTo>
                  <a:pt x="130" y="486"/>
                </a:lnTo>
                <a:lnTo>
                  <a:pt x="129" y="486"/>
                </a:lnTo>
                <a:lnTo>
                  <a:pt x="129" y="485"/>
                </a:lnTo>
                <a:lnTo>
                  <a:pt x="129" y="484"/>
                </a:lnTo>
                <a:lnTo>
                  <a:pt x="130" y="483"/>
                </a:lnTo>
                <a:lnTo>
                  <a:pt x="130" y="482"/>
                </a:lnTo>
                <a:lnTo>
                  <a:pt x="129" y="481"/>
                </a:lnTo>
                <a:lnTo>
                  <a:pt x="128" y="481"/>
                </a:lnTo>
                <a:lnTo>
                  <a:pt x="128" y="480"/>
                </a:lnTo>
                <a:lnTo>
                  <a:pt x="127" y="481"/>
                </a:lnTo>
                <a:lnTo>
                  <a:pt x="126" y="481"/>
                </a:lnTo>
                <a:lnTo>
                  <a:pt x="124" y="481"/>
                </a:lnTo>
                <a:lnTo>
                  <a:pt x="124" y="482"/>
                </a:lnTo>
                <a:lnTo>
                  <a:pt x="123" y="482"/>
                </a:lnTo>
                <a:lnTo>
                  <a:pt x="122" y="481"/>
                </a:lnTo>
                <a:lnTo>
                  <a:pt x="121" y="481"/>
                </a:lnTo>
                <a:lnTo>
                  <a:pt x="120" y="480"/>
                </a:lnTo>
                <a:lnTo>
                  <a:pt x="120" y="479"/>
                </a:lnTo>
                <a:lnTo>
                  <a:pt x="120" y="478"/>
                </a:lnTo>
                <a:lnTo>
                  <a:pt x="119" y="478"/>
                </a:lnTo>
                <a:lnTo>
                  <a:pt x="118" y="478"/>
                </a:lnTo>
                <a:lnTo>
                  <a:pt x="118" y="477"/>
                </a:lnTo>
                <a:lnTo>
                  <a:pt x="118" y="476"/>
                </a:lnTo>
                <a:lnTo>
                  <a:pt x="118" y="475"/>
                </a:lnTo>
                <a:lnTo>
                  <a:pt x="118" y="474"/>
                </a:lnTo>
                <a:lnTo>
                  <a:pt x="117" y="474"/>
                </a:lnTo>
                <a:lnTo>
                  <a:pt x="116" y="474"/>
                </a:lnTo>
                <a:lnTo>
                  <a:pt x="116" y="473"/>
                </a:lnTo>
                <a:lnTo>
                  <a:pt x="116" y="469"/>
                </a:lnTo>
                <a:lnTo>
                  <a:pt x="115" y="468"/>
                </a:lnTo>
                <a:lnTo>
                  <a:pt x="115" y="469"/>
                </a:lnTo>
                <a:lnTo>
                  <a:pt x="114" y="469"/>
                </a:lnTo>
                <a:lnTo>
                  <a:pt x="114" y="468"/>
                </a:lnTo>
                <a:lnTo>
                  <a:pt x="113" y="468"/>
                </a:lnTo>
                <a:lnTo>
                  <a:pt x="113" y="469"/>
                </a:lnTo>
                <a:lnTo>
                  <a:pt x="112" y="469"/>
                </a:lnTo>
                <a:lnTo>
                  <a:pt x="112" y="470"/>
                </a:lnTo>
                <a:lnTo>
                  <a:pt x="112" y="471"/>
                </a:lnTo>
                <a:lnTo>
                  <a:pt x="111" y="471"/>
                </a:lnTo>
                <a:lnTo>
                  <a:pt x="111" y="472"/>
                </a:lnTo>
                <a:lnTo>
                  <a:pt x="110" y="472"/>
                </a:lnTo>
                <a:lnTo>
                  <a:pt x="110" y="471"/>
                </a:lnTo>
                <a:lnTo>
                  <a:pt x="110" y="470"/>
                </a:lnTo>
                <a:lnTo>
                  <a:pt x="111" y="470"/>
                </a:lnTo>
                <a:lnTo>
                  <a:pt x="110" y="468"/>
                </a:lnTo>
                <a:lnTo>
                  <a:pt x="110" y="467"/>
                </a:lnTo>
                <a:lnTo>
                  <a:pt x="110" y="466"/>
                </a:lnTo>
                <a:lnTo>
                  <a:pt x="110" y="465"/>
                </a:lnTo>
                <a:lnTo>
                  <a:pt x="111" y="464"/>
                </a:lnTo>
                <a:lnTo>
                  <a:pt x="111" y="465"/>
                </a:lnTo>
                <a:lnTo>
                  <a:pt x="112" y="465"/>
                </a:lnTo>
                <a:lnTo>
                  <a:pt x="112" y="464"/>
                </a:lnTo>
                <a:lnTo>
                  <a:pt x="112" y="463"/>
                </a:lnTo>
                <a:lnTo>
                  <a:pt x="111" y="462"/>
                </a:lnTo>
                <a:lnTo>
                  <a:pt x="110" y="462"/>
                </a:lnTo>
                <a:lnTo>
                  <a:pt x="109" y="462"/>
                </a:lnTo>
                <a:lnTo>
                  <a:pt x="109" y="461"/>
                </a:lnTo>
                <a:lnTo>
                  <a:pt x="108" y="461"/>
                </a:lnTo>
                <a:lnTo>
                  <a:pt x="107" y="461"/>
                </a:lnTo>
                <a:lnTo>
                  <a:pt x="106" y="460"/>
                </a:lnTo>
                <a:lnTo>
                  <a:pt x="106" y="459"/>
                </a:lnTo>
                <a:lnTo>
                  <a:pt x="105" y="459"/>
                </a:lnTo>
                <a:lnTo>
                  <a:pt x="105" y="457"/>
                </a:lnTo>
                <a:lnTo>
                  <a:pt x="106" y="457"/>
                </a:lnTo>
                <a:lnTo>
                  <a:pt x="106" y="456"/>
                </a:lnTo>
                <a:lnTo>
                  <a:pt x="106" y="455"/>
                </a:lnTo>
                <a:lnTo>
                  <a:pt x="106" y="454"/>
                </a:lnTo>
                <a:lnTo>
                  <a:pt x="105" y="454"/>
                </a:lnTo>
                <a:lnTo>
                  <a:pt x="105" y="453"/>
                </a:lnTo>
                <a:lnTo>
                  <a:pt x="105" y="452"/>
                </a:lnTo>
                <a:lnTo>
                  <a:pt x="105" y="451"/>
                </a:lnTo>
                <a:lnTo>
                  <a:pt x="106" y="450"/>
                </a:lnTo>
                <a:lnTo>
                  <a:pt x="106" y="449"/>
                </a:lnTo>
                <a:lnTo>
                  <a:pt x="106" y="448"/>
                </a:lnTo>
                <a:lnTo>
                  <a:pt x="106" y="447"/>
                </a:lnTo>
                <a:lnTo>
                  <a:pt x="106" y="446"/>
                </a:lnTo>
                <a:lnTo>
                  <a:pt x="105" y="445"/>
                </a:lnTo>
                <a:lnTo>
                  <a:pt x="106" y="445"/>
                </a:lnTo>
                <a:lnTo>
                  <a:pt x="106" y="444"/>
                </a:lnTo>
                <a:lnTo>
                  <a:pt x="106" y="443"/>
                </a:lnTo>
                <a:lnTo>
                  <a:pt x="106" y="441"/>
                </a:lnTo>
                <a:lnTo>
                  <a:pt x="107" y="441"/>
                </a:lnTo>
                <a:lnTo>
                  <a:pt x="109" y="441"/>
                </a:lnTo>
                <a:lnTo>
                  <a:pt x="108" y="440"/>
                </a:lnTo>
                <a:lnTo>
                  <a:pt x="108" y="439"/>
                </a:lnTo>
                <a:lnTo>
                  <a:pt x="110" y="437"/>
                </a:lnTo>
                <a:lnTo>
                  <a:pt x="111" y="437"/>
                </a:lnTo>
                <a:lnTo>
                  <a:pt x="111" y="436"/>
                </a:lnTo>
                <a:lnTo>
                  <a:pt x="111" y="435"/>
                </a:lnTo>
                <a:lnTo>
                  <a:pt x="112" y="435"/>
                </a:lnTo>
                <a:lnTo>
                  <a:pt x="113" y="435"/>
                </a:lnTo>
                <a:lnTo>
                  <a:pt x="115" y="432"/>
                </a:lnTo>
                <a:lnTo>
                  <a:pt x="116" y="432"/>
                </a:lnTo>
                <a:lnTo>
                  <a:pt x="117" y="431"/>
                </a:lnTo>
                <a:lnTo>
                  <a:pt x="118" y="431"/>
                </a:lnTo>
                <a:lnTo>
                  <a:pt x="119" y="431"/>
                </a:lnTo>
                <a:lnTo>
                  <a:pt x="119" y="432"/>
                </a:lnTo>
                <a:lnTo>
                  <a:pt x="120" y="432"/>
                </a:lnTo>
                <a:lnTo>
                  <a:pt x="121" y="432"/>
                </a:lnTo>
                <a:lnTo>
                  <a:pt x="122" y="432"/>
                </a:lnTo>
                <a:lnTo>
                  <a:pt x="122" y="431"/>
                </a:lnTo>
                <a:lnTo>
                  <a:pt x="123" y="429"/>
                </a:lnTo>
                <a:lnTo>
                  <a:pt x="123" y="427"/>
                </a:lnTo>
                <a:lnTo>
                  <a:pt x="124" y="426"/>
                </a:lnTo>
                <a:lnTo>
                  <a:pt x="124" y="425"/>
                </a:lnTo>
                <a:lnTo>
                  <a:pt x="123" y="425"/>
                </a:lnTo>
                <a:lnTo>
                  <a:pt x="123" y="424"/>
                </a:lnTo>
                <a:lnTo>
                  <a:pt x="122" y="422"/>
                </a:lnTo>
                <a:lnTo>
                  <a:pt x="121" y="421"/>
                </a:lnTo>
                <a:lnTo>
                  <a:pt x="121" y="420"/>
                </a:lnTo>
                <a:lnTo>
                  <a:pt x="121" y="418"/>
                </a:lnTo>
                <a:lnTo>
                  <a:pt x="120" y="417"/>
                </a:lnTo>
                <a:lnTo>
                  <a:pt x="119" y="416"/>
                </a:lnTo>
                <a:lnTo>
                  <a:pt x="118" y="416"/>
                </a:lnTo>
                <a:lnTo>
                  <a:pt x="118" y="414"/>
                </a:lnTo>
                <a:lnTo>
                  <a:pt x="118" y="413"/>
                </a:lnTo>
                <a:lnTo>
                  <a:pt x="119" y="413"/>
                </a:lnTo>
                <a:lnTo>
                  <a:pt x="119" y="412"/>
                </a:lnTo>
                <a:lnTo>
                  <a:pt x="119" y="411"/>
                </a:lnTo>
                <a:lnTo>
                  <a:pt x="118" y="410"/>
                </a:lnTo>
                <a:lnTo>
                  <a:pt x="119" y="410"/>
                </a:lnTo>
                <a:lnTo>
                  <a:pt x="119" y="409"/>
                </a:lnTo>
                <a:lnTo>
                  <a:pt x="120" y="409"/>
                </a:lnTo>
                <a:lnTo>
                  <a:pt x="120" y="407"/>
                </a:lnTo>
                <a:lnTo>
                  <a:pt x="120" y="406"/>
                </a:lnTo>
                <a:lnTo>
                  <a:pt x="119" y="405"/>
                </a:lnTo>
                <a:lnTo>
                  <a:pt x="118" y="405"/>
                </a:lnTo>
                <a:lnTo>
                  <a:pt x="118" y="404"/>
                </a:lnTo>
                <a:lnTo>
                  <a:pt x="118" y="403"/>
                </a:lnTo>
                <a:lnTo>
                  <a:pt x="117" y="402"/>
                </a:lnTo>
                <a:lnTo>
                  <a:pt x="116" y="403"/>
                </a:lnTo>
                <a:lnTo>
                  <a:pt x="115" y="402"/>
                </a:lnTo>
                <a:lnTo>
                  <a:pt x="115" y="401"/>
                </a:lnTo>
                <a:lnTo>
                  <a:pt x="114" y="400"/>
                </a:lnTo>
                <a:lnTo>
                  <a:pt x="114" y="399"/>
                </a:lnTo>
                <a:lnTo>
                  <a:pt x="113" y="399"/>
                </a:lnTo>
                <a:lnTo>
                  <a:pt x="113" y="398"/>
                </a:lnTo>
                <a:lnTo>
                  <a:pt x="112" y="398"/>
                </a:lnTo>
                <a:lnTo>
                  <a:pt x="112" y="397"/>
                </a:lnTo>
                <a:lnTo>
                  <a:pt x="113" y="397"/>
                </a:lnTo>
                <a:lnTo>
                  <a:pt x="114" y="397"/>
                </a:lnTo>
                <a:lnTo>
                  <a:pt x="114" y="396"/>
                </a:lnTo>
                <a:lnTo>
                  <a:pt x="114" y="395"/>
                </a:lnTo>
                <a:lnTo>
                  <a:pt x="113" y="395"/>
                </a:lnTo>
                <a:lnTo>
                  <a:pt x="112" y="395"/>
                </a:lnTo>
                <a:lnTo>
                  <a:pt x="112" y="394"/>
                </a:lnTo>
                <a:lnTo>
                  <a:pt x="112" y="392"/>
                </a:lnTo>
                <a:lnTo>
                  <a:pt x="112" y="390"/>
                </a:lnTo>
                <a:lnTo>
                  <a:pt x="112" y="389"/>
                </a:lnTo>
                <a:lnTo>
                  <a:pt x="111" y="388"/>
                </a:lnTo>
                <a:lnTo>
                  <a:pt x="110" y="387"/>
                </a:lnTo>
                <a:lnTo>
                  <a:pt x="110" y="388"/>
                </a:lnTo>
                <a:lnTo>
                  <a:pt x="109" y="388"/>
                </a:lnTo>
                <a:lnTo>
                  <a:pt x="109" y="389"/>
                </a:lnTo>
                <a:lnTo>
                  <a:pt x="109" y="388"/>
                </a:lnTo>
                <a:lnTo>
                  <a:pt x="108" y="388"/>
                </a:lnTo>
                <a:lnTo>
                  <a:pt x="108" y="387"/>
                </a:lnTo>
                <a:lnTo>
                  <a:pt x="109" y="386"/>
                </a:lnTo>
                <a:lnTo>
                  <a:pt x="109" y="385"/>
                </a:lnTo>
                <a:lnTo>
                  <a:pt x="109" y="382"/>
                </a:lnTo>
                <a:lnTo>
                  <a:pt x="109" y="381"/>
                </a:lnTo>
                <a:lnTo>
                  <a:pt x="108" y="380"/>
                </a:lnTo>
                <a:lnTo>
                  <a:pt x="106" y="378"/>
                </a:lnTo>
                <a:lnTo>
                  <a:pt x="106" y="377"/>
                </a:lnTo>
                <a:lnTo>
                  <a:pt x="105" y="376"/>
                </a:lnTo>
                <a:lnTo>
                  <a:pt x="104" y="375"/>
                </a:lnTo>
                <a:lnTo>
                  <a:pt x="103" y="376"/>
                </a:lnTo>
                <a:lnTo>
                  <a:pt x="102" y="376"/>
                </a:lnTo>
                <a:lnTo>
                  <a:pt x="100" y="377"/>
                </a:lnTo>
                <a:lnTo>
                  <a:pt x="99" y="376"/>
                </a:lnTo>
                <a:lnTo>
                  <a:pt x="98" y="375"/>
                </a:lnTo>
                <a:lnTo>
                  <a:pt x="97" y="374"/>
                </a:lnTo>
                <a:lnTo>
                  <a:pt x="97" y="373"/>
                </a:lnTo>
                <a:lnTo>
                  <a:pt x="99" y="372"/>
                </a:lnTo>
                <a:lnTo>
                  <a:pt x="99" y="371"/>
                </a:lnTo>
                <a:lnTo>
                  <a:pt x="99" y="370"/>
                </a:lnTo>
                <a:lnTo>
                  <a:pt x="99" y="369"/>
                </a:lnTo>
                <a:lnTo>
                  <a:pt x="98" y="368"/>
                </a:lnTo>
                <a:lnTo>
                  <a:pt x="99" y="368"/>
                </a:lnTo>
                <a:lnTo>
                  <a:pt x="99" y="367"/>
                </a:lnTo>
                <a:lnTo>
                  <a:pt x="98" y="366"/>
                </a:lnTo>
                <a:lnTo>
                  <a:pt x="97" y="366"/>
                </a:lnTo>
                <a:lnTo>
                  <a:pt x="96" y="365"/>
                </a:lnTo>
                <a:lnTo>
                  <a:pt x="96" y="363"/>
                </a:lnTo>
                <a:lnTo>
                  <a:pt x="95" y="363"/>
                </a:lnTo>
                <a:lnTo>
                  <a:pt x="94" y="363"/>
                </a:lnTo>
                <a:lnTo>
                  <a:pt x="94" y="362"/>
                </a:lnTo>
                <a:lnTo>
                  <a:pt x="94" y="360"/>
                </a:lnTo>
                <a:lnTo>
                  <a:pt x="95" y="359"/>
                </a:lnTo>
                <a:lnTo>
                  <a:pt x="94" y="358"/>
                </a:lnTo>
                <a:lnTo>
                  <a:pt x="93" y="357"/>
                </a:lnTo>
                <a:lnTo>
                  <a:pt x="93" y="356"/>
                </a:lnTo>
                <a:lnTo>
                  <a:pt x="92" y="356"/>
                </a:lnTo>
                <a:lnTo>
                  <a:pt x="92" y="355"/>
                </a:lnTo>
                <a:lnTo>
                  <a:pt x="92" y="354"/>
                </a:lnTo>
                <a:lnTo>
                  <a:pt x="92" y="353"/>
                </a:lnTo>
                <a:lnTo>
                  <a:pt x="93" y="352"/>
                </a:lnTo>
                <a:lnTo>
                  <a:pt x="93" y="350"/>
                </a:lnTo>
                <a:lnTo>
                  <a:pt x="94" y="349"/>
                </a:lnTo>
                <a:lnTo>
                  <a:pt x="95" y="349"/>
                </a:lnTo>
                <a:lnTo>
                  <a:pt x="95" y="350"/>
                </a:lnTo>
                <a:lnTo>
                  <a:pt x="96" y="349"/>
                </a:lnTo>
                <a:lnTo>
                  <a:pt x="96" y="348"/>
                </a:lnTo>
                <a:lnTo>
                  <a:pt x="98" y="348"/>
                </a:lnTo>
                <a:lnTo>
                  <a:pt x="99" y="348"/>
                </a:lnTo>
                <a:lnTo>
                  <a:pt x="99" y="347"/>
                </a:lnTo>
                <a:lnTo>
                  <a:pt x="100" y="347"/>
                </a:lnTo>
                <a:lnTo>
                  <a:pt x="101" y="347"/>
                </a:lnTo>
                <a:lnTo>
                  <a:pt x="102" y="348"/>
                </a:lnTo>
                <a:lnTo>
                  <a:pt x="103" y="348"/>
                </a:lnTo>
                <a:lnTo>
                  <a:pt x="104" y="348"/>
                </a:lnTo>
                <a:lnTo>
                  <a:pt x="104" y="347"/>
                </a:lnTo>
                <a:lnTo>
                  <a:pt x="105" y="347"/>
                </a:lnTo>
                <a:lnTo>
                  <a:pt x="105" y="346"/>
                </a:lnTo>
                <a:lnTo>
                  <a:pt x="105" y="345"/>
                </a:lnTo>
                <a:lnTo>
                  <a:pt x="106" y="345"/>
                </a:lnTo>
                <a:lnTo>
                  <a:pt x="106" y="344"/>
                </a:lnTo>
                <a:lnTo>
                  <a:pt x="105" y="343"/>
                </a:lnTo>
                <a:lnTo>
                  <a:pt x="105" y="342"/>
                </a:lnTo>
                <a:lnTo>
                  <a:pt x="105" y="341"/>
                </a:lnTo>
                <a:lnTo>
                  <a:pt x="105" y="340"/>
                </a:lnTo>
                <a:lnTo>
                  <a:pt x="104" y="339"/>
                </a:lnTo>
                <a:lnTo>
                  <a:pt x="102" y="338"/>
                </a:lnTo>
                <a:lnTo>
                  <a:pt x="102" y="337"/>
                </a:lnTo>
                <a:lnTo>
                  <a:pt x="101" y="336"/>
                </a:lnTo>
                <a:lnTo>
                  <a:pt x="101" y="335"/>
                </a:lnTo>
                <a:lnTo>
                  <a:pt x="102" y="335"/>
                </a:lnTo>
                <a:lnTo>
                  <a:pt x="100" y="334"/>
                </a:lnTo>
                <a:lnTo>
                  <a:pt x="100" y="333"/>
                </a:lnTo>
                <a:lnTo>
                  <a:pt x="100" y="332"/>
                </a:lnTo>
                <a:lnTo>
                  <a:pt x="100" y="331"/>
                </a:lnTo>
                <a:lnTo>
                  <a:pt x="99" y="331"/>
                </a:lnTo>
                <a:lnTo>
                  <a:pt x="97" y="329"/>
                </a:lnTo>
                <a:lnTo>
                  <a:pt x="97" y="328"/>
                </a:lnTo>
                <a:lnTo>
                  <a:pt x="96" y="328"/>
                </a:lnTo>
                <a:lnTo>
                  <a:pt x="95" y="328"/>
                </a:lnTo>
                <a:lnTo>
                  <a:pt x="94" y="329"/>
                </a:lnTo>
                <a:lnTo>
                  <a:pt x="92" y="328"/>
                </a:lnTo>
                <a:lnTo>
                  <a:pt x="91" y="328"/>
                </a:lnTo>
                <a:lnTo>
                  <a:pt x="91" y="329"/>
                </a:lnTo>
                <a:lnTo>
                  <a:pt x="90" y="329"/>
                </a:lnTo>
                <a:lnTo>
                  <a:pt x="89" y="328"/>
                </a:lnTo>
                <a:lnTo>
                  <a:pt x="90" y="328"/>
                </a:lnTo>
                <a:lnTo>
                  <a:pt x="90" y="327"/>
                </a:lnTo>
                <a:lnTo>
                  <a:pt x="90" y="326"/>
                </a:lnTo>
                <a:lnTo>
                  <a:pt x="90" y="325"/>
                </a:lnTo>
                <a:lnTo>
                  <a:pt x="89" y="324"/>
                </a:lnTo>
                <a:lnTo>
                  <a:pt x="90" y="324"/>
                </a:lnTo>
                <a:lnTo>
                  <a:pt x="90" y="323"/>
                </a:lnTo>
                <a:lnTo>
                  <a:pt x="90" y="322"/>
                </a:lnTo>
                <a:lnTo>
                  <a:pt x="90" y="321"/>
                </a:lnTo>
                <a:lnTo>
                  <a:pt x="89" y="320"/>
                </a:lnTo>
                <a:lnTo>
                  <a:pt x="89" y="319"/>
                </a:lnTo>
                <a:lnTo>
                  <a:pt x="88" y="317"/>
                </a:lnTo>
                <a:lnTo>
                  <a:pt x="88" y="315"/>
                </a:lnTo>
                <a:lnTo>
                  <a:pt x="87" y="315"/>
                </a:lnTo>
                <a:lnTo>
                  <a:pt x="86" y="315"/>
                </a:lnTo>
                <a:lnTo>
                  <a:pt x="84" y="315"/>
                </a:lnTo>
                <a:lnTo>
                  <a:pt x="83" y="314"/>
                </a:lnTo>
                <a:lnTo>
                  <a:pt x="82" y="314"/>
                </a:lnTo>
                <a:lnTo>
                  <a:pt x="79" y="313"/>
                </a:lnTo>
                <a:lnTo>
                  <a:pt x="78" y="312"/>
                </a:lnTo>
                <a:lnTo>
                  <a:pt x="77" y="311"/>
                </a:lnTo>
                <a:lnTo>
                  <a:pt x="76" y="312"/>
                </a:lnTo>
                <a:lnTo>
                  <a:pt x="76" y="313"/>
                </a:lnTo>
                <a:lnTo>
                  <a:pt x="75" y="313"/>
                </a:lnTo>
                <a:lnTo>
                  <a:pt x="75" y="314"/>
                </a:lnTo>
                <a:lnTo>
                  <a:pt x="74" y="313"/>
                </a:lnTo>
                <a:lnTo>
                  <a:pt x="73" y="312"/>
                </a:lnTo>
                <a:lnTo>
                  <a:pt x="73" y="310"/>
                </a:lnTo>
                <a:lnTo>
                  <a:pt x="72" y="310"/>
                </a:lnTo>
                <a:lnTo>
                  <a:pt x="71" y="310"/>
                </a:lnTo>
                <a:lnTo>
                  <a:pt x="68" y="310"/>
                </a:lnTo>
                <a:lnTo>
                  <a:pt x="67" y="309"/>
                </a:lnTo>
                <a:lnTo>
                  <a:pt x="67" y="304"/>
                </a:lnTo>
                <a:lnTo>
                  <a:pt x="66" y="304"/>
                </a:lnTo>
                <a:lnTo>
                  <a:pt x="65" y="303"/>
                </a:lnTo>
                <a:lnTo>
                  <a:pt x="63" y="302"/>
                </a:lnTo>
                <a:lnTo>
                  <a:pt x="63" y="301"/>
                </a:lnTo>
                <a:lnTo>
                  <a:pt x="63" y="300"/>
                </a:lnTo>
                <a:lnTo>
                  <a:pt x="63" y="299"/>
                </a:lnTo>
                <a:lnTo>
                  <a:pt x="62" y="298"/>
                </a:lnTo>
                <a:lnTo>
                  <a:pt x="61" y="298"/>
                </a:lnTo>
                <a:lnTo>
                  <a:pt x="61" y="297"/>
                </a:lnTo>
                <a:lnTo>
                  <a:pt x="61" y="296"/>
                </a:lnTo>
                <a:lnTo>
                  <a:pt x="60" y="294"/>
                </a:lnTo>
                <a:lnTo>
                  <a:pt x="59" y="293"/>
                </a:lnTo>
                <a:lnTo>
                  <a:pt x="58" y="292"/>
                </a:lnTo>
                <a:lnTo>
                  <a:pt x="58" y="291"/>
                </a:lnTo>
                <a:lnTo>
                  <a:pt x="57" y="290"/>
                </a:lnTo>
                <a:lnTo>
                  <a:pt x="57" y="288"/>
                </a:lnTo>
                <a:lnTo>
                  <a:pt x="57" y="287"/>
                </a:lnTo>
                <a:lnTo>
                  <a:pt x="57" y="286"/>
                </a:lnTo>
                <a:lnTo>
                  <a:pt x="56" y="286"/>
                </a:lnTo>
                <a:lnTo>
                  <a:pt x="55" y="286"/>
                </a:lnTo>
                <a:lnTo>
                  <a:pt x="55" y="285"/>
                </a:lnTo>
                <a:lnTo>
                  <a:pt x="54" y="285"/>
                </a:lnTo>
                <a:lnTo>
                  <a:pt x="53" y="284"/>
                </a:lnTo>
                <a:lnTo>
                  <a:pt x="53" y="285"/>
                </a:lnTo>
                <a:lnTo>
                  <a:pt x="52" y="284"/>
                </a:lnTo>
                <a:lnTo>
                  <a:pt x="51" y="284"/>
                </a:lnTo>
                <a:lnTo>
                  <a:pt x="50" y="284"/>
                </a:lnTo>
                <a:lnTo>
                  <a:pt x="50" y="283"/>
                </a:lnTo>
                <a:lnTo>
                  <a:pt x="49" y="282"/>
                </a:lnTo>
                <a:lnTo>
                  <a:pt x="48" y="283"/>
                </a:lnTo>
                <a:lnTo>
                  <a:pt x="47" y="284"/>
                </a:lnTo>
                <a:lnTo>
                  <a:pt x="46" y="284"/>
                </a:lnTo>
                <a:lnTo>
                  <a:pt x="45" y="285"/>
                </a:lnTo>
                <a:lnTo>
                  <a:pt x="44" y="286"/>
                </a:lnTo>
                <a:lnTo>
                  <a:pt x="44" y="287"/>
                </a:lnTo>
                <a:lnTo>
                  <a:pt x="43" y="287"/>
                </a:lnTo>
                <a:lnTo>
                  <a:pt x="41" y="288"/>
                </a:lnTo>
                <a:lnTo>
                  <a:pt x="39" y="288"/>
                </a:lnTo>
                <a:lnTo>
                  <a:pt x="38" y="288"/>
                </a:lnTo>
                <a:lnTo>
                  <a:pt x="37" y="288"/>
                </a:lnTo>
                <a:lnTo>
                  <a:pt x="35" y="288"/>
                </a:lnTo>
                <a:lnTo>
                  <a:pt x="34" y="288"/>
                </a:lnTo>
                <a:lnTo>
                  <a:pt x="34" y="287"/>
                </a:lnTo>
                <a:lnTo>
                  <a:pt x="34" y="286"/>
                </a:lnTo>
                <a:lnTo>
                  <a:pt x="33" y="286"/>
                </a:lnTo>
                <a:lnTo>
                  <a:pt x="33" y="285"/>
                </a:lnTo>
                <a:lnTo>
                  <a:pt x="32" y="284"/>
                </a:lnTo>
                <a:lnTo>
                  <a:pt x="31" y="283"/>
                </a:lnTo>
                <a:lnTo>
                  <a:pt x="31" y="282"/>
                </a:lnTo>
                <a:lnTo>
                  <a:pt x="31" y="280"/>
                </a:lnTo>
                <a:lnTo>
                  <a:pt x="32" y="280"/>
                </a:lnTo>
                <a:lnTo>
                  <a:pt x="31" y="279"/>
                </a:lnTo>
                <a:lnTo>
                  <a:pt x="32" y="279"/>
                </a:lnTo>
                <a:lnTo>
                  <a:pt x="32" y="278"/>
                </a:lnTo>
                <a:lnTo>
                  <a:pt x="33" y="278"/>
                </a:lnTo>
                <a:lnTo>
                  <a:pt x="34" y="278"/>
                </a:lnTo>
                <a:lnTo>
                  <a:pt x="34" y="277"/>
                </a:lnTo>
                <a:lnTo>
                  <a:pt x="33" y="276"/>
                </a:lnTo>
                <a:lnTo>
                  <a:pt x="33" y="275"/>
                </a:lnTo>
                <a:lnTo>
                  <a:pt x="34" y="275"/>
                </a:lnTo>
                <a:lnTo>
                  <a:pt x="35" y="275"/>
                </a:lnTo>
                <a:lnTo>
                  <a:pt x="36" y="276"/>
                </a:lnTo>
                <a:lnTo>
                  <a:pt x="37" y="276"/>
                </a:lnTo>
                <a:lnTo>
                  <a:pt x="37" y="275"/>
                </a:lnTo>
                <a:lnTo>
                  <a:pt x="38" y="275"/>
                </a:lnTo>
                <a:lnTo>
                  <a:pt x="38" y="274"/>
                </a:lnTo>
                <a:lnTo>
                  <a:pt x="38" y="273"/>
                </a:lnTo>
                <a:lnTo>
                  <a:pt x="39" y="273"/>
                </a:lnTo>
                <a:lnTo>
                  <a:pt x="40" y="273"/>
                </a:lnTo>
                <a:lnTo>
                  <a:pt x="41" y="272"/>
                </a:lnTo>
                <a:lnTo>
                  <a:pt x="42" y="271"/>
                </a:lnTo>
                <a:lnTo>
                  <a:pt x="43" y="271"/>
                </a:lnTo>
                <a:lnTo>
                  <a:pt x="43" y="270"/>
                </a:lnTo>
                <a:lnTo>
                  <a:pt x="43" y="269"/>
                </a:lnTo>
                <a:lnTo>
                  <a:pt x="41" y="269"/>
                </a:lnTo>
                <a:lnTo>
                  <a:pt x="38" y="268"/>
                </a:lnTo>
                <a:lnTo>
                  <a:pt x="37" y="266"/>
                </a:lnTo>
                <a:lnTo>
                  <a:pt x="37" y="265"/>
                </a:lnTo>
                <a:lnTo>
                  <a:pt x="38" y="265"/>
                </a:lnTo>
                <a:lnTo>
                  <a:pt x="38" y="264"/>
                </a:lnTo>
                <a:lnTo>
                  <a:pt x="38" y="262"/>
                </a:lnTo>
                <a:lnTo>
                  <a:pt x="39" y="262"/>
                </a:lnTo>
                <a:lnTo>
                  <a:pt x="39" y="261"/>
                </a:lnTo>
                <a:lnTo>
                  <a:pt x="36" y="260"/>
                </a:lnTo>
                <a:lnTo>
                  <a:pt x="35" y="259"/>
                </a:lnTo>
                <a:lnTo>
                  <a:pt x="35" y="260"/>
                </a:lnTo>
                <a:lnTo>
                  <a:pt x="34" y="260"/>
                </a:lnTo>
                <a:lnTo>
                  <a:pt x="33" y="260"/>
                </a:lnTo>
                <a:lnTo>
                  <a:pt x="32" y="260"/>
                </a:lnTo>
                <a:lnTo>
                  <a:pt x="30" y="259"/>
                </a:lnTo>
                <a:lnTo>
                  <a:pt x="29" y="259"/>
                </a:lnTo>
                <a:lnTo>
                  <a:pt x="27" y="259"/>
                </a:lnTo>
                <a:lnTo>
                  <a:pt x="26" y="259"/>
                </a:lnTo>
                <a:lnTo>
                  <a:pt x="24" y="257"/>
                </a:lnTo>
                <a:lnTo>
                  <a:pt x="23" y="258"/>
                </a:lnTo>
                <a:lnTo>
                  <a:pt x="22" y="259"/>
                </a:lnTo>
                <a:lnTo>
                  <a:pt x="21" y="259"/>
                </a:lnTo>
                <a:lnTo>
                  <a:pt x="20" y="259"/>
                </a:lnTo>
                <a:lnTo>
                  <a:pt x="18" y="259"/>
                </a:lnTo>
                <a:lnTo>
                  <a:pt x="17" y="259"/>
                </a:lnTo>
                <a:lnTo>
                  <a:pt x="16" y="259"/>
                </a:lnTo>
                <a:lnTo>
                  <a:pt x="16" y="257"/>
                </a:lnTo>
                <a:lnTo>
                  <a:pt x="15" y="256"/>
                </a:lnTo>
                <a:lnTo>
                  <a:pt x="14" y="256"/>
                </a:lnTo>
                <a:lnTo>
                  <a:pt x="12" y="257"/>
                </a:lnTo>
                <a:lnTo>
                  <a:pt x="9" y="259"/>
                </a:lnTo>
                <a:lnTo>
                  <a:pt x="8" y="259"/>
                </a:lnTo>
                <a:lnTo>
                  <a:pt x="8" y="260"/>
                </a:lnTo>
                <a:lnTo>
                  <a:pt x="6" y="259"/>
                </a:lnTo>
                <a:lnTo>
                  <a:pt x="3" y="260"/>
                </a:lnTo>
                <a:lnTo>
                  <a:pt x="2" y="260"/>
                </a:lnTo>
                <a:lnTo>
                  <a:pt x="1" y="260"/>
                </a:lnTo>
                <a:lnTo>
                  <a:pt x="0" y="259"/>
                </a:lnTo>
                <a:lnTo>
                  <a:pt x="0" y="258"/>
                </a:lnTo>
                <a:lnTo>
                  <a:pt x="1" y="256"/>
                </a:lnTo>
                <a:lnTo>
                  <a:pt x="3" y="256"/>
                </a:lnTo>
                <a:lnTo>
                  <a:pt x="4" y="256"/>
                </a:lnTo>
                <a:lnTo>
                  <a:pt x="5" y="256"/>
                </a:lnTo>
                <a:lnTo>
                  <a:pt x="6" y="256"/>
                </a:lnTo>
                <a:lnTo>
                  <a:pt x="7" y="255"/>
                </a:lnTo>
                <a:lnTo>
                  <a:pt x="8" y="254"/>
                </a:lnTo>
                <a:lnTo>
                  <a:pt x="9" y="254"/>
                </a:lnTo>
                <a:lnTo>
                  <a:pt x="10" y="254"/>
                </a:lnTo>
                <a:lnTo>
                  <a:pt x="11" y="254"/>
                </a:lnTo>
                <a:lnTo>
                  <a:pt x="12" y="254"/>
                </a:lnTo>
                <a:lnTo>
                  <a:pt x="12" y="251"/>
                </a:lnTo>
                <a:lnTo>
                  <a:pt x="13" y="247"/>
                </a:lnTo>
                <a:lnTo>
                  <a:pt x="14" y="247"/>
                </a:lnTo>
                <a:lnTo>
                  <a:pt x="15" y="247"/>
                </a:lnTo>
                <a:lnTo>
                  <a:pt x="22" y="247"/>
                </a:lnTo>
                <a:lnTo>
                  <a:pt x="33" y="246"/>
                </a:lnTo>
                <a:lnTo>
                  <a:pt x="47" y="244"/>
                </a:lnTo>
                <a:lnTo>
                  <a:pt x="52" y="244"/>
                </a:lnTo>
                <a:lnTo>
                  <a:pt x="55" y="242"/>
                </a:lnTo>
                <a:lnTo>
                  <a:pt x="58" y="240"/>
                </a:lnTo>
                <a:lnTo>
                  <a:pt x="62" y="240"/>
                </a:lnTo>
                <a:lnTo>
                  <a:pt x="64" y="240"/>
                </a:lnTo>
                <a:lnTo>
                  <a:pt x="72" y="239"/>
                </a:lnTo>
                <a:lnTo>
                  <a:pt x="74" y="239"/>
                </a:lnTo>
                <a:lnTo>
                  <a:pt x="75" y="238"/>
                </a:lnTo>
                <a:lnTo>
                  <a:pt x="81" y="234"/>
                </a:lnTo>
                <a:lnTo>
                  <a:pt x="88" y="228"/>
                </a:lnTo>
                <a:lnTo>
                  <a:pt x="89" y="228"/>
                </a:lnTo>
                <a:lnTo>
                  <a:pt x="92" y="227"/>
                </a:lnTo>
                <a:lnTo>
                  <a:pt x="95" y="226"/>
                </a:lnTo>
                <a:lnTo>
                  <a:pt x="98" y="225"/>
                </a:lnTo>
                <a:lnTo>
                  <a:pt x="105" y="222"/>
                </a:lnTo>
                <a:lnTo>
                  <a:pt x="108" y="221"/>
                </a:lnTo>
                <a:lnTo>
                  <a:pt x="111" y="222"/>
                </a:lnTo>
                <a:lnTo>
                  <a:pt x="116" y="223"/>
                </a:lnTo>
                <a:lnTo>
                  <a:pt x="118" y="222"/>
                </a:lnTo>
                <a:lnTo>
                  <a:pt x="122" y="222"/>
                </a:lnTo>
                <a:lnTo>
                  <a:pt x="128" y="223"/>
                </a:lnTo>
                <a:lnTo>
                  <a:pt x="129" y="222"/>
                </a:lnTo>
                <a:lnTo>
                  <a:pt x="130" y="222"/>
                </a:lnTo>
                <a:lnTo>
                  <a:pt x="132" y="222"/>
                </a:lnTo>
                <a:lnTo>
                  <a:pt x="133" y="220"/>
                </a:lnTo>
                <a:lnTo>
                  <a:pt x="133" y="216"/>
                </a:lnTo>
                <a:lnTo>
                  <a:pt x="134" y="213"/>
                </a:lnTo>
                <a:lnTo>
                  <a:pt x="134" y="212"/>
                </a:lnTo>
                <a:lnTo>
                  <a:pt x="135" y="212"/>
                </a:lnTo>
                <a:lnTo>
                  <a:pt x="136" y="212"/>
                </a:lnTo>
                <a:lnTo>
                  <a:pt x="137" y="212"/>
                </a:lnTo>
                <a:lnTo>
                  <a:pt x="137" y="213"/>
                </a:lnTo>
                <a:lnTo>
                  <a:pt x="138" y="213"/>
                </a:lnTo>
                <a:lnTo>
                  <a:pt x="138" y="214"/>
                </a:lnTo>
                <a:lnTo>
                  <a:pt x="139" y="213"/>
                </a:lnTo>
                <a:lnTo>
                  <a:pt x="140" y="212"/>
                </a:lnTo>
                <a:lnTo>
                  <a:pt x="141" y="212"/>
                </a:lnTo>
                <a:lnTo>
                  <a:pt x="145" y="210"/>
                </a:lnTo>
                <a:lnTo>
                  <a:pt x="146" y="210"/>
                </a:lnTo>
                <a:lnTo>
                  <a:pt x="147" y="210"/>
                </a:lnTo>
                <a:lnTo>
                  <a:pt x="149" y="210"/>
                </a:lnTo>
                <a:lnTo>
                  <a:pt x="149" y="208"/>
                </a:lnTo>
                <a:lnTo>
                  <a:pt x="149" y="207"/>
                </a:lnTo>
                <a:lnTo>
                  <a:pt x="150" y="205"/>
                </a:lnTo>
                <a:lnTo>
                  <a:pt x="151" y="204"/>
                </a:lnTo>
                <a:lnTo>
                  <a:pt x="151" y="203"/>
                </a:lnTo>
                <a:lnTo>
                  <a:pt x="152" y="202"/>
                </a:lnTo>
                <a:lnTo>
                  <a:pt x="152" y="201"/>
                </a:lnTo>
                <a:lnTo>
                  <a:pt x="152" y="200"/>
                </a:lnTo>
                <a:lnTo>
                  <a:pt x="152" y="198"/>
                </a:lnTo>
                <a:lnTo>
                  <a:pt x="152" y="197"/>
                </a:lnTo>
                <a:lnTo>
                  <a:pt x="151" y="196"/>
                </a:lnTo>
                <a:lnTo>
                  <a:pt x="151" y="195"/>
                </a:lnTo>
                <a:lnTo>
                  <a:pt x="151" y="194"/>
                </a:lnTo>
                <a:lnTo>
                  <a:pt x="151" y="193"/>
                </a:lnTo>
                <a:lnTo>
                  <a:pt x="151" y="190"/>
                </a:lnTo>
                <a:lnTo>
                  <a:pt x="151" y="189"/>
                </a:lnTo>
                <a:lnTo>
                  <a:pt x="152" y="189"/>
                </a:lnTo>
                <a:lnTo>
                  <a:pt x="152" y="188"/>
                </a:lnTo>
                <a:lnTo>
                  <a:pt x="153" y="188"/>
                </a:lnTo>
                <a:lnTo>
                  <a:pt x="155" y="185"/>
                </a:lnTo>
                <a:lnTo>
                  <a:pt x="155" y="184"/>
                </a:lnTo>
                <a:lnTo>
                  <a:pt x="155" y="183"/>
                </a:lnTo>
                <a:lnTo>
                  <a:pt x="156" y="183"/>
                </a:lnTo>
                <a:lnTo>
                  <a:pt x="155" y="182"/>
                </a:lnTo>
                <a:lnTo>
                  <a:pt x="154" y="181"/>
                </a:lnTo>
                <a:lnTo>
                  <a:pt x="153" y="179"/>
                </a:lnTo>
                <a:lnTo>
                  <a:pt x="152" y="178"/>
                </a:lnTo>
                <a:lnTo>
                  <a:pt x="152" y="177"/>
                </a:lnTo>
                <a:lnTo>
                  <a:pt x="151" y="176"/>
                </a:lnTo>
                <a:lnTo>
                  <a:pt x="150" y="175"/>
                </a:lnTo>
                <a:lnTo>
                  <a:pt x="150" y="174"/>
                </a:lnTo>
                <a:lnTo>
                  <a:pt x="150" y="173"/>
                </a:lnTo>
                <a:lnTo>
                  <a:pt x="149" y="172"/>
                </a:lnTo>
                <a:lnTo>
                  <a:pt x="149" y="170"/>
                </a:lnTo>
                <a:lnTo>
                  <a:pt x="148" y="168"/>
                </a:lnTo>
                <a:lnTo>
                  <a:pt x="148" y="167"/>
                </a:lnTo>
                <a:lnTo>
                  <a:pt x="148" y="164"/>
                </a:lnTo>
                <a:lnTo>
                  <a:pt x="148" y="163"/>
                </a:lnTo>
                <a:lnTo>
                  <a:pt x="148" y="161"/>
                </a:lnTo>
                <a:lnTo>
                  <a:pt x="149" y="158"/>
                </a:lnTo>
                <a:lnTo>
                  <a:pt x="149" y="156"/>
                </a:lnTo>
                <a:lnTo>
                  <a:pt x="151" y="155"/>
                </a:lnTo>
                <a:lnTo>
                  <a:pt x="153" y="154"/>
                </a:lnTo>
                <a:lnTo>
                  <a:pt x="154" y="154"/>
                </a:lnTo>
                <a:lnTo>
                  <a:pt x="154" y="153"/>
                </a:lnTo>
                <a:lnTo>
                  <a:pt x="155" y="153"/>
                </a:lnTo>
                <a:lnTo>
                  <a:pt x="155" y="152"/>
                </a:lnTo>
                <a:lnTo>
                  <a:pt x="155" y="151"/>
                </a:lnTo>
                <a:lnTo>
                  <a:pt x="156" y="150"/>
                </a:lnTo>
                <a:lnTo>
                  <a:pt x="156" y="149"/>
                </a:lnTo>
                <a:lnTo>
                  <a:pt x="157" y="146"/>
                </a:lnTo>
                <a:lnTo>
                  <a:pt x="157" y="145"/>
                </a:lnTo>
                <a:lnTo>
                  <a:pt x="158" y="145"/>
                </a:lnTo>
                <a:lnTo>
                  <a:pt x="158" y="144"/>
                </a:lnTo>
                <a:lnTo>
                  <a:pt x="156" y="142"/>
                </a:lnTo>
                <a:lnTo>
                  <a:pt x="155" y="141"/>
                </a:lnTo>
                <a:lnTo>
                  <a:pt x="155" y="140"/>
                </a:lnTo>
                <a:lnTo>
                  <a:pt x="155" y="139"/>
                </a:lnTo>
                <a:lnTo>
                  <a:pt x="154" y="138"/>
                </a:lnTo>
                <a:lnTo>
                  <a:pt x="153" y="138"/>
                </a:lnTo>
                <a:lnTo>
                  <a:pt x="153" y="136"/>
                </a:lnTo>
                <a:lnTo>
                  <a:pt x="153" y="135"/>
                </a:lnTo>
                <a:lnTo>
                  <a:pt x="154" y="134"/>
                </a:lnTo>
                <a:lnTo>
                  <a:pt x="154" y="133"/>
                </a:lnTo>
                <a:lnTo>
                  <a:pt x="154" y="132"/>
                </a:lnTo>
                <a:lnTo>
                  <a:pt x="154" y="131"/>
                </a:lnTo>
                <a:lnTo>
                  <a:pt x="154" y="130"/>
                </a:lnTo>
                <a:lnTo>
                  <a:pt x="153" y="129"/>
                </a:lnTo>
                <a:lnTo>
                  <a:pt x="154" y="128"/>
                </a:lnTo>
                <a:lnTo>
                  <a:pt x="154" y="127"/>
                </a:lnTo>
                <a:lnTo>
                  <a:pt x="153" y="127"/>
                </a:lnTo>
                <a:lnTo>
                  <a:pt x="154" y="126"/>
                </a:lnTo>
                <a:lnTo>
                  <a:pt x="155" y="126"/>
                </a:lnTo>
                <a:lnTo>
                  <a:pt x="156" y="125"/>
                </a:lnTo>
                <a:lnTo>
                  <a:pt x="155" y="124"/>
                </a:lnTo>
                <a:lnTo>
                  <a:pt x="155" y="123"/>
                </a:lnTo>
                <a:lnTo>
                  <a:pt x="155" y="122"/>
                </a:lnTo>
                <a:lnTo>
                  <a:pt x="154" y="122"/>
                </a:lnTo>
                <a:lnTo>
                  <a:pt x="154" y="121"/>
                </a:lnTo>
                <a:lnTo>
                  <a:pt x="155" y="120"/>
                </a:lnTo>
                <a:lnTo>
                  <a:pt x="155" y="117"/>
                </a:lnTo>
                <a:lnTo>
                  <a:pt x="155" y="116"/>
                </a:lnTo>
                <a:lnTo>
                  <a:pt x="156" y="116"/>
                </a:lnTo>
                <a:lnTo>
                  <a:pt x="157" y="115"/>
                </a:lnTo>
                <a:lnTo>
                  <a:pt x="157" y="114"/>
                </a:lnTo>
                <a:lnTo>
                  <a:pt x="157" y="113"/>
                </a:lnTo>
                <a:lnTo>
                  <a:pt x="157" y="112"/>
                </a:lnTo>
                <a:lnTo>
                  <a:pt x="157" y="111"/>
                </a:lnTo>
                <a:lnTo>
                  <a:pt x="156" y="110"/>
                </a:lnTo>
                <a:lnTo>
                  <a:pt x="156" y="109"/>
                </a:lnTo>
                <a:lnTo>
                  <a:pt x="156" y="108"/>
                </a:lnTo>
                <a:lnTo>
                  <a:pt x="157" y="107"/>
                </a:lnTo>
                <a:lnTo>
                  <a:pt x="158" y="107"/>
                </a:lnTo>
                <a:lnTo>
                  <a:pt x="158" y="106"/>
                </a:lnTo>
                <a:lnTo>
                  <a:pt x="157" y="105"/>
                </a:lnTo>
                <a:lnTo>
                  <a:pt x="157" y="104"/>
                </a:lnTo>
                <a:lnTo>
                  <a:pt x="156" y="103"/>
                </a:lnTo>
                <a:lnTo>
                  <a:pt x="156" y="102"/>
                </a:lnTo>
                <a:lnTo>
                  <a:pt x="156" y="101"/>
                </a:lnTo>
                <a:lnTo>
                  <a:pt x="156" y="98"/>
                </a:lnTo>
                <a:lnTo>
                  <a:pt x="156" y="97"/>
                </a:lnTo>
                <a:lnTo>
                  <a:pt x="157" y="97"/>
                </a:lnTo>
                <a:lnTo>
                  <a:pt x="158" y="97"/>
                </a:lnTo>
                <a:lnTo>
                  <a:pt x="158" y="96"/>
                </a:lnTo>
                <a:lnTo>
                  <a:pt x="158" y="95"/>
                </a:lnTo>
                <a:lnTo>
                  <a:pt x="158" y="94"/>
                </a:lnTo>
                <a:lnTo>
                  <a:pt x="159" y="94"/>
                </a:lnTo>
                <a:lnTo>
                  <a:pt x="160" y="92"/>
                </a:lnTo>
                <a:lnTo>
                  <a:pt x="160" y="91"/>
                </a:lnTo>
                <a:lnTo>
                  <a:pt x="159" y="90"/>
                </a:lnTo>
                <a:lnTo>
                  <a:pt x="159" y="89"/>
                </a:lnTo>
                <a:lnTo>
                  <a:pt x="160" y="88"/>
                </a:lnTo>
                <a:lnTo>
                  <a:pt x="161" y="87"/>
                </a:lnTo>
                <a:lnTo>
                  <a:pt x="161" y="86"/>
                </a:lnTo>
                <a:lnTo>
                  <a:pt x="161" y="85"/>
                </a:lnTo>
                <a:lnTo>
                  <a:pt x="161" y="84"/>
                </a:lnTo>
                <a:lnTo>
                  <a:pt x="160" y="84"/>
                </a:lnTo>
                <a:lnTo>
                  <a:pt x="160" y="83"/>
                </a:lnTo>
                <a:lnTo>
                  <a:pt x="161" y="83"/>
                </a:lnTo>
                <a:lnTo>
                  <a:pt x="161" y="81"/>
                </a:lnTo>
                <a:lnTo>
                  <a:pt x="160" y="81"/>
                </a:lnTo>
                <a:lnTo>
                  <a:pt x="160" y="80"/>
                </a:lnTo>
                <a:lnTo>
                  <a:pt x="160" y="79"/>
                </a:lnTo>
                <a:lnTo>
                  <a:pt x="164" y="77"/>
                </a:lnTo>
                <a:lnTo>
                  <a:pt x="164" y="76"/>
                </a:lnTo>
                <a:lnTo>
                  <a:pt x="164" y="75"/>
                </a:lnTo>
                <a:lnTo>
                  <a:pt x="165" y="74"/>
                </a:lnTo>
                <a:lnTo>
                  <a:pt x="167" y="72"/>
                </a:lnTo>
                <a:lnTo>
                  <a:pt x="168" y="71"/>
                </a:lnTo>
                <a:lnTo>
                  <a:pt x="169" y="70"/>
                </a:lnTo>
                <a:lnTo>
                  <a:pt x="170" y="69"/>
                </a:lnTo>
                <a:lnTo>
                  <a:pt x="170" y="68"/>
                </a:lnTo>
                <a:lnTo>
                  <a:pt x="169" y="68"/>
                </a:lnTo>
                <a:lnTo>
                  <a:pt x="168" y="68"/>
                </a:lnTo>
                <a:lnTo>
                  <a:pt x="167" y="65"/>
                </a:lnTo>
                <a:lnTo>
                  <a:pt x="167" y="64"/>
                </a:lnTo>
                <a:lnTo>
                  <a:pt x="169" y="62"/>
                </a:lnTo>
                <a:lnTo>
                  <a:pt x="170" y="62"/>
                </a:lnTo>
                <a:lnTo>
                  <a:pt x="170" y="61"/>
                </a:lnTo>
                <a:lnTo>
                  <a:pt x="170" y="60"/>
                </a:lnTo>
                <a:lnTo>
                  <a:pt x="170" y="59"/>
                </a:lnTo>
                <a:lnTo>
                  <a:pt x="171" y="59"/>
                </a:lnTo>
                <a:lnTo>
                  <a:pt x="172" y="58"/>
                </a:lnTo>
                <a:lnTo>
                  <a:pt x="172" y="57"/>
                </a:lnTo>
                <a:lnTo>
                  <a:pt x="173" y="57"/>
                </a:lnTo>
                <a:lnTo>
                  <a:pt x="173" y="56"/>
                </a:lnTo>
                <a:lnTo>
                  <a:pt x="174" y="56"/>
                </a:lnTo>
                <a:lnTo>
                  <a:pt x="174" y="57"/>
                </a:lnTo>
                <a:lnTo>
                  <a:pt x="175" y="57"/>
                </a:lnTo>
                <a:lnTo>
                  <a:pt x="176" y="56"/>
                </a:lnTo>
                <a:lnTo>
                  <a:pt x="176" y="55"/>
                </a:lnTo>
                <a:lnTo>
                  <a:pt x="176" y="54"/>
                </a:lnTo>
                <a:lnTo>
                  <a:pt x="176" y="53"/>
                </a:lnTo>
                <a:lnTo>
                  <a:pt x="178" y="52"/>
                </a:lnTo>
                <a:lnTo>
                  <a:pt x="178" y="51"/>
                </a:lnTo>
                <a:lnTo>
                  <a:pt x="178" y="50"/>
                </a:lnTo>
                <a:lnTo>
                  <a:pt x="179" y="49"/>
                </a:lnTo>
                <a:lnTo>
                  <a:pt x="178" y="49"/>
                </a:lnTo>
                <a:lnTo>
                  <a:pt x="178" y="48"/>
                </a:lnTo>
                <a:lnTo>
                  <a:pt x="177" y="48"/>
                </a:lnTo>
                <a:lnTo>
                  <a:pt x="177" y="47"/>
                </a:lnTo>
                <a:lnTo>
                  <a:pt x="178" y="47"/>
                </a:lnTo>
                <a:lnTo>
                  <a:pt x="178" y="46"/>
                </a:lnTo>
                <a:lnTo>
                  <a:pt x="178" y="45"/>
                </a:lnTo>
                <a:lnTo>
                  <a:pt x="178" y="44"/>
                </a:lnTo>
                <a:lnTo>
                  <a:pt x="178" y="42"/>
                </a:lnTo>
                <a:lnTo>
                  <a:pt x="179" y="42"/>
                </a:lnTo>
                <a:lnTo>
                  <a:pt x="179" y="41"/>
                </a:lnTo>
                <a:lnTo>
                  <a:pt x="179" y="40"/>
                </a:lnTo>
                <a:lnTo>
                  <a:pt x="180" y="39"/>
                </a:lnTo>
                <a:lnTo>
                  <a:pt x="181" y="38"/>
                </a:lnTo>
                <a:lnTo>
                  <a:pt x="181" y="36"/>
                </a:lnTo>
                <a:lnTo>
                  <a:pt x="181" y="35"/>
                </a:lnTo>
                <a:lnTo>
                  <a:pt x="182" y="35"/>
                </a:lnTo>
                <a:lnTo>
                  <a:pt x="182" y="34"/>
                </a:lnTo>
                <a:lnTo>
                  <a:pt x="183" y="33"/>
                </a:lnTo>
                <a:lnTo>
                  <a:pt x="184" y="31"/>
                </a:lnTo>
                <a:lnTo>
                  <a:pt x="185" y="31"/>
                </a:lnTo>
                <a:lnTo>
                  <a:pt x="186" y="31"/>
                </a:lnTo>
                <a:lnTo>
                  <a:pt x="187" y="31"/>
                </a:lnTo>
                <a:lnTo>
                  <a:pt x="187" y="32"/>
                </a:lnTo>
                <a:lnTo>
                  <a:pt x="188" y="32"/>
                </a:lnTo>
                <a:lnTo>
                  <a:pt x="189" y="33"/>
                </a:lnTo>
                <a:lnTo>
                  <a:pt x="190" y="33"/>
                </a:lnTo>
                <a:lnTo>
                  <a:pt x="191" y="34"/>
                </a:lnTo>
                <a:lnTo>
                  <a:pt x="192" y="33"/>
                </a:lnTo>
                <a:lnTo>
                  <a:pt x="193" y="33"/>
                </a:lnTo>
                <a:lnTo>
                  <a:pt x="194" y="34"/>
                </a:lnTo>
                <a:lnTo>
                  <a:pt x="195" y="34"/>
                </a:lnTo>
                <a:lnTo>
                  <a:pt x="196" y="33"/>
                </a:lnTo>
                <a:lnTo>
                  <a:pt x="198" y="33"/>
                </a:lnTo>
                <a:lnTo>
                  <a:pt x="198" y="32"/>
                </a:lnTo>
                <a:lnTo>
                  <a:pt x="198" y="30"/>
                </a:lnTo>
                <a:lnTo>
                  <a:pt x="198" y="27"/>
                </a:lnTo>
                <a:lnTo>
                  <a:pt x="198" y="26"/>
                </a:lnTo>
                <a:lnTo>
                  <a:pt x="197" y="26"/>
                </a:lnTo>
                <a:lnTo>
                  <a:pt x="197" y="24"/>
                </a:lnTo>
                <a:lnTo>
                  <a:pt x="198" y="23"/>
                </a:lnTo>
                <a:lnTo>
                  <a:pt x="198" y="22"/>
                </a:lnTo>
                <a:lnTo>
                  <a:pt x="198" y="21"/>
                </a:lnTo>
                <a:lnTo>
                  <a:pt x="197" y="21"/>
                </a:lnTo>
                <a:lnTo>
                  <a:pt x="197" y="20"/>
                </a:lnTo>
                <a:lnTo>
                  <a:pt x="197" y="19"/>
                </a:lnTo>
                <a:lnTo>
                  <a:pt x="197" y="18"/>
                </a:lnTo>
                <a:lnTo>
                  <a:pt x="197" y="16"/>
                </a:lnTo>
                <a:lnTo>
                  <a:pt x="197" y="15"/>
                </a:lnTo>
                <a:lnTo>
                  <a:pt x="198" y="15"/>
                </a:lnTo>
                <a:lnTo>
                  <a:pt x="199" y="15"/>
                </a:lnTo>
                <a:lnTo>
                  <a:pt x="201" y="15"/>
                </a:lnTo>
                <a:lnTo>
                  <a:pt x="201" y="14"/>
                </a:lnTo>
                <a:lnTo>
                  <a:pt x="203" y="14"/>
                </a:lnTo>
                <a:lnTo>
                  <a:pt x="204" y="14"/>
                </a:lnTo>
                <a:lnTo>
                  <a:pt x="205" y="14"/>
                </a:lnTo>
                <a:lnTo>
                  <a:pt x="206" y="14"/>
                </a:lnTo>
                <a:lnTo>
                  <a:pt x="209" y="14"/>
                </a:lnTo>
                <a:lnTo>
                  <a:pt x="212" y="13"/>
                </a:lnTo>
                <a:lnTo>
                  <a:pt x="212" y="14"/>
                </a:lnTo>
                <a:lnTo>
                  <a:pt x="214" y="14"/>
                </a:lnTo>
                <a:lnTo>
                  <a:pt x="215" y="14"/>
                </a:lnTo>
                <a:lnTo>
                  <a:pt x="217" y="15"/>
                </a:lnTo>
                <a:lnTo>
                  <a:pt x="218" y="15"/>
                </a:lnTo>
                <a:lnTo>
                  <a:pt x="219" y="15"/>
                </a:lnTo>
                <a:lnTo>
                  <a:pt x="221" y="11"/>
                </a:lnTo>
                <a:lnTo>
                  <a:pt x="224" y="7"/>
                </a:lnTo>
                <a:lnTo>
                  <a:pt x="226" y="6"/>
                </a:lnTo>
                <a:lnTo>
                  <a:pt x="228" y="2"/>
                </a:lnTo>
                <a:lnTo>
                  <a:pt x="231" y="3"/>
                </a:lnTo>
                <a:lnTo>
                  <a:pt x="232" y="3"/>
                </a:lnTo>
                <a:lnTo>
                  <a:pt x="233" y="4"/>
                </a:lnTo>
                <a:lnTo>
                  <a:pt x="235" y="4"/>
                </a:lnTo>
                <a:lnTo>
                  <a:pt x="236" y="4"/>
                </a:lnTo>
                <a:lnTo>
                  <a:pt x="237" y="3"/>
                </a:lnTo>
                <a:lnTo>
                  <a:pt x="239" y="2"/>
                </a:lnTo>
                <a:lnTo>
                  <a:pt x="241" y="1"/>
                </a:lnTo>
                <a:lnTo>
                  <a:pt x="241" y="0"/>
                </a:lnTo>
                <a:lnTo>
                  <a:pt x="243" y="0"/>
                </a:lnTo>
                <a:lnTo>
                  <a:pt x="243" y="1"/>
                </a:lnTo>
                <a:lnTo>
                  <a:pt x="243" y="2"/>
                </a:lnTo>
                <a:lnTo>
                  <a:pt x="244" y="2"/>
                </a:lnTo>
                <a:close/>
              </a:path>
            </a:pathLst>
          </a:custGeom>
          <a:solidFill>
            <a:srgbClr val="EDB8A1"/>
          </a:solidFill>
          <a:ln w="2520">
            <a:solidFill>
              <a:srgbClr val="FFFFFF"/>
            </a:solidFill>
            <a:round/>
          </a:ln>
        </p:spPr>
        <p:txBody>
          <a:bodyPr lIns="1080" tIns="1080" rIns="1080" bIns="108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71" name=""/>
          <p:cNvSpPr/>
          <p:nvPr/>
        </p:nvSpPr>
        <p:spPr>
          <a:xfrm>
            <a:off x="3917160" y="1024200"/>
            <a:ext cx="507600" cy="366840"/>
          </a:xfrm>
          <a:custGeom>
            <a:avLst/>
            <a:gdLst/>
            <a:ahLst/>
            <a:rect l="0" t="0" r="r" b="b"/>
            <a:pathLst>
              <a:path w="1410" h="1019">
                <a:moveTo>
                  <a:pt x="824" y="35"/>
                </a:moveTo>
                <a:lnTo>
                  <a:pt x="825" y="35"/>
                </a:lnTo>
                <a:lnTo>
                  <a:pt x="826" y="35"/>
                </a:lnTo>
                <a:lnTo>
                  <a:pt x="827" y="35"/>
                </a:lnTo>
                <a:lnTo>
                  <a:pt x="827" y="36"/>
                </a:lnTo>
                <a:lnTo>
                  <a:pt x="828" y="36"/>
                </a:lnTo>
                <a:lnTo>
                  <a:pt x="828" y="37"/>
                </a:lnTo>
                <a:lnTo>
                  <a:pt x="829" y="37"/>
                </a:lnTo>
                <a:lnTo>
                  <a:pt x="830" y="36"/>
                </a:lnTo>
                <a:lnTo>
                  <a:pt x="831" y="36"/>
                </a:lnTo>
                <a:lnTo>
                  <a:pt x="831" y="37"/>
                </a:lnTo>
                <a:lnTo>
                  <a:pt x="832" y="37"/>
                </a:lnTo>
                <a:lnTo>
                  <a:pt x="833" y="37"/>
                </a:lnTo>
                <a:lnTo>
                  <a:pt x="834" y="37"/>
                </a:lnTo>
                <a:lnTo>
                  <a:pt x="835" y="37"/>
                </a:lnTo>
                <a:lnTo>
                  <a:pt x="836" y="37"/>
                </a:lnTo>
                <a:lnTo>
                  <a:pt x="837" y="37"/>
                </a:lnTo>
                <a:lnTo>
                  <a:pt x="837" y="38"/>
                </a:lnTo>
                <a:lnTo>
                  <a:pt x="838" y="38"/>
                </a:lnTo>
                <a:lnTo>
                  <a:pt x="838" y="39"/>
                </a:lnTo>
                <a:lnTo>
                  <a:pt x="839" y="39"/>
                </a:lnTo>
                <a:lnTo>
                  <a:pt x="841" y="38"/>
                </a:lnTo>
                <a:lnTo>
                  <a:pt x="842" y="38"/>
                </a:lnTo>
                <a:lnTo>
                  <a:pt x="843" y="38"/>
                </a:lnTo>
                <a:lnTo>
                  <a:pt x="843" y="39"/>
                </a:lnTo>
                <a:lnTo>
                  <a:pt x="845" y="40"/>
                </a:lnTo>
                <a:lnTo>
                  <a:pt x="846" y="40"/>
                </a:lnTo>
                <a:lnTo>
                  <a:pt x="846" y="41"/>
                </a:lnTo>
                <a:lnTo>
                  <a:pt x="847" y="41"/>
                </a:lnTo>
                <a:lnTo>
                  <a:pt x="847" y="42"/>
                </a:lnTo>
                <a:lnTo>
                  <a:pt x="848" y="42"/>
                </a:lnTo>
                <a:lnTo>
                  <a:pt x="849" y="42"/>
                </a:lnTo>
                <a:lnTo>
                  <a:pt x="850" y="43"/>
                </a:lnTo>
                <a:lnTo>
                  <a:pt x="851" y="43"/>
                </a:lnTo>
                <a:lnTo>
                  <a:pt x="852" y="43"/>
                </a:lnTo>
                <a:lnTo>
                  <a:pt x="854" y="42"/>
                </a:lnTo>
                <a:lnTo>
                  <a:pt x="855" y="42"/>
                </a:lnTo>
                <a:lnTo>
                  <a:pt x="856" y="42"/>
                </a:lnTo>
                <a:lnTo>
                  <a:pt x="856" y="43"/>
                </a:lnTo>
                <a:lnTo>
                  <a:pt x="856" y="44"/>
                </a:lnTo>
                <a:lnTo>
                  <a:pt x="857" y="45"/>
                </a:lnTo>
                <a:lnTo>
                  <a:pt x="858" y="45"/>
                </a:lnTo>
                <a:lnTo>
                  <a:pt x="859" y="45"/>
                </a:lnTo>
                <a:lnTo>
                  <a:pt x="860" y="46"/>
                </a:lnTo>
                <a:lnTo>
                  <a:pt x="861" y="46"/>
                </a:lnTo>
                <a:lnTo>
                  <a:pt x="861" y="47"/>
                </a:lnTo>
                <a:lnTo>
                  <a:pt x="862" y="47"/>
                </a:lnTo>
                <a:lnTo>
                  <a:pt x="862" y="48"/>
                </a:lnTo>
                <a:lnTo>
                  <a:pt x="862" y="49"/>
                </a:lnTo>
                <a:lnTo>
                  <a:pt x="863" y="49"/>
                </a:lnTo>
                <a:lnTo>
                  <a:pt x="864" y="49"/>
                </a:lnTo>
                <a:lnTo>
                  <a:pt x="864" y="50"/>
                </a:lnTo>
                <a:lnTo>
                  <a:pt x="864" y="51"/>
                </a:lnTo>
                <a:lnTo>
                  <a:pt x="865" y="51"/>
                </a:lnTo>
                <a:lnTo>
                  <a:pt x="866" y="50"/>
                </a:lnTo>
                <a:lnTo>
                  <a:pt x="867" y="50"/>
                </a:lnTo>
                <a:lnTo>
                  <a:pt x="867" y="51"/>
                </a:lnTo>
                <a:lnTo>
                  <a:pt x="867" y="52"/>
                </a:lnTo>
                <a:lnTo>
                  <a:pt x="868" y="52"/>
                </a:lnTo>
                <a:lnTo>
                  <a:pt x="867" y="52"/>
                </a:lnTo>
                <a:lnTo>
                  <a:pt x="867" y="53"/>
                </a:lnTo>
                <a:lnTo>
                  <a:pt x="868" y="53"/>
                </a:lnTo>
                <a:lnTo>
                  <a:pt x="869" y="54"/>
                </a:lnTo>
                <a:lnTo>
                  <a:pt x="868" y="54"/>
                </a:lnTo>
                <a:lnTo>
                  <a:pt x="868" y="55"/>
                </a:lnTo>
                <a:lnTo>
                  <a:pt x="869" y="55"/>
                </a:lnTo>
                <a:lnTo>
                  <a:pt x="869" y="56"/>
                </a:lnTo>
                <a:lnTo>
                  <a:pt x="870" y="56"/>
                </a:lnTo>
                <a:lnTo>
                  <a:pt x="871" y="56"/>
                </a:lnTo>
                <a:lnTo>
                  <a:pt x="872" y="56"/>
                </a:lnTo>
                <a:lnTo>
                  <a:pt x="872" y="57"/>
                </a:lnTo>
                <a:lnTo>
                  <a:pt x="873" y="57"/>
                </a:lnTo>
                <a:lnTo>
                  <a:pt x="874" y="57"/>
                </a:lnTo>
                <a:lnTo>
                  <a:pt x="874" y="58"/>
                </a:lnTo>
                <a:lnTo>
                  <a:pt x="875" y="58"/>
                </a:lnTo>
                <a:lnTo>
                  <a:pt x="875" y="59"/>
                </a:lnTo>
                <a:lnTo>
                  <a:pt x="876" y="59"/>
                </a:lnTo>
                <a:lnTo>
                  <a:pt x="877" y="59"/>
                </a:lnTo>
                <a:lnTo>
                  <a:pt x="877" y="60"/>
                </a:lnTo>
                <a:lnTo>
                  <a:pt x="878" y="60"/>
                </a:lnTo>
                <a:lnTo>
                  <a:pt x="878" y="61"/>
                </a:lnTo>
                <a:lnTo>
                  <a:pt x="879" y="61"/>
                </a:lnTo>
                <a:lnTo>
                  <a:pt x="879" y="62"/>
                </a:lnTo>
                <a:lnTo>
                  <a:pt x="880" y="62"/>
                </a:lnTo>
                <a:lnTo>
                  <a:pt x="881" y="62"/>
                </a:lnTo>
                <a:lnTo>
                  <a:pt x="881" y="63"/>
                </a:lnTo>
                <a:lnTo>
                  <a:pt x="882" y="63"/>
                </a:lnTo>
                <a:lnTo>
                  <a:pt x="883" y="63"/>
                </a:lnTo>
                <a:lnTo>
                  <a:pt x="883" y="64"/>
                </a:lnTo>
                <a:lnTo>
                  <a:pt x="884" y="65"/>
                </a:lnTo>
                <a:lnTo>
                  <a:pt x="885" y="65"/>
                </a:lnTo>
                <a:lnTo>
                  <a:pt x="885" y="66"/>
                </a:lnTo>
                <a:lnTo>
                  <a:pt x="886" y="66"/>
                </a:lnTo>
                <a:lnTo>
                  <a:pt x="887" y="66"/>
                </a:lnTo>
                <a:lnTo>
                  <a:pt x="887" y="67"/>
                </a:lnTo>
                <a:lnTo>
                  <a:pt x="887" y="69"/>
                </a:lnTo>
                <a:lnTo>
                  <a:pt x="886" y="69"/>
                </a:lnTo>
                <a:lnTo>
                  <a:pt x="886" y="70"/>
                </a:lnTo>
                <a:lnTo>
                  <a:pt x="887" y="70"/>
                </a:lnTo>
                <a:lnTo>
                  <a:pt x="887" y="71"/>
                </a:lnTo>
                <a:lnTo>
                  <a:pt x="889" y="71"/>
                </a:lnTo>
                <a:lnTo>
                  <a:pt x="889" y="72"/>
                </a:lnTo>
                <a:lnTo>
                  <a:pt x="890" y="72"/>
                </a:lnTo>
                <a:lnTo>
                  <a:pt x="891" y="72"/>
                </a:lnTo>
                <a:lnTo>
                  <a:pt x="891" y="73"/>
                </a:lnTo>
                <a:lnTo>
                  <a:pt x="892" y="73"/>
                </a:lnTo>
                <a:lnTo>
                  <a:pt x="893" y="73"/>
                </a:lnTo>
                <a:lnTo>
                  <a:pt x="893" y="74"/>
                </a:lnTo>
                <a:lnTo>
                  <a:pt x="893" y="75"/>
                </a:lnTo>
                <a:lnTo>
                  <a:pt x="894" y="75"/>
                </a:lnTo>
                <a:lnTo>
                  <a:pt x="895" y="75"/>
                </a:lnTo>
                <a:lnTo>
                  <a:pt x="895" y="76"/>
                </a:lnTo>
                <a:lnTo>
                  <a:pt x="896" y="76"/>
                </a:lnTo>
                <a:lnTo>
                  <a:pt x="897" y="76"/>
                </a:lnTo>
                <a:lnTo>
                  <a:pt x="898" y="76"/>
                </a:lnTo>
                <a:lnTo>
                  <a:pt x="899" y="76"/>
                </a:lnTo>
                <a:lnTo>
                  <a:pt x="899" y="77"/>
                </a:lnTo>
                <a:lnTo>
                  <a:pt x="900" y="77"/>
                </a:lnTo>
                <a:lnTo>
                  <a:pt x="900" y="78"/>
                </a:lnTo>
                <a:lnTo>
                  <a:pt x="900" y="77"/>
                </a:lnTo>
                <a:lnTo>
                  <a:pt x="901" y="77"/>
                </a:lnTo>
                <a:lnTo>
                  <a:pt x="901" y="78"/>
                </a:lnTo>
                <a:lnTo>
                  <a:pt x="901" y="79"/>
                </a:lnTo>
                <a:lnTo>
                  <a:pt x="902" y="79"/>
                </a:lnTo>
                <a:lnTo>
                  <a:pt x="903" y="79"/>
                </a:lnTo>
                <a:lnTo>
                  <a:pt x="903" y="80"/>
                </a:lnTo>
                <a:lnTo>
                  <a:pt x="904" y="80"/>
                </a:lnTo>
                <a:lnTo>
                  <a:pt x="904" y="81"/>
                </a:lnTo>
                <a:lnTo>
                  <a:pt x="905" y="81"/>
                </a:lnTo>
                <a:lnTo>
                  <a:pt x="905" y="82"/>
                </a:lnTo>
                <a:lnTo>
                  <a:pt x="906" y="82"/>
                </a:lnTo>
                <a:lnTo>
                  <a:pt x="906" y="83"/>
                </a:lnTo>
                <a:lnTo>
                  <a:pt x="907" y="83"/>
                </a:lnTo>
                <a:lnTo>
                  <a:pt x="907" y="84"/>
                </a:lnTo>
                <a:lnTo>
                  <a:pt x="908" y="84"/>
                </a:lnTo>
                <a:lnTo>
                  <a:pt x="909" y="85"/>
                </a:lnTo>
                <a:lnTo>
                  <a:pt x="909" y="84"/>
                </a:lnTo>
                <a:lnTo>
                  <a:pt x="910" y="84"/>
                </a:lnTo>
                <a:lnTo>
                  <a:pt x="910" y="85"/>
                </a:lnTo>
                <a:lnTo>
                  <a:pt x="911" y="85"/>
                </a:lnTo>
                <a:lnTo>
                  <a:pt x="911" y="86"/>
                </a:lnTo>
                <a:lnTo>
                  <a:pt x="912" y="86"/>
                </a:lnTo>
                <a:lnTo>
                  <a:pt x="912" y="85"/>
                </a:lnTo>
                <a:lnTo>
                  <a:pt x="912" y="86"/>
                </a:lnTo>
                <a:lnTo>
                  <a:pt x="913" y="86"/>
                </a:lnTo>
                <a:lnTo>
                  <a:pt x="913" y="87"/>
                </a:lnTo>
                <a:lnTo>
                  <a:pt x="914" y="87"/>
                </a:lnTo>
                <a:lnTo>
                  <a:pt x="915" y="87"/>
                </a:lnTo>
                <a:lnTo>
                  <a:pt x="915" y="88"/>
                </a:lnTo>
                <a:lnTo>
                  <a:pt x="916" y="88"/>
                </a:lnTo>
                <a:lnTo>
                  <a:pt x="917" y="88"/>
                </a:lnTo>
                <a:lnTo>
                  <a:pt x="918" y="88"/>
                </a:lnTo>
                <a:lnTo>
                  <a:pt x="918" y="89"/>
                </a:lnTo>
                <a:lnTo>
                  <a:pt x="919" y="89"/>
                </a:lnTo>
                <a:lnTo>
                  <a:pt x="919" y="90"/>
                </a:lnTo>
                <a:lnTo>
                  <a:pt x="919" y="91"/>
                </a:lnTo>
                <a:lnTo>
                  <a:pt x="919" y="92"/>
                </a:lnTo>
                <a:lnTo>
                  <a:pt x="920" y="92"/>
                </a:lnTo>
                <a:lnTo>
                  <a:pt x="921" y="92"/>
                </a:lnTo>
                <a:lnTo>
                  <a:pt x="921" y="93"/>
                </a:lnTo>
                <a:lnTo>
                  <a:pt x="923" y="93"/>
                </a:lnTo>
                <a:lnTo>
                  <a:pt x="923" y="94"/>
                </a:lnTo>
                <a:lnTo>
                  <a:pt x="923" y="95"/>
                </a:lnTo>
                <a:lnTo>
                  <a:pt x="924" y="95"/>
                </a:lnTo>
                <a:lnTo>
                  <a:pt x="924" y="96"/>
                </a:lnTo>
                <a:lnTo>
                  <a:pt x="924" y="97"/>
                </a:lnTo>
                <a:lnTo>
                  <a:pt x="925" y="97"/>
                </a:lnTo>
                <a:lnTo>
                  <a:pt x="925" y="98"/>
                </a:lnTo>
                <a:lnTo>
                  <a:pt x="926" y="98"/>
                </a:lnTo>
                <a:lnTo>
                  <a:pt x="926" y="97"/>
                </a:lnTo>
                <a:lnTo>
                  <a:pt x="927" y="97"/>
                </a:lnTo>
                <a:lnTo>
                  <a:pt x="928" y="97"/>
                </a:lnTo>
                <a:lnTo>
                  <a:pt x="928" y="96"/>
                </a:lnTo>
                <a:lnTo>
                  <a:pt x="928" y="95"/>
                </a:lnTo>
                <a:lnTo>
                  <a:pt x="929" y="95"/>
                </a:lnTo>
                <a:lnTo>
                  <a:pt x="930" y="95"/>
                </a:lnTo>
                <a:lnTo>
                  <a:pt x="930" y="94"/>
                </a:lnTo>
                <a:lnTo>
                  <a:pt x="931" y="94"/>
                </a:lnTo>
                <a:lnTo>
                  <a:pt x="931" y="93"/>
                </a:lnTo>
                <a:lnTo>
                  <a:pt x="932" y="93"/>
                </a:lnTo>
                <a:lnTo>
                  <a:pt x="932" y="92"/>
                </a:lnTo>
                <a:lnTo>
                  <a:pt x="933" y="92"/>
                </a:lnTo>
                <a:lnTo>
                  <a:pt x="933" y="91"/>
                </a:lnTo>
                <a:lnTo>
                  <a:pt x="934" y="91"/>
                </a:lnTo>
                <a:lnTo>
                  <a:pt x="935" y="91"/>
                </a:lnTo>
                <a:lnTo>
                  <a:pt x="935" y="90"/>
                </a:lnTo>
                <a:lnTo>
                  <a:pt x="936" y="90"/>
                </a:lnTo>
                <a:lnTo>
                  <a:pt x="937" y="90"/>
                </a:lnTo>
                <a:lnTo>
                  <a:pt x="937" y="89"/>
                </a:lnTo>
                <a:lnTo>
                  <a:pt x="938" y="89"/>
                </a:lnTo>
                <a:lnTo>
                  <a:pt x="938" y="88"/>
                </a:lnTo>
                <a:lnTo>
                  <a:pt x="939" y="88"/>
                </a:lnTo>
                <a:lnTo>
                  <a:pt x="940" y="88"/>
                </a:lnTo>
                <a:lnTo>
                  <a:pt x="940" y="87"/>
                </a:lnTo>
                <a:lnTo>
                  <a:pt x="941" y="87"/>
                </a:lnTo>
                <a:lnTo>
                  <a:pt x="941" y="86"/>
                </a:lnTo>
                <a:lnTo>
                  <a:pt x="942" y="86"/>
                </a:lnTo>
                <a:lnTo>
                  <a:pt x="942" y="85"/>
                </a:lnTo>
                <a:lnTo>
                  <a:pt x="942" y="84"/>
                </a:lnTo>
                <a:lnTo>
                  <a:pt x="942" y="83"/>
                </a:lnTo>
                <a:lnTo>
                  <a:pt x="941" y="83"/>
                </a:lnTo>
                <a:lnTo>
                  <a:pt x="941" y="82"/>
                </a:lnTo>
                <a:lnTo>
                  <a:pt x="941" y="81"/>
                </a:lnTo>
                <a:lnTo>
                  <a:pt x="940" y="81"/>
                </a:lnTo>
                <a:lnTo>
                  <a:pt x="941" y="81"/>
                </a:lnTo>
                <a:lnTo>
                  <a:pt x="941" y="80"/>
                </a:lnTo>
                <a:lnTo>
                  <a:pt x="942" y="80"/>
                </a:lnTo>
                <a:lnTo>
                  <a:pt x="942" y="79"/>
                </a:lnTo>
                <a:lnTo>
                  <a:pt x="943" y="78"/>
                </a:lnTo>
                <a:lnTo>
                  <a:pt x="943" y="77"/>
                </a:lnTo>
                <a:lnTo>
                  <a:pt x="944" y="77"/>
                </a:lnTo>
                <a:lnTo>
                  <a:pt x="944" y="76"/>
                </a:lnTo>
                <a:lnTo>
                  <a:pt x="945" y="75"/>
                </a:lnTo>
                <a:lnTo>
                  <a:pt x="945" y="74"/>
                </a:lnTo>
                <a:lnTo>
                  <a:pt x="946" y="72"/>
                </a:lnTo>
                <a:lnTo>
                  <a:pt x="946" y="71"/>
                </a:lnTo>
                <a:lnTo>
                  <a:pt x="946" y="70"/>
                </a:lnTo>
                <a:lnTo>
                  <a:pt x="946" y="69"/>
                </a:lnTo>
                <a:lnTo>
                  <a:pt x="946" y="68"/>
                </a:lnTo>
                <a:lnTo>
                  <a:pt x="947" y="68"/>
                </a:lnTo>
                <a:lnTo>
                  <a:pt x="947" y="67"/>
                </a:lnTo>
                <a:lnTo>
                  <a:pt x="946" y="67"/>
                </a:lnTo>
                <a:lnTo>
                  <a:pt x="947" y="67"/>
                </a:lnTo>
                <a:lnTo>
                  <a:pt x="947" y="66"/>
                </a:lnTo>
                <a:lnTo>
                  <a:pt x="947" y="67"/>
                </a:lnTo>
                <a:lnTo>
                  <a:pt x="948" y="67"/>
                </a:lnTo>
                <a:lnTo>
                  <a:pt x="949" y="67"/>
                </a:lnTo>
                <a:lnTo>
                  <a:pt x="950" y="67"/>
                </a:lnTo>
                <a:lnTo>
                  <a:pt x="951" y="67"/>
                </a:lnTo>
                <a:lnTo>
                  <a:pt x="952" y="67"/>
                </a:lnTo>
                <a:lnTo>
                  <a:pt x="952" y="68"/>
                </a:lnTo>
                <a:lnTo>
                  <a:pt x="953" y="68"/>
                </a:lnTo>
                <a:lnTo>
                  <a:pt x="954" y="68"/>
                </a:lnTo>
                <a:lnTo>
                  <a:pt x="955" y="68"/>
                </a:lnTo>
                <a:lnTo>
                  <a:pt x="956" y="68"/>
                </a:lnTo>
                <a:lnTo>
                  <a:pt x="956" y="69"/>
                </a:lnTo>
                <a:lnTo>
                  <a:pt x="957" y="69"/>
                </a:lnTo>
                <a:lnTo>
                  <a:pt x="957" y="70"/>
                </a:lnTo>
                <a:lnTo>
                  <a:pt x="958" y="70"/>
                </a:lnTo>
                <a:lnTo>
                  <a:pt x="958" y="71"/>
                </a:lnTo>
                <a:lnTo>
                  <a:pt x="958" y="72"/>
                </a:lnTo>
                <a:lnTo>
                  <a:pt x="958" y="73"/>
                </a:lnTo>
                <a:lnTo>
                  <a:pt x="959" y="73"/>
                </a:lnTo>
                <a:lnTo>
                  <a:pt x="960" y="73"/>
                </a:lnTo>
                <a:lnTo>
                  <a:pt x="961" y="73"/>
                </a:lnTo>
                <a:lnTo>
                  <a:pt x="961" y="74"/>
                </a:lnTo>
                <a:lnTo>
                  <a:pt x="960" y="74"/>
                </a:lnTo>
                <a:lnTo>
                  <a:pt x="961" y="75"/>
                </a:lnTo>
                <a:lnTo>
                  <a:pt x="960" y="75"/>
                </a:lnTo>
                <a:lnTo>
                  <a:pt x="960" y="76"/>
                </a:lnTo>
                <a:lnTo>
                  <a:pt x="961" y="76"/>
                </a:lnTo>
                <a:lnTo>
                  <a:pt x="961" y="77"/>
                </a:lnTo>
                <a:lnTo>
                  <a:pt x="962" y="77"/>
                </a:lnTo>
                <a:lnTo>
                  <a:pt x="962" y="78"/>
                </a:lnTo>
                <a:lnTo>
                  <a:pt x="963" y="78"/>
                </a:lnTo>
                <a:lnTo>
                  <a:pt x="964" y="78"/>
                </a:lnTo>
                <a:lnTo>
                  <a:pt x="964" y="79"/>
                </a:lnTo>
                <a:lnTo>
                  <a:pt x="965" y="79"/>
                </a:lnTo>
                <a:lnTo>
                  <a:pt x="965" y="80"/>
                </a:lnTo>
                <a:lnTo>
                  <a:pt x="966" y="80"/>
                </a:lnTo>
                <a:lnTo>
                  <a:pt x="966" y="79"/>
                </a:lnTo>
                <a:lnTo>
                  <a:pt x="967" y="79"/>
                </a:lnTo>
                <a:lnTo>
                  <a:pt x="968" y="79"/>
                </a:lnTo>
                <a:lnTo>
                  <a:pt x="969" y="79"/>
                </a:lnTo>
                <a:lnTo>
                  <a:pt x="970" y="79"/>
                </a:lnTo>
                <a:lnTo>
                  <a:pt x="970" y="80"/>
                </a:lnTo>
                <a:lnTo>
                  <a:pt x="971" y="80"/>
                </a:lnTo>
                <a:lnTo>
                  <a:pt x="972" y="80"/>
                </a:lnTo>
                <a:lnTo>
                  <a:pt x="972" y="81"/>
                </a:lnTo>
                <a:lnTo>
                  <a:pt x="973" y="81"/>
                </a:lnTo>
                <a:lnTo>
                  <a:pt x="973" y="82"/>
                </a:lnTo>
                <a:lnTo>
                  <a:pt x="974" y="82"/>
                </a:lnTo>
                <a:lnTo>
                  <a:pt x="974" y="83"/>
                </a:lnTo>
                <a:lnTo>
                  <a:pt x="975" y="83"/>
                </a:lnTo>
                <a:lnTo>
                  <a:pt x="975" y="82"/>
                </a:lnTo>
                <a:lnTo>
                  <a:pt x="976" y="82"/>
                </a:lnTo>
                <a:lnTo>
                  <a:pt x="976" y="81"/>
                </a:lnTo>
                <a:lnTo>
                  <a:pt x="976" y="80"/>
                </a:lnTo>
                <a:lnTo>
                  <a:pt x="977" y="80"/>
                </a:lnTo>
                <a:lnTo>
                  <a:pt x="978" y="80"/>
                </a:lnTo>
                <a:lnTo>
                  <a:pt x="979" y="80"/>
                </a:lnTo>
                <a:lnTo>
                  <a:pt x="979" y="79"/>
                </a:lnTo>
                <a:lnTo>
                  <a:pt x="979" y="78"/>
                </a:lnTo>
                <a:lnTo>
                  <a:pt x="978" y="78"/>
                </a:lnTo>
                <a:lnTo>
                  <a:pt x="978" y="77"/>
                </a:lnTo>
                <a:lnTo>
                  <a:pt x="978" y="76"/>
                </a:lnTo>
                <a:lnTo>
                  <a:pt x="979" y="76"/>
                </a:lnTo>
                <a:lnTo>
                  <a:pt x="980" y="76"/>
                </a:lnTo>
                <a:lnTo>
                  <a:pt x="980" y="75"/>
                </a:lnTo>
                <a:lnTo>
                  <a:pt x="980" y="76"/>
                </a:lnTo>
                <a:lnTo>
                  <a:pt x="981" y="76"/>
                </a:lnTo>
                <a:lnTo>
                  <a:pt x="981" y="75"/>
                </a:lnTo>
                <a:lnTo>
                  <a:pt x="983" y="75"/>
                </a:lnTo>
                <a:lnTo>
                  <a:pt x="983" y="74"/>
                </a:lnTo>
                <a:lnTo>
                  <a:pt x="984" y="74"/>
                </a:lnTo>
                <a:lnTo>
                  <a:pt x="984" y="73"/>
                </a:lnTo>
                <a:lnTo>
                  <a:pt x="985" y="73"/>
                </a:lnTo>
                <a:lnTo>
                  <a:pt x="985" y="72"/>
                </a:lnTo>
                <a:lnTo>
                  <a:pt x="986" y="72"/>
                </a:lnTo>
                <a:lnTo>
                  <a:pt x="986" y="71"/>
                </a:lnTo>
                <a:lnTo>
                  <a:pt x="986" y="70"/>
                </a:lnTo>
                <a:lnTo>
                  <a:pt x="987" y="70"/>
                </a:lnTo>
                <a:lnTo>
                  <a:pt x="987" y="69"/>
                </a:lnTo>
                <a:lnTo>
                  <a:pt x="988" y="69"/>
                </a:lnTo>
                <a:lnTo>
                  <a:pt x="988" y="68"/>
                </a:lnTo>
                <a:lnTo>
                  <a:pt x="989" y="68"/>
                </a:lnTo>
                <a:lnTo>
                  <a:pt x="989" y="67"/>
                </a:lnTo>
                <a:lnTo>
                  <a:pt x="990" y="67"/>
                </a:lnTo>
                <a:lnTo>
                  <a:pt x="990" y="66"/>
                </a:lnTo>
                <a:lnTo>
                  <a:pt x="991" y="66"/>
                </a:lnTo>
                <a:lnTo>
                  <a:pt x="991" y="65"/>
                </a:lnTo>
                <a:lnTo>
                  <a:pt x="991" y="64"/>
                </a:lnTo>
                <a:lnTo>
                  <a:pt x="992" y="63"/>
                </a:lnTo>
                <a:lnTo>
                  <a:pt x="993" y="63"/>
                </a:lnTo>
                <a:lnTo>
                  <a:pt x="994" y="63"/>
                </a:lnTo>
                <a:lnTo>
                  <a:pt x="995" y="63"/>
                </a:lnTo>
                <a:lnTo>
                  <a:pt x="996" y="63"/>
                </a:lnTo>
                <a:lnTo>
                  <a:pt x="997" y="63"/>
                </a:lnTo>
                <a:lnTo>
                  <a:pt x="997" y="64"/>
                </a:lnTo>
                <a:lnTo>
                  <a:pt x="997" y="63"/>
                </a:lnTo>
                <a:lnTo>
                  <a:pt x="998" y="63"/>
                </a:lnTo>
                <a:lnTo>
                  <a:pt x="998" y="64"/>
                </a:lnTo>
                <a:lnTo>
                  <a:pt x="998" y="63"/>
                </a:lnTo>
                <a:lnTo>
                  <a:pt x="999" y="64"/>
                </a:lnTo>
                <a:lnTo>
                  <a:pt x="999" y="65"/>
                </a:lnTo>
                <a:lnTo>
                  <a:pt x="999" y="66"/>
                </a:lnTo>
                <a:lnTo>
                  <a:pt x="999" y="67"/>
                </a:lnTo>
                <a:lnTo>
                  <a:pt x="1000" y="67"/>
                </a:lnTo>
                <a:lnTo>
                  <a:pt x="1000" y="68"/>
                </a:lnTo>
                <a:lnTo>
                  <a:pt x="1001" y="68"/>
                </a:lnTo>
                <a:lnTo>
                  <a:pt x="1002" y="68"/>
                </a:lnTo>
                <a:lnTo>
                  <a:pt x="1002" y="69"/>
                </a:lnTo>
                <a:lnTo>
                  <a:pt x="1003" y="69"/>
                </a:lnTo>
                <a:lnTo>
                  <a:pt x="1004" y="69"/>
                </a:lnTo>
                <a:lnTo>
                  <a:pt x="1005" y="69"/>
                </a:lnTo>
                <a:lnTo>
                  <a:pt x="1005" y="70"/>
                </a:lnTo>
                <a:lnTo>
                  <a:pt x="1005" y="71"/>
                </a:lnTo>
                <a:lnTo>
                  <a:pt x="1006" y="71"/>
                </a:lnTo>
                <a:lnTo>
                  <a:pt x="1006" y="72"/>
                </a:lnTo>
                <a:lnTo>
                  <a:pt x="1007" y="73"/>
                </a:lnTo>
                <a:lnTo>
                  <a:pt x="1007" y="74"/>
                </a:lnTo>
                <a:lnTo>
                  <a:pt x="1008" y="74"/>
                </a:lnTo>
                <a:lnTo>
                  <a:pt x="1008" y="75"/>
                </a:lnTo>
                <a:lnTo>
                  <a:pt x="1009" y="75"/>
                </a:lnTo>
                <a:lnTo>
                  <a:pt x="1009" y="76"/>
                </a:lnTo>
                <a:lnTo>
                  <a:pt x="1010" y="76"/>
                </a:lnTo>
                <a:lnTo>
                  <a:pt x="1011" y="76"/>
                </a:lnTo>
                <a:lnTo>
                  <a:pt x="1011" y="77"/>
                </a:lnTo>
                <a:lnTo>
                  <a:pt x="1012" y="78"/>
                </a:lnTo>
                <a:lnTo>
                  <a:pt x="1013" y="78"/>
                </a:lnTo>
                <a:lnTo>
                  <a:pt x="1014" y="78"/>
                </a:lnTo>
                <a:lnTo>
                  <a:pt x="1015" y="78"/>
                </a:lnTo>
                <a:lnTo>
                  <a:pt x="1015" y="79"/>
                </a:lnTo>
                <a:lnTo>
                  <a:pt x="1016" y="79"/>
                </a:lnTo>
                <a:lnTo>
                  <a:pt x="1017" y="79"/>
                </a:lnTo>
                <a:lnTo>
                  <a:pt x="1017" y="78"/>
                </a:lnTo>
                <a:lnTo>
                  <a:pt x="1018" y="78"/>
                </a:lnTo>
                <a:lnTo>
                  <a:pt x="1018" y="79"/>
                </a:lnTo>
                <a:lnTo>
                  <a:pt x="1019" y="79"/>
                </a:lnTo>
                <a:lnTo>
                  <a:pt x="1020" y="79"/>
                </a:lnTo>
                <a:lnTo>
                  <a:pt x="1020" y="80"/>
                </a:lnTo>
                <a:lnTo>
                  <a:pt x="1021" y="80"/>
                </a:lnTo>
                <a:lnTo>
                  <a:pt x="1021" y="81"/>
                </a:lnTo>
                <a:lnTo>
                  <a:pt x="1021" y="82"/>
                </a:lnTo>
                <a:lnTo>
                  <a:pt x="1022" y="82"/>
                </a:lnTo>
                <a:lnTo>
                  <a:pt x="1023" y="82"/>
                </a:lnTo>
                <a:lnTo>
                  <a:pt x="1024" y="83"/>
                </a:lnTo>
                <a:lnTo>
                  <a:pt x="1024" y="82"/>
                </a:lnTo>
                <a:lnTo>
                  <a:pt x="1025" y="82"/>
                </a:lnTo>
                <a:lnTo>
                  <a:pt x="1026" y="82"/>
                </a:lnTo>
                <a:lnTo>
                  <a:pt x="1026" y="83"/>
                </a:lnTo>
                <a:lnTo>
                  <a:pt x="1026" y="84"/>
                </a:lnTo>
                <a:lnTo>
                  <a:pt x="1025" y="84"/>
                </a:lnTo>
                <a:lnTo>
                  <a:pt x="1025" y="85"/>
                </a:lnTo>
                <a:lnTo>
                  <a:pt x="1024" y="85"/>
                </a:lnTo>
                <a:lnTo>
                  <a:pt x="1023" y="85"/>
                </a:lnTo>
                <a:lnTo>
                  <a:pt x="1023" y="86"/>
                </a:lnTo>
                <a:lnTo>
                  <a:pt x="1023" y="87"/>
                </a:lnTo>
                <a:lnTo>
                  <a:pt x="1023" y="88"/>
                </a:lnTo>
                <a:lnTo>
                  <a:pt x="1022" y="88"/>
                </a:lnTo>
                <a:lnTo>
                  <a:pt x="1022" y="89"/>
                </a:lnTo>
                <a:lnTo>
                  <a:pt x="1023" y="89"/>
                </a:lnTo>
                <a:lnTo>
                  <a:pt x="1023" y="90"/>
                </a:lnTo>
                <a:lnTo>
                  <a:pt x="1024" y="91"/>
                </a:lnTo>
                <a:lnTo>
                  <a:pt x="1024" y="92"/>
                </a:lnTo>
                <a:lnTo>
                  <a:pt x="1025" y="92"/>
                </a:lnTo>
                <a:lnTo>
                  <a:pt x="1026" y="93"/>
                </a:lnTo>
                <a:lnTo>
                  <a:pt x="1026" y="94"/>
                </a:lnTo>
                <a:lnTo>
                  <a:pt x="1027" y="94"/>
                </a:lnTo>
                <a:lnTo>
                  <a:pt x="1027" y="95"/>
                </a:lnTo>
                <a:lnTo>
                  <a:pt x="1028" y="95"/>
                </a:lnTo>
                <a:lnTo>
                  <a:pt x="1029" y="95"/>
                </a:lnTo>
                <a:lnTo>
                  <a:pt x="1029" y="96"/>
                </a:lnTo>
                <a:lnTo>
                  <a:pt x="1030" y="96"/>
                </a:lnTo>
                <a:lnTo>
                  <a:pt x="1030" y="97"/>
                </a:lnTo>
                <a:lnTo>
                  <a:pt x="1030" y="98"/>
                </a:lnTo>
                <a:lnTo>
                  <a:pt x="1030" y="99"/>
                </a:lnTo>
                <a:lnTo>
                  <a:pt x="1031" y="99"/>
                </a:lnTo>
                <a:lnTo>
                  <a:pt x="1032" y="99"/>
                </a:lnTo>
                <a:lnTo>
                  <a:pt x="1032" y="100"/>
                </a:lnTo>
                <a:lnTo>
                  <a:pt x="1032" y="101"/>
                </a:lnTo>
                <a:lnTo>
                  <a:pt x="1033" y="101"/>
                </a:lnTo>
                <a:lnTo>
                  <a:pt x="1034" y="101"/>
                </a:lnTo>
                <a:lnTo>
                  <a:pt x="1034" y="102"/>
                </a:lnTo>
                <a:lnTo>
                  <a:pt x="1035" y="102"/>
                </a:lnTo>
                <a:lnTo>
                  <a:pt x="1034" y="102"/>
                </a:lnTo>
                <a:lnTo>
                  <a:pt x="1034" y="103"/>
                </a:lnTo>
                <a:lnTo>
                  <a:pt x="1035" y="103"/>
                </a:lnTo>
                <a:lnTo>
                  <a:pt x="1036" y="103"/>
                </a:lnTo>
                <a:lnTo>
                  <a:pt x="1036" y="104"/>
                </a:lnTo>
                <a:lnTo>
                  <a:pt x="1037" y="104"/>
                </a:lnTo>
                <a:lnTo>
                  <a:pt x="1038" y="104"/>
                </a:lnTo>
                <a:lnTo>
                  <a:pt x="1038" y="105"/>
                </a:lnTo>
                <a:lnTo>
                  <a:pt x="1039" y="105"/>
                </a:lnTo>
                <a:lnTo>
                  <a:pt x="1039" y="106"/>
                </a:lnTo>
                <a:lnTo>
                  <a:pt x="1039" y="105"/>
                </a:lnTo>
                <a:lnTo>
                  <a:pt x="1039" y="106"/>
                </a:lnTo>
                <a:lnTo>
                  <a:pt x="1040" y="106"/>
                </a:lnTo>
                <a:lnTo>
                  <a:pt x="1040" y="107"/>
                </a:lnTo>
                <a:lnTo>
                  <a:pt x="1041" y="107"/>
                </a:lnTo>
                <a:lnTo>
                  <a:pt x="1042" y="107"/>
                </a:lnTo>
                <a:lnTo>
                  <a:pt x="1042" y="108"/>
                </a:lnTo>
                <a:lnTo>
                  <a:pt x="1043" y="108"/>
                </a:lnTo>
                <a:lnTo>
                  <a:pt x="1043" y="109"/>
                </a:lnTo>
                <a:lnTo>
                  <a:pt x="1044" y="109"/>
                </a:lnTo>
                <a:lnTo>
                  <a:pt x="1045" y="109"/>
                </a:lnTo>
                <a:lnTo>
                  <a:pt x="1045" y="110"/>
                </a:lnTo>
                <a:lnTo>
                  <a:pt x="1046" y="110"/>
                </a:lnTo>
                <a:lnTo>
                  <a:pt x="1046" y="111"/>
                </a:lnTo>
                <a:lnTo>
                  <a:pt x="1046" y="112"/>
                </a:lnTo>
                <a:lnTo>
                  <a:pt x="1047" y="112"/>
                </a:lnTo>
                <a:lnTo>
                  <a:pt x="1048" y="112"/>
                </a:lnTo>
                <a:lnTo>
                  <a:pt x="1049" y="112"/>
                </a:lnTo>
                <a:lnTo>
                  <a:pt x="1049" y="113"/>
                </a:lnTo>
                <a:lnTo>
                  <a:pt x="1049" y="114"/>
                </a:lnTo>
                <a:lnTo>
                  <a:pt x="1050" y="114"/>
                </a:lnTo>
                <a:lnTo>
                  <a:pt x="1050" y="115"/>
                </a:lnTo>
                <a:lnTo>
                  <a:pt x="1050" y="116"/>
                </a:lnTo>
                <a:lnTo>
                  <a:pt x="1051" y="116"/>
                </a:lnTo>
                <a:lnTo>
                  <a:pt x="1051" y="117"/>
                </a:lnTo>
                <a:lnTo>
                  <a:pt x="1051" y="118"/>
                </a:lnTo>
                <a:lnTo>
                  <a:pt x="1051" y="119"/>
                </a:lnTo>
                <a:lnTo>
                  <a:pt x="1052" y="119"/>
                </a:lnTo>
                <a:lnTo>
                  <a:pt x="1051" y="119"/>
                </a:lnTo>
                <a:lnTo>
                  <a:pt x="1051" y="120"/>
                </a:lnTo>
                <a:lnTo>
                  <a:pt x="1052" y="120"/>
                </a:lnTo>
                <a:lnTo>
                  <a:pt x="1052" y="121"/>
                </a:lnTo>
                <a:lnTo>
                  <a:pt x="1053" y="121"/>
                </a:lnTo>
                <a:lnTo>
                  <a:pt x="1055" y="121"/>
                </a:lnTo>
                <a:lnTo>
                  <a:pt x="1055" y="123"/>
                </a:lnTo>
                <a:lnTo>
                  <a:pt x="1055" y="124"/>
                </a:lnTo>
                <a:lnTo>
                  <a:pt x="1056" y="124"/>
                </a:lnTo>
                <a:lnTo>
                  <a:pt x="1056" y="125"/>
                </a:lnTo>
                <a:lnTo>
                  <a:pt x="1056" y="126"/>
                </a:lnTo>
                <a:lnTo>
                  <a:pt x="1056" y="127"/>
                </a:lnTo>
                <a:lnTo>
                  <a:pt x="1055" y="127"/>
                </a:lnTo>
                <a:lnTo>
                  <a:pt x="1055" y="128"/>
                </a:lnTo>
                <a:lnTo>
                  <a:pt x="1056" y="128"/>
                </a:lnTo>
                <a:lnTo>
                  <a:pt x="1057" y="129"/>
                </a:lnTo>
                <a:lnTo>
                  <a:pt x="1057" y="130"/>
                </a:lnTo>
                <a:lnTo>
                  <a:pt x="1058" y="130"/>
                </a:lnTo>
                <a:lnTo>
                  <a:pt x="1059" y="130"/>
                </a:lnTo>
                <a:lnTo>
                  <a:pt x="1060" y="130"/>
                </a:lnTo>
                <a:lnTo>
                  <a:pt x="1060" y="129"/>
                </a:lnTo>
                <a:lnTo>
                  <a:pt x="1061" y="129"/>
                </a:lnTo>
                <a:lnTo>
                  <a:pt x="1062" y="129"/>
                </a:lnTo>
                <a:lnTo>
                  <a:pt x="1062" y="130"/>
                </a:lnTo>
                <a:lnTo>
                  <a:pt x="1062" y="129"/>
                </a:lnTo>
                <a:lnTo>
                  <a:pt x="1063" y="129"/>
                </a:lnTo>
                <a:lnTo>
                  <a:pt x="1063" y="130"/>
                </a:lnTo>
                <a:lnTo>
                  <a:pt x="1063" y="131"/>
                </a:lnTo>
                <a:lnTo>
                  <a:pt x="1064" y="131"/>
                </a:lnTo>
                <a:lnTo>
                  <a:pt x="1064" y="132"/>
                </a:lnTo>
                <a:lnTo>
                  <a:pt x="1063" y="132"/>
                </a:lnTo>
                <a:lnTo>
                  <a:pt x="1064" y="132"/>
                </a:lnTo>
                <a:lnTo>
                  <a:pt x="1063" y="132"/>
                </a:lnTo>
                <a:lnTo>
                  <a:pt x="1063" y="133"/>
                </a:lnTo>
                <a:lnTo>
                  <a:pt x="1064" y="133"/>
                </a:lnTo>
                <a:lnTo>
                  <a:pt x="1064" y="134"/>
                </a:lnTo>
                <a:lnTo>
                  <a:pt x="1064" y="135"/>
                </a:lnTo>
                <a:lnTo>
                  <a:pt x="1063" y="135"/>
                </a:lnTo>
                <a:lnTo>
                  <a:pt x="1063" y="136"/>
                </a:lnTo>
                <a:lnTo>
                  <a:pt x="1064" y="136"/>
                </a:lnTo>
                <a:lnTo>
                  <a:pt x="1064" y="137"/>
                </a:lnTo>
                <a:lnTo>
                  <a:pt x="1064" y="138"/>
                </a:lnTo>
                <a:lnTo>
                  <a:pt x="1065" y="138"/>
                </a:lnTo>
                <a:lnTo>
                  <a:pt x="1065" y="139"/>
                </a:lnTo>
                <a:lnTo>
                  <a:pt x="1066" y="139"/>
                </a:lnTo>
                <a:lnTo>
                  <a:pt x="1067" y="140"/>
                </a:lnTo>
                <a:lnTo>
                  <a:pt x="1067" y="141"/>
                </a:lnTo>
                <a:lnTo>
                  <a:pt x="1067" y="142"/>
                </a:lnTo>
                <a:lnTo>
                  <a:pt x="1068" y="142"/>
                </a:lnTo>
                <a:lnTo>
                  <a:pt x="1068" y="143"/>
                </a:lnTo>
                <a:lnTo>
                  <a:pt x="1069" y="143"/>
                </a:lnTo>
                <a:lnTo>
                  <a:pt x="1070" y="144"/>
                </a:lnTo>
                <a:lnTo>
                  <a:pt x="1070" y="145"/>
                </a:lnTo>
                <a:lnTo>
                  <a:pt x="1071" y="145"/>
                </a:lnTo>
                <a:lnTo>
                  <a:pt x="1071" y="146"/>
                </a:lnTo>
                <a:lnTo>
                  <a:pt x="1072" y="146"/>
                </a:lnTo>
                <a:lnTo>
                  <a:pt x="1072" y="147"/>
                </a:lnTo>
                <a:lnTo>
                  <a:pt x="1073" y="147"/>
                </a:lnTo>
                <a:lnTo>
                  <a:pt x="1074" y="147"/>
                </a:lnTo>
                <a:lnTo>
                  <a:pt x="1074" y="148"/>
                </a:lnTo>
                <a:lnTo>
                  <a:pt x="1075" y="148"/>
                </a:lnTo>
                <a:lnTo>
                  <a:pt x="1076" y="148"/>
                </a:lnTo>
                <a:lnTo>
                  <a:pt x="1076" y="149"/>
                </a:lnTo>
                <a:lnTo>
                  <a:pt x="1077" y="149"/>
                </a:lnTo>
                <a:lnTo>
                  <a:pt x="1077" y="150"/>
                </a:lnTo>
                <a:lnTo>
                  <a:pt x="1077" y="151"/>
                </a:lnTo>
                <a:lnTo>
                  <a:pt x="1077" y="152"/>
                </a:lnTo>
                <a:lnTo>
                  <a:pt x="1077" y="153"/>
                </a:lnTo>
                <a:lnTo>
                  <a:pt x="1078" y="153"/>
                </a:lnTo>
                <a:lnTo>
                  <a:pt x="1078" y="154"/>
                </a:lnTo>
                <a:lnTo>
                  <a:pt x="1079" y="154"/>
                </a:lnTo>
                <a:lnTo>
                  <a:pt x="1080" y="154"/>
                </a:lnTo>
                <a:lnTo>
                  <a:pt x="1081" y="155"/>
                </a:lnTo>
                <a:lnTo>
                  <a:pt x="1081" y="154"/>
                </a:lnTo>
                <a:lnTo>
                  <a:pt x="1081" y="155"/>
                </a:lnTo>
                <a:lnTo>
                  <a:pt x="1082" y="155"/>
                </a:lnTo>
                <a:lnTo>
                  <a:pt x="1083" y="155"/>
                </a:lnTo>
                <a:lnTo>
                  <a:pt x="1083" y="156"/>
                </a:lnTo>
                <a:lnTo>
                  <a:pt x="1083" y="157"/>
                </a:lnTo>
                <a:lnTo>
                  <a:pt x="1084" y="157"/>
                </a:lnTo>
                <a:lnTo>
                  <a:pt x="1085" y="157"/>
                </a:lnTo>
                <a:lnTo>
                  <a:pt x="1086" y="157"/>
                </a:lnTo>
                <a:lnTo>
                  <a:pt x="1087" y="157"/>
                </a:lnTo>
                <a:lnTo>
                  <a:pt x="1087" y="158"/>
                </a:lnTo>
                <a:lnTo>
                  <a:pt x="1088" y="158"/>
                </a:lnTo>
                <a:lnTo>
                  <a:pt x="1088" y="159"/>
                </a:lnTo>
                <a:lnTo>
                  <a:pt x="1089" y="159"/>
                </a:lnTo>
                <a:lnTo>
                  <a:pt x="1088" y="159"/>
                </a:lnTo>
                <a:lnTo>
                  <a:pt x="1088" y="160"/>
                </a:lnTo>
                <a:lnTo>
                  <a:pt x="1089" y="160"/>
                </a:lnTo>
                <a:lnTo>
                  <a:pt x="1090" y="160"/>
                </a:lnTo>
                <a:lnTo>
                  <a:pt x="1090" y="161"/>
                </a:lnTo>
                <a:lnTo>
                  <a:pt x="1091" y="161"/>
                </a:lnTo>
                <a:lnTo>
                  <a:pt x="1091" y="162"/>
                </a:lnTo>
                <a:lnTo>
                  <a:pt x="1092" y="162"/>
                </a:lnTo>
                <a:lnTo>
                  <a:pt x="1092" y="163"/>
                </a:lnTo>
                <a:lnTo>
                  <a:pt x="1093" y="163"/>
                </a:lnTo>
                <a:lnTo>
                  <a:pt x="1094" y="163"/>
                </a:lnTo>
                <a:lnTo>
                  <a:pt x="1094" y="164"/>
                </a:lnTo>
                <a:lnTo>
                  <a:pt x="1095" y="164"/>
                </a:lnTo>
                <a:lnTo>
                  <a:pt x="1097" y="164"/>
                </a:lnTo>
                <a:lnTo>
                  <a:pt x="1098" y="164"/>
                </a:lnTo>
                <a:lnTo>
                  <a:pt x="1098" y="165"/>
                </a:lnTo>
                <a:lnTo>
                  <a:pt x="1099" y="165"/>
                </a:lnTo>
                <a:lnTo>
                  <a:pt x="1099" y="166"/>
                </a:lnTo>
                <a:lnTo>
                  <a:pt x="1100" y="166"/>
                </a:lnTo>
                <a:lnTo>
                  <a:pt x="1101" y="166"/>
                </a:lnTo>
                <a:lnTo>
                  <a:pt x="1101" y="167"/>
                </a:lnTo>
                <a:lnTo>
                  <a:pt x="1102" y="167"/>
                </a:lnTo>
                <a:lnTo>
                  <a:pt x="1103" y="167"/>
                </a:lnTo>
                <a:lnTo>
                  <a:pt x="1103" y="168"/>
                </a:lnTo>
                <a:lnTo>
                  <a:pt x="1104" y="168"/>
                </a:lnTo>
                <a:lnTo>
                  <a:pt x="1105" y="167"/>
                </a:lnTo>
                <a:lnTo>
                  <a:pt x="1106" y="167"/>
                </a:lnTo>
                <a:lnTo>
                  <a:pt x="1106" y="168"/>
                </a:lnTo>
                <a:lnTo>
                  <a:pt x="1105" y="168"/>
                </a:lnTo>
                <a:lnTo>
                  <a:pt x="1106" y="168"/>
                </a:lnTo>
                <a:lnTo>
                  <a:pt x="1106" y="169"/>
                </a:lnTo>
                <a:lnTo>
                  <a:pt x="1106" y="170"/>
                </a:lnTo>
                <a:lnTo>
                  <a:pt x="1107" y="170"/>
                </a:lnTo>
                <a:lnTo>
                  <a:pt x="1107" y="171"/>
                </a:lnTo>
                <a:lnTo>
                  <a:pt x="1108" y="171"/>
                </a:lnTo>
                <a:lnTo>
                  <a:pt x="1108" y="170"/>
                </a:lnTo>
                <a:lnTo>
                  <a:pt x="1108" y="171"/>
                </a:lnTo>
                <a:lnTo>
                  <a:pt x="1109" y="171"/>
                </a:lnTo>
                <a:lnTo>
                  <a:pt x="1110" y="171"/>
                </a:lnTo>
                <a:lnTo>
                  <a:pt x="1111" y="171"/>
                </a:lnTo>
                <a:lnTo>
                  <a:pt x="1112" y="171"/>
                </a:lnTo>
                <a:lnTo>
                  <a:pt x="1112" y="172"/>
                </a:lnTo>
                <a:lnTo>
                  <a:pt x="1113" y="172"/>
                </a:lnTo>
                <a:lnTo>
                  <a:pt x="1113" y="173"/>
                </a:lnTo>
                <a:lnTo>
                  <a:pt x="1114" y="173"/>
                </a:lnTo>
                <a:lnTo>
                  <a:pt x="1114" y="174"/>
                </a:lnTo>
                <a:lnTo>
                  <a:pt x="1115" y="174"/>
                </a:lnTo>
                <a:lnTo>
                  <a:pt x="1115" y="175"/>
                </a:lnTo>
                <a:lnTo>
                  <a:pt x="1116" y="175"/>
                </a:lnTo>
                <a:lnTo>
                  <a:pt x="1116" y="176"/>
                </a:lnTo>
                <a:lnTo>
                  <a:pt x="1117" y="176"/>
                </a:lnTo>
                <a:lnTo>
                  <a:pt x="1117" y="175"/>
                </a:lnTo>
                <a:lnTo>
                  <a:pt x="1118" y="175"/>
                </a:lnTo>
                <a:lnTo>
                  <a:pt x="1119" y="175"/>
                </a:lnTo>
                <a:lnTo>
                  <a:pt x="1119" y="176"/>
                </a:lnTo>
                <a:lnTo>
                  <a:pt x="1120" y="176"/>
                </a:lnTo>
                <a:lnTo>
                  <a:pt x="1120" y="177"/>
                </a:lnTo>
                <a:lnTo>
                  <a:pt x="1121" y="177"/>
                </a:lnTo>
                <a:lnTo>
                  <a:pt x="1120" y="177"/>
                </a:lnTo>
                <a:lnTo>
                  <a:pt x="1120" y="178"/>
                </a:lnTo>
                <a:lnTo>
                  <a:pt x="1120" y="179"/>
                </a:lnTo>
                <a:lnTo>
                  <a:pt x="1121" y="179"/>
                </a:lnTo>
                <a:lnTo>
                  <a:pt x="1122" y="179"/>
                </a:lnTo>
                <a:lnTo>
                  <a:pt x="1122" y="180"/>
                </a:lnTo>
                <a:lnTo>
                  <a:pt x="1122" y="181"/>
                </a:lnTo>
                <a:lnTo>
                  <a:pt x="1123" y="181"/>
                </a:lnTo>
                <a:lnTo>
                  <a:pt x="1123" y="182"/>
                </a:lnTo>
                <a:lnTo>
                  <a:pt x="1123" y="183"/>
                </a:lnTo>
                <a:lnTo>
                  <a:pt x="1124" y="183"/>
                </a:lnTo>
                <a:lnTo>
                  <a:pt x="1125" y="183"/>
                </a:lnTo>
                <a:lnTo>
                  <a:pt x="1125" y="184"/>
                </a:lnTo>
                <a:lnTo>
                  <a:pt x="1126" y="184"/>
                </a:lnTo>
                <a:lnTo>
                  <a:pt x="1126" y="185"/>
                </a:lnTo>
                <a:lnTo>
                  <a:pt x="1127" y="185"/>
                </a:lnTo>
                <a:lnTo>
                  <a:pt x="1128" y="185"/>
                </a:lnTo>
                <a:lnTo>
                  <a:pt x="1128" y="184"/>
                </a:lnTo>
                <a:lnTo>
                  <a:pt x="1129" y="183"/>
                </a:lnTo>
                <a:lnTo>
                  <a:pt x="1129" y="182"/>
                </a:lnTo>
                <a:lnTo>
                  <a:pt x="1129" y="181"/>
                </a:lnTo>
                <a:lnTo>
                  <a:pt x="1128" y="180"/>
                </a:lnTo>
                <a:lnTo>
                  <a:pt x="1128" y="179"/>
                </a:lnTo>
                <a:lnTo>
                  <a:pt x="1128" y="178"/>
                </a:lnTo>
                <a:lnTo>
                  <a:pt x="1127" y="178"/>
                </a:lnTo>
                <a:lnTo>
                  <a:pt x="1127" y="177"/>
                </a:lnTo>
                <a:lnTo>
                  <a:pt x="1127" y="176"/>
                </a:lnTo>
                <a:lnTo>
                  <a:pt x="1127" y="175"/>
                </a:lnTo>
                <a:lnTo>
                  <a:pt x="1127" y="174"/>
                </a:lnTo>
                <a:lnTo>
                  <a:pt x="1127" y="173"/>
                </a:lnTo>
                <a:lnTo>
                  <a:pt x="1126" y="172"/>
                </a:lnTo>
                <a:lnTo>
                  <a:pt x="1127" y="172"/>
                </a:lnTo>
                <a:lnTo>
                  <a:pt x="1128" y="171"/>
                </a:lnTo>
                <a:lnTo>
                  <a:pt x="1127" y="170"/>
                </a:lnTo>
                <a:lnTo>
                  <a:pt x="1126" y="170"/>
                </a:lnTo>
                <a:lnTo>
                  <a:pt x="1125" y="170"/>
                </a:lnTo>
                <a:lnTo>
                  <a:pt x="1125" y="169"/>
                </a:lnTo>
                <a:lnTo>
                  <a:pt x="1124" y="169"/>
                </a:lnTo>
                <a:lnTo>
                  <a:pt x="1123" y="168"/>
                </a:lnTo>
                <a:lnTo>
                  <a:pt x="1122" y="167"/>
                </a:lnTo>
                <a:lnTo>
                  <a:pt x="1123" y="166"/>
                </a:lnTo>
                <a:lnTo>
                  <a:pt x="1123" y="165"/>
                </a:lnTo>
                <a:lnTo>
                  <a:pt x="1122" y="164"/>
                </a:lnTo>
                <a:lnTo>
                  <a:pt x="1122" y="163"/>
                </a:lnTo>
                <a:lnTo>
                  <a:pt x="1122" y="162"/>
                </a:lnTo>
                <a:lnTo>
                  <a:pt x="1121" y="162"/>
                </a:lnTo>
                <a:lnTo>
                  <a:pt x="1121" y="161"/>
                </a:lnTo>
                <a:lnTo>
                  <a:pt x="1121" y="160"/>
                </a:lnTo>
                <a:lnTo>
                  <a:pt x="1121" y="159"/>
                </a:lnTo>
                <a:lnTo>
                  <a:pt x="1120" y="159"/>
                </a:lnTo>
                <a:lnTo>
                  <a:pt x="1119" y="159"/>
                </a:lnTo>
                <a:lnTo>
                  <a:pt x="1118" y="158"/>
                </a:lnTo>
                <a:lnTo>
                  <a:pt x="1118" y="157"/>
                </a:lnTo>
                <a:lnTo>
                  <a:pt x="1117" y="158"/>
                </a:lnTo>
                <a:lnTo>
                  <a:pt x="1116" y="157"/>
                </a:lnTo>
                <a:lnTo>
                  <a:pt x="1116" y="156"/>
                </a:lnTo>
                <a:lnTo>
                  <a:pt x="1115" y="156"/>
                </a:lnTo>
                <a:lnTo>
                  <a:pt x="1114" y="156"/>
                </a:lnTo>
                <a:lnTo>
                  <a:pt x="1114" y="155"/>
                </a:lnTo>
                <a:lnTo>
                  <a:pt x="1114" y="154"/>
                </a:lnTo>
                <a:lnTo>
                  <a:pt x="1115" y="154"/>
                </a:lnTo>
                <a:lnTo>
                  <a:pt x="1114" y="153"/>
                </a:lnTo>
                <a:lnTo>
                  <a:pt x="1113" y="152"/>
                </a:lnTo>
                <a:lnTo>
                  <a:pt x="1112" y="151"/>
                </a:lnTo>
                <a:lnTo>
                  <a:pt x="1112" y="150"/>
                </a:lnTo>
                <a:lnTo>
                  <a:pt x="1113" y="150"/>
                </a:lnTo>
                <a:lnTo>
                  <a:pt x="1113" y="149"/>
                </a:lnTo>
                <a:lnTo>
                  <a:pt x="1113" y="148"/>
                </a:lnTo>
                <a:lnTo>
                  <a:pt x="1114" y="148"/>
                </a:lnTo>
                <a:lnTo>
                  <a:pt x="1114" y="147"/>
                </a:lnTo>
                <a:lnTo>
                  <a:pt x="1115" y="147"/>
                </a:lnTo>
                <a:lnTo>
                  <a:pt x="1115" y="146"/>
                </a:lnTo>
                <a:lnTo>
                  <a:pt x="1115" y="145"/>
                </a:lnTo>
                <a:lnTo>
                  <a:pt x="1115" y="146"/>
                </a:lnTo>
                <a:lnTo>
                  <a:pt x="1116" y="146"/>
                </a:lnTo>
                <a:lnTo>
                  <a:pt x="1117" y="146"/>
                </a:lnTo>
                <a:lnTo>
                  <a:pt x="1117" y="145"/>
                </a:lnTo>
                <a:lnTo>
                  <a:pt x="1118" y="145"/>
                </a:lnTo>
                <a:lnTo>
                  <a:pt x="1118" y="144"/>
                </a:lnTo>
                <a:lnTo>
                  <a:pt x="1119" y="144"/>
                </a:lnTo>
                <a:lnTo>
                  <a:pt x="1119" y="145"/>
                </a:lnTo>
                <a:lnTo>
                  <a:pt x="1119" y="146"/>
                </a:lnTo>
                <a:lnTo>
                  <a:pt x="1120" y="146"/>
                </a:lnTo>
                <a:lnTo>
                  <a:pt x="1120" y="147"/>
                </a:lnTo>
                <a:lnTo>
                  <a:pt x="1121" y="148"/>
                </a:lnTo>
                <a:lnTo>
                  <a:pt x="1122" y="148"/>
                </a:lnTo>
                <a:lnTo>
                  <a:pt x="1123" y="148"/>
                </a:lnTo>
                <a:lnTo>
                  <a:pt x="1124" y="148"/>
                </a:lnTo>
                <a:lnTo>
                  <a:pt x="1124" y="149"/>
                </a:lnTo>
                <a:lnTo>
                  <a:pt x="1125" y="149"/>
                </a:lnTo>
                <a:lnTo>
                  <a:pt x="1125" y="150"/>
                </a:lnTo>
                <a:lnTo>
                  <a:pt x="1126" y="150"/>
                </a:lnTo>
                <a:lnTo>
                  <a:pt x="1127" y="150"/>
                </a:lnTo>
                <a:lnTo>
                  <a:pt x="1127" y="151"/>
                </a:lnTo>
                <a:lnTo>
                  <a:pt x="1127" y="152"/>
                </a:lnTo>
                <a:lnTo>
                  <a:pt x="1128" y="152"/>
                </a:lnTo>
                <a:lnTo>
                  <a:pt x="1128" y="153"/>
                </a:lnTo>
                <a:lnTo>
                  <a:pt x="1129" y="153"/>
                </a:lnTo>
                <a:lnTo>
                  <a:pt x="1130" y="153"/>
                </a:lnTo>
                <a:lnTo>
                  <a:pt x="1131" y="153"/>
                </a:lnTo>
                <a:lnTo>
                  <a:pt x="1132" y="153"/>
                </a:lnTo>
                <a:lnTo>
                  <a:pt x="1132" y="154"/>
                </a:lnTo>
                <a:lnTo>
                  <a:pt x="1133" y="154"/>
                </a:lnTo>
                <a:lnTo>
                  <a:pt x="1134" y="155"/>
                </a:lnTo>
                <a:lnTo>
                  <a:pt x="1135" y="155"/>
                </a:lnTo>
                <a:lnTo>
                  <a:pt x="1136" y="155"/>
                </a:lnTo>
                <a:lnTo>
                  <a:pt x="1136" y="156"/>
                </a:lnTo>
                <a:lnTo>
                  <a:pt x="1136" y="157"/>
                </a:lnTo>
                <a:lnTo>
                  <a:pt x="1136" y="158"/>
                </a:lnTo>
                <a:lnTo>
                  <a:pt x="1136" y="159"/>
                </a:lnTo>
                <a:lnTo>
                  <a:pt x="1136" y="160"/>
                </a:lnTo>
                <a:lnTo>
                  <a:pt x="1136" y="161"/>
                </a:lnTo>
                <a:lnTo>
                  <a:pt x="1136" y="162"/>
                </a:lnTo>
                <a:lnTo>
                  <a:pt x="1136" y="163"/>
                </a:lnTo>
                <a:lnTo>
                  <a:pt x="1137" y="163"/>
                </a:lnTo>
                <a:lnTo>
                  <a:pt x="1136" y="163"/>
                </a:lnTo>
                <a:lnTo>
                  <a:pt x="1136" y="164"/>
                </a:lnTo>
                <a:lnTo>
                  <a:pt x="1136" y="165"/>
                </a:lnTo>
                <a:lnTo>
                  <a:pt x="1137" y="165"/>
                </a:lnTo>
                <a:lnTo>
                  <a:pt x="1137" y="166"/>
                </a:lnTo>
                <a:lnTo>
                  <a:pt x="1137" y="165"/>
                </a:lnTo>
                <a:lnTo>
                  <a:pt x="1138" y="165"/>
                </a:lnTo>
                <a:lnTo>
                  <a:pt x="1138" y="164"/>
                </a:lnTo>
                <a:lnTo>
                  <a:pt x="1139" y="164"/>
                </a:lnTo>
                <a:lnTo>
                  <a:pt x="1140" y="164"/>
                </a:lnTo>
                <a:lnTo>
                  <a:pt x="1140" y="163"/>
                </a:lnTo>
                <a:lnTo>
                  <a:pt x="1141" y="163"/>
                </a:lnTo>
                <a:lnTo>
                  <a:pt x="1141" y="164"/>
                </a:lnTo>
                <a:lnTo>
                  <a:pt x="1142" y="164"/>
                </a:lnTo>
                <a:lnTo>
                  <a:pt x="1142" y="165"/>
                </a:lnTo>
                <a:lnTo>
                  <a:pt x="1143" y="166"/>
                </a:lnTo>
                <a:lnTo>
                  <a:pt x="1143" y="167"/>
                </a:lnTo>
                <a:lnTo>
                  <a:pt x="1143" y="168"/>
                </a:lnTo>
                <a:lnTo>
                  <a:pt x="1144" y="168"/>
                </a:lnTo>
                <a:lnTo>
                  <a:pt x="1144" y="169"/>
                </a:lnTo>
                <a:lnTo>
                  <a:pt x="1144" y="170"/>
                </a:lnTo>
                <a:lnTo>
                  <a:pt x="1143" y="170"/>
                </a:lnTo>
                <a:lnTo>
                  <a:pt x="1143" y="171"/>
                </a:lnTo>
                <a:lnTo>
                  <a:pt x="1142" y="171"/>
                </a:lnTo>
                <a:lnTo>
                  <a:pt x="1143" y="171"/>
                </a:lnTo>
                <a:lnTo>
                  <a:pt x="1144" y="171"/>
                </a:lnTo>
                <a:lnTo>
                  <a:pt x="1144" y="172"/>
                </a:lnTo>
                <a:lnTo>
                  <a:pt x="1145" y="172"/>
                </a:lnTo>
                <a:lnTo>
                  <a:pt x="1145" y="173"/>
                </a:lnTo>
                <a:lnTo>
                  <a:pt x="1146" y="173"/>
                </a:lnTo>
                <a:lnTo>
                  <a:pt x="1146" y="174"/>
                </a:lnTo>
                <a:lnTo>
                  <a:pt x="1147" y="174"/>
                </a:lnTo>
                <a:lnTo>
                  <a:pt x="1148" y="174"/>
                </a:lnTo>
                <a:lnTo>
                  <a:pt x="1148" y="173"/>
                </a:lnTo>
                <a:lnTo>
                  <a:pt x="1148" y="174"/>
                </a:lnTo>
                <a:lnTo>
                  <a:pt x="1149" y="174"/>
                </a:lnTo>
                <a:lnTo>
                  <a:pt x="1149" y="175"/>
                </a:lnTo>
                <a:lnTo>
                  <a:pt x="1150" y="175"/>
                </a:lnTo>
                <a:lnTo>
                  <a:pt x="1150" y="176"/>
                </a:lnTo>
                <a:lnTo>
                  <a:pt x="1150" y="175"/>
                </a:lnTo>
                <a:lnTo>
                  <a:pt x="1151" y="175"/>
                </a:lnTo>
                <a:lnTo>
                  <a:pt x="1152" y="175"/>
                </a:lnTo>
                <a:lnTo>
                  <a:pt x="1152" y="174"/>
                </a:lnTo>
                <a:lnTo>
                  <a:pt x="1153" y="174"/>
                </a:lnTo>
                <a:lnTo>
                  <a:pt x="1153" y="175"/>
                </a:lnTo>
                <a:lnTo>
                  <a:pt x="1154" y="175"/>
                </a:lnTo>
                <a:lnTo>
                  <a:pt x="1154" y="176"/>
                </a:lnTo>
                <a:lnTo>
                  <a:pt x="1154" y="177"/>
                </a:lnTo>
                <a:lnTo>
                  <a:pt x="1154" y="178"/>
                </a:lnTo>
                <a:lnTo>
                  <a:pt x="1153" y="178"/>
                </a:lnTo>
                <a:lnTo>
                  <a:pt x="1153" y="179"/>
                </a:lnTo>
                <a:lnTo>
                  <a:pt x="1154" y="179"/>
                </a:lnTo>
                <a:lnTo>
                  <a:pt x="1155" y="179"/>
                </a:lnTo>
                <a:lnTo>
                  <a:pt x="1155" y="180"/>
                </a:lnTo>
                <a:lnTo>
                  <a:pt x="1156" y="180"/>
                </a:lnTo>
                <a:lnTo>
                  <a:pt x="1156" y="179"/>
                </a:lnTo>
                <a:lnTo>
                  <a:pt x="1156" y="180"/>
                </a:lnTo>
                <a:lnTo>
                  <a:pt x="1156" y="179"/>
                </a:lnTo>
                <a:lnTo>
                  <a:pt x="1157" y="179"/>
                </a:lnTo>
                <a:lnTo>
                  <a:pt x="1157" y="178"/>
                </a:lnTo>
                <a:lnTo>
                  <a:pt x="1157" y="177"/>
                </a:lnTo>
                <a:lnTo>
                  <a:pt x="1158" y="177"/>
                </a:lnTo>
                <a:lnTo>
                  <a:pt x="1159" y="177"/>
                </a:lnTo>
                <a:lnTo>
                  <a:pt x="1159" y="178"/>
                </a:lnTo>
                <a:lnTo>
                  <a:pt x="1160" y="178"/>
                </a:lnTo>
                <a:lnTo>
                  <a:pt x="1160" y="179"/>
                </a:lnTo>
                <a:lnTo>
                  <a:pt x="1161" y="179"/>
                </a:lnTo>
                <a:lnTo>
                  <a:pt x="1162" y="179"/>
                </a:lnTo>
                <a:lnTo>
                  <a:pt x="1162" y="180"/>
                </a:lnTo>
                <a:lnTo>
                  <a:pt x="1163" y="180"/>
                </a:lnTo>
                <a:lnTo>
                  <a:pt x="1163" y="181"/>
                </a:lnTo>
                <a:lnTo>
                  <a:pt x="1164" y="181"/>
                </a:lnTo>
                <a:lnTo>
                  <a:pt x="1164" y="182"/>
                </a:lnTo>
                <a:lnTo>
                  <a:pt x="1165" y="182"/>
                </a:lnTo>
                <a:lnTo>
                  <a:pt x="1165" y="183"/>
                </a:lnTo>
                <a:lnTo>
                  <a:pt x="1165" y="182"/>
                </a:lnTo>
                <a:lnTo>
                  <a:pt x="1166" y="182"/>
                </a:lnTo>
                <a:lnTo>
                  <a:pt x="1167" y="182"/>
                </a:lnTo>
                <a:lnTo>
                  <a:pt x="1168" y="182"/>
                </a:lnTo>
                <a:lnTo>
                  <a:pt x="1169" y="183"/>
                </a:lnTo>
                <a:lnTo>
                  <a:pt x="1170" y="183"/>
                </a:lnTo>
                <a:lnTo>
                  <a:pt x="1170" y="182"/>
                </a:lnTo>
                <a:lnTo>
                  <a:pt x="1170" y="181"/>
                </a:lnTo>
                <a:lnTo>
                  <a:pt x="1170" y="182"/>
                </a:lnTo>
                <a:lnTo>
                  <a:pt x="1171" y="181"/>
                </a:lnTo>
                <a:lnTo>
                  <a:pt x="1172" y="181"/>
                </a:lnTo>
                <a:lnTo>
                  <a:pt x="1172" y="180"/>
                </a:lnTo>
                <a:lnTo>
                  <a:pt x="1173" y="180"/>
                </a:lnTo>
                <a:lnTo>
                  <a:pt x="1174" y="181"/>
                </a:lnTo>
                <a:lnTo>
                  <a:pt x="1175" y="181"/>
                </a:lnTo>
                <a:lnTo>
                  <a:pt x="1176" y="181"/>
                </a:lnTo>
                <a:lnTo>
                  <a:pt x="1176" y="182"/>
                </a:lnTo>
                <a:lnTo>
                  <a:pt x="1177" y="182"/>
                </a:lnTo>
                <a:lnTo>
                  <a:pt x="1178" y="182"/>
                </a:lnTo>
                <a:lnTo>
                  <a:pt x="1179" y="182"/>
                </a:lnTo>
                <a:lnTo>
                  <a:pt x="1179" y="183"/>
                </a:lnTo>
                <a:lnTo>
                  <a:pt x="1180" y="183"/>
                </a:lnTo>
                <a:lnTo>
                  <a:pt x="1181" y="183"/>
                </a:lnTo>
                <a:lnTo>
                  <a:pt x="1181" y="182"/>
                </a:lnTo>
                <a:lnTo>
                  <a:pt x="1182" y="182"/>
                </a:lnTo>
                <a:lnTo>
                  <a:pt x="1182" y="183"/>
                </a:lnTo>
                <a:lnTo>
                  <a:pt x="1183" y="183"/>
                </a:lnTo>
                <a:lnTo>
                  <a:pt x="1183" y="184"/>
                </a:lnTo>
                <a:lnTo>
                  <a:pt x="1184" y="184"/>
                </a:lnTo>
                <a:lnTo>
                  <a:pt x="1185" y="184"/>
                </a:lnTo>
                <a:lnTo>
                  <a:pt x="1185" y="185"/>
                </a:lnTo>
                <a:lnTo>
                  <a:pt x="1186" y="185"/>
                </a:lnTo>
                <a:lnTo>
                  <a:pt x="1187" y="186"/>
                </a:lnTo>
                <a:lnTo>
                  <a:pt x="1187" y="187"/>
                </a:lnTo>
                <a:lnTo>
                  <a:pt x="1187" y="188"/>
                </a:lnTo>
                <a:lnTo>
                  <a:pt x="1188" y="188"/>
                </a:lnTo>
                <a:lnTo>
                  <a:pt x="1188" y="189"/>
                </a:lnTo>
                <a:lnTo>
                  <a:pt x="1188" y="190"/>
                </a:lnTo>
                <a:lnTo>
                  <a:pt x="1189" y="191"/>
                </a:lnTo>
                <a:lnTo>
                  <a:pt x="1190" y="191"/>
                </a:lnTo>
                <a:lnTo>
                  <a:pt x="1190" y="192"/>
                </a:lnTo>
                <a:lnTo>
                  <a:pt x="1191" y="193"/>
                </a:lnTo>
                <a:lnTo>
                  <a:pt x="1191" y="194"/>
                </a:lnTo>
                <a:lnTo>
                  <a:pt x="1191" y="195"/>
                </a:lnTo>
                <a:lnTo>
                  <a:pt x="1192" y="195"/>
                </a:lnTo>
                <a:lnTo>
                  <a:pt x="1193" y="195"/>
                </a:lnTo>
                <a:lnTo>
                  <a:pt x="1193" y="196"/>
                </a:lnTo>
                <a:lnTo>
                  <a:pt x="1194" y="196"/>
                </a:lnTo>
                <a:lnTo>
                  <a:pt x="1194" y="197"/>
                </a:lnTo>
                <a:lnTo>
                  <a:pt x="1195" y="197"/>
                </a:lnTo>
                <a:lnTo>
                  <a:pt x="1196" y="197"/>
                </a:lnTo>
                <a:lnTo>
                  <a:pt x="1196" y="196"/>
                </a:lnTo>
                <a:lnTo>
                  <a:pt x="1196" y="195"/>
                </a:lnTo>
                <a:lnTo>
                  <a:pt x="1197" y="195"/>
                </a:lnTo>
                <a:lnTo>
                  <a:pt x="1198" y="195"/>
                </a:lnTo>
                <a:lnTo>
                  <a:pt x="1198" y="194"/>
                </a:lnTo>
                <a:lnTo>
                  <a:pt x="1199" y="194"/>
                </a:lnTo>
                <a:lnTo>
                  <a:pt x="1199" y="193"/>
                </a:lnTo>
                <a:lnTo>
                  <a:pt x="1200" y="193"/>
                </a:lnTo>
                <a:lnTo>
                  <a:pt x="1201" y="193"/>
                </a:lnTo>
                <a:lnTo>
                  <a:pt x="1201" y="194"/>
                </a:lnTo>
                <a:lnTo>
                  <a:pt x="1202" y="194"/>
                </a:lnTo>
                <a:lnTo>
                  <a:pt x="1203" y="194"/>
                </a:lnTo>
                <a:lnTo>
                  <a:pt x="1203" y="195"/>
                </a:lnTo>
                <a:lnTo>
                  <a:pt x="1203" y="196"/>
                </a:lnTo>
                <a:lnTo>
                  <a:pt x="1203" y="197"/>
                </a:lnTo>
                <a:lnTo>
                  <a:pt x="1202" y="197"/>
                </a:lnTo>
                <a:lnTo>
                  <a:pt x="1202" y="198"/>
                </a:lnTo>
                <a:lnTo>
                  <a:pt x="1201" y="199"/>
                </a:lnTo>
                <a:lnTo>
                  <a:pt x="1201" y="200"/>
                </a:lnTo>
                <a:lnTo>
                  <a:pt x="1201" y="201"/>
                </a:lnTo>
                <a:lnTo>
                  <a:pt x="1201" y="203"/>
                </a:lnTo>
                <a:lnTo>
                  <a:pt x="1201" y="204"/>
                </a:lnTo>
                <a:lnTo>
                  <a:pt x="1201" y="205"/>
                </a:lnTo>
                <a:lnTo>
                  <a:pt x="1200" y="205"/>
                </a:lnTo>
                <a:lnTo>
                  <a:pt x="1200" y="206"/>
                </a:lnTo>
                <a:lnTo>
                  <a:pt x="1199" y="207"/>
                </a:lnTo>
                <a:lnTo>
                  <a:pt x="1199" y="208"/>
                </a:lnTo>
                <a:lnTo>
                  <a:pt x="1198" y="208"/>
                </a:lnTo>
                <a:lnTo>
                  <a:pt x="1198" y="209"/>
                </a:lnTo>
                <a:lnTo>
                  <a:pt x="1198" y="210"/>
                </a:lnTo>
                <a:lnTo>
                  <a:pt x="1198" y="211"/>
                </a:lnTo>
                <a:lnTo>
                  <a:pt x="1198" y="212"/>
                </a:lnTo>
                <a:lnTo>
                  <a:pt x="1198" y="213"/>
                </a:lnTo>
                <a:lnTo>
                  <a:pt x="1198" y="214"/>
                </a:lnTo>
                <a:lnTo>
                  <a:pt x="1199" y="215"/>
                </a:lnTo>
                <a:lnTo>
                  <a:pt x="1200" y="216"/>
                </a:lnTo>
                <a:lnTo>
                  <a:pt x="1201" y="216"/>
                </a:lnTo>
                <a:lnTo>
                  <a:pt x="1201" y="215"/>
                </a:lnTo>
                <a:lnTo>
                  <a:pt x="1202" y="215"/>
                </a:lnTo>
                <a:lnTo>
                  <a:pt x="1203" y="216"/>
                </a:lnTo>
                <a:lnTo>
                  <a:pt x="1204" y="216"/>
                </a:lnTo>
                <a:lnTo>
                  <a:pt x="1204" y="215"/>
                </a:lnTo>
                <a:lnTo>
                  <a:pt x="1204" y="216"/>
                </a:lnTo>
                <a:lnTo>
                  <a:pt x="1204" y="215"/>
                </a:lnTo>
                <a:lnTo>
                  <a:pt x="1205" y="215"/>
                </a:lnTo>
                <a:lnTo>
                  <a:pt x="1206" y="215"/>
                </a:lnTo>
                <a:lnTo>
                  <a:pt x="1206" y="216"/>
                </a:lnTo>
                <a:lnTo>
                  <a:pt x="1207" y="216"/>
                </a:lnTo>
                <a:lnTo>
                  <a:pt x="1207" y="217"/>
                </a:lnTo>
                <a:lnTo>
                  <a:pt x="1208" y="217"/>
                </a:lnTo>
                <a:lnTo>
                  <a:pt x="1208" y="218"/>
                </a:lnTo>
                <a:lnTo>
                  <a:pt x="1209" y="218"/>
                </a:lnTo>
                <a:lnTo>
                  <a:pt x="1209" y="219"/>
                </a:lnTo>
                <a:lnTo>
                  <a:pt x="1210" y="219"/>
                </a:lnTo>
                <a:lnTo>
                  <a:pt x="1210" y="220"/>
                </a:lnTo>
                <a:lnTo>
                  <a:pt x="1211" y="220"/>
                </a:lnTo>
                <a:lnTo>
                  <a:pt x="1212" y="220"/>
                </a:lnTo>
                <a:lnTo>
                  <a:pt x="1212" y="221"/>
                </a:lnTo>
                <a:lnTo>
                  <a:pt x="1213" y="221"/>
                </a:lnTo>
                <a:lnTo>
                  <a:pt x="1213" y="222"/>
                </a:lnTo>
                <a:lnTo>
                  <a:pt x="1214" y="222"/>
                </a:lnTo>
                <a:lnTo>
                  <a:pt x="1214" y="223"/>
                </a:lnTo>
                <a:lnTo>
                  <a:pt x="1215" y="223"/>
                </a:lnTo>
                <a:lnTo>
                  <a:pt x="1215" y="224"/>
                </a:lnTo>
                <a:lnTo>
                  <a:pt x="1216" y="224"/>
                </a:lnTo>
                <a:lnTo>
                  <a:pt x="1217" y="224"/>
                </a:lnTo>
                <a:lnTo>
                  <a:pt x="1217" y="225"/>
                </a:lnTo>
                <a:lnTo>
                  <a:pt x="1218" y="224"/>
                </a:lnTo>
                <a:lnTo>
                  <a:pt x="1219" y="224"/>
                </a:lnTo>
                <a:lnTo>
                  <a:pt x="1219" y="225"/>
                </a:lnTo>
                <a:lnTo>
                  <a:pt x="1219" y="226"/>
                </a:lnTo>
                <a:lnTo>
                  <a:pt x="1219" y="227"/>
                </a:lnTo>
                <a:lnTo>
                  <a:pt x="1219" y="228"/>
                </a:lnTo>
                <a:lnTo>
                  <a:pt x="1220" y="228"/>
                </a:lnTo>
                <a:lnTo>
                  <a:pt x="1221" y="228"/>
                </a:lnTo>
                <a:lnTo>
                  <a:pt x="1221" y="229"/>
                </a:lnTo>
                <a:lnTo>
                  <a:pt x="1222" y="229"/>
                </a:lnTo>
                <a:lnTo>
                  <a:pt x="1222" y="230"/>
                </a:lnTo>
                <a:lnTo>
                  <a:pt x="1223" y="230"/>
                </a:lnTo>
                <a:lnTo>
                  <a:pt x="1223" y="231"/>
                </a:lnTo>
                <a:lnTo>
                  <a:pt x="1223" y="233"/>
                </a:lnTo>
                <a:lnTo>
                  <a:pt x="1223" y="234"/>
                </a:lnTo>
                <a:lnTo>
                  <a:pt x="1224" y="234"/>
                </a:lnTo>
                <a:lnTo>
                  <a:pt x="1224" y="235"/>
                </a:lnTo>
                <a:lnTo>
                  <a:pt x="1224" y="234"/>
                </a:lnTo>
                <a:lnTo>
                  <a:pt x="1225" y="234"/>
                </a:lnTo>
                <a:lnTo>
                  <a:pt x="1225" y="235"/>
                </a:lnTo>
                <a:lnTo>
                  <a:pt x="1225" y="236"/>
                </a:lnTo>
                <a:lnTo>
                  <a:pt x="1225" y="235"/>
                </a:lnTo>
                <a:lnTo>
                  <a:pt x="1226" y="235"/>
                </a:lnTo>
                <a:lnTo>
                  <a:pt x="1226" y="236"/>
                </a:lnTo>
                <a:lnTo>
                  <a:pt x="1227" y="236"/>
                </a:lnTo>
                <a:lnTo>
                  <a:pt x="1227" y="237"/>
                </a:lnTo>
                <a:lnTo>
                  <a:pt x="1228" y="237"/>
                </a:lnTo>
                <a:lnTo>
                  <a:pt x="1229" y="237"/>
                </a:lnTo>
                <a:lnTo>
                  <a:pt x="1229" y="238"/>
                </a:lnTo>
                <a:lnTo>
                  <a:pt x="1230" y="238"/>
                </a:lnTo>
                <a:lnTo>
                  <a:pt x="1231" y="238"/>
                </a:lnTo>
                <a:lnTo>
                  <a:pt x="1232" y="238"/>
                </a:lnTo>
                <a:lnTo>
                  <a:pt x="1232" y="239"/>
                </a:lnTo>
                <a:lnTo>
                  <a:pt x="1233" y="239"/>
                </a:lnTo>
                <a:lnTo>
                  <a:pt x="1234" y="239"/>
                </a:lnTo>
                <a:lnTo>
                  <a:pt x="1234" y="240"/>
                </a:lnTo>
                <a:lnTo>
                  <a:pt x="1234" y="239"/>
                </a:lnTo>
                <a:lnTo>
                  <a:pt x="1235" y="239"/>
                </a:lnTo>
                <a:lnTo>
                  <a:pt x="1236" y="239"/>
                </a:lnTo>
                <a:lnTo>
                  <a:pt x="1236" y="240"/>
                </a:lnTo>
                <a:lnTo>
                  <a:pt x="1237" y="240"/>
                </a:lnTo>
                <a:lnTo>
                  <a:pt x="1237" y="241"/>
                </a:lnTo>
                <a:lnTo>
                  <a:pt x="1238" y="241"/>
                </a:lnTo>
                <a:lnTo>
                  <a:pt x="1238" y="242"/>
                </a:lnTo>
                <a:lnTo>
                  <a:pt x="1239" y="242"/>
                </a:lnTo>
                <a:lnTo>
                  <a:pt x="1239" y="243"/>
                </a:lnTo>
                <a:lnTo>
                  <a:pt x="1239" y="242"/>
                </a:lnTo>
                <a:lnTo>
                  <a:pt x="1239" y="243"/>
                </a:lnTo>
                <a:lnTo>
                  <a:pt x="1240" y="243"/>
                </a:lnTo>
                <a:lnTo>
                  <a:pt x="1241" y="243"/>
                </a:lnTo>
                <a:lnTo>
                  <a:pt x="1242" y="244"/>
                </a:lnTo>
                <a:lnTo>
                  <a:pt x="1242" y="245"/>
                </a:lnTo>
                <a:lnTo>
                  <a:pt x="1243" y="245"/>
                </a:lnTo>
                <a:lnTo>
                  <a:pt x="1244" y="245"/>
                </a:lnTo>
                <a:lnTo>
                  <a:pt x="1244" y="244"/>
                </a:lnTo>
                <a:lnTo>
                  <a:pt x="1245" y="244"/>
                </a:lnTo>
                <a:lnTo>
                  <a:pt x="1245" y="243"/>
                </a:lnTo>
                <a:lnTo>
                  <a:pt x="1245" y="242"/>
                </a:lnTo>
                <a:lnTo>
                  <a:pt x="1245" y="241"/>
                </a:lnTo>
                <a:lnTo>
                  <a:pt x="1246" y="241"/>
                </a:lnTo>
                <a:lnTo>
                  <a:pt x="1247" y="240"/>
                </a:lnTo>
                <a:lnTo>
                  <a:pt x="1247" y="241"/>
                </a:lnTo>
                <a:lnTo>
                  <a:pt x="1247" y="240"/>
                </a:lnTo>
                <a:lnTo>
                  <a:pt x="1248" y="240"/>
                </a:lnTo>
                <a:lnTo>
                  <a:pt x="1248" y="239"/>
                </a:lnTo>
                <a:lnTo>
                  <a:pt x="1249" y="239"/>
                </a:lnTo>
                <a:lnTo>
                  <a:pt x="1249" y="238"/>
                </a:lnTo>
                <a:lnTo>
                  <a:pt x="1250" y="238"/>
                </a:lnTo>
                <a:lnTo>
                  <a:pt x="1251" y="237"/>
                </a:lnTo>
                <a:lnTo>
                  <a:pt x="1251" y="236"/>
                </a:lnTo>
                <a:lnTo>
                  <a:pt x="1252" y="236"/>
                </a:lnTo>
                <a:lnTo>
                  <a:pt x="1253" y="236"/>
                </a:lnTo>
                <a:lnTo>
                  <a:pt x="1254" y="236"/>
                </a:lnTo>
                <a:lnTo>
                  <a:pt x="1254" y="237"/>
                </a:lnTo>
                <a:lnTo>
                  <a:pt x="1255" y="237"/>
                </a:lnTo>
                <a:lnTo>
                  <a:pt x="1256" y="237"/>
                </a:lnTo>
                <a:lnTo>
                  <a:pt x="1256" y="238"/>
                </a:lnTo>
                <a:lnTo>
                  <a:pt x="1256" y="237"/>
                </a:lnTo>
                <a:lnTo>
                  <a:pt x="1257" y="237"/>
                </a:lnTo>
                <a:lnTo>
                  <a:pt x="1258" y="237"/>
                </a:lnTo>
                <a:lnTo>
                  <a:pt x="1259" y="237"/>
                </a:lnTo>
                <a:lnTo>
                  <a:pt x="1259" y="238"/>
                </a:lnTo>
                <a:lnTo>
                  <a:pt x="1260" y="238"/>
                </a:lnTo>
                <a:lnTo>
                  <a:pt x="1260" y="239"/>
                </a:lnTo>
                <a:lnTo>
                  <a:pt x="1261" y="239"/>
                </a:lnTo>
                <a:lnTo>
                  <a:pt x="1262" y="239"/>
                </a:lnTo>
                <a:lnTo>
                  <a:pt x="1262" y="240"/>
                </a:lnTo>
                <a:lnTo>
                  <a:pt x="1263" y="240"/>
                </a:lnTo>
                <a:lnTo>
                  <a:pt x="1264" y="240"/>
                </a:lnTo>
                <a:lnTo>
                  <a:pt x="1265" y="240"/>
                </a:lnTo>
                <a:lnTo>
                  <a:pt x="1266" y="240"/>
                </a:lnTo>
                <a:lnTo>
                  <a:pt x="1266" y="241"/>
                </a:lnTo>
                <a:lnTo>
                  <a:pt x="1267" y="241"/>
                </a:lnTo>
                <a:lnTo>
                  <a:pt x="1267" y="242"/>
                </a:lnTo>
                <a:lnTo>
                  <a:pt x="1268" y="242"/>
                </a:lnTo>
                <a:lnTo>
                  <a:pt x="1268" y="243"/>
                </a:lnTo>
                <a:lnTo>
                  <a:pt x="1269" y="243"/>
                </a:lnTo>
                <a:lnTo>
                  <a:pt x="1269" y="244"/>
                </a:lnTo>
                <a:lnTo>
                  <a:pt x="1270" y="244"/>
                </a:lnTo>
                <a:lnTo>
                  <a:pt x="1269" y="244"/>
                </a:lnTo>
                <a:lnTo>
                  <a:pt x="1270" y="244"/>
                </a:lnTo>
                <a:lnTo>
                  <a:pt x="1270" y="245"/>
                </a:lnTo>
                <a:lnTo>
                  <a:pt x="1270" y="246"/>
                </a:lnTo>
                <a:lnTo>
                  <a:pt x="1271" y="246"/>
                </a:lnTo>
                <a:lnTo>
                  <a:pt x="1271" y="247"/>
                </a:lnTo>
                <a:lnTo>
                  <a:pt x="1271" y="248"/>
                </a:lnTo>
                <a:lnTo>
                  <a:pt x="1272" y="248"/>
                </a:lnTo>
                <a:lnTo>
                  <a:pt x="1272" y="249"/>
                </a:lnTo>
                <a:lnTo>
                  <a:pt x="1273" y="249"/>
                </a:lnTo>
                <a:lnTo>
                  <a:pt x="1274" y="250"/>
                </a:lnTo>
                <a:lnTo>
                  <a:pt x="1274" y="251"/>
                </a:lnTo>
                <a:lnTo>
                  <a:pt x="1274" y="252"/>
                </a:lnTo>
                <a:lnTo>
                  <a:pt x="1273" y="252"/>
                </a:lnTo>
                <a:lnTo>
                  <a:pt x="1273" y="253"/>
                </a:lnTo>
                <a:lnTo>
                  <a:pt x="1273" y="254"/>
                </a:lnTo>
                <a:lnTo>
                  <a:pt x="1274" y="255"/>
                </a:lnTo>
                <a:lnTo>
                  <a:pt x="1275" y="255"/>
                </a:lnTo>
                <a:lnTo>
                  <a:pt x="1276" y="255"/>
                </a:lnTo>
                <a:lnTo>
                  <a:pt x="1277" y="255"/>
                </a:lnTo>
                <a:lnTo>
                  <a:pt x="1277" y="256"/>
                </a:lnTo>
                <a:lnTo>
                  <a:pt x="1278" y="256"/>
                </a:lnTo>
                <a:lnTo>
                  <a:pt x="1279" y="256"/>
                </a:lnTo>
                <a:lnTo>
                  <a:pt x="1279" y="257"/>
                </a:lnTo>
                <a:lnTo>
                  <a:pt x="1280" y="257"/>
                </a:lnTo>
                <a:lnTo>
                  <a:pt x="1281" y="257"/>
                </a:lnTo>
                <a:lnTo>
                  <a:pt x="1281" y="258"/>
                </a:lnTo>
                <a:lnTo>
                  <a:pt x="1282" y="258"/>
                </a:lnTo>
                <a:lnTo>
                  <a:pt x="1283" y="258"/>
                </a:lnTo>
                <a:lnTo>
                  <a:pt x="1284" y="258"/>
                </a:lnTo>
                <a:lnTo>
                  <a:pt x="1284" y="259"/>
                </a:lnTo>
                <a:lnTo>
                  <a:pt x="1285" y="259"/>
                </a:lnTo>
                <a:lnTo>
                  <a:pt x="1286" y="259"/>
                </a:lnTo>
                <a:lnTo>
                  <a:pt x="1286" y="260"/>
                </a:lnTo>
                <a:lnTo>
                  <a:pt x="1287" y="260"/>
                </a:lnTo>
                <a:lnTo>
                  <a:pt x="1287" y="261"/>
                </a:lnTo>
                <a:lnTo>
                  <a:pt x="1288" y="261"/>
                </a:lnTo>
                <a:lnTo>
                  <a:pt x="1288" y="262"/>
                </a:lnTo>
                <a:lnTo>
                  <a:pt x="1288" y="263"/>
                </a:lnTo>
                <a:lnTo>
                  <a:pt x="1288" y="264"/>
                </a:lnTo>
                <a:lnTo>
                  <a:pt x="1288" y="265"/>
                </a:lnTo>
                <a:lnTo>
                  <a:pt x="1289" y="265"/>
                </a:lnTo>
                <a:lnTo>
                  <a:pt x="1290" y="265"/>
                </a:lnTo>
                <a:lnTo>
                  <a:pt x="1290" y="264"/>
                </a:lnTo>
                <a:lnTo>
                  <a:pt x="1291" y="264"/>
                </a:lnTo>
                <a:lnTo>
                  <a:pt x="1292" y="264"/>
                </a:lnTo>
                <a:lnTo>
                  <a:pt x="1292" y="263"/>
                </a:lnTo>
                <a:lnTo>
                  <a:pt x="1293" y="264"/>
                </a:lnTo>
                <a:lnTo>
                  <a:pt x="1293" y="263"/>
                </a:lnTo>
                <a:lnTo>
                  <a:pt x="1294" y="263"/>
                </a:lnTo>
                <a:lnTo>
                  <a:pt x="1294" y="262"/>
                </a:lnTo>
                <a:lnTo>
                  <a:pt x="1294" y="261"/>
                </a:lnTo>
                <a:lnTo>
                  <a:pt x="1295" y="261"/>
                </a:lnTo>
                <a:lnTo>
                  <a:pt x="1295" y="260"/>
                </a:lnTo>
                <a:lnTo>
                  <a:pt x="1296" y="259"/>
                </a:lnTo>
                <a:lnTo>
                  <a:pt x="1297" y="259"/>
                </a:lnTo>
                <a:lnTo>
                  <a:pt x="1298" y="259"/>
                </a:lnTo>
                <a:lnTo>
                  <a:pt x="1298" y="258"/>
                </a:lnTo>
                <a:lnTo>
                  <a:pt x="1299" y="258"/>
                </a:lnTo>
                <a:lnTo>
                  <a:pt x="1299" y="257"/>
                </a:lnTo>
                <a:lnTo>
                  <a:pt x="1300" y="257"/>
                </a:lnTo>
                <a:lnTo>
                  <a:pt x="1300" y="256"/>
                </a:lnTo>
                <a:lnTo>
                  <a:pt x="1301" y="256"/>
                </a:lnTo>
                <a:lnTo>
                  <a:pt x="1302" y="256"/>
                </a:lnTo>
                <a:lnTo>
                  <a:pt x="1302" y="255"/>
                </a:lnTo>
                <a:lnTo>
                  <a:pt x="1303" y="255"/>
                </a:lnTo>
                <a:lnTo>
                  <a:pt x="1303" y="256"/>
                </a:lnTo>
                <a:lnTo>
                  <a:pt x="1304" y="256"/>
                </a:lnTo>
                <a:lnTo>
                  <a:pt x="1306" y="256"/>
                </a:lnTo>
                <a:lnTo>
                  <a:pt x="1307" y="256"/>
                </a:lnTo>
                <a:lnTo>
                  <a:pt x="1307" y="257"/>
                </a:lnTo>
                <a:lnTo>
                  <a:pt x="1308" y="258"/>
                </a:lnTo>
                <a:lnTo>
                  <a:pt x="1309" y="258"/>
                </a:lnTo>
                <a:lnTo>
                  <a:pt x="1309" y="259"/>
                </a:lnTo>
                <a:lnTo>
                  <a:pt x="1309" y="260"/>
                </a:lnTo>
                <a:lnTo>
                  <a:pt x="1310" y="261"/>
                </a:lnTo>
                <a:lnTo>
                  <a:pt x="1311" y="261"/>
                </a:lnTo>
                <a:lnTo>
                  <a:pt x="1311" y="262"/>
                </a:lnTo>
                <a:lnTo>
                  <a:pt x="1310" y="262"/>
                </a:lnTo>
                <a:lnTo>
                  <a:pt x="1310" y="263"/>
                </a:lnTo>
                <a:lnTo>
                  <a:pt x="1310" y="264"/>
                </a:lnTo>
                <a:lnTo>
                  <a:pt x="1311" y="265"/>
                </a:lnTo>
                <a:lnTo>
                  <a:pt x="1312" y="265"/>
                </a:lnTo>
                <a:lnTo>
                  <a:pt x="1312" y="266"/>
                </a:lnTo>
                <a:lnTo>
                  <a:pt x="1311" y="267"/>
                </a:lnTo>
                <a:lnTo>
                  <a:pt x="1311" y="268"/>
                </a:lnTo>
                <a:lnTo>
                  <a:pt x="1310" y="269"/>
                </a:lnTo>
                <a:lnTo>
                  <a:pt x="1311" y="270"/>
                </a:lnTo>
                <a:lnTo>
                  <a:pt x="1312" y="271"/>
                </a:lnTo>
                <a:lnTo>
                  <a:pt x="1313" y="272"/>
                </a:lnTo>
                <a:lnTo>
                  <a:pt x="1313" y="274"/>
                </a:lnTo>
                <a:lnTo>
                  <a:pt x="1314" y="275"/>
                </a:lnTo>
                <a:lnTo>
                  <a:pt x="1316" y="275"/>
                </a:lnTo>
                <a:lnTo>
                  <a:pt x="1317" y="276"/>
                </a:lnTo>
                <a:lnTo>
                  <a:pt x="1317" y="278"/>
                </a:lnTo>
                <a:lnTo>
                  <a:pt x="1318" y="278"/>
                </a:lnTo>
                <a:lnTo>
                  <a:pt x="1319" y="279"/>
                </a:lnTo>
                <a:lnTo>
                  <a:pt x="1319" y="280"/>
                </a:lnTo>
                <a:lnTo>
                  <a:pt x="1320" y="280"/>
                </a:lnTo>
                <a:lnTo>
                  <a:pt x="1319" y="280"/>
                </a:lnTo>
                <a:lnTo>
                  <a:pt x="1319" y="281"/>
                </a:lnTo>
                <a:lnTo>
                  <a:pt x="1318" y="282"/>
                </a:lnTo>
                <a:lnTo>
                  <a:pt x="1318" y="283"/>
                </a:lnTo>
                <a:lnTo>
                  <a:pt x="1319" y="284"/>
                </a:lnTo>
                <a:lnTo>
                  <a:pt x="1318" y="284"/>
                </a:lnTo>
                <a:lnTo>
                  <a:pt x="1318" y="285"/>
                </a:lnTo>
                <a:lnTo>
                  <a:pt x="1317" y="287"/>
                </a:lnTo>
                <a:lnTo>
                  <a:pt x="1317" y="288"/>
                </a:lnTo>
                <a:lnTo>
                  <a:pt x="1318" y="288"/>
                </a:lnTo>
                <a:lnTo>
                  <a:pt x="1319" y="288"/>
                </a:lnTo>
                <a:lnTo>
                  <a:pt x="1320" y="289"/>
                </a:lnTo>
                <a:lnTo>
                  <a:pt x="1321" y="289"/>
                </a:lnTo>
                <a:lnTo>
                  <a:pt x="1321" y="290"/>
                </a:lnTo>
                <a:lnTo>
                  <a:pt x="1322" y="290"/>
                </a:lnTo>
                <a:lnTo>
                  <a:pt x="1323" y="291"/>
                </a:lnTo>
                <a:lnTo>
                  <a:pt x="1324" y="291"/>
                </a:lnTo>
                <a:lnTo>
                  <a:pt x="1324" y="292"/>
                </a:lnTo>
                <a:lnTo>
                  <a:pt x="1325" y="293"/>
                </a:lnTo>
                <a:lnTo>
                  <a:pt x="1325" y="294"/>
                </a:lnTo>
                <a:lnTo>
                  <a:pt x="1325" y="295"/>
                </a:lnTo>
                <a:lnTo>
                  <a:pt x="1325" y="296"/>
                </a:lnTo>
                <a:lnTo>
                  <a:pt x="1326" y="297"/>
                </a:lnTo>
                <a:lnTo>
                  <a:pt x="1328" y="297"/>
                </a:lnTo>
                <a:lnTo>
                  <a:pt x="1329" y="297"/>
                </a:lnTo>
                <a:lnTo>
                  <a:pt x="1330" y="297"/>
                </a:lnTo>
                <a:lnTo>
                  <a:pt x="1330" y="298"/>
                </a:lnTo>
                <a:lnTo>
                  <a:pt x="1331" y="298"/>
                </a:lnTo>
                <a:lnTo>
                  <a:pt x="1331" y="299"/>
                </a:lnTo>
                <a:lnTo>
                  <a:pt x="1332" y="299"/>
                </a:lnTo>
                <a:lnTo>
                  <a:pt x="1332" y="300"/>
                </a:lnTo>
                <a:lnTo>
                  <a:pt x="1333" y="300"/>
                </a:lnTo>
                <a:lnTo>
                  <a:pt x="1334" y="300"/>
                </a:lnTo>
                <a:lnTo>
                  <a:pt x="1336" y="300"/>
                </a:lnTo>
                <a:lnTo>
                  <a:pt x="1336" y="301"/>
                </a:lnTo>
                <a:lnTo>
                  <a:pt x="1336" y="302"/>
                </a:lnTo>
                <a:lnTo>
                  <a:pt x="1336" y="303"/>
                </a:lnTo>
                <a:lnTo>
                  <a:pt x="1337" y="305"/>
                </a:lnTo>
                <a:lnTo>
                  <a:pt x="1338" y="305"/>
                </a:lnTo>
                <a:lnTo>
                  <a:pt x="1339" y="306"/>
                </a:lnTo>
                <a:lnTo>
                  <a:pt x="1340" y="306"/>
                </a:lnTo>
                <a:lnTo>
                  <a:pt x="1340" y="307"/>
                </a:lnTo>
                <a:lnTo>
                  <a:pt x="1342" y="309"/>
                </a:lnTo>
                <a:lnTo>
                  <a:pt x="1343" y="309"/>
                </a:lnTo>
                <a:lnTo>
                  <a:pt x="1344" y="310"/>
                </a:lnTo>
                <a:lnTo>
                  <a:pt x="1345" y="310"/>
                </a:lnTo>
                <a:lnTo>
                  <a:pt x="1346" y="310"/>
                </a:lnTo>
                <a:lnTo>
                  <a:pt x="1346" y="311"/>
                </a:lnTo>
                <a:lnTo>
                  <a:pt x="1347" y="311"/>
                </a:lnTo>
                <a:lnTo>
                  <a:pt x="1348" y="311"/>
                </a:lnTo>
                <a:lnTo>
                  <a:pt x="1348" y="312"/>
                </a:lnTo>
                <a:lnTo>
                  <a:pt x="1349" y="312"/>
                </a:lnTo>
                <a:lnTo>
                  <a:pt x="1348" y="312"/>
                </a:lnTo>
                <a:lnTo>
                  <a:pt x="1348" y="313"/>
                </a:lnTo>
                <a:lnTo>
                  <a:pt x="1348" y="314"/>
                </a:lnTo>
                <a:lnTo>
                  <a:pt x="1349" y="315"/>
                </a:lnTo>
                <a:lnTo>
                  <a:pt x="1350" y="316"/>
                </a:lnTo>
                <a:lnTo>
                  <a:pt x="1351" y="317"/>
                </a:lnTo>
                <a:lnTo>
                  <a:pt x="1351" y="318"/>
                </a:lnTo>
                <a:lnTo>
                  <a:pt x="1351" y="319"/>
                </a:lnTo>
                <a:lnTo>
                  <a:pt x="1352" y="320"/>
                </a:lnTo>
                <a:lnTo>
                  <a:pt x="1353" y="320"/>
                </a:lnTo>
                <a:lnTo>
                  <a:pt x="1353" y="321"/>
                </a:lnTo>
                <a:lnTo>
                  <a:pt x="1354" y="321"/>
                </a:lnTo>
                <a:lnTo>
                  <a:pt x="1354" y="322"/>
                </a:lnTo>
                <a:lnTo>
                  <a:pt x="1354" y="323"/>
                </a:lnTo>
                <a:lnTo>
                  <a:pt x="1355" y="323"/>
                </a:lnTo>
                <a:lnTo>
                  <a:pt x="1356" y="324"/>
                </a:lnTo>
                <a:lnTo>
                  <a:pt x="1357" y="324"/>
                </a:lnTo>
                <a:lnTo>
                  <a:pt x="1358" y="324"/>
                </a:lnTo>
                <a:lnTo>
                  <a:pt x="1359" y="325"/>
                </a:lnTo>
                <a:lnTo>
                  <a:pt x="1360" y="325"/>
                </a:lnTo>
                <a:lnTo>
                  <a:pt x="1360" y="326"/>
                </a:lnTo>
                <a:lnTo>
                  <a:pt x="1361" y="327"/>
                </a:lnTo>
                <a:lnTo>
                  <a:pt x="1362" y="327"/>
                </a:lnTo>
                <a:lnTo>
                  <a:pt x="1362" y="328"/>
                </a:lnTo>
                <a:lnTo>
                  <a:pt x="1362" y="329"/>
                </a:lnTo>
                <a:lnTo>
                  <a:pt x="1363" y="330"/>
                </a:lnTo>
                <a:lnTo>
                  <a:pt x="1364" y="330"/>
                </a:lnTo>
                <a:lnTo>
                  <a:pt x="1365" y="330"/>
                </a:lnTo>
                <a:lnTo>
                  <a:pt x="1365" y="329"/>
                </a:lnTo>
                <a:lnTo>
                  <a:pt x="1366" y="330"/>
                </a:lnTo>
                <a:lnTo>
                  <a:pt x="1366" y="331"/>
                </a:lnTo>
                <a:lnTo>
                  <a:pt x="1366" y="333"/>
                </a:lnTo>
                <a:lnTo>
                  <a:pt x="1368" y="334"/>
                </a:lnTo>
                <a:lnTo>
                  <a:pt x="1368" y="335"/>
                </a:lnTo>
                <a:lnTo>
                  <a:pt x="1369" y="337"/>
                </a:lnTo>
                <a:lnTo>
                  <a:pt x="1369" y="338"/>
                </a:lnTo>
                <a:lnTo>
                  <a:pt x="1370" y="339"/>
                </a:lnTo>
                <a:lnTo>
                  <a:pt x="1369" y="339"/>
                </a:lnTo>
                <a:lnTo>
                  <a:pt x="1368" y="339"/>
                </a:lnTo>
                <a:lnTo>
                  <a:pt x="1367" y="339"/>
                </a:lnTo>
                <a:lnTo>
                  <a:pt x="1366" y="339"/>
                </a:lnTo>
                <a:lnTo>
                  <a:pt x="1365" y="339"/>
                </a:lnTo>
                <a:lnTo>
                  <a:pt x="1364" y="339"/>
                </a:lnTo>
                <a:lnTo>
                  <a:pt x="1363" y="339"/>
                </a:lnTo>
                <a:lnTo>
                  <a:pt x="1363" y="340"/>
                </a:lnTo>
                <a:lnTo>
                  <a:pt x="1362" y="340"/>
                </a:lnTo>
                <a:lnTo>
                  <a:pt x="1360" y="340"/>
                </a:lnTo>
                <a:lnTo>
                  <a:pt x="1359" y="341"/>
                </a:lnTo>
                <a:lnTo>
                  <a:pt x="1358" y="341"/>
                </a:lnTo>
                <a:lnTo>
                  <a:pt x="1357" y="341"/>
                </a:lnTo>
                <a:lnTo>
                  <a:pt x="1357" y="340"/>
                </a:lnTo>
                <a:lnTo>
                  <a:pt x="1356" y="340"/>
                </a:lnTo>
                <a:lnTo>
                  <a:pt x="1355" y="341"/>
                </a:lnTo>
                <a:lnTo>
                  <a:pt x="1354" y="342"/>
                </a:lnTo>
                <a:lnTo>
                  <a:pt x="1354" y="343"/>
                </a:lnTo>
                <a:lnTo>
                  <a:pt x="1354" y="344"/>
                </a:lnTo>
                <a:lnTo>
                  <a:pt x="1355" y="345"/>
                </a:lnTo>
                <a:lnTo>
                  <a:pt x="1355" y="346"/>
                </a:lnTo>
                <a:lnTo>
                  <a:pt x="1354" y="346"/>
                </a:lnTo>
                <a:lnTo>
                  <a:pt x="1354" y="347"/>
                </a:lnTo>
                <a:lnTo>
                  <a:pt x="1355" y="347"/>
                </a:lnTo>
                <a:lnTo>
                  <a:pt x="1355" y="348"/>
                </a:lnTo>
                <a:lnTo>
                  <a:pt x="1356" y="349"/>
                </a:lnTo>
                <a:lnTo>
                  <a:pt x="1356" y="350"/>
                </a:lnTo>
                <a:lnTo>
                  <a:pt x="1355" y="350"/>
                </a:lnTo>
                <a:lnTo>
                  <a:pt x="1354" y="351"/>
                </a:lnTo>
                <a:lnTo>
                  <a:pt x="1353" y="352"/>
                </a:lnTo>
                <a:lnTo>
                  <a:pt x="1352" y="353"/>
                </a:lnTo>
                <a:lnTo>
                  <a:pt x="1351" y="354"/>
                </a:lnTo>
                <a:lnTo>
                  <a:pt x="1352" y="354"/>
                </a:lnTo>
                <a:lnTo>
                  <a:pt x="1351" y="355"/>
                </a:lnTo>
                <a:lnTo>
                  <a:pt x="1351" y="356"/>
                </a:lnTo>
                <a:lnTo>
                  <a:pt x="1350" y="356"/>
                </a:lnTo>
                <a:lnTo>
                  <a:pt x="1350" y="357"/>
                </a:lnTo>
                <a:lnTo>
                  <a:pt x="1351" y="357"/>
                </a:lnTo>
                <a:lnTo>
                  <a:pt x="1351" y="358"/>
                </a:lnTo>
                <a:lnTo>
                  <a:pt x="1352" y="358"/>
                </a:lnTo>
                <a:lnTo>
                  <a:pt x="1353" y="358"/>
                </a:lnTo>
                <a:lnTo>
                  <a:pt x="1354" y="358"/>
                </a:lnTo>
                <a:lnTo>
                  <a:pt x="1355" y="358"/>
                </a:lnTo>
                <a:lnTo>
                  <a:pt x="1355" y="359"/>
                </a:lnTo>
                <a:lnTo>
                  <a:pt x="1354" y="359"/>
                </a:lnTo>
                <a:lnTo>
                  <a:pt x="1355" y="359"/>
                </a:lnTo>
                <a:lnTo>
                  <a:pt x="1355" y="360"/>
                </a:lnTo>
                <a:lnTo>
                  <a:pt x="1356" y="360"/>
                </a:lnTo>
                <a:lnTo>
                  <a:pt x="1357" y="360"/>
                </a:lnTo>
                <a:lnTo>
                  <a:pt x="1357" y="361"/>
                </a:lnTo>
                <a:lnTo>
                  <a:pt x="1357" y="362"/>
                </a:lnTo>
                <a:lnTo>
                  <a:pt x="1358" y="362"/>
                </a:lnTo>
                <a:lnTo>
                  <a:pt x="1359" y="362"/>
                </a:lnTo>
                <a:lnTo>
                  <a:pt x="1360" y="362"/>
                </a:lnTo>
                <a:lnTo>
                  <a:pt x="1361" y="363"/>
                </a:lnTo>
                <a:lnTo>
                  <a:pt x="1361" y="364"/>
                </a:lnTo>
                <a:lnTo>
                  <a:pt x="1361" y="365"/>
                </a:lnTo>
                <a:lnTo>
                  <a:pt x="1361" y="366"/>
                </a:lnTo>
                <a:lnTo>
                  <a:pt x="1362" y="367"/>
                </a:lnTo>
                <a:lnTo>
                  <a:pt x="1362" y="368"/>
                </a:lnTo>
                <a:lnTo>
                  <a:pt x="1363" y="368"/>
                </a:lnTo>
                <a:lnTo>
                  <a:pt x="1363" y="369"/>
                </a:lnTo>
                <a:lnTo>
                  <a:pt x="1363" y="370"/>
                </a:lnTo>
                <a:lnTo>
                  <a:pt x="1365" y="370"/>
                </a:lnTo>
                <a:lnTo>
                  <a:pt x="1366" y="370"/>
                </a:lnTo>
                <a:lnTo>
                  <a:pt x="1367" y="371"/>
                </a:lnTo>
                <a:lnTo>
                  <a:pt x="1367" y="372"/>
                </a:lnTo>
                <a:lnTo>
                  <a:pt x="1368" y="372"/>
                </a:lnTo>
                <a:lnTo>
                  <a:pt x="1369" y="372"/>
                </a:lnTo>
                <a:lnTo>
                  <a:pt x="1369" y="373"/>
                </a:lnTo>
                <a:lnTo>
                  <a:pt x="1369" y="374"/>
                </a:lnTo>
                <a:lnTo>
                  <a:pt x="1370" y="375"/>
                </a:lnTo>
                <a:lnTo>
                  <a:pt x="1371" y="376"/>
                </a:lnTo>
                <a:lnTo>
                  <a:pt x="1372" y="378"/>
                </a:lnTo>
                <a:lnTo>
                  <a:pt x="1373" y="378"/>
                </a:lnTo>
                <a:lnTo>
                  <a:pt x="1374" y="380"/>
                </a:lnTo>
                <a:lnTo>
                  <a:pt x="1375" y="380"/>
                </a:lnTo>
                <a:lnTo>
                  <a:pt x="1375" y="381"/>
                </a:lnTo>
                <a:lnTo>
                  <a:pt x="1376" y="383"/>
                </a:lnTo>
                <a:lnTo>
                  <a:pt x="1375" y="383"/>
                </a:lnTo>
                <a:lnTo>
                  <a:pt x="1374" y="382"/>
                </a:lnTo>
                <a:lnTo>
                  <a:pt x="1372" y="383"/>
                </a:lnTo>
                <a:lnTo>
                  <a:pt x="1372" y="384"/>
                </a:lnTo>
                <a:lnTo>
                  <a:pt x="1371" y="385"/>
                </a:lnTo>
                <a:lnTo>
                  <a:pt x="1370" y="386"/>
                </a:lnTo>
                <a:lnTo>
                  <a:pt x="1369" y="386"/>
                </a:lnTo>
                <a:lnTo>
                  <a:pt x="1369" y="387"/>
                </a:lnTo>
                <a:lnTo>
                  <a:pt x="1368" y="387"/>
                </a:lnTo>
                <a:lnTo>
                  <a:pt x="1367" y="387"/>
                </a:lnTo>
                <a:lnTo>
                  <a:pt x="1366" y="387"/>
                </a:lnTo>
                <a:lnTo>
                  <a:pt x="1366" y="386"/>
                </a:lnTo>
                <a:lnTo>
                  <a:pt x="1365" y="387"/>
                </a:lnTo>
                <a:lnTo>
                  <a:pt x="1365" y="388"/>
                </a:lnTo>
                <a:lnTo>
                  <a:pt x="1364" y="389"/>
                </a:lnTo>
                <a:lnTo>
                  <a:pt x="1364" y="391"/>
                </a:lnTo>
                <a:lnTo>
                  <a:pt x="1365" y="391"/>
                </a:lnTo>
                <a:lnTo>
                  <a:pt x="1365" y="392"/>
                </a:lnTo>
                <a:lnTo>
                  <a:pt x="1364" y="392"/>
                </a:lnTo>
                <a:lnTo>
                  <a:pt x="1364" y="393"/>
                </a:lnTo>
                <a:lnTo>
                  <a:pt x="1365" y="394"/>
                </a:lnTo>
                <a:lnTo>
                  <a:pt x="1365" y="395"/>
                </a:lnTo>
                <a:lnTo>
                  <a:pt x="1366" y="395"/>
                </a:lnTo>
                <a:lnTo>
                  <a:pt x="1366" y="396"/>
                </a:lnTo>
                <a:lnTo>
                  <a:pt x="1367" y="397"/>
                </a:lnTo>
                <a:lnTo>
                  <a:pt x="1367" y="398"/>
                </a:lnTo>
                <a:lnTo>
                  <a:pt x="1370" y="400"/>
                </a:lnTo>
                <a:lnTo>
                  <a:pt x="1371" y="400"/>
                </a:lnTo>
                <a:lnTo>
                  <a:pt x="1371" y="401"/>
                </a:lnTo>
                <a:lnTo>
                  <a:pt x="1372" y="402"/>
                </a:lnTo>
                <a:lnTo>
                  <a:pt x="1372" y="403"/>
                </a:lnTo>
                <a:lnTo>
                  <a:pt x="1374" y="403"/>
                </a:lnTo>
                <a:lnTo>
                  <a:pt x="1375" y="403"/>
                </a:lnTo>
                <a:lnTo>
                  <a:pt x="1376" y="403"/>
                </a:lnTo>
                <a:lnTo>
                  <a:pt x="1376" y="404"/>
                </a:lnTo>
                <a:lnTo>
                  <a:pt x="1376" y="405"/>
                </a:lnTo>
                <a:lnTo>
                  <a:pt x="1375" y="405"/>
                </a:lnTo>
                <a:lnTo>
                  <a:pt x="1376" y="406"/>
                </a:lnTo>
                <a:lnTo>
                  <a:pt x="1377" y="406"/>
                </a:lnTo>
                <a:lnTo>
                  <a:pt x="1378" y="407"/>
                </a:lnTo>
                <a:lnTo>
                  <a:pt x="1379" y="407"/>
                </a:lnTo>
                <a:lnTo>
                  <a:pt x="1380" y="408"/>
                </a:lnTo>
                <a:lnTo>
                  <a:pt x="1380" y="409"/>
                </a:lnTo>
                <a:lnTo>
                  <a:pt x="1379" y="409"/>
                </a:lnTo>
                <a:lnTo>
                  <a:pt x="1378" y="409"/>
                </a:lnTo>
                <a:lnTo>
                  <a:pt x="1377" y="410"/>
                </a:lnTo>
                <a:lnTo>
                  <a:pt x="1378" y="410"/>
                </a:lnTo>
                <a:lnTo>
                  <a:pt x="1378" y="412"/>
                </a:lnTo>
                <a:lnTo>
                  <a:pt x="1378" y="413"/>
                </a:lnTo>
                <a:lnTo>
                  <a:pt x="1379" y="415"/>
                </a:lnTo>
                <a:lnTo>
                  <a:pt x="1380" y="415"/>
                </a:lnTo>
                <a:lnTo>
                  <a:pt x="1381" y="416"/>
                </a:lnTo>
                <a:lnTo>
                  <a:pt x="1382" y="417"/>
                </a:lnTo>
                <a:lnTo>
                  <a:pt x="1383" y="418"/>
                </a:lnTo>
                <a:lnTo>
                  <a:pt x="1383" y="419"/>
                </a:lnTo>
                <a:lnTo>
                  <a:pt x="1383" y="420"/>
                </a:lnTo>
                <a:lnTo>
                  <a:pt x="1383" y="421"/>
                </a:lnTo>
                <a:lnTo>
                  <a:pt x="1382" y="421"/>
                </a:lnTo>
                <a:lnTo>
                  <a:pt x="1381" y="421"/>
                </a:lnTo>
                <a:lnTo>
                  <a:pt x="1381" y="422"/>
                </a:lnTo>
                <a:lnTo>
                  <a:pt x="1380" y="423"/>
                </a:lnTo>
                <a:lnTo>
                  <a:pt x="1381" y="424"/>
                </a:lnTo>
                <a:lnTo>
                  <a:pt x="1382" y="424"/>
                </a:lnTo>
                <a:lnTo>
                  <a:pt x="1382" y="425"/>
                </a:lnTo>
                <a:lnTo>
                  <a:pt x="1382" y="427"/>
                </a:lnTo>
                <a:lnTo>
                  <a:pt x="1383" y="428"/>
                </a:lnTo>
                <a:lnTo>
                  <a:pt x="1384" y="428"/>
                </a:lnTo>
                <a:lnTo>
                  <a:pt x="1384" y="429"/>
                </a:lnTo>
                <a:lnTo>
                  <a:pt x="1384" y="430"/>
                </a:lnTo>
                <a:lnTo>
                  <a:pt x="1386" y="431"/>
                </a:lnTo>
                <a:lnTo>
                  <a:pt x="1386" y="430"/>
                </a:lnTo>
                <a:lnTo>
                  <a:pt x="1386" y="431"/>
                </a:lnTo>
                <a:lnTo>
                  <a:pt x="1385" y="432"/>
                </a:lnTo>
                <a:lnTo>
                  <a:pt x="1386" y="433"/>
                </a:lnTo>
                <a:lnTo>
                  <a:pt x="1386" y="435"/>
                </a:lnTo>
                <a:lnTo>
                  <a:pt x="1387" y="435"/>
                </a:lnTo>
                <a:lnTo>
                  <a:pt x="1386" y="436"/>
                </a:lnTo>
                <a:lnTo>
                  <a:pt x="1386" y="437"/>
                </a:lnTo>
                <a:lnTo>
                  <a:pt x="1387" y="438"/>
                </a:lnTo>
                <a:lnTo>
                  <a:pt x="1387" y="439"/>
                </a:lnTo>
                <a:lnTo>
                  <a:pt x="1388" y="440"/>
                </a:lnTo>
                <a:lnTo>
                  <a:pt x="1389" y="441"/>
                </a:lnTo>
                <a:lnTo>
                  <a:pt x="1391" y="440"/>
                </a:lnTo>
                <a:lnTo>
                  <a:pt x="1392" y="440"/>
                </a:lnTo>
                <a:lnTo>
                  <a:pt x="1393" y="440"/>
                </a:lnTo>
                <a:lnTo>
                  <a:pt x="1393" y="441"/>
                </a:lnTo>
                <a:lnTo>
                  <a:pt x="1394" y="442"/>
                </a:lnTo>
                <a:lnTo>
                  <a:pt x="1395" y="442"/>
                </a:lnTo>
                <a:lnTo>
                  <a:pt x="1395" y="443"/>
                </a:lnTo>
                <a:lnTo>
                  <a:pt x="1396" y="445"/>
                </a:lnTo>
                <a:lnTo>
                  <a:pt x="1398" y="446"/>
                </a:lnTo>
                <a:lnTo>
                  <a:pt x="1399" y="446"/>
                </a:lnTo>
                <a:lnTo>
                  <a:pt x="1399" y="447"/>
                </a:lnTo>
                <a:lnTo>
                  <a:pt x="1400" y="447"/>
                </a:lnTo>
                <a:lnTo>
                  <a:pt x="1401" y="447"/>
                </a:lnTo>
                <a:lnTo>
                  <a:pt x="1401" y="448"/>
                </a:lnTo>
                <a:lnTo>
                  <a:pt x="1402" y="448"/>
                </a:lnTo>
                <a:lnTo>
                  <a:pt x="1402" y="449"/>
                </a:lnTo>
                <a:lnTo>
                  <a:pt x="1403" y="450"/>
                </a:lnTo>
                <a:lnTo>
                  <a:pt x="1404" y="450"/>
                </a:lnTo>
                <a:lnTo>
                  <a:pt x="1405" y="450"/>
                </a:lnTo>
                <a:lnTo>
                  <a:pt x="1405" y="451"/>
                </a:lnTo>
                <a:lnTo>
                  <a:pt x="1406" y="451"/>
                </a:lnTo>
                <a:lnTo>
                  <a:pt x="1406" y="452"/>
                </a:lnTo>
                <a:lnTo>
                  <a:pt x="1406" y="453"/>
                </a:lnTo>
                <a:lnTo>
                  <a:pt x="1405" y="454"/>
                </a:lnTo>
                <a:lnTo>
                  <a:pt x="1406" y="454"/>
                </a:lnTo>
                <a:lnTo>
                  <a:pt x="1407" y="454"/>
                </a:lnTo>
                <a:lnTo>
                  <a:pt x="1408" y="455"/>
                </a:lnTo>
                <a:lnTo>
                  <a:pt x="1409" y="455"/>
                </a:lnTo>
                <a:lnTo>
                  <a:pt x="1409" y="456"/>
                </a:lnTo>
                <a:lnTo>
                  <a:pt x="1409" y="455"/>
                </a:lnTo>
                <a:lnTo>
                  <a:pt x="1410" y="456"/>
                </a:lnTo>
                <a:lnTo>
                  <a:pt x="1410" y="457"/>
                </a:lnTo>
                <a:lnTo>
                  <a:pt x="1410" y="458"/>
                </a:lnTo>
                <a:lnTo>
                  <a:pt x="1408" y="458"/>
                </a:lnTo>
                <a:lnTo>
                  <a:pt x="1407" y="458"/>
                </a:lnTo>
                <a:lnTo>
                  <a:pt x="1405" y="457"/>
                </a:lnTo>
                <a:lnTo>
                  <a:pt x="1404" y="458"/>
                </a:lnTo>
                <a:lnTo>
                  <a:pt x="1403" y="458"/>
                </a:lnTo>
                <a:lnTo>
                  <a:pt x="1403" y="459"/>
                </a:lnTo>
                <a:lnTo>
                  <a:pt x="1402" y="459"/>
                </a:lnTo>
                <a:lnTo>
                  <a:pt x="1402" y="460"/>
                </a:lnTo>
                <a:lnTo>
                  <a:pt x="1401" y="461"/>
                </a:lnTo>
                <a:lnTo>
                  <a:pt x="1400" y="462"/>
                </a:lnTo>
                <a:lnTo>
                  <a:pt x="1400" y="463"/>
                </a:lnTo>
                <a:lnTo>
                  <a:pt x="1400" y="464"/>
                </a:lnTo>
                <a:lnTo>
                  <a:pt x="1398" y="464"/>
                </a:lnTo>
                <a:lnTo>
                  <a:pt x="1398" y="465"/>
                </a:lnTo>
                <a:lnTo>
                  <a:pt x="1398" y="466"/>
                </a:lnTo>
                <a:lnTo>
                  <a:pt x="1398" y="467"/>
                </a:lnTo>
                <a:lnTo>
                  <a:pt x="1398" y="468"/>
                </a:lnTo>
                <a:lnTo>
                  <a:pt x="1397" y="470"/>
                </a:lnTo>
                <a:lnTo>
                  <a:pt x="1396" y="470"/>
                </a:lnTo>
                <a:lnTo>
                  <a:pt x="1396" y="471"/>
                </a:lnTo>
                <a:lnTo>
                  <a:pt x="1395" y="472"/>
                </a:lnTo>
                <a:lnTo>
                  <a:pt x="1394" y="472"/>
                </a:lnTo>
                <a:lnTo>
                  <a:pt x="1393" y="472"/>
                </a:lnTo>
                <a:lnTo>
                  <a:pt x="1392" y="472"/>
                </a:lnTo>
                <a:lnTo>
                  <a:pt x="1391" y="472"/>
                </a:lnTo>
                <a:lnTo>
                  <a:pt x="1391" y="473"/>
                </a:lnTo>
                <a:lnTo>
                  <a:pt x="1391" y="474"/>
                </a:lnTo>
                <a:lnTo>
                  <a:pt x="1392" y="474"/>
                </a:lnTo>
                <a:lnTo>
                  <a:pt x="1392" y="475"/>
                </a:lnTo>
                <a:lnTo>
                  <a:pt x="1393" y="475"/>
                </a:lnTo>
                <a:lnTo>
                  <a:pt x="1394" y="475"/>
                </a:lnTo>
                <a:lnTo>
                  <a:pt x="1395" y="475"/>
                </a:lnTo>
                <a:lnTo>
                  <a:pt x="1395" y="477"/>
                </a:lnTo>
                <a:lnTo>
                  <a:pt x="1396" y="477"/>
                </a:lnTo>
                <a:lnTo>
                  <a:pt x="1396" y="478"/>
                </a:lnTo>
                <a:lnTo>
                  <a:pt x="1398" y="478"/>
                </a:lnTo>
                <a:lnTo>
                  <a:pt x="1400" y="478"/>
                </a:lnTo>
                <a:lnTo>
                  <a:pt x="1400" y="479"/>
                </a:lnTo>
                <a:lnTo>
                  <a:pt x="1400" y="480"/>
                </a:lnTo>
                <a:lnTo>
                  <a:pt x="1399" y="480"/>
                </a:lnTo>
                <a:lnTo>
                  <a:pt x="1398" y="481"/>
                </a:lnTo>
                <a:lnTo>
                  <a:pt x="1398" y="482"/>
                </a:lnTo>
                <a:lnTo>
                  <a:pt x="1399" y="483"/>
                </a:lnTo>
                <a:lnTo>
                  <a:pt x="1399" y="484"/>
                </a:lnTo>
                <a:lnTo>
                  <a:pt x="1400" y="485"/>
                </a:lnTo>
                <a:lnTo>
                  <a:pt x="1399" y="486"/>
                </a:lnTo>
                <a:lnTo>
                  <a:pt x="1398" y="487"/>
                </a:lnTo>
                <a:lnTo>
                  <a:pt x="1398" y="488"/>
                </a:lnTo>
                <a:lnTo>
                  <a:pt x="1398" y="489"/>
                </a:lnTo>
                <a:lnTo>
                  <a:pt x="1398" y="490"/>
                </a:lnTo>
                <a:lnTo>
                  <a:pt x="1397" y="491"/>
                </a:lnTo>
                <a:lnTo>
                  <a:pt x="1397" y="493"/>
                </a:lnTo>
                <a:lnTo>
                  <a:pt x="1397" y="494"/>
                </a:lnTo>
                <a:lnTo>
                  <a:pt x="1397" y="495"/>
                </a:lnTo>
                <a:lnTo>
                  <a:pt x="1397" y="497"/>
                </a:lnTo>
                <a:lnTo>
                  <a:pt x="1397" y="498"/>
                </a:lnTo>
                <a:lnTo>
                  <a:pt x="1397" y="499"/>
                </a:lnTo>
                <a:lnTo>
                  <a:pt x="1397" y="500"/>
                </a:lnTo>
                <a:lnTo>
                  <a:pt x="1397" y="501"/>
                </a:lnTo>
                <a:lnTo>
                  <a:pt x="1398" y="501"/>
                </a:lnTo>
                <a:lnTo>
                  <a:pt x="1398" y="502"/>
                </a:lnTo>
                <a:lnTo>
                  <a:pt x="1397" y="503"/>
                </a:lnTo>
                <a:lnTo>
                  <a:pt x="1397" y="504"/>
                </a:lnTo>
                <a:lnTo>
                  <a:pt x="1397" y="505"/>
                </a:lnTo>
                <a:lnTo>
                  <a:pt x="1397" y="506"/>
                </a:lnTo>
                <a:lnTo>
                  <a:pt x="1396" y="506"/>
                </a:lnTo>
                <a:lnTo>
                  <a:pt x="1395" y="506"/>
                </a:lnTo>
                <a:lnTo>
                  <a:pt x="1394" y="506"/>
                </a:lnTo>
                <a:lnTo>
                  <a:pt x="1394" y="505"/>
                </a:lnTo>
                <a:lnTo>
                  <a:pt x="1394" y="504"/>
                </a:lnTo>
                <a:lnTo>
                  <a:pt x="1393" y="504"/>
                </a:lnTo>
                <a:lnTo>
                  <a:pt x="1392" y="504"/>
                </a:lnTo>
                <a:lnTo>
                  <a:pt x="1391" y="503"/>
                </a:lnTo>
                <a:lnTo>
                  <a:pt x="1390" y="503"/>
                </a:lnTo>
                <a:lnTo>
                  <a:pt x="1390" y="504"/>
                </a:lnTo>
                <a:lnTo>
                  <a:pt x="1389" y="504"/>
                </a:lnTo>
                <a:lnTo>
                  <a:pt x="1388" y="504"/>
                </a:lnTo>
                <a:lnTo>
                  <a:pt x="1387" y="503"/>
                </a:lnTo>
                <a:lnTo>
                  <a:pt x="1386" y="503"/>
                </a:lnTo>
                <a:lnTo>
                  <a:pt x="1386" y="502"/>
                </a:lnTo>
                <a:lnTo>
                  <a:pt x="1385" y="502"/>
                </a:lnTo>
                <a:lnTo>
                  <a:pt x="1384" y="503"/>
                </a:lnTo>
                <a:lnTo>
                  <a:pt x="1383" y="503"/>
                </a:lnTo>
                <a:lnTo>
                  <a:pt x="1382" y="503"/>
                </a:lnTo>
                <a:lnTo>
                  <a:pt x="1382" y="502"/>
                </a:lnTo>
                <a:lnTo>
                  <a:pt x="1381" y="502"/>
                </a:lnTo>
                <a:lnTo>
                  <a:pt x="1380" y="502"/>
                </a:lnTo>
                <a:lnTo>
                  <a:pt x="1379" y="502"/>
                </a:lnTo>
                <a:lnTo>
                  <a:pt x="1379" y="503"/>
                </a:lnTo>
                <a:lnTo>
                  <a:pt x="1378" y="504"/>
                </a:lnTo>
                <a:lnTo>
                  <a:pt x="1377" y="505"/>
                </a:lnTo>
                <a:lnTo>
                  <a:pt x="1376" y="506"/>
                </a:lnTo>
                <a:lnTo>
                  <a:pt x="1376" y="507"/>
                </a:lnTo>
                <a:lnTo>
                  <a:pt x="1375" y="507"/>
                </a:lnTo>
                <a:lnTo>
                  <a:pt x="1374" y="507"/>
                </a:lnTo>
                <a:lnTo>
                  <a:pt x="1373" y="507"/>
                </a:lnTo>
                <a:lnTo>
                  <a:pt x="1373" y="508"/>
                </a:lnTo>
                <a:lnTo>
                  <a:pt x="1373" y="509"/>
                </a:lnTo>
                <a:lnTo>
                  <a:pt x="1372" y="510"/>
                </a:lnTo>
                <a:lnTo>
                  <a:pt x="1371" y="510"/>
                </a:lnTo>
                <a:lnTo>
                  <a:pt x="1371" y="511"/>
                </a:lnTo>
                <a:lnTo>
                  <a:pt x="1371" y="512"/>
                </a:lnTo>
                <a:lnTo>
                  <a:pt x="1370" y="513"/>
                </a:lnTo>
                <a:lnTo>
                  <a:pt x="1370" y="514"/>
                </a:lnTo>
                <a:lnTo>
                  <a:pt x="1370" y="515"/>
                </a:lnTo>
                <a:lnTo>
                  <a:pt x="1370" y="516"/>
                </a:lnTo>
                <a:lnTo>
                  <a:pt x="1371" y="516"/>
                </a:lnTo>
                <a:lnTo>
                  <a:pt x="1371" y="517"/>
                </a:lnTo>
                <a:lnTo>
                  <a:pt x="1371" y="518"/>
                </a:lnTo>
                <a:lnTo>
                  <a:pt x="1371" y="519"/>
                </a:lnTo>
                <a:lnTo>
                  <a:pt x="1371" y="520"/>
                </a:lnTo>
                <a:lnTo>
                  <a:pt x="1371" y="521"/>
                </a:lnTo>
                <a:lnTo>
                  <a:pt x="1372" y="522"/>
                </a:lnTo>
                <a:lnTo>
                  <a:pt x="1373" y="523"/>
                </a:lnTo>
                <a:lnTo>
                  <a:pt x="1374" y="524"/>
                </a:lnTo>
                <a:lnTo>
                  <a:pt x="1374" y="525"/>
                </a:lnTo>
                <a:lnTo>
                  <a:pt x="1374" y="526"/>
                </a:lnTo>
                <a:lnTo>
                  <a:pt x="1375" y="528"/>
                </a:lnTo>
                <a:lnTo>
                  <a:pt x="1376" y="528"/>
                </a:lnTo>
                <a:lnTo>
                  <a:pt x="1376" y="529"/>
                </a:lnTo>
                <a:lnTo>
                  <a:pt x="1377" y="529"/>
                </a:lnTo>
                <a:lnTo>
                  <a:pt x="1378" y="529"/>
                </a:lnTo>
                <a:lnTo>
                  <a:pt x="1378" y="530"/>
                </a:lnTo>
                <a:lnTo>
                  <a:pt x="1378" y="531"/>
                </a:lnTo>
                <a:lnTo>
                  <a:pt x="1377" y="533"/>
                </a:lnTo>
                <a:lnTo>
                  <a:pt x="1377" y="534"/>
                </a:lnTo>
                <a:lnTo>
                  <a:pt x="1378" y="534"/>
                </a:lnTo>
                <a:lnTo>
                  <a:pt x="1378" y="535"/>
                </a:lnTo>
                <a:lnTo>
                  <a:pt x="1378" y="536"/>
                </a:lnTo>
                <a:lnTo>
                  <a:pt x="1378" y="537"/>
                </a:lnTo>
                <a:lnTo>
                  <a:pt x="1379" y="537"/>
                </a:lnTo>
                <a:lnTo>
                  <a:pt x="1380" y="538"/>
                </a:lnTo>
                <a:lnTo>
                  <a:pt x="1380" y="539"/>
                </a:lnTo>
                <a:lnTo>
                  <a:pt x="1381" y="539"/>
                </a:lnTo>
                <a:lnTo>
                  <a:pt x="1381" y="540"/>
                </a:lnTo>
                <a:lnTo>
                  <a:pt x="1382" y="541"/>
                </a:lnTo>
                <a:lnTo>
                  <a:pt x="1382" y="542"/>
                </a:lnTo>
                <a:lnTo>
                  <a:pt x="1381" y="542"/>
                </a:lnTo>
                <a:lnTo>
                  <a:pt x="1381" y="541"/>
                </a:lnTo>
                <a:lnTo>
                  <a:pt x="1380" y="541"/>
                </a:lnTo>
                <a:lnTo>
                  <a:pt x="1380" y="542"/>
                </a:lnTo>
                <a:lnTo>
                  <a:pt x="1379" y="542"/>
                </a:lnTo>
                <a:lnTo>
                  <a:pt x="1379" y="543"/>
                </a:lnTo>
                <a:lnTo>
                  <a:pt x="1379" y="542"/>
                </a:lnTo>
                <a:lnTo>
                  <a:pt x="1378" y="542"/>
                </a:lnTo>
                <a:lnTo>
                  <a:pt x="1377" y="542"/>
                </a:lnTo>
                <a:lnTo>
                  <a:pt x="1377" y="543"/>
                </a:lnTo>
                <a:lnTo>
                  <a:pt x="1376" y="543"/>
                </a:lnTo>
                <a:lnTo>
                  <a:pt x="1375" y="543"/>
                </a:lnTo>
                <a:lnTo>
                  <a:pt x="1375" y="544"/>
                </a:lnTo>
                <a:lnTo>
                  <a:pt x="1374" y="544"/>
                </a:lnTo>
                <a:lnTo>
                  <a:pt x="1373" y="545"/>
                </a:lnTo>
                <a:lnTo>
                  <a:pt x="1373" y="546"/>
                </a:lnTo>
                <a:lnTo>
                  <a:pt x="1374" y="546"/>
                </a:lnTo>
                <a:lnTo>
                  <a:pt x="1375" y="546"/>
                </a:lnTo>
                <a:lnTo>
                  <a:pt x="1375" y="545"/>
                </a:lnTo>
                <a:lnTo>
                  <a:pt x="1376" y="545"/>
                </a:lnTo>
                <a:lnTo>
                  <a:pt x="1377" y="545"/>
                </a:lnTo>
                <a:lnTo>
                  <a:pt x="1378" y="544"/>
                </a:lnTo>
                <a:lnTo>
                  <a:pt x="1379" y="544"/>
                </a:lnTo>
                <a:lnTo>
                  <a:pt x="1379" y="545"/>
                </a:lnTo>
                <a:lnTo>
                  <a:pt x="1379" y="546"/>
                </a:lnTo>
                <a:lnTo>
                  <a:pt x="1378" y="546"/>
                </a:lnTo>
                <a:lnTo>
                  <a:pt x="1378" y="547"/>
                </a:lnTo>
                <a:lnTo>
                  <a:pt x="1377" y="547"/>
                </a:lnTo>
                <a:lnTo>
                  <a:pt x="1377" y="548"/>
                </a:lnTo>
                <a:lnTo>
                  <a:pt x="1376" y="548"/>
                </a:lnTo>
                <a:lnTo>
                  <a:pt x="1376" y="549"/>
                </a:lnTo>
                <a:lnTo>
                  <a:pt x="1375" y="550"/>
                </a:lnTo>
                <a:lnTo>
                  <a:pt x="1372" y="547"/>
                </a:lnTo>
                <a:lnTo>
                  <a:pt x="1372" y="546"/>
                </a:lnTo>
                <a:lnTo>
                  <a:pt x="1371" y="546"/>
                </a:lnTo>
                <a:lnTo>
                  <a:pt x="1371" y="545"/>
                </a:lnTo>
                <a:lnTo>
                  <a:pt x="1370" y="545"/>
                </a:lnTo>
                <a:lnTo>
                  <a:pt x="1369" y="545"/>
                </a:lnTo>
                <a:lnTo>
                  <a:pt x="1369" y="544"/>
                </a:lnTo>
                <a:lnTo>
                  <a:pt x="1369" y="545"/>
                </a:lnTo>
                <a:lnTo>
                  <a:pt x="1368" y="545"/>
                </a:lnTo>
                <a:lnTo>
                  <a:pt x="1368" y="544"/>
                </a:lnTo>
                <a:lnTo>
                  <a:pt x="1367" y="544"/>
                </a:lnTo>
                <a:lnTo>
                  <a:pt x="1367" y="545"/>
                </a:lnTo>
                <a:lnTo>
                  <a:pt x="1366" y="544"/>
                </a:lnTo>
                <a:lnTo>
                  <a:pt x="1365" y="544"/>
                </a:lnTo>
                <a:lnTo>
                  <a:pt x="1364" y="544"/>
                </a:lnTo>
                <a:lnTo>
                  <a:pt x="1364" y="543"/>
                </a:lnTo>
                <a:lnTo>
                  <a:pt x="1363" y="543"/>
                </a:lnTo>
                <a:lnTo>
                  <a:pt x="1362" y="543"/>
                </a:lnTo>
                <a:lnTo>
                  <a:pt x="1362" y="544"/>
                </a:lnTo>
                <a:lnTo>
                  <a:pt x="1360" y="543"/>
                </a:lnTo>
                <a:lnTo>
                  <a:pt x="1359" y="543"/>
                </a:lnTo>
                <a:lnTo>
                  <a:pt x="1358" y="543"/>
                </a:lnTo>
                <a:lnTo>
                  <a:pt x="1357" y="542"/>
                </a:lnTo>
                <a:lnTo>
                  <a:pt x="1355" y="541"/>
                </a:lnTo>
                <a:lnTo>
                  <a:pt x="1355" y="540"/>
                </a:lnTo>
                <a:lnTo>
                  <a:pt x="1355" y="539"/>
                </a:lnTo>
                <a:lnTo>
                  <a:pt x="1353" y="538"/>
                </a:lnTo>
                <a:lnTo>
                  <a:pt x="1352" y="538"/>
                </a:lnTo>
                <a:lnTo>
                  <a:pt x="1352" y="537"/>
                </a:lnTo>
                <a:lnTo>
                  <a:pt x="1351" y="537"/>
                </a:lnTo>
                <a:lnTo>
                  <a:pt x="1350" y="537"/>
                </a:lnTo>
                <a:lnTo>
                  <a:pt x="1351" y="537"/>
                </a:lnTo>
                <a:lnTo>
                  <a:pt x="1351" y="538"/>
                </a:lnTo>
                <a:lnTo>
                  <a:pt x="1352" y="538"/>
                </a:lnTo>
                <a:lnTo>
                  <a:pt x="1352" y="539"/>
                </a:lnTo>
                <a:lnTo>
                  <a:pt x="1351" y="539"/>
                </a:lnTo>
                <a:lnTo>
                  <a:pt x="1350" y="539"/>
                </a:lnTo>
                <a:lnTo>
                  <a:pt x="1350" y="541"/>
                </a:lnTo>
                <a:lnTo>
                  <a:pt x="1350" y="542"/>
                </a:lnTo>
                <a:lnTo>
                  <a:pt x="1349" y="543"/>
                </a:lnTo>
                <a:lnTo>
                  <a:pt x="1349" y="544"/>
                </a:lnTo>
                <a:lnTo>
                  <a:pt x="1349" y="545"/>
                </a:lnTo>
                <a:lnTo>
                  <a:pt x="1348" y="546"/>
                </a:lnTo>
                <a:lnTo>
                  <a:pt x="1348" y="547"/>
                </a:lnTo>
                <a:lnTo>
                  <a:pt x="1347" y="547"/>
                </a:lnTo>
                <a:lnTo>
                  <a:pt x="1346" y="547"/>
                </a:lnTo>
                <a:lnTo>
                  <a:pt x="1346" y="548"/>
                </a:lnTo>
                <a:lnTo>
                  <a:pt x="1346" y="549"/>
                </a:lnTo>
                <a:lnTo>
                  <a:pt x="1346" y="551"/>
                </a:lnTo>
                <a:lnTo>
                  <a:pt x="1345" y="552"/>
                </a:lnTo>
                <a:lnTo>
                  <a:pt x="1345" y="551"/>
                </a:lnTo>
                <a:lnTo>
                  <a:pt x="1344" y="551"/>
                </a:lnTo>
                <a:lnTo>
                  <a:pt x="1344" y="552"/>
                </a:lnTo>
                <a:lnTo>
                  <a:pt x="1343" y="553"/>
                </a:lnTo>
                <a:lnTo>
                  <a:pt x="1343" y="554"/>
                </a:lnTo>
                <a:lnTo>
                  <a:pt x="1344" y="554"/>
                </a:lnTo>
                <a:lnTo>
                  <a:pt x="1344" y="555"/>
                </a:lnTo>
                <a:lnTo>
                  <a:pt x="1345" y="555"/>
                </a:lnTo>
                <a:lnTo>
                  <a:pt x="1344" y="556"/>
                </a:lnTo>
                <a:lnTo>
                  <a:pt x="1342" y="558"/>
                </a:lnTo>
                <a:lnTo>
                  <a:pt x="1342" y="559"/>
                </a:lnTo>
                <a:lnTo>
                  <a:pt x="1341" y="559"/>
                </a:lnTo>
                <a:lnTo>
                  <a:pt x="1340" y="559"/>
                </a:lnTo>
                <a:lnTo>
                  <a:pt x="1340" y="560"/>
                </a:lnTo>
                <a:lnTo>
                  <a:pt x="1339" y="560"/>
                </a:lnTo>
                <a:lnTo>
                  <a:pt x="1339" y="559"/>
                </a:lnTo>
                <a:lnTo>
                  <a:pt x="1338" y="559"/>
                </a:lnTo>
                <a:lnTo>
                  <a:pt x="1337" y="558"/>
                </a:lnTo>
                <a:lnTo>
                  <a:pt x="1336" y="558"/>
                </a:lnTo>
                <a:lnTo>
                  <a:pt x="1335" y="558"/>
                </a:lnTo>
                <a:lnTo>
                  <a:pt x="1334" y="557"/>
                </a:lnTo>
                <a:lnTo>
                  <a:pt x="1332" y="557"/>
                </a:lnTo>
                <a:lnTo>
                  <a:pt x="1331" y="557"/>
                </a:lnTo>
                <a:lnTo>
                  <a:pt x="1331" y="556"/>
                </a:lnTo>
                <a:lnTo>
                  <a:pt x="1330" y="556"/>
                </a:lnTo>
                <a:lnTo>
                  <a:pt x="1330" y="557"/>
                </a:lnTo>
                <a:lnTo>
                  <a:pt x="1329" y="557"/>
                </a:lnTo>
                <a:lnTo>
                  <a:pt x="1328" y="558"/>
                </a:lnTo>
                <a:lnTo>
                  <a:pt x="1328" y="559"/>
                </a:lnTo>
                <a:lnTo>
                  <a:pt x="1328" y="560"/>
                </a:lnTo>
                <a:lnTo>
                  <a:pt x="1327" y="561"/>
                </a:lnTo>
                <a:lnTo>
                  <a:pt x="1327" y="562"/>
                </a:lnTo>
                <a:lnTo>
                  <a:pt x="1327" y="563"/>
                </a:lnTo>
                <a:lnTo>
                  <a:pt x="1327" y="564"/>
                </a:lnTo>
                <a:lnTo>
                  <a:pt x="1327" y="565"/>
                </a:lnTo>
                <a:lnTo>
                  <a:pt x="1328" y="565"/>
                </a:lnTo>
                <a:lnTo>
                  <a:pt x="1329" y="565"/>
                </a:lnTo>
                <a:lnTo>
                  <a:pt x="1329" y="566"/>
                </a:lnTo>
                <a:lnTo>
                  <a:pt x="1329" y="567"/>
                </a:lnTo>
                <a:lnTo>
                  <a:pt x="1330" y="567"/>
                </a:lnTo>
                <a:lnTo>
                  <a:pt x="1330" y="568"/>
                </a:lnTo>
                <a:lnTo>
                  <a:pt x="1331" y="568"/>
                </a:lnTo>
                <a:lnTo>
                  <a:pt x="1330" y="570"/>
                </a:lnTo>
                <a:lnTo>
                  <a:pt x="1330" y="572"/>
                </a:lnTo>
                <a:lnTo>
                  <a:pt x="1329" y="572"/>
                </a:lnTo>
                <a:lnTo>
                  <a:pt x="1328" y="572"/>
                </a:lnTo>
                <a:lnTo>
                  <a:pt x="1327" y="572"/>
                </a:lnTo>
                <a:lnTo>
                  <a:pt x="1327" y="573"/>
                </a:lnTo>
                <a:lnTo>
                  <a:pt x="1326" y="573"/>
                </a:lnTo>
                <a:lnTo>
                  <a:pt x="1328" y="575"/>
                </a:lnTo>
                <a:lnTo>
                  <a:pt x="1330" y="576"/>
                </a:lnTo>
                <a:lnTo>
                  <a:pt x="1331" y="576"/>
                </a:lnTo>
                <a:lnTo>
                  <a:pt x="1332" y="576"/>
                </a:lnTo>
                <a:lnTo>
                  <a:pt x="1333" y="576"/>
                </a:lnTo>
                <a:lnTo>
                  <a:pt x="1334" y="578"/>
                </a:lnTo>
                <a:lnTo>
                  <a:pt x="1335" y="578"/>
                </a:lnTo>
                <a:lnTo>
                  <a:pt x="1335" y="579"/>
                </a:lnTo>
                <a:lnTo>
                  <a:pt x="1336" y="579"/>
                </a:lnTo>
                <a:lnTo>
                  <a:pt x="1335" y="580"/>
                </a:lnTo>
                <a:lnTo>
                  <a:pt x="1336" y="581"/>
                </a:lnTo>
                <a:lnTo>
                  <a:pt x="1335" y="582"/>
                </a:lnTo>
                <a:lnTo>
                  <a:pt x="1335" y="583"/>
                </a:lnTo>
                <a:lnTo>
                  <a:pt x="1336" y="583"/>
                </a:lnTo>
                <a:lnTo>
                  <a:pt x="1337" y="583"/>
                </a:lnTo>
                <a:lnTo>
                  <a:pt x="1337" y="584"/>
                </a:lnTo>
                <a:lnTo>
                  <a:pt x="1337" y="585"/>
                </a:lnTo>
                <a:lnTo>
                  <a:pt x="1337" y="586"/>
                </a:lnTo>
                <a:lnTo>
                  <a:pt x="1338" y="587"/>
                </a:lnTo>
                <a:lnTo>
                  <a:pt x="1338" y="588"/>
                </a:lnTo>
                <a:lnTo>
                  <a:pt x="1339" y="590"/>
                </a:lnTo>
                <a:lnTo>
                  <a:pt x="1338" y="591"/>
                </a:lnTo>
                <a:lnTo>
                  <a:pt x="1337" y="591"/>
                </a:lnTo>
                <a:lnTo>
                  <a:pt x="1337" y="592"/>
                </a:lnTo>
                <a:lnTo>
                  <a:pt x="1336" y="592"/>
                </a:lnTo>
                <a:lnTo>
                  <a:pt x="1334" y="592"/>
                </a:lnTo>
                <a:lnTo>
                  <a:pt x="1333" y="592"/>
                </a:lnTo>
                <a:lnTo>
                  <a:pt x="1332" y="592"/>
                </a:lnTo>
                <a:lnTo>
                  <a:pt x="1332" y="593"/>
                </a:lnTo>
                <a:lnTo>
                  <a:pt x="1332" y="594"/>
                </a:lnTo>
                <a:lnTo>
                  <a:pt x="1332" y="595"/>
                </a:lnTo>
                <a:lnTo>
                  <a:pt x="1331" y="595"/>
                </a:lnTo>
                <a:lnTo>
                  <a:pt x="1331" y="596"/>
                </a:lnTo>
                <a:lnTo>
                  <a:pt x="1330" y="596"/>
                </a:lnTo>
                <a:lnTo>
                  <a:pt x="1329" y="596"/>
                </a:lnTo>
                <a:lnTo>
                  <a:pt x="1329" y="597"/>
                </a:lnTo>
                <a:lnTo>
                  <a:pt x="1329" y="598"/>
                </a:lnTo>
                <a:lnTo>
                  <a:pt x="1329" y="599"/>
                </a:lnTo>
                <a:lnTo>
                  <a:pt x="1328" y="599"/>
                </a:lnTo>
                <a:lnTo>
                  <a:pt x="1328" y="600"/>
                </a:lnTo>
                <a:lnTo>
                  <a:pt x="1328" y="601"/>
                </a:lnTo>
                <a:lnTo>
                  <a:pt x="1328" y="602"/>
                </a:lnTo>
                <a:lnTo>
                  <a:pt x="1327" y="604"/>
                </a:lnTo>
                <a:lnTo>
                  <a:pt x="1326" y="605"/>
                </a:lnTo>
                <a:lnTo>
                  <a:pt x="1325" y="606"/>
                </a:lnTo>
                <a:lnTo>
                  <a:pt x="1324" y="606"/>
                </a:lnTo>
                <a:lnTo>
                  <a:pt x="1323" y="606"/>
                </a:lnTo>
                <a:lnTo>
                  <a:pt x="1323" y="607"/>
                </a:lnTo>
                <a:lnTo>
                  <a:pt x="1322" y="606"/>
                </a:lnTo>
                <a:lnTo>
                  <a:pt x="1321" y="606"/>
                </a:lnTo>
                <a:lnTo>
                  <a:pt x="1320" y="606"/>
                </a:lnTo>
                <a:lnTo>
                  <a:pt x="1320" y="605"/>
                </a:lnTo>
                <a:lnTo>
                  <a:pt x="1319" y="605"/>
                </a:lnTo>
                <a:lnTo>
                  <a:pt x="1319" y="606"/>
                </a:lnTo>
                <a:lnTo>
                  <a:pt x="1319" y="608"/>
                </a:lnTo>
                <a:lnTo>
                  <a:pt x="1318" y="608"/>
                </a:lnTo>
                <a:lnTo>
                  <a:pt x="1315" y="608"/>
                </a:lnTo>
                <a:lnTo>
                  <a:pt x="1314" y="608"/>
                </a:lnTo>
                <a:lnTo>
                  <a:pt x="1314" y="609"/>
                </a:lnTo>
                <a:lnTo>
                  <a:pt x="1314" y="610"/>
                </a:lnTo>
                <a:lnTo>
                  <a:pt x="1313" y="610"/>
                </a:lnTo>
                <a:lnTo>
                  <a:pt x="1313" y="611"/>
                </a:lnTo>
                <a:lnTo>
                  <a:pt x="1312" y="611"/>
                </a:lnTo>
                <a:lnTo>
                  <a:pt x="1311" y="611"/>
                </a:lnTo>
                <a:lnTo>
                  <a:pt x="1310" y="611"/>
                </a:lnTo>
                <a:lnTo>
                  <a:pt x="1310" y="610"/>
                </a:lnTo>
                <a:lnTo>
                  <a:pt x="1309" y="611"/>
                </a:lnTo>
                <a:lnTo>
                  <a:pt x="1309" y="612"/>
                </a:lnTo>
                <a:lnTo>
                  <a:pt x="1308" y="612"/>
                </a:lnTo>
                <a:lnTo>
                  <a:pt x="1308" y="613"/>
                </a:lnTo>
                <a:lnTo>
                  <a:pt x="1308" y="614"/>
                </a:lnTo>
                <a:lnTo>
                  <a:pt x="1307" y="614"/>
                </a:lnTo>
                <a:lnTo>
                  <a:pt x="1306" y="614"/>
                </a:lnTo>
                <a:lnTo>
                  <a:pt x="1306" y="615"/>
                </a:lnTo>
                <a:lnTo>
                  <a:pt x="1306" y="616"/>
                </a:lnTo>
                <a:lnTo>
                  <a:pt x="1305" y="616"/>
                </a:lnTo>
                <a:lnTo>
                  <a:pt x="1305" y="617"/>
                </a:lnTo>
                <a:lnTo>
                  <a:pt x="1304" y="618"/>
                </a:lnTo>
                <a:lnTo>
                  <a:pt x="1303" y="618"/>
                </a:lnTo>
                <a:lnTo>
                  <a:pt x="1304" y="618"/>
                </a:lnTo>
                <a:lnTo>
                  <a:pt x="1304" y="619"/>
                </a:lnTo>
                <a:lnTo>
                  <a:pt x="1303" y="620"/>
                </a:lnTo>
                <a:lnTo>
                  <a:pt x="1303" y="621"/>
                </a:lnTo>
                <a:lnTo>
                  <a:pt x="1302" y="621"/>
                </a:lnTo>
                <a:lnTo>
                  <a:pt x="1301" y="621"/>
                </a:lnTo>
                <a:lnTo>
                  <a:pt x="1301" y="622"/>
                </a:lnTo>
                <a:lnTo>
                  <a:pt x="1301" y="623"/>
                </a:lnTo>
                <a:lnTo>
                  <a:pt x="1301" y="624"/>
                </a:lnTo>
                <a:lnTo>
                  <a:pt x="1301" y="625"/>
                </a:lnTo>
                <a:lnTo>
                  <a:pt x="1302" y="625"/>
                </a:lnTo>
                <a:lnTo>
                  <a:pt x="1302" y="626"/>
                </a:lnTo>
                <a:lnTo>
                  <a:pt x="1303" y="626"/>
                </a:lnTo>
                <a:lnTo>
                  <a:pt x="1302" y="627"/>
                </a:lnTo>
                <a:lnTo>
                  <a:pt x="1301" y="627"/>
                </a:lnTo>
                <a:lnTo>
                  <a:pt x="1300" y="627"/>
                </a:lnTo>
                <a:lnTo>
                  <a:pt x="1300" y="626"/>
                </a:lnTo>
                <a:lnTo>
                  <a:pt x="1299" y="626"/>
                </a:lnTo>
                <a:lnTo>
                  <a:pt x="1299" y="625"/>
                </a:lnTo>
                <a:lnTo>
                  <a:pt x="1298" y="625"/>
                </a:lnTo>
                <a:lnTo>
                  <a:pt x="1297" y="625"/>
                </a:lnTo>
                <a:lnTo>
                  <a:pt x="1297" y="626"/>
                </a:lnTo>
                <a:lnTo>
                  <a:pt x="1296" y="626"/>
                </a:lnTo>
                <a:lnTo>
                  <a:pt x="1296" y="625"/>
                </a:lnTo>
                <a:lnTo>
                  <a:pt x="1296" y="626"/>
                </a:lnTo>
                <a:lnTo>
                  <a:pt x="1295" y="626"/>
                </a:lnTo>
                <a:lnTo>
                  <a:pt x="1295" y="625"/>
                </a:lnTo>
                <a:lnTo>
                  <a:pt x="1294" y="625"/>
                </a:lnTo>
                <a:lnTo>
                  <a:pt x="1294" y="626"/>
                </a:lnTo>
                <a:lnTo>
                  <a:pt x="1293" y="626"/>
                </a:lnTo>
                <a:lnTo>
                  <a:pt x="1292" y="626"/>
                </a:lnTo>
                <a:lnTo>
                  <a:pt x="1290" y="626"/>
                </a:lnTo>
                <a:lnTo>
                  <a:pt x="1289" y="626"/>
                </a:lnTo>
                <a:lnTo>
                  <a:pt x="1289" y="627"/>
                </a:lnTo>
                <a:lnTo>
                  <a:pt x="1288" y="628"/>
                </a:lnTo>
                <a:lnTo>
                  <a:pt x="1287" y="628"/>
                </a:lnTo>
                <a:lnTo>
                  <a:pt x="1288" y="631"/>
                </a:lnTo>
                <a:lnTo>
                  <a:pt x="1289" y="631"/>
                </a:lnTo>
                <a:lnTo>
                  <a:pt x="1289" y="632"/>
                </a:lnTo>
                <a:lnTo>
                  <a:pt x="1289" y="633"/>
                </a:lnTo>
                <a:lnTo>
                  <a:pt x="1288" y="633"/>
                </a:lnTo>
                <a:lnTo>
                  <a:pt x="1288" y="634"/>
                </a:lnTo>
                <a:lnTo>
                  <a:pt x="1288" y="635"/>
                </a:lnTo>
                <a:lnTo>
                  <a:pt x="1288" y="637"/>
                </a:lnTo>
                <a:lnTo>
                  <a:pt x="1287" y="638"/>
                </a:lnTo>
                <a:lnTo>
                  <a:pt x="1287" y="639"/>
                </a:lnTo>
                <a:lnTo>
                  <a:pt x="1287" y="640"/>
                </a:lnTo>
                <a:lnTo>
                  <a:pt x="1287" y="641"/>
                </a:lnTo>
                <a:lnTo>
                  <a:pt x="1287" y="642"/>
                </a:lnTo>
                <a:lnTo>
                  <a:pt x="1287" y="643"/>
                </a:lnTo>
                <a:lnTo>
                  <a:pt x="1287" y="644"/>
                </a:lnTo>
                <a:lnTo>
                  <a:pt x="1287" y="645"/>
                </a:lnTo>
                <a:lnTo>
                  <a:pt x="1287" y="646"/>
                </a:lnTo>
                <a:lnTo>
                  <a:pt x="1287" y="647"/>
                </a:lnTo>
                <a:lnTo>
                  <a:pt x="1287" y="648"/>
                </a:lnTo>
                <a:lnTo>
                  <a:pt x="1286" y="649"/>
                </a:lnTo>
                <a:lnTo>
                  <a:pt x="1287" y="650"/>
                </a:lnTo>
                <a:lnTo>
                  <a:pt x="1287" y="651"/>
                </a:lnTo>
                <a:lnTo>
                  <a:pt x="1287" y="652"/>
                </a:lnTo>
                <a:lnTo>
                  <a:pt x="1287" y="653"/>
                </a:lnTo>
                <a:lnTo>
                  <a:pt x="1288" y="653"/>
                </a:lnTo>
                <a:lnTo>
                  <a:pt x="1287" y="654"/>
                </a:lnTo>
                <a:lnTo>
                  <a:pt x="1287" y="655"/>
                </a:lnTo>
                <a:lnTo>
                  <a:pt x="1286" y="656"/>
                </a:lnTo>
                <a:lnTo>
                  <a:pt x="1286" y="657"/>
                </a:lnTo>
                <a:lnTo>
                  <a:pt x="1287" y="657"/>
                </a:lnTo>
                <a:lnTo>
                  <a:pt x="1287" y="659"/>
                </a:lnTo>
                <a:lnTo>
                  <a:pt x="1287" y="660"/>
                </a:lnTo>
                <a:lnTo>
                  <a:pt x="1287" y="661"/>
                </a:lnTo>
                <a:lnTo>
                  <a:pt x="1287" y="663"/>
                </a:lnTo>
                <a:lnTo>
                  <a:pt x="1287" y="664"/>
                </a:lnTo>
                <a:lnTo>
                  <a:pt x="1288" y="665"/>
                </a:lnTo>
                <a:lnTo>
                  <a:pt x="1288" y="666"/>
                </a:lnTo>
                <a:lnTo>
                  <a:pt x="1289" y="666"/>
                </a:lnTo>
                <a:lnTo>
                  <a:pt x="1290" y="666"/>
                </a:lnTo>
                <a:lnTo>
                  <a:pt x="1290" y="667"/>
                </a:lnTo>
                <a:lnTo>
                  <a:pt x="1290" y="668"/>
                </a:lnTo>
                <a:lnTo>
                  <a:pt x="1291" y="669"/>
                </a:lnTo>
                <a:lnTo>
                  <a:pt x="1292" y="669"/>
                </a:lnTo>
                <a:lnTo>
                  <a:pt x="1292" y="670"/>
                </a:lnTo>
                <a:lnTo>
                  <a:pt x="1292" y="671"/>
                </a:lnTo>
                <a:lnTo>
                  <a:pt x="1293" y="672"/>
                </a:lnTo>
                <a:lnTo>
                  <a:pt x="1294" y="672"/>
                </a:lnTo>
                <a:lnTo>
                  <a:pt x="1295" y="672"/>
                </a:lnTo>
                <a:lnTo>
                  <a:pt x="1296" y="672"/>
                </a:lnTo>
                <a:lnTo>
                  <a:pt x="1297" y="673"/>
                </a:lnTo>
                <a:lnTo>
                  <a:pt x="1298" y="673"/>
                </a:lnTo>
                <a:lnTo>
                  <a:pt x="1299" y="673"/>
                </a:lnTo>
                <a:lnTo>
                  <a:pt x="1300" y="673"/>
                </a:lnTo>
                <a:lnTo>
                  <a:pt x="1301" y="673"/>
                </a:lnTo>
                <a:lnTo>
                  <a:pt x="1302" y="673"/>
                </a:lnTo>
                <a:lnTo>
                  <a:pt x="1303" y="673"/>
                </a:lnTo>
                <a:lnTo>
                  <a:pt x="1304" y="673"/>
                </a:lnTo>
                <a:lnTo>
                  <a:pt x="1306" y="675"/>
                </a:lnTo>
                <a:lnTo>
                  <a:pt x="1307" y="675"/>
                </a:lnTo>
                <a:lnTo>
                  <a:pt x="1308" y="675"/>
                </a:lnTo>
                <a:lnTo>
                  <a:pt x="1308" y="676"/>
                </a:lnTo>
                <a:lnTo>
                  <a:pt x="1308" y="677"/>
                </a:lnTo>
                <a:lnTo>
                  <a:pt x="1309" y="677"/>
                </a:lnTo>
                <a:lnTo>
                  <a:pt x="1310" y="677"/>
                </a:lnTo>
                <a:lnTo>
                  <a:pt x="1311" y="677"/>
                </a:lnTo>
                <a:lnTo>
                  <a:pt x="1311" y="678"/>
                </a:lnTo>
                <a:lnTo>
                  <a:pt x="1311" y="679"/>
                </a:lnTo>
                <a:lnTo>
                  <a:pt x="1312" y="681"/>
                </a:lnTo>
                <a:lnTo>
                  <a:pt x="1312" y="682"/>
                </a:lnTo>
                <a:lnTo>
                  <a:pt x="1312" y="684"/>
                </a:lnTo>
                <a:lnTo>
                  <a:pt x="1313" y="684"/>
                </a:lnTo>
                <a:lnTo>
                  <a:pt x="1313" y="685"/>
                </a:lnTo>
                <a:lnTo>
                  <a:pt x="1314" y="686"/>
                </a:lnTo>
                <a:lnTo>
                  <a:pt x="1315" y="687"/>
                </a:lnTo>
                <a:lnTo>
                  <a:pt x="1315" y="688"/>
                </a:lnTo>
                <a:lnTo>
                  <a:pt x="1315" y="689"/>
                </a:lnTo>
                <a:lnTo>
                  <a:pt x="1316" y="689"/>
                </a:lnTo>
                <a:lnTo>
                  <a:pt x="1316" y="690"/>
                </a:lnTo>
                <a:lnTo>
                  <a:pt x="1316" y="691"/>
                </a:lnTo>
                <a:lnTo>
                  <a:pt x="1317" y="692"/>
                </a:lnTo>
                <a:lnTo>
                  <a:pt x="1317" y="693"/>
                </a:lnTo>
                <a:lnTo>
                  <a:pt x="1318" y="693"/>
                </a:lnTo>
                <a:lnTo>
                  <a:pt x="1319" y="694"/>
                </a:lnTo>
                <a:lnTo>
                  <a:pt x="1319" y="695"/>
                </a:lnTo>
                <a:lnTo>
                  <a:pt x="1320" y="696"/>
                </a:lnTo>
                <a:lnTo>
                  <a:pt x="1321" y="697"/>
                </a:lnTo>
                <a:lnTo>
                  <a:pt x="1320" y="698"/>
                </a:lnTo>
                <a:lnTo>
                  <a:pt x="1319" y="698"/>
                </a:lnTo>
                <a:lnTo>
                  <a:pt x="1319" y="699"/>
                </a:lnTo>
                <a:lnTo>
                  <a:pt x="1318" y="699"/>
                </a:lnTo>
                <a:lnTo>
                  <a:pt x="1317" y="699"/>
                </a:lnTo>
                <a:lnTo>
                  <a:pt x="1316" y="699"/>
                </a:lnTo>
                <a:lnTo>
                  <a:pt x="1316" y="698"/>
                </a:lnTo>
                <a:lnTo>
                  <a:pt x="1315" y="698"/>
                </a:lnTo>
                <a:lnTo>
                  <a:pt x="1314" y="698"/>
                </a:lnTo>
                <a:lnTo>
                  <a:pt x="1314" y="697"/>
                </a:lnTo>
                <a:lnTo>
                  <a:pt x="1313" y="697"/>
                </a:lnTo>
                <a:lnTo>
                  <a:pt x="1313" y="698"/>
                </a:lnTo>
                <a:lnTo>
                  <a:pt x="1313" y="699"/>
                </a:lnTo>
                <a:lnTo>
                  <a:pt x="1312" y="699"/>
                </a:lnTo>
                <a:lnTo>
                  <a:pt x="1312" y="700"/>
                </a:lnTo>
                <a:lnTo>
                  <a:pt x="1311" y="700"/>
                </a:lnTo>
                <a:lnTo>
                  <a:pt x="1311" y="701"/>
                </a:lnTo>
                <a:lnTo>
                  <a:pt x="1311" y="702"/>
                </a:lnTo>
                <a:lnTo>
                  <a:pt x="1311" y="703"/>
                </a:lnTo>
                <a:lnTo>
                  <a:pt x="1311" y="704"/>
                </a:lnTo>
                <a:lnTo>
                  <a:pt x="1310" y="704"/>
                </a:lnTo>
                <a:lnTo>
                  <a:pt x="1310" y="705"/>
                </a:lnTo>
                <a:lnTo>
                  <a:pt x="1309" y="705"/>
                </a:lnTo>
                <a:lnTo>
                  <a:pt x="1309" y="706"/>
                </a:lnTo>
                <a:lnTo>
                  <a:pt x="1309" y="707"/>
                </a:lnTo>
                <a:lnTo>
                  <a:pt x="1309" y="708"/>
                </a:lnTo>
                <a:lnTo>
                  <a:pt x="1308" y="708"/>
                </a:lnTo>
                <a:lnTo>
                  <a:pt x="1307" y="708"/>
                </a:lnTo>
                <a:lnTo>
                  <a:pt x="1307" y="707"/>
                </a:lnTo>
                <a:lnTo>
                  <a:pt x="1305" y="706"/>
                </a:lnTo>
                <a:lnTo>
                  <a:pt x="1304" y="706"/>
                </a:lnTo>
                <a:lnTo>
                  <a:pt x="1303" y="706"/>
                </a:lnTo>
                <a:lnTo>
                  <a:pt x="1303" y="705"/>
                </a:lnTo>
                <a:lnTo>
                  <a:pt x="1302" y="705"/>
                </a:lnTo>
                <a:lnTo>
                  <a:pt x="1301" y="705"/>
                </a:lnTo>
                <a:lnTo>
                  <a:pt x="1300" y="706"/>
                </a:lnTo>
                <a:lnTo>
                  <a:pt x="1300" y="707"/>
                </a:lnTo>
                <a:lnTo>
                  <a:pt x="1300" y="708"/>
                </a:lnTo>
                <a:lnTo>
                  <a:pt x="1300" y="709"/>
                </a:lnTo>
                <a:lnTo>
                  <a:pt x="1300" y="710"/>
                </a:lnTo>
                <a:lnTo>
                  <a:pt x="1300" y="711"/>
                </a:lnTo>
                <a:lnTo>
                  <a:pt x="1300" y="712"/>
                </a:lnTo>
                <a:lnTo>
                  <a:pt x="1300" y="713"/>
                </a:lnTo>
                <a:lnTo>
                  <a:pt x="1299" y="713"/>
                </a:lnTo>
                <a:lnTo>
                  <a:pt x="1297" y="713"/>
                </a:lnTo>
                <a:lnTo>
                  <a:pt x="1296" y="713"/>
                </a:lnTo>
                <a:lnTo>
                  <a:pt x="1296" y="714"/>
                </a:lnTo>
                <a:lnTo>
                  <a:pt x="1295" y="713"/>
                </a:lnTo>
                <a:lnTo>
                  <a:pt x="1295" y="714"/>
                </a:lnTo>
                <a:lnTo>
                  <a:pt x="1295" y="715"/>
                </a:lnTo>
                <a:lnTo>
                  <a:pt x="1296" y="715"/>
                </a:lnTo>
                <a:lnTo>
                  <a:pt x="1296" y="716"/>
                </a:lnTo>
                <a:lnTo>
                  <a:pt x="1296" y="717"/>
                </a:lnTo>
                <a:lnTo>
                  <a:pt x="1296" y="719"/>
                </a:lnTo>
                <a:lnTo>
                  <a:pt x="1295" y="719"/>
                </a:lnTo>
                <a:lnTo>
                  <a:pt x="1294" y="720"/>
                </a:lnTo>
                <a:lnTo>
                  <a:pt x="1295" y="720"/>
                </a:lnTo>
                <a:lnTo>
                  <a:pt x="1295" y="721"/>
                </a:lnTo>
                <a:lnTo>
                  <a:pt x="1294" y="722"/>
                </a:lnTo>
                <a:lnTo>
                  <a:pt x="1293" y="723"/>
                </a:lnTo>
                <a:lnTo>
                  <a:pt x="1292" y="722"/>
                </a:lnTo>
                <a:lnTo>
                  <a:pt x="1291" y="722"/>
                </a:lnTo>
                <a:lnTo>
                  <a:pt x="1290" y="722"/>
                </a:lnTo>
                <a:lnTo>
                  <a:pt x="1289" y="722"/>
                </a:lnTo>
                <a:lnTo>
                  <a:pt x="1289" y="723"/>
                </a:lnTo>
                <a:lnTo>
                  <a:pt x="1290" y="723"/>
                </a:lnTo>
                <a:lnTo>
                  <a:pt x="1290" y="724"/>
                </a:lnTo>
                <a:lnTo>
                  <a:pt x="1289" y="724"/>
                </a:lnTo>
                <a:lnTo>
                  <a:pt x="1289" y="725"/>
                </a:lnTo>
                <a:lnTo>
                  <a:pt x="1289" y="727"/>
                </a:lnTo>
                <a:lnTo>
                  <a:pt x="1289" y="728"/>
                </a:lnTo>
                <a:lnTo>
                  <a:pt x="1289" y="729"/>
                </a:lnTo>
                <a:lnTo>
                  <a:pt x="1288" y="729"/>
                </a:lnTo>
                <a:lnTo>
                  <a:pt x="1287" y="729"/>
                </a:lnTo>
                <a:lnTo>
                  <a:pt x="1287" y="728"/>
                </a:lnTo>
                <a:lnTo>
                  <a:pt x="1286" y="728"/>
                </a:lnTo>
                <a:lnTo>
                  <a:pt x="1284" y="728"/>
                </a:lnTo>
                <a:lnTo>
                  <a:pt x="1284" y="727"/>
                </a:lnTo>
                <a:lnTo>
                  <a:pt x="1284" y="726"/>
                </a:lnTo>
                <a:lnTo>
                  <a:pt x="1283" y="726"/>
                </a:lnTo>
                <a:lnTo>
                  <a:pt x="1283" y="727"/>
                </a:lnTo>
                <a:lnTo>
                  <a:pt x="1283" y="726"/>
                </a:lnTo>
                <a:lnTo>
                  <a:pt x="1282" y="726"/>
                </a:lnTo>
                <a:lnTo>
                  <a:pt x="1281" y="726"/>
                </a:lnTo>
                <a:lnTo>
                  <a:pt x="1280" y="726"/>
                </a:lnTo>
                <a:lnTo>
                  <a:pt x="1279" y="725"/>
                </a:lnTo>
                <a:lnTo>
                  <a:pt x="1279" y="724"/>
                </a:lnTo>
                <a:lnTo>
                  <a:pt x="1278" y="723"/>
                </a:lnTo>
                <a:lnTo>
                  <a:pt x="1277" y="723"/>
                </a:lnTo>
                <a:lnTo>
                  <a:pt x="1277" y="724"/>
                </a:lnTo>
                <a:lnTo>
                  <a:pt x="1278" y="725"/>
                </a:lnTo>
                <a:lnTo>
                  <a:pt x="1277" y="726"/>
                </a:lnTo>
                <a:lnTo>
                  <a:pt x="1276" y="727"/>
                </a:lnTo>
                <a:lnTo>
                  <a:pt x="1275" y="727"/>
                </a:lnTo>
                <a:lnTo>
                  <a:pt x="1275" y="726"/>
                </a:lnTo>
                <a:lnTo>
                  <a:pt x="1273" y="726"/>
                </a:lnTo>
                <a:lnTo>
                  <a:pt x="1272" y="726"/>
                </a:lnTo>
                <a:lnTo>
                  <a:pt x="1271" y="726"/>
                </a:lnTo>
                <a:lnTo>
                  <a:pt x="1270" y="726"/>
                </a:lnTo>
                <a:lnTo>
                  <a:pt x="1270" y="727"/>
                </a:lnTo>
                <a:lnTo>
                  <a:pt x="1269" y="727"/>
                </a:lnTo>
                <a:lnTo>
                  <a:pt x="1268" y="727"/>
                </a:lnTo>
                <a:lnTo>
                  <a:pt x="1268" y="728"/>
                </a:lnTo>
                <a:lnTo>
                  <a:pt x="1267" y="729"/>
                </a:lnTo>
                <a:lnTo>
                  <a:pt x="1267" y="730"/>
                </a:lnTo>
                <a:lnTo>
                  <a:pt x="1267" y="731"/>
                </a:lnTo>
                <a:lnTo>
                  <a:pt x="1266" y="731"/>
                </a:lnTo>
                <a:lnTo>
                  <a:pt x="1266" y="732"/>
                </a:lnTo>
                <a:lnTo>
                  <a:pt x="1265" y="732"/>
                </a:lnTo>
                <a:lnTo>
                  <a:pt x="1264" y="731"/>
                </a:lnTo>
                <a:lnTo>
                  <a:pt x="1265" y="731"/>
                </a:lnTo>
                <a:lnTo>
                  <a:pt x="1265" y="730"/>
                </a:lnTo>
                <a:lnTo>
                  <a:pt x="1264" y="730"/>
                </a:lnTo>
                <a:lnTo>
                  <a:pt x="1264" y="731"/>
                </a:lnTo>
                <a:lnTo>
                  <a:pt x="1263" y="731"/>
                </a:lnTo>
                <a:lnTo>
                  <a:pt x="1263" y="732"/>
                </a:lnTo>
                <a:lnTo>
                  <a:pt x="1262" y="732"/>
                </a:lnTo>
                <a:lnTo>
                  <a:pt x="1262" y="730"/>
                </a:lnTo>
                <a:lnTo>
                  <a:pt x="1263" y="729"/>
                </a:lnTo>
                <a:lnTo>
                  <a:pt x="1263" y="728"/>
                </a:lnTo>
                <a:lnTo>
                  <a:pt x="1262" y="727"/>
                </a:lnTo>
                <a:lnTo>
                  <a:pt x="1261" y="727"/>
                </a:lnTo>
                <a:lnTo>
                  <a:pt x="1261" y="728"/>
                </a:lnTo>
                <a:lnTo>
                  <a:pt x="1260" y="728"/>
                </a:lnTo>
                <a:lnTo>
                  <a:pt x="1259" y="728"/>
                </a:lnTo>
                <a:lnTo>
                  <a:pt x="1258" y="728"/>
                </a:lnTo>
                <a:lnTo>
                  <a:pt x="1257" y="727"/>
                </a:lnTo>
                <a:lnTo>
                  <a:pt x="1256" y="726"/>
                </a:lnTo>
                <a:lnTo>
                  <a:pt x="1256" y="725"/>
                </a:lnTo>
                <a:lnTo>
                  <a:pt x="1256" y="724"/>
                </a:lnTo>
                <a:lnTo>
                  <a:pt x="1257" y="723"/>
                </a:lnTo>
                <a:lnTo>
                  <a:pt x="1257" y="722"/>
                </a:lnTo>
                <a:lnTo>
                  <a:pt x="1256" y="722"/>
                </a:lnTo>
                <a:lnTo>
                  <a:pt x="1255" y="721"/>
                </a:lnTo>
                <a:lnTo>
                  <a:pt x="1254" y="721"/>
                </a:lnTo>
                <a:lnTo>
                  <a:pt x="1253" y="720"/>
                </a:lnTo>
                <a:lnTo>
                  <a:pt x="1252" y="720"/>
                </a:lnTo>
                <a:lnTo>
                  <a:pt x="1251" y="719"/>
                </a:lnTo>
                <a:lnTo>
                  <a:pt x="1251" y="717"/>
                </a:lnTo>
                <a:lnTo>
                  <a:pt x="1250" y="717"/>
                </a:lnTo>
                <a:lnTo>
                  <a:pt x="1250" y="716"/>
                </a:lnTo>
                <a:lnTo>
                  <a:pt x="1249" y="716"/>
                </a:lnTo>
                <a:lnTo>
                  <a:pt x="1249" y="715"/>
                </a:lnTo>
                <a:lnTo>
                  <a:pt x="1249" y="716"/>
                </a:lnTo>
                <a:lnTo>
                  <a:pt x="1248" y="716"/>
                </a:lnTo>
                <a:lnTo>
                  <a:pt x="1247" y="716"/>
                </a:lnTo>
                <a:lnTo>
                  <a:pt x="1247" y="715"/>
                </a:lnTo>
                <a:lnTo>
                  <a:pt x="1246" y="714"/>
                </a:lnTo>
                <a:lnTo>
                  <a:pt x="1245" y="714"/>
                </a:lnTo>
                <a:lnTo>
                  <a:pt x="1245" y="713"/>
                </a:lnTo>
                <a:lnTo>
                  <a:pt x="1244" y="714"/>
                </a:lnTo>
                <a:lnTo>
                  <a:pt x="1243" y="714"/>
                </a:lnTo>
                <a:lnTo>
                  <a:pt x="1243" y="715"/>
                </a:lnTo>
                <a:lnTo>
                  <a:pt x="1242" y="715"/>
                </a:lnTo>
                <a:lnTo>
                  <a:pt x="1241" y="715"/>
                </a:lnTo>
                <a:lnTo>
                  <a:pt x="1240" y="715"/>
                </a:lnTo>
                <a:lnTo>
                  <a:pt x="1239" y="715"/>
                </a:lnTo>
                <a:lnTo>
                  <a:pt x="1239" y="714"/>
                </a:lnTo>
                <a:lnTo>
                  <a:pt x="1240" y="714"/>
                </a:lnTo>
                <a:lnTo>
                  <a:pt x="1240" y="713"/>
                </a:lnTo>
                <a:lnTo>
                  <a:pt x="1239" y="712"/>
                </a:lnTo>
                <a:lnTo>
                  <a:pt x="1238" y="712"/>
                </a:lnTo>
                <a:lnTo>
                  <a:pt x="1237" y="712"/>
                </a:lnTo>
                <a:lnTo>
                  <a:pt x="1236" y="712"/>
                </a:lnTo>
                <a:lnTo>
                  <a:pt x="1235" y="712"/>
                </a:lnTo>
                <a:lnTo>
                  <a:pt x="1234" y="711"/>
                </a:lnTo>
                <a:lnTo>
                  <a:pt x="1232" y="711"/>
                </a:lnTo>
                <a:lnTo>
                  <a:pt x="1232" y="710"/>
                </a:lnTo>
                <a:lnTo>
                  <a:pt x="1231" y="710"/>
                </a:lnTo>
                <a:lnTo>
                  <a:pt x="1230" y="710"/>
                </a:lnTo>
                <a:lnTo>
                  <a:pt x="1229" y="709"/>
                </a:lnTo>
                <a:lnTo>
                  <a:pt x="1228" y="708"/>
                </a:lnTo>
                <a:lnTo>
                  <a:pt x="1225" y="708"/>
                </a:lnTo>
                <a:lnTo>
                  <a:pt x="1224" y="708"/>
                </a:lnTo>
                <a:lnTo>
                  <a:pt x="1223" y="708"/>
                </a:lnTo>
                <a:lnTo>
                  <a:pt x="1223" y="707"/>
                </a:lnTo>
                <a:lnTo>
                  <a:pt x="1223" y="706"/>
                </a:lnTo>
                <a:lnTo>
                  <a:pt x="1223" y="705"/>
                </a:lnTo>
                <a:lnTo>
                  <a:pt x="1222" y="705"/>
                </a:lnTo>
                <a:lnTo>
                  <a:pt x="1220" y="705"/>
                </a:lnTo>
                <a:lnTo>
                  <a:pt x="1219" y="704"/>
                </a:lnTo>
                <a:lnTo>
                  <a:pt x="1218" y="704"/>
                </a:lnTo>
                <a:lnTo>
                  <a:pt x="1217" y="704"/>
                </a:lnTo>
                <a:lnTo>
                  <a:pt x="1216" y="703"/>
                </a:lnTo>
                <a:lnTo>
                  <a:pt x="1216" y="702"/>
                </a:lnTo>
                <a:lnTo>
                  <a:pt x="1217" y="702"/>
                </a:lnTo>
                <a:lnTo>
                  <a:pt x="1216" y="702"/>
                </a:lnTo>
                <a:lnTo>
                  <a:pt x="1216" y="701"/>
                </a:lnTo>
                <a:lnTo>
                  <a:pt x="1215" y="701"/>
                </a:lnTo>
                <a:lnTo>
                  <a:pt x="1214" y="702"/>
                </a:lnTo>
                <a:lnTo>
                  <a:pt x="1213" y="701"/>
                </a:lnTo>
                <a:lnTo>
                  <a:pt x="1213" y="699"/>
                </a:lnTo>
                <a:lnTo>
                  <a:pt x="1214" y="699"/>
                </a:lnTo>
                <a:lnTo>
                  <a:pt x="1214" y="698"/>
                </a:lnTo>
                <a:lnTo>
                  <a:pt x="1214" y="697"/>
                </a:lnTo>
                <a:lnTo>
                  <a:pt x="1213" y="697"/>
                </a:lnTo>
                <a:lnTo>
                  <a:pt x="1212" y="697"/>
                </a:lnTo>
                <a:lnTo>
                  <a:pt x="1211" y="697"/>
                </a:lnTo>
                <a:lnTo>
                  <a:pt x="1210" y="696"/>
                </a:lnTo>
                <a:lnTo>
                  <a:pt x="1209" y="696"/>
                </a:lnTo>
                <a:lnTo>
                  <a:pt x="1208" y="697"/>
                </a:lnTo>
                <a:lnTo>
                  <a:pt x="1208" y="698"/>
                </a:lnTo>
                <a:lnTo>
                  <a:pt x="1207" y="698"/>
                </a:lnTo>
                <a:lnTo>
                  <a:pt x="1206" y="697"/>
                </a:lnTo>
                <a:lnTo>
                  <a:pt x="1205" y="696"/>
                </a:lnTo>
                <a:lnTo>
                  <a:pt x="1204" y="696"/>
                </a:lnTo>
                <a:lnTo>
                  <a:pt x="1204" y="697"/>
                </a:lnTo>
                <a:lnTo>
                  <a:pt x="1203" y="697"/>
                </a:lnTo>
                <a:lnTo>
                  <a:pt x="1202" y="697"/>
                </a:lnTo>
                <a:lnTo>
                  <a:pt x="1202" y="696"/>
                </a:lnTo>
                <a:lnTo>
                  <a:pt x="1201" y="697"/>
                </a:lnTo>
                <a:lnTo>
                  <a:pt x="1200" y="697"/>
                </a:lnTo>
                <a:lnTo>
                  <a:pt x="1199" y="696"/>
                </a:lnTo>
                <a:lnTo>
                  <a:pt x="1199" y="697"/>
                </a:lnTo>
                <a:lnTo>
                  <a:pt x="1198" y="697"/>
                </a:lnTo>
                <a:lnTo>
                  <a:pt x="1197" y="697"/>
                </a:lnTo>
                <a:lnTo>
                  <a:pt x="1197" y="696"/>
                </a:lnTo>
                <a:lnTo>
                  <a:pt x="1196" y="696"/>
                </a:lnTo>
                <a:lnTo>
                  <a:pt x="1195" y="697"/>
                </a:lnTo>
                <a:lnTo>
                  <a:pt x="1195" y="696"/>
                </a:lnTo>
                <a:lnTo>
                  <a:pt x="1195" y="695"/>
                </a:lnTo>
                <a:lnTo>
                  <a:pt x="1194" y="695"/>
                </a:lnTo>
                <a:lnTo>
                  <a:pt x="1193" y="695"/>
                </a:lnTo>
                <a:lnTo>
                  <a:pt x="1192" y="695"/>
                </a:lnTo>
                <a:lnTo>
                  <a:pt x="1192" y="694"/>
                </a:lnTo>
                <a:lnTo>
                  <a:pt x="1192" y="693"/>
                </a:lnTo>
                <a:lnTo>
                  <a:pt x="1191" y="693"/>
                </a:lnTo>
                <a:lnTo>
                  <a:pt x="1190" y="692"/>
                </a:lnTo>
                <a:lnTo>
                  <a:pt x="1190" y="691"/>
                </a:lnTo>
                <a:lnTo>
                  <a:pt x="1189" y="690"/>
                </a:lnTo>
                <a:lnTo>
                  <a:pt x="1188" y="690"/>
                </a:lnTo>
                <a:lnTo>
                  <a:pt x="1187" y="690"/>
                </a:lnTo>
                <a:lnTo>
                  <a:pt x="1187" y="691"/>
                </a:lnTo>
                <a:lnTo>
                  <a:pt x="1186" y="690"/>
                </a:lnTo>
                <a:lnTo>
                  <a:pt x="1185" y="690"/>
                </a:lnTo>
                <a:lnTo>
                  <a:pt x="1185" y="689"/>
                </a:lnTo>
                <a:lnTo>
                  <a:pt x="1184" y="689"/>
                </a:lnTo>
                <a:lnTo>
                  <a:pt x="1183" y="689"/>
                </a:lnTo>
                <a:lnTo>
                  <a:pt x="1182" y="689"/>
                </a:lnTo>
                <a:lnTo>
                  <a:pt x="1181" y="690"/>
                </a:lnTo>
                <a:lnTo>
                  <a:pt x="1180" y="690"/>
                </a:lnTo>
                <a:lnTo>
                  <a:pt x="1180" y="689"/>
                </a:lnTo>
                <a:lnTo>
                  <a:pt x="1179" y="689"/>
                </a:lnTo>
                <a:lnTo>
                  <a:pt x="1178" y="690"/>
                </a:lnTo>
                <a:lnTo>
                  <a:pt x="1178" y="692"/>
                </a:lnTo>
                <a:lnTo>
                  <a:pt x="1177" y="692"/>
                </a:lnTo>
                <a:lnTo>
                  <a:pt x="1177" y="693"/>
                </a:lnTo>
                <a:lnTo>
                  <a:pt x="1176" y="694"/>
                </a:lnTo>
                <a:lnTo>
                  <a:pt x="1176" y="695"/>
                </a:lnTo>
                <a:lnTo>
                  <a:pt x="1175" y="695"/>
                </a:lnTo>
                <a:lnTo>
                  <a:pt x="1173" y="696"/>
                </a:lnTo>
                <a:lnTo>
                  <a:pt x="1172" y="696"/>
                </a:lnTo>
                <a:lnTo>
                  <a:pt x="1172" y="697"/>
                </a:lnTo>
                <a:lnTo>
                  <a:pt x="1171" y="697"/>
                </a:lnTo>
                <a:lnTo>
                  <a:pt x="1171" y="696"/>
                </a:lnTo>
                <a:lnTo>
                  <a:pt x="1170" y="696"/>
                </a:lnTo>
                <a:lnTo>
                  <a:pt x="1170" y="697"/>
                </a:lnTo>
                <a:lnTo>
                  <a:pt x="1170" y="698"/>
                </a:lnTo>
                <a:lnTo>
                  <a:pt x="1170" y="699"/>
                </a:lnTo>
                <a:lnTo>
                  <a:pt x="1170" y="700"/>
                </a:lnTo>
                <a:lnTo>
                  <a:pt x="1169" y="700"/>
                </a:lnTo>
                <a:lnTo>
                  <a:pt x="1169" y="701"/>
                </a:lnTo>
                <a:lnTo>
                  <a:pt x="1169" y="702"/>
                </a:lnTo>
                <a:lnTo>
                  <a:pt x="1169" y="703"/>
                </a:lnTo>
                <a:lnTo>
                  <a:pt x="1168" y="703"/>
                </a:lnTo>
                <a:lnTo>
                  <a:pt x="1168" y="704"/>
                </a:lnTo>
                <a:lnTo>
                  <a:pt x="1168" y="705"/>
                </a:lnTo>
                <a:lnTo>
                  <a:pt x="1169" y="706"/>
                </a:lnTo>
                <a:lnTo>
                  <a:pt x="1168" y="707"/>
                </a:lnTo>
                <a:lnTo>
                  <a:pt x="1167" y="708"/>
                </a:lnTo>
                <a:lnTo>
                  <a:pt x="1167" y="709"/>
                </a:lnTo>
                <a:lnTo>
                  <a:pt x="1167" y="710"/>
                </a:lnTo>
                <a:lnTo>
                  <a:pt x="1166" y="711"/>
                </a:lnTo>
                <a:lnTo>
                  <a:pt x="1165" y="712"/>
                </a:lnTo>
                <a:lnTo>
                  <a:pt x="1166" y="712"/>
                </a:lnTo>
                <a:lnTo>
                  <a:pt x="1165" y="712"/>
                </a:lnTo>
                <a:lnTo>
                  <a:pt x="1165" y="713"/>
                </a:lnTo>
                <a:lnTo>
                  <a:pt x="1164" y="713"/>
                </a:lnTo>
                <a:lnTo>
                  <a:pt x="1164" y="715"/>
                </a:lnTo>
                <a:lnTo>
                  <a:pt x="1165" y="716"/>
                </a:lnTo>
                <a:lnTo>
                  <a:pt x="1166" y="716"/>
                </a:lnTo>
                <a:lnTo>
                  <a:pt x="1166" y="717"/>
                </a:lnTo>
                <a:lnTo>
                  <a:pt x="1167" y="717"/>
                </a:lnTo>
                <a:lnTo>
                  <a:pt x="1168" y="719"/>
                </a:lnTo>
                <a:lnTo>
                  <a:pt x="1169" y="720"/>
                </a:lnTo>
                <a:lnTo>
                  <a:pt x="1169" y="721"/>
                </a:lnTo>
                <a:lnTo>
                  <a:pt x="1169" y="722"/>
                </a:lnTo>
                <a:lnTo>
                  <a:pt x="1170" y="722"/>
                </a:lnTo>
                <a:lnTo>
                  <a:pt x="1170" y="723"/>
                </a:lnTo>
                <a:lnTo>
                  <a:pt x="1171" y="724"/>
                </a:lnTo>
                <a:lnTo>
                  <a:pt x="1171" y="725"/>
                </a:lnTo>
                <a:lnTo>
                  <a:pt x="1171" y="726"/>
                </a:lnTo>
                <a:lnTo>
                  <a:pt x="1172" y="726"/>
                </a:lnTo>
                <a:lnTo>
                  <a:pt x="1172" y="727"/>
                </a:lnTo>
                <a:lnTo>
                  <a:pt x="1172" y="728"/>
                </a:lnTo>
                <a:lnTo>
                  <a:pt x="1173" y="728"/>
                </a:lnTo>
                <a:lnTo>
                  <a:pt x="1174" y="728"/>
                </a:lnTo>
                <a:lnTo>
                  <a:pt x="1174" y="729"/>
                </a:lnTo>
                <a:lnTo>
                  <a:pt x="1174" y="730"/>
                </a:lnTo>
                <a:lnTo>
                  <a:pt x="1174" y="731"/>
                </a:lnTo>
                <a:lnTo>
                  <a:pt x="1175" y="732"/>
                </a:lnTo>
                <a:lnTo>
                  <a:pt x="1175" y="733"/>
                </a:lnTo>
                <a:lnTo>
                  <a:pt x="1175" y="735"/>
                </a:lnTo>
                <a:lnTo>
                  <a:pt x="1176" y="735"/>
                </a:lnTo>
                <a:lnTo>
                  <a:pt x="1177" y="735"/>
                </a:lnTo>
                <a:lnTo>
                  <a:pt x="1177" y="736"/>
                </a:lnTo>
                <a:lnTo>
                  <a:pt x="1177" y="737"/>
                </a:lnTo>
                <a:lnTo>
                  <a:pt x="1178" y="738"/>
                </a:lnTo>
                <a:lnTo>
                  <a:pt x="1178" y="739"/>
                </a:lnTo>
                <a:lnTo>
                  <a:pt x="1179" y="739"/>
                </a:lnTo>
                <a:lnTo>
                  <a:pt x="1180" y="740"/>
                </a:lnTo>
                <a:lnTo>
                  <a:pt x="1180" y="741"/>
                </a:lnTo>
                <a:lnTo>
                  <a:pt x="1180" y="742"/>
                </a:lnTo>
                <a:lnTo>
                  <a:pt x="1180" y="743"/>
                </a:lnTo>
                <a:lnTo>
                  <a:pt x="1181" y="743"/>
                </a:lnTo>
                <a:lnTo>
                  <a:pt x="1181" y="744"/>
                </a:lnTo>
                <a:lnTo>
                  <a:pt x="1181" y="745"/>
                </a:lnTo>
                <a:lnTo>
                  <a:pt x="1182" y="745"/>
                </a:lnTo>
                <a:lnTo>
                  <a:pt x="1182" y="746"/>
                </a:lnTo>
                <a:lnTo>
                  <a:pt x="1183" y="746"/>
                </a:lnTo>
                <a:lnTo>
                  <a:pt x="1184" y="747"/>
                </a:lnTo>
                <a:lnTo>
                  <a:pt x="1184" y="748"/>
                </a:lnTo>
                <a:lnTo>
                  <a:pt x="1184" y="749"/>
                </a:lnTo>
                <a:lnTo>
                  <a:pt x="1184" y="750"/>
                </a:lnTo>
                <a:lnTo>
                  <a:pt x="1185" y="751"/>
                </a:lnTo>
                <a:lnTo>
                  <a:pt x="1185" y="752"/>
                </a:lnTo>
                <a:lnTo>
                  <a:pt x="1186" y="752"/>
                </a:lnTo>
                <a:lnTo>
                  <a:pt x="1186" y="753"/>
                </a:lnTo>
                <a:lnTo>
                  <a:pt x="1186" y="754"/>
                </a:lnTo>
                <a:lnTo>
                  <a:pt x="1187" y="754"/>
                </a:lnTo>
                <a:lnTo>
                  <a:pt x="1188" y="754"/>
                </a:lnTo>
                <a:lnTo>
                  <a:pt x="1189" y="753"/>
                </a:lnTo>
                <a:lnTo>
                  <a:pt x="1189" y="754"/>
                </a:lnTo>
                <a:lnTo>
                  <a:pt x="1190" y="754"/>
                </a:lnTo>
                <a:lnTo>
                  <a:pt x="1190" y="755"/>
                </a:lnTo>
                <a:lnTo>
                  <a:pt x="1191" y="755"/>
                </a:lnTo>
                <a:lnTo>
                  <a:pt x="1192" y="755"/>
                </a:lnTo>
                <a:lnTo>
                  <a:pt x="1192" y="756"/>
                </a:lnTo>
                <a:lnTo>
                  <a:pt x="1192" y="757"/>
                </a:lnTo>
                <a:lnTo>
                  <a:pt x="1192" y="758"/>
                </a:lnTo>
                <a:lnTo>
                  <a:pt x="1195" y="759"/>
                </a:lnTo>
                <a:lnTo>
                  <a:pt x="1196" y="759"/>
                </a:lnTo>
                <a:lnTo>
                  <a:pt x="1197" y="759"/>
                </a:lnTo>
                <a:lnTo>
                  <a:pt x="1198" y="758"/>
                </a:lnTo>
                <a:lnTo>
                  <a:pt x="1198" y="759"/>
                </a:lnTo>
                <a:lnTo>
                  <a:pt x="1198" y="760"/>
                </a:lnTo>
                <a:lnTo>
                  <a:pt x="1199" y="760"/>
                </a:lnTo>
                <a:lnTo>
                  <a:pt x="1200" y="760"/>
                </a:lnTo>
                <a:lnTo>
                  <a:pt x="1201" y="760"/>
                </a:lnTo>
                <a:lnTo>
                  <a:pt x="1201" y="761"/>
                </a:lnTo>
                <a:lnTo>
                  <a:pt x="1203" y="761"/>
                </a:lnTo>
                <a:lnTo>
                  <a:pt x="1203" y="762"/>
                </a:lnTo>
                <a:lnTo>
                  <a:pt x="1202" y="762"/>
                </a:lnTo>
                <a:lnTo>
                  <a:pt x="1202" y="763"/>
                </a:lnTo>
                <a:lnTo>
                  <a:pt x="1203" y="764"/>
                </a:lnTo>
                <a:lnTo>
                  <a:pt x="1204" y="764"/>
                </a:lnTo>
                <a:lnTo>
                  <a:pt x="1203" y="765"/>
                </a:lnTo>
                <a:lnTo>
                  <a:pt x="1204" y="765"/>
                </a:lnTo>
                <a:lnTo>
                  <a:pt x="1205" y="766"/>
                </a:lnTo>
                <a:lnTo>
                  <a:pt x="1206" y="767"/>
                </a:lnTo>
                <a:lnTo>
                  <a:pt x="1206" y="768"/>
                </a:lnTo>
                <a:lnTo>
                  <a:pt x="1207" y="768"/>
                </a:lnTo>
                <a:lnTo>
                  <a:pt x="1207" y="769"/>
                </a:lnTo>
                <a:lnTo>
                  <a:pt x="1206" y="769"/>
                </a:lnTo>
                <a:lnTo>
                  <a:pt x="1206" y="770"/>
                </a:lnTo>
                <a:lnTo>
                  <a:pt x="1206" y="771"/>
                </a:lnTo>
                <a:lnTo>
                  <a:pt x="1206" y="772"/>
                </a:lnTo>
                <a:lnTo>
                  <a:pt x="1206" y="773"/>
                </a:lnTo>
                <a:lnTo>
                  <a:pt x="1206" y="774"/>
                </a:lnTo>
                <a:lnTo>
                  <a:pt x="1205" y="774"/>
                </a:lnTo>
                <a:lnTo>
                  <a:pt x="1205" y="775"/>
                </a:lnTo>
                <a:lnTo>
                  <a:pt x="1205" y="776"/>
                </a:lnTo>
                <a:lnTo>
                  <a:pt x="1204" y="776"/>
                </a:lnTo>
                <a:lnTo>
                  <a:pt x="1203" y="777"/>
                </a:lnTo>
                <a:lnTo>
                  <a:pt x="1203" y="778"/>
                </a:lnTo>
                <a:lnTo>
                  <a:pt x="1203" y="781"/>
                </a:lnTo>
                <a:lnTo>
                  <a:pt x="1204" y="782"/>
                </a:lnTo>
                <a:lnTo>
                  <a:pt x="1204" y="783"/>
                </a:lnTo>
                <a:lnTo>
                  <a:pt x="1204" y="784"/>
                </a:lnTo>
                <a:lnTo>
                  <a:pt x="1203" y="784"/>
                </a:lnTo>
                <a:lnTo>
                  <a:pt x="1203" y="785"/>
                </a:lnTo>
                <a:lnTo>
                  <a:pt x="1204" y="785"/>
                </a:lnTo>
                <a:lnTo>
                  <a:pt x="1204" y="786"/>
                </a:lnTo>
                <a:lnTo>
                  <a:pt x="1205" y="786"/>
                </a:lnTo>
                <a:lnTo>
                  <a:pt x="1205" y="785"/>
                </a:lnTo>
                <a:lnTo>
                  <a:pt x="1205" y="784"/>
                </a:lnTo>
                <a:lnTo>
                  <a:pt x="1206" y="784"/>
                </a:lnTo>
                <a:lnTo>
                  <a:pt x="1207" y="784"/>
                </a:lnTo>
                <a:lnTo>
                  <a:pt x="1208" y="784"/>
                </a:lnTo>
                <a:lnTo>
                  <a:pt x="1209" y="784"/>
                </a:lnTo>
                <a:lnTo>
                  <a:pt x="1209" y="783"/>
                </a:lnTo>
                <a:lnTo>
                  <a:pt x="1210" y="782"/>
                </a:lnTo>
                <a:lnTo>
                  <a:pt x="1211" y="782"/>
                </a:lnTo>
                <a:lnTo>
                  <a:pt x="1212" y="782"/>
                </a:lnTo>
                <a:lnTo>
                  <a:pt x="1212" y="783"/>
                </a:lnTo>
                <a:lnTo>
                  <a:pt x="1213" y="784"/>
                </a:lnTo>
                <a:lnTo>
                  <a:pt x="1214" y="785"/>
                </a:lnTo>
                <a:lnTo>
                  <a:pt x="1215" y="785"/>
                </a:lnTo>
                <a:lnTo>
                  <a:pt x="1216" y="785"/>
                </a:lnTo>
                <a:lnTo>
                  <a:pt x="1217" y="785"/>
                </a:lnTo>
                <a:lnTo>
                  <a:pt x="1218" y="786"/>
                </a:lnTo>
                <a:lnTo>
                  <a:pt x="1218" y="785"/>
                </a:lnTo>
                <a:lnTo>
                  <a:pt x="1219" y="785"/>
                </a:lnTo>
                <a:lnTo>
                  <a:pt x="1219" y="786"/>
                </a:lnTo>
                <a:lnTo>
                  <a:pt x="1220" y="786"/>
                </a:lnTo>
                <a:lnTo>
                  <a:pt x="1221" y="786"/>
                </a:lnTo>
                <a:lnTo>
                  <a:pt x="1222" y="787"/>
                </a:lnTo>
                <a:lnTo>
                  <a:pt x="1222" y="786"/>
                </a:lnTo>
                <a:lnTo>
                  <a:pt x="1223" y="786"/>
                </a:lnTo>
                <a:lnTo>
                  <a:pt x="1224" y="787"/>
                </a:lnTo>
                <a:lnTo>
                  <a:pt x="1225" y="787"/>
                </a:lnTo>
                <a:lnTo>
                  <a:pt x="1226" y="788"/>
                </a:lnTo>
                <a:lnTo>
                  <a:pt x="1227" y="788"/>
                </a:lnTo>
                <a:lnTo>
                  <a:pt x="1229" y="787"/>
                </a:lnTo>
                <a:lnTo>
                  <a:pt x="1230" y="787"/>
                </a:lnTo>
                <a:lnTo>
                  <a:pt x="1231" y="786"/>
                </a:lnTo>
                <a:lnTo>
                  <a:pt x="1231" y="785"/>
                </a:lnTo>
                <a:lnTo>
                  <a:pt x="1231" y="784"/>
                </a:lnTo>
                <a:lnTo>
                  <a:pt x="1231" y="783"/>
                </a:lnTo>
                <a:lnTo>
                  <a:pt x="1232" y="783"/>
                </a:lnTo>
                <a:lnTo>
                  <a:pt x="1233" y="783"/>
                </a:lnTo>
                <a:lnTo>
                  <a:pt x="1234" y="783"/>
                </a:lnTo>
                <a:lnTo>
                  <a:pt x="1235" y="783"/>
                </a:lnTo>
                <a:lnTo>
                  <a:pt x="1236" y="782"/>
                </a:lnTo>
                <a:lnTo>
                  <a:pt x="1237" y="782"/>
                </a:lnTo>
                <a:lnTo>
                  <a:pt x="1238" y="781"/>
                </a:lnTo>
                <a:lnTo>
                  <a:pt x="1239" y="781"/>
                </a:lnTo>
                <a:lnTo>
                  <a:pt x="1239" y="782"/>
                </a:lnTo>
                <a:lnTo>
                  <a:pt x="1240" y="782"/>
                </a:lnTo>
                <a:lnTo>
                  <a:pt x="1241" y="782"/>
                </a:lnTo>
                <a:lnTo>
                  <a:pt x="1242" y="782"/>
                </a:lnTo>
                <a:lnTo>
                  <a:pt x="1243" y="782"/>
                </a:lnTo>
                <a:lnTo>
                  <a:pt x="1244" y="782"/>
                </a:lnTo>
                <a:lnTo>
                  <a:pt x="1244" y="783"/>
                </a:lnTo>
                <a:lnTo>
                  <a:pt x="1244" y="785"/>
                </a:lnTo>
                <a:lnTo>
                  <a:pt x="1245" y="785"/>
                </a:lnTo>
                <a:lnTo>
                  <a:pt x="1246" y="785"/>
                </a:lnTo>
                <a:lnTo>
                  <a:pt x="1247" y="784"/>
                </a:lnTo>
                <a:lnTo>
                  <a:pt x="1247" y="785"/>
                </a:lnTo>
                <a:lnTo>
                  <a:pt x="1248" y="785"/>
                </a:lnTo>
                <a:lnTo>
                  <a:pt x="1248" y="786"/>
                </a:lnTo>
                <a:lnTo>
                  <a:pt x="1247" y="788"/>
                </a:lnTo>
                <a:lnTo>
                  <a:pt x="1247" y="789"/>
                </a:lnTo>
                <a:lnTo>
                  <a:pt x="1248" y="789"/>
                </a:lnTo>
                <a:lnTo>
                  <a:pt x="1248" y="790"/>
                </a:lnTo>
                <a:lnTo>
                  <a:pt x="1249" y="790"/>
                </a:lnTo>
                <a:lnTo>
                  <a:pt x="1250" y="790"/>
                </a:lnTo>
                <a:lnTo>
                  <a:pt x="1250" y="791"/>
                </a:lnTo>
                <a:lnTo>
                  <a:pt x="1250" y="792"/>
                </a:lnTo>
                <a:lnTo>
                  <a:pt x="1250" y="793"/>
                </a:lnTo>
                <a:lnTo>
                  <a:pt x="1251" y="794"/>
                </a:lnTo>
                <a:lnTo>
                  <a:pt x="1251" y="795"/>
                </a:lnTo>
                <a:lnTo>
                  <a:pt x="1250" y="795"/>
                </a:lnTo>
                <a:lnTo>
                  <a:pt x="1250" y="796"/>
                </a:lnTo>
                <a:lnTo>
                  <a:pt x="1250" y="797"/>
                </a:lnTo>
                <a:lnTo>
                  <a:pt x="1250" y="798"/>
                </a:lnTo>
                <a:lnTo>
                  <a:pt x="1250" y="799"/>
                </a:lnTo>
                <a:lnTo>
                  <a:pt x="1250" y="800"/>
                </a:lnTo>
                <a:lnTo>
                  <a:pt x="1251" y="800"/>
                </a:lnTo>
                <a:lnTo>
                  <a:pt x="1250" y="801"/>
                </a:lnTo>
                <a:lnTo>
                  <a:pt x="1250" y="802"/>
                </a:lnTo>
                <a:lnTo>
                  <a:pt x="1250" y="803"/>
                </a:lnTo>
                <a:lnTo>
                  <a:pt x="1251" y="803"/>
                </a:lnTo>
                <a:lnTo>
                  <a:pt x="1250" y="804"/>
                </a:lnTo>
                <a:lnTo>
                  <a:pt x="1250" y="805"/>
                </a:lnTo>
                <a:lnTo>
                  <a:pt x="1251" y="808"/>
                </a:lnTo>
                <a:lnTo>
                  <a:pt x="1251" y="809"/>
                </a:lnTo>
                <a:lnTo>
                  <a:pt x="1252" y="809"/>
                </a:lnTo>
                <a:lnTo>
                  <a:pt x="1253" y="808"/>
                </a:lnTo>
                <a:lnTo>
                  <a:pt x="1253" y="807"/>
                </a:lnTo>
                <a:lnTo>
                  <a:pt x="1254" y="807"/>
                </a:lnTo>
                <a:lnTo>
                  <a:pt x="1255" y="807"/>
                </a:lnTo>
                <a:lnTo>
                  <a:pt x="1255" y="808"/>
                </a:lnTo>
                <a:lnTo>
                  <a:pt x="1256" y="808"/>
                </a:lnTo>
                <a:lnTo>
                  <a:pt x="1257" y="808"/>
                </a:lnTo>
                <a:lnTo>
                  <a:pt x="1258" y="808"/>
                </a:lnTo>
                <a:lnTo>
                  <a:pt x="1259" y="807"/>
                </a:lnTo>
                <a:lnTo>
                  <a:pt x="1260" y="808"/>
                </a:lnTo>
                <a:lnTo>
                  <a:pt x="1261" y="809"/>
                </a:lnTo>
                <a:lnTo>
                  <a:pt x="1262" y="808"/>
                </a:lnTo>
                <a:lnTo>
                  <a:pt x="1263" y="808"/>
                </a:lnTo>
                <a:lnTo>
                  <a:pt x="1263" y="807"/>
                </a:lnTo>
                <a:lnTo>
                  <a:pt x="1264" y="807"/>
                </a:lnTo>
                <a:lnTo>
                  <a:pt x="1264" y="806"/>
                </a:lnTo>
                <a:lnTo>
                  <a:pt x="1265" y="806"/>
                </a:lnTo>
                <a:lnTo>
                  <a:pt x="1265" y="805"/>
                </a:lnTo>
                <a:lnTo>
                  <a:pt x="1265" y="803"/>
                </a:lnTo>
                <a:lnTo>
                  <a:pt x="1266" y="803"/>
                </a:lnTo>
                <a:lnTo>
                  <a:pt x="1267" y="803"/>
                </a:lnTo>
                <a:lnTo>
                  <a:pt x="1267" y="804"/>
                </a:lnTo>
                <a:lnTo>
                  <a:pt x="1267" y="805"/>
                </a:lnTo>
                <a:lnTo>
                  <a:pt x="1267" y="806"/>
                </a:lnTo>
                <a:lnTo>
                  <a:pt x="1266" y="807"/>
                </a:lnTo>
                <a:lnTo>
                  <a:pt x="1267" y="808"/>
                </a:lnTo>
                <a:lnTo>
                  <a:pt x="1267" y="809"/>
                </a:lnTo>
                <a:lnTo>
                  <a:pt x="1266" y="810"/>
                </a:lnTo>
                <a:lnTo>
                  <a:pt x="1266" y="811"/>
                </a:lnTo>
                <a:lnTo>
                  <a:pt x="1266" y="813"/>
                </a:lnTo>
                <a:lnTo>
                  <a:pt x="1266" y="814"/>
                </a:lnTo>
                <a:lnTo>
                  <a:pt x="1266" y="815"/>
                </a:lnTo>
                <a:lnTo>
                  <a:pt x="1263" y="815"/>
                </a:lnTo>
                <a:lnTo>
                  <a:pt x="1262" y="815"/>
                </a:lnTo>
                <a:lnTo>
                  <a:pt x="1261" y="815"/>
                </a:lnTo>
                <a:lnTo>
                  <a:pt x="1260" y="815"/>
                </a:lnTo>
                <a:lnTo>
                  <a:pt x="1260" y="816"/>
                </a:lnTo>
                <a:lnTo>
                  <a:pt x="1259" y="816"/>
                </a:lnTo>
                <a:lnTo>
                  <a:pt x="1258" y="816"/>
                </a:lnTo>
                <a:lnTo>
                  <a:pt x="1258" y="817"/>
                </a:lnTo>
                <a:lnTo>
                  <a:pt x="1258" y="818"/>
                </a:lnTo>
                <a:lnTo>
                  <a:pt x="1257" y="818"/>
                </a:lnTo>
                <a:lnTo>
                  <a:pt x="1257" y="819"/>
                </a:lnTo>
                <a:lnTo>
                  <a:pt x="1256" y="820"/>
                </a:lnTo>
                <a:lnTo>
                  <a:pt x="1256" y="821"/>
                </a:lnTo>
                <a:lnTo>
                  <a:pt x="1256" y="822"/>
                </a:lnTo>
                <a:lnTo>
                  <a:pt x="1255" y="822"/>
                </a:lnTo>
                <a:lnTo>
                  <a:pt x="1254" y="823"/>
                </a:lnTo>
                <a:lnTo>
                  <a:pt x="1254" y="824"/>
                </a:lnTo>
                <a:lnTo>
                  <a:pt x="1254" y="825"/>
                </a:lnTo>
                <a:lnTo>
                  <a:pt x="1254" y="826"/>
                </a:lnTo>
                <a:lnTo>
                  <a:pt x="1253" y="827"/>
                </a:lnTo>
                <a:lnTo>
                  <a:pt x="1253" y="828"/>
                </a:lnTo>
                <a:lnTo>
                  <a:pt x="1253" y="829"/>
                </a:lnTo>
                <a:lnTo>
                  <a:pt x="1253" y="830"/>
                </a:lnTo>
                <a:lnTo>
                  <a:pt x="1253" y="831"/>
                </a:lnTo>
                <a:lnTo>
                  <a:pt x="1253" y="832"/>
                </a:lnTo>
                <a:lnTo>
                  <a:pt x="1254" y="832"/>
                </a:lnTo>
                <a:lnTo>
                  <a:pt x="1254" y="833"/>
                </a:lnTo>
                <a:lnTo>
                  <a:pt x="1255" y="833"/>
                </a:lnTo>
                <a:lnTo>
                  <a:pt x="1255" y="834"/>
                </a:lnTo>
                <a:lnTo>
                  <a:pt x="1256" y="834"/>
                </a:lnTo>
                <a:lnTo>
                  <a:pt x="1258" y="834"/>
                </a:lnTo>
                <a:lnTo>
                  <a:pt x="1259" y="834"/>
                </a:lnTo>
                <a:lnTo>
                  <a:pt x="1259" y="835"/>
                </a:lnTo>
                <a:lnTo>
                  <a:pt x="1260" y="836"/>
                </a:lnTo>
                <a:lnTo>
                  <a:pt x="1261" y="836"/>
                </a:lnTo>
                <a:lnTo>
                  <a:pt x="1262" y="837"/>
                </a:lnTo>
                <a:lnTo>
                  <a:pt x="1262" y="838"/>
                </a:lnTo>
                <a:lnTo>
                  <a:pt x="1262" y="839"/>
                </a:lnTo>
                <a:lnTo>
                  <a:pt x="1261" y="839"/>
                </a:lnTo>
                <a:lnTo>
                  <a:pt x="1261" y="840"/>
                </a:lnTo>
                <a:lnTo>
                  <a:pt x="1260" y="840"/>
                </a:lnTo>
                <a:lnTo>
                  <a:pt x="1261" y="840"/>
                </a:lnTo>
                <a:lnTo>
                  <a:pt x="1261" y="841"/>
                </a:lnTo>
                <a:lnTo>
                  <a:pt x="1261" y="842"/>
                </a:lnTo>
                <a:lnTo>
                  <a:pt x="1260" y="842"/>
                </a:lnTo>
                <a:lnTo>
                  <a:pt x="1260" y="843"/>
                </a:lnTo>
                <a:lnTo>
                  <a:pt x="1260" y="844"/>
                </a:lnTo>
                <a:lnTo>
                  <a:pt x="1259" y="844"/>
                </a:lnTo>
                <a:lnTo>
                  <a:pt x="1259" y="845"/>
                </a:lnTo>
                <a:lnTo>
                  <a:pt x="1258" y="846"/>
                </a:lnTo>
                <a:lnTo>
                  <a:pt x="1256" y="846"/>
                </a:lnTo>
                <a:lnTo>
                  <a:pt x="1255" y="847"/>
                </a:lnTo>
                <a:lnTo>
                  <a:pt x="1256" y="848"/>
                </a:lnTo>
                <a:lnTo>
                  <a:pt x="1256" y="849"/>
                </a:lnTo>
                <a:lnTo>
                  <a:pt x="1255" y="850"/>
                </a:lnTo>
                <a:lnTo>
                  <a:pt x="1255" y="851"/>
                </a:lnTo>
                <a:lnTo>
                  <a:pt x="1254" y="851"/>
                </a:lnTo>
                <a:lnTo>
                  <a:pt x="1253" y="852"/>
                </a:lnTo>
                <a:lnTo>
                  <a:pt x="1253" y="853"/>
                </a:lnTo>
                <a:lnTo>
                  <a:pt x="1253" y="855"/>
                </a:lnTo>
                <a:lnTo>
                  <a:pt x="1252" y="856"/>
                </a:lnTo>
                <a:lnTo>
                  <a:pt x="1252" y="857"/>
                </a:lnTo>
                <a:lnTo>
                  <a:pt x="1251" y="857"/>
                </a:lnTo>
                <a:lnTo>
                  <a:pt x="1251" y="858"/>
                </a:lnTo>
                <a:lnTo>
                  <a:pt x="1250" y="859"/>
                </a:lnTo>
                <a:lnTo>
                  <a:pt x="1250" y="860"/>
                </a:lnTo>
                <a:lnTo>
                  <a:pt x="1249" y="860"/>
                </a:lnTo>
                <a:lnTo>
                  <a:pt x="1249" y="859"/>
                </a:lnTo>
                <a:lnTo>
                  <a:pt x="1248" y="858"/>
                </a:lnTo>
                <a:lnTo>
                  <a:pt x="1247" y="857"/>
                </a:lnTo>
                <a:lnTo>
                  <a:pt x="1247" y="856"/>
                </a:lnTo>
                <a:lnTo>
                  <a:pt x="1246" y="856"/>
                </a:lnTo>
                <a:lnTo>
                  <a:pt x="1245" y="854"/>
                </a:lnTo>
                <a:lnTo>
                  <a:pt x="1245" y="853"/>
                </a:lnTo>
                <a:lnTo>
                  <a:pt x="1244" y="853"/>
                </a:lnTo>
                <a:lnTo>
                  <a:pt x="1243" y="852"/>
                </a:lnTo>
                <a:lnTo>
                  <a:pt x="1243" y="851"/>
                </a:lnTo>
                <a:lnTo>
                  <a:pt x="1242" y="851"/>
                </a:lnTo>
                <a:lnTo>
                  <a:pt x="1241" y="850"/>
                </a:lnTo>
                <a:lnTo>
                  <a:pt x="1240" y="849"/>
                </a:lnTo>
                <a:lnTo>
                  <a:pt x="1239" y="849"/>
                </a:lnTo>
                <a:lnTo>
                  <a:pt x="1239" y="848"/>
                </a:lnTo>
                <a:lnTo>
                  <a:pt x="1238" y="848"/>
                </a:lnTo>
                <a:lnTo>
                  <a:pt x="1238" y="847"/>
                </a:lnTo>
                <a:lnTo>
                  <a:pt x="1238" y="846"/>
                </a:lnTo>
                <a:lnTo>
                  <a:pt x="1237" y="846"/>
                </a:lnTo>
                <a:lnTo>
                  <a:pt x="1237" y="845"/>
                </a:lnTo>
                <a:lnTo>
                  <a:pt x="1236" y="845"/>
                </a:lnTo>
                <a:lnTo>
                  <a:pt x="1236" y="844"/>
                </a:lnTo>
                <a:lnTo>
                  <a:pt x="1236" y="843"/>
                </a:lnTo>
                <a:lnTo>
                  <a:pt x="1235" y="843"/>
                </a:lnTo>
                <a:lnTo>
                  <a:pt x="1234" y="843"/>
                </a:lnTo>
                <a:lnTo>
                  <a:pt x="1233" y="843"/>
                </a:lnTo>
                <a:lnTo>
                  <a:pt x="1232" y="843"/>
                </a:lnTo>
                <a:lnTo>
                  <a:pt x="1231" y="843"/>
                </a:lnTo>
                <a:lnTo>
                  <a:pt x="1230" y="842"/>
                </a:lnTo>
                <a:lnTo>
                  <a:pt x="1229" y="842"/>
                </a:lnTo>
                <a:lnTo>
                  <a:pt x="1228" y="842"/>
                </a:lnTo>
                <a:lnTo>
                  <a:pt x="1227" y="843"/>
                </a:lnTo>
                <a:lnTo>
                  <a:pt x="1226" y="842"/>
                </a:lnTo>
                <a:lnTo>
                  <a:pt x="1226" y="843"/>
                </a:lnTo>
                <a:lnTo>
                  <a:pt x="1225" y="843"/>
                </a:lnTo>
                <a:lnTo>
                  <a:pt x="1225" y="844"/>
                </a:lnTo>
                <a:lnTo>
                  <a:pt x="1224" y="845"/>
                </a:lnTo>
                <a:lnTo>
                  <a:pt x="1225" y="845"/>
                </a:lnTo>
                <a:lnTo>
                  <a:pt x="1225" y="846"/>
                </a:lnTo>
                <a:lnTo>
                  <a:pt x="1225" y="847"/>
                </a:lnTo>
                <a:lnTo>
                  <a:pt x="1225" y="848"/>
                </a:lnTo>
                <a:lnTo>
                  <a:pt x="1225" y="849"/>
                </a:lnTo>
                <a:lnTo>
                  <a:pt x="1225" y="850"/>
                </a:lnTo>
                <a:lnTo>
                  <a:pt x="1225" y="851"/>
                </a:lnTo>
                <a:lnTo>
                  <a:pt x="1224" y="852"/>
                </a:lnTo>
                <a:lnTo>
                  <a:pt x="1223" y="852"/>
                </a:lnTo>
                <a:lnTo>
                  <a:pt x="1223" y="851"/>
                </a:lnTo>
                <a:lnTo>
                  <a:pt x="1223" y="850"/>
                </a:lnTo>
                <a:lnTo>
                  <a:pt x="1223" y="849"/>
                </a:lnTo>
                <a:lnTo>
                  <a:pt x="1222" y="849"/>
                </a:lnTo>
                <a:lnTo>
                  <a:pt x="1222" y="848"/>
                </a:lnTo>
                <a:lnTo>
                  <a:pt x="1221" y="848"/>
                </a:lnTo>
                <a:lnTo>
                  <a:pt x="1221" y="847"/>
                </a:lnTo>
                <a:lnTo>
                  <a:pt x="1221" y="846"/>
                </a:lnTo>
                <a:lnTo>
                  <a:pt x="1220" y="846"/>
                </a:lnTo>
                <a:lnTo>
                  <a:pt x="1220" y="845"/>
                </a:lnTo>
                <a:lnTo>
                  <a:pt x="1219" y="843"/>
                </a:lnTo>
                <a:lnTo>
                  <a:pt x="1218" y="842"/>
                </a:lnTo>
                <a:lnTo>
                  <a:pt x="1218" y="841"/>
                </a:lnTo>
                <a:lnTo>
                  <a:pt x="1218" y="840"/>
                </a:lnTo>
                <a:lnTo>
                  <a:pt x="1217" y="840"/>
                </a:lnTo>
                <a:lnTo>
                  <a:pt x="1216" y="840"/>
                </a:lnTo>
                <a:lnTo>
                  <a:pt x="1216" y="839"/>
                </a:lnTo>
                <a:lnTo>
                  <a:pt x="1216" y="838"/>
                </a:lnTo>
                <a:lnTo>
                  <a:pt x="1215" y="837"/>
                </a:lnTo>
                <a:lnTo>
                  <a:pt x="1214" y="837"/>
                </a:lnTo>
                <a:lnTo>
                  <a:pt x="1213" y="837"/>
                </a:lnTo>
                <a:lnTo>
                  <a:pt x="1212" y="836"/>
                </a:lnTo>
                <a:lnTo>
                  <a:pt x="1212" y="837"/>
                </a:lnTo>
                <a:lnTo>
                  <a:pt x="1210" y="837"/>
                </a:lnTo>
                <a:lnTo>
                  <a:pt x="1209" y="837"/>
                </a:lnTo>
                <a:lnTo>
                  <a:pt x="1208" y="836"/>
                </a:lnTo>
                <a:lnTo>
                  <a:pt x="1207" y="836"/>
                </a:lnTo>
                <a:lnTo>
                  <a:pt x="1207" y="837"/>
                </a:lnTo>
                <a:lnTo>
                  <a:pt x="1207" y="838"/>
                </a:lnTo>
                <a:lnTo>
                  <a:pt x="1206" y="838"/>
                </a:lnTo>
                <a:lnTo>
                  <a:pt x="1205" y="838"/>
                </a:lnTo>
                <a:lnTo>
                  <a:pt x="1205" y="837"/>
                </a:lnTo>
                <a:lnTo>
                  <a:pt x="1205" y="836"/>
                </a:lnTo>
                <a:lnTo>
                  <a:pt x="1204" y="836"/>
                </a:lnTo>
                <a:lnTo>
                  <a:pt x="1203" y="836"/>
                </a:lnTo>
                <a:lnTo>
                  <a:pt x="1202" y="837"/>
                </a:lnTo>
                <a:lnTo>
                  <a:pt x="1202" y="838"/>
                </a:lnTo>
                <a:lnTo>
                  <a:pt x="1202" y="839"/>
                </a:lnTo>
                <a:lnTo>
                  <a:pt x="1201" y="839"/>
                </a:lnTo>
                <a:lnTo>
                  <a:pt x="1200" y="838"/>
                </a:lnTo>
                <a:lnTo>
                  <a:pt x="1200" y="839"/>
                </a:lnTo>
                <a:lnTo>
                  <a:pt x="1200" y="840"/>
                </a:lnTo>
                <a:lnTo>
                  <a:pt x="1199" y="840"/>
                </a:lnTo>
                <a:lnTo>
                  <a:pt x="1199" y="841"/>
                </a:lnTo>
                <a:lnTo>
                  <a:pt x="1198" y="841"/>
                </a:lnTo>
                <a:lnTo>
                  <a:pt x="1197" y="842"/>
                </a:lnTo>
                <a:lnTo>
                  <a:pt x="1197" y="841"/>
                </a:lnTo>
                <a:lnTo>
                  <a:pt x="1197" y="842"/>
                </a:lnTo>
                <a:lnTo>
                  <a:pt x="1196" y="842"/>
                </a:lnTo>
                <a:lnTo>
                  <a:pt x="1197" y="843"/>
                </a:lnTo>
                <a:lnTo>
                  <a:pt x="1196" y="844"/>
                </a:lnTo>
                <a:lnTo>
                  <a:pt x="1196" y="845"/>
                </a:lnTo>
                <a:lnTo>
                  <a:pt x="1196" y="846"/>
                </a:lnTo>
                <a:lnTo>
                  <a:pt x="1197" y="846"/>
                </a:lnTo>
                <a:lnTo>
                  <a:pt x="1198" y="846"/>
                </a:lnTo>
                <a:lnTo>
                  <a:pt x="1198" y="847"/>
                </a:lnTo>
                <a:lnTo>
                  <a:pt x="1197" y="847"/>
                </a:lnTo>
                <a:lnTo>
                  <a:pt x="1197" y="848"/>
                </a:lnTo>
                <a:lnTo>
                  <a:pt x="1197" y="849"/>
                </a:lnTo>
                <a:lnTo>
                  <a:pt x="1197" y="850"/>
                </a:lnTo>
                <a:lnTo>
                  <a:pt x="1198" y="850"/>
                </a:lnTo>
                <a:lnTo>
                  <a:pt x="1198" y="851"/>
                </a:lnTo>
                <a:lnTo>
                  <a:pt x="1199" y="851"/>
                </a:lnTo>
                <a:lnTo>
                  <a:pt x="1200" y="852"/>
                </a:lnTo>
                <a:lnTo>
                  <a:pt x="1199" y="853"/>
                </a:lnTo>
                <a:lnTo>
                  <a:pt x="1199" y="854"/>
                </a:lnTo>
                <a:lnTo>
                  <a:pt x="1199" y="855"/>
                </a:lnTo>
                <a:lnTo>
                  <a:pt x="1200" y="855"/>
                </a:lnTo>
                <a:lnTo>
                  <a:pt x="1200" y="856"/>
                </a:lnTo>
                <a:lnTo>
                  <a:pt x="1201" y="857"/>
                </a:lnTo>
                <a:lnTo>
                  <a:pt x="1201" y="858"/>
                </a:lnTo>
                <a:lnTo>
                  <a:pt x="1200" y="859"/>
                </a:lnTo>
                <a:lnTo>
                  <a:pt x="1199" y="859"/>
                </a:lnTo>
                <a:lnTo>
                  <a:pt x="1198" y="859"/>
                </a:lnTo>
                <a:lnTo>
                  <a:pt x="1198" y="860"/>
                </a:lnTo>
                <a:lnTo>
                  <a:pt x="1198" y="862"/>
                </a:lnTo>
                <a:lnTo>
                  <a:pt x="1198" y="863"/>
                </a:lnTo>
                <a:lnTo>
                  <a:pt x="1198" y="864"/>
                </a:lnTo>
                <a:lnTo>
                  <a:pt x="1199" y="864"/>
                </a:lnTo>
                <a:lnTo>
                  <a:pt x="1200" y="864"/>
                </a:lnTo>
                <a:lnTo>
                  <a:pt x="1201" y="864"/>
                </a:lnTo>
                <a:lnTo>
                  <a:pt x="1200" y="864"/>
                </a:lnTo>
                <a:lnTo>
                  <a:pt x="1201" y="865"/>
                </a:lnTo>
                <a:lnTo>
                  <a:pt x="1202" y="865"/>
                </a:lnTo>
                <a:lnTo>
                  <a:pt x="1202" y="866"/>
                </a:lnTo>
                <a:lnTo>
                  <a:pt x="1202" y="867"/>
                </a:lnTo>
                <a:lnTo>
                  <a:pt x="1202" y="868"/>
                </a:lnTo>
                <a:lnTo>
                  <a:pt x="1201" y="868"/>
                </a:lnTo>
                <a:lnTo>
                  <a:pt x="1201" y="869"/>
                </a:lnTo>
                <a:lnTo>
                  <a:pt x="1200" y="869"/>
                </a:lnTo>
                <a:lnTo>
                  <a:pt x="1200" y="870"/>
                </a:lnTo>
                <a:lnTo>
                  <a:pt x="1201" y="870"/>
                </a:lnTo>
                <a:lnTo>
                  <a:pt x="1201" y="871"/>
                </a:lnTo>
                <a:lnTo>
                  <a:pt x="1201" y="872"/>
                </a:lnTo>
                <a:lnTo>
                  <a:pt x="1202" y="873"/>
                </a:lnTo>
                <a:lnTo>
                  <a:pt x="1201" y="873"/>
                </a:lnTo>
                <a:lnTo>
                  <a:pt x="1200" y="873"/>
                </a:lnTo>
                <a:lnTo>
                  <a:pt x="1199" y="873"/>
                </a:lnTo>
                <a:lnTo>
                  <a:pt x="1197" y="872"/>
                </a:lnTo>
                <a:lnTo>
                  <a:pt x="1196" y="872"/>
                </a:lnTo>
                <a:lnTo>
                  <a:pt x="1196" y="873"/>
                </a:lnTo>
                <a:lnTo>
                  <a:pt x="1196" y="875"/>
                </a:lnTo>
                <a:lnTo>
                  <a:pt x="1196" y="876"/>
                </a:lnTo>
                <a:lnTo>
                  <a:pt x="1196" y="877"/>
                </a:lnTo>
                <a:lnTo>
                  <a:pt x="1196" y="878"/>
                </a:lnTo>
                <a:lnTo>
                  <a:pt x="1195" y="879"/>
                </a:lnTo>
                <a:lnTo>
                  <a:pt x="1196" y="880"/>
                </a:lnTo>
                <a:lnTo>
                  <a:pt x="1196" y="881"/>
                </a:lnTo>
                <a:lnTo>
                  <a:pt x="1195" y="882"/>
                </a:lnTo>
                <a:lnTo>
                  <a:pt x="1196" y="884"/>
                </a:lnTo>
                <a:lnTo>
                  <a:pt x="1197" y="884"/>
                </a:lnTo>
                <a:lnTo>
                  <a:pt x="1198" y="884"/>
                </a:lnTo>
                <a:lnTo>
                  <a:pt x="1199" y="884"/>
                </a:lnTo>
                <a:lnTo>
                  <a:pt x="1200" y="885"/>
                </a:lnTo>
                <a:lnTo>
                  <a:pt x="1201" y="885"/>
                </a:lnTo>
                <a:lnTo>
                  <a:pt x="1201" y="886"/>
                </a:lnTo>
                <a:lnTo>
                  <a:pt x="1202" y="886"/>
                </a:lnTo>
                <a:lnTo>
                  <a:pt x="1202" y="887"/>
                </a:lnTo>
                <a:lnTo>
                  <a:pt x="1203" y="887"/>
                </a:lnTo>
                <a:lnTo>
                  <a:pt x="1203" y="888"/>
                </a:lnTo>
                <a:lnTo>
                  <a:pt x="1203" y="889"/>
                </a:lnTo>
                <a:lnTo>
                  <a:pt x="1204" y="889"/>
                </a:lnTo>
                <a:lnTo>
                  <a:pt x="1205" y="889"/>
                </a:lnTo>
                <a:lnTo>
                  <a:pt x="1205" y="891"/>
                </a:lnTo>
                <a:lnTo>
                  <a:pt x="1205" y="892"/>
                </a:lnTo>
                <a:lnTo>
                  <a:pt x="1206" y="893"/>
                </a:lnTo>
                <a:lnTo>
                  <a:pt x="1207" y="894"/>
                </a:lnTo>
                <a:lnTo>
                  <a:pt x="1206" y="894"/>
                </a:lnTo>
                <a:lnTo>
                  <a:pt x="1206" y="895"/>
                </a:lnTo>
                <a:lnTo>
                  <a:pt x="1206" y="896"/>
                </a:lnTo>
                <a:lnTo>
                  <a:pt x="1206" y="897"/>
                </a:lnTo>
                <a:lnTo>
                  <a:pt x="1205" y="898"/>
                </a:lnTo>
                <a:lnTo>
                  <a:pt x="1206" y="899"/>
                </a:lnTo>
                <a:lnTo>
                  <a:pt x="1206" y="900"/>
                </a:lnTo>
                <a:lnTo>
                  <a:pt x="1205" y="900"/>
                </a:lnTo>
                <a:lnTo>
                  <a:pt x="1205" y="901"/>
                </a:lnTo>
                <a:lnTo>
                  <a:pt x="1205" y="902"/>
                </a:lnTo>
                <a:lnTo>
                  <a:pt x="1205" y="903"/>
                </a:lnTo>
                <a:lnTo>
                  <a:pt x="1205" y="904"/>
                </a:lnTo>
                <a:lnTo>
                  <a:pt x="1205" y="905"/>
                </a:lnTo>
                <a:lnTo>
                  <a:pt x="1205" y="906"/>
                </a:lnTo>
                <a:lnTo>
                  <a:pt x="1204" y="907"/>
                </a:lnTo>
                <a:lnTo>
                  <a:pt x="1204" y="908"/>
                </a:lnTo>
                <a:lnTo>
                  <a:pt x="1203" y="909"/>
                </a:lnTo>
                <a:lnTo>
                  <a:pt x="1202" y="910"/>
                </a:lnTo>
                <a:lnTo>
                  <a:pt x="1202" y="911"/>
                </a:lnTo>
                <a:lnTo>
                  <a:pt x="1201" y="912"/>
                </a:lnTo>
                <a:lnTo>
                  <a:pt x="1200" y="912"/>
                </a:lnTo>
                <a:lnTo>
                  <a:pt x="1200" y="913"/>
                </a:lnTo>
                <a:lnTo>
                  <a:pt x="1199" y="914"/>
                </a:lnTo>
                <a:lnTo>
                  <a:pt x="1198" y="914"/>
                </a:lnTo>
                <a:lnTo>
                  <a:pt x="1197" y="915"/>
                </a:lnTo>
                <a:lnTo>
                  <a:pt x="1196" y="915"/>
                </a:lnTo>
                <a:lnTo>
                  <a:pt x="1195" y="915"/>
                </a:lnTo>
                <a:lnTo>
                  <a:pt x="1194" y="915"/>
                </a:lnTo>
                <a:lnTo>
                  <a:pt x="1193" y="916"/>
                </a:lnTo>
                <a:lnTo>
                  <a:pt x="1193" y="917"/>
                </a:lnTo>
                <a:lnTo>
                  <a:pt x="1193" y="918"/>
                </a:lnTo>
                <a:lnTo>
                  <a:pt x="1194" y="918"/>
                </a:lnTo>
                <a:lnTo>
                  <a:pt x="1194" y="919"/>
                </a:lnTo>
                <a:lnTo>
                  <a:pt x="1193" y="919"/>
                </a:lnTo>
                <a:lnTo>
                  <a:pt x="1193" y="918"/>
                </a:lnTo>
                <a:lnTo>
                  <a:pt x="1192" y="918"/>
                </a:lnTo>
                <a:lnTo>
                  <a:pt x="1192" y="916"/>
                </a:lnTo>
                <a:lnTo>
                  <a:pt x="1192" y="915"/>
                </a:lnTo>
                <a:lnTo>
                  <a:pt x="1193" y="915"/>
                </a:lnTo>
                <a:lnTo>
                  <a:pt x="1193" y="914"/>
                </a:lnTo>
                <a:lnTo>
                  <a:pt x="1193" y="913"/>
                </a:lnTo>
                <a:lnTo>
                  <a:pt x="1192" y="913"/>
                </a:lnTo>
                <a:lnTo>
                  <a:pt x="1192" y="914"/>
                </a:lnTo>
                <a:lnTo>
                  <a:pt x="1191" y="914"/>
                </a:lnTo>
                <a:lnTo>
                  <a:pt x="1190" y="914"/>
                </a:lnTo>
                <a:lnTo>
                  <a:pt x="1189" y="913"/>
                </a:lnTo>
                <a:lnTo>
                  <a:pt x="1189" y="912"/>
                </a:lnTo>
                <a:lnTo>
                  <a:pt x="1188" y="912"/>
                </a:lnTo>
                <a:lnTo>
                  <a:pt x="1187" y="912"/>
                </a:lnTo>
                <a:lnTo>
                  <a:pt x="1187" y="913"/>
                </a:lnTo>
                <a:lnTo>
                  <a:pt x="1186" y="913"/>
                </a:lnTo>
                <a:lnTo>
                  <a:pt x="1185" y="914"/>
                </a:lnTo>
                <a:lnTo>
                  <a:pt x="1184" y="915"/>
                </a:lnTo>
                <a:lnTo>
                  <a:pt x="1183" y="916"/>
                </a:lnTo>
                <a:lnTo>
                  <a:pt x="1182" y="917"/>
                </a:lnTo>
                <a:lnTo>
                  <a:pt x="1181" y="917"/>
                </a:lnTo>
                <a:lnTo>
                  <a:pt x="1181" y="918"/>
                </a:lnTo>
                <a:lnTo>
                  <a:pt x="1180" y="918"/>
                </a:lnTo>
                <a:lnTo>
                  <a:pt x="1180" y="919"/>
                </a:lnTo>
                <a:lnTo>
                  <a:pt x="1179" y="919"/>
                </a:lnTo>
                <a:lnTo>
                  <a:pt x="1178" y="919"/>
                </a:lnTo>
                <a:lnTo>
                  <a:pt x="1177" y="919"/>
                </a:lnTo>
                <a:lnTo>
                  <a:pt x="1176" y="919"/>
                </a:lnTo>
                <a:lnTo>
                  <a:pt x="1176" y="920"/>
                </a:lnTo>
                <a:lnTo>
                  <a:pt x="1175" y="920"/>
                </a:lnTo>
                <a:lnTo>
                  <a:pt x="1174" y="921"/>
                </a:lnTo>
                <a:lnTo>
                  <a:pt x="1173" y="922"/>
                </a:lnTo>
                <a:lnTo>
                  <a:pt x="1172" y="922"/>
                </a:lnTo>
                <a:lnTo>
                  <a:pt x="1172" y="921"/>
                </a:lnTo>
                <a:lnTo>
                  <a:pt x="1172" y="920"/>
                </a:lnTo>
                <a:lnTo>
                  <a:pt x="1171" y="920"/>
                </a:lnTo>
                <a:lnTo>
                  <a:pt x="1170" y="919"/>
                </a:lnTo>
                <a:lnTo>
                  <a:pt x="1170" y="920"/>
                </a:lnTo>
                <a:lnTo>
                  <a:pt x="1169" y="920"/>
                </a:lnTo>
                <a:lnTo>
                  <a:pt x="1169" y="919"/>
                </a:lnTo>
                <a:lnTo>
                  <a:pt x="1169" y="918"/>
                </a:lnTo>
                <a:lnTo>
                  <a:pt x="1168" y="918"/>
                </a:lnTo>
                <a:lnTo>
                  <a:pt x="1167" y="917"/>
                </a:lnTo>
                <a:lnTo>
                  <a:pt x="1167" y="918"/>
                </a:lnTo>
                <a:lnTo>
                  <a:pt x="1167" y="917"/>
                </a:lnTo>
                <a:lnTo>
                  <a:pt x="1166" y="917"/>
                </a:lnTo>
                <a:lnTo>
                  <a:pt x="1165" y="917"/>
                </a:lnTo>
                <a:lnTo>
                  <a:pt x="1165" y="916"/>
                </a:lnTo>
                <a:lnTo>
                  <a:pt x="1164" y="917"/>
                </a:lnTo>
                <a:lnTo>
                  <a:pt x="1164" y="916"/>
                </a:lnTo>
                <a:lnTo>
                  <a:pt x="1163" y="915"/>
                </a:lnTo>
                <a:lnTo>
                  <a:pt x="1162" y="915"/>
                </a:lnTo>
                <a:lnTo>
                  <a:pt x="1162" y="916"/>
                </a:lnTo>
                <a:lnTo>
                  <a:pt x="1161" y="916"/>
                </a:lnTo>
                <a:lnTo>
                  <a:pt x="1160" y="915"/>
                </a:lnTo>
                <a:lnTo>
                  <a:pt x="1159" y="915"/>
                </a:lnTo>
                <a:lnTo>
                  <a:pt x="1159" y="914"/>
                </a:lnTo>
                <a:lnTo>
                  <a:pt x="1158" y="915"/>
                </a:lnTo>
                <a:lnTo>
                  <a:pt x="1158" y="916"/>
                </a:lnTo>
                <a:lnTo>
                  <a:pt x="1157" y="916"/>
                </a:lnTo>
                <a:lnTo>
                  <a:pt x="1156" y="916"/>
                </a:lnTo>
                <a:lnTo>
                  <a:pt x="1156" y="915"/>
                </a:lnTo>
                <a:lnTo>
                  <a:pt x="1156" y="914"/>
                </a:lnTo>
                <a:lnTo>
                  <a:pt x="1156" y="913"/>
                </a:lnTo>
                <a:lnTo>
                  <a:pt x="1155" y="913"/>
                </a:lnTo>
                <a:lnTo>
                  <a:pt x="1155" y="914"/>
                </a:lnTo>
                <a:lnTo>
                  <a:pt x="1155" y="915"/>
                </a:lnTo>
                <a:lnTo>
                  <a:pt x="1154" y="915"/>
                </a:lnTo>
                <a:lnTo>
                  <a:pt x="1154" y="914"/>
                </a:lnTo>
                <a:lnTo>
                  <a:pt x="1153" y="914"/>
                </a:lnTo>
                <a:lnTo>
                  <a:pt x="1152" y="914"/>
                </a:lnTo>
                <a:lnTo>
                  <a:pt x="1152" y="913"/>
                </a:lnTo>
                <a:lnTo>
                  <a:pt x="1151" y="913"/>
                </a:lnTo>
                <a:lnTo>
                  <a:pt x="1150" y="912"/>
                </a:lnTo>
                <a:lnTo>
                  <a:pt x="1150" y="911"/>
                </a:lnTo>
                <a:lnTo>
                  <a:pt x="1149" y="911"/>
                </a:lnTo>
                <a:lnTo>
                  <a:pt x="1148" y="911"/>
                </a:lnTo>
                <a:lnTo>
                  <a:pt x="1147" y="910"/>
                </a:lnTo>
                <a:lnTo>
                  <a:pt x="1147" y="911"/>
                </a:lnTo>
                <a:lnTo>
                  <a:pt x="1147" y="912"/>
                </a:lnTo>
                <a:lnTo>
                  <a:pt x="1148" y="913"/>
                </a:lnTo>
                <a:lnTo>
                  <a:pt x="1149" y="914"/>
                </a:lnTo>
                <a:lnTo>
                  <a:pt x="1149" y="915"/>
                </a:lnTo>
                <a:lnTo>
                  <a:pt x="1150" y="915"/>
                </a:lnTo>
                <a:lnTo>
                  <a:pt x="1150" y="916"/>
                </a:lnTo>
                <a:lnTo>
                  <a:pt x="1150" y="917"/>
                </a:lnTo>
                <a:lnTo>
                  <a:pt x="1150" y="918"/>
                </a:lnTo>
                <a:lnTo>
                  <a:pt x="1150" y="919"/>
                </a:lnTo>
                <a:lnTo>
                  <a:pt x="1149" y="920"/>
                </a:lnTo>
                <a:lnTo>
                  <a:pt x="1149" y="919"/>
                </a:lnTo>
                <a:lnTo>
                  <a:pt x="1148" y="919"/>
                </a:lnTo>
                <a:lnTo>
                  <a:pt x="1147" y="918"/>
                </a:lnTo>
                <a:lnTo>
                  <a:pt x="1146" y="917"/>
                </a:lnTo>
                <a:lnTo>
                  <a:pt x="1145" y="917"/>
                </a:lnTo>
                <a:lnTo>
                  <a:pt x="1144" y="918"/>
                </a:lnTo>
                <a:lnTo>
                  <a:pt x="1144" y="919"/>
                </a:lnTo>
                <a:lnTo>
                  <a:pt x="1144" y="920"/>
                </a:lnTo>
                <a:lnTo>
                  <a:pt x="1144" y="921"/>
                </a:lnTo>
                <a:lnTo>
                  <a:pt x="1144" y="922"/>
                </a:lnTo>
                <a:lnTo>
                  <a:pt x="1144" y="923"/>
                </a:lnTo>
                <a:lnTo>
                  <a:pt x="1144" y="924"/>
                </a:lnTo>
                <a:lnTo>
                  <a:pt x="1144" y="925"/>
                </a:lnTo>
                <a:lnTo>
                  <a:pt x="1144" y="926"/>
                </a:lnTo>
                <a:lnTo>
                  <a:pt x="1143" y="927"/>
                </a:lnTo>
                <a:lnTo>
                  <a:pt x="1143" y="928"/>
                </a:lnTo>
                <a:lnTo>
                  <a:pt x="1144" y="929"/>
                </a:lnTo>
                <a:lnTo>
                  <a:pt x="1144" y="930"/>
                </a:lnTo>
                <a:lnTo>
                  <a:pt x="1144" y="931"/>
                </a:lnTo>
                <a:lnTo>
                  <a:pt x="1142" y="931"/>
                </a:lnTo>
                <a:lnTo>
                  <a:pt x="1142" y="930"/>
                </a:lnTo>
                <a:lnTo>
                  <a:pt x="1141" y="929"/>
                </a:lnTo>
                <a:lnTo>
                  <a:pt x="1140" y="929"/>
                </a:lnTo>
                <a:lnTo>
                  <a:pt x="1140" y="928"/>
                </a:lnTo>
                <a:lnTo>
                  <a:pt x="1139" y="928"/>
                </a:lnTo>
                <a:lnTo>
                  <a:pt x="1139" y="929"/>
                </a:lnTo>
                <a:lnTo>
                  <a:pt x="1139" y="928"/>
                </a:lnTo>
                <a:lnTo>
                  <a:pt x="1138" y="928"/>
                </a:lnTo>
                <a:lnTo>
                  <a:pt x="1137" y="928"/>
                </a:lnTo>
                <a:lnTo>
                  <a:pt x="1137" y="927"/>
                </a:lnTo>
                <a:lnTo>
                  <a:pt x="1138" y="927"/>
                </a:lnTo>
                <a:lnTo>
                  <a:pt x="1137" y="927"/>
                </a:lnTo>
                <a:lnTo>
                  <a:pt x="1136" y="927"/>
                </a:lnTo>
                <a:lnTo>
                  <a:pt x="1136" y="926"/>
                </a:lnTo>
                <a:lnTo>
                  <a:pt x="1135" y="926"/>
                </a:lnTo>
                <a:lnTo>
                  <a:pt x="1135" y="927"/>
                </a:lnTo>
                <a:lnTo>
                  <a:pt x="1134" y="926"/>
                </a:lnTo>
                <a:lnTo>
                  <a:pt x="1135" y="926"/>
                </a:lnTo>
                <a:lnTo>
                  <a:pt x="1134" y="925"/>
                </a:lnTo>
                <a:lnTo>
                  <a:pt x="1134" y="924"/>
                </a:lnTo>
                <a:lnTo>
                  <a:pt x="1133" y="924"/>
                </a:lnTo>
                <a:lnTo>
                  <a:pt x="1133" y="925"/>
                </a:lnTo>
                <a:lnTo>
                  <a:pt x="1132" y="925"/>
                </a:lnTo>
                <a:lnTo>
                  <a:pt x="1132" y="924"/>
                </a:lnTo>
                <a:lnTo>
                  <a:pt x="1131" y="924"/>
                </a:lnTo>
                <a:lnTo>
                  <a:pt x="1131" y="923"/>
                </a:lnTo>
                <a:lnTo>
                  <a:pt x="1131" y="922"/>
                </a:lnTo>
                <a:lnTo>
                  <a:pt x="1130" y="922"/>
                </a:lnTo>
                <a:lnTo>
                  <a:pt x="1131" y="921"/>
                </a:lnTo>
                <a:lnTo>
                  <a:pt x="1130" y="921"/>
                </a:lnTo>
                <a:lnTo>
                  <a:pt x="1130" y="922"/>
                </a:lnTo>
                <a:lnTo>
                  <a:pt x="1129" y="921"/>
                </a:lnTo>
                <a:lnTo>
                  <a:pt x="1130" y="920"/>
                </a:lnTo>
                <a:lnTo>
                  <a:pt x="1130" y="919"/>
                </a:lnTo>
                <a:lnTo>
                  <a:pt x="1129" y="919"/>
                </a:lnTo>
                <a:lnTo>
                  <a:pt x="1128" y="919"/>
                </a:lnTo>
                <a:lnTo>
                  <a:pt x="1128" y="918"/>
                </a:lnTo>
                <a:lnTo>
                  <a:pt x="1129" y="918"/>
                </a:lnTo>
                <a:lnTo>
                  <a:pt x="1129" y="917"/>
                </a:lnTo>
                <a:lnTo>
                  <a:pt x="1128" y="917"/>
                </a:lnTo>
                <a:lnTo>
                  <a:pt x="1127" y="917"/>
                </a:lnTo>
                <a:lnTo>
                  <a:pt x="1128" y="916"/>
                </a:lnTo>
                <a:lnTo>
                  <a:pt x="1128" y="917"/>
                </a:lnTo>
                <a:lnTo>
                  <a:pt x="1129" y="916"/>
                </a:lnTo>
                <a:lnTo>
                  <a:pt x="1128" y="916"/>
                </a:lnTo>
                <a:lnTo>
                  <a:pt x="1128" y="915"/>
                </a:lnTo>
                <a:lnTo>
                  <a:pt x="1127" y="914"/>
                </a:lnTo>
                <a:lnTo>
                  <a:pt x="1127" y="913"/>
                </a:lnTo>
                <a:lnTo>
                  <a:pt x="1126" y="913"/>
                </a:lnTo>
                <a:lnTo>
                  <a:pt x="1126" y="912"/>
                </a:lnTo>
                <a:lnTo>
                  <a:pt x="1125" y="911"/>
                </a:lnTo>
                <a:lnTo>
                  <a:pt x="1124" y="909"/>
                </a:lnTo>
                <a:lnTo>
                  <a:pt x="1124" y="908"/>
                </a:lnTo>
                <a:lnTo>
                  <a:pt x="1124" y="907"/>
                </a:lnTo>
                <a:lnTo>
                  <a:pt x="1123" y="907"/>
                </a:lnTo>
                <a:lnTo>
                  <a:pt x="1122" y="907"/>
                </a:lnTo>
                <a:lnTo>
                  <a:pt x="1122" y="908"/>
                </a:lnTo>
                <a:lnTo>
                  <a:pt x="1121" y="907"/>
                </a:lnTo>
                <a:lnTo>
                  <a:pt x="1121" y="905"/>
                </a:lnTo>
                <a:lnTo>
                  <a:pt x="1121" y="904"/>
                </a:lnTo>
                <a:lnTo>
                  <a:pt x="1120" y="904"/>
                </a:lnTo>
                <a:lnTo>
                  <a:pt x="1120" y="903"/>
                </a:lnTo>
                <a:lnTo>
                  <a:pt x="1119" y="903"/>
                </a:lnTo>
                <a:lnTo>
                  <a:pt x="1118" y="903"/>
                </a:lnTo>
                <a:lnTo>
                  <a:pt x="1118" y="904"/>
                </a:lnTo>
                <a:lnTo>
                  <a:pt x="1117" y="905"/>
                </a:lnTo>
                <a:lnTo>
                  <a:pt x="1116" y="905"/>
                </a:lnTo>
                <a:lnTo>
                  <a:pt x="1116" y="906"/>
                </a:lnTo>
                <a:lnTo>
                  <a:pt x="1116" y="907"/>
                </a:lnTo>
                <a:lnTo>
                  <a:pt x="1115" y="907"/>
                </a:lnTo>
                <a:lnTo>
                  <a:pt x="1114" y="907"/>
                </a:lnTo>
                <a:lnTo>
                  <a:pt x="1114" y="906"/>
                </a:lnTo>
                <a:lnTo>
                  <a:pt x="1115" y="906"/>
                </a:lnTo>
                <a:lnTo>
                  <a:pt x="1115" y="905"/>
                </a:lnTo>
                <a:lnTo>
                  <a:pt x="1116" y="904"/>
                </a:lnTo>
                <a:lnTo>
                  <a:pt x="1116" y="903"/>
                </a:lnTo>
                <a:lnTo>
                  <a:pt x="1117" y="902"/>
                </a:lnTo>
                <a:lnTo>
                  <a:pt x="1117" y="901"/>
                </a:lnTo>
                <a:lnTo>
                  <a:pt x="1118" y="901"/>
                </a:lnTo>
                <a:lnTo>
                  <a:pt x="1117" y="901"/>
                </a:lnTo>
                <a:lnTo>
                  <a:pt x="1117" y="900"/>
                </a:lnTo>
                <a:lnTo>
                  <a:pt x="1117" y="899"/>
                </a:lnTo>
                <a:lnTo>
                  <a:pt x="1117" y="900"/>
                </a:lnTo>
                <a:lnTo>
                  <a:pt x="1116" y="900"/>
                </a:lnTo>
                <a:lnTo>
                  <a:pt x="1115" y="900"/>
                </a:lnTo>
                <a:lnTo>
                  <a:pt x="1115" y="901"/>
                </a:lnTo>
                <a:lnTo>
                  <a:pt x="1114" y="901"/>
                </a:lnTo>
                <a:lnTo>
                  <a:pt x="1114" y="902"/>
                </a:lnTo>
                <a:lnTo>
                  <a:pt x="1113" y="902"/>
                </a:lnTo>
                <a:lnTo>
                  <a:pt x="1111" y="903"/>
                </a:lnTo>
                <a:lnTo>
                  <a:pt x="1110" y="903"/>
                </a:lnTo>
                <a:lnTo>
                  <a:pt x="1110" y="904"/>
                </a:lnTo>
                <a:lnTo>
                  <a:pt x="1109" y="904"/>
                </a:lnTo>
                <a:lnTo>
                  <a:pt x="1109" y="903"/>
                </a:lnTo>
                <a:lnTo>
                  <a:pt x="1108" y="903"/>
                </a:lnTo>
                <a:lnTo>
                  <a:pt x="1107" y="903"/>
                </a:lnTo>
                <a:lnTo>
                  <a:pt x="1106" y="902"/>
                </a:lnTo>
                <a:lnTo>
                  <a:pt x="1105" y="902"/>
                </a:lnTo>
                <a:lnTo>
                  <a:pt x="1104" y="901"/>
                </a:lnTo>
                <a:lnTo>
                  <a:pt x="1103" y="901"/>
                </a:lnTo>
                <a:lnTo>
                  <a:pt x="1103" y="900"/>
                </a:lnTo>
                <a:lnTo>
                  <a:pt x="1102" y="900"/>
                </a:lnTo>
                <a:lnTo>
                  <a:pt x="1102" y="901"/>
                </a:lnTo>
                <a:lnTo>
                  <a:pt x="1102" y="902"/>
                </a:lnTo>
                <a:lnTo>
                  <a:pt x="1102" y="903"/>
                </a:lnTo>
                <a:lnTo>
                  <a:pt x="1101" y="903"/>
                </a:lnTo>
                <a:lnTo>
                  <a:pt x="1100" y="903"/>
                </a:lnTo>
                <a:lnTo>
                  <a:pt x="1100" y="904"/>
                </a:lnTo>
                <a:lnTo>
                  <a:pt x="1099" y="905"/>
                </a:lnTo>
                <a:lnTo>
                  <a:pt x="1099" y="906"/>
                </a:lnTo>
                <a:lnTo>
                  <a:pt x="1098" y="907"/>
                </a:lnTo>
                <a:lnTo>
                  <a:pt x="1098" y="908"/>
                </a:lnTo>
                <a:lnTo>
                  <a:pt x="1099" y="908"/>
                </a:lnTo>
                <a:lnTo>
                  <a:pt x="1098" y="908"/>
                </a:lnTo>
                <a:lnTo>
                  <a:pt x="1098" y="909"/>
                </a:lnTo>
                <a:lnTo>
                  <a:pt x="1098" y="910"/>
                </a:lnTo>
                <a:lnTo>
                  <a:pt x="1098" y="912"/>
                </a:lnTo>
                <a:lnTo>
                  <a:pt x="1098" y="913"/>
                </a:lnTo>
                <a:lnTo>
                  <a:pt x="1098" y="914"/>
                </a:lnTo>
                <a:lnTo>
                  <a:pt x="1097" y="915"/>
                </a:lnTo>
                <a:lnTo>
                  <a:pt x="1098" y="915"/>
                </a:lnTo>
                <a:lnTo>
                  <a:pt x="1097" y="916"/>
                </a:lnTo>
                <a:lnTo>
                  <a:pt x="1095" y="917"/>
                </a:lnTo>
                <a:lnTo>
                  <a:pt x="1097" y="917"/>
                </a:lnTo>
                <a:lnTo>
                  <a:pt x="1097" y="918"/>
                </a:lnTo>
                <a:lnTo>
                  <a:pt x="1095" y="918"/>
                </a:lnTo>
                <a:lnTo>
                  <a:pt x="1094" y="918"/>
                </a:lnTo>
                <a:lnTo>
                  <a:pt x="1094" y="917"/>
                </a:lnTo>
                <a:lnTo>
                  <a:pt x="1093" y="917"/>
                </a:lnTo>
                <a:lnTo>
                  <a:pt x="1093" y="915"/>
                </a:lnTo>
                <a:lnTo>
                  <a:pt x="1092" y="915"/>
                </a:lnTo>
                <a:lnTo>
                  <a:pt x="1091" y="915"/>
                </a:lnTo>
                <a:lnTo>
                  <a:pt x="1090" y="915"/>
                </a:lnTo>
                <a:lnTo>
                  <a:pt x="1090" y="914"/>
                </a:lnTo>
                <a:lnTo>
                  <a:pt x="1089" y="914"/>
                </a:lnTo>
                <a:lnTo>
                  <a:pt x="1088" y="914"/>
                </a:lnTo>
                <a:lnTo>
                  <a:pt x="1087" y="914"/>
                </a:lnTo>
                <a:lnTo>
                  <a:pt x="1086" y="914"/>
                </a:lnTo>
                <a:lnTo>
                  <a:pt x="1086" y="913"/>
                </a:lnTo>
                <a:lnTo>
                  <a:pt x="1085" y="913"/>
                </a:lnTo>
                <a:lnTo>
                  <a:pt x="1085" y="912"/>
                </a:lnTo>
                <a:lnTo>
                  <a:pt x="1084" y="911"/>
                </a:lnTo>
                <a:lnTo>
                  <a:pt x="1084" y="910"/>
                </a:lnTo>
                <a:lnTo>
                  <a:pt x="1083" y="910"/>
                </a:lnTo>
                <a:lnTo>
                  <a:pt x="1083" y="909"/>
                </a:lnTo>
                <a:lnTo>
                  <a:pt x="1082" y="909"/>
                </a:lnTo>
                <a:lnTo>
                  <a:pt x="1083" y="907"/>
                </a:lnTo>
                <a:lnTo>
                  <a:pt x="1084" y="907"/>
                </a:lnTo>
                <a:lnTo>
                  <a:pt x="1084" y="906"/>
                </a:lnTo>
                <a:lnTo>
                  <a:pt x="1085" y="906"/>
                </a:lnTo>
                <a:lnTo>
                  <a:pt x="1085" y="905"/>
                </a:lnTo>
                <a:lnTo>
                  <a:pt x="1085" y="904"/>
                </a:lnTo>
                <a:lnTo>
                  <a:pt x="1086" y="903"/>
                </a:lnTo>
                <a:lnTo>
                  <a:pt x="1087" y="903"/>
                </a:lnTo>
                <a:lnTo>
                  <a:pt x="1088" y="903"/>
                </a:lnTo>
                <a:lnTo>
                  <a:pt x="1088" y="901"/>
                </a:lnTo>
                <a:lnTo>
                  <a:pt x="1088" y="900"/>
                </a:lnTo>
                <a:lnTo>
                  <a:pt x="1088" y="899"/>
                </a:lnTo>
                <a:lnTo>
                  <a:pt x="1087" y="898"/>
                </a:lnTo>
                <a:lnTo>
                  <a:pt x="1087" y="897"/>
                </a:lnTo>
                <a:lnTo>
                  <a:pt x="1086" y="895"/>
                </a:lnTo>
                <a:lnTo>
                  <a:pt x="1086" y="894"/>
                </a:lnTo>
                <a:lnTo>
                  <a:pt x="1086" y="893"/>
                </a:lnTo>
                <a:lnTo>
                  <a:pt x="1086" y="892"/>
                </a:lnTo>
                <a:lnTo>
                  <a:pt x="1086" y="891"/>
                </a:lnTo>
                <a:lnTo>
                  <a:pt x="1086" y="890"/>
                </a:lnTo>
                <a:lnTo>
                  <a:pt x="1087" y="888"/>
                </a:lnTo>
                <a:lnTo>
                  <a:pt x="1086" y="887"/>
                </a:lnTo>
                <a:lnTo>
                  <a:pt x="1086" y="886"/>
                </a:lnTo>
                <a:lnTo>
                  <a:pt x="1086" y="885"/>
                </a:lnTo>
                <a:lnTo>
                  <a:pt x="1086" y="884"/>
                </a:lnTo>
                <a:lnTo>
                  <a:pt x="1085" y="884"/>
                </a:lnTo>
                <a:lnTo>
                  <a:pt x="1085" y="883"/>
                </a:lnTo>
                <a:lnTo>
                  <a:pt x="1084" y="883"/>
                </a:lnTo>
                <a:lnTo>
                  <a:pt x="1083" y="884"/>
                </a:lnTo>
                <a:lnTo>
                  <a:pt x="1083" y="883"/>
                </a:lnTo>
                <a:lnTo>
                  <a:pt x="1083" y="882"/>
                </a:lnTo>
                <a:lnTo>
                  <a:pt x="1083" y="881"/>
                </a:lnTo>
                <a:lnTo>
                  <a:pt x="1082" y="880"/>
                </a:lnTo>
                <a:lnTo>
                  <a:pt x="1082" y="879"/>
                </a:lnTo>
                <a:lnTo>
                  <a:pt x="1081" y="879"/>
                </a:lnTo>
                <a:lnTo>
                  <a:pt x="1081" y="880"/>
                </a:lnTo>
                <a:lnTo>
                  <a:pt x="1080" y="879"/>
                </a:lnTo>
                <a:lnTo>
                  <a:pt x="1079" y="879"/>
                </a:lnTo>
                <a:lnTo>
                  <a:pt x="1078" y="879"/>
                </a:lnTo>
                <a:lnTo>
                  <a:pt x="1077" y="879"/>
                </a:lnTo>
                <a:lnTo>
                  <a:pt x="1077" y="878"/>
                </a:lnTo>
                <a:lnTo>
                  <a:pt x="1078" y="878"/>
                </a:lnTo>
                <a:lnTo>
                  <a:pt x="1078" y="877"/>
                </a:lnTo>
                <a:lnTo>
                  <a:pt x="1078" y="876"/>
                </a:lnTo>
                <a:lnTo>
                  <a:pt x="1079" y="875"/>
                </a:lnTo>
                <a:lnTo>
                  <a:pt x="1078" y="874"/>
                </a:lnTo>
                <a:lnTo>
                  <a:pt x="1077" y="875"/>
                </a:lnTo>
                <a:lnTo>
                  <a:pt x="1076" y="874"/>
                </a:lnTo>
                <a:lnTo>
                  <a:pt x="1075" y="873"/>
                </a:lnTo>
                <a:lnTo>
                  <a:pt x="1074" y="873"/>
                </a:lnTo>
                <a:lnTo>
                  <a:pt x="1073" y="873"/>
                </a:lnTo>
                <a:lnTo>
                  <a:pt x="1072" y="873"/>
                </a:lnTo>
                <a:lnTo>
                  <a:pt x="1071" y="873"/>
                </a:lnTo>
                <a:lnTo>
                  <a:pt x="1070" y="872"/>
                </a:lnTo>
                <a:lnTo>
                  <a:pt x="1070" y="870"/>
                </a:lnTo>
                <a:lnTo>
                  <a:pt x="1069" y="869"/>
                </a:lnTo>
                <a:lnTo>
                  <a:pt x="1069" y="868"/>
                </a:lnTo>
                <a:lnTo>
                  <a:pt x="1070" y="868"/>
                </a:lnTo>
                <a:lnTo>
                  <a:pt x="1070" y="867"/>
                </a:lnTo>
                <a:lnTo>
                  <a:pt x="1069" y="867"/>
                </a:lnTo>
                <a:lnTo>
                  <a:pt x="1069" y="866"/>
                </a:lnTo>
                <a:lnTo>
                  <a:pt x="1069" y="867"/>
                </a:lnTo>
                <a:lnTo>
                  <a:pt x="1069" y="866"/>
                </a:lnTo>
                <a:lnTo>
                  <a:pt x="1068" y="866"/>
                </a:lnTo>
                <a:lnTo>
                  <a:pt x="1068" y="865"/>
                </a:lnTo>
                <a:lnTo>
                  <a:pt x="1067" y="865"/>
                </a:lnTo>
                <a:lnTo>
                  <a:pt x="1067" y="864"/>
                </a:lnTo>
                <a:lnTo>
                  <a:pt x="1067" y="863"/>
                </a:lnTo>
                <a:lnTo>
                  <a:pt x="1066" y="863"/>
                </a:lnTo>
                <a:lnTo>
                  <a:pt x="1066" y="862"/>
                </a:lnTo>
                <a:lnTo>
                  <a:pt x="1065" y="862"/>
                </a:lnTo>
                <a:lnTo>
                  <a:pt x="1065" y="860"/>
                </a:lnTo>
                <a:lnTo>
                  <a:pt x="1065" y="859"/>
                </a:lnTo>
                <a:lnTo>
                  <a:pt x="1064" y="859"/>
                </a:lnTo>
                <a:lnTo>
                  <a:pt x="1063" y="859"/>
                </a:lnTo>
                <a:lnTo>
                  <a:pt x="1062" y="859"/>
                </a:lnTo>
                <a:lnTo>
                  <a:pt x="1062" y="861"/>
                </a:lnTo>
                <a:lnTo>
                  <a:pt x="1063" y="861"/>
                </a:lnTo>
                <a:lnTo>
                  <a:pt x="1063" y="862"/>
                </a:lnTo>
                <a:lnTo>
                  <a:pt x="1062" y="863"/>
                </a:lnTo>
                <a:lnTo>
                  <a:pt x="1062" y="864"/>
                </a:lnTo>
                <a:lnTo>
                  <a:pt x="1062" y="865"/>
                </a:lnTo>
                <a:lnTo>
                  <a:pt x="1062" y="866"/>
                </a:lnTo>
                <a:lnTo>
                  <a:pt x="1061" y="866"/>
                </a:lnTo>
                <a:lnTo>
                  <a:pt x="1061" y="867"/>
                </a:lnTo>
                <a:lnTo>
                  <a:pt x="1061" y="868"/>
                </a:lnTo>
                <a:lnTo>
                  <a:pt x="1060" y="868"/>
                </a:lnTo>
                <a:lnTo>
                  <a:pt x="1060" y="869"/>
                </a:lnTo>
                <a:lnTo>
                  <a:pt x="1059" y="869"/>
                </a:lnTo>
                <a:lnTo>
                  <a:pt x="1060" y="869"/>
                </a:lnTo>
                <a:lnTo>
                  <a:pt x="1060" y="870"/>
                </a:lnTo>
                <a:lnTo>
                  <a:pt x="1059" y="871"/>
                </a:lnTo>
                <a:lnTo>
                  <a:pt x="1059" y="872"/>
                </a:lnTo>
                <a:lnTo>
                  <a:pt x="1058" y="872"/>
                </a:lnTo>
                <a:lnTo>
                  <a:pt x="1058" y="871"/>
                </a:lnTo>
                <a:lnTo>
                  <a:pt x="1057" y="871"/>
                </a:lnTo>
                <a:lnTo>
                  <a:pt x="1056" y="871"/>
                </a:lnTo>
                <a:lnTo>
                  <a:pt x="1055" y="872"/>
                </a:lnTo>
                <a:lnTo>
                  <a:pt x="1054" y="872"/>
                </a:lnTo>
                <a:lnTo>
                  <a:pt x="1053" y="871"/>
                </a:lnTo>
                <a:lnTo>
                  <a:pt x="1052" y="870"/>
                </a:lnTo>
                <a:lnTo>
                  <a:pt x="1051" y="870"/>
                </a:lnTo>
                <a:lnTo>
                  <a:pt x="1050" y="871"/>
                </a:lnTo>
                <a:lnTo>
                  <a:pt x="1050" y="872"/>
                </a:lnTo>
                <a:lnTo>
                  <a:pt x="1050" y="873"/>
                </a:lnTo>
                <a:lnTo>
                  <a:pt x="1049" y="874"/>
                </a:lnTo>
                <a:lnTo>
                  <a:pt x="1050" y="874"/>
                </a:lnTo>
                <a:lnTo>
                  <a:pt x="1051" y="874"/>
                </a:lnTo>
                <a:lnTo>
                  <a:pt x="1051" y="875"/>
                </a:lnTo>
                <a:lnTo>
                  <a:pt x="1051" y="876"/>
                </a:lnTo>
                <a:lnTo>
                  <a:pt x="1052" y="877"/>
                </a:lnTo>
                <a:lnTo>
                  <a:pt x="1051" y="877"/>
                </a:lnTo>
                <a:lnTo>
                  <a:pt x="1051" y="878"/>
                </a:lnTo>
                <a:lnTo>
                  <a:pt x="1052" y="879"/>
                </a:lnTo>
                <a:lnTo>
                  <a:pt x="1052" y="880"/>
                </a:lnTo>
                <a:lnTo>
                  <a:pt x="1051" y="881"/>
                </a:lnTo>
                <a:lnTo>
                  <a:pt x="1052" y="881"/>
                </a:lnTo>
                <a:lnTo>
                  <a:pt x="1052" y="882"/>
                </a:lnTo>
                <a:lnTo>
                  <a:pt x="1051" y="882"/>
                </a:lnTo>
                <a:lnTo>
                  <a:pt x="1051" y="883"/>
                </a:lnTo>
                <a:lnTo>
                  <a:pt x="1050" y="883"/>
                </a:lnTo>
                <a:lnTo>
                  <a:pt x="1050" y="884"/>
                </a:lnTo>
                <a:lnTo>
                  <a:pt x="1050" y="885"/>
                </a:lnTo>
                <a:lnTo>
                  <a:pt x="1050" y="886"/>
                </a:lnTo>
                <a:lnTo>
                  <a:pt x="1049" y="887"/>
                </a:lnTo>
                <a:lnTo>
                  <a:pt x="1049" y="888"/>
                </a:lnTo>
                <a:lnTo>
                  <a:pt x="1049" y="889"/>
                </a:lnTo>
                <a:lnTo>
                  <a:pt x="1049" y="890"/>
                </a:lnTo>
                <a:lnTo>
                  <a:pt x="1048" y="891"/>
                </a:lnTo>
                <a:lnTo>
                  <a:pt x="1048" y="892"/>
                </a:lnTo>
                <a:lnTo>
                  <a:pt x="1049" y="892"/>
                </a:lnTo>
                <a:lnTo>
                  <a:pt x="1049" y="893"/>
                </a:lnTo>
                <a:lnTo>
                  <a:pt x="1048" y="894"/>
                </a:lnTo>
                <a:lnTo>
                  <a:pt x="1047" y="895"/>
                </a:lnTo>
                <a:lnTo>
                  <a:pt x="1047" y="896"/>
                </a:lnTo>
                <a:lnTo>
                  <a:pt x="1046" y="896"/>
                </a:lnTo>
                <a:lnTo>
                  <a:pt x="1045" y="897"/>
                </a:lnTo>
                <a:lnTo>
                  <a:pt x="1045" y="898"/>
                </a:lnTo>
                <a:lnTo>
                  <a:pt x="1046" y="898"/>
                </a:lnTo>
                <a:lnTo>
                  <a:pt x="1046" y="899"/>
                </a:lnTo>
                <a:lnTo>
                  <a:pt x="1045" y="899"/>
                </a:lnTo>
                <a:lnTo>
                  <a:pt x="1044" y="900"/>
                </a:lnTo>
                <a:lnTo>
                  <a:pt x="1043" y="899"/>
                </a:lnTo>
                <a:lnTo>
                  <a:pt x="1043" y="897"/>
                </a:lnTo>
                <a:lnTo>
                  <a:pt x="1043" y="895"/>
                </a:lnTo>
                <a:lnTo>
                  <a:pt x="1042" y="894"/>
                </a:lnTo>
                <a:lnTo>
                  <a:pt x="1041" y="894"/>
                </a:lnTo>
                <a:lnTo>
                  <a:pt x="1040" y="894"/>
                </a:lnTo>
                <a:lnTo>
                  <a:pt x="1039" y="894"/>
                </a:lnTo>
                <a:lnTo>
                  <a:pt x="1038" y="893"/>
                </a:lnTo>
                <a:lnTo>
                  <a:pt x="1038" y="892"/>
                </a:lnTo>
                <a:lnTo>
                  <a:pt x="1037" y="893"/>
                </a:lnTo>
                <a:lnTo>
                  <a:pt x="1036" y="893"/>
                </a:lnTo>
                <a:lnTo>
                  <a:pt x="1036" y="892"/>
                </a:lnTo>
                <a:lnTo>
                  <a:pt x="1036" y="891"/>
                </a:lnTo>
                <a:lnTo>
                  <a:pt x="1035" y="891"/>
                </a:lnTo>
                <a:lnTo>
                  <a:pt x="1034" y="892"/>
                </a:lnTo>
                <a:lnTo>
                  <a:pt x="1033" y="891"/>
                </a:lnTo>
                <a:lnTo>
                  <a:pt x="1032" y="891"/>
                </a:lnTo>
                <a:lnTo>
                  <a:pt x="1032" y="892"/>
                </a:lnTo>
                <a:lnTo>
                  <a:pt x="1031" y="892"/>
                </a:lnTo>
                <a:lnTo>
                  <a:pt x="1031" y="891"/>
                </a:lnTo>
                <a:lnTo>
                  <a:pt x="1030" y="891"/>
                </a:lnTo>
                <a:lnTo>
                  <a:pt x="1030" y="890"/>
                </a:lnTo>
                <a:lnTo>
                  <a:pt x="1030" y="889"/>
                </a:lnTo>
                <a:lnTo>
                  <a:pt x="1029" y="888"/>
                </a:lnTo>
                <a:lnTo>
                  <a:pt x="1029" y="887"/>
                </a:lnTo>
                <a:lnTo>
                  <a:pt x="1028" y="886"/>
                </a:lnTo>
                <a:lnTo>
                  <a:pt x="1028" y="885"/>
                </a:lnTo>
                <a:lnTo>
                  <a:pt x="1027" y="884"/>
                </a:lnTo>
                <a:lnTo>
                  <a:pt x="1026" y="883"/>
                </a:lnTo>
                <a:lnTo>
                  <a:pt x="1025" y="883"/>
                </a:lnTo>
                <a:lnTo>
                  <a:pt x="1024" y="883"/>
                </a:lnTo>
                <a:lnTo>
                  <a:pt x="1023" y="883"/>
                </a:lnTo>
                <a:lnTo>
                  <a:pt x="1021" y="882"/>
                </a:lnTo>
                <a:lnTo>
                  <a:pt x="1020" y="882"/>
                </a:lnTo>
                <a:lnTo>
                  <a:pt x="1018" y="881"/>
                </a:lnTo>
                <a:lnTo>
                  <a:pt x="1017" y="881"/>
                </a:lnTo>
                <a:lnTo>
                  <a:pt x="1016" y="880"/>
                </a:lnTo>
                <a:lnTo>
                  <a:pt x="1014" y="879"/>
                </a:lnTo>
                <a:lnTo>
                  <a:pt x="1014" y="878"/>
                </a:lnTo>
                <a:lnTo>
                  <a:pt x="1013" y="878"/>
                </a:lnTo>
                <a:lnTo>
                  <a:pt x="1011" y="877"/>
                </a:lnTo>
                <a:lnTo>
                  <a:pt x="1009" y="875"/>
                </a:lnTo>
                <a:lnTo>
                  <a:pt x="1008" y="875"/>
                </a:lnTo>
                <a:lnTo>
                  <a:pt x="1007" y="876"/>
                </a:lnTo>
                <a:lnTo>
                  <a:pt x="1006" y="876"/>
                </a:lnTo>
                <a:lnTo>
                  <a:pt x="1005" y="877"/>
                </a:lnTo>
                <a:lnTo>
                  <a:pt x="1005" y="876"/>
                </a:lnTo>
                <a:lnTo>
                  <a:pt x="1005" y="875"/>
                </a:lnTo>
                <a:lnTo>
                  <a:pt x="1004" y="875"/>
                </a:lnTo>
                <a:lnTo>
                  <a:pt x="1003" y="876"/>
                </a:lnTo>
                <a:lnTo>
                  <a:pt x="1003" y="877"/>
                </a:lnTo>
                <a:lnTo>
                  <a:pt x="1000" y="877"/>
                </a:lnTo>
                <a:lnTo>
                  <a:pt x="1000" y="876"/>
                </a:lnTo>
                <a:lnTo>
                  <a:pt x="999" y="876"/>
                </a:lnTo>
                <a:lnTo>
                  <a:pt x="998" y="876"/>
                </a:lnTo>
                <a:lnTo>
                  <a:pt x="997" y="877"/>
                </a:lnTo>
                <a:lnTo>
                  <a:pt x="996" y="877"/>
                </a:lnTo>
                <a:lnTo>
                  <a:pt x="996" y="876"/>
                </a:lnTo>
                <a:lnTo>
                  <a:pt x="996" y="875"/>
                </a:lnTo>
                <a:lnTo>
                  <a:pt x="996" y="874"/>
                </a:lnTo>
                <a:lnTo>
                  <a:pt x="996" y="873"/>
                </a:lnTo>
                <a:lnTo>
                  <a:pt x="995" y="872"/>
                </a:lnTo>
                <a:lnTo>
                  <a:pt x="995" y="871"/>
                </a:lnTo>
                <a:lnTo>
                  <a:pt x="994" y="871"/>
                </a:lnTo>
                <a:lnTo>
                  <a:pt x="994" y="870"/>
                </a:lnTo>
                <a:lnTo>
                  <a:pt x="995" y="870"/>
                </a:lnTo>
                <a:lnTo>
                  <a:pt x="995" y="869"/>
                </a:lnTo>
                <a:lnTo>
                  <a:pt x="994" y="869"/>
                </a:lnTo>
                <a:lnTo>
                  <a:pt x="994" y="868"/>
                </a:lnTo>
                <a:lnTo>
                  <a:pt x="995" y="868"/>
                </a:lnTo>
                <a:lnTo>
                  <a:pt x="995" y="867"/>
                </a:lnTo>
                <a:lnTo>
                  <a:pt x="994" y="867"/>
                </a:lnTo>
                <a:lnTo>
                  <a:pt x="993" y="867"/>
                </a:lnTo>
                <a:lnTo>
                  <a:pt x="993" y="866"/>
                </a:lnTo>
                <a:lnTo>
                  <a:pt x="993" y="865"/>
                </a:lnTo>
                <a:lnTo>
                  <a:pt x="993" y="864"/>
                </a:lnTo>
                <a:lnTo>
                  <a:pt x="994" y="863"/>
                </a:lnTo>
                <a:lnTo>
                  <a:pt x="993" y="862"/>
                </a:lnTo>
                <a:lnTo>
                  <a:pt x="992" y="862"/>
                </a:lnTo>
                <a:lnTo>
                  <a:pt x="991" y="862"/>
                </a:lnTo>
                <a:lnTo>
                  <a:pt x="992" y="861"/>
                </a:lnTo>
                <a:lnTo>
                  <a:pt x="991" y="860"/>
                </a:lnTo>
                <a:lnTo>
                  <a:pt x="991" y="859"/>
                </a:lnTo>
                <a:lnTo>
                  <a:pt x="991" y="858"/>
                </a:lnTo>
                <a:lnTo>
                  <a:pt x="991" y="857"/>
                </a:lnTo>
                <a:lnTo>
                  <a:pt x="990" y="857"/>
                </a:lnTo>
                <a:lnTo>
                  <a:pt x="990" y="856"/>
                </a:lnTo>
                <a:lnTo>
                  <a:pt x="989" y="856"/>
                </a:lnTo>
                <a:lnTo>
                  <a:pt x="988" y="855"/>
                </a:lnTo>
                <a:lnTo>
                  <a:pt x="987" y="855"/>
                </a:lnTo>
                <a:lnTo>
                  <a:pt x="986" y="854"/>
                </a:lnTo>
                <a:lnTo>
                  <a:pt x="985" y="854"/>
                </a:lnTo>
                <a:lnTo>
                  <a:pt x="984" y="854"/>
                </a:lnTo>
                <a:lnTo>
                  <a:pt x="983" y="854"/>
                </a:lnTo>
                <a:lnTo>
                  <a:pt x="982" y="854"/>
                </a:lnTo>
                <a:lnTo>
                  <a:pt x="982" y="853"/>
                </a:lnTo>
                <a:lnTo>
                  <a:pt x="982" y="852"/>
                </a:lnTo>
                <a:lnTo>
                  <a:pt x="981" y="852"/>
                </a:lnTo>
                <a:lnTo>
                  <a:pt x="980" y="852"/>
                </a:lnTo>
                <a:lnTo>
                  <a:pt x="979" y="851"/>
                </a:lnTo>
                <a:lnTo>
                  <a:pt x="979" y="850"/>
                </a:lnTo>
                <a:lnTo>
                  <a:pt x="978" y="850"/>
                </a:lnTo>
                <a:lnTo>
                  <a:pt x="977" y="850"/>
                </a:lnTo>
                <a:lnTo>
                  <a:pt x="976" y="850"/>
                </a:lnTo>
                <a:lnTo>
                  <a:pt x="976" y="849"/>
                </a:lnTo>
                <a:lnTo>
                  <a:pt x="975" y="849"/>
                </a:lnTo>
                <a:lnTo>
                  <a:pt x="974" y="849"/>
                </a:lnTo>
                <a:lnTo>
                  <a:pt x="973" y="849"/>
                </a:lnTo>
                <a:lnTo>
                  <a:pt x="973" y="848"/>
                </a:lnTo>
                <a:lnTo>
                  <a:pt x="972" y="848"/>
                </a:lnTo>
                <a:lnTo>
                  <a:pt x="971" y="848"/>
                </a:lnTo>
                <a:lnTo>
                  <a:pt x="971" y="849"/>
                </a:lnTo>
                <a:lnTo>
                  <a:pt x="970" y="849"/>
                </a:lnTo>
                <a:lnTo>
                  <a:pt x="969" y="849"/>
                </a:lnTo>
                <a:lnTo>
                  <a:pt x="969" y="848"/>
                </a:lnTo>
                <a:lnTo>
                  <a:pt x="968" y="848"/>
                </a:lnTo>
                <a:lnTo>
                  <a:pt x="968" y="847"/>
                </a:lnTo>
                <a:lnTo>
                  <a:pt x="967" y="847"/>
                </a:lnTo>
                <a:lnTo>
                  <a:pt x="966" y="847"/>
                </a:lnTo>
                <a:lnTo>
                  <a:pt x="966" y="846"/>
                </a:lnTo>
                <a:lnTo>
                  <a:pt x="966" y="845"/>
                </a:lnTo>
                <a:lnTo>
                  <a:pt x="966" y="844"/>
                </a:lnTo>
                <a:lnTo>
                  <a:pt x="965" y="844"/>
                </a:lnTo>
                <a:lnTo>
                  <a:pt x="964" y="844"/>
                </a:lnTo>
                <a:lnTo>
                  <a:pt x="963" y="844"/>
                </a:lnTo>
                <a:lnTo>
                  <a:pt x="961" y="844"/>
                </a:lnTo>
                <a:lnTo>
                  <a:pt x="961" y="843"/>
                </a:lnTo>
                <a:lnTo>
                  <a:pt x="960" y="843"/>
                </a:lnTo>
                <a:lnTo>
                  <a:pt x="960" y="842"/>
                </a:lnTo>
                <a:lnTo>
                  <a:pt x="959" y="842"/>
                </a:lnTo>
                <a:lnTo>
                  <a:pt x="959" y="841"/>
                </a:lnTo>
                <a:lnTo>
                  <a:pt x="958" y="841"/>
                </a:lnTo>
                <a:lnTo>
                  <a:pt x="957" y="841"/>
                </a:lnTo>
                <a:lnTo>
                  <a:pt x="957" y="840"/>
                </a:lnTo>
                <a:lnTo>
                  <a:pt x="956" y="839"/>
                </a:lnTo>
                <a:lnTo>
                  <a:pt x="955" y="839"/>
                </a:lnTo>
                <a:lnTo>
                  <a:pt x="954" y="838"/>
                </a:lnTo>
                <a:lnTo>
                  <a:pt x="954" y="837"/>
                </a:lnTo>
                <a:lnTo>
                  <a:pt x="953" y="836"/>
                </a:lnTo>
                <a:lnTo>
                  <a:pt x="952" y="835"/>
                </a:lnTo>
                <a:lnTo>
                  <a:pt x="952" y="834"/>
                </a:lnTo>
                <a:lnTo>
                  <a:pt x="952" y="833"/>
                </a:lnTo>
                <a:lnTo>
                  <a:pt x="952" y="832"/>
                </a:lnTo>
                <a:lnTo>
                  <a:pt x="951" y="832"/>
                </a:lnTo>
                <a:lnTo>
                  <a:pt x="951" y="831"/>
                </a:lnTo>
                <a:lnTo>
                  <a:pt x="950" y="831"/>
                </a:lnTo>
                <a:lnTo>
                  <a:pt x="950" y="830"/>
                </a:lnTo>
                <a:lnTo>
                  <a:pt x="950" y="829"/>
                </a:lnTo>
                <a:lnTo>
                  <a:pt x="950" y="828"/>
                </a:lnTo>
                <a:lnTo>
                  <a:pt x="950" y="827"/>
                </a:lnTo>
                <a:lnTo>
                  <a:pt x="951" y="826"/>
                </a:lnTo>
                <a:lnTo>
                  <a:pt x="951" y="825"/>
                </a:lnTo>
                <a:lnTo>
                  <a:pt x="951" y="824"/>
                </a:lnTo>
                <a:lnTo>
                  <a:pt x="950" y="824"/>
                </a:lnTo>
                <a:lnTo>
                  <a:pt x="950" y="823"/>
                </a:lnTo>
                <a:lnTo>
                  <a:pt x="949" y="823"/>
                </a:lnTo>
                <a:lnTo>
                  <a:pt x="949" y="822"/>
                </a:lnTo>
                <a:lnTo>
                  <a:pt x="948" y="822"/>
                </a:lnTo>
                <a:lnTo>
                  <a:pt x="947" y="822"/>
                </a:lnTo>
                <a:lnTo>
                  <a:pt x="946" y="822"/>
                </a:lnTo>
                <a:lnTo>
                  <a:pt x="945" y="821"/>
                </a:lnTo>
                <a:lnTo>
                  <a:pt x="946" y="821"/>
                </a:lnTo>
                <a:lnTo>
                  <a:pt x="946" y="820"/>
                </a:lnTo>
                <a:lnTo>
                  <a:pt x="947" y="820"/>
                </a:lnTo>
                <a:lnTo>
                  <a:pt x="947" y="819"/>
                </a:lnTo>
                <a:lnTo>
                  <a:pt x="947" y="818"/>
                </a:lnTo>
                <a:lnTo>
                  <a:pt x="947" y="817"/>
                </a:lnTo>
                <a:lnTo>
                  <a:pt x="946" y="817"/>
                </a:lnTo>
                <a:lnTo>
                  <a:pt x="946" y="816"/>
                </a:lnTo>
                <a:lnTo>
                  <a:pt x="947" y="816"/>
                </a:lnTo>
                <a:lnTo>
                  <a:pt x="947" y="815"/>
                </a:lnTo>
                <a:lnTo>
                  <a:pt x="948" y="815"/>
                </a:lnTo>
                <a:lnTo>
                  <a:pt x="947" y="815"/>
                </a:lnTo>
                <a:lnTo>
                  <a:pt x="947" y="814"/>
                </a:lnTo>
                <a:lnTo>
                  <a:pt x="948" y="813"/>
                </a:lnTo>
                <a:lnTo>
                  <a:pt x="948" y="811"/>
                </a:lnTo>
                <a:lnTo>
                  <a:pt x="948" y="810"/>
                </a:lnTo>
                <a:lnTo>
                  <a:pt x="948" y="809"/>
                </a:lnTo>
                <a:lnTo>
                  <a:pt x="947" y="809"/>
                </a:lnTo>
                <a:lnTo>
                  <a:pt x="946" y="809"/>
                </a:lnTo>
                <a:lnTo>
                  <a:pt x="946" y="808"/>
                </a:lnTo>
                <a:lnTo>
                  <a:pt x="946" y="807"/>
                </a:lnTo>
                <a:lnTo>
                  <a:pt x="946" y="806"/>
                </a:lnTo>
                <a:lnTo>
                  <a:pt x="945" y="805"/>
                </a:lnTo>
                <a:lnTo>
                  <a:pt x="944" y="805"/>
                </a:lnTo>
                <a:lnTo>
                  <a:pt x="944" y="804"/>
                </a:lnTo>
                <a:lnTo>
                  <a:pt x="944" y="803"/>
                </a:lnTo>
                <a:lnTo>
                  <a:pt x="944" y="802"/>
                </a:lnTo>
                <a:lnTo>
                  <a:pt x="945" y="802"/>
                </a:lnTo>
                <a:lnTo>
                  <a:pt x="945" y="800"/>
                </a:lnTo>
                <a:lnTo>
                  <a:pt x="945" y="799"/>
                </a:lnTo>
                <a:lnTo>
                  <a:pt x="945" y="798"/>
                </a:lnTo>
                <a:lnTo>
                  <a:pt x="945" y="797"/>
                </a:lnTo>
                <a:lnTo>
                  <a:pt x="946" y="796"/>
                </a:lnTo>
                <a:lnTo>
                  <a:pt x="945" y="795"/>
                </a:lnTo>
                <a:lnTo>
                  <a:pt x="945" y="796"/>
                </a:lnTo>
                <a:lnTo>
                  <a:pt x="945" y="795"/>
                </a:lnTo>
                <a:lnTo>
                  <a:pt x="944" y="795"/>
                </a:lnTo>
                <a:lnTo>
                  <a:pt x="943" y="795"/>
                </a:lnTo>
                <a:lnTo>
                  <a:pt x="943" y="793"/>
                </a:lnTo>
                <a:lnTo>
                  <a:pt x="944" y="793"/>
                </a:lnTo>
                <a:lnTo>
                  <a:pt x="944" y="792"/>
                </a:lnTo>
                <a:lnTo>
                  <a:pt x="943" y="792"/>
                </a:lnTo>
                <a:lnTo>
                  <a:pt x="942" y="792"/>
                </a:lnTo>
                <a:lnTo>
                  <a:pt x="942" y="791"/>
                </a:lnTo>
                <a:lnTo>
                  <a:pt x="940" y="790"/>
                </a:lnTo>
                <a:lnTo>
                  <a:pt x="939" y="790"/>
                </a:lnTo>
                <a:lnTo>
                  <a:pt x="939" y="789"/>
                </a:lnTo>
                <a:lnTo>
                  <a:pt x="939" y="788"/>
                </a:lnTo>
                <a:lnTo>
                  <a:pt x="939" y="787"/>
                </a:lnTo>
                <a:lnTo>
                  <a:pt x="938" y="787"/>
                </a:lnTo>
                <a:lnTo>
                  <a:pt x="938" y="786"/>
                </a:lnTo>
                <a:lnTo>
                  <a:pt x="937" y="787"/>
                </a:lnTo>
                <a:lnTo>
                  <a:pt x="936" y="787"/>
                </a:lnTo>
                <a:lnTo>
                  <a:pt x="936" y="786"/>
                </a:lnTo>
                <a:lnTo>
                  <a:pt x="936" y="784"/>
                </a:lnTo>
                <a:lnTo>
                  <a:pt x="937" y="783"/>
                </a:lnTo>
                <a:lnTo>
                  <a:pt x="938" y="782"/>
                </a:lnTo>
                <a:lnTo>
                  <a:pt x="938" y="781"/>
                </a:lnTo>
                <a:lnTo>
                  <a:pt x="937" y="780"/>
                </a:lnTo>
                <a:lnTo>
                  <a:pt x="937" y="779"/>
                </a:lnTo>
                <a:lnTo>
                  <a:pt x="936" y="779"/>
                </a:lnTo>
                <a:lnTo>
                  <a:pt x="935" y="778"/>
                </a:lnTo>
                <a:lnTo>
                  <a:pt x="934" y="778"/>
                </a:lnTo>
                <a:lnTo>
                  <a:pt x="934" y="777"/>
                </a:lnTo>
                <a:lnTo>
                  <a:pt x="934" y="776"/>
                </a:lnTo>
                <a:lnTo>
                  <a:pt x="933" y="775"/>
                </a:lnTo>
                <a:lnTo>
                  <a:pt x="933" y="774"/>
                </a:lnTo>
                <a:lnTo>
                  <a:pt x="934" y="774"/>
                </a:lnTo>
                <a:lnTo>
                  <a:pt x="935" y="774"/>
                </a:lnTo>
                <a:lnTo>
                  <a:pt x="936" y="773"/>
                </a:lnTo>
                <a:lnTo>
                  <a:pt x="937" y="772"/>
                </a:lnTo>
                <a:lnTo>
                  <a:pt x="936" y="772"/>
                </a:lnTo>
                <a:lnTo>
                  <a:pt x="936" y="771"/>
                </a:lnTo>
                <a:lnTo>
                  <a:pt x="936" y="770"/>
                </a:lnTo>
                <a:lnTo>
                  <a:pt x="935" y="770"/>
                </a:lnTo>
                <a:lnTo>
                  <a:pt x="935" y="769"/>
                </a:lnTo>
                <a:lnTo>
                  <a:pt x="934" y="768"/>
                </a:lnTo>
                <a:lnTo>
                  <a:pt x="933" y="767"/>
                </a:lnTo>
                <a:lnTo>
                  <a:pt x="932" y="767"/>
                </a:lnTo>
                <a:lnTo>
                  <a:pt x="932" y="766"/>
                </a:lnTo>
                <a:lnTo>
                  <a:pt x="932" y="765"/>
                </a:lnTo>
                <a:lnTo>
                  <a:pt x="932" y="764"/>
                </a:lnTo>
                <a:lnTo>
                  <a:pt x="932" y="763"/>
                </a:lnTo>
                <a:lnTo>
                  <a:pt x="931" y="763"/>
                </a:lnTo>
                <a:lnTo>
                  <a:pt x="931" y="762"/>
                </a:lnTo>
                <a:lnTo>
                  <a:pt x="930" y="761"/>
                </a:lnTo>
                <a:lnTo>
                  <a:pt x="929" y="761"/>
                </a:lnTo>
                <a:lnTo>
                  <a:pt x="928" y="760"/>
                </a:lnTo>
                <a:lnTo>
                  <a:pt x="927" y="760"/>
                </a:lnTo>
                <a:lnTo>
                  <a:pt x="927" y="759"/>
                </a:lnTo>
                <a:lnTo>
                  <a:pt x="926" y="759"/>
                </a:lnTo>
                <a:lnTo>
                  <a:pt x="926" y="758"/>
                </a:lnTo>
                <a:lnTo>
                  <a:pt x="925" y="758"/>
                </a:lnTo>
                <a:lnTo>
                  <a:pt x="925" y="757"/>
                </a:lnTo>
                <a:lnTo>
                  <a:pt x="925" y="756"/>
                </a:lnTo>
                <a:lnTo>
                  <a:pt x="924" y="756"/>
                </a:lnTo>
                <a:lnTo>
                  <a:pt x="923" y="756"/>
                </a:lnTo>
                <a:lnTo>
                  <a:pt x="922" y="756"/>
                </a:lnTo>
                <a:lnTo>
                  <a:pt x="921" y="756"/>
                </a:lnTo>
                <a:lnTo>
                  <a:pt x="921" y="755"/>
                </a:lnTo>
                <a:lnTo>
                  <a:pt x="921" y="754"/>
                </a:lnTo>
                <a:lnTo>
                  <a:pt x="922" y="753"/>
                </a:lnTo>
                <a:lnTo>
                  <a:pt x="922" y="752"/>
                </a:lnTo>
                <a:lnTo>
                  <a:pt x="921" y="752"/>
                </a:lnTo>
                <a:lnTo>
                  <a:pt x="921" y="751"/>
                </a:lnTo>
                <a:lnTo>
                  <a:pt x="921" y="750"/>
                </a:lnTo>
                <a:lnTo>
                  <a:pt x="921" y="749"/>
                </a:lnTo>
                <a:lnTo>
                  <a:pt x="921" y="748"/>
                </a:lnTo>
                <a:lnTo>
                  <a:pt x="920" y="748"/>
                </a:lnTo>
                <a:lnTo>
                  <a:pt x="920" y="747"/>
                </a:lnTo>
                <a:lnTo>
                  <a:pt x="919" y="746"/>
                </a:lnTo>
                <a:lnTo>
                  <a:pt x="919" y="745"/>
                </a:lnTo>
                <a:lnTo>
                  <a:pt x="918" y="745"/>
                </a:lnTo>
                <a:lnTo>
                  <a:pt x="918" y="746"/>
                </a:lnTo>
                <a:lnTo>
                  <a:pt x="917" y="746"/>
                </a:lnTo>
                <a:lnTo>
                  <a:pt x="916" y="746"/>
                </a:lnTo>
                <a:lnTo>
                  <a:pt x="915" y="745"/>
                </a:lnTo>
                <a:lnTo>
                  <a:pt x="915" y="744"/>
                </a:lnTo>
                <a:lnTo>
                  <a:pt x="914" y="743"/>
                </a:lnTo>
                <a:lnTo>
                  <a:pt x="913" y="743"/>
                </a:lnTo>
                <a:lnTo>
                  <a:pt x="914" y="742"/>
                </a:lnTo>
                <a:lnTo>
                  <a:pt x="914" y="741"/>
                </a:lnTo>
                <a:lnTo>
                  <a:pt x="915" y="740"/>
                </a:lnTo>
                <a:lnTo>
                  <a:pt x="916" y="739"/>
                </a:lnTo>
                <a:lnTo>
                  <a:pt x="916" y="738"/>
                </a:lnTo>
                <a:lnTo>
                  <a:pt x="916" y="737"/>
                </a:lnTo>
                <a:lnTo>
                  <a:pt x="915" y="736"/>
                </a:lnTo>
                <a:lnTo>
                  <a:pt x="914" y="736"/>
                </a:lnTo>
                <a:lnTo>
                  <a:pt x="914" y="735"/>
                </a:lnTo>
                <a:lnTo>
                  <a:pt x="914" y="734"/>
                </a:lnTo>
                <a:lnTo>
                  <a:pt x="914" y="733"/>
                </a:lnTo>
                <a:lnTo>
                  <a:pt x="915" y="732"/>
                </a:lnTo>
                <a:lnTo>
                  <a:pt x="914" y="732"/>
                </a:lnTo>
                <a:lnTo>
                  <a:pt x="915" y="732"/>
                </a:lnTo>
                <a:lnTo>
                  <a:pt x="915" y="731"/>
                </a:lnTo>
                <a:lnTo>
                  <a:pt x="916" y="731"/>
                </a:lnTo>
                <a:lnTo>
                  <a:pt x="917" y="731"/>
                </a:lnTo>
                <a:lnTo>
                  <a:pt x="917" y="730"/>
                </a:lnTo>
                <a:lnTo>
                  <a:pt x="917" y="729"/>
                </a:lnTo>
                <a:lnTo>
                  <a:pt x="918" y="729"/>
                </a:lnTo>
                <a:lnTo>
                  <a:pt x="918" y="728"/>
                </a:lnTo>
                <a:lnTo>
                  <a:pt x="918" y="727"/>
                </a:lnTo>
                <a:lnTo>
                  <a:pt x="917" y="727"/>
                </a:lnTo>
                <a:lnTo>
                  <a:pt x="917" y="726"/>
                </a:lnTo>
                <a:lnTo>
                  <a:pt x="917" y="725"/>
                </a:lnTo>
                <a:lnTo>
                  <a:pt x="918" y="725"/>
                </a:lnTo>
                <a:lnTo>
                  <a:pt x="918" y="724"/>
                </a:lnTo>
                <a:lnTo>
                  <a:pt x="917" y="723"/>
                </a:lnTo>
                <a:lnTo>
                  <a:pt x="916" y="721"/>
                </a:lnTo>
                <a:lnTo>
                  <a:pt x="916" y="720"/>
                </a:lnTo>
                <a:lnTo>
                  <a:pt x="916" y="721"/>
                </a:lnTo>
                <a:lnTo>
                  <a:pt x="915" y="720"/>
                </a:lnTo>
                <a:lnTo>
                  <a:pt x="915" y="719"/>
                </a:lnTo>
                <a:lnTo>
                  <a:pt x="914" y="717"/>
                </a:lnTo>
                <a:lnTo>
                  <a:pt x="913" y="717"/>
                </a:lnTo>
                <a:lnTo>
                  <a:pt x="914" y="715"/>
                </a:lnTo>
                <a:lnTo>
                  <a:pt x="914" y="714"/>
                </a:lnTo>
                <a:lnTo>
                  <a:pt x="915" y="713"/>
                </a:lnTo>
                <a:lnTo>
                  <a:pt x="911" y="712"/>
                </a:lnTo>
                <a:lnTo>
                  <a:pt x="910" y="712"/>
                </a:lnTo>
                <a:lnTo>
                  <a:pt x="909" y="712"/>
                </a:lnTo>
                <a:lnTo>
                  <a:pt x="907" y="711"/>
                </a:lnTo>
                <a:lnTo>
                  <a:pt x="906" y="712"/>
                </a:lnTo>
                <a:lnTo>
                  <a:pt x="905" y="712"/>
                </a:lnTo>
                <a:lnTo>
                  <a:pt x="902" y="712"/>
                </a:lnTo>
                <a:lnTo>
                  <a:pt x="901" y="712"/>
                </a:lnTo>
                <a:lnTo>
                  <a:pt x="900" y="712"/>
                </a:lnTo>
                <a:lnTo>
                  <a:pt x="898" y="712"/>
                </a:lnTo>
                <a:lnTo>
                  <a:pt x="897" y="712"/>
                </a:lnTo>
                <a:lnTo>
                  <a:pt x="895" y="712"/>
                </a:lnTo>
                <a:lnTo>
                  <a:pt x="895" y="713"/>
                </a:lnTo>
                <a:lnTo>
                  <a:pt x="894" y="713"/>
                </a:lnTo>
                <a:lnTo>
                  <a:pt x="894" y="712"/>
                </a:lnTo>
                <a:lnTo>
                  <a:pt x="893" y="711"/>
                </a:lnTo>
                <a:lnTo>
                  <a:pt x="892" y="711"/>
                </a:lnTo>
                <a:lnTo>
                  <a:pt x="891" y="710"/>
                </a:lnTo>
                <a:lnTo>
                  <a:pt x="890" y="710"/>
                </a:lnTo>
                <a:lnTo>
                  <a:pt x="889" y="709"/>
                </a:lnTo>
                <a:lnTo>
                  <a:pt x="889" y="708"/>
                </a:lnTo>
                <a:lnTo>
                  <a:pt x="888" y="709"/>
                </a:lnTo>
                <a:lnTo>
                  <a:pt x="887" y="708"/>
                </a:lnTo>
                <a:lnTo>
                  <a:pt x="886" y="708"/>
                </a:lnTo>
                <a:lnTo>
                  <a:pt x="885" y="707"/>
                </a:lnTo>
                <a:lnTo>
                  <a:pt x="883" y="706"/>
                </a:lnTo>
                <a:lnTo>
                  <a:pt x="882" y="706"/>
                </a:lnTo>
                <a:lnTo>
                  <a:pt x="881" y="706"/>
                </a:lnTo>
                <a:lnTo>
                  <a:pt x="882" y="706"/>
                </a:lnTo>
                <a:lnTo>
                  <a:pt x="881" y="707"/>
                </a:lnTo>
                <a:lnTo>
                  <a:pt x="880" y="707"/>
                </a:lnTo>
                <a:lnTo>
                  <a:pt x="880" y="706"/>
                </a:lnTo>
                <a:lnTo>
                  <a:pt x="879" y="706"/>
                </a:lnTo>
                <a:lnTo>
                  <a:pt x="878" y="707"/>
                </a:lnTo>
                <a:lnTo>
                  <a:pt x="877" y="706"/>
                </a:lnTo>
                <a:lnTo>
                  <a:pt x="876" y="706"/>
                </a:lnTo>
                <a:lnTo>
                  <a:pt x="876" y="705"/>
                </a:lnTo>
                <a:lnTo>
                  <a:pt x="875" y="703"/>
                </a:lnTo>
                <a:lnTo>
                  <a:pt x="874" y="702"/>
                </a:lnTo>
                <a:lnTo>
                  <a:pt x="873" y="702"/>
                </a:lnTo>
                <a:lnTo>
                  <a:pt x="873" y="701"/>
                </a:lnTo>
                <a:lnTo>
                  <a:pt x="872" y="700"/>
                </a:lnTo>
                <a:lnTo>
                  <a:pt x="871" y="699"/>
                </a:lnTo>
                <a:lnTo>
                  <a:pt x="869" y="697"/>
                </a:lnTo>
                <a:lnTo>
                  <a:pt x="868" y="696"/>
                </a:lnTo>
                <a:lnTo>
                  <a:pt x="867" y="695"/>
                </a:lnTo>
                <a:lnTo>
                  <a:pt x="866" y="695"/>
                </a:lnTo>
                <a:lnTo>
                  <a:pt x="864" y="693"/>
                </a:lnTo>
                <a:lnTo>
                  <a:pt x="863" y="693"/>
                </a:lnTo>
                <a:lnTo>
                  <a:pt x="863" y="694"/>
                </a:lnTo>
                <a:lnTo>
                  <a:pt x="862" y="694"/>
                </a:lnTo>
                <a:lnTo>
                  <a:pt x="861" y="694"/>
                </a:lnTo>
                <a:lnTo>
                  <a:pt x="860" y="694"/>
                </a:lnTo>
                <a:lnTo>
                  <a:pt x="857" y="693"/>
                </a:lnTo>
                <a:lnTo>
                  <a:pt x="856" y="693"/>
                </a:lnTo>
                <a:lnTo>
                  <a:pt x="855" y="693"/>
                </a:lnTo>
                <a:lnTo>
                  <a:pt x="854" y="693"/>
                </a:lnTo>
                <a:lnTo>
                  <a:pt x="853" y="694"/>
                </a:lnTo>
                <a:lnTo>
                  <a:pt x="852" y="695"/>
                </a:lnTo>
                <a:lnTo>
                  <a:pt x="851" y="697"/>
                </a:lnTo>
                <a:lnTo>
                  <a:pt x="851" y="698"/>
                </a:lnTo>
                <a:lnTo>
                  <a:pt x="850" y="699"/>
                </a:lnTo>
                <a:lnTo>
                  <a:pt x="849" y="699"/>
                </a:lnTo>
                <a:lnTo>
                  <a:pt x="846" y="699"/>
                </a:lnTo>
                <a:lnTo>
                  <a:pt x="846" y="700"/>
                </a:lnTo>
                <a:lnTo>
                  <a:pt x="843" y="701"/>
                </a:lnTo>
                <a:lnTo>
                  <a:pt x="842" y="701"/>
                </a:lnTo>
                <a:lnTo>
                  <a:pt x="842" y="702"/>
                </a:lnTo>
                <a:lnTo>
                  <a:pt x="841" y="702"/>
                </a:lnTo>
                <a:lnTo>
                  <a:pt x="840" y="702"/>
                </a:lnTo>
                <a:lnTo>
                  <a:pt x="839" y="702"/>
                </a:lnTo>
                <a:lnTo>
                  <a:pt x="838" y="702"/>
                </a:lnTo>
                <a:lnTo>
                  <a:pt x="838" y="704"/>
                </a:lnTo>
                <a:lnTo>
                  <a:pt x="838" y="705"/>
                </a:lnTo>
                <a:lnTo>
                  <a:pt x="839" y="707"/>
                </a:lnTo>
                <a:lnTo>
                  <a:pt x="839" y="708"/>
                </a:lnTo>
                <a:lnTo>
                  <a:pt x="839" y="709"/>
                </a:lnTo>
                <a:lnTo>
                  <a:pt x="840" y="709"/>
                </a:lnTo>
                <a:lnTo>
                  <a:pt x="841" y="709"/>
                </a:lnTo>
                <a:lnTo>
                  <a:pt x="840" y="709"/>
                </a:lnTo>
                <a:lnTo>
                  <a:pt x="841" y="710"/>
                </a:lnTo>
                <a:lnTo>
                  <a:pt x="841" y="711"/>
                </a:lnTo>
                <a:lnTo>
                  <a:pt x="841" y="712"/>
                </a:lnTo>
                <a:lnTo>
                  <a:pt x="841" y="713"/>
                </a:lnTo>
                <a:lnTo>
                  <a:pt x="841" y="714"/>
                </a:lnTo>
                <a:lnTo>
                  <a:pt x="841" y="715"/>
                </a:lnTo>
                <a:lnTo>
                  <a:pt x="840" y="715"/>
                </a:lnTo>
                <a:lnTo>
                  <a:pt x="840" y="716"/>
                </a:lnTo>
                <a:lnTo>
                  <a:pt x="839" y="717"/>
                </a:lnTo>
                <a:lnTo>
                  <a:pt x="838" y="719"/>
                </a:lnTo>
                <a:lnTo>
                  <a:pt x="838" y="717"/>
                </a:lnTo>
                <a:lnTo>
                  <a:pt x="837" y="717"/>
                </a:lnTo>
                <a:lnTo>
                  <a:pt x="836" y="717"/>
                </a:lnTo>
                <a:lnTo>
                  <a:pt x="836" y="719"/>
                </a:lnTo>
                <a:lnTo>
                  <a:pt x="835" y="720"/>
                </a:lnTo>
                <a:lnTo>
                  <a:pt x="835" y="721"/>
                </a:lnTo>
                <a:lnTo>
                  <a:pt x="836" y="721"/>
                </a:lnTo>
                <a:lnTo>
                  <a:pt x="836" y="722"/>
                </a:lnTo>
                <a:lnTo>
                  <a:pt x="836" y="723"/>
                </a:lnTo>
                <a:lnTo>
                  <a:pt x="836" y="724"/>
                </a:lnTo>
                <a:lnTo>
                  <a:pt x="836" y="725"/>
                </a:lnTo>
                <a:lnTo>
                  <a:pt x="835" y="727"/>
                </a:lnTo>
                <a:lnTo>
                  <a:pt x="834" y="727"/>
                </a:lnTo>
                <a:lnTo>
                  <a:pt x="834" y="728"/>
                </a:lnTo>
                <a:lnTo>
                  <a:pt x="834" y="730"/>
                </a:lnTo>
                <a:lnTo>
                  <a:pt x="833" y="730"/>
                </a:lnTo>
                <a:lnTo>
                  <a:pt x="832" y="730"/>
                </a:lnTo>
                <a:lnTo>
                  <a:pt x="831" y="730"/>
                </a:lnTo>
                <a:lnTo>
                  <a:pt x="831" y="729"/>
                </a:lnTo>
                <a:lnTo>
                  <a:pt x="830" y="729"/>
                </a:lnTo>
                <a:lnTo>
                  <a:pt x="829" y="728"/>
                </a:lnTo>
                <a:lnTo>
                  <a:pt x="829" y="729"/>
                </a:lnTo>
                <a:lnTo>
                  <a:pt x="828" y="729"/>
                </a:lnTo>
                <a:lnTo>
                  <a:pt x="827" y="729"/>
                </a:lnTo>
                <a:lnTo>
                  <a:pt x="826" y="730"/>
                </a:lnTo>
                <a:lnTo>
                  <a:pt x="825" y="730"/>
                </a:lnTo>
                <a:lnTo>
                  <a:pt x="824" y="730"/>
                </a:lnTo>
                <a:lnTo>
                  <a:pt x="823" y="731"/>
                </a:lnTo>
                <a:lnTo>
                  <a:pt x="822" y="731"/>
                </a:lnTo>
                <a:lnTo>
                  <a:pt x="822" y="732"/>
                </a:lnTo>
                <a:lnTo>
                  <a:pt x="821" y="732"/>
                </a:lnTo>
                <a:lnTo>
                  <a:pt x="821" y="731"/>
                </a:lnTo>
                <a:lnTo>
                  <a:pt x="820" y="731"/>
                </a:lnTo>
                <a:lnTo>
                  <a:pt x="820" y="730"/>
                </a:lnTo>
                <a:lnTo>
                  <a:pt x="819" y="730"/>
                </a:lnTo>
                <a:lnTo>
                  <a:pt x="819" y="731"/>
                </a:lnTo>
                <a:lnTo>
                  <a:pt x="818" y="731"/>
                </a:lnTo>
                <a:lnTo>
                  <a:pt x="817" y="731"/>
                </a:lnTo>
                <a:lnTo>
                  <a:pt x="817" y="732"/>
                </a:lnTo>
                <a:lnTo>
                  <a:pt x="816" y="732"/>
                </a:lnTo>
                <a:lnTo>
                  <a:pt x="816" y="731"/>
                </a:lnTo>
                <a:lnTo>
                  <a:pt x="815" y="731"/>
                </a:lnTo>
                <a:lnTo>
                  <a:pt x="814" y="732"/>
                </a:lnTo>
                <a:lnTo>
                  <a:pt x="814" y="733"/>
                </a:lnTo>
                <a:lnTo>
                  <a:pt x="812" y="733"/>
                </a:lnTo>
                <a:lnTo>
                  <a:pt x="811" y="733"/>
                </a:lnTo>
                <a:lnTo>
                  <a:pt x="810" y="733"/>
                </a:lnTo>
                <a:lnTo>
                  <a:pt x="809" y="733"/>
                </a:lnTo>
                <a:lnTo>
                  <a:pt x="808" y="733"/>
                </a:lnTo>
                <a:lnTo>
                  <a:pt x="808" y="732"/>
                </a:lnTo>
                <a:lnTo>
                  <a:pt x="807" y="732"/>
                </a:lnTo>
                <a:lnTo>
                  <a:pt x="807" y="733"/>
                </a:lnTo>
                <a:lnTo>
                  <a:pt x="807" y="734"/>
                </a:lnTo>
                <a:lnTo>
                  <a:pt x="807" y="735"/>
                </a:lnTo>
                <a:lnTo>
                  <a:pt x="807" y="736"/>
                </a:lnTo>
                <a:lnTo>
                  <a:pt x="807" y="737"/>
                </a:lnTo>
                <a:lnTo>
                  <a:pt x="808" y="737"/>
                </a:lnTo>
                <a:lnTo>
                  <a:pt x="807" y="737"/>
                </a:lnTo>
                <a:lnTo>
                  <a:pt x="807" y="738"/>
                </a:lnTo>
                <a:lnTo>
                  <a:pt x="806" y="738"/>
                </a:lnTo>
                <a:lnTo>
                  <a:pt x="805" y="738"/>
                </a:lnTo>
                <a:lnTo>
                  <a:pt x="804" y="738"/>
                </a:lnTo>
                <a:lnTo>
                  <a:pt x="805" y="739"/>
                </a:lnTo>
                <a:lnTo>
                  <a:pt x="804" y="740"/>
                </a:lnTo>
                <a:lnTo>
                  <a:pt x="804" y="741"/>
                </a:lnTo>
                <a:lnTo>
                  <a:pt x="805" y="741"/>
                </a:lnTo>
                <a:lnTo>
                  <a:pt x="806" y="742"/>
                </a:lnTo>
                <a:lnTo>
                  <a:pt x="805" y="742"/>
                </a:lnTo>
                <a:lnTo>
                  <a:pt x="805" y="743"/>
                </a:lnTo>
                <a:lnTo>
                  <a:pt x="806" y="743"/>
                </a:lnTo>
                <a:lnTo>
                  <a:pt x="807" y="743"/>
                </a:lnTo>
                <a:lnTo>
                  <a:pt x="808" y="745"/>
                </a:lnTo>
                <a:lnTo>
                  <a:pt x="808" y="747"/>
                </a:lnTo>
                <a:lnTo>
                  <a:pt x="808" y="748"/>
                </a:lnTo>
                <a:lnTo>
                  <a:pt x="808" y="749"/>
                </a:lnTo>
                <a:lnTo>
                  <a:pt x="809" y="749"/>
                </a:lnTo>
                <a:lnTo>
                  <a:pt x="809" y="750"/>
                </a:lnTo>
                <a:lnTo>
                  <a:pt x="808" y="751"/>
                </a:lnTo>
                <a:lnTo>
                  <a:pt x="808" y="753"/>
                </a:lnTo>
                <a:lnTo>
                  <a:pt x="808" y="754"/>
                </a:lnTo>
                <a:lnTo>
                  <a:pt x="809" y="754"/>
                </a:lnTo>
                <a:lnTo>
                  <a:pt x="809" y="755"/>
                </a:lnTo>
                <a:lnTo>
                  <a:pt x="808" y="756"/>
                </a:lnTo>
                <a:lnTo>
                  <a:pt x="809" y="757"/>
                </a:lnTo>
                <a:lnTo>
                  <a:pt x="809" y="758"/>
                </a:lnTo>
                <a:lnTo>
                  <a:pt x="809" y="760"/>
                </a:lnTo>
                <a:lnTo>
                  <a:pt x="809" y="761"/>
                </a:lnTo>
                <a:lnTo>
                  <a:pt x="809" y="762"/>
                </a:lnTo>
                <a:lnTo>
                  <a:pt x="808" y="762"/>
                </a:lnTo>
                <a:lnTo>
                  <a:pt x="808" y="763"/>
                </a:lnTo>
                <a:lnTo>
                  <a:pt x="808" y="764"/>
                </a:lnTo>
                <a:lnTo>
                  <a:pt x="807" y="765"/>
                </a:lnTo>
                <a:lnTo>
                  <a:pt x="806" y="766"/>
                </a:lnTo>
                <a:lnTo>
                  <a:pt x="806" y="768"/>
                </a:lnTo>
                <a:lnTo>
                  <a:pt x="806" y="769"/>
                </a:lnTo>
                <a:lnTo>
                  <a:pt x="807" y="769"/>
                </a:lnTo>
                <a:lnTo>
                  <a:pt x="807" y="770"/>
                </a:lnTo>
                <a:lnTo>
                  <a:pt x="808" y="770"/>
                </a:lnTo>
                <a:lnTo>
                  <a:pt x="809" y="770"/>
                </a:lnTo>
                <a:lnTo>
                  <a:pt x="810" y="771"/>
                </a:lnTo>
                <a:lnTo>
                  <a:pt x="810" y="772"/>
                </a:lnTo>
                <a:lnTo>
                  <a:pt x="810" y="773"/>
                </a:lnTo>
                <a:lnTo>
                  <a:pt x="811" y="773"/>
                </a:lnTo>
                <a:lnTo>
                  <a:pt x="812" y="772"/>
                </a:lnTo>
                <a:lnTo>
                  <a:pt x="813" y="772"/>
                </a:lnTo>
                <a:lnTo>
                  <a:pt x="814" y="772"/>
                </a:lnTo>
                <a:lnTo>
                  <a:pt x="814" y="773"/>
                </a:lnTo>
                <a:lnTo>
                  <a:pt x="815" y="773"/>
                </a:lnTo>
                <a:lnTo>
                  <a:pt x="816" y="773"/>
                </a:lnTo>
                <a:lnTo>
                  <a:pt x="817" y="773"/>
                </a:lnTo>
                <a:lnTo>
                  <a:pt x="818" y="774"/>
                </a:lnTo>
                <a:lnTo>
                  <a:pt x="818" y="775"/>
                </a:lnTo>
                <a:lnTo>
                  <a:pt x="817" y="776"/>
                </a:lnTo>
                <a:lnTo>
                  <a:pt x="817" y="777"/>
                </a:lnTo>
                <a:lnTo>
                  <a:pt x="817" y="778"/>
                </a:lnTo>
                <a:lnTo>
                  <a:pt x="817" y="779"/>
                </a:lnTo>
                <a:lnTo>
                  <a:pt x="817" y="780"/>
                </a:lnTo>
                <a:lnTo>
                  <a:pt x="816" y="780"/>
                </a:lnTo>
                <a:lnTo>
                  <a:pt x="816" y="781"/>
                </a:lnTo>
                <a:lnTo>
                  <a:pt x="817" y="782"/>
                </a:lnTo>
                <a:lnTo>
                  <a:pt x="817" y="783"/>
                </a:lnTo>
                <a:lnTo>
                  <a:pt x="818" y="784"/>
                </a:lnTo>
                <a:lnTo>
                  <a:pt x="819" y="785"/>
                </a:lnTo>
                <a:lnTo>
                  <a:pt x="819" y="786"/>
                </a:lnTo>
                <a:lnTo>
                  <a:pt x="819" y="787"/>
                </a:lnTo>
                <a:lnTo>
                  <a:pt x="820" y="787"/>
                </a:lnTo>
                <a:lnTo>
                  <a:pt x="820" y="789"/>
                </a:lnTo>
                <a:lnTo>
                  <a:pt x="821" y="789"/>
                </a:lnTo>
                <a:lnTo>
                  <a:pt x="822" y="789"/>
                </a:lnTo>
                <a:lnTo>
                  <a:pt x="822" y="788"/>
                </a:lnTo>
                <a:lnTo>
                  <a:pt x="823" y="788"/>
                </a:lnTo>
                <a:lnTo>
                  <a:pt x="823" y="789"/>
                </a:lnTo>
                <a:lnTo>
                  <a:pt x="823" y="790"/>
                </a:lnTo>
                <a:lnTo>
                  <a:pt x="824" y="790"/>
                </a:lnTo>
                <a:lnTo>
                  <a:pt x="825" y="790"/>
                </a:lnTo>
                <a:lnTo>
                  <a:pt x="825" y="791"/>
                </a:lnTo>
                <a:lnTo>
                  <a:pt x="826" y="790"/>
                </a:lnTo>
                <a:lnTo>
                  <a:pt x="827" y="790"/>
                </a:lnTo>
                <a:lnTo>
                  <a:pt x="828" y="790"/>
                </a:lnTo>
                <a:lnTo>
                  <a:pt x="829" y="791"/>
                </a:lnTo>
                <a:lnTo>
                  <a:pt x="829" y="792"/>
                </a:lnTo>
                <a:lnTo>
                  <a:pt x="830" y="792"/>
                </a:lnTo>
                <a:lnTo>
                  <a:pt x="831" y="792"/>
                </a:lnTo>
                <a:lnTo>
                  <a:pt x="832" y="792"/>
                </a:lnTo>
                <a:lnTo>
                  <a:pt x="832" y="793"/>
                </a:lnTo>
                <a:lnTo>
                  <a:pt x="832" y="794"/>
                </a:lnTo>
                <a:lnTo>
                  <a:pt x="833" y="794"/>
                </a:lnTo>
                <a:lnTo>
                  <a:pt x="834" y="794"/>
                </a:lnTo>
                <a:lnTo>
                  <a:pt x="836" y="794"/>
                </a:lnTo>
                <a:lnTo>
                  <a:pt x="836" y="795"/>
                </a:lnTo>
                <a:lnTo>
                  <a:pt x="837" y="796"/>
                </a:lnTo>
                <a:lnTo>
                  <a:pt x="838" y="796"/>
                </a:lnTo>
                <a:lnTo>
                  <a:pt x="839" y="797"/>
                </a:lnTo>
                <a:lnTo>
                  <a:pt x="840" y="797"/>
                </a:lnTo>
                <a:lnTo>
                  <a:pt x="841" y="798"/>
                </a:lnTo>
                <a:lnTo>
                  <a:pt x="840" y="798"/>
                </a:lnTo>
                <a:lnTo>
                  <a:pt x="840" y="799"/>
                </a:lnTo>
                <a:lnTo>
                  <a:pt x="839" y="799"/>
                </a:lnTo>
                <a:lnTo>
                  <a:pt x="839" y="800"/>
                </a:lnTo>
                <a:lnTo>
                  <a:pt x="838" y="800"/>
                </a:lnTo>
                <a:lnTo>
                  <a:pt x="837" y="800"/>
                </a:lnTo>
                <a:lnTo>
                  <a:pt x="835" y="802"/>
                </a:lnTo>
                <a:lnTo>
                  <a:pt x="835" y="803"/>
                </a:lnTo>
                <a:lnTo>
                  <a:pt x="834" y="804"/>
                </a:lnTo>
                <a:lnTo>
                  <a:pt x="833" y="803"/>
                </a:lnTo>
                <a:lnTo>
                  <a:pt x="832" y="803"/>
                </a:lnTo>
                <a:lnTo>
                  <a:pt x="832" y="804"/>
                </a:lnTo>
                <a:lnTo>
                  <a:pt x="832" y="805"/>
                </a:lnTo>
                <a:lnTo>
                  <a:pt x="832" y="806"/>
                </a:lnTo>
                <a:lnTo>
                  <a:pt x="831" y="806"/>
                </a:lnTo>
                <a:lnTo>
                  <a:pt x="831" y="805"/>
                </a:lnTo>
                <a:lnTo>
                  <a:pt x="831" y="806"/>
                </a:lnTo>
                <a:lnTo>
                  <a:pt x="830" y="806"/>
                </a:lnTo>
                <a:lnTo>
                  <a:pt x="829" y="806"/>
                </a:lnTo>
                <a:lnTo>
                  <a:pt x="828" y="805"/>
                </a:lnTo>
                <a:lnTo>
                  <a:pt x="827" y="805"/>
                </a:lnTo>
                <a:lnTo>
                  <a:pt x="826" y="806"/>
                </a:lnTo>
                <a:lnTo>
                  <a:pt x="826" y="807"/>
                </a:lnTo>
                <a:lnTo>
                  <a:pt x="825" y="808"/>
                </a:lnTo>
                <a:lnTo>
                  <a:pt x="825" y="810"/>
                </a:lnTo>
                <a:lnTo>
                  <a:pt x="825" y="811"/>
                </a:lnTo>
                <a:lnTo>
                  <a:pt x="824" y="811"/>
                </a:lnTo>
                <a:lnTo>
                  <a:pt x="824" y="812"/>
                </a:lnTo>
                <a:lnTo>
                  <a:pt x="824" y="813"/>
                </a:lnTo>
                <a:lnTo>
                  <a:pt x="824" y="814"/>
                </a:lnTo>
                <a:lnTo>
                  <a:pt x="824" y="815"/>
                </a:lnTo>
                <a:lnTo>
                  <a:pt x="823" y="816"/>
                </a:lnTo>
                <a:lnTo>
                  <a:pt x="822" y="817"/>
                </a:lnTo>
                <a:lnTo>
                  <a:pt x="821" y="818"/>
                </a:lnTo>
                <a:lnTo>
                  <a:pt x="820" y="819"/>
                </a:lnTo>
                <a:lnTo>
                  <a:pt x="820" y="820"/>
                </a:lnTo>
                <a:lnTo>
                  <a:pt x="820" y="821"/>
                </a:lnTo>
                <a:lnTo>
                  <a:pt x="819" y="821"/>
                </a:lnTo>
                <a:lnTo>
                  <a:pt x="818" y="821"/>
                </a:lnTo>
                <a:lnTo>
                  <a:pt x="818" y="822"/>
                </a:lnTo>
                <a:lnTo>
                  <a:pt x="817" y="822"/>
                </a:lnTo>
                <a:lnTo>
                  <a:pt x="817" y="823"/>
                </a:lnTo>
                <a:lnTo>
                  <a:pt x="816" y="823"/>
                </a:lnTo>
                <a:lnTo>
                  <a:pt x="816" y="822"/>
                </a:lnTo>
                <a:lnTo>
                  <a:pt x="815" y="822"/>
                </a:lnTo>
                <a:lnTo>
                  <a:pt x="814" y="823"/>
                </a:lnTo>
                <a:lnTo>
                  <a:pt x="814" y="824"/>
                </a:lnTo>
                <a:lnTo>
                  <a:pt x="813" y="824"/>
                </a:lnTo>
                <a:lnTo>
                  <a:pt x="813" y="825"/>
                </a:lnTo>
                <a:lnTo>
                  <a:pt x="812" y="826"/>
                </a:lnTo>
                <a:lnTo>
                  <a:pt x="811" y="826"/>
                </a:lnTo>
                <a:lnTo>
                  <a:pt x="810" y="827"/>
                </a:lnTo>
                <a:lnTo>
                  <a:pt x="810" y="828"/>
                </a:lnTo>
                <a:lnTo>
                  <a:pt x="810" y="829"/>
                </a:lnTo>
                <a:lnTo>
                  <a:pt x="809" y="829"/>
                </a:lnTo>
                <a:lnTo>
                  <a:pt x="809" y="830"/>
                </a:lnTo>
                <a:lnTo>
                  <a:pt x="810" y="830"/>
                </a:lnTo>
                <a:lnTo>
                  <a:pt x="811" y="831"/>
                </a:lnTo>
                <a:lnTo>
                  <a:pt x="811" y="832"/>
                </a:lnTo>
                <a:lnTo>
                  <a:pt x="810" y="832"/>
                </a:lnTo>
                <a:lnTo>
                  <a:pt x="810" y="833"/>
                </a:lnTo>
                <a:lnTo>
                  <a:pt x="810" y="834"/>
                </a:lnTo>
                <a:lnTo>
                  <a:pt x="809" y="834"/>
                </a:lnTo>
                <a:lnTo>
                  <a:pt x="809" y="835"/>
                </a:lnTo>
                <a:lnTo>
                  <a:pt x="810" y="836"/>
                </a:lnTo>
                <a:lnTo>
                  <a:pt x="811" y="836"/>
                </a:lnTo>
                <a:lnTo>
                  <a:pt x="812" y="836"/>
                </a:lnTo>
                <a:lnTo>
                  <a:pt x="812" y="837"/>
                </a:lnTo>
                <a:lnTo>
                  <a:pt x="813" y="839"/>
                </a:lnTo>
                <a:lnTo>
                  <a:pt x="813" y="840"/>
                </a:lnTo>
                <a:lnTo>
                  <a:pt x="814" y="841"/>
                </a:lnTo>
                <a:lnTo>
                  <a:pt x="814" y="843"/>
                </a:lnTo>
                <a:lnTo>
                  <a:pt x="814" y="844"/>
                </a:lnTo>
                <a:lnTo>
                  <a:pt x="815" y="844"/>
                </a:lnTo>
                <a:lnTo>
                  <a:pt x="814" y="844"/>
                </a:lnTo>
                <a:lnTo>
                  <a:pt x="814" y="845"/>
                </a:lnTo>
                <a:lnTo>
                  <a:pt x="813" y="845"/>
                </a:lnTo>
                <a:lnTo>
                  <a:pt x="812" y="845"/>
                </a:lnTo>
                <a:lnTo>
                  <a:pt x="812" y="846"/>
                </a:lnTo>
                <a:lnTo>
                  <a:pt x="810" y="846"/>
                </a:lnTo>
                <a:lnTo>
                  <a:pt x="810" y="847"/>
                </a:lnTo>
                <a:lnTo>
                  <a:pt x="810" y="848"/>
                </a:lnTo>
                <a:lnTo>
                  <a:pt x="811" y="849"/>
                </a:lnTo>
                <a:lnTo>
                  <a:pt x="812" y="850"/>
                </a:lnTo>
                <a:lnTo>
                  <a:pt x="811" y="851"/>
                </a:lnTo>
                <a:lnTo>
                  <a:pt x="810" y="851"/>
                </a:lnTo>
                <a:lnTo>
                  <a:pt x="810" y="852"/>
                </a:lnTo>
                <a:lnTo>
                  <a:pt x="808" y="851"/>
                </a:lnTo>
                <a:lnTo>
                  <a:pt x="807" y="851"/>
                </a:lnTo>
                <a:lnTo>
                  <a:pt x="806" y="852"/>
                </a:lnTo>
                <a:lnTo>
                  <a:pt x="805" y="852"/>
                </a:lnTo>
                <a:lnTo>
                  <a:pt x="804" y="852"/>
                </a:lnTo>
                <a:lnTo>
                  <a:pt x="803" y="851"/>
                </a:lnTo>
                <a:lnTo>
                  <a:pt x="802" y="852"/>
                </a:lnTo>
                <a:lnTo>
                  <a:pt x="801" y="852"/>
                </a:lnTo>
                <a:lnTo>
                  <a:pt x="800" y="852"/>
                </a:lnTo>
                <a:lnTo>
                  <a:pt x="800" y="853"/>
                </a:lnTo>
                <a:lnTo>
                  <a:pt x="799" y="853"/>
                </a:lnTo>
                <a:lnTo>
                  <a:pt x="798" y="853"/>
                </a:lnTo>
                <a:lnTo>
                  <a:pt x="797" y="853"/>
                </a:lnTo>
                <a:lnTo>
                  <a:pt x="797" y="854"/>
                </a:lnTo>
                <a:lnTo>
                  <a:pt x="797" y="853"/>
                </a:lnTo>
                <a:lnTo>
                  <a:pt x="796" y="853"/>
                </a:lnTo>
                <a:lnTo>
                  <a:pt x="795" y="854"/>
                </a:lnTo>
                <a:lnTo>
                  <a:pt x="794" y="855"/>
                </a:lnTo>
                <a:lnTo>
                  <a:pt x="794" y="856"/>
                </a:lnTo>
                <a:lnTo>
                  <a:pt x="795" y="856"/>
                </a:lnTo>
                <a:lnTo>
                  <a:pt x="795" y="857"/>
                </a:lnTo>
                <a:lnTo>
                  <a:pt x="794" y="858"/>
                </a:lnTo>
                <a:lnTo>
                  <a:pt x="794" y="859"/>
                </a:lnTo>
                <a:lnTo>
                  <a:pt x="793" y="860"/>
                </a:lnTo>
                <a:lnTo>
                  <a:pt x="792" y="861"/>
                </a:lnTo>
                <a:lnTo>
                  <a:pt x="793" y="862"/>
                </a:lnTo>
                <a:lnTo>
                  <a:pt x="795" y="862"/>
                </a:lnTo>
                <a:lnTo>
                  <a:pt x="795" y="863"/>
                </a:lnTo>
                <a:lnTo>
                  <a:pt x="796" y="863"/>
                </a:lnTo>
                <a:lnTo>
                  <a:pt x="795" y="864"/>
                </a:lnTo>
                <a:lnTo>
                  <a:pt x="795" y="865"/>
                </a:lnTo>
                <a:lnTo>
                  <a:pt x="796" y="865"/>
                </a:lnTo>
                <a:lnTo>
                  <a:pt x="796" y="866"/>
                </a:lnTo>
                <a:lnTo>
                  <a:pt x="796" y="867"/>
                </a:lnTo>
                <a:lnTo>
                  <a:pt x="796" y="868"/>
                </a:lnTo>
                <a:lnTo>
                  <a:pt x="797" y="868"/>
                </a:lnTo>
                <a:lnTo>
                  <a:pt x="796" y="869"/>
                </a:lnTo>
                <a:lnTo>
                  <a:pt x="797" y="869"/>
                </a:lnTo>
                <a:lnTo>
                  <a:pt x="797" y="870"/>
                </a:lnTo>
                <a:lnTo>
                  <a:pt x="796" y="870"/>
                </a:lnTo>
                <a:lnTo>
                  <a:pt x="795" y="870"/>
                </a:lnTo>
                <a:lnTo>
                  <a:pt x="795" y="873"/>
                </a:lnTo>
                <a:lnTo>
                  <a:pt x="795" y="874"/>
                </a:lnTo>
                <a:lnTo>
                  <a:pt x="795" y="875"/>
                </a:lnTo>
                <a:lnTo>
                  <a:pt x="795" y="876"/>
                </a:lnTo>
                <a:lnTo>
                  <a:pt x="795" y="877"/>
                </a:lnTo>
                <a:lnTo>
                  <a:pt x="796" y="877"/>
                </a:lnTo>
                <a:lnTo>
                  <a:pt x="796" y="878"/>
                </a:lnTo>
                <a:lnTo>
                  <a:pt x="796" y="879"/>
                </a:lnTo>
                <a:lnTo>
                  <a:pt x="797" y="879"/>
                </a:lnTo>
                <a:lnTo>
                  <a:pt x="798" y="882"/>
                </a:lnTo>
                <a:lnTo>
                  <a:pt x="799" y="884"/>
                </a:lnTo>
                <a:lnTo>
                  <a:pt x="799" y="885"/>
                </a:lnTo>
                <a:lnTo>
                  <a:pt x="799" y="886"/>
                </a:lnTo>
                <a:lnTo>
                  <a:pt x="798" y="886"/>
                </a:lnTo>
                <a:lnTo>
                  <a:pt x="799" y="887"/>
                </a:lnTo>
                <a:lnTo>
                  <a:pt x="800" y="888"/>
                </a:lnTo>
                <a:lnTo>
                  <a:pt x="801" y="889"/>
                </a:lnTo>
                <a:lnTo>
                  <a:pt x="802" y="890"/>
                </a:lnTo>
                <a:lnTo>
                  <a:pt x="803" y="891"/>
                </a:lnTo>
                <a:lnTo>
                  <a:pt x="803" y="892"/>
                </a:lnTo>
                <a:lnTo>
                  <a:pt x="804" y="892"/>
                </a:lnTo>
                <a:lnTo>
                  <a:pt x="804" y="893"/>
                </a:lnTo>
                <a:lnTo>
                  <a:pt x="804" y="894"/>
                </a:lnTo>
                <a:lnTo>
                  <a:pt x="805" y="894"/>
                </a:lnTo>
                <a:lnTo>
                  <a:pt x="806" y="895"/>
                </a:lnTo>
                <a:lnTo>
                  <a:pt x="807" y="895"/>
                </a:lnTo>
                <a:lnTo>
                  <a:pt x="808" y="895"/>
                </a:lnTo>
                <a:lnTo>
                  <a:pt x="808" y="896"/>
                </a:lnTo>
                <a:lnTo>
                  <a:pt x="809" y="896"/>
                </a:lnTo>
                <a:lnTo>
                  <a:pt x="809" y="897"/>
                </a:lnTo>
                <a:lnTo>
                  <a:pt x="809" y="896"/>
                </a:lnTo>
                <a:lnTo>
                  <a:pt x="810" y="896"/>
                </a:lnTo>
                <a:lnTo>
                  <a:pt x="810" y="897"/>
                </a:lnTo>
                <a:lnTo>
                  <a:pt x="810" y="898"/>
                </a:lnTo>
                <a:lnTo>
                  <a:pt x="811" y="898"/>
                </a:lnTo>
                <a:lnTo>
                  <a:pt x="811" y="899"/>
                </a:lnTo>
                <a:lnTo>
                  <a:pt x="812" y="898"/>
                </a:lnTo>
                <a:lnTo>
                  <a:pt x="813" y="899"/>
                </a:lnTo>
                <a:lnTo>
                  <a:pt x="814" y="899"/>
                </a:lnTo>
                <a:lnTo>
                  <a:pt x="815" y="899"/>
                </a:lnTo>
                <a:lnTo>
                  <a:pt x="815" y="900"/>
                </a:lnTo>
                <a:lnTo>
                  <a:pt x="816" y="900"/>
                </a:lnTo>
                <a:lnTo>
                  <a:pt x="816" y="899"/>
                </a:lnTo>
                <a:lnTo>
                  <a:pt x="817" y="899"/>
                </a:lnTo>
                <a:lnTo>
                  <a:pt x="817" y="900"/>
                </a:lnTo>
                <a:lnTo>
                  <a:pt x="817" y="902"/>
                </a:lnTo>
                <a:lnTo>
                  <a:pt x="818" y="903"/>
                </a:lnTo>
                <a:lnTo>
                  <a:pt x="818" y="904"/>
                </a:lnTo>
                <a:lnTo>
                  <a:pt x="819" y="904"/>
                </a:lnTo>
                <a:lnTo>
                  <a:pt x="819" y="905"/>
                </a:lnTo>
                <a:lnTo>
                  <a:pt x="820" y="905"/>
                </a:lnTo>
                <a:lnTo>
                  <a:pt x="821" y="906"/>
                </a:lnTo>
                <a:lnTo>
                  <a:pt x="822" y="907"/>
                </a:lnTo>
                <a:lnTo>
                  <a:pt x="823" y="907"/>
                </a:lnTo>
                <a:lnTo>
                  <a:pt x="823" y="908"/>
                </a:lnTo>
                <a:lnTo>
                  <a:pt x="824" y="909"/>
                </a:lnTo>
                <a:lnTo>
                  <a:pt x="825" y="909"/>
                </a:lnTo>
                <a:lnTo>
                  <a:pt x="826" y="909"/>
                </a:lnTo>
                <a:lnTo>
                  <a:pt x="826" y="910"/>
                </a:lnTo>
                <a:lnTo>
                  <a:pt x="826" y="911"/>
                </a:lnTo>
                <a:lnTo>
                  <a:pt x="827" y="911"/>
                </a:lnTo>
                <a:lnTo>
                  <a:pt x="828" y="912"/>
                </a:lnTo>
                <a:lnTo>
                  <a:pt x="829" y="912"/>
                </a:lnTo>
                <a:lnTo>
                  <a:pt x="830" y="912"/>
                </a:lnTo>
                <a:lnTo>
                  <a:pt x="829" y="912"/>
                </a:lnTo>
                <a:lnTo>
                  <a:pt x="826" y="912"/>
                </a:lnTo>
                <a:lnTo>
                  <a:pt x="825" y="912"/>
                </a:lnTo>
                <a:lnTo>
                  <a:pt x="825" y="911"/>
                </a:lnTo>
                <a:lnTo>
                  <a:pt x="824" y="912"/>
                </a:lnTo>
                <a:lnTo>
                  <a:pt x="823" y="913"/>
                </a:lnTo>
                <a:lnTo>
                  <a:pt x="821" y="912"/>
                </a:lnTo>
                <a:lnTo>
                  <a:pt x="820" y="912"/>
                </a:lnTo>
                <a:lnTo>
                  <a:pt x="819" y="912"/>
                </a:lnTo>
                <a:lnTo>
                  <a:pt x="819" y="911"/>
                </a:lnTo>
                <a:lnTo>
                  <a:pt x="819" y="912"/>
                </a:lnTo>
                <a:lnTo>
                  <a:pt x="818" y="912"/>
                </a:lnTo>
                <a:lnTo>
                  <a:pt x="817" y="912"/>
                </a:lnTo>
                <a:lnTo>
                  <a:pt x="817" y="911"/>
                </a:lnTo>
                <a:lnTo>
                  <a:pt x="816" y="911"/>
                </a:lnTo>
                <a:lnTo>
                  <a:pt x="815" y="911"/>
                </a:lnTo>
                <a:lnTo>
                  <a:pt x="815" y="910"/>
                </a:lnTo>
                <a:lnTo>
                  <a:pt x="815" y="911"/>
                </a:lnTo>
                <a:lnTo>
                  <a:pt x="814" y="911"/>
                </a:lnTo>
                <a:lnTo>
                  <a:pt x="813" y="911"/>
                </a:lnTo>
                <a:lnTo>
                  <a:pt x="812" y="911"/>
                </a:lnTo>
                <a:lnTo>
                  <a:pt x="812" y="910"/>
                </a:lnTo>
                <a:lnTo>
                  <a:pt x="811" y="910"/>
                </a:lnTo>
                <a:lnTo>
                  <a:pt x="810" y="910"/>
                </a:lnTo>
                <a:lnTo>
                  <a:pt x="809" y="909"/>
                </a:lnTo>
                <a:lnTo>
                  <a:pt x="809" y="910"/>
                </a:lnTo>
                <a:lnTo>
                  <a:pt x="808" y="911"/>
                </a:lnTo>
                <a:lnTo>
                  <a:pt x="807" y="911"/>
                </a:lnTo>
                <a:lnTo>
                  <a:pt x="807" y="910"/>
                </a:lnTo>
                <a:lnTo>
                  <a:pt x="806" y="910"/>
                </a:lnTo>
                <a:lnTo>
                  <a:pt x="806" y="909"/>
                </a:lnTo>
                <a:lnTo>
                  <a:pt x="806" y="910"/>
                </a:lnTo>
                <a:lnTo>
                  <a:pt x="805" y="910"/>
                </a:lnTo>
                <a:lnTo>
                  <a:pt x="805" y="909"/>
                </a:lnTo>
                <a:lnTo>
                  <a:pt x="804" y="909"/>
                </a:lnTo>
                <a:lnTo>
                  <a:pt x="804" y="908"/>
                </a:lnTo>
                <a:lnTo>
                  <a:pt x="802" y="908"/>
                </a:lnTo>
                <a:lnTo>
                  <a:pt x="802" y="907"/>
                </a:lnTo>
                <a:lnTo>
                  <a:pt x="801" y="907"/>
                </a:lnTo>
                <a:lnTo>
                  <a:pt x="801" y="906"/>
                </a:lnTo>
                <a:lnTo>
                  <a:pt x="802" y="906"/>
                </a:lnTo>
                <a:lnTo>
                  <a:pt x="801" y="905"/>
                </a:lnTo>
                <a:lnTo>
                  <a:pt x="801" y="904"/>
                </a:lnTo>
                <a:lnTo>
                  <a:pt x="801" y="903"/>
                </a:lnTo>
                <a:lnTo>
                  <a:pt x="800" y="902"/>
                </a:lnTo>
                <a:lnTo>
                  <a:pt x="799" y="902"/>
                </a:lnTo>
                <a:lnTo>
                  <a:pt x="798" y="902"/>
                </a:lnTo>
                <a:lnTo>
                  <a:pt x="798" y="903"/>
                </a:lnTo>
                <a:lnTo>
                  <a:pt x="797" y="903"/>
                </a:lnTo>
                <a:lnTo>
                  <a:pt x="796" y="903"/>
                </a:lnTo>
                <a:lnTo>
                  <a:pt x="796" y="904"/>
                </a:lnTo>
                <a:lnTo>
                  <a:pt x="796" y="905"/>
                </a:lnTo>
                <a:lnTo>
                  <a:pt x="795" y="905"/>
                </a:lnTo>
                <a:lnTo>
                  <a:pt x="794" y="905"/>
                </a:lnTo>
                <a:lnTo>
                  <a:pt x="793" y="906"/>
                </a:lnTo>
                <a:lnTo>
                  <a:pt x="792" y="907"/>
                </a:lnTo>
                <a:lnTo>
                  <a:pt x="791" y="907"/>
                </a:lnTo>
                <a:lnTo>
                  <a:pt x="791" y="906"/>
                </a:lnTo>
                <a:lnTo>
                  <a:pt x="790" y="905"/>
                </a:lnTo>
                <a:lnTo>
                  <a:pt x="790" y="904"/>
                </a:lnTo>
                <a:lnTo>
                  <a:pt x="789" y="904"/>
                </a:lnTo>
                <a:lnTo>
                  <a:pt x="788" y="905"/>
                </a:lnTo>
                <a:lnTo>
                  <a:pt x="788" y="906"/>
                </a:lnTo>
                <a:lnTo>
                  <a:pt x="787" y="907"/>
                </a:lnTo>
                <a:lnTo>
                  <a:pt x="787" y="908"/>
                </a:lnTo>
                <a:lnTo>
                  <a:pt x="787" y="909"/>
                </a:lnTo>
                <a:lnTo>
                  <a:pt x="787" y="910"/>
                </a:lnTo>
                <a:lnTo>
                  <a:pt x="786" y="910"/>
                </a:lnTo>
                <a:lnTo>
                  <a:pt x="787" y="910"/>
                </a:lnTo>
                <a:lnTo>
                  <a:pt x="787" y="911"/>
                </a:lnTo>
                <a:lnTo>
                  <a:pt x="788" y="911"/>
                </a:lnTo>
                <a:lnTo>
                  <a:pt x="789" y="911"/>
                </a:lnTo>
                <a:lnTo>
                  <a:pt x="789" y="910"/>
                </a:lnTo>
                <a:lnTo>
                  <a:pt x="789" y="911"/>
                </a:lnTo>
                <a:lnTo>
                  <a:pt x="790" y="911"/>
                </a:lnTo>
                <a:lnTo>
                  <a:pt x="791" y="911"/>
                </a:lnTo>
                <a:lnTo>
                  <a:pt x="791" y="912"/>
                </a:lnTo>
                <a:lnTo>
                  <a:pt x="792" y="912"/>
                </a:lnTo>
                <a:lnTo>
                  <a:pt x="793" y="913"/>
                </a:lnTo>
                <a:lnTo>
                  <a:pt x="792" y="913"/>
                </a:lnTo>
                <a:lnTo>
                  <a:pt x="792" y="914"/>
                </a:lnTo>
                <a:lnTo>
                  <a:pt x="791" y="915"/>
                </a:lnTo>
                <a:lnTo>
                  <a:pt x="790" y="916"/>
                </a:lnTo>
                <a:lnTo>
                  <a:pt x="789" y="917"/>
                </a:lnTo>
                <a:lnTo>
                  <a:pt x="788" y="917"/>
                </a:lnTo>
                <a:lnTo>
                  <a:pt x="788" y="919"/>
                </a:lnTo>
                <a:lnTo>
                  <a:pt x="787" y="919"/>
                </a:lnTo>
                <a:lnTo>
                  <a:pt x="787" y="920"/>
                </a:lnTo>
                <a:lnTo>
                  <a:pt x="787" y="921"/>
                </a:lnTo>
                <a:lnTo>
                  <a:pt x="788" y="921"/>
                </a:lnTo>
                <a:lnTo>
                  <a:pt x="789" y="921"/>
                </a:lnTo>
                <a:lnTo>
                  <a:pt x="790" y="921"/>
                </a:lnTo>
                <a:lnTo>
                  <a:pt x="790" y="922"/>
                </a:lnTo>
                <a:lnTo>
                  <a:pt x="791" y="922"/>
                </a:lnTo>
                <a:lnTo>
                  <a:pt x="792" y="922"/>
                </a:lnTo>
                <a:lnTo>
                  <a:pt x="792" y="923"/>
                </a:lnTo>
                <a:lnTo>
                  <a:pt x="792" y="924"/>
                </a:lnTo>
                <a:lnTo>
                  <a:pt x="793" y="925"/>
                </a:lnTo>
                <a:lnTo>
                  <a:pt x="793" y="926"/>
                </a:lnTo>
                <a:lnTo>
                  <a:pt x="793" y="927"/>
                </a:lnTo>
                <a:lnTo>
                  <a:pt x="794" y="928"/>
                </a:lnTo>
                <a:lnTo>
                  <a:pt x="794" y="929"/>
                </a:lnTo>
                <a:lnTo>
                  <a:pt x="794" y="930"/>
                </a:lnTo>
                <a:lnTo>
                  <a:pt x="794" y="931"/>
                </a:lnTo>
                <a:lnTo>
                  <a:pt x="794" y="932"/>
                </a:lnTo>
                <a:lnTo>
                  <a:pt x="794" y="934"/>
                </a:lnTo>
                <a:lnTo>
                  <a:pt x="793" y="935"/>
                </a:lnTo>
                <a:lnTo>
                  <a:pt x="794" y="935"/>
                </a:lnTo>
                <a:lnTo>
                  <a:pt x="794" y="936"/>
                </a:lnTo>
                <a:lnTo>
                  <a:pt x="795" y="936"/>
                </a:lnTo>
                <a:lnTo>
                  <a:pt x="794" y="937"/>
                </a:lnTo>
                <a:lnTo>
                  <a:pt x="794" y="938"/>
                </a:lnTo>
                <a:lnTo>
                  <a:pt x="794" y="939"/>
                </a:lnTo>
                <a:lnTo>
                  <a:pt x="794" y="940"/>
                </a:lnTo>
                <a:lnTo>
                  <a:pt x="793" y="940"/>
                </a:lnTo>
                <a:lnTo>
                  <a:pt x="792" y="940"/>
                </a:lnTo>
                <a:lnTo>
                  <a:pt x="791" y="940"/>
                </a:lnTo>
                <a:lnTo>
                  <a:pt x="791" y="941"/>
                </a:lnTo>
                <a:lnTo>
                  <a:pt x="790" y="941"/>
                </a:lnTo>
                <a:lnTo>
                  <a:pt x="790" y="942"/>
                </a:lnTo>
                <a:lnTo>
                  <a:pt x="789" y="942"/>
                </a:lnTo>
                <a:lnTo>
                  <a:pt x="788" y="942"/>
                </a:lnTo>
                <a:lnTo>
                  <a:pt x="787" y="942"/>
                </a:lnTo>
                <a:lnTo>
                  <a:pt x="787" y="941"/>
                </a:lnTo>
                <a:lnTo>
                  <a:pt x="786" y="941"/>
                </a:lnTo>
                <a:lnTo>
                  <a:pt x="786" y="940"/>
                </a:lnTo>
                <a:lnTo>
                  <a:pt x="786" y="939"/>
                </a:lnTo>
                <a:lnTo>
                  <a:pt x="786" y="938"/>
                </a:lnTo>
                <a:lnTo>
                  <a:pt x="785" y="938"/>
                </a:lnTo>
                <a:lnTo>
                  <a:pt x="784" y="938"/>
                </a:lnTo>
                <a:lnTo>
                  <a:pt x="783" y="938"/>
                </a:lnTo>
                <a:lnTo>
                  <a:pt x="782" y="938"/>
                </a:lnTo>
                <a:lnTo>
                  <a:pt x="782" y="939"/>
                </a:lnTo>
                <a:lnTo>
                  <a:pt x="781" y="939"/>
                </a:lnTo>
                <a:lnTo>
                  <a:pt x="780" y="939"/>
                </a:lnTo>
                <a:lnTo>
                  <a:pt x="780" y="940"/>
                </a:lnTo>
                <a:lnTo>
                  <a:pt x="780" y="941"/>
                </a:lnTo>
                <a:lnTo>
                  <a:pt x="780" y="942"/>
                </a:lnTo>
                <a:lnTo>
                  <a:pt x="779" y="943"/>
                </a:lnTo>
                <a:lnTo>
                  <a:pt x="779" y="944"/>
                </a:lnTo>
                <a:lnTo>
                  <a:pt x="779" y="945"/>
                </a:lnTo>
                <a:lnTo>
                  <a:pt x="779" y="946"/>
                </a:lnTo>
                <a:lnTo>
                  <a:pt x="779" y="947"/>
                </a:lnTo>
                <a:lnTo>
                  <a:pt x="778" y="947"/>
                </a:lnTo>
                <a:lnTo>
                  <a:pt x="778" y="948"/>
                </a:lnTo>
                <a:lnTo>
                  <a:pt x="778" y="949"/>
                </a:lnTo>
                <a:lnTo>
                  <a:pt x="778" y="950"/>
                </a:lnTo>
                <a:lnTo>
                  <a:pt x="776" y="953"/>
                </a:lnTo>
                <a:lnTo>
                  <a:pt x="776" y="955"/>
                </a:lnTo>
                <a:lnTo>
                  <a:pt x="777" y="956"/>
                </a:lnTo>
                <a:lnTo>
                  <a:pt x="777" y="957"/>
                </a:lnTo>
                <a:lnTo>
                  <a:pt x="777" y="959"/>
                </a:lnTo>
                <a:lnTo>
                  <a:pt x="778" y="959"/>
                </a:lnTo>
                <a:lnTo>
                  <a:pt x="778" y="960"/>
                </a:lnTo>
                <a:lnTo>
                  <a:pt x="779" y="960"/>
                </a:lnTo>
                <a:lnTo>
                  <a:pt x="780" y="960"/>
                </a:lnTo>
                <a:lnTo>
                  <a:pt x="781" y="960"/>
                </a:lnTo>
                <a:lnTo>
                  <a:pt x="781" y="961"/>
                </a:lnTo>
                <a:lnTo>
                  <a:pt x="780" y="961"/>
                </a:lnTo>
                <a:lnTo>
                  <a:pt x="780" y="962"/>
                </a:lnTo>
                <a:lnTo>
                  <a:pt x="779" y="963"/>
                </a:lnTo>
                <a:lnTo>
                  <a:pt x="779" y="964"/>
                </a:lnTo>
                <a:lnTo>
                  <a:pt x="779" y="965"/>
                </a:lnTo>
                <a:lnTo>
                  <a:pt x="779" y="966"/>
                </a:lnTo>
                <a:lnTo>
                  <a:pt x="780" y="967"/>
                </a:lnTo>
                <a:lnTo>
                  <a:pt x="779" y="968"/>
                </a:lnTo>
                <a:lnTo>
                  <a:pt x="779" y="967"/>
                </a:lnTo>
                <a:lnTo>
                  <a:pt x="778" y="967"/>
                </a:lnTo>
                <a:lnTo>
                  <a:pt x="777" y="967"/>
                </a:lnTo>
                <a:lnTo>
                  <a:pt x="776" y="968"/>
                </a:lnTo>
                <a:lnTo>
                  <a:pt x="776" y="967"/>
                </a:lnTo>
                <a:lnTo>
                  <a:pt x="775" y="967"/>
                </a:lnTo>
                <a:lnTo>
                  <a:pt x="774" y="967"/>
                </a:lnTo>
                <a:lnTo>
                  <a:pt x="774" y="966"/>
                </a:lnTo>
                <a:lnTo>
                  <a:pt x="773" y="966"/>
                </a:lnTo>
                <a:lnTo>
                  <a:pt x="773" y="965"/>
                </a:lnTo>
                <a:lnTo>
                  <a:pt x="772" y="965"/>
                </a:lnTo>
                <a:lnTo>
                  <a:pt x="772" y="964"/>
                </a:lnTo>
                <a:lnTo>
                  <a:pt x="772" y="963"/>
                </a:lnTo>
                <a:lnTo>
                  <a:pt x="771" y="962"/>
                </a:lnTo>
                <a:lnTo>
                  <a:pt x="770" y="963"/>
                </a:lnTo>
                <a:lnTo>
                  <a:pt x="770" y="964"/>
                </a:lnTo>
                <a:lnTo>
                  <a:pt x="769" y="964"/>
                </a:lnTo>
                <a:lnTo>
                  <a:pt x="769" y="965"/>
                </a:lnTo>
                <a:lnTo>
                  <a:pt x="770" y="966"/>
                </a:lnTo>
                <a:lnTo>
                  <a:pt x="771" y="966"/>
                </a:lnTo>
                <a:lnTo>
                  <a:pt x="771" y="967"/>
                </a:lnTo>
                <a:lnTo>
                  <a:pt x="772" y="968"/>
                </a:lnTo>
                <a:lnTo>
                  <a:pt x="772" y="970"/>
                </a:lnTo>
                <a:lnTo>
                  <a:pt x="772" y="971"/>
                </a:lnTo>
                <a:lnTo>
                  <a:pt x="771" y="971"/>
                </a:lnTo>
                <a:lnTo>
                  <a:pt x="770" y="971"/>
                </a:lnTo>
                <a:lnTo>
                  <a:pt x="769" y="971"/>
                </a:lnTo>
                <a:lnTo>
                  <a:pt x="769" y="970"/>
                </a:lnTo>
                <a:lnTo>
                  <a:pt x="768" y="970"/>
                </a:lnTo>
                <a:lnTo>
                  <a:pt x="768" y="969"/>
                </a:lnTo>
                <a:lnTo>
                  <a:pt x="767" y="969"/>
                </a:lnTo>
                <a:lnTo>
                  <a:pt x="766" y="970"/>
                </a:lnTo>
                <a:lnTo>
                  <a:pt x="765" y="971"/>
                </a:lnTo>
                <a:lnTo>
                  <a:pt x="765" y="972"/>
                </a:lnTo>
                <a:lnTo>
                  <a:pt x="765" y="973"/>
                </a:lnTo>
                <a:lnTo>
                  <a:pt x="764" y="973"/>
                </a:lnTo>
                <a:lnTo>
                  <a:pt x="763" y="972"/>
                </a:lnTo>
                <a:lnTo>
                  <a:pt x="763" y="971"/>
                </a:lnTo>
                <a:lnTo>
                  <a:pt x="762" y="971"/>
                </a:lnTo>
                <a:lnTo>
                  <a:pt x="762" y="970"/>
                </a:lnTo>
                <a:lnTo>
                  <a:pt x="762" y="971"/>
                </a:lnTo>
                <a:lnTo>
                  <a:pt x="761" y="970"/>
                </a:lnTo>
                <a:lnTo>
                  <a:pt x="758" y="970"/>
                </a:lnTo>
                <a:lnTo>
                  <a:pt x="757" y="970"/>
                </a:lnTo>
                <a:lnTo>
                  <a:pt x="755" y="969"/>
                </a:lnTo>
                <a:lnTo>
                  <a:pt x="754" y="969"/>
                </a:lnTo>
                <a:lnTo>
                  <a:pt x="753" y="969"/>
                </a:lnTo>
                <a:lnTo>
                  <a:pt x="752" y="969"/>
                </a:lnTo>
                <a:lnTo>
                  <a:pt x="751" y="969"/>
                </a:lnTo>
                <a:lnTo>
                  <a:pt x="750" y="968"/>
                </a:lnTo>
                <a:lnTo>
                  <a:pt x="749" y="968"/>
                </a:lnTo>
                <a:lnTo>
                  <a:pt x="748" y="967"/>
                </a:lnTo>
                <a:lnTo>
                  <a:pt x="748" y="966"/>
                </a:lnTo>
                <a:lnTo>
                  <a:pt x="747" y="966"/>
                </a:lnTo>
                <a:lnTo>
                  <a:pt x="746" y="966"/>
                </a:lnTo>
                <a:lnTo>
                  <a:pt x="745" y="966"/>
                </a:lnTo>
                <a:lnTo>
                  <a:pt x="744" y="966"/>
                </a:lnTo>
                <a:lnTo>
                  <a:pt x="743" y="966"/>
                </a:lnTo>
                <a:lnTo>
                  <a:pt x="742" y="966"/>
                </a:lnTo>
                <a:lnTo>
                  <a:pt x="741" y="966"/>
                </a:lnTo>
                <a:lnTo>
                  <a:pt x="740" y="967"/>
                </a:lnTo>
                <a:lnTo>
                  <a:pt x="740" y="968"/>
                </a:lnTo>
                <a:lnTo>
                  <a:pt x="740" y="969"/>
                </a:lnTo>
                <a:lnTo>
                  <a:pt x="740" y="970"/>
                </a:lnTo>
                <a:lnTo>
                  <a:pt x="740" y="971"/>
                </a:lnTo>
                <a:lnTo>
                  <a:pt x="741" y="971"/>
                </a:lnTo>
                <a:lnTo>
                  <a:pt x="742" y="971"/>
                </a:lnTo>
                <a:lnTo>
                  <a:pt x="742" y="972"/>
                </a:lnTo>
                <a:lnTo>
                  <a:pt x="743" y="972"/>
                </a:lnTo>
                <a:lnTo>
                  <a:pt x="743" y="973"/>
                </a:lnTo>
                <a:lnTo>
                  <a:pt x="742" y="973"/>
                </a:lnTo>
                <a:lnTo>
                  <a:pt x="742" y="974"/>
                </a:lnTo>
                <a:lnTo>
                  <a:pt x="741" y="974"/>
                </a:lnTo>
                <a:lnTo>
                  <a:pt x="741" y="975"/>
                </a:lnTo>
                <a:lnTo>
                  <a:pt x="740" y="975"/>
                </a:lnTo>
                <a:lnTo>
                  <a:pt x="738" y="974"/>
                </a:lnTo>
                <a:lnTo>
                  <a:pt x="737" y="974"/>
                </a:lnTo>
                <a:lnTo>
                  <a:pt x="737" y="973"/>
                </a:lnTo>
                <a:lnTo>
                  <a:pt x="736" y="972"/>
                </a:lnTo>
                <a:lnTo>
                  <a:pt x="735" y="972"/>
                </a:lnTo>
                <a:lnTo>
                  <a:pt x="734" y="972"/>
                </a:lnTo>
                <a:lnTo>
                  <a:pt x="734" y="973"/>
                </a:lnTo>
                <a:lnTo>
                  <a:pt x="733" y="974"/>
                </a:lnTo>
                <a:lnTo>
                  <a:pt x="732" y="974"/>
                </a:lnTo>
                <a:lnTo>
                  <a:pt x="731" y="975"/>
                </a:lnTo>
                <a:lnTo>
                  <a:pt x="732" y="976"/>
                </a:lnTo>
                <a:lnTo>
                  <a:pt x="732" y="977"/>
                </a:lnTo>
                <a:lnTo>
                  <a:pt x="731" y="978"/>
                </a:lnTo>
                <a:lnTo>
                  <a:pt x="731" y="977"/>
                </a:lnTo>
                <a:lnTo>
                  <a:pt x="730" y="977"/>
                </a:lnTo>
                <a:lnTo>
                  <a:pt x="730" y="976"/>
                </a:lnTo>
                <a:lnTo>
                  <a:pt x="729" y="976"/>
                </a:lnTo>
                <a:lnTo>
                  <a:pt x="729" y="975"/>
                </a:lnTo>
                <a:lnTo>
                  <a:pt x="730" y="975"/>
                </a:lnTo>
                <a:lnTo>
                  <a:pt x="730" y="974"/>
                </a:lnTo>
                <a:lnTo>
                  <a:pt x="729" y="974"/>
                </a:lnTo>
                <a:lnTo>
                  <a:pt x="729" y="973"/>
                </a:lnTo>
                <a:lnTo>
                  <a:pt x="728" y="973"/>
                </a:lnTo>
                <a:lnTo>
                  <a:pt x="727" y="972"/>
                </a:lnTo>
                <a:lnTo>
                  <a:pt x="726" y="971"/>
                </a:lnTo>
                <a:lnTo>
                  <a:pt x="725" y="971"/>
                </a:lnTo>
                <a:lnTo>
                  <a:pt x="725" y="970"/>
                </a:lnTo>
                <a:lnTo>
                  <a:pt x="724" y="970"/>
                </a:lnTo>
                <a:lnTo>
                  <a:pt x="723" y="971"/>
                </a:lnTo>
                <a:lnTo>
                  <a:pt x="722" y="971"/>
                </a:lnTo>
                <a:lnTo>
                  <a:pt x="721" y="971"/>
                </a:lnTo>
                <a:lnTo>
                  <a:pt x="721" y="970"/>
                </a:lnTo>
                <a:lnTo>
                  <a:pt x="720" y="970"/>
                </a:lnTo>
                <a:lnTo>
                  <a:pt x="719" y="970"/>
                </a:lnTo>
                <a:lnTo>
                  <a:pt x="719" y="971"/>
                </a:lnTo>
                <a:lnTo>
                  <a:pt x="719" y="970"/>
                </a:lnTo>
                <a:lnTo>
                  <a:pt x="718" y="970"/>
                </a:lnTo>
                <a:lnTo>
                  <a:pt x="718" y="969"/>
                </a:lnTo>
                <a:lnTo>
                  <a:pt x="717" y="969"/>
                </a:lnTo>
                <a:lnTo>
                  <a:pt x="716" y="970"/>
                </a:lnTo>
                <a:lnTo>
                  <a:pt x="718" y="971"/>
                </a:lnTo>
                <a:lnTo>
                  <a:pt x="718" y="972"/>
                </a:lnTo>
                <a:lnTo>
                  <a:pt x="719" y="972"/>
                </a:lnTo>
                <a:lnTo>
                  <a:pt x="719" y="973"/>
                </a:lnTo>
                <a:lnTo>
                  <a:pt x="718" y="973"/>
                </a:lnTo>
                <a:lnTo>
                  <a:pt x="718" y="974"/>
                </a:lnTo>
                <a:lnTo>
                  <a:pt x="718" y="975"/>
                </a:lnTo>
                <a:lnTo>
                  <a:pt x="719" y="976"/>
                </a:lnTo>
                <a:lnTo>
                  <a:pt x="719" y="978"/>
                </a:lnTo>
                <a:lnTo>
                  <a:pt x="719" y="980"/>
                </a:lnTo>
                <a:lnTo>
                  <a:pt x="721" y="980"/>
                </a:lnTo>
                <a:lnTo>
                  <a:pt x="721" y="981"/>
                </a:lnTo>
                <a:lnTo>
                  <a:pt x="722" y="981"/>
                </a:lnTo>
                <a:lnTo>
                  <a:pt x="721" y="982"/>
                </a:lnTo>
                <a:lnTo>
                  <a:pt x="722" y="984"/>
                </a:lnTo>
                <a:lnTo>
                  <a:pt x="723" y="985"/>
                </a:lnTo>
                <a:lnTo>
                  <a:pt x="724" y="985"/>
                </a:lnTo>
                <a:lnTo>
                  <a:pt x="724" y="986"/>
                </a:lnTo>
                <a:lnTo>
                  <a:pt x="725" y="986"/>
                </a:lnTo>
                <a:lnTo>
                  <a:pt x="725" y="987"/>
                </a:lnTo>
                <a:lnTo>
                  <a:pt x="724" y="987"/>
                </a:lnTo>
                <a:lnTo>
                  <a:pt x="724" y="988"/>
                </a:lnTo>
                <a:lnTo>
                  <a:pt x="723" y="989"/>
                </a:lnTo>
                <a:lnTo>
                  <a:pt x="723" y="990"/>
                </a:lnTo>
                <a:lnTo>
                  <a:pt x="722" y="990"/>
                </a:lnTo>
                <a:lnTo>
                  <a:pt x="721" y="990"/>
                </a:lnTo>
                <a:lnTo>
                  <a:pt x="720" y="989"/>
                </a:lnTo>
                <a:lnTo>
                  <a:pt x="719" y="990"/>
                </a:lnTo>
                <a:lnTo>
                  <a:pt x="719" y="991"/>
                </a:lnTo>
                <a:lnTo>
                  <a:pt x="719" y="994"/>
                </a:lnTo>
                <a:lnTo>
                  <a:pt x="719" y="996"/>
                </a:lnTo>
                <a:lnTo>
                  <a:pt x="719" y="997"/>
                </a:lnTo>
                <a:lnTo>
                  <a:pt x="722" y="999"/>
                </a:lnTo>
                <a:lnTo>
                  <a:pt x="722" y="1000"/>
                </a:lnTo>
                <a:lnTo>
                  <a:pt x="722" y="1001"/>
                </a:lnTo>
                <a:lnTo>
                  <a:pt x="722" y="1002"/>
                </a:lnTo>
                <a:lnTo>
                  <a:pt x="723" y="1004"/>
                </a:lnTo>
                <a:lnTo>
                  <a:pt x="724" y="1006"/>
                </a:lnTo>
                <a:lnTo>
                  <a:pt x="724" y="1007"/>
                </a:lnTo>
                <a:lnTo>
                  <a:pt x="725" y="1007"/>
                </a:lnTo>
                <a:lnTo>
                  <a:pt x="726" y="1009"/>
                </a:lnTo>
                <a:lnTo>
                  <a:pt x="725" y="1011"/>
                </a:lnTo>
                <a:lnTo>
                  <a:pt x="724" y="1012"/>
                </a:lnTo>
                <a:lnTo>
                  <a:pt x="723" y="1012"/>
                </a:lnTo>
                <a:lnTo>
                  <a:pt x="722" y="1011"/>
                </a:lnTo>
                <a:lnTo>
                  <a:pt x="721" y="1011"/>
                </a:lnTo>
                <a:lnTo>
                  <a:pt x="720" y="1012"/>
                </a:lnTo>
                <a:lnTo>
                  <a:pt x="719" y="1013"/>
                </a:lnTo>
                <a:lnTo>
                  <a:pt x="719" y="1014"/>
                </a:lnTo>
                <a:lnTo>
                  <a:pt x="718" y="1015"/>
                </a:lnTo>
                <a:lnTo>
                  <a:pt x="716" y="1015"/>
                </a:lnTo>
                <a:lnTo>
                  <a:pt x="715" y="1015"/>
                </a:lnTo>
                <a:lnTo>
                  <a:pt x="714" y="1014"/>
                </a:lnTo>
                <a:lnTo>
                  <a:pt x="713" y="1012"/>
                </a:lnTo>
                <a:lnTo>
                  <a:pt x="712" y="1011"/>
                </a:lnTo>
                <a:lnTo>
                  <a:pt x="711" y="1010"/>
                </a:lnTo>
                <a:lnTo>
                  <a:pt x="711" y="1009"/>
                </a:lnTo>
                <a:lnTo>
                  <a:pt x="710" y="1008"/>
                </a:lnTo>
                <a:lnTo>
                  <a:pt x="709" y="1007"/>
                </a:lnTo>
                <a:lnTo>
                  <a:pt x="708" y="1007"/>
                </a:lnTo>
                <a:lnTo>
                  <a:pt x="707" y="1008"/>
                </a:lnTo>
                <a:lnTo>
                  <a:pt x="708" y="1009"/>
                </a:lnTo>
                <a:lnTo>
                  <a:pt x="706" y="1010"/>
                </a:lnTo>
                <a:lnTo>
                  <a:pt x="705" y="1009"/>
                </a:lnTo>
                <a:lnTo>
                  <a:pt x="704" y="1008"/>
                </a:lnTo>
                <a:lnTo>
                  <a:pt x="703" y="1007"/>
                </a:lnTo>
                <a:lnTo>
                  <a:pt x="703" y="1006"/>
                </a:lnTo>
                <a:lnTo>
                  <a:pt x="702" y="1005"/>
                </a:lnTo>
                <a:lnTo>
                  <a:pt x="701" y="1006"/>
                </a:lnTo>
                <a:lnTo>
                  <a:pt x="700" y="1006"/>
                </a:lnTo>
                <a:lnTo>
                  <a:pt x="697" y="1008"/>
                </a:lnTo>
                <a:lnTo>
                  <a:pt x="696" y="1008"/>
                </a:lnTo>
                <a:lnTo>
                  <a:pt x="695" y="1007"/>
                </a:lnTo>
                <a:lnTo>
                  <a:pt x="695" y="1006"/>
                </a:lnTo>
                <a:lnTo>
                  <a:pt x="694" y="1006"/>
                </a:lnTo>
                <a:lnTo>
                  <a:pt x="693" y="1005"/>
                </a:lnTo>
                <a:lnTo>
                  <a:pt x="692" y="1004"/>
                </a:lnTo>
                <a:lnTo>
                  <a:pt x="691" y="1003"/>
                </a:lnTo>
                <a:lnTo>
                  <a:pt x="691" y="1002"/>
                </a:lnTo>
                <a:lnTo>
                  <a:pt x="690" y="1002"/>
                </a:lnTo>
                <a:lnTo>
                  <a:pt x="689" y="1001"/>
                </a:lnTo>
                <a:lnTo>
                  <a:pt x="688" y="1000"/>
                </a:lnTo>
                <a:lnTo>
                  <a:pt x="687" y="1000"/>
                </a:lnTo>
                <a:lnTo>
                  <a:pt x="686" y="999"/>
                </a:lnTo>
                <a:lnTo>
                  <a:pt x="686" y="998"/>
                </a:lnTo>
                <a:lnTo>
                  <a:pt x="683" y="996"/>
                </a:lnTo>
                <a:lnTo>
                  <a:pt x="683" y="995"/>
                </a:lnTo>
                <a:lnTo>
                  <a:pt x="683" y="994"/>
                </a:lnTo>
                <a:lnTo>
                  <a:pt x="683" y="993"/>
                </a:lnTo>
                <a:lnTo>
                  <a:pt x="683" y="992"/>
                </a:lnTo>
                <a:lnTo>
                  <a:pt x="682" y="991"/>
                </a:lnTo>
                <a:lnTo>
                  <a:pt x="681" y="991"/>
                </a:lnTo>
                <a:lnTo>
                  <a:pt x="681" y="989"/>
                </a:lnTo>
                <a:lnTo>
                  <a:pt x="681" y="988"/>
                </a:lnTo>
                <a:lnTo>
                  <a:pt x="681" y="986"/>
                </a:lnTo>
                <a:lnTo>
                  <a:pt x="680" y="985"/>
                </a:lnTo>
                <a:lnTo>
                  <a:pt x="681" y="984"/>
                </a:lnTo>
                <a:lnTo>
                  <a:pt x="681" y="983"/>
                </a:lnTo>
                <a:lnTo>
                  <a:pt x="680" y="980"/>
                </a:lnTo>
                <a:lnTo>
                  <a:pt x="680" y="979"/>
                </a:lnTo>
                <a:lnTo>
                  <a:pt x="679" y="979"/>
                </a:lnTo>
                <a:lnTo>
                  <a:pt x="677" y="979"/>
                </a:lnTo>
                <a:lnTo>
                  <a:pt x="676" y="980"/>
                </a:lnTo>
                <a:lnTo>
                  <a:pt x="669" y="979"/>
                </a:lnTo>
                <a:lnTo>
                  <a:pt x="668" y="978"/>
                </a:lnTo>
                <a:lnTo>
                  <a:pt x="667" y="978"/>
                </a:lnTo>
                <a:lnTo>
                  <a:pt x="665" y="977"/>
                </a:lnTo>
                <a:lnTo>
                  <a:pt x="664" y="977"/>
                </a:lnTo>
                <a:lnTo>
                  <a:pt x="663" y="978"/>
                </a:lnTo>
                <a:lnTo>
                  <a:pt x="661" y="980"/>
                </a:lnTo>
                <a:lnTo>
                  <a:pt x="660" y="980"/>
                </a:lnTo>
                <a:lnTo>
                  <a:pt x="660" y="979"/>
                </a:lnTo>
                <a:lnTo>
                  <a:pt x="659" y="979"/>
                </a:lnTo>
                <a:lnTo>
                  <a:pt x="658" y="979"/>
                </a:lnTo>
                <a:lnTo>
                  <a:pt x="658" y="980"/>
                </a:lnTo>
                <a:lnTo>
                  <a:pt x="659" y="982"/>
                </a:lnTo>
                <a:lnTo>
                  <a:pt x="659" y="983"/>
                </a:lnTo>
                <a:lnTo>
                  <a:pt x="660" y="983"/>
                </a:lnTo>
                <a:lnTo>
                  <a:pt x="660" y="984"/>
                </a:lnTo>
                <a:lnTo>
                  <a:pt x="659" y="986"/>
                </a:lnTo>
                <a:lnTo>
                  <a:pt x="659" y="987"/>
                </a:lnTo>
                <a:lnTo>
                  <a:pt x="659" y="988"/>
                </a:lnTo>
                <a:lnTo>
                  <a:pt x="658" y="988"/>
                </a:lnTo>
                <a:lnTo>
                  <a:pt x="657" y="988"/>
                </a:lnTo>
                <a:lnTo>
                  <a:pt x="656" y="990"/>
                </a:lnTo>
                <a:lnTo>
                  <a:pt x="656" y="991"/>
                </a:lnTo>
                <a:lnTo>
                  <a:pt x="656" y="992"/>
                </a:lnTo>
                <a:lnTo>
                  <a:pt x="656" y="994"/>
                </a:lnTo>
                <a:lnTo>
                  <a:pt x="656" y="995"/>
                </a:lnTo>
                <a:lnTo>
                  <a:pt x="655" y="995"/>
                </a:lnTo>
                <a:lnTo>
                  <a:pt x="655" y="996"/>
                </a:lnTo>
                <a:lnTo>
                  <a:pt x="655" y="997"/>
                </a:lnTo>
                <a:lnTo>
                  <a:pt x="656" y="997"/>
                </a:lnTo>
                <a:lnTo>
                  <a:pt x="657" y="997"/>
                </a:lnTo>
                <a:lnTo>
                  <a:pt x="658" y="998"/>
                </a:lnTo>
                <a:lnTo>
                  <a:pt x="659" y="998"/>
                </a:lnTo>
                <a:lnTo>
                  <a:pt x="661" y="1000"/>
                </a:lnTo>
                <a:lnTo>
                  <a:pt x="660" y="1001"/>
                </a:lnTo>
                <a:lnTo>
                  <a:pt x="660" y="1002"/>
                </a:lnTo>
                <a:lnTo>
                  <a:pt x="660" y="1003"/>
                </a:lnTo>
                <a:lnTo>
                  <a:pt x="661" y="1004"/>
                </a:lnTo>
                <a:lnTo>
                  <a:pt x="661" y="1006"/>
                </a:lnTo>
                <a:lnTo>
                  <a:pt x="662" y="1007"/>
                </a:lnTo>
                <a:lnTo>
                  <a:pt x="662" y="1009"/>
                </a:lnTo>
                <a:lnTo>
                  <a:pt x="661" y="1009"/>
                </a:lnTo>
                <a:lnTo>
                  <a:pt x="662" y="1011"/>
                </a:lnTo>
                <a:lnTo>
                  <a:pt x="661" y="1012"/>
                </a:lnTo>
                <a:lnTo>
                  <a:pt x="660" y="1012"/>
                </a:lnTo>
                <a:lnTo>
                  <a:pt x="659" y="1012"/>
                </a:lnTo>
                <a:lnTo>
                  <a:pt x="659" y="1013"/>
                </a:lnTo>
                <a:lnTo>
                  <a:pt x="659" y="1014"/>
                </a:lnTo>
                <a:lnTo>
                  <a:pt x="659" y="1016"/>
                </a:lnTo>
                <a:lnTo>
                  <a:pt x="658" y="1016"/>
                </a:lnTo>
                <a:lnTo>
                  <a:pt x="657" y="1017"/>
                </a:lnTo>
                <a:lnTo>
                  <a:pt x="658" y="1018"/>
                </a:lnTo>
                <a:lnTo>
                  <a:pt x="657" y="1019"/>
                </a:lnTo>
                <a:lnTo>
                  <a:pt x="656" y="1019"/>
                </a:lnTo>
                <a:lnTo>
                  <a:pt x="655" y="1019"/>
                </a:lnTo>
                <a:lnTo>
                  <a:pt x="655" y="1018"/>
                </a:lnTo>
                <a:lnTo>
                  <a:pt x="654" y="1018"/>
                </a:lnTo>
                <a:lnTo>
                  <a:pt x="653" y="1019"/>
                </a:lnTo>
                <a:lnTo>
                  <a:pt x="652" y="1019"/>
                </a:lnTo>
                <a:lnTo>
                  <a:pt x="651" y="1019"/>
                </a:lnTo>
                <a:lnTo>
                  <a:pt x="651" y="1018"/>
                </a:lnTo>
                <a:lnTo>
                  <a:pt x="650" y="1016"/>
                </a:lnTo>
                <a:lnTo>
                  <a:pt x="651" y="1014"/>
                </a:lnTo>
                <a:lnTo>
                  <a:pt x="651" y="1012"/>
                </a:lnTo>
                <a:lnTo>
                  <a:pt x="651" y="1009"/>
                </a:lnTo>
                <a:lnTo>
                  <a:pt x="651" y="1008"/>
                </a:lnTo>
                <a:lnTo>
                  <a:pt x="651" y="1007"/>
                </a:lnTo>
                <a:lnTo>
                  <a:pt x="650" y="1006"/>
                </a:lnTo>
                <a:lnTo>
                  <a:pt x="648" y="1006"/>
                </a:lnTo>
                <a:lnTo>
                  <a:pt x="647" y="1005"/>
                </a:lnTo>
                <a:lnTo>
                  <a:pt x="647" y="1004"/>
                </a:lnTo>
                <a:lnTo>
                  <a:pt x="646" y="1004"/>
                </a:lnTo>
                <a:lnTo>
                  <a:pt x="643" y="1002"/>
                </a:lnTo>
                <a:lnTo>
                  <a:pt x="641" y="1001"/>
                </a:lnTo>
                <a:lnTo>
                  <a:pt x="640" y="1000"/>
                </a:lnTo>
                <a:lnTo>
                  <a:pt x="639" y="999"/>
                </a:lnTo>
                <a:lnTo>
                  <a:pt x="637" y="995"/>
                </a:lnTo>
                <a:lnTo>
                  <a:pt x="636" y="995"/>
                </a:lnTo>
                <a:lnTo>
                  <a:pt x="635" y="995"/>
                </a:lnTo>
                <a:lnTo>
                  <a:pt x="635" y="993"/>
                </a:lnTo>
                <a:lnTo>
                  <a:pt x="636" y="990"/>
                </a:lnTo>
                <a:lnTo>
                  <a:pt x="635" y="989"/>
                </a:lnTo>
                <a:lnTo>
                  <a:pt x="634" y="989"/>
                </a:lnTo>
                <a:lnTo>
                  <a:pt x="631" y="988"/>
                </a:lnTo>
                <a:lnTo>
                  <a:pt x="628" y="988"/>
                </a:lnTo>
                <a:lnTo>
                  <a:pt x="626" y="988"/>
                </a:lnTo>
                <a:lnTo>
                  <a:pt x="623" y="992"/>
                </a:lnTo>
                <a:lnTo>
                  <a:pt x="622" y="993"/>
                </a:lnTo>
                <a:lnTo>
                  <a:pt x="621" y="995"/>
                </a:lnTo>
                <a:lnTo>
                  <a:pt x="620" y="998"/>
                </a:lnTo>
                <a:lnTo>
                  <a:pt x="620" y="999"/>
                </a:lnTo>
                <a:lnTo>
                  <a:pt x="620" y="1001"/>
                </a:lnTo>
                <a:lnTo>
                  <a:pt x="619" y="1002"/>
                </a:lnTo>
                <a:lnTo>
                  <a:pt x="617" y="1004"/>
                </a:lnTo>
                <a:lnTo>
                  <a:pt x="616" y="1005"/>
                </a:lnTo>
                <a:lnTo>
                  <a:pt x="615" y="1004"/>
                </a:lnTo>
                <a:lnTo>
                  <a:pt x="614" y="1003"/>
                </a:lnTo>
                <a:lnTo>
                  <a:pt x="614" y="1002"/>
                </a:lnTo>
                <a:lnTo>
                  <a:pt x="613" y="1000"/>
                </a:lnTo>
                <a:lnTo>
                  <a:pt x="613" y="999"/>
                </a:lnTo>
                <a:lnTo>
                  <a:pt x="613" y="998"/>
                </a:lnTo>
                <a:lnTo>
                  <a:pt x="613" y="997"/>
                </a:lnTo>
                <a:lnTo>
                  <a:pt x="612" y="996"/>
                </a:lnTo>
                <a:lnTo>
                  <a:pt x="611" y="995"/>
                </a:lnTo>
                <a:lnTo>
                  <a:pt x="608" y="994"/>
                </a:lnTo>
                <a:lnTo>
                  <a:pt x="606" y="993"/>
                </a:lnTo>
                <a:lnTo>
                  <a:pt x="595" y="989"/>
                </a:lnTo>
                <a:lnTo>
                  <a:pt x="595" y="990"/>
                </a:lnTo>
                <a:lnTo>
                  <a:pt x="594" y="991"/>
                </a:lnTo>
                <a:lnTo>
                  <a:pt x="593" y="992"/>
                </a:lnTo>
                <a:lnTo>
                  <a:pt x="592" y="991"/>
                </a:lnTo>
                <a:lnTo>
                  <a:pt x="591" y="991"/>
                </a:lnTo>
                <a:lnTo>
                  <a:pt x="591" y="992"/>
                </a:lnTo>
                <a:lnTo>
                  <a:pt x="591" y="993"/>
                </a:lnTo>
                <a:lnTo>
                  <a:pt x="591" y="994"/>
                </a:lnTo>
                <a:lnTo>
                  <a:pt x="590" y="994"/>
                </a:lnTo>
                <a:lnTo>
                  <a:pt x="589" y="995"/>
                </a:lnTo>
                <a:lnTo>
                  <a:pt x="588" y="995"/>
                </a:lnTo>
                <a:lnTo>
                  <a:pt x="586" y="994"/>
                </a:lnTo>
                <a:lnTo>
                  <a:pt x="583" y="993"/>
                </a:lnTo>
                <a:lnTo>
                  <a:pt x="583" y="991"/>
                </a:lnTo>
                <a:lnTo>
                  <a:pt x="582" y="989"/>
                </a:lnTo>
                <a:lnTo>
                  <a:pt x="581" y="989"/>
                </a:lnTo>
                <a:lnTo>
                  <a:pt x="581" y="988"/>
                </a:lnTo>
                <a:lnTo>
                  <a:pt x="581" y="987"/>
                </a:lnTo>
                <a:lnTo>
                  <a:pt x="580" y="987"/>
                </a:lnTo>
                <a:lnTo>
                  <a:pt x="579" y="986"/>
                </a:lnTo>
                <a:lnTo>
                  <a:pt x="578" y="986"/>
                </a:lnTo>
                <a:lnTo>
                  <a:pt x="578" y="985"/>
                </a:lnTo>
                <a:lnTo>
                  <a:pt x="579" y="985"/>
                </a:lnTo>
                <a:lnTo>
                  <a:pt x="579" y="984"/>
                </a:lnTo>
                <a:lnTo>
                  <a:pt x="578" y="982"/>
                </a:lnTo>
                <a:lnTo>
                  <a:pt x="577" y="982"/>
                </a:lnTo>
                <a:lnTo>
                  <a:pt x="576" y="981"/>
                </a:lnTo>
                <a:lnTo>
                  <a:pt x="576" y="978"/>
                </a:lnTo>
                <a:lnTo>
                  <a:pt x="575" y="977"/>
                </a:lnTo>
                <a:lnTo>
                  <a:pt x="575" y="976"/>
                </a:lnTo>
                <a:lnTo>
                  <a:pt x="575" y="975"/>
                </a:lnTo>
                <a:lnTo>
                  <a:pt x="575" y="974"/>
                </a:lnTo>
                <a:lnTo>
                  <a:pt x="574" y="973"/>
                </a:lnTo>
                <a:lnTo>
                  <a:pt x="574" y="972"/>
                </a:lnTo>
                <a:lnTo>
                  <a:pt x="574" y="971"/>
                </a:lnTo>
                <a:lnTo>
                  <a:pt x="574" y="970"/>
                </a:lnTo>
                <a:lnTo>
                  <a:pt x="573" y="970"/>
                </a:lnTo>
                <a:lnTo>
                  <a:pt x="572" y="969"/>
                </a:lnTo>
                <a:lnTo>
                  <a:pt x="571" y="969"/>
                </a:lnTo>
                <a:lnTo>
                  <a:pt x="570" y="968"/>
                </a:lnTo>
                <a:lnTo>
                  <a:pt x="569" y="967"/>
                </a:lnTo>
                <a:lnTo>
                  <a:pt x="569" y="966"/>
                </a:lnTo>
                <a:lnTo>
                  <a:pt x="570" y="966"/>
                </a:lnTo>
                <a:lnTo>
                  <a:pt x="571" y="966"/>
                </a:lnTo>
                <a:lnTo>
                  <a:pt x="571" y="964"/>
                </a:lnTo>
                <a:lnTo>
                  <a:pt x="571" y="963"/>
                </a:lnTo>
                <a:lnTo>
                  <a:pt x="571" y="962"/>
                </a:lnTo>
                <a:lnTo>
                  <a:pt x="572" y="962"/>
                </a:lnTo>
                <a:lnTo>
                  <a:pt x="572" y="961"/>
                </a:lnTo>
                <a:lnTo>
                  <a:pt x="573" y="960"/>
                </a:lnTo>
                <a:lnTo>
                  <a:pt x="574" y="959"/>
                </a:lnTo>
                <a:lnTo>
                  <a:pt x="575" y="959"/>
                </a:lnTo>
                <a:lnTo>
                  <a:pt x="576" y="959"/>
                </a:lnTo>
                <a:lnTo>
                  <a:pt x="577" y="959"/>
                </a:lnTo>
                <a:lnTo>
                  <a:pt x="577" y="958"/>
                </a:lnTo>
                <a:lnTo>
                  <a:pt x="577" y="959"/>
                </a:lnTo>
                <a:lnTo>
                  <a:pt x="578" y="959"/>
                </a:lnTo>
                <a:lnTo>
                  <a:pt x="578" y="960"/>
                </a:lnTo>
                <a:lnTo>
                  <a:pt x="579" y="960"/>
                </a:lnTo>
                <a:lnTo>
                  <a:pt x="579" y="959"/>
                </a:lnTo>
                <a:lnTo>
                  <a:pt x="580" y="959"/>
                </a:lnTo>
                <a:lnTo>
                  <a:pt x="580" y="958"/>
                </a:lnTo>
                <a:lnTo>
                  <a:pt x="579" y="957"/>
                </a:lnTo>
                <a:lnTo>
                  <a:pt x="578" y="957"/>
                </a:lnTo>
                <a:lnTo>
                  <a:pt x="578" y="956"/>
                </a:lnTo>
                <a:lnTo>
                  <a:pt x="577" y="956"/>
                </a:lnTo>
                <a:lnTo>
                  <a:pt x="577" y="955"/>
                </a:lnTo>
                <a:lnTo>
                  <a:pt x="577" y="954"/>
                </a:lnTo>
                <a:lnTo>
                  <a:pt x="578" y="953"/>
                </a:lnTo>
                <a:lnTo>
                  <a:pt x="579" y="953"/>
                </a:lnTo>
                <a:lnTo>
                  <a:pt x="579" y="952"/>
                </a:lnTo>
                <a:lnTo>
                  <a:pt x="580" y="952"/>
                </a:lnTo>
                <a:lnTo>
                  <a:pt x="581" y="952"/>
                </a:lnTo>
                <a:lnTo>
                  <a:pt x="581" y="951"/>
                </a:lnTo>
                <a:lnTo>
                  <a:pt x="581" y="950"/>
                </a:lnTo>
                <a:lnTo>
                  <a:pt x="581" y="949"/>
                </a:lnTo>
                <a:lnTo>
                  <a:pt x="581" y="947"/>
                </a:lnTo>
                <a:lnTo>
                  <a:pt x="581" y="946"/>
                </a:lnTo>
                <a:lnTo>
                  <a:pt x="581" y="945"/>
                </a:lnTo>
                <a:lnTo>
                  <a:pt x="580" y="944"/>
                </a:lnTo>
                <a:lnTo>
                  <a:pt x="579" y="943"/>
                </a:lnTo>
                <a:lnTo>
                  <a:pt x="580" y="943"/>
                </a:lnTo>
                <a:lnTo>
                  <a:pt x="580" y="942"/>
                </a:lnTo>
                <a:lnTo>
                  <a:pt x="580" y="941"/>
                </a:lnTo>
                <a:lnTo>
                  <a:pt x="580" y="940"/>
                </a:lnTo>
                <a:lnTo>
                  <a:pt x="581" y="940"/>
                </a:lnTo>
                <a:lnTo>
                  <a:pt x="581" y="939"/>
                </a:lnTo>
                <a:lnTo>
                  <a:pt x="580" y="939"/>
                </a:lnTo>
                <a:lnTo>
                  <a:pt x="579" y="939"/>
                </a:lnTo>
                <a:lnTo>
                  <a:pt x="579" y="938"/>
                </a:lnTo>
                <a:lnTo>
                  <a:pt x="579" y="937"/>
                </a:lnTo>
                <a:lnTo>
                  <a:pt x="578" y="937"/>
                </a:lnTo>
                <a:lnTo>
                  <a:pt x="577" y="936"/>
                </a:lnTo>
                <a:lnTo>
                  <a:pt x="577" y="935"/>
                </a:lnTo>
                <a:lnTo>
                  <a:pt x="577" y="936"/>
                </a:lnTo>
                <a:lnTo>
                  <a:pt x="576" y="936"/>
                </a:lnTo>
                <a:lnTo>
                  <a:pt x="576" y="935"/>
                </a:lnTo>
                <a:lnTo>
                  <a:pt x="575" y="935"/>
                </a:lnTo>
                <a:lnTo>
                  <a:pt x="575" y="936"/>
                </a:lnTo>
                <a:lnTo>
                  <a:pt x="574" y="936"/>
                </a:lnTo>
                <a:lnTo>
                  <a:pt x="574" y="935"/>
                </a:lnTo>
                <a:lnTo>
                  <a:pt x="573" y="936"/>
                </a:lnTo>
                <a:lnTo>
                  <a:pt x="572" y="937"/>
                </a:lnTo>
                <a:lnTo>
                  <a:pt x="572" y="938"/>
                </a:lnTo>
                <a:lnTo>
                  <a:pt x="572" y="939"/>
                </a:lnTo>
                <a:lnTo>
                  <a:pt x="573" y="939"/>
                </a:lnTo>
                <a:lnTo>
                  <a:pt x="572" y="940"/>
                </a:lnTo>
                <a:lnTo>
                  <a:pt x="571" y="940"/>
                </a:lnTo>
                <a:lnTo>
                  <a:pt x="571" y="939"/>
                </a:lnTo>
                <a:lnTo>
                  <a:pt x="570" y="939"/>
                </a:lnTo>
                <a:lnTo>
                  <a:pt x="570" y="938"/>
                </a:lnTo>
                <a:lnTo>
                  <a:pt x="570" y="939"/>
                </a:lnTo>
                <a:lnTo>
                  <a:pt x="569" y="939"/>
                </a:lnTo>
                <a:lnTo>
                  <a:pt x="568" y="939"/>
                </a:lnTo>
                <a:lnTo>
                  <a:pt x="567" y="939"/>
                </a:lnTo>
                <a:lnTo>
                  <a:pt x="567" y="938"/>
                </a:lnTo>
                <a:lnTo>
                  <a:pt x="567" y="937"/>
                </a:lnTo>
                <a:lnTo>
                  <a:pt x="566" y="937"/>
                </a:lnTo>
                <a:lnTo>
                  <a:pt x="565" y="936"/>
                </a:lnTo>
                <a:lnTo>
                  <a:pt x="564" y="936"/>
                </a:lnTo>
                <a:lnTo>
                  <a:pt x="564" y="935"/>
                </a:lnTo>
                <a:lnTo>
                  <a:pt x="564" y="934"/>
                </a:lnTo>
                <a:lnTo>
                  <a:pt x="563" y="933"/>
                </a:lnTo>
                <a:lnTo>
                  <a:pt x="563" y="932"/>
                </a:lnTo>
                <a:lnTo>
                  <a:pt x="564" y="932"/>
                </a:lnTo>
                <a:lnTo>
                  <a:pt x="564" y="931"/>
                </a:lnTo>
                <a:lnTo>
                  <a:pt x="563" y="931"/>
                </a:lnTo>
                <a:lnTo>
                  <a:pt x="562" y="930"/>
                </a:lnTo>
                <a:lnTo>
                  <a:pt x="563" y="930"/>
                </a:lnTo>
                <a:lnTo>
                  <a:pt x="562" y="929"/>
                </a:lnTo>
                <a:lnTo>
                  <a:pt x="562" y="928"/>
                </a:lnTo>
                <a:lnTo>
                  <a:pt x="562" y="927"/>
                </a:lnTo>
                <a:lnTo>
                  <a:pt x="562" y="926"/>
                </a:lnTo>
                <a:lnTo>
                  <a:pt x="562" y="925"/>
                </a:lnTo>
                <a:lnTo>
                  <a:pt x="562" y="924"/>
                </a:lnTo>
                <a:lnTo>
                  <a:pt x="562" y="923"/>
                </a:lnTo>
                <a:lnTo>
                  <a:pt x="562" y="922"/>
                </a:lnTo>
                <a:lnTo>
                  <a:pt x="561" y="922"/>
                </a:lnTo>
                <a:lnTo>
                  <a:pt x="561" y="921"/>
                </a:lnTo>
                <a:lnTo>
                  <a:pt x="561" y="920"/>
                </a:lnTo>
                <a:lnTo>
                  <a:pt x="562" y="920"/>
                </a:lnTo>
                <a:lnTo>
                  <a:pt x="562" y="919"/>
                </a:lnTo>
                <a:lnTo>
                  <a:pt x="561" y="919"/>
                </a:lnTo>
                <a:lnTo>
                  <a:pt x="561" y="918"/>
                </a:lnTo>
                <a:lnTo>
                  <a:pt x="561" y="917"/>
                </a:lnTo>
                <a:lnTo>
                  <a:pt x="561" y="916"/>
                </a:lnTo>
                <a:lnTo>
                  <a:pt x="560" y="916"/>
                </a:lnTo>
                <a:lnTo>
                  <a:pt x="559" y="916"/>
                </a:lnTo>
                <a:lnTo>
                  <a:pt x="559" y="915"/>
                </a:lnTo>
                <a:lnTo>
                  <a:pt x="559" y="916"/>
                </a:lnTo>
                <a:lnTo>
                  <a:pt x="558" y="917"/>
                </a:lnTo>
                <a:lnTo>
                  <a:pt x="558" y="918"/>
                </a:lnTo>
                <a:lnTo>
                  <a:pt x="558" y="919"/>
                </a:lnTo>
                <a:lnTo>
                  <a:pt x="557" y="919"/>
                </a:lnTo>
                <a:lnTo>
                  <a:pt x="556" y="919"/>
                </a:lnTo>
                <a:lnTo>
                  <a:pt x="555" y="920"/>
                </a:lnTo>
                <a:lnTo>
                  <a:pt x="554" y="920"/>
                </a:lnTo>
                <a:lnTo>
                  <a:pt x="553" y="920"/>
                </a:lnTo>
                <a:lnTo>
                  <a:pt x="552" y="920"/>
                </a:lnTo>
                <a:lnTo>
                  <a:pt x="552" y="921"/>
                </a:lnTo>
                <a:lnTo>
                  <a:pt x="550" y="921"/>
                </a:lnTo>
                <a:lnTo>
                  <a:pt x="549" y="921"/>
                </a:lnTo>
                <a:lnTo>
                  <a:pt x="549" y="922"/>
                </a:lnTo>
                <a:lnTo>
                  <a:pt x="548" y="922"/>
                </a:lnTo>
                <a:lnTo>
                  <a:pt x="547" y="922"/>
                </a:lnTo>
                <a:lnTo>
                  <a:pt x="546" y="922"/>
                </a:lnTo>
                <a:lnTo>
                  <a:pt x="545" y="921"/>
                </a:lnTo>
                <a:lnTo>
                  <a:pt x="544" y="920"/>
                </a:lnTo>
                <a:lnTo>
                  <a:pt x="544" y="919"/>
                </a:lnTo>
                <a:lnTo>
                  <a:pt x="544" y="918"/>
                </a:lnTo>
                <a:lnTo>
                  <a:pt x="544" y="917"/>
                </a:lnTo>
                <a:lnTo>
                  <a:pt x="545" y="916"/>
                </a:lnTo>
                <a:lnTo>
                  <a:pt x="546" y="915"/>
                </a:lnTo>
                <a:lnTo>
                  <a:pt x="546" y="914"/>
                </a:lnTo>
                <a:lnTo>
                  <a:pt x="547" y="914"/>
                </a:lnTo>
                <a:lnTo>
                  <a:pt x="548" y="914"/>
                </a:lnTo>
                <a:lnTo>
                  <a:pt x="549" y="914"/>
                </a:lnTo>
                <a:lnTo>
                  <a:pt x="550" y="914"/>
                </a:lnTo>
                <a:lnTo>
                  <a:pt x="551" y="914"/>
                </a:lnTo>
                <a:lnTo>
                  <a:pt x="552" y="914"/>
                </a:lnTo>
                <a:lnTo>
                  <a:pt x="553" y="914"/>
                </a:lnTo>
                <a:lnTo>
                  <a:pt x="554" y="914"/>
                </a:lnTo>
                <a:lnTo>
                  <a:pt x="555" y="914"/>
                </a:lnTo>
                <a:lnTo>
                  <a:pt x="556" y="914"/>
                </a:lnTo>
                <a:lnTo>
                  <a:pt x="557" y="914"/>
                </a:lnTo>
                <a:lnTo>
                  <a:pt x="558" y="914"/>
                </a:lnTo>
                <a:lnTo>
                  <a:pt x="558" y="913"/>
                </a:lnTo>
                <a:lnTo>
                  <a:pt x="559" y="913"/>
                </a:lnTo>
                <a:lnTo>
                  <a:pt x="560" y="913"/>
                </a:lnTo>
                <a:lnTo>
                  <a:pt x="562" y="913"/>
                </a:lnTo>
                <a:lnTo>
                  <a:pt x="563" y="913"/>
                </a:lnTo>
                <a:lnTo>
                  <a:pt x="564" y="912"/>
                </a:lnTo>
                <a:lnTo>
                  <a:pt x="563" y="911"/>
                </a:lnTo>
                <a:lnTo>
                  <a:pt x="562" y="911"/>
                </a:lnTo>
                <a:lnTo>
                  <a:pt x="562" y="910"/>
                </a:lnTo>
                <a:lnTo>
                  <a:pt x="561" y="910"/>
                </a:lnTo>
                <a:lnTo>
                  <a:pt x="561" y="909"/>
                </a:lnTo>
                <a:lnTo>
                  <a:pt x="561" y="908"/>
                </a:lnTo>
                <a:lnTo>
                  <a:pt x="560" y="908"/>
                </a:lnTo>
                <a:lnTo>
                  <a:pt x="560" y="907"/>
                </a:lnTo>
                <a:lnTo>
                  <a:pt x="560" y="906"/>
                </a:lnTo>
                <a:lnTo>
                  <a:pt x="559" y="906"/>
                </a:lnTo>
                <a:lnTo>
                  <a:pt x="559" y="907"/>
                </a:lnTo>
                <a:lnTo>
                  <a:pt x="558" y="907"/>
                </a:lnTo>
                <a:lnTo>
                  <a:pt x="557" y="907"/>
                </a:lnTo>
                <a:lnTo>
                  <a:pt x="557" y="906"/>
                </a:lnTo>
                <a:lnTo>
                  <a:pt x="556" y="906"/>
                </a:lnTo>
                <a:lnTo>
                  <a:pt x="555" y="906"/>
                </a:lnTo>
                <a:lnTo>
                  <a:pt x="555" y="907"/>
                </a:lnTo>
                <a:lnTo>
                  <a:pt x="554" y="907"/>
                </a:lnTo>
                <a:lnTo>
                  <a:pt x="553" y="907"/>
                </a:lnTo>
                <a:lnTo>
                  <a:pt x="553" y="906"/>
                </a:lnTo>
                <a:lnTo>
                  <a:pt x="553" y="905"/>
                </a:lnTo>
                <a:lnTo>
                  <a:pt x="552" y="905"/>
                </a:lnTo>
                <a:lnTo>
                  <a:pt x="551" y="905"/>
                </a:lnTo>
                <a:lnTo>
                  <a:pt x="550" y="905"/>
                </a:lnTo>
                <a:lnTo>
                  <a:pt x="550" y="906"/>
                </a:lnTo>
                <a:lnTo>
                  <a:pt x="551" y="906"/>
                </a:lnTo>
                <a:lnTo>
                  <a:pt x="550" y="906"/>
                </a:lnTo>
                <a:lnTo>
                  <a:pt x="549" y="907"/>
                </a:lnTo>
                <a:lnTo>
                  <a:pt x="549" y="906"/>
                </a:lnTo>
                <a:lnTo>
                  <a:pt x="548" y="906"/>
                </a:lnTo>
                <a:lnTo>
                  <a:pt x="547" y="906"/>
                </a:lnTo>
                <a:lnTo>
                  <a:pt x="546" y="906"/>
                </a:lnTo>
                <a:lnTo>
                  <a:pt x="545" y="906"/>
                </a:lnTo>
                <a:lnTo>
                  <a:pt x="545" y="907"/>
                </a:lnTo>
                <a:lnTo>
                  <a:pt x="544" y="907"/>
                </a:lnTo>
                <a:lnTo>
                  <a:pt x="544" y="906"/>
                </a:lnTo>
                <a:lnTo>
                  <a:pt x="543" y="905"/>
                </a:lnTo>
                <a:lnTo>
                  <a:pt x="543" y="904"/>
                </a:lnTo>
                <a:lnTo>
                  <a:pt x="542" y="904"/>
                </a:lnTo>
                <a:lnTo>
                  <a:pt x="541" y="903"/>
                </a:lnTo>
                <a:lnTo>
                  <a:pt x="540" y="903"/>
                </a:lnTo>
                <a:lnTo>
                  <a:pt x="540" y="902"/>
                </a:lnTo>
                <a:lnTo>
                  <a:pt x="539" y="902"/>
                </a:lnTo>
                <a:lnTo>
                  <a:pt x="538" y="902"/>
                </a:lnTo>
                <a:lnTo>
                  <a:pt x="538" y="901"/>
                </a:lnTo>
                <a:lnTo>
                  <a:pt x="537" y="901"/>
                </a:lnTo>
                <a:lnTo>
                  <a:pt x="536" y="900"/>
                </a:lnTo>
                <a:lnTo>
                  <a:pt x="536" y="901"/>
                </a:lnTo>
                <a:lnTo>
                  <a:pt x="535" y="902"/>
                </a:lnTo>
                <a:lnTo>
                  <a:pt x="533" y="902"/>
                </a:lnTo>
                <a:lnTo>
                  <a:pt x="533" y="901"/>
                </a:lnTo>
                <a:lnTo>
                  <a:pt x="532" y="901"/>
                </a:lnTo>
                <a:lnTo>
                  <a:pt x="531" y="901"/>
                </a:lnTo>
                <a:lnTo>
                  <a:pt x="531" y="902"/>
                </a:lnTo>
                <a:lnTo>
                  <a:pt x="531" y="901"/>
                </a:lnTo>
                <a:lnTo>
                  <a:pt x="530" y="901"/>
                </a:lnTo>
                <a:lnTo>
                  <a:pt x="529" y="901"/>
                </a:lnTo>
                <a:lnTo>
                  <a:pt x="528" y="900"/>
                </a:lnTo>
                <a:lnTo>
                  <a:pt x="528" y="899"/>
                </a:lnTo>
                <a:lnTo>
                  <a:pt x="527" y="899"/>
                </a:lnTo>
                <a:lnTo>
                  <a:pt x="527" y="898"/>
                </a:lnTo>
                <a:lnTo>
                  <a:pt x="528" y="898"/>
                </a:lnTo>
                <a:lnTo>
                  <a:pt x="527" y="897"/>
                </a:lnTo>
                <a:lnTo>
                  <a:pt x="527" y="896"/>
                </a:lnTo>
                <a:lnTo>
                  <a:pt x="527" y="895"/>
                </a:lnTo>
                <a:lnTo>
                  <a:pt x="527" y="894"/>
                </a:lnTo>
                <a:lnTo>
                  <a:pt x="526" y="893"/>
                </a:lnTo>
                <a:lnTo>
                  <a:pt x="526" y="892"/>
                </a:lnTo>
                <a:lnTo>
                  <a:pt x="526" y="893"/>
                </a:lnTo>
                <a:lnTo>
                  <a:pt x="525" y="893"/>
                </a:lnTo>
                <a:lnTo>
                  <a:pt x="524" y="893"/>
                </a:lnTo>
                <a:lnTo>
                  <a:pt x="522" y="893"/>
                </a:lnTo>
                <a:lnTo>
                  <a:pt x="521" y="892"/>
                </a:lnTo>
                <a:lnTo>
                  <a:pt x="521" y="891"/>
                </a:lnTo>
                <a:lnTo>
                  <a:pt x="520" y="891"/>
                </a:lnTo>
                <a:lnTo>
                  <a:pt x="519" y="891"/>
                </a:lnTo>
                <a:lnTo>
                  <a:pt x="518" y="890"/>
                </a:lnTo>
                <a:lnTo>
                  <a:pt x="517" y="889"/>
                </a:lnTo>
                <a:lnTo>
                  <a:pt x="516" y="888"/>
                </a:lnTo>
                <a:lnTo>
                  <a:pt x="516" y="887"/>
                </a:lnTo>
                <a:lnTo>
                  <a:pt x="516" y="886"/>
                </a:lnTo>
                <a:lnTo>
                  <a:pt x="516" y="885"/>
                </a:lnTo>
                <a:lnTo>
                  <a:pt x="515" y="885"/>
                </a:lnTo>
                <a:lnTo>
                  <a:pt x="515" y="884"/>
                </a:lnTo>
                <a:lnTo>
                  <a:pt x="514" y="884"/>
                </a:lnTo>
                <a:lnTo>
                  <a:pt x="514" y="885"/>
                </a:lnTo>
                <a:lnTo>
                  <a:pt x="514" y="884"/>
                </a:lnTo>
                <a:lnTo>
                  <a:pt x="513" y="884"/>
                </a:lnTo>
                <a:lnTo>
                  <a:pt x="513" y="883"/>
                </a:lnTo>
                <a:lnTo>
                  <a:pt x="514" y="883"/>
                </a:lnTo>
                <a:lnTo>
                  <a:pt x="515" y="883"/>
                </a:lnTo>
                <a:lnTo>
                  <a:pt x="516" y="883"/>
                </a:lnTo>
                <a:lnTo>
                  <a:pt x="516" y="882"/>
                </a:lnTo>
                <a:lnTo>
                  <a:pt x="515" y="881"/>
                </a:lnTo>
                <a:lnTo>
                  <a:pt x="514" y="880"/>
                </a:lnTo>
                <a:lnTo>
                  <a:pt x="513" y="880"/>
                </a:lnTo>
                <a:lnTo>
                  <a:pt x="512" y="880"/>
                </a:lnTo>
                <a:lnTo>
                  <a:pt x="512" y="879"/>
                </a:lnTo>
                <a:lnTo>
                  <a:pt x="512" y="878"/>
                </a:lnTo>
                <a:lnTo>
                  <a:pt x="511" y="877"/>
                </a:lnTo>
                <a:lnTo>
                  <a:pt x="511" y="876"/>
                </a:lnTo>
                <a:lnTo>
                  <a:pt x="510" y="875"/>
                </a:lnTo>
                <a:lnTo>
                  <a:pt x="510" y="874"/>
                </a:lnTo>
                <a:lnTo>
                  <a:pt x="509" y="874"/>
                </a:lnTo>
                <a:lnTo>
                  <a:pt x="508" y="874"/>
                </a:lnTo>
                <a:lnTo>
                  <a:pt x="507" y="874"/>
                </a:lnTo>
                <a:lnTo>
                  <a:pt x="507" y="873"/>
                </a:lnTo>
                <a:lnTo>
                  <a:pt x="506" y="873"/>
                </a:lnTo>
                <a:lnTo>
                  <a:pt x="506" y="872"/>
                </a:lnTo>
                <a:lnTo>
                  <a:pt x="507" y="872"/>
                </a:lnTo>
                <a:lnTo>
                  <a:pt x="506" y="872"/>
                </a:lnTo>
                <a:lnTo>
                  <a:pt x="505" y="871"/>
                </a:lnTo>
                <a:lnTo>
                  <a:pt x="504" y="870"/>
                </a:lnTo>
                <a:lnTo>
                  <a:pt x="503" y="869"/>
                </a:lnTo>
                <a:lnTo>
                  <a:pt x="503" y="868"/>
                </a:lnTo>
                <a:lnTo>
                  <a:pt x="502" y="868"/>
                </a:lnTo>
                <a:lnTo>
                  <a:pt x="502" y="867"/>
                </a:lnTo>
                <a:lnTo>
                  <a:pt x="501" y="866"/>
                </a:lnTo>
                <a:lnTo>
                  <a:pt x="500" y="865"/>
                </a:lnTo>
                <a:lnTo>
                  <a:pt x="499" y="864"/>
                </a:lnTo>
                <a:lnTo>
                  <a:pt x="499" y="863"/>
                </a:lnTo>
                <a:lnTo>
                  <a:pt x="498" y="864"/>
                </a:lnTo>
                <a:lnTo>
                  <a:pt x="498" y="865"/>
                </a:lnTo>
                <a:lnTo>
                  <a:pt x="498" y="866"/>
                </a:lnTo>
                <a:lnTo>
                  <a:pt x="498" y="867"/>
                </a:lnTo>
                <a:lnTo>
                  <a:pt x="497" y="867"/>
                </a:lnTo>
                <a:lnTo>
                  <a:pt x="496" y="867"/>
                </a:lnTo>
                <a:lnTo>
                  <a:pt x="497" y="867"/>
                </a:lnTo>
                <a:lnTo>
                  <a:pt x="497" y="868"/>
                </a:lnTo>
                <a:lnTo>
                  <a:pt x="497" y="869"/>
                </a:lnTo>
                <a:lnTo>
                  <a:pt x="496" y="869"/>
                </a:lnTo>
                <a:lnTo>
                  <a:pt x="495" y="869"/>
                </a:lnTo>
                <a:lnTo>
                  <a:pt x="494" y="869"/>
                </a:lnTo>
                <a:lnTo>
                  <a:pt x="493" y="869"/>
                </a:lnTo>
                <a:lnTo>
                  <a:pt x="493" y="870"/>
                </a:lnTo>
                <a:lnTo>
                  <a:pt x="492" y="871"/>
                </a:lnTo>
                <a:lnTo>
                  <a:pt x="491" y="871"/>
                </a:lnTo>
                <a:lnTo>
                  <a:pt x="491" y="872"/>
                </a:lnTo>
                <a:lnTo>
                  <a:pt x="490" y="872"/>
                </a:lnTo>
                <a:lnTo>
                  <a:pt x="489" y="872"/>
                </a:lnTo>
                <a:lnTo>
                  <a:pt x="488" y="872"/>
                </a:lnTo>
                <a:lnTo>
                  <a:pt x="487" y="872"/>
                </a:lnTo>
                <a:lnTo>
                  <a:pt x="487" y="871"/>
                </a:lnTo>
                <a:lnTo>
                  <a:pt x="486" y="871"/>
                </a:lnTo>
                <a:lnTo>
                  <a:pt x="486" y="872"/>
                </a:lnTo>
                <a:lnTo>
                  <a:pt x="485" y="872"/>
                </a:lnTo>
                <a:lnTo>
                  <a:pt x="484" y="871"/>
                </a:lnTo>
                <a:lnTo>
                  <a:pt x="484" y="870"/>
                </a:lnTo>
                <a:lnTo>
                  <a:pt x="483" y="870"/>
                </a:lnTo>
                <a:lnTo>
                  <a:pt x="482" y="870"/>
                </a:lnTo>
                <a:lnTo>
                  <a:pt x="482" y="871"/>
                </a:lnTo>
                <a:lnTo>
                  <a:pt x="482" y="872"/>
                </a:lnTo>
                <a:lnTo>
                  <a:pt x="482" y="873"/>
                </a:lnTo>
                <a:lnTo>
                  <a:pt x="482" y="874"/>
                </a:lnTo>
                <a:lnTo>
                  <a:pt x="482" y="875"/>
                </a:lnTo>
                <a:lnTo>
                  <a:pt x="481" y="875"/>
                </a:lnTo>
                <a:lnTo>
                  <a:pt x="480" y="875"/>
                </a:lnTo>
                <a:lnTo>
                  <a:pt x="480" y="876"/>
                </a:lnTo>
                <a:lnTo>
                  <a:pt x="479" y="876"/>
                </a:lnTo>
                <a:lnTo>
                  <a:pt x="479" y="875"/>
                </a:lnTo>
                <a:lnTo>
                  <a:pt x="477" y="873"/>
                </a:lnTo>
                <a:lnTo>
                  <a:pt x="476" y="873"/>
                </a:lnTo>
                <a:lnTo>
                  <a:pt x="476" y="872"/>
                </a:lnTo>
                <a:lnTo>
                  <a:pt x="476" y="871"/>
                </a:lnTo>
                <a:lnTo>
                  <a:pt x="475" y="870"/>
                </a:lnTo>
                <a:lnTo>
                  <a:pt x="475" y="871"/>
                </a:lnTo>
                <a:lnTo>
                  <a:pt x="475" y="872"/>
                </a:lnTo>
                <a:lnTo>
                  <a:pt x="474" y="872"/>
                </a:lnTo>
                <a:lnTo>
                  <a:pt x="474" y="873"/>
                </a:lnTo>
                <a:lnTo>
                  <a:pt x="474" y="874"/>
                </a:lnTo>
                <a:lnTo>
                  <a:pt x="473" y="875"/>
                </a:lnTo>
                <a:lnTo>
                  <a:pt x="473" y="876"/>
                </a:lnTo>
                <a:lnTo>
                  <a:pt x="473" y="877"/>
                </a:lnTo>
                <a:lnTo>
                  <a:pt x="473" y="878"/>
                </a:lnTo>
                <a:lnTo>
                  <a:pt x="472" y="879"/>
                </a:lnTo>
                <a:lnTo>
                  <a:pt x="471" y="880"/>
                </a:lnTo>
                <a:lnTo>
                  <a:pt x="470" y="881"/>
                </a:lnTo>
                <a:lnTo>
                  <a:pt x="470" y="880"/>
                </a:lnTo>
                <a:lnTo>
                  <a:pt x="470" y="879"/>
                </a:lnTo>
                <a:lnTo>
                  <a:pt x="469" y="879"/>
                </a:lnTo>
                <a:lnTo>
                  <a:pt x="468" y="879"/>
                </a:lnTo>
                <a:lnTo>
                  <a:pt x="467" y="879"/>
                </a:lnTo>
                <a:lnTo>
                  <a:pt x="465" y="879"/>
                </a:lnTo>
                <a:lnTo>
                  <a:pt x="464" y="879"/>
                </a:lnTo>
                <a:lnTo>
                  <a:pt x="463" y="880"/>
                </a:lnTo>
                <a:lnTo>
                  <a:pt x="463" y="881"/>
                </a:lnTo>
                <a:lnTo>
                  <a:pt x="462" y="882"/>
                </a:lnTo>
                <a:lnTo>
                  <a:pt x="461" y="881"/>
                </a:lnTo>
                <a:lnTo>
                  <a:pt x="460" y="881"/>
                </a:lnTo>
                <a:lnTo>
                  <a:pt x="459" y="880"/>
                </a:lnTo>
                <a:lnTo>
                  <a:pt x="458" y="880"/>
                </a:lnTo>
                <a:lnTo>
                  <a:pt x="457" y="880"/>
                </a:lnTo>
                <a:lnTo>
                  <a:pt x="456" y="880"/>
                </a:lnTo>
                <a:lnTo>
                  <a:pt x="455" y="880"/>
                </a:lnTo>
                <a:lnTo>
                  <a:pt x="453" y="879"/>
                </a:lnTo>
                <a:lnTo>
                  <a:pt x="453" y="880"/>
                </a:lnTo>
                <a:lnTo>
                  <a:pt x="452" y="880"/>
                </a:lnTo>
                <a:lnTo>
                  <a:pt x="451" y="881"/>
                </a:lnTo>
                <a:lnTo>
                  <a:pt x="451" y="882"/>
                </a:lnTo>
                <a:lnTo>
                  <a:pt x="450" y="883"/>
                </a:lnTo>
                <a:lnTo>
                  <a:pt x="450" y="884"/>
                </a:lnTo>
                <a:lnTo>
                  <a:pt x="451" y="884"/>
                </a:lnTo>
                <a:lnTo>
                  <a:pt x="451" y="885"/>
                </a:lnTo>
                <a:lnTo>
                  <a:pt x="450" y="886"/>
                </a:lnTo>
                <a:lnTo>
                  <a:pt x="450" y="887"/>
                </a:lnTo>
                <a:lnTo>
                  <a:pt x="449" y="887"/>
                </a:lnTo>
                <a:lnTo>
                  <a:pt x="447" y="887"/>
                </a:lnTo>
                <a:lnTo>
                  <a:pt x="447" y="888"/>
                </a:lnTo>
                <a:lnTo>
                  <a:pt x="446" y="889"/>
                </a:lnTo>
                <a:lnTo>
                  <a:pt x="445" y="889"/>
                </a:lnTo>
                <a:lnTo>
                  <a:pt x="444" y="888"/>
                </a:lnTo>
                <a:lnTo>
                  <a:pt x="443" y="888"/>
                </a:lnTo>
                <a:lnTo>
                  <a:pt x="442" y="887"/>
                </a:lnTo>
                <a:lnTo>
                  <a:pt x="442" y="886"/>
                </a:lnTo>
                <a:lnTo>
                  <a:pt x="441" y="885"/>
                </a:lnTo>
                <a:lnTo>
                  <a:pt x="440" y="885"/>
                </a:lnTo>
                <a:lnTo>
                  <a:pt x="440" y="884"/>
                </a:lnTo>
                <a:lnTo>
                  <a:pt x="440" y="885"/>
                </a:lnTo>
                <a:lnTo>
                  <a:pt x="440" y="884"/>
                </a:lnTo>
                <a:lnTo>
                  <a:pt x="439" y="884"/>
                </a:lnTo>
                <a:lnTo>
                  <a:pt x="438" y="884"/>
                </a:lnTo>
                <a:lnTo>
                  <a:pt x="437" y="884"/>
                </a:lnTo>
                <a:lnTo>
                  <a:pt x="437" y="883"/>
                </a:lnTo>
                <a:lnTo>
                  <a:pt x="436" y="883"/>
                </a:lnTo>
                <a:lnTo>
                  <a:pt x="436" y="884"/>
                </a:lnTo>
                <a:lnTo>
                  <a:pt x="436" y="885"/>
                </a:lnTo>
                <a:lnTo>
                  <a:pt x="435" y="885"/>
                </a:lnTo>
                <a:lnTo>
                  <a:pt x="434" y="885"/>
                </a:lnTo>
                <a:lnTo>
                  <a:pt x="434" y="886"/>
                </a:lnTo>
                <a:lnTo>
                  <a:pt x="433" y="886"/>
                </a:lnTo>
                <a:lnTo>
                  <a:pt x="432" y="886"/>
                </a:lnTo>
                <a:lnTo>
                  <a:pt x="432" y="885"/>
                </a:lnTo>
                <a:lnTo>
                  <a:pt x="431" y="885"/>
                </a:lnTo>
                <a:lnTo>
                  <a:pt x="431" y="884"/>
                </a:lnTo>
                <a:lnTo>
                  <a:pt x="430" y="884"/>
                </a:lnTo>
                <a:lnTo>
                  <a:pt x="429" y="884"/>
                </a:lnTo>
                <a:lnTo>
                  <a:pt x="428" y="884"/>
                </a:lnTo>
                <a:lnTo>
                  <a:pt x="428" y="882"/>
                </a:lnTo>
                <a:lnTo>
                  <a:pt x="428" y="881"/>
                </a:lnTo>
                <a:lnTo>
                  <a:pt x="427" y="880"/>
                </a:lnTo>
                <a:lnTo>
                  <a:pt x="426" y="880"/>
                </a:lnTo>
                <a:lnTo>
                  <a:pt x="426" y="881"/>
                </a:lnTo>
                <a:lnTo>
                  <a:pt x="425" y="881"/>
                </a:lnTo>
                <a:lnTo>
                  <a:pt x="424" y="881"/>
                </a:lnTo>
                <a:lnTo>
                  <a:pt x="423" y="881"/>
                </a:lnTo>
                <a:lnTo>
                  <a:pt x="422" y="882"/>
                </a:lnTo>
                <a:lnTo>
                  <a:pt x="422" y="883"/>
                </a:lnTo>
                <a:lnTo>
                  <a:pt x="421" y="883"/>
                </a:lnTo>
                <a:lnTo>
                  <a:pt x="421" y="882"/>
                </a:lnTo>
                <a:lnTo>
                  <a:pt x="421" y="881"/>
                </a:lnTo>
                <a:lnTo>
                  <a:pt x="420" y="881"/>
                </a:lnTo>
                <a:lnTo>
                  <a:pt x="419" y="881"/>
                </a:lnTo>
                <a:lnTo>
                  <a:pt x="418" y="881"/>
                </a:lnTo>
                <a:lnTo>
                  <a:pt x="417" y="881"/>
                </a:lnTo>
                <a:lnTo>
                  <a:pt x="416" y="881"/>
                </a:lnTo>
                <a:lnTo>
                  <a:pt x="416" y="882"/>
                </a:lnTo>
                <a:lnTo>
                  <a:pt x="416" y="881"/>
                </a:lnTo>
                <a:lnTo>
                  <a:pt x="416" y="880"/>
                </a:lnTo>
                <a:lnTo>
                  <a:pt x="416" y="879"/>
                </a:lnTo>
                <a:lnTo>
                  <a:pt x="416" y="878"/>
                </a:lnTo>
                <a:lnTo>
                  <a:pt x="416" y="877"/>
                </a:lnTo>
                <a:lnTo>
                  <a:pt x="416" y="876"/>
                </a:lnTo>
                <a:lnTo>
                  <a:pt x="416" y="875"/>
                </a:lnTo>
                <a:lnTo>
                  <a:pt x="415" y="875"/>
                </a:lnTo>
                <a:lnTo>
                  <a:pt x="414" y="874"/>
                </a:lnTo>
                <a:lnTo>
                  <a:pt x="413" y="874"/>
                </a:lnTo>
                <a:lnTo>
                  <a:pt x="414" y="873"/>
                </a:lnTo>
                <a:lnTo>
                  <a:pt x="414" y="872"/>
                </a:lnTo>
                <a:lnTo>
                  <a:pt x="414" y="871"/>
                </a:lnTo>
                <a:lnTo>
                  <a:pt x="413" y="871"/>
                </a:lnTo>
                <a:lnTo>
                  <a:pt x="412" y="869"/>
                </a:lnTo>
                <a:lnTo>
                  <a:pt x="410" y="869"/>
                </a:lnTo>
                <a:lnTo>
                  <a:pt x="409" y="869"/>
                </a:lnTo>
                <a:lnTo>
                  <a:pt x="408" y="868"/>
                </a:lnTo>
                <a:lnTo>
                  <a:pt x="407" y="867"/>
                </a:lnTo>
                <a:lnTo>
                  <a:pt x="406" y="868"/>
                </a:lnTo>
                <a:lnTo>
                  <a:pt x="406" y="867"/>
                </a:lnTo>
                <a:lnTo>
                  <a:pt x="405" y="867"/>
                </a:lnTo>
                <a:lnTo>
                  <a:pt x="405" y="866"/>
                </a:lnTo>
                <a:lnTo>
                  <a:pt x="404" y="866"/>
                </a:lnTo>
                <a:lnTo>
                  <a:pt x="403" y="866"/>
                </a:lnTo>
                <a:lnTo>
                  <a:pt x="403" y="865"/>
                </a:lnTo>
                <a:lnTo>
                  <a:pt x="401" y="865"/>
                </a:lnTo>
                <a:lnTo>
                  <a:pt x="400" y="866"/>
                </a:lnTo>
                <a:lnTo>
                  <a:pt x="399" y="866"/>
                </a:lnTo>
                <a:lnTo>
                  <a:pt x="398" y="866"/>
                </a:lnTo>
                <a:lnTo>
                  <a:pt x="397" y="865"/>
                </a:lnTo>
                <a:lnTo>
                  <a:pt x="396" y="865"/>
                </a:lnTo>
                <a:lnTo>
                  <a:pt x="395" y="866"/>
                </a:lnTo>
                <a:lnTo>
                  <a:pt x="394" y="867"/>
                </a:lnTo>
                <a:lnTo>
                  <a:pt x="394" y="868"/>
                </a:lnTo>
                <a:lnTo>
                  <a:pt x="393" y="868"/>
                </a:lnTo>
                <a:lnTo>
                  <a:pt x="392" y="868"/>
                </a:lnTo>
                <a:lnTo>
                  <a:pt x="393" y="868"/>
                </a:lnTo>
                <a:lnTo>
                  <a:pt x="393" y="869"/>
                </a:lnTo>
                <a:lnTo>
                  <a:pt x="392" y="870"/>
                </a:lnTo>
                <a:lnTo>
                  <a:pt x="392" y="871"/>
                </a:lnTo>
                <a:lnTo>
                  <a:pt x="391" y="871"/>
                </a:lnTo>
                <a:lnTo>
                  <a:pt x="390" y="871"/>
                </a:lnTo>
                <a:lnTo>
                  <a:pt x="390" y="872"/>
                </a:lnTo>
                <a:lnTo>
                  <a:pt x="389" y="872"/>
                </a:lnTo>
                <a:lnTo>
                  <a:pt x="388" y="872"/>
                </a:lnTo>
                <a:lnTo>
                  <a:pt x="388" y="873"/>
                </a:lnTo>
                <a:lnTo>
                  <a:pt x="387" y="873"/>
                </a:lnTo>
                <a:lnTo>
                  <a:pt x="386" y="873"/>
                </a:lnTo>
                <a:lnTo>
                  <a:pt x="385" y="874"/>
                </a:lnTo>
                <a:lnTo>
                  <a:pt x="385" y="875"/>
                </a:lnTo>
                <a:lnTo>
                  <a:pt x="384" y="875"/>
                </a:lnTo>
                <a:lnTo>
                  <a:pt x="383" y="875"/>
                </a:lnTo>
                <a:lnTo>
                  <a:pt x="382" y="875"/>
                </a:lnTo>
                <a:lnTo>
                  <a:pt x="381" y="876"/>
                </a:lnTo>
                <a:lnTo>
                  <a:pt x="380" y="876"/>
                </a:lnTo>
                <a:lnTo>
                  <a:pt x="380" y="875"/>
                </a:lnTo>
                <a:lnTo>
                  <a:pt x="379" y="875"/>
                </a:lnTo>
                <a:lnTo>
                  <a:pt x="379" y="874"/>
                </a:lnTo>
                <a:lnTo>
                  <a:pt x="379" y="873"/>
                </a:lnTo>
                <a:lnTo>
                  <a:pt x="379" y="872"/>
                </a:lnTo>
                <a:lnTo>
                  <a:pt x="378" y="872"/>
                </a:lnTo>
                <a:lnTo>
                  <a:pt x="377" y="873"/>
                </a:lnTo>
                <a:lnTo>
                  <a:pt x="376" y="872"/>
                </a:lnTo>
                <a:lnTo>
                  <a:pt x="376" y="871"/>
                </a:lnTo>
                <a:lnTo>
                  <a:pt x="376" y="870"/>
                </a:lnTo>
                <a:lnTo>
                  <a:pt x="376" y="869"/>
                </a:lnTo>
                <a:lnTo>
                  <a:pt x="376" y="868"/>
                </a:lnTo>
                <a:lnTo>
                  <a:pt x="375" y="867"/>
                </a:lnTo>
                <a:lnTo>
                  <a:pt x="375" y="866"/>
                </a:lnTo>
                <a:lnTo>
                  <a:pt x="375" y="865"/>
                </a:lnTo>
                <a:lnTo>
                  <a:pt x="374" y="865"/>
                </a:lnTo>
                <a:lnTo>
                  <a:pt x="374" y="864"/>
                </a:lnTo>
                <a:lnTo>
                  <a:pt x="373" y="864"/>
                </a:lnTo>
                <a:lnTo>
                  <a:pt x="373" y="865"/>
                </a:lnTo>
                <a:lnTo>
                  <a:pt x="370" y="865"/>
                </a:lnTo>
                <a:lnTo>
                  <a:pt x="370" y="864"/>
                </a:lnTo>
                <a:lnTo>
                  <a:pt x="370" y="865"/>
                </a:lnTo>
                <a:lnTo>
                  <a:pt x="370" y="866"/>
                </a:lnTo>
                <a:lnTo>
                  <a:pt x="369" y="866"/>
                </a:lnTo>
                <a:lnTo>
                  <a:pt x="368" y="866"/>
                </a:lnTo>
                <a:lnTo>
                  <a:pt x="367" y="867"/>
                </a:lnTo>
                <a:lnTo>
                  <a:pt x="367" y="868"/>
                </a:lnTo>
                <a:lnTo>
                  <a:pt x="366" y="868"/>
                </a:lnTo>
                <a:lnTo>
                  <a:pt x="366" y="867"/>
                </a:lnTo>
                <a:lnTo>
                  <a:pt x="366" y="866"/>
                </a:lnTo>
                <a:lnTo>
                  <a:pt x="365" y="866"/>
                </a:lnTo>
                <a:lnTo>
                  <a:pt x="365" y="865"/>
                </a:lnTo>
                <a:lnTo>
                  <a:pt x="365" y="864"/>
                </a:lnTo>
                <a:lnTo>
                  <a:pt x="364" y="863"/>
                </a:lnTo>
                <a:lnTo>
                  <a:pt x="363" y="863"/>
                </a:lnTo>
                <a:lnTo>
                  <a:pt x="362" y="862"/>
                </a:lnTo>
                <a:lnTo>
                  <a:pt x="362" y="861"/>
                </a:lnTo>
                <a:lnTo>
                  <a:pt x="361" y="861"/>
                </a:lnTo>
                <a:lnTo>
                  <a:pt x="360" y="861"/>
                </a:lnTo>
                <a:lnTo>
                  <a:pt x="359" y="861"/>
                </a:lnTo>
                <a:lnTo>
                  <a:pt x="359" y="860"/>
                </a:lnTo>
                <a:lnTo>
                  <a:pt x="360" y="859"/>
                </a:lnTo>
                <a:lnTo>
                  <a:pt x="360" y="858"/>
                </a:lnTo>
                <a:lnTo>
                  <a:pt x="360" y="857"/>
                </a:lnTo>
                <a:lnTo>
                  <a:pt x="359" y="857"/>
                </a:lnTo>
                <a:lnTo>
                  <a:pt x="359" y="856"/>
                </a:lnTo>
                <a:lnTo>
                  <a:pt x="359" y="855"/>
                </a:lnTo>
                <a:lnTo>
                  <a:pt x="358" y="855"/>
                </a:lnTo>
                <a:lnTo>
                  <a:pt x="358" y="854"/>
                </a:lnTo>
                <a:lnTo>
                  <a:pt x="357" y="854"/>
                </a:lnTo>
                <a:lnTo>
                  <a:pt x="356" y="854"/>
                </a:lnTo>
                <a:lnTo>
                  <a:pt x="355" y="854"/>
                </a:lnTo>
                <a:lnTo>
                  <a:pt x="355" y="853"/>
                </a:lnTo>
                <a:lnTo>
                  <a:pt x="355" y="852"/>
                </a:lnTo>
                <a:lnTo>
                  <a:pt x="354" y="852"/>
                </a:lnTo>
                <a:lnTo>
                  <a:pt x="354" y="851"/>
                </a:lnTo>
                <a:lnTo>
                  <a:pt x="354" y="850"/>
                </a:lnTo>
                <a:lnTo>
                  <a:pt x="355" y="850"/>
                </a:lnTo>
                <a:lnTo>
                  <a:pt x="354" y="849"/>
                </a:lnTo>
                <a:lnTo>
                  <a:pt x="353" y="848"/>
                </a:lnTo>
                <a:lnTo>
                  <a:pt x="353" y="849"/>
                </a:lnTo>
                <a:lnTo>
                  <a:pt x="352" y="849"/>
                </a:lnTo>
                <a:lnTo>
                  <a:pt x="351" y="849"/>
                </a:lnTo>
                <a:lnTo>
                  <a:pt x="350" y="849"/>
                </a:lnTo>
                <a:lnTo>
                  <a:pt x="349" y="849"/>
                </a:lnTo>
                <a:lnTo>
                  <a:pt x="349" y="848"/>
                </a:lnTo>
                <a:lnTo>
                  <a:pt x="348" y="848"/>
                </a:lnTo>
                <a:lnTo>
                  <a:pt x="348" y="847"/>
                </a:lnTo>
                <a:lnTo>
                  <a:pt x="347" y="847"/>
                </a:lnTo>
                <a:lnTo>
                  <a:pt x="346" y="847"/>
                </a:lnTo>
                <a:lnTo>
                  <a:pt x="345" y="847"/>
                </a:lnTo>
                <a:lnTo>
                  <a:pt x="345" y="848"/>
                </a:lnTo>
                <a:lnTo>
                  <a:pt x="345" y="849"/>
                </a:lnTo>
                <a:lnTo>
                  <a:pt x="344" y="850"/>
                </a:lnTo>
                <a:lnTo>
                  <a:pt x="343" y="850"/>
                </a:lnTo>
                <a:lnTo>
                  <a:pt x="342" y="850"/>
                </a:lnTo>
                <a:lnTo>
                  <a:pt x="341" y="850"/>
                </a:lnTo>
                <a:lnTo>
                  <a:pt x="340" y="849"/>
                </a:lnTo>
                <a:lnTo>
                  <a:pt x="340" y="850"/>
                </a:lnTo>
                <a:lnTo>
                  <a:pt x="339" y="850"/>
                </a:lnTo>
                <a:lnTo>
                  <a:pt x="338" y="850"/>
                </a:lnTo>
                <a:lnTo>
                  <a:pt x="337" y="850"/>
                </a:lnTo>
                <a:lnTo>
                  <a:pt x="336" y="850"/>
                </a:lnTo>
                <a:lnTo>
                  <a:pt x="336" y="851"/>
                </a:lnTo>
                <a:lnTo>
                  <a:pt x="335" y="851"/>
                </a:lnTo>
                <a:lnTo>
                  <a:pt x="334" y="851"/>
                </a:lnTo>
                <a:lnTo>
                  <a:pt x="334" y="850"/>
                </a:lnTo>
                <a:lnTo>
                  <a:pt x="334" y="849"/>
                </a:lnTo>
                <a:lnTo>
                  <a:pt x="333" y="849"/>
                </a:lnTo>
                <a:lnTo>
                  <a:pt x="333" y="848"/>
                </a:lnTo>
                <a:lnTo>
                  <a:pt x="334" y="848"/>
                </a:lnTo>
                <a:lnTo>
                  <a:pt x="333" y="847"/>
                </a:lnTo>
                <a:lnTo>
                  <a:pt x="333" y="846"/>
                </a:lnTo>
                <a:lnTo>
                  <a:pt x="333" y="845"/>
                </a:lnTo>
                <a:lnTo>
                  <a:pt x="333" y="844"/>
                </a:lnTo>
                <a:lnTo>
                  <a:pt x="332" y="844"/>
                </a:lnTo>
                <a:lnTo>
                  <a:pt x="333" y="843"/>
                </a:lnTo>
                <a:lnTo>
                  <a:pt x="333" y="842"/>
                </a:lnTo>
                <a:lnTo>
                  <a:pt x="332" y="841"/>
                </a:lnTo>
                <a:lnTo>
                  <a:pt x="331" y="841"/>
                </a:lnTo>
                <a:lnTo>
                  <a:pt x="331" y="840"/>
                </a:lnTo>
                <a:lnTo>
                  <a:pt x="331" y="839"/>
                </a:lnTo>
                <a:lnTo>
                  <a:pt x="331" y="836"/>
                </a:lnTo>
                <a:lnTo>
                  <a:pt x="330" y="836"/>
                </a:lnTo>
                <a:lnTo>
                  <a:pt x="329" y="836"/>
                </a:lnTo>
                <a:lnTo>
                  <a:pt x="329" y="835"/>
                </a:lnTo>
                <a:lnTo>
                  <a:pt x="329" y="836"/>
                </a:lnTo>
                <a:lnTo>
                  <a:pt x="328" y="836"/>
                </a:lnTo>
                <a:lnTo>
                  <a:pt x="327" y="837"/>
                </a:lnTo>
                <a:lnTo>
                  <a:pt x="327" y="838"/>
                </a:lnTo>
                <a:lnTo>
                  <a:pt x="326" y="838"/>
                </a:lnTo>
                <a:lnTo>
                  <a:pt x="325" y="838"/>
                </a:lnTo>
                <a:lnTo>
                  <a:pt x="324" y="838"/>
                </a:lnTo>
                <a:lnTo>
                  <a:pt x="323" y="838"/>
                </a:lnTo>
                <a:lnTo>
                  <a:pt x="323" y="837"/>
                </a:lnTo>
                <a:lnTo>
                  <a:pt x="322" y="837"/>
                </a:lnTo>
                <a:lnTo>
                  <a:pt x="322" y="838"/>
                </a:lnTo>
                <a:lnTo>
                  <a:pt x="321" y="838"/>
                </a:lnTo>
                <a:lnTo>
                  <a:pt x="320" y="838"/>
                </a:lnTo>
                <a:lnTo>
                  <a:pt x="319" y="839"/>
                </a:lnTo>
                <a:lnTo>
                  <a:pt x="319" y="838"/>
                </a:lnTo>
                <a:lnTo>
                  <a:pt x="318" y="838"/>
                </a:lnTo>
                <a:lnTo>
                  <a:pt x="317" y="838"/>
                </a:lnTo>
                <a:lnTo>
                  <a:pt x="316" y="838"/>
                </a:lnTo>
                <a:lnTo>
                  <a:pt x="315" y="839"/>
                </a:lnTo>
                <a:lnTo>
                  <a:pt x="314" y="839"/>
                </a:lnTo>
                <a:lnTo>
                  <a:pt x="314" y="838"/>
                </a:lnTo>
                <a:lnTo>
                  <a:pt x="313" y="838"/>
                </a:lnTo>
                <a:lnTo>
                  <a:pt x="313" y="837"/>
                </a:lnTo>
                <a:lnTo>
                  <a:pt x="312" y="837"/>
                </a:lnTo>
                <a:lnTo>
                  <a:pt x="312" y="836"/>
                </a:lnTo>
                <a:lnTo>
                  <a:pt x="311" y="836"/>
                </a:lnTo>
                <a:lnTo>
                  <a:pt x="311" y="835"/>
                </a:lnTo>
                <a:lnTo>
                  <a:pt x="310" y="835"/>
                </a:lnTo>
                <a:lnTo>
                  <a:pt x="309" y="834"/>
                </a:lnTo>
                <a:lnTo>
                  <a:pt x="308" y="834"/>
                </a:lnTo>
                <a:lnTo>
                  <a:pt x="307" y="835"/>
                </a:lnTo>
                <a:lnTo>
                  <a:pt x="306" y="835"/>
                </a:lnTo>
                <a:lnTo>
                  <a:pt x="305" y="835"/>
                </a:lnTo>
                <a:lnTo>
                  <a:pt x="305" y="834"/>
                </a:lnTo>
                <a:lnTo>
                  <a:pt x="304" y="833"/>
                </a:lnTo>
                <a:lnTo>
                  <a:pt x="303" y="832"/>
                </a:lnTo>
                <a:lnTo>
                  <a:pt x="302" y="832"/>
                </a:lnTo>
                <a:lnTo>
                  <a:pt x="302" y="831"/>
                </a:lnTo>
                <a:lnTo>
                  <a:pt x="301" y="831"/>
                </a:lnTo>
                <a:lnTo>
                  <a:pt x="300" y="831"/>
                </a:lnTo>
                <a:lnTo>
                  <a:pt x="300" y="830"/>
                </a:lnTo>
                <a:lnTo>
                  <a:pt x="299" y="830"/>
                </a:lnTo>
                <a:lnTo>
                  <a:pt x="298" y="829"/>
                </a:lnTo>
                <a:lnTo>
                  <a:pt x="297" y="829"/>
                </a:lnTo>
                <a:lnTo>
                  <a:pt x="297" y="828"/>
                </a:lnTo>
                <a:lnTo>
                  <a:pt x="296" y="828"/>
                </a:lnTo>
                <a:lnTo>
                  <a:pt x="296" y="829"/>
                </a:lnTo>
                <a:lnTo>
                  <a:pt x="295" y="829"/>
                </a:lnTo>
                <a:lnTo>
                  <a:pt x="295" y="830"/>
                </a:lnTo>
                <a:lnTo>
                  <a:pt x="295" y="831"/>
                </a:lnTo>
                <a:lnTo>
                  <a:pt x="294" y="832"/>
                </a:lnTo>
                <a:lnTo>
                  <a:pt x="293" y="832"/>
                </a:lnTo>
                <a:lnTo>
                  <a:pt x="293" y="833"/>
                </a:lnTo>
                <a:lnTo>
                  <a:pt x="292" y="833"/>
                </a:lnTo>
                <a:lnTo>
                  <a:pt x="291" y="833"/>
                </a:lnTo>
                <a:lnTo>
                  <a:pt x="290" y="833"/>
                </a:lnTo>
                <a:lnTo>
                  <a:pt x="290" y="832"/>
                </a:lnTo>
                <a:lnTo>
                  <a:pt x="289" y="832"/>
                </a:lnTo>
                <a:lnTo>
                  <a:pt x="288" y="832"/>
                </a:lnTo>
                <a:lnTo>
                  <a:pt x="287" y="831"/>
                </a:lnTo>
                <a:lnTo>
                  <a:pt x="287" y="830"/>
                </a:lnTo>
                <a:lnTo>
                  <a:pt x="286" y="830"/>
                </a:lnTo>
                <a:lnTo>
                  <a:pt x="286" y="831"/>
                </a:lnTo>
                <a:lnTo>
                  <a:pt x="285" y="831"/>
                </a:lnTo>
                <a:lnTo>
                  <a:pt x="285" y="830"/>
                </a:lnTo>
                <a:lnTo>
                  <a:pt x="284" y="830"/>
                </a:lnTo>
                <a:lnTo>
                  <a:pt x="284" y="831"/>
                </a:lnTo>
                <a:lnTo>
                  <a:pt x="283" y="831"/>
                </a:lnTo>
                <a:lnTo>
                  <a:pt x="282" y="831"/>
                </a:lnTo>
                <a:lnTo>
                  <a:pt x="281" y="830"/>
                </a:lnTo>
                <a:lnTo>
                  <a:pt x="279" y="830"/>
                </a:lnTo>
                <a:lnTo>
                  <a:pt x="278" y="829"/>
                </a:lnTo>
                <a:lnTo>
                  <a:pt x="277" y="828"/>
                </a:lnTo>
                <a:lnTo>
                  <a:pt x="277" y="829"/>
                </a:lnTo>
                <a:lnTo>
                  <a:pt x="276" y="829"/>
                </a:lnTo>
                <a:lnTo>
                  <a:pt x="276" y="828"/>
                </a:lnTo>
                <a:lnTo>
                  <a:pt x="275" y="828"/>
                </a:lnTo>
                <a:lnTo>
                  <a:pt x="274" y="828"/>
                </a:lnTo>
                <a:lnTo>
                  <a:pt x="274" y="827"/>
                </a:lnTo>
                <a:lnTo>
                  <a:pt x="273" y="827"/>
                </a:lnTo>
                <a:lnTo>
                  <a:pt x="273" y="826"/>
                </a:lnTo>
                <a:lnTo>
                  <a:pt x="272" y="826"/>
                </a:lnTo>
                <a:lnTo>
                  <a:pt x="273" y="826"/>
                </a:lnTo>
                <a:lnTo>
                  <a:pt x="272" y="826"/>
                </a:lnTo>
                <a:lnTo>
                  <a:pt x="272" y="825"/>
                </a:lnTo>
                <a:lnTo>
                  <a:pt x="271" y="825"/>
                </a:lnTo>
                <a:lnTo>
                  <a:pt x="269" y="825"/>
                </a:lnTo>
                <a:lnTo>
                  <a:pt x="268" y="826"/>
                </a:lnTo>
                <a:lnTo>
                  <a:pt x="267" y="826"/>
                </a:lnTo>
                <a:lnTo>
                  <a:pt x="267" y="827"/>
                </a:lnTo>
                <a:lnTo>
                  <a:pt x="266" y="827"/>
                </a:lnTo>
                <a:lnTo>
                  <a:pt x="265" y="826"/>
                </a:lnTo>
                <a:lnTo>
                  <a:pt x="264" y="826"/>
                </a:lnTo>
                <a:lnTo>
                  <a:pt x="264" y="825"/>
                </a:lnTo>
                <a:lnTo>
                  <a:pt x="263" y="825"/>
                </a:lnTo>
                <a:lnTo>
                  <a:pt x="261" y="824"/>
                </a:lnTo>
                <a:lnTo>
                  <a:pt x="261" y="825"/>
                </a:lnTo>
                <a:lnTo>
                  <a:pt x="261" y="826"/>
                </a:lnTo>
                <a:lnTo>
                  <a:pt x="261" y="827"/>
                </a:lnTo>
                <a:lnTo>
                  <a:pt x="259" y="827"/>
                </a:lnTo>
                <a:lnTo>
                  <a:pt x="258" y="826"/>
                </a:lnTo>
                <a:lnTo>
                  <a:pt x="258" y="825"/>
                </a:lnTo>
                <a:lnTo>
                  <a:pt x="257" y="825"/>
                </a:lnTo>
                <a:lnTo>
                  <a:pt x="256" y="825"/>
                </a:lnTo>
                <a:lnTo>
                  <a:pt x="255" y="825"/>
                </a:lnTo>
                <a:lnTo>
                  <a:pt x="255" y="826"/>
                </a:lnTo>
                <a:lnTo>
                  <a:pt x="254" y="826"/>
                </a:lnTo>
                <a:lnTo>
                  <a:pt x="254" y="827"/>
                </a:lnTo>
                <a:lnTo>
                  <a:pt x="253" y="827"/>
                </a:lnTo>
                <a:lnTo>
                  <a:pt x="252" y="827"/>
                </a:lnTo>
                <a:lnTo>
                  <a:pt x="252" y="828"/>
                </a:lnTo>
                <a:lnTo>
                  <a:pt x="251" y="828"/>
                </a:lnTo>
                <a:lnTo>
                  <a:pt x="250" y="828"/>
                </a:lnTo>
                <a:lnTo>
                  <a:pt x="250" y="827"/>
                </a:lnTo>
                <a:lnTo>
                  <a:pt x="248" y="827"/>
                </a:lnTo>
                <a:lnTo>
                  <a:pt x="248" y="826"/>
                </a:lnTo>
                <a:lnTo>
                  <a:pt x="247" y="826"/>
                </a:lnTo>
                <a:lnTo>
                  <a:pt x="246" y="826"/>
                </a:lnTo>
                <a:lnTo>
                  <a:pt x="246" y="825"/>
                </a:lnTo>
                <a:lnTo>
                  <a:pt x="246" y="824"/>
                </a:lnTo>
                <a:lnTo>
                  <a:pt x="245" y="824"/>
                </a:lnTo>
                <a:lnTo>
                  <a:pt x="245" y="823"/>
                </a:lnTo>
                <a:lnTo>
                  <a:pt x="245" y="822"/>
                </a:lnTo>
                <a:lnTo>
                  <a:pt x="246" y="821"/>
                </a:lnTo>
                <a:lnTo>
                  <a:pt x="246" y="820"/>
                </a:lnTo>
                <a:lnTo>
                  <a:pt x="246" y="819"/>
                </a:lnTo>
                <a:lnTo>
                  <a:pt x="246" y="818"/>
                </a:lnTo>
                <a:lnTo>
                  <a:pt x="245" y="818"/>
                </a:lnTo>
                <a:lnTo>
                  <a:pt x="245" y="817"/>
                </a:lnTo>
                <a:lnTo>
                  <a:pt x="245" y="816"/>
                </a:lnTo>
                <a:lnTo>
                  <a:pt x="246" y="816"/>
                </a:lnTo>
                <a:lnTo>
                  <a:pt x="247" y="815"/>
                </a:lnTo>
                <a:lnTo>
                  <a:pt x="248" y="815"/>
                </a:lnTo>
                <a:lnTo>
                  <a:pt x="249" y="815"/>
                </a:lnTo>
                <a:lnTo>
                  <a:pt x="249" y="813"/>
                </a:lnTo>
                <a:lnTo>
                  <a:pt x="249" y="812"/>
                </a:lnTo>
                <a:lnTo>
                  <a:pt x="248" y="811"/>
                </a:lnTo>
                <a:lnTo>
                  <a:pt x="248" y="810"/>
                </a:lnTo>
                <a:lnTo>
                  <a:pt x="247" y="810"/>
                </a:lnTo>
                <a:lnTo>
                  <a:pt x="247" y="809"/>
                </a:lnTo>
                <a:lnTo>
                  <a:pt x="246" y="808"/>
                </a:lnTo>
                <a:lnTo>
                  <a:pt x="245" y="808"/>
                </a:lnTo>
                <a:lnTo>
                  <a:pt x="244" y="808"/>
                </a:lnTo>
                <a:lnTo>
                  <a:pt x="244" y="807"/>
                </a:lnTo>
                <a:lnTo>
                  <a:pt x="243" y="807"/>
                </a:lnTo>
                <a:lnTo>
                  <a:pt x="242" y="807"/>
                </a:lnTo>
                <a:lnTo>
                  <a:pt x="241" y="807"/>
                </a:lnTo>
                <a:lnTo>
                  <a:pt x="241" y="806"/>
                </a:lnTo>
                <a:lnTo>
                  <a:pt x="241" y="805"/>
                </a:lnTo>
                <a:lnTo>
                  <a:pt x="240" y="805"/>
                </a:lnTo>
                <a:lnTo>
                  <a:pt x="239" y="806"/>
                </a:lnTo>
                <a:lnTo>
                  <a:pt x="238" y="806"/>
                </a:lnTo>
                <a:lnTo>
                  <a:pt x="238" y="807"/>
                </a:lnTo>
                <a:lnTo>
                  <a:pt x="237" y="807"/>
                </a:lnTo>
                <a:lnTo>
                  <a:pt x="236" y="808"/>
                </a:lnTo>
                <a:lnTo>
                  <a:pt x="235" y="808"/>
                </a:lnTo>
                <a:lnTo>
                  <a:pt x="234" y="808"/>
                </a:lnTo>
                <a:lnTo>
                  <a:pt x="233" y="808"/>
                </a:lnTo>
                <a:lnTo>
                  <a:pt x="233" y="807"/>
                </a:lnTo>
                <a:lnTo>
                  <a:pt x="232" y="807"/>
                </a:lnTo>
                <a:lnTo>
                  <a:pt x="231" y="807"/>
                </a:lnTo>
                <a:lnTo>
                  <a:pt x="231" y="808"/>
                </a:lnTo>
                <a:lnTo>
                  <a:pt x="230" y="808"/>
                </a:lnTo>
                <a:lnTo>
                  <a:pt x="230" y="807"/>
                </a:lnTo>
                <a:lnTo>
                  <a:pt x="229" y="807"/>
                </a:lnTo>
                <a:lnTo>
                  <a:pt x="228" y="808"/>
                </a:lnTo>
                <a:lnTo>
                  <a:pt x="228" y="809"/>
                </a:lnTo>
                <a:lnTo>
                  <a:pt x="228" y="810"/>
                </a:lnTo>
                <a:lnTo>
                  <a:pt x="228" y="811"/>
                </a:lnTo>
                <a:lnTo>
                  <a:pt x="227" y="811"/>
                </a:lnTo>
                <a:lnTo>
                  <a:pt x="226" y="811"/>
                </a:lnTo>
                <a:lnTo>
                  <a:pt x="226" y="810"/>
                </a:lnTo>
                <a:lnTo>
                  <a:pt x="225" y="810"/>
                </a:lnTo>
                <a:lnTo>
                  <a:pt x="224" y="810"/>
                </a:lnTo>
                <a:lnTo>
                  <a:pt x="224" y="811"/>
                </a:lnTo>
                <a:lnTo>
                  <a:pt x="223" y="811"/>
                </a:lnTo>
                <a:lnTo>
                  <a:pt x="222" y="811"/>
                </a:lnTo>
                <a:lnTo>
                  <a:pt x="221" y="811"/>
                </a:lnTo>
                <a:lnTo>
                  <a:pt x="220" y="811"/>
                </a:lnTo>
                <a:lnTo>
                  <a:pt x="219" y="810"/>
                </a:lnTo>
                <a:lnTo>
                  <a:pt x="220" y="810"/>
                </a:lnTo>
                <a:lnTo>
                  <a:pt x="220" y="809"/>
                </a:lnTo>
                <a:lnTo>
                  <a:pt x="219" y="809"/>
                </a:lnTo>
                <a:lnTo>
                  <a:pt x="218" y="808"/>
                </a:lnTo>
                <a:lnTo>
                  <a:pt x="218" y="807"/>
                </a:lnTo>
                <a:lnTo>
                  <a:pt x="218" y="806"/>
                </a:lnTo>
                <a:lnTo>
                  <a:pt x="217" y="806"/>
                </a:lnTo>
                <a:lnTo>
                  <a:pt x="217" y="805"/>
                </a:lnTo>
                <a:lnTo>
                  <a:pt x="217" y="804"/>
                </a:lnTo>
                <a:lnTo>
                  <a:pt x="217" y="803"/>
                </a:lnTo>
                <a:lnTo>
                  <a:pt x="216" y="803"/>
                </a:lnTo>
                <a:lnTo>
                  <a:pt x="216" y="804"/>
                </a:lnTo>
                <a:lnTo>
                  <a:pt x="215" y="804"/>
                </a:lnTo>
                <a:lnTo>
                  <a:pt x="215" y="803"/>
                </a:lnTo>
                <a:lnTo>
                  <a:pt x="215" y="802"/>
                </a:lnTo>
                <a:lnTo>
                  <a:pt x="214" y="802"/>
                </a:lnTo>
                <a:lnTo>
                  <a:pt x="215" y="802"/>
                </a:lnTo>
                <a:lnTo>
                  <a:pt x="215" y="801"/>
                </a:lnTo>
                <a:lnTo>
                  <a:pt x="215" y="800"/>
                </a:lnTo>
                <a:lnTo>
                  <a:pt x="215" y="799"/>
                </a:lnTo>
                <a:lnTo>
                  <a:pt x="214" y="799"/>
                </a:lnTo>
                <a:lnTo>
                  <a:pt x="213" y="799"/>
                </a:lnTo>
                <a:lnTo>
                  <a:pt x="212" y="799"/>
                </a:lnTo>
                <a:lnTo>
                  <a:pt x="211" y="799"/>
                </a:lnTo>
                <a:lnTo>
                  <a:pt x="211" y="798"/>
                </a:lnTo>
                <a:lnTo>
                  <a:pt x="211" y="797"/>
                </a:lnTo>
                <a:lnTo>
                  <a:pt x="210" y="796"/>
                </a:lnTo>
                <a:lnTo>
                  <a:pt x="210" y="795"/>
                </a:lnTo>
                <a:lnTo>
                  <a:pt x="210" y="794"/>
                </a:lnTo>
                <a:lnTo>
                  <a:pt x="210" y="793"/>
                </a:lnTo>
                <a:lnTo>
                  <a:pt x="209" y="793"/>
                </a:lnTo>
                <a:lnTo>
                  <a:pt x="208" y="793"/>
                </a:lnTo>
                <a:lnTo>
                  <a:pt x="208" y="792"/>
                </a:lnTo>
                <a:lnTo>
                  <a:pt x="207" y="792"/>
                </a:lnTo>
                <a:lnTo>
                  <a:pt x="206" y="792"/>
                </a:lnTo>
                <a:lnTo>
                  <a:pt x="205" y="793"/>
                </a:lnTo>
                <a:lnTo>
                  <a:pt x="204" y="792"/>
                </a:lnTo>
                <a:lnTo>
                  <a:pt x="203" y="792"/>
                </a:lnTo>
                <a:lnTo>
                  <a:pt x="203" y="791"/>
                </a:lnTo>
                <a:lnTo>
                  <a:pt x="202" y="791"/>
                </a:lnTo>
                <a:lnTo>
                  <a:pt x="202" y="790"/>
                </a:lnTo>
                <a:lnTo>
                  <a:pt x="201" y="790"/>
                </a:lnTo>
                <a:lnTo>
                  <a:pt x="201" y="789"/>
                </a:lnTo>
                <a:lnTo>
                  <a:pt x="200" y="789"/>
                </a:lnTo>
                <a:lnTo>
                  <a:pt x="199" y="788"/>
                </a:lnTo>
                <a:lnTo>
                  <a:pt x="198" y="788"/>
                </a:lnTo>
                <a:lnTo>
                  <a:pt x="198" y="787"/>
                </a:lnTo>
                <a:lnTo>
                  <a:pt x="197" y="787"/>
                </a:lnTo>
                <a:lnTo>
                  <a:pt x="197" y="786"/>
                </a:lnTo>
                <a:lnTo>
                  <a:pt x="196" y="786"/>
                </a:lnTo>
                <a:lnTo>
                  <a:pt x="194" y="786"/>
                </a:lnTo>
                <a:lnTo>
                  <a:pt x="194" y="785"/>
                </a:lnTo>
                <a:lnTo>
                  <a:pt x="193" y="784"/>
                </a:lnTo>
                <a:lnTo>
                  <a:pt x="192" y="783"/>
                </a:lnTo>
                <a:lnTo>
                  <a:pt x="192" y="782"/>
                </a:lnTo>
                <a:lnTo>
                  <a:pt x="191" y="782"/>
                </a:lnTo>
                <a:lnTo>
                  <a:pt x="190" y="781"/>
                </a:lnTo>
                <a:lnTo>
                  <a:pt x="190" y="780"/>
                </a:lnTo>
                <a:lnTo>
                  <a:pt x="189" y="780"/>
                </a:lnTo>
                <a:lnTo>
                  <a:pt x="188" y="779"/>
                </a:lnTo>
                <a:lnTo>
                  <a:pt x="187" y="779"/>
                </a:lnTo>
                <a:lnTo>
                  <a:pt x="184" y="778"/>
                </a:lnTo>
                <a:lnTo>
                  <a:pt x="184" y="777"/>
                </a:lnTo>
                <a:lnTo>
                  <a:pt x="184" y="776"/>
                </a:lnTo>
                <a:lnTo>
                  <a:pt x="183" y="776"/>
                </a:lnTo>
                <a:lnTo>
                  <a:pt x="182" y="776"/>
                </a:lnTo>
                <a:lnTo>
                  <a:pt x="183" y="775"/>
                </a:lnTo>
                <a:lnTo>
                  <a:pt x="182" y="775"/>
                </a:lnTo>
                <a:lnTo>
                  <a:pt x="182" y="774"/>
                </a:lnTo>
                <a:lnTo>
                  <a:pt x="182" y="773"/>
                </a:lnTo>
                <a:lnTo>
                  <a:pt x="182" y="772"/>
                </a:lnTo>
                <a:lnTo>
                  <a:pt x="182" y="771"/>
                </a:lnTo>
                <a:lnTo>
                  <a:pt x="181" y="771"/>
                </a:lnTo>
                <a:lnTo>
                  <a:pt x="181" y="770"/>
                </a:lnTo>
                <a:lnTo>
                  <a:pt x="180" y="769"/>
                </a:lnTo>
                <a:lnTo>
                  <a:pt x="179" y="769"/>
                </a:lnTo>
                <a:lnTo>
                  <a:pt x="179" y="768"/>
                </a:lnTo>
                <a:lnTo>
                  <a:pt x="178" y="768"/>
                </a:lnTo>
                <a:lnTo>
                  <a:pt x="178" y="769"/>
                </a:lnTo>
                <a:lnTo>
                  <a:pt x="177" y="768"/>
                </a:lnTo>
                <a:lnTo>
                  <a:pt x="177" y="767"/>
                </a:lnTo>
                <a:lnTo>
                  <a:pt x="176" y="767"/>
                </a:lnTo>
                <a:lnTo>
                  <a:pt x="175" y="767"/>
                </a:lnTo>
                <a:lnTo>
                  <a:pt x="175" y="768"/>
                </a:lnTo>
                <a:lnTo>
                  <a:pt x="174" y="768"/>
                </a:lnTo>
                <a:lnTo>
                  <a:pt x="174" y="769"/>
                </a:lnTo>
                <a:lnTo>
                  <a:pt x="172" y="769"/>
                </a:lnTo>
                <a:lnTo>
                  <a:pt x="172" y="770"/>
                </a:lnTo>
                <a:lnTo>
                  <a:pt x="172" y="771"/>
                </a:lnTo>
                <a:lnTo>
                  <a:pt x="170" y="771"/>
                </a:lnTo>
                <a:lnTo>
                  <a:pt x="170" y="772"/>
                </a:lnTo>
                <a:lnTo>
                  <a:pt x="169" y="772"/>
                </a:lnTo>
                <a:lnTo>
                  <a:pt x="169" y="771"/>
                </a:lnTo>
                <a:lnTo>
                  <a:pt x="169" y="770"/>
                </a:lnTo>
                <a:lnTo>
                  <a:pt x="168" y="770"/>
                </a:lnTo>
                <a:lnTo>
                  <a:pt x="167" y="769"/>
                </a:lnTo>
                <a:lnTo>
                  <a:pt x="166" y="769"/>
                </a:lnTo>
                <a:lnTo>
                  <a:pt x="165" y="769"/>
                </a:lnTo>
                <a:lnTo>
                  <a:pt x="165" y="768"/>
                </a:lnTo>
                <a:lnTo>
                  <a:pt x="164" y="767"/>
                </a:lnTo>
                <a:lnTo>
                  <a:pt x="163" y="767"/>
                </a:lnTo>
                <a:lnTo>
                  <a:pt x="163" y="766"/>
                </a:lnTo>
                <a:lnTo>
                  <a:pt x="162" y="766"/>
                </a:lnTo>
                <a:lnTo>
                  <a:pt x="161" y="766"/>
                </a:lnTo>
                <a:lnTo>
                  <a:pt x="160" y="766"/>
                </a:lnTo>
                <a:lnTo>
                  <a:pt x="160" y="765"/>
                </a:lnTo>
                <a:lnTo>
                  <a:pt x="159" y="765"/>
                </a:lnTo>
                <a:lnTo>
                  <a:pt x="157" y="765"/>
                </a:lnTo>
                <a:lnTo>
                  <a:pt x="157" y="764"/>
                </a:lnTo>
                <a:lnTo>
                  <a:pt x="156" y="764"/>
                </a:lnTo>
                <a:lnTo>
                  <a:pt x="156" y="763"/>
                </a:lnTo>
                <a:lnTo>
                  <a:pt x="155" y="763"/>
                </a:lnTo>
                <a:lnTo>
                  <a:pt x="155" y="762"/>
                </a:lnTo>
                <a:lnTo>
                  <a:pt x="154" y="761"/>
                </a:lnTo>
                <a:lnTo>
                  <a:pt x="154" y="762"/>
                </a:lnTo>
                <a:lnTo>
                  <a:pt x="153" y="762"/>
                </a:lnTo>
                <a:lnTo>
                  <a:pt x="153" y="761"/>
                </a:lnTo>
                <a:lnTo>
                  <a:pt x="153" y="760"/>
                </a:lnTo>
                <a:lnTo>
                  <a:pt x="152" y="760"/>
                </a:lnTo>
                <a:lnTo>
                  <a:pt x="152" y="759"/>
                </a:lnTo>
                <a:lnTo>
                  <a:pt x="151" y="759"/>
                </a:lnTo>
                <a:lnTo>
                  <a:pt x="150" y="759"/>
                </a:lnTo>
                <a:lnTo>
                  <a:pt x="148" y="759"/>
                </a:lnTo>
                <a:lnTo>
                  <a:pt x="148" y="760"/>
                </a:lnTo>
                <a:lnTo>
                  <a:pt x="147" y="761"/>
                </a:lnTo>
                <a:lnTo>
                  <a:pt x="146" y="760"/>
                </a:lnTo>
                <a:lnTo>
                  <a:pt x="145" y="761"/>
                </a:lnTo>
                <a:lnTo>
                  <a:pt x="145" y="762"/>
                </a:lnTo>
                <a:lnTo>
                  <a:pt x="144" y="762"/>
                </a:lnTo>
                <a:lnTo>
                  <a:pt x="144" y="763"/>
                </a:lnTo>
                <a:lnTo>
                  <a:pt x="143" y="763"/>
                </a:lnTo>
                <a:lnTo>
                  <a:pt x="143" y="762"/>
                </a:lnTo>
                <a:lnTo>
                  <a:pt x="142" y="762"/>
                </a:lnTo>
                <a:lnTo>
                  <a:pt x="141" y="762"/>
                </a:lnTo>
                <a:lnTo>
                  <a:pt x="141" y="763"/>
                </a:lnTo>
                <a:lnTo>
                  <a:pt x="141" y="764"/>
                </a:lnTo>
                <a:lnTo>
                  <a:pt x="140" y="764"/>
                </a:lnTo>
                <a:lnTo>
                  <a:pt x="139" y="764"/>
                </a:lnTo>
                <a:lnTo>
                  <a:pt x="139" y="765"/>
                </a:lnTo>
                <a:lnTo>
                  <a:pt x="139" y="766"/>
                </a:lnTo>
                <a:lnTo>
                  <a:pt x="139" y="767"/>
                </a:lnTo>
                <a:lnTo>
                  <a:pt x="138" y="767"/>
                </a:lnTo>
                <a:lnTo>
                  <a:pt x="138" y="766"/>
                </a:lnTo>
                <a:lnTo>
                  <a:pt x="137" y="766"/>
                </a:lnTo>
                <a:lnTo>
                  <a:pt x="136" y="765"/>
                </a:lnTo>
                <a:lnTo>
                  <a:pt x="136" y="764"/>
                </a:lnTo>
                <a:lnTo>
                  <a:pt x="135" y="764"/>
                </a:lnTo>
                <a:lnTo>
                  <a:pt x="134" y="763"/>
                </a:lnTo>
                <a:lnTo>
                  <a:pt x="133" y="762"/>
                </a:lnTo>
                <a:lnTo>
                  <a:pt x="133" y="761"/>
                </a:lnTo>
                <a:lnTo>
                  <a:pt x="132" y="761"/>
                </a:lnTo>
                <a:lnTo>
                  <a:pt x="132" y="760"/>
                </a:lnTo>
                <a:lnTo>
                  <a:pt x="131" y="760"/>
                </a:lnTo>
                <a:lnTo>
                  <a:pt x="131" y="761"/>
                </a:lnTo>
                <a:lnTo>
                  <a:pt x="130" y="761"/>
                </a:lnTo>
                <a:lnTo>
                  <a:pt x="129" y="761"/>
                </a:lnTo>
                <a:lnTo>
                  <a:pt x="129" y="762"/>
                </a:lnTo>
                <a:lnTo>
                  <a:pt x="128" y="762"/>
                </a:lnTo>
                <a:lnTo>
                  <a:pt x="128" y="761"/>
                </a:lnTo>
                <a:lnTo>
                  <a:pt x="127" y="761"/>
                </a:lnTo>
                <a:lnTo>
                  <a:pt x="128" y="761"/>
                </a:lnTo>
                <a:lnTo>
                  <a:pt x="127" y="761"/>
                </a:lnTo>
                <a:lnTo>
                  <a:pt x="127" y="760"/>
                </a:lnTo>
                <a:lnTo>
                  <a:pt x="127" y="759"/>
                </a:lnTo>
                <a:lnTo>
                  <a:pt x="127" y="760"/>
                </a:lnTo>
                <a:lnTo>
                  <a:pt x="126" y="760"/>
                </a:lnTo>
                <a:lnTo>
                  <a:pt x="126" y="759"/>
                </a:lnTo>
                <a:lnTo>
                  <a:pt x="125" y="758"/>
                </a:lnTo>
                <a:lnTo>
                  <a:pt x="125" y="759"/>
                </a:lnTo>
                <a:lnTo>
                  <a:pt x="124" y="759"/>
                </a:lnTo>
                <a:lnTo>
                  <a:pt x="123" y="758"/>
                </a:lnTo>
                <a:lnTo>
                  <a:pt x="121" y="758"/>
                </a:lnTo>
                <a:lnTo>
                  <a:pt x="120" y="758"/>
                </a:lnTo>
                <a:lnTo>
                  <a:pt x="119" y="758"/>
                </a:lnTo>
                <a:lnTo>
                  <a:pt x="118" y="758"/>
                </a:lnTo>
                <a:lnTo>
                  <a:pt x="118" y="757"/>
                </a:lnTo>
                <a:lnTo>
                  <a:pt x="117" y="757"/>
                </a:lnTo>
                <a:lnTo>
                  <a:pt x="116" y="758"/>
                </a:lnTo>
                <a:lnTo>
                  <a:pt x="115" y="758"/>
                </a:lnTo>
                <a:lnTo>
                  <a:pt x="115" y="759"/>
                </a:lnTo>
                <a:lnTo>
                  <a:pt x="115" y="760"/>
                </a:lnTo>
                <a:lnTo>
                  <a:pt x="114" y="760"/>
                </a:lnTo>
                <a:lnTo>
                  <a:pt x="114" y="761"/>
                </a:lnTo>
                <a:lnTo>
                  <a:pt x="113" y="761"/>
                </a:lnTo>
                <a:lnTo>
                  <a:pt x="113" y="760"/>
                </a:lnTo>
                <a:lnTo>
                  <a:pt x="113" y="759"/>
                </a:lnTo>
                <a:lnTo>
                  <a:pt x="112" y="758"/>
                </a:lnTo>
                <a:lnTo>
                  <a:pt x="112" y="757"/>
                </a:lnTo>
                <a:lnTo>
                  <a:pt x="111" y="757"/>
                </a:lnTo>
                <a:lnTo>
                  <a:pt x="110" y="757"/>
                </a:lnTo>
                <a:lnTo>
                  <a:pt x="109" y="757"/>
                </a:lnTo>
                <a:lnTo>
                  <a:pt x="108" y="757"/>
                </a:lnTo>
                <a:lnTo>
                  <a:pt x="107" y="757"/>
                </a:lnTo>
                <a:lnTo>
                  <a:pt x="107" y="756"/>
                </a:lnTo>
                <a:lnTo>
                  <a:pt x="106" y="756"/>
                </a:lnTo>
                <a:lnTo>
                  <a:pt x="105" y="756"/>
                </a:lnTo>
                <a:lnTo>
                  <a:pt x="104" y="756"/>
                </a:lnTo>
                <a:lnTo>
                  <a:pt x="103" y="756"/>
                </a:lnTo>
                <a:lnTo>
                  <a:pt x="103" y="755"/>
                </a:lnTo>
                <a:lnTo>
                  <a:pt x="102" y="755"/>
                </a:lnTo>
                <a:lnTo>
                  <a:pt x="101" y="754"/>
                </a:lnTo>
                <a:lnTo>
                  <a:pt x="100" y="754"/>
                </a:lnTo>
                <a:lnTo>
                  <a:pt x="100" y="753"/>
                </a:lnTo>
                <a:lnTo>
                  <a:pt x="98" y="752"/>
                </a:lnTo>
                <a:lnTo>
                  <a:pt x="97" y="752"/>
                </a:lnTo>
                <a:lnTo>
                  <a:pt x="96" y="752"/>
                </a:lnTo>
                <a:lnTo>
                  <a:pt x="95" y="752"/>
                </a:lnTo>
                <a:lnTo>
                  <a:pt x="93" y="752"/>
                </a:lnTo>
                <a:lnTo>
                  <a:pt x="93" y="751"/>
                </a:lnTo>
                <a:lnTo>
                  <a:pt x="92" y="750"/>
                </a:lnTo>
                <a:lnTo>
                  <a:pt x="89" y="748"/>
                </a:lnTo>
                <a:lnTo>
                  <a:pt x="89" y="747"/>
                </a:lnTo>
                <a:lnTo>
                  <a:pt x="88" y="746"/>
                </a:lnTo>
                <a:lnTo>
                  <a:pt x="87" y="746"/>
                </a:lnTo>
                <a:lnTo>
                  <a:pt x="86" y="745"/>
                </a:lnTo>
                <a:lnTo>
                  <a:pt x="86" y="744"/>
                </a:lnTo>
                <a:lnTo>
                  <a:pt x="85" y="743"/>
                </a:lnTo>
                <a:lnTo>
                  <a:pt x="84" y="742"/>
                </a:lnTo>
                <a:lnTo>
                  <a:pt x="84" y="741"/>
                </a:lnTo>
                <a:lnTo>
                  <a:pt x="82" y="740"/>
                </a:lnTo>
                <a:lnTo>
                  <a:pt x="81" y="740"/>
                </a:lnTo>
                <a:lnTo>
                  <a:pt x="81" y="739"/>
                </a:lnTo>
                <a:lnTo>
                  <a:pt x="81" y="738"/>
                </a:lnTo>
                <a:lnTo>
                  <a:pt x="80" y="737"/>
                </a:lnTo>
                <a:lnTo>
                  <a:pt x="79" y="737"/>
                </a:lnTo>
                <a:lnTo>
                  <a:pt x="79" y="736"/>
                </a:lnTo>
                <a:lnTo>
                  <a:pt x="78" y="736"/>
                </a:lnTo>
                <a:lnTo>
                  <a:pt x="77" y="736"/>
                </a:lnTo>
                <a:lnTo>
                  <a:pt x="77" y="735"/>
                </a:lnTo>
                <a:lnTo>
                  <a:pt x="76" y="735"/>
                </a:lnTo>
                <a:lnTo>
                  <a:pt x="75" y="735"/>
                </a:lnTo>
                <a:lnTo>
                  <a:pt x="75" y="734"/>
                </a:lnTo>
                <a:lnTo>
                  <a:pt x="74" y="734"/>
                </a:lnTo>
                <a:lnTo>
                  <a:pt x="74" y="733"/>
                </a:lnTo>
                <a:lnTo>
                  <a:pt x="74" y="732"/>
                </a:lnTo>
                <a:lnTo>
                  <a:pt x="73" y="732"/>
                </a:lnTo>
                <a:lnTo>
                  <a:pt x="72" y="732"/>
                </a:lnTo>
                <a:lnTo>
                  <a:pt x="71" y="732"/>
                </a:lnTo>
                <a:lnTo>
                  <a:pt x="69" y="732"/>
                </a:lnTo>
                <a:lnTo>
                  <a:pt x="68" y="732"/>
                </a:lnTo>
                <a:lnTo>
                  <a:pt x="66" y="731"/>
                </a:lnTo>
                <a:lnTo>
                  <a:pt x="65" y="731"/>
                </a:lnTo>
                <a:lnTo>
                  <a:pt x="64" y="731"/>
                </a:lnTo>
                <a:lnTo>
                  <a:pt x="63" y="731"/>
                </a:lnTo>
                <a:lnTo>
                  <a:pt x="62" y="730"/>
                </a:lnTo>
                <a:lnTo>
                  <a:pt x="62" y="729"/>
                </a:lnTo>
                <a:lnTo>
                  <a:pt x="61" y="729"/>
                </a:lnTo>
                <a:lnTo>
                  <a:pt x="60" y="728"/>
                </a:lnTo>
                <a:lnTo>
                  <a:pt x="61" y="728"/>
                </a:lnTo>
                <a:lnTo>
                  <a:pt x="60" y="728"/>
                </a:lnTo>
                <a:lnTo>
                  <a:pt x="60" y="727"/>
                </a:lnTo>
                <a:lnTo>
                  <a:pt x="59" y="727"/>
                </a:lnTo>
                <a:lnTo>
                  <a:pt x="59" y="726"/>
                </a:lnTo>
                <a:lnTo>
                  <a:pt x="58" y="726"/>
                </a:lnTo>
                <a:lnTo>
                  <a:pt x="58" y="725"/>
                </a:lnTo>
                <a:lnTo>
                  <a:pt x="57" y="725"/>
                </a:lnTo>
                <a:lnTo>
                  <a:pt x="57" y="724"/>
                </a:lnTo>
                <a:lnTo>
                  <a:pt x="58" y="723"/>
                </a:lnTo>
                <a:lnTo>
                  <a:pt x="57" y="723"/>
                </a:lnTo>
                <a:lnTo>
                  <a:pt x="57" y="722"/>
                </a:lnTo>
                <a:lnTo>
                  <a:pt x="57" y="721"/>
                </a:lnTo>
                <a:lnTo>
                  <a:pt x="56" y="720"/>
                </a:lnTo>
                <a:lnTo>
                  <a:pt x="56" y="719"/>
                </a:lnTo>
                <a:lnTo>
                  <a:pt x="56" y="717"/>
                </a:lnTo>
                <a:lnTo>
                  <a:pt x="55" y="717"/>
                </a:lnTo>
                <a:lnTo>
                  <a:pt x="55" y="716"/>
                </a:lnTo>
                <a:lnTo>
                  <a:pt x="55" y="715"/>
                </a:lnTo>
                <a:lnTo>
                  <a:pt x="54" y="715"/>
                </a:lnTo>
                <a:lnTo>
                  <a:pt x="54" y="714"/>
                </a:lnTo>
                <a:lnTo>
                  <a:pt x="54" y="713"/>
                </a:lnTo>
                <a:lnTo>
                  <a:pt x="53" y="712"/>
                </a:lnTo>
                <a:lnTo>
                  <a:pt x="53" y="711"/>
                </a:lnTo>
                <a:lnTo>
                  <a:pt x="53" y="710"/>
                </a:lnTo>
                <a:lnTo>
                  <a:pt x="52" y="710"/>
                </a:lnTo>
                <a:lnTo>
                  <a:pt x="52" y="709"/>
                </a:lnTo>
                <a:lnTo>
                  <a:pt x="52" y="708"/>
                </a:lnTo>
                <a:lnTo>
                  <a:pt x="51" y="707"/>
                </a:lnTo>
                <a:lnTo>
                  <a:pt x="51" y="706"/>
                </a:lnTo>
                <a:lnTo>
                  <a:pt x="50" y="706"/>
                </a:lnTo>
                <a:lnTo>
                  <a:pt x="49" y="706"/>
                </a:lnTo>
                <a:lnTo>
                  <a:pt x="49" y="705"/>
                </a:lnTo>
                <a:lnTo>
                  <a:pt x="49" y="704"/>
                </a:lnTo>
                <a:lnTo>
                  <a:pt x="48" y="704"/>
                </a:lnTo>
                <a:lnTo>
                  <a:pt x="47" y="704"/>
                </a:lnTo>
                <a:lnTo>
                  <a:pt x="46" y="704"/>
                </a:lnTo>
                <a:lnTo>
                  <a:pt x="45" y="704"/>
                </a:lnTo>
                <a:lnTo>
                  <a:pt x="45" y="703"/>
                </a:lnTo>
                <a:lnTo>
                  <a:pt x="44" y="703"/>
                </a:lnTo>
                <a:lnTo>
                  <a:pt x="43" y="703"/>
                </a:lnTo>
                <a:lnTo>
                  <a:pt x="43" y="702"/>
                </a:lnTo>
                <a:lnTo>
                  <a:pt x="42" y="702"/>
                </a:lnTo>
                <a:lnTo>
                  <a:pt x="41" y="702"/>
                </a:lnTo>
                <a:lnTo>
                  <a:pt x="41" y="701"/>
                </a:lnTo>
                <a:lnTo>
                  <a:pt x="40" y="701"/>
                </a:lnTo>
                <a:lnTo>
                  <a:pt x="39" y="700"/>
                </a:lnTo>
                <a:lnTo>
                  <a:pt x="38" y="700"/>
                </a:lnTo>
                <a:lnTo>
                  <a:pt x="37" y="700"/>
                </a:lnTo>
                <a:lnTo>
                  <a:pt x="37" y="699"/>
                </a:lnTo>
                <a:lnTo>
                  <a:pt x="36" y="699"/>
                </a:lnTo>
                <a:lnTo>
                  <a:pt x="36" y="698"/>
                </a:lnTo>
                <a:lnTo>
                  <a:pt x="35" y="698"/>
                </a:lnTo>
                <a:lnTo>
                  <a:pt x="35" y="697"/>
                </a:lnTo>
                <a:lnTo>
                  <a:pt x="36" y="697"/>
                </a:lnTo>
                <a:lnTo>
                  <a:pt x="36" y="696"/>
                </a:lnTo>
                <a:lnTo>
                  <a:pt x="36" y="695"/>
                </a:lnTo>
                <a:lnTo>
                  <a:pt x="36" y="691"/>
                </a:lnTo>
                <a:lnTo>
                  <a:pt x="36" y="690"/>
                </a:lnTo>
                <a:lnTo>
                  <a:pt x="35" y="690"/>
                </a:lnTo>
                <a:lnTo>
                  <a:pt x="34" y="690"/>
                </a:lnTo>
                <a:lnTo>
                  <a:pt x="34" y="689"/>
                </a:lnTo>
                <a:lnTo>
                  <a:pt x="33" y="689"/>
                </a:lnTo>
                <a:lnTo>
                  <a:pt x="32" y="689"/>
                </a:lnTo>
                <a:lnTo>
                  <a:pt x="33" y="689"/>
                </a:lnTo>
                <a:lnTo>
                  <a:pt x="33" y="688"/>
                </a:lnTo>
                <a:lnTo>
                  <a:pt x="32" y="688"/>
                </a:lnTo>
                <a:lnTo>
                  <a:pt x="31" y="688"/>
                </a:lnTo>
                <a:lnTo>
                  <a:pt x="31" y="687"/>
                </a:lnTo>
                <a:lnTo>
                  <a:pt x="30" y="687"/>
                </a:lnTo>
                <a:lnTo>
                  <a:pt x="29" y="686"/>
                </a:lnTo>
                <a:lnTo>
                  <a:pt x="29" y="685"/>
                </a:lnTo>
                <a:lnTo>
                  <a:pt x="28" y="685"/>
                </a:lnTo>
                <a:lnTo>
                  <a:pt x="28" y="684"/>
                </a:lnTo>
                <a:lnTo>
                  <a:pt x="28" y="683"/>
                </a:lnTo>
                <a:lnTo>
                  <a:pt x="27" y="682"/>
                </a:lnTo>
                <a:lnTo>
                  <a:pt x="27" y="681"/>
                </a:lnTo>
                <a:lnTo>
                  <a:pt x="28" y="680"/>
                </a:lnTo>
                <a:lnTo>
                  <a:pt x="27" y="679"/>
                </a:lnTo>
                <a:lnTo>
                  <a:pt x="27" y="678"/>
                </a:lnTo>
                <a:lnTo>
                  <a:pt x="28" y="678"/>
                </a:lnTo>
                <a:lnTo>
                  <a:pt x="28" y="677"/>
                </a:lnTo>
                <a:lnTo>
                  <a:pt x="28" y="676"/>
                </a:lnTo>
                <a:lnTo>
                  <a:pt x="28" y="675"/>
                </a:lnTo>
                <a:lnTo>
                  <a:pt x="29" y="675"/>
                </a:lnTo>
                <a:lnTo>
                  <a:pt x="29" y="674"/>
                </a:lnTo>
                <a:lnTo>
                  <a:pt x="30" y="673"/>
                </a:lnTo>
                <a:lnTo>
                  <a:pt x="30" y="672"/>
                </a:lnTo>
                <a:lnTo>
                  <a:pt x="29" y="671"/>
                </a:lnTo>
                <a:lnTo>
                  <a:pt x="30" y="671"/>
                </a:lnTo>
                <a:lnTo>
                  <a:pt x="30" y="670"/>
                </a:lnTo>
                <a:lnTo>
                  <a:pt x="31" y="669"/>
                </a:lnTo>
                <a:lnTo>
                  <a:pt x="31" y="668"/>
                </a:lnTo>
                <a:lnTo>
                  <a:pt x="30" y="668"/>
                </a:lnTo>
                <a:lnTo>
                  <a:pt x="30" y="667"/>
                </a:lnTo>
                <a:lnTo>
                  <a:pt x="29" y="667"/>
                </a:lnTo>
                <a:lnTo>
                  <a:pt x="29" y="666"/>
                </a:lnTo>
                <a:lnTo>
                  <a:pt x="30" y="666"/>
                </a:lnTo>
                <a:lnTo>
                  <a:pt x="29" y="665"/>
                </a:lnTo>
                <a:lnTo>
                  <a:pt x="29" y="664"/>
                </a:lnTo>
                <a:lnTo>
                  <a:pt x="29" y="663"/>
                </a:lnTo>
                <a:lnTo>
                  <a:pt x="28" y="663"/>
                </a:lnTo>
                <a:lnTo>
                  <a:pt x="27" y="662"/>
                </a:lnTo>
                <a:lnTo>
                  <a:pt x="26" y="662"/>
                </a:lnTo>
                <a:lnTo>
                  <a:pt x="25" y="661"/>
                </a:lnTo>
                <a:lnTo>
                  <a:pt x="24" y="661"/>
                </a:lnTo>
                <a:lnTo>
                  <a:pt x="23" y="661"/>
                </a:lnTo>
                <a:lnTo>
                  <a:pt x="22" y="661"/>
                </a:lnTo>
                <a:lnTo>
                  <a:pt x="22" y="660"/>
                </a:lnTo>
                <a:lnTo>
                  <a:pt x="22" y="659"/>
                </a:lnTo>
                <a:lnTo>
                  <a:pt x="22" y="658"/>
                </a:lnTo>
                <a:lnTo>
                  <a:pt x="23" y="657"/>
                </a:lnTo>
                <a:lnTo>
                  <a:pt x="24" y="656"/>
                </a:lnTo>
                <a:lnTo>
                  <a:pt x="24" y="655"/>
                </a:lnTo>
                <a:lnTo>
                  <a:pt x="26" y="654"/>
                </a:lnTo>
                <a:lnTo>
                  <a:pt x="26" y="653"/>
                </a:lnTo>
                <a:lnTo>
                  <a:pt x="26" y="652"/>
                </a:lnTo>
                <a:lnTo>
                  <a:pt x="25" y="652"/>
                </a:lnTo>
                <a:lnTo>
                  <a:pt x="24" y="652"/>
                </a:lnTo>
                <a:lnTo>
                  <a:pt x="23" y="652"/>
                </a:lnTo>
                <a:lnTo>
                  <a:pt x="22" y="652"/>
                </a:lnTo>
                <a:lnTo>
                  <a:pt x="22" y="651"/>
                </a:lnTo>
                <a:lnTo>
                  <a:pt x="22" y="650"/>
                </a:lnTo>
                <a:lnTo>
                  <a:pt x="21" y="650"/>
                </a:lnTo>
                <a:lnTo>
                  <a:pt x="21" y="649"/>
                </a:lnTo>
                <a:lnTo>
                  <a:pt x="20" y="649"/>
                </a:lnTo>
                <a:lnTo>
                  <a:pt x="20" y="648"/>
                </a:lnTo>
                <a:lnTo>
                  <a:pt x="20" y="647"/>
                </a:lnTo>
                <a:lnTo>
                  <a:pt x="19" y="647"/>
                </a:lnTo>
                <a:lnTo>
                  <a:pt x="19" y="646"/>
                </a:lnTo>
                <a:lnTo>
                  <a:pt x="19" y="645"/>
                </a:lnTo>
                <a:lnTo>
                  <a:pt x="19" y="644"/>
                </a:lnTo>
                <a:lnTo>
                  <a:pt x="18" y="644"/>
                </a:lnTo>
                <a:lnTo>
                  <a:pt x="18" y="643"/>
                </a:lnTo>
                <a:lnTo>
                  <a:pt x="17" y="643"/>
                </a:lnTo>
                <a:lnTo>
                  <a:pt x="16" y="643"/>
                </a:lnTo>
                <a:lnTo>
                  <a:pt x="15" y="643"/>
                </a:lnTo>
                <a:lnTo>
                  <a:pt x="14" y="643"/>
                </a:lnTo>
                <a:lnTo>
                  <a:pt x="13" y="643"/>
                </a:lnTo>
                <a:lnTo>
                  <a:pt x="12" y="643"/>
                </a:lnTo>
                <a:lnTo>
                  <a:pt x="12" y="642"/>
                </a:lnTo>
                <a:lnTo>
                  <a:pt x="12" y="641"/>
                </a:lnTo>
                <a:lnTo>
                  <a:pt x="11" y="641"/>
                </a:lnTo>
                <a:lnTo>
                  <a:pt x="12" y="640"/>
                </a:lnTo>
                <a:lnTo>
                  <a:pt x="11" y="640"/>
                </a:lnTo>
                <a:lnTo>
                  <a:pt x="11" y="639"/>
                </a:lnTo>
                <a:lnTo>
                  <a:pt x="10" y="639"/>
                </a:lnTo>
                <a:lnTo>
                  <a:pt x="10" y="638"/>
                </a:lnTo>
                <a:lnTo>
                  <a:pt x="10" y="637"/>
                </a:lnTo>
                <a:lnTo>
                  <a:pt x="10" y="636"/>
                </a:lnTo>
                <a:lnTo>
                  <a:pt x="9" y="636"/>
                </a:lnTo>
                <a:lnTo>
                  <a:pt x="8" y="635"/>
                </a:lnTo>
                <a:lnTo>
                  <a:pt x="7" y="634"/>
                </a:lnTo>
                <a:lnTo>
                  <a:pt x="7" y="633"/>
                </a:lnTo>
                <a:lnTo>
                  <a:pt x="7" y="632"/>
                </a:lnTo>
                <a:lnTo>
                  <a:pt x="6" y="632"/>
                </a:lnTo>
                <a:lnTo>
                  <a:pt x="6" y="631"/>
                </a:lnTo>
                <a:lnTo>
                  <a:pt x="5" y="630"/>
                </a:lnTo>
                <a:lnTo>
                  <a:pt x="4" y="629"/>
                </a:lnTo>
                <a:lnTo>
                  <a:pt x="3" y="629"/>
                </a:lnTo>
                <a:lnTo>
                  <a:pt x="3" y="628"/>
                </a:lnTo>
                <a:lnTo>
                  <a:pt x="3" y="627"/>
                </a:lnTo>
                <a:lnTo>
                  <a:pt x="3" y="626"/>
                </a:lnTo>
                <a:lnTo>
                  <a:pt x="3" y="625"/>
                </a:lnTo>
                <a:lnTo>
                  <a:pt x="4" y="625"/>
                </a:lnTo>
                <a:lnTo>
                  <a:pt x="3" y="624"/>
                </a:lnTo>
                <a:lnTo>
                  <a:pt x="3" y="623"/>
                </a:lnTo>
                <a:lnTo>
                  <a:pt x="3" y="622"/>
                </a:lnTo>
                <a:lnTo>
                  <a:pt x="2" y="622"/>
                </a:lnTo>
                <a:lnTo>
                  <a:pt x="2" y="621"/>
                </a:lnTo>
                <a:lnTo>
                  <a:pt x="1" y="620"/>
                </a:lnTo>
                <a:lnTo>
                  <a:pt x="1" y="619"/>
                </a:lnTo>
                <a:lnTo>
                  <a:pt x="1" y="618"/>
                </a:lnTo>
                <a:lnTo>
                  <a:pt x="0" y="618"/>
                </a:lnTo>
                <a:lnTo>
                  <a:pt x="0" y="617"/>
                </a:lnTo>
                <a:lnTo>
                  <a:pt x="0" y="616"/>
                </a:lnTo>
                <a:lnTo>
                  <a:pt x="1" y="616"/>
                </a:lnTo>
                <a:lnTo>
                  <a:pt x="2" y="616"/>
                </a:lnTo>
                <a:lnTo>
                  <a:pt x="2" y="615"/>
                </a:lnTo>
                <a:lnTo>
                  <a:pt x="2" y="614"/>
                </a:lnTo>
                <a:lnTo>
                  <a:pt x="2" y="612"/>
                </a:lnTo>
                <a:lnTo>
                  <a:pt x="3" y="611"/>
                </a:lnTo>
                <a:lnTo>
                  <a:pt x="3" y="610"/>
                </a:lnTo>
                <a:lnTo>
                  <a:pt x="3" y="611"/>
                </a:lnTo>
                <a:lnTo>
                  <a:pt x="4" y="611"/>
                </a:lnTo>
                <a:lnTo>
                  <a:pt x="4" y="610"/>
                </a:lnTo>
                <a:lnTo>
                  <a:pt x="5" y="610"/>
                </a:lnTo>
                <a:lnTo>
                  <a:pt x="6" y="610"/>
                </a:lnTo>
                <a:lnTo>
                  <a:pt x="6" y="609"/>
                </a:lnTo>
                <a:lnTo>
                  <a:pt x="7" y="609"/>
                </a:lnTo>
                <a:lnTo>
                  <a:pt x="7" y="608"/>
                </a:lnTo>
                <a:lnTo>
                  <a:pt x="7" y="607"/>
                </a:lnTo>
                <a:lnTo>
                  <a:pt x="8" y="607"/>
                </a:lnTo>
                <a:lnTo>
                  <a:pt x="9" y="607"/>
                </a:lnTo>
                <a:lnTo>
                  <a:pt x="10" y="607"/>
                </a:lnTo>
                <a:lnTo>
                  <a:pt x="10" y="608"/>
                </a:lnTo>
                <a:lnTo>
                  <a:pt x="11" y="608"/>
                </a:lnTo>
                <a:lnTo>
                  <a:pt x="12" y="608"/>
                </a:lnTo>
                <a:lnTo>
                  <a:pt x="13" y="608"/>
                </a:lnTo>
                <a:lnTo>
                  <a:pt x="13" y="609"/>
                </a:lnTo>
                <a:lnTo>
                  <a:pt x="14" y="609"/>
                </a:lnTo>
                <a:lnTo>
                  <a:pt x="14" y="607"/>
                </a:lnTo>
                <a:lnTo>
                  <a:pt x="14" y="606"/>
                </a:lnTo>
                <a:lnTo>
                  <a:pt x="15" y="605"/>
                </a:lnTo>
                <a:lnTo>
                  <a:pt x="16" y="605"/>
                </a:lnTo>
                <a:lnTo>
                  <a:pt x="17" y="606"/>
                </a:lnTo>
                <a:lnTo>
                  <a:pt x="18" y="606"/>
                </a:lnTo>
                <a:lnTo>
                  <a:pt x="18" y="605"/>
                </a:lnTo>
                <a:lnTo>
                  <a:pt x="19" y="605"/>
                </a:lnTo>
                <a:lnTo>
                  <a:pt x="20" y="604"/>
                </a:lnTo>
                <a:lnTo>
                  <a:pt x="21" y="604"/>
                </a:lnTo>
                <a:lnTo>
                  <a:pt x="21" y="603"/>
                </a:lnTo>
                <a:lnTo>
                  <a:pt x="21" y="602"/>
                </a:lnTo>
                <a:lnTo>
                  <a:pt x="20" y="601"/>
                </a:lnTo>
                <a:lnTo>
                  <a:pt x="21" y="601"/>
                </a:lnTo>
                <a:lnTo>
                  <a:pt x="21" y="600"/>
                </a:lnTo>
                <a:lnTo>
                  <a:pt x="22" y="600"/>
                </a:lnTo>
                <a:lnTo>
                  <a:pt x="22" y="599"/>
                </a:lnTo>
                <a:lnTo>
                  <a:pt x="23" y="598"/>
                </a:lnTo>
                <a:lnTo>
                  <a:pt x="22" y="597"/>
                </a:lnTo>
                <a:lnTo>
                  <a:pt x="23" y="597"/>
                </a:lnTo>
                <a:lnTo>
                  <a:pt x="23" y="596"/>
                </a:lnTo>
                <a:lnTo>
                  <a:pt x="24" y="595"/>
                </a:lnTo>
                <a:lnTo>
                  <a:pt x="24" y="594"/>
                </a:lnTo>
                <a:lnTo>
                  <a:pt x="24" y="593"/>
                </a:lnTo>
                <a:lnTo>
                  <a:pt x="25" y="593"/>
                </a:lnTo>
                <a:lnTo>
                  <a:pt x="25" y="592"/>
                </a:lnTo>
                <a:lnTo>
                  <a:pt x="25" y="591"/>
                </a:lnTo>
                <a:lnTo>
                  <a:pt x="25" y="590"/>
                </a:lnTo>
                <a:lnTo>
                  <a:pt x="24" y="590"/>
                </a:lnTo>
                <a:lnTo>
                  <a:pt x="24" y="589"/>
                </a:lnTo>
                <a:lnTo>
                  <a:pt x="24" y="588"/>
                </a:lnTo>
                <a:lnTo>
                  <a:pt x="25" y="587"/>
                </a:lnTo>
                <a:lnTo>
                  <a:pt x="26" y="587"/>
                </a:lnTo>
                <a:lnTo>
                  <a:pt x="26" y="586"/>
                </a:lnTo>
                <a:lnTo>
                  <a:pt x="27" y="586"/>
                </a:lnTo>
                <a:lnTo>
                  <a:pt x="28" y="585"/>
                </a:lnTo>
                <a:lnTo>
                  <a:pt x="29" y="585"/>
                </a:lnTo>
                <a:lnTo>
                  <a:pt x="29" y="584"/>
                </a:lnTo>
                <a:lnTo>
                  <a:pt x="30" y="584"/>
                </a:lnTo>
                <a:lnTo>
                  <a:pt x="30" y="583"/>
                </a:lnTo>
                <a:lnTo>
                  <a:pt x="30" y="582"/>
                </a:lnTo>
                <a:lnTo>
                  <a:pt x="29" y="582"/>
                </a:lnTo>
                <a:lnTo>
                  <a:pt x="29" y="581"/>
                </a:lnTo>
                <a:lnTo>
                  <a:pt x="29" y="580"/>
                </a:lnTo>
                <a:lnTo>
                  <a:pt x="27" y="580"/>
                </a:lnTo>
                <a:lnTo>
                  <a:pt x="26" y="579"/>
                </a:lnTo>
                <a:lnTo>
                  <a:pt x="25" y="578"/>
                </a:lnTo>
                <a:lnTo>
                  <a:pt x="26" y="578"/>
                </a:lnTo>
                <a:lnTo>
                  <a:pt x="26" y="576"/>
                </a:lnTo>
                <a:lnTo>
                  <a:pt x="25" y="576"/>
                </a:lnTo>
                <a:lnTo>
                  <a:pt x="24" y="575"/>
                </a:lnTo>
                <a:lnTo>
                  <a:pt x="24" y="574"/>
                </a:lnTo>
                <a:lnTo>
                  <a:pt x="25" y="573"/>
                </a:lnTo>
                <a:lnTo>
                  <a:pt x="25" y="572"/>
                </a:lnTo>
                <a:lnTo>
                  <a:pt x="26" y="572"/>
                </a:lnTo>
                <a:lnTo>
                  <a:pt x="26" y="571"/>
                </a:lnTo>
                <a:lnTo>
                  <a:pt x="27" y="571"/>
                </a:lnTo>
                <a:lnTo>
                  <a:pt x="27" y="570"/>
                </a:lnTo>
                <a:lnTo>
                  <a:pt x="26" y="570"/>
                </a:lnTo>
                <a:lnTo>
                  <a:pt x="26" y="569"/>
                </a:lnTo>
                <a:lnTo>
                  <a:pt x="27" y="569"/>
                </a:lnTo>
                <a:lnTo>
                  <a:pt x="27" y="568"/>
                </a:lnTo>
                <a:lnTo>
                  <a:pt x="27" y="567"/>
                </a:lnTo>
                <a:lnTo>
                  <a:pt x="27" y="566"/>
                </a:lnTo>
                <a:lnTo>
                  <a:pt x="27" y="565"/>
                </a:lnTo>
                <a:lnTo>
                  <a:pt x="26" y="565"/>
                </a:lnTo>
                <a:lnTo>
                  <a:pt x="26" y="564"/>
                </a:lnTo>
                <a:lnTo>
                  <a:pt x="27" y="564"/>
                </a:lnTo>
                <a:lnTo>
                  <a:pt x="27" y="563"/>
                </a:lnTo>
                <a:lnTo>
                  <a:pt x="27" y="562"/>
                </a:lnTo>
                <a:lnTo>
                  <a:pt x="27" y="561"/>
                </a:lnTo>
                <a:lnTo>
                  <a:pt x="27" y="560"/>
                </a:lnTo>
                <a:lnTo>
                  <a:pt x="28" y="559"/>
                </a:lnTo>
                <a:lnTo>
                  <a:pt x="28" y="558"/>
                </a:lnTo>
                <a:lnTo>
                  <a:pt x="27" y="558"/>
                </a:lnTo>
                <a:lnTo>
                  <a:pt x="27" y="557"/>
                </a:lnTo>
                <a:lnTo>
                  <a:pt x="28" y="557"/>
                </a:lnTo>
                <a:lnTo>
                  <a:pt x="28" y="556"/>
                </a:lnTo>
                <a:lnTo>
                  <a:pt x="28" y="555"/>
                </a:lnTo>
                <a:lnTo>
                  <a:pt x="28" y="554"/>
                </a:lnTo>
                <a:lnTo>
                  <a:pt x="27" y="553"/>
                </a:lnTo>
                <a:lnTo>
                  <a:pt x="26" y="552"/>
                </a:lnTo>
                <a:lnTo>
                  <a:pt x="25" y="551"/>
                </a:lnTo>
                <a:lnTo>
                  <a:pt x="25" y="550"/>
                </a:lnTo>
                <a:lnTo>
                  <a:pt x="25" y="549"/>
                </a:lnTo>
                <a:lnTo>
                  <a:pt x="25" y="548"/>
                </a:lnTo>
                <a:lnTo>
                  <a:pt x="26" y="548"/>
                </a:lnTo>
                <a:lnTo>
                  <a:pt x="27" y="548"/>
                </a:lnTo>
                <a:lnTo>
                  <a:pt x="27" y="547"/>
                </a:lnTo>
                <a:lnTo>
                  <a:pt x="27" y="546"/>
                </a:lnTo>
                <a:lnTo>
                  <a:pt x="28" y="545"/>
                </a:lnTo>
                <a:lnTo>
                  <a:pt x="28" y="544"/>
                </a:lnTo>
                <a:lnTo>
                  <a:pt x="27" y="543"/>
                </a:lnTo>
                <a:lnTo>
                  <a:pt x="27" y="542"/>
                </a:lnTo>
                <a:lnTo>
                  <a:pt x="26" y="542"/>
                </a:lnTo>
                <a:lnTo>
                  <a:pt x="26" y="543"/>
                </a:lnTo>
                <a:lnTo>
                  <a:pt x="25" y="542"/>
                </a:lnTo>
                <a:lnTo>
                  <a:pt x="24" y="542"/>
                </a:lnTo>
                <a:lnTo>
                  <a:pt x="23" y="541"/>
                </a:lnTo>
                <a:lnTo>
                  <a:pt x="23" y="540"/>
                </a:lnTo>
                <a:lnTo>
                  <a:pt x="22" y="539"/>
                </a:lnTo>
                <a:lnTo>
                  <a:pt x="21" y="539"/>
                </a:lnTo>
                <a:lnTo>
                  <a:pt x="21" y="538"/>
                </a:lnTo>
                <a:lnTo>
                  <a:pt x="22" y="538"/>
                </a:lnTo>
                <a:lnTo>
                  <a:pt x="23" y="536"/>
                </a:lnTo>
                <a:lnTo>
                  <a:pt x="23" y="535"/>
                </a:lnTo>
                <a:lnTo>
                  <a:pt x="23" y="534"/>
                </a:lnTo>
                <a:lnTo>
                  <a:pt x="22" y="534"/>
                </a:lnTo>
                <a:lnTo>
                  <a:pt x="22" y="533"/>
                </a:lnTo>
                <a:lnTo>
                  <a:pt x="22" y="532"/>
                </a:lnTo>
                <a:lnTo>
                  <a:pt x="23" y="532"/>
                </a:lnTo>
                <a:lnTo>
                  <a:pt x="23" y="531"/>
                </a:lnTo>
                <a:lnTo>
                  <a:pt x="23" y="530"/>
                </a:lnTo>
                <a:lnTo>
                  <a:pt x="24" y="530"/>
                </a:lnTo>
                <a:lnTo>
                  <a:pt x="25" y="530"/>
                </a:lnTo>
                <a:lnTo>
                  <a:pt x="25" y="529"/>
                </a:lnTo>
                <a:lnTo>
                  <a:pt x="26" y="529"/>
                </a:lnTo>
                <a:lnTo>
                  <a:pt x="27" y="529"/>
                </a:lnTo>
                <a:lnTo>
                  <a:pt x="27" y="528"/>
                </a:lnTo>
                <a:lnTo>
                  <a:pt x="28" y="528"/>
                </a:lnTo>
                <a:lnTo>
                  <a:pt x="29" y="529"/>
                </a:lnTo>
                <a:lnTo>
                  <a:pt x="30" y="529"/>
                </a:lnTo>
                <a:lnTo>
                  <a:pt x="31" y="529"/>
                </a:lnTo>
                <a:lnTo>
                  <a:pt x="32" y="527"/>
                </a:lnTo>
                <a:lnTo>
                  <a:pt x="32" y="526"/>
                </a:lnTo>
                <a:lnTo>
                  <a:pt x="33" y="526"/>
                </a:lnTo>
                <a:lnTo>
                  <a:pt x="33" y="525"/>
                </a:lnTo>
                <a:lnTo>
                  <a:pt x="34" y="525"/>
                </a:lnTo>
                <a:lnTo>
                  <a:pt x="35" y="524"/>
                </a:lnTo>
                <a:lnTo>
                  <a:pt x="34" y="524"/>
                </a:lnTo>
                <a:lnTo>
                  <a:pt x="34" y="523"/>
                </a:lnTo>
                <a:lnTo>
                  <a:pt x="35" y="523"/>
                </a:lnTo>
                <a:lnTo>
                  <a:pt x="36" y="522"/>
                </a:lnTo>
                <a:lnTo>
                  <a:pt x="37" y="522"/>
                </a:lnTo>
                <a:lnTo>
                  <a:pt x="38" y="522"/>
                </a:lnTo>
                <a:lnTo>
                  <a:pt x="39" y="522"/>
                </a:lnTo>
                <a:lnTo>
                  <a:pt x="39" y="521"/>
                </a:lnTo>
                <a:lnTo>
                  <a:pt x="38" y="520"/>
                </a:lnTo>
                <a:lnTo>
                  <a:pt x="37" y="520"/>
                </a:lnTo>
                <a:lnTo>
                  <a:pt x="37" y="519"/>
                </a:lnTo>
                <a:lnTo>
                  <a:pt x="38" y="519"/>
                </a:lnTo>
                <a:lnTo>
                  <a:pt x="38" y="517"/>
                </a:lnTo>
                <a:lnTo>
                  <a:pt x="37" y="517"/>
                </a:lnTo>
                <a:lnTo>
                  <a:pt x="37" y="516"/>
                </a:lnTo>
                <a:lnTo>
                  <a:pt x="38" y="516"/>
                </a:lnTo>
                <a:lnTo>
                  <a:pt x="38" y="515"/>
                </a:lnTo>
                <a:lnTo>
                  <a:pt x="37" y="514"/>
                </a:lnTo>
                <a:lnTo>
                  <a:pt x="36" y="513"/>
                </a:lnTo>
                <a:lnTo>
                  <a:pt x="35" y="513"/>
                </a:lnTo>
                <a:lnTo>
                  <a:pt x="34" y="513"/>
                </a:lnTo>
                <a:lnTo>
                  <a:pt x="35" y="513"/>
                </a:lnTo>
                <a:lnTo>
                  <a:pt x="35" y="512"/>
                </a:lnTo>
                <a:lnTo>
                  <a:pt x="36" y="512"/>
                </a:lnTo>
                <a:lnTo>
                  <a:pt x="36" y="511"/>
                </a:lnTo>
                <a:lnTo>
                  <a:pt x="35" y="511"/>
                </a:lnTo>
                <a:lnTo>
                  <a:pt x="35" y="510"/>
                </a:lnTo>
                <a:lnTo>
                  <a:pt x="35" y="509"/>
                </a:lnTo>
                <a:lnTo>
                  <a:pt x="36" y="509"/>
                </a:lnTo>
                <a:lnTo>
                  <a:pt x="35" y="509"/>
                </a:lnTo>
                <a:lnTo>
                  <a:pt x="35" y="508"/>
                </a:lnTo>
                <a:lnTo>
                  <a:pt x="35" y="507"/>
                </a:lnTo>
                <a:lnTo>
                  <a:pt x="34" y="507"/>
                </a:lnTo>
                <a:lnTo>
                  <a:pt x="33" y="506"/>
                </a:lnTo>
                <a:lnTo>
                  <a:pt x="32" y="506"/>
                </a:lnTo>
                <a:lnTo>
                  <a:pt x="32" y="507"/>
                </a:lnTo>
                <a:lnTo>
                  <a:pt x="31" y="507"/>
                </a:lnTo>
                <a:lnTo>
                  <a:pt x="30" y="507"/>
                </a:lnTo>
                <a:lnTo>
                  <a:pt x="29" y="507"/>
                </a:lnTo>
                <a:lnTo>
                  <a:pt x="28" y="508"/>
                </a:lnTo>
                <a:lnTo>
                  <a:pt x="28" y="507"/>
                </a:lnTo>
                <a:lnTo>
                  <a:pt x="27" y="507"/>
                </a:lnTo>
                <a:lnTo>
                  <a:pt x="26" y="506"/>
                </a:lnTo>
                <a:lnTo>
                  <a:pt x="25" y="505"/>
                </a:lnTo>
                <a:lnTo>
                  <a:pt x="24" y="505"/>
                </a:lnTo>
                <a:lnTo>
                  <a:pt x="24" y="506"/>
                </a:lnTo>
                <a:lnTo>
                  <a:pt x="23" y="507"/>
                </a:lnTo>
                <a:lnTo>
                  <a:pt x="22" y="507"/>
                </a:lnTo>
                <a:lnTo>
                  <a:pt x="21" y="508"/>
                </a:lnTo>
                <a:lnTo>
                  <a:pt x="20" y="508"/>
                </a:lnTo>
                <a:lnTo>
                  <a:pt x="19" y="508"/>
                </a:lnTo>
                <a:lnTo>
                  <a:pt x="19" y="509"/>
                </a:lnTo>
                <a:lnTo>
                  <a:pt x="18" y="509"/>
                </a:lnTo>
                <a:lnTo>
                  <a:pt x="18" y="508"/>
                </a:lnTo>
                <a:lnTo>
                  <a:pt x="17" y="508"/>
                </a:lnTo>
                <a:lnTo>
                  <a:pt x="17" y="509"/>
                </a:lnTo>
                <a:lnTo>
                  <a:pt x="16" y="509"/>
                </a:lnTo>
                <a:lnTo>
                  <a:pt x="15" y="509"/>
                </a:lnTo>
                <a:lnTo>
                  <a:pt x="15" y="508"/>
                </a:lnTo>
                <a:lnTo>
                  <a:pt x="16" y="508"/>
                </a:lnTo>
                <a:lnTo>
                  <a:pt x="16" y="507"/>
                </a:lnTo>
                <a:lnTo>
                  <a:pt x="15" y="507"/>
                </a:lnTo>
                <a:lnTo>
                  <a:pt x="14" y="507"/>
                </a:lnTo>
                <a:lnTo>
                  <a:pt x="12" y="506"/>
                </a:lnTo>
                <a:lnTo>
                  <a:pt x="12" y="507"/>
                </a:lnTo>
                <a:lnTo>
                  <a:pt x="11" y="507"/>
                </a:lnTo>
                <a:lnTo>
                  <a:pt x="11" y="506"/>
                </a:lnTo>
                <a:lnTo>
                  <a:pt x="12" y="505"/>
                </a:lnTo>
                <a:lnTo>
                  <a:pt x="12" y="504"/>
                </a:lnTo>
                <a:lnTo>
                  <a:pt x="11" y="504"/>
                </a:lnTo>
                <a:lnTo>
                  <a:pt x="10" y="503"/>
                </a:lnTo>
                <a:lnTo>
                  <a:pt x="10" y="501"/>
                </a:lnTo>
                <a:lnTo>
                  <a:pt x="10" y="500"/>
                </a:lnTo>
                <a:lnTo>
                  <a:pt x="10" y="499"/>
                </a:lnTo>
                <a:lnTo>
                  <a:pt x="11" y="499"/>
                </a:lnTo>
                <a:lnTo>
                  <a:pt x="11" y="498"/>
                </a:lnTo>
                <a:lnTo>
                  <a:pt x="11" y="497"/>
                </a:lnTo>
                <a:lnTo>
                  <a:pt x="12" y="496"/>
                </a:lnTo>
                <a:lnTo>
                  <a:pt x="13" y="494"/>
                </a:lnTo>
                <a:lnTo>
                  <a:pt x="13" y="493"/>
                </a:lnTo>
                <a:lnTo>
                  <a:pt x="12" y="492"/>
                </a:lnTo>
                <a:lnTo>
                  <a:pt x="12" y="491"/>
                </a:lnTo>
                <a:lnTo>
                  <a:pt x="13" y="491"/>
                </a:lnTo>
                <a:lnTo>
                  <a:pt x="13" y="490"/>
                </a:lnTo>
                <a:lnTo>
                  <a:pt x="14" y="490"/>
                </a:lnTo>
                <a:lnTo>
                  <a:pt x="14" y="489"/>
                </a:lnTo>
                <a:lnTo>
                  <a:pt x="15" y="488"/>
                </a:lnTo>
                <a:lnTo>
                  <a:pt x="15" y="487"/>
                </a:lnTo>
                <a:lnTo>
                  <a:pt x="15" y="486"/>
                </a:lnTo>
                <a:lnTo>
                  <a:pt x="14" y="486"/>
                </a:lnTo>
                <a:lnTo>
                  <a:pt x="14" y="485"/>
                </a:lnTo>
                <a:lnTo>
                  <a:pt x="15" y="485"/>
                </a:lnTo>
                <a:lnTo>
                  <a:pt x="16" y="485"/>
                </a:lnTo>
                <a:lnTo>
                  <a:pt x="16" y="484"/>
                </a:lnTo>
                <a:lnTo>
                  <a:pt x="16" y="483"/>
                </a:lnTo>
                <a:lnTo>
                  <a:pt x="16" y="482"/>
                </a:lnTo>
                <a:lnTo>
                  <a:pt x="16" y="481"/>
                </a:lnTo>
                <a:lnTo>
                  <a:pt x="16" y="480"/>
                </a:lnTo>
                <a:lnTo>
                  <a:pt x="16" y="479"/>
                </a:lnTo>
                <a:lnTo>
                  <a:pt x="17" y="479"/>
                </a:lnTo>
                <a:lnTo>
                  <a:pt x="16" y="479"/>
                </a:lnTo>
                <a:lnTo>
                  <a:pt x="16" y="478"/>
                </a:lnTo>
                <a:lnTo>
                  <a:pt x="16" y="477"/>
                </a:lnTo>
                <a:lnTo>
                  <a:pt x="15" y="477"/>
                </a:lnTo>
                <a:lnTo>
                  <a:pt x="14" y="477"/>
                </a:lnTo>
                <a:lnTo>
                  <a:pt x="13" y="477"/>
                </a:lnTo>
                <a:lnTo>
                  <a:pt x="11" y="476"/>
                </a:lnTo>
                <a:lnTo>
                  <a:pt x="11" y="475"/>
                </a:lnTo>
                <a:lnTo>
                  <a:pt x="10" y="475"/>
                </a:lnTo>
                <a:lnTo>
                  <a:pt x="9" y="474"/>
                </a:lnTo>
                <a:lnTo>
                  <a:pt x="9" y="473"/>
                </a:lnTo>
                <a:lnTo>
                  <a:pt x="9" y="471"/>
                </a:lnTo>
                <a:lnTo>
                  <a:pt x="9" y="470"/>
                </a:lnTo>
                <a:lnTo>
                  <a:pt x="8" y="469"/>
                </a:lnTo>
                <a:lnTo>
                  <a:pt x="8" y="468"/>
                </a:lnTo>
                <a:lnTo>
                  <a:pt x="7" y="468"/>
                </a:lnTo>
                <a:lnTo>
                  <a:pt x="7" y="467"/>
                </a:lnTo>
                <a:lnTo>
                  <a:pt x="7" y="466"/>
                </a:lnTo>
                <a:lnTo>
                  <a:pt x="7" y="465"/>
                </a:lnTo>
                <a:lnTo>
                  <a:pt x="7" y="464"/>
                </a:lnTo>
                <a:lnTo>
                  <a:pt x="6" y="464"/>
                </a:lnTo>
                <a:lnTo>
                  <a:pt x="6" y="463"/>
                </a:lnTo>
                <a:lnTo>
                  <a:pt x="5" y="463"/>
                </a:lnTo>
                <a:lnTo>
                  <a:pt x="5" y="462"/>
                </a:lnTo>
                <a:lnTo>
                  <a:pt x="4" y="462"/>
                </a:lnTo>
                <a:lnTo>
                  <a:pt x="5" y="460"/>
                </a:lnTo>
                <a:lnTo>
                  <a:pt x="6" y="460"/>
                </a:lnTo>
                <a:lnTo>
                  <a:pt x="7" y="460"/>
                </a:lnTo>
                <a:lnTo>
                  <a:pt x="7" y="459"/>
                </a:lnTo>
                <a:lnTo>
                  <a:pt x="8" y="459"/>
                </a:lnTo>
                <a:lnTo>
                  <a:pt x="8" y="458"/>
                </a:lnTo>
                <a:lnTo>
                  <a:pt x="9" y="458"/>
                </a:lnTo>
                <a:lnTo>
                  <a:pt x="10" y="458"/>
                </a:lnTo>
                <a:lnTo>
                  <a:pt x="11" y="458"/>
                </a:lnTo>
                <a:lnTo>
                  <a:pt x="12" y="457"/>
                </a:lnTo>
                <a:lnTo>
                  <a:pt x="13" y="457"/>
                </a:lnTo>
                <a:lnTo>
                  <a:pt x="13" y="456"/>
                </a:lnTo>
                <a:lnTo>
                  <a:pt x="14" y="456"/>
                </a:lnTo>
                <a:lnTo>
                  <a:pt x="14" y="455"/>
                </a:lnTo>
                <a:lnTo>
                  <a:pt x="13" y="455"/>
                </a:lnTo>
                <a:lnTo>
                  <a:pt x="12" y="455"/>
                </a:lnTo>
                <a:lnTo>
                  <a:pt x="11" y="455"/>
                </a:lnTo>
                <a:lnTo>
                  <a:pt x="11" y="454"/>
                </a:lnTo>
                <a:lnTo>
                  <a:pt x="10" y="454"/>
                </a:lnTo>
                <a:lnTo>
                  <a:pt x="10" y="453"/>
                </a:lnTo>
                <a:lnTo>
                  <a:pt x="11" y="453"/>
                </a:lnTo>
                <a:lnTo>
                  <a:pt x="11" y="452"/>
                </a:lnTo>
                <a:lnTo>
                  <a:pt x="11" y="451"/>
                </a:lnTo>
                <a:lnTo>
                  <a:pt x="12" y="450"/>
                </a:lnTo>
                <a:lnTo>
                  <a:pt x="13" y="450"/>
                </a:lnTo>
                <a:lnTo>
                  <a:pt x="13" y="449"/>
                </a:lnTo>
                <a:lnTo>
                  <a:pt x="13" y="447"/>
                </a:lnTo>
                <a:lnTo>
                  <a:pt x="13" y="446"/>
                </a:lnTo>
                <a:lnTo>
                  <a:pt x="12" y="446"/>
                </a:lnTo>
                <a:lnTo>
                  <a:pt x="12" y="445"/>
                </a:lnTo>
                <a:lnTo>
                  <a:pt x="13" y="444"/>
                </a:lnTo>
                <a:lnTo>
                  <a:pt x="14" y="444"/>
                </a:lnTo>
                <a:lnTo>
                  <a:pt x="15" y="444"/>
                </a:lnTo>
                <a:lnTo>
                  <a:pt x="16" y="444"/>
                </a:lnTo>
                <a:lnTo>
                  <a:pt x="17" y="444"/>
                </a:lnTo>
                <a:lnTo>
                  <a:pt x="18" y="444"/>
                </a:lnTo>
                <a:lnTo>
                  <a:pt x="19" y="444"/>
                </a:lnTo>
                <a:lnTo>
                  <a:pt x="19" y="443"/>
                </a:lnTo>
                <a:lnTo>
                  <a:pt x="20" y="443"/>
                </a:lnTo>
                <a:lnTo>
                  <a:pt x="21" y="443"/>
                </a:lnTo>
                <a:lnTo>
                  <a:pt x="22" y="443"/>
                </a:lnTo>
                <a:lnTo>
                  <a:pt x="23" y="442"/>
                </a:lnTo>
                <a:lnTo>
                  <a:pt x="24" y="441"/>
                </a:lnTo>
                <a:lnTo>
                  <a:pt x="25" y="441"/>
                </a:lnTo>
                <a:lnTo>
                  <a:pt x="26" y="440"/>
                </a:lnTo>
                <a:lnTo>
                  <a:pt x="27" y="440"/>
                </a:lnTo>
                <a:lnTo>
                  <a:pt x="27" y="439"/>
                </a:lnTo>
                <a:lnTo>
                  <a:pt x="28" y="439"/>
                </a:lnTo>
                <a:lnTo>
                  <a:pt x="30" y="439"/>
                </a:lnTo>
                <a:lnTo>
                  <a:pt x="31" y="440"/>
                </a:lnTo>
                <a:lnTo>
                  <a:pt x="32" y="440"/>
                </a:lnTo>
                <a:lnTo>
                  <a:pt x="32" y="441"/>
                </a:lnTo>
                <a:lnTo>
                  <a:pt x="33" y="441"/>
                </a:lnTo>
                <a:lnTo>
                  <a:pt x="33" y="440"/>
                </a:lnTo>
                <a:lnTo>
                  <a:pt x="34" y="440"/>
                </a:lnTo>
                <a:lnTo>
                  <a:pt x="34" y="439"/>
                </a:lnTo>
                <a:lnTo>
                  <a:pt x="34" y="438"/>
                </a:lnTo>
                <a:lnTo>
                  <a:pt x="35" y="438"/>
                </a:lnTo>
                <a:lnTo>
                  <a:pt x="36" y="438"/>
                </a:lnTo>
                <a:lnTo>
                  <a:pt x="36" y="437"/>
                </a:lnTo>
                <a:lnTo>
                  <a:pt x="37" y="437"/>
                </a:lnTo>
                <a:lnTo>
                  <a:pt x="37" y="436"/>
                </a:lnTo>
                <a:lnTo>
                  <a:pt x="38" y="436"/>
                </a:lnTo>
                <a:lnTo>
                  <a:pt x="38" y="435"/>
                </a:lnTo>
                <a:lnTo>
                  <a:pt x="39" y="435"/>
                </a:lnTo>
                <a:lnTo>
                  <a:pt x="39" y="434"/>
                </a:lnTo>
                <a:lnTo>
                  <a:pt x="39" y="433"/>
                </a:lnTo>
                <a:lnTo>
                  <a:pt x="41" y="433"/>
                </a:lnTo>
                <a:lnTo>
                  <a:pt x="42" y="434"/>
                </a:lnTo>
                <a:lnTo>
                  <a:pt x="42" y="433"/>
                </a:lnTo>
                <a:lnTo>
                  <a:pt x="41" y="433"/>
                </a:lnTo>
                <a:lnTo>
                  <a:pt x="41" y="432"/>
                </a:lnTo>
                <a:lnTo>
                  <a:pt x="40" y="431"/>
                </a:lnTo>
                <a:lnTo>
                  <a:pt x="40" y="430"/>
                </a:lnTo>
                <a:lnTo>
                  <a:pt x="39" y="430"/>
                </a:lnTo>
                <a:lnTo>
                  <a:pt x="38" y="430"/>
                </a:lnTo>
                <a:lnTo>
                  <a:pt x="37" y="430"/>
                </a:lnTo>
                <a:lnTo>
                  <a:pt x="37" y="429"/>
                </a:lnTo>
                <a:lnTo>
                  <a:pt x="36" y="429"/>
                </a:lnTo>
                <a:lnTo>
                  <a:pt x="37" y="428"/>
                </a:lnTo>
                <a:lnTo>
                  <a:pt x="36" y="428"/>
                </a:lnTo>
                <a:lnTo>
                  <a:pt x="36" y="426"/>
                </a:lnTo>
                <a:lnTo>
                  <a:pt x="37" y="426"/>
                </a:lnTo>
                <a:lnTo>
                  <a:pt x="37" y="425"/>
                </a:lnTo>
                <a:lnTo>
                  <a:pt x="36" y="425"/>
                </a:lnTo>
                <a:lnTo>
                  <a:pt x="36" y="424"/>
                </a:lnTo>
                <a:lnTo>
                  <a:pt x="37" y="424"/>
                </a:lnTo>
                <a:lnTo>
                  <a:pt x="37" y="423"/>
                </a:lnTo>
                <a:lnTo>
                  <a:pt x="37" y="422"/>
                </a:lnTo>
                <a:lnTo>
                  <a:pt x="38" y="421"/>
                </a:lnTo>
                <a:lnTo>
                  <a:pt x="38" y="420"/>
                </a:lnTo>
                <a:lnTo>
                  <a:pt x="39" y="420"/>
                </a:lnTo>
                <a:lnTo>
                  <a:pt x="40" y="420"/>
                </a:lnTo>
                <a:lnTo>
                  <a:pt x="41" y="420"/>
                </a:lnTo>
                <a:lnTo>
                  <a:pt x="41" y="421"/>
                </a:lnTo>
                <a:lnTo>
                  <a:pt x="42" y="421"/>
                </a:lnTo>
                <a:lnTo>
                  <a:pt x="43" y="420"/>
                </a:lnTo>
                <a:lnTo>
                  <a:pt x="44" y="420"/>
                </a:lnTo>
                <a:lnTo>
                  <a:pt x="44" y="419"/>
                </a:lnTo>
                <a:lnTo>
                  <a:pt x="44" y="418"/>
                </a:lnTo>
                <a:lnTo>
                  <a:pt x="43" y="418"/>
                </a:lnTo>
                <a:lnTo>
                  <a:pt x="43" y="417"/>
                </a:lnTo>
                <a:lnTo>
                  <a:pt x="43" y="416"/>
                </a:lnTo>
                <a:lnTo>
                  <a:pt x="42" y="416"/>
                </a:lnTo>
                <a:lnTo>
                  <a:pt x="42" y="415"/>
                </a:lnTo>
                <a:lnTo>
                  <a:pt x="42" y="413"/>
                </a:lnTo>
                <a:lnTo>
                  <a:pt x="42" y="412"/>
                </a:lnTo>
                <a:lnTo>
                  <a:pt x="41" y="412"/>
                </a:lnTo>
                <a:lnTo>
                  <a:pt x="41" y="411"/>
                </a:lnTo>
                <a:lnTo>
                  <a:pt x="42" y="411"/>
                </a:lnTo>
                <a:lnTo>
                  <a:pt x="42" y="410"/>
                </a:lnTo>
                <a:lnTo>
                  <a:pt x="42" y="411"/>
                </a:lnTo>
                <a:lnTo>
                  <a:pt x="43" y="411"/>
                </a:lnTo>
                <a:lnTo>
                  <a:pt x="43" y="410"/>
                </a:lnTo>
                <a:lnTo>
                  <a:pt x="44" y="410"/>
                </a:lnTo>
                <a:lnTo>
                  <a:pt x="44" y="409"/>
                </a:lnTo>
                <a:lnTo>
                  <a:pt x="44" y="407"/>
                </a:lnTo>
                <a:lnTo>
                  <a:pt x="44" y="406"/>
                </a:lnTo>
                <a:lnTo>
                  <a:pt x="44" y="405"/>
                </a:lnTo>
                <a:lnTo>
                  <a:pt x="45" y="405"/>
                </a:lnTo>
                <a:lnTo>
                  <a:pt x="45" y="404"/>
                </a:lnTo>
                <a:lnTo>
                  <a:pt x="44" y="404"/>
                </a:lnTo>
                <a:lnTo>
                  <a:pt x="44" y="403"/>
                </a:lnTo>
                <a:lnTo>
                  <a:pt x="45" y="402"/>
                </a:lnTo>
                <a:lnTo>
                  <a:pt x="45" y="401"/>
                </a:lnTo>
                <a:lnTo>
                  <a:pt x="46" y="400"/>
                </a:lnTo>
                <a:lnTo>
                  <a:pt x="46" y="399"/>
                </a:lnTo>
                <a:lnTo>
                  <a:pt x="45" y="399"/>
                </a:lnTo>
                <a:lnTo>
                  <a:pt x="45" y="398"/>
                </a:lnTo>
                <a:lnTo>
                  <a:pt x="46" y="398"/>
                </a:lnTo>
                <a:lnTo>
                  <a:pt x="46" y="397"/>
                </a:lnTo>
                <a:lnTo>
                  <a:pt x="47" y="397"/>
                </a:lnTo>
                <a:lnTo>
                  <a:pt x="47" y="398"/>
                </a:lnTo>
                <a:lnTo>
                  <a:pt x="48" y="398"/>
                </a:lnTo>
                <a:lnTo>
                  <a:pt x="49" y="398"/>
                </a:lnTo>
                <a:lnTo>
                  <a:pt x="49" y="397"/>
                </a:lnTo>
                <a:lnTo>
                  <a:pt x="49" y="396"/>
                </a:lnTo>
                <a:lnTo>
                  <a:pt x="49" y="395"/>
                </a:lnTo>
                <a:lnTo>
                  <a:pt x="49" y="394"/>
                </a:lnTo>
                <a:lnTo>
                  <a:pt x="48" y="393"/>
                </a:lnTo>
                <a:lnTo>
                  <a:pt x="48" y="392"/>
                </a:lnTo>
                <a:lnTo>
                  <a:pt x="49" y="392"/>
                </a:lnTo>
                <a:lnTo>
                  <a:pt x="50" y="392"/>
                </a:lnTo>
                <a:lnTo>
                  <a:pt x="50" y="390"/>
                </a:lnTo>
                <a:lnTo>
                  <a:pt x="50" y="389"/>
                </a:lnTo>
                <a:lnTo>
                  <a:pt x="51" y="389"/>
                </a:lnTo>
                <a:lnTo>
                  <a:pt x="52" y="388"/>
                </a:lnTo>
                <a:lnTo>
                  <a:pt x="52" y="387"/>
                </a:lnTo>
                <a:lnTo>
                  <a:pt x="53" y="387"/>
                </a:lnTo>
                <a:lnTo>
                  <a:pt x="52" y="385"/>
                </a:lnTo>
                <a:lnTo>
                  <a:pt x="51" y="385"/>
                </a:lnTo>
                <a:lnTo>
                  <a:pt x="50" y="385"/>
                </a:lnTo>
                <a:lnTo>
                  <a:pt x="49" y="385"/>
                </a:lnTo>
                <a:lnTo>
                  <a:pt x="48" y="385"/>
                </a:lnTo>
                <a:lnTo>
                  <a:pt x="47" y="385"/>
                </a:lnTo>
                <a:lnTo>
                  <a:pt x="47" y="384"/>
                </a:lnTo>
                <a:lnTo>
                  <a:pt x="46" y="384"/>
                </a:lnTo>
                <a:lnTo>
                  <a:pt x="46" y="385"/>
                </a:lnTo>
                <a:lnTo>
                  <a:pt x="45" y="385"/>
                </a:lnTo>
                <a:lnTo>
                  <a:pt x="43" y="385"/>
                </a:lnTo>
                <a:lnTo>
                  <a:pt x="42" y="385"/>
                </a:lnTo>
                <a:lnTo>
                  <a:pt x="41" y="385"/>
                </a:lnTo>
                <a:lnTo>
                  <a:pt x="41" y="384"/>
                </a:lnTo>
                <a:lnTo>
                  <a:pt x="40" y="384"/>
                </a:lnTo>
                <a:lnTo>
                  <a:pt x="39" y="384"/>
                </a:lnTo>
                <a:lnTo>
                  <a:pt x="38" y="384"/>
                </a:lnTo>
                <a:lnTo>
                  <a:pt x="38" y="385"/>
                </a:lnTo>
                <a:lnTo>
                  <a:pt x="38" y="384"/>
                </a:lnTo>
                <a:lnTo>
                  <a:pt x="37" y="384"/>
                </a:lnTo>
                <a:lnTo>
                  <a:pt x="37" y="383"/>
                </a:lnTo>
                <a:lnTo>
                  <a:pt x="36" y="383"/>
                </a:lnTo>
                <a:lnTo>
                  <a:pt x="35" y="383"/>
                </a:lnTo>
                <a:lnTo>
                  <a:pt x="34" y="382"/>
                </a:lnTo>
                <a:lnTo>
                  <a:pt x="33" y="382"/>
                </a:lnTo>
                <a:lnTo>
                  <a:pt x="33" y="383"/>
                </a:lnTo>
                <a:lnTo>
                  <a:pt x="32" y="383"/>
                </a:lnTo>
                <a:lnTo>
                  <a:pt x="32" y="382"/>
                </a:lnTo>
                <a:lnTo>
                  <a:pt x="31" y="382"/>
                </a:lnTo>
                <a:lnTo>
                  <a:pt x="30" y="382"/>
                </a:lnTo>
                <a:lnTo>
                  <a:pt x="30" y="381"/>
                </a:lnTo>
                <a:lnTo>
                  <a:pt x="29" y="381"/>
                </a:lnTo>
                <a:lnTo>
                  <a:pt x="28" y="381"/>
                </a:lnTo>
                <a:lnTo>
                  <a:pt x="28" y="382"/>
                </a:lnTo>
                <a:lnTo>
                  <a:pt x="27" y="382"/>
                </a:lnTo>
                <a:lnTo>
                  <a:pt x="27" y="381"/>
                </a:lnTo>
                <a:lnTo>
                  <a:pt x="27" y="380"/>
                </a:lnTo>
                <a:lnTo>
                  <a:pt x="26" y="380"/>
                </a:lnTo>
                <a:lnTo>
                  <a:pt x="26" y="379"/>
                </a:lnTo>
                <a:lnTo>
                  <a:pt x="27" y="379"/>
                </a:lnTo>
                <a:lnTo>
                  <a:pt x="27" y="380"/>
                </a:lnTo>
                <a:lnTo>
                  <a:pt x="28" y="380"/>
                </a:lnTo>
                <a:lnTo>
                  <a:pt x="28" y="379"/>
                </a:lnTo>
                <a:lnTo>
                  <a:pt x="28" y="378"/>
                </a:lnTo>
                <a:lnTo>
                  <a:pt x="27" y="378"/>
                </a:lnTo>
                <a:lnTo>
                  <a:pt x="26" y="377"/>
                </a:lnTo>
                <a:lnTo>
                  <a:pt x="24" y="376"/>
                </a:lnTo>
                <a:lnTo>
                  <a:pt x="23" y="375"/>
                </a:lnTo>
                <a:lnTo>
                  <a:pt x="22" y="375"/>
                </a:lnTo>
                <a:lnTo>
                  <a:pt x="21" y="375"/>
                </a:lnTo>
                <a:lnTo>
                  <a:pt x="20" y="375"/>
                </a:lnTo>
                <a:lnTo>
                  <a:pt x="19" y="374"/>
                </a:lnTo>
                <a:lnTo>
                  <a:pt x="18" y="373"/>
                </a:lnTo>
                <a:lnTo>
                  <a:pt x="17" y="373"/>
                </a:lnTo>
                <a:lnTo>
                  <a:pt x="17" y="372"/>
                </a:lnTo>
                <a:lnTo>
                  <a:pt x="16" y="372"/>
                </a:lnTo>
                <a:lnTo>
                  <a:pt x="16" y="371"/>
                </a:lnTo>
                <a:lnTo>
                  <a:pt x="16" y="370"/>
                </a:lnTo>
                <a:lnTo>
                  <a:pt x="16" y="369"/>
                </a:lnTo>
                <a:lnTo>
                  <a:pt x="17" y="369"/>
                </a:lnTo>
                <a:lnTo>
                  <a:pt x="17" y="368"/>
                </a:lnTo>
                <a:lnTo>
                  <a:pt x="18" y="368"/>
                </a:lnTo>
                <a:lnTo>
                  <a:pt x="18" y="367"/>
                </a:lnTo>
                <a:lnTo>
                  <a:pt x="17" y="366"/>
                </a:lnTo>
                <a:lnTo>
                  <a:pt x="17" y="365"/>
                </a:lnTo>
                <a:lnTo>
                  <a:pt x="18" y="364"/>
                </a:lnTo>
                <a:lnTo>
                  <a:pt x="17" y="364"/>
                </a:lnTo>
                <a:lnTo>
                  <a:pt x="18" y="363"/>
                </a:lnTo>
                <a:lnTo>
                  <a:pt x="18" y="362"/>
                </a:lnTo>
                <a:lnTo>
                  <a:pt x="18" y="361"/>
                </a:lnTo>
                <a:lnTo>
                  <a:pt x="17" y="360"/>
                </a:lnTo>
                <a:lnTo>
                  <a:pt x="16" y="359"/>
                </a:lnTo>
                <a:lnTo>
                  <a:pt x="16" y="358"/>
                </a:lnTo>
                <a:lnTo>
                  <a:pt x="16" y="357"/>
                </a:lnTo>
                <a:lnTo>
                  <a:pt x="17" y="357"/>
                </a:lnTo>
                <a:lnTo>
                  <a:pt x="17" y="356"/>
                </a:lnTo>
                <a:lnTo>
                  <a:pt x="18" y="356"/>
                </a:lnTo>
                <a:lnTo>
                  <a:pt x="18" y="355"/>
                </a:lnTo>
                <a:lnTo>
                  <a:pt x="19" y="355"/>
                </a:lnTo>
                <a:lnTo>
                  <a:pt x="19" y="356"/>
                </a:lnTo>
                <a:lnTo>
                  <a:pt x="19" y="357"/>
                </a:lnTo>
                <a:lnTo>
                  <a:pt x="20" y="357"/>
                </a:lnTo>
                <a:lnTo>
                  <a:pt x="21" y="357"/>
                </a:lnTo>
                <a:lnTo>
                  <a:pt x="21" y="358"/>
                </a:lnTo>
                <a:lnTo>
                  <a:pt x="22" y="358"/>
                </a:lnTo>
                <a:lnTo>
                  <a:pt x="23" y="358"/>
                </a:lnTo>
                <a:lnTo>
                  <a:pt x="23" y="359"/>
                </a:lnTo>
                <a:lnTo>
                  <a:pt x="24" y="359"/>
                </a:lnTo>
                <a:lnTo>
                  <a:pt x="25" y="359"/>
                </a:lnTo>
                <a:lnTo>
                  <a:pt x="26" y="359"/>
                </a:lnTo>
                <a:lnTo>
                  <a:pt x="27" y="359"/>
                </a:lnTo>
                <a:lnTo>
                  <a:pt x="28" y="359"/>
                </a:lnTo>
                <a:lnTo>
                  <a:pt x="29" y="359"/>
                </a:lnTo>
                <a:lnTo>
                  <a:pt x="30" y="359"/>
                </a:lnTo>
                <a:lnTo>
                  <a:pt x="31" y="359"/>
                </a:lnTo>
                <a:lnTo>
                  <a:pt x="32" y="359"/>
                </a:lnTo>
                <a:lnTo>
                  <a:pt x="34" y="359"/>
                </a:lnTo>
                <a:lnTo>
                  <a:pt x="36" y="359"/>
                </a:lnTo>
                <a:lnTo>
                  <a:pt x="37" y="359"/>
                </a:lnTo>
                <a:lnTo>
                  <a:pt x="38" y="359"/>
                </a:lnTo>
                <a:lnTo>
                  <a:pt x="38" y="358"/>
                </a:lnTo>
                <a:lnTo>
                  <a:pt x="40" y="358"/>
                </a:lnTo>
                <a:lnTo>
                  <a:pt x="41" y="358"/>
                </a:lnTo>
                <a:lnTo>
                  <a:pt x="41" y="357"/>
                </a:lnTo>
                <a:lnTo>
                  <a:pt x="41" y="356"/>
                </a:lnTo>
                <a:lnTo>
                  <a:pt x="42" y="356"/>
                </a:lnTo>
                <a:lnTo>
                  <a:pt x="43" y="356"/>
                </a:lnTo>
                <a:lnTo>
                  <a:pt x="43" y="355"/>
                </a:lnTo>
                <a:lnTo>
                  <a:pt x="44" y="355"/>
                </a:lnTo>
                <a:lnTo>
                  <a:pt x="45" y="355"/>
                </a:lnTo>
                <a:lnTo>
                  <a:pt x="45" y="354"/>
                </a:lnTo>
                <a:lnTo>
                  <a:pt x="46" y="354"/>
                </a:lnTo>
                <a:lnTo>
                  <a:pt x="47" y="354"/>
                </a:lnTo>
                <a:lnTo>
                  <a:pt x="48" y="354"/>
                </a:lnTo>
                <a:lnTo>
                  <a:pt x="49" y="354"/>
                </a:lnTo>
                <a:lnTo>
                  <a:pt x="50" y="354"/>
                </a:lnTo>
                <a:lnTo>
                  <a:pt x="50" y="355"/>
                </a:lnTo>
                <a:lnTo>
                  <a:pt x="51" y="355"/>
                </a:lnTo>
                <a:lnTo>
                  <a:pt x="51" y="356"/>
                </a:lnTo>
                <a:lnTo>
                  <a:pt x="52" y="356"/>
                </a:lnTo>
                <a:lnTo>
                  <a:pt x="53" y="356"/>
                </a:lnTo>
                <a:lnTo>
                  <a:pt x="53" y="357"/>
                </a:lnTo>
                <a:lnTo>
                  <a:pt x="54" y="357"/>
                </a:lnTo>
                <a:lnTo>
                  <a:pt x="54" y="356"/>
                </a:lnTo>
                <a:lnTo>
                  <a:pt x="54" y="357"/>
                </a:lnTo>
                <a:lnTo>
                  <a:pt x="55" y="357"/>
                </a:lnTo>
                <a:lnTo>
                  <a:pt x="56" y="358"/>
                </a:lnTo>
                <a:lnTo>
                  <a:pt x="57" y="358"/>
                </a:lnTo>
                <a:lnTo>
                  <a:pt x="58" y="358"/>
                </a:lnTo>
                <a:lnTo>
                  <a:pt x="58" y="357"/>
                </a:lnTo>
                <a:lnTo>
                  <a:pt x="59" y="357"/>
                </a:lnTo>
                <a:lnTo>
                  <a:pt x="60" y="357"/>
                </a:lnTo>
                <a:lnTo>
                  <a:pt x="60" y="358"/>
                </a:lnTo>
                <a:lnTo>
                  <a:pt x="60" y="357"/>
                </a:lnTo>
                <a:lnTo>
                  <a:pt x="61" y="357"/>
                </a:lnTo>
                <a:lnTo>
                  <a:pt x="61" y="358"/>
                </a:lnTo>
                <a:lnTo>
                  <a:pt x="62" y="358"/>
                </a:lnTo>
                <a:lnTo>
                  <a:pt x="63" y="358"/>
                </a:lnTo>
                <a:lnTo>
                  <a:pt x="63" y="357"/>
                </a:lnTo>
                <a:lnTo>
                  <a:pt x="63" y="358"/>
                </a:lnTo>
                <a:lnTo>
                  <a:pt x="64" y="358"/>
                </a:lnTo>
                <a:lnTo>
                  <a:pt x="65" y="358"/>
                </a:lnTo>
                <a:lnTo>
                  <a:pt x="66" y="359"/>
                </a:lnTo>
                <a:lnTo>
                  <a:pt x="67" y="359"/>
                </a:lnTo>
                <a:lnTo>
                  <a:pt x="68" y="359"/>
                </a:lnTo>
                <a:lnTo>
                  <a:pt x="68" y="358"/>
                </a:lnTo>
                <a:lnTo>
                  <a:pt x="68" y="359"/>
                </a:lnTo>
                <a:lnTo>
                  <a:pt x="69" y="359"/>
                </a:lnTo>
                <a:lnTo>
                  <a:pt x="70" y="359"/>
                </a:lnTo>
                <a:lnTo>
                  <a:pt x="71" y="360"/>
                </a:lnTo>
                <a:lnTo>
                  <a:pt x="71" y="361"/>
                </a:lnTo>
                <a:lnTo>
                  <a:pt x="72" y="361"/>
                </a:lnTo>
                <a:lnTo>
                  <a:pt x="72" y="359"/>
                </a:lnTo>
                <a:lnTo>
                  <a:pt x="72" y="358"/>
                </a:lnTo>
                <a:lnTo>
                  <a:pt x="72" y="357"/>
                </a:lnTo>
                <a:lnTo>
                  <a:pt x="73" y="357"/>
                </a:lnTo>
                <a:lnTo>
                  <a:pt x="73" y="355"/>
                </a:lnTo>
                <a:lnTo>
                  <a:pt x="72" y="354"/>
                </a:lnTo>
                <a:lnTo>
                  <a:pt x="72" y="353"/>
                </a:lnTo>
                <a:lnTo>
                  <a:pt x="72" y="352"/>
                </a:lnTo>
                <a:lnTo>
                  <a:pt x="73" y="352"/>
                </a:lnTo>
                <a:lnTo>
                  <a:pt x="73" y="351"/>
                </a:lnTo>
                <a:lnTo>
                  <a:pt x="74" y="351"/>
                </a:lnTo>
                <a:lnTo>
                  <a:pt x="75" y="351"/>
                </a:lnTo>
                <a:lnTo>
                  <a:pt x="75" y="350"/>
                </a:lnTo>
                <a:lnTo>
                  <a:pt x="76" y="350"/>
                </a:lnTo>
                <a:lnTo>
                  <a:pt x="77" y="350"/>
                </a:lnTo>
                <a:lnTo>
                  <a:pt x="78" y="349"/>
                </a:lnTo>
                <a:lnTo>
                  <a:pt x="79" y="349"/>
                </a:lnTo>
                <a:lnTo>
                  <a:pt x="79" y="348"/>
                </a:lnTo>
                <a:lnTo>
                  <a:pt x="80" y="348"/>
                </a:lnTo>
                <a:lnTo>
                  <a:pt x="80" y="347"/>
                </a:lnTo>
                <a:lnTo>
                  <a:pt x="81" y="347"/>
                </a:lnTo>
                <a:lnTo>
                  <a:pt x="81" y="346"/>
                </a:lnTo>
                <a:lnTo>
                  <a:pt x="81" y="345"/>
                </a:lnTo>
                <a:lnTo>
                  <a:pt x="81" y="344"/>
                </a:lnTo>
                <a:lnTo>
                  <a:pt x="82" y="343"/>
                </a:lnTo>
                <a:lnTo>
                  <a:pt x="82" y="342"/>
                </a:lnTo>
                <a:lnTo>
                  <a:pt x="83" y="341"/>
                </a:lnTo>
                <a:lnTo>
                  <a:pt x="83" y="340"/>
                </a:lnTo>
                <a:lnTo>
                  <a:pt x="83" y="339"/>
                </a:lnTo>
                <a:lnTo>
                  <a:pt x="84" y="338"/>
                </a:lnTo>
                <a:lnTo>
                  <a:pt x="84" y="337"/>
                </a:lnTo>
                <a:lnTo>
                  <a:pt x="83" y="337"/>
                </a:lnTo>
                <a:lnTo>
                  <a:pt x="83" y="336"/>
                </a:lnTo>
                <a:lnTo>
                  <a:pt x="82" y="336"/>
                </a:lnTo>
                <a:lnTo>
                  <a:pt x="82" y="335"/>
                </a:lnTo>
                <a:lnTo>
                  <a:pt x="81" y="335"/>
                </a:lnTo>
                <a:lnTo>
                  <a:pt x="81" y="334"/>
                </a:lnTo>
                <a:lnTo>
                  <a:pt x="82" y="334"/>
                </a:lnTo>
                <a:lnTo>
                  <a:pt x="82" y="335"/>
                </a:lnTo>
                <a:lnTo>
                  <a:pt x="83" y="335"/>
                </a:lnTo>
                <a:lnTo>
                  <a:pt x="84" y="335"/>
                </a:lnTo>
                <a:lnTo>
                  <a:pt x="85" y="335"/>
                </a:lnTo>
                <a:lnTo>
                  <a:pt x="86" y="335"/>
                </a:lnTo>
                <a:lnTo>
                  <a:pt x="86" y="336"/>
                </a:lnTo>
                <a:lnTo>
                  <a:pt x="86" y="337"/>
                </a:lnTo>
                <a:lnTo>
                  <a:pt x="86" y="338"/>
                </a:lnTo>
                <a:lnTo>
                  <a:pt x="87" y="338"/>
                </a:lnTo>
                <a:lnTo>
                  <a:pt x="88" y="338"/>
                </a:lnTo>
                <a:lnTo>
                  <a:pt x="89" y="338"/>
                </a:lnTo>
                <a:lnTo>
                  <a:pt x="89" y="339"/>
                </a:lnTo>
                <a:lnTo>
                  <a:pt x="90" y="339"/>
                </a:lnTo>
                <a:lnTo>
                  <a:pt x="91" y="340"/>
                </a:lnTo>
                <a:lnTo>
                  <a:pt x="92" y="340"/>
                </a:lnTo>
                <a:lnTo>
                  <a:pt x="93" y="340"/>
                </a:lnTo>
                <a:lnTo>
                  <a:pt x="94" y="341"/>
                </a:lnTo>
                <a:lnTo>
                  <a:pt x="95" y="341"/>
                </a:lnTo>
                <a:lnTo>
                  <a:pt x="94" y="342"/>
                </a:lnTo>
                <a:lnTo>
                  <a:pt x="93" y="343"/>
                </a:lnTo>
                <a:lnTo>
                  <a:pt x="93" y="344"/>
                </a:lnTo>
                <a:lnTo>
                  <a:pt x="93" y="345"/>
                </a:lnTo>
                <a:lnTo>
                  <a:pt x="94" y="346"/>
                </a:lnTo>
                <a:lnTo>
                  <a:pt x="95" y="346"/>
                </a:lnTo>
                <a:lnTo>
                  <a:pt x="95" y="347"/>
                </a:lnTo>
                <a:lnTo>
                  <a:pt x="95" y="348"/>
                </a:lnTo>
                <a:lnTo>
                  <a:pt x="96" y="348"/>
                </a:lnTo>
                <a:lnTo>
                  <a:pt x="97" y="348"/>
                </a:lnTo>
                <a:lnTo>
                  <a:pt x="97" y="349"/>
                </a:lnTo>
                <a:lnTo>
                  <a:pt x="99" y="349"/>
                </a:lnTo>
                <a:lnTo>
                  <a:pt x="100" y="349"/>
                </a:lnTo>
                <a:lnTo>
                  <a:pt x="101" y="350"/>
                </a:lnTo>
                <a:lnTo>
                  <a:pt x="101" y="351"/>
                </a:lnTo>
                <a:lnTo>
                  <a:pt x="102" y="352"/>
                </a:lnTo>
                <a:lnTo>
                  <a:pt x="103" y="352"/>
                </a:lnTo>
                <a:lnTo>
                  <a:pt x="103" y="353"/>
                </a:lnTo>
                <a:lnTo>
                  <a:pt x="104" y="353"/>
                </a:lnTo>
                <a:lnTo>
                  <a:pt x="104" y="354"/>
                </a:lnTo>
                <a:lnTo>
                  <a:pt x="105" y="354"/>
                </a:lnTo>
                <a:lnTo>
                  <a:pt x="106" y="353"/>
                </a:lnTo>
                <a:lnTo>
                  <a:pt x="107" y="353"/>
                </a:lnTo>
                <a:lnTo>
                  <a:pt x="107" y="354"/>
                </a:lnTo>
                <a:lnTo>
                  <a:pt x="108" y="354"/>
                </a:lnTo>
                <a:lnTo>
                  <a:pt x="109" y="354"/>
                </a:lnTo>
                <a:lnTo>
                  <a:pt x="110" y="354"/>
                </a:lnTo>
                <a:lnTo>
                  <a:pt x="111" y="354"/>
                </a:lnTo>
                <a:lnTo>
                  <a:pt x="112" y="355"/>
                </a:lnTo>
                <a:lnTo>
                  <a:pt x="113" y="355"/>
                </a:lnTo>
                <a:lnTo>
                  <a:pt x="113" y="356"/>
                </a:lnTo>
                <a:lnTo>
                  <a:pt x="113" y="357"/>
                </a:lnTo>
                <a:lnTo>
                  <a:pt x="114" y="357"/>
                </a:lnTo>
                <a:lnTo>
                  <a:pt x="115" y="357"/>
                </a:lnTo>
                <a:lnTo>
                  <a:pt x="116" y="357"/>
                </a:lnTo>
                <a:lnTo>
                  <a:pt x="117" y="357"/>
                </a:lnTo>
                <a:lnTo>
                  <a:pt x="119" y="358"/>
                </a:lnTo>
                <a:lnTo>
                  <a:pt x="120" y="358"/>
                </a:lnTo>
                <a:lnTo>
                  <a:pt x="121" y="359"/>
                </a:lnTo>
                <a:lnTo>
                  <a:pt x="122" y="359"/>
                </a:lnTo>
                <a:lnTo>
                  <a:pt x="123" y="360"/>
                </a:lnTo>
                <a:lnTo>
                  <a:pt x="124" y="360"/>
                </a:lnTo>
                <a:lnTo>
                  <a:pt x="125" y="360"/>
                </a:lnTo>
                <a:lnTo>
                  <a:pt x="127" y="361"/>
                </a:lnTo>
                <a:lnTo>
                  <a:pt x="128" y="360"/>
                </a:lnTo>
                <a:lnTo>
                  <a:pt x="129" y="359"/>
                </a:lnTo>
                <a:lnTo>
                  <a:pt x="131" y="359"/>
                </a:lnTo>
                <a:lnTo>
                  <a:pt x="132" y="359"/>
                </a:lnTo>
                <a:lnTo>
                  <a:pt x="133" y="359"/>
                </a:lnTo>
                <a:lnTo>
                  <a:pt x="135" y="360"/>
                </a:lnTo>
                <a:lnTo>
                  <a:pt x="136" y="361"/>
                </a:lnTo>
                <a:lnTo>
                  <a:pt x="136" y="362"/>
                </a:lnTo>
                <a:lnTo>
                  <a:pt x="137" y="362"/>
                </a:lnTo>
                <a:lnTo>
                  <a:pt x="138" y="362"/>
                </a:lnTo>
                <a:lnTo>
                  <a:pt x="139" y="362"/>
                </a:lnTo>
                <a:lnTo>
                  <a:pt x="139" y="363"/>
                </a:lnTo>
                <a:lnTo>
                  <a:pt x="141" y="363"/>
                </a:lnTo>
                <a:lnTo>
                  <a:pt x="142" y="363"/>
                </a:lnTo>
                <a:lnTo>
                  <a:pt x="143" y="363"/>
                </a:lnTo>
                <a:lnTo>
                  <a:pt x="144" y="363"/>
                </a:lnTo>
                <a:lnTo>
                  <a:pt x="145" y="363"/>
                </a:lnTo>
                <a:lnTo>
                  <a:pt x="147" y="363"/>
                </a:lnTo>
                <a:lnTo>
                  <a:pt x="148" y="364"/>
                </a:lnTo>
                <a:lnTo>
                  <a:pt x="149" y="365"/>
                </a:lnTo>
                <a:lnTo>
                  <a:pt x="150" y="366"/>
                </a:lnTo>
                <a:lnTo>
                  <a:pt x="151" y="367"/>
                </a:lnTo>
                <a:lnTo>
                  <a:pt x="151" y="368"/>
                </a:lnTo>
                <a:lnTo>
                  <a:pt x="152" y="368"/>
                </a:lnTo>
                <a:lnTo>
                  <a:pt x="153" y="368"/>
                </a:lnTo>
                <a:lnTo>
                  <a:pt x="153" y="369"/>
                </a:lnTo>
                <a:lnTo>
                  <a:pt x="154" y="369"/>
                </a:lnTo>
                <a:lnTo>
                  <a:pt x="155" y="370"/>
                </a:lnTo>
                <a:lnTo>
                  <a:pt x="156" y="370"/>
                </a:lnTo>
                <a:lnTo>
                  <a:pt x="156" y="371"/>
                </a:lnTo>
                <a:lnTo>
                  <a:pt x="156" y="372"/>
                </a:lnTo>
                <a:lnTo>
                  <a:pt x="157" y="373"/>
                </a:lnTo>
                <a:lnTo>
                  <a:pt x="157" y="374"/>
                </a:lnTo>
                <a:lnTo>
                  <a:pt x="157" y="375"/>
                </a:lnTo>
                <a:lnTo>
                  <a:pt x="158" y="375"/>
                </a:lnTo>
                <a:lnTo>
                  <a:pt x="158" y="376"/>
                </a:lnTo>
                <a:lnTo>
                  <a:pt x="158" y="377"/>
                </a:lnTo>
                <a:lnTo>
                  <a:pt x="159" y="377"/>
                </a:lnTo>
                <a:lnTo>
                  <a:pt x="160" y="377"/>
                </a:lnTo>
                <a:lnTo>
                  <a:pt x="159" y="377"/>
                </a:lnTo>
                <a:lnTo>
                  <a:pt x="159" y="378"/>
                </a:lnTo>
                <a:lnTo>
                  <a:pt x="160" y="379"/>
                </a:lnTo>
                <a:lnTo>
                  <a:pt x="161" y="379"/>
                </a:lnTo>
                <a:lnTo>
                  <a:pt x="161" y="380"/>
                </a:lnTo>
                <a:lnTo>
                  <a:pt x="162" y="380"/>
                </a:lnTo>
                <a:lnTo>
                  <a:pt x="162" y="381"/>
                </a:lnTo>
                <a:lnTo>
                  <a:pt x="163" y="381"/>
                </a:lnTo>
                <a:lnTo>
                  <a:pt x="164" y="380"/>
                </a:lnTo>
                <a:lnTo>
                  <a:pt x="166" y="380"/>
                </a:lnTo>
                <a:lnTo>
                  <a:pt x="167" y="380"/>
                </a:lnTo>
                <a:lnTo>
                  <a:pt x="168" y="380"/>
                </a:lnTo>
                <a:lnTo>
                  <a:pt x="169" y="380"/>
                </a:lnTo>
                <a:lnTo>
                  <a:pt x="170" y="380"/>
                </a:lnTo>
                <a:lnTo>
                  <a:pt x="171" y="379"/>
                </a:lnTo>
                <a:lnTo>
                  <a:pt x="172" y="379"/>
                </a:lnTo>
                <a:lnTo>
                  <a:pt x="172" y="378"/>
                </a:lnTo>
                <a:lnTo>
                  <a:pt x="173" y="377"/>
                </a:lnTo>
                <a:lnTo>
                  <a:pt x="173" y="376"/>
                </a:lnTo>
                <a:lnTo>
                  <a:pt x="174" y="376"/>
                </a:lnTo>
                <a:lnTo>
                  <a:pt x="174" y="375"/>
                </a:lnTo>
                <a:lnTo>
                  <a:pt x="175" y="374"/>
                </a:lnTo>
                <a:lnTo>
                  <a:pt x="175" y="373"/>
                </a:lnTo>
                <a:lnTo>
                  <a:pt x="175" y="372"/>
                </a:lnTo>
                <a:lnTo>
                  <a:pt x="176" y="372"/>
                </a:lnTo>
                <a:lnTo>
                  <a:pt x="177" y="372"/>
                </a:lnTo>
                <a:lnTo>
                  <a:pt x="177" y="371"/>
                </a:lnTo>
                <a:lnTo>
                  <a:pt x="178" y="371"/>
                </a:lnTo>
                <a:lnTo>
                  <a:pt x="179" y="371"/>
                </a:lnTo>
                <a:lnTo>
                  <a:pt x="179" y="372"/>
                </a:lnTo>
                <a:lnTo>
                  <a:pt x="180" y="372"/>
                </a:lnTo>
                <a:lnTo>
                  <a:pt x="181" y="372"/>
                </a:lnTo>
                <a:lnTo>
                  <a:pt x="182" y="373"/>
                </a:lnTo>
                <a:lnTo>
                  <a:pt x="183" y="373"/>
                </a:lnTo>
                <a:lnTo>
                  <a:pt x="183" y="374"/>
                </a:lnTo>
                <a:lnTo>
                  <a:pt x="184" y="374"/>
                </a:lnTo>
                <a:lnTo>
                  <a:pt x="185" y="374"/>
                </a:lnTo>
                <a:lnTo>
                  <a:pt x="186" y="374"/>
                </a:lnTo>
                <a:lnTo>
                  <a:pt x="186" y="375"/>
                </a:lnTo>
                <a:lnTo>
                  <a:pt x="187" y="375"/>
                </a:lnTo>
                <a:lnTo>
                  <a:pt x="188" y="375"/>
                </a:lnTo>
                <a:lnTo>
                  <a:pt x="190" y="375"/>
                </a:lnTo>
                <a:lnTo>
                  <a:pt x="190" y="374"/>
                </a:lnTo>
                <a:lnTo>
                  <a:pt x="191" y="373"/>
                </a:lnTo>
                <a:lnTo>
                  <a:pt x="192" y="373"/>
                </a:lnTo>
                <a:lnTo>
                  <a:pt x="192" y="372"/>
                </a:lnTo>
                <a:lnTo>
                  <a:pt x="192" y="371"/>
                </a:lnTo>
                <a:lnTo>
                  <a:pt x="191" y="371"/>
                </a:lnTo>
                <a:lnTo>
                  <a:pt x="191" y="370"/>
                </a:lnTo>
                <a:lnTo>
                  <a:pt x="192" y="369"/>
                </a:lnTo>
                <a:lnTo>
                  <a:pt x="192" y="368"/>
                </a:lnTo>
                <a:lnTo>
                  <a:pt x="191" y="368"/>
                </a:lnTo>
                <a:lnTo>
                  <a:pt x="191" y="367"/>
                </a:lnTo>
                <a:lnTo>
                  <a:pt x="191" y="366"/>
                </a:lnTo>
                <a:lnTo>
                  <a:pt x="190" y="366"/>
                </a:lnTo>
                <a:lnTo>
                  <a:pt x="190" y="365"/>
                </a:lnTo>
                <a:lnTo>
                  <a:pt x="191" y="364"/>
                </a:lnTo>
                <a:lnTo>
                  <a:pt x="191" y="363"/>
                </a:lnTo>
                <a:lnTo>
                  <a:pt x="190" y="363"/>
                </a:lnTo>
                <a:lnTo>
                  <a:pt x="190" y="362"/>
                </a:lnTo>
                <a:lnTo>
                  <a:pt x="190" y="361"/>
                </a:lnTo>
                <a:lnTo>
                  <a:pt x="191" y="361"/>
                </a:lnTo>
                <a:lnTo>
                  <a:pt x="191" y="360"/>
                </a:lnTo>
                <a:lnTo>
                  <a:pt x="191" y="359"/>
                </a:lnTo>
                <a:lnTo>
                  <a:pt x="191" y="358"/>
                </a:lnTo>
                <a:lnTo>
                  <a:pt x="190" y="357"/>
                </a:lnTo>
                <a:lnTo>
                  <a:pt x="189" y="357"/>
                </a:lnTo>
                <a:lnTo>
                  <a:pt x="188" y="356"/>
                </a:lnTo>
                <a:lnTo>
                  <a:pt x="187" y="355"/>
                </a:lnTo>
                <a:lnTo>
                  <a:pt x="186" y="354"/>
                </a:lnTo>
                <a:lnTo>
                  <a:pt x="186" y="353"/>
                </a:lnTo>
                <a:lnTo>
                  <a:pt x="187" y="353"/>
                </a:lnTo>
                <a:lnTo>
                  <a:pt x="187" y="352"/>
                </a:lnTo>
                <a:lnTo>
                  <a:pt x="188" y="351"/>
                </a:lnTo>
                <a:lnTo>
                  <a:pt x="189" y="350"/>
                </a:lnTo>
                <a:lnTo>
                  <a:pt x="190" y="349"/>
                </a:lnTo>
                <a:lnTo>
                  <a:pt x="191" y="349"/>
                </a:lnTo>
                <a:lnTo>
                  <a:pt x="191" y="348"/>
                </a:lnTo>
                <a:lnTo>
                  <a:pt x="190" y="348"/>
                </a:lnTo>
                <a:lnTo>
                  <a:pt x="190" y="347"/>
                </a:lnTo>
                <a:lnTo>
                  <a:pt x="189" y="347"/>
                </a:lnTo>
                <a:lnTo>
                  <a:pt x="188" y="347"/>
                </a:lnTo>
                <a:lnTo>
                  <a:pt x="188" y="346"/>
                </a:lnTo>
                <a:lnTo>
                  <a:pt x="187" y="345"/>
                </a:lnTo>
                <a:lnTo>
                  <a:pt x="187" y="344"/>
                </a:lnTo>
                <a:lnTo>
                  <a:pt x="186" y="344"/>
                </a:lnTo>
                <a:lnTo>
                  <a:pt x="186" y="343"/>
                </a:lnTo>
                <a:lnTo>
                  <a:pt x="186" y="342"/>
                </a:lnTo>
                <a:lnTo>
                  <a:pt x="187" y="342"/>
                </a:lnTo>
                <a:lnTo>
                  <a:pt x="187" y="341"/>
                </a:lnTo>
                <a:lnTo>
                  <a:pt x="187" y="340"/>
                </a:lnTo>
                <a:lnTo>
                  <a:pt x="187" y="339"/>
                </a:lnTo>
                <a:lnTo>
                  <a:pt x="187" y="338"/>
                </a:lnTo>
                <a:lnTo>
                  <a:pt x="188" y="337"/>
                </a:lnTo>
                <a:lnTo>
                  <a:pt x="188" y="336"/>
                </a:lnTo>
                <a:lnTo>
                  <a:pt x="189" y="336"/>
                </a:lnTo>
                <a:lnTo>
                  <a:pt x="188" y="335"/>
                </a:lnTo>
                <a:lnTo>
                  <a:pt x="188" y="334"/>
                </a:lnTo>
                <a:lnTo>
                  <a:pt x="189" y="334"/>
                </a:lnTo>
                <a:lnTo>
                  <a:pt x="189" y="333"/>
                </a:lnTo>
                <a:lnTo>
                  <a:pt x="189" y="332"/>
                </a:lnTo>
                <a:lnTo>
                  <a:pt x="190" y="331"/>
                </a:lnTo>
                <a:lnTo>
                  <a:pt x="191" y="330"/>
                </a:lnTo>
                <a:lnTo>
                  <a:pt x="190" y="330"/>
                </a:lnTo>
                <a:lnTo>
                  <a:pt x="190" y="329"/>
                </a:lnTo>
                <a:lnTo>
                  <a:pt x="189" y="329"/>
                </a:lnTo>
                <a:lnTo>
                  <a:pt x="188" y="329"/>
                </a:lnTo>
                <a:lnTo>
                  <a:pt x="188" y="328"/>
                </a:lnTo>
                <a:lnTo>
                  <a:pt x="188" y="327"/>
                </a:lnTo>
                <a:lnTo>
                  <a:pt x="189" y="326"/>
                </a:lnTo>
                <a:lnTo>
                  <a:pt x="189" y="325"/>
                </a:lnTo>
                <a:lnTo>
                  <a:pt x="189" y="324"/>
                </a:lnTo>
                <a:lnTo>
                  <a:pt x="190" y="324"/>
                </a:lnTo>
                <a:lnTo>
                  <a:pt x="190" y="323"/>
                </a:lnTo>
                <a:lnTo>
                  <a:pt x="189" y="323"/>
                </a:lnTo>
                <a:lnTo>
                  <a:pt x="190" y="322"/>
                </a:lnTo>
                <a:lnTo>
                  <a:pt x="190" y="321"/>
                </a:lnTo>
                <a:lnTo>
                  <a:pt x="189" y="320"/>
                </a:lnTo>
                <a:lnTo>
                  <a:pt x="189" y="319"/>
                </a:lnTo>
                <a:lnTo>
                  <a:pt x="190" y="319"/>
                </a:lnTo>
                <a:lnTo>
                  <a:pt x="190" y="318"/>
                </a:lnTo>
                <a:lnTo>
                  <a:pt x="191" y="317"/>
                </a:lnTo>
                <a:lnTo>
                  <a:pt x="190" y="317"/>
                </a:lnTo>
                <a:lnTo>
                  <a:pt x="189" y="317"/>
                </a:lnTo>
                <a:lnTo>
                  <a:pt x="189" y="316"/>
                </a:lnTo>
                <a:lnTo>
                  <a:pt x="188" y="316"/>
                </a:lnTo>
                <a:lnTo>
                  <a:pt x="188" y="315"/>
                </a:lnTo>
                <a:lnTo>
                  <a:pt x="187" y="315"/>
                </a:lnTo>
                <a:lnTo>
                  <a:pt x="186" y="315"/>
                </a:lnTo>
                <a:lnTo>
                  <a:pt x="185" y="314"/>
                </a:lnTo>
                <a:lnTo>
                  <a:pt x="184" y="314"/>
                </a:lnTo>
                <a:lnTo>
                  <a:pt x="183" y="313"/>
                </a:lnTo>
                <a:lnTo>
                  <a:pt x="182" y="313"/>
                </a:lnTo>
                <a:lnTo>
                  <a:pt x="181" y="313"/>
                </a:lnTo>
                <a:lnTo>
                  <a:pt x="181" y="312"/>
                </a:lnTo>
                <a:lnTo>
                  <a:pt x="180" y="312"/>
                </a:lnTo>
                <a:lnTo>
                  <a:pt x="180" y="313"/>
                </a:lnTo>
                <a:lnTo>
                  <a:pt x="179" y="313"/>
                </a:lnTo>
                <a:lnTo>
                  <a:pt x="179" y="312"/>
                </a:lnTo>
                <a:lnTo>
                  <a:pt x="178" y="312"/>
                </a:lnTo>
                <a:lnTo>
                  <a:pt x="179" y="312"/>
                </a:lnTo>
                <a:lnTo>
                  <a:pt x="178" y="312"/>
                </a:lnTo>
                <a:lnTo>
                  <a:pt x="178" y="311"/>
                </a:lnTo>
                <a:lnTo>
                  <a:pt x="177" y="311"/>
                </a:lnTo>
                <a:lnTo>
                  <a:pt x="176" y="311"/>
                </a:lnTo>
                <a:lnTo>
                  <a:pt x="175" y="311"/>
                </a:lnTo>
                <a:lnTo>
                  <a:pt x="174" y="311"/>
                </a:lnTo>
                <a:lnTo>
                  <a:pt x="173" y="311"/>
                </a:lnTo>
                <a:lnTo>
                  <a:pt x="173" y="310"/>
                </a:lnTo>
                <a:lnTo>
                  <a:pt x="172" y="310"/>
                </a:lnTo>
                <a:lnTo>
                  <a:pt x="171" y="310"/>
                </a:lnTo>
                <a:lnTo>
                  <a:pt x="170" y="310"/>
                </a:lnTo>
                <a:lnTo>
                  <a:pt x="169" y="310"/>
                </a:lnTo>
                <a:lnTo>
                  <a:pt x="169" y="309"/>
                </a:lnTo>
                <a:lnTo>
                  <a:pt x="170" y="308"/>
                </a:lnTo>
                <a:lnTo>
                  <a:pt x="170" y="307"/>
                </a:lnTo>
                <a:lnTo>
                  <a:pt x="169" y="307"/>
                </a:lnTo>
                <a:lnTo>
                  <a:pt x="168" y="307"/>
                </a:lnTo>
                <a:lnTo>
                  <a:pt x="167" y="307"/>
                </a:lnTo>
                <a:lnTo>
                  <a:pt x="166" y="307"/>
                </a:lnTo>
                <a:lnTo>
                  <a:pt x="165" y="306"/>
                </a:lnTo>
                <a:lnTo>
                  <a:pt x="164" y="306"/>
                </a:lnTo>
                <a:lnTo>
                  <a:pt x="163" y="306"/>
                </a:lnTo>
                <a:lnTo>
                  <a:pt x="162" y="306"/>
                </a:lnTo>
                <a:lnTo>
                  <a:pt x="162" y="305"/>
                </a:lnTo>
                <a:lnTo>
                  <a:pt x="161" y="304"/>
                </a:lnTo>
                <a:lnTo>
                  <a:pt x="161" y="303"/>
                </a:lnTo>
                <a:lnTo>
                  <a:pt x="161" y="302"/>
                </a:lnTo>
                <a:lnTo>
                  <a:pt x="161" y="301"/>
                </a:lnTo>
                <a:lnTo>
                  <a:pt x="162" y="301"/>
                </a:lnTo>
                <a:lnTo>
                  <a:pt x="162" y="300"/>
                </a:lnTo>
                <a:lnTo>
                  <a:pt x="162" y="299"/>
                </a:lnTo>
                <a:lnTo>
                  <a:pt x="162" y="298"/>
                </a:lnTo>
                <a:lnTo>
                  <a:pt x="162" y="297"/>
                </a:lnTo>
                <a:lnTo>
                  <a:pt x="162" y="296"/>
                </a:lnTo>
                <a:lnTo>
                  <a:pt x="161" y="296"/>
                </a:lnTo>
                <a:lnTo>
                  <a:pt x="161" y="295"/>
                </a:lnTo>
                <a:lnTo>
                  <a:pt x="161" y="296"/>
                </a:lnTo>
                <a:lnTo>
                  <a:pt x="160" y="296"/>
                </a:lnTo>
                <a:lnTo>
                  <a:pt x="160" y="295"/>
                </a:lnTo>
                <a:lnTo>
                  <a:pt x="161" y="294"/>
                </a:lnTo>
                <a:lnTo>
                  <a:pt x="161" y="293"/>
                </a:lnTo>
                <a:lnTo>
                  <a:pt x="161" y="292"/>
                </a:lnTo>
                <a:lnTo>
                  <a:pt x="162" y="292"/>
                </a:lnTo>
                <a:lnTo>
                  <a:pt x="162" y="291"/>
                </a:lnTo>
                <a:lnTo>
                  <a:pt x="162" y="290"/>
                </a:lnTo>
                <a:lnTo>
                  <a:pt x="163" y="289"/>
                </a:lnTo>
                <a:lnTo>
                  <a:pt x="165" y="289"/>
                </a:lnTo>
                <a:lnTo>
                  <a:pt x="166" y="289"/>
                </a:lnTo>
                <a:lnTo>
                  <a:pt x="166" y="288"/>
                </a:lnTo>
                <a:lnTo>
                  <a:pt x="166" y="287"/>
                </a:lnTo>
                <a:lnTo>
                  <a:pt x="165" y="286"/>
                </a:lnTo>
                <a:lnTo>
                  <a:pt x="164" y="286"/>
                </a:lnTo>
                <a:lnTo>
                  <a:pt x="164" y="285"/>
                </a:lnTo>
                <a:lnTo>
                  <a:pt x="164" y="284"/>
                </a:lnTo>
                <a:lnTo>
                  <a:pt x="164" y="283"/>
                </a:lnTo>
                <a:lnTo>
                  <a:pt x="164" y="282"/>
                </a:lnTo>
                <a:lnTo>
                  <a:pt x="164" y="281"/>
                </a:lnTo>
                <a:lnTo>
                  <a:pt x="164" y="280"/>
                </a:lnTo>
                <a:lnTo>
                  <a:pt x="164" y="279"/>
                </a:lnTo>
                <a:lnTo>
                  <a:pt x="164" y="278"/>
                </a:lnTo>
                <a:lnTo>
                  <a:pt x="165" y="277"/>
                </a:lnTo>
                <a:lnTo>
                  <a:pt x="165" y="276"/>
                </a:lnTo>
                <a:lnTo>
                  <a:pt x="165" y="275"/>
                </a:lnTo>
                <a:lnTo>
                  <a:pt x="166" y="275"/>
                </a:lnTo>
                <a:lnTo>
                  <a:pt x="166" y="274"/>
                </a:lnTo>
                <a:lnTo>
                  <a:pt x="167" y="274"/>
                </a:lnTo>
                <a:lnTo>
                  <a:pt x="167" y="275"/>
                </a:lnTo>
                <a:lnTo>
                  <a:pt x="168" y="275"/>
                </a:lnTo>
                <a:lnTo>
                  <a:pt x="169" y="275"/>
                </a:lnTo>
                <a:lnTo>
                  <a:pt x="169" y="274"/>
                </a:lnTo>
                <a:lnTo>
                  <a:pt x="170" y="274"/>
                </a:lnTo>
                <a:lnTo>
                  <a:pt x="171" y="274"/>
                </a:lnTo>
                <a:lnTo>
                  <a:pt x="171" y="273"/>
                </a:lnTo>
                <a:lnTo>
                  <a:pt x="172" y="273"/>
                </a:lnTo>
                <a:lnTo>
                  <a:pt x="172" y="272"/>
                </a:lnTo>
                <a:lnTo>
                  <a:pt x="173" y="271"/>
                </a:lnTo>
                <a:lnTo>
                  <a:pt x="173" y="270"/>
                </a:lnTo>
                <a:lnTo>
                  <a:pt x="174" y="270"/>
                </a:lnTo>
                <a:lnTo>
                  <a:pt x="174" y="269"/>
                </a:lnTo>
                <a:lnTo>
                  <a:pt x="175" y="269"/>
                </a:lnTo>
                <a:lnTo>
                  <a:pt x="175" y="268"/>
                </a:lnTo>
                <a:lnTo>
                  <a:pt x="176" y="267"/>
                </a:lnTo>
                <a:lnTo>
                  <a:pt x="177" y="266"/>
                </a:lnTo>
                <a:lnTo>
                  <a:pt x="178" y="266"/>
                </a:lnTo>
                <a:lnTo>
                  <a:pt x="179" y="265"/>
                </a:lnTo>
                <a:lnTo>
                  <a:pt x="180" y="265"/>
                </a:lnTo>
                <a:lnTo>
                  <a:pt x="180" y="264"/>
                </a:lnTo>
                <a:lnTo>
                  <a:pt x="181" y="264"/>
                </a:lnTo>
                <a:lnTo>
                  <a:pt x="182" y="264"/>
                </a:lnTo>
                <a:lnTo>
                  <a:pt x="182" y="265"/>
                </a:lnTo>
                <a:lnTo>
                  <a:pt x="183" y="265"/>
                </a:lnTo>
                <a:lnTo>
                  <a:pt x="184" y="265"/>
                </a:lnTo>
                <a:lnTo>
                  <a:pt x="185" y="265"/>
                </a:lnTo>
                <a:lnTo>
                  <a:pt x="186" y="265"/>
                </a:lnTo>
                <a:lnTo>
                  <a:pt x="187" y="265"/>
                </a:lnTo>
                <a:lnTo>
                  <a:pt x="188" y="265"/>
                </a:lnTo>
                <a:lnTo>
                  <a:pt x="189" y="266"/>
                </a:lnTo>
                <a:lnTo>
                  <a:pt x="190" y="266"/>
                </a:lnTo>
                <a:lnTo>
                  <a:pt x="191" y="266"/>
                </a:lnTo>
                <a:lnTo>
                  <a:pt x="192" y="267"/>
                </a:lnTo>
                <a:lnTo>
                  <a:pt x="193" y="267"/>
                </a:lnTo>
                <a:lnTo>
                  <a:pt x="194" y="266"/>
                </a:lnTo>
                <a:lnTo>
                  <a:pt x="195" y="266"/>
                </a:lnTo>
                <a:lnTo>
                  <a:pt x="196" y="266"/>
                </a:lnTo>
                <a:lnTo>
                  <a:pt x="197" y="266"/>
                </a:lnTo>
                <a:lnTo>
                  <a:pt x="197" y="265"/>
                </a:lnTo>
                <a:lnTo>
                  <a:pt x="198" y="265"/>
                </a:lnTo>
                <a:lnTo>
                  <a:pt x="198" y="266"/>
                </a:lnTo>
                <a:lnTo>
                  <a:pt x="198" y="265"/>
                </a:lnTo>
                <a:lnTo>
                  <a:pt x="199" y="264"/>
                </a:lnTo>
                <a:lnTo>
                  <a:pt x="199" y="263"/>
                </a:lnTo>
                <a:lnTo>
                  <a:pt x="199" y="262"/>
                </a:lnTo>
                <a:lnTo>
                  <a:pt x="200" y="261"/>
                </a:lnTo>
                <a:lnTo>
                  <a:pt x="202" y="261"/>
                </a:lnTo>
                <a:lnTo>
                  <a:pt x="203" y="261"/>
                </a:lnTo>
                <a:lnTo>
                  <a:pt x="204" y="261"/>
                </a:lnTo>
                <a:lnTo>
                  <a:pt x="205" y="261"/>
                </a:lnTo>
                <a:lnTo>
                  <a:pt x="206" y="261"/>
                </a:lnTo>
                <a:lnTo>
                  <a:pt x="207" y="261"/>
                </a:lnTo>
                <a:lnTo>
                  <a:pt x="208" y="260"/>
                </a:lnTo>
                <a:lnTo>
                  <a:pt x="209" y="259"/>
                </a:lnTo>
                <a:lnTo>
                  <a:pt x="209" y="258"/>
                </a:lnTo>
                <a:lnTo>
                  <a:pt x="209" y="257"/>
                </a:lnTo>
                <a:lnTo>
                  <a:pt x="210" y="256"/>
                </a:lnTo>
                <a:lnTo>
                  <a:pt x="211" y="256"/>
                </a:lnTo>
                <a:lnTo>
                  <a:pt x="212" y="256"/>
                </a:lnTo>
                <a:lnTo>
                  <a:pt x="213" y="255"/>
                </a:lnTo>
                <a:lnTo>
                  <a:pt x="214" y="255"/>
                </a:lnTo>
                <a:lnTo>
                  <a:pt x="215" y="255"/>
                </a:lnTo>
                <a:lnTo>
                  <a:pt x="216" y="257"/>
                </a:lnTo>
                <a:lnTo>
                  <a:pt x="217" y="257"/>
                </a:lnTo>
                <a:lnTo>
                  <a:pt x="217" y="258"/>
                </a:lnTo>
                <a:lnTo>
                  <a:pt x="219" y="258"/>
                </a:lnTo>
                <a:lnTo>
                  <a:pt x="220" y="258"/>
                </a:lnTo>
                <a:lnTo>
                  <a:pt x="220" y="257"/>
                </a:lnTo>
                <a:lnTo>
                  <a:pt x="221" y="257"/>
                </a:lnTo>
                <a:lnTo>
                  <a:pt x="222" y="258"/>
                </a:lnTo>
                <a:lnTo>
                  <a:pt x="223" y="258"/>
                </a:lnTo>
                <a:lnTo>
                  <a:pt x="226" y="258"/>
                </a:lnTo>
                <a:lnTo>
                  <a:pt x="227" y="258"/>
                </a:lnTo>
                <a:lnTo>
                  <a:pt x="227" y="257"/>
                </a:lnTo>
                <a:lnTo>
                  <a:pt x="227" y="256"/>
                </a:lnTo>
                <a:lnTo>
                  <a:pt x="227" y="255"/>
                </a:lnTo>
                <a:lnTo>
                  <a:pt x="226" y="255"/>
                </a:lnTo>
                <a:lnTo>
                  <a:pt x="225" y="254"/>
                </a:lnTo>
                <a:lnTo>
                  <a:pt x="226" y="253"/>
                </a:lnTo>
                <a:lnTo>
                  <a:pt x="226" y="252"/>
                </a:lnTo>
                <a:lnTo>
                  <a:pt x="227" y="252"/>
                </a:lnTo>
                <a:lnTo>
                  <a:pt x="227" y="251"/>
                </a:lnTo>
                <a:lnTo>
                  <a:pt x="227" y="249"/>
                </a:lnTo>
                <a:lnTo>
                  <a:pt x="228" y="249"/>
                </a:lnTo>
                <a:lnTo>
                  <a:pt x="227" y="248"/>
                </a:lnTo>
                <a:lnTo>
                  <a:pt x="227" y="247"/>
                </a:lnTo>
                <a:lnTo>
                  <a:pt x="226" y="247"/>
                </a:lnTo>
                <a:lnTo>
                  <a:pt x="226" y="246"/>
                </a:lnTo>
                <a:lnTo>
                  <a:pt x="226" y="245"/>
                </a:lnTo>
                <a:lnTo>
                  <a:pt x="226" y="244"/>
                </a:lnTo>
                <a:lnTo>
                  <a:pt x="226" y="243"/>
                </a:lnTo>
                <a:lnTo>
                  <a:pt x="226" y="242"/>
                </a:lnTo>
                <a:lnTo>
                  <a:pt x="226" y="241"/>
                </a:lnTo>
                <a:lnTo>
                  <a:pt x="226" y="240"/>
                </a:lnTo>
                <a:lnTo>
                  <a:pt x="226" y="239"/>
                </a:lnTo>
                <a:lnTo>
                  <a:pt x="226" y="238"/>
                </a:lnTo>
                <a:lnTo>
                  <a:pt x="225" y="238"/>
                </a:lnTo>
                <a:lnTo>
                  <a:pt x="225" y="237"/>
                </a:lnTo>
                <a:lnTo>
                  <a:pt x="225" y="236"/>
                </a:lnTo>
                <a:lnTo>
                  <a:pt x="224" y="236"/>
                </a:lnTo>
                <a:lnTo>
                  <a:pt x="223" y="236"/>
                </a:lnTo>
                <a:lnTo>
                  <a:pt x="222" y="235"/>
                </a:lnTo>
                <a:lnTo>
                  <a:pt x="222" y="234"/>
                </a:lnTo>
                <a:lnTo>
                  <a:pt x="221" y="234"/>
                </a:lnTo>
                <a:lnTo>
                  <a:pt x="221" y="233"/>
                </a:lnTo>
                <a:lnTo>
                  <a:pt x="220" y="233"/>
                </a:lnTo>
                <a:lnTo>
                  <a:pt x="219" y="232"/>
                </a:lnTo>
                <a:lnTo>
                  <a:pt x="218" y="232"/>
                </a:lnTo>
                <a:lnTo>
                  <a:pt x="219" y="231"/>
                </a:lnTo>
                <a:lnTo>
                  <a:pt x="219" y="230"/>
                </a:lnTo>
                <a:lnTo>
                  <a:pt x="219" y="229"/>
                </a:lnTo>
                <a:lnTo>
                  <a:pt x="219" y="228"/>
                </a:lnTo>
                <a:lnTo>
                  <a:pt x="219" y="227"/>
                </a:lnTo>
                <a:lnTo>
                  <a:pt x="219" y="226"/>
                </a:lnTo>
                <a:lnTo>
                  <a:pt x="219" y="225"/>
                </a:lnTo>
                <a:lnTo>
                  <a:pt x="219" y="224"/>
                </a:lnTo>
                <a:lnTo>
                  <a:pt x="220" y="224"/>
                </a:lnTo>
                <a:lnTo>
                  <a:pt x="220" y="223"/>
                </a:lnTo>
                <a:lnTo>
                  <a:pt x="220" y="222"/>
                </a:lnTo>
                <a:lnTo>
                  <a:pt x="219" y="222"/>
                </a:lnTo>
                <a:lnTo>
                  <a:pt x="218" y="222"/>
                </a:lnTo>
                <a:lnTo>
                  <a:pt x="218" y="221"/>
                </a:lnTo>
                <a:lnTo>
                  <a:pt x="218" y="220"/>
                </a:lnTo>
                <a:lnTo>
                  <a:pt x="218" y="219"/>
                </a:lnTo>
                <a:lnTo>
                  <a:pt x="218" y="218"/>
                </a:lnTo>
                <a:lnTo>
                  <a:pt x="217" y="218"/>
                </a:lnTo>
                <a:lnTo>
                  <a:pt x="217" y="217"/>
                </a:lnTo>
                <a:lnTo>
                  <a:pt x="216" y="217"/>
                </a:lnTo>
                <a:lnTo>
                  <a:pt x="215" y="216"/>
                </a:lnTo>
                <a:lnTo>
                  <a:pt x="215" y="215"/>
                </a:lnTo>
                <a:lnTo>
                  <a:pt x="215" y="214"/>
                </a:lnTo>
                <a:lnTo>
                  <a:pt x="215" y="213"/>
                </a:lnTo>
                <a:lnTo>
                  <a:pt x="215" y="212"/>
                </a:lnTo>
                <a:lnTo>
                  <a:pt x="216" y="212"/>
                </a:lnTo>
                <a:lnTo>
                  <a:pt x="215" y="211"/>
                </a:lnTo>
                <a:lnTo>
                  <a:pt x="214" y="210"/>
                </a:lnTo>
                <a:lnTo>
                  <a:pt x="215" y="210"/>
                </a:lnTo>
                <a:lnTo>
                  <a:pt x="215" y="209"/>
                </a:lnTo>
                <a:lnTo>
                  <a:pt x="214" y="209"/>
                </a:lnTo>
                <a:lnTo>
                  <a:pt x="214" y="208"/>
                </a:lnTo>
                <a:lnTo>
                  <a:pt x="214" y="205"/>
                </a:lnTo>
                <a:lnTo>
                  <a:pt x="214" y="204"/>
                </a:lnTo>
                <a:lnTo>
                  <a:pt x="214" y="203"/>
                </a:lnTo>
                <a:lnTo>
                  <a:pt x="214" y="202"/>
                </a:lnTo>
                <a:lnTo>
                  <a:pt x="214" y="201"/>
                </a:lnTo>
                <a:lnTo>
                  <a:pt x="214" y="200"/>
                </a:lnTo>
                <a:lnTo>
                  <a:pt x="214" y="199"/>
                </a:lnTo>
                <a:lnTo>
                  <a:pt x="213" y="198"/>
                </a:lnTo>
                <a:lnTo>
                  <a:pt x="212" y="197"/>
                </a:lnTo>
                <a:lnTo>
                  <a:pt x="212" y="196"/>
                </a:lnTo>
                <a:lnTo>
                  <a:pt x="212" y="195"/>
                </a:lnTo>
                <a:lnTo>
                  <a:pt x="211" y="195"/>
                </a:lnTo>
                <a:lnTo>
                  <a:pt x="210" y="194"/>
                </a:lnTo>
                <a:lnTo>
                  <a:pt x="209" y="193"/>
                </a:lnTo>
                <a:lnTo>
                  <a:pt x="208" y="193"/>
                </a:lnTo>
                <a:lnTo>
                  <a:pt x="207" y="192"/>
                </a:lnTo>
                <a:lnTo>
                  <a:pt x="206" y="192"/>
                </a:lnTo>
                <a:lnTo>
                  <a:pt x="205" y="192"/>
                </a:lnTo>
                <a:lnTo>
                  <a:pt x="204" y="192"/>
                </a:lnTo>
                <a:lnTo>
                  <a:pt x="204" y="193"/>
                </a:lnTo>
                <a:lnTo>
                  <a:pt x="203" y="193"/>
                </a:lnTo>
                <a:lnTo>
                  <a:pt x="202" y="193"/>
                </a:lnTo>
                <a:lnTo>
                  <a:pt x="201" y="193"/>
                </a:lnTo>
                <a:lnTo>
                  <a:pt x="200" y="193"/>
                </a:lnTo>
                <a:lnTo>
                  <a:pt x="199" y="193"/>
                </a:lnTo>
                <a:lnTo>
                  <a:pt x="198" y="192"/>
                </a:lnTo>
                <a:lnTo>
                  <a:pt x="199" y="192"/>
                </a:lnTo>
                <a:lnTo>
                  <a:pt x="199" y="191"/>
                </a:lnTo>
                <a:lnTo>
                  <a:pt x="199" y="190"/>
                </a:lnTo>
                <a:lnTo>
                  <a:pt x="198" y="190"/>
                </a:lnTo>
                <a:lnTo>
                  <a:pt x="198" y="189"/>
                </a:lnTo>
                <a:lnTo>
                  <a:pt x="197" y="189"/>
                </a:lnTo>
                <a:lnTo>
                  <a:pt x="197" y="188"/>
                </a:lnTo>
                <a:lnTo>
                  <a:pt x="196" y="187"/>
                </a:lnTo>
                <a:lnTo>
                  <a:pt x="195" y="187"/>
                </a:lnTo>
                <a:lnTo>
                  <a:pt x="194" y="186"/>
                </a:lnTo>
                <a:lnTo>
                  <a:pt x="194" y="185"/>
                </a:lnTo>
                <a:lnTo>
                  <a:pt x="193" y="185"/>
                </a:lnTo>
                <a:lnTo>
                  <a:pt x="192" y="185"/>
                </a:lnTo>
                <a:lnTo>
                  <a:pt x="192" y="183"/>
                </a:lnTo>
                <a:lnTo>
                  <a:pt x="193" y="182"/>
                </a:lnTo>
                <a:lnTo>
                  <a:pt x="193" y="181"/>
                </a:lnTo>
                <a:lnTo>
                  <a:pt x="194" y="181"/>
                </a:lnTo>
                <a:lnTo>
                  <a:pt x="195" y="180"/>
                </a:lnTo>
                <a:lnTo>
                  <a:pt x="194" y="179"/>
                </a:lnTo>
                <a:lnTo>
                  <a:pt x="193" y="177"/>
                </a:lnTo>
                <a:lnTo>
                  <a:pt x="192" y="177"/>
                </a:lnTo>
                <a:lnTo>
                  <a:pt x="192" y="176"/>
                </a:lnTo>
                <a:lnTo>
                  <a:pt x="192" y="175"/>
                </a:lnTo>
                <a:lnTo>
                  <a:pt x="191" y="175"/>
                </a:lnTo>
                <a:lnTo>
                  <a:pt x="190" y="175"/>
                </a:lnTo>
                <a:lnTo>
                  <a:pt x="189" y="174"/>
                </a:lnTo>
                <a:lnTo>
                  <a:pt x="189" y="173"/>
                </a:lnTo>
                <a:lnTo>
                  <a:pt x="189" y="172"/>
                </a:lnTo>
                <a:lnTo>
                  <a:pt x="188" y="172"/>
                </a:lnTo>
                <a:lnTo>
                  <a:pt x="188" y="171"/>
                </a:lnTo>
                <a:lnTo>
                  <a:pt x="187" y="171"/>
                </a:lnTo>
                <a:lnTo>
                  <a:pt x="187" y="170"/>
                </a:lnTo>
                <a:lnTo>
                  <a:pt x="186" y="170"/>
                </a:lnTo>
                <a:lnTo>
                  <a:pt x="186" y="169"/>
                </a:lnTo>
                <a:lnTo>
                  <a:pt x="185" y="169"/>
                </a:lnTo>
                <a:lnTo>
                  <a:pt x="185" y="168"/>
                </a:lnTo>
                <a:lnTo>
                  <a:pt x="184" y="168"/>
                </a:lnTo>
                <a:lnTo>
                  <a:pt x="183" y="168"/>
                </a:lnTo>
                <a:lnTo>
                  <a:pt x="183" y="167"/>
                </a:lnTo>
                <a:lnTo>
                  <a:pt x="182" y="167"/>
                </a:lnTo>
                <a:lnTo>
                  <a:pt x="182" y="166"/>
                </a:lnTo>
                <a:lnTo>
                  <a:pt x="181" y="166"/>
                </a:lnTo>
                <a:lnTo>
                  <a:pt x="181" y="165"/>
                </a:lnTo>
                <a:lnTo>
                  <a:pt x="180" y="164"/>
                </a:lnTo>
                <a:lnTo>
                  <a:pt x="179" y="164"/>
                </a:lnTo>
                <a:lnTo>
                  <a:pt x="178" y="164"/>
                </a:lnTo>
                <a:lnTo>
                  <a:pt x="177" y="163"/>
                </a:lnTo>
                <a:lnTo>
                  <a:pt x="176" y="163"/>
                </a:lnTo>
                <a:lnTo>
                  <a:pt x="176" y="162"/>
                </a:lnTo>
                <a:lnTo>
                  <a:pt x="176" y="161"/>
                </a:lnTo>
                <a:lnTo>
                  <a:pt x="175" y="161"/>
                </a:lnTo>
                <a:lnTo>
                  <a:pt x="175" y="160"/>
                </a:lnTo>
                <a:lnTo>
                  <a:pt x="174" y="160"/>
                </a:lnTo>
                <a:lnTo>
                  <a:pt x="173" y="160"/>
                </a:lnTo>
                <a:lnTo>
                  <a:pt x="172" y="160"/>
                </a:lnTo>
                <a:lnTo>
                  <a:pt x="171" y="160"/>
                </a:lnTo>
                <a:lnTo>
                  <a:pt x="170" y="160"/>
                </a:lnTo>
                <a:lnTo>
                  <a:pt x="170" y="159"/>
                </a:lnTo>
                <a:lnTo>
                  <a:pt x="169" y="159"/>
                </a:lnTo>
                <a:lnTo>
                  <a:pt x="168" y="159"/>
                </a:lnTo>
                <a:lnTo>
                  <a:pt x="167" y="158"/>
                </a:lnTo>
                <a:lnTo>
                  <a:pt x="167" y="157"/>
                </a:lnTo>
                <a:lnTo>
                  <a:pt x="167" y="156"/>
                </a:lnTo>
                <a:lnTo>
                  <a:pt x="166" y="156"/>
                </a:lnTo>
                <a:lnTo>
                  <a:pt x="165" y="156"/>
                </a:lnTo>
                <a:lnTo>
                  <a:pt x="165" y="155"/>
                </a:lnTo>
                <a:lnTo>
                  <a:pt x="164" y="155"/>
                </a:lnTo>
                <a:lnTo>
                  <a:pt x="163" y="155"/>
                </a:lnTo>
                <a:lnTo>
                  <a:pt x="163" y="154"/>
                </a:lnTo>
                <a:lnTo>
                  <a:pt x="162" y="154"/>
                </a:lnTo>
                <a:lnTo>
                  <a:pt x="162" y="155"/>
                </a:lnTo>
                <a:lnTo>
                  <a:pt x="162" y="154"/>
                </a:lnTo>
                <a:lnTo>
                  <a:pt x="161" y="154"/>
                </a:lnTo>
                <a:lnTo>
                  <a:pt x="162" y="154"/>
                </a:lnTo>
                <a:lnTo>
                  <a:pt x="162" y="152"/>
                </a:lnTo>
                <a:lnTo>
                  <a:pt x="162" y="148"/>
                </a:lnTo>
                <a:lnTo>
                  <a:pt x="163" y="147"/>
                </a:lnTo>
                <a:lnTo>
                  <a:pt x="163" y="144"/>
                </a:lnTo>
                <a:lnTo>
                  <a:pt x="163" y="142"/>
                </a:lnTo>
                <a:lnTo>
                  <a:pt x="163" y="141"/>
                </a:lnTo>
                <a:lnTo>
                  <a:pt x="164" y="137"/>
                </a:lnTo>
                <a:lnTo>
                  <a:pt x="164" y="135"/>
                </a:lnTo>
                <a:lnTo>
                  <a:pt x="164" y="134"/>
                </a:lnTo>
                <a:lnTo>
                  <a:pt x="164" y="133"/>
                </a:lnTo>
                <a:lnTo>
                  <a:pt x="165" y="130"/>
                </a:lnTo>
                <a:lnTo>
                  <a:pt x="165" y="129"/>
                </a:lnTo>
                <a:lnTo>
                  <a:pt x="165" y="126"/>
                </a:lnTo>
                <a:lnTo>
                  <a:pt x="166" y="125"/>
                </a:lnTo>
                <a:lnTo>
                  <a:pt x="166" y="124"/>
                </a:lnTo>
                <a:lnTo>
                  <a:pt x="166" y="122"/>
                </a:lnTo>
                <a:lnTo>
                  <a:pt x="166" y="121"/>
                </a:lnTo>
                <a:lnTo>
                  <a:pt x="166" y="119"/>
                </a:lnTo>
                <a:lnTo>
                  <a:pt x="167" y="117"/>
                </a:lnTo>
                <a:lnTo>
                  <a:pt x="167" y="114"/>
                </a:lnTo>
                <a:lnTo>
                  <a:pt x="168" y="110"/>
                </a:lnTo>
                <a:lnTo>
                  <a:pt x="168" y="107"/>
                </a:lnTo>
                <a:lnTo>
                  <a:pt x="169" y="102"/>
                </a:lnTo>
                <a:lnTo>
                  <a:pt x="169" y="98"/>
                </a:lnTo>
                <a:lnTo>
                  <a:pt x="170" y="95"/>
                </a:lnTo>
                <a:lnTo>
                  <a:pt x="170" y="94"/>
                </a:lnTo>
                <a:lnTo>
                  <a:pt x="170" y="93"/>
                </a:lnTo>
                <a:lnTo>
                  <a:pt x="170" y="92"/>
                </a:lnTo>
                <a:lnTo>
                  <a:pt x="170" y="91"/>
                </a:lnTo>
                <a:lnTo>
                  <a:pt x="171" y="90"/>
                </a:lnTo>
                <a:lnTo>
                  <a:pt x="171" y="87"/>
                </a:lnTo>
                <a:lnTo>
                  <a:pt x="172" y="85"/>
                </a:lnTo>
                <a:lnTo>
                  <a:pt x="172" y="84"/>
                </a:lnTo>
                <a:lnTo>
                  <a:pt x="172" y="83"/>
                </a:lnTo>
                <a:lnTo>
                  <a:pt x="173" y="83"/>
                </a:lnTo>
                <a:lnTo>
                  <a:pt x="173" y="80"/>
                </a:lnTo>
                <a:lnTo>
                  <a:pt x="174" y="78"/>
                </a:lnTo>
                <a:lnTo>
                  <a:pt x="172" y="78"/>
                </a:lnTo>
                <a:lnTo>
                  <a:pt x="171" y="78"/>
                </a:lnTo>
                <a:lnTo>
                  <a:pt x="170" y="78"/>
                </a:lnTo>
                <a:lnTo>
                  <a:pt x="168" y="78"/>
                </a:lnTo>
                <a:lnTo>
                  <a:pt x="165" y="78"/>
                </a:lnTo>
                <a:lnTo>
                  <a:pt x="164" y="78"/>
                </a:lnTo>
                <a:lnTo>
                  <a:pt x="162" y="77"/>
                </a:lnTo>
                <a:lnTo>
                  <a:pt x="161" y="77"/>
                </a:lnTo>
                <a:lnTo>
                  <a:pt x="160" y="78"/>
                </a:lnTo>
                <a:lnTo>
                  <a:pt x="159" y="78"/>
                </a:lnTo>
                <a:lnTo>
                  <a:pt x="158" y="78"/>
                </a:lnTo>
                <a:lnTo>
                  <a:pt x="157" y="78"/>
                </a:lnTo>
                <a:lnTo>
                  <a:pt x="156" y="79"/>
                </a:lnTo>
                <a:lnTo>
                  <a:pt x="156" y="80"/>
                </a:lnTo>
                <a:lnTo>
                  <a:pt x="156" y="82"/>
                </a:lnTo>
                <a:lnTo>
                  <a:pt x="155" y="87"/>
                </a:lnTo>
                <a:lnTo>
                  <a:pt x="154" y="87"/>
                </a:lnTo>
                <a:lnTo>
                  <a:pt x="153" y="86"/>
                </a:lnTo>
                <a:lnTo>
                  <a:pt x="151" y="86"/>
                </a:lnTo>
                <a:lnTo>
                  <a:pt x="147" y="85"/>
                </a:lnTo>
                <a:lnTo>
                  <a:pt x="147" y="84"/>
                </a:lnTo>
                <a:lnTo>
                  <a:pt x="146" y="83"/>
                </a:lnTo>
                <a:lnTo>
                  <a:pt x="143" y="80"/>
                </a:lnTo>
                <a:lnTo>
                  <a:pt x="142" y="78"/>
                </a:lnTo>
                <a:lnTo>
                  <a:pt x="141" y="78"/>
                </a:lnTo>
                <a:lnTo>
                  <a:pt x="140" y="77"/>
                </a:lnTo>
                <a:lnTo>
                  <a:pt x="140" y="76"/>
                </a:lnTo>
                <a:lnTo>
                  <a:pt x="136" y="71"/>
                </a:lnTo>
                <a:lnTo>
                  <a:pt x="136" y="70"/>
                </a:lnTo>
                <a:lnTo>
                  <a:pt x="137" y="69"/>
                </a:lnTo>
                <a:lnTo>
                  <a:pt x="137" y="68"/>
                </a:lnTo>
                <a:lnTo>
                  <a:pt x="136" y="68"/>
                </a:lnTo>
                <a:lnTo>
                  <a:pt x="136" y="67"/>
                </a:lnTo>
                <a:lnTo>
                  <a:pt x="137" y="67"/>
                </a:lnTo>
                <a:lnTo>
                  <a:pt x="138" y="67"/>
                </a:lnTo>
                <a:lnTo>
                  <a:pt x="138" y="68"/>
                </a:lnTo>
                <a:lnTo>
                  <a:pt x="139" y="66"/>
                </a:lnTo>
                <a:lnTo>
                  <a:pt x="139" y="65"/>
                </a:lnTo>
                <a:lnTo>
                  <a:pt x="140" y="65"/>
                </a:lnTo>
                <a:lnTo>
                  <a:pt x="140" y="64"/>
                </a:lnTo>
                <a:lnTo>
                  <a:pt x="140" y="63"/>
                </a:lnTo>
                <a:lnTo>
                  <a:pt x="141" y="63"/>
                </a:lnTo>
                <a:lnTo>
                  <a:pt x="140" y="63"/>
                </a:lnTo>
                <a:lnTo>
                  <a:pt x="140" y="62"/>
                </a:lnTo>
                <a:lnTo>
                  <a:pt x="139" y="62"/>
                </a:lnTo>
                <a:lnTo>
                  <a:pt x="137" y="61"/>
                </a:lnTo>
                <a:lnTo>
                  <a:pt x="137" y="62"/>
                </a:lnTo>
                <a:lnTo>
                  <a:pt x="136" y="62"/>
                </a:lnTo>
                <a:lnTo>
                  <a:pt x="135" y="60"/>
                </a:lnTo>
                <a:lnTo>
                  <a:pt x="135" y="59"/>
                </a:lnTo>
                <a:lnTo>
                  <a:pt x="134" y="58"/>
                </a:lnTo>
                <a:lnTo>
                  <a:pt x="135" y="57"/>
                </a:lnTo>
                <a:lnTo>
                  <a:pt x="135" y="56"/>
                </a:lnTo>
                <a:lnTo>
                  <a:pt x="135" y="55"/>
                </a:lnTo>
                <a:lnTo>
                  <a:pt x="135" y="52"/>
                </a:lnTo>
                <a:lnTo>
                  <a:pt x="136" y="52"/>
                </a:lnTo>
                <a:lnTo>
                  <a:pt x="136" y="51"/>
                </a:lnTo>
                <a:lnTo>
                  <a:pt x="137" y="51"/>
                </a:lnTo>
                <a:lnTo>
                  <a:pt x="137" y="50"/>
                </a:lnTo>
                <a:lnTo>
                  <a:pt x="138" y="50"/>
                </a:lnTo>
                <a:lnTo>
                  <a:pt x="139" y="50"/>
                </a:lnTo>
                <a:lnTo>
                  <a:pt x="142" y="50"/>
                </a:lnTo>
                <a:lnTo>
                  <a:pt x="143" y="51"/>
                </a:lnTo>
                <a:lnTo>
                  <a:pt x="144" y="51"/>
                </a:lnTo>
                <a:lnTo>
                  <a:pt x="145" y="51"/>
                </a:lnTo>
                <a:lnTo>
                  <a:pt x="146" y="51"/>
                </a:lnTo>
                <a:lnTo>
                  <a:pt x="147" y="51"/>
                </a:lnTo>
                <a:lnTo>
                  <a:pt x="148" y="51"/>
                </a:lnTo>
                <a:lnTo>
                  <a:pt x="149" y="52"/>
                </a:lnTo>
                <a:lnTo>
                  <a:pt x="150" y="52"/>
                </a:lnTo>
                <a:lnTo>
                  <a:pt x="151" y="52"/>
                </a:lnTo>
                <a:lnTo>
                  <a:pt x="151" y="51"/>
                </a:lnTo>
                <a:lnTo>
                  <a:pt x="153" y="51"/>
                </a:lnTo>
                <a:lnTo>
                  <a:pt x="154" y="51"/>
                </a:lnTo>
                <a:lnTo>
                  <a:pt x="155" y="51"/>
                </a:lnTo>
                <a:lnTo>
                  <a:pt x="156" y="52"/>
                </a:lnTo>
                <a:lnTo>
                  <a:pt x="155" y="52"/>
                </a:lnTo>
                <a:lnTo>
                  <a:pt x="155" y="53"/>
                </a:lnTo>
                <a:lnTo>
                  <a:pt x="156" y="53"/>
                </a:lnTo>
                <a:lnTo>
                  <a:pt x="157" y="53"/>
                </a:lnTo>
                <a:lnTo>
                  <a:pt x="158" y="54"/>
                </a:lnTo>
                <a:lnTo>
                  <a:pt x="159" y="54"/>
                </a:lnTo>
                <a:lnTo>
                  <a:pt x="160" y="55"/>
                </a:lnTo>
                <a:lnTo>
                  <a:pt x="161" y="54"/>
                </a:lnTo>
                <a:lnTo>
                  <a:pt x="162" y="54"/>
                </a:lnTo>
                <a:lnTo>
                  <a:pt x="162" y="55"/>
                </a:lnTo>
                <a:lnTo>
                  <a:pt x="163" y="55"/>
                </a:lnTo>
                <a:lnTo>
                  <a:pt x="164" y="54"/>
                </a:lnTo>
                <a:lnTo>
                  <a:pt x="166" y="54"/>
                </a:lnTo>
                <a:lnTo>
                  <a:pt x="167" y="54"/>
                </a:lnTo>
                <a:lnTo>
                  <a:pt x="167" y="53"/>
                </a:lnTo>
                <a:lnTo>
                  <a:pt x="168" y="52"/>
                </a:lnTo>
                <a:lnTo>
                  <a:pt x="169" y="52"/>
                </a:lnTo>
                <a:lnTo>
                  <a:pt x="171" y="51"/>
                </a:lnTo>
                <a:lnTo>
                  <a:pt x="171" y="50"/>
                </a:lnTo>
                <a:lnTo>
                  <a:pt x="171" y="49"/>
                </a:lnTo>
                <a:lnTo>
                  <a:pt x="171" y="48"/>
                </a:lnTo>
                <a:lnTo>
                  <a:pt x="171" y="47"/>
                </a:lnTo>
                <a:lnTo>
                  <a:pt x="172" y="47"/>
                </a:lnTo>
                <a:lnTo>
                  <a:pt x="173" y="47"/>
                </a:lnTo>
                <a:lnTo>
                  <a:pt x="174" y="47"/>
                </a:lnTo>
                <a:lnTo>
                  <a:pt x="175" y="47"/>
                </a:lnTo>
                <a:lnTo>
                  <a:pt x="176" y="47"/>
                </a:lnTo>
                <a:lnTo>
                  <a:pt x="178" y="47"/>
                </a:lnTo>
                <a:lnTo>
                  <a:pt x="179" y="46"/>
                </a:lnTo>
                <a:lnTo>
                  <a:pt x="179" y="45"/>
                </a:lnTo>
                <a:lnTo>
                  <a:pt x="179" y="44"/>
                </a:lnTo>
                <a:lnTo>
                  <a:pt x="180" y="45"/>
                </a:lnTo>
                <a:lnTo>
                  <a:pt x="180" y="44"/>
                </a:lnTo>
                <a:lnTo>
                  <a:pt x="181" y="44"/>
                </a:lnTo>
                <a:lnTo>
                  <a:pt x="182" y="43"/>
                </a:lnTo>
                <a:lnTo>
                  <a:pt x="183" y="43"/>
                </a:lnTo>
                <a:lnTo>
                  <a:pt x="183" y="44"/>
                </a:lnTo>
                <a:lnTo>
                  <a:pt x="185" y="44"/>
                </a:lnTo>
                <a:lnTo>
                  <a:pt x="186" y="44"/>
                </a:lnTo>
                <a:lnTo>
                  <a:pt x="186" y="43"/>
                </a:lnTo>
                <a:lnTo>
                  <a:pt x="187" y="43"/>
                </a:lnTo>
                <a:lnTo>
                  <a:pt x="187" y="44"/>
                </a:lnTo>
                <a:lnTo>
                  <a:pt x="187" y="43"/>
                </a:lnTo>
                <a:lnTo>
                  <a:pt x="187" y="42"/>
                </a:lnTo>
                <a:lnTo>
                  <a:pt x="187" y="41"/>
                </a:lnTo>
                <a:lnTo>
                  <a:pt x="188" y="41"/>
                </a:lnTo>
                <a:lnTo>
                  <a:pt x="188" y="40"/>
                </a:lnTo>
                <a:lnTo>
                  <a:pt x="189" y="40"/>
                </a:lnTo>
                <a:lnTo>
                  <a:pt x="190" y="39"/>
                </a:lnTo>
                <a:lnTo>
                  <a:pt x="191" y="39"/>
                </a:lnTo>
                <a:lnTo>
                  <a:pt x="191" y="38"/>
                </a:lnTo>
                <a:lnTo>
                  <a:pt x="190" y="37"/>
                </a:lnTo>
                <a:lnTo>
                  <a:pt x="190" y="36"/>
                </a:lnTo>
                <a:lnTo>
                  <a:pt x="189" y="35"/>
                </a:lnTo>
                <a:lnTo>
                  <a:pt x="191" y="35"/>
                </a:lnTo>
                <a:lnTo>
                  <a:pt x="191" y="34"/>
                </a:lnTo>
                <a:lnTo>
                  <a:pt x="192" y="34"/>
                </a:lnTo>
                <a:lnTo>
                  <a:pt x="193" y="34"/>
                </a:lnTo>
                <a:lnTo>
                  <a:pt x="194" y="35"/>
                </a:lnTo>
                <a:lnTo>
                  <a:pt x="195" y="35"/>
                </a:lnTo>
                <a:lnTo>
                  <a:pt x="196" y="35"/>
                </a:lnTo>
                <a:lnTo>
                  <a:pt x="197" y="36"/>
                </a:lnTo>
                <a:lnTo>
                  <a:pt x="198" y="36"/>
                </a:lnTo>
                <a:lnTo>
                  <a:pt x="198" y="37"/>
                </a:lnTo>
                <a:lnTo>
                  <a:pt x="199" y="37"/>
                </a:lnTo>
                <a:lnTo>
                  <a:pt x="200" y="37"/>
                </a:lnTo>
                <a:lnTo>
                  <a:pt x="201" y="37"/>
                </a:lnTo>
                <a:lnTo>
                  <a:pt x="202" y="37"/>
                </a:lnTo>
                <a:lnTo>
                  <a:pt x="203" y="38"/>
                </a:lnTo>
                <a:lnTo>
                  <a:pt x="205" y="37"/>
                </a:lnTo>
                <a:lnTo>
                  <a:pt x="206" y="37"/>
                </a:lnTo>
                <a:lnTo>
                  <a:pt x="207" y="37"/>
                </a:lnTo>
                <a:lnTo>
                  <a:pt x="207" y="38"/>
                </a:lnTo>
                <a:lnTo>
                  <a:pt x="208" y="38"/>
                </a:lnTo>
                <a:lnTo>
                  <a:pt x="209" y="38"/>
                </a:lnTo>
                <a:lnTo>
                  <a:pt x="210" y="38"/>
                </a:lnTo>
                <a:lnTo>
                  <a:pt x="210" y="37"/>
                </a:lnTo>
                <a:lnTo>
                  <a:pt x="211" y="37"/>
                </a:lnTo>
                <a:lnTo>
                  <a:pt x="212" y="37"/>
                </a:lnTo>
                <a:lnTo>
                  <a:pt x="213" y="37"/>
                </a:lnTo>
                <a:lnTo>
                  <a:pt x="214" y="37"/>
                </a:lnTo>
                <a:lnTo>
                  <a:pt x="216" y="37"/>
                </a:lnTo>
                <a:lnTo>
                  <a:pt x="217" y="37"/>
                </a:lnTo>
                <a:lnTo>
                  <a:pt x="217" y="36"/>
                </a:lnTo>
                <a:lnTo>
                  <a:pt x="218" y="36"/>
                </a:lnTo>
                <a:lnTo>
                  <a:pt x="219" y="36"/>
                </a:lnTo>
                <a:lnTo>
                  <a:pt x="220" y="36"/>
                </a:lnTo>
                <a:lnTo>
                  <a:pt x="221" y="36"/>
                </a:lnTo>
                <a:lnTo>
                  <a:pt x="222" y="36"/>
                </a:lnTo>
                <a:lnTo>
                  <a:pt x="223" y="36"/>
                </a:lnTo>
                <a:lnTo>
                  <a:pt x="224" y="35"/>
                </a:lnTo>
                <a:lnTo>
                  <a:pt x="225" y="36"/>
                </a:lnTo>
                <a:lnTo>
                  <a:pt x="226" y="36"/>
                </a:lnTo>
                <a:lnTo>
                  <a:pt x="227" y="36"/>
                </a:lnTo>
                <a:lnTo>
                  <a:pt x="228" y="36"/>
                </a:lnTo>
                <a:lnTo>
                  <a:pt x="229" y="36"/>
                </a:lnTo>
                <a:lnTo>
                  <a:pt x="230" y="36"/>
                </a:lnTo>
                <a:lnTo>
                  <a:pt x="231" y="36"/>
                </a:lnTo>
                <a:lnTo>
                  <a:pt x="232" y="36"/>
                </a:lnTo>
                <a:lnTo>
                  <a:pt x="233" y="36"/>
                </a:lnTo>
                <a:lnTo>
                  <a:pt x="234" y="36"/>
                </a:lnTo>
                <a:lnTo>
                  <a:pt x="236" y="36"/>
                </a:lnTo>
                <a:lnTo>
                  <a:pt x="237" y="36"/>
                </a:lnTo>
                <a:lnTo>
                  <a:pt x="238" y="36"/>
                </a:lnTo>
                <a:lnTo>
                  <a:pt x="239" y="36"/>
                </a:lnTo>
                <a:lnTo>
                  <a:pt x="239" y="35"/>
                </a:lnTo>
                <a:lnTo>
                  <a:pt x="240" y="35"/>
                </a:lnTo>
                <a:lnTo>
                  <a:pt x="241" y="35"/>
                </a:lnTo>
                <a:lnTo>
                  <a:pt x="242" y="35"/>
                </a:lnTo>
                <a:lnTo>
                  <a:pt x="243" y="35"/>
                </a:lnTo>
                <a:lnTo>
                  <a:pt x="244" y="34"/>
                </a:lnTo>
                <a:lnTo>
                  <a:pt x="246" y="34"/>
                </a:lnTo>
                <a:lnTo>
                  <a:pt x="247" y="34"/>
                </a:lnTo>
                <a:lnTo>
                  <a:pt x="248" y="33"/>
                </a:lnTo>
                <a:lnTo>
                  <a:pt x="249" y="33"/>
                </a:lnTo>
                <a:lnTo>
                  <a:pt x="250" y="33"/>
                </a:lnTo>
                <a:lnTo>
                  <a:pt x="251" y="32"/>
                </a:lnTo>
                <a:lnTo>
                  <a:pt x="252" y="32"/>
                </a:lnTo>
                <a:lnTo>
                  <a:pt x="253" y="33"/>
                </a:lnTo>
                <a:lnTo>
                  <a:pt x="254" y="33"/>
                </a:lnTo>
                <a:lnTo>
                  <a:pt x="255" y="33"/>
                </a:lnTo>
                <a:lnTo>
                  <a:pt x="256" y="33"/>
                </a:lnTo>
                <a:lnTo>
                  <a:pt x="256" y="34"/>
                </a:lnTo>
                <a:lnTo>
                  <a:pt x="257" y="34"/>
                </a:lnTo>
                <a:lnTo>
                  <a:pt x="258" y="33"/>
                </a:lnTo>
                <a:lnTo>
                  <a:pt x="259" y="33"/>
                </a:lnTo>
                <a:lnTo>
                  <a:pt x="259" y="32"/>
                </a:lnTo>
                <a:lnTo>
                  <a:pt x="260" y="32"/>
                </a:lnTo>
                <a:lnTo>
                  <a:pt x="260" y="31"/>
                </a:lnTo>
                <a:lnTo>
                  <a:pt x="261" y="31"/>
                </a:lnTo>
                <a:lnTo>
                  <a:pt x="262" y="31"/>
                </a:lnTo>
                <a:lnTo>
                  <a:pt x="262" y="32"/>
                </a:lnTo>
                <a:lnTo>
                  <a:pt x="263" y="32"/>
                </a:lnTo>
                <a:lnTo>
                  <a:pt x="263" y="31"/>
                </a:lnTo>
                <a:lnTo>
                  <a:pt x="264" y="31"/>
                </a:lnTo>
                <a:lnTo>
                  <a:pt x="264" y="30"/>
                </a:lnTo>
                <a:lnTo>
                  <a:pt x="265" y="30"/>
                </a:lnTo>
                <a:lnTo>
                  <a:pt x="265" y="29"/>
                </a:lnTo>
                <a:lnTo>
                  <a:pt x="266" y="29"/>
                </a:lnTo>
                <a:lnTo>
                  <a:pt x="267" y="29"/>
                </a:lnTo>
                <a:lnTo>
                  <a:pt x="268" y="29"/>
                </a:lnTo>
                <a:lnTo>
                  <a:pt x="269" y="29"/>
                </a:lnTo>
                <a:lnTo>
                  <a:pt x="269" y="28"/>
                </a:lnTo>
                <a:lnTo>
                  <a:pt x="270" y="28"/>
                </a:lnTo>
                <a:lnTo>
                  <a:pt x="271" y="28"/>
                </a:lnTo>
                <a:lnTo>
                  <a:pt x="272" y="28"/>
                </a:lnTo>
                <a:lnTo>
                  <a:pt x="272" y="27"/>
                </a:lnTo>
                <a:lnTo>
                  <a:pt x="273" y="27"/>
                </a:lnTo>
                <a:lnTo>
                  <a:pt x="274" y="27"/>
                </a:lnTo>
                <a:lnTo>
                  <a:pt x="275" y="27"/>
                </a:lnTo>
                <a:lnTo>
                  <a:pt x="276" y="27"/>
                </a:lnTo>
                <a:lnTo>
                  <a:pt x="277" y="27"/>
                </a:lnTo>
                <a:lnTo>
                  <a:pt x="278" y="27"/>
                </a:lnTo>
                <a:lnTo>
                  <a:pt x="279" y="27"/>
                </a:lnTo>
                <a:lnTo>
                  <a:pt x="280" y="27"/>
                </a:lnTo>
                <a:lnTo>
                  <a:pt x="281" y="27"/>
                </a:lnTo>
                <a:lnTo>
                  <a:pt x="282" y="26"/>
                </a:lnTo>
                <a:lnTo>
                  <a:pt x="282" y="27"/>
                </a:lnTo>
                <a:lnTo>
                  <a:pt x="283" y="27"/>
                </a:lnTo>
                <a:lnTo>
                  <a:pt x="284" y="26"/>
                </a:lnTo>
                <a:lnTo>
                  <a:pt x="285" y="26"/>
                </a:lnTo>
                <a:lnTo>
                  <a:pt x="286" y="26"/>
                </a:lnTo>
                <a:lnTo>
                  <a:pt x="287" y="26"/>
                </a:lnTo>
                <a:lnTo>
                  <a:pt x="288" y="26"/>
                </a:lnTo>
                <a:lnTo>
                  <a:pt x="289" y="26"/>
                </a:lnTo>
                <a:lnTo>
                  <a:pt x="290" y="26"/>
                </a:lnTo>
                <a:lnTo>
                  <a:pt x="290" y="25"/>
                </a:lnTo>
                <a:lnTo>
                  <a:pt x="291" y="25"/>
                </a:lnTo>
                <a:lnTo>
                  <a:pt x="292" y="25"/>
                </a:lnTo>
                <a:lnTo>
                  <a:pt x="292" y="24"/>
                </a:lnTo>
                <a:lnTo>
                  <a:pt x="293" y="24"/>
                </a:lnTo>
                <a:lnTo>
                  <a:pt x="294" y="25"/>
                </a:lnTo>
                <a:lnTo>
                  <a:pt x="294" y="24"/>
                </a:lnTo>
                <a:lnTo>
                  <a:pt x="295" y="24"/>
                </a:lnTo>
                <a:lnTo>
                  <a:pt x="295" y="25"/>
                </a:lnTo>
                <a:lnTo>
                  <a:pt x="296" y="25"/>
                </a:lnTo>
                <a:lnTo>
                  <a:pt x="296" y="24"/>
                </a:lnTo>
                <a:lnTo>
                  <a:pt x="298" y="23"/>
                </a:lnTo>
                <a:lnTo>
                  <a:pt x="300" y="23"/>
                </a:lnTo>
                <a:lnTo>
                  <a:pt x="300" y="24"/>
                </a:lnTo>
                <a:lnTo>
                  <a:pt x="301" y="24"/>
                </a:lnTo>
                <a:lnTo>
                  <a:pt x="302" y="24"/>
                </a:lnTo>
                <a:lnTo>
                  <a:pt x="303" y="24"/>
                </a:lnTo>
                <a:lnTo>
                  <a:pt x="304" y="24"/>
                </a:lnTo>
                <a:lnTo>
                  <a:pt x="305" y="25"/>
                </a:lnTo>
                <a:lnTo>
                  <a:pt x="306" y="25"/>
                </a:lnTo>
                <a:lnTo>
                  <a:pt x="307" y="25"/>
                </a:lnTo>
                <a:lnTo>
                  <a:pt x="308" y="24"/>
                </a:lnTo>
                <a:lnTo>
                  <a:pt x="309" y="24"/>
                </a:lnTo>
                <a:lnTo>
                  <a:pt x="310" y="24"/>
                </a:lnTo>
                <a:lnTo>
                  <a:pt x="311" y="24"/>
                </a:lnTo>
                <a:lnTo>
                  <a:pt x="312" y="24"/>
                </a:lnTo>
                <a:lnTo>
                  <a:pt x="313" y="24"/>
                </a:lnTo>
                <a:lnTo>
                  <a:pt x="314" y="24"/>
                </a:lnTo>
                <a:lnTo>
                  <a:pt x="315" y="24"/>
                </a:lnTo>
                <a:lnTo>
                  <a:pt x="316" y="24"/>
                </a:lnTo>
                <a:lnTo>
                  <a:pt x="316" y="22"/>
                </a:lnTo>
                <a:lnTo>
                  <a:pt x="317" y="22"/>
                </a:lnTo>
                <a:lnTo>
                  <a:pt x="318" y="22"/>
                </a:lnTo>
                <a:lnTo>
                  <a:pt x="320" y="21"/>
                </a:lnTo>
                <a:lnTo>
                  <a:pt x="321" y="21"/>
                </a:lnTo>
                <a:lnTo>
                  <a:pt x="321" y="20"/>
                </a:lnTo>
                <a:lnTo>
                  <a:pt x="322" y="20"/>
                </a:lnTo>
                <a:lnTo>
                  <a:pt x="323" y="20"/>
                </a:lnTo>
                <a:lnTo>
                  <a:pt x="324" y="19"/>
                </a:lnTo>
                <a:lnTo>
                  <a:pt x="325" y="19"/>
                </a:lnTo>
                <a:lnTo>
                  <a:pt x="326" y="18"/>
                </a:lnTo>
                <a:lnTo>
                  <a:pt x="327" y="18"/>
                </a:lnTo>
                <a:lnTo>
                  <a:pt x="328" y="18"/>
                </a:lnTo>
                <a:lnTo>
                  <a:pt x="329" y="18"/>
                </a:lnTo>
                <a:lnTo>
                  <a:pt x="330" y="18"/>
                </a:lnTo>
                <a:lnTo>
                  <a:pt x="331" y="18"/>
                </a:lnTo>
                <a:lnTo>
                  <a:pt x="332" y="18"/>
                </a:lnTo>
                <a:lnTo>
                  <a:pt x="332" y="17"/>
                </a:lnTo>
                <a:lnTo>
                  <a:pt x="333" y="17"/>
                </a:lnTo>
                <a:lnTo>
                  <a:pt x="334" y="17"/>
                </a:lnTo>
                <a:lnTo>
                  <a:pt x="335" y="17"/>
                </a:lnTo>
                <a:lnTo>
                  <a:pt x="336" y="17"/>
                </a:lnTo>
                <a:lnTo>
                  <a:pt x="337" y="17"/>
                </a:lnTo>
                <a:lnTo>
                  <a:pt x="338" y="17"/>
                </a:lnTo>
                <a:lnTo>
                  <a:pt x="339" y="17"/>
                </a:lnTo>
                <a:lnTo>
                  <a:pt x="340" y="16"/>
                </a:lnTo>
                <a:lnTo>
                  <a:pt x="341" y="17"/>
                </a:lnTo>
                <a:lnTo>
                  <a:pt x="342" y="17"/>
                </a:lnTo>
                <a:lnTo>
                  <a:pt x="343" y="17"/>
                </a:lnTo>
                <a:lnTo>
                  <a:pt x="344" y="17"/>
                </a:lnTo>
                <a:lnTo>
                  <a:pt x="345" y="17"/>
                </a:lnTo>
                <a:lnTo>
                  <a:pt x="346" y="17"/>
                </a:lnTo>
                <a:lnTo>
                  <a:pt x="346" y="18"/>
                </a:lnTo>
                <a:lnTo>
                  <a:pt x="347" y="17"/>
                </a:lnTo>
                <a:lnTo>
                  <a:pt x="347" y="16"/>
                </a:lnTo>
                <a:lnTo>
                  <a:pt x="348" y="15"/>
                </a:lnTo>
                <a:lnTo>
                  <a:pt x="349" y="15"/>
                </a:lnTo>
                <a:lnTo>
                  <a:pt x="350" y="15"/>
                </a:lnTo>
                <a:lnTo>
                  <a:pt x="351" y="15"/>
                </a:lnTo>
                <a:lnTo>
                  <a:pt x="351" y="14"/>
                </a:lnTo>
                <a:lnTo>
                  <a:pt x="352" y="14"/>
                </a:lnTo>
                <a:lnTo>
                  <a:pt x="353" y="14"/>
                </a:lnTo>
                <a:lnTo>
                  <a:pt x="354" y="14"/>
                </a:lnTo>
                <a:lnTo>
                  <a:pt x="355" y="14"/>
                </a:lnTo>
                <a:lnTo>
                  <a:pt x="355" y="13"/>
                </a:lnTo>
                <a:lnTo>
                  <a:pt x="357" y="13"/>
                </a:lnTo>
                <a:lnTo>
                  <a:pt x="358" y="14"/>
                </a:lnTo>
                <a:lnTo>
                  <a:pt x="360" y="14"/>
                </a:lnTo>
                <a:lnTo>
                  <a:pt x="361" y="14"/>
                </a:lnTo>
                <a:lnTo>
                  <a:pt x="362" y="14"/>
                </a:lnTo>
                <a:lnTo>
                  <a:pt x="363" y="14"/>
                </a:lnTo>
                <a:lnTo>
                  <a:pt x="363" y="15"/>
                </a:lnTo>
                <a:lnTo>
                  <a:pt x="364" y="15"/>
                </a:lnTo>
                <a:lnTo>
                  <a:pt x="366" y="15"/>
                </a:lnTo>
                <a:lnTo>
                  <a:pt x="367" y="15"/>
                </a:lnTo>
                <a:lnTo>
                  <a:pt x="368" y="15"/>
                </a:lnTo>
                <a:lnTo>
                  <a:pt x="368" y="14"/>
                </a:lnTo>
                <a:lnTo>
                  <a:pt x="369" y="14"/>
                </a:lnTo>
                <a:lnTo>
                  <a:pt x="370" y="14"/>
                </a:lnTo>
                <a:lnTo>
                  <a:pt x="371" y="14"/>
                </a:lnTo>
                <a:lnTo>
                  <a:pt x="371" y="13"/>
                </a:lnTo>
                <a:lnTo>
                  <a:pt x="371" y="12"/>
                </a:lnTo>
                <a:lnTo>
                  <a:pt x="370" y="11"/>
                </a:lnTo>
                <a:lnTo>
                  <a:pt x="370" y="10"/>
                </a:lnTo>
                <a:lnTo>
                  <a:pt x="371" y="10"/>
                </a:lnTo>
                <a:lnTo>
                  <a:pt x="372" y="10"/>
                </a:lnTo>
                <a:lnTo>
                  <a:pt x="372" y="9"/>
                </a:lnTo>
                <a:lnTo>
                  <a:pt x="373" y="10"/>
                </a:lnTo>
                <a:lnTo>
                  <a:pt x="374" y="10"/>
                </a:lnTo>
                <a:lnTo>
                  <a:pt x="375" y="10"/>
                </a:lnTo>
                <a:lnTo>
                  <a:pt x="376" y="10"/>
                </a:lnTo>
                <a:lnTo>
                  <a:pt x="376" y="9"/>
                </a:lnTo>
                <a:lnTo>
                  <a:pt x="376" y="8"/>
                </a:lnTo>
                <a:lnTo>
                  <a:pt x="377" y="7"/>
                </a:lnTo>
                <a:lnTo>
                  <a:pt x="377" y="6"/>
                </a:lnTo>
                <a:lnTo>
                  <a:pt x="378" y="6"/>
                </a:lnTo>
                <a:lnTo>
                  <a:pt x="378" y="5"/>
                </a:lnTo>
                <a:lnTo>
                  <a:pt x="379" y="4"/>
                </a:lnTo>
                <a:lnTo>
                  <a:pt x="380" y="3"/>
                </a:lnTo>
                <a:lnTo>
                  <a:pt x="382" y="3"/>
                </a:lnTo>
                <a:lnTo>
                  <a:pt x="383" y="3"/>
                </a:lnTo>
                <a:lnTo>
                  <a:pt x="384" y="3"/>
                </a:lnTo>
                <a:lnTo>
                  <a:pt x="384" y="4"/>
                </a:lnTo>
                <a:lnTo>
                  <a:pt x="385" y="4"/>
                </a:lnTo>
                <a:lnTo>
                  <a:pt x="385" y="3"/>
                </a:lnTo>
                <a:lnTo>
                  <a:pt x="386" y="3"/>
                </a:lnTo>
                <a:lnTo>
                  <a:pt x="387" y="3"/>
                </a:lnTo>
                <a:lnTo>
                  <a:pt x="388" y="3"/>
                </a:lnTo>
                <a:lnTo>
                  <a:pt x="389" y="3"/>
                </a:lnTo>
                <a:lnTo>
                  <a:pt x="390" y="3"/>
                </a:lnTo>
                <a:lnTo>
                  <a:pt x="391" y="4"/>
                </a:lnTo>
                <a:lnTo>
                  <a:pt x="392" y="4"/>
                </a:lnTo>
                <a:lnTo>
                  <a:pt x="392" y="3"/>
                </a:lnTo>
                <a:lnTo>
                  <a:pt x="393" y="3"/>
                </a:lnTo>
                <a:lnTo>
                  <a:pt x="394" y="3"/>
                </a:lnTo>
                <a:lnTo>
                  <a:pt x="395" y="3"/>
                </a:lnTo>
                <a:lnTo>
                  <a:pt x="396" y="3"/>
                </a:lnTo>
                <a:lnTo>
                  <a:pt x="396" y="4"/>
                </a:lnTo>
                <a:lnTo>
                  <a:pt x="397" y="4"/>
                </a:lnTo>
                <a:lnTo>
                  <a:pt x="398" y="3"/>
                </a:lnTo>
                <a:lnTo>
                  <a:pt x="399" y="4"/>
                </a:lnTo>
                <a:lnTo>
                  <a:pt x="400" y="3"/>
                </a:lnTo>
                <a:lnTo>
                  <a:pt x="401" y="3"/>
                </a:lnTo>
                <a:lnTo>
                  <a:pt x="401" y="2"/>
                </a:lnTo>
                <a:lnTo>
                  <a:pt x="402" y="2"/>
                </a:lnTo>
                <a:lnTo>
                  <a:pt x="402" y="3"/>
                </a:lnTo>
                <a:lnTo>
                  <a:pt x="403" y="3"/>
                </a:lnTo>
                <a:lnTo>
                  <a:pt x="404" y="3"/>
                </a:lnTo>
                <a:lnTo>
                  <a:pt x="405" y="3"/>
                </a:lnTo>
                <a:lnTo>
                  <a:pt x="406" y="3"/>
                </a:lnTo>
                <a:lnTo>
                  <a:pt x="407" y="3"/>
                </a:lnTo>
                <a:lnTo>
                  <a:pt x="407" y="2"/>
                </a:lnTo>
                <a:lnTo>
                  <a:pt x="408" y="2"/>
                </a:lnTo>
                <a:lnTo>
                  <a:pt x="409" y="2"/>
                </a:lnTo>
                <a:lnTo>
                  <a:pt x="410" y="2"/>
                </a:lnTo>
                <a:lnTo>
                  <a:pt x="411" y="2"/>
                </a:lnTo>
                <a:lnTo>
                  <a:pt x="411" y="3"/>
                </a:lnTo>
                <a:lnTo>
                  <a:pt x="412" y="3"/>
                </a:lnTo>
                <a:lnTo>
                  <a:pt x="413" y="3"/>
                </a:lnTo>
                <a:lnTo>
                  <a:pt x="413" y="2"/>
                </a:lnTo>
                <a:lnTo>
                  <a:pt x="414" y="2"/>
                </a:lnTo>
                <a:lnTo>
                  <a:pt x="415" y="2"/>
                </a:lnTo>
                <a:lnTo>
                  <a:pt x="416" y="2"/>
                </a:lnTo>
                <a:lnTo>
                  <a:pt x="416" y="3"/>
                </a:lnTo>
                <a:lnTo>
                  <a:pt x="417" y="3"/>
                </a:lnTo>
                <a:lnTo>
                  <a:pt x="417" y="2"/>
                </a:lnTo>
                <a:lnTo>
                  <a:pt x="418" y="2"/>
                </a:lnTo>
                <a:lnTo>
                  <a:pt x="419" y="1"/>
                </a:lnTo>
                <a:lnTo>
                  <a:pt x="419" y="0"/>
                </a:lnTo>
                <a:lnTo>
                  <a:pt x="420" y="0"/>
                </a:lnTo>
                <a:lnTo>
                  <a:pt x="421" y="0"/>
                </a:lnTo>
                <a:lnTo>
                  <a:pt x="422" y="0"/>
                </a:lnTo>
                <a:lnTo>
                  <a:pt x="423" y="0"/>
                </a:lnTo>
                <a:lnTo>
                  <a:pt x="424" y="0"/>
                </a:lnTo>
                <a:lnTo>
                  <a:pt x="425" y="0"/>
                </a:lnTo>
                <a:lnTo>
                  <a:pt x="427" y="1"/>
                </a:lnTo>
                <a:lnTo>
                  <a:pt x="427" y="2"/>
                </a:lnTo>
                <a:lnTo>
                  <a:pt x="427" y="3"/>
                </a:lnTo>
                <a:lnTo>
                  <a:pt x="428" y="3"/>
                </a:lnTo>
                <a:lnTo>
                  <a:pt x="428" y="4"/>
                </a:lnTo>
                <a:lnTo>
                  <a:pt x="428" y="3"/>
                </a:lnTo>
                <a:lnTo>
                  <a:pt x="429" y="3"/>
                </a:lnTo>
                <a:lnTo>
                  <a:pt x="430" y="3"/>
                </a:lnTo>
                <a:lnTo>
                  <a:pt x="431" y="3"/>
                </a:lnTo>
                <a:lnTo>
                  <a:pt x="432" y="3"/>
                </a:lnTo>
                <a:lnTo>
                  <a:pt x="433" y="3"/>
                </a:lnTo>
                <a:lnTo>
                  <a:pt x="433" y="4"/>
                </a:lnTo>
                <a:lnTo>
                  <a:pt x="434" y="4"/>
                </a:lnTo>
                <a:lnTo>
                  <a:pt x="435" y="4"/>
                </a:lnTo>
                <a:lnTo>
                  <a:pt x="435" y="3"/>
                </a:lnTo>
                <a:lnTo>
                  <a:pt x="436" y="3"/>
                </a:lnTo>
                <a:lnTo>
                  <a:pt x="436" y="4"/>
                </a:lnTo>
                <a:lnTo>
                  <a:pt x="437" y="4"/>
                </a:lnTo>
                <a:lnTo>
                  <a:pt x="438" y="2"/>
                </a:lnTo>
                <a:lnTo>
                  <a:pt x="439" y="2"/>
                </a:lnTo>
                <a:lnTo>
                  <a:pt x="440" y="2"/>
                </a:lnTo>
                <a:lnTo>
                  <a:pt x="440" y="1"/>
                </a:lnTo>
                <a:lnTo>
                  <a:pt x="441" y="1"/>
                </a:lnTo>
                <a:lnTo>
                  <a:pt x="442" y="1"/>
                </a:lnTo>
                <a:lnTo>
                  <a:pt x="443" y="2"/>
                </a:lnTo>
                <a:lnTo>
                  <a:pt x="444" y="2"/>
                </a:lnTo>
                <a:lnTo>
                  <a:pt x="444" y="3"/>
                </a:lnTo>
                <a:lnTo>
                  <a:pt x="444" y="4"/>
                </a:lnTo>
                <a:lnTo>
                  <a:pt x="443" y="4"/>
                </a:lnTo>
                <a:lnTo>
                  <a:pt x="443" y="5"/>
                </a:lnTo>
                <a:lnTo>
                  <a:pt x="443" y="6"/>
                </a:lnTo>
                <a:lnTo>
                  <a:pt x="443" y="7"/>
                </a:lnTo>
                <a:lnTo>
                  <a:pt x="443" y="8"/>
                </a:lnTo>
                <a:lnTo>
                  <a:pt x="442" y="8"/>
                </a:lnTo>
                <a:lnTo>
                  <a:pt x="442" y="9"/>
                </a:lnTo>
                <a:lnTo>
                  <a:pt x="442" y="10"/>
                </a:lnTo>
                <a:lnTo>
                  <a:pt x="443" y="11"/>
                </a:lnTo>
                <a:lnTo>
                  <a:pt x="444" y="11"/>
                </a:lnTo>
                <a:lnTo>
                  <a:pt x="445" y="13"/>
                </a:lnTo>
                <a:lnTo>
                  <a:pt x="445" y="14"/>
                </a:lnTo>
                <a:lnTo>
                  <a:pt x="446" y="14"/>
                </a:lnTo>
                <a:lnTo>
                  <a:pt x="446" y="15"/>
                </a:lnTo>
                <a:lnTo>
                  <a:pt x="446" y="16"/>
                </a:lnTo>
                <a:lnTo>
                  <a:pt x="447" y="16"/>
                </a:lnTo>
                <a:lnTo>
                  <a:pt x="447" y="17"/>
                </a:lnTo>
                <a:lnTo>
                  <a:pt x="447" y="18"/>
                </a:lnTo>
                <a:lnTo>
                  <a:pt x="447" y="19"/>
                </a:lnTo>
                <a:lnTo>
                  <a:pt x="448" y="19"/>
                </a:lnTo>
                <a:lnTo>
                  <a:pt x="447" y="21"/>
                </a:lnTo>
                <a:lnTo>
                  <a:pt x="447" y="25"/>
                </a:lnTo>
                <a:lnTo>
                  <a:pt x="446" y="28"/>
                </a:lnTo>
                <a:lnTo>
                  <a:pt x="445" y="34"/>
                </a:lnTo>
                <a:lnTo>
                  <a:pt x="444" y="34"/>
                </a:lnTo>
                <a:lnTo>
                  <a:pt x="444" y="35"/>
                </a:lnTo>
                <a:lnTo>
                  <a:pt x="445" y="35"/>
                </a:lnTo>
                <a:lnTo>
                  <a:pt x="447" y="36"/>
                </a:lnTo>
                <a:lnTo>
                  <a:pt x="448" y="36"/>
                </a:lnTo>
                <a:lnTo>
                  <a:pt x="449" y="36"/>
                </a:lnTo>
                <a:lnTo>
                  <a:pt x="450" y="36"/>
                </a:lnTo>
                <a:lnTo>
                  <a:pt x="451" y="37"/>
                </a:lnTo>
                <a:lnTo>
                  <a:pt x="452" y="38"/>
                </a:lnTo>
                <a:lnTo>
                  <a:pt x="453" y="39"/>
                </a:lnTo>
                <a:lnTo>
                  <a:pt x="454" y="40"/>
                </a:lnTo>
                <a:lnTo>
                  <a:pt x="455" y="40"/>
                </a:lnTo>
                <a:lnTo>
                  <a:pt x="456" y="40"/>
                </a:lnTo>
                <a:lnTo>
                  <a:pt x="457" y="39"/>
                </a:lnTo>
                <a:lnTo>
                  <a:pt x="458" y="39"/>
                </a:lnTo>
                <a:lnTo>
                  <a:pt x="459" y="39"/>
                </a:lnTo>
                <a:lnTo>
                  <a:pt x="462" y="39"/>
                </a:lnTo>
                <a:lnTo>
                  <a:pt x="464" y="39"/>
                </a:lnTo>
                <a:lnTo>
                  <a:pt x="475" y="39"/>
                </a:lnTo>
                <a:lnTo>
                  <a:pt x="476" y="39"/>
                </a:lnTo>
                <a:lnTo>
                  <a:pt x="478" y="39"/>
                </a:lnTo>
                <a:lnTo>
                  <a:pt x="483" y="40"/>
                </a:lnTo>
                <a:lnTo>
                  <a:pt x="494" y="41"/>
                </a:lnTo>
                <a:lnTo>
                  <a:pt x="496" y="41"/>
                </a:lnTo>
                <a:lnTo>
                  <a:pt x="497" y="41"/>
                </a:lnTo>
                <a:lnTo>
                  <a:pt x="498" y="41"/>
                </a:lnTo>
                <a:lnTo>
                  <a:pt x="499" y="42"/>
                </a:lnTo>
                <a:lnTo>
                  <a:pt x="500" y="42"/>
                </a:lnTo>
                <a:lnTo>
                  <a:pt x="500" y="43"/>
                </a:lnTo>
                <a:lnTo>
                  <a:pt x="501" y="43"/>
                </a:lnTo>
                <a:lnTo>
                  <a:pt x="502" y="44"/>
                </a:lnTo>
                <a:lnTo>
                  <a:pt x="504" y="46"/>
                </a:lnTo>
                <a:lnTo>
                  <a:pt x="504" y="47"/>
                </a:lnTo>
                <a:lnTo>
                  <a:pt x="506" y="48"/>
                </a:lnTo>
                <a:lnTo>
                  <a:pt x="507" y="49"/>
                </a:lnTo>
                <a:lnTo>
                  <a:pt x="508" y="49"/>
                </a:lnTo>
                <a:lnTo>
                  <a:pt x="510" y="49"/>
                </a:lnTo>
                <a:lnTo>
                  <a:pt x="512" y="50"/>
                </a:lnTo>
                <a:lnTo>
                  <a:pt x="512" y="52"/>
                </a:lnTo>
                <a:lnTo>
                  <a:pt x="512" y="53"/>
                </a:lnTo>
                <a:lnTo>
                  <a:pt x="512" y="54"/>
                </a:lnTo>
                <a:lnTo>
                  <a:pt x="512" y="55"/>
                </a:lnTo>
                <a:lnTo>
                  <a:pt x="510" y="55"/>
                </a:lnTo>
                <a:lnTo>
                  <a:pt x="507" y="55"/>
                </a:lnTo>
                <a:lnTo>
                  <a:pt x="506" y="55"/>
                </a:lnTo>
                <a:lnTo>
                  <a:pt x="504" y="55"/>
                </a:lnTo>
                <a:lnTo>
                  <a:pt x="501" y="55"/>
                </a:lnTo>
                <a:lnTo>
                  <a:pt x="500" y="55"/>
                </a:lnTo>
                <a:lnTo>
                  <a:pt x="499" y="55"/>
                </a:lnTo>
                <a:lnTo>
                  <a:pt x="499" y="56"/>
                </a:lnTo>
                <a:lnTo>
                  <a:pt x="499" y="57"/>
                </a:lnTo>
                <a:lnTo>
                  <a:pt x="499" y="58"/>
                </a:lnTo>
                <a:lnTo>
                  <a:pt x="500" y="58"/>
                </a:lnTo>
                <a:lnTo>
                  <a:pt x="500" y="60"/>
                </a:lnTo>
                <a:lnTo>
                  <a:pt x="500" y="61"/>
                </a:lnTo>
                <a:lnTo>
                  <a:pt x="501" y="61"/>
                </a:lnTo>
                <a:lnTo>
                  <a:pt x="501" y="62"/>
                </a:lnTo>
                <a:lnTo>
                  <a:pt x="502" y="64"/>
                </a:lnTo>
                <a:lnTo>
                  <a:pt x="503" y="65"/>
                </a:lnTo>
                <a:lnTo>
                  <a:pt x="504" y="65"/>
                </a:lnTo>
                <a:lnTo>
                  <a:pt x="505" y="66"/>
                </a:lnTo>
                <a:lnTo>
                  <a:pt x="506" y="67"/>
                </a:lnTo>
                <a:lnTo>
                  <a:pt x="507" y="68"/>
                </a:lnTo>
                <a:lnTo>
                  <a:pt x="509" y="69"/>
                </a:lnTo>
                <a:lnTo>
                  <a:pt x="510" y="69"/>
                </a:lnTo>
                <a:lnTo>
                  <a:pt x="511" y="69"/>
                </a:lnTo>
                <a:lnTo>
                  <a:pt x="512" y="69"/>
                </a:lnTo>
                <a:lnTo>
                  <a:pt x="514" y="70"/>
                </a:lnTo>
                <a:lnTo>
                  <a:pt x="516" y="70"/>
                </a:lnTo>
                <a:lnTo>
                  <a:pt x="517" y="70"/>
                </a:lnTo>
                <a:lnTo>
                  <a:pt x="518" y="70"/>
                </a:lnTo>
                <a:lnTo>
                  <a:pt x="519" y="70"/>
                </a:lnTo>
                <a:lnTo>
                  <a:pt x="519" y="69"/>
                </a:lnTo>
                <a:lnTo>
                  <a:pt x="520" y="69"/>
                </a:lnTo>
                <a:lnTo>
                  <a:pt x="521" y="69"/>
                </a:lnTo>
                <a:lnTo>
                  <a:pt x="524" y="69"/>
                </a:lnTo>
                <a:lnTo>
                  <a:pt x="530" y="69"/>
                </a:lnTo>
                <a:lnTo>
                  <a:pt x="533" y="69"/>
                </a:lnTo>
                <a:lnTo>
                  <a:pt x="547" y="68"/>
                </a:lnTo>
                <a:lnTo>
                  <a:pt x="548" y="68"/>
                </a:lnTo>
                <a:lnTo>
                  <a:pt x="549" y="68"/>
                </a:lnTo>
                <a:lnTo>
                  <a:pt x="550" y="69"/>
                </a:lnTo>
                <a:lnTo>
                  <a:pt x="551" y="69"/>
                </a:lnTo>
                <a:lnTo>
                  <a:pt x="554" y="69"/>
                </a:lnTo>
                <a:lnTo>
                  <a:pt x="555" y="69"/>
                </a:lnTo>
                <a:lnTo>
                  <a:pt x="556" y="69"/>
                </a:lnTo>
                <a:lnTo>
                  <a:pt x="557" y="69"/>
                </a:lnTo>
                <a:lnTo>
                  <a:pt x="558" y="69"/>
                </a:lnTo>
                <a:lnTo>
                  <a:pt x="559" y="69"/>
                </a:lnTo>
                <a:lnTo>
                  <a:pt x="559" y="70"/>
                </a:lnTo>
                <a:lnTo>
                  <a:pt x="559" y="71"/>
                </a:lnTo>
                <a:lnTo>
                  <a:pt x="559" y="72"/>
                </a:lnTo>
                <a:lnTo>
                  <a:pt x="559" y="73"/>
                </a:lnTo>
                <a:lnTo>
                  <a:pt x="560" y="73"/>
                </a:lnTo>
                <a:lnTo>
                  <a:pt x="560" y="74"/>
                </a:lnTo>
                <a:lnTo>
                  <a:pt x="560" y="75"/>
                </a:lnTo>
                <a:lnTo>
                  <a:pt x="560" y="76"/>
                </a:lnTo>
                <a:lnTo>
                  <a:pt x="560" y="77"/>
                </a:lnTo>
                <a:lnTo>
                  <a:pt x="560" y="78"/>
                </a:lnTo>
                <a:lnTo>
                  <a:pt x="561" y="78"/>
                </a:lnTo>
                <a:lnTo>
                  <a:pt x="561" y="79"/>
                </a:lnTo>
                <a:lnTo>
                  <a:pt x="561" y="80"/>
                </a:lnTo>
                <a:lnTo>
                  <a:pt x="561" y="81"/>
                </a:lnTo>
                <a:lnTo>
                  <a:pt x="561" y="82"/>
                </a:lnTo>
                <a:lnTo>
                  <a:pt x="562" y="82"/>
                </a:lnTo>
                <a:lnTo>
                  <a:pt x="562" y="83"/>
                </a:lnTo>
                <a:lnTo>
                  <a:pt x="562" y="84"/>
                </a:lnTo>
                <a:lnTo>
                  <a:pt x="562" y="85"/>
                </a:lnTo>
                <a:lnTo>
                  <a:pt x="562" y="86"/>
                </a:lnTo>
                <a:lnTo>
                  <a:pt x="562" y="87"/>
                </a:lnTo>
                <a:lnTo>
                  <a:pt x="563" y="87"/>
                </a:lnTo>
                <a:lnTo>
                  <a:pt x="563" y="88"/>
                </a:lnTo>
                <a:lnTo>
                  <a:pt x="563" y="89"/>
                </a:lnTo>
                <a:lnTo>
                  <a:pt x="563" y="90"/>
                </a:lnTo>
                <a:lnTo>
                  <a:pt x="563" y="91"/>
                </a:lnTo>
                <a:lnTo>
                  <a:pt x="564" y="91"/>
                </a:lnTo>
                <a:lnTo>
                  <a:pt x="564" y="92"/>
                </a:lnTo>
                <a:lnTo>
                  <a:pt x="564" y="93"/>
                </a:lnTo>
                <a:lnTo>
                  <a:pt x="564" y="94"/>
                </a:lnTo>
                <a:lnTo>
                  <a:pt x="564" y="95"/>
                </a:lnTo>
                <a:lnTo>
                  <a:pt x="564" y="96"/>
                </a:lnTo>
                <a:lnTo>
                  <a:pt x="565" y="96"/>
                </a:lnTo>
                <a:lnTo>
                  <a:pt x="565" y="97"/>
                </a:lnTo>
                <a:lnTo>
                  <a:pt x="565" y="98"/>
                </a:lnTo>
                <a:lnTo>
                  <a:pt x="565" y="99"/>
                </a:lnTo>
                <a:lnTo>
                  <a:pt x="565" y="100"/>
                </a:lnTo>
                <a:lnTo>
                  <a:pt x="566" y="100"/>
                </a:lnTo>
                <a:lnTo>
                  <a:pt x="566" y="101"/>
                </a:lnTo>
                <a:lnTo>
                  <a:pt x="566" y="102"/>
                </a:lnTo>
                <a:lnTo>
                  <a:pt x="566" y="103"/>
                </a:lnTo>
                <a:lnTo>
                  <a:pt x="566" y="104"/>
                </a:lnTo>
                <a:lnTo>
                  <a:pt x="566" y="105"/>
                </a:lnTo>
                <a:lnTo>
                  <a:pt x="567" y="105"/>
                </a:lnTo>
                <a:lnTo>
                  <a:pt x="567" y="106"/>
                </a:lnTo>
                <a:lnTo>
                  <a:pt x="567" y="107"/>
                </a:lnTo>
                <a:lnTo>
                  <a:pt x="567" y="108"/>
                </a:lnTo>
                <a:lnTo>
                  <a:pt x="567" y="109"/>
                </a:lnTo>
                <a:lnTo>
                  <a:pt x="568" y="109"/>
                </a:lnTo>
                <a:lnTo>
                  <a:pt x="568" y="110"/>
                </a:lnTo>
                <a:lnTo>
                  <a:pt x="568" y="111"/>
                </a:lnTo>
                <a:lnTo>
                  <a:pt x="568" y="112"/>
                </a:lnTo>
                <a:lnTo>
                  <a:pt x="568" y="113"/>
                </a:lnTo>
                <a:lnTo>
                  <a:pt x="569" y="113"/>
                </a:lnTo>
                <a:lnTo>
                  <a:pt x="569" y="114"/>
                </a:lnTo>
                <a:lnTo>
                  <a:pt x="569" y="115"/>
                </a:lnTo>
                <a:lnTo>
                  <a:pt x="569" y="116"/>
                </a:lnTo>
                <a:lnTo>
                  <a:pt x="569" y="118"/>
                </a:lnTo>
                <a:lnTo>
                  <a:pt x="569" y="119"/>
                </a:lnTo>
                <a:lnTo>
                  <a:pt x="569" y="120"/>
                </a:lnTo>
                <a:lnTo>
                  <a:pt x="569" y="122"/>
                </a:lnTo>
                <a:lnTo>
                  <a:pt x="568" y="122"/>
                </a:lnTo>
                <a:lnTo>
                  <a:pt x="569" y="122"/>
                </a:lnTo>
                <a:lnTo>
                  <a:pt x="569" y="123"/>
                </a:lnTo>
                <a:lnTo>
                  <a:pt x="570" y="123"/>
                </a:lnTo>
                <a:lnTo>
                  <a:pt x="570" y="124"/>
                </a:lnTo>
                <a:lnTo>
                  <a:pt x="571" y="124"/>
                </a:lnTo>
                <a:lnTo>
                  <a:pt x="572" y="124"/>
                </a:lnTo>
                <a:lnTo>
                  <a:pt x="572" y="123"/>
                </a:lnTo>
                <a:lnTo>
                  <a:pt x="573" y="123"/>
                </a:lnTo>
                <a:lnTo>
                  <a:pt x="574" y="122"/>
                </a:lnTo>
                <a:lnTo>
                  <a:pt x="575" y="122"/>
                </a:lnTo>
                <a:lnTo>
                  <a:pt x="576" y="122"/>
                </a:lnTo>
                <a:lnTo>
                  <a:pt x="577" y="122"/>
                </a:lnTo>
                <a:lnTo>
                  <a:pt x="578" y="122"/>
                </a:lnTo>
                <a:lnTo>
                  <a:pt x="579" y="122"/>
                </a:lnTo>
                <a:lnTo>
                  <a:pt x="579" y="121"/>
                </a:lnTo>
                <a:lnTo>
                  <a:pt x="580" y="121"/>
                </a:lnTo>
                <a:lnTo>
                  <a:pt x="581" y="121"/>
                </a:lnTo>
                <a:lnTo>
                  <a:pt x="582" y="121"/>
                </a:lnTo>
                <a:lnTo>
                  <a:pt x="583" y="121"/>
                </a:lnTo>
                <a:lnTo>
                  <a:pt x="584" y="121"/>
                </a:lnTo>
                <a:lnTo>
                  <a:pt x="585" y="121"/>
                </a:lnTo>
                <a:lnTo>
                  <a:pt x="586" y="121"/>
                </a:lnTo>
                <a:lnTo>
                  <a:pt x="587" y="121"/>
                </a:lnTo>
                <a:lnTo>
                  <a:pt x="588" y="121"/>
                </a:lnTo>
                <a:lnTo>
                  <a:pt x="589" y="121"/>
                </a:lnTo>
                <a:lnTo>
                  <a:pt x="591" y="122"/>
                </a:lnTo>
                <a:lnTo>
                  <a:pt x="592" y="122"/>
                </a:lnTo>
                <a:lnTo>
                  <a:pt x="593" y="122"/>
                </a:lnTo>
                <a:lnTo>
                  <a:pt x="594" y="122"/>
                </a:lnTo>
                <a:lnTo>
                  <a:pt x="595" y="122"/>
                </a:lnTo>
                <a:lnTo>
                  <a:pt x="596" y="122"/>
                </a:lnTo>
                <a:lnTo>
                  <a:pt x="597" y="122"/>
                </a:lnTo>
                <a:lnTo>
                  <a:pt x="598" y="122"/>
                </a:lnTo>
                <a:lnTo>
                  <a:pt x="599" y="122"/>
                </a:lnTo>
                <a:lnTo>
                  <a:pt x="600" y="122"/>
                </a:lnTo>
                <a:lnTo>
                  <a:pt x="601" y="122"/>
                </a:lnTo>
                <a:lnTo>
                  <a:pt x="602" y="122"/>
                </a:lnTo>
                <a:lnTo>
                  <a:pt x="603" y="121"/>
                </a:lnTo>
                <a:lnTo>
                  <a:pt x="604" y="121"/>
                </a:lnTo>
                <a:lnTo>
                  <a:pt x="604" y="120"/>
                </a:lnTo>
                <a:lnTo>
                  <a:pt x="604" y="119"/>
                </a:lnTo>
                <a:lnTo>
                  <a:pt x="605" y="119"/>
                </a:lnTo>
                <a:lnTo>
                  <a:pt x="605" y="120"/>
                </a:lnTo>
                <a:lnTo>
                  <a:pt x="606" y="120"/>
                </a:lnTo>
                <a:lnTo>
                  <a:pt x="606" y="119"/>
                </a:lnTo>
                <a:lnTo>
                  <a:pt x="607" y="119"/>
                </a:lnTo>
                <a:lnTo>
                  <a:pt x="608" y="119"/>
                </a:lnTo>
                <a:lnTo>
                  <a:pt x="609" y="119"/>
                </a:lnTo>
                <a:lnTo>
                  <a:pt x="609" y="118"/>
                </a:lnTo>
                <a:lnTo>
                  <a:pt x="611" y="118"/>
                </a:lnTo>
                <a:lnTo>
                  <a:pt x="612" y="118"/>
                </a:lnTo>
                <a:lnTo>
                  <a:pt x="613" y="118"/>
                </a:lnTo>
                <a:lnTo>
                  <a:pt x="614" y="119"/>
                </a:lnTo>
                <a:lnTo>
                  <a:pt x="615" y="119"/>
                </a:lnTo>
                <a:lnTo>
                  <a:pt x="616" y="119"/>
                </a:lnTo>
                <a:lnTo>
                  <a:pt x="617" y="120"/>
                </a:lnTo>
                <a:lnTo>
                  <a:pt x="617" y="119"/>
                </a:lnTo>
                <a:lnTo>
                  <a:pt x="618" y="119"/>
                </a:lnTo>
                <a:lnTo>
                  <a:pt x="618" y="120"/>
                </a:lnTo>
                <a:lnTo>
                  <a:pt x="619" y="121"/>
                </a:lnTo>
                <a:lnTo>
                  <a:pt x="620" y="121"/>
                </a:lnTo>
                <a:lnTo>
                  <a:pt x="620" y="120"/>
                </a:lnTo>
                <a:lnTo>
                  <a:pt x="621" y="121"/>
                </a:lnTo>
                <a:lnTo>
                  <a:pt x="622" y="122"/>
                </a:lnTo>
                <a:lnTo>
                  <a:pt x="623" y="123"/>
                </a:lnTo>
                <a:lnTo>
                  <a:pt x="623" y="122"/>
                </a:lnTo>
                <a:lnTo>
                  <a:pt x="624" y="122"/>
                </a:lnTo>
                <a:lnTo>
                  <a:pt x="624" y="123"/>
                </a:lnTo>
                <a:lnTo>
                  <a:pt x="624" y="122"/>
                </a:lnTo>
                <a:lnTo>
                  <a:pt x="625" y="122"/>
                </a:lnTo>
                <a:lnTo>
                  <a:pt x="626" y="122"/>
                </a:lnTo>
                <a:lnTo>
                  <a:pt x="626" y="121"/>
                </a:lnTo>
                <a:lnTo>
                  <a:pt x="627" y="122"/>
                </a:lnTo>
                <a:lnTo>
                  <a:pt x="628" y="122"/>
                </a:lnTo>
                <a:lnTo>
                  <a:pt x="629" y="123"/>
                </a:lnTo>
                <a:lnTo>
                  <a:pt x="629" y="124"/>
                </a:lnTo>
                <a:lnTo>
                  <a:pt x="629" y="125"/>
                </a:lnTo>
                <a:lnTo>
                  <a:pt x="630" y="125"/>
                </a:lnTo>
                <a:lnTo>
                  <a:pt x="631" y="125"/>
                </a:lnTo>
                <a:lnTo>
                  <a:pt x="632" y="126"/>
                </a:lnTo>
                <a:lnTo>
                  <a:pt x="633" y="127"/>
                </a:lnTo>
                <a:lnTo>
                  <a:pt x="634" y="127"/>
                </a:lnTo>
                <a:lnTo>
                  <a:pt x="634" y="128"/>
                </a:lnTo>
                <a:lnTo>
                  <a:pt x="634" y="129"/>
                </a:lnTo>
                <a:lnTo>
                  <a:pt x="634" y="130"/>
                </a:lnTo>
                <a:lnTo>
                  <a:pt x="635" y="130"/>
                </a:lnTo>
                <a:lnTo>
                  <a:pt x="634" y="130"/>
                </a:lnTo>
                <a:lnTo>
                  <a:pt x="634" y="132"/>
                </a:lnTo>
                <a:lnTo>
                  <a:pt x="635" y="132"/>
                </a:lnTo>
                <a:lnTo>
                  <a:pt x="635" y="133"/>
                </a:lnTo>
                <a:lnTo>
                  <a:pt x="636" y="134"/>
                </a:lnTo>
                <a:lnTo>
                  <a:pt x="637" y="134"/>
                </a:lnTo>
                <a:lnTo>
                  <a:pt x="638" y="134"/>
                </a:lnTo>
                <a:lnTo>
                  <a:pt x="638" y="135"/>
                </a:lnTo>
                <a:lnTo>
                  <a:pt x="639" y="135"/>
                </a:lnTo>
                <a:lnTo>
                  <a:pt x="639" y="136"/>
                </a:lnTo>
                <a:lnTo>
                  <a:pt x="640" y="136"/>
                </a:lnTo>
                <a:lnTo>
                  <a:pt x="640" y="137"/>
                </a:lnTo>
                <a:lnTo>
                  <a:pt x="640" y="138"/>
                </a:lnTo>
                <a:lnTo>
                  <a:pt x="641" y="138"/>
                </a:lnTo>
                <a:lnTo>
                  <a:pt x="642" y="138"/>
                </a:lnTo>
                <a:lnTo>
                  <a:pt x="642" y="137"/>
                </a:lnTo>
                <a:lnTo>
                  <a:pt x="643" y="137"/>
                </a:lnTo>
                <a:lnTo>
                  <a:pt x="644" y="137"/>
                </a:lnTo>
                <a:lnTo>
                  <a:pt x="645" y="137"/>
                </a:lnTo>
                <a:lnTo>
                  <a:pt x="645" y="136"/>
                </a:lnTo>
                <a:lnTo>
                  <a:pt x="646" y="136"/>
                </a:lnTo>
                <a:lnTo>
                  <a:pt x="647" y="137"/>
                </a:lnTo>
                <a:lnTo>
                  <a:pt x="647" y="138"/>
                </a:lnTo>
                <a:lnTo>
                  <a:pt x="648" y="138"/>
                </a:lnTo>
                <a:lnTo>
                  <a:pt x="649" y="137"/>
                </a:lnTo>
                <a:lnTo>
                  <a:pt x="650" y="137"/>
                </a:lnTo>
                <a:lnTo>
                  <a:pt x="651" y="138"/>
                </a:lnTo>
                <a:lnTo>
                  <a:pt x="652" y="138"/>
                </a:lnTo>
                <a:lnTo>
                  <a:pt x="652" y="139"/>
                </a:lnTo>
                <a:lnTo>
                  <a:pt x="653" y="139"/>
                </a:lnTo>
                <a:lnTo>
                  <a:pt x="654" y="139"/>
                </a:lnTo>
                <a:lnTo>
                  <a:pt x="655" y="139"/>
                </a:lnTo>
                <a:lnTo>
                  <a:pt x="656" y="139"/>
                </a:lnTo>
                <a:lnTo>
                  <a:pt x="656" y="138"/>
                </a:lnTo>
                <a:lnTo>
                  <a:pt x="657" y="138"/>
                </a:lnTo>
                <a:lnTo>
                  <a:pt x="657" y="139"/>
                </a:lnTo>
                <a:lnTo>
                  <a:pt x="658" y="139"/>
                </a:lnTo>
                <a:lnTo>
                  <a:pt x="658" y="138"/>
                </a:lnTo>
                <a:lnTo>
                  <a:pt x="658" y="139"/>
                </a:lnTo>
                <a:lnTo>
                  <a:pt x="658" y="140"/>
                </a:lnTo>
                <a:lnTo>
                  <a:pt x="659" y="141"/>
                </a:lnTo>
                <a:lnTo>
                  <a:pt x="660" y="141"/>
                </a:lnTo>
                <a:lnTo>
                  <a:pt x="660" y="140"/>
                </a:lnTo>
                <a:lnTo>
                  <a:pt x="661" y="140"/>
                </a:lnTo>
                <a:lnTo>
                  <a:pt x="662" y="139"/>
                </a:lnTo>
                <a:lnTo>
                  <a:pt x="663" y="138"/>
                </a:lnTo>
                <a:lnTo>
                  <a:pt x="664" y="138"/>
                </a:lnTo>
                <a:lnTo>
                  <a:pt x="664" y="139"/>
                </a:lnTo>
                <a:lnTo>
                  <a:pt x="664" y="141"/>
                </a:lnTo>
                <a:lnTo>
                  <a:pt x="665" y="141"/>
                </a:lnTo>
                <a:lnTo>
                  <a:pt x="666" y="141"/>
                </a:lnTo>
                <a:lnTo>
                  <a:pt x="666" y="140"/>
                </a:lnTo>
                <a:lnTo>
                  <a:pt x="667" y="140"/>
                </a:lnTo>
                <a:lnTo>
                  <a:pt x="667" y="139"/>
                </a:lnTo>
                <a:lnTo>
                  <a:pt x="669" y="139"/>
                </a:lnTo>
                <a:lnTo>
                  <a:pt x="669" y="138"/>
                </a:lnTo>
                <a:lnTo>
                  <a:pt x="670" y="138"/>
                </a:lnTo>
                <a:lnTo>
                  <a:pt x="671" y="138"/>
                </a:lnTo>
                <a:lnTo>
                  <a:pt x="671" y="137"/>
                </a:lnTo>
                <a:lnTo>
                  <a:pt x="671" y="136"/>
                </a:lnTo>
                <a:lnTo>
                  <a:pt x="672" y="135"/>
                </a:lnTo>
                <a:lnTo>
                  <a:pt x="673" y="135"/>
                </a:lnTo>
                <a:lnTo>
                  <a:pt x="674" y="135"/>
                </a:lnTo>
                <a:lnTo>
                  <a:pt x="674" y="136"/>
                </a:lnTo>
                <a:lnTo>
                  <a:pt x="675" y="136"/>
                </a:lnTo>
                <a:lnTo>
                  <a:pt x="677" y="135"/>
                </a:lnTo>
                <a:lnTo>
                  <a:pt x="678" y="134"/>
                </a:lnTo>
                <a:lnTo>
                  <a:pt x="678" y="133"/>
                </a:lnTo>
                <a:lnTo>
                  <a:pt x="679" y="133"/>
                </a:lnTo>
                <a:lnTo>
                  <a:pt x="680" y="133"/>
                </a:lnTo>
                <a:lnTo>
                  <a:pt x="681" y="133"/>
                </a:lnTo>
                <a:lnTo>
                  <a:pt x="681" y="132"/>
                </a:lnTo>
                <a:lnTo>
                  <a:pt x="682" y="132"/>
                </a:lnTo>
                <a:lnTo>
                  <a:pt x="682" y="131"/>
                </a:lnTo>
                <a:lnTo>
                  <a:pt x="682" y="130"/>
                </a:lnTo>
                <a:lnTo>
                  <a:pt x="683" y="130"/>
                </a:lnTo>
                <a:lnTo>
                  <a:pt x="683" y="129"/>
                </a:lnTo>
                <a:lnTo>
                  <a:pt x="684" y="129"/>
                </a:lnTo>
                <a:lnTo>
                  <a:pt x="684" y="130"/>
                </a:lnTo>
                <a:lnTo>
                  <a:pt x="684" y="129"/>
                </a:lnTo>
                <a:lnTo>
                  <a:pt x="685" y="129"/>
                </a:lnTo>
                <a:lnTo>
                  <a:pt x="685" y="130"/>
                </a:lnTo>
                <a:lnTo>
                  <a:pt x="686" y="130"/>
                </a:lnTo>
                <a:lnTo>
                  <a:pt x="686" y="131"/>
                </a:lnTo>
                <a:lnTo>
                  <a:pt x="687" y="131"/>
                </a:lnTo>
                <a:lnTo>
                  <a:pt x="687" y="132"/>
                </a:lnTo>
                <a:lnTo>
                  <a:pt x="688" y="133"/>
                </a:lnTo>
                <a:lnTo>
                  <a:pt x="689" y="133"/>
                </a:lnTo>
                <a:lnTo>
                  <a:pt x="689" y="134"/>
                </a:lnTo>
                <a:lnTo>
                  <a:pt x="690" y="134"/>
                </a:lnTo>
                <a:lnTo>
                  <a:pt x="690" y="133"/>
                </a:lnTo>
                <a:lnTo>
                  <a:pt x="691" y="133"/>
                </a:lnTo>
                <a:lnTo>
                  <a:pt x="691" y="134"/>
                </a:lnTo>
                <a:lnTo>
                  <a:pt x="691" y="135"/>
                </a:lnTo>
                <a:lnTo>
                  <a:pt x="692" y="135"/>
                </a:lnTo>
                <a:lnTo>
                  <a:pt x="692" y="136"/>
                </a:lnTo>
                <a:lnTo>
                  <a:pt x="693" y="136"/>
                </a:lnTo>
                <a:lnTo>
                  <a:pt x="694" y="136"/>
                </a:lnTo>
                <a:lnTo>
                  <a:pt x="695" y="136"/>
                </a:lnTo>
                <a:lnTo>
                  <a:pt x="696" y="136"/>
                </a:lnTo>
                <a:lnTo>
                  <a:pt x="697" y="136"/>
                </a:lnTo>
                <a:lnTo>
                  <a:pt x="698" y="138"/>
                </a:lnTo>
                <a:lnTo>
                  <a:pt x="698" y="141"/>
                </a:lnTo>
                <a:lnTo>
                  <a:pt x="698" y="142"/>
                </a:lnTo>
                <a:lnTo>
                  <a:pt x="698" y="143"/>
                </a:lnTo>
                <a:lnTo>
                  <a:pt x="698" y="144"/>
                </a:lnTo>
                <a:lnTo>
                  <a:pt x="698" y="145"/>
                </a:lnTo>
                <a:lnTo>
                  <a:pt x="699" y="145"/>
                </a:lnTo>
                <a:lnTo>
                  <a:pt x="699" y="146"/>
                </a:lnTo>
                <a:lnTo>
                  <a:pt x="701" y="145"/>
                </a:lnTo>
                <a:lnTo>
                  <a:pt x="702" y="145"/>
                </a:lnTo>
                <a:lnTo>
                  <a:pt x="703" y="145"/>
                </a:lnTo>
                <a:lnTo>
                  <a:pt x="704" y="147"/>
                </a:lnTo>
                <a:lnTo>
                  <a:pt x="705" y="148"/>
                </a:lnTo>
                <a:lnTo>
                  <a:pt x="705" y="149"/>
                </a:lnTo>
                <a:lnTo>
                  <a:pt x="706" y="149"/>
                </a:lnTo>
                <a:lnTo>
                  <a:pt x="706" y="150"/>
                </a:lnTo>
                <a:lnTo>
                  <a:pt x="706" y="151"/>
                </a:lnTo>
                <a:lnTo>
                  <a:pt x="706" y="152"/>
                </a:lnTo>
                <a:lnTo>
                  <a:pt x="707" y="153"/>
                </a:lnTo>
                <a:lnTo>
                  <a:pt x="708" y="153"/>
                </a:lnTo>
                <a:lnTo>
                  <a:pt x="708" y="154"/>
                </a:lnTo>
                <a:lnTo>
                  <a:pt x="709" y="154"/>
                </a:lnTo>
                <a:lnTo>
                  <a:pt x="709" y="155"/>
                </a:lnTo>
                <a:lnTo>
                  <a:pt x="710" y="155"/>
                </a:lnTo>
                <a:lnTo>
                  <a:pt x="711" y="156"/>
                </a:lnTo>
                <a:lnTo>
                  <a:pt x="712" y="157"/>
                </a:lnTo>
                <a:lnTo>
                  <a:pt x="713" y="157"/>
                </a:lnTo>
                <a:lnTo>
                  <a:pt x="713" y="158"/>
                </a:lnTo>
                <a:lnTo>
                  <a:pt x="714" y="158"/>
                </a:lnTo>
                <a:lnTo>
                  <a:pt x="715" y="158"/>
                </a:lnTo>
                <a:lnTo>
                  <a:pt x="715" y="159"/>
                </a:lnTo>
                <a:lnTo>
                  <a:pt x="716" y="160"/>
                </a:lnTo>
                <a:lnTo>
                  <a:pt x="717" y="161"/>
                </a:lnTo>
                <a:lnTo>
                  <a:pt x="717" y="162"/>
                </a:lnTo>
                <a:lnTo>
                  <a:pt x="718" y="162"/>
                </a:lnTo>
                <a:lnTo>
                  <a:pt x="719" y="162"/>
                </a:lnTo>
                <a:lnTo>
                  <a:pt x="719" y="161"/>
                </a:lnTo>
                <a:lnTo>
                  <a:pt x="719" y="160"/>
                </a:lnTo>
                <a:lnTo>
                  <a:pt x="720" y="160"/>
                </a:lnTo>
                <a:lnTo>
                  <a:pt x="720" y="161"/>
                </a:lnTo>
                <a:lnTo>
                  <a:pt x="721" y="161"/>
                </a:lnTo>
                <a:lnTo>
                  <a:pt x="722" y="160"/>
                </a:lnTo>
                <a:lnTo>
                  <a:pt x="723" y="160"/>
                </a:lnTo>
                <a:lnTo>
                  <a:pt x="723" y="161"/>
                </a:lnTo>
                <a:lnTo>
                  <a:pt x="723" y="162"/>
                </a:lnTo>
                <a:lnTo>
                  <a:pt x="724" y="162"/>
                </a:lnTo>
                <a:lnTo>
                  <a:pt x="725" y="162"/>
                </a:lnTo>
                <a:lnTo>
                  <a:pt x="726" y="162"/>
                </a:lnTo>
                <a:lnTo>
                  <a:pt x="726" y="163"/>
                </a:lnTo>
                <a:lnTo>
                  <a:pt x="727" y="164"/>
                </a:lnTo>
                <a:lnTo>
                  <a:pt x="728" y="164"/>
                </a:lnTo>
                <a:lnTo>
                  <a:pt x="728" y="165"/>
                </a:lnTo>
                <a:lnTo>
                  <a:pt x="729" y="165"/>
                </a:lnTo>
                <a:lnTo>
                  <a:pt x="730" y="165"/>
                </a:lnTo>
                <a:lnTo>
                  <a:pt x="730" y="166"/>
                </a:lnTo>
                <a:lnTo>
                  <a:pt x="731" y="166"/>
                </a:lnTo>
                <a:lnTo>
                  <a:pt x="732" y="166"/>
                </a:lnTo>
                <a:lnTo>
                  <a:pt x="733" y="166"/>
                </a:lnTo>
                <a:lnTo>
                  <a:pt x="733" y="165"/>
                </a:lnTo>
                <a:lnTo>
                  <a:pt x="733" y="164"/>
                </a:lnTo>
                <a:lnTo>
                  <a:pt x="734" y="164"/>
                </a:lnTo>
                <a:lnTo>
                  <a:pt x="735" y="164"/>
                </a:lnTo>
                <a:lnTo>
                  <a:pt x="736" y="164"/>
                </a:lnTo>
                <a:lnTo>
                  <a:pt x="737" y="164"/>
                </a:lnTo>
                <a:lnTo>
                  <a:pt x="737" y="165"/>
                </a:lnTo>
                <a:lnTo>
                  <a:pt x="737" y="166"/>
                </a:lnTo>
                <a:lnTo>
                  <a:pt x="738" y="167"/>
                </a:lnTo>
                <a:lnTo>
                  <a:pt x="739" y="167"/>
                </a:lnTo>
                <a:lnTo>
                  <a:pt x="741" y="166"/>
                </a:lnTo>
                <a:lnTo>
                  <a:pt x="742" y="166"/>
                </a:lnTo>
                <a:lnTo>
                  <a:pt x="743" y="166"/>
                </a:lnTo>
                <a:lnTo>
                  <a:pt x="743" y="164"/>
                </a:lnTo>
                <a:lnTo>
                  <a:pt x="742" y="164"/>
                </a:lnTo>
                <a:lnTo>
                  <a:pt x="742" y="163"/>
                </a:lnTo>
                <a:lnTo>
                  <a:pt x="743" y="162"/>
                </a:lnTo>
                <a:lnTo>
                  <a:pt x="743" y="161"/>
                </a:lnTo>
                <a:lnTo>
                  <a:pt x="745" y="157"/>
                </a:lnTo>
                <a:lnTo>
                  <a:pt x="745" y="156"/>
                </a:lnTo>
                <a:lnTo>
                  <a:pt x="745" y="155"/>
                </a:lnTo>
                <a:lnTo>
                  <a:pt x="746" y="154"/>
                </a:lnTo>
                <a:lnTo>
                  <a:pt x="747" y="154"/>
                </a:lnTo>
                <a:lnTo>
                  <a:pt x="748" y="153"/>
                </a:lnTo>
                <a:lnTo>
                  <a:pt x="751" y="151"/>
                </a:lnTo>
                <a:lnTo>
                  <a:pt x="752" y="151"/>
                </a:lnTo>
                <a:lnTo>
                  <a:pt x="753" y="151"/>
                </a:lnTo>
                <a:lnTo>
                  <a:pt x="755" y="151"/>
                </a:lnTo>
                <a:lnTo>
                  <a:pt x="756" y="151"/>
                </a:lnTo>
                <a:lnTo>
                  <a:pt x="757" y="151"/>
                </a:lnTo>
                <a:lnTo>
                  <a:pt x="761" y="153"/>
                </a:lnTo>
                <a:lnTo>
                  <a:pt x="763" y="154"/>
                </a:lnTo>
                <a:lnTo>
                  <a:pt x="764" y="154"/>
                </a:lnTo>
                <a:lnTo>
                  <a:pt x="765" y="155"/>
                </a:lnTo>
                <a:lnTo>
                  <a:pt x="766" y="156"/>
                </a:lnTo>
                <a:lnTo>
                  <a:pt x="768" y="156"/>
                </a:lnTo>
                <a:lnTo>
                  <a:pt x="769" y="157"/>
                </a:lnTo>
                <a:lnTo>
                  <a:pt x="778" y="161"/>
                </a:lnTo>
                <a:lnTo>
                  <a:pt x="779" y="156"/>
                </a:lnTo>
                <a:lnTo>
                  <a:pt x="779" y="155"/>
                </a:lnTo>
                <a:lnTo>
                  <a:pt x="778" y="153"/>
                </a:lnTo>
                <a:lnTo>
                  <a:pt x="778" y="152"/>
                </a:lnTo>
                <a:lnTo>
                  <a:pt x="777" y="151"/>
                </a:lnTo>
                <a:lnTo>
                  <a:pt x="778" y="151"/>
                </a:lnTo>
                <a:lnTo>
                  <a:pt x="777" y="150"/>
                </a:lnTo>
                <a:lnTo>
                  <a:pt x="777" y="149"/>
                </a:lnTo>
                <a:lnTo>
                  <a:pt x="776" y="148"/>
                </a:lnTo>
                <a:lnTo>
                  <a:pt x="776" y="147"/>
                </a:lnTo>
                <a:lnTo>
                  <a:pt x="776" y="146"/>
                </a:lnTo>
                <a:lnTo>
                  <a:pt x="776" y="145"/>
                </a:lnTo>
                <a:lnTo>
                  <a:pt x="776" y="144"/>
                </a:lnTo>
                <a:lnTo>
                  <a:pt x="776" y="143"/>
                </a:lnTo>
                <a:lnTo>
                  <a:pt x="777" y="142"/>
                </a:lnTo>
                <a:lnTo>
                  <a:pt x="778" y="141"/>
                </a:lnTo>
                <a:lnTo>
                  <a:pt x="778" y="140"/>
                </a:lnTo>
                <a:lnTo>
                  <a:pt x="779" y="140"/>
                </a:lnTo>
                <a:lnTo>
                  <a:pt x="780" y="139"/>
                </a:lnTo>
                <a:lnTo>
                  <a:pt x="780" y="138"/>
                </a:lnTo>
                <a:lnTo>
                  <a:pt x="781" y="137"/>
                </a:lnTo>
                <a:lnTo>
                  <a:pt x="782" y="136"/>
                </a:lnTo>
                <a:lnTo>
                  <a:pt x="783" y="135"/>
                </a:lnTo>
                <a:lnTo>
                  <a:pt x="783" y="134"/>
                </a:lnTo>
                <a:lnTo>
                  <a:pt x="783" y="132"/>
                </a:lnTo>
                <a:lnTo>
                  <a:pt x="783" y="131"/>
                </a:lnTo>
                <a:lnTo>
                  <a:pt x="784" y="130"/>
                </a:lnTo>
                <a:lnTo>
                  <a:pt x="783" y="129"/>
                </a:lnTo>
                <a:lnTo>
                  <a:pt x="781" y="127"/>
                </a:lnTo>
                <a:lnTo>
                  <a:pt x="781" y="126"/>
                </a:lnTo>
                <a:lnTo>
                  <a:pt x="782" y="125"/>
                </a:lnTo>
                <a:lnTo>
                  <a:pt x="783" y="125"/>
                </a:lnTo>
                <a:lnTo>
                  <a:pt x="784" y="125"/>
                </a:lnTo>
                <a:lnTo>
                  <a:pt x="784" y="124"/>
                </a:lnTo>
                <a:lnTo>
                  <a:pt x="785" y="124"/>
                </a:lnTo>
                <a:lnTo>
                  <a:pt x="787" y="124"/>
                </a:lnTo>
                <a:lnTo>
                  <a:pt x="789" y="125"/>
                </a:lnTo>
                <a:lnTo>
                  <a:pt x="790" y="125"/>
                </a:lnTo>
                <a:lnTo>
                  <a:pt x="791" y="125"/>
                </a:lnTo>
                <a:lnTo>
                  <a:pt x="792" y="125"/>
                </a:lnTo>
                <a:lnTo>
                  <a:pt x="793" y="125"/>
                </a:lnTo>
                <a:lnTo>
                  <a:pt x="794" y="124"/>
                </a:lnTo>
                <a:lnTo>
                  <a:pt x="794" y="122"/>
                </a:lnTo>
                <a:lnTo>
                  <a:pt x="794" y="121"/>
                </a:lnTo>
                <a:lnTo>
                  <a:pt x="793" y="121"/>
                </a:lnTo>
                <a:lnTo>
                  <a:pt x="792" y="120"/>
                </a:lnTo>
                <a:lnTo>
                  <a:pt x="791" y="119"/>
                </a:lnTo>
                <a:lnTo>
                  <a:pt x="791" y="118"/>
                </a:lnTo>
                <a:lnTo>
                  <a:pt x="792" y="118"/>
                </a:lnTo>
                <a:lnTo>
                  <a:pt x="793" y="117"/>
                </a:lnTo>
                <a:lnTo>
                  <a:pt x="794" y="117"/>
                </a:lnTo>
                <a:lnTo>
                  <a:pt x="795" y="117"/>
                </a:lnTo>
                <a:lnTo>
                  <a:pt x="795" y="116"/>
                </a:lnTo>
                <a:lnTo>
                  <a:pt x="796" y="117"/>
                </a:lnTo>
                <a:lnTo>
                  <a:pt x="796" y="118"/>
                </a:lnTo>
                <a:lnTo>
                  <a:pt x="797" y="118"/>
                </a:lnTo>
                <a:lnTo>
                  <a:pt x="797" y="117"/>
                </a:lnTo>
                <a:lnTo>
                  <a:pt x="797" y="116"/>
                </a:lnTo>
                <a:lnTo>
                  <a:pt x="796" y="115"/>
                </a:lnTo>
                <a:lnTo>
                  <a:pt x="796" y="114"/>
                </a:lnTo>
                <a:lnTo>
                  <a:pt x="795" y="114"/>
                </a:lnTo>
                <a:lnTo>
                  <a:pt x="795" y="113"/>
                </a:lnTo>
                <a:lnTo>
                  <a:pt x="796" y="113"/>
                </a:lnTo>
                <a:lnTo>
                  <a:pt x="795" y="112"/>
                </a:lnTo>
                <a:lnTo>
                  <a:pt x="795" y="111"/>
                </a:lnTo>
                <a:lnTo>
                  <a:pt x="797" y="111"/>
                </a:lnTo>
                <a:lnTo>
                  <a:pt x="797" y="112"/>
                </a:lnTo>
                <a:lnTo>
                  <a:pt x="797" y="113"/>
                </a:lnTo>
                <a:lnTo>
                  <a:pt x="798" y="113"/>
                </a:lnTo>
                <a:lnTo>
                  <a:pt x="799" y="113"/>
                </a:lnTo>
                <a:lnTo>
                  <a:pt x="799" y="114"/>
                </a:lnTo>
                <a:lnTo>
                  <a:pt x="800" y="114"/>
                </a:lnTo>
                <a:lnTo>
                  <a:pt x="801" y="114"/>
                </a:lnTo>
                <a:lnTo>
                  <a:pt x="801" y="115"/>
                </a:lnTo>
                <a:lnTo>
                  <a:pt x="802" y="116"/>
                </a:lnTo>
                <a:lnTo>
                  <a:pt x="803" y="117"/>
                </a:lnTo>
                <a:lnTo>
                  <a:pt x="803" y="116"/>
                </a:lnTo>
                <a:lnTo>
                  <a:pt x="805" y="117"/>
                </a:lnTo>
                <a:lnTo>
                  <a:pt x="806" y="117"/>
                </a:lnTo>
                <a:lnTo>
                  <a:pt x="806" y="118"/>
                </a:lnTo>
                <a:lnTo>
                  <a:pt x="807" y="119"/>
                </a:lnTo>
                <a:lnTo>
                  <a:pt x="808" y="119"/>
                </a:lnTo>
                <a:lnTo>
                  <a:pt x="809" y="120"/>
                </a:lnTo>
                <a:lnTo>
                  <a:pt x="809" y="119"/>
                </a:lnTo>
                <a:lnTo>
                  <a:pt x="810" y="119"/>
                </a:lnTo>
                <a:lnTo>
                  <a:pt x="811" y="120"/>
                </a:lnTo>
                <a:lnTo>
                  <a:pt x="812" y="119"/>
                </a:lnTo>
                <a:lnTo>
                  <a:pt x="813" y="119"/>
                </a:lnTo>
                <a:lnTo>
                  <a:pt x="814" y="119"/>
                </a:lnTo>
                <a:lnTo>
                  <a:pt x="815" y="119"/>
                </a:lnTo>
                <a:lnTo>
                  <a:pt x="816" y="119"/>
                </a:lnTo>
                <a:lnTo>
                  <a:pt x="816" y="118"/>
                </a:lnTo>
                <a:lnTo>
                  <a:pt x="817" y="118"/>
                </a:lnTo>
                <a:lnTo>
                  <a:pt x="817" y="117"/>
                </a:lnTo>
                <a:lnTo>
                  <a:pt x="818" y="117"/>
                </a:lnTo>
                <a:lnTo>
                  <a:pt x="819" y="117"/>
                </a:lnTo>
                <a:lnTo>
                  <a:pt x="819" y="116"/>
                </a:lnTo>
                <a:lnTo>
                  <a:pt x="820" y="116"/>
                </a:lnTo>
                <a:lnTo>
                  <a:pt x="821" y="116"/>
                </a:lnTo>
                <a:lnTo>
                  <a:pt x="821" y="114"/>
                </a:lnTo>
                <a:lnTo>
                  <a:pt x="821" y="111"/>
                </a:lnTo>
                <a:lnTo>
                  <a:pt x="821" y="110"/>
                </a:lnTo>
                <a:lnTo>
                  <a:pt x="821" y="109"/>
                </a:lnTo>
                <a:lnTo>
                  <a:pt x="820" y="108"/>
                </a:lnTo>
                <a:lnTo>
                  <a:pt x="819" y="108"/>
                </a:lnTo>
                <a:lnTo>
                  <a:pt x="820" y="108"/>
                </a:lnTo>
                <a:lnTo>
                  <a:pt x="821" y="108"/>
                </a:lnTo>
                <a:lnTo>
                  <a:pt x="821" y="107"/>
                </a:lnTo>
                <a:lnTo>
                  <a:pt x="821" y="106"/>
                </a:lnTo>
                <a:lnTo>
                  <a:pt x="822" y="105"/>
                </a:lnTo>
                <a:lnTo>
                  <a:pt x="821" y="105"/>
                </a:lnTo>
                <a:lnTo>
                  <a:pt x="821" y="104"/>
                </a:lnTo>
                <a:lnTo>
                  <a:pt x="820" y="104"/>
                </a:lnTo>
                <a:lnTo>
                  <a:pt x="819" y="104"/>
                </a:lnTo>
                <a:lnTo>
                  <a:pt x="819" y="103"/>
                </a:lnTo>
                <a:lnTo>
                  <a:pt x="818" y="103"/>
                </a:lnTo>
                <a:lnTo>
                  <a:pt x="818" y="102"/>
                </a:lnTo>
                <a:lnTo>
                  <a:pt x="818" y="101"/>
                </a:lnTo>
                <a:lnTo>
                  <a:pt x="817" y="101"/>
                </a:lnTo>
                <a:lnTo>
                  <a:pt x="818" y="100"/>
                </a:lnTo>
                <a:lnTo>
                  <a:pt x="818" y="99"/>
                </a:lnTo>
                <a:lnTo>
                  <a:pt x="818" y="98"/>
                </a:lnTo>
                <a:lnTo>
                  <a:pt x="819" y="98"/>
                </a:lnTo>
                <a:lnTo>
                  <a:pt x="819" y="97"/>
                </a:lnTo>
                <a:lnTo>
                  <a:pt x="819" y="96"/>
                </a:lnTo>
                <a:lnTo>
                  <a:pt x="819" y="95"/>
                </a:lnTo>
                <a:lnTo>
                  <a:pt x="819" y="94"/>
                </a:lnTo>
                <a:lnTo>
                  <a:pt x="818" y="94"/>
                </a:lnTo>
                <a:lnTo>
                  <a:pt x="818" y="93"/>
                </a:lnTo>
                <a:lnTo>
                  <a:pt x="817" y="93"/>
                </a:lnTo>
                <a:lnTo>
                  <a:pt x="817" y="92"/>
                </a:lnTo>
                <a:lnTo>
                  <a:pt x="817" y="90"/>
                </a:lnTo>
                <a:lnTo>
                  <a:pt x="816" y="90"/>
                </a:lnTo>
                <a:lnTo>
                  <a:pt x="816" y="89"/>
                </a:lnTo>
                <a:lnTo>
                  <a:pt x="816" y="88"/>
                </a:lnTo>
                <a:lnTo>
                  <a:pt x="817" y="88"/>
                </a:lnTo>
                <a:lnTo>
                  <a:pt x="817" y="86"/>
                </a:lnTo>
                <a:lnTo>
                  <a:pt x="817" y="85"/>
                </a:lnTo>
                <a:lnTo>
                  <a:pt x="817" y="84"/>
                </a:lnTo>
                <a:lnTo>
                  <a:pt x="817" y="83"/>
                </a:lnTo>
                <a:lnTo>
                  <a:pt x="817" y="82"/>
                </a:lnTo>
                <a:lnTo>
                  <a:pt x="817" y="81"/>
                </a:lnTo>
                <a:lnTo>
                  <a:pt x="817" y="80"/>
                </a:lnTo>
                <a:lnTo>
                  <a:pt x="817" y="79"/>
                </a:lnTo>
                <a:lnTo>
                  <a:pt x="817" y="78"/>
                </a:lnTo>
                <a:lnTo>
                  <a:pt x="818" y="78"/>
                </a:lnTo>
                <a:lnTo>
                  <a:pt x="818" y="77"/>
                </a:lnTo>
                <a:lnTo>
                  <a:pt x="817" y="77"/>
                </a:lnTo>
                <a:lnTo>
                  <a:pt x="816" y="77"/>
                </a:lnTo>
                <a:lnTo>
                  <a:pt x="816" y="76"/>
                </a:lnTo>
                <a:lnTo>
                  <a:pt x="815" y="76"/>
                </a:lnTo>
                <a:lnTo>
                  <a:pt x="814" y="76"/>
                </a:lnTo>
                <a:lnTo>
                  <a:pt x="814" y="75"/>
                </a:lnTo>
                <a:lnTo>
                  <a:pt x="814" y="74"/>
                </a:lnTo>
                <a:lnTo>
                  <a:pt x="813" y="74"/>
                </a:lnTo>
                <a:lnTo>
                  <a:pt x="813" y="73"/>
                </a:lnTo>
                <a:lnTo>
                  <a:pt x="813" y="72"/>
                </a:lnTo>
                <a:lnTo>
                  <a:pt x="813" y="71"/>
                </a:lnTo>
                <a:lnTo>
                  <a:pt x="814" y="70"/>
                </a:lnTo>
                <a:lnTo>
                  <a:pt x="814" y="69"/>
                </a:lnTo>
                <a:lnTo>
                  <a:pt x="813" y="68"/>
                </a:lnTo>
                <a:lnTo>
                  <a:pt x="813" y="65"/>
                </a:lnTo>
                <a:lnTo>
                  <a:pt x="814" y="64"/>
                </a:lnTo>
                <a:lnTo>
                  <a:pt x="814" y="62"/>
                </a:lnTo>
                <a:lnTo>
                  <a:pt x="815" y="62"/>
                </a:lnTo>
                <a:lnTo>
                  <a:pt x="816" y="61"/>
                </a:lnTo>
                <a:lnTo>
                  <a:pt x="817" y="60"/>
                </a:lnTo>
                <a:lnTo>
                  <a:pt x="817" y="59"/>
                </a:lnTo>
                <a:lnTo>
                  <a:pt x="817" y="57"/>
                </a:lnTo>
                <a:lnTo>
                  <a:pt x="816" y="57"/>
                </a:lnTo>
                <a:lnTo>
                  <a:pt x="816" y="56"/>
                </a:lnTo>
                <a:lnTo>
                  <a:pt x="816" y="55"/>
                </a:lnTo>
                <a:lnTo>
                  <a:pt x="816" y="54"/>
                </a:lnTo>
                <a:lnTo>
                  <a:pt x="817" y="54"/>
                </a:lnTo>
                <a:lnTo>
                  <a:pt x="817" y="53"/>
                </a:lnTo>
                <a:lnTo>
                  <a:pt x="817" y="52"/>
                </a:lnTo>
                <a:lnTo>
                  <a:pt x="818" y="51"/>
                </a:lnTo>
                <a:lnTo>
                  <a:pt x="818" y="50"/>
                </a:lnTo>
                <a:lnTo>
                  <a:pt x="818" y="49"/>
                </a:lnTo>
                <a:lnTo>
                  <a:pt x="818" y="48"/>
                </a:lnTo>
                <a:lnTo>
                  <a:pt x="819" y="48"/>
                </a:lnTo>
                <a:lnTo>
                  <a:pt x="819" y="47"/>
                </a:lnTo>
                <a:lnTo>
                  <a:pt x="820" y="47"/>
                </a:lnTo>
                <a:lnTo>
                  <a:pt x="819" y="47"/>
                </a:lnTo>
                <a:lnTo>
                  <a:pt x="820" y="47"/>
                </a:lnTo>
                <a:lnTo>
                  <a:pt x="820" y="46"/>
                </a:lnTo>
                <a:lnTo>
                  <a:pt x="821" y="46"/>
                </a:lnTo>
                <a:lnTo>
                  <a:pt x="821" y="45"/>
                </a:lnTo>
                <a:lnTo>
                  <a:pt x="822" y="45"/>
                </a:lnTo>
                <a:lnTo>
                  <a:pt x="822" y="44"/>
                </a:lnTo>
                <a:lnTo>
                  <a:pt x="822" y="43"/>
                </a:lnTo>
                <a:lnTo>
                  <a:pt x="822" y="42"/>
                </a:lnTo>
                <a:lnTo>
                  <a:pt x="821" y="42"/>
                </a:lnTo>
                <a:lnTo>
                  <a:pt x="821" y="41"/>
                </a:lnTo>
                <a:lnTo>
                  <a:pt x="821" y="40"/>
                </a:lnTo>
                <a:lnTo>
                  <a:pt x="820" y="39"/>
                </a:lnTo>
                <a:lnTo>
                  <a:pt x="819" y="39"/>
                </a:lnTo>
                <a:lnTo>
                  <a:pt x="819" y="38"/>
                </a:lnTo>
                <a:lnTo>
                  <a:pt x="819" y="37"/>
                </a:lnTo>
                <a:lnTo>
                  <a:pt x="818" y="37"/>
                </a:lnTo>
                <a:lnTo>
                  <a:pt x="818" y="36"/>
                </a:lnTo>
                <a:lnTo>
                  <a:pt x="819" y="36"/>
                </a:lnTo>
                <a:lnTo>
                  <a:pt x="819" y="35"/>
                </a:lnTo>
                <a:lnTo>
                  <a:pt x="820" y="35"/>
                </a:lnTo>
                <a:lnTo>
                  <a:pt x="821" y="35"/>
                </a:lnTo>
                <a:lnTo>
                  <a:pt x="821" y="36"/>
                </a:lnTo>
                <a:lnTo>
                  <a:pt x="821" y="35"/>
                </a:lnTo>
                <a:lnTo>
                  <a:pt x="822" y="35"/>
                </a:lnTo>
                <a:lnTo>
                  <a:pt x="823" y="35"/>
                </a:lnTo>
                <a:lnTo>
                  <a:pt x="823" y="34"/>
                </a:lnTo>
                <a:lnTo>
                  <a:pt x="823" y="35"/>
                </a:lnTo>
                <a:lnTo>
                  <a:pt x="824" y="35"/>
                </a:lnTo>
                <a:close/>
              </a:path>
            </a:pathLst>
          </a:custGeom>
          <a:solidFill>
            <a:srgbClr val="EDBCA6"/>
          </a:solidFill>
          <a:ln w="2520">
            <a:solidFill>
              <a:srgbClr val="FFFFFF"/>
            </a:solidFill>
            <a:round/>
          </a:ln>
        </p:spPr>
        <p:txBody>
          <a:bodyPr lIns="1080" tIns="1080" rIns="1080" bIns="108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72" name=""/>
          <p:cNvSpPr/>
          <p:nvPr/>
        </p:nvSpPr>
        <p:spPr>
          <a:xfrm>
            <a:off x="4514400" y="1023840"/>
            <a:ext cx="211320" cy="373680"/>
          </a:xfrm>
          <a:custGeom>
            <a:avLst/>
            <a:gdLst/>
            <a:ahLst/>
            <a:rect l="0" t="0" r="r" b="b"/>
            <a:pathLst>
              <a:path w="587" h="1038">
                <a:moveTo>
                  <a:pt x="550" y="3"/>
                </a:moveTo>
                <a:lnTo>
                  <a:pt x="549" y="7"/>
                </a:lnTo>
                <a:lnTo>
                  <a:pt x="549" y="8"/>
                </a:lnTo>
                <a:lnTo>
                  <a:pt x="548" y="8"/>
                </a:lnTo>
                <a:lnTo>
                  <a:pt x="547" y="9"/>
                </a:lnTo>
                <a:lnTo>
                  <a:pt x="545" y="11"/>
                </a:lnTo>
                <a:lnTo>
                  <a:pt x="545" y="13"/>
                </a:lnTo>
                <a:lnTo>
                  <a:pt x="544" y="13"/>
                </a:lnTo>
                <a:lnTo>
                  <a:pt x="544" y="15"/>
                </a:lnTo>
                <a:lnTo>
                  <a:pt x="544" y="16"/>
                </a:lnTo>
                <a:lnTo>
                  <a:pt x="542" y="17"/>
                </a:lnTo>
                <a:lnTo>
                  <a:pt x="542" y="18"/>
                </a:lnTo>
                <a:lnTo>
                  <a:pt x="541" y="18"/>
                </a:lnTo>
                <a:lnTo>
                  <a:pt x="541" y="19"/>
                </a:lnTo>
                <a:lnTo>
                  <a:pt x="541" y="20"/>
                </a:lnTo>
                <a:lnTo>
                  <a:pt x="541" y="24"/>
                </a:lnTo>
                <a:lnTo>
                  <a:pt x="542" y="25"/>
                </a:lnTo>
                <a:lnTo>
                  <a:pt x="543" y="24"/>
                </a:lnTo>
                <a:lnTo>
                  <a:pt x="543" y="23"/>
                </a:lnTo>
                <a:lnTo>
                  <a:pt x="544" y="23"/>
                </a:lnTo>
                <a:lnTo>
                  <a:pt x="545" y="23"/>
                </a:lnTo>
                <a:lnTo>
                  <a:pt x="545" y="24"/>
                </a:lnTo>
                <a:lnTo>
                  <a:pt x="544" y="27"/>
                </a:lnTo>
                <a:lnTo>
                  <a:pt x="545" y="28"/>
                </a:lnTo>
                <a:lnTo>
                  <a:pt x="546" y="30"/>
                </a:lnTo>
                <a:lnTo>
                  <a:pt x="547" y="30"/>
                </a:lnTo>
                <a:lnTo>
                  <a:pt x="548" y="29"/>
                </a:lnTo>
                <a:lnTo>
                  <a:pt x="549" y="29"/>
                </a:lnTo>
                <a:lnTo>
                  <a:pt x="549" y="28"/>
                </a:lnTo>
                <a:lnTo>
                  <a:pt x="550" y="28"/>
                </a:lnTo>
                <a:lnTo>
                  <a:pt x="551" y="28"/>
                </a:lnTo>
                <a:lnTo>
                  <a:pt x="551" y="29"/>
                </a:lnTo>
                <a:lnTo>
                  <a:pt x="551" y="30"/>
                </a:lnTo>
                <a:lnTo>
                  <a:pt x="551" y="31"/>
                </a:lnTo>
                <a:lnTo>
                  <a:pt x="551" y="32"/>
                </a:lnTo>
                <a:lnTo>
                  <a:pt x="552" y="32"/>
                </a:lnTo>
                <a:lnTo>
                  <a:pt x="553" y="31"/>
                </a:lnTo>
                <a:lnTo>
                  <a:pt x="554" y="30"/>
                </a:lnTo>
                <a:lnTo>
                  <a:pt x="555" y="30"/>
                </a:lnTo>
                <a:lnTo>
                  <a:pt x="555" y="31"/>
                </a:lnTo>
                <a:lnTo>
                  <a:pt x="555" y="32"/>
                </a:lnTo>
                <a:lnTo>
                  <a:pt x="554" y="32"/>
                </a:lnTo>
                <a:lnTo>
                  <a:pt x="554" y="33"/>
                </a:lnTo>
                <a:lnTo>
                  <a:pt x="554" y="34"/>
                </a:lnTo>
                <a:lnTo>
                  <a:pt x="555" y="35"/>
                </a:lnTo>
                <a:lnTo>
                  <a:pt x="555" y="36"/>
                </a:lnTo>
                <a:lnTo>
                  <a:pt x="557" y="36"/>
                </a:lnTo>
                <a:lnTo>
                  <a:pt x="558" y="37"/>
                </a:lnTo>
                <a:lnTo>
                  <a:pt x="558" y="36"/>
                </a:lnTo>
                <a:lnTo>
                  <a:pt x="559" y="36"/>
                </a:lnTo>
                <a:lnTo>
                  <a:pt x="560" y="36"/>
                </a:lnTo>
                <a:lnTo>
                  <a:pt x="561" y="36"/>
                </a:lnTo>
                <a:lnTo>
                  <a:pt x="560" y="38"/>
                </a:lnTo>
                <a:lnTo>
                  <a:pt x="559" y="38"/>
                </a:lnTo>
                <a:lnTo>
                  <a:pt x="559" y="39"/>
                </a:lnTo>
                <a:lnTo>
                  <a:pt x="558" y="41"/>
                </a:lnTo>
                <a:lnTo>
                  <a:pt x="558" y="42"/>
                </a:lnTo>
                <a:lnTo>
                  <a:pt x="558" y="43"/>
                </a:lnTo>
                <a:lnTo>
                  <a:pt x="558" y="44"/>
                </a:lnTo>
                <a:lnTo>
                  <a:pt x="558" y="45"/>
                </a:lnTo>
                <a:lnTo>
                  <a:pt x="558" y="46"/>
                </a:lnTo>
                <a:lnTo>
                  <a:pt x="557" y="47"/>
                </a:lnTo>
                <a:lnTo>
                  <a:pt x="557" y="48"/>
                </a:lnTo>
                <a:lnTo>
                  <a:pt x="556" y="48"/>
                </a:lnTo>
                <a:lnTo>
                  <a:pt x="556" y="50"/>
                </a:lnTo>
                <a:lnTo>
                  <a:pt x="556" y="51"/>
                </a:lnTo>
                <a:lnTo>
                  <a:pt x="555" y="52"/>
                </a:lnTo>
                <a:lnTo>
                  <a:pt x="555" y="53"/>
                </a:lnTo>
                <a:lnTo>
                  <a:pt x="554" y="54"/>
                </a:lnTo>
                <a:lnTo>
                  <a:pt x="554" y="55"/>
                </a:lnTo>
                <a:lnTo>
                  <a:pt x="554" y="56"/>
                </a:lnTo>
                <a:lnTo>
                  <a:pt x="554" y="57"/>
                </a:lnTo>
                <a:lnTo>
                  <a:pt x="555" y="58"/>
                </a:lnTo>
                <a:lnTo>
                  <a:pt x="554" y="60"/>
                </a:lnTo>
                <a:lnTo>
                  <a:pt x="554" y="61"/>
                </a:lnTo>
                <a:lnTo>
                  <a:pt x="554" y="62"/>
                </a:lnTo>
                <a:lnTo>
                  <a:pt x="553" y="63"/>
                </a:lnTo>
                <a:lnTo>
                  <a:pt x="552" y="63"/>
                </a:lnTo>
                <a:lnTo>
                  <a:pt x="552" y="64"/>
                </a:lnTo>
                <a:lnTo>
                  <a:pt x="552" y="65"/>
                </a:lnTo>
                <a:lnTo>
                  <a:pt x="552" y="66"/>
                </a:lnTo>
                <a:lnTo>
                  <a:pt x="552" y="67"/>
                </a:lnTo>
                <a:lnTo>
                  <a:pt x="552" y="68"/>
                </a:lnTo>
                <a:lnTo>
                  <a:pt x="550" y="70"/>
                </a:lnTo>
                <a:lnTo>
                  <a:pt x="549" y="71"/>
                </a:lnTo>
                <a:lnTo>
                  <a:pt x="548" y="72"/>
                </a:lnTo>
                <a:lnTo>
                  <a:pt x="547" y="73"/>
                </a:lnTo>
                <a:lnTo>
                  <a:pt x="546" y="74"/>
                </a:lnTo>
                <a:lnTo>
                  <a:pt x="545" y="74"/>
                </a:lnTo>
                <a:lnTo>
                  <a:pt x="544" y="74"/>
                </a:lnTo>
                <a:lnTo>
                  <a:pt x="543" y="74"/>
                </a:lnTo>
                <a:lnTo>
                  <a:pt x="542" y="74"/>
                </a:lnTo>
                <a:lnTo>
                  <a:pt x="542" y="75"/>
                </a:lnTo>
                <a:lnTo>
                  <a:pt x="539" y="77"/>
                </a:lnTo>
                <a:lnTo>
                  <a:pt x="538" y="78"/>
                </a:lnTo>
                <a:lnTo>
                  <a:pt x="537" y="79"/>
                </a:lnTo>
                <a:lnTo>
                  <a:pt x="537" y="80"/>
                </a:lnTo>
                <a:lnTo>
                  <a:pt x="537" y="81"/>
                </a:lnTo>
                <a:lnTo>
                  <a:pt x="538" y="82"/>
                </a:lnTo>
                <a:lnTo>
                  <a:pt x="539" y="82"/>
                </a:lnTo>
                <a:lnTo>
                  <a:pt x="539" y="83"/>
                </a:lnTo>
                <a:lnTo>
                  <a:pt x="540" y="86"/>
                </a:lnTo>
                <a:lnTo>
                  <a:pt x="541" y="86"/>
                </a:lnTo>
                <a:lnTo>
                  <a:pt x="541" y="87"/>
                </a:lnTo>
                <a:lnTo>
                  <a:pt x="540" y="88"/>
                </a:lnTo>
                <a:lnTo>
                  <a:pt x="541" y="91"/>
                </a:lnTo>
                <a:lnTo>
                  <a:pt x="541" y="92"/>
                </a:lnTo>
                <a:lnTo>
                  <a:pt x="540" y="93"/>
                </a:lnTo>
                <a:lnTo>
                  <a:pt x="540" y="94"/>
                </a:lnTo>
                <a:lnTo>
                  <a:pt x="539" y="94"/>
                </a:lnTo>
                <a:lnTo>
                  <a:pt x="539" y="95"/>
                </a:lnTo>
                <a:lnTo>
                  <a:pt x="540" y="95"/>
                </a:lnTo>
                <a:lnTo>
                  <a:pt x="540" y="96"/>
                </a:lnTo>
                <a:lnTo>
                  <a:pt x="541" y="97"/>
                </a:lnTo>
                <a:lnTo>
                  <a:pt x="541" y="98"/>
                </a:lnTo>
                <a:lnTo>
                  <a:pt x="540" y="99"/>
                </a:lnTo>
                <a:lnTo>
                  <a:pt x="540" y="100"/>
                </a:lnTo>
                <a:lnTo>
                  <a:pt x="539" y="101"/>
                </a:lnTo>
                <a:lnTo>
                  <a:pt x="539" y="102"/>
                </a:lnTo>
                <a:lnTo>
                  <a:pt x="539" y="103"/>
                </a:lnTo>
                <a:lnTo>
                  <a:pt x="539" y="104"/>
                </a:lnTo>
                <a:lnTo>
                  <a:pt x="539" y="105"/>
                </a:lnTo>
                <a:lnTo>
                  <a:pt x="538" y="105"/>
                </a:lnTo>
                <a:lnTo>
                  <a:pt x="537" y="106"/>
                </a:lnTo>
                <a:lnTo>
                  <a:pt x="536" y="106"/>
                </a:lnTo>
                <a:lnTo>
                  <a:pt x="536" y="107"/>
                </a:lnTo>
                <a:lnTo>
                  <a:pt x="536" y="108"/>
                </a:lnTo>
                <a:lnTo>
                  <a:pt x="537" y="108"/>
                </a:lnTo>
                <a:lnTo>
                  <a:pt x="537" y="109"/>
                </a:lnTo>
                <a:lnTo>
                  <a:pt x="537" y="111"/>
                </a:lnTo>
                <a:lnTo>
                  <a:pt x="536" y="111"/>
                </a:lnTo>
                <a:lnTo>
                  <a:pt x="536" y="112"/>
                </a:lnTo>
                <a:lnTo>
                  <a:pt x="536" y="113"/>
                </a:lnTo>
                <a:lnTo>
                  <a:pt x="535" y="113"/>
                </a:lnTo>
                <a:lnTo>
                  <a:pt x="535" y="114"/>
                </a:lnTo>
                <a:lnTo>
                  <a:pt x="534" y="115"/>
                </a:lnTo>
                <a:lnTo>
                  <a:pt x="533" y="116"/>
                </a:lnTo>
                <a:lnTo>
                  <a:pt x="532" y="117"/>
                </a:lnTo>
                <a:lnTo>
                  <a:pt x="532" y="118"/>
                </a:lnTo>
                <a:lnTo>
                  <a:pt x="532" y="119"/>
                </a:lnTo>
                <a:lnTo>
                  <a:pt x="533" y="119"/>
                </a:lnTo>
                <a:lnTo>
                  <a:pt x="533" y="120"/>
                </a:lnTo>
                <a:lnTo>
                  <a:pt x="533" y="121"/>
                </a:lnTo>
                <a:lnTo>
                  <a:pt x="532" y="122"/>
                </a:lnTo>
                <a:lnTo>
                  <a:pt x="531" y="122"/>
                </a:lnTo>
                <a:lnTo>
                  <a:pt x="531" y="123"/>
                </a:lnTo>
                <a:lnTo>
                  <a:pt x="531" y="124"/>
                </a:lnTo>
                <a:lnTo>
                  <a:pt x="531" y="125"/>
                </a:lnTo>
                <a:lnTo>
                  <a:pt x="530" y="125"/>
                </a:lnTo>
                <a:lnTo>
                  <a:pt x="530" y="126"/>
                </a:lnTo>
                <a:lnTo>
                  <a:pt x="530" y="127"/>
                </a:lnTo>
                <a:lnTo>
                  <a:pt x="530" y="128"/>
                </a:lnTo>
                <a:lnTo>
                  <a:pt x="531" y="130"/>
                </a:lnTo>
                <a:lnTo>
                  <a:pt x="531" y="131"/>
                </a:lnTo>
                <a:lnTo>
                  <a:pt x="532" y="131"/>
                </a:lnTo>
                <a:lnTo>
                  <a:pt x="532" y="132"/>
                </a:lnTo>
                <a:lnTo>
                  <a:pt x="533" y="132"/>
                </a:lnTo>
                <a:lnTo>
                  <a:pt x="534" y="132"/>
                </a:lnTo>
                <a:lnTo>
                  <a:pt x="534" y="133"/>
                </a:lnTo>
                <a:lnTo>
                  <a:pt x="534" y="134"/>
                </a:lnTo>
                <a:lnTo>
                  <a:pt x="533" y="134"/>
                </a:lnTo>
                <a:lnTo>
                  <a:pt x="533" y="135"/>
                </a:lnTo>
                <a:lnTo>
                  <a:pt x="533" y="136"/>
                </a:lnTo>
                <a:lnTo>
                  <a:pt x="534" y="136"/>
                </a:lnTo>
                <a:lnTo>
                  <a:pt x="534" y="137"/>
                </a:lnTo>
                <a:lnTo>
                  <a:pt x="534" y="139"/>
                </a:lnTo>
                <a:lnTo>
                  <a:pt x="534" y="140"/>
                </a:lnTo>
                <a:lnTo>
                  <a:pt x="533" y="140"/>
                </a:lnTo>
                <a:lnTo>
                  <a:pt x="533" y="141"/>
                </a:lnTo>
                <a:lnTo>
                  <a:pt x="530" y="141"/>
                </a:lnTo>
                <a:lnTo>
                  <a:pt x="530" y="142"/>
                </a:lnTo>
                <a:lnTo>
                  <a:pt x="530" y="143"/>
                </a:lnTo>
                <a:lnTo>
                  <a:pt x="530" y="144"/>
                </a:lnTo>
                <a:lnTo>
                  <a:pt x="530" y="146"/>
                </a:lnTo>
                <a:lnTo>
                  <a:pt x="531" y="147"/>
                </a:lnTo>
                <a:lnTo>
                  <a:pt x="531" y="148"/>
                </a:lnTo>
                <a:lnTo>
                  <a:pt x="531" y="149"/>
                </a:lnTo>
                <a:lnTo>
                  <a:pt x="530" y="150"/>
                </a:lnTo>
                <a:lnTo>
                  <a:pt x="528" y="151"/>
                </a:lnTo>
                <a:lnTo>
                  <a:pt x="527" y="151"/>
                </a:lnTo>
                <a:lnTo>
                  <a:pt x="526" y="150"/>
                </a:lnTo>
                <a:lnTo>
                  <a:pt x="525" y="150"/>
                </a:lnTo>
                <a:lnTo>
                  <a:pt x="523" y="150"/>
                </a:lnTo>
                <a:lnTo>
                  <a:pt x="522" y="150"/>
                </a:lnTo>
                <a:lnTo>
                  <a:pt x="522" y="151"/>
                </a:lnTo>
                <a:lnTo>
                  <a:pt x="521" y="151"/>
                </a:lnTo>
                <a:lnTo>
                  <a:pt x="520" y="154"/>
                </a:lnTo>
                <a:lnTo>
                  <a:pt x="519" y="157"/>
                </a:lnTo>
                <a:lnTo>
                  <a:pt x="519" y="158"/>
                </a:lnTo>
                <a:lnTo>
                  <a:pt x="519" y="159"/>
                </a:lnTo>
                <a:lnTo>
                  <a:pt x="519" y="160"/>
                </a:lnTo>
                <a:lnTo>
                  <a:pt x="519" y="161"/>
                </a:lnTo>
                <a:lnTo>
                  <a:pt x="518" y="161"/>
                </a:lnTo>
                <a:lnTo>
                  <a:pt x="518" y="162"/>
                </a:lnTo>
                <a:lnTo>
                  <a:pt x="517" y="162"/>
                </a:lnTo>
                <a:lnTo>
                  <a:pt x="517" y="163"/>
                </a:lnTo>
                <a:lnTo>
                  <a:pt x="516" y="163"/>
                </a:lnTo>
                <a:lnTo>
                  <a:pt x="514" y="164"/>
                </a:lnTo>
                <a:lnTo>
                  <a:pt x="514" y="165"/>
                </a:lnTo>
                <a:lnTo>
                  <a:pt x="513" y="165"/>
                </a:lnTo>
                <a:lnTo>
                  <a:pt x="513" y="166"/>
                </a:lnTo>
                <a:lnTo>
                  <a:pt x="512" y="167"/>
                </a:lnTo>
                <a:lnTo>
                  <a:pt x="512" y="168"/>
                </a:lnTo>
                <a:lnTo>
                  <a:pt x="511" y="169"/>
                </a:lnTo>
                <a:lnTo>
                  <a:pt x="510" y="169"/>
                </a:lnTo>
                <a:lnTo>
                  <a:pt x="510" y="170"/>
                </a:lnTo>
                <a:lnTo>
                  <a:pt x="509" y="170"/>
                </a:lnTo>
                <a:lnTo>
                  <a:pt x="508" y="170"/>
                </a:lnTo>
                <a:lnTo>
                  <a:pt x="507" y="170"/>
                </a:lnTo>
                <a:lnTo>
                  <a:pt x="505" y="170"/>
                </a:lnTo>
                <a:lnTo>
                  <a:pt x="504" y="170"/>
                </a:lnTo>
                <a:lnTo>
                  <a:pt x="503" y="170"/>
                </a:lnTo>
                <a:lnTo>
                  <a:pt x="503" y="171"/>
                </a:lnTo>
                <a:lnTo>
                  <a:pt x="502" y="172"/>
                </a:lnTo>
                <a:lnTo>
                  <a:pt x="502" y="173"/>
                </a:lnTo>
                <a:lnTo>
                  <a:pt x="502" y="174"/>
                </a:lnTo>
                <a:lnTo>
                  <a:pt x="502" y="176"/>
                </a:lnTo>
                <a:lnTo>
                  <a:pt x="502" y="177"/>
                </a:lnTo>
                <a:lnTo>
                  <a:pt x="502" y="178"/>
                </a:lnTo>
                <a:lnTo>
                  <a:pt x="502" y="179"/>
                </a:lnTo>
                <a:lnTo>
                  <a:pt x="502" y="180"/>
                </a:lnTo>
                <a:lnTo>
                  <a:pt x="502" y="181"/>
                </a:lnTo>
                <a:lnTo>
                  <a:pt x="502" y="182"/>
                </a:lnTo>
                <a:lnTo>
                  <a:pt x="501" y="182"/>
                </a:lnTo>
                <a:lnTo>
                  <a:pt x="501" y="183"/>
                </a:lnTo>
                <a:lnTo>
                  <a:pt x="500" y="183"/>
                </a:lnTo>
                <a:lnTo>
                  <a:pt x="498" y="183"/>
                </a:lnTo>
                <a:lnTo>
                  <a:pt x="497" y="183"/>
                </a:lnTo>
                <a:lnTo>
                  <a:pt x="497" y="184"/>
                </a:lnTo>
                <a:lnTo>
                  <a:pt x="497" y="185"/>
                </a:lnTo>
                <a:lnTo>
                  <a:pt x="496" y="185"/>
                </a:lnTo>
                <a:lnTo>
                  <a:pt x="496" y="186"/>
                </a:lnTo>
                <a:lnTo>
                  <a:pt x="496" y="190"/>
                </a:lnTo>
                <a:lnTo>
                  <a:pt x="497" y="192"/>
                </a:lnTo>
                <a:lnTo>
                  <a:pt x="498" y="193"/>
                </a:lnTo>
                <a:lnTo>
                  <a:pt x="498" y="194"/>
                </a:lnTo>
                <a:lnTo>
                  <a:pt x="498" y="195"/>
                </a:lnTo>
                <a:lnTo>
                  <a:pt x="497" y="196"/>
                </a:lnTo>
                <a:lnTo>
                  <a:pt x="497" y="197"/>
                </a:lnTo>
                <a:lnTo>
                  <a:pt x="496" y="198"/>
                </a:lnTo>
                <a:lnTo>
                  <a:pt x="496" y="199"/>
                </a:lnTo>
                <a:lnTo>
                  <a:pt x="496" y="200"/>
                </a:lnTo>
                <a:lnTo>
                  <a:pt x="497" y="200"/>
                </a:lnTo>
                <a:lnTo>
                  <a:pt x="497" y="201"/>
                </a:lnTo>
                <a:lnTo>
                  <a:pt x="497" y="203"/>
                </a:lnTo>
                <a:lnTo>
                  <a:pt x="497" y="204"/>
                </a:lnTo>
                <a:lnTo>
                  <a:pt x="497" y="205"/>
                </a:lnTo>
                <a:lnTo>
                  <a:pt x="497" y="206"/>
                </a:lnTo>
                <a:lnTo>
                  <a:pt x="497" y="207"/>
                </a:lnTo>
                <a:lnTo>
                  <a:pt x="497" y="208"/>
                </a:lnTo>
                <a:lnTo>
                  <a:pt x="497" y="209"/>
                </a:lnTo>
                <a:lnTo>
                  <a:pt x="498" y="209"/>
                </a:lnTo>
                <a:lnTo>
                  <a:pt x="499" y="209"/>
                </a:lnTo>
                <a:lnTo>
                  <a:pt x="499" y="210"/>
                </a:lnTo>
                <a:lnTo>
                  <a:pt x="500" y="211"/>
                </a:lnTo>
                <a:lnTo>
                  <a:pt x="500" y="212"/>
                </a:lnTo>
                <a:lnTo>
                  <a:pt x="499" y="213"/>
                </a:lnTo>
                <a:lnTo>
                  <a:pt x="499" y="214"/>
                </a:lnTo>
                <a:lnTo>
                  <a:pt x="499" y="215"/>
                </a:lnTo>
                <a:lnTo>
                  <a:pt x="499" y="216"/>
                </a:lnTo>
                <a:lnTo>
                  <a:pt x="500" y="217"/>
                </a:lnTo>
                <a:lnTo>
                  <a:pt x="501" y="217"/>
                </a:lnTo>
                <a:lnTo>
                  <a:pt x="502" y="217"/>
                </a:lnTo>
                <a:lnTo>
                  <a:pt x="503" y="218"/>
                </a:lnTo>
                <a:lnTo>
                  <a:pt x="506" y="220"/>
                </a:lnTo>
                <a:lnTo>
                  <a:pt x="507" y="220"/>
                </a:lnTo>
                <a:lnTo>
                  <a:pt x="507" y="221"/>
                </a:lnTo>
                <a:lnTo>
                  <a:pt x="509" y="224"/>
                </a:lnTo>
                <a:lnTo>
                  <a:pt x="509" y="225"/>
                </a:lnTo>
                <a:lnTo>
                  <a:pt x="510" y="225"/>
                </a:lnTo>
                <a:lnTo>
                  <a:pt x="510" y="226"/>
                </a:lnTo>
                <a:lnTo>
                  <a:pt x="511" y="227"/>
                </a:lnTo>
                <a:lnTo>
                  <a:pt x="512" y="230"/>
                </a:lnTo>
                <a:lnTo>
                  <a:pt x="514" y="232"/>
                </a:lnTo>
                <a:lnTo>
                  <a:pt x="515" y="234"/>
                </a:lnTo>
                <a:lnTo>
                  <a:pt x="515" y="235"/>
                </a:lnTo>
                <a:lnTo>
                  <a:pt x="515" y="236"/>
                </a:lnTo>
                <a:lnTo>
                  <a:pt x="516" y="237"/>
                </a:lnTo>
                <a:lnTo>
                  <a:pt x="517" y="237"/>
                </a:lnTo>
                <a:lnTo>
                  <a:pt x="518" y="237"/>
                </a:lnTo>
                <a:lnTo>
                  <a:pt x="518" y="238"/>
                </a:lnTo>
                <a:lnTo>
                  <a:pt x="519" y="238"/>
                </a:lnTo>
                <a:lnTo>
                  <a:pt x="519" y="237"/>
                </a:lnTo>
                <a:lnTo>
                  <a:pt x="520" y="238"/>
                </a:lnTo>
                <a:lnTo>
                  <a:pt x="522" y="239"/>
                </a:lnTo>
                <a:lnTo>
                  <a:pt x="523" y="240"/>
                </a:lnTo>
                <a:lnTo>
                  <a:pt x="524" y="241"/>
                </a:lnTo>
                <a:lnTo>
                  <a:pt x="524" y="242"/>
                </a:lnTo>
                <a:lnTo>
                  <a:pt x="525" y="242"/>
                </a:lnTo>
                <a:lnTo>
                  <a:pt x="524" y="243"/>
                </a:lnTo>
                <a:lnTo>
                  <a:pt x="522" y="244"/>
                </a:lnTo>
                <a:lnTo>
                  <a:pt x="521" y="244"/>
                </a:lnTo>
                <a:lnTo>
                  <a:pt x="521" y="245"/>
                </a:lnTo>
                <a:lnTo>
                  <a:pt x="520" y="245"/>
                </a:lnTo>
                <a:lnTo>
                  <a:pt x="519" y="246"/>
                </a:lnTo>
                <a:lnTo>
                  <a:pt x="519" y="247"/>
                </a:lnTo>
                <a:lnTo>
                  <a:pt x="519" y="248"/>
                </a:lnTo>
                <a:lnTo>
                  <a:pt x="520" y="248"/>
                </a:lnTo>
                <a:lnTo>
                  <a:pt x="521" y="249"/>
                </a:lnTo>
                <a:lnTo>
                  <a:pt x="522" y="249"/>
                </a:lnTo>
                <a:lnTo>
                  <a:pt x="523" y="249"/>
                </a:lnTo>
                <a:lnTo>
                  <a:pt x="523" y="250"/>
                </a:lnTo>
                <a:lnTo>
                  <a:pt x="525" y="250"/>
                </a:lnTo>
                <a:lnTo>
                  <a:pt x="526" y="250"/>
                </a:lnTo>
                <a:lnTo>
                  <a:pt x="527" y="251"/>
                </a:lnTo>
                <a:lnTo>
                  <a:pt x="528" y="252"/>
                </a:lnTo>
                <a:lnTo>
                  <a:pt x="529" y="253"/>
                </a:lnTo>
                <a:lnTo>
                  <a:pt x="529" y="254"/>
                </a:lnTo>
                <a:lnTo>
                  <a:pt x="529" y="255"/>
                </a:lnTo>
                <a:lnTo>
                  <a:pt x="528" y="255"/>
                </a:lnTo>
                <a:lnTo>
                  <a:pt x="527" y="255"/>
                </a:lnTo>
                <a:lnTo>
                  <a:pt x="526" y="255"/>
                </a:lnTo>
                <a:lnTo>
                  <a:pt x="526" y="256"/>
                </a:lnTo>
                <a:lnTo>
                  <a:pt x="526" y="257"/>
                </a:lnTo>
                <a:lnTo>
                  <a:pt x="526" y="258"/>
                </a:lnTo>
                <a:lnTo>
                  <a:pt x="527" y="258"/>
                </a:lnTo>
                <a:lnTo>
                  <a:pt x="527" y="259"/>
                </a:lnTo>
                <a:lnTo>
                  <a:pt x="527" y="260"/>
                </a:lnTo>
                <a:lnTo>
                  <a:pt x="527" y="261"/>
                </a:lnTo>
                <a:lnTo>
                  <a:pt x="527" y="262"/>
                </a:lnTo>
                <a:lnTo>
                  <a:pt x="528" y="263"/>
                </a:lnTo>
                <a:lnTo>
                  <a:pt x="528" y="264"/>
                </a:lnTo>
                <a:lnTo>
                  <a:pt x="529" y="265"/>
                </a:lnTo>
                <a:lnTo>
                  <a:pt x="530" y="266"/>
                </a:lnTo>
                <a:lnTo>
                  <a:pt x="530" y="267"/>
                </a:lnTo>
                <a:lnTo>
                  <a:pt x="529" y="268"/>
                </a:lnTo>
                <a:lnTo>
                  <a:pt x="528" y="268"/>
                </a:lnTo>
                <a:lnTo>
                  <a:pt x="528" y="269"/>
                </a:lnTo>
                <a:lnTo>
                  <a:pt x="527" y="269"/>
                </a:lnTo>
                <a:lnTo>
                  <a:pt x="527" y="270"/>
                </a:lnTo>
                <a:lnTo>
                  <a:pt x="527" y="271"/>
                </a:lnTo>
                <a:lnTo>
                  <a:pt x="528" y="271"/>
                </a:lnTo>
                <a:lnTo>
                  <a:pt x="528" y="272"/>
                </a:lnTo>
                <a:lnTo>
                  <a:pt x="527" y="272"/>
                </a:lnTo>
                <a:lnTo>
                  <a:pt x="527" y="273"/>
                </a:lnTo>
                <a:lnTo>
                  <a:pt x="527" y="274"/>
                </a:lnTo>
                <a:lnTo>
                  <a:pt x="526" y="275"/>
                </a:lnTo>
                <a:lnTo>
                  <a:pt x="526" y="276"/>
                </a:lnTo>
                <a:lnTo>
                  <a:pt x="527" y="276"/>
                </a:lnTo>
                <a:lnTo>
                  <a:pt x="527" y="277"/>
                </a:lnTo>
                <a:lnTo>
                  <a:pt x="527" y="278"/>
                </a:lnTo>
                <a:lnTo>
                  <a:pt x="526" y="280"/>
                </a:lnTo>
                <a:lnTo>
                  <a:pt x="526" y="281"/>
                </a:lnTo>
                <a:lnTo>
                  <a:pt x="525" y="281"/>
                </a:lnTo>
                <a:lnTo>
                  <a:pt x="524" y="281"/>
                </a:lnTo>
                <a:lnTo>
                  <a:pt x="523" y="281"/>
                </a:lnTo>
                <a:lnTo>
                  <a:pt x="520" y="282"/>
                </a:lnTo>
                <a:lnTo>
                  <a:pt x="519" y="282"/>
                </a:lnTo>
                <a:lnTo>
                  <a:pt x="517" y="283"/>
                </a:lnTo>
                <a:lnTo>
                  <a:pt x="516" y="283"/>
                </a:lnTo>
                <a:lnTo>
                  <a:pt x="515" y="283"/>
                </a:lnTo>
                <a:lnTo>
                  <a:pt x="515" y="284"/>
                </a:lnTo>
                <a:lnTo>
                  <a:pt x="515" y="285"/>
                </a:lnTo>
                <a:lnTo>
                  <a:pt x="515" y="287"/>
                </a:lnTo>
                <a:lnTo>
                  <a:pt x="514" y="289"/>
                </a:lnTo>
                <a:lnTo>
                  <a:pt x="514" y="291"/>
                </a:lnTo>
                <a:lnTo>
                  <a:pt x="515" y="291"/>
                </a:lnTo>
                <a:lnTo>
                  <a:pt x="515" y="292"/>
                </a:lnTo>
                <a:lnTo>
                  <a:pt x="515" y="293"/>
                </a:lnTo>
                <a:lnTo>
                  <a:pt x="516" y="293"/>
                </a:lnTo>
                <a:lnTo>
                  <a:pt x="517" y="294"/>
                </a:lnTo>
                <a:lnTo>
                  <a:pt x="518" y="294"/>
                </a:lnTo>
                <a:lnTo>
                  <a:pt x="520" y="294"/>
                </a:lnTo>
                <a:lnTo>
                  <a:pt x="521" y="294"/>
                </a:lnTo>
                <a:lnTo>
                  <a:pt x="522" y="294"/>
                </a:lnTo>
                <a:lnTo>
                  <a:pt x="522" y="295"/>
                </a:lnTo>
                <a:lnTo>
                  <a:pt x="522" y="296"/>
                </a:lnTo>
                <a:lnTo>
                  <a:pt x="522" y="297"/>
                </a:lnTo>
                <a:lnTo>
                  <a:pt x="521" y="297"/>
                </a:lnTo>
                <a:lnTo>
                  <a:pt x="521" y="298"/>
                </a:lnTo>
                <a:lnTo>
                  <a:pt x="520" y="298"/>
                </a:lnTo>
                <a:lnTo>
                  <a:pt x="520" y="299"/>
                </a:lnTo>
                <a:lnTo>
                  <a:pt x="520" y="300"/>
                </a:lnTo>
                <a:lnTo>
                  <a:pt x="521" y="301"/>
                </a:lnTo>
                <a:lnTo>
                  <a:pt x="521" y="302"/>
                </a:lnTo>
                <a:lnTo>
                  <a:pt x="521" y="303"/>
                </a:lnTo>
                <a:lnTo>
                  <a:pt x="520" y="303"/>
                </a:lnTo>
                <a:lnTo>
                  <a:pt x="519" y="303"/>
                </a:lnTo>
                <a:lnTo>
                  <a:pt x="518" y="303"/>
                </a:lnTo>
                <a:lnTo>
                  <a:pt x="518" y="304"/>
                </a:lnTo>
                <a:lnTo>
                  <a:pt x="518" y="305"/>
                </a:lnTo>
                <a:lnTo>
                  <a:pt x="518" y="307"/>
                </a:lnTo>
                <a:lnTo>
                  <a:pt x="517" y="307"/>
                </a:lnTo>
                <a:lnTo>
                  <a:pt x="516" y="308"/>
                </a:lnTo>
                <a:lnTo>
                  <a:pt x="516" y="309"/>
                </a:lnTo>
                <a:lnTo>
                  <a:pt x="516" y="310"/>
                </a:lnTo>
                <a:lnTo>
                  <a:pt x="515" y="310"/>
                </a:lnTo>
                <a:lnTo>
                  <a:pt x="515" y="311"/>
                </a:lnTo>
                <a:lnTo>
                  <a:pt x="515" y="312"/>
                </a:lnTo>
                <a:lnTo>
                  <a:pt x="514" y="312"/>
                </a:lnTo>
                <a:lnTo>
                  <a:pt x="513" y="314"/>
                </a:lnTo>
                <a:lnTo>
                  <a:pt x="513" y="315"/>
                </a:lnTo>
                <a:lnTo>
                  <a:pt x="512" y="316"/>
                </a:lnTo>
                <a:lnTo>
                  <a:pt x="511" y="317"/>
                </a:lnTo>
                <a:lnTo>
                  <a:pt x="511" y="318"/>
                </a:lnTo>
                <a:lnTo>
                  <a:pt x="510" y="318"/>
                </a:lnTo>
                <a:lnTo>
                  <a:pt x="509" y="319"/>
                </a:lnTo>
                <a:lnTo>
                  <a:pt x="509" y="320"/>
                </a:lnTo>
                <a:lnTo>
                  <a:pt x="507" y="322"/>
                </a:lnTo>
                <a:lnTo>
                  <a:pt x="507" y="323"/>
                </a:lnTo>
                <a:lnTo>
                  <a:pt x="507" y="324"/>
                </a:lnTo>
                <a:lnTo>
                  <a:pt x="507" y="325"/>
                </a:lnTo>
                <a:lnTo>
                  <a:pt x="507" y="326"/>
                </a:lnTo>
                <a:lnTo>
                  <a:pt x="507" y="327"/>
                </a:lnTo>
                <a:lnTo>
                  <a:pt x="506" y="327"/>
                </a:lnTo>
                <a:lnTo>
                  <a:pt x="505" y="328"/>
                </a:lnTo>
                <a:lnTo>
                  <a:pt x="504" y="329"/>
                </a:lnTo>
                <a:lnTo>
                  <a:pt x="503" y="329"/>
                </a:lnTo>
                <a:lnTo>
                  <a:pt x="503" y="330"/>
                </a:lnTo>
                <a:lnTo>
                  <a:pt x="502" y="331"/>
                </a:lnTo>
                <a:lnTo>
                  <a:pt x="502" y="332"/>
                </a:lnTo>
                <a:lnTo>
                  <a:pt x="501" y="332"/>
                </a:lnTo>
                <a:lnTo>
                  <a:pt x="501" y="333"/>
                </a:lnTo>
                <a:lnTo>
                  <a:pt x="501" y="334"/>
                </a:lnTo>
                <a:lnTo>
                  <a:pt x="500" y="334"/>
                </a:lnTo>
                <a:lnTo>
                  <a:pt x="500" y="335"/>
                </a:lnTo>
                <a:lnTo>
                  <a:pt x="499" y="336"/>
                </a:lnTo>
                <a:lnTo>
                  <a:pt x="497" y="336"/>
                </a:lnTo>
                <a:lnTo>
                  <a:pt x="496" y="336"/>
                </a:lnTo>
                <a:lnTo>
                  <a:pt x="496" y="337"/>
                </a:lnTo>
                <a:lnTo>
                  <a:pt x="495" y="337"/>
                </a:lnTo>
                <a:lnTo>
                  <a:pt x="495" y="338"/>
                </a:lnTo>
                <a:lnTo>
                  <a:pt x="496" y="338"/>
                </a:lnTo>
                <a:lnTo>
                  <a:pt x="497" y="339"/>
                </a:lnTo>
                <a:lnTo>
                  <a:pt x="498" y="339"/>
                </a:lnTo>
                <a:lnTo>
                  <a:pt x="499" y="339"/>
                </a:lnTo>
                <a:lnTo>
                  <a:pt x="499" y="340"/>
                </a:lnTo>
                <a:lnTo>
                  <a:pt x="498" y="341"/>
                </a:lnTo>
                <a:lnTo>
                  <a:pt x="497" y="341"/>
                </a:lnTo>
                <a:lnTo>
                  <a:pt x="497" y="340"/>
                </a:lnTo>
                <a:lnTo>
                  <a:pt x="496" y="340"/>
                </a:lnTo>
                <a:lnTo>
                  <a:pt x="495" y="339"/>
                </a:lnTo>
                <a:lnTo>
                  <a:pt x="494" y="339"/>
                </a:lnTo>
                <a:lnTo>
                  <a:pt x="493" y="339"/>
                </a:lnTo>
                <a:lnTo>
                  <a:pt x="492" y="339"/>
                </a:lnTo>
                <a:lnTo>
                  <a:pt x="492" y="340"/>
                </a:lnTo>
                <a:lnTo>
                  <a:pt x="492" y="341"/>
                </a:lnTo>
                <a:lnTo>
                  <a:pt x="493" y="342"/>
                </a:lnTo>
                <a:lnTo>
                  <a:pt x="494" y="342"/>
                </a:lnTo>
                <a:lnTo>
                  <a:pt x="494" y="343"/>
                </a:lnTo>
                <a:lnTo>
                  <a:pt x="495" y="343"/>
                </a:lnTo>
                <a:lnTo>
                  <a:pt x="496" y="344"/>
                </a:lnTo>
                <a:lnTo>
                  <a:pt x="496" y="345"/>
                </a:lnTo>
                <a:lnTo>
                  <a:pt x="497" y="346"/>
                </a:lnTo>
                <a:lnTo>
                  <a:pt x="497" y="347"/>
                </a:lnTo>
                <a:lnTo>
                  <a:pt x="497" y="348"/>
                </a:lnTo>
                <a:lnTo>
                  <a:pt x="497" y="349"/>
                </a:lnTo>
                <a:lnTo>
                  <a:pt x="496" y="350"/>
                </a:lnTo>
                <a:lnTo>
                  <a:pt x="496" y="352"/>
                </a:lnTo>
                <a:lnTo>
                  <a:pt x="496" y="354"/>
                </a:lnTo>
                <a:lnTo>
                  <a:pt x="496" y="355"/>
                </a:lnTo>
                <a:lnTo>
                  <a:pt x="496" y="356"/>
                </a:lnTo>
                <a:lnTo>
                  <a:pt x="495" y="356"/>
                </a:lnTo>
                <a:lnTo>
                  <a:pt x="495" y="357"/>
                </a:lnTo>
                <a:lnTo>
                  <a:pt x="494" y="357"/>
                </a:lnTo>
                <a:lnTo>
                  <a:pt x="493" y="357"/>
                </a:lnTo>
                <a:lnTo>
                  <a:pt x="492" y="357"/>
                </a:lnTo>
                <a:lnTo>
                  <a:pt x="492" y="358"/>
                </a:lnTo>
                <a:lnTo>
                  <a:pt x="493" y="358"/>
                </a:lnTo>
                <a:lnTo>
                  <a:pt x="493" y="359"/>
                </a:lnTo>
                <a:lnTo>
                  <a:pt x="494" y="359"/>
                </a:lnTo>
                <a:lnTo>
                  <a:pt x="495" y="359"/>
                </a:lnTo>
                <a:lnTo>
                  <a:pt x="496" y="359"/>
                </a:lnTo>
                <a:lnTo>
                  <a:pt x="497" y="359"/>
                </a:lnTo>
                <a:lnTo>
                  <a:pt x="497" y="360"/>
                </a:lnTo>
                <a:lnTo>
                  <a:pt x="497" y="362"/>
                </a:lnTo>
                <a:lnTo>
                  <a:pt x="497" y="363"/>
                </a:lnTo>
                <a:lnTo>
                  <a:pt x="496" y="364"/>
                </a:lnTo>
                <a:lnTo>
                  <a:pt x="496" y="365"/>
                </a:lnTo>
                <a:lnTo>
                  <a:pt x="497" y="365"/>
                </a:lnTo>
                <a:lnTo>
                  <a:pt x="498" y="365"/>
                </a:lnTo>
                <a:lnTo>
                  <a:pt x="498" y="367"/>
                </a:lnTo>
                <a:lnTo>
                  <a:pt x="497" y="368"/>
                </a:lnTo>
                <a:lnTo>
                  <a:pt x="496" y="371"/>
                </a:lnTo>
                <a:lnTo>
                  <a:pt x="495" y="371"/>
                </a:lnTo>
                <a:lnTo>
                  <a:pt x="494" y="371"/>
                </a:lnTo>
                <a:lnTo>
                  <a:pt x="494" y="372"/>
                </a:lnTo>
                <a:lnTo>
                  <a:pt x="496" y="372"/>
                </a:lnTo>
                <a:lnTo>
                  <a:pt x="497" y="373"/>
                </a:lnTo>
                <a:lnTo>
                  <a:pt x="498" y="373"/>
                </a:lnTo>
                <a:lnTo>
                  <a:pt x="499" y="374"/>
                </a:lnTo>
                <a:lnTo>
                  <a:pt x="499" y="375"/>
                </a:lnTo>
                <a:lnTo>
                  <a:pt x="498" y="376"/>
                </a:lnTo>
                <a:lnTo>
                  <a:pt x="497" y="377"/>
                </a:lnTo>
                <a:lnTo>
                  <a:pt x="498" y="378"/>
                </a:lnTo>
                <a:lnTo>
                  <a:pt x="499" y="378"/>
                </a:lnTo>
                <a:lnTo>
                  <a:pt x="499" y="377"/>
                </a:lnTo>
                <a:lnTo>
                  <a:pt x="499" y="376"/>
                </a:lnTo>
                <a:lnTo>
                  <a:pt x="500" y="376"/>
                </a:lnTo>
                <a:lnTo>
                  <a:pt x="501" y="376"/>
                </a:lnTo>
                <a:lnTo>
                  <a:pt x="501" y="377"/>
                </a:lnTo>
                <a:lnTo>
                  <a:pt x="501" y="378"/>
                </a:lnTo>
                <a:lnTo>
                  <a:pt x="500" y="378"/>
                </a:lnTo>
                <a:lnTo>
                  <a:pt x="500" y="379"/>
                </a:lnTo>
                <a:lnTo>
                  <a:pt x="500" y="380"/>
                </a:lnTo>
                <a:lnTo>
                  <a:pt x="499" y="381"/>
                </a:lnTo>
                <a:lnTo>
                  <a:pt x="500" y="381"/>
                </a:lnTo>
                <a:lnTo>
                  <a:pt x="500" y="382"/>
                </a:lnTo>
                <a:lnTo>
                  <a:pt x="500" y="383"/>
                </a:lnTo>
                <a:lnTo>
                  <a:pt x="499" y="383"/>
                </a:lnTo>
                <a:lnTo>
                  <a:pt x="498" y="383"/>
                </a:lnTo>
                <a:lnTo>
                  <a:pt x="498" y="382"/>
                </a:lnTo>
                <a:lnTo>
                  <a:pt x="497" y="381"/>
                </a:lnTo>
                <a:lnTo>
                  <a:pt x="496" y="381"/>
                </a:lnTo>
                <a:lnTo>
                  <a:pt x="495" y="382"/>
                </a:lnTo>
                <a:lnTo>
                  <a:pt x="495" y="383"/>
                </a:lnTo>
                <a:lnTo>
                  <a:pt x="496" y="384"/>
                </a:lnTo>
                <a:lnTo>
                  <a:pt x="497" y="385"/>
                </a:lnTo>
                <a:lnTo>
                  <a:pt x="498" y="385"/>
                </a:lnTo>
                <a:lnTo>
                  <a:pt x="499" y="386"/>
                </a:lnTo>
                <a:lnTo>
                  <a:pt x="499" y="387"/>
                </a:lnTo>
                <a:lnTo>
                  <a:pt x="500" y="387"/>
                </a:lnTo>
                <a:lnTo>
                  <a:pt x="500" y="388"/>
                </a:lnTo>
                <a:lnTo>
                  <a:pt x="501" y="389"/>
                </a:lnTo>
                <a:lnTo>
                  <a:pt x="501" y="391"/>
                </a:lnTo>
                <a:lnTo>
                  <a:pt x="502" y="391"/>
                </a:lnTo>
                <a:lnTo>
                  <a:pt x="503" y="393"/>
                </a:lnTo>
                <a:lnTo>
                  <a:pt x="504" y="394"/>
                </a:lnTo>
                <a:lnTo>
                  <a:pt x="505" y="394"/>
                </a:lnTo>
                <a:lnTo>
                  <a:pt x="505" y="395"/>
                </a:lnTo>
                <a:lnTo>
                  <a:pt x="506" y="395"/>
                </a:lnTo>
                <a:lnTo>
                  <a:pt x="507" y="396"/>
                </a:lnTo>
                <a:lnTo>
                  <a:pt x="507" y="397"/>
                </a:lnTo>
                <a:lnTo>
                  <a:pt x="506" y="398"/>
                </a:lnTo>
                <a:lnTo>
                  <a:pt x="506" y="399"/>
                </a:lnTo>
                <a:lnTo>
                  <a:pt x="506" y="400"/>
                </a:lnTo>
                <a:lnTo>
                  <a:pt x="507" y="400"/>
                </a:lnTo>
                <a:lnTo>
                  <a:pt x="507" y="401"/>
                </a:lnTo>
                <a:lnTo>
                  <a:pt x="507" y="402"/>
                </a:lnTo>
                <a:lnTo>
                  <a:pt x="508" y="402"/>
                </a:lnTo>
                <a:lnTo>
                  <a:pt x="508" y="404"/>
                </a:lnTo>
                <a:lnTo>
                  <a:pt x="508" y="405"/>
                </a:lnTo>
                <a:lnTo>
                  <a:pt x="508" y="406"/>
                </a:lnTo>
                <a:lnTo>
                  <a:pt x="508" y="407"/>
                </a:lnTo>
                <a:lnTo>
                  <a:pt x="508" y="408"/>
                </a:lnTo>
                <a:lnTo>
                  <a:pt x="508" y="409"/>
                </a:lnTo>
                <a:lnTo>
                  <a:pt x="508" y="410"/>
                </a:lnTo>
                <a:lnTo>
                  <a:pt x="507" y="410"/>
                </a:lnTo>
                <a:lnTo>
                  <a:pt x="506" y="411"/>
                </a:lnTo>
                <a:lnTo>
                  <a:pt x="506" y="412"/>
                </a:lnTo>
                <a:lnTo>
                  <a:pt x="505" y="412"/>
                </a:lnTo>
                <a:lnTo>
                  <a:pt x="505" y="413"/>
                </a:lnTo>
                <a:lnTo>
                  <a:pt x="505" y="414"/>
                </a:lnTo>
                <a:lnTo>
                  <a:pt x="506" y="414"/>
                </a:lnTo>
                <a:lnTo>
                  <a:pt x="507" y="415"/>
                </a:lnTo>
                <a:lnTo>
                  <a:pt x="507" y="416"/>
                </a:lnTo>
                <a:lnTo>
                  <a:pt x="507" y="417"/>
                </a:lnTo>
                <a:lnTo>
                  <a:pt x="507" y="418"/>
                </a:lnTo>
                <a:lnTo>
                  <a:pt x="507" y="419"/>
                </a:lnTo>
                <a:lnTo>
                  <a:pt x="507" y="420"/>
                </a:lnTo>
                <a:lnTo>
                  <a:pt x="507" y="421"/>
                </a:lnTo>
                <a:lnTo>
                  <a:pt x="507" y="422"/>
                </a:lnTo>
                <a:lnTo>
                  <a:pt x="506" y="422"/>
                </a:lnTo>
                <a:lnTo>
                  <a:pt x="506" y="423"/>
                </a:lnTo>
                <a:lnTo>
                  <a:pt x="506" y="426"/>
                </a:lnTo>
                <a:lnTo>
                  <a:pt x="505" y="427"/>
                </a:lnTo>
                <a:lnTo>
                  <a:pt x="505" y="428"/>
                </a:lnTo>
                <a:lnTo>
                  <a:pt x="505" y="429"/>
                </a:lnTo>
                <a:lnTo>
                  <a:pt x="505" y="430"/>
                </a:lnTo>
                <a:lnTo>
                  <a:pt x="506" y="430"/>
                </a:lnTo>
                <a:lnTo>
                  <a:pt x="506" y="431"/>
                </a:lnTo>
                <a:lnTo>
                  <a:pt x="507" y="431"/>
                </a:lnTo>
                <a:lnTo>
                  <a:pt x="507" y="432"/>
                </a:lnTo>
                <a:lnTo>
                  <a:pt x="506" y="432"/>
                </a:lnTo>
                <a:lnTo>
                  <a:pt x="506" y="433"/>
                </a:lnTo>
                <a:lnTo>
                  <a:pt x="506" y="434"/>
                </a:lnTo>
                <a:lnTo>
                  <a:pt x="507" y="435"/>
                </a:lnTo>
                <a:lnTo>
                  <a:pt x="507" y="437"/>
                </a:lnTo>
                <a:lnTo>
                  <a:pt x="507" y="439"/>
                </a:lnTo>
                <a:lnTo>
                  <a:pt x="507" y="440"/>
                </a:lnTo>
                <a:lnTo>
                  <a:pt x="506" y="441"/>
                </a:lnTo>
                <a:lnTo>
                  <a:pt x="505" y="442"/>
                </a:lnTo>
                <a:lnTo>
                  <a:pt x="505" y="443"/>
                </a:lnTo>
                <a:lnTo>
                  <a:pt x="505" y="444"/>
                </a:lnTo>
                <a:lnTo>
                  <a:pt x="505" y="445"/>
                </a:lnTo>
                <a:lnTo>
                  <a:pt x="506" y="445"/>
                </a:lnTo>
                <a:lnTo>
                  <a:pt x="506" y="446"/>
                </a:lnTo>
                <a:lnTo>
                  <a:pt x="506" y="447"/>
                </a:lnTo>
                <a:lnTo>
                  <a:pt x="505" y="447"/>
                </a:lnTo>
                <a:lnTo>
                  <a:pt x="505" y="448"/>
                </a:lnTo>
                <a:lnTo>
                  <a:pt x="505" y="449"/>
                </a:lnTo>
                <a:lnTo>
                  <a:pt x="505" y="450"/>
                </a:lnTo>
                <a:lnTo>
                  <a:pt x="505" y="451"/>
                </a:lnTo>
                <a:lnTo>
                  <a:pt x="505" y="452"/>
                </a:lnTo>
                <a:lnTo>
                  <a:pt x="505" y="453"/>
                </a:lnTo>
                <a:lnTo>
                  <a:pt x="505" y="454"/>
                </a:lnTo>
                <a:lnTo>
                  <a:pt x="505" y="455"/>
                </a:lnTo>
                <a:lnTo>
                  <a:pt x="506" y="456"/>
                </a:lnTo>
                <a:lnTo>
                  <a:pt x="506" y="458"/>
                </a:lnTo>
                <a:lnTo>
                  <a:pt x="507" y="458"/>
                </a:lnTo>
                <a:lnTo>
                  <a:pt x="507" y="459"/>
                </a:lnTo>
                <a:lnTo>
                  <a:pt x="508" y="459"/>
                </a:lnTo>
                <a:lnTo>
                  <a:pt x="508" y="460"/>
                </a:lnTo>
                <a:lnTo>
                  <a:pt x="508" y="461"/>
                </a:lnTo>
                <a:lnTo>
                  <a:pt x="508" y="462"/>
                </a:lnTo>
                <a:lnTo>
                  <a:pt x="507" y="462"/>
                </a:lnTo>
                <a:lnTo>
                  <a:pt x="508" y="462"/>
                </a:lnTo>
                <a:lnTo>
                  <a:pt x="508" y="463"/>
                </a:lnTo>
                <a:lnTo>
                  <a:pt x="509" y="464"/>
                </a:lnTo>
                <a:lnTo>
                  <a:pt x="509" y="465"/>
                </a:lnTo>
                <a:lnTo>
                  <a:pt x="510" y="465"/>
                </a:lnTo>
                <a:lnTo>
                  <a:pt x="510" y="466"/>
                </a:lnTo>
                <a:lnTo>
                  <a:pt x="510" y="467"/>
                </a:lnTo>
                <a:lnTo>
                  <a:pt x="510" y="468"/>
                </a:lnTo>
                <a:lnTo>
                  <a:pt x="511" y="469"/>
                </a:lnTo>
                <a:lnTo>
                  <a:pt x="511" y="470"/>
                </a:lnTo>
                <a:lnTo>
                  <a:pt x="511" y="471"/>
                </a:lnTo>
                <a:lnTo>
                  <a:pt x="511" y="472"/>
                </a:lnTo>
                <a:lnTo>
                  <a:pt x="511" y="473"/>
                </a:lnTo>
                <a:lnTo>
                  <a:pt x="511" y="474"/>
                </a:lnTo>
                <a:lnTo>
                  <a:pt x="512" y="474"/>
                </a:lnTo>
                <a:lnTo>
                  <a:pt x="513" y="474"/>
                </a:lnTo>
                <a:lnTo>
                  <a:pt x="513" y="475"/>
                </a:lnTo>
                <a:lnTo>
                  <a:pt x="513" y="477"/>
                </a:lnTo>
                <a:lnTo>
                  <a:pt x="513" y="478"/>
                </a:lnTo>
                <a:lnTo>
                  <a:pt x="512" y="478"/>
                </a:lnTo>
                <a:lnTo>
                  <a:pt x="512" y="479"/>
                </a:lnTo>
                <a:lnTo>
                  <a:pt x="512" y="480"/>
                </a:lnTo>
                <a:lnTo>
                  <a:pt x="513" y="480"/>
                </a:lnTo>
                <a:lnTo>
                  <a:pt x="513" y="481"/>
                </a:lnTo>
                <a:lnTo>
                  <a:pt x="514" y="481"/>
                </a:lnTo>
                <a:lnTo>
                  <a:pt x="514" y="482"/>
                </a:lnTo>
                <a:lnTo>
                  <a:pt x="514" y="483"/>
                </a:lnTo>
                <a:lnTo>
                  <a:pt x="513" y="483"/>
                </a:lnTo>
                <a:lnTo>
                  <a:pt x="513" y="484"/>
                </a:lnTo>
                <a:lnTo>
                  <a:pt x="514" y="484"/>
                </a:lnTo>
                <a:lnTo>
                  <a:pt x="514" y="485"/>
                </a:lnTo>
                <a:lnTo>
                  <a:pt x="514" y="486"/>
                </a:lnTo>
                <a:lnTo>
                  <a:pt x="513" y="486"/>
                </a:lnTo>
                <a:lnTo>
                  <a:pt x="513" y="487"/>
                </a:lnTo>
                <a:lnTo>
                  <a:pt x="514" y="487"/>
                </a:lnTo>
                <a:lnTo>
                  <a:pt x="514" y="488"/>
                </a:lnTo>
                <a:lnTo>
                  <a:pt x="515" y="488"/>
                </a:lnTo>
                <a:lnTo>
                  <a:pt x="516" y="487"/>
                </a:lnTo>
                <a:lnTo>
                  <a:pt x="517" y="487"/>
                </a:lnTo>
                <a:lnTo>
                  <a:pt x="518" y="488"/>
                </a:lnTo>
                <a:lnTo>
                  <a:pt x="517" y="489"/>
                </a:lnTo>
                <a:lnTo>
                  <a:pt x="517" y="491"/>
                </a:lnTo>
                <a:lnTo>
                  <a:pt x="518" y="491"/>
                </a:lnTo>
                <a:lnTo>
                  <a:pt x="518" y="492"/>
                </a:lnTo>
                <a:lnTo>
                  <a:pt x="518" y="493"/>
                </a:lnTo>
                <a:lnTo>
                  <a:pt x="519" y="494"/>
                </a:lnTo>
                <a:lnTo>
                  <a:pt x="520" y="497"/>
                </a:lnTo>
                <a:lnTo>
                  <a:pt x="520" y="498"/>
                </a:lnTo>
                <a:lnTo>
                  <a:pt x="519" y="499"/>
                </a:lnTo>
                <a:lnTo>
                  <a:pt x="519" y="500"/>
                </a:lnTo>
                <a:lnTo>
                  <a:pt x="520" y="500"/>
                </a:lnTo>
                <a:lnTo>
                  <a:pt x="520" y="501"/>
                </a:lnTo>
                <a:lnTo>
                  <a:pt x="521" y="501"/>
                </a:lnTo>
                <a:lnTo>
                  <a:pt x="521" y="502"/>
                </a:lnTo>
                <a:lnTo>
                  <a:pt x="521" y="503"/>
                </a:lnTo>
                <a:lnTo>
                  <a:pt x="521" y="504"/>
                </a:lnTo>
                <a:lnTo>
                  <a:pt x="521" y="505"/>
                </a:lnTo>
                <a:lnTo>
                  <a:pt x="521" y="507"/>
                </a:lnTo>
                <a:lnTo>
                  <a:pt x="522" y="507"/>
                </a:lnTo>
                <a:lnTo>
                  <a:pt x="522" y="509"/>
                </a:lnTo>
                <a:lnTo>
                  <a:pt x="521" y="509"/>
                </a:lnTo>
                <a:lnTo>
                  <a:pt x="521" y="510"/>
                </a:lnTo>
                <a:lnTo>
                  <a:pt x="522" y="510"/>
                </a:lnTo>
                <a:lnTo>
                  <a:pt x="522" y="511"/>
                </a:lnTo>
                <a:lnTo>
                  <a:pt x="522" y="512"/>
                </a:lnTo>
                <a:lnTo>
                  <a:pt x="523" y="512"/>
                </a:lnTo>
                <a:lnTo>
                  <a:pt x="523" y="515"/>
                </a:lnTo>
                <a:lnTo>
                  <a:pt x="524" y="515"/>
                </a:lnTo>
                <a:lnTo>
                  <a:pt x="525" y="516"/>
                </a:lnTo>
                <a:lnTo>
                  <a:pt x="525" y="517"/>
                </a:lnTo>
                <a:lnTo>
                  <a:pt x="526" y="517"/>
                </a:lnTo>
                <a:lnTo>
                  <a:pt x="526" y="518"/>
                </a:lnTo>
                <a:lnTo>
                  <a:pt x="526" y="520"/>
                </a:lnTo>
                <a:lnTo>
                  <a:pt x="526" y="521"/>
                </a:lnTo>
                <a:lnTo>
                  <a:pt x="525" y="522"/>
                </a:lnTo>
                <a:lnTo>
                  <a:pt x="526" y="522"/>
                </a:lnTo>
                <a:lnTo>
                  <a:pt x="526" y="523"/>
                </a:lnTo>
                <a:lnTo>
                  <a:pt x="526" y="524"/>
                </a:lnTo>
                <a:lnTo>
                  <a:pt x="526" y="525"/>
                </a:lnTo>
                <a:lnTo>
                  <a:pt x="525" y="527"/>
                </a:lnTo>
                <a:lnTo>
                  <a:pt x="524" y="528"/>
                </a:lnTo>
                <a:lnTo>
                  <a:pt x="523" y="528"/>
                </a:lnTo>
                <a:lnTo>
                  <a:pt x="523" y="529"/>
                </a:lnTo>
                <a:lnTo>
                  <a:pt x="522" y="530"/>
                </a:lnTo>
                <a:lnTo>
                  <a:pt x="522" y="531"/>
                </a:lnTo>
                <a:lnTo>
                  <a:pt x="522" y="532"/>
                </a:lnTo>
                <a:lnTo>
                  <a:pt x="521" y="533"/>
                </a:lnTo>
                <a:lnTo>
                  <a:pt x="521" y="534"/>
                </a:lnTo>
                <a:lnTo>
                  <a:pt x="521" y="535"/>
                </a:lnTo>
                <a:lnTo>
                  <a:pt x="521" y="536"/>
                </a:lnTo>
                <a:lnTo>
                  <a:pt x="520" y="536"/>
                </a:lnTo>
                <a:lnTo>
                  <a:pt x="520" y="537"/>
                </a:lnTo>
                <a:lnTo>
                  <a:pt x="520" y="538"/>
                </a:lnTo>
                <a:lnTo>
                  <a:pt x="520" y="539"/>
                </a:lnTo>
                <a:lnTo>
                  <a:pt x="519" y="540"/>
                </a:lnTo>
                <a:lnTo>
                  <a:pt x="519" y="541"/>
                </a:lnTo>
                <a:lnTo>
                  <a:pt x="518" y="542"/>
                </a:lnTo>
                <a:lnTo>
                  <a:pt x="518" y="543"/>
                </a:lnTo>
                <a:lnTo>
                  <a:pt x="517" y="544"/>
                </a:lnTo>
                <a:lnTo>
                  <a:pt x="516" y="545"/>
                </a:lnTo>
                <a:lnTo>
                  <a:pt x="515" y="546"/>
                </a:lnTo>
                <a:lnTo>
                  <a:pt x="514" y="546"/>
                </a:lnTo>
                <a:lnTo>
                  <a:pt x="513" y="548"/>
                </a:lnTo>
                <a:lnTo>
                  <a:pt x="513" y="549"/>
                </a:lnTo>
                <a:lnTo>
                  <a:pt x="513" y="550"/>
                </a:lnTo>
                <a:lnTo>
                  <a:pt x="512" y="550"/>
                </a:lnTo>
                <a:lnTo>
                  <a:pt x="511" y="550"/>
                </a:lnTo>
                <a:lnTo>
                  <a:pt x="511" y="551"/>
                </a:lnTo>
                <a:lnTo>
                  <a:pt x="510" y="552"/>
                </a:lnTo>
                <a:lnTo>
                  <a:pt x="510" y="553"/>
                </a:lnTo>
                <a:lnTo>
                  <a:pt x="510" y="554"/>
                </a:lnTo>
                <a:lnTo>
                  <a:pt x="510" y="555"/>
                </a:lnTo>
                <a:lnTo>
                  <a:pt x="509" y="555"/>
                </a:lnTo>
                <a:lnTo>
                  <a:pt x="509" y="556"/>
                </a:lnTo>
                <a:lnTo>
                  <a:pt x="508" y="557"/>
                </a:lnTo>
                <a:lnTo>
                  <a:pt x="508" y="558"/>
                </a:lnTo>
                <a:lnTo>
                  <a:pt x="508" y="559"/>
                </a:lnTo>
                <a:lnTo>
                  <a:pt x="508" y="560"/>
                </a:lnTo>
                <a:lnTo>
                  <a:pt x="507" y="561"/>
                </a:lnTo>
                <a:lnTo>
                  <a:pt x="507" y="562"/>
                </a:lnTo>
                <a:lnTo>
                  <a:pt x="507" y="563"/>
                </a:lnTo>
                <a:lnTo>
                  <a:pt x="507" y="564"/>
                </a:lnTo>
                <a:lnTo>
                  <a:pt x="507" y="565"/>
                </a:lnTo>
                <a:lnTo>
                  <a:pt x="506" y="566"/>
                </a:lnTo>
                <a:lnTo>
                  <a:pt x="505" y="566"/>
                </a:lnTo>
                <a:lnTo>
                  <a:pt x="504" y="567"/>
                </a:lnTo>
                <a:lnTo>
                  <a:pt x="504" y="568"/>
                </a:lnTo>
                <a:lnTo>
                  <a:pt x="504" y="569"/>
                </a:lnTo>
                <a:lnTo>
                  <a:pt x="503" y="570"/>
                </a:lnTo>
                <a:lnTo>
                  <a:pt x="503" y="571"/>
                </a:lnTo>
                <a:lnTo>
                  <a:pt x="503" y="572"/>
                </a:lnTo>
                <a:lnTo>
                  <a:pt x="504" y="572"/>
                </a:lnTo>
                <a:lnTo>
                  <a:pt x="504" y="574"/>
                </a:lnTo>
                <a:lnTo>
                  <a:pt x="503" y="575"/>
                </a:lnTo>
                <a:lnTo>
                  <a:pt x="503" y="576"/>
                </a:lnTo>
                <a:lnTo>
                  <a:pt x="503" y="577"/>
                </a:lnTo>
                <a:lnTo>
                  <a:pt x="503" y="578"/>
                </a:lnTo>
                <a:lnTo>
                  <a:pt x="503" y="579"/>
                </a:lnTo>
                <a:lnTo>
                  <a:pt x="503" y="580"/>
                </a:lnTo>
                <a:lnTo>
                  <a:pt x="503" y="581"/>
                </a:lnTo>
                <a:lnTo>
                  <a:pt x="503" y="582"/>
                </a:lnTo>
                <a:lnTo>
                  <a:pt x="504" y="583"/>
                </a:lnTo>
                <a:lnTo>
                  <a:pt x="504" y="584"/>
                </a:lnTo>
                <a:lnTo>
                  <a:pt x="505" y="584"/>
                </a:lnTo>
                <a:lnTo>
                  <a:pt x="505" y="585"/>
                </a:lnTo>
                <a:lnTo>
                  <a:pt x="504" y="586"/>
                </a:lnTo>
                <a:lnTo>
                  <a:pt x="504" y="587"/>
                </a:lnTo>
                <a:lnTo>
                  <a:pt x="504" y="588"/>
                </a:lnTo>
                <a:lnTo>
                  <a:pt x="503" y="588"/>
                </a:lnTo>
                <a:lnTo>
                  <a:pt x="503" y="589"/>
                </a:lnTo>
                <a:lnTo>
                  <a:pt x="503" y="590"/>
                </a:lnTo>
                <a:lnTo>
                  <a:pt x="503" y="591"/>
                </a:lnTo>
                <a:lnTo>
                  <a:pt x="502" y="591"/>
                </a:lnTo>
                <a:lnTo>
                  <a:pt x="501" y="591"/>
                </a:lnTo>
                <a:lnTo>
                  <a:pt x="500" y="592"/>
                </a:lnTo>
                <a:lnTo>
                  <a:pt x="500" y="593"/>
                </a:lnTo>
                <a:lnTo>
                  <a:pt x="501" y="593"/>
                </a:lnTo>
                <a:lnTo>
                  <a:pt x="501" y="594"/>
                </a:lnTo>
                <a:lnTo>
                  <a:pt x="502" y="594"/>
                </a:lnTo>
                <a:lnTo>
                  <a:pt x="502" y="595"/>
                </a:lnTo>
                <a:lnTo>
                  <a:pt x="502" y="596"/>
                </a:lnTo>
                <a:lnTo>
                  <a:pt x="501" y="597"/>
                </a:lnTo>
                <a:lnTo>
                  <a:pt x="501" y="598"/>
                </a:lnTo>
                <a:lnTo>
                  <a:pt x="500" y="599"/>
                </a:lnTo>
                <a:lnTo>
                  <a:pt x="499" y="600"/>
                </a:lnTo>
                <a:lnTo>
                  <a:pt x="498" y="600"/>
                </a:lnTo>
                <a:lnTo>
                  <a:pt x="498" y="601"/>
                </a:lnTo>
                <a:lnTo>
                  <a:pt x="498" y="602"/>
                </a:lnTo>
                <a:lnTo>
                  <a:pt x="499" y="603"/>
                </a:lnTo>
                <a:lnTo>
                  <a:pt x="498" y="603"/>
                </a:lnTo>
                <a:lnTo>
                  <a:pt x="498" y="604"/>
                </a:lnTo>
                <a:lnTo>
                  <a:pt x="498" y="605"/>
                </a:lnTo>
                <a:lnTo>
                  <a:pt x="497" y="605"/>
                </a:lnTo>
                <a:lnTo>
                  <a:pt x="496" y="605"/>
                </a:lnTo>
                <a:lnTo>
                  <a:pt x="496" y="606"/>
                </a:lnTo>
                <a:lnTo>
                  <a:pt x="495" y="606"/>
                </a:lnTo>
                <a:lnTo>
                  <a:pt x="495" y="607"/>
                </a:lnTo>
                <a:lnTo>
                  <a:pt x="495" y="608"/>
                </a:lnTo>
                <a:lnTo>
                  <a:pt x="495" y="609"/>
                </a:lnTo>
                <a:lnTo>
                  <a:pt x="494" y="610"/>
                </a:lnTo>
                <a:lnTo>
                  <a:pt x="493" y="610"/>
                </a:lnTo>
                <a:lnTo>
                  <a:pt x="493" y="611"/>
                </a:lnTo>
                <a:lnTo>
                  <a:pt x="492" y="611"/>
                </a:lnTo>
                <a:lnTo>
                  <a:pt x="492" y="612"/>
                </a:lnTo>
                <a:lnTo>
                  <a:pt x="492" y="613"/>
                </a:lnTo>
                <a:lnTo>
                  <a:pt x="492" y="616"/>
                </a:lnTo>
                <a:lnTo>
                  <a:pt x="492" y="617"/>
                </a:lnTo>
                <a:lnTo>
                  <a:pt x="492" y="618"/>
                </a:lnTo>
                <a:lnTo>
                  <a:pt x="492" y="619"/>
                </a:lnTo>
                <a:lnTo>
                  <a:pt x="492" y="620"/>
                </a:lnTo>
                <a:lnTo>
                  <a:pt x="493" y="620"/>
                </a:lnTo>
                <a:lnTo>
                  <a:pt x="493" y="621"/>
                </a:lnTo>
                <a:lnTo>
                  <a:pt x="493" y="622"/>
                </a:lnTo>
                <a:lnTo>
                  <a:pt x="493" y="623"/>
                </a:lnTo>
                <a:lnTo>
                  <a:pt x="493" y="624"/>
                </a:lnTo>
                <a:lnTo>
                  <a:pt x="493" y="625"/>
                </a:lnTo>
                <a:lnTo>
                  <a:pt x="494" y="625"/>
                </a:lnTo>
                <a:lnTo>
                  <a:pt x="494" y="626"/>
                </a:lnTo>
                <a:lnTo>
                  <a:pt x="494" y="627"/>
                </a:lnTo>
                <a:lnTo>
                  <a:pt x="494" y="628"/>
                </a:lnTo>
                <a:lnTo>
                  <a:pt x="494" y="629"/>
                </a:lnTo>
                <a:lnTo>
                  <a:pt x="494" y="630"/>
                </a:lnTo>
                <a:lnTo>
                  <a:pt x="495" y="630"/>
                </a:lnTo>
                <a:lnTo>
                  <a:pt x="495" y="631"/>
                </a:lnTo>
                <a:lnTo>
                  <a:pt x="495" y="632"/>
                </a:lnTo>
                <a:lnTo>
                  <a:pt x="495" y="633"/>
                </a:lnTo>
                <a:lnTo>
                  <a:pt x="495" y="634"/>
                </a:lnTo>
                <a:lnTo>
                  <a:pt x="495" y="636"/>
                </a:lnTo>
                <a:lnTo>
                  <a:pt x="495" y="638"/>
                </a:lnTo>
                <a:lnTo>
                  <a:pt x="495" y="639"/>
                </a:lnTo>
                <a:lnTo>
                  <a:pt x="495" y="640"/>
                </a:lnTo>
                <a:lnTo>
                  <a:pt x="495" y="641"/>
                </a:lnTo>
                <a:lnTo>
                  <a:pt x="495" y="642"/>
                </a:lnTo>
                <a:lnTo>
                  <a:pt x="495" y="643"/>
                </a:lnTo>
                <a:lnTo>
                  <a:pt x="494" y="643"/>
                </a:lnTo>
                <a:lnTo>
                  <a:pt x="494" y="644"/>
                </a:lnTo>
                <a:lnTo>
                  <a:pt x="494" y="645"/>
                </a:lnTo>
                <a:lnTo>
                  <a:pt x="494" y="646"/>
                </a:lnTo>
                <a:lnTo>
                  <a:pt x="494" y="647"/>
                </a:lnTo>
                <a:lnTo>
                  <a:pt x="494" y="648"/>
                </a:lnTo>
                <a:lnTo>
                  <a:pt x="494" y="649"/>
                </a:lnTo>
                <a:lnTo>
                  <a:pt x="495" y="650"/>
                </a:lnTo>
                <a:lnTo>
                  <a:pt x="495" y="651"/>
                </a:lnTo>
                <a:lnTo>
                  <a:pt x="496" y="651"/>
                </a:lnTo>
                <a:lnTo>
                  <a:pt x="496" y="652"/>
                </a:lnTo>
                <a:lnTo>
                  <a:pt x="497" y="652"/>
                </a:lnTo>
                <a:lnTo>
                  <a:pt x="497" y="653"/>
                </a:lnTo>
                <a:lnTo>
                  <a:pt x="498" y="653"/>
                </a:lnTo>
                <a:lnTo>
                  <a:pt x="499" y="653"/>
                </a:lnTo>
                <a:lnTo>
                  <a:pt x="499" y="654"/>
                </a:lnTo>
                <a:lnTo>
                  <a:pt x="500" y="654"/>
                </a:lnTo>
                <a:lnTo>
                  <a:pt x="501" y="654"/>
                </a:lnTo>
                <a:lnTo>
                  <a:pt x="502" y="654"/>
                </a:lnTo>
                <a:lnTo>
                  <a:pt x="507" y="654"/>
                </a:lnTo>
                <a:lnTo>
                  <a:pt x="509" y="655"/>
                </a:lnTo>
                <a:lnTo>
                  <a:pt x="508" y="655"/>
                </a:lnTo>
                <a:lnTo>
                  <a:pt x="508" y="656"/>
                </a:lnTo>
                <a:lnTo>
                  <a:pt x="508" y="657"/>
                </a:lnTo>
                <a:lnTo>
                  <a:pt x="508" y="658"/>
                </a:lnTo>
                <a:lnTo>
                  <a:pt x="508" y="659"/>
                </a:lnTo>
                <a:lnTo>
                  <a:pt x="508" y="660"/>
                </a:lnTo>
                <a:lnTo>
                  <a:pt x="509" y="660"/>
                </a:lnTo>
                <a:lnTo>
                  <a:pt x="511" y="660"/>
                </a:lnTo>
                <a:lnTo>
                  <a:pt x="512" y="660"/>
                </a:lnTo>
                <a:lnTo>
                  <a:pt x="511" y="661"/>
                </a:lnTo>
                <a:lnTo>
                  <a:pt x="510" y="661"/>
                </a:lnTo>
                <a:lnTo>
                  <a:pt x="509" y="661"/>
                </a:lnTo>
                <a:lnTo>
                  <a:pt x="509" y="662"/>
                </a:lnTo>
                <a:lnTo>
                  <a:pt x="508" y="663"/>
                </a:lnTo>
                <a:lnTo>
                  <a:pt x="508" y="664"/>
                </a:lnTo>
                <a:lnTo>
                  <a:pt x="507" y="664"/>
                </a:lnTo>
                <a:lnTo>
                  <a:pt x="508" y="666"/>
                </a:lnTo>
                <a:lnTo>
                  <a:pt x="508" y="667"/>
                </a:lnTo>
                <a:lnTo>
                  <a:pt x="508" y="668"/>
                </a:lnTo>
                <a:lnTo>
                  <a:pt x="508" y="669"/>
                </a:lnTo>
                <a:lnTo>
                  <a:pt x="509" y="669"/>
                </a:lnTo>
                <a:lnTo>
                  <a:pt x="510" y="670"/>
                </a:lnTo>
                <a:lnTo>
                  <a:pt x="510" y="671"/>
                </a:lnTo>
                <a:lnTo>
                  <a:pt x="510" y="672"/>
                </a:lnTo>
                <a:lnTo>
                  <a:pt x="511" y="672"/>
                </a:lnTo>
                <a:lnTo>
                  <a:pt x="511" y="673"/>
                </a:lnTo>
                <a:lnTo>
                  <a:pt x="511" y="674"/>
                </a:lnTo>
                <a:lnTo>
                  <a:pt x="512" y="674"/>
                </a:lnTo>
                <a:lnTo>
                  <a:pt x="512" y="675"/>
                </a:lnTo>
                <a:lnTo>
                  <a:pt x="512" y="676"/>
                </a:lnTo>
                <a:lnTo>
                  <a:pt x="513" y="676"/>
                </a:lnTo>
                <a:lnTo>
                  <a:pt x="513" y="677"/>
                </a:lnTo>
                <a:lnTo>
                  <a:pt x="513" y="678"/>
                </a:lnTo>
                <a:lnTo>
                  <a:pt x="514" y="679"/>
                </a:lnTo>
                <a:lnTo>
                  <a:pt x="515" y="679"/>
                </a:lnTo>
                <a:lnTo>
                  <a:pt x="515" y="680"/>
                </a:lnTo>
                <a:lnTo>
                  <a:pt x="516" y="680"/>
                </a:lnTo>
                <a:lnTo>
                  <a:pt x="517" y="680"/>
                </a:lnTo>
                <a:lnTo>
                  <a:pt x="518" y="680"/>
                </a:lnTo>
                <a:lnTo>
                  <a:pt x="519" y="680"/>
                </a:lnTo>
                <a:lnTo>
                  <a:pt x="519" y="679"/>
                </a:lnTo>
                <a:lnTo>
                  <a:pt x="520" y="679"/>
                </a:lnTo>
                <a:lnTo>
                  <a:pt x="520" y="680"/>
                </a:lnTo>
                <a:lnTo>
                  <a:pt x="520" y="681"/>
                </a:lnTo>
                <a:lnTo>
                  <a:pt x="520" y="682"/>
                </a:lnTo>
                <a:lnTo>
                  <a:pt x="521" y="682"/>
                </a:lnTo>
                <a:lnTo>
                  <a:pt x="521" y="683"/>
                </a:lnTo>
                <a:lnTo>
                  <a:pt x="521" y="684"/>
                </a:lnTo>
                <a:lnTo>
                  <a:pt x="522" y="684"/>
                </a:lnTo>
                <a:lnTo>
                  <a:pt x="522" y="685"/>
                </a:lnTo>
                <a:lnTo>
                  <a:pt x="522" y="686"/>
                </a:lnTo>
                <a:lnTo>
                  <a:pt x="523" y="687"/>
                </a:lnTo>
                <a:lnTo>
                  <a:pt x="524" y="688"/>
                </a:lnTo>
                <a:lnTo>
                  <a:pt x="524" y="689"/>
                </a:lnTo>
                <a:lnTo>
                  <a:pt x="524" y="690"/>
                </a:lnTo>
                <a:lnTo>
                  <a:pt x="524" y="691"/>
                </a:lnTo>
                <a:lnTo>
                  <a:pt x="523" y="691"/>
                </a:lnTo>
                <a:lnTo>
                  <a:pt x="522" y="691"/>
                </a:lnTo>
                <a:lnTo>
                  <a:pt x="521" y="691"/>
                </a:lnTo>
                <a:lnTo>
                  <a:pt x="521" y="692"/>
                </a:lnTo>
                <a:lnTo>
                  <a:pt x="520" y="693"/>
                </a:lnTo>
                <a:lnTo>
                  <a:pt x="519" y="693"/>
                </a:lnTo>
                <a:lnTo>
                  <a:pt x="519" y="694"/>
                </a:lnTo>
                <a:lnTo>
                  <a:pt x="518" y="695"/>
                </a:lnTo>
                <a:lnTo>
                  <a:pt x="517" y="695"/>
                </a:lnTo>
                <a:lnTo>
                  <a:pt x="516" y="695"/>
                </a:lnTo>
                <a:lnTo>
                  <a:pt x="516" y="697"/>
                </a:lnTo>
                <a:lnTo>
                  <a:pt x="517" y="697"/>
                </a:lnTo>
                <a:lnTo>
                  <a:pt x="518" y="699"/>
                </a:lnTo>
                <a:lnTo>
                  <a:pt x="518" y="700"/>
                </a:lnTo>
                <a:lnTo>
                  <a:pt x="518" y="701"/>
                </a:lnTo>
                <a:lnTo>
                  <a:pt x="519" y="701"/>
                </a:lnTo>
                <a:lnTo>
                  <a:pt x="520" y="701"/>
                </a:lnTo>
                <a:lnTo>
                  <a:pt x="521" y="702"/>
                </a:lnTo>
                <a:lnTo>
                  <a:pt x="522" y="702"/>
                </a:lnTo>
                <a:lnTo>
                  <a:pt x="523" y="702"/>
                </a:lnTo>
                <a:lnTo>
                  <a:pt x="524" y="703"/>
                </a:lnTo>
                <a:lnTo>
                  <a:pt x="525" y="703"/>
                </a:lnTo>
                <a:lnTo>
                  <a:pt x="525" y="704"/>
                </a:lnTo>
                <a:lnTo>
                  <a:pt x="526" y="704"/>
                </a:lnTo>
                <a:lnTo>
                  <a:pt x="527" y="704"/>
                </a:lnTo>
                <a:lnTo>
                  <a:pt x="528" y="704"/>
                </a:lnTo>
                <a:lnTo>
                  <a:pt x="529" y="704"/>
                </a:lnTo>
                <a:lnTo>
                  <a:pt x="530" y="704"/>
                </a:lnTo>
                <a:lnTo>
                  <a:pt x="530" y="705"/>
                </a:lnTo>
                <a:lnTo>
                  <a:pt x="530" y="706"/>
                </a:lnTo>
                <a:lnTo>
                  <a:pt x="530" y="707"/>
                </a:lnTo>
                <a:lnTo>
                  <a:pt x="531" y="707"/>
                </a:lnTo>
                <a:lnTo>
                  <a:pt x="532" y="707"/>
                </a:lnTo>
                <a:lnTo>
                  <a:pt x="533" y="707"/>
                </a:lnTo>
                <a:lnTo>
                  <a:pt x="534" y="707"/>
                </a:lnTo>
                <a:lnTo>
                  <a:pt x="534" y="708"/>
                </a:lnTo>
                <a:lnTo>
                  <a:pt x="534" y="709"/>
                </a:lnTo>
                <a:lnTo>
                  <a:pt x="535" y="709"/>
                </a:lnTo>
                <a:lnTo>
                  <a:pt x="536" y="709"/>
                </a:lnTo>
                <a:lnTo>
                  <a:pt x="537" y="709"/>
                </a:lnTo>
                <a:lnTo>
                  <a:pt x="538" y="709"/>
                </a:lnTo>
                <a:lnTo>
                  <a:pt x="539" y="709"/>
                </a:lnTo>
                <a:lnTo>
                  <a:pt x="539" y="710"/>
                </a:lnTo>
                <a:lnTo>
                  <a:pt x="540" y="711"/>
                </a:lnTo>
                <a:lnTo>
                  <a:pt x="539" y="711"/>
                </a:lnTo>
                <a:lnTo>
                  <a:pt x="539" y="712"/>
                </a:lnTo>
                <a:lnTo>
                  <a:pt x="539" y="713"/>
                </a:lnTo>
                <a:lnTo>
                  <a:pt x="538" y="713"/>
                </a:lnTo>
                <a:lnTo>
                  <a:pt x="538" y="714"/>
                </a:lnTo>
                <a:lnTo>
                  <a:pt x="538" y="715"/>
                </a:lnTo>
                <a:lnTo>
                  <a:pt x="537" y="716"/>
                </a:lnTo>
                <a:lnTo>
                  <a:pt x="537" y="717"/>
                </a:lnTo>
                <a:lnTo>
                  <a:pt x="536" y="718"/>
                </a:lnTo>
                <a:lnTo>
                  <a:pt x="535" y="718"/>
                </a:lnTo>
                <a:lnTo>
                  <a:pt x="535" y="719"/>
                </a:lnTo>
                <a:lnTo>
                  <a:pt x="535" y="720"/>
                </a:lnTo>
                <a:lnTo>
                  <a:pt x="535" y="721"/>
                </a:lnTo>
                <a:lnTo>
                  <a:pt x="535" y="723"/>
                </a:lnTo>
                <a:lnTo>
                  <a:pt x="535" y="724"/>
                </a:lnTo>
                <a:lnTo>
                  <a:pt x="535" y="725"/>
                </a:lnTo>
                <a:lnTo>
                  <a:pt x="535" y="726"/>
                </a:lnTo>
                <a:lnTo>
                  <a:pt x="535" y="727"/>
                </a:lnTo>
                <a:lnTo>
                  <a:pt x="535" y="728"/>
                </a:lnTo>
                <a:lnTo>
                  <a:pt x="535" y="729"/>
                </a:lnTo>
                <a:lnTo>
                  <a:pt x="536" y="729"/>
                </a:lnTo>
                <a:lnTo>
                  <a:pt x="537" y="729"/>
                </a:lnTo>
                <a:lnTo>
                  <a:pt x="538" y="729"/>
                </a:lnTo>
                <a:lnTo>
                  <a:pt x="538" y="728"/>
                </a:lnTo>
                <a:lnTo>
                  <a:pt x="537" y="728"/>
                </a:lnTo>
                <a:lnTo>
                  <a:pt x="538" y="727"/>
                </a:lnTo>
                <a:lnTo>
                  <a:pt x="539" y="727"/>
                </a:lnTo>
                <a:lnTo>
                  <a:pt x="539" y="728"/>
                </a:lnTo>
                <a:lnTo>
                  <a:pt x="539" y="729"/>
                </a:lnTo>
                <a:lnTo>
                  <a:pt x="540" y="729"/>
                </a:lnTo>
                <a:lnTo>
                  <a:pt x="540" y="730"/>
                </a:lnTo>
                <a:lnTo>
                  <a:pt x="540" y="731"/>
                </a:lnTo>
                <a:lnTo>
                  <a:pt x="541" y="731"/>
                </a:lnTo>
                <a:lnTo>
                  <a:pt x="541" y="732"/>
                </a:lnTo>
                <a:lnTo>
                  <a:pt x="542" y="732"/>
                </a:lnTo>
                <a:lnTo>
                  <a:pt x="542" y="733"/>
                </a:lnTo>
                <a:lnTo>
                  <a:pt x="542" y="735"/>
                </a:lnTo>
                <a:lnTo>
                  <a:pt x="543" y="735"/>
                </a:lnTo>
                <a:lnTo>
                  <a:pt x="543" y="736"/>
                </a:lnTo>
                <a:lnTo>
                  <a:pt x="544" y="736"/>
                </a:lnTo>
                <a:lnTo>
                  <a:pt x="544" y="737"/>
                </a:lnTo>
                <a:lnTo>
                  <a:pt x="544" y="738"/>
                </a:lnTo>
                <a:lnTo>
                  <a:pt x="545" y="738"/>
                </a:lnTo>
                <a:lnTo>
                  <a:pt x="544" y="739"/>
                </a:lnTo>
                <a:lnTo>
                  <a:pt x="543" y="740"/>
                </a:lnTo>
                <a:lnTo>
                  <a:pt x="543" y="739"/>
                </a:lnTo>
                <a:lnTo>
                  <a:pt x="542" y="739"/>
                </a:lnTo>
                <a:lnTo>
                  <a:pt x="541" y="740"/>
                </a:lnTo>
                <a:lnTo>
                  <a:pt x="540" y="741"/>
                </a:lnTo>
                <a:lnTo>
                  <a:pt x="539" y="742"/>
                </a:lnTo>
                <a:lnTo>
                  <a:pt x="539" y="743"/>
                </a:lnTo>
                <a:lnTo>
                  <a:pt x="540" y="743"/>
                </a:lnTo>
                <a:lnTo>
                  <a:pt x="540" y="744"/>
                </a:lnTo>
                <a:lnTo>
                  <a:pt x="539" y="744"/>
                </a:lnTo>
                <a:lnTo>
                  <a:pt x="538" y="744"/>
                </a:lnTo>
                <a:lnTo>
                  <a:pt x="537" y="744"/>
                </a:lnTo>
                <a:lnTo>
                  <a:pt x="537" y="745"/>
                </a:lnTo>
                <a:lnTo>
                  <a:pt x="536" y="745"/>
                </a:lnTo>
                <a:lnTo>
                  <a:pt x="536" y="746"/>
                </a:lnTo>
                <a:lnTo>
                  <a:pt x="536" y="747"/>
                </a:lnTo>
                <a:lnTo>
                  <a:pt x="537" y="747"/>
                </a:lnTo>
                <a:lnTo>
                  <a:pt x="537" y="748"/>
                </a:lnTo>
                <a:lnTo>
                  <a:pt x="537" y="749"/>
                </a:lnTo>
                <a:lnTo>
                  <a:pt x="538" y="749"/>
                </a:lnTo>
                <a:lnTo>
                  <a:pt x="539" y="749"/>
                </a:lnTo>
                <a:lnTo>
                  <a:pt x="539" y="750"/>
                </a:lnTo>
                <a:lnTo>
                  <a:pt x="539" y="751"/>
                </a:lnTo>
                <a:lnTo>
                  <a:pt x="540" y="752"/>
                </a:lnTo>
                <a:lnTo>
                  <a:pt x="542" y="752"/>
                </a:lnTo>
                <a:lnTo>
                  <a:pt x="543" y="751"/>
                </a:lnTo>
                <a:lnTo>
                  <a:pt x="544" y="751"/>
                </a:lnTo>
                <a:lnTo>
                  <a:pt x="545" y="751"/>
                </a:lnTo>
                <a:lnTo>
                  <a:pt x="545" y="752"/>
                </a:lnTo>
                <a:lnTo>
                  <a:pt x="546" y="752"/>
                </a:lnTo>
                <a:lnTo>
                  <a:pt x="547" y="752"/>
                </a:lnTo>
                <a:lnTo>
                  <a:pt x="548" y="753"/>
                </a:lnTo>
                <a:lnTo>
                  <a:pt x="549" y="753"/>
                </a:lnTo>
                <a:lnTo>
                  <a:pt x="550" y="754"/>
                </a:lnTo>
                <a:lnTo>
                  <a:pt x="551" y="755"/>
                </a:lnTo>
                <a:lnTo>
                  <a:pt x="551" y="756"/>
                </a:lnTo>
                <a:lnTo>
                  <a:pt x="552" y="757"/>
                </a:lnTo>
                <a:lnTo>
                  <a:pt x="553" y="757"/>
                </a:lnTo>
                <a:lnTo>
                  <a:pt x="554" y="758"/>
                </a:lnTo>
                <a:lnTo>
                  <a:pt x="555" y="758"/>
                </a:lnTo>
                <a:lnTo>
                  <a:pt x="556" y="758"/>
                </a:lnTo>
                <a:lnTo>
                  <a:pt x="556" y="757"/>
                </a:lnTo>
                <a:lnTo>
                  <a:pt x="557" y="757"/>
                </a:lnTo>
                <a:lnTo>
                  <a:pt x="557" y="758"/>
                </a:lnTo>
                <a:lnTo>
                  <a:pt x="557" y="759"/>
                </a:lnTo>
                <a:lnTo>
                  <a:pt x="558" y="759"/>
                </a:lnTo>
                <a:lnTo>
                  <a:pt x="558" y="760"/>
                </a:lnTo>
                <a:lnTo>
                  <a:pt x="559" y="760"/>
                </a:lnTo>
                <a:lnTo>
                  <a:pt x="559" y="761"/>
                </a:lnTo>
                <a:lnTo>
                  <a:pt x="560" y="762"/>
                </a:lnTo>
                <a:lnTo>
                  <a:pt x="560" y="763"/>
                </a:lnTo>
                <a:lnTo>
                  <a:pt x="561" y="763"/>
                </a:lnTo>
                <a:lnTo>
                  <a:pt x="561" y="765"/>
                </a:lnTo>
                <a:lnTo>
                  <a:pt x="562" y="766"/>
                </a:lnTo>
                <a:lnTo>
                  <a:pt x="562" y="767"/>
                </a:lnTo>
                <a:lnTo>
                  <a:pt x="563" y="767"/>
                </a:lnTo>
                <a:lnTo>
                  <a:pt x="563" y="768"/>
                </a:lnTo>
                <a:lnTo>
                  <a:pt x="562" y="770"/>
                </a:lnTo>
                <a:lnTo>
                  <a:pt x="562" y="771"/>
                </a:lnTo>
                <a:lnTo>
                  <a:pt x="562" y="772"/>
                </a:lnTo>
                <a:lnTo>
                  <a:pt x="563" y="772"/>
                </a:lnTo>
                <a:lnTo>
                  <a:pt x="563" y="773"/>
                </a:lnTo>
                <a:lnTo>
                  <a:pt x="564" y="774"/>
                </a:lnTo>
                <a:lnTo>
                  <a:pt x="565" y="775"/>
                </a:lnTo>
                <a:lnTo>
                  <a:pt x="566" y="775"/>
                </a:lnTo>
                <a:lnTo>
                  <a:pt x="567" y="776"/>
                </a:lnTo>
                <a:lnTo>
                  <a:pt x="567" y="777"/>
                </a:lnTo>
                <a:lnTo>
                  <a:pt x="568" y="778"/>
                </a:lnTo>
                <a:lnTo>
                  <a:pt x="569" y="778"/>
                </a:lnTo>
                <a:lnTo>
                  <a:pt x="570" y="778"/>
                </a:lnTo>
                <a:lnTo>
                  <a:pt x="571" y="778"/>
                </a:lnTo>
                <a:lnTo>
                  <a:pt x="572" y="779"/>
                </a:lnTo>
                <a:lnTo>
                  <a:pt x="573" y="779"/>
                </a:lnTo>
                <a:lnTo>
                  <a:pt x="574" y="779"/>
                </a:lnTo>
                <a:lnTo>
                  <a:pt x="575" y="779"/>
                </a:lnTo>
                <a:lnTo>
                  <a:pt x="575" y="780"/>
                </a:lnTo>
                <a:lnTo>
                  <a:pt x="576" y="780"/>
                </a:lnTo>
                <a:lnTo>
                  <a:pt x="576" y="781"/>
                </a:lnTo>
                <a:lnTo>
                  <a:pt x="577" y="780"/>
                </a:lnTo>
                <a:lnTo>
                  <a:pt x="578" y="781"/>
                </a:lnTo>
                <a:lnTo>
                  <a:pt x="579" y="781"/>
                </a:lnTo>
                <a:lnTo>
                  <a:pt x="579" y="782"/>
                </a:lnTo>
                <a:lnTo>
                  <a:pt x="580" y="783"/>
                </a:lnTo>
                <a:lnTo>
                  <a:pt x="581" y="783"/>
                </a:lnTo>
                <a:lnTo>
                  <a:pt x="582" y="784"/>
                </a:lnTo>
                <a:lnTo>
                  <a:pt x="582" y="785"/>
                </a:lnTo>
                <a:lnTo>
                  <a:pt x="582" y="787"/>
                </a:lnTo>
                <a:lnTo>
                  <a:pt x="583" y="788"/>
                </a:lnTo>
                <a:lnTo>
                  <a:pt x="582" y="789"/>
                </a:lnTo>
                <a:lnTo>
                  <a:pt x="582" y="790"/>
                </a:lnTo>
                <a:lnTo>
                  <a:pt x="582" y="791"/>
                </a:lnTo>
                <a:lnTo>
                  <a:pt x="583" y="792"/>
                </a:lnTo>
                <a:lnTo>
                  <a:pt x="584" y="793"/>
                </a:lnTo>
                <a:lnTo>
                  <a:pt x="585" y="794"/>
                </a:lnTo>
                <a:lnTo>
                  <a:pt x="585" y="795"/>
                </a:lnTo>
                <a:lnTo>
                  <a:pt x="585" y="796"/>
                </a:lnTo>
                <a:lnTo>
                  <a:pt x="585" y="797"/>
                </a:lnTo>
                <a:lnTo>
                  <a:pt x="586" y="797"/>
                </a:lnTo>
                <a:lnTo>
                  <a:pt x="585" y="798"/>
                </a:lnTo>
                <a:lnTo>
                  <a:pt x="585" y="799"/>
                </a:lnTo>
                <a:lnTo>
                  <a:pt x="585" y="800"/>
                </a:lnTo>
                <a:lnTo>
                  <a:pt x="585" y="801"/>
                </a:lnTo>
                <a:lnTo>
                  <a:pt x="585" y="802"/>
                </a:lnTo>
                <a:lnTo>
                  <a:pt x="585" y="803"/>
                </a:lnTo>
                <a:lnTo>
                  <a:pt x="584" y="803"/>
                </a:lnTo>
                <a:lnTo>
                  <a:pt x="584" y="804"/>
                </a:lnTo>
                <a:lnTo>
                  <a:pt x="583" y="803"/>
                </a:lnTo>
                <a:lnTo>
                  <a:pt x="583" y="804"/>
                </a:lnTo>
                <a:lnTo>
                  <a:pt x="582" y="804"/>
                </a:lnTo>
                <a:lnTo>
                  <a:pt x="583" y="804"/>
                </a:lnTo>
                <a:lnTo>
                  <a:pt x="583" y="805"/>
                </a:lnTo>
                <a:lnTo>
                  <a:pt x="584" y="806"/>
                </a:lnTo>
                <a:lnTo>
                  <a:pt x="584" y="807"/>
                </a:lnTo>
                <a:lnTo>
                  <a:pt x="584" y="808"/>
                </a:lnTo>
                <a:lnTo>
                  <a:pt x="585" y="809"/>
                </a:lnTo>
                <a:lnTo>
                  <a:pt x="585" y="810"/>
                </a:lnTo>
                <a:lnTo>
                  <a:pt x="586" y="810"/>
                </a:lnTo>
                <a:lnTo>
                  <a:pt x="586" y="811"/>
                </a:lnTo>
                <a:lnTo>
                  <a:pt x="586" y="812"/>
                </a:lnTo>
                <a:lnTo>
                  <a:pt x="587" y="812"/>
                </a:lnTo>
                <a:lnTo>
                  <a:pt x="587" y="813"/>
                </a:lnTo>
                <a:lnTo>
                  <a:pt x="587" y="814"/>
                </a:lnTo>
                <a:lnTo>
                  <a:pt x="586" y="814"/>
                </a:lnTo>
                <a:lnTo>
                  <a:pt x="586" y="815"/>
                </a:lnTo>
                <a:lnTo>
                  <a:pt x="587" y="816"/>
                </a:lnTo>
                <a:lnTo>
                  <a:pt x="587" y="817"/>
                </a:lnTo>
                <a:lnTo>
                  <a:pt x="586" y="818"/>
                </a:lnTo>
                <a:lnTo>
                  <a:pt x="585" y="818"/>
                </a:lnTo>
                <a:lnTo>
                  <a:pt x="584" y="820"/>
                </a:lnTo>
                <a:lnTo>
                  <a:pt x="584" y="821"/>
                </a:lnTo>
                <a:lnTo>
                  <a:pt x="585" y="821"/>
                </a:lnTo>
                <a:lnTo>
                  <a:pt x="584" y="821"/>
                </a:lnTo>
                <a:lnTo>
                  <a:pt x="583" y="822"/>
                </a:lnTo>
                <a:lnTo>
                  <a:pt x="583" y="823"/>
                </a:lnTo>
                <a:lnTo>
                  <a:pt x="584" y="823"/>
                </a:lnTo>
                <a:lnTo>
                  <a:pt x="583" y="825"/>
                </a:lnTo>
                <a:lnTo>
                  <a:pt x="582" y="826"/>
                </a:lnTo>
                <a:lnTo>
                  <a:pt x="583" y="827"/>
                </a:lnTo>
                <a:lnTo>
                  <a:pt x="584" y="827"/>
                </a:lnTo>
                <a:lnTo>
                  <a:pt x="584" y="828"/>
                </a:lnTo>
                <a:lnTo>
                  <a:pt x="583" y="828"/>
                </a:lnTo>
                <a:lnTo>
                  <a:pt x="582" y="827"/>
                </a:lnTo>
                <a:lnTo>
                  <a:pt x="581" y="827"/>
                </a:lnTo>
                <a:lnTo>
                  <a:pt x="580" y="828"/>
                </a:lnTo>
                <a:lnTo>
                  <a:pt x="580" y="829"/>
                </a:lnTo>
                <a:lnTo>
                  <a:pt x="580" y="830"/>
                </a:lnTo>
                <a:lnTo>
                  <a:pt x="579" y="830"/>
                </a:lnTo>
                <a:lnTo>
                  <a:pt x="578" y="831"/>
                </a:lnTo>
                <a:lnTo>
                  <a:pt x="578" y="832"/>
                </a:lnTo>
                <a:lnTo>
                  <a:pt x="577" y="833"/>
                </a:lnTo>
                <a:lnTo>
                  <a:pt x="576" y="834"/>
                </a:lnTo>
                <a:lnTo>
                  <a:pt x="576" y="835"/>
                </a:lnTo>
                <a:lnTo>
                  <a:pt x="575" y="835"/>
                </a:lnTo>
                <a:lnTo>
                  <a:pt x="575" y="834"/>
                </a:lnTo>
                <a:lnTo>
                  <a:pt x="576" y="834"/>
                </a:lnTo>
                <a:lnTo>
                  <a:pt x="575" y="834"/>
                </a:lnTo>
                <a:lnTo>
                  <a:pt x="574" y="834"/>
                </a:lnTo>
                <a:lnTo>
                  <a:pt x="574" y="835"/>
                </a:lnTo>
                <a:lnTo>
                  <a:pt x="574" y="834"/>
                </a:lnTo>
                <a:lnTo>
                  <a:pt x="573" y="834"/>
                </a:lnTo>
                <a:lnTo>
                  <a:pt x="572" y="834"/>
                </a:lnTo>
                <a:lnTo>
                  <a:pt x="571" y="834"/>
                </a:lnTo>
                <a:lnTo>
                  <a:pt x="570" y="834"/>
                </a:lnTo>
                <a:lnTo>
                  <a:pt x="569" y="835"/>
                </a:lnTo>
                <a:lnTo>
                  <a:pt x="568" y="835"/>
                </a:lnTo>
                <a:lnTo>
                  <a:pt x="567" y="835"/>
                </a:lnTo>
                <a:lnTo>
                  <a:pt x="566" y="835"/>
                </a:lnTo>
                <a:lnTo>
                  <a:pt x="566" y="836"/>
                </a:lnTo>
                <a:lnTo>
                  <a:pt x="566" y="837"/>
                </a:lnTo>
                <a:lnTo>
                  <a:pt x="565" y="837"/>
                </a:lnTo>
                <a:lnTo>
                  <a:pt x="565" y="838"/>
                </a:lnTo>
                <a:lnTo>
                  <a:pt x="565" y="839"/>
                </a:lnTo>
                <a:lnTo>
                  <a:pt x="565" y="840"/>
                </a:lnTo>
                <a:lnTo>
                  <a:pt x="566" y="840"/>
                </a:lnTo>
                <a:lnTo>
                  <a:pt x="566" y="841"/>
                </a:lnTo>
                <a:lnTo>
                  <a:pt x="566" y="842"/>
                </a:lnTo>
                <a:lnTo>
                  <a:pt x="565" y="842"/>
                </a:lnTo>
                <a:lnTo>
                  <a:pt x="565" y="841"/>
                </a:lnTo>
                <a:lnTo>
                  <a:pt x="564" y="841"/>
                </a:lnTo>
                <a:lnTo>
                  <a:pt x="564" y="842"/>
                </a:lnTo>
                <a:lnTo>
                  <a:pt x="563" y="842"/>
                </a:lnTo>
                <a:lnTo>
                  <a:pt x="562" y="843"/>
                </a:lnTo>
                <a:lnTo>
                  <a:pt x="561" y="842"/>
                </a:lnTo>
                <a:lnTo>
                  <a:pt x="560" y="842"/>
                </a:lnTo>
                <a:lnTo>
                  <a:pt x="559" y="843"/>
                </a:lnTo>
                <a:lnTo>
                  <a:pt x="558" y="844"/>
                </a:lnTo>
                <a:lnTo>
                  <a:pt x="557" y="844"/>
                </a:lnTo>
                <a:lnTo>
                  <a:pt x="557" y="845"/>
                </a:lnTo>
                <a:lnTo>
                  <a:pt x="556" y="845"/>
                </a:lnTo>
                <a:lnTo>
                  <a:pt x="555" y="846"/>
                </a:lnTo>
                <a:lnTo>
                  <a:pt x="555" y="847"/>
                </a:lnTo>
                <a:lnTo>
                  <a:pt x="556" y="847"/>
                </a:lnTo>
                <a:lnTo>
                  <a:pt x="556" y="848"/>
                </a:lnTo>
                <a:lnTo>
                  <a:pt x="556" y="849"/>
                </a:lnTo>
                <a:lnTo>
                  <a:pt x="556" y="850"/>
                </a:lnTo>
                <a:lnTo>
                  <a:pt x="555" y="850"/>
                </a:lnTo>
                <a:lnTo>
                  <a:pt x="554" y="849"/>
                </a:lnTo>
                <a:lnTo>
                  <a:pt x="553" y="849"/>
                </a:lnTo>
                <a:lnTo>
                  <a:pt x="551" y="847"/>
                </a:lnTo>
                <a:lnTo>
                  <a:pt x="551" y="846"/>
                </a:lnTo>
                <a:lnTo>
                  <a:pt x="550" y="845"/>
                </a:lnTo>
                <a:lnTo>
                  <a:pt x="549" y="845"/>
                </a:lnTo>
                <a:lnTo>
                  <a:pt x="549" y="844"/>
                </a:lnTo>
                <a:lnTo>
                  <a:pt x="548" y="843"/>
                </a:lnTo>
                <a:lnTo>
                  <a:pt x="548" y="842"/>
                </a:lnTo>
                <a:lnTo>
                  <a:pt x="547" y="842"/>
                </a:lnTo>
                <a:lnTo>
                  <a:pt x="547" y="843"/>
                </a:lnTo>
                <a:lnTo>
                  <a:pt x="547" y="844"/>
                </a:lnTo>
                <a:lnTo>
                  <a:pt x="546" y="844"/>
                </a:lnTo>
                <a:lnTo>
                  <a:pt x="545" y="844"/>
                </a:lnTo>
                <a:lnTo>
                  <a:pt x="544" y="844"/>
                </a:lnTo>
                <a:lnTo>
                  <a:pt x="543" y="844"/>
                </a:lnTo>
                <a:lnTo>
                  <a:pt x="542" y="844"/>
                </a:lnTo>
                <a:lnTo>
                  <a:pt x="542" y="843"/>
                </a:lnTo>
                <a:lnTo>
                  <a:pt x="542" y="842"/>
                </a:lnTo>
                <a:lnTo>
                  <a:pt x="542" y="841"/>
                </a:lnTo>
                <a:lnTo>
                  <a:pt x="542" y="840"/>
                </a:lnTo>
                <a:lnTo>
                  <a:pt x="542" y="838"/>
                </a:lnTo>
                <a:lnTo>
                  <a:pt x="542" y="836"/>
                </a:lnTo>
                <a:lnTo>
                  <a:pt x="542" y="835"/>
                </a:lnTo>
                <a:lnTo>
                  <a:pt x="541" y="835"/>
                </a:lnTo>
                <a:lnTo>
                  <a:pt x="540" y="834"/>
                </a:lnTo>
                <a:lnTo>
                  <a:pt x="541" y="833"/>
                </a:lnTo>
                <a:lnTo>
                  <a:pt x="540" y="832"/>
                </a:lnTo>
                <a:lnTo>
                  <a:pt x="539" y="831"/>
                </a:lnTo>
                <a:lnTo>
                  <a:pt x="539" y="832"/>
                </a:lnTo>
                <a:lnTo>
                  <a:pt x="538" y="831"/>
                </a:lnTo>
                <a:lnTo>
                  <a:pt x="536" y="831"/>
                </a:lnTo>
                <a:lnTo>
                  <a:pt x="535" y="830"/>
                </a:lnTo>
                <a:lnTo>
                  <a:pt x="535" y="832"/>
                </a:lnTo>
                <a:lnTo>
                  <a:pt x="535" y="833"/>
                </a:lnTo>
                <a:lnTo>
                  <a:pt x="535" y="834"/>
                </a:lnTo>
                <a:lnTo>
                  <a:pt x="534" y="834"/>
                </a:lnTo>
                <a:lnTo>
                  <a:pt x="533" y="834"/>
                </a:lnTo>
                <a:lnTo>
                  <a:pt x="533" y="833"/>
                </a:lnTo>
                <a:lnTo>
                  <a:pt x="533" y="834"/>
                </a:lnTo>
                <a:lnTo>
                  <a:pt x="532" y="835"/>
                </a:lnTo>
                <a:lnTo>
                  <a:pt x="532" y="836"/>
                </a:lnTo>
                <a:lnTo>
                  <a:pt x="531" y="837"/>
                </a:lnTo>
                <a:lnTo>
                  <a:pt x="530" y="838"/>
                </a:lnTo>
                <a:lnTo>
                  <a:pt x="530" y="839"/>
                </a:lnTo>
                <a:lnTo>
                  <a:pt x="529" y="839"/>
                </a:lnTo>
                <a:lnTo>
                  <a:pt x="529" y="840"/>
                </a:lnTo>
                <a:lnTo>
                  <a:pt x="528" y="840"/>
                </a:lnTo>
                <a:lnTo>
                  <a:pt x="529" y="841"/>
                </a:lnTo>
                <a:lnTo>
                  <a:pt x="528" y="841"/>
                </a:lnTo>
                <a:lnTo>
                  <a:pt x="527" y="841"/>
                </a:lnTo>
                <a:lnTo>
                  <a:pt x="526" y="841"/>
                </a:lnTo>
                <a:lnTo>
                  <a:pt x="525" y="841"/>
                </a:lnTo>
                <a:lnTo>
                  <a:pt x="525" y="842"/>
                </a:lnTo>
                <a:lnTo>
                  <a:pt x="524" y="842"/>
                </a:lnTo>
                <a:lnTo>
                  <a:pt x="523" y="842"/>
                </a:lnTo>
                <a:lnTo>
                  <a:pt x="522" y="842"/>
                </a:lnTo>
                <a:lnTo>
                  <a:pt x="522" y="841"/>
                </a:lnTo>
                <a:lnTo>
                  <a:pt x="521" y="842"/>
                </a:lnTo>
                <a:lnTo>
                  <a:pt x="520" y="842"/>
                </a:lnTo>
                <a:lnTo>
                  <a:pt x="520" y="841"/>
                </a:lnTo>
                <a:lnTo>
                  <a:pt x="519" y="842"/>
                </a:lnTo>
                <a:lnTo>
                  <a:pt x="518" y="842"/>
                </a:lnTo>
                <a:lnTo>
                  <a:pt x="518" y="841"/>
                </a:lnTo>
                <a:lnTo>
                  <a:pt x="519" y="841"/>
                </a:lnTo>
                <a:lnTo>
                  <a:pt x="519" y="840"/>
                </a:lnTo>
                <a:lnTo>
                  <a:pt x="518" y="840"/>
                </a:lnTo>
                <a:lnTo>
                  <a:pt x="518" y="841"/>
                </a:lnTo>
                <a:lnTo>
                  <a:pt x="517" y="841"/>
                </a:lnTo>
                <a:lnTo>
                  <a:pt x="517" y="842"/>
                </a:lnTo>
                <a:lnTo>
                  <a:pt x="516" y="842"/>
                </a:lnTo>
                <a:lnTo>
                  <a:pt x="515" y="842"/>
                </a:lnTo>
                <a:lnTo>
                  <a:pt x="515" y="843"/>
                </a:lnTo>
                <a:lnTo>
                  <a:pt x="515" y="844"/>
                </a:lnTo>
                <a:lnTo>
                  <a:pt x="514" y="844"/>
                </a:lnTo>
                <a:lnTo>
                  <a:pt x="514" y="843"/>
                </a:lnTo>
                <a:lnTo>
                  <a:pt x="513" y="843"/>
                </a:lnTo>
                <a:lnTo>
                  <a:pt x="512" y="843"/>
                </a:lnTo>
                <a:lnTo>
                  <a:pt x="511" y="843"/>
                </a:lnTo>
                <a:lnTo>
                  <a:pt x="510" y="843"/>
                </a:lnTo>
                <a:lnTo>
                  <a:pt x="509" y="843"/>
                </a:lnTo>
                <a:lnTo>
                  <a:pt x="507" y="843"/>
                </a:lnTo>
                <a:lnTo>
                  <a:pt x="507" y="844"/>
                </a:lnTo>
                <a:lnTo>
                  <a:pt x="506" y="844"/>
                </a:lnTo>
                <a:lnTo>
                  <a:pt x="505" y="844"/>
                </a:lnTo>
                <a:lnTo>
                  <a:pt x="504" y="844"/>
                </a:lnTo>
                <a:lnTo>
                  <a:pt x="504" y="845"/>
                </a:lnTo>
                <a:lnTo>
                  <a:pt x="503" y="845"/>
                </a:lnTo>
                <a:lnTo>
                  <a:pt x="502" y="844"/>
                </a:lnTo>
                <a:lnTo>
                  <a:pt x="501" y="844"/>
                </a:lnTo>
                <a:lnTo>
                  <a:pt x="501" y="843"/>
                </a:lnTo>
                <a:lnTo>
                  <a:pt x="500" y="842"/>
                </a:lnTo>
                <a:lnTo>
                  <a:pt x="499" y="842"/>
                </a:lnTo>
                <a:lnTo>
                  <a:pt x="499" y="841"/>
                </a:lnTo>
                <a:lnTo>
                  <a:pt x="498" y="841"/>
                </a:lnTo>
                <a:lnTo>
                  <a:pt x="497" y="841"/>
                </a:lnTo>
                <a:lnTo>
                  <a:pt x="497" y="840"/>
                </a:lnTo>
                <a:lnTo>
                  <a:pt x="497" y="839"/>
                </a:lnTo>
                <a:lnTo>
                  <a:pt x="496" y="838"/>
                </a:lnTo>
                <a:lnTo>
                  <a:pt x="495" y="838"/>
                </a:lnTo>
                <a:lnTo>
                  <a:pt x="494" y="839"/>
                </a:lnTo>
                <a:lnTo>
                  <a:pt x="493" y="839"/>
                </a:lnTo>
                <a:lnTo>
                  <a:pt x="492" y="839"/>
                </a:lnTo>
                <a:lnTo>
                  <a:pt x="491" y="840"/>
                </a:lnTo>
                <a:lnTo>
                  <a:pt x="491" y="839"/>
                </a:lnTo>
                <a:lnTo>
                  <a:pt x="490" y="839"/>
                </a:lnTo>
                <a:lnTo>
                  <a:pt x="489" y="839"/>
                </a:lnTo>
                <a:lnTo>
                  <a:pt x="488" y="840"/>
                </a:lnTo>
                <a:lnTo>
                  <a:pt x="487" y="840"/>
                </a:lnTo>
                <a:lnTo>
                  <a:pt x="486" y="839"/>
                </a:lnTo>
                <a:lnTo>
                  <a:pt x="486" y="840"/>
                </a:lnTo>
                <a:lnTo>
                  <a:pt x="486" y="841"/>
                </a:lnTo>
                <a:lnTo>
                  <a:pt x="484" y="841"/>
                </a:lnTo>
                <a:lnTo>
                  <a:pt x="483" y="841"/>
                </a:lnTo>
                <a:lnTo>
                  <a:pt x="482" y="841"/>
                </a:lnTo>
                <a:lnTo>
                  <a:pt x="482" y="840"/>
                </a:lnTo>
                <a:lnTo>
                  <a:pt x="481" y="840"/>
                </a:lnTo>
                <a:lnTo>
                  <a:pt x="480" y="839"/>
                </a:lnTo>
                <a:lnTo>
                  <a:pt x="479" y="839"/>
                </a:lnTo>
                <a:lnTo>
                  <a:pt x="478" y="840"/>
                </a:lnTo>
                <a:lnTo>
                  <a:pt x="478" y="841"/>
                </a:lnTo>
                <a:lnTo>
                  <a:pt x="477" y="841"/>
                </a:lnTo>
                <a:lnTo>
                  <a:pt x="476" y="840"/>
                </a:lnTo>
                <a:lnTo>
                  <a:pt x="475" y="840"/>
                </a:lnTo>
                <a:lnTo>
                  <a:pt x="475" y="839"/>
                </a:lnTo>
                <a:lnTo>
                  <a:pt x="473" y="839"/>
                </a:lnTo>
                <a:lnTo>
                  <a:pt x="472" y="838"/>
                </a:lnTo>
                <a:lnTo>
                  <a:pt x="471" y="837"/>
                </a:lnTo>
                <a:lnTo>
                  <a:pt x="470" y="837"/>
                </a:lnTo>
                <a:lnTo>
                  <a:pt x="469" y="837"/>
                </a:lnTo>
                <a:lnTo>
                  <a:pt x="468" y="837"/>
                </a:lnTo>
                <a:lnTo>
                  <a:pt x="468" y="836"/>
                </a:lnTo>
                <a:lnTo>
                  <a:pt x="467" y="836"/>
                </a:lnTo>
                <a:lnTo>
                  <a:pt x="466" y="836"/>
                </a:lnTo>
                <a:lnTo>
                  <a:pt x="465" y="836"/>
                </a:lnTo>
                <a:lnTo>
                  <a:pt x="465" y="835"/>
                </a:lnTo>
                <a:lnTo>
                  <a:pt x="463" y="835"/>
                </a:lnTo>
                <a:lnTo>
                  <a:pt x="462" y="835"/>
                </a:lnTo>
                <a:lnTo>
                  <a:pt x="462" y="836"/>
                </a:lnTo>
                <a:lnTo>
                  <a:pt x="461" y="836"/>
                </a:lnTo>
                <a:lnTo>
                  <a:pt x="460" y="836"/>
                </a:lnTo>
                <a:lnTo>
                  <a:pt x="459" y="836"/>
                </a:lnTo>
                <a:lnTo>
                  <a:pt x="459" y="837"/>
                </a:lnTo>
                <a:lnTo>
                  <a:pt x="458" y="837"/>
                </a:lnTo>
                <a:lnTo>
                  <a:pt x="457" y="837"/>
                </a:lnTo>
                <a:lnTo>
                  <a:pt x="456" y="837"/>
                </a:lnTo>
                <a:lnTo>
                  <a:pt x="455" y="837"/>
                </a:lnTo>
                <a:lnTo>
                  <a:pt x="454" y="837"/>
                </a:lnTo>
                <a:lnTo>
                  <a:pt x="453" y="837"/>
                </a:lnTo>
                <a:lnTo>
                  <a:pt x="451" y="838"/>
                </a:lnTo>
                <a:lnTo>
                  <a:pt x="450" y="838"/>
                </a:lnTo>
                <a:lnTo>
                  <a:pt x="450" y="837"/>
                </a:lnTo>
                <a:lnTo>
                  <a:pt x="449" y="837"/>
                </a:lnTo>
                <a:lnTo>
                  <a:pt x="448" y="838"/>
                </a:lnTo>
                <a:lnTo>
                  <a:pt x="447" y="837"/>
                </a:lnTo>
                <a:lnTo>
                  <a:pt x="447" y="836"/>
                </a:lnTo>
                <a:lnTo>
                  <a:pt x="446" y="835"/>
                </a:lnTo>
                <a:lnTo>
                  <a:pt x="445" y="835"/>
                </a:lnTo>
                <a:lnTo>
                  <a:pt x="443" y="835"/>
                </a:lnTo>
                <a:lnTo>
                  <a:pt x="442" y="835"/>
                </a:lnTo>
                <a:lnTo>
                  <a:pt x="442" y="836"/>
                </a:lnTo>
                <a:lnTo>
                  <a:pt x="443" y="836"/>
                </a:lnTo>
                <a:lnTo>
                  <a:pt x="442" y="836"/>
                </a:lnTo>
                <a:lnTo>
                  <a:pt x="441" y="836"/>
                </a:lnTo>
                <a:lnTo>
                  <a:pt x="441" y="835"/>
                </a:lnTo>
                <a:lnTo>
                  <a:pt x="441" y="834"/>
                </a:lnTo>
                <a:lnTo>
                  <a:pt x="441" y="833"/>
                </a:lnTo>
                <a:lnTo>
                  <a:pt x="440" y="833"/>
                </a:lnTo>
                <a:lnTo>
                  <a:pt x="439" y="833"/>
                </a:lnTo>
                <a:lnTo>
                  <a:pt x="438" y="833"/>
                </a:lnTo>
                <a:lnTo>
                  <a:pt x="438" y="834"/>
                </a:lnTo>
                <a:lnTo>
                  <a:pt x="438" y="835"/>
                </a:lnTo>
                <a:lnTo>
                  <a:pt x="437" y="835"/>
                </a:lnTo>
                <a:lnTo>
                  <a:pt x="437" y="836"/>
                </a:lnTo>
                <a:lnTo>
                  <a:pt x="437" y="837"/>
                </a:lnTo>
                <a:lnTo>
                  <a:pt x="437" y="838"/>
                </a:lnTo>
                <a:lnTo>
                  <a:pt x="436" y="838"/>
                </a:lnTo>
                <a:lnTo>
                  <a:pt x="435" y="838"/>
                </a:lnTo>
                <a:lnTo>
                  <a:pt x="434" y="838"/>
                </a:lnTo>
                <a:lnTo>
                  <a:pt x="433" y="838"/>
                </a:lnTo>
                <a:lnTo>
                  <a:pt x="432" y="838"/>
                </a:lnTo>
                <a:lnTo>
                  <a:pt x="431" y="838"/>
                </a:lnTo>
                <a:lnTo>
                  <a:pt x="430" y="837"/>
                </a:lnTo>
                <a:lnTo>
                  <a:pt x="430" y="838"/>
                </a:lnTo>
                <a:lnTo>
                  <a:pt x="429" y="838"/>
                </a:lnTo>
                <a:lnTo>
                  <a:pt x="428" y="838"/>
                </a:lnTo>
                <a:lnTo>
                  <a:pt x="428" y="837"/>
                </a:lnTo>
                <a:lnTo>
                  <a:pt x="427" y="838"/>
                </a:lnTo>
                <a:lnTo>
                  <a:pt x="428" y="838"/>
                </a:lnTo>
                <a:lnTo>
                  <a:pt x="427" y="838"/>
                </a:lnTo>
                <a:lnTo>
                  <a:pt x="427" y="839"/>
                </a:lnTo>
                <a:lnTo>
                  <a:pt x="426" y="840"/>
                </a:lnTo>
                <a:lnTo>
                  <a:pt x="427" y="841"/>
                </a:lnTo>
                <a:lnTo>
                  <a:pt x="426" y="842"/>
                </a:lnTo>
                <a:lnTo>
                  <a:pt x="425" y="842"/>
                </a:lnTo>
                <a:lnTo>
                  <a:pt x="424" y="843"/>
                </a:lnTo>
                <a:lnTo>
                  <a:pt x="424" y="844"/>
                </a:lnTo>
                <a:lnTo>
                  <a:pt x="424" y="845"/>
                </a:lnTo>
                <a:lnTo>
                  <a:pt x="423" y="846"/>
                </a:lnTo>
                <a:lnTo>
                  <a:pt x="422" y="846"/>
                </a:lnTo>
                <a:lnTo>
                  <a:pt x="422" y="847"/>
                </a:lnTo>
                <a:lnTo>
                  <a:pt x="421" y="847"/>
                </a:lnTo>
                <a:lnTo>
                  <a:pt x="421" y="848"/>
                </a:lnTo>
                <a:lnTo>
                  <a:pt x="421" y="849"/>
                </a:lnTo>
                <a:lnTo>
                  <a:pt x="420" y="850"/>
                </a:lnTo>
                <a:lnTo>
                  <a:pt x="420" y="851"/>
                </a:lnTo>
                <a:lnTo>
                  <a:pt x="421" y="851"/>
                </a:lnTo>
                <a:lnTo>
                  <a:pt x="421" y="850"/>
                </a:lnTo>
                <a:lnTo>
                  <a:pt x="422" y="851"/>
                </a:lnTo>
                <a:lnTo>
                  <a:pt x="424" y="851"/>
                </a:lnTo>
                <a:lnTo>
                  <a:pt x="425" y="851"/>
                </a:lnTo>
                <a:lnTo>
                  <a:pt x="426" y="851"/>
                </a:lnTo>
                <a:lnTo>
                  <a:pt x="427" y="851"/>
                </a:lnTo>
                <a:lnTo>
                  <a:pt x="428" y="851"/>
                </a:lnTo>
                <a:lnTo>
                  <a:pt x="428" y="852"/>
                </a:lnTo>
                <a:lnTo>
                  <a:pt x="429" y="852"/>
                </a:lnTo>
                <a:lnTo>
                  <a:pt x="432" y="852"/>
                </a:lnTo>
                <a:lnTo>
                  <a:pt x="431" y="852"/>
                </a:lnTo>
                <a:lnTo>
                  <a:pt x="431" y="853"/>
                </a:lnTo>
                <a:lnTo>
                  <a:pt x="432" y="853"/>
                </a:lnTo>
                <a:lnTo>
                  <a:pt x="433" y="853"/>
                </a:lnTo>
                <a:lnTo>
                  <a:pt x="434" y="853"/>
                </a:lnTo>
                <a:lnTo>
                  <a:pt x="433" y="853"/>
                </a:lnTo>
                <a:lnTo>
                  <a:pt x="434" y="854"/>
                </a:lnTo>
                <a:lnTo>
                  <a:pt x="435" y="854"/>
                </a:lnTo>
                <a:lnTo>
                  <a:pt x="435" y="853"/>
                </a:lnTo>
                <a:lnTo>
                  <a:pt x="436" y="853"/>
                </a:lnTo>
                <a:lnTo>
                  <a:pt x="436" y="854"/>
                </a:lnTo>
                <a:lnTo>
                  <a:pt x="437" y="854"/>
                </a:lnTo>
                <a:lnTo>
                  <a:pt x="437" y="855"/>
                </a:lnTo>
                <a:lnTo>
                  <a:pt x="438" y="855"/>
                </a:lnTo>
                <a:lnTo>
                  <a:pt x="439" y="854"/>
                </a:lnTo>
                <a:lnTo>
                  <a:pt x="440" y="854"/>
                </a:lnTo>
                <a:lnTo>
                  <a:pt x="441" y="854"/>
                </a:lnTo>
                <a:lnTo>
                  <a:pt x="442" y="854"/>
                </a:lnTo>
                <a:lnTo>
                  <a:pt x="443" y="854"/>
                </a:lnTo>
                <a:lnTo>
                  <a:pt x="444" y="853"/>
                </a:lnTo>
                <a:lnTo>
                  <a:pt x="444" y="854"/>
                </a:lnTo>
                <a:lnTo>
                  <a:pt x="445" y="854"/>
                </a:lnTo>
                <a:lnTo>
                  <a:pt x="445" y="853"/>
                </a:lnTo>
                <a:lnTo>
                  <a:pt x="446" y="853"/>
                </a:lnTo>
                <a:lnTo>
                  <a:pt x="447" y="854"/>
                </a:lnTo>
                <a:lnTo>
                  <a:pt x="448" y="854"/>
                </a:lnTo>
                <a:lnTo>
                  <a:pt x="448" y="855"/>
                </a:lnTo>
                <a:lnTo>
                  <a:pt x="449" y="855"/>
                </a:lnTo>
                <a:lnTo>
                  <a:pt x="449" y="856"/>
                </a:lnTo>
                <a:lnTo>
                  <a:pt x="449" y="855"/>
                </a:lnTo>
                <a:lnTo>
                  <a:pt x="450" y="855"/>
                </a:lnTo>
                <a:lnTo>
                  <a:pt x="451" y="856"/>
                </a:lnTo>
                <a:lnTo>
                  <a:pt x="452" y="857"/>
                </a:lnTo>
                <a:lnTo>
                  <a:pt x="453" y="857"/>
                </a:lnTo>
                <a:lnTo>
                  <a:pt x="454" y="858"/>
                </a:lnTo>
                <a:lnTo>
                  <a:pt x="455" y="858"/>
                </a:lnTo>
                <a:lnTo>
                  <a:pt x="456" y="859"/>
                </a:lnTo>
                <a:lnTo>
                  <a:pt x="457" y="859"/>
                </a:lnTo>
                <a:lnTo>
                  <a:pt x="458" y="859"/>
                </a:lnTo>
                <a:lnTo>
                  <a:pt x="458" y="860"/>
                </a:lnTo>
                <a:lnTo>
                  <a:pt x="458" y="861"/>
                </a:lnTo>
                <a:lnTo>
                  <a:pt x="458" y="862"/>
                </a:lnTo>
                <a:lnTo>
                  <a:pt x="458" y="863"/>
                </a:lnTo>
                <a:lnTo>
                  <a:pt x="458" y="864"/>
                </a:lnTo>
                <a:lnTo>
                  <a:pt x="458" y="865"/>
                </a:lnTo>
                <a:lnTo>
                  <a:pt x="458" y="866"/>
                </a:lnTo>
                <a:lnTo>
                  <a:pt x="457" y="867"/>
                </a:lnTo>
                <a:lnTo>
                  <a:pt x="457" y="868"/>
                </a:lnTo>
                <a:lnTo>
                  <a:pt x="458" y="868"/>
                </a:lnTo>
                <a:lnTo>
                  <a:pt x="458" y="869"/>
                </a:lnTo>
                <a:lnTo>
                  <a:pt x="458" y="870"/>
                </a:lnTo>
                <a:lnTo>
                  <a:pt x="457" y="870"/>
                </a:lnTo>
                <a:lnTo>
                  <a:pt x="457" y="871"/>
                </a:lnTo>
                <a:lnTo>
                  <a:pt x="457" y="872"/>
                </a:lnTo>
                <a:lnTo>
                  <a:pt x="457" y="873"/>
                </a:lnTo>
                <a:lnTo>
                  <a:pt x="456" y="873"/>
                </a:lnTo>
                <a:lnTo>
                  <a:pt x="457" y="874"/>
                </a:lnTo>
                <a:lnTo>
                  <a:pt x="457" y="875"/>
                </a:lnTo>
                <a:lnTo>
                  <a:pt x="457" y="876"/>
                </a:lnTo>
                <a:lnTo>
                  <a:pt x="457" y="877"/>
                </a:lnTo>
                <a:lnTo>
                  <a:pt x="456" y="876"/>
                </a:lnTo>
                <a:lnTo>
                  <a:pt x="456" y="877"/>
                </a:lnTo>
                <a:lnTo>
                  <a:pt x="456" y="878"/>
                </a:lnTo>
                <a:lnTo>
                  <a:pt x="456" y="880"/>
                </a:lnTo>
                <a:lnTo>
                  <a:pt x="457" y="881"/>
                </a:lnTo>
                <a:lnTo>
                  <a:pt x="457" y="882"/>
                </a:lnTo>
                <a:lnTo>
                  <a:pt x="458" y="883"/>
                </a:lnTo>
                <a:lnTo>
                  <a:pt x="459" y="883"/>
                </a:lnTo>
                <a:lnTo>
                  <a:pt x="459" y="884"/>
                </a:lnTo>
                <a:lnTo>
                  <a:pt x="460" y="884"/>
                </a:lnTo>
                <a:lnTo>
                  <a:pt x="460" y="883"/>
                </a:lnTo>
                <a:lnTo>
                  <a:pt x="461" y="883"/>
                </a:lnTo>
                <a:lnTo>
                  <a:pt x="461" y="882"/>
                </a:lnTo>
                <a:lnTo>
                  <a:pt x="462" y="882"/>
                </a:lnTo>
                <a:lnTo>
                  <a:pt x="463" y="882"/>
                </a:lnTo>
                <a:lnTo>
                  <a:pt x="463" y="881"/>
                </a:lnTo>
                <a:lnTo>
                  <a:pt x="464" y="881"/>
                </a:lnTo>
                <a:lnTo>
                  <a:pt x="465" y="881"/>
                </a:lnTo>
                <a:lnTo>
                  <a:pt x="465" y="880"/>
                </a:lnTo>
                <a:lnTo>
                  <a:pt x="465" y="879"/>
                </a:lnTo>
                <a:lnTo>
                  <a:pt x="466" y="879"/>
                </a:lnTo>
                <a:lnTo>
                  <a:pt x="466" y="878"/>
                </a:lnTo>
                <a:lnTo>
                  <a:pt x="467" y="879"/>
                </a:lnTo>
                <a:lnTo>
                  <a:pt x="468" y="880"/>
                </a:lnTo>
                <a:lnTo>
                  <a:pt x="469" y="880"/>
                </a:lnTo>
                <a:lnTo>
                  <a:pt x="471" y="880"/>
                </a:lnTo>
                <a:lnTo>
                  <a:pt x="472" y="880"/>
                </a:lnTo>
                <a:lnTo>
                  <a:pt x="473" y="881"/>
                </a:lnTo>
                <a:lnTo>
                  <a:pt x="473" y="882"/>
                </a:lnTo>
                <a:lnTo>
                  <a:pt x="475" y="882"/>
                </a:lnTo>
                <a:lnTo>
                  <a:pt x="475" y="881"/>
                </a:lnTo>
                <a:lnTo>
                  <a:pt x="477" y="881"/>
                </a:lnTo>
                <a:lnTo>
                  <a:pt x="477" y="882"/>
                </a:lnTo>
                <a:lnTo>
                  <a:pt x="478" y="882"/>
                </a:lnTo>
                <a:lnTo>
                  <a:pt x="479" y="881"/>
                </a:lnTo>
                <a:lnTo>
                  <a:pt x="480" y="881"/>
                </a:lnTo>
                <a:lnTo>
                  <a:pt x="480" y="882"/>
                </a:lnTo>
                <a:lnTo>
                  <a:pt x="481" y="883"/>
                </a:lnTo>
                <a:lnTo>
                  <a:pt x="482" y="883"/>
                </a:lnTo>
                <a:lnTo>
                  <a:pt x="483" y="883"/>
                </a:lnTo>
                <a:lnTo>
                  <a:pt x="484" y="883"/>
                </a:lnTo>
                <a:lnTo>
                  <a:pt x="484" y="884"/>
                </a:lnTo>
                <a:lnTo>
                  <a:pt x="485" y="885"/>
                </a:lnTo>
                <a:lnTo>
                  <a:pt x="487" y="886"/>
                </a:lnTo>
                <a:lnTo>
                  <a:pt x="488" y="886"/>
                </a:lnTo>
                <a:lnTo>
                  <a:pt x="489" y="886"/>
                </a:lnTo>
                <a:lnTo>
                  <a:pt x="490" y="886"/>
                </a:lnTo>
                <a:lnTo>
                  <a:pt x="491" y="887"/>
                </a:lnTo>
                <a:lnTo>
                  <a:pt x="492" y="887"/>
                </a:lnTo>
                <a:lnTo>
                  <a:pt x="492" y="888"/>
                </a:lnTo>
                <a:lnTo>
                  <a:pt x="493" y="889"/>
                </a:lnTo>
                <a:lnTo>
                  <a:pt x="494" y="889"/>
                </a:lnTo>
                <a:lnTo>
                  <a:pt x="494" y="890"/>
                </a:lnTo>
                <a:lnTo>
                  <a:pt x="494" y="891"/>
                </a:lnTo>
                <a:lnTo>
                  <a:pt x="495" y="891"/>
                </a:lnTo>
                <a:lnTo>
                  <a:pt x="496" y="891"/>
                </a:lnTo>
                <a:lnTo>
                  <a:pt x="496" y="893"/>
                </a:lnTo>
                <a:lnTo>
                  <a:pt x="496" y="894"/>
                </a:lnTo>
                <a:lnTo>
                  <a:pt x="495" y="894"/>
                </a:lnTo>
                <a:lnTo>
                  <a:pt x="495" y="895"/>
                </a:lnTo>
                <a:lnTo>
                  <a:pt x="496" y="897"/>
                </a:lnTo>
                <a:lnTo>
                  <a:pt x="498" y="896"/>
                </a:lnTo>
                <a:lnTo>
                  <a:pt x="499" y="897"/>
                </a:lnTo>
                <a:lnTo>
                  <a:pt x="499" y="898"/>
                </a:lnTo>
                <a:lnTo>
                  <a:pt x="499" y="899"/>
                </a:lnTo>
                <a:lnTo>
                  <a:pt x="499" y="900"/>
                </a:lnTo>
                <a:lnTo>
                  <a:pt x="499" y="901"/>
                </a:lnTo>
                <a:lnTo>
                  <a:pt x="500" y="902"/>
                </a:lnTo>
                <a:lnTo>
                  <a:pt x="500" y="903"/>
                </a:lnTo>
                <a:lnTo>
                  <a:pt x="499" y="904"/>
                </a:lnTo>
                <a:lnTo>
                  <a:pt x="499" y="905"/>
                </a:lnTo>
                <a:lnTo>
                  <a:pt x="499" y="906"/>
                </a:lnTo>
                <a:lnTo>
                  <a:pt x="499" y="907"/>
                </a:lnTo>
                <a:lnTo>
                  <a:pt x="498" y="907"/>
                </a:lnTo>
                <a:lnTo>
                  <a:pt x="498" y="908"/>
                </a:lnTo>
                <a:lnTo>
                  <a:pt x="499" y="908"/>
                </a:lnTo>
                <a:lnTo>
                  <a:pt x="500" y="909"/>
                </a:lnTo>
                <a:lnTo>
                  <a:pt x="501" y="909"/>
                </a:lnTo>
                <a:lnTo>
                  <a:pt x="501" y="910"/>
                </a:lnTo>
                <a:lnTo>
                  <a:pt x="502" y="910"/>
                </a:lnTo>
                <a:lnTo>
                  <a:pt x="502" y="911"/>
                </a:lnTo>
                <a:lnTo>
                  <a:pt x="503" y="911"/>
                </a:lnTo>
                <a:lnTo>
                  <a:pt x="503" y="912"/>
                </a:lnTo>
                <a:lnTo>
                  <a:pt x="504" y="912"/>
                </a:lnTo>
                <a:lnTo>
                  <a:pt x="504" y="913"/>
                </a:lnTo>
                <a:lnTo>
                  <a:pt x="504" y="914"/>
                </a:lnTo>
                <a:lnTo>
                  <a:pt x="503" y="914"/>
                </a:lnTo>
                <a:lnTo>
                  <a:pt x="503" y="915"/>
                </a:lnTo>
                <a:lnTo>
                  <a:pt x="502" y="915"/>
                </a:lnTo>
                <a:lnTo>
                  <a:pt x="502" y="916"/>
                </a:lnTo>
                <a:lnTo>
                  <a:pt x="503" y="916"/>
                </a:lnTo>
                <a:lnTo>
                  <a:pt x="502" y="916"/>
                </a:lnTo>
                <a:lnTo>
                  <a:pt x="501" y="917"/>
                </a:lnTo>
                <a:lnTo>
                  <a:pt x="501" y="918"/>
                </a:lnTo>
                <a:lnTo>
                  <a:pt x="500" y="919"/>
                </a:lnTo>
                <a:lnTo>
                  <a:pt x="499" y="919"/>
                </a:lnTo>
                <a:lnTo>
                  <a:pt x="498" y="919"/>
                </a:lnTo>
                <a:lnTo>
                  <a:pt x="498" y="918"/>
                </a:lnTo>
                <a:lnTo>
                  <a:pt x="498" y="917"/>
                </a:lnTo>
                <a:lnTo>
                  <a:pt x="497" y="917"/>
                </a:lnTo>
                <a:lnTo>
                  <a:pt x="496" y="917"/>
                </a:lnTo>
                <a:lnTo>
                  <a:pt x="496" y="916"/>
                </a:lnTo>
                <a:lnTo>
                  <a:pt x="495" y="916"/>
                </a:lnTo>
                <a:lnTo>
                  <a:pt x="493" y="916"/>
                </a:lnTo>
                <a:lnTo>
                  <a:pt x="492" y="916"/>
                </a:lnTo>
                <a:lnTo>
                  <a:pt x="492" y="917"/>
                </a:lnTo>
                <a:lnTo>
                  <a:pt x="492" y="918"/>
                </a:lnTo>
                <a:lnTo>
                  <a:pt x="492" y="919"/>
                </a:lnTo>
                <a:lnTo>
                  <a:pt x="493" y="919"/>
                </a:lnTo>
                <a:lnTo>
                  <a:pt x="493" y="920"/>
                </a:lnTo>
                <a:lnTo>
                  <a:pt x="492" y="920"/>
                </a:lnTo>
                <a:lnTo>
                  <a:pt x="491" y="920"/>
                </a:lnTo>
                <a:lnTo>
                  <a:pt x="491" y="921"/>
                </a:lnTo>
                <a:lnTo>
                  <a:pt x="490" y="921"/>
                </a:lnTo>
                <a:lnTo>
                  <a:pt x="490" y="922"/>
                </a:lnTo>
                <a:lnTo>
                  <a:pt x="489" y="923"/>
                </a:lnTo>
                <a:lnTo>
                  <a:pt x="489" y="924"/>
                </a:lnTo>
                <a:lnTo>
                  <a:pt x="488" y="924"/>
                </a:lnTo>
                <a:lnTo>
                  <a:pt x="487" y="924"/>
                </a:lnTo>
                <a:lnTo>
                  <a:pt x="487" y="925"/>
                </a:lnTo>
                <a:lnTo>
                  <a:pt x="487" y="926"/>
                </a:lnTo>
                <a:lnTo>
                  <a:pt x="486" y="926"/>
                </a:lnTo>
                <a:lnTo>
                  <a:pt x="485" y="926"/>
                </a:lnTo>
                <a:lnTo>
                  <a:pt x="484" y="926"/>
                </a:lnTo>
                <a:lnTo>
                  <a:pt x="484" y="925"/>
                </a:lnTo>
                <a:lnTo>
                  <a:pt x="483" y="925"/>
                </a:lnTo>
                <a:lnTo>
                  <a:pt x="482" y="925"/>
                </a:lnTo>
                <a:lnTo>
                  <a:pt x="481" y="925"/>
                </a:lnTo>
                <a:lnTo>
                  <a:pt x="480" y="924"/>
                </a:lnTo>
                <a:lnTo>
                  <a:pt x="480" y="923"/>
                </a:lnTo>
                <a:lnTo>
                  <a:pt x="480" y="922"/>
                </a:lnTo>
                <a:lnTo>
                  <a:pt x="479" y="922"/>
                </a:lnTo>
                <a:lnTo>
                  <a:pt x="478" y="923"/>
                </a:lnTo>
                <a:lnTo>
                  <a:pt x="477" y="923"/>
                </a:lnTo>
                <a:lnTo>
                  <a:pt x="477" y="922"/>
                </a:lnTo>
                <a:lnTo>
                  <a:pt x="476" y="922"/>
                </a:lnTo>
                <a:lnTo>
                  <a:pt x="476" y="921"/>
                </a:lnTo>
                <a:lnTo>
                  <a:pt x="475" y="920"/>
                </a:lnTo>
                <a:lnTo>
                  <a:pt x="474" y="920"/>
                </a:lnTo>
                <a:lnTo>
                  <a:pt x="474" y="921"/>
                </a:lnTo>
                <a:lnTo>
                  <a:pt x="473" y="921"/>
                </a:lnTo>
                <a:lnTo>
                  <a:pt x="473" y="920"/>
                </a:lnTo>
                <a:lnTo>
                  <a:pt x="472" y="920"/>
                </a:lnTo>
                <a:lnTo>
                  <a:pt x="471" y="920"/>
                </a:lnTo>
                <a:lnTo>
                  <a:pt x="470" y="921"/>
                </a:lnTo>
                <a:lnTo>
                  <a:pt x="469" y="921"/>
                </a:lnTo>
                <a:lnTo>
                  <a:pt x="468" y="921"/>
                </a:lnTo>
                <a:lnTo>
                  <a:pt x="468" y="922"/>
                </a:lnTo>
                <a:lnTo>
                  <a:pt x="467" y="922"/>
                </a:lnTo>
                <a:lnTo>
                  <a:pt x="466" y="922"/>
                </a:lnTo>
                <a:lnTo>
                  <a:pt x="465" y="922"/>
                </a:lnTo>
                <a:lnTo>
                  <a:pt x="465" y="923"/>
                </a:lnTo>
                <a:lnTo>
                  <a:pt x="464" y="923"/>
                </a:lnTo>
                <a:lnTo>
                  <a:pt x="463" y="923"/>
                </a:lnTo>
                <a:lnTo>
                  <a:pt x="462" y="923"/>
                </a:lnTo>
                <a:lnTo>
                  <a:pt x="461" y="923"/>
                </a:lnTo>
                <a:lnTo>
                  <a:pt x="461" y="922"/>
                </a:lnTo>
                <a:lnTo>
                  <a:pt x="460" y="922"/>
                </a:lnTo>
                <a:lnTo>
                  <a:pt x="460" y="923"/>
                </a:lnTo>
                <a:lnTo>
                  <a:pt x="459" y="922"/>
                </a:lnTo>
                <a:lnTo>
                  <a:pt x="458" y="922"/>
                </a:lnTo>
                <a:lnTo>
                  <a:pt x="457" y="922"/>
                </a:lnTo>
                <a:lnTo>
                  <a:pt x="456" y="922"/>
                </a:lnTo>
                <a:lnTo>
                  <a:pt x="456" y="921"/>
                </a:lnTo>
                <a:lnTo>
                  <a:pt x="454" y="920"/>
                </a:lnTo>
                <a:lnTo>
                  <a:pt x="454" y="919"/>
                </a:lnTo>
                <a:lnTo>
                  <a:pt x="453" y="920"/>
                </a:lnTo>
                <a:lnTo>
                  <a:pt x="452" y="920"/>
                </a:lnTo>
                <a:lnTo>
                  <a:pt x="451" y="920"/>
                </a:lnTo>
                <a:lnTo>
                  <a:pt x="451" y="921"/>
                </a:lnTo>
                <a:lnTo>
                  <a:pt x="450" y="921"/>
                </a:lnTo>
                <a:lnTo>
                  <a:pt x="449" y="921"/>
                </a:lnTo>
                <a:lnTo>
                  <a:pt x="449" y="920"/>
                </a:lnTo>
                <a:lnTo>
                  <a:pt x="448" y="920"/>
                </a:lnTo>
                <a:lnTo>
                  <a:pt x="447" y="921"/>
                </a:lnTo>
                <a:lnTo>
                  <a:pt x="445" y="921"/>
                </a:lnTo>
                <a:lnTo>
                  <a:pt x="444" y="921"/>
                </a:lnTo>
                <a:lnTo>
                  <a:pt x="443" y="921"/>
                </a:lnTo>
                <a:lnTo>
                  <a:pt x="442" y="922"/>
                </a:lnTo>
                <a:lnTo>
                  <a:pt x="442" y="923"/>
                </a:lnTo>
                <a:lnTo>
                  <a:pt x="443" y="923"/>
                </a:lnTo>
                <a:lnTo>
                  <a:pt x="443" y="924"/>
                </a:lnTo>
                <a:lnTo>
                  <a:pt x="442" y="925"/>
                </a:lnTo>
                <a:lnTo>
                  <a:pt x="442" y="926"/>
                </a:lnTo>
                <a:lnTo>
                  <a:pt x="443" y="926"/>
                </a:lnTo>
                <a:lnTo>
                  <a:pt x="444" y="926"/>
                </a:lnTo>
                <a:lnTo>
                  <a:pt x="444" y="927"/>
                </a:lnTo>
                <a:lnTo>
                  <a:pt x="445" y="928"/>
                </a:lnTo>
                <a:lnTo>
                  <a:pt x="445" y="929"/>
                </a:lnTo>
                <a:lnTo>
                  <a:pt x="444" y="929"/>
                </a:lnTo>
                <a:lnTo>
                  <a:pt x="443" y="930"/>
                </a:lnTo>
                <a:lnTo>
                  <a:pt x="442" y="931"/>
                </a:lnTo>
                <a:lnTo>
                  <a:pt x="441" y="931"/>
                </a:lnTo>
                <a:lnTo>
                  <a:pt x="439" y="932"/>
                </a:lnTo>
                <a:lnTo>
                  <a:pt x="438" y="932"/>
                </a:lnTo>
                <a:lnTo>
                  <a:pt x="438" y="933"/>
                </a:lnTo>
                <a:lnTo>
                  <a:pt x="438" y="934"/>
                </a:lnTo>
                <a:lnTo>
                  <a:pt x="438" y="935"/>
                </a:lnTo>
                <a:lnTo>
                  <a:pt x="438" y="936"/>
                </a:lnTo>
                <a:lnTo>
                  <a:pt x="437" y="936"/>
                </a:lnTo>
                <a:lnTo>
                  <a:pt x="435" y="936"/>
                </a:lnTo>
                <a:lnTo>
                  <a:pt x="436" y="937"/>
                </a:lnTo>
                <a:lnTo>
                  <a:pt x="436" y="938"/>
                </a:lnTo>
                <a:lnTo>
                  <a:pt x="435" y="938"/>
                </a:lnTo>
                <a:lnTo>
                  <a:pt x="435" y="939"/>
                </a:lnTo>
                <a:lnTo>
                  <a:pt x="435" y="940"/>
                </a:lnTo>
                <a:lnTo>
                  <a:pt x="435" y="941"/>
                </a:lnTo>
                <a:lnTo>
                  <a:pt x="434" y="942"/>
                </a:lnTo>
                <a:lnTo>
                  <a:pt x="433" y="943"/>
                </a:lnTo>
                <a:lnTo>
                  <a:pt x="433" y="945"/>
                </a:lnTo>
                <a:lnTo>
                  <a:pt x="434" y="946"/>
                </a:lnTo>
                <a:lnTo>
                  <a:pt x="434" y="947"/>
                </a:lnTo>
                <a:lnTo>
                  <a:pt x="433" y="947"/>
                </a:lnTo>
                <a:lnTo>
                  <a:pt x="433" y="948"/>
                </a:lnTo>
                <a:lnTo>
                  <a:pt x="432" y="947"/>
                </a:lnTo>
                <a:lnTo>
                  <a:pt x="431" y="948"/>
                </a:lnTo>
                <a:lnTo>
                  <a:pt x="430" y="949"/>
                </a:lnTo>
                <a:lnTo>
                  <a:pt x="431" y="951"/>
                </a:lnTo>
                <a:lnTo>
                  <a:pt x="431" y="952"/>
                </a:lnTo>
                <a:lnTo>
                  <a:pt x="432" y="952"/>
                </a:lnTo>
                <a:lnTo>
                  <a:pt x="432" y="953"/>
                </a:lnTo>
                <a:lnTo>
                  <a:pt x="432" y="954"/>
                </a:lnTo>
                <a:lnTo>
                  <a:pt x="432" y="955"/>
                </a:lnTo>
                <a:lnTo>
                  <a:pt x="433" y="955"/>
                </a:lnTo>
                <a:lnTo>
                  <a:pt x="433" y="956"/>
                </a:lnTo>
                <a:lnTo>
                  <a:pt x="432" y="957"/>
                </a:lnTo>
                <a:lnTo>
                  <a:pt x="432" y="958"/>
                </a:lnTo>
                <a:lnTo>
                  <a:pt x="431" y="958"/>
                </a:lnTo>
                <a:lnTo>
                  <a:pt x="431" y="959"/>
                </a:lnTo>
                <a:lnTo>
                  <a:pt x="431" y="960"/>
                </a:lnTo>
                <a:lnTo>
                  <a:pt x="430" y="961"/>
                </a:lnTo>
                <a:lnTo>
                  <a:pt x="430" y="962"/>
                </a:lnTo>
                <a:lnTo>
                  <a:pt x="431" y="963"/>
                </a:lnTo>
                <a:lnTo>
                  <a:pt x="432" y="962"/>
                </a:lnTo>
                <a:lnTo>
                  <a:pt x="433" y="962"/>
                </a:lnTo>
                <a:lnTo>
                  <a:pt x="433" y="963"/>
                </a:lnTo>
                <a:lnTo>
                  <a:pt x="433" y="964"/>
                </a:lnTo>
                <a:lnTo>
                  <a:pt x="434" y="965"/>
                </a:lnTo>
                <a:lnTo>
                  <a:pt x="435" y="966"/>
                </a:lnTo>
                <a:lnTo>
                  <a:pt x="435" y="967"/>
                </a:lnTo>
                <a:lnTo>
                  <a:pt x="436" y="969"/>
                </a:lnTo>
                <a:lnTo>
                  <a:pt x="437" y="969"/>
                </a:lnTo>
                <a:lnTo>
                  <a:pt x="438" y="970"/>
                </a:lnTo>
                <a:lnTo>
                  <a:pt x="439" y="970"/>
                </a:lnTo>
                <a:lnTo>
                  <a:pt x="441" y="971"/>
                </a:lnTo>
                <a:lnTo>
                  <a:pt x="442" y="971"/>
                </a:lnTo>
                <a:lnTo>
                  <a:pt x="443" y="972"/>
                </a:lnTo>
                <a:lnTo>
                  <a:pt x="443" y="973"/>
                </a:lnTo>
                <a:lnTo>
                  <a:pt x="442" y="973"/>
                </a:lnTo>
                <a:lnTo>
                  <a:pt x="442" y="974"/>
                </a:lnTo>
                <a:lnTo>
                  <a:pt x="442" y="975"/>
                </a:lnTo>
                <a:lnTo>
                  <a:pt x="442" y="976"/>
                </a:lnTo>
                <a:lnTo>
                  <a:pt x="441" y="976"/>
                </a:lnTo>
                <a:lnTo>
                  <a:pt x="441" y="978"/>
                </a:lnTo>
                <a:lnTo>
                  <a:pt x="442" y="979"/>
                </a:lnTo>
                <a:lnTo>
                  <a:pt x="442" y="980"/>
                </a:lnTo>
                <a:lnTo>
                  <a:pt x="442" y="982"/>
                </a:lnTo>
                <a:lnTo>
                  <a:pt x="443" y="982"/>
                </a:lnTo>
                <a:lnTo>
                  <a:pt x="444" y="983"/>
                </a:lnTo>
                <a:lnTo>
                  <a:pt x="445" y="984"/>
                </a:lnTo>
                <a:lnTo>
                  <a:pt x="445" y="985"/>
                </a:lnTo>
                <a:lnTo>
                  <a:pt x="445" y="986"/>
                </a:lnTo>
                <a:lnTo>
                  <a:pt x="444" y="986"/>
                </a:lnTo>
                <a:lnTo>
                  <a:pt x="444" y="988"/>
                </a:lnTo>
                <a:lnTo>
                  <a:pt x="445" y="988"/>
                </a:lnTo>
                <a:lnTo>
                  <a:pt x="445" y="989"/>
                </a:lnTo>
                <a:lnTo>
                  <a:pt x="444" y="990"/>
                </a:lnTo>
                <a:lnTo>
                  <a:pt x="443" y="990"/>
                </a:lnTo>
                <a:lnTo>
                  <a:pt x="443" y="991"/>
                </a:lnTo>
                <a:lnTo>
                  <a:pt x="442" y="993"/>
                </a:lnTo>
                <a:lnTo>
                  <a:pt x="443" y="994"/>
                </a:lnTo>
                <a:lnTo>
                  <a:pt x="442" y="994"/>
                </a:lnTo>
                <a:lnTo>
                  <a:pt x="442" y="995"/>
                </a:lnTo>
                <a:lnTo>
                  <a:pt x="442" y="996"/>
                </a:lnTo>
                <a:lnTo>
                  <a:pt x="442" y="998"/>
                </a:lnTo>
                <a:lnTo>
                  <a:pt x="443" y="998"/>
                </a:lnTo>
                <a:lnTo>
                  <a:pt x="442" y="998"/>
                </a:lnTo>
                <a:lnTo>
                  <a:pt x="442" y="999"/>
                </a:lnTo>
                <a:lnTo>
                  <a:pt x="443" y="999"/>
                </a:lnTo>
                <a:lnTo>
                  <a:pt x="443" y="1000"/>
                </a:lnTo>
                <a:lnTo>
                  <a:pt x="444" y="1000"/>
                </a:lnTo>
                <a:lnTo>
                  <a:pt x="444" y="1001"/>
                </a:lnTo>
                <a:lnTo>
                  <a:pt x="445" y="1001"/>
                </a:lnTo>
                <a:lnTo>
                  <a:pt x="446" y="1001"/>
                </a:lnTo>
                <a:lnTo>
                  <a:pt x="446" y="1002"/>
                </a:lnTo>
                <a:lnTo>
                  <a:pt x="446" y="1003"/>
                </a:lnTo>
                <a:lnTo>
                  <a:pt x="447" y="1004"/>
                </a:lnTo>
                <a:lnTo>
                  <a:pt x="447" y="1005"/>
                </a:lnTo>
                <a:lnTo>
                  <a:pt x="447" y="1006"/>
                </a:lnTo>
                <a:lnTo>
                  <a:pt x="447" y="1007"/>
                </a:lnTo>
                <a:lnTo>
                  <a:pt x="447" y="1008"/>
                </a:lnTo>
                <a:lnTo>
                  <a:pt x="447" y="1009"/>
                </a:lnTo>
                <a:lnTo>
                  <a:pt x="446" y="1009"/>
                </a:lnTo>
                <a:lnTo>
                  <a:pt x="445" y="1009"/>
                </a:lnTo>
                <a:lnTo>
                  <a:pt x="444" y="1009"/>
                </a:lnTo>
                <a:lnTo>
                  <a:pt x="444" y="1010"/>
                </a:lnTo>
                <a:lnTo>
                  <a:pt x="443" y="1010"/>
                </a:lnTo>
                <a:lnTo>
                  <a:pt x="443" y="1011"/>
                </a:lnTo>
                <a:lnTo>
                  <a:pt x="443" y="1012"/>
                </a:lnTo>
                <a:lnTo>
                  <a:pt x="442" y="1013"/>
                </a:lnTo>
                <a:lnTo>
                  <a:pt x="443" y="1014"/>
                </a:lnTo>
                <a:lnTo>
                  <a:pt x="444" y="1014"/>
                </a:lnTo>
                <a:lnTo>
                  <a:pt x="445" y="1014"/>
                </a:lnTo>
                <a:lnTo>
                  <a:pt x="445" y="1015"/>
                </a:lnTo>
                <a:lnTo>
                  <a:pt x="446" y="1015"/>
                </a:lnTo>
                <a:lnTo>
                  <a:pt x="446" y="1016"/>
                </a:lnTo>
                <a:lnTo>
                  <a:pt x="446" y="1017"/>
                </a:lnTo>
                <a:lnTo>
                  <a:pt x="446" y="1018"/>
                </a:lnTo>
                <a:lnTo>
                  <a:pt x="447" y="1019"/>
                </a:lnTo>
                <a:lnTo>
                  <a:pt x="447" y="1020"/>
                </a:lnTo>
                <a:lnTo>
                  <a:pt x="447" y="1021"/>
                </a:lnTo>
                <a:lnTo>
                  <a:pt x="448" y="1021"/>
                </a:lnTo>
                <a:lnTo>
                  <a:pt x="448" y="1022"/>
                </a:lnTo>
                <a:lnTo>
                  <a:pt x="449" y="1022"/>
                </a:lnTo>
                <a:lnTo>
                  <a:pt x="449" y="1023"/>
                </a:lnTo>
                <a:lnTo>
                  <a:pt x="449" y="1024"/>
                </a:lnTo>
                <a:lnTo>
                  <a:pt x="448" y="1024"/>
                </a:lnTo>
                <a:lnTo>
                  <a:pt x="448" y="1025"/>
                </a:lnTo>
                <a:lnTo>
                  <a:pt x="447" y="1024"/>
                </a:lnTo>
                <a:lnTo>
                  <a:pt x="446" y="1024"/>
                </a:lnTo>
                <a:lnTo>
                  <a:pt x="445" y="1025"/>
                </a:lnTo>
                <a:lnTo>
                  <a:pt x="445" y="1026"/>
                </a:lnTo>
                <a:lnTo>
                  <a:pt x="445" y="1027"/>
                </a:lnTo>
                <a:lnTo>
                  <a:pt x="444" y="1027"/>
                </a:lnTo>
                <a:lnTo>
                  <a:pt x="444" y="1028"/>
                </a:lnTo>
                <a:lnTo>
                  <a:pt x="444" y="1029"/>
                </a:lnTo>
                <a:lnTo>
                  <a:pt x="444" y="1030"/>
                </a:lnTo>
                <a:lnTo>
                  <a:pt x="444" y="1031"/>
                </a:lnTo>
                <a:lnTo>
                  <a:pt x="445" y="1031"/>
                </a:lnTo>
                <a:lnTo>
                  <a:pt x="445" y="1032"/>
                </a:lnTo>
                <a:lnTo>
                  <a:pt x="446" y="1032"/>
                </a:lnTo>
                <a:lnTo>
                  <a:pt x="445" y="1032"/>
                </a:lnTo>
                <a:lnTo>
                  <a:pt x="445" y="1033"/>
                </a:lnTo>
                <a:lnTo>
                  <a:pt x="444" y="1033"/>
                </a:lnTo>
                <a:lnTo>
                  <a:pt x="444" y="1034"/>
                </a:lnTo>
                <a:lnTo>
                  <a:pt x="443" y="1034"/>
                </a:lnTo>
                <a:lnTo>
                  <a:pt x="442" y="1034"/>
                </a:lnTo>
                <a:lnTo>
                  <a:pt x="441" y="1035"/>
                </a:lnTo>
                <a:lnTo>
                  <a:pt x="440" y="1035"/>
                </a:lnTo>
                <a:lnTo>
                  <a:pt x="440" y="1034"/>
                </a:lnTo>
                <a:lnTo>
                  <a:pt x="438" y="1035"/>
                </a:lnTo>
                <a:lnTo>
                  <a:pt x="437" y="1035"/>
                </a:lnTo>
                <a:lnTo>
                  <a:pt x="436" y="1036"/>
                </a:lnTo>
                <a:lnTo>
                  <a:pt x="435" y="1036"/>
                </a:lnTo>
                <a:lnTo>
                  <a:pt x="434" y="1036"/>
                </a:lnTo>
                <a:lnTo>
                  <a:pt x="433" y="1036"/>
                </a:lnTo>
                <a:lnTo>
                  <a:pt x="432" y="1036"/>
                </a:lnTo>
                <a:lnTo>
                  <a:pt x="431" y="1036"/>
                </a:lnTo>
                <a:lnTo>
                  <a:pt x="430" y="1037"/>
                </a:lnTo>
                <a:lnTo>
                  <a:pt x="430" y="1036"/>
                </a:lnTo>
                <a:lnTo>
                  <a:pt x="429" y="1036"/>
                </a:lnTo>
                <a:lnTo>
                  <a:pt x="428" y="1036"/>
                </a:lnTo>
                <a:lnTo>
                  <a:pt x="426" y="1036"/>
                </a:lnTo>
                <a:lnTo>
                  <a:pt x="425" y="1036"/>
                </a:lnTo>
                <a:lnTo>
                  <a:pt x="425" y="1038"/>
                </a:lnTo>
                <a:lnTo>
                  <a:pt x="423" y="1038"/>
                </a:lnTo>
                <a:lnTo>
                  <a:pt x="422" y="1038"/>
                </a:lnTo>
                <a:lnTo>
                  <a:pt x="421" y="1038"/>
                </a:lnTo>
                <a:lnTo>
                  <a:pt x="420" y="1038"/>
                </a:lnTo>
                <a:lnTo>
                  <a:pt x="419" y="1038"/>
                </a:lnTo>
                <a:lnTo>
                  <a:pt x="417" y="1038"/>
                </a:lnTo>
                <a:lnTo>
                  <a:pt x="415" y="1038"/>
                </a:lnTo>
                <a:lnTo>
                  <a:pt x="414" y="1038"/>
                </a:lnTo>
                <a:lnTo>
                  <a:pt x="413" y="1038"/>
                </a:lnTo>
                <a:lnTo>
                  <a:pt x="412" y="1038"/>
                </a:lnTo>
                <a:lnTo>
                  <a:pt x="412" y="1037"/>
                </a:lnTo>
                <a:lnTo>
                  <a:pt x="411" y="1037"/>
                </a:lnTo>
                <a:lnTo>
                  <a:pt x="410" y="1036"/>
                </a:lnTo>
                <a:lnTo>
                  <a:pt x="411" y="1035"/>
                </a:lnTo>
                <a:lnTo>
                  <a:pt x="411" y="1034"/>
                </a:lnTo>
                <a:lnTo>
                  <a:pt x="410" y="1033"/>
                </a:lnTo>
                <a:lnTo>
                  <a:pt x="409" y="1033"/>
                </a:lnTo>
                <a:lnTo>
                  <a:pt x="410" y="1033"/>
                </a:lnTo>
                <a:lnTo>
                  <a:pt x="410" y="1032"/>
                </a:lnTo>
                <a:lnTo>
                  <a:pt x="409" y="1032"/>
                </a:lnTo>
                <a:lnTo>
                  <a:pt x="408" y="1032"/>
                </a:lnTo>
                <a:lnTo>
                  <a:pt x="408" y="1031"/>
                </a:lnTo>
                <a:lnTo>
                  <a:pt x="408" y="1030"/>
                </a:lnTo>
                <a:lnTo>
                  <a:pt x="409" y="1030"/>
                </a:lnTo>
                <a:lnTo>
                  <a:pt x="410" y="1030"/>
                </a:lnTo>
                <a:lnTo>
                  <a:pt x="410" y="1029"/>
                </a:lnTo>
                <a:lnTo>
                  <a:pt x="410" y="1028"/>
                </a:lnTo>
                <a:lnTo>
                  <a:pt x="410" y="1026"/>
                </a:lnTo>
                <a:lnTo>
                  <a:pt x="409" y="1026"/>
                </a:lnTo>
                <a:lnTo>
                  <a:pt x="408" y="1026"/>
                </a:lnTo>
                <a:lnTo>
                  <a:pt x="407" y="1025"/>
                </a:lnTo>
                <a:lnTo>
                  <a:pt x="406" y="1025"/>
                </a:lnTo>
                <a:lnTo>
                  <a:pt x="405" y="1025"/>
                </a:lnTo>
                <a:lnTo>
                  <a:pt x="404" y="1025"/>
                </a:lnTo>
                <a:lnTo>
                  <a:pt x="403" y="1024"/>
                </a:lnTo>
                <a:lnTo>
                  <a:pt x="402" y="1024"/>
                </a:lnTo>
                <a:lnTo>
                  <a:pt x="401" y="1024"/>
                </a:lnTo>
                <a:lnTo>
                  <a:pt x="400" y="1023"/>
                </a:lnTo>
                <a:lnTo>
                  <a:pt x="401" y="1023"/>
                </a:lnTo>
                <a:lnTo>
                  <a:pt x="401" y="1022"/>
                </a:lnTo>
                <a:lnTo>
                  <a:pt x="401" y="1021"/>
                </a:lnTo>
                <a:lnTo>
                  <a:pt x="400" y="1021"/>
                </a:lnTo>
                <a:lnTo>
                  <a:pt x="400" y="1020"/>
                </a:lnTo>
                <a:lnTo>
                  <a:pt x="399" y="1019"/>
                </a:lnTo>
                <a:lnTo>
                  <a:pt x="398" y="1018"/>
                </a:lnTo>
                <a:lnTo>
                  <a:pt x="398" y="1017"/>
                </a:lnTo>
                <a:lnTo>
                  <a:pt x="396" y="1016"/>
                </a:lnTo>
                <a:lnTo>
                  <a:pt x="394" y="1015"/>
                </a:lnTo>
                <a:lnTo>
                  <a:pt x="393" y="1015"/>
                </a:lnTo>
                <a:lnTo>
                  <a:pt x="392" y="1014"/>
                </a:lnTo>
                <a:lnTo>
                  <a:pt x="391" y="1013"/>
                </a:lnTo>
                <a:lnTo>
                  <a:pt x="390" y="1012"/>
                </a:lnTo>
                <a:lnTo>
                  <a:pt x="389" y="1011"/>
                </a:lnTo>
                <a:lnTo>
                  <a:pt x="388" y="1010"/>
                </a:lnTo>
                <a:lnTo>
                  <a:pt x="387" y="1010"/>
                </a:lnTo>
                <a:lnTo>
                  <a:pt x="387" y="1009"/>
                </a:lnTo>
                <a:lnTo>
                  <a:pt x="386" y="1009"/>
                </a:lnTo>
                <a:lnTo>
                  <a:pt x="385" y="1009"/>
                </a:lnTo>
                <a:lnTo>
                  <a:pt x="384" y="1008"/>
                </a:lnTo>
                <a:lnTo>
                  <a:pt x="384" y="1007"/>
                </a:lnTo>
                <a:lnTo>
                  <a:pt x="383" y="1006"/>
                </a:lnTo>
                <a:lnTo>
                  <a:pt x="383" y="1007"/>
                </a:lnTo>
                <a:lnTo>
                  <a:pt x="381" y="1006"/>
                </a:lnTo>
                <a:lnTo>
                  <a:pt x="381" y="1005"/>
                </a:lnTo>
                <a:lnTo>
                  <a:pt x="380" y="1005"/>
                </a:lnTo>
                <a:lnTo>
                  <a:pt x="379" y="1005"/>
                </a:lnTo>
                <a:lnTo>
                  <a:pt x="378" y="1005"/>
                </a:lnTo>
                <a:lnTo>
                  <a:pt x="378" y="1004"/>
                </a:lnTo>
                <a:lnTo>
                  <a:pt x="377" y="1004"/>
                </a:lnTo>
                <a:lnTo>
                  <a:pt x="375" y="1004"/>
                </a:lnTo>
                <a:lnTo>
                  <a:pt x="374" y="1004"/>
                </a:lnTo>
                <a:lnTo>
                  <a:pt x="374" y="1005"/>
                </a:lnTo>
                <a:lnTo>
                  <a:pt x="374" y="1004"/>
                </a:lnTo>
                <a:lnTo>
                  <a:pt x="373" y="1004"/>
                </a:lnTo>
                <a:lnTo>
                  <a:pt x="372" y="1003"/>
                </a:lnTo>
                <a:lnTo>
                  <a:pt x="371" y="1003"/>
                </a:lnTo>
                <a:lnTo>
                  <a:pt x="370" y="1003"/>
                </a:lnTo>
                <a:lnTo>
                  <a:pt x="369" y="1004"/>
                </a:lnTo>
                <a:lnTo>
                  <a:pt x="368" y="1004"/>
                </a:lnTo>
                <a:lnTo>
                  <a:pt x="368" y="1003"/>
                </a:lnTo>
                <a:lnTo>
                  <a:pt x="367" y="1003"/>
                </a:lnTo>
                <a:lnTo>
                  <a:pt x="366" y="1003"/>
                </a:lnTo>
                <a:lnTo>
                  <a:pt x="366" y="1002"/>
                </a:lnTo>
                <a:lnTo>
                  <a:pt x="365" y="1002"/>
                </a:lnTo>
                <a:lnTo>
                  <a:pt x="364" y="1001"/>
                </a:lnTo>
                <a:lnTo>
                  <a:pt x="363" y="1000"/>
                </a:lnTo>
                <a:lnTo>
                  <a:pt x="363" y="999"/>
                </a:lnTo>
                <a:lnTo>
                  <a:pt x="362" y="998"/>
                </a:lnTo>
                <a:lnTo>
                  <a:pt x="361" y="997"/>
                </a:lnTo>
                <a:lnTo>
                  <a:pt x="360" y="997"/>
                </a:lnTo>
                <a:lnTo>
                  <a:pt x="359" y="996"/>
                </a:lnTo>
                <a:lnTo>
                  <a:pt x="358" y="997"/>
                </a:lnTo>
                <a:lnTo>
                  <a:pt x="357" y="996"/>
                </a:lnTo>
                <a:lnTo>
                  <a:pt x="356" y="996"/>
                </a:lnTo>
                <a:lnTo>
                  <a:pt x="355" y="996"/>
                </a:lnTo>
                <a:lnTo>
                  <a:pt x="355" y="995"/>
                </a:lnTo>
                <a:lnTo>
                  <a:pt x="354" y="995"/>
                </a:lnTo>
                <a:lnTo>
                  <a:pt x="354" y="994"/>
                </a:lnTo>
                <a:lnTo>
                  <a:pt x="353" y="994"/>
                </a:lnTo>
                <a:lnTo>
                  <a:pt x="352" y="993"/>
                </a:lnTo>
                <a:lnTo>
                  <a:pt x="352" y="994"/>
                </a:lnTo>
                <a:lnTo>
                  <a:pt x="352" y="993"/>
                </a:lnTo>
                <a:lnTo>
                  <a:pt x="352" y="992"/>
                </a:lnTo>
                <a:lnTo>
                  <a:pt x="352" y="991"/>
                </a:lnTo>
                <a:lnTo>
                  <a:pt x="352" y="990"/>
                </a:lnTo>
                <a:lnTo>
                  <a:pt x="351" y="990"/>
                </a:lnTo>
                <a:lnTo>
                  <a:pt x="351" y="989"/>
                </a:lnTo>
                <a:lnTo>
                  <a:pt x="350" y="989"/>
                </a:lnTo>
                <a:lnTo>
                  <a:pt x="349" y="989"/>
                </a:lnTo>
                <a:lnTo>
                  <a:pt x="348" y="989"/>
                </a:lnTo>
                <a:lnTo>
                  <a:pt x="346" y="989"/>
                </a:lnTo>
                <a:lnTo>
                  <a:pt x="345" y="990"/>
                </a:lnTo>
                <a:lnTo>
                  <a:pt x="343" y="990"/>
                </a:lnTo>
                <a:lnTo>
                  <a:pt x="343" y="989"/>
                </a:lnTo>
                <a:lnTo>
                  <a:pt x="342" y="988"/>
                </a:lnTo>
                <a:lnTo>
                  <a:pt x="341" y="988"/>
                </a:lnTo>
                <a:lnTo>
                  <a:pt x="341" y="987"/>
                </a:lnTo>
                <a:lnTo>
                  <a:pt x="340" y="986"/>
                </a:lnTo>
                <a:lnTo>
                  <a:pt x="339" y="986"/>
                </a:lnTo>
                <a:lnTo>
                  <a:pt x="339" y="985"/>
                </a:lnTo>
                <a:lnTo>
                  <a:pt x="337" y="984"/>
                </a:lnTo>
                <a:lnTo>
                  <a:pt x="336" y="983"/>
                </a:lnTo>
                <a:lnTo>
                  <a:pt x="335" y="983"/>
                </a:lnTo>
                <a:lnTo>
                  <a:pt x="334" y="982"/>
                </a:lnTo>
                <a:lnTo>
                  <a:pt x="334" y="981"/>
                </a:lnTo>
                <a:lnTo>
                  <a:pt x="333" y="981"/>
                </a:lnTo>
                <a:lnTo>
                  <a:pt x="332" y="981"/>
                </a:lnTo>
                <a:lnTo>
                  <a:pt x="331" y="981"/>
                </a:lnTo>
                <a:lnTo>
                  <a:pt x="331" y="980"/>
                </a:lnTo>
                <a:lnTo>
                  <a:pt x="330" y="980"/>
                </a:lnTo>
                <a:lnTo>
                  <a:pt x="329" y="980"/>
                </a:lnTo>
                <a:lnTo>
                  <a:pt x="328" y="980"/>
                </a:lnTo>
                <a:lnTo>
                  <a:pt x="328" y="979"/>
                </a:lnTo>
                <a:lnTo>
                  <a:pt x="327" y="979"/>
                </a:lnTo>
                <a:lnTo>
                  <a:pt x="327" y="978"/>
                </a:lnTo>
                <a:lnTo>
                  <a:pt x="326" y="978"/>
                </a:lnTo>
                <a:lnTo>
                  <a:pt x="325" y="977"/>
                </a:lnTo>
                <a:lnTo>
                  <a:pt x="325" y="976"/>
                </a:lnTo>
                <a:lnTo>
                  <a:pt x="325" y="975"/>
                </a:lnTo>
                <a:lnTo>
                  <a:pt x="326" y="975"/>
                </a:lnTo>
                <a:lnTo>
                  <a:pt x="325" y="974"/>
                </a:lnTo>
                <a:lnTo>
                  <a:pt x="325" y="973"/>
                </a:lnTo>
                <a:lnTo>
                  <a:pt x="325" y="972"/>
                </a:lnTo>
                <a:lnTo>
                  <a:pt x="324" y="971"/>
                </a:lnTo>
                <a:lnTo>
                  <a:pt x="324" y="972"/>
                </a:lnTo>
                <a:lnTo>
                  <a:pt x="323" y="972"/>
                </a:lnTo>
                <a:lnTo>
                  <a:pt x="322" y="971"/>
                </a:lnTo>
                <a:lnTo>
                  <a:pt x="322" y="970"/>
                </a:lnTo>
                <a:lnTo>
                  <a:pt x="322" y="969"/>
                </a:lnTo>
                <a:lnTo>
                  <a:pt x="321" y="969"/>
                </a:lnTo>
                <a:lnTo>
                  <a:pt x="321" y="968"/>
                </a:lnTo>
                <a:lnTo>
                  <a:pt x="321" y="969"/>
                </a:lnTo>
                <a:lnTo>
                  <a:pt x="320" y="969"/>
                </a:lnTo>
                <a:lnTo>
                  <a:pt x="319" y="970"/>
                </a:lnTo>
                <a:lnTo>
                  <a:pt x="318" y="970"/>
                </a:lnTo>
                <a:lnTo>
                  <a:pt x="317" y="970"/>
                </a:lnTo>
                <a:lnTo>
                  <a:pt x="316" y="970"/>
                </a:lnTo>
                <a:lnTo>
                  <a:pt x="315" y="970"/>
                </a:lnTo>
                <a:lnTo>
                  <a:pt x="315" y="971"/>
                </a:lnTo>
                <a:lnTo>
                  <a:pt x="314" y="971"/>
                </a:lnTo>
                <a:lnTo>
                  <a:pt x="314" y="970"/>
                </a:lnTo>
                <a:lnTo>
                  <a:pt x="313" y="970"/>
                </a:lnTo>
                <a:lnTo>
                  <a:pt x="312" y="970"/>
                </a:lnTo>
                <a:lnTo>
                  <a:pt x="311" y="971"/>
                </a:lnTo>
                <a:lnTo>
                  <a:pt x="310" y="971"/>
                </a:lnTo>
                <a:lnTo>
                  <a:pt x="309" y="971"/>
                </a:lnTo>
                <a:lnTo>
                  <a:pt x="308" y="971"/>
                </a:lnTo>
                <a:lnTo>
                  <a:pt x="307" y="973"/>
                </a:lnTo>
                <a:lnTo>
                  <a:pt x="306" y="973"/>
                </a:lnTo>
                <a:lnTo>
                  <a:pt x="306" y="974"/>
                </a:lnTo>
                <a:lnTo>
                  <a:pt x="304" y="974"/>
                </a:lnTo>
                <a:lnTo>
                  <a:pt x="303" y="974"/>
                </a:lnTo>
                <a:lnTo>
                  <a:pt x="303" y="973"/>
                </a:lnTo>
                <a:lnTo>
                  <a:pt x="302" y="973"/>
                </a:lnTo>
                <a:lnTo>
                  <a:pt x="301" y="972"/>
                </a:lnTo>
                <a:lnTo>
                  <a:pt x="300" y="971"/>
                </a:lnTo>
                <a:lnTo>
                  <a:pt x="299" y="971"/>
                </a:lnTo>
                <a:lnTo>
                  <a:pt x="298" y="970"/>
                </a:lnTo>
                <a:lnTo>
                  <a:pt x="297" y="969"/>
                </a:lnTo>
                <a:lnTo>
                  <a:pt x="296" y="969"/>
                </a:lnTo>
                <a:lnTo>
                  <a:pt x="295" y="970"/>
                </a:lnTo>
                <a:lnTo>
                  <a:pt x="294" y="971"/>
                </a:lnTo>
                <a:lnTo>
                  <a:pt x="293" y="971"/>
                </a:lnTo>
                <a:lnTo>
                  <a:pt x="293" y="972"/>
                </a:lnTo>
                <a:lnTo>
                  <a:pt x="293" y="973"/>
                </a:lnTo>
                <a:lnTo>
                  <a:pt x="292" y="974"/>
                </a:lnTo>
                <a:lnTo>
                  <a:pt x="291" y="974"/>
                </a:lnTo>
                <a:lnTo>
                  <a:pt x="291" y="975"/>
                </a:lnTo>
                <a:lnTo>
                  <a:pt x="291" y="976"/>
                </a:lnTo>
                <a:lnTo>
                  <a:pt x="290" y="976"/>
                </a:lnTo>
                <a:lnTo>
                  <a:pt x="289" y="975"/>
                </a:lnTo>
                <a:lnTo>
                  <a:pt x="288" y="975"/>
                </a:lnTo>
                <a:lnTo>
                  <a:pt x="288" y="974"/>
                </a:lnTo>
                <a:lnTo>
                  <a:pt x="287" y="974"/>
                </a:lnTo>
                <a:lnTo>
                  <a:pt x="287" y="975"/>
                </a:lnTo>
                <a:lnTo>
                  <a:pt x="286" y="975"/>
                </a:lnTo>
                <a:lnTo>
                  <a:pt x="286" y="976"/>
                </a:lnTo>
                <a:lnTo>
                  <a:pt x="285" y="977"/>
                </a:lnTo>
                <a:lnTo>
                  <a:pt x="284" y="977"/>
                </a:lnTo>
                <a:lnTo>
                  <a:pt x="283" y="976"/>
                </a:lnTo>
                <a:lnTo>
                  <a:pt x="282" y="976"/>
                </a:lnTo>
                <a:lnTo>
                  <a:pt x="282" y="975"/>
                </a:lnTo>
                <a:lnTo>
                  <a:pt x="281" y="975"/>
                </a:lnTo>
                <a:lnTo>
                  <a:pt x="280" y="975"/>
                </a:lnTo>
                <a:lnTo>
                  <a:pt x="279" y="975"/>
                </a:lnTo>
                <a:lnTo>
                  <a:pt x="278" y="975"/>
                </a:lnTo>
                <a:lnTo>
                  <a:pt x="277" y="975"/>
                </a:lnTo>
                <a:lnTo>
                  <a:pt x="277" y="976"/>
                </a:lnTo>
                <a:lnTo>
                  <a:pt x="277" y="977"/>
                </a:lnTo>
                <a:lnTo>
                  <a:pt x="276" y="977"/>
                </a:lnTo>
                <a:lnTo>
                  <a:pt x="275" y="977"/>
                </a:lnTo>
                <a:lnTo>
                  <a:pt x="274" y="977"/>
                </a:lnTo>
                <a:lnTo>
                  <a:pt x="273" y="977"/>
                </a:lnTo>
                <a:lnTo>
                  <a:pt x="273" y="978"/>
                </a:lnTo>
                <a:lnTo>
                  <a:pt x="273" y="979"/>
                </a:lnTo>
                <a:lnTo>
                  <a:pt x="273" y="980"/>
                </a:lnTo>
                <a:lnTo>
                  <a:pt x="272" y="980"/>
                </a:lnTo>
                <a:lnTo>
                  <a:pt x="273" y="981"/>
                </a:lnTo>
                <a:lnTo>
                  <a:pt x="273" y="982"/>
                </a:lnTo>
                <a:lnTo>
                  <a:pt x="273" y="983"/>
                </a:lnTo>
                <a:lnTo>
                  <a:pt x="271" y="984"/>
                </a:lnTo>
                <a:lnTo>
                  <a:pt x="271" y="985"/>
                </a:lnTo>
                <a:lnTo>
                  <a:pt x="270" y="986"/>
                </a:lnTo>
                <a:lnTo>
                  <a:pt x="269" y="986"/>
                </a:lnTo>
                <a:lnTo>
                  <a:pt x="268" y="986"/>
                </a:lnTo>
                <a:lnTo>
                  <a:pt x="267" y="985"/>
                </a:lnTo>
                <a:lnTo>
                  <a:pt x="266" y="984"/>
                </a:lnTo>
                <a:lnTo>
                  <a:pt x="264" y="982"/>
                </a:lnTo>
                <a:lnTo>
                  <a:pt x="263" y="981"/>
                </a:lnTo>
                <a:lnTo>
                  <a:pt x="263" y="980"/>
                </a:lnTo>
                <a:lnTo>
                  <a:pt x="262" y="980"/>
                </a:lnTo>
                <a:lnTo>
                  <a:pt x="261" y="980"/>
                </a:lnTo>
                <a:lnTo>
                  <a:pt x="261" y="979"/>
                </a:lnTo>
                <a:lnTo>
                  <a:pt x="260" y="979"/>
                </a:lnTo>
                <a:lnTo>
                  <a:pt x="260" y="978"/>
                </a:lnTo>
                <a:lnTo>
                  <a:pt x="259" y="978"/>
                </a:lnTo>
                <a:lnTo>
                  <a:pt x="258" y="978"/>
                </a:lnTo>
                <a:lnTo>
                  <a:pt x="258" y="979"/>
                </a:lnTo>
                <a:lnTo>
                  <a:pt x="256" y="979"/>
                </a:lnTo>
                <a:lnTo>
                  <a:pt x="255" y="979"/>
                </a:lnTo>
                <a:lnTo>
                  <a:pt x="255" y="978"/>
                </a:lnTo>
                <a:lnTo>
                  <a:pt x="254" y="977"/>
                </a:lnTo>
                <a:lnTo>
                  <a:pt x="253" y="977"/>
                </a:lnTo>
                <a:lnTo>
                  <a:pt x="252" y="976"/>
                </a:lnTo>
                <a:lnTo>
                  <a:pt x="252" y="975"/>
                </a:lnTo>
                <a:lnTo>
                  <a:pt x="251" y="975"/>
                </a:lnTo>
                <a:lnTo>
                  <a:pt x="250" y="974"/>
                </a:lnTo>
                <a:lnTo>
                  <a:pt x="250" y="973"/>
                </a:lnTo>
                <a:lnTo>
                  <a:pt x="250" y="972"/>
                </a:lnTo>
                <a:lnTo>
                  <a:pt x="249" y="971"/>
                </a:lnTo>
                <a:lnTo>
                  <a:pt x="248" y="970"/>
                </a:lnTo>
                <a:lnTo>
                  <a:pt x="247" y="969"/>
                </a:lnTo>
                <a:lnTo>
                  <a:pt x="247" y="968"/>
                </a:lnTo>
                <a:lnTo>
                  <a:pt x="246" y="967"/>
                </a:lnTo>
                <a:lnTo>
                  <a:pt x="246" y="966"/>
                </a:lnTo>
                <a:lnTo>
                  <a:pt x="245" y="965"/>
                </a:lnTo>
                <a:lnTo>
                  <a:pt x="245" y="964"/>
                </a:lnTo>
                <a:lnTo>
                  <a:pt x="244" y="964"/>
                </a:lnTo>
                <a:lnTo>
                  <a:pt x="244" y="963"/>
                </a:lnTo>
                <a:lnTo>
                  <a:pt x="244" y="962"/>
                </a:lnTo>
                <a:lnTo>
                  <a:pt x="243" y="962"/>
                </a:lnTo>
                <a:lnTo>
                  <a:pt x="242" y="963"/>
                </a:lnTo>
                <a:lnTo>
                  <a:pt x="241" y="963"/>
                </a:lnTo>
                <a:lnTo>
                  <a:pt x="240" y="964"/>
                </a:lnTo>
                <a:lnTo>
                  <a:pt x="239" y="964"/>
                </a:lnTo>
                <a:lnTo>
                  <a:pt x="239" y="963"/>
                </a:lnTo>
                <a:lnTo>
                  <a:pt x="238" y="963"/>
                </a:lnTo>
                <a:lnTo>
                  <a:pt x="238" y="962"/>
                </a:lnTo>
                <a:lnTo>
                  <a:pt x="238" y="961"/>
                </a:lnTo>
                <a:lnTo>
                  <a:pt x="237" y="960"/>
                </a:lnTo>
                <a:lnTo>
                  <a:pt x="237" y="959"/>
                </a:lnTo>
                <a:lnTo>
                  <a:pt x="237" y="958"/>
                </a:lnTo>
                <a:lnTo>
                  <a:pt x="237" y="957"/>
                </a:lnTo>
                <a:lnTo>
                  <a:pt x="236" y="955"/>
                </a:lnTo>
                <a:lnTo>
                  <a:pt x="235" y="955"/>
                </a:lnTo>
                <a:lnTo>
                  <a:pt x="234" y="955"/>
                </a:lnTo>
                <a:lnTo>
                  <a:pt x="233" y="954"/>
                </a:lnTo>
                <a:lnTo>
                  <a:pt x="233" y="953"/>
                </a:lnTo>
                <a:lnTo>
                  <a:pt x="232" y="953"/>
                </a:lnTo>
                <a:lnTo>
                  <a:pt x="231" y="953"/>
                </a:lnTo>
                <a:lnTo>
                  <a:pt x="231" y="954"/>
                </a:lnTo>
                <a:lnTo>
                  <a:pt x="230" y="954"/>
                </a:lnTo>
                <a:lnTo>
                  <a:pt x="230" y="953"/>
                </a:lnTo>
                <a:lnTo>
                  <a:pt x="229" y="953"/>
                </a:lnTo>
                <a:lnTo>
                  <a:pt x="228" y="954"/>
                </a:lnTo>
                <a:lnTo>
                  <a:pt x="228" y="953"/>
                </a:lnTo>
                <a:lnTo>
                  <a:pt x="227" y="953"/>
                </a:lnTo>
                <a:lnTo>
                  <a:pt x="226" y="953"/>
                </a:lnTo>
                <a:lnTo>
                  <a:pt x="225" y="954"/>
                </a:lnTo>
                <a:lnTo>
                  <a:pt x="224" y="955"/>
                </a:lnTo>
                <a:lnTo>
                  <a:pt x="223" y="955"/>
                </a:lnTo>
                <a:lnTo>
                  <a:pt x="222" y="955"/>
                </a:lnTo>
                <a:lnTo>
                  <a:pt x="222" y="956"/>
                </a:lnTo>
                <a:lnTo>
                  <a:pt x="221" y="955"/>
                </a:lnTo>
                <a:lnTo>
                  <a:pt x="221" y="956"/>
                </a:lnTo>
                <a:lnTo>
                  <a:pt x="220" y="957"/>
                </a:lnTo>
                <a:lnTo>
                  <a:pt x="219" y="957"/>
                </a:lnTo>
                <a:lnTo>
                  <a:pt x="218" y="956"/>
                </a:lnTo>
                <a:lnTo>
                  <a:pt x="217" y="955"/>
                </a:lnTo>
                <a:lnTo>
                  <a:pt x="216" y="955"/>
                </a:lnTo>
                <a:lnTo>
                  <a:pt x="216" y="954"/>
                </a:lnTo>
                <a:lnTo>
                  <a:pt x="215" y="953"/>
                </a:lnTo>
                <a:lnTo>
                  <a:pt x="215" y="952"/>
                </a:lnTo>
                <a:lnTo>
                  <a:pt x="215" y="951"/>
                </a:lnTo>
                <a:lnTo>
                  <a:pt x="214" y="951"/>
                </a:lnTo>
                <a:lnTo>
                  <a:pt x="214" y="952"/>
                </a:lnTo>
                <a:lnTo>
                  <a:pt x="213" y="952"/>
                </a:lnTo>
                <a:lnTo>
                  <a:pt x="212" y="952"/>
                </a:lnTo>
                <a:lnTo>
                  <a:pt x="211" y="953"/>
                </a:lnTo>
                <a:lnTo>
                  <a:pt x="211" y="952"/>
                </a:lnTo>
                <a:lnTo>
                  <a:pt x="211" y="951"/>
                </a:lnTo>
                <a:lnTo>
                  <a:pt x="211" y="950"/>
                </a:lnTo>
                <a:lnTo>
                  <a:pt x="212" y="949"/>
                </a:lnTo>
                <a:lnTo>
                  <a:pt x="212" y="948"/>
                </a:lnTo>
                <a:lnTo>
                  <a:pt x="211" y="947"/>
                </a:lnTo>
                <a:lnTo>
                  <a:pt x="210" y="947"/>
                </a:lnTo>
                <a:lnTo>
                  <a:pt x="210" y="946"/>
                </a:lnTo>
                <a:lnTo>
                  <a:pt x="209" y="946"/>
                </a:lnTo>
                <a:lnTo>
                  <a:pt x="209" y="945"/>
                </a:lnTo>
                <a:lnTo>
                  <a:pt x="209" y="943"/>
                </a:lnTo>
                <a:lnTo>
                  <a:pt x="209" y="942"/>
                </a:lnTo>
                <a:lnTo>
                  <a:pt x="208" y="942"/>
                </a:lnTo>
                <a:lnTo>
                  <a:pt x="208" y="941"/>
                </a:lnTo>
                <a:lnTo>
                  <a:pt x="209" y="941"/>
                </a:lnTo>
                <a:lnTo>
                  <a:pt x="209" y="940"/>
                </a:lnTo>
                <a:lnTo>
                  <a:pt x="209" y="938"/>
                </a:lnTo>
                <a:lnTo>
                  <a:pt x="209" y="937"/>
                </a:lnTo>
                <a:lnTo>
                  <a:pt x="208" y="937"/>
                </a:lnTo>
                <a:lnTo>
                  <a:pt x="207" y="937"/>
                </a:lnTo>
                <a:lnTo>
                  <a:pt x="206" y="937"/>
                </a:lnTo>
                <a:lnTo>
                  <a:pt x="205" y="937"/>
                </a:lnTo>
                <a:lnTo>
                  <a:pt x="204" y="937"/>
                </a:lnTo>
                <a:lnTo>
                  <a:pt x="204" y="936"/>
                </a:lnTo>
                <a:lnTo>
                  <a:pt x="203" y="936"/>
                </a:lnTo>
                <a:lnTo>
                  <a:pt x="202" y="937"/>
                </a:lnTo>
                <a:lnTo>
                  <a:pt x="202" y="938"/>
                </a:lnTo>
                <a:lnTo>
                  <a:pt x="202" y="939"/>
                </a:lnTo>
                <a:lnTo>
                  <a:pt x="201" y="939"/>
                </a:lnTo>
                <a:lnTo>
                  <a:pt x="200" y="940"/>
                </a:lnTo>
                <a:lnTo>
                  <a:pt x="199" y="941"/>
                </a:lnTo>
                <a:lnTo>
                  <a:pt x="198" y="941"/>
                </a:lnTo>
                <a:lnTo>
                  <a:pt x="197" y="942"/>
                </a:lnTo>
                <a:lnTo>
                  <a:pt x="196" y="942"/>
                </a:lnTo>
                <a:lnTo>
                  <a:pt x="196" y="943"/>
                </a:lnTo>
                <a:lnTo>
                  <a:pt x="195" y="943"/>
                </a:lnTo>
                <a:lnTo>
                  <a:pt x="194" y="944"/>
                </a:lnTo>
                <a:lnTo>
                  <a:pt x="194" y="945"/>
                </a:lnTo>
                <a:lnTo>
                  <a:pt x="194" y="946"/>
                </a:lnTo>
                <a:lnTo>
                  <a:pt x="193" y="946"/>
                </a:lnTo>
                <a:lnTo>
                  <a:pt x="193" y="947"/>
                </a:lnTo>
                <a:lnTo>
                  <a:pt x="192" y="947"/>
                </a:lnTo>
                <a:lnTo>
                  <a:pt x="193" y="948"/>
                </a:lnTo>
                <a:lnTo>
                  <a:pt x="193" y="949"/>
                </a:lnTo>
                <a:lnTo>
                  <a:pt x="193" y="950"/>
                </a:lnTo>
                <a:lnTo>
                  <a:pt x="193" y="951"/>
                </a:lnTo>
                <a:lnTo>
                  <a:pt x="192" y="952"/>
                </a:lnTo>
                <a:lnTo>
                  <a:pt x="191" y="952"/>
                </a:lnTo>
                <a:lnTo>
                  <a:pt x="191" y="953"/>
                </a:lnTo>
                <a:lnTo>
                  <a:pt x="192" y="954"/>
                </a:lnTo>
                <a:lnTo>
                  <a:pt x="192" y="955"/>
                </a:lnTo>
                <a:lnTo>
                  <a:pt x="191" y="955"/>
                </a:lnTo>
                <a:lnTo>
                  <a:pt x="190" y="954"/>
                </a:lnTo>
                <a:lnTo>
                  <a:pt x="189" y="954"/>
                </a:lnTo>
                <a:lnTo>
                  <a:pt x="188" y="954"/>
                </a:lnTo>
                <a:lnTo>
                  <a:pt x="188" y="953"/>
                </a:lnTo>
                <a:lnTo>
                  <a:pt x="188" y="952"/>
                </a:lnTo>
                <a:lnTo>
                  <a:pt x="187" y="952"/>
                </a:lnTo>
                <a:lnTo>
                  <a:pt x="186" y="951"/>
                </a:lnTo>
                <a:lnTo>
                  <a:pt x="185" y="951"/>
                </a:lnTo>
                <a:lnTo>
                  <a:pt x="184" y="951"/>
                </a:lnTo>
                <a:lnTo>
                  <a:pt x="184" y="950"/>
                </a:lnTo>
                <a:lnTo>
                  <a:pt x="184" y="949"/>
                </a:lnTo>
                <a:lnTo>
                  <a:pt x="184" y="948"/>
                </a:lnTo>
                <a:lnTo>
                  <a:pt x="184" y="947"/>
                </a:lnTo>
                <a:lnTo>
                  <a:pt x="183" y="947"/>
                </a:lnTo>
                <a:lnTo>
                  <a:pt x="182" y="946"/>
                </a:lnTo>
                <a:lnTo>
                  <a:pt x="181" y="946"/>
                </a:lnTo>
                <a:lnTo>
                  <a:pt x="181" y="945"/>
                </a:lnTo>
                <a:lnTo>
                  <a:pt x="180" y="945"/>
                </a:lnTo>
                <a:lnTo>
                  <a:pt x="180" y="946"/>
                </a:lnTo>
                <a:lnTo>
                  <a:pt x="179" y="946"/>
                </a:lnTo>
                <a:lnTo>
                  <a:pt x="179" y="945"/>
                </a:lnTo>
                <a:lnTo>
                  <a:pt x="178" y="945"/>
                </a:lnTo>
                <a:lnTo>
                  <a:pt x="176" y="945"/>
                </a:lnTo>
                <a:lnTo>
                  <a:pt x="175" y="945"/>
                </a:lnTo>
                <a:lnTo>
                  <a:pt x="175" y="944"/>
                </a:lnTo>
                <a:lnTo>
                  <a:pt x="176" y="944"/>
                </a:lnTo>
                <a:lnTo>
                  <a:pt x="176" y="943"/>
                </a:lnTo>
                <a:lnTo>
                  <a:pt x="175" y="943"/>
                </a:lnTo>
                <a:lnTo>
                  <a:pt x="174" y="943"/>
                </a:lnTo>
                <a:lnTo>
                  <a:pt x="174" y="942"/>
                </a:lnTo>
                <a:lnTo>
                  <a:pt x="175" y="942"/>
                </a:lnTo>
                <a:lnTo>
                  <a:pt x="175" y="941"/>
                </a:lnTo>
                <a:lnTo>
                  <a:pt x="174" y="941"/>
                </a:lnTo>
                <a:lnTo>
                  <a:pt x="173" y="941"/>
                </a:lnTo>
                <a:lnTo>
                  <a:pt x="173" y="940"/>
                </a:lnTo>
                <a:lnTo>
                  <a:pt x="172" y="940"/>
                </a:lnTo>
                <a:lnTo>
                  <a:pt x="171" y="939"/>
                </a:lnTo>
                <a:lnTo>
                  <a:pt x="170" y="939"/>
                </a:lnTo>
                <a:lnTo>
                  <a:pt x="170" y="938"/>
                </a:lnTo>
                <a:lnTo>
                  <a:pt x="171" y="938"/>
                </a:lnTo>
                <a:lnTo>
                  <a:pt x="171" y="937"/>
                </a:lnTo>
                <a:lnTo>
                  <a:pt x="172" y="936"/>
                </a:lnTo>
                <a:lnTo>
                  <a:pt x="172" y="935"/>
                </a:lnTo>
                <a:lnTo>
                  <a:pt x="172" y="934"/>
                </a:lnTo>
                <a:lnTo>
                  <a:pt x="172" y="933"/>
                </a:lnTo>
                <a:lnTo>
                  <a:pt x="173" y="932"/>
                </a:lnTo>
                <a:lnTo>
                  <a:pt x="173" y="931"/>
                </a:lnTo>
                <a:lnTo>
                  <a:pt x="173" y="930"/>
                </a:lnTo>
                <a:lnTo>
                  <a:pt x="173" y="929"/>
                </a:lnTo>
                <a:lnTo>
                  <a:pt x="173" y="928"/>
                </a:lnTo>
                <a:lnTo>
                  <a:pt x="172" y="928"/>
                </a:lnTo>
                <a:lnTo>
                  <a:pt x="172" y="927"/>
                </a:lnTo>
                <a:lnTo>
                  <a:pt x="172" y="926"/>
                </a:lnTo>
                <a:lnTo>
                  <a:pt x="172" y="925"/>
                </a:lnTo>
                <a:lnTo>
                  <a:pt x="172" y="924"/>
                </a:lnTo>
                <a:lnTo>
                  <a:pt x="172" y="923"/>
                </a:lnTo>
                <a:lnTo>
                  <a:pt x="172" y="922"/>
                </a:lnTo>
                <a:lnTo>
                  <a:pt x="172" y="921"/>
                </a:lnTo>
                <a:lnTo>
                  <a:pt x="171" y="921"/>
                </a:lnTo>
                <a:lnTo>
                  <a:pt x="170" y="921"/>
                </a:lnTo>
                <a:lnTo>
                  <a:pt x="169" y="920"/>
                </a:lnTo>
                <a:lnTo>
                  <a:pt x="168" y="920"/>
                </a:lnTo>
                <a:lnTo>
                  <a:pt x="168" y="919"/>
                </a:lnTo>
                <a:lnTo>
                  <a:pt x="168" y="918"/>
                </a:lnTo>
                <a:lnTo>
                  <a:pt x="169" y="918"/>
                </a:lnTo>
                <a:lnTo>
                  <a:pt x="169" y="917"/>
                </a:lnTo>
                <a:lnTo>
                  <a:pt x="169" y="916"/>
                </a:lnTo>
                <a:lnTo>
                  <a:pt x="167" y="915"/>
                </a:lnTo>
                <a:lnTo>
                  <a:pt x="166" y="915"/>
                </a:lnTo>
                <a:lnTo>
                  <a:pt x="166" y="916"/>
                </a:lnTo>
                <a:lnTo>
                  <a:pt x="165" y="916"/>
                </a:lnTo>
                <a:lnTo>
                  <a:pt x="165" y="915"/>
                </a:lnTo>
                <a:lnTo>
                  <a:pt x="165" y="914"/>
                </a:lnTo>
                <a:lnTo>
                  <a:pt x="164" y="914"/>
                </a:lnTo>
                <a:lnTo>
                  <a:pt x="163" y="914"/>
                </a:lnTo>
                <a:lnTo>
                  <a:pt x="163" y="913"/>
                </a:lnTo>
                <a:lnTo>
                  <a:pt x="162" y="913"/>
                </a:lnTo>
                <a:lnTo>
                  <a:pt x="162" y="914"/>
                </a:lnTo>
                <a:lnTo>
                  <a:pt x="161" y="915"/>
                </a:lnTo>
                <a:lnTo>
                  <a:pt x="160" y="916"/>
                </a:lnTo>
                <a:lnTo>
                  <a:pt x="160" y="915"/>
                </a:lnTo>
                <a:lnTo>
                  <a:pt x="159" y="915"/>
                </a:lnTo>
                <a:lnTo>
                  <a:pt x="158" y="915"/>
                </a:lnTo>
                <a:lnTo>
                  <a:pt x="157" y="915"/>
                </a:lnTo>
                <a:lnTo>
                  <a:pt x="156" y="915"/>
                </a:lnTo>
                <a:lnTo>
                  <a:pt x="155" y="916"/>
                </a:lnTo>
                <a:lnTo>
                  <a:pt x="153" y="917"/>
                </a:lnTo>
                <a:lnTo>
                  <a:pt x="152" y="917"/>
                </a:lnTo>
                <a:lnTo>
                  <a:pt x="152" y="916"/>
                </a:lnTo>
                <a:lnTo>
                  <a:pt x="152" y="915"/>
                </a:lnTo>
                <a:lnTo>
                  <a:pt x="152" y="914"/>
                </a:lnTo>
                <a:lnTo>
                  <a:pt x="151" y="914"/>
                </a:lnTo>
                <a:lnTo>
                  <a:pt x="150" y="914"/>
                </a:lnTo>
                <a:lnTo>
                  <a:pt x="150" y="915"/>
                </a:lnTo>
                <a:lnTo>
                  <a:pt x="149" y="915"/>
                </a:lnTo>
                <a:lnTo>
                  <a:pt x="149" y="914"/>
                </a:lnTo>
                <a:lnTo>
                  <a:pt x="148" y="914"/>
                </a:lnTo>
                <a:lnTo>
                  <a:pt x="147" y="914"/>
                </a:lnTo>
                <a:lnTo>
                  <a:pt x="146" y="914"/>
                </a:lnTo>
                <a:lnTo>
                  <a:pt x="145" y="914"/>
                </a:lnTo>
                <a:lnTo>
                  <a:pt x="145" y="915"/>
                </a:lnTo>
                <a:lnTo>
                  <a:pt x="145" y="916"/>
                </a:lnTo>
                <a:lnTo>
                  <a:pt x="143" y="916"/>
                </a:lnTo>
                <a:lnTo>
                  <a:pt x="143" y="917"/>
                </a:lnTo>
                <a:lnTo>
                  <a:pt x="143" y="916"/>
                </a:lnTo>
                <a:lnTo>
                  <a:pt x="142" y="916"/>
                </a:lnTo>
                <a:lnTo>
                  <a:pt x="140" y="916"/>
                </a:lnTo>
                <a:lnTo>
                  <a:pt x="139" y="917"/>
                </a:lnTo>
                <a:lnTo>
                  <a:pt x="139" y="918"/>
                </a:lnTo>
                <a:lnTo>
                  <a:pt x="139" y="917"/>
                </a:lnTo>
                <a:lnTo>
                  <a:pt x="138" y="916"/>
                </a:lnTo>
                <a:lnTo>
                  <a:pt x="139" y="915"/>
                </a:lnTo>
                <a:lnTo>
                  <a:pt x="138" y="914"/>
                </a:lnTo>
                <a:lnTo>
                  <a:pt x="139" y="913"/>
                </a:lnTo>
                <a:lnTo>
                  <a:pt x="138" y="913"/>
                </a:lnTo>
                <a:lnTo>
                  <a:pt x="138" y="912"/>
                </a:lnTo>
                <a:lnTo>
                  <a:pt x="137" y="912"/>
                </a:lnTo>
                <a:lnTo>
                  <a:pt x="137" y="913"/>
                </a:lnTo>
                <a:lnTo>
                  <a:pt x="136" y="913"/>
                </a:lnTo>
                <a:lnTo>
                  <a:pt x="135" y="913"/>
                </a:lnTo>
                <a:lnTo>
                  <a:pt x="134" y="913"/>
                </a:lnTo>
                <a:lnTo>
                  <a:pt x="134" y="912"/>
                </a:lnTo>
                <a:lnTo>
                  <a:pt x="133" y="912"/>
                </a:lnTo>
                <a:lnTo>
                  <a:pt x="133" y="913"/>
                </a:lnTo>
                <a:lnTo>
                  <a:pt x="132" y="913"/>
                </a:lnTo>
                <a:lnTo>
                  <a:pt x="132" y="914"/>
                </a:lnTo>
                <a:lnTo>
                  <a:pt x="131" y="914"/>
                </a:lnTo>
                <a:lnTo>
                  <a:pt x="131" y="915"/>
                </a:lnTo>
                <a:lnTo>
                  <a:pt x="129" y="916"/>
                </a:lnTo>
                <a:lnTo>
                  <a:pt x="128" y="916"/>
                </a:lnTo>
                <a:lnTo>
                  <a:pt x="127" y="917"/>
                </a:lnTo>
                <a:lnTo>
                  <a:pt x="127" y="918"/>
                </a:lnTo>
                <a:lnTo>
                  <a:pt x="126" y="919"/>
                </a:lnTo>
                <a:lnTo>
                  <a:pt x="125" y="919"/>
                </a:lnTo>
                <a:lnTo>
                  <a:pt x="124" y="919"/>
                </a:lnTo>
                <a:lnTo>
                  <a:pt x="123" y="919"/>
                </a:lnTo>
                <a:lnTo>
                  <a:pt x="123" y="920"/>
                </a:lnTo>
                <a:lnTo>
                  <a:pt x="122" y="920"/>
                </a:lnTo>
                <a:lnTo>
                  <a:pt x="121" y="920"/>
                </a:lnTo>
                <a:lnTo>
                  <a:pt x="119" y="920"/>
                </a:lnTo>
                <a:lnTo>
                  <a:pt x="118" y="919"/>
                </a:lnTo>
                <a:lnTo>
                  <a:pt x="117" y="919"/>
                </a:lnTo>
                <a:lnTo>
                  <a:pt x="117" y="920"/>
                </a:lnTo>
                <a:lnTo>
                  <a:pt x="116" y="921"/>
                </a:lnTo>
                <a:lnTo>
                  <a:pt x="115" y="921"/>
                </a:lnTo>
                <a:lnTo>
                  <a:pt x="115" y="922"/>
                </a:lnTo>
                <a:lnTo>
                  <a:pt x="114" y="921"/>
                </a:lnTo>
                <a:lnTo>
                  <a:pt x="113" y="921"/>
                </a:lnTo>
                <a:lnTo>
                  <a:pt x="112" y="922"/>
                </a:lnTo>
                <a:lnTo>
                  <a:pt x="111" y="922"/>
                </a:lnTo>
                <a:lnTo>
                  <a:pt x="110" y="922"/>
                </a:lnTo>
                <a:lnTo>
                  <a:pt x="109" y="923"/>
                </a:lnTo>
                <a:lnTo>
                  <a:pt x="109" y="924"/>
                </a:lnTo>
                <a:lnTo>
                  <a:pt x="108" y="924"/>
                </a:lnTo>
                <a:lnTo>
                  <a:pt x="106" y="924"/>
                </a:lnTo>
                <a:lnTo>
                  <a:pt x="105" y="924"/>
                </a:lnTo>
                <a:lnTo>
                  <a:pt x="104" y="924"/>
                </a:lnTo>
                <a:lnTo>
                  <a:pt x="104" y="925"/>
                </a:lnTo>
                <a:lnTo>
                  <a:pt x="103" y="925"/>
                </a:lnTo>
                <a:lnTo>
                  <a:pt x="103" y="926"/>
                </a:lnTo>
                <a:lnTo>
                  <a:pt x="103" y="927"/>
                </a:lnTo>
                <a:lnTo>
                  <a:pt x="102" y="928"/>
                </a:lnTo>
                <a:lnTo>
                  <a:pt x="101" y="928"/>
                </a:lnTo>
                <a:lnTo>
                  <a:pt x="100" y="929"/>
                </a:lnTo>
                <a:lnTo>
                  <a:pt x="99" y="928"/>
                </a:lnTo>
                <a:lnTo>
                  <a:pt x="98" y="929"/>
                </a:lnTo>
                <a:lnTo>
                  <a:pt x="98" y="928"/>
                </a:lnTo>
                <a:lnTo>
                  <a:pt x="97" y="928"/>
                </a:lnTo>
                <a:lnTo>
                  <a:pt x="96" y="926"/>
                </a:lnTo>
                <a:lnTo>
                  <a:pt x="96" y="925"/>
                </a:lnTo>
                <a:lnTo>
                  <a:pt x="95" y="924"/>
                </a:lnTo>
                <a:lnTo>
                  <a:pt x="94" y="923"/>
                </a:lnTo>
                <a:lnTo>
                  <a:pt x="93" y="922"/>
                </a:lnTo>
                <a:lnTo>
                  <a:pt x="92" y="922"/>
                </a:lnTo>
                <a:lnTo>
                  <a:pt x="91" y="921"/>
                </a:lnTo>
                <a:lnTo>
                  <a:pt x="90" y="922"/>
                </a:lnTo>
                <a:lnTo>
                  <a:pt x="89" y="922"/>
                </a:lnTo>
                <a:lnTo>
                  <a:pt x="88" y="921"/>
                </a:lnTo>
                <a:lnTo>
                  <a:pt x="87" y="921"/>
                </a:lnTo>
                <a:lnTo>
                  <a:pt x="86" y="922"/>
                </a:lnTo>
                <a:lnTo>
                  <a:pt x="84" y="922"/>
                </a:lnTo>
                <a:lnTo>
                  <a:pt x="84" y="921"/>
                </a:lnTo>
                <a:lnTo>
                  <a:pt x="83" y="920"/>
                </a:lnTo>
                <a:lnTo>
                  <a:pt x="83" y="919"/>
                </a:lnTo>
                <a:lnTo>
                  <a:pt x="82" y="919"/>
                </a:lnTo>
                <a:lnTo>
                  <a:pt x="81" y="919"/>
                </a:lnTo>
                <a:lnTo>
                  <a:pt x="80" y="919"/>
                </a:lnTo>
                <a:lnTo>
                  <a:pt x="79" y="919"/>
                </a:lnTo>
                <a:lnTo>
                  <a:pt x="78" y="919"/>
                </a:lnTo>
                <a:lnTo>
                  <a:pt x="78" y="918"/>
                </a:lnTo>
                <a:lnTo>
                  <a:pt x="78" y="919"/>
                </a:lnTo>
                <a:lnTo>
                  <a:pt x="77" y="919"/>
                </a:lnTo>
                <a:lnTo>
                  <a:pt x="75" y="919"/>
                </a:lnTo>
                <a:lnTo>
                  <a:pt x="74" y="919"/>
                </a:lnTo>
                <a:lnTo>
                  <a:pt x="74" y="918"/>
                </a:lnTo>
                <a:lnTo>
                  <a:pt x="73" y="917"/>
                </a:lnTo>
                <a:lnTo>
                  <a:pt x="72" y="918"/>
                </a:lnTo>
                <a:lnTo>
                  <a:pt x="71" y="918"/>
                </a:lnTo>
                <a:lnTo>
                  <a:pt x="71" y="917"/>
                </a:lnTo>
                <a:lnTo>
                  <a:pt x="71" y="916"/>
                </a:lnTo>
                <a:lnTo>
                  <a:pt x="70" y="916"/>
                </a:lnTo>
                <a:lnTo>
                  <a:pt x="69" y="916"/>
                </a:lnTo>
                <a:lnTo>
                  <a:pt x="69" y="915"/>
                </a:lnTo>
                <a:lnTo>
                  <a:pt x="69" y="916"/>
                </a:lnTo>
                <a:lnTo>
                  <a:pt x="68" y="916"/>
                </a:lnTo>
                <a:lnTo>
                  <a:pt x="68" y="915"/>
                </a:lnTo>
                <a:lnTo>
                  <a:pt x="68" y="916"/>
                </a:lnTo>
                <a:lnTo>
                  <a:pt x="67" y="916"/>
                </a:lnTo>
                <a:lnTo>
                  <a:pt x="67" y="915"/>
                </a:lnTo>
                <a:lnTo>
                  <a:pt x="67" y="914"/>
                </a:lnTo>
                <a:lnTo>
                  <a:pt x="66" y="914"/>
                </a:lnTo>
                <a:lnTo>
                  <a:pt x="65" y="913"/>
                </a:lnTo>
                <a:lnTo>
                  <a:pt x="64" y="912"/>
                </a:lnTo>
                <a:lnTo>
                  <a:pt x="63" y="912"/>
                </a:lnTo>
                <a:lnTo>
                  <a:pt x="63" y="911"/>
                </a:lnTo>
                <a:lnTo>
                  <a:pt x="63" y="910"/>
                </a:lnTo>
                <a:lnTo>
                  <a:pt x="63" y="909"/>
                </a:lnTo>
                <a:lnTo>
                  <a:pt x="62" y="909"/>
                </a:lnTo>
                <a:lnTo>
                  <a:pt x="62" y="908"/>
                </a:lnTo>
                <a:lnTo>
                  <a:pt x="64" y="907"/>
                </a:lnTo>
                <a:lnTo>
                  <a:pt x="65" y="907"/>
                </a:lnTo>
                <a:lnTo>
                  <a:pt x="66" y="906"/>
                </a:lnTo>
                <a:lnTo>
                  <a:pt x="66" y="905"/>
                </a:lnTo>
                <a:lnTo>
                  <a:pt x="65" y="905"/>
                </a:lnTo>
                <a:lnTo>
                  <a:pt x="65" y="904"/>
                </a:lnTo>
                <a:lnTo>
                  <a:pt x="65" y="903"/>
                </a:lnTo>
                <a:lnTo>
                  <a:pt x="65" y="902"/>
                </a:lnTo>
                <a:lnTo>
                  <a:pt x="64" y="902"/>
                </a:lnTo>
                <a:lnTo>
                  <a:pt x="63" y="902"/>
                </a:lnTo>
                <a:lnTo>
                  <a:pt x="62" y="902"/>
                </a:lnTo>
                <a:lnTo>
                  <a:pt x="63" y="902"/>
                </a:lnTo>
                <a:lnTo>
                  <a:pt x="62" y="901"/>
                </a:lnTo>
                <a:lnTo>
                  <a:pt x="61" y="901"/>
                </a:lnTo>
                <a:lnTo>
                  <a:pt x="61" y="900"/>
                </a:lnTo>
                <a:lnTo>
                  <a:pt x="59" y="899"/>
                </a:lnTo>
                <a:lnTo>
                  <a:pt x="59" y="898"/>
                </a:lnTo>
                <a:lnTo>
                  <a:pt x="59" y="897"/>
                </a:lnTo>
                <a:lnTo>
                  <a:pt x="58" y="897"/>
                </a:lnTo>
                <a:lnTo>
                  <a:pt x="58" y="898"/>
                </a:lnTo>
                <a:lnTo>
                  <a:pt x="58" y="899"/>
                </a:lnTo>
                <a:lnTo>
                  <a:pt x="57" y="898"/>
                </a:lnTo>
                <a:lnTo>
                  <a:pt x="56" y="898"/>
                </a:lnTo>
                <a:lnTo>
                  <a:pt x="56" y="899"/>
                </a:lnTo>
                <a:lnTo>
                  <a:pt x="56" y="900"/>
                </a:lnTo>
                <a:lnTo>
                  <a:pt x="55" y="900"/>
                </a:lnTo>
                <a:lnTo>
                  <a:pt x="55" y="901"/>
                </a:lnTo>
                <a:lnTo>
                  <a:pt x="55" y="902"/>
                </a:lnTo>
                <a:lnTo>
                  <a:pt x="54" y="902"/>
                </a:lnTo>
                <a:lnTo>
                  <a:pt x="53" y="902"/>
                </a:lnTo>
                <a:lnTo>
                  <a:pt x="53" y="901"/>
                </a:lnTo>
                <a:lnTo>
                  <a:pt x="52" y="900"/>
                </a:lnTo>
                <a:lnTo>
                  <a:pt x="51" y="900"/>
                </a:lnTo>
                <a:lnTo>
                  <a:pt x="51" y="899"/>
                </a:lnTo>
                <a:lnTo>
                  <a:pt x="50" y="899"/>
                </a:lnTo>
                <a:lnTo>
                  <a:pt x="50" y="900"/>
                </a:lnTo>
                <a:lnTo>
                  <a:pt x="49" y="900"/>
                </a:lnTo>
                <a:lnTo>
                  <a:pt x="48" y="901"/>
                </a:lnTo>
                <a:lnTo>
                  <a:pt x="47" y="902"/>
                </a:lnTo>
                <a:lnTo>
                  <a:pt x="46" y="902"/>
                </a:lnTo>
                <a:lnTo>
                  <a:pt x="45" y="901"/>
                </a:lnTo>
                <a:lnTo>
                  <a:pt x="44" y="901"/>
                </a:lnTo>
                <a:lnTo>
                  <a:pt x="43" y="901"/>
                </a:lnTo>
                <a:lnTo>
                  <a:pt x="42" y="901"/>
                </a:lnTo>
                <a:lnTo>
                  <a:pt x="41" y="901"/>
                </a:lnTo>
                <a:lnTo>
                  <a:pt x="40" y="902"/>
                </a:lnTo>
                <a:lnTo>
                  <a:pt x="39" y="902"/>
                </a:lnTo>
                <a:lnTo>
                  <a:pt x="39" y="903"/>
                </a:lnTo>
                <a:lnTo>
                  <a:pt x="38" y="903"/>
                </a:lnTo>
                <a:lnTo>
                  <a:pt x="37" y="903"/>
                </a:lnTo>
                <a:lnTo>
                  <a:pt x="36" y="902"/>
                </a:lnTo>
                <a:lnTo>
                  <a:pt x="35" y="902"/>
                </a:lnTo>
                <a:lnTo>
                  <a:pt x="35" y="903"/>
                </a:lnTo>
                <a:lnTo>
                  <a:pt x="35" y="904"/>
                </a:lnTo>
                <a:lnTo>
                  <a:pt x="36" y="905"/>
                </a:lnTo>
                <a:lnTo>
                  <a:pt x="35" y="906"/>
                </a:lnTo>
                <a:lnTo>
                  <a:pt x="35" y="907"/>
                </a:lnTo>
                <a:lnTo>
                  <a:pt x="35" y="908"/>
                </a:lnTo>
                <a:lnTo>
                  <a:pt x="35" y="909"/>
                </a:lnTo>
                <a:lnTo>
                  <a:pt x="35" y="910"/>
                </a:lnTo>
                <a:lnTo>
                  <a:pt x="35" y="909"/>
                </a:lnTo>
                <a:lnTo>
                  <a:pt x="34" y="909"/>
                </a:lnTo>
                <a:lnTo>
                  <a:pt x="34" y="910"/>
                </a:lnTo>
                <a:lnTo>
                  <a:pt x="32" y="912"/>
                </a:lnTo>
                <a:lnTo>
                  <a:pt x="31" y="912"/>
                </a:lnTo>
                <a:lnTo>
                  <a:pt x="30" y="912"/>
                </a:lnTo>
                <a:lnTo>
                  <a:pt x="30" y="911"/>
                </a:lnTo>
                <a:lnTo>
                  <a:pt x="30" y="910"/>
                </a:lnTo>
                <a:lnTo>
                  <a:pt x="29" y="910"/>
                </a:lnTo>
                <a:lnTo>
                  <a:pt x="28" y="910"/>
                </a:lnTo>
                <a:lnTo>
                  <a:pt x="28" y="911"/>
                </a:lnTo>
                <a:lnTo>
                  <a:pt x="28" y="910"/>
                </a:lnTo>
                <a:lnTo>
                  <a:pt x="27" y="910"/>
                </a:lnTo>
                <a:lnTo>
                  <a:pt x="27" y="911"/>
                </a:lnTo>
                <a:lnTo>
                  <a:pt x="26" y="911"/>
                </a:lnTo>
                <a:lnTo>
                  <a:pt x="26" y="912"/>
                </a:lnTo>
                <a:lnTo>
                  <a:pt x="25" y="911"/>
                </a:lnTo>
                <a:lnTo>
                  <a:pt x="24" y="911"/>
                </a:lnTo>
                <a:lnTo>
                  <a:pt x="23" y="912"/>
                </a:lnTo>
                <a:lnTo>
                  <a:pt x="23" y="913"/>
                </a:lnTo>
                <a:lnTo>
                  <a:pt x="22" y="913"/>
                </a:lnTo>
                <a:lnTo>
                  <a:pt x="21" y="913"/>
                </a:lnTo>
                <a:lnTo>
                  <a:pt x="20" y="914"/>
                </a:lnTo>
                <a:lnTo>
                  <a:pt x="20" y="915"/>
                </a:lnTo>
                <a:lnTo>
                  <a:pt x="19" y="915"/>
                </a:lnTo>
                <a:lnTo>
                  <a:pt x="18" y="916"/>
                </a:lnTo>
                <a:lnTo>
                  <a:pt x="17" y="916"/>
                </a:lnTo>
                <a:lnTo>
                  <a:pt x="16" y="917"/>
                </a:lnTo>
                <a:lnTo>
                  <a:pt x="16" y="918"/>
                </a:lnTo>
                <a:lnTo>
                  <a:pt x="15" y="917"/>
                </a:lnTo>
                <a:lnTo>
                  <a:pt x="15" y="918"/>
                </a:lnTo>
                <a:lnTo>
                  <a:pt x="14" y="918"/>
                </a:lnTo>
                <a:lnTo>
                  <a:pt x="13" y="919"/>
                </a:lnTo>
                <a:lnTo>
                  <a:pt x="12" y="919"/>
                </a:lnTo>
                <a:lnTo>
                  <a:pt x="11" y="919"/>
                </a:lnTo>
                <a:lnTo>
                  <a:pt x="11" y="918"/>
                </a:lnTo>
                <a:lnTo>
                  <a:pt x="11" y="917"/>
                </a:lnTo>
                <a:lnTo>
                  <a:pt x="10" y="916"/>
                </a:lnTo>
                <a:lnTo>
                  <a:pt x="10" y="915"/>
                </a:lnTo>
                <a:lnTo>
                  <a:pt x="9" y="915"/>
                </a:lnTo>
                <a:lnTo>
                  <a:pt x="9" y="916"/>
                </a:lnTo>
                <a:lnTo>
                  <a:pt x="8" y="916"/>
                </a:lnTo>
                <a:lnTo>
                  <a:pt x="7" y="915"/>
                </a:lnTo>
                <a:lnTo>
                  <a:pt x="7" y="914"/>
                </a:lnTo>
                <a:lnTo>
                  <a:pt x="7" y="912"/>
                </a:lnTo>
                <a:lnTo>
                  <a:pt x="8" y="911"/>
                </a:lnTo>
                <a:lnTo>
                  <a:pt x="8" y="910"/>
                </a:lnTo>
                <a:lnTo>
                  <a:pt x="7" y="910"/>
                </a:lnTo>
                <a:lnTo>
                  <a:pt x="7" y="909"/>
                </a:lnTo>
                <a:lnTo>
                  <a:pt x="7" y="908"/>
                </a:lnTo>
                <a:lnTo>
                  <a:pt x="7" y="907"/>
                </a:lnTo>
                <a:lnTo>
                  <a:pt x="7" y="906"/>
                </a:lnTo>
                <a:lnTo>
                  <a:pt x="6" y="907"/>
                </a:lnTo>
                <a:lnTo>
                  <a:pt x="5" y="907"/>
                </a:lnTo>
                <a:lnTo>
                  <a:pt x="4" y="907"/>
                </a:lnTo>
                <a:lnTo>
                  <a:pt x="4" y="906"/>
                </a:lnTo>
                <a:lnTo>
                  <a:pt x="4" y="905"/>
                </a:lnTo>
                <a:lnTo>
                  <a:pt x="4" y="904"/>
                </a:lnTo>
                <a:lnTo>
                  <a:pt x="4" y="903"/>
                </a:lnTo>
                <a:lnTo>
                  <a:pt x="4" y="902"/>
                </a:lnTo>
                <a:lnTo>
                  <a:pt x="3" y="901"/>
                </a:lnTo>
                <a:lnTo>
                  <a:pt x="3" y="900"/>
                </a:lnTo>
                <a:lnTo>
                  <a:pt x="3" y="899"/>
                </a:lnTo>
                <a:lnTo>
                  <a:pt x="2" y="898"/>
                </a:lnTo>
                <a:lnTo>
                  <a:pt x="1" y="898"/>
                </a:lnTo>
                <a:lnTo>
                  <a:pt x="1" y="897"/>
                </a:lnTo>
                <a:lnTo>
                  <a:pt x="0" y="896"/>
                </a:lnTo>
                <a:lnTo>
                  <a:pt x="0" y="895"/>
                </a:lnTo>
                <a:lnTo>
                  <a:pt x="0" y="894"/>
                </a:lnTo>
                <a:lnTo>
                  <a:pt x="0" y="893"/>
                </a:lnTo>
                <a:lnTo>
                  <a:pt x="0" y="892"/>
                </a:lnTo>
                <a:lnTo>
                  <a:pt x="1" y="891"/>
                </a:lnTo>
                <a:lnTo>
                  <a:pt x="2" y="890"/>
                </a:lnTo>
                <a:lnTo>
                  <a:pt x="3" y="890"/>
                </a:lnTo>
                <a:lnTo>
                  <a:pt x="4" y="891"/>
                </a:lnTo>
                <a:lnTo>
                  <a:pt x="4" y="892"/>
                </a:lnTo>
                <a:lnTo>
                  <a:pt x="5" y="892"/>
                </a:lnTo>
                <a:lnTo>
                  <a:pt x="6" y="891"/>
                </a:lnTo>
                <a:lnTo>
                  <a:pt x="7" y="892"/>
                </a:lnTo>
                <a:lnTo>
                  <a:pt x="8" y="892"/>
                </a:lnTo>
                <a:lnTo>
                  <a:pt x="8" y="893"/>
                </a:lnTo>
                <a:lnTo>
                  <a:pt x="9" y="893"/>
                </a:lnTo>
                <a:lnTo>
                  <a:pt x="9" y="894"/>
                </a:lnTo>
                <a:lnTo>
                  <a:pt x="9" y="895"/>
                </a:lnTo>
                <a:lnTo>
                  <a:pt x="10" y="895"/>
                </a:lnTo>
                <a:lnTo>
                  <a:pt x="10" y="896"/>
                </a:lnTo>
                <a:lnTo>
                  <a:pt x="11" y="896"/>
                </a:lnTo>
                <a:lnTo>
                  <a:pt x="12" y="895"/>
                </a:lnTo>
                <a:lnTo>
                  <a:pt x="13" y="895"/>
                </a:lnTo>
                <a:lnTo>
                  <a:pt x="14" y="895"/>
                </a:lnTo>
                <a:lnTo>
                  <a:pt x="15" y="895"/>
                </a:lnTo>
                <a:lnTo>
                  <a:pt x="17" y="894"/>
                </a:lnTo>
                <a:lnTo>
                  <a:pt x="17" y="893"/>
                </a:lnTo>
                <a:lnTo>
                  <a:pt x="18" y="892"/>
                </a:lnTo>
                <a:lnTo>
                  <a:pt x="21" y="892"/>
                </a:lnTo>
                <a:lnTo>
                  <a:pt x="22" y="892"/>
                </a:lnTo>
                <a:lnTo>
                  <a:pt x="22" y="891"/>
                </a:lnTo>
                <a:lnTo>
                  <a:pt x="23" y="891"/>
                </a:lnTo>
                <a:lnTo>
                  <a:pt x="24" y="891"/>
                </a:lnTo>
                <a:lnTo>
                  <a:pt x="24" y="892"/>
                </a:lnTo>
                <a:lnTo>
                  <a:pt x="25" y="892"/>
                </a:lnTo>
                <a:lnTo>
                  <a:pt x="26" y="892"/>
                </a:lnTo>
                <a:lnTo>
                  <a:pt x="26" y="891"/>
                </a:lnTo>
                <a:lnTo>
                  <a:pt x="27" y="891"/>
                </a:lnTo>
                <a:lnTo>
                  <a:pt x="27" y="890"/>
                </a:lnTo>
                <a:lnTo>
                  <a:pt x="28" y="889"/>
                </a:lnTo>
                <a:lnTo>
                  <a:pt x="29" y="889"/>
                </a:lnTo>
                <a:lnTo>
                  <a:pt x="30" y="889"/>
                </a:lnTo>
                <a:lnTo>
                  <a:pt x="30" y="888"/>
                </a:lnTo>
                <a:lnTo>
                  <a:pt x="31" y="888"/>
                </a:lnTo>
                <a:lnTo>
                  <a:pt x="32" y="888"/>
                </a:lnTo>
                <a:lnTo>
                  <a:pt x="33" y="888"/>
                </a:lnTo>
                <a:lnTo>
                  <a:pt x="34" y="887"/>
                </a:lnTo>
                <a:lnTo>
                  <a:pt x="34" y="886"/>
                </a:lnTo>
                <a:lnTo>
                  <a:pt x="35" y="885"/>
                </a:lnTo>
                <a:lnTo>
                  <a:pt x="36" y="885"/>
                </a:lnTo>
                <a:lnTo>
                  <a:pt x="36" y="886"/>
                </a:lnTo>
                <a:lnTo>
                  <a:pt x="37" y="886"/>
                </a:lnTo>
                <a:lnTo>
                  <a:pt x="38" y="886"/>
                </a:lnTo>
                <a:lnTo>
                  <a:pt x="38" y="887"/>
                </a:lnTo>
                <a:lnTo>
                  <a:pt x="39" y="887"/>
                </a:lnTo>
                <a:lnTo>
                  <a:pt x="40" y="887"/>
                </a:lnTo>
                <a:lnTo>
                  <a:pt x="40" y="886"/>
                </a:lnTo>
                <a:lnTo>
                  <a:pt x="40" y="885"/>
                </a:lnTo>
                <a:lnTo>
                  <a:pt x="40" y="884"/>
                </a:lnTo>
                <a:lnTo>
                  <a:pt x="41" y="884"/>
                </a:lnTo>
                <a:lnTo>
                  <a:pt x="42" y="884"/>
                </a:lnTo>
                <a:lnTo>
                  <a:pt x="42" y="883"/>
                </a:lnTo>
                <a:lnTo>
                  <a:pt x="42" y="882"/>
                </a:lnTo>
                <a:lnTo>
                  <a:pt x="43" y="882"/>
                </a:lnTo>
                <a:lnTo>
                  <a:pt x="43" y="881"/>
                </a:lnTo>
                <a:lnTo>
                  <a:pt x="44" y="881"/>
                </a:lnTo>
                <a:lnTo>
                  <a:pt x="44" y="880"/>
                </a:lnTo>
                <a:lnTo>
                  <a:pt x="45" y="880"/>
                </a:lnTo>
                <a:lnTo>
                  <a:pt x="45" y="878"/>
                </a:lnTo>
                <a:lnTo>
                  <a:pt x="46" y="878"/>
                </a:lnTo>
                <a:lnTo>
                  <a:pt x="45" y="878"/>
                </a:lnTo>
                <a:lnTo>
                  <a:pt x="45" y="877"/>
                </a:lnTo>
                <a:lnTo>
                  <a:pt x="46" y="877"/>
                </a:lnTo>
                <a:lnTo>
                  <a:pt x="46" y="876"/>
                </a:lnTo>
                <a:lnTo>
                  <a:pt x="46" y="874"/>
                </a:lnTo>
                <a:lnTo>
                  <a:pt x="45" y="874"/>
                </a:lnTo>
                <a:lnTo>
                  <a:pt x="45" y="873"/>
                </a:lnTo>
                <a:lnTo>
                  <a:pt x="44" y="873"/>
                </a:lnTo>
                <a:lnTo>
                  <a:pt x="44" y="872"/>
                </a:lnTo>
                <a:lnTo>
                  <a:pt x="44" y="871"/>
                </a:lnTo>
                <a:lnTo>
                  <a:pt x="45" y="871"/>
                </a:lnTo>
                <a:lnTo>
                  <a:pt x="45" y="870"/>
                </a:lnTo>
                <a:lnTo>
                  <a:pt x="46" y="870"/>
                </a:lnTo>
                <a:lnTo>
                  <a:pt x="47" y="869"/>
                </a:lnTo>
                <a:lnTo>
                  <a:pt x="46" y="869"/>
                </a:lnTo>
                <a:lnTo>
                  <a:pt x="45" y="867"/>
                </a:lnTo>
                <a:lnTo>
                  <a:pt x="45" y="866"/>
                </a:lnTo>
                <a:lnTo>
                  <a:pt x="45" y="865"/>
                </a:lnTo>
                <a:lnTo>
                  <a:pt x="46" y="865"/>
                </a:lnTo>
                <a:lnTo>
                  <a:pt x="47" y="865"/>
                </a:lnTo>
                <a:lnTo>
                  <a:pt x="47" y="864"/>
                </a:lnTo>
                <a:lnTo>
                  <a:pt x="47" y="863"/>
                </a:lnTo>
                <a:lnTo>
                  <a:pt x="46" y="863"/>
                </a:lnTo>
                <a:lnTo>
                  <a:pt x="46" y="864"/>
                </a:lnTo>
                <a:lnTo>
                  <a:pt x="45" y="863"/>
                </a:lnTo>
                <a:lnTo>
                  <a:pt x="45" y="862"/>
                </a:lnTo>
                <a:lnTo>
                  <a:pt x="44" y="862"/>
                </a:lnTo>
                <a:lnTo>
                  <a:pt x="45" y="862"/>
                </a:lnTo>
                <a:lnTo>
                  <a:pt x="46" y="862"/>
                </a:lnTo>
                <a:lnTo>
                  <a:pt x="46" y="861"/>
                </a:lnTo>
                <a:lnTo>
                  <a:pt x="46" y="860"/>
                </a:lnTo>
                <a:lnTo>
                  <a:pt x="45" y="860"/>
                </a:lnTo>
                <a:lnTo>
                  <a:pt x="45" y="861"/>
                </a:lnTo>
                <a:lnTo>
                  <a:pt x="44" y="861"/>
                </a:lnTo>
                <a:lnTo>
                  <a:pt x="42" y="861"/>
                </a:lnTo>
                <a:lnTo>
                  <a:pt x="42" y="860"/>
                </a:lnTo>
                <a:lnTo>
                  <a:pt x="43" y="859"/>
                </a:lnTo>
                <a:lnTo>
                  <a:pt x="44" y="859"/>
                </a:lnTo>
                <a:lnTo>
                  <a:pt x="45" y="859"/>
                </a:lnTo>
                <a:lnTo>
                  <a:pt x="45" y="858"/>
                </a:lnTo>
                <a:lnTo>
                  <a:pt x="46" y="857"/>
                </a:lnTo>
                <a:lnTo>
                  <a:pt x="45" y="857"/>
                </a:lnTo>
                <a:lnTo>
                  <a:pt x="45" y="856"/>
                </a:lnTo>
                <a:lnTo>
                  <a:pt x="46" y="855"/>
                </a:lnTo>
                <a:lnTo>
                  <a:pt x="46" y="854"/>
                </a:lnTo>
                <a:lnTo>
                  <a:pt x="46" y="853"/>
                </a:lnTo>
                <a:lnTo>
                  <a:pt x="47" y="853"/>
                </a:lnTo>
                <a:lnTo>
                  <a:pt x="47" y="854"/>
                </a:lnTo>
                <a:lnTo>
                  <a:pt x="47" y="855"/>
                </a:lnTo>
                <a:lnTo>
                  <a:pt x="46" y="856"/>
                </a:lnTo>
                <a:lnTo>
                  <a:pt x="46" y="857"/>
                </a:lnTo>
                <a:lnTo>
                  <a:pt x="47" y="857"/>
                </a:lnTo>
                <a:lnTo>
                  <a:pt x="47" y="856"/>
                </a:lnTo>
                <a:lnTo>
                  <a:pt x="48" y="856"/>
                </a:lnTo>
                <a:lnTo>
                  <a:pt x="48" y="857"/>
                </a:lnTo>
                <a:lnTo>
                  <a:pt x="47" y="857"/>
                </a:lnTo>
                <a:lnTo>
                  <a:pt x="47" y="858"/>
                </a:lnTo>
                <a:lnTo>
                  <a:pt x="47" y="859"/>
                </a:lnTo>
                <a:lnTo>
                  <a:pt x="48" y="859"/>
                </a:lnTo>
                <a:lnTo>
                  <a:pt x="48" y="860"/>
                </a:lnTo>
                <a:lnTo>
                  <a:pt x="49" y="860"/>
                </a:lnTo>
                <a:lnTo>
                  <a:pt x="50" y="860"/>
                </a:lnTo>
                <a:lnTo>
                  <a:pt x="51" y="860"/>
                </a:lnTo>
                <a:lnTo>
                  <a:pt x="51" y="858"/>
                </a:lnTo>
                <a:lnTo>
                  <a:pt x="50" y="858"/>
                </a:lnTo>
                <a:lnTo>
                  <a:pt x="50" y="857"/>
                </a:lnTo>
                <a:lnTo>
                  <a:pt x="50" y="856"/>
                </a:lnTo>
                <a:lnTo>
                  <a:pt x="50" y="855"/>
                </a:lnTo>
                <a:lnTo>
                  <a:pt x="50" y="854"/>
                </a:lnTo>
                <a:lnTo>
                  <a:pt x="50" y="852"/>
                </a:lnTo>
                <a:lnTo>
                  <a:pt x="49" y="852"/>
                </a:lnTo>
                <a:lnTo>
                  <a:pt x="49" y="851"/>
                </a:lnTo>
                <a:lnTo>
                  <a:pt x="49" y="852"/>
                </a:lnTo>
                <a:lnTo>
                  <a:pt x="48" y="852"/>
                </a:lnTo>
                <a:lnTo>
                  <a:pt x="47" y="852"/>
                </a:lnTo>
                <a:lnTo>
                  <a:pt x="47" y="851"/>
                </a:lnTo>
                <a:lnTo>
                  <a:pt x="48" y="851"/>
                </a:lnTo>
                <a:lnTo>
                  <a:pt x="47" y="850"/>
                </a:lnTo>
                <a:lnTo>
                  <a:pt x="46" y="850"/>
                </a:lnTo>
                <a:lnTo>
                  <a:pt x="47" y="850"/>
                </a:lnTo>
                <a:lnTo>
                  <a:pt x="45" y="848"/>
                </a:lnTo>
                <a:lnTo>
                  <a:pt x="44" y="848"/>
                </a:lnTo>
                <a:lnTo>
                  <a:pt x="43" y="848"/>
                </a:lnTo>
                <a:lnTo>
                  <a:pt x="42" y="848"/>
                </a:lnTo>
                <a:lnTo>
                  <a:pt x="41" y="848"/>
                </a:lnTo>
                <a:lnTo>
                  <a:pt x="40" y="849"/>
                </a:lnTo>
                <a:lnTo>
                  <a:pt x="39" y="849"/>
                </a:lnTo>
                <a:lnTo>
                  <a:pt x="38" y="849"/>
                </a:lnTo>
                <a:lnTo>
                  <a:pt x="37" y="848"/>
                </a:lnTo>
                <a:lnTo>
                  <a:pt x="37" y="847"/>
                </a:lnTo>
                <a:lnTo>
                  <a:pt x="36" y="847"/>
                </a:lnTo>
                <a:lnTo>
                  <a:pt x="36" y="846"/>
                </a:lnTo>
                <a:lnTo>
                  <a:pt x="35" y="846"/>
                </a:lnTo>
                <a:lnTo>
                  <a:pt x="34" y="846"/>
                </a:lnTo>
                <a:lnTo>
                  <a:pt x="33" y="845"/>
                </a:lnTo>
                <a:lnTo>
                  <a:pt x="32" y="845"/>
                </a:lnTo>
                <a:lnTo>
                  <a:pt x="31" y="845"/>
                </a:lnTo>
                <a:lnTo>
                  <a:pt x="31" y="844"/>
                </a:lnTo>
                <a:lnTo>
                  <a:pt x="31" y="843"/>
                </a:lnTo>
                <a:lnTo>
                  <a:pt x="31" y="842"/>
                </a:lnTo>
                <a:lnTo>
                  <a:pt x="30" y="842"/>
                </a:lnTo>
                <a:lnTo>
                  <a:pt x="29" y="842"/>
                </a:lnTo>
                <a:lnTo>
                  <a:pt x="28" y="842"/>
                </a:lnTo>
                <a:lnTo>
                  <a:pt x="27" y="842"/>
                </a:lnTo>
                <a:lnTo>
                  <a:pt x="26" y="839"/>
                </a:lnTo>
                <a:lnTo>
                  <a:pt x="27" y="839"/>
                </a:lnTo>
                <a:lnTo>
                  <a:pt x="28" y="838"/>
                </a:lnTo>
                <a:lnTo>
                  <a:pt x="27" y="835"/>
                </a:lnTo>
                <a:lnTo>
                  <a:pt x="26" y="835"/>
                </a:lnTo>
                <a:lnTo>
                  <a:pt x="25" y="835"/>
                </a:lnTo>
                <a:lnTo>
                  <a:pt x="25" y="834"/>
                </a:lnTo>
                <a:lnTo>
                  <a:pt x="24" y="834"/>
                </a:lnTo>
                <a:lnTo>
                  <a:pt x="24" y="833"/>
                </a:lnTo>
                <a:lnTo>
                  <a:pt x="24" y="832"/>
                </a:lnTo>
                <a:lnTo>
                  <a:pt x="23" y="831"/>
                </a:lnTo>
                <a:lnTo>
                  <a:pt x="23" y="830"/>
                </a:lnTo>
                <a:lnTo>
                  <a:pt x="22" y="830"/>
                </a:lnTo>
                <a:lnTo>
                  <a:pt x="22" y="829"/>
                </a:lnTo>
                <a:lnTo>
                  <a:pt x="23" y="828"/>
                </a:lnTo>
                <a:lnTo>
                  <a:pt x="24" y="828"/>
                </a:lnTo>
                <a:lnTo>
                  <a:pt x="25" y="828"/>
                </a:lnTo>
                <a:lnTo>
                  <a:pt x="25" y="829"/>
                </a:lnTo>
                <a:lnTo>
                  <a:pt x="26" y="830"/>
                </a:lnTo>
                <a:lnTo>
                  <a:pt x="27" y="830"/>
                </a:lnTo>
                <a:lnTo>
                  <a:pt x="28" y="830"/>
                </a:lnTo>
                <a:lnTo>
                  <a:pt x="29" y="830"/>
                </a:lnTo>
                <a:lnTo>
                  <a:pt x="29" y="831"/>
                </a:lnTo>
                <a:lnTo>
                  <a:pt x="29" y="830"/>
                </a:lnTo>
                <a:lnTo>
                  <a:pt x="29" y="829"/>
                </a:lnTo>
                <a:lnTo>
                  <a:pt x="30" y="829"/>
                </a:lnTo>
                <a:lnTo>
                  <a:pt x="31" y="829"/>
                </a:lnTo>
                <a:lnTo>
                  <a:pt x="32" y="830"/>
                </a:lnTo>
                <a:lnTo>
                  <a:pt x="33" y="830"/>
                </a:lnTo>
                <a:lnTo>
                  <a:pt x="33" y="829"/>
                </a:lnTo>
                <a:lnTo>
                  <a:pt x="34" y="830"/>
                </a:lnTo>
                <a:lnTo>
                  <a:pt x="35" y="830"/>
                </a:lnTo>
                <a:lnTo>
                  <a:pt x="35" y="829"/>
                </a:lnTo>
                <a:lnTo>
                  <a:pt x="35" y="828"/>
                </a:lnTo>
                <a:lnTo>
                  <a:pt x="35" y="827"/>
                </a:lnTo>
                <a:lnTo>
                  <a:pt x="35" y="826"/>
                </a:lnTo>
                <a:lnTo>
                  <a:pt x="36" y="826"/>
                </a:lnTo>
                <a:lnTo>
                  <a:pt x="36" y="824"/>
                </a:lnTo>
                <a:lnTo>
                  <a:pt x="36" y="823"/>
                </a:lnTo>
                <a:lnTo>
                  <a:pt x="36" y="822"/>
                </a:lnTo>
                <a:lnTo>
                  <a:pt x="36" y="821"/>
                </a:lnTo>
                <a:lnTo>
                  <a:pt x="35" y="820"/>
                </a:lnTo>
                <a:lnTo>
                  <a:pt x="35" y="819"/>
                </a:lnTo>
                <a:lnTo>
                  <a:pt x="36" y="819"/>
                </a:lnTo>
                <a:lnTo>
                  <a:pt x="37" y="818"/>
                </a:lnTo>
                <a:lnTo>
                  <a:pt x="36" y="818"/>
                </a:lnTo>
                <a:lnTo>
                  <a:pt x="36" y="817"/>
                </a:lnTo>
                <a:lnTo>
                  <a:pt x="36" y="816"/>
                </a:lnTo>
                <a:lnTo>
                  <a:pt x="37" y="816"/>
                </a:lnTo>
                <a:lnTo>
                  <a:pt x="37" y="815"/>
                </a:lnTo>
                <a:lnTo>
                  <a:pt x="36" y="815"/>
                </a:lnTo>
                <a:lnTo>
                  <a:pt x="37" y="814"/>
                </a:lnTo>
                <a:lnTo>
                  <a:pt x="38" y="814"/>
                </a:lnTo>
                <a:lnTo>
                  <a:pt x="38" y="813"/>
                </a:lnTo>
                <a:lnTo>
                  <a:pt x="39" y="813"/>
                </a:lnTo>
                <a:lnTo>
                  <a:pt x="39" y="812"/>
                </a:lnTo>
                <a:lnTo>
                  <a:pt x="40" y="812"/>
                </a:lnTo>
                <a:lnTo>
                  <a:pt x="40" y="811"/>
                </a:lnTo>
                <a:lnTo>
                  <a:pt x="40" y="810"/>
                </a:lnTo>
                <a:lnTo>
                  <a:pt x="40" y="809"/>
                </a:lnTo>
                <a:lnTo>
                  <a:pt x="41" y="809"/>
                </a:lnTo>
                <a:lnTo>
                  <a:pt x="42" y="809"/>
                </a:lnTo>
                <a:lnTo>
                  <a:pt x="42" y="808"/>
                </a:lnTo>
                <a:lnTo>
                  <a:pt x="42" y="807"/>
                </a:lnTo>
                <a:lnTo>
                  <a:pt x="42" y="806"/>
                </a:lnTo>
                <a:lnTo>
                  <a:pt x="43" y="806"/>
                </a:lnTo>
                <a:lnTo>
                  <a:pt x="44" y="807"/>
                </a:lnTo>
                <a:lnTo>
                  <a:pt x="45" y="807"/>
                </a:lnTo>
                <a:lnTo>
                  <a:pt x="46" y="806"/>
                </a:lnTo>
                <a:lnTo>
                  <a:pt x="46" y="805"/>
                </a:lnTo>
                <a:lnTo>
                  <a:pt x="47" y="805"/>
                </a:lnTo>
                <a:lnTo>
                  <a:pt x="46" y="804"/>
                </a:lnTo>
                <a:lnTo>
                  <a:pt x="47" y="804"/>
                </a:lnTo>
                <a:lnTo>
                  <a:pt x="47" y="803"/>
                </a:lnTo>
                <a:lnTo>
                  <a:pt x="48" y="803"/>
                </a:lnTo>
                <a:lnTo>
                  <a:pt x="48" y="802"/>
                </a:lnTo>
                <a:lnTo>
                  <a:pt x="49" y="802"/>
                </a:lnTo>
                <a:lnTo>
                  <a:pt x="49" y="801"/>
                </a:lnTo>
                <a:lnTo>
                  <a:pt x="49" y="800"/>
                </a:lnTo>
                <a:lnTo>
                  <a:pt x="48" y="800"/>
                </a:lnTo>
                <a:lnTo>
                  <a:pt x="48" y="799"/>
                </a:lnTo>
                <a:lnTo>
                  <a:pt x="49" y="799"/>
                </a:lnTo>
                <a:lnTo>
                  <a:pt x="50" y="799"/>
                </a:lnTo>
                <a:lnTo>
                  <a:pt x="51" y="799"/>
                </a:lnTo>
                <a:lnTo>
                  <a:pt x="52" y="800"/>
                </a:lnTo>
                <a:lnTo>
                  <a:pt x="53" y="801"/>
                </a:lnTo>
                <a:lnTo>
                  <a:pt x="53" y="800"/>
                </a:lnTo>
                <a:lnTo>
                  <a:pt x="54" y="800"/>
                </a:lnTo>
                <a:lnTo>
                  <a:pt x="55" y="800"/>
                </a:lnTo>
                <a:lnTo>
                  <a:pt x="55" y="801"/>
                </a:lnTo>
                <a:lnTo>
                  <a:pt x="55" y="802"/>
                </a:lnTo>
                <a:lnTo>
                  <a:pt x="56" y="802"/>
                </a:lnTo>
                <a:lnTo>
                  <a:pt x="57" y="801"/>
                </a:lnTo>
                <a:lnTo>
                  <a:pt x="57" y="800"/>
                </a:lnTo>
                <a:lnTo>
                  <a:pt x="58" y="800"/>
                </a:lnTo>
                <a:lnTo>
                  <a:pt x="59" y="800"/>
                </a:lnTo>
                <a:lnTo>
                  <a:pt x="61" y="800"/>
                </a:lnTo>
                <a:lnTo>
                  <a:pt x="62" y="799"/>
                </a:lnTo>
                <a:lnTo>
                  <a:pt x="63" y="799"/>
                </a:lnTo>
                <a:lnTo>
                  <a:pt x="64" y="799"/>
                </a:lnTo>
                <a:lnTo>
                  <a:pt x="64" y="800"/>
                </a:lnTo>
                <a:lnTo>
                  <a:pt x="65" y="800"/>
                </a:lnTo>
                <a:lnTo>
                  <a:pt x="66" y="800"/>
                </a:lnTo>
                <a:lnTo>
                  <a:pt x="66" y="801"/>
                </a:lnTo>
                <a:lnTo>
                  <a:pt x="67" y="801"/>
                </a:lnTo>
                <a:lnTo>
                  <a:pt x="67" y="800"/>
                </a:lnTo>
                <a:lnTo>
                  <a:pt x="68" y="801"/>
                </a:lnTo>
                <a:lnTo>
                  <a:pt x="67" y="802"/>
                </a:lnTo>
                <a:lnTo>
                  <a:pt x="66" y="802"/>
                </a:lnTo>
                <a:lnTo>
                  <a:pt x="66" y="803"/>
                </a:lnTo>
                <a:lnTo>
                  <a:pt x="65" y="803"/>
                </a:lnTo>
                <a:lnTo>
                  <a:pt x="65" y="804"/>
                </a:lnTo>
                <a:lnTo>
                  <a:pt x="65" y="805"/>
                </a:lnTo>
                <a:lnTo>
                  <a:pt x="66" y="805"/>
                </a:lnTo>
                <a:lnTo>
                  <a:pt x="67" y="805"/>
                </a:lnTo>
                <a:lnTo>
                  <a:pt x="68" y="805"/>
                </a:lnTo>
                <a:lnTo>
                  <a:pt x="68" y="804"/>
                </a:lnTo>
                <a:lnTo>
                  <a:pt x="68" y="803"/>
                </a:lnTo>
                <a:lnTo>
                  <a:pt x="70" y="803"/>
                </a:lnTo>
                <a:lnTo>
                  <a:pt x="70" y="804"/>
                </a:lnTo>
                <a:lnTo>
                  <a:pt x="69" y="804"/>
                </a:lnTo>
                <a:lnTo>
                  <a:pt x="69" y="805"/>
                </a:lnTo>
                <a:lnTo>
                  <a:pt x="70" y="806"/>
                </a:lnTo>
                <a:lnTo>
                  <a:pt x="71" y="806"/>
                </a:lnTo>
                <a:lnTo>
                  <a:pt x="71" y="807"/>
                </a:lnTo>
                <a:lnTo>
                  <a:pt x="72" y="807"/>
                </a:lnTo>
                <a:lnTo>
                  <a:pt x="72" y="808"/>
                </a:lnTo>
                <a:lnTo>
                  <a:pt x="73" y="808"/>
                </a:lnTo>
                <a:lnTo>
                  <a:pt x="74" y="808"/>
                </a:lnTo>
                <a:lnTo>
                  <a:pt x="75" y="807"/>
                </a:lnTo>
                <a:lnTo>
                  <a:pt x="75" y="806"/>
                </a:lnTo>
                <a:lnTo>
                  <a:pt x="76" y="806"/>
                </a:lnTo>
                <a:lnTo>
                  <a:pt x="77" y="805"/>
                </a:lnTo>
                <a:lnTo>
                  <a:pt x="77" y="806"/>
                </a:lnTo>
                <a:lnTo>
                  <a:pt x="78" y="806"/>
                </a:lnTo>
                <a:lnTo>
                  <a:pt x="79" y="805"/>
                </a:lnTo>
                <a:lnTo>
                  <a:pt x="80" y="804"/>
                </a:lnTo>
                <a:lnTo>
                  <a:pt x="80" y="803"/>
                </a:lnTo>
                <a:lnTo>
                  <a:pt x="81" y="803"/>
                </a:lnTo>
                <a:lnTo>
                  <a:pt x="81" y="802"/>
                </a:lnTo>
                <a:lnTo>
                  <a:pt x="83" y="801"/>
                </a:lnTo>
                <a:lnTo>
                  <a:pt x="83" y="800"/>
                </a:lnTo>
                <a:lnTo>
                  <a:pt x="84" y="800"/>
                </a:lnTo>
                <a:lnTo>
                  <a:pt x="85" y="800"/>
                </a:lnTo>
                <a:lnTo>
                  <a:pt x="86" y="800"/>
                </a:lnTo>
                <a:lnTo>
                  <a:pt x="87" y="800"/>
                </a:lnTo>
                <a:lnTo>
                  <a:pt x="87" y="801"/>
                </a:lnTo>
                <a:lnTo>
                  <a:pt x="88" y="801"/>
                </a:lnTo>
                <a:lnTo>
                  <a:pt x="89" y="802"/>
                </a:lnTo>
                <a:lnTo>
                  <a:pt x="90" y="803"/>
                </a:lnTo>
                <a:lnTo>
                  <a:pt x="91" y="803"/>
                </a:lnTo>
                <a:lnTo>
                  <a:pt x="91" y="802"/>
                </a:lnTo>
                <a:lnTo>
                  <a:pt x="91" y="801"/>
                </a:lnTo>
                <a:lnTo>
                  <a:pt x="92" y="801"/>
                </a:lnTo>
                <a:lnTo>
                  <a:pt x="92" y="800"/>
                </a:lnTo>
                <a:lnTo>
                  <a:pt x="92" y="801"/>
                </a:lnTo>
                <a:lnTo>
                  <a:pt x="93" y="801"/>
                </a:lnTo>
                <a:lnTo>
                  <a:pt x="93" y="800"/>
                </a:lnTo>
                <a:lnTo>
                  <a:pt x="94" y="800"/>
                </a:lnTo>
                <a:lnTo>
                  <a:pt x="93" y="799"/>
                </a:lnTo>
                <a:lnTo>
                  <a:pt x="93" y="798"/>
                </a:lnTo>
                <a:lnTo>
                  <a:pt x="94" y="798"/>
                </a:lnTo>
                <a:lnTo>
                  <a:pt x="96" y="798"/>
                </a:lnTo>
                <a:lnTo>
                  <a:pt x="97" y="798"/>
                </a:lnTo>
                <a:lnTo>
                  <a:pt x="98" y="798"/>
                </a:lnTo>
                <a:lnTo>
                  <a:pt x="100" y="798"/>
                </a:lnTo>
                <a:lnTo>
                  <a:pt x="101" y="798"/>
                </a:lnTo>
                <a:lnTo>
                  <a:pt x="101" y="800"/>
                </a:lnTo>
                <a:lnTo>
                  <a:pt x="101" y="802"/>
                </a:lnTo>
                <a:lnTo>
                  <a:pt x="102" y="802"/>
                </a:lnTo>
                <a:lnTo>
                  <a:pt x="102" y="803"/>
                </a:lnTo>
                <a:lnTo>
                  <a:pt x="102" y="804"/>
                </a:lnTo>
                <a:lnTo>
                  <a:pt x="102" y="805"/>
                </a:lnTo>
                <a:lnTo>
                  <a:pt x="102" y="806"/>
                </a:lnTo>
                <a:lnTo>
                  <a:pt x="102" y="807"/>
                </a:lnTo>
                <a:lnTo>
                  <a:pt x="102" y="808"/>
                </a:lnTo>
                <a:lnTo>
                  <a:pt x="103" y="808"/>
                </a:lnTo>
                <a:lnTo>
                  <a:pt x="103" y="809"/>
                </a:lnTo>
                <a:lnTo>
                  <a:pt x="104" y="809"/>
                </a:lnTo>
                <a:lnTo>
                  <a:pt x="104" y="810"/>
                </a:lnTo>
                <a:lnTo>
                  <a:pt x="105" y="810"/>
                </a:lnTo>
                <a:lnTo>
                  <a:pt x="105" y="809"/>
                </a:lnTo>
                <a:lnTo>
                  <a:pt x="106" y="809"/>
                </a:lnTo>
                <a:lnTo>
                  <a:pt x="106" y="808"/>
                </a:lnTo>
                <a:lnTo>
                  <a:pt x="106" y="809"/>
                </a:lnTo>
                <a:lnTo>
                  <a:pt x="107" y="809"/>
                </a:lnTo>
                <a:lnTo>
                  <a:pt x="108" y="810"/>
                </a:lnTo>
                <a:lnTo>
                  <a:pt x="108" y="811"/>
                </a:lnTo>
                <a:lnTo>
                  <a:pt x="108" y="812"/>
                </a:lnTo>
                <a:lnTo>
                  <a:pt x="109" y="812"/>
                </a:lnTo>
                <a:lnTo>
                  <a:pt x="109" y="811"/>
                </a:lnTo>
                <a:lnTo>
                  <a:pt x="110" y="811"/>
                </a:lnTo>
                <a:lnTo>
                  <a:pt x="111" y="811"/>
                </a:lnTo>
                <a:lnTo>
                  <a:pt x="112" y="811"/>
                </a:lnTo>
                <a:lnTo>
                  <a:pt x="112" y="810"/>
                </a:lnTo>
                <a:lnTo>
                  <a:pt x="113" y="810"/>
                </a:lnTo>
                <a:lnTo>
                  <a:pt x="113" y="809"/>
                </a:lnTo>
                <a:lnTo>
                  <a:pt x="113" y="808"/>
                </a:lnTo>
                <a:lnTo>
                  <a:pt x="113" y="807"/>
                </a:lnTo>
                <a:lnTo>
                  <a:pt x="113" y="806"/>
                </a:lnTo>
                <a:lnTo>
                  <a:pt x="112" y="805"/>
                </a:lnTo>
                <a:lnTo>
                  <a:pt x="112" y="804"/>
                </a:lnTo>
                <a:lnTo>
                  <a:pt x="112" y="803"/>
                </a:lnTo>
                <a:lnTo>
                  <a:pt x="113" y="803"/>
                </a:lnTo>
                <a:lnTo>
                  <a:pt x="114" y="803"/>
                </a:lnTo>
                <a:lnTo>
                  <a:pt x="115" y="804"/>
                </a:lnTo>
                <a:lnTo>
                  <a:pt x="115" y="803"/>
                </a:lnTo>
                <a:lnTo>
                  <a:pt x="115" y="802"/>
                </a:lnTo>
                <a:lnTo>
                  <a:pt x="115" y="800"/>
                </a:lnTo>
                <a:lnTo>
                  <a:pt x="115" y="799"/>
                </a:lnTo>
                <a:lnTo>
                  <a:pt x="116" y="799"/>
                </a:lnTo>
                <a:lnTo>
                  <a:pt x="115" y="798"/>
                </a:lnTo>
                <a:lnTo>
                  <a:pt x="115" y="797"/>
                </a:lnTo>
                <a:lnTo>
                  <a:pt x="115" y="796"/>
                </a:lnTo>
                <a:lnTo>
                  <a:pt x="114" y="795"/>
                </a:lnTo>
                <a:lnTo>
                  <a:pt x="114" y="794"/>
                </a:lnTo>
                <a:lnTo>
                  <a:pt x="113" y="794"/>
                </a:lnTo>
                <a:lnTo>
                  <a:pt x="113" y="793"/>
                </a:lnTo>
                <a:lnTo>
                  <a:pt x="112" y="793"/>
                </a:lnTo>
                <a:lnTo>
                  <a:pt x="112" y="792"/>
                </a:lnTo>
                <a:lnTo>
                  <a:pt x="112" y="791"/>
                </a:lnTo>
                <a:lnTo>
                  <a:pt x="112" y="790"/>
                </a:lnTo>
                <a:lnTo>
                  <a:pt x="111" y="790"/>
                </a:lnTo>
                <a:lnTo>
                  <a:pt x="110" y="788"/>
                </a:lnTo>
                <a:lnTo>
                  <a:pt x="109" y="787"/>
                </a:lnTo>
                <a:lnTo>
                  <a:pt x="108" y="787"/>
                </a:lnTo>
                <a:lnTo>
                  <a:pt x="107" y="787"/>
                </a:lnTo>
                <a:lnTo>
                  <a:pt x="106" y="787"/>
                </a:lnTo>
                <a:lnTo>
                  <a:pt x="106" y="785"/>
                </a:lnTo>
                <a:lnTo>
                  <a:pt x="105" y="785"/>
                </a:lnTo>
                <a:lnTo>
                  <a:pt x="105" y="782"/>
                </a:lnTo>
                <a:lnTo>
                  <a:pt x="105" y="781"/>
                </a:lnTo>
                <a:lnTo>
                  <a:pt x="105" y="780"/>
                </a:lnTo>
                <a:lnTo>
                  <a:pt x="105" y="779"/>
                </a:lnTo>
                <a:lnTo>
                  <a:pt x="105" y="777"/>
                </a:lnTo>
                <a:lnTo>
                  <a:pt x="104" y="775"/>
                </a:lnTo>
                <a:lnTo>
                  <a:pt x="102" y="775"/>
                </a:lnTo>
                <a:lnTo>
                  <a:pt x="102" y="774"/>
                </a:lnTo>
                <a:lnTo>
                  <a:pt x="102" y="773"/>
                </a:lnTo>
                <a:lnTo>
                  <a:pt x="102" y="772"/>
                </a:lnTo>
                <a:lnTo>
                  <a:pt x="102" y="771"/>
                </a:lnTo>
                <a:lnTo>
                  <a:pt x="102" y="770"/>
                </a:lnTo>
                <a:lnTo>
                  <a:pt x="103" y="769"/>
                </a:lnTo>
                <a:lnTo>
                  <a:pt x="104" y="769"/>
                </a:lnTo>
                <a:lnTo>
                  <a:pt x="105" y="769"/>
                </a:lnTo>
                <a:lnTo>
                  <a:pt x="106" y="767"/>
                </a:lnTo>
                <a:lnTo>
                  <a:pt x="106" y="766"/>
                </a:lnTo>
                <a:lnTo>
                  <a:pt x="105" y="766"/>
                </a:lnTo>
                <a:lnTo>
                  <a:pt x="105" y="765"/>
                </a:lnTo>
                <a:lnTo>
                  <a:pt x="104" y="765"/>
                </a:lnTo>
                <a:lnTo>
                  <a:pt x="104" y="764"/>
                </a:lnTo>
                <a:lnTo>
                  <a:pt x="103" y="763"/>
                </a:lnTo>
                <a:lnTo>
                  <a:pt x="102" y="762"/>
                </a:lnTo>
                <a:lnTo>
                  <a:pt x="102" y="763"/>
                </a:lnTo>
                <a:lnTo>
                  <a:pt x="101" y="764"/>
                </a:lnTo>
                <a:lnTo>
                  <a:pt x="100" y="764"/>
                </a:lnTo>
                <a:lnTo>
                  <a:pt x="98" y="764"/>
                </a:lnTo>
                <a:lnTo>
                  <a:pt x="98" y="763"/>
                </a:lnTo>
                <a:lnTo>
                  <a:pt x="98" y="762"/>
                </a:lnTo>
                <a:lnTo>
                  <a:pt x="98" y="761"/>
                </a:lnTo>
                <a:lnTo>
                  <a:pt x="97" y="760"/>
                </a:lnTo>
                <a:lnTo>
                  <a:pt x="96" y="760"/>
                </a:lnTo>
                <a:lnTo>
                  <a:pt x="96" y="759"/>
                </a:lnTo>
                <a:lnTo>
                  <a:pt x="97" y="759"/>
                </a:lnTo>
                <a:lnTo>
                  <a:pt x="98" y="759"/>
                </a:lnTo>
                <a:lnTo>
                  <a:pt x="99" y="757"/>
                </a:lnTo>
                <a:lnTo>
                  <a:pt x="100" y="756"/>
                </a:lnTo>
                <a:lnTo>
                  <a:pt x="101" y="755"/>
                </a:lnTo>
                <a:lnTo>
                  <a:pt x="100" y="754"/>
                </a:lnTo>
                <a:lnTo>
                  <a:pt x="101" y="754"/>
                </a:lnTo>
                <a:lnTo>
                  <a:pt x="101" y="753"/>
                </a:lnTo>
                <a:lnTo>
                  <a:pt x="102" y="753"/>
                </a:lnTo>
                <a:lnTo>
                  <a:pt x="103" y="752"/>
                </a:lnTo>
                <a:lnTo>
                  <a:pt x="103" y="751"/>
                </a:lnTo>
                <a:lnTo>
                  <a:pt x="103" y="750"/>
                </a:lnTo>
                <a:lnTo>
                  <a:pt x="103" y="749"/>
                </a:lnTo>
                <a:lnTo>
                  <a:pt x="104" y="748"/>
                </a:lnTo>
                <a:lnTo>
                  <a:pt x="104" y="747"/>
                </a:lnTo>
                <a:lnTo>
                  <a:pt x="104" y="746"/>
                </a:lnTo>
                <a:lnTo>
                  <a:pt x="103" y="746"/>
                </a:lnTo>
                <a:lnTo>
                  <a:pt x="103" y="745"/>
                </a:lnTo>
                <a:lnTo>
                  <a:pt x="103" y="744"/>
                </a:lnTo>
                <a:lnTo>
                  <a:pt x="103" y="743"/>
                </a:lnTo>
                <a:lnTo>
                  <a:pt x="104" y="743"/>
                </a:lnTo>
                <a:lnTo>
                  <a:pt x="104" y="742"/>
                </a:lnTo>
                <a:lnTo>
                  <a:pt x="105" y="742"/>
                </a:lnTo>
                <a:lnTo>
                  <a:pt x="105" y="741"/>
                </a:lnTo>
                <a:lnTo>
                  <a:pt x="105" y="740"/>
                </a:lnTo>
                <a:lnTo>
                  <a:pt x="106" y="739"/>
                </a:lnTo>
                <a:lnTo>
                  <a:pt x="107" y="738"/>
                </a:lnTo>
                <a:lnTo>
                  <a:pt x="107" y="737"/>
                </a:lnTo>
                <a:lnTo>
                  <a:pt x="106" y="736"/>
                </a:lnTo>
                <a:lnTo>
                  <a:pt x="106" y="735"/>
                </a:lnTo>
                <a:lnTo>
                  <a:pt x="106" y="734"/>
                </a:lnTo>
                <a:lnTo>
                  <a:pt x="106" y="733"/>
                </a:lnTo>
                <a:lnTo>
                  <a:pt x="108" y="733"/>
                </a:lnTo>
                <a:lnTo>
                  <a:pt x="109" y="733"/>
                </a:lnTo>
                <a:lnTo>
                  <a:pt x="110" y="733"/>
                </a:lnTo>
                <a:lnTo>
                  <a:pt x="110" y="732"/>
                </a:lnTo>
                <a:lnTo>
                  <a:pt x="111" y="732"/>
                </a:lnTo>
                <a:lnTo>
                  <a:pt x="111" y="733"/>
                </a:lnTo>
                <a:lnTo>
                  <a:pt x="112" y="733"/>
                </a:lnTo>
                <a:lnTo>
                  <a:pt x="113" y="731"/>
                </a:lnTo>
                <a:lnTo>
                  <a:pt x="113" y="730"/>
                </a:lnTo>
                <a:lnTo>
                  <a:pt x="114" y="730"/>
                </a:lnTo>
                <a:lnTo>
                  <a:pt x="114" y="729"/>
                </a:lnTo>
                <a:lnTo>
                  <a:pt x="114" y="728"/>
                </a:lnTo>
                <a:lnTo>
                  <a:pt x="115" y="728"/>
                </a:lnTo>
                <a:lnTo>
                  <a:pt x="114" y="727"/>
                </a:lnTo>
                <a:lnTo>
                  <a:pt x="114" y="726"/>
                </a:lnTo>
                <a:lnTo>
                  <a:pt x="113" y="726"/>
                </a:lnTo>
                <a:lnTo>
                  <a:pt x="113" y="725"/>
                </a:lnTo>
                <a:lnTo>
                  <a:pt x="113" y="724"/>
                </a:lnTo>
                <a:lnTo>
                  <a:pt x="112" y="724"/>
                </a:lnTo>
                <a:lnTo>
                  <a:pt x="112" y="722"/>
                </a:lnTo>
                <a:lnTo>
                  <a:pt x="112" y="721"/>
                </a:lnTo>
                <a:lnTo>
                  <a:pt x="111" y="720"/>
                </a:lnTo>
                <a:lnTo>
                  <a:pt x="111" y="717"/>
                </a:lnTo>
                <a:lnTo>
                  <a:pt x="110" y="717"/>
                </a:lnTo>
                <a:lnTo>
                  <a:pt x="110" y="715"/>
                </a:lnTo>
                <a:lnTo>
                  <a:pt x="109" y="714"/>
                </a:lnTo>
                <a:lnTo>
                  <a:pt x="108" y="714"/>
                </a:lnTo>
                <a:lnTo>
                  <a:pt x="108" y="715"/>
                </a:lnTo>
                <a:lnTo>
                  <a:pt x="108" y="716"/>
                </a:lnTo>
                <a:lnTo>
                  <a:pt x="106" y="716"/>
                </a:lnTo>
                <a:lnTo>
                  <a:pt x="105" y="716"/>
                </a:lnTo>
                <a:lnTo>
                  <a:pt x="105" y="715"/>
                </a:lnTo>
                <a:lnTo>
                  <a:pt x="104" y="715"/>
                </a:lnTo>
                <a:lnTo>
                  <a:pt x="104" y="714"/>
                </a:lnTo>
                <a:lnTo>
                  <a:pt x="105" y="714"/>
                </a:lnTo>
                <a:lnTo>
                  <a:pt x="105" y="713"/>
                </a:lnTo>
                <a:lnTo>
                  <a:pt x="106" y="712"/>
                </a:lnTo>
                <a:lnTo>
                  <a:pt x="106" y="711"/>
                </a:lnTo>
                <a:lnTo>
                  <a:pt x="107" y="711"/>
                </a:lnTo>
                <a:lnTo>
                  <a:pt x="106" y="711"/>
                </a:lnTo>
                <a:lnTo>
                  <a:pt x="106" y="710"/>
                </a:lnTo>
                <a:lnTo>
                  <a:pt x="107" y="710"/>
                </a:lnTo>
                <a:lnTo>
                  <a:pt x="108" y="710"/>
                </a:lnTo>
                <a:lnTo>
                  <a:pt x="108" y="709"/>
                </a:lnTo>
                <a:lnTo>
                  <a:pt x="109" y="709"/>
                </a:lnTo>
                <a:lnTo>
                  <a:pt x="110" y="710"/>
                </a:lnTo>
                <a:lnTo>
                  <a:pt x="111" y="710"/>
                </a:lnTo>
                <a:lnTo>
                  <a:pt x="112" y="710"/>
                </a:lnTo>
                <a:lnTo>
                  <a:pt x="113" y="710"/>
                </a:lnTo>
                <a:lnTo>
                  <a:pt x="113" y="711"/>
                </a:lnTo>
                <a:lnTo>
                  <a:pt x="114" y="711"/>
                </a:lnTo>
                <a:lnTo>
                  <a:pt x="114" y="712"/>
                </a:lnTo>
                <a:lnTo>
                  <a:pt x="114" y="713"/>
                </a:lnTo>
                <a:lnTo>
                  <a:pt x="115" y="714"/>
                </a:lnTo>
                <a:lnTo>
                  <a:pt x="116" y="714"/>
                </a:lnTo>
                <a:lnTo>
                  <a:pt x="116" y="713"/>
                </a:lnTo>
                <a:lnTo>
                  <a:pt x="118" y="712"/>
                </a:lnTo>
                <a:lnTo>
                  <a:pt x="118" y="713"/>
                </a:lnTo>
                <a:lnTo>
                  <a:pt x="119" y="713"/>
                </a:lnTo>
                <a:lnTo>
                  <a:pt x="119" y="714"/>
                </a:lnTo>
                <a:lnTo>
                  <a:pt x="120" y="714"/>
                </a:lnTo>
                <a:lnTo>
                  <a:pt x="121" y="715"/>
                </a:lnTo>
                <a:lnTo>
                  <a:pt x="122" y="714"/>
                </a:lnTo>
                <a:lnTo>
                  <a:pt x="123" y="714"/>
                </a:lnTo>
                <a:lnTo>
                  <a:pt x="124" y="714"/>
                </a:lnTo>
                <a:lnTo>
                  <a:pt x="124" y="713"/>
                </a:lnTo>
                <a:lnTo>
                  <a:pt x="124" y="712"/>
                </a:lnTo>
                <a:lnTo>
                  <a:pt x="125" y="711"/>
                </a:lnTo>
                <a:lnTo>
                  <a:pt x="126" y="711"/>
                </a:lnTo>
                <a:lnTo>
                  <a:pt x="127" y="710"/>
                </a:lnTo>
                <a:lnTo>
                  <a:pt x="126" y="710"/>
                </a:lnTo>
                <a:lnTo>
                  <a:pt x="126" y="709"/>
                </a:lnTo>
                <a:lnTo>
                  <a:pt x="126" y="708"/>
                </a:lnTo>
                <a:lnTo>
                  <a:pt x="126" y="707"/>
                </a:lnTo>
                <a:lnTo>
                  <a:pt x="127" y="706"/>
                </a:lnTo>
                <a:lnTo>
                  <a:pt x="127" y="705"/>
                </a:lnTo>
                <a:lnTo>
                  <a:pt x="126" y="705"/>
                </a:lnTo>
                <a:lnTo>
                  <a:pt x="126" y="704"/>
                </a:lnTo>
                <a:lnTo>
                  <a:pt x="125" y="704"/>
                </a:lnTo>
                <a:lnTo>
                  <a:pt x="125" y="703"/>
                </a:lnTo>
                <a:lnTo>
                  <a:pt x="125" y="702"/>
                </a:lnTo>
                <a:lnTo>
                  <a:pt x="126" y="702"/>
                </a:lnTo>
                <a:lnTo>
                  <a:pt x="127" y="701"/>
                </a:lnTo>
                <a:lnTo>
                  <a:pt x="128" y="701"/>
                </a:lnTo>
                <a:lnTo>
                  <a:pt x="128" y="700"/>
                </a:lnTo>
                <a:lnTo>
                  <a:pt x="128" y="698"/>
                </a:lnTo>
                <a:lnTo>
                  <a:pt x="127" y="698"/>
                </a:lnTo>
                <a:lnTo>
                  <a:pt x="126" y="699"/>
                </a:lnTo>
                <a:lnTo>
                  <a:pt x="126" y="698"/>
                </a:lnTo>
                <a:lnTo>
                  <a:pt x="125" y="697"/>
                </a:lnTo>
                <a:lnTo>
                  <a:pt x="125" y="698"/>
                </a:lnTo>
                <a:lnTo>
                  <a:pt x="124" y="698"/>
                </a:lnTo>
                <a:lnTo>
                  <a:pt x="124" y="697"/>
                </a:lnTo>
                <a:lnTo>
                  <a:pt x="123" y="697"/>
                </a:lnTo>
                <a:lnTo>
                  <a:pt x="122" y="697"/>
                </a:lnTo>
                <a:lnTo>
                  <a:pt x="121" y="696"/>
                </a:lnTo>
                <a:lnTo>
                  <a:pt x="120" y="696"/>
                </a:lnTo>
                <a:lnTo>
                  <a:pt x="119" y="696"/>
                </a:lnTo>
                <a:lnTo>
                  <a:pt x="119" y="695"/>
                </a:lnTo>
                <a:lnTo>
                  <a:pt x="120" y="695"/>
                </a:lnTo>
                <a:lnTo>
                  <a:pt x="119" y="694"/>
                </a:lnTo>
                <a:lnTo>
                  <a:pt x="118" y="694"/>
                </a:lnTo>
                <a:lnTo>
                  <a:pt x="118" y="693"/>
                </a:lnTo>
                <a:lnTo>
                  <a:pt x="118" y="691"/>
                </a:lnTo>
                <a:lnTo>
                  <a:pt x="117" y="691"/>
                </a:lnTo>
                <a:lnTo>
                  <a:pt x="117" y="690"/>
                </a:lnTo>
                <a:lnTo>
                  <a:pt x="117" y="689"/>
                </a:lnTo>
                <a:lnTo>
                  <a:pt x="118" y="689"/>
                </a:lnTo>
                <a:lnTo>
                  <a:pt x="118" y="688"/>
                </a:lnTo>
                <a:lnTo>
                  <a:pt x="117" y="688"/>
                </a:lnTo>
                <a:lnTo>
                  <a:pt x="116" y="688"/>
                </a:lnTo>
                <a:lnTo>
                  <a:pt x="115" y="688"/>
                </a:lnTo>
                <a:lnTo>
                  <a:pt x="114" y="688"/>
                </a:lnTo>
                <a:lnTo>
                  <a:pt x="115" y="687"/>
                </a:lnTo>
                <a:lnTo>
                  <a:pt x="116" y="687"/>
                </a:lnTo>
                <a:lnTo>
                  <a:pt x="116" y="686"/>
                </a:lnTo>
                <a:lnTo>
                  <a:pt x="115" y="686"/>
                </a:lnTo>
                <a:lnTo>
                  <a:pt x="114" y="686"/>
                </a:lnTo>
                <a:lnTo>
                  <a:pt x="114" y="685"/>
                </a:lnTo>
                <a:lnTo>
                  <a:pt x="113" y="685"/>
                </a:lnTo>
                <a:lnTo>
                  <a:pt x="112" y="685"/>
                </a:lnTo>
                <a:lnTo>
                  <a:pt x="113" y="684"/>
                </a:lnTo>
                <a:lnTo>
                  <a:pt x="112" y="684"/>
                </a:lnTo>
                <a:lnTo>
                  <a:pt x="111" y="683"/>
                </a:lnTo>
                <a:lnTo>
                  <a:pt x="110" y="683"/>
                </a:lnTo>
                <a:lnTo>
                  <a:pt x="110" y="684"/>
                </a:lnTo>
                <a:lnTo>
                  <a:pt x="109" y="684"/>
                </a:lnTo>
                <a:lnTo>
                  <a:pt x="109" y="683"/>
                </a:lnTo>
                <a:lnTo>
                  <a:pt x="108" y="683"/>
                </a:lnTo>
                <a:lnTo>
                  <a:pt x="107" y="682"/>
                </a:lnTo>
                <a:lnTo>
                  <a:pt x="106" y="682"/>
                </a:lnTo>
                <a:lnTo>
                  <a:pt x="106" y="681"/>
                </a:lnTo>
                <a:lnTo>
                  <a:pt x="106" y="680"/>
                </a:lnTo>
                <a:lnTo>
                  <a:pt x="105" y="680"/>
                </a:lnTo>
                <a:lnTo>
                  <a:pt x="104" y="680"/>
                </a:lnTo>
                <a:lnTo>
                  <a:pt x="104" y="679"/>
                </a:lnTo>
                <a:lnTo>
                  <a:pt x="103" y="679"/>
                </a:lnTo>
                <a:lnTo>
                  <a:pt x="102" y="679"/>
                </a:lnTo>
                <a:lnTo>
                  <a:pt x="102" y="678"/>
                </a:lnTo>
                <a:lnTo>
                  <a:pt x="101" y="678"/>
                </a:lnTo>
                <a:lnTo>
                  <a:pt x="100" y="678"/>
                </a:lnTo>
                <a:lnTo>
                  <a:pt x="100" y="679"/>
                </a:lnTo>
                <a:lnTo>
                  <a:pt x="99" y="679"/>
                </a:lnTo>
                <a:lnTo>
                  <a:pt x="98" y="679"/>
                </a:lnTo>
                <a:lnTo>
                  <a:pt x="98" y="678"/>
                </a:lnTo>
                <a:lnTo>
                  <a:pt x="98" y="679"/>
                </a:lnTo>
                <a:lnTo>
                  <a:pt x="97" y="679"/>
                </a:lnTo>
                <a:lnTo>
                  <a:pt x="96" y="679"/>
                </a:lnTo>
                <a:lnTo>
                  <a:pt x="95" y="679"/>
                </a:lnTo>
                <a:lnTo>
                  <a:pt x="95" y="680"/>
                </a:lnTo>
                <a:lnTo>
                  <a:pt x="95" y="681"/>
                </a:lnTo>
                <a:lnTo>
                  <a:pt x="94" y="681"/>
                </a:lnTo>
                <a:lnTo>
                  <a:pt x="93" y="681"/>
                </a:lnTo>
                <a:lnTo>
                  <a:pt x="93" y="680"/>
                </a:lnTo>
                <a:lnTo>
                  <a:pt x="93" y="679"/>
                </a:lnTo>
                <a:lnTo>
                  <a:pt x="92" y="680"/>
                </a:lnTo>
                <a:lnTo>
                  <a:pt x="91" y="680"/>
                </a:lnTo>
                <a:lnTo>
                  <a:pt x="91" y="681"/>
                </a:lnTo>
                <a:lnTo>
                  <a:pt x="91" y="680"/>
                </a:lnTo>
                <a:lnTo>
                  <a:pt x="90" y="680"/>
                </a:lnTo>
                <a:lnTo>
                  <a:pt x="89" y="680"/>
                </a:lnTo>
                <a:lnTo>
                  <a:pt x="88" y="680"/>
                </a:lnTo>
                <a:lnTo>
                  <a:pt x="87" y="680"/>
                </a:lnTo>
                <a:lnTo>
                  <a:pt x="88" y="680"/>
                </a:lnTo>
                <a:lnTo>
                  <a:pt x="88" y="679"/>
                </a:lnTo>
                <a:lnTo>
                  <a:pt x="88" y="678"/>
                </a:lnTo>
                <a:lnTo>
                  <a:pt x="89" y="678"/>
                </a:lnTo>
                <a:lnTo>
                  <a:pt x="89" y="677"/>
                </a:lnTo>
                <a:lnTo>
                  <a:pt x="88" y="676"/>
                </a:lnTo>
                <a:lnTo>
                  <a:pt x="88" y="675"/>
                </a:lnTo>
                <a:lnTo>
                  <a:pt x="89" y="675"/>
                </a:lnTo>
                <a:lnTo>
                  <a:pt x="89" y="674"/>
                </a:lnTo>
                <a:lnTo>
                  <a:pt x="88" y="674"/>
                </a:lnTo>
                <a:lnTo>
                  <a:pt x="88" y="673"/>
                </a:lnTo>
                <a:lnTo>
                  <a:pt x="87" y="673"/>
                </a:lnTo>
                <a:lnTo>
                  <a:pt x="87" y="672"/>
                </a:lnTo>
                <a:lnTo>
                  <a:pt x="86" y="672"/>
                </a:lnTo>
                <a:lnTo>
                  <a:pt x="85" y="672"/>
                </a:lnTo>
                <a:lnTo>
                  <a:pt x="85" y="671"/>
                </a:lnTo>
                <a:lnTo>
                  <a:pt x="86" y="671"/>
                </a:lnTo>
                <a:lnTo>
                  <a:pt x="87" y="670"/>
                </a:lnTo>
                <a:lnTo>
                  <a:pt x="88" y="670"/>
                </a:lnTo>
                <a:lnTo>
                  <a:pt x="88" y="669"/>
                </a:lnTo>
                <a:lnTo>
                  <a:pt x="89" y="669"/>
                </a:lnTo>
                <a:lnTo>
                  <a:pt x="89" y="668"/>
                </a:lnTo>
                <a:lnTo>
                  <a:pt x="90" y="667"/>
                </a:lnTo>
                <a:lnTo>
                  <a:pt x="91" y="667"/>
                </a:lnTo>
                <a:lnTo>
                  <a:pt x="91" y="668"/>
                </a:lnTo>
                <a:lnTo>
                  <a:pt x="91" y="667"/>
                </a:lnTo>
                <a:lnTo>
                  <a:pt x="92" y="666"/>
                </a:lnTo>
                <a:lnTo>
                  <a:pt x="93" y="666"/>
                </a:lnTo>
                <a:lnTo>
                  <a:pt x="94" y="664"/>
                </a:lnTo>
                <a:lnTo>
                  <a:pt x="95" y="664"/>
                </a:lnTo>
                <a:lnTo>
                  <a:pt x="96" y="664"/>
                </a:lnTo>
                <a:lnTo>
                  <a:pt x="96" y="663"/>
                </a:lnTo>
                <a:lnTo>
                  <a:pt x="96" y="662"/>
                </a:lnTo>
                <a:lnTo>
                  <a:pt x="97" y="662"/>
                </a:lnTo>
                <a:lnTo>
                  <a:pt x="99" y="664"/>
                </a:lnTo>
                <a:lnTo>
                  <a:pt x="100" y="664"/>
                </a:lnTo>
                <a:lnTo>
                  <a:pt x="101" y="664"/>
                </a:lnTo>
                <a:lnTo>
                  <a:pt x="101" y="663"/>
                </a:lnTo>
                <a:lnTo>
                  <a:pt x="102" y="662"/>
                </a:lnTo>
                <a:lnTo>
                  <a:pt x="101" y="661"/>
                </a:lnTo>
                <a:lnTo>
                  <a:pt x="100" y="661"/>
                </a:lnTo>
                <a:lnTo>
                  <a:pt x="99" y="660"/>
                </a:lnTo>
                <a:lnTo>
                  <a:pt x="100" y="659"/>
                </a:lnTo>
                <a:lnTo>
                  <a:pt x="100" y="658"/>
                </a:lnTo>
                <a:lnTo>
                  <a:pt x="99" y="658"/>
                </a:lnTo>
                <a:lnTo>
                  <a:pt x="99" y="657"/>
                </a:lnTo>
                <a:lnTo>
                  <a:pt x="99" y="656"/>
                </a:lnTo>
                <a:lnTo>
                  <a:pt x="100" y="655"/>
                </a:lnTo>
                <a:lnTo>
                  <a:pt x="100" y="654"/>
                </a:lnTo>
                <a:lnTo>
                  <a:pt x="101" y="654"/>
                </a:lnTo>
                <a:lnTo>
                  <a:pt x="101" y="655"/>
                </a:lnTo>
                <a:lnTo>
                  <a:pt x="102" y="654"/>
                </a:lnTo>
                <a:lnTo>
                  <a:pt x="103" y="654"/>
                </a:lnTo>
                <a:lnTo>
                  <a:pt x="103" y="653"/>
                </a:lnTo>
                <a:lnTo>
                  <a:pt x="104" y="652"/>
                </a:lnTo>
                <a:lnTo>
                  <a:pt x="104" y="651"/>
                </a:lnTo>
                <a:lnTo>
                  <a:pt x="104" y="650"/>
                </a:lnTo>
                <a:lnTo>
                  <a:pt x="105" y="650"/>
                </a:lnTo>
                <a:lnTo>
                  <a:pt x="106" y="650"/>
                </a:lnTo>
                <a:lnTo>
                  <a:pt x="107" y="650"/>
                </a:lnTo>
                <a:lnTo>
                  <a:pt x="108" y="649"/>
                </a:lnTo>
                <a:lnTo>
                  <a:pt x="109" y="649"/>
                </a:lnTo>
                <a:lnTo>
                  <a:pt x="109" y="650"/>
                </a:lnTo>
                <a:lnTo>
                  <a:pt x="110" y="649"/>
                </a:lnTo>
                <a:lnTo>
                  <a:pt x="109" y="648"/>
                </a:lnTo>
                <a:lnTo>
                  <a:pt x="110" y="647"/>
                </a:lnTo>
                <a:lnTo>
                  <a:pt x="111" y="647"/>
                </a:lnTo>
                <a:lnTo>
                  <a:pt x="112" y="647"/>
                </a:lnTo>
                <a:lnTo>
                  <a:pt x="112" y="646"/>
                </a:lnTo>
                <a:lnTo>
                  <a:pt x="113" y="646"/>
                </a:lnTo>
                <a:lnTo>
                  <a:pt x="113" y="644"/>
                </a:lnTo>
                <a:lnTo>
                  <a:pt x="112" y="643"/>
                </a:lnTo>
                <a:lnTo>
                  <a:pt x="111" y="643"/>
                </a:lnTo>
                <a:lnTo>
                  <a:pt x="111" y="642"/>
                </a:lnTo>
                <a:lnTo>
                  <a:pt x="111" y="641"/>
                </a:lnTo>
                <a:lnTo>
                  <a:pt x="110" y="641"/>
                </a:lnTo>
                <a:lnTo>
                  <a:pt x="110" y="639"/>
                </a:lnTo>
                <a:lnTo>
                  <a:pt x="111" y="638"/>
                </a:lnTo>
                <a:lnTo>
                  <a:pt x="110" y="638"/>
                </a:lnTo>
                <a:lnTo>
                  <a:pt x="110" y="637"/>
                </a:lnTo>
                <a:lnTo>
                  <a:pt x="110" y="636"/>
                </a:lnTo>
                <a:lnTo>
                  <a:pt x="110" y="635"/>
                </a:lnTo>
                <a:lnTo>
                  <a:pt x="110" y="634"/>
                </a:lnTo>
                <a:lnTo>
                  <a:pt x="109" y="634"/>
                </a:lnTo>
                <a:lnTo>
                  <a:pt x="109" y="633"/>
                </a:lnTo>
                <a:lnTo>
                  <a:pt x="108" y="633"/>
                </a:lnTo>
                <a:lnTo>
                  <a:pt x="108" y="632"/>
                </a:lnTo>
                <a:lnTo>
                  <a:pt x="107" y="633"/>
                </a:lnTo>
                <a:lnTo>
                  <a:pt x="106" y="631"/>
                </a:lnTo>
                <a:lnTo>
                  <a:pt x="105" y="630"/>
                </a:lnTo>
                <a:lnTo>
                  <a:pt x="106" y="630"/>
                </a:lnTo>
                <a:lnTo>
                  <a:pt x="106" y="628"/>
                </a:lnTo>
                <a:lnTo>
                  <a:pt x="106" y="627"/>
                </a:lnTo>
                <a:lnTo>
                  <a:pt x="105" y="627"/>
                </a:lnTo>
                <a:lnTo>
                  <a:pt x="105" y="626"/>
                </a:lnTo>
                <a:lnTo>
                  <a:pt x="104" y="625"/>
                </a:lnTo>
                <a:lnTo>
                  <a:pt x="103" y="625"/>
                </a:lnTo>
                <a:lnTo>
                  <a:pt x="103" y="624"/>
                </a:lnTo>
                <a:lnTo>
                  <a:pt x="103" y="623"/>
                </a:lnTo>
                <a:lnTo>
                  <a:pt x="103" y="622"/>
                </a:lnTo>
                <a:lnTo>
                  <a:pt x="103" y="620"/>
                </a:lnTo>
                <a:lnTo>
                  <a:pt x="102" y="620"/>
                </a:lnTo>
                <a:lnTo>
                  <a:pt x="102" y="619"/>
                </a:lnTo>
                <a:lnTo>
                  <a:pt x="103" y="618"/>
                </a:lnTo>
                <a:lnTo>
                  <a:pt x="104" y="618"/>
                </a:lnTo>
                <a:lnTo>
                  <a:pt x="104" y="617"/>
                </a:lnTo>
                <a:lnTo>
                  <a:pt x="103" y="617"/>
                </a:lnTo>
                <a:lnTo>
                  <a:pt x="103" y="616"/>
                </a:lnTo>
                <a:lnTo>
                  <a:pt x="103" y="615"/>
                </a:lnTo>
                <a:lnTo>
                  <a:pt x="103" y="614"/>
                </a:lnTo>
                <a:lnTo>
                  <a:pt x="104" y="613"/>
                </a:lnTo>
                <a:lnTo>
                  <a:pt x="104" y="612"/>
                </a:lnTo>
                <a:lnTo>
                  <a:pt x="105" y="612"/>
                </a:lnTo>
                <a:lnTo>
                  <a:pt x="106" y="613"/>
                </a:lnTo>
                <a:lnTo>
                  <a:pt x="107" y="613"/>
                </a:lnTo>
                <a:lnTo>
                  <a:pt x="107" y="612"/>
                </a:lnTo>
                <a:lnTo>
                  <a:pt x="107" y="611"/>
                </a:lnTo>
                <a:lnTo>
                  <a:pt x="107" y="610"/>
                </a:lnTo>
                <a:lnTo>
                  <a:pt x="108" y="609"/>
                </a:lnTo>
                <a:lnTo>
                  <a:pt x="108" y="608"/>
                </a:lnTo>
                <a:lnTo>
                  <a:pt x="109" y="608"/>
                </a:lnTo>
                <a:lnTo>
                  <a:pt x="108" y="606"/>
                </a:lnTo>
                <a:lnTo>
                  <a:pt x="108" y="605"/>
                </a:lnTo>
                <a:lnTo>
                  <a:pt x="110" y="605"/>
                </a:lnTo>
                <a:lnTo>
                  <a:pt x="111" y="605"/>
                </a:lnTo>
                <a:lnTo>
                  <a:pt x="111" y="606"/>
                </a:lnTo>
                <a:lnTo>
                  <a:pt x="112" y="606"/>
                </a:lnTo>
                <a:lnTo>
                  <a:pt x="111" y="605"/>
                </a:lnTo>
                <a:lnTo>
                  <a:pt x="112" y="605"/>
                </a:lnTo>
                <a:lnTo>
                  <a:pt x="113" y="605"/>
                </a:lnTo>
                <a:lnTo>
                  <a:pt x="114" y="605"/>
                </a:lnTo>
                <a:lnTo>
                  <a:pt x="115" y="606"/>
                </a:lnTo>
                <a:lnTo>
                  <a:pt x="116" y="606"/>
                </a:lnTo>
                <a:lnTo>
                  <a:pt x="116" y="607"/>
                </a:lnTo>
                <a:lnTo>
                  <a:pt x="117" y="607"/>
                </a:lnTo>
                <a:lnTo>
                  <a:pt x="118" y="607"/>
                </a:lnTo>
                <a:lnTo>
                  <a:pt x="119" y="607"/>
                </a:lnTo>
                <a:lnTo>
                  <a:pt x="119" y="606"/>
                </a:lnTo>
                <a:lnTo>
                  <a:pt x="120" y="606"/>
                </a:lnTo>
                <a:lnTo>
                  <a:pt x="120" y="607"/>
                </a:lnTo>
                <a:lnTo>
                  <a:pt x="121" y="608"/>
                </a:lnTo>
                <a:lnTo>
                  <a:pt x="121" y="607"/>
                </a:lnTo>
                <a:lnTo>
                  <a:pt x="121" y="606"/>
                </a:lnTo>
                <a:lnTo>
                  <a:pt x="122" y="606"/>
                </a:lnTo>
                <a:lnTo>
                  <a:pt x="123" y="606"/>
                </a:lnTo>
                <a:lnTo>
                  <a:pt x="124" y="606"/>
                </a:lnTo>
                <a:lnTo>
                  <a:pt x="125" y="606"/>
                </a:lnTo>
                <a:lnTo>
                  <a:pt x="125" y="605"/>
                </a:lnTo>
                <a:lnTo>
                  <a:pt x="126" y="605"/>
                </a:lnTo>
                <a:lnTo>
                  <a:pt x="126" y="604"/>
                </a:lnTo>
                <a:lnTo>
                  <a:pt x="126" y="603"/>
                </a:lnTo>
                <a:lnTo>
                  <a:pt x="127" y="603"/>
                </a:lnTo>
                <a:lnTo>
                  <a:pt x="128" y="603"/>
                </a:lnTo>
                <a:lnTo>
                  <a:pt x="129" y="603"/>
                </a:lnTo>
                <a:lnTo>
                  <a:pt x="130" y="603"/>
                </a:lnTo>
                <a:lnTo>
                  <a:pt x="131" y="604"/>
                </a:lnTo>
                <a:lnTo>
                  <a:pt x="132" y="604"/>
                </a:lnTo>
                <a:lnTo>
                  <a:pt x="133" y="604"/>
                </a:lnTo>
                <a:lnTo>
                  <a:pt x="134" y="604"/>
                </a:lnTo>
                <a:lnTo>
                  <a:pt x="135" y="604"/>
                </a:lnTo>
                <a:lnTo>
                  <a:pt x="136" y="605"/>
                </a:lnTo>
                <a:lnTo>
                  <a:pt x="137" y="605"/>
                </a:lnTo>
                <a:lnTo>
                  <a:pt x="137" y="606"/>
                </a:lnTo>
                <a:lnTo>
                  <a:pt x="140" y="606"/>
                </a:lnTo>
                <a:lnTo>
                  <a:pt x="140" y="605"/>
                </a:lnTo>
                <a:lnTo>
                  <a:pt x="140" y="604"/>
                </a:lnTo>
                <a:lnTo>
                  <a:pt x="141" y="604"/>
                </a:lnTo>
                <a:lnTo>
                  <a:pt x="143" y="604"/>
                </a:lnTo>
                <a:lnTo>
                  <a:pt x="144" y="603"/>
                </a:lnTo>
                <a:lnTo>
                  <a:pt x="145" y="603"/>
                </a:lnTo>
                <a:lnTo>
                  <a:pt x="146" y="604"/>
                </a:lnTo>
                <a:lnTo>
                  <a:pt x="146" y="605"/>
                </a:lnTo>
                <a:lnTo>
                  <a:pt x="147" y="605"/>
                </a:lnTo>
                <a:lnTo>
                  <a:pt x="148" y="606"/>
                </a:lnTo>
                <a:lnTo>
                  <a:pt x="148" y="605"/>
                </a:lnTo>
                <a:lnTo>
                  <a:pt x="149" y="605"/>
                </a:lnTo>
                <a:lnTo>
                  <a:pt x="150" y="605"/>
                </a:lnTo>
                <a:lnTo>
                  <a:pt x="150" y="606"/>
                </a:lnTo>
                <a:lnTo>
                  <a:pt x="151" y="606"/>
                </a:lnTo>
                <a:lnTo>
                  <a:pt x="151" y="607"/>
                </a:lnTo>
                <a:lnTo>
                  <a:pt x="152" y="607"/>
                </a:lnTo>
                <a:lnTo>
                  <a:pt x="153" y="607"/>
                </a:lnTo>
                <a:lnTo>
                  <a:pt x="154" y="607"/>
                </a:lnTo>
                <a:lnTo>
                  <a:pt x="155" y="607"/>
                </a:lnTo>
                <a:lnTo>
                  <a:pt x="154" y="607"/>
                </a:lnTo>
                <a:lnTo>
                  <a:pt x="154" y="608"/>
                </a:lnTo>
                <a:lnTo>
                  <a:pt x="155" y="608"/>
                </a:lnTo>
                <a:lnTo>
                  <a:pt x="156" y="609"/>
                </a:lnTo>
                <a:lnTo>
                  <a:pt x="157" y="611"/>
                </a:lnTo>
                <a:lnTo>
                  <a:pt x="157" y="612"/>
                </a:lnTo>
                <a:lnTo>
                  <a:pt x="158" y="612"/>
                </a:lnTo>
                <a:lnTo>
                  <a:pt x="159" y="612"/>
                </a:lnTo>
                <a:lnTo>
                  <a:pt x="159" y="611"/>
                </a:lnTo>
                <a:lnTo>
                  <a:pt x="160" y="610"/>
                </a:lnTo>
                <a:lnTo>
                  <a:pt x="161" y="611"/>
                </a:lnTo>
                <a:lnTo>
                  <a:pt x="161" y="612"/>
                </a:lnTo>
                <a:lnTo>
                  <a:pt x="162" y="612"/>
                </a:lnTo>
                <a:lnTo>
                  <a:pt x="162" y="613"/>
                </a:lnTo>
                <a:lnTo>
                  <a:pt x="163" y="613"/>
                </a:lnTo>
                <a:lnTo>
                  <a:pt x="164" y="613"/>
                </a:lnTo>
                <a:lnTo>
                  <a:pt x="165" y="613"/>
                </a:lnTo>
                <a:lnTo>
                  <a:pt x="165" y="614"/>
                </a:lnTo>
                <a:lnTo>
                  <a:pt x="165" y="615"/>
                </a:lnTo>
                <a:lnTo>
                  <a:pt x="166" y="615"/>
                </a:lnTo>
                <a:lnTo>
                  <a:pt x="166" y="616"/>
                </a:lnTo>
                <a:lnTo>
                  <a:pt x="166" y="617"/>
                </a:lnTo>
                <a:lnTo>
                  <a:pt x="165" y="617"/>
                </a:lnTo>
                <a:lnTo>
                  <a:pt x="165" y="618"/>
                </a:lnTo>
                <a:lnTo>
                  <a:pt x="165" y="619"/>
                </a:lnTo>
                <a:lnTo>
                  <a:pt x="166" y="620"/>
                </a:lnTo>
                <a:lnTo>
                  <a:pt x="166" y="621"/>
                </a:lnTo>
                <a:lnTo>
                  <a:pt x="167" y="621"/>
                </a:lnTo>
                <a:lnTo>
                  <a:pt x="168" y="621"/>
                </a:lnTo>
                <a:lnTo>
                  <a:pt x="169" y="622"/>
                </a:lnTo>
                <a:lnTo>
                  <a:pt x="170" y="623"/>
                </a:lnTo>
                <a:lnTo>
                  <a:pt x="171" y="622"/>
                </a:lnTo>
                <a:lnTo>
                  <a:pt x="172" y="623"/>
                </a:lnTo>
                <a:lnTo>
                  <a:pt x="172" y="624"/>
                </a:lnTo>
                <a:lnTo>
                  <a:pt x="173" y="624"/>
                </a:lnTo>
                <a:lnTo>
                  <a:pt x="173" y="623"/>
                </a:lnTo>
                <a:lnTo>
                  <a:pt x="174" y="624"/>
                </a:lnTo>
                <a:lnTo>
                  <a:pt x="175" y="625"/>
                </a:lnTo>
                <a:lnTo>
                  <a:pt x="175" y="626"/>
                </a:lnTo>
                <a:lnTo>
                  <a:pt x="175" y="627"/>
                </a:lnTo>
                <a:lnTo>
                  <a:pt x="176" y="627"/>
                </a:lnTo>
                <a:lnTo>
                  <a:pt x="176" y="628"/>
                </a:lnTo>
                <a:lnTo>
                  <a:pt x="175" y="628"/>
                </a:lnTo>
                <a:lnTo>
                  <a:pt x="175" y="629"/>
                </a:lnTo>
                <a:lnTo>
                  <a:pt x="176" y="630"/>
                </a:lnTo>
                <a:lnTo>
                  <a:pt x="176" y="631"/>
                </a:lnTo>
                <a:lnTo>
                  <a:pt x="177" y="630"/>
                </a:lnTo>
                <a:lnTo>
                  <a:pt x="178" y="630"/>
                </a:lnTo>
                <a:lnTo>
                  <a:pt x="179" y="631"/>
                </a:lnTo>
                <a:lnTo>
                  <a:pt x="180" y="631"/>
                </a:lnTo>
                <a:lnTo>
                  <a:pt x="180" y="630"/>
                </a:lnTo>
                <a:lnTo>
                  <a:pt x="181" y="630"/>
                </a:lnTo>
                <a:lnTo>
                  <a:pt x="182" y="631"/>
                </a:lnTo>
                <a:lnTo>
                  <a:pt x="182" y="630"/>
                </a:lnTo>
                <a:lnTo>
                  <a:pt x="183" y="629"/>
                </a:lnTo>
                <a:lnTo>
                  <a:pt x="183" y="628"/>
                </a:lnTo>
                <a:lnTo>
                  <a:pt x="183" y="627"/>
                </a:lnTo>
                <a:lnTo>
                  <a:pt x="184" y="627"/>
                </a:lnTo>
                <a:lnTo>
                  <a:pt x="185" y="627"/>
                </a:lnTo>
                <a:lnTo>
                  <a:pt x="185" y="626"/>
                </a:lnTo>
                <a:lnTo>
                  <a:pt x="185" y="625"/>
                </a:lnTo>
                <a:lnTo>
                  <a:pt x="186" y="625"/>
                </a:lnTo>
                <a:lnTo>
                  <a:pt x="186" y="624"/>
                </a:lnTo>
                <a:lnTo>
                  <a:pt x="186" y="623"/>
                </a:lnTo>
                <a:lnTo>
                  <a:pt x="187" y="622"/>
                </a:lnTo>
                <a:lnTo>
                  <a:pt x="187" y="623"/>
                </a:lnTo>
                <a:lnTo>
                  <a:pt x="189" y="623"/>
                </a:lnTo>
                <a:lnTo>
                  <a:pt x="190" y="623"/>
                </a:lnTo>
                <a:lnTo>
                  <a:pt x="192" y="623"/>
                </a:lnTo>
                <a:lnTo>
                  <a:pt x="192" y="624"/>
                </a:lnTo>
                <a:lnTo>
                  <a:pt x="193" y="624"/>
                </a:lnTo>
                <a:lnTo>
                  <a:pt x="193" y="625"/>
                </a:lnTo>
                <a:lnTo>
                  <a:pt x="194" y="625"/>
                </a:lnTo>
                <a:lnTo>
                  <a:pt x="194" y="626"/>
                </a:lnTo>
                <a:lnTo>
                  <a:pt x="194" y="625"/>
                </a:lnTo>
                <a:lnTo>
                  <a:pt x="195" y="624"/>
                </a:lnTo>
                <a:lnTo>
                  <a:pt x="197" y="623"/>
                </a:lnTo>
                <a:lnTo>
                  <a:pt x="197" y="624"/>
                </a:lnTo>
                <a:lnTo>
                  <a:pt x="198" y="624"/>
                </a:lnTo>
                <a:lnTo>
                  <a:pt x="198" y="623"/>
                </a:lnTo>
                <a:lnTo>
                  <a:pt x="199" y="623"/>
                </a:lnTo>
                <a:lnTo>
                  <a:pt x="201" y="625"/>
                </a:lnTo>
                <a:lnTo>
                  <a:pt x="203" y="626"/>
                </a:lnTo>
                <a:lnTo>
                  <a:pt x="204" y="626"/>
                </a:lnTo>
                <a:lnTo>
                  <a:pt x="205" y="626"/>
                </a:lnTo>
                <a:lnTo>
                  <a:pt x="205" y="625"/>
                </a:lnTo>
                <a:lnTo>
                  <a:pt x="206" y="625"/>
                </a:lnTo>
                <a:lnTo>
                  <a:pt x="207" y="626"/>
                </a:lnTo>
                <a:lnTo>
                  <a:pt x="207" y="627"/>
                </a:lnTo>
                <a:lnTo>
                  <a:pt x="208" y="627"/>
                </a:lnTo>
                <a:lnTo>
                  <a:pt x="208" y="626"/>
                </a:lnTo>
                <a:lnTo>
                  <a:pt x="211" y="626"/>
                </a:lnTo>
                <a:lnTo>
                  <a:pt x="211" y="625"/>
                </a:lnTo>
                <a:lnTo>
                  <a:pt x="211" y="624"/>
                </a:lnTo>
                <a:lnTo>
                  <a:pt x="211" y="623"/>
                </a:lnTo>
                <a:lnTo>
                  <a:pt x="212" y="623"/>
                </a:lnTo>
                <a:lnTo>
                  <a:pt x="213" y="623"/>
                </a:lnTo>
                <a:lnTo>
                  <a:pt x="213" y="622"/>
                </a:lnTo>
                <a:lnTo>
                  <a:pt x="213" y="621"/>
                </a:lnTo>
                <a:lnTo>
                  <a:pt x="214" y="620"/>
                </a:lnTo>
                <a:lnTo>
                  <a:pt x="214" y="619"/>
                </a:lnTo>
                <a:lnTo>
                  <a:pt x="215" y="619"/>
                </a:lnTo>
                <a:lnTo>
                  <a:pt x="216" y="619"/>
                </a:lnTo>
                <a:lnTo>
                  <a:pt x="217" y="619"/>
                </a:lnTo>
                <a:lnTo>
                  <a:pt x="217" y="620"/>
                </a:lnTo>
                <a:lnTo>
                  <a:pt x="218" y="620"/>
                </a:lnTo>
                <a:lnTo>
                  <a:pt x="218" y="621"/>
                </a:lnTo>
                <a:lnTo>
                  <a:pt x="218" y="620"/>
                </a:lnTo>
                <a:lnTo>
                  <a:pt x="218" y="619"/>
                </a:lnTo>
                <a:lnTo>
                  <a:pt x="219" y="619"/>
                </a:lnTo>
                <a:lnTo>
                  <a:pt x="220" y="618"/>
                </a:lnTo>
                <a:lnTo>
                  <a:pt x="221" y="619"/>
                </a:lnTo>
                <a:lnTo>
                  <a:pt x="222" y="619"/>
                </a:lnTo>
                <a:lnTo>
                  <a:pt x="222" y="620"/>
                </a:lnTo>
                <a:lnTo>
                  <a:pt x="222" y="621"/>
                </a:lnTo>
                <a:lnTo>
                  <a:pt x="222" y="622"/>
                </a:lnTo>
                <a:lnTo>
                  <a:pt x="221" y="624"/>
                </a:lnTo>
                <a:lnTo>
                  <a:pt x="222" y="625"/>
                </a:lnTo>
                <a:lnTo>
                  <a:pt x="222" y="624"/>
                </a:lnTo>
                <a:lnTo>
                  <a:pt x="222" y="623"/>
                </a:lnTo>
                <a:lnTo>
                  <a:pt x="223" y="623"/>
                </a:lnTo>
                <a:lnTo>
                  <a:pt x="223" y="622"/>
                </a:lnTo>
                <a:lnTo>
                  <a:pt x="223" y="623"/>
                </a:lnTo>
                <a:lnTo>
                  <a:pt x="224" y="623"/>
                </a:lnTo>
                <a:lnTo>
                  <a:pt x="224" y="622"/>
                </a:lnTo>
                <a:lnTo>
                  <a:pt x="225" y="621"/>
                </a:lnTo>
                <a:lnTo>
                  <a:pt x="226" y="621"/>
                </a:lnTo>
                <a:lnTo>
                  <a:pt x="227" y="620"/>
                </a:lnTo>
                <a:lnTo>
                  <a:pt x="228" y="620"/>
                </a:lnTo>
                <a:lnTo>
                  <a:pt x="229" y="620"/>
                </a:lnTo>
                <a:lnTo>
                  <a:pt x="229" y="621"/>
                </a:lnTo>
                <a:lnTo>
                  <a:pt x="229" y="620"/>
                </a:lnTo>
                <a:lnTo>
                  <a:pt x="230" y="619"/>
                </a:lnTo>
                <a:lnTo>
                  <a:pt x="230" y="620"/>
                </a:lnTo>
                <a:lnTo>
                  <a:pt x="231" y="620"/>
                </a:lnTo>
                <a:lnTo>
                  <a:pt x="232" y="620"/>
                </a:lnTo>
                <a:lnTo>
                  <a:pt x="233" y="620"/>
                </a:lnTo>
                <a:lnTo>
                  <a:pt x="233" y="619"/>
                </a:lnTo>
                <a:lnTo>
                  <a:pt x="234" y="619"/>
                </a:lnTo>
                <a:lnTo>
                  <a:pt x="235" y="619"/>
                </a:lnTo>
                <a:lnTo>
                  <a:pt x="236" y="619"/>
                </a:lnTo>
                <a:lnTo>
                  <a:pt x="237" y="619"/>
                </a:lnTo>
                <a:lnTo>
                  <a:pt x="238" y="619"/>
                </a:lnTo>
                <a:lnTo>
                  <a:pt x="239" y="619"/>
                </a:lnTo>
                <a:lnTo>
                  <a:pt x="239" y="618"/>
                </a:lnTo>
                <a:lnTo>
                  <a:pt x="239" y="617"/>
                </a:lnTo>
                <a:lnTo>
                  <a:pt x="240" y="617"/>
                </a:lnTo>
                <a:lnTo>
                  <a:pt x="241" y="617"/>
                </a:lnTo>
                <a:lnTo>
                  <a:pt x="242" y="616"/>
                </a:lnTo>
                <a:lnTo>
                  <a:pt x="243" y="616"/>
                </a:lnTo>
                <a:lnTo>
                  <a:pt x="244" y="616"/>
                </a:lnTo>
                <a:lnTo>
                  <a:pt x="245" y="615"/>
                </a:lnTo>
                <a:lnTo>
                  <a:pt x="245" y="614"/>
                </a:lnTo>
                <a:lnTo>
                  <a:pt x="245" y="613"/>
                </a:lnTo>
                <a:lnTo>
                  <a:pt x="245" y="614"/>
                </a:lnTo>
                <a:lnTo>
                  <a:pt x="244" y="614"/>
                </a:lnTo>
                <a:lnTo>
                  <a:pt x="243" y="613"/>
                </a:lnTo>
                <a:lnTo>
                  <a:pt x="243" y="612"/>
                </a:lnTo>
                <a:lnTo>
                  <a:pt x="243" y="611"/>
                </a:lnTo>
                <a:lnTo>
                  <a:pt x="244" y="611"/>
                </a:lnTo>
                <a:lnTo>
                  <a:pt x="244" y="610"/>
                </a:lnTo>
                <a:lnTo>
                  <a:pt x="243" y="610"/>
                </a:lnTo>
                <a:lnTo>
                  <a:pt x="242" y="611"/>
                </a:lnTo>
                <a:lnTo>
                  <a:pt x="240" y="611"/>
                </a:lnTo>
                <a:lnTo>
                  <a:pt x="240" y="610"/>
                </a:lnTo>
                <a:lnTo>
                  <a:pt x="238" y="609"/>
                </a:lnTo>
                <a:lnTo>
                  <a:pt x="237" y="607"/>
                </a:lnTo>
                <a:lnTo>
                  <a:pt x="236" y="606"/>
                </a:lnTo>
                <a:lnTo>
                  <a:pt x="235" y="605"/>
                </a:lnTo>
                <a:lnTo>
                  <a:pt x="234" y="605"/>
                </a:lnTo>
                <a:lnTo>
                  <a:pt x="234" y="604"/>
                </a:lnTo>
                <a:lnTo>
                  <a:pt x="235" y="603"/>
                </a:lnTo>
                <a:lnTo>
                  <a:pt x="235" y="602"/>
                </a:lnTo>
                <a:lnTo>
                  <a:pt x="234" y="601"/>
                </a:lnTo>
                <a:lnTo>
                  <a:pt x="233" y="601"/>
                </a:lnTo>
                <a:lnTo>
                  <a:pt x="232" y="601"/>
                </a:lnTo>
                <a:lnTo>
                  <a:pt x="232" y="600"/>
                </a:lnTo>
                <a:lnTo>
                  <a:pt x="231" y="600"/>
                </a:lnTo>
                <a:lnTo>
                  <a:pt x="231" y="599"/>
                </a:lnTo>
                <a:lnTo>
                  <a:pt x="230" y="599"/>
                </a:lnTo>
                <a:lnTo>
                  <a:pt x="230" y="598"/>
                </a:lnTo>
                <a:lnTo>
                  <a:pt x="231" y="598"/>
                </a:lnTo>
                <a:lnTo>
                  <a:pt x="231" y="597"/>
                </a:lnTo>
                <a:lnTo>
                  <a:pt x="230" y="595"/>
                </a:lnTo>
                <a:lnTo>
                  <a:pt x="230" y="594"/>
                </a:lnTo>
                <a:lnTo>
                  <a:pt x="229" y="594"/>
                </a:lnTo>
                <a:lnTo>
                  <a:pt x="229" y="593"/>
                </a:lnTo>
                <a:lnTo>
                  <a:pt x="229" y="591"/>
                </a:lnTo>
                <a:lnTo>
                  <a:pt x="230" y="591"/>
                </a:lnTo>
                <a:lnTo>
                  <a:pt x="229" y="590"/>
                </a:lnTo>
                <a:lnTo>
                  <a:pt x="228" y="589"/>
                </a:lnTo>
                <a:lnTo>
                  <a:pt x="227" y="589"/>
                </a:lnTo>
                <a:lnTo>
                  <a:pt x="227" y="588"/>
                </a:lnTo>
                <a:lnTo>
                  <a:pt x="227" y="587"/>
                </a:lnTo>
                <a:lnTo>
                  <a:pt x="227" y="586"/>
                </a:lnTo>
                <a:lnTo>
                  <a:pt x="226" y="585"/>
                </a:lnTo>
                <a:lnTo>
                  <a:pt x="226" y="586"/>
                </a:lnTo>
                <a:lnTo>
                  <a:pt x="225" y="586"/>
                </a:lnTo>
                <a:lnTo>
                  <a:pt x="224" y="586"/>
                </a:lnTo>
                <a:lnTo>
                  <a:pt x="224" y="585"/>
                </a:lnTo>
                <a:lnTo>
                  <a:pt x="224" y="584"/>
                </a:lnTo>
                <a:lnTo>
                  <a:pt x="223" y="584"/>
                </a:lnTo>
                <a:lnTo>
                  <a:pt x="224" y="584"/>
                </a:lnTo>
                <a:lnTo>
                  <a:pt x="224" y="583"/>
                </a:lnTo>
                <a:lnTo>
                  <a:pt x="223" y="583"/>
                </a:lnTo>
                <a:lnTo>
                  <a:pt x="223" y="582"/>
                </a:lnTo>
                <a:lnTo>
                  <a:pt x="223" y="581"/>
                </a:lnTo>
                <a:lnTo>
                  <a:pt x="224" y="581"/>
                </a:lnTo>
                <a:lnTo>
                  <a:pt x="225" y="581"/>
                </a:lnTo>
                <a:lnTo>
                  <a:pt x="226" y="581"/>
                </a:lnTo>
                <a:lnTo>
                  <a:pt x="227" y="581"/>
                </a:lnTo>
                <a:lnTo>
                  <a:pt x="227" y="580"/>
                </a:lnTo>
                <a:lnTo>
                  <a:pt x="228" y="581"/>
                </a:lnTo>
                <a:lnTo>
                  <a:pt x="229" y="582"/>
                </a:lnTo>
                <a:lnTo>
                  <a:pt x="230" y="582"/>
                </a:lnTo>
                <a:lnTo>
                  <a:pt x="230" y="581"/>
                </a:lnTo>
                <a:lnTo>
                  <a:pt x="229" y="581"/>
                </a:lnTo>
                <a:lnTo>
                  <a:pt x="229" y="580"/>
                </a:lnTo>
                <a:lnTo>
                  <a:pt x="230" y="580"/>
                </a:lnTo>
                <a:lnTo>
                  <a:pt x="231" y="580"/>
                </a:lnTo>
                <a:lnTo>
                  <a:pt x="230" y="579"/>
                </a:lnTo>
                <a:lnTo>
                  <a:pt x="230" y="580"/>
                </a:lnTo>
                <a:lnTo>
                  <a:pt x="229" y="580"/>
                </a:lnTo>
                <a:lnTo>
                  <a:pt x="229" y="579"/>
                </a:lnTo>
                <a:lnTo>
                  <a:pt x="230" y="579"/>
                </a:lnTo>
                <a:lnTo>
                  <a:pt x="231" y="579"/>
                </a:lnTo>
                <a:lnTo>
                  <a:pt x="232" y="578"/>
                </a:lnTo>
                <a:lnTo>
                  <a:pt x="232" y="577"/>
                </a:lnTo>
                <a:lnTo>
                  <a:pt x="231" y="577"/>
                </a:lnTo>
                <a:lnTo>
                  <a:pt x="231" y="578"/>
                </a:lnTo>
                <a:lnTo>
                  <a:pt x="231" y="577"/>
                </a:lnTo>
                <a:lnTo>
                  <a:pt x="231" y="576"/>
                </a:lnTo>
                <a:lnTo>
                  <a:pt x="232" y="576"/>
                </a:lnTo>
                <a:lnTo>
                  <a:pt x="232" y="575"/>
                </a:lnTo>
                <a:lnTo>
                  <a:pt x="231" y="575"/>
                </a:lnTo>
                <a:lnTo>
                  <a:pt x="230" y="575"/>
                </a:lnTo>
                <a:lnTo>
                  <a:pt x="229" y="575"/>
                </a:lnTo>
                <a:lnTo>
                  <a:pt x="229" y="576"/>
                </a:lnTo>
                <a:lnTo>
                  <a:pt x="228" y="576"/>
                </a:lnTo>
                <a:lnTo>
                  <a:pt x="228" y="575"/>
                </a:lnTo>
                <a:lnTo>
                  <a:pt x="229" y="574"/>
                </a:lnTo>
                <a:lnTo>
                  <a:pt x="230" y="574"/>
                </a:lnTo>
                <a:lnTo>
                  <a:pt x="231" y="573"/>
                </a:lnTo>
                <a:lnTo>
                  <a:pt x="232" y="573"/>
                </a:lnTo>
                <a:lnTo>
                  <a:pt x="232" y="574"/>
                </a:lnTo>
                <a:lnTo>
                  <a:pt x="233" y="574"/>
                </a:lnTo>
                <a:lnTo>
                  <a:pt x="235" y="574"/>
                </a:lnTo>
                <a:lnTo>
                  <a:pt x="235" y="575"/>
                </a:lnTo>
                <a:lnTo>
                  <a:pt x="236" y="575"/>
                </a:lnTo>
                <a:lnTo>
                  <a:pt x="237" y="575"/>
                </a:lnTo>
                <a:lnTo>
                  <a:pt x="237" y="576"/>
                </a:lnTo>
                <a:lnTo>
                  <a:pt x="238" y="577"/>
                </a:lnTo>
                <a:lnTo>
                  <a:pt x="238" y="576"/>
                </a:lnTo>
                <a:lnTo>
                  <a:pt x="239" y="576"/>
                </a:lnTo>
                <a:lnTo>
                  <a:pt x="239" y="577"/>
                </a:lnTo>
                <a:lnTo>
                  <a:pt x="240" y="578"/>
                </a:lnTo>
                <a:lnTo>
                  <a:pt x="241" y="578"/>
                </a:lnTo>
                <a:lnTo>
                  <a:pt x="242" y="578"/>
                </a:lnTo>
                <a:lnTo>
                  <a:pt x="243" y="578"/>
                </a:lnTo>
                <a:lnTo>
                  <a:pt x="243" y="579"/>
                </a:lnTo>
                <a:lnTo>
                  <a:pt x="244" y="579"/>
                </a:lnTo>
                <a:lnTo>
                  <a:pt x="244" y="580"/>
                </a:lnTo>
                <a:lnTo>
                  <a:pt x="245" y="580"/>
                </a:lnTo>
                <a:lnTo>
                  <a:pt x="246" y="580"/>
                </a:lnTo>
                <a:lnTo>
                  <a:pt x="246" y="579"/>
                </a:lnTo>
                <a:lnTo>
                  <a:pt x="248" y="579"/>
                </a:lnTo>
                <a:lnTo>
                  <a:pt x="249" y="580"/>
                </a:lnTo>
                <a:lnTo>
                  <a:pt x="250" y="580"/>
                </a:lnTo>
                <a:lnTo>
                  <a:pt x="251" y="580"/>
                </a:lnTo>
                <a:lnTo>
                  <a:pt x="251" y="581"/>
                </a:lnTo>
                <a:lnTo>
                  <a:pt x="252" y="580"/>
                </a:lnTo>
                <a:lnTo>
                  <a:pt x="252" y="579"/>
                </a:lnTo>
                <a:lnTo>
                  <a:pt x="252" y="578"/>
                </a:lnTo>
                <a:lnTo>
                  <a:pt x="253" y="578"/>
                </a:lnTo>
                <a:lnTo>
                  <a:pt x="254" y="578"/>
                </a:lnTo>
                <a:lnTo>
                  <a:pt x="254" y="579"/>
                </a:lnTo>
                <a:lnTo>
                  <a:pt x="254" y="580"/>
                </a:lnTo>
                <a:lnTo>
                  <a:pt x="254" y="581"/>
                </a:lnTo>
                <a:lnTo>
                  <a:pt x="255" y="582"/>
                </a:lnTo>
                <a:lnTo>
                  <a:pt x="256" y="581"/>
                </a:lnTo>
                <a:lnTo>
                  <a:pt x="257" y="581"/>
                </a:lnTo>
                <a:lnTo>
                  <a:pt x="258" y="581"/>
                </a:lnTo>
                <a:lnTo>
                  <a:pt x="259" y="581"/>
                </a:lnTo>
                <a:lnTo>
                  <a:pt x="260" y="581"/>
                </a:lnTo>
                <a:lnTo>
                  <a:pt x="260" y="580"/>
                </a:lnTo>
                <a:lnTo>
                  <a:pt x="261" y="580"/>
                </a:lnTo>
                <a:lnTo>
                  <a:pt x="262" y="580"/>
                </a:lnTo>
                <a:lnTo>
                  <a:pt x="264" y="580"/>
                </a:lnTo>
                <a:lnTo>
                  <a:pt x="265" y="579"/>
                </a:lnTo>
                <a:lnTo>
                  <a:pt x="266" y="579"/>
                </a:lnTo>
                <a:lnTo>
                  <a:pt x="266" y="578"/>
                </a:lnTo>
                <a:lnTo>
                  <a:pt x="267" y="578"/>
                </a:lnTo>
                <a:lnTo>
                  <a:pt x="267" y="577"/>
                </a:lnTo>
                <a:lnTo>
                  <a:pt x="268" y="577"/>
                </a:lnTo>
                <a:lnTo>
                  <a:pt x="268" y="576"/>
                </a:lnTo>
                <a:lnTo>
                  <a:pt x="269" y="576"/>
                </a:lnTo>
                <a:lnTo>
                  <a:pt x="269" y="577"/>
                </a:lnTo>
                <a:lnTo>
                  <a:pt x="270" y="576"/>
                </a:lnTo>
                <a:lnTo>
                  <a:pt x="271" y="576"/>
                </a:lnTo>
                <a:lnTo>
                  <a:pt x="272" y="576"/>
                </a:lnTo>
                <a:lnTo>
                  <a:pt x="272" y="575"/>
                </a:lnTo>
                <a:lnTo>
                  <a:pt x="273" y="575"/>
                </a:lnTo>
                <a:lnTo>
                  <a:pt x="274" y="576"/>
                </a:lnTo>
                <a:lnTo>
                  <a:pt x="274" y="575"/>
                </a:lnTo>
                <a:lnTo>
                  <a:pt x="274" y="574"/>
                </a:lnTo>
                <a:lnTo>
                  <a:pt x="275" y="574"/>
                </a:lnTo>
                <a:lnTo>
                  <a:pt x="276" y="573"/>
                </a:lnTo>
                <a:lnTo>
                  <a:pt x="277" y="573"/>
                </a:lnTo>
                <a:lnTo>
                  <a:pt x="278" y="573"/>
                </a:lnTo>
                <a:lnTo>
                  <a:pt x="279" y="573"/>
                </a:lnTo>
                <a:lnTo>
                  <a:pt x="280" y="574"/>
                </a:lnTo>
                <a:lnTo>
                  <a:pt x="281" y="573"/>
                </a:lnTo>
                <a:lnTo>
                  <a:pt x="281" y="574"/>
                </a:lnTo>
                <a:lnTo>
                  <a:pt x="282" y="575"/>
                </a:lnTo>
                <a:lnTo>
                  <a:pt x="282" y="576"/>
                </a:lnTo>
                <a:lnTo>
                  <a:pt x="282" y="577"/>
                </a:lnTo>
                <a:lnTo>
                  <a:pt x="283" y="577"/>
                </a:lnTo>
                <a:lnTo>
                  <a:pt x="283" y="578"/>
                </a:lnTo>
                <a:lnTo>
                  <a:pt x="284" y="579"/>
                </a:lnTo>
                <a:lnTo>
                  <a:pt x="285" y="579"/>
                </a:lnTo>
                <a:lnTo>
                  <a:pt x="285" y="578"/>
                </a:lnTo>
                <a:lnTo>
                  <a:pt x="285" y="577"/>
                </a:lnTo>
                <a:lnTo>
                  <a:pt x="286" y="577"/>
                </a:lnTo>
                <a:lnTo>
                  <a:pt x="286" y="578"/>
                </a:lnTo>
                <a:lnTo>
                  <a:pt x="286" y="577"/>
                </a:lnTo>
                <a:lnTo>
                  <a:pt x="286" y="578"/>
                </a:lnTo>
                <a:lnTo>
                  <a:pt x="287" y="578"/>
                </a:lnTo>
                <a:lnTo>
                  <a:pt x="288" y="578"/>
                </a:lnTo>
                <a:lnTo>
                  <a:pt x="289" y="577"/>
                </a:lnTo>
                <a:lnTo>
                  <a:pt x="290" y="576"/>
                </a:lnTo>
                <a:lnTo>
                  <a:pt x="290" y="575"/>
                </a:lnTo>
                <a:lnTo>
                  <a:pt x="290" y="574"/>
                </a:lnTo>
                <a:lnTo>
                  <a:pt x="290" y="573"/>
                </a:lnTo>
                <a:lnTo>
                  <a:pt x="290" y="574"/>
                </a:lnTo>
                <a:lnTo>
                  <a:pt x="291" y="574"/>
                </a:lnTo>
                <a:lnTo>
                  <a:pt x="291" y="575"/>
                </a:lnTo>
                <a:lnTo>
                  <a:pt x="292" y="575"/>
                </a:lnTo>
                <a:lnTo>
                  <a:pt x="293" y="574"/>
                </a:lnTo>
                <a:lnTo>
                  <a:pt x="293" y="573"/>
                </a:lnTo>
                <a:lnTo>
                  <a:pt x="294" y="573"/>
                </a:lnTo>
                <a:lnTo>
                  <a:pt x="295" y="573"/>
                </a:lnTo>
                <a:lnTo>
                  <a:pt x="295" y="574"/>
                </a:lnTo>
                <a:lnTo>
                  <a:pt x="295" y="575"/>
                </a:lnTo>
                <a:lnTo>
                  <a:pt x="296" y="576"/>
                </a:lnTo>
                <a:lnTo>
                  <a:pt x="296" y="575"/>
                </a:lnTo>
                <a:lnTo>
                  <a:pt x="297" y="575"/>
                </a:lnTo>
                <a:lnTo>
                  <a:pt x="297" y="574"/>
                </a:lnTo>
                <a:lnTo>
                  <a:pt x="298" y="574"/>
                </a:lnTo>
                <a:lnTo>
                  <a:pt x="299" y="574"/>
                </a:lnTo>
                <a:lnTo>
                  <a:pt x="299" y="575"/>
                </a:lnTo>
                <a:lnTo>
                  <a:pt x="299" y="576"/>
                </a:lnTo>
                <a:lnTo>
                  <a:pt x="300" y="576"/>
                </a:lnTo>
                <a:lnTo>
                  <a:pt x="301" y="576"/>
                </a:lnTo>
                <a:lnTo>
                  <a:pt x="302" y="576"/>
                </a:lnTo>
                <a:lnTo>
                  <a:pt x="303" y="576"/>
                </a:lnTo>
                <a:lnTo>
                  <a:pt x="304" y="576"/>
                </a:lnTo>
                <a:lnTo>
                  <a:pt x="305" y="576"/>
                </a:lnTo>
                <a:lnTo>
                  <a:pt x="306" y="576"/>
                </a:lnTo>
                <a:lnTo>
                  <a:pt x="307" y="575"/>
                </a:lnTo>
                <a:lnTo>
                  <a:pt x="308" y="575"/>
                </a:lnTo>
                <a:lnTo>
                  <a:pt x="309" y="575"/>
                </a:lnTo>
                <a:lnTo>
                  <a:pt x="310" y="575"/>
                </a:lnTo>
                <a:lnTo>
                  <a:pt x="312" y="574"/>
                </a:lnTo>
                <a:lnTo>
                  <a:pt x="313" y="573"/>
                </a:lnTo>
                <a:lnTo>
                  <a:pt x="314" y="571"/>
                </a:lnTo>
                <a:lnTo>
                  <a:pt x="315" y="571"/>
                </a:lnTo>
                <a:lnTo>
                  <a:pt x="315" y="572"/>
                </a:lnTo>
                <a:lnTo>
                  <a:pt x="316" y="573"/>
                </a:lnTo>
                <a:lnTo>
                  <a:pt x="317" y="573"/>
                </a:lnTo>
                <a:lnTo>
                  <a:pt x="318" y="573"/>
                </a:lnTo>
                <a:lnTo>
                  <a:pt x="319" y="573"/>
                </a:lnTo>
                <a:lnTo>
                  <a:pt x="319" y="572"/>
                </a:lnTo>
                <a:lnTo>
                  <a:pt x="319" y="571"/>
                </a:lnTo>
                <a:lnTo>
                  <a:pt x="320" y="571"/>
                </a:lnTo>
                <a:lnTo>
                  <a:pt x="321" y="571"/>
                </a:lnTo>
                <a:lnTo>
                  <a:pt x="321" y="570"/>
                </a:lnTo>
                <a:lnTo>
                  <a:pt x="321" y="569"/>
                </a:lnTo>
                <a:lnTo>
                  <a:pt x="322" y="569"/>
                </a:lnTo>
                <a:lnTo>
                  <a:pt x="322" y="568"/>
                </a:lnTo>
                <a:lnTo>
                  <a:pt x="322" y="567"/>
                </a:lnTo>
                <a:lnTo>
                  <a:pt x="322" y="568"/>
                </a:lnTo>
                <a:lnTo>
                  <a:pt x="321" y="567"/>
                </a:lnTo>
                <a:lnTo>
                  <a:pt x="321" y="565"/>
                </a:lnTo>
                <a:lnTo>
                  <a:pt x="321" y="564"/>
                </a:lnTo>
                <a:lnTo>
                  <a:pt x="321" y="563"/>
                </a:lnTo>
                <a:lnTo>
                  <a:pt x="322" y="563"/>
                </a:lnTo>
                <a:lnTo>
                  <a:pt x="322" y="562"/>
                </a:lnTo>
                <a:lnTo>
                  <a:pt x="321" y="562"/>
                </a:lnTo>
                <a:lnTo>
                  <a:pt x="322" y="561"/>
                </a:lnTo>
                <a:lnTo>
                  <a:pt x="322" y="560"/>
                </a:lnTo>
                <a:lnTo>
                  <a:pt x="323" y="560"/>
                </a:lnTo>
                <a:lnTo>
                  <a:pt x="324" y="559"/>
                </a:lnTo>
                <a:lnTo>
                  <a:pt x="324" y="558"/>
                </a:lnTo>
                <a:lnTo>
                  <a:pt x="323" y="557"/>
                </a:lnTo>
                <a:lnTo>
                  <a:pt x="323" y="556"/>
                </a:lnTo>
                <a:lnTo>
                  <a:pt x="322" y="555"/>
                </a:lnTo>
                <a:lnTo>
                  <a:pt x="323" y="555"/>
                </a:lnTo>
                <a:lnTo>
                  <a:pt x="323" y="554"/>
                </a:lnTo>
                <a:lnTo>
                  <a:pt x="323" y="553"/>
                </a:lnTo>
                <a:lnTo>
                  <a:pt x="322" y="552"/>
                </a:lnTo>
                <a:lnTo>
                  <a:pt x="321" y="550"/>
                </a:lnTo>
                <a:lnTo>
                  <a:pt x="322" y="550"/>
                </a:lnTo>
                <a:lnTo>
                  <a:pt x="322" y="549"/>
                </a:lnTo>
                <a:lnTo>
                  <a:pt x="321" y="548"/>
                </a:lnTo>
                <a:lnTo>
                  <a:pt x="320" y="547"/>
                </a:lnTo>
                <a:lnTo>
                  <a:pt x="320" y="546"/>
                </a:lnTo>
                <a:lnTo>
                  <a:pt x="320" y="545"/>
                </a:lnTo>
                <a:lnTo>
                  <a:pt x="320" y="544"/>
                </a:lnTo>
                <a:lnTo>
                  <a:pt x="320" y="543"/>
                </a:lnTo>
                <a:lnTo>
                  <a:pt x="321" y="543"/>
                </a:lnTo>
                <a:lnTo>
                  <a:pt x="322" y="541"/>
                </a:lnTo>
                <a:lnTo>
                  <a:pt x="321" y="541"/>
                </a:lnTo>
                <a:lnTo>
                  <a:pt x="321" y="540"/>
                </a:lnTo>
                <a:lnTo>
                  <a:pt x="321" y="539"/>
                </a:lnTo>
                <a:lnTo>
                  <a:pt x="321" y="538"/>
                </a:lnTo>
                <a:lnTo>
                  <a:pt x="320" y="538"/>
                </a:lnTo>
                <a:lnTo>
                  <a:pt x="320" y="537"/>
                </a:lnTo>
                <a:lnTo>
                  <a:pt x="319" y="537"/>
                </a:lnTo>
                <a:lnTo>
                  <a:pt x="318" y="536"/>
                </a:lnTo>
                <a:lnTo>
                  <a:pt x="317" y="535"/>
                </a:lnTo>
                <a:lnTo>
                  <a:pt x="316" y="535"/>
                </a:lnTo>
                <a:lnTo>
                  <a:pt x="316" y="534"/>
                </a:lnTo>
                <a:lnTo>
                  <a:pt x="315" y="533"/>
                </a:lnTo>
                <a:lnTo>
                  <a:pt x="314" y="533"/>
                </a:lnTo>
                <a:lnTo>
                  <a:pt x="313" y="533"/>
                </a:lnTo>
                <a:lnTo>
                  <a:pt x="313" y="532"/>
                </a:lnTo>
                <a:lnTo>
                  <a:pt x="313" y="531"/>
                </a:lnTo>
                <a:lnTo>
                  <a:pt x="312" y="531"/>
                </a:lnTo>
                <a:lnTo>
                  <a:pt x="312" y="530"/>
                </a:lnTo>
                <a:lnTo>
                  <a:pt x="312" y="528"/>
                </a:lnTo>
                <a:lnTo>
                  <a:pt x="311" y="528"/>
                </a:lnTo>
                <a:lnTo>
                  <a:pt x="311" y="527"/>
                </a:lnTo>
                <a:lnTo>
                  <a:pt x="310" y="527"/>
                </a:lnTo>
                <a:lnTo>
                  <a:pt x="310" y="526"/>
                </a:lnTo>
                <a:lnTo>
                  <a:pt x="311" y="525"/>
                </a:lnTo>
                <a:lnTo>
                  <a:pt x="311" y="524"/>
                </a:lnTo>
                <a:lnTo>
                  <a:pt x="311" y="523"/>
                </a:lnTo>
                <a:lnTo>
                  <a:pt x="311" y="522"/>
                </a:lnTo>
                <a:lnTo>
                  <a:pt x="310" y="521"/>
                </a:lnTo>
                <a:lnTo>
                  <a:pt x="310" y="520"/>
                </a:lnTo>
                <a:lnTo>
                  <a:pt x="311" y="519"/>
                </a:lnTo>
                <a:lnTo>
                  <a:pt x="311" y="518"/>
                </a:lnTo>
                <a:lnTo>
                  <a:pt x="310" y="518"/>
                </a:lnTo>
                <a:lnTo>
                  <a:pt x="310" y="517"/>
                </a:lnTo>
                <a:lnTo>
                  <a:pt x="311" y="517"/>
                </a:lnTo>
                <a:lnTo>
                  <a:pt x="311" y="516"/>
                </a:lnTo>
                <a:lnTo>
                  <a:pt x="311" y="515"/>
                </a:lnTo>
                <a:lnTo>
                  <a:pt x="311" y="514"/>
                </a:lnTo>
                <a:lnTo>
                  <a:pt x="311" y="513"/>
                </a:lnTo>
                <a:lnTo>
                  <a:pt x="310" y="512"/>
                </a:lnTo>
                <a:lnTo>
                  <a:pt x="310" y="511"/>
                </a:lnTo>
                <a:lnTo>
                  <a:pt x="310" y="510"/>
                </a:lnTo>
                <a:lnTo>
                  <a:pt x="311" y="510"/>
                </a:lnTo>
                <a:lnTo>
                  <a:pt x="311" y="509"/>
                </a:lnTo>
                <a:lnTo>
                  <a:pt x="311" y="508"/>
                </a:lnTo>
                <a:lnTo>
                  <a:pt x="310" y="507"/>
                </a:lnTo>
                <a:lnTo>
                  <a:pt x="310" y="506"/>
                </a:lnTo>
                <a:lnTo>
                  <a:pt x="310" y="504"/>
                </a:lnTo>
                <a:lnTo>
                  <a:pt x="310" y="503"/>
                </a:lnTo>
                <a:lnTo>
                  <a:pt x="310" y="502"/>
                </a:lnTo>
                <a:lnTo>
                  <a:pt x="309" y="501"/>
                </a:lnTo>
                <a:lnTo>
                  <a:pt x="308" y="501"/>
                </a:lnTo>
                <a:lnTo>
                  <a:pt x="308" y="500"/>
                </a:lnTo>
                <a:lnTo>
                  <a:pt x="308" y="499"/>
                </a:lnTo>
                <a:lnTo>
                  <a:pt x="308" y="498"/>
                </a:lnTo>
                <a:lnTo>
                  <a:pt x="307" y="498"/>
                </a:lnTo>
                <a:lnTo>
                  <a:pt x="307" y="497"/>
                </a:lnTo>
                <a:lnTo>
                  <a:pt x="307" y="496"/>
                </a:lnTo>
                <a:lnTo>
                  <a:pt x="308" y="496"/>
                </a:lnTo>
                <a:lnTo>
                  <a:pt x="308" y="495"/>
                </a:lnTo>
                <a:lnTo>
                  <a:pt x="308" y="494"/>
                </a:lnTo>
                <a:lnTo>
                  <a:pt x="309" y="494"/>
                </a:lnTo>
                <a:lnTo>
                  <a:pt x="309" y="493"/>
                </a:lnTo>
                <a:lnTo>
                  <a:pt x="310" y="493"/>
                </a:lnTo>
                <a:lnTo>
                  <a:pt x="311" y="493"/>
                </a:lnTo>
                <a:lnTo>
                  <a:pt x="312" y="492"/>
                </a:lnTo>
                <a:lnTo>
                  <a:pt x="313" y="491"/>
                </a:lnTo>
                <a:lnTo>
                  <a:pt x="314" y="491"/>
                </a:lnTo>
                <a:lnTo>
                  <a:pt x="314" y="490"/>
                </a:lnTo>
                <a:lnTo>
                  <a:pt x="313" y="490"/>
                </a:lnTo>
                <a:lnTo>
                  <a:pt x="313" y="489"/>
                </a:lnTo>
                <a:lnTo>
                  <a:pt x="314" y="489"/>
                </a:lnTo>
                <a:lnTo>
                  <a:pt x="315" y="488"/>
                </a:lnTo>
                <a:lnTo>
                  <a:pt x="316" y="488"/>
                </a:lnTo>
                <a:lnTo>
                  <a:pt x="316" y="487"/>
                </a:lnTo>
                <a:lnTo>
                  <a:pt x="317" y="488"/>
                </a:lnTo>
                <a:lnTo>
                  <a:pt x="318" y="488"/>
                </a:lnTo>
                <a:lnTo>
                  <a:pt x="319" y="488"/>
                </a:lnTo>
                <a:lnTo>
                  <a:pt x="320" y="488"/>
                </a:lnTo>
                <a:lnTo>
                  <a:pt x="320" y="489"/>
                </a:lnTo>
                <a:lnTo>
                  <a:pt x="321" y="488"/>
                </a:lnTo>
                <a:lnTo>
                  <a:pt x="321" y="487"/>
                </a:lnTo>
                <a:lnTo>
                  <a:pt x="322" y="488"/>
                </a:lnTo>
                <a:lnTo>
                  <a:pt x="323" y="488"/>
                </a:lnTo>
                <a:lnTo>
                  <a:pt x="323" y="487"/>
                </a:lnTo>
                <a:lnTo>
                  <a:pt x="323" y="486"/>
                </a:lnTo>
                <a:lnTo>
                  <a:pt x="323" y="484"/>
                </a:lnTo>
                <a:lnTo>
                  <a:pt x="323" y="483"/>
                </a:lnTo>
                <a:lnTo>
                  <a:pt x="323" y="481"/>
                </a:lnTo>
                <a:lnTo>
                  <a:pt x="324" y="481"/>
                </a:lnTo>
                <a:lnTo>
                  <a:pt x="324" y="480"/>
                </a:lnTo>
                <a:lnTo>
                  <a:pt x="325" y="479"/>
                </a:lnTo>
                <a:lnTo>
                  <a:pt x="325" y="478"/>
                </a:lnTo>
                <a:lnTo>
                  <a:pt x="326" y="478"/>
                </a:lnTo>
                <a:lnTo>
                  <a:pt x="326" y="477"/>
                </a:lnTo>
                <a:lnTo>
                  <a:pt x="326" y="476"/>
                </a:lnTo>
                <a:lnTo>
                  <a:pt x="325" y="476"/>
                </a:lnTo>
                <a:lnTo>
                  <a:pt x="325" y="474"/>
                </a:lnTo>
                <a:lnTo>
                  <a:pt x="325" y="473"/>
                </a:lnTo>
                <a:lnTo>
                  <a:pt x="325" y="470"/>
                </a:lnTo>
                <a:lnTo>
                  <a:pt x="325" y="469"/>
                </a:lnTo>
                <a:lnTo>
                  <a:pt x="326" y="469"/>
                </a:lnTo>
                <a:lnTo>
                  <a:pt x="326" y="468"/>
                </a:lnTo>
                <a:lnTo>
                  <a:pt x="327" y="467"/>
                </a:lnTo>
                <a:lnTo>
                  <a:pt x="328" y="466"/>
                </a:lnTo>
                <a:lnTo>
                  <a:pt x="327" y="465"/>
                </a:lnTo>
                <a:lnTo>
                  <a:pt x="326" y="465"/>
                </a:lnTo>
                <a:lnTo>
                  <a:pt x="327" y="463"/>
                </a:lnTo>
                <a:lnTo>
                  <a:pt x="328" y="462"/>
                </a:lnTo>
                <a:lnTo>
                  <a:pt x="328" y="461"/>
                </a:lnTo>
                <a:lnTo>
                  <a:pt x="328" y="460"/>
                </a:lnTo>
                <a:lnTo>
                  <a:pt x="327" y="459"/>
                </a:lnTo>
                <a:lnTo>
                  <a:pt x="325" y="456"/>
                </a:lnTo>
                <a:lnTo>
                  <a:pt x="323" y="453"/>
                </a:lnTo>
                <a:lnTo>
                  <a:pt x="322" y="452"/>
                </a:lnTo>
                <a:lnTo>
                  <a:pt x="321" y="449"/>
                </a:lnTo>
                <a:lnTo>
                  <a:pt x="321" y="446"/>
                </a:lnTo>
                <a:lnTo>
                  <a:pt x="321" y="445"/>
                </a:lnTo>
                <a:lnTo>
                  <a:pt x="321" y="444"/>
                </a:lnTo>
                <a:lnTo>
                  <a:pt x="320" y="442"/>
                </a:lnTo>
                <a:lnTo>
                  <a:pt x="320" y="440"/>
                </a:lnTo>
                <a:lnTo>
                  <a:pt x="320" y="439"/>
                </a:lnTo>
                <a:lnTo>
                  <a:pt x="320" y="434"/>
                </a:lnTo>
                <a:lnTo>
                  <a:pt x="320" y="430"/>
                </a:lnTo>
                <a:lnTo>
                  <a:pt x="319" y="428"/>
                </a:lnTo>
                <a:lnTo>
                  <a:pt x="318" y="426"/>
                </a:lnTo>
                <a:lnTo>
                  <a:pt x="318" y="425"/>
                </a:lnTo>
                <a:lnTo>
                  <a:pt x="317" y="424"/>
                </a:lnTo>
                <a:lnTo>
                  <a:pt x="316" y="423"/>
                </a:lnTo>
                <a:lnTo>
                  <a:pt x="316" y="424"/>
                </a:lnTo>
                <a:lnTo>
                  <a:pt x="315" y="424"/>
                </a:lnTo>
                <a:lnTo>
                  <a:pt x="315" y="425"/>
                </a:lnTo>
                <a:lnTo>
                  <a:pt x="314" y="425"/>
                </a:lnTo>
                <a:lnTo>
                  <a:pt x="314" y="424"/>
                </a:lnTo>
                <a:lnTo>
                  <a:pt x="312" y="424"/>
                </a:lnTo>
                <a:lnTo>
                  <a:pt x="311" y="424"/>
                </a:lnTo>
                <a:lnTo>
                  <a:pt x="309" y="422"/>
                </a:lnTo>
                <a:lnTo>
                  <a:pt x="307" y="420"/>
                </a:lnTo>
                <a:lnTo>
                  <a:pt x="306" y="420"/>
                </a:lnTo>
                <a:lnTo>
                  <a:pt x="306" y="419"/>
                </a:lnTo>
                <a:lnTo>
                  <a:pt x="305" y="419"/>
                </a:lnTo>
                <a:lnTo>
                  <a:pt x="305" y="420"/>
                </a:lnTo>
                <a:lnTo>
                  <a:pt x="305" y="421"/>
                </a:lnTo>
                <a:lnTo>
                  <a:pt x="306" y="421"/>
                </a:lnTo>
                <a:lnTo>
                  <a:pt x="306" y="422"/>
                </a:lnTo>
                <a:lnTo>
                  <a:pt x="306" y="423"/>
                </a:lnTo>
                <a:lnTo>
                  <a:pt x="305" y="424"/>
                </a:lnTo>
                <a:lnTo>
                  <a:pt x="305" y="425"/>
                </a:lnTo>
                <a:lnTo>
                  <a:pt x="305" y="426"/>
                </a:lnTo>
                <a:lnTo>
                  <a:pt x="304" y="426"/>
                </a:lnTo>
                <a:lnTo>
                  <a:pt x="302" y="425"/>
                </a:lnTo>
                <a:lnTo>
                  <a:pt x="298" y="424"/>
                </a:lnTo>
                <a:lnTo>
                  <a:pt x="297" y="424"/>
                </a:lnTo>
                <a:lnTo>
                  <a:pt x="295" y="423"/>
                </a:lnTo>
                <a:lnTo>
                  <a:pt x="295" y="422"/>
                </a:lnTo>
                <a:lnTo>
                  <a:pt x="295" y="421"/>
                </a:lnTo>
                <a:lnTo>
                  <a:pt x="295" y="419"/>
                </a:lnTo>
                <a:lnTo>
                  <a:pt x="294" y="416"/>
                </a:lnTo>
                <a:lnTo>
                  <a:pt x="292" y="414"/>
                </a:lnTo>
                <a:lnTo>
                  <a:pt x="290" y="413"/>
                </a:lnTo>
                <a:lnTo>
                  <a:pt x="290" y="410"/>
                </a:lnTo>
                <a:lnTo>
                  <a:pt x="289" y="409"/>
                </a:lnTo>
                <a:lnTo>
                  <a:pt x="286" y="409"/>
                </a:lnTo>
                <a:lnTo>
                  <a:pt x="283" y="407"/>
                </a:lnTo>
                <a:lnTo>
                  <a:pt x="283" y="408"/>
                </a:lnTo>
                <a:lnTo>
                  <a:pt x="283" y="409"/>
                </a:lnTo>
                <a:lnTo>
                  <a:pt x="282" y="409"/>
                </a:lnTo>
                <a:lnTo>
                  <a:pt x="282" y="408"/>
                </a:lnTo>
                <a:lnTo>
                  <a:pt x="281" y="408"/>
                </a:lnTo>
                <a:lnTo>
                  <a:pt x="281" y="407"/>
                </a:lnTo>
                <a:lnTo>
                  <a:pt x="280" y="408"/>
                </a:lnTo>
                <a:lnTo>
                  <a:pt x="280" y="409"/>
                </a:lnTo>
                <a:lnTo>
                  <a:pt x="280" y="410"/>
                </a:lnTo>
                <a:lnTo>
                  <a:pt x="279" y="409"/>
                </a:lnTo>
                <a:lnTo>
                  <a:pt x="278" y="407"/>
                </a:lnTo>
                <a:lnTo>
                  <a:pt x="276" y="407"/>
                </a:lnTo>
                <a:lnTo>
                  <a:pt x="275" y="407"/>
                </a:lnTo>
                <a:lnTo>
                  <a:pt x="274" y="407"/>
                </a:lnTo>
                <a:lnTo>
                  <a:pt x="274" y="406"/>
                </a:lnTo>
                <a:lnTo>
                  <a:pt x="274" y="404"/>
                </a:lnTo>
                <a:lnTo>
                  <a:pt x="274" y="403"/>
                </a:lnTo>
                <a:lnTo>
                  <a:pt x="275" y="400"/>
                </a:lnTo>
                <a:lnTo>
                  <a:pt x="276" y="399"/>
                </a:lnTo>
                <a:lnTo>
                  <a:pt x="275" y="399"/>
                </a:lnTo>
                <a:lnTo>
                  <a:pt x="274" y="399"/>
                </a:lnTo>
                <a:lnTo>
                  <a:pt x="273" y="400"/>
                </a:lnTo>
                <a:lnTo>
                  <a:pt x="272" y="402"/>
                </a:lnTo>
                <a:lnTo>
                  <a:pt x="272" y="403"/>
                </a:lnTo>
                <a:lnTo>
                  <a:pt x="271" y="404"/>
                </a:lnTo>
                <a:lnTo>
                  <a:pt x="272" y="404"/>
                </a:lnTo>
                <a:lnTo>
                  <a:pt x="272" y="405"/>
                </a:lnTo>
                <a:lnTo>
                  <a:pt x="271" y="407"/>
                </a:lnTo>
                <a:lnTo>
                  <a:pt x="270" y="409"/>
                </a:lnTo>
                <a:lnTo>
                  <a:pt x="269" y="409"/>
                </a:lnTo>
                <a:lnTo>
                  <a:pt x="268" y="409"/>
                </a:lnTo>
                <a:lnTo>
                  <a:pt x="267" y="408"/>
                </a:lnTo>
                <a:lnTo>
                  <a:pt x="267" y="407"/>
                </a:lnTo>
                <a:lnTo>
                  <a:pt x="267" y="406"/>
                </a:lnTo>
                <a:lnTo>
                  <a:pt x="265" y="405"/>
                </a:lnTo>
                <a:lnTo>
                  <a:pt x="263" y="405"/>
                </a:lnTo>
                <a:lnTo>
                  <a:pt x="263" y="406"/>
                </a:lnTo>
                <a:lnTo>
                  <a:pt x="262" y="405"/>
                </a:lnTo>
                <a:lnTo>
                  <a:pt x="262" y="404"/>
                </a:lnTo>
                <a:lnTo>
                  <a:pt x="263" y="404"/>
                </a:lnTo>
                <a:lnTo>
                  <a:pt x="263" y="403"/>
                </a:lnTo>
                <a:lnTo>
                  <a:pt x="262" y="402"/>
                </a:lnTo>
                <a:lnTo>
                  <a:pt x="261" y="402"/>
                </a:lnTo>
                <a:lnTo>
                  <a:pt x="261" y="403"/>
                </a:lnTo>
                <a:lnTo>
                  <a:pt x="259" y="405"/>
                </a:lnTo>
                <a:lnTo>
                  <a:pt x="258" y="403"/>
                </a:lnTo>
                <a:lnTo>
                  <a:pt x="256" y="402"/>
                </a:lnTo>
                <a:lnTo>
                  <a:pt x="254" y="400"/>
                </a:lnTo>
                <a:lnTo>
                  <a:pt x="254" y="399"/>
                </a:lnTo>
                <a:lnTo>
                  <a:pt x="254" y="400"/>
                </a:lnTo>
                <a:lnTo>
                  <a:pt x="253" y="400"/>
                </a:lnTo>
                <a:lnTo>
                  <a:pt x="253" y="399"/>
                </a:lnTo>
                <a:lnTo>
                  <a:pt x="253" y="398"/>
                </a:lnTo>
                <a:lnTo>
                  <a:pt x="254" y="398"/>
                </a:lnTo>
                <a:lnTo>
                  <a:pt x="255" y="398"/>
                </a:lnTo>
                <a:lnTo>
                  <a:pt x="256" y="396"/>
                </a:lnTo>
                <a:lnTo>
                  <a:pt x="255" y="395"/>
                </a:lnTo>
                <a:lnTo>
                  <a:pt x="254" y="394"/>
                </a:lnTo>
                <a:lnTo>
                  <a:pt x="254" y="393"/>
                </a:lnTo>
                <a:lnTo>
                  <a:pt x="253" y="393"/>
                </a:lnTo>
                <a:lnTo>
                  <a:pt x="253" y="394"/>
                </a:lnTo>
                <a:lnTo>
                  <a:pt x="252" y="394"/>
                </a:lnTo>
                <a:lnTo>
                  <a:pt x="251" y="394"/>
                </a:lnTo>
                <a:lnTo>
                  <a:pt x="251" y="395"/>
                </a:lnTo>
                <a:lnTo>
                  <a:pt x="252" y="396"/>
                </a:lnTo>
                <a:lnTo>
                  <a:pt x="252" y="397"/>
                </a:lnTo>
                <a:lnTo>
                  <a:pt x="251" y="397"/>
                </a:lnTo>
                <a:lnTo>
                  <a:pt x="251" y="396"/>
                </a:lnTo>
                <a:lnTo>
                  <a:pt x="250" y="396"/>
                </a:lnTo>
                <a:lnTo>
                  <a:pt x="249" y="396"/>
                </a:lnTo>
                <a:lnTo>
                  <a:pt x="248" y="396"/>
                </a:lnTo>
                <a:lnTo>
                  <a:pt x="248" y="397"/>
                </a:lnTo>
                <a:lnTo>
                  <a:pt x="247" y="397"/>
                </a:lnTo>
                <a:lnTo>
                  <a:pt x="247" y="395"/>
                </a:lnTo>
                <a:lnTo>
                  <a:pt x="247" y="394"/>
                </a:lnTo>
                <a:lnTo>
                  <a:pt x="247" y="393"/>
                </a:lnTo>
                <a:lnTo>
                  <a:pt x="247" y="391"/>
                </a:lnTo>
                <a:lnTo>
                  <a:pt x="246" y="390"/>
                </a:lnTo>
                <a:lnTo>
                  <a:pt x="245" y="390"/>
                </a:lnTo>
                <a:lnTo>
                  <a:pt x="245" y="389"/>
                </a:lnTo>
                <a:lnTo>
                  <a:pt x="244" y="387"/>
                </a:lnTo>
                <a:lnTo>
                  <a:pt x="243" y="385"/>
                </a:lnTo>
                <a:lnTo>
                  <a:pt x="242" y="385"/>
                </a:lnTo>
                <a:lnTo>
                  <a:pt x="241" y="385"/>
                </a:lnTo>
                <a:lnTo>
                  <a:pt x="239" y="383"/>
                </a:lnTo>
                <a:lnTo>
                  <a:pt x="238" y="382"/>
                </a:lnTo>
                <a:lnTo>
                  <a:pt x="237" y="382"/>
                </a:lnTo>
                <a:lnTo>
                  <a:pt x="237" y="381"/>
                </a:lnTo>
                <a:lnTo>
                  <a:pt x="236" y="381"/>
                </a:lnTo>
                <a:lnTo>
                  <a:pt x="235" y="380"/>
                </a:lnTo>
                <a:lnTo>
                  <a:pt x="235" y="381"/>
                </a:lnTo>
                <a:lnTo>
                  <a:pt x="234" y="381"/>
                </a:lnTo>
                <a:lnTo>
                  <a:pt x="233" y="381"/>
                </a:lnTo>
                <a:lnTo>
                  <a:pt x="230" y="380"/>
                </a:lnTo>
                <a:lnTo>
                  <a:pt x="230" y="379"/>
                </a:lnTo>
                <a:lnTo>
                  <a:pt x="229" y="379"/>
                </a:lnTo>
                <a:lnTo>
                  <a:pt x="229" y="380"/>
                </a:lnTo>
                <a:lnTo>
                  <a:pt x="227" y="378"/>
                </a:lnTo>
                <a:lnTo>
                  <a:pt x="227" y="377"/>
                </a:lnTo>
                <a:lnTo>
                  <a:pt x="226" y="377"/>
                </a:lnTo>
                <a:lnTo>
                  <a:pt x="225" y="377"/>
                </a:lnTo>
                <a:lnTo>
                  <a:pt x="225" y="378"/>
                </a:lnTo>
                <a:lnTo>
                  <a:pt x="224" y="378"/>
                </a:lnTo>
                <a:lnTo>
                  <a:pt x="223" y="378"/>
                </a:lnTo>
                <a:lnTo>
                  <a:pt x="222" y="378"/>
                </a:lnTo>
                <a:lnTo>
                  <a:pt x="221" y="377"/>
                </a:lnTo>
                <a:lnTo>
                  <a:pt x="221" y="376"/>
                </a:lnTo>
                <a:lnTo>
                  <a:pt x="219" y="375"/>
                </a:lnTo>
                <a:lnTo>
                  <a:pt x="218" y="375"/>
                </a:lnTo>
                <a:lnTo>
                  <a:pt x="216" y="377"/>
                </a:lnTo>
                <a:lnTo>
                  <a:pt x="215" y="377"/>
                </a:lnTo>
                <a:lnTo>
                  <a:pt x="212" y="376"/>
                </a:lnTo>
                <a:lnTo>
                  <a:pt x="212" y="375"/>
                </a:lnTo>
                <a:lnTo>
                  <a:pt x="211" y="375"/>
                </a:lnTo>
                <a:lnTo>
                  <a:pt x="210" y="374"/>
                </a:lnTo>
                <a:lnTo>
                  <a:pt x="209" y="375"/>
                </a:lnTo>
                <a:lnTo>
                  <a:pt x="208" y="375"/>
                </a:lnTo>
                <a:lnTo>
                  <a:pt x="207" y="375"/>
                </a:lnTo>
                <a:lnTo>
                  <a:pt x="206" y="375"/>
                </a:lnTo>
                <a:lnTo>
                  <a:pt x="206" y="376"/>
                </a:lnTo>
                <a:lnTo>
                  <a:pt x="205" y="376"/>
                </a:lnTo>
                <a:lnTo>
                  <a:pt x="205" y="374"/>
                </a:lnTo>
                <a:lnTo>
                  <a:pt x="205" y="373"/>
                </a:lnTo>
                <a:lnTo>
                  <a:pt x="204" y="373"/>
                </a:lnTo>
                <a:lnTo>
                  <a:pt x="205" y="372"/>
                </a:lnTo>
                <a:lnTo>
                  <a:pt x="205" y="371"/>
                </a:lnTo>
                <a:lnTo>
                  <a:pt x="205" y="370"/>
                </a:lnTo>
                <a:lnTo>
                  <a:pt x="204" y="370"/>
                </a:lnTo>
                <a:lnTo>
                  <a:pt x="203" y="369"/>
                </a:lnTo>
                <a:lnTo>
                  <a:pt x="202" y="369"/>
                </a:lnTo>
                <a:lnTo>
                  <a:pt x="202" y="368"/>
                </a:lnTo>
                <a:lnTo>
                  <a:pt x="200" y="367"/>
                </a:lnTo>
                <a:lnTo>
                  <a:pt x="200" y="365"/>
                </a:lnTo>
                <a:lnTo>
                  <a:pt x="201" y="365"/>
                </a:lnTo>
                <a:lnTo>
                  <a:pt x="200" y="365"/>
                </a:lnTo>
                <a:lnTo>
                  <a:pt x="198" y="365"/>
                </a:lnTo>
                <a:lnTo>
                  <a:pt x="197" y="366"/>
                </a:lnTo>
                <a:lnTo>
                  <a:pt x="197" y="367"/>
                </a:lnTo>
                <a:lnTo>
                  <a:pt x="196" y="368"/>
                </a:lnTo>
                <a:lnTo>
                  <a:pt x="195" y="368"/>
                </a:lnTo>
                <a:lnTo>
                  <a:pt x="195" y="366"/>
                </a:lnTo>
                <a:lnTo>
                  <a:pt x="195" y="365"/>
                </a:lnTo>
                <a:lnTo>
                  <a:pt x="194" y="365"/>
                </a:lnTo>
                <a:lnTo>
                  <a:pt x="193" y="366"/>
                </a:lnTo>
                <a:lnTo>
                  <a:pt x="193" y="367"/>
                </a:lnTo>
                <a:lnTo>
                  <a:pt x="193" y="366"/>
                </a:lnTo>
                <a:lnTo>
                  <a:pt x="191" y="366"/>
                </a:lnTo>
                <a:lnTo>
                  <a:pt x="190" y="366"/>
                </a:lnTo>
                <a:lnTo>
                  <a:pt x="189" y="365"/>
                </a:lnTo>
                <a:lnTo>
                  <a:pt x="188" y="366"/>
                </a:lnTo>
                <a:lnTo>
                  <a:pt x="187" y="366"/>
                </a:lnTo>
                <a:lnTo>
                  <a:pt x="187" y="365"/>
                </a:lnTo>
                <a:lnTo>
                  <a:pt x="186" y="365"/>
                </a:lnTo>
                <a:lnTo>
                  <a:pt x="185" y="364"/>
                </a:lnTo>
                <a:lnTo>
                  <a:pt x="185" y="363"/>
                </a:lnTo>
                <a:lnTo>
                  <a:pt x="184" y="363"/>
                </a:lnTo>
                <a:lnTo>
                  <a:pt x="184" y="364"/>
                </a:lnTo>
                <a:lnTo>
                  <a:pt x="183" y="365"/>
                </a:lnTo>
                <a:lnTo>
                  <a:pt x="182" y="365"/>
                </a:lnTo>
                <a:lnTo>
                  <a:pt x="182" y="364"/>
                </a:lnTo>
                <a:lnTo>
                  <a:pt x="181" y="362"/>
                </a:lnTo>
                <a:lnTo>
                  <a:pt x="181" y="361"/>
                </a:lnTo>
                <a:lnTo>
                  <a:pt x="181" y="360"/>
                </a:lnTo>
                <a:lnTo>
                  <a:pt x="181" y="358"/>
                </a:lnTo>
                <a:lnTo>
                  <a:pt x="180" y="357"/>
                </a:lnTo>
                <a:lnTo>
                  <a:pt x="180" y="355"/>
                </a:lnTo>
                <a:lnTo>
                  <a:pt x="179" y="352"/>
                </a:lnTo>
                <a:lnTo>
                  <a:pt x="180" y="352"/>
                </a:lnTo>
                <a:lnTo>
                  <a:pt x="179" y="351"/>
                </a:lnTo>
                <a:lnTo>
                  <a:pt x="179" y="350"/>
                </a:lnTo>
                <a:lnTo>
                  <a:pt x="179" y="349"/>
                </a:lnTo>
                <a:lnTo>
                  <a:pt x="178" y="349"/>
                </a:lnTo>
                <a:lnTo>
                  <a:pt x="178" y="348"/>
                </a:lnTo>
                <a:lnTo>
                  <a:pt x="179" y="348"/>
                </a:lnTo>
                <a:lnTo>
                  <a:pt x="179" y="346"/>
                </a:lnTo>
                <a:lnTo>
                  <a:pt x="179" y="345"/>
                </a:lnTo>
                <a:lnTo>
                  <a:pt x="179" y="344"/>
                </a:lnTo>
                <a:lnTo>
                  <a:pt x="178" y="342"/>
                </a:lnTo>
                <a:lnTo>
                  <a:pt x="177" y="341"/>
                </a:lnTo>
                <a:lnTo>
                  <a:pt x="178" y="341"/>
                </a:lnTo>
                <a:lnTo>
                  <a:pt x="179" y="341"/>
                </a:lnTo>
                <a:lnTo>
                  <a:pt x="178" y="340"/>
                </a:lnTo>
                <a:lnTo>
                  <a:pt x="178" y="339"/>
                </a:lnTo>
                <a:lnTo>
                  <a:pt x="178" y="338"/>
                </a:lnTo>
                <a:lnTo>
                  <a:pt x="178" y="337"/>
                </a:lnTo>
                <a:lnTo>
                  <a:pt x="181" y="340"/>
                </a:lnTo>
                <a:lnTo>
                  <a:pt x="181" y="341"/>
                </a:lnTo>
                <a:lnTo>
                  <a:pt x="183" y="338"/>
                </a:lnTo>
                <a:lnTo>
                  <a:pt x="183" y="337"/>
                </a:lnTo>
                <a:lnTo>
                  <a:pt x="184" y="337"/>
                </a:lnTo>
                <a:lnTo>
                  <a:pt x="184" y="336"/>
                </a:lnTo>
                <a:lnTo>
                  <a:pt x="184" y="335"/>
                </a:lnTo>
                <a:lnTo>
                  <a:pt x="184" y="334"/>
                </a:lnTo>
                <a:lnTo>
                  <a:pt x="184" y="333"/>
                </a:lnTo>
                <a:lnTo>
                  <a:pt x="184" y="332"/>
                </a:lnTo>
                <a:lnTo>
                  <a:pt x="184" y="331"/>
                </a:lnTo>
                <a:lnTo>
                  <a:pt x="183" y="330"/>
                </a:lnTo>
                <a:lnTo>
                  <a:pt x="182" y="328"/>
                </a:lnTo>
                <a:lnTo>
                  <a:pt x="180" y="327"/>
                </a:lnTo>
                <a:lnTo>
                  <a:pt x="179" y="326"/>
                </a:lnTo>
                <a:lnTo>
                  <a:pt x="179" y="325"/>
                </a:lnTo>
                <a:lnTo>
                  <a:pt x="178" y="325"/>
                </a:lnTo>
                <a:lnTo>
                  <a:pt x="177" y="325"/>
                </a:lnTo>
                <a:lnTo>
                  <a:pt x="177" y="324"/>
                </a:lnTo>
                <a:lnTo>
                  <a:pt x="176" y="324"/>
                </a:lnTo>
                <a:lnTo>
                  <a:pt x="176" y="323"/>
                </a:lnTo>
                <a:lnTo>
                  <a:pt x="177" y="323"/>
                </a:lnTo>
                <a:lnTo>
                  <a:pt x="178" y="322"/>
                </a:lnTo>
                <a:lnTo>
                  <a:pt x="180" y="323"/>
                </a:lnTo>
                <a:lnTo>
                  <a:pt x="181" y="323"/>
                </a:lnTo>
                <a:lnTo>
                  <a:pt x="181" y="322"/>
                </a:lnTo>
                <a:lnTo>
                  <a:pt x="181" y="321"/>
                </a:lnTo>
                <a:lnTo>
                  <a:pt x="181" y="320"/>
                </a:lnTo>
                <a:lnTo>
                  <a:pt x="180" y="319"/>
                </a:lnTo>
                <a:lnTo>
                  <a:pt x="179" y="317"/>
                </a:lnTo>
                <a:lnTo>
                  <a:pt x="177" y="315"/>
                </a:lnTo>
                <a:lnTo>
                  <a:pt x="176" y="313"/>
                </a:lnTo>
                <a:lnTo>
                  <a:pt x="176" y="312"/>
                </a:lnTo>
                <a:lnTo>
                  <a:pt x="175" y="310"/>
                </a:lnTo>
                <a:lnTo>
                  <a:pt x="176" y="309"/>
                </a:lnTo>
                <a:lnTo>
                  <a:pt x="176" y="308"/>
                </a:lnTo>
                <a:lnTo>
                  <a:pt x="176" y="302"/>
                </a:lnTo>
                <a:lnTo>
                  <a:pt x="177" y="302"/>
                </a:lnTo>
                <a:lnTo>
                  <a:pt x="178" y="301"/>
                </a:lnTo>
                <a:lnTo>
                  <a:pt x="178" y="299"/>
                </a:lnTo>
                <a:lnTo>
                  <a:pt x="177" y="299"/>
                </a:lnTo>
                <a:lnTo>
                  <a:pt x="177" y="298"/>
                </a:lnTo>
                <a:lnTo>
                  <a:pt x="177" y="297"/>
                </a:lnTo>
                <a:lnTo>
                  <a:pt x="178" y="295"/>
                </a:lnTo>
                <a:lnTo>
                  <a:pt x="178" y="293"/>
                </a:lnTo>
                <a:lnTo>
                  <a:pt x="178" y="292"/>
                </a:lnTo>
                <a:lnTo>
                  <a:pt x="178" y="291"/>
                </a:lnTo>
                <a:lnTo>
                  <a:pt x="178" y="290"/>
                </a:lnTo>
                <a:lnTo>
                  <a:pt x="179" y="289"/>
                </a:lnTo>
                <a:lnTo>
                  <a:pt x="181" y="288"/>
                </a:lnTo>
                <a:lnTo>
                  <a:pt x="182" y="289"/>
                </a:lnTo>
                <a:lnTo>
                  <a:pt x="182" y="288"/>
                </a:lnTo>
                <a:lnTo>
                  <a:pt x="182" y="287"/>
                </a:lnTo>
                <a:lnTo>
                  <a:pt x="184" y="286"/>
                </a:lnTo>
                <a:lnTo>
                  <a:pt x="184" y="285"/>
                </a:lnTo>
                <a:lnTo>
                  <a:pt x="185" y="284"/>
                </a:lnTo>
                <a:lnTo>
                  <a:pt x="184" y="284"/>
                </a:lnTo>
                <a:lnTo>
                  <a:pt x="185" y="283"/>
                </a:lnTo>
                <a:lnTo>
                  <a:pt x="186" y="280"/>
                </a:lnTo>
                <a:lnTo>
                  <a:pt x="186" y="278"/>
                </a:lnTo>
                <a:lnTo>
                  <a:pt x="186" y="277"/>
                </a:lnTo>
                <a:lnTo>
                  <a:pt x="184" y="277"/>
                </a:lnTo>
                <a:lnTo>
                  <a:pt x="183" y="278"/>
                </a:lnTo>
                <a:lnTo>
                  <a:pt x="182" y="277"/>
                </a:lnTo>
                <a:lnTo>
                  <a:pt x="180" y="275"/>
                </a:lnTo>
                <a:lnTo>
                  <a:pt x="180" y="274"/>
                </a:lnTo>
                <a:lnTo>
                  <a:pt x="181" y="274"/>
                </a:lnTo>
                <a:lnTo>
                  <a:pt x="182" y="274"/>
                </a:lnTo>
                <a:lnTo>
                  <a:pt x="184" y="274"/>
                </a:lnTo>
                <a:lnTo>
                  <a:pt x="185" y="274"/>
                </a:lnTo>
                <a:lnTo>
                  <a:pt x="185" y="273"/>
                </a:lnTo>
                <a:lnTo>
                  <a:pt x="186" y="272"/>
                </a:lnTo>
                <a:lnTo>
                  <a:pt x="187" y="270"/>
                </a:lnTo>
                <a:lnTo>
                  <a:pt x="189" y="268"/>
                </a:lnTo>
                <a:lnTo>
                  <a:pt x="191" y="268"/>
                </a:lnTo>
                <a:lnTo>
                  <a:pt x="191" y="267"/>
                </a:lnTo>
                <a:lnTo>
                  <a:pt x="191" y="266"/>
                </a:lnTo>
                <a:lnTo>
                  <a:pt x="188" y="266"/>
                </a:lnTo>
                <a:lnTo>
                  <a:pt x="188" y="265"/>
                </a:lnTo>
                <a:lnTo>
                  <a:pt x="187" y="264"/>
                </a:lnTo>
                <a:lnTo>
                  <a:pt x="187" y="263"/>
                </a:lnTo>
                <a:lnTo>
                  <a:pt x="189" y="263"/>
                </a:lnTo>
                <a:lnTo>
                  <a:pt x="190" y="264"/>
                </a:lnTo>
                <a:lnTo>
                  <a:pt x="191" y="265"/>
                </a:lnTo>
                <a:lnTo>
                  <a:pt x="192" y="264"/>
                </a:lnTo>
                <a:lnTo>
                  <a:pt x="193" y="263"/>
                </a:lnTo>
                <a:lnTo>
                  <a:pt x="196" y="264"/>
                </a:lnTo>
                <a:lnTo>
                  <a:pt x="196" y="263"/>
                </a:lnTo>
                <a:lnTo>
                  <a:pt x="195" y="263"/>
                </a:lnTo>
                <a:lnTo>
                  <a:pt x="195" y="262"/>
                </a:lnTo>
                <a:lnTo>
                  <a:pt x="196" y="262"/>
                </a:lnTo>
                <a:lnTo>
                  <a:pt x="196" y="261"/>
                </a:lnTo>
                <a:lnTo>
                  <a:pt x="197" y="260"/>
                </a:lnTo>
                <a:lnTo>
                  <a:pt x="198" y="258"/>
                </a:lnTo>
                <a:lnTo>
                  <a:pt x="199" y="258"/>
                </a:lnTo>
                <a:lnTo>
                  <a:pt x="199" y="257"/>
                </a:lnTo>
                <a:lnTo>
                  <a:pt x="199" y="256"/>
                </a:lnTo>
                <a:lnTo>
                  <a:pt x="198" y="256"/>
                </a:lnTo>
                <a:lnTo>
                  <a:pt x="198" y="254"/>
                </a:lnTo>
                <a:lnTo>
                  <a:pt x="198" y="253"/>
                </a:lnTo>
                <a:lnTo>
                  <a:pt x="202" y="251"/>
                </a:lnTo>
                <a:lnTo>
                  <a:pt x="203" y="252"/>
                </a:lnTo>
                <a:lnTo>
                  <a:pt x="205" y="252"/>
                </a:lnTo>
                <a:lnTo>
                  <a:pt x="207" y="251"/>
                </a:lnTo>
                <a:lnTo>
                  <a:pt x="208" y="251"/>
                </a:lnTo>
                <a:lnTo>
                  <a:pt x="208" y="250"/>
                </a:lnTo>
                <a:lnTo>
                  <a:pt x="207" y="250"/>
                </a:lnTo>
                <a:lnTo>
                  <a:pt x="206" y="250"/>
                </a:lnTo>
                <a:lnTo>
                  <a:pt x="206" y="249"/>
                </a:lnTo>
                <a:lnTo>
                  <a:pt x="207" y="249"/>
                </a:lnTo>
                <a:lnTo>
                  <a:pt x="207" y="250"/>
                </a:lnTo>
                <a:lnTo>
                  <a:pt x="208" y="250"/>
                </a:lnTo>
                <a:lnTo>
                  <a:pt x="209" y="250"/>
                </a:lnTo>
                <a:lnTo>
                  <a:pt x="210" y="252"/>
                </a:lnTo>
                <a:lnTo>
                  <a:pt x="211" y="252"/>
                </a:lnTo>
                <a:lnTo>
                  <a:pt x="212" y="250"/>
                </a:lnTo>
                <a:lnTo>
                  <a:pt x="213" y="248"/>
                </a:lnTo>
                <a:lnTo>
                  <a:pt x="214" y="248"/>
                </a:lnTo>
                <a:lnTo>
                  <a:pt x="214" y="247"/>
                </a:lnTo>
                <a:lnTo>
                  <a:pt x="213" y="247"/>
                </a:lnTo>
                <a:lnTo>
                  <a:pt x="214" y="245"/>
                </a:lnTo>
                <a:lnTo>
                  <a:pt x="214" y="244"/>
                </a:lnTo>
                <a:lnTo>
                  <a:pt x="215" y="244"/>
                </a:lnTo>
                <a:lnTo>
                  <a:pt x="215" y="243"/>
                </a:lnTo>
                <a:lnTo>
                  <a:pt x="215" y="241"/>
                </a:lnTo>
                <a:lnTo>
                  <a:pt x="214" y="240"/>
                </a:lnTo>
                <a:lnTo>
                  <a:pt x="213" y="240"/>
                </a:lnTo>
                <a:lnTo>
                  <a:pt x="216" y="238"/>
                </a:lnTo>
                <a:lnTo>
                  <a:pt x="216" y="237"/>
                </a:lnTo>
                <a:lnTo>
                  <a:pt x="217" y="237"/>
                </a:lnTo>
                <a:lnTo>
                  <a:pt x="218" y="237"/>
                </a:lnTo>
                <a:lnTo>
                  <a:pt x="217" y="238"/>
                </a:lnTo>
                <a:lnTo>
                  <a:pt x="219" y="239"/>
                </a:lnTo>
                <a:lnTo>
                  <a:pt x="221" y="241"/>
                </a:lnTo>
                <a:lnTo>
                  <a:pt x="223" y="242"/>
                </a:lnTo>
                <a:lnTo>
                  <a:pt x="224" y="242"/>
                </a:lnTo>
                <a:lnTo>
                  <a:pt x="226" y="243"/>
                </a:lnTo>
                <a:lnTo>
                  <a:pt x="227" y="243"/>
                </a:lnTo>
                <a:lnTo>
                  <a:pt x="228" y="243"/>
                </a:lnTo>
                <a:lnTo>
                  <a:pt x="230" y="244"/>
                </a:lnTo>
                <a:lnTo>
                  <a:pt x="231" y="244"/>
                </a:lnTo>
                <a:lnTo>
                  <a:pt x="232" y="244"/>
                </a:lnTo>
                <a:lnTo>
                  <a:pt x="233" y="244"/>
                </a:lnTo>
                <a:lnTo>
                  <a:pt x="233" y="245"/>
                </a:lnTo>
                <a:lnTo>
                  <a:pt x="237" y="247"/>
                </a:lnTo>
                <a:lnTo>
                  <a:pt x="238" y="246"/>
                </a:lnTo>
                <a:lnTo>
                  <a:pt x="240" y="247"/>
                </a:lnTo>
                <a:lnTo>
                  <a:pt x="241" y="247"/>
                </a:lnTo>
                <a:lnTo>
                  <a:pt x="242" y="248"/>
                </a:lnTo>
                <a:lnTo>
                  <a:pt x="247" y="249"/>
                </a:lnTo>
                <a:lnTo>
                  <a:pt x="247" y="252"/>
                </a:lnTo>
                <a:lnTo>
                  <a:pt x="248" y="254"/>
                </a:lnTo>
                <a:lnTo>
                  <a:pt x="248" y="256"/>
                </a:lnTo>
                <a:lnTo>
                  <a:pt x="249" y="256"/>
                </a:lnTo>
                <a:lnTo>
                  <a:pt x="250" y="256"/>
                </a:lnTo>
                <a:lnTo>
                  <a:pt x="250" y="257"/>
                </a:lnTo>
                <a:lnTo>
                  <a:pt x="251" y="261"/>
                </a:lnTo>
                <a:lnTo>
                  <a:pt x="251" y="262"/>
                </a:lnTo>
                <a:lnTo>
                  <a:pt x="251" y="263"/>
                </a:lnTo>
                <a:lnTo>
                  <a:pt x="250" y="264"/>
                </a:lnTo>
                <a:lnTo>
                  <a:pt x="250" y="265"/>
                </a:lnTo>
                <a:lnTo>
                  <a:pt x="251" y="267"/>
                </a:lnTo>
                <a:lnTo>
                  <a:pt x="252" y="267"/>
                </a:lnTo>
                <a:lnTo>
                  <a:pt x="255" y="266"/>
                </a:lnTo>
                <a:lnTo>
                  <a:pt x="257" y="268"/>
                </a:lnTo>
                <a:lnTo>
                  <a:pt x="258" y="268"/>
                </a:lnTo>
                <a:lnTo>
                  <a:pt x="260" y="268"/>
                </a:lnTo>
                <a:lnTo>
                  <a:pt x="262" y="269"/>
                </a:lnTo>
                <a:lnTo>
                  <a:pt x="263" y="270"/>
                </a:lnTo>
                <a:lnTo>
                  <a:pt x="264" y="270"/>
                </a:lnTo>
                <a:lnTo>
                  <a:pt x="265" y="270"/>
                </a:lnTo>
                <a:lnTo>
                  <a:pt x="268" y="268"/>
                </a:lnTo>
                <a:lnTo>
                  <a:pt x="269" y="267"/>
                </a:lnTo>
                <a:lnTo>
                  <a:pt x="269" y="266"/>
                </a:lnTo>
                <a:lnTo>
                  <a:pt x="270" y="265"/>
                </a:lnTo>
                <a:lnTo>
                  <a:pt x="273" y="264"/>
                </a:lnTo>
                <a:lnTo>
                  <a:pt x="276" y="264"/>
                </a:lnTo>
                <a:lnTo>
                  <a:pt x="277" y="264"/>
                </a:lnTo>
                <a:lnTo>
                  <a:pt x="278" y="265"/>
                </a:lnTo>
                <a:lnTo>
                  <a:pt x="279" y="266"/>
                </a:lnTo>
                <a:lnTo>
                  <a:pt x="279" y="267"/>
                </a:lnTo>
                <a:lnTo>
                  <a:pt x="279" y="268"/>
                </a:lnTo>
                <a:lnTo>
                  <a:pt x="281" y="268"/>
                </a:lnTo>
                <a:lnTo>
                  <a:pt x="282" y="268"/>
                </a:lnTo>
                <a:lnTo>
                  <a:pt x="283" y="268"/>
                </a:lnTo>
                <a:lnTo>
                  <a:pt x="286" y="267"/>
                </a:lnTo>
                <a:lnTo>
                  <a:pt x="289" y="266"/>
                </a:lnTo>
                <a:lnTo>
                  <a:pt x="290" y="266"/>
                </a:lnTo>
                <a:lnTo>
                  <a:pt x="291" y="266"/>
                </a:lnTo>
                <a:lnTo>
                  <a:pt x="292" y="265"/>
                </a:lnTo>
                <a:lnTo>
                  <a:pt x="293" y="265"/>
                </a:lnTo>
                <a:lnTo>
                  <a:pt x="293" y="264"/>
                </a:lnTo>
                <a:lnTo>
                  <a:pt x="294" y="264"/>
                </a:lnTo>
                <a:lnTo>
                  <a:pt x="295" y="263"/>
                </a:lnTo>
                <a:lnTo>
                  <a:pt x="296" y="262"/>
                </a:lnTo>
                <a:lnTo>
                  <a:pt x="298" y="262"/>
                </a:lnTo>
                <a:lnTo>
                  <a:pt x="302" y="260"/>
                </a:lnTo>
                <a:lnTo>
                  <a:pt x="303" y="260"/>
                </a:lnTo>
                <a:lnTo>
                  <a:pt x="304" y="260"/>
                </a:lnTo>
                <a:lnTo>
                  <a:pt x="305" y="261"/>
                </a:lnTo>
                <a:lnTo>
                  <a:pt x="306" y="261"/>
                </a:lnTo>
                <a:lnTo>
                  <a:pt x="306" y="262"/>
                </a:lnTo>
                <a:lnTo>
                  <a:pt x="308" y="263"/>
                </a:lnTo>
                <a:lnTo>
                  <a:pt x="309" y="263"/>
                </a:lnTo>
                <a:lnTo>
                  <a:pt x="309" y="264"/>
                </a:lnTo>
                <a:lnTo>
                  <a:pt x="310" y="264"/>
                </a:lnTo>
                <a:lnTo>
                  <a:pt x="313" y="264"/>
                </a:lnTo>
                <a:lnTo>
                  <a:pt x="315" y="263"/>
                </a:lnTo>
                <a:lnTo>
                  <a:pt x="317" y="263"/>
                </a:lnTo>
                <a:lnTo>
                  <a:pt x="319" y="262"/>
                </a:lnTo>
                <a:lnTo>
                  <a:pt x="320" y="261"/>
                </a:lnTo>
                <a:lnTo>
                  <a:pt x="321" y="260"/>
                </a:lnTo>
                <a:lnTo>
                  <a:pt x="322" y="260"/>
                </a:lnTo>
                <a:lnTo>
                  <a:pt x="324" y="260"/>
                </a:lnTo>
                <a:lnTo>
                  <a:pt x="326" y="261"/>
                </a:lnTo>
                <a:lnTo>
                  <a:pt x="326" y="260"/>
                </a:lnTo>
                <a:lnTo>
                  <a:pt x="327" y="259"/>
                </a:lnTo>
                <a:lnTo>
                  <a:pt x="328" y="259"/>
                </a:lnTo>
                <a:lnTo>
                  <a:pt x="328" y="257"/>
                </a:lnTo>
                <a:lnTo>
                  <a:pt x="328" y="256"/>
                </a:lnTo>
                <a:lnTo>
                  <a:pt x="328" y="255"/>
                </a:lnTo>
                <a:lnTo>
                  <a:pt x="328" y="254"/>
                </a:lnTo>
                <a:lnTo>
                  <a:pt x="327" y="254"/>
                </a:lnTo>
                <a:lnTo>
                  <a:pt x="327" y="253"/>
                </a:lnTo>
                <a:lnTo>
                  <a:pt x="327" y="251"/>
                </a:lnTo>
                <a:lnTo>
                  <a:pt x="327" y="250"/>
                </a:lnTo>
                <a:lnTo>
                  <a:pt x="327" y="249"/>
                </a:lnTo>
                <a:lnTo>
                  <a:pt x="328" y="247"/>
                </a:lnTo>
                <a:lnTo>
                  <a:pt x="329" y="247"/>
                </a:lnTo>
                <a:lnTo>
                  <a:pt x="329" y="245"/>
                </a:lnTo>
                <a:lnTo>
                  <a:pt x="328" y="244"/>
                </a:lnTo>
                <a:lnTo>
                  <a:pt x="328" y="240"/>
                </a:lnTo>
                <a:lnTo>
                  <a:pt x="327" y="236"/>
                </a:lnTo>
                <a:lnTo>
                  <a:pt x="327" y="233"/>
                </a:lnTo>
                <a:lnTo>
                  <a:pt x="328" y="229"/>
                </a:lnTo>
                <a:lnTo>
                  <a:pt x="328" y="228"/>
                </a:lnTo>
                <a:lnTo>
                  <a:pt x="328" y="226"/>
                </a:lnTo>
                <a:lnTo>
                  <a:pt x="330" y="221"/>
                </a:lnTo>
                <a:lnTo>
                  <a:pt x="330" y="217"/>
                </a:lnTo>
                <a:lnTo>
                  <a:pt x="329" y="216"/>
                </a:lnTo>
                <a:lnTo>
                  <a:pt x="328" y="214"/>
                </a:lnTo>
                <a:lnTo>
                  <a:pt x="327" y="212"/>
                </a:lnTo>
                <a:lnTo>
                  <a:pt x="331" y="212"/>
                </a:lnTo>
                <a:lnTo>
                  <a:pt x="332" y="212"/>
                </a:lnTo>
                <a:lnTo>
                  <a:pt x="335" y="214"/>
                </a:lnTo>
                <a:lnTo>
                  <a:pt x="336" y="218"/>
                </a:lnTo>
                <a:lnTo>
                  <a:pt x="336" y="219"/>
                </a:lnTo>
                <a:lnTo>
                  <a:pt x="337" y="221"/>
                </a:lnTo>
                <a:lnTo>
                  <a:pt x="337" y="222"/>
                </a:lnTo>
                <a:lnTo>
                  <a:pt x="338" y="222"/>
                </a:lnTo>
                <a:lnTo>
                  <a:pt x="340" y="225"/>
                </a:lnTo>
                <a:lnTo>
                  <a:pt x="341" y="227"/>
                </a:lnTo>
                <a:lnTo>
                  <a:pt x="341" y="228"/>
                </a:lnTo>
                <a:lnTo>
                  <a:pt x="342" y="228"/>
                </a:lnTo>
                <a:lnTo>
                  <a:pt x="343" y="228"/>
                </a:lnTo>
                <a:lnTo>
                  <a:pt x="345" y="227"/>
                </a:lnTo>
                <a:lnTo>
                  <a:pt x="346" y="225"/>
                </a:lnTo>
                <a:lnTo>
                  <a:pt x="346" y="224"/>
                </a:lnTo>
                <a:lnTo>
                  <a:pt x="346" y="223"/>
                </a:lnTo>
                <a:lnTo>
                  <a:pt x="348" y="222"/>
                </a:lnTo>
                <a:lnTo>
                  <a:pt x="349" y="220"/>
                </a:lnTo>
                <a:lnTo>
                  <a:pt x="350" y="219"/>
                </a:lnTo>
                <a:lnTo>
                  <a:pt x="352" y="217"/>
                </a:lnTo>
                <a:lnTo>
                  <a:pt x="354" y="214"/>
                </a:lnTo>
                <a:lnTo>
                  <a:pt x="353" y="213"/>
                </a:lnTo>
                <a:lnTo>
                  <a:pt x="353" y="212"/>
                </a:lnTo>
                <a:lnTo>
                  <a:pt x="352" y="211"/>
                </a:lnTo>
                <a:lnTo>
                  <a:pt x="352" y="210"/>
                </a:lnTo>
                <a:lnTo>
                  <a:pt x="352" y="209"/>
                </a:lnTo>
                <a:lnTo>
                  <a:pt x="352" y="208"/>
                </a:lnTo>
                <a:lnTo>
                  <a:pt x="353" y="208"/>
                </a:lnTo>
                <a:lnTo>
                  <a:pt x="353" y="206"/>
                </a:lnTo>
                <a:lnTo>
                  <a:pt x="354" y="205"/>
                </a:lnTo>
                <a:lnTo>
                  <a:pt x="353" y="205"/>
                </a:lnTo>
                <a:lnTo>
                  <a:pt x="352" y="203"/>
                </a:lnTo>
                <a:lnTo>
                  <a:pt x="349" y="201"/>
                </a:lnTo>
                <a:lnTo>
                  <a:pt x="347" y="200"/>
                </a:lnTo>
                <a:lnTo>
                  <a:pt x="345" y="198"/>
                </a:lnTo>
                <a:lnTo>
                  <a:pt x="343" y="197"/>
                </a:lnTo>
                <a:lnTo>
                  <a:pt x="342" y="196"/>
                </a:lnTo>
                <a:lnTo>
                  <a:pt x="341" y="196"/>
                </a:lnTo>
                <a:lnTo>
                  <a:pt x="341" y="194"/>
                </a:lnTo>
                <a:lnTo>
                  <a:pt x="341" y="190"/>
                </a:lnTo>
                <a:lnTo>
                  <a:pt x="342" y="189"/>
                </a:lnTo>
                <a:lnTo>
                  <a:pt x="342" y="188"/>
                </a:lnTo>
                <a:lnTo>
                  <a:pt x="343" y="187"/>
                </a:lnTo>
                <a:lnTo>
                  <a:pt x="344" y="185"/>
                </a:lnTo>
                <a:lnTo>
                  <a:pt x="343" y="184"/>
                </a:lnTo>
                <a:lnTo>
                  <a:pt x="343" y="183"/>
                </a:lnTo>
                <a:lnTo>
                  <a:pt x="343" y="182"/>
                </a:lnTo>
                <a:lnTo>
                  <a:pt x="343" y="179"/>
                </a:lnTo>
                <a:lnTo>
                  <a:pt x="344" y="179"/>
                </a:lnTo>
                <a:lnTo>
                  <a:pt x="344" y="178"/>
                </a:lnTo>
                <a:lnTo>
                  <a:pt x="347" y="170"/>
                </a:lnTo>
                <a:lnTo>
                  <a:pt x="348" y="170"/>
                </a:lnTo>
                <a:lnTo>
                  <a:pt x="348" y="169"/>
                </a:lnTo>
                <a:lnTo>
                  <a:pt x="349" y="169"/>
                </a:lnTo>
                <a:lnTo>
                  <a:pt x="352" y="165"/>
                </a:lnTo>
                <a:lnTo>
                  <a:pt x="351" y="163"/>
                </a:lnTo>
                <a:lnTo>
                  <a:pt x="351" y="162"/>
                </a:lnTo>
                <a:lnTo>
                  <a:pt x="350" y="161"/>
                </a:lnTo>
                <a:lnTo>
                  <a:pt x="354" y="157"/>
                </a:lnTo>
                <a:lnTo>
                  <a:pt x="357" y="156"/>
                </a:lnTo>
                <a:lnTo>
                  <a:pt x="358" y="155"/>
                </a:lnTo>
                <a:lnTo>
                  <a:pt x="358" y="154"/>
                </a:lnTo>
                <a:lnTo>
                  <a:pt x="360" y="151"/>
                </a:lnTo>
                <a:lnTo>
                  <a:pt x="363" y="148"/>
                </a:lnTo>
                <a:lnTo>
                  <a:pt x="365" y="143"/>
                </a:lnTo>
                <a:lnTo>
                  <a:pt x="366" y="143"/>
                </a:lnTo>
                <a:lnTo>
                  <a:pt x="368" y="139"/>
                </a:lnTo>
                <a:lnTo>
                  <a:pt x="369" y="138"/>
                </a:lnTo>
                <a:lnTo>
                  <a:pt x="369" y="137"/>
                </a:lnTo>
                <a:lnTo>
                  <a:pt x="371" y="136"/>
                </a:lnTo>
                <a:lnTo>
                  <a:pt x="372" y="135"/>
                </a:lnTo>
                <a:lnTo>
                  <a:pt x="373" y="135"/>
                </a:lnTo>
                <a:lnTo>
                  <a:pt x="375" y="136"/>
                </a:lnTo>
                <a:lnTo>
                  <a:pt x="376" y="136"/>
                </a:lnTo>
                <a:lnTo>
                  <a:pt x="377" y="136"/>
                </a:lnTo>
                <a:lnTo>
                  <a:pt x="378" y="135"/>
                </a:lnTo>
                <a:lnTo>
                  <a:pt x="379" y="134"/>
                </a:lnTo>
                <a:lnTo>
                  <a:pt x="377" y="131"/>
                </a:lnTo>
                <a:lnTo>
                  <a:pt x="376" y="130"/>
                </a:lnTo>
                <a:lnTo>
                  <a:pt x="376" y="129"/>
                </a:lnTo>
                <a:lnTo>
                  <a:pt x="377" y="126"/>
                </a:lnTo>
                <a:lnTo>
                  <a:pt x="377" y="125"/>
                </a:lnTo>
                <a:lnTo>
                  <a:pt x="378" y="125"/>
                </a:lnTo>
                <a:lnTo>
                  <a:pt x="378" y="124"/>
                </a:lnTo>
                <a:lnTo>
                  <a:pt x="379" y="124"/>
                </a:lnTo>
                <a:lnTo>
                  <a:pt x="380" y="124"/>
                </a:lnTo>
                <a:lnTo>
                  <a:pt x="380" y="123"/>
                </a:lnTo>
                <a:lnTo>
                  <a:pt x="381" y="123"/>
                </a:lnTo>
                <a:lnTo>
                  <a:pt x="383" y="120"/>
                </a:lnTo>
                <a:lnTo>
                  <a:pt x="385" y="119"/>
                </a:lnTo>
                <a:lnTo>
                  <a:pt x="387" y="114"/>
                </a:lnTo>
                <a:lnTo>
                  <a:pt x="388" y="113"/>
                </a:lnTo>
                <a:lnTo>
                  <a:pt x="390" y="110"/>
                </a:lnTo>
                <a:lnTo>
                  <a:pt x="393" y="107"/>
                </a:lnTo>
                <a:lnTo>
                  <a:pt x="394" y="107"/>
                </a:lnTo>
                <a:lnTo>
                  <a:pt x="396" y="108"/>
                </a:lnTo>
                <a:lnTo>
                  <a:pt x="397" y="110"/>
                </a:lnTo>
                <a:lnTo>
                  <a:pt x="398" y="110"/>
                </a:lnTo>
                <a:lnTo>
                  <a:pt x="401" y="106"/>
                </a:lnTo>
                <a:lnTo>
                  <a:pt x="403" y="103"/>
                </a:lnTo>
                <a:lnTo>
                  <a:pt x="405" y="103"/>
                </a:lnTo>
                <a:lnTo>
                  <a:pt x="406" y="100"/>
                </a:lnTo>
                <a:lnTo>
                  <a:pt x="407" y="100"/>
                </a:lnTo>
                <a:lnTo>
                  <a:pt x="407" y="99"/>
                </a:lnTo>
                <a:lnTo>
                  <a:pt x="408" y="96"/>
                </a:lnTo>
                <a:lnTo>
                  <a:pt x="409" y="94"/>
                </a:lnTo>
                <a:lnTo>
                  <a:pt x="410" y="92"/>
                </a:lnTo>
                <a:lnTo>
                  <a:pt x="410" y="91"/>
                </a:lnTo>
                <a:lnTo>
                  <a:pt x="410" y="88"/>
                </a:lnTo>
                <a:lnTo>
                  <a:pt x="410" y="84"/>
                </a:lnTo>
                <a:lnTo>
                  <a:pt x="411" y="81"/>
                </a:lnTo>
                <a:lnTo>
                  <a:pt x="414" y="81"/>
                </a:lnTo>
                <a:lnTo>
                  <a:pt x="415" y="78"/>
                </a:lnTo>
                <a:lnTo>
                  <a:pt x="416" y="77"/>
                </a:lnTo>
                <a:lnTo>
                  <a:pt x="417" y="76"/>
                </a:lnTo>
                <a:lnTo>
                  <a:pt x="418" y="75"/>
                </a:lnTo>
                <a:lnTo>
                  <a:pt x="423" y="74"/>
                </a:lnTo>
                <a:lnTo>
                  <a:pt x="423" y="73"/>
                </a:lnTo>
                <a:lnTo>
                  <a:pt x="424" y="72"/>
                </a:lnTo>
                <a:lnTo>
                  <a:pt x="425" y="72"/>
                </a:lnTo>
                <a:lnTo>
                  <a:pt x="425" y="71"/>
                </a:lnTo>
                <a:lnTo>
                  <a:pt x="426" y="71"/>
                </a:lnTo>
                <a:lnTo>
                  <a:pt x="428" y="71"/>
                </a:lnTo>
                <a:lnTo>
                  <a:pt x="429" y="71"/>
                </a:lnTo>
                <a:lnTo>
                  <a:pt x="429" y="70"/>
                </a:lnTo>
                <a:lnTo>
                  <a:pt x="430" y="69"/>
                </a:lnTo>
                <a:lnTo>
                  <a:pt x="431" y="69"/>
                </a:lnTo>
                <a:lnTo>
                  <a:pt x="431" y="68"/>
                </a:lnTo>
                <a:lnTo>
                  <a:pt x="431" y="67"/>
                </a:lnTo>
                <a:lnTo>
                  <a:pt x="430" y="66"/>
                </a:lnTo>
                <a:lnTo>
                  <a:pt x="430" y="65"/>
                </a:lnTo>
                <a:lnTo>
                  <a:pt x="430" y="64"/>
                </a:lnTo>
                <a:lnTo>
                  <a:pt x="433" y="61"/>
                </a:lnTo>
                <a:lnTo>
                  <a:pt x="434" y="60"/>
                </a:lnTo>
                <a:lnTo>
                  <a:pt x="435" y="59"/>
                </a:lnTo>
                <a:lnTo>
                  <a:pt x="435" y="58"/>
                </a:lnTo>
                <a:lnTo>
                  <a:pt x="431" y="54"/>
                </a:lnTo>
                <a:lnTo>
                  <a:pt x="429" y="53"/>
                </a:lnTo>
                <a:lnTo>
                  <a:pt x="428" y="53"/>
                </a:lnTo>
                <a:lnTo>
                  <a:pt x="426" y="51"/>
                </a:lnTo>
                <a:lnTo>
                  <a:pt x="426" y="50"/>
                </a:lnTo>
                <a:lnTo>
                  <a:pt x="427" y="49"/>
                </a:lnTo>
                <a:lnTo>
                  <a:pt x="429" y="48"/>
                </a:lnTo>
                <a:lnTo>
                  <a:pt x="432" y="50"/>
                </a:lnTo>
                <a:lnTo>
                  <a:pt x="433" y="51"/>
                </a:lnTo>
                <a:lnTo>
                  <a:pt x="433" y="52"/>
                </a:lnTo>
                <a:lnTo>
                  <a:pt x="434" y="53"/>
                </a:lnTo>
                <a:lnTo>
                  <a:pt x="434" y="54"/>
                </a:lnTo>
                <a:lnTo>
                  <a:pt x="435" y="55"/>
                </a:lnTo>
                <a:lnTo>
                  <a:pt x="436" y="55"/>
                </a:lnTo>
                <a:lnTo>
                  <a:pt x="437" y="55"/>
                </a:lnTo>
                <a:lnTo>
                  <a:pt x="438" y="55"/>
                </a:lnTo>
                <a:lnTo>
                  <a:pt x="439" y="55"/>
                </a:lnTo>
                <a:lnTo>
                  <a:pt x="440" y="55"/>
                </a:lnTo>
                <a:lnTo>
                  <a:pt x="443" y="54"/>
                </a:lnTo>
                <a:lnTo>
                  <a:pt x="444" y="53"/>
                </a:lnTo>
                <a:lnTo>
                  <a:pt x="446" y="53"/>
                </a:lnTo>
                <a:lnTo>
                  <a:pt x="447" y="52"/>
                </a:lnTo>
                <a:lnTo>
                  <a:pt x="448" y="51"/>
                </a:lnTo>
                <a:lnTo>
                  <a:pt x="449" y="50"/>
                </a:lnTo>
                <a:lnTo>
                  <a:pt x="450" y="50"/>
                </a:lnTo>
                <a:lnTo>
                  <a:pt x="457" y="45"/>
                </a:lnTo>
                <a:lnTo>
                  <a:pt x="458" y="45"/>
                </a:lnTo>
                <a:lnTo>
                  <a:pt x="459" y="45"/>
                </a:lnTo>
                <a:lnTo>
                  <a:pt x="460" y="45"/>
                </a:lnTo>
                <a:lnTo>
                  <a:pt x="459" y="44"/>
                </a:lnTo>
                <a:lnTo>
                  <a:pt x="459" y="43"/>
                </a:lnTo>
                <a:lnTo>
                  <a:pt x="459" y="42"/>
                </a:lnTo>
                <a:lnTo>
                  <a:pt x="458" y="40"/>
                </a:lnTo>
                <a:lnTo>
                  <a:pt x="457" y="39"/>
                </a:lnTo>
                <a:lnTo>
                  <a:pt x="457" y="38"/>
                </a:lnTo>
                <a:lnTo>
                  <a:pt x="456" y="35"/>
                </a:lnTo>
                <a:lnTo>
                  <a:pt x="456" y="34"/>
                </a:lnTo>
                <a:lnTo>
                  <a:pt x="455" y="34"/>
                </a:lnTo>
                <a:lnTo>
                  <a:pt x="455" y="33"/>
                </a:lnTo>
                <a:lnTo>
                  <a:pt x="454" y="33"/>
                </a:lnTo>
                <a:lnTo>
                  <a:pt x="454" y="32"/>
                </a:lnTo>
                <a:lnTo>
                  <a:pt x="454" y="31"/>
                </a:lnTo>
                <a:lnTo>
                  <a:pt x="453" y="31"/>
                </a:lnTo>
                <a:lnTo>
                  <a:pt x="452" y="31"/>
                </a:lnTo>
                <a:lnTo>
                  <a:pt x="451" y="31"/>
                </a:lnTo>
                <a:lnTo>
                  <a:pt x="450" y="28"/>
                </a:lnTo>
                <a:lnTo>
                  <a:pt x="450" y="27"/>
                </a:lnTo>
                <a:lnTo>
                  <a:pt x="450" y="26"/>
                </a:lnTo>
                <a:lnTo>
                  <a:pt x="450" y="23"/>
                </a:lnTo>
                <a:lnTo>
                  <a:pt x="451" y="23"/>
                </a:lnTo>
                <a:lnTo>
                  <a:pt x="452" y="22"/>
                </a:lnTo>
                <a:lnTo>
                  <a:pt x="457" y="24"/>
                </a:lnTo>
                <a:lnTo>
                  <a:pt x="459" y="24"/>
                </a:lnTo>
                <a:lnTo>
                  <a:pt x="460" y="24"/>
                </a:lnTo>
                <a:lnTo>
                  <a:pt x="460" y="25"/>
                </a:lnTo>
                <a:lnTo>
                  <a:pt x="461" y="25"/>
                </a:lnTo>
                <a:lnTo>
                  <a:pt x="461" y="26"/>
                </a:lnTo>
                <a:lnTo>
                  <a:pt x="463" y="26"/>
                </a:lnTo>
                <a:lnTo>
                  <a:pt x="464" y="26"/>
                </a:lnTo>
                <a:lnTo>
                  <a:pt x="465" y="26"/>
                </a:lnTo>
                <a:lnTo>
                  <a:pt x="464" y="28"/>
                </a:lnTo>
                <a:lnTo>
                  <a:pt x="464" y="29"/>
                </a:lnTo>
                <a:lnTo>
                  <a:pt x="465" y="30"/>
                </a:lnTo>
                <a:lnTo>
                  <a:pt x="467" y="31"/>
                </a:lnTo>
                <a:lnTo>
                  <a:pt x="467" y="32"/>
                </a:lnTo>
                <a:lnTo>
                  <a:pt x="468" y="33"/>
                </a:lnTo>
                <a:lnTo>
                  <a:pt x="469" y="34"/>
                </a:lnTo>
                <a:lnTo>
                  <a:pt x="470" y="35"/>
                </a:lnTo>
                <a:lnTo>
                  <a:pt x="471" y="36"/>
                </a:lnTo>
                <a:lnTo>
                  <a:pt x="472" y="36"/>
                </a:lnTo>
                <a:lnTo>
                  <a:pt x="473" y="37"/>
                </a:lnTo>
                <a:lnTo>
                  <a:pt x="474" y="38"/>
                </a:lnTo>
                <a:lnTo>
                  <a:pt x="475" y="38"/>
                </a:lnTo>
                <a:lnTo>
                  <a:pt x="475" y="39"/>
                </a:lnTo>
                <a:lnTo>
                  <a:pt x="476" y="39"/>
                </a:lnTo>
                <a:lnTo>
                  <a:pt x="476" y="40"/>
                </a:lnTo>
                <a:lnTo>
                  <a:pt x="477" y="40"/>
                </a:lnTo>
                <a:lnTo>
                  <a:pt x="478" y="39"/>
                </a:lnTo>
                <a:lnTo>
                  <a:pt x="480" y="36"/>
                </a:lnTo>
                <a:lnTo>
                  <a:pt x="480" y="35"/>
                </a:lnTo>
                <a:lnTo>
                  <a:pt x="479" y="35"/>
                </a:lnTo>
                <a:lnTo>
                  <a:pt x="479" y="33"/>
                </a:lnTo>
                <a:lnTo>
                  <a:pt x="480" y="31"/>
                </a:lnTo>
                <a:lnTo>
                  <a:pt x="481" y="31"/>
                </a:lnTo>
                <a:lnTo>
                  <a:pt x="482" y="30"/>
                </a:lnTo>
                <a:lnTo>
                  <a:pt x="484" y="31"/>
                </a:lnTo>
                <a:lnTo>
                  <a:pt x="484" y="32"/>
                </a:lnTo>
                <a:lnTo>
                  <a:pt x="485" y="32"/>
                </a:lnTo>
                <a:lnTo>
                  <a:pt x="485" y="33"/>
                </a:lnTo>
                <a:lnTo>
                  <a:pt x="486" y="33"/>
                </a:lnTo>
                <a:lnTo>
                  <a:pt x="487" y="33"/>
                </a:lnTo>
                <a:lnTo>
                  <a:pt x="488" y="32"/>
                </a:lnTo>
                <a:lnTo>
                  <a:pt x="488" y="31"/>
                </a:lnTo>
                <a:lnTo>
                  <a:pt x="488" y="30"/>
                </a:lnTo>
                <a:lnTo>
                  <a:pt x="489" y="30"/>
                </a:lnTo>
                <a:lnTo>
                  <a:pt x="491" y="31"/>
                </a:lnTo>
                <a:lnTo>
                  <a:pt x="491" y="32"/>
                </a:lnTo>
                <a:lnTo>
                  <a:pt x="493" y="33"/>
                </a:lnTo>
                <a:lnTo>
                  <a:pt x="493" y="34"/>
                </a:lnTo>
                <a:lnTo>
                  <a:pt x="494" y="36"/>
                </a:lnTo>
                <a:lnTo>
                  <a:pt x="494" y="38"/>
                </a:lnTo>
                <a:lnTo>
                  <a:pt x="494" y="39"/>
                </a:lnTo>
                <a:lnTo>
                  <a:pt x="495" y="41"/>
                </a:lnTo>
                <a:lnTo>
                  <a:pt x="497" y="42"/>
                </a:lnTo>
                <a:lnTo>
                  <a:pt x="497" y="43"/>
                </a:lnTo>
                <a:lnTo>
                  <a:pt x="500" y="44"/>
                </a:lnTo>
                <a:lnTo>
                  <a:pt x="501" y="44"/>
                </a:lnTo>
                <a:lnTo>
                  <a:pt x="506" y="44"/>
                </a:lnTo>
                <a:lnTo>
                  <a:pt x="507" y="43"/>
                </a:lnTo>
                <a:lnTo>
                  <a:pt x="508" y="43"/>
                </a:lnTo>
                <a:lnTo>
                  <a:pt x="510" y="40"/>
                </a:lnTo>
                <a:lnTo>
                  <a:pt x="511" y="33"/>
                </a:lnTo>
                <a:lnTo>
                  <a:pt x="511" y="32"/>
                </a:lnTo>
                <a:lnTo>
                  <a:pt x="513" y="29"/>
                </a:lnTo>
                <a:lnTo>
                  <a:pt x="514" y="28"/>
                </a:lnTo>
                <a:lnTo>
                  <a:pt x="515" y="27"/>
                </a:lnTo>
                <a:lnTo>
                  <a:pt x="515" y="26"/>
                </a:lnTo>
                <a:lnTo>
                  <a:pt x="515" y="25"/>
                </a:lnTo>
                <a:lnTo>
                  <a:pt x="517" y="23"/>
                </a:lnTo>
                <a:lnTo>
                  <a:pt x="518" y="21"/>
                </a:lnTo>
                <a:lnTo>
                  <a:pt x="519" y="21"/>
                </a:lnTo>
                <a:lnTo>
                  <a:pt x="520" y="18"/>
                </a:lnTo>
                <a:lnTo>
                  <a:pt x="522" y="15"/>
                </a:lnTo>
                <a:lnTo>
                  <a:pt x="522" y="14"/>
                </a:lnTo>
                <a:lnTo>
                  <a:pt x="523" y="11"/>
                </a:lnTo>
                <a:lnTo>
                  <a:pt x="525" y="11"/>
                </a:lnTo>
                <a:lnTo>
                  <a:pt x="526" y="11"/>
                </a:lnTo>
                <a:lnTo>
                  <a:pt x="527" y="11"/>
                </a:lnTo>
                <a:lnTo>
                  <a:pt x="531" y="10"/>
                </a:lnTo>
                <a:lnTo>
                  <a:pt x="533" y="8"/>
                </a:lnTo>
                <a:lnTo>
                  <a:pt x="534" y="7"/>
                </a:lnTo>
                <a:lnTo>
                  <a:pt x="534" y="6"/>
                </a:lnTo>
                <a:lnTo>
                  <a:pt x="536" y="5"/>
                </a:lnTo>
                <a:lnTo>
                  <a:pt x="538" y="4"/>
                </a:lnTo>
                <a:lnTo>
                  <a:pt x="539" y="4"/>
                </a:lnTo>
                <a:lnTo>
                  <a:pt x="543" y="4"/>
                </a:lnTo>
                <a:lnTo>
                  <a:pt x="544" y="3"/>
                </a:lnTo>
                <a:lnTo>
                  <a:pt x="545" y="3"/>
                </a:lnTo>
                <a:lnTo>
                  <a:pt x="546" y="3"/>
                </a:lnTo>
                <a:lnTo>
                  <a:pt x="546" y="1"/>
                </a:lnTo>
                <a:lnTo>
                  <a:pt x="547" y="0"/>
                </a:lnTo>
                <a:lnTo>
                  <a:pt x="548" y="0"/>
                </a:lnTo>
                <a:lnTo>
                  <a:pt x="549" y="2"/>
                </a:lnTo>
                <a:lnTo>
                  <a:pt x="550" y="3"/>
                </a:lnTo>
                <a:close/>
              </a:path>
            </a:pathLst>
          </a:custGeom>
          <a:solidFill>
            <a:srgbClr val="DB724B"/>
          </a:solidFill>
          <a:ln w="2520">
            <a:solidFill>
              <a:srgbClr val="FFFFFF"/>
            </a:solidFill>
            <a:round/>
          </a:ln>
        </p:spPr>
        <p:txBody>
          <a:bodyPr lIns="1080" tIns="1080" rIns="1080" bIns="108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173" name=""/>
          <p:cNvSpPr/>
          <p:nvPr/>
        </p:nvSpPr>
        <p:spPr>
          <a:xfrm>
            <a:off x="5046480" y="1174680"/>
            <a:ext cx="360" cy="720"/>
          </a:xfrm>
          <a:custGeom>
            <a:avLst/>
            <a:gdLst/>
            <a:ahLst/>
            <a:rect l="0" t="0" r="r" b="b"/>
            <a:pathLst>
              <a:path w="1" h="2">
                <a:moveTo>
                  <a:pt x="0" y="2"/>
                </a:moveTo>
                <a:lnTo>
                  <a:pt x="0" y="1"/>
                </a:lnTo>
                <a:lnTo>
                  <a:pt x="0" y="0"/>
                </a:lnTo>
                <a:lnTo>
                  <a:pt x="1" y="1"/>
                </a:lnTo>
                <a:lnTo>
                  <a:pt x="0" y="2"/>
                </a:lnTo>
                <a:close/>
              </a:path>
            </a:pathLst>
          </a:custGeom>
          <a:solidFill>
            <a:srgbClr val="F0C9B7"/>
          </a:solidFill>
          <a:ln w="2520">
            <a:solidFill>
              <a:srgbClr val="FFFFFF"/>
            </a:solidFill>
            <a:round/>
          </a:ln>
        </p:spPr>
        <p:txBody>
          <a:bodyPr lIns="1080" tIns="-360" rIns="1080" bIns="-3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74" name=""/>
          <p:cNvSpPr/>
          <p:nvPr/>
        </p:nvSpPr>
        <p:spPr>
          <a:xfrm>
            <a:off x="5054040" y="1166400"/>
            <a:ext cx="1440" cy="2520"/>
          </a:xfrm>
          <a:custGeom>
            <a:avLst/>
            <a:gdLst/>
            <a:ahLst/>
            <a:rect l="0" t="0" r="r" b="b"/>
            <a:pathLst>
              <a:path w="4" h="7">
                <a:moveTo>
                  <a:pt x="0" y="7"/>
                </a:moveTo>
                <a:lnTo>
                  <a:pt x="0" y="6"/>
                </a:lnTo>
                <a:lnTo>
                  <a:pt x="0" y="5"/>
                </a:lnTo>
                <a:lnTo>
                  <a:pt x="1" y="2"/>
                </a:lnTo>
                <a:lnTo>
                  <a:pt x="1" y="1"/>
                </a:lnTo>
                <a:lnTo>
                  <a:pt x="1" y="0"/>
                </a:lnTo>
                <a:lnTo>
                  <a:pt x="2" y="0"/>
                </a:lnTo>
                <a:lnTo>
                  <a:pt x="1" y="1"/>
                </a:lnTo>
                <a:lnTo>
                  <a:pt x="2" y="4"/>
                </a:lnTo>
                <a:lnTo>
                  <a:pt x="4" y="4"/>
                </a:lnTo>
                <a:lnTo>
                  <a:pt x="4" y="5"/>
                </a:lnTo>
                <a:lnTo>
                  <a:pt x="4" y="6"/>
                </a:lnTo>
                <a:lnTo>
                  <a:pt x="1" y="7"/>
                </a:lnTo>
                <a:lnTo>
                  <a:pt x="0" y="7"/>
                </a:lnTo>
                <a:close/>
              </a:path>
            </a:pathLst>
          </a:custGeom>
          <a:solidFill>
            <a:srgbClr val="F0C9B7"/>
          </a:solidFill>
          <a:ln w="2520">
            <a:solidFill>
              <a:srgbClr val="FFFFFF"/>
            </a:solidFill>
            <a:round/>
          </a:ln>
        </p:spPr>
        <p:txBody>
          <a:bodyPr lIns="1080" tIns="1080" rIns="1080" bIns="108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75" name=""/>
          <p:cNvSpPr/>
          <p:nvPr/>
        </p:nvSpPr>
        <p:spPr>
          <a:xfrm>
            <a:off x="5058360" y="1158120"/>
            <a:ext cx="0" cy="360"/>
          </a:xfrm>
          <a:custGeom>
            <a:avLst/>
            <a:gdLst/>
            <a:ahLst/>
            <a:rect l="0" t="0" r="r" b="b"/>
            <a:pathLst>
              <a:path w="0" h="1">
                <a:moveTo>
                  <a:pt x="0" y="1"/>
                </a:moveTo>
                <a:lnTo>
                  <a:pt x="0" y="0"/>
                </a:lnTo>
                <a:lnTo>
                  <a:pt x="0" y="1"/>
                </a:lnTo>
                <a:close/>
              </a:path>
            </a:pathLst>
          </a:custGeom>
          <a:solidFill>
            <a:srgbClr val="F0C9B7"/>
          </a:solidFill>
          <a:ln w="2520">
            <a:solidFill>
              <a:srgbClr val="FFFFFF"/>
            </a:solidFill>
            <a:round/>
          </a:ln>
        </p:spPr>
        <p:txBody>
          <a:bodyPr lIns="1080" tIns="-720" rIns="1080" bIns="-7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76" name=""/>
          <p:cNvSpPr/>
          <p:nvPr/>
        </p:nvSpPr>
        <p:spPr>
          <a:xfrm>
            <a:off x="4861080" y="1062360"/>
            <a:ext cx="272520" cy="183600"/>
          </a:xfrm>
          <a:custGeom>
            <a:avLst/>
            <a:gdLst/>
            <a:ahLst/>
            <a:rect l="0" t="0" r="r" b="b"/>
            <a:pathLst>
              <a:path w="757" h="510">
                <a:moveTo>
                  <a:pt x="259" y="1"/>
                </a:moveTo>
                <a:lnTo>
                  <a:pt x="259" y="2"/>
                </a:lnTo>
                <a:lnTo>
                  <a:pt x="260" y="1"/>
                </a:lnTo>
                <a:lnTo>
                  <a:pt x="261" y="1"/>
                </a:lnTo>
                <a:lnTo>
                  <a:pt x="261" y="2"/>
                </a:lnTo>
                <a:lnTo>
                  <a:pt x="262" y="3"/>
                </a:lnTo>
                <a:lnTo>
                  <a:pt x="263" y="3"/>
                </a:lnTo>
                <a:lnTo>
                  <a:pt x="263" y="2"/>
                </a:lnTo>
                <a:lnTo>
                  <a:pt x="264" y="2"/>
                </a:lnTo>
                <a:lnTo>
                  <a:pt x="265" y="3"/>
                </a:lnTo>
                <a:lnTo>
                  <a:pt x="266" y="3"/>
                </a:lnTo>
                <a:lnTo>
                  <a:pt x="267" y="4"/>
                </a:lnTo>
                <a:lnTo>
                  <a:pt x="268" y="4"/>
                </a:lnTo>
                <a:lnTo>
                  <a:pt x="269" y="5"/>
                </a:lnTo>
                <a:lnTo>
                  <a:pt x="270" y="5"/>
                </a:lnTo>
                <a:lnTo>
                  <a:pt x="270" y="6"/>
                </a:lnTo>
                <a:lnTo>
                  <a:pt x="270" y="7"/>
                </a:lnTo>
                <a:lnTo>
                  <a:pt x="271" y="7"/>
                </a:lnTo>
                <a:lnTo>
                  <a:pt x="272" y="8"/>
                </a:lnTo>
                <a:lnTo>
                  <a:pt x="272" y="9"/>
                </a:lnTo>
                <a:lnTo>
                  <a:pt x="273" y="9"/>
                </a:lnTo>
                <a:lnTo>
                  <a:pt x="274" y="9"/>
                </a:lnTo>
                <a:lnTo>
                  <a:pt x="274" y="8"/>
                </a:lnTo>
                <a:lnTo>
                  <a:pt x="276" y="8"/>
                </a:lnTo>
                <a:lnTo>
                  <a:pt x="277" y="8"/>
                </a:lnTo>
                <a:lnTo>
                  <a:pt x="279" y="9"/>
                </a:lnTo>
                <a:lnTo>
                  <a:pt x="279" y="10"/>
                </a:lnTo>
                <a:lnTo>
                  <a:pt x="280" y="10"/>
                </a:lnTo>
                <a:lnTo>
                  <a:pt x="281" y="11"/>
                </a:lnTo>
                <a:lnTo>
                  <a:pt x="282" y="11"/>
                </a:lnTo>
                <a:lnTo>
                  <a:pt x="283" y="12"/>
                </a:lnTo>
                <a:lnTo>
                  <a:pt x="283" y="13"/>
                </a:lnTo>
                <a:lnTo>
                  <a:pt x="282" y="15"/>
                </a:lnTo>
                <a:lnTo>
                  <a:pt x="283" y="15"/>
                </a:lnTo>
                <a:lnTo>
                  <a:pt x="285" y="14"/>
                </a:lnTo>
                <a:lnTo>
                  <a:pt x="286" y="14"/>
                </a:lnTo>
                <a:lnTo>
                  <a:pt x="288" y="13"/>
                </a:lnTo>
                <a:lnTo>
                  <a:pt x="289" y="13"/>
                </a:lnTo>
                <a:lnTo>
                  <a:pt x="290" y="13"/>
                </a:lnTo>
                <a:lnTo>
                  <a:pt x="291" y="13"/>
                </a:lnTo>
                <a:lnTo>
                  <a:pt x="291" y="14"/>
                </a:lnTo>
                <a:lnTo>
                  <a:pt x="292" y="14"/>
                </a:lnTo>
                <a:lnTo>
                  <a:pt x="293" y="14"/>
                </a:lnTo>
                <a:lnTo>
                  <a:pt x="293" y="13"/>
                </a:lnTo>
                <a:lnTo>
                  <a:pt x="295" y="13"/>
                </a:lnTo>
                <a:lnTo>
                  <a:pt x="295" y="14"/>
                </a:lnTo>
                <a:lnTo>
                  <a:pt x="296" y="14"/>
                </a:lnTo>
                <a:lnTo>
                  <a:pt x="297" y="14"/>
                </a:lnTo>
                <a:lnTo>
                  <a:pt x="298" y="13"/>
                </a:lnTo>
                <a:lnTo>
                  <a:pt x="299" y="13"/>
                </a:lnTo>
                <a:lnTo>
                  <a:pt x="299" y="14"/>
                </a:lnTo>
                <a:lnTo>
                  <a:pt x="300" y="14"/>
                </a:lnTo>
                <a:lnTo>
                  <a:pt x="301" y="14"/>
                </a:lnTo>
                <a:lnTo>
                  <a:pt x="301" y="15"/>
                </a:lnTo>
                <a:lnTo>
                  <a:pt x="302" y="15"/>
                </a:lnTo>
                <a:lnTo>
                  <a:pt x="303" y="15"/>
                </a:lnTo>
                <a:lnTo>
                  <a:pt x="303" y="14"/>
                </a:lnTo>
                <a:lnTo>
                  <a:pt x="304" y="14"/>
                </a:lnTo>
                <a:lnTo>
                  <a:pt x="305" y="14"/>
                </a:lnTo>
                <a:lnTo>
                  <a:pt x="306" y="14"/>
                </a:lnTo>
                <a:lnTo>
                  <a:pt x="306" y="15"/>
                </a:lnTo>
                <a:lnTo>
                  <a:pt x="307" y="15"/>
                </a:lnTo>
                <a:lnTo>
                  <a:pt x="306" y="14"/>
                </a:lnTo>
                <a:lnTo>
                  <a:pt x="307" y="14"/>
                </a:lnTo>
                <a:lnTo>
                  <a:pt x="308" y="14"/>
                </a:lnTo>
                <a:lnTo>
                  <a:pt x="309" y="15"/>
                </a:lnTo>
                <a:lnTo>
                  <a:pt x="308" y="15"/>
                </a:lnTo>
                <a:lnTo>
                  <a:pt x="307" y="15"/>
                </a:lnTo>
                <a:lnTo>
                  <a:pt x="307" y="16"/>
                </a:lnTo>
                <a:lnTo>
                  <a:pt x="308" y="16"/>
                </a:lnTo>
                <a:lnTo>
                  <a:pt x="309" y="16"/>
                </a:lnTo>
                <a:lnTo>
                  <a:pt x="310" y="15"/>
                </a:lnTo>
                <a:lnTo>
                  <a:pt x="310" y="16"/>
                </a:lnTo>
                <a:lnTo>
                  <a:pt x="311" y="18"/>
                </a:lnTo>
                <a:lnTo>
                  <a:pt x="311" y="19"/>
                </a:lnTo>
                <a:lnTo>
                  <a:pt x="311" y="18"/>
                </a:lnTo>
                <a:lnTo>
                  <a:pt x="311" y="17"/>
                </a:lnTo>
                <a:lnTo>
                  <a:pt x="311" y="16"/>
                </a:lnTo>
                <a:lnTo>
                  <a:pt x="312" y="15"/>
                </a:lnTo>
                <a:lnTo>
                  <a:pt x="315" y="15"/>
                </a:lnTo>
                <a:lnTo>
                  <a:pt x="318" y="15"/>
                </a:lnTo>
                <a:lnTo>
                  <a:pt x="318" y="14"/>
                </a:lnTo>
                <a:lnTo>
                  <a:pt x="318" y="15"/>
                </a:lnTo>
                <a:lnTo>
                  <a:pt x="317" y="17"/>
                </a:lnTo>
                <a:lnTo>
                  <a:pt x="317" y="18"/>
                </a:lnTo>
                <a:lnTo>
                  <a:pt x="317" y="19"/>
                </a:lnTo>
                <a:lnTo>
                  <a:pt x="317" y="17"/>
                </a:lnTo>
                <a:lnTo>
                  <a:pt x="318" y="17"/>
                </a:lnTo>
                <a:lnTo>
                  <a:pt x="318" y="18"/>
                </a:lnTo>
                <a:lnTo>
                  <a:pt x="318" y="17"/>
                </a:lnTo>
                <a:lnTo>
                  <a:pt x="318" y="16"/>
                </a:lnTo>
                <a:lnTo>
                  <a:pt x="318" y="15"/>
                </a:lnTo>
                <a:lnTo>
                  <a:pt x="320" y="15"/>
                </a:lnTo>
                <a:lnTo>
                  <a:pt x="321" y="15"/>
                </a:lnTo>
                <a:lnTo>
                  <a:pt x="322" y="15"/>
                </a:lnTo>
                <a:lnTo>
                  <a:pt x="323" y="15"/>
                </a:lnTo>
                <a:lnTo>
                  <a:pt x="325" y="15"/>
                </a:lnTo>
                <a:lnTo>
                  <a:pt x="327" y="16"/>
                </a:lnTo>
                <a:lnTo>
                  <a:pt x="327" y="17"/>
                </a:lnTo>
                <a:lnTo>
                  <a:pt x="327" y="18"/>
                </a:lnTo>
                <a:lnTo>
                  <a:pt x="328" y="19"/>
                </a:lnTo>
                <a:lnTo>
                  <a:pt x="328" y="20"/>
                </a:lnTo>
                <a:lnTo>
                  <a:pt x="328" y="21"/>
                </a:lnTo>
                <a:lnTo>
                  <a:pt x="329" y="21"/>
                </a:lnTo>
                <a:lnTo>
                  <a:pt x="330" y="22"/>
                </a:lnTo>
                <a:lnTo>
                  <a:pt x="331" y="22"/>
                </a:lnTo>
                <a:lnTo>
                  <a:pt x="331" y="21"/>
                </a:lnTo>
                <a:lnTo>
                  <a:pt x="332" y="20"/>
                </a:lnTo>
                <a:lnTo>
                  <a:pt x="333" y="20"/>
                </a:lnTo>
                <a:lnTo>
                  <a:pt x="333" y="21"/>
                </a:lnTo>
                <a:lnTo>
                  <a:pt x="334" y="21"/>
                </a:lnTo>
                <a:lnTo>
                  <a:pt x="335" y="20"/>
                </a:lnTo>
                <a:lnTo>
                  <a:pt x="337" y="20"/>
                </a:lnTo>
                <a:lnTo>
                  <a:pt x="338" y="21"/>
                </a:lnTo>
                <a:lnTo>
                  <a:pt x="338" y="20"/>
                </a:lnTo>
                <a:lnTo>
                  <a:pt x="338" y="19"/>
                </a:lnTo>
                <a:lnTo>
                  <a:pt x="337" y="20"/>
                </a:lnTo>
                <a:lnTo>
                  <a:pt x="336" y="18"/>
                </a:lnTo>
                <a:lnTo>
                  <a:pt x="337" y="16"/>
                </a:lnTo>
                <a:lnTo>
                  <a:pt x="336" y="16"/>
                </a:lnTo>
                <a:lnTo>
                  <a:pt x="337" y="15"/>
                </a:lnTo>
                <a:lnTo>
                  <a:pt x="338" y="14"/>
                </a:lnTo>
                <a:lnTo>
                  <a:pt x="338" y="15"/>
                </a:lnTo>
                <a:lnTo>
                  <a:pt x="340" y="15"/>
                </a:lnTo>
                <a:lnTo>
                  <a:pt x="340" y="14"/>
                </a:lnTo>
                <a:lnTo>
                  <a:pt x="339" y="14"/>
                </a:lnTo>
                <a:lnTo>
                  <a:pt x="340" y="14"/>
                </a:lnTo>
                <a:lnTo>
                  <a:pt x="340" y="13"/>
                </a:lnTo>
                <a:lnTo>
                  <a:pt x="340" y="14"/>
                </a:lnTo>
                <a:lnTo>
                  <a:pt x="341" y="14"/>
                </a:lnTo>
                <a:lnTo>
                  <a:pt x="341" y="13"/>
                </a:lnTo>
                <a:lnTo>
                  <a:pt x="340" y="12"/>
                </a:lnTo>
                <a:lnTo>
                  <a:pt x="339" y="12"/>
                </a:lnTo>
                <a:lnTo>
                  <a:pt x="339" y="11"/>
                </a:lnTo>
                <a:lnTo>
                  <a:pt x="340" y="11"/>
                </a:lnTo>
                <a:lnTo>
                  <a:pt x="341" y="10"/>
                </a:lnTo>
                <a:lnTo>
                  <a:pt x="342" y="10"/>
                </a:lnTo>
                <a:lnTo>
                  <a:pt x="343" y="10"/>
                </a:lnTo>
                <a:lnTo>
                  <a:pt x="343" y="11"/>
                </a:lnTo>
                <a:lnTo>
                  <a:pt x="343" y="12"/>
                </a:lnTo>
                <a:lnTo>
                  <a:pt x="343" y="11"/>
                </a:lnTo>
                <a:lnTo>
                  <a:pt x="344" y="11"/>
                </a:lnTo>
                <a:lnTo>
                  <a:pt x="345" y="11"/>
                </a:lnTo>
                <a:lnTo>
                  <a:pt x="346" y="11"/>
                </a:lnTo>
                <a:lnTo>
                  <a:pt x="345" y="11"/>
                </a:lnTo>
                <a:lnTo>
                  <a:pt x="345" y="12"/>
                </a:lnTo>
                <a:lnTo>
                  <a:pt x="346" y="12"/>
                </a:lnTo>
                <a:lnTo>
                  <a:pt x="346" y="11"/>
                </a:lnTo>
                <a:lnTo>
                  <a:pt x="347" y="11"/>
                </a:lnTo>
                <a:lnTo>
                  <a:pt x="347" y="12"/>
                </a:lnTo>
                <a:lnTo>
                  <a:pt x="347" y="13"/>
                </a:lnTo>
                <a:lnTo>
                  <a:pt x="348" y="13"/>
                </a:lnTo>
                <a:lnTo>
                  <a:pt x="349" y="13"/>
                </a:lnTo>
                <a:lnTo>
                  <a:pt x="349" y="14"/>
                </a:lnTo>
                <a:lnTo>
                  <a:pt x="350" y="14"/>
                </a:lnTo>
                <a:lnTo>
                  <a:pt x="350" y="13"/>
                </a:lnTo>
                <a:lnTo>
                  <a:pt x="350" y="14"/>
                </a:lnTo>
                <a:lnTo>
                  <a:pt x="351" y="14"/>
                </a:lnTo>
                <a:lnTo>
                  <a:pt x="352" y="13"/>
                </a:lnTo>
                <a:lnTo>
                  <a:pt x="353" y="13"/>
                </a:lnTo>
                <a:lnTo>
                  <a:pt x="354" y="13"/>
                </a:lnTo>
                <a:lnTo>
                  <a:pt x="355" y="13"/>
                </a:lnTo>
                <a:lnTo>
                  <a:pt x="356" y="13"/>
                </a:lnTo>
                <a:lnTo>
                  <a:pt x="357" y="11"/>
                </a:lnTo>
                <a:lnTo>
                  <a:pt x="356" y="9"/>
                </a:lnTo>
                <a:lnTo>
                  <a:pt x="355" y="9"/>
                </a:lnTo>
                <a:lnTo>
                  <a:pt x="355" y="8"/>
                </a:lnTo>
                <a:lnTo>
                  <a:pt x="356" y="8"/>
                </a:lnTo>
                <a:lnTo>
                  <a:pt x="356" y="7"/>
                </a:lnTo>
                <a:lnTo>
                  <a:pt x="355" y="5"/>
                </a:lnTo>
                <a:lnTo>
                  <a:pt x="355" y="4"/>
                </a:lnTo>
                <a:lnTo>
                  <a:pt x="357" y="4"/>
                </a:lnTo>
                <a:lnTo>
                  <a:pt x="360" y="4"/>
                </a:lnTo>
                <a:lnTo>
                  <a:pt x="360" y="7"/>
                </a:lnTo>
                <a:lnTo>
                  <a:pt x="361" y="7"/>
                </a:lnTo>
                <a:lnTo>
                  <a:pt x="363" y="6"/>
                </a:lnTo>
                <a:lnTo>
                  <a:pt x="364" y="5"/>
                </a:lnTo>
                <a:lnTo>
                  <a:pt x="370" y="8"/>
                </a:lnTo>
                <a:lnTo>
                  <a:pt x="371" y="9"/>
                </a:lnTo>
                <a:lnTo>
                  <a:pt x="371" y="10"/>
                </a:lnTo>
                <a:lnTo>
                  <a:pt x="369" y="11"/>
                </a:lnTo>
                <a:lnTo>
                  <a:pt x="371" y="10"/>
                </a:lnTo>
                <a:lnTo>
                  <a:pt x="372" y="10"/>
                </a:lnTo>
                <a:lnTo>
                  <a:pt x="372" y="11"/>
                </a:lnTo>
                <a:lnTo>
                  <a:pt x="372" y="12"/>
                </a:lnTo>
                <a:lnTo>
                  <a:pt x="373" y="12"/>
                </a:lnTo>
                <a:lnTo>
                  <a:pt x="373" y="13"/>
                </a:lnTo>
                <a:lnTo>
                  <a:pt x="373" y="14"/>
                </a:lnTo>
                <a:lnTo>
                  <a:pt x="374" y="15"/>
                </a:lnTo>
                <a:lnTo>
                  <a:pt x="374" y="16"/>
                </a:lnTo>
                <a:lnTo>
                  <a:pt x="375" y="16"/>
                </a:lnTo>
                <a:lnTo>
                  <a:pt x="375" y="17"/>
                </a:lnTo>
                <a:lnTo>
                  <a:pt x="374" y="17"/>
                </a:lnTo>
                <a:lnTo>
                  <a:pt x="374" y="18"/>
                </a:lnTo>
                <a:lnTo>
                  <a:pt x="374" y="19"/>
                </a:lnTo>
                <a:lnTo>
                  <a:pt x="374" y="20"/>
                </a:lnTo>
                <a:lnTo>
                  <a:pt x="376" y="21"/>
                </a:lnTo>
                <a:lnTo>
                  <a:pt x="376" y="22"/>
                </a:lnTo>
                <a:lnTo>
                  <a:pt x="376" y="23"/>
                </a:lnTo>
                <a:lnTo>
                  <a:pt x="377" y="23"/>
                </a:lnTo>
                <a:lnTo>
                  <a:pt x="379" y="27"/>
                </a:lnTo>
                <a:lnTo>
                  <a:pt x="381" y="26"/>
                </a:lnTo>
                <a:lnTo>
                  <a:pt x="381" y="27"/>
                </a:lnTo>
                <a:lnTo>
                  <a:pt x="383" y="27"/>
                </a:lnTo>
                <a:lnTo>
                  <a:pt x="385" y="28"/>
                </a:lnTo>
                <a:lnTo>
                  <a:pt x="385" y="29"/>
                </a:lnTo>
                <a:lnTo>
                  <a:pt x="386" y="29"/>
                </a:lnTo>
                <a:lnTo>
                  <a:pt x="387" y="29"/>
                </a:lnTo>
                <a:lnTo>
                  <a:pt x="388" y="30"/>
                </a:lnTo>
                <a:lnTo>
                  <a:pt x="388" y="31"/>
                </a:lnTo>
                <a:lnTo>
                  <a:pt x="389" y="34"/>
                </a:lnTo>
                <a:lnTo>
                  <a:pt x="390" y="38"/>
                </a:lnTo>
                <a:lnTo>
                  <a:pt x="390" y="39"/>
                </a:lnTo>
                <a:lnTo>
                  <a:pt x="389" y="39"/>
                </a:lnTo>
                <a:lnTo>
                  <a:pt x="389" y="40"/>
                </a:lnTo>
                <a:lnTo>
                  <a:pt x="388" y="40"/>
                </a:lnTo>
                <a:lnTo>
                  <a:pt x="387" y="41"/>
                </a:lnTo>
                <a:lnTo>
                  <a:pt x="387" y="42"/>
                </a:lnTo>
                <a:lnTo>
                  <a:pt x="388" y="43"/>
                </a:lnTo>
                <a:lnTo>
                  <a:pt x="389" y="43"/>
                </a:lnTo>
                <a:lnTo>
                  <a:pt x="390" y="43"/>
                </a:lnTo>
                <a:lnTo>
                  <a:pt x="391" y="44"/>
                </a:lnTo>
                <a:lnTo>
                  <a:pt x="390" y="46"/>
                </a:lnTo>
                <a:lnTo>
                  <a:pt x="389" y="46"/>
                </a:lnTo>
                <a:lnTo>
                  <a:pt x="389" y="48"/>
                </a:lnTo>
                <a:lnTo>
                  <a:pt x="390" y="48"/>
                </a:lnTo>
                <a:lnTo>
                  <a:pt x="390" y="47"/>
                </a:lnTo>
                <a:lnTo>
                  <a:pt x="393" y="47"/>
                </a:lnTo>
                <a:lnTo>
                  <a:pt x="394" y="46"/>
                </a:lnTo>
                <a:lnTo>
                  <a:pt x="397" y="46"/>
                </a:lnTo>
                <a:lnTo>
                  <a:pt x="397" y="47"/>
                </a:lnTo>
                <a:lnTo>
                  <a:pt x="398" y="48"/>
                </a:lnTo>
                <a:lnTo>
                  <a:pt x="399" y="47"/>
                </a:lnTo>
                <a:lnTo>
                  <a:pt x="399" y="46"/>
                </a:lnTo>
                <a:lnTo>
                  <a:pt x="399" y="45"/>
                </a:lnTo>
                <a:lnTo>
                  <a:pt x="400" y="45"/>
                </a:lnTo>
                <a:lnTo>
                  <a:pt x="400" y="44"/>
                </a:lnTo>
                <a:lnTo>
                  <a:pt x="401" y="43"/>
                </a:lnTo>
                <a:lnTo>
                  <a:pt x="402" y="43"/>
                </a:lnTo>
                <a:lnTo>
                  <a:pt x="402" y="44"/>
                </a:lnTo>
                <a:lnTo>
                  <a:pt x="402" y="45"/>
                </a:lnTo>
                <a:lnTo>
                  <a:pt x="403" y="45"/>
                </a:lnTo>
                <a:lnTo>
                  <a:pt x="403" y="46"/>
                </a:lnTo>
                <a:lnTo>
                  <a:pt x="404" y="46"/>
                </a:lnTo>
                <a:lnTo>
                  <a:pt x="405" y="45"/>
                </a:lnTo>
                <a:lnTo>
                  <a:pt x="405" y="44"/>
                </a:lnTo>
                <a:lnTo>
                  <a:pt x="405" y="43"/>
                </a:lnTo>
                <a:lnTo>
                  <a:pt x="406" y="43"/>
                </a:lnTo>
                <a:lnTo>
                  <a:pt x="407" y="43"/>
                </a:lnTo>
                <a:lnTo>
                  <a:pt x="408" y="43"/>
                </a:lnTo>
                <a:lnTo>
                  <a:pt x="408" y="42"/>
                </a:lnTo>
                <a:lnTo>
                  <a:pt x="409" y="42"/>
                </a:lnTo>
                <a:lnTo>
                  <a:pt x="410" y="42"/>
                </a:lnTo>
                <a:lnTo>
                  <a:pt x="410" y="43"/>
                </a:lnTo>
                <a:lnTo>
                  <a:pt x="410" y="44"/>
                </a:lnTo>
                <a:lnTo>
                  <a:pt x="411" y="44"/>
                </a:lnTo>
                <a:lnTo>
                  <a:pt x="411" y="45"/>
                </a:lnTo>
                <a:lnTo>
                  <a:pt x="409" y="46"/>
                </a:lnTo>
                <a:lnTo>
                  <a:pt x="408" y="46"/>
                </a:lnTo>
                <a:lnTo>
                  <a:pt x="408" y="47"/>
                </a:lnTo>
                <a:lnTo>
                  <a:pt x="407" y="48"/>
                </a:lnTo>
                <a:lnTo>
                  <a:pt x="406" y="48"/>
                </a:lnTo>
                <a:lnTo>
                  <a:pt x="406" y="49"/>
                </a:lnTo>
                <a:lnTo>
                  <a:pt x="405" y="49"/>
                </a:lnTo>
                <a:lnTo>
                  <a:pt x="404" y="49"/>
                </a:lnTo>
                <a:lnTo>
                  <a:pt x="402" y="48"/>
                </a:lnTo>
                <a:lnTo>
                  <a:pt x="401" y="48"/>
                </a:lnTo>
                <a:lnTo>
                  <a:pt x="400" y="48"/>
                </a:lnTo>
                <a:lnTo>
                  <a:pt x="400" y="50"/>
                </a:lnTo>
                <a:lnTo>
                  <a:pt x="401" y="51"/>
                </a:lnTo>
                <a:lnTo>
                  <a:pt x="402" y="52"/>
                </a:lnTo>
                <a:lnTo>
                  <a:pt x="403" y="52"/>
                </a:lnTo>
                <a:lnTo>
                  <a:pt x="403" y="53"/>
                </a:lnTo>
                <a:lnTo>
                  <a:pt x="404" y="53"/>
                </a:lnTo>
                <a:lnTo>
                  <a:pt x="405" y="54"/>
                </a:lnTo>
                <a:lnTo>
                  <a:pt x="407" y="55"/>
                </a:lnTo>
                <a:lnTo>
                  <a:pt x="409" y="56"/>
                </a:lnTo>
                <a:lnTo>
                  <a:pt x="410" y="57"/>
                </a:lnTo>
                <a:lnTo>
                  <a:pt x="410" y="58"/>
                </a:lnTo>
                <a:lnTo>
                  <a:pt x="411" y="58"/>
                </a:lnTo>
                <a:lnTo>
                  <a:pt x="411" y="59"/>
                </a:lnTo>
                <a:lnTo>
                  <a:pt x="410" y="59"/>
                </a:lnTo>
                <a:lnTo>
                  <a:pt x="405" y="55"/>
                </a:lnTo>
                <a:lnTo>
                  <a:pt x="402" y="53"/>
                </a:lnTo>
                <a:lnTo>
                  <a:pt x="404" y="55"/>
                </a:lnTo>
                <a:lnTo>
                  <a:pt x="407" y="58"/>
                </a:lnTo>
                <a:lnTo>
                  <a:pt x="410" y="61"/>
                </a:lnTo>
                <a:lnTo>
                  <a:pt x="409" y="61"/>
                </a:lnTo>
                <a:lnTo>
                  <a:pt x="408" y="61"/>
                </a:lnTo>
                <a:lnTo>
                  <a:pt x="408" y="60"/>
                </a:lnTo>
                <a:lnTo>
                  <a:pt x="407" y="58"/>
                </a:lnTo>
                <a:lnTo>
                  <a:pt x="406" y="57"/>
                </a:lnTo>
                <a:lnTo>
                  <a:pt x="405" y="57"/>
                </a:lnTo>
                <a:lnTo>
                  <a:pt x="402" y="55"/>
                </a:lnTo>
                <a:lnTo>
                  <a:pt x="401" y="54"/>
                </a:lnTo>
                <a:lnTo>
                  <a:pt x="400" y="54"/>
                </a:lnTo>
                <a:lnTo>
                  <a:pt x="399" y="55"/>
                </a:lnTo>
                <a:lnTo>
                  <a:pt x="398" y="55"/>
                </a:lnTo>
                <a:lnTo>
                  <a:pt x="397" y="55"/>
                </a:lnTo>
                <a:lnTo>
                  <a:pt x="396" y="55"/>
                </a:lnTo>
                <a:lnTo>
                  <a:pt x="395" y="55"/>
                </a:lnTo>
                <a:lnTo>
                  <a:pt x="394" y="55"/>
                </a:lnTo>
                <a:lnTo>
                  <a:pt x="393" y="56"/>
                </a:lnTo>
                <a:lnTo>
                  <a:pt x="393" y="57"/>
                </a:lnTo>
                <a:lnTo>
                  <a:pt x="392" y="57"/>
                </a:lnTo>
                <a:lnTo>
                  <a:pt x="390" y="56"/>
                </a:lnTo>
                <a:lnTo>
                  <a:pt x="389" y="55"/>
                </a:lnTo>
                <a:lnTo>
                  <a:pt x="388" y="55"/>
                </a:lnTo>
                <a:lnTo>
                  <a:pt x="386" y="55"/>
                </a:lnTo>
                <a:lnTo>
                  <a:pt x="385" y="56"/>
                </a:lnTo>
                <a:lnTo>
                  <a:pt x="385" y="57"/>
                </a:lnTo>
                <a:lnTo>
                  <a:pt x="386" y="59"/>
                </a:lnTo>
                <a:lnTo>
                  <a:pt x="387" y="59"/>
                </a:lnTo>
                <a:lnTo>
                  <a:pt x="386" y="59"/>
                </a:lnTo>
                <a:lnTo>
                  <a:pt x="386" y="60"/>
                </a:lnTo>
                <a:lnTo>
                  <a:pt x="387" y="61"/>
                </a:lnTo>
                <a:lnTo>
                  <a:pt x="386" y="62"/>
                </a:lnTo>
                <a:lnTo>
                  <a:pt x="386" y="63"/>
                </a:lnTo>
                <a:lnTo>
                  <a:pt x="386" y="62"/>
                </a:lnTo>
                <a:lnTo>
                  <a:pt x="385" y="63"/>
                </a:lnTo>
                <a:lnTo>
                  <a:pt x="385" y="64"/>
                </a:lnTo>
                <a:lnTo>
                  <a:pt x="385" y="65"/>
                </a:lnTo>
                <a:lnTo>
                  <a:pt x="384" y="64"/>
                </a:lnTo>
                <a:lnTo>
                  <a:pt x="384" y="65"/>
                </a:lnTo>
                <a:lnTo>
                  <a:pt x="384" y="66"/>
                </a:lnTo>
                <a:lnTo>
                  <a:pt x="383" y="66"/>
                </a:lnTo>
                <a:lnTo>
                  <a:pt x="382" y="68"/>
                </a:lnTo>
                <a:lnTo>
                  <a:pt x="382" y="69"/>
                </a:lnTo>
                <a:lnTo>
                  <a:pt x="381" y="69"/>
                </a:lnTo>
                <a:lnTo>
                  <a:pt x="381" y="70"/>
                </a:lnTo>
                <a:lnTo>
                  <a:pt x="381" y="71"/>
                </a:lnTo>
                <a:lnTo>
                  <a:pt x="380" y="73"/>
                </a:lnTo>
                <a:lnTo>
                  <a:pt x="380" y="74"/>
                </a:lnTo>
                <a:lnTo>
                  <a:pt x="380" y="75"/>
                </a:lnTo>
                <a:lnTo>
                  <a:pt x="379" y="78"/>
                </a:lnTo>
                <a:lnTo>
                  <a:pt x="379" y="79"/>
                </a:lnTo>
                <a:lnTo>
                  <a:pt x="378" y="81"/>
                </a:lnTo>
                <a:lnTo>
                  <a:pt x="378" y="82"/>
                </a:lnTo>
                <a:lnTo>
                  <a:pt x="377" y="82"/>
                </a:lnTo>
                <a:lnTo>
                  <a:pt x="377" y="83"/>
                </a:lnTo>
                <a:lnTo>
                  <a:pt x="376" y="83"/>
                </a:lnTo>
                <a:lnTo>
                  <a:pt x="375" y="83"/>
                </a:lnTo>
                <a:lnTo>
                  <a:pt x="376" y="83"/>
                </a:lnTo>
                <a:lnTo>
                  <a:pt x="377" y="83"/>
                </a:lnTo>
                <a:lnTo>
                  <a:pt x="377" y="84"/>
                </a:lnTo>
                <a:lnTo>
                  <a:pt x="377" y="85"/>
                </a:lnTo>
                <a:lnTo>
                  <a:pt x="378" y="87"/>
                </a:lnTo>
                <a:lnTo>
                  <a:pt x="379" y="87"/>
                </a:lnTo>
                <a:lnTo>
                  <a:pt x="379" y="88"/>
                </a:lnTo>
                <a:lnTo>
                  <a:pt x="380" y="88"/>
                </a:lnTo>
                <a:lnTo>
                  <a:pt x="380" y="89"/>
                </a:lnTo>
                <a:lnTo>
                  <a:pt x="380" y="92"/>
                </a:lnTo>
                <a:lnTo>
                  <a:pt x="380" y="93"/>
                </a:lnTo>
                <a:lnTo>
                  <a:pt x="379" y="94"/>
                </a:lnTo>
                <a:lnTo>
                  <a:pt x="379" y="95"/>
                </a:lnTo>
                <a:lnTo>
                  <a:pt x="379" y="96"/>
                </a:lnTo>
                <a:lnTo>
                  <a:pt x="380" y="97"/>
                </a:lnTo>
                <a:lnTo>
                  <a:pt x="381" y="100"/>
                </a:lnTo>
                <a:lnTo>
                  <a:pt x="381" y="102"/>
                </a:lnTo>
                <a:lnTo>
                  <a:pt x="382" y="102"/>
                </a:lnTo>
                <a:lnTo>
                  <a:pt x="383" y="104"/>
                </a:lnTo>
                <a:lnTo>
                  <a:pt x="382" y="104"/>
                </a:lnTo>
                <a:lnTo>
                  <a:pt x="381" y="105"/>
                </a:lnTo>
                <a:lnTo>
                  <a:pt x="380" y="105"/>
                </a:lnTo>
                <a:lnTo>
                  <a:pt x="379" y="104"/>
                </a:lnTo>
                <a:lnTo>
                  <a:pt x="378" y="103"/>
                </a:lnTo>
                <a:lnTo>
                  <a:pt x="377" y="103"/>
                </a:lnTo>
                <a:lnTo>
                  <a:pt x="377" y="104"/>
                </a:lnTo>
                <a:lnTo>
                  <a:pt x="377" y="105"/>
                </a:lnTo>
                <a:lnTo>
                  <a:pt x="378" y="105"/>
                </a:lnTo>
                <a:lnTo>
                  <a:pt x="377" y="104"/>
                </a:lnTo>
                <a:lnTo>
                  <a:pt x="378" y="104"/>
                </a:lnTo>
                <a:lnTo>
                  <a:pt x="379" y="105"/>
                </a:lnTo>
                <a:lnTo>
                  <a:pt x="379" y="106"/>
                </a:lnTo>
                <a:lnTo>
                  <a:pt x="379" y="107"/>
                </a:lnTo>
                <a:lnTo>
                  <a:pt x="377" y="107"/>
                </a:lnTo>
                <a:lnTo>
                  <a:pt x="377" y="108"/>
                </a:lnTo>
                <a:lnTo>
                  <a:pt x="377" y="109"/>
                </a:lnTo>
                <a:lnTo>
                  <a:pt x="378" y="109"/>
                </a:lnTo>
                <a:lnTo>
                  <a:pt x="378" y="108"/>
                </a:lnTo>
                <a:lnTo>
                  <a:pt x="379" y="107"/>
                </a:lnTo>
                <a:lnTo>
                  <a:pt x="380" y="107"/>
                </a:lnTo>
                <a:lnTo>
                  <a:pt x="382" y="107"/>
                </a:lnTo>
                <a:lnTo>
                  <a:pt x="383" y="107"/>
                </a:lnTo>
                <a:lnTo>
                  <a:pt x="384" y="106"/>
                </a:lnTo>
                <a:lnTo>
                  <a:pt x="384" y="107"/>
                </a:lnTo>
                <a:lnTo>
                  <a:pt x="385" y="108"/>
                </a:lnTo>
                <a:lnTo>
                  <a:pt x="385" y="109"/>
                </a:lnTo>
                <a:lnTo>
                  <a:pt x="385" y="110"/>
                </a:lnTo>
                <a:lnTo>
                  <a:pt x="386" y="110"/>
                </a:lnTo>
                <a:lnTo>
                  <a:pt x="386" y="111"/>
                </a:lnTo>
                <a:lnTo>
                  <a:pt x="387" y="111"/>
                </a:lnTo>
                <a:lnTo>
                  <a:pt x="387" y="112"/>
                </a:lnTo>
                <a:lnTo>
                  <a:pt x="387" y="114"/>
                </a:lnTo>
                <a:lnTo>
                  <a:pt x="388" y="114"/>
                </a:lnTo>
                <a:lnTo>
                  <a:pt x="389" y="114"/>
                </a:lnTo>
                <a:lnTo>
                  <a:pt x="390" y="114"/>
                </a:lnTo>
                <a:lnTo>
                  <a:pt x="390" y="115"/>
                </a:lnTo>
                <a:lnTo>
                  <a:pt x="391" y="115"/>
                </a:lnTo>
                <a:lnTo>
                  <a:pt x="394" y="115"/>
                </a:lnTo>
                <a:lnTo>
                  <a:pt x="395" y="115"/>
                </a:lnTo>
                <a:lnTo>
                  <a:pt x="395" y="116"/>
                </a:lnTo>
                <a:lnTo>
                  <a:pt x="395" y="117"/>
                </a:lnTo>
                <a:lnTo>
                  <a:pt x="396" y="117"/>
                </a:lnTo>
                <a:lnTo>
                  <a:pt x="397" y="118"/>
                </a:lnTo>
                <a:lnTo>
                  <a:pt x="398" y="118"/>
                </a:lnTo>
                <a:lnTo>
                  <a:pt x="398" y="119"/>
                </a:lnTo>
                <a:lnTo>
                  <a:pt x="399" y="119"/>
                </a:lnTo>
                <a:lnTo>
                  <a:pt x="400" y="119"/>
                </a:lnTo>
                <a:lnTo>
                  <a:pt x="401" y="121"/>
                </a:lnTo>
                <a:lnTo>
                  <a:pt x="402" y="121"/>
                </a:lnTo>
                <a:lnTo>
                  <a:pt x="404" y="120"/>
                </a:lnTo>
                <a:lnTo>
                  <a:pt x="405" y="121"/>
                </a:lnTo>
                <a:lnTo>
                  <a:pt x="405" y="119"/>
                </a:lnTo>
                <a:lnTo>
                  <a:pt x="405" y="118"/>
                </a:lnTo>
                <a:lnTo>
                  <a:pt x="406" y="118"/>
                </a:lnTo>
                <a:lnTo>
                  <a:pt x="407" y="118"/>
                </a:lnTo>
                <a:lnTo>
                  <a:pt x="408" y="118"/>
                </a:lnTo>
                <a:lnTo>
                  <a:pt x="410" y="118"/>
                </a:lnTo>
                <a:lnTo>
                  <a:pt x="410" y="122"/>
                </a:lnTo>
                <a:lnTo>
                  <a:pt x="413" y="122"/>
                </a:lnTo>
                <a:lnTo>
                  <a:pt x="412" y="121"/>
                </a:lnTo>
                <a:lnTo>
                  <a:pt x="412" y="120"/>
                </a:lnTo>
                <a:lnTo>
                  <a:pt x="412" y="119"/>
                </a:lnTo>
                <a:lnTo>
                  <a:pt x="412" y="118"/>
                </a:lnTo>
                <a:lnTo>
                  <a:pt x="414" y="118"/>
                </a:lnTo>
                <a:lnTo>
                  <a:pt x="416" y="120"/>
                </a:lnTo>
                <a:lnTo>
                  <a:pt x="418" y="120"/>
                </a:lnTo>
                <a:lnTo>
                  <a:pt x="419" y="119"/>
                </a:lnTo>
                <a:lnTo>
                  <a:pt x="420" y="119"/>
                </a:lnTo>
                <a:lnTo>
                  <a:pt x="421" y="121"/>
                </a:lnTo>
                <a:lnTo>
                  <a:pt x="421" y="122"/>
                </a:lnTo>
                <a:lnTo>
                  <a:pt x="421" y="125"/>
                </a:lnTo>
                <a:lnTo>
                  <a:pt x="422" y="125"/>
                </a:lnTo>
                <a:lnTo>
                  <a:pt x="422" y="126"/>
                </a:lnTo>
                <a:lnTo>
                  <a:pt x="419" y="135"/>
                </a:lnTo>
                <a:lnTo>
                  <a:pt x="419" y="134"/>
                </a:lnTo>
                <a:lnTo>
                  <a:pt x="420" y="134"/>
                </a:lnTo>
                <a:lnTo>
                  <a:pt x="421" y="134"/>
                </a:lnTo>
                <a:lnTo>
                  <a:pt x="421" y="133"/>
                </a:lnTo>
                <a:lnTo>
                  <a:pt x="422" y="133"/>
                </a:lnTo>
                <a:lnTo>
                  <a:pt x="422" y="134"/>
                </a:lnTo>
                <a:lnTo>
                  <a:pt x="423" y="134"/>
                </a:lnTo>
                <a:lnTo>
                  <a:pt x="423" y="133"/>
                </a:lnTo>
                <a:lnTo>
                  <a:pt x="424" y="132"/>
                </a:lnTo>
                <a:lnTo>
                  <a:pt x="425" y="132"/>
                </a:lnTo>
                <a:lnTo>
                  <a:pt x="425" y="133"/>
                </a:lnTo>
                <a:lnTo>
                  <a:pt x="426" y="133"/>
                </a:lnTo>
                <a:lnTo>
                  <a:pt x="426" y="134"/>
                </a:lnTo>
                <a:lnTo>
                  <a:pt x="427" y="135"/>
                </a:lnTo>
                <a:lnTo>
                  <a:pt x="427" y="136"/>
                </a:lnTo>
                <a:lnTo>
                  <a:pt x="428" y="136"/>
                </a:lnTo>
                <a:lnTo>
                  <a:pt x="428" y="135"/>
                </a:lnTo>
                <a:lnTo>
                  <a:pt x="428" y="134"/>
                </a:lnTo>
                <a:lnTo>
                  <a:pt x="428" y="133"/>
                </a:lnTo>
                <a:lnTo>
                  <a:pt x="428" y="132"/>
                </a:lnTo>
                <a:lnTo>
                  <a:pt x="429" y="132"/>
                </a:lnTo>
                <a:lnTo>
                  <a:pt x="429" y="131"/>
                </a:lnTo>
                <a:lnTo>
                  <a:pt x="430" y="131"/>
                </a:lnTo>
                <a:lnTo>
                  <a:pt x="430" y="130"/>
                </a:lnTo>
                <a:lnTo>
                  <a:pt x="431" y="130"/>
                </a:lnTo>
                <a:lnTo>
                  <a:pt x="431" y="129"/>
                </a:lnTo>
                <a:lnTo>
                  <a:pt x="432" y="129"/>
                </a:lnTo>
                <a:lnTo>
                  <a:pt x="433" y="129"/>
                </a:lnTo>
                <a:lnTo>
                  <a:pt x="437" y="128"/>
                </a:lnTo>
                <a:lnTo>
                  <a:pt x="437" y="129"/>
                </a:lnTo>
                <a:lnTo>
                  <a:pt x="440" y="128"/>
                </a:lnTo>
                <a:lnTo>
                  <a:pt x="440" y="130"/>
                </a:lnTo>
                <a:lnTo>
                  <a:pt x="441" y="131"/>
                </a:lnTo>
                <a:lnTo>
                  <a:pt x="441" y="132"/>
                </a:lnTo>
                <a:lnTo>
                  <a:pt x="442" y="132"/>
                </a:lnTo>
                <a:lnTo>
                  <a:pt x="442" y="131"/>
                </a:lnTo>
                <a:lnTo>
                  <a:pt x="442" y="130"/>
                </a:lnTo>
                <a:lnTo>
                  <a:pt x="443" y="130"/>
                </a:lnTo>
                <a:lnTo>
                  <a:pt x="443" y="128"/>
                </a:lnTo>
                <a:lnTo>
                  <a:pt x="443" y="126"/>
                </a:lnTo>
                <a:lnTo>
                  <a:pt x="448" y="126"/>
                </a:lnTo>
                <a:lnTo>
                  <a:pt x="449" y="126"/>
                </a:lnTo>
                <a:lnTo>
                  <a:pt x="449" y="128"/>
                </a:lnTo>
                <a:lnTo>
                  <a:pt x="449" y="130"/>
                </a:lnTo>
                <a:lnTo>
                  <a:pt x="449" y="132"/>
                </a:lnTo>
                <a:lnTo>
                  <a:pt x="449" y="133"/>
                </a:lnTo>
                <a:lnTo>
                  <a:pt x="449" y="134"/>
                </a:lnTo>
                <a:lnTo>
                  <a:pt x="449" y="135"/>
                </a:lnTo>
                <a:lnTo>
                  <a:pt x="450" y="135"/>
                </a:lnTo>
                <a:lnTo>
                  <a:pt x="451" y="135"/>
                </a:lnTo>
                <a:lnTo>
                  <a:pt x="451" y="134"/>
                </a:lnTo>
                <a:lnTo>
                  <a:pt x="450" y="134"/>
                </a:lnTo>
                <a:lnTo>
                  <a:pt x="450" y="133"/>
                </a:lnTo>
                <a:lnTo>
                  <a:pt x="450" y="132"/>
                </a:lnTo>
                <a:lnTo>
                  <a:pt x="451" y="132"/>
                </a:lnTo>
                <a:lnTo>
                  <a:pt x="451" y="131"/>
                </a:lnTo>
                <a:lnTo>
                  <a:pt x="451" y="130"/>
                </a:lnTo>
                <a:lnTo>
                  <a:pt x="452" y="129"/>
                </a:lnTo>
                <a:lnTo>
                  <a:pt x="451" y="128"/>
                </a:lnTo>
                <a:lnTo>
                  <a:pt x="452" y="127"/>
                </a:lnTo>
                <a:lnTo>
                  <a:pt x="453" y="127"/>
                </a:lnTo>
                <a:lnTo>
                  <a:pt x="453" y="126"/>
                </a:lnTo>
                <a:lnTo>
                  <a:pt x="452" y="125"/>
                </a:lnTo>
                <a:lnTo>
                  <a:pt x="454" y="124"/>
                </a:lnTo>
                <a:lnTo>
                  <a:pt x="455" y="123"/>
                </a:lnTo>
                <a:lnTo>
                  <a:pt x="456" y="123"/>
                </a:lnTo>
                <a:lnTo>
                  <a:pt x="456" y="124"/>
                </a:lnTo>
                <a:lnTo>
                  <a:pt x="461" y="122"/>
                </a:lnTo>
                <a:lnTo>
                  <a:pt x="461" y="124"/>
                </a:lnTo>
                <a:lnTo>
                  <a:pt x="461" y="125"/>
                </a:lnTo>
                <a:lnTo>
                  <a:pt x="464" y="124"/>
                </a:lnTo>
                <a:lnTo>
                  <a:pt x="464" y="122"/>
                </a:lnTo>
                <a:lnTo>
                  <a:pt x="463" y="122"/>
                </a:lnTo>
                <a:lnTo>
                  <a:pt x="465" y="121"/>
                </a:lnTo>
                <a:lnTo>
                  <a:pt x="466" y="122"/>
                </a:lnTo>
                <a:lnTo>
                  <a:pt x="466" y="123"/>
                </a:lnTo>
                <a:lnTo>
                  <a:pt x="466" y="124"/>
                </a:lnTo>
                <a:lnTo>
                  <a:pt x="467" y="123"/>
                </a:lnTo>
                <a:lnTo>
                  <a:pt x="468" y="123"/>
                </a:lnTo>
                <a:lnTo>
                  <a:pt x="468" y="121"/>
                </a:lnTo>
                <a:lnTo>
                  <a:pt x="469" y="120"/>
                </a:lnTo>
                <a:lnTo>
                  <a:pt x="470" y="118"/>
                </a:lnTo>
                <a:lnTo>
                  <a:pt x="470" y="117"/>
                </a:lnTo>
                <a:lnTo>
                  <a:pt x="471" y="116"/>
                </a:lnTo>
                <a:lnTo>
                  <a:pt x="471" y="115"/>
                </a:lnTo>
                <a:lnTo>
                  <a:pt x="472" y="114"/>
                </a:lnTo>
                <a:lnTo>
                  <a:pt x="473" y="114"/>
                </a:lnTo>
                <a:lnTo>
                  <a:pt x="474" y="114"/>
                </a:lnTo>
                <a:lnTo>
                  <a:pt x="474" y="113"/>
                </a:lnTo>
                <a:lnTo>
                  <a:pt x="476" y="112"/>
                </a:lnTo>
                <a:lnTo>
                  <a:pt x="476" y="111"/>
                </a:lnTo>
                <a:lnTo>
                  <a:pt x="475" y="110"/>
                </a:lnTo>
                <a:lnTo>
                  <a:pt x="474" y="110"/>
                </a:lnTo>
                <a:lnTo>
                  <a:pt x="475" y="110"/>
                </a:lnTo>
                <a:lnTo>
                  <a:pt x="476" y="110"/>
                </a:lnTo>
                <a:lnTo>
                  <a:pt x="477" y="109"/>
                </a:lnTo>
                <a:lnTo>
                  <a:pt x="478" y="108"/>
                </a:lnTo>
                <a:lnTo>
                  <a:pt x="479" y="107"/>
                </a:lnTo>
                <a:lnTo>
                  <a:pt x="478" y="107"/>
                </a:lnTo>
                <a:lnTo>
                  <a:pt x="479" y="107"/>
                </a:lnTo>
                <a:lnTo>
                  <a:pt x="479" y="106"/>
                </a:lnTo>
                <a:lnTo>
                  <a:pt x="480" y="105"/>
                </a:lnTo>
                <a:lnTo>
                  <a:pt x="480" y="103"/>
                </a:lnTo>
                <a:lnTo>
                  <a:pt x="478" y="104"/>
                </a:lnTo>
                <a:lnTo>
                  <a:pt x="478" y="103"/>
                </a:lnTo>
                <a:lnTo>
                  <a:pt x="480" y="103"/>
                </a:lnTo>
                <a:lnTo>
                  <a:pt x="480" y="102"/>
                </a:lnTo>
                <a:lnTo>
                  <a:pt x="480" y="101"/>
                </a:lnTo>
                <a:lnTo>
                  <a:pt x="479" y="101"/>
                </a:lnTo>
                <a:lnTo>
                  <a:pt x="479" y="100"/>
                </a:lnTo>
                <a:lnTo>
                  <a:pt x="479" y="99"/>
                </a:lnTo>
                <a:lnTo>
                  <a:pt x="479" y="98"/>
                </a:lnTo>
                <a:lnTo>
                  <a:pt x="479" y="99"/>
                </a:lnTo>
                <a:lnTo>
                  <a:pt x="480" y="99"/>
                </a:lnTo>
                <a:lnTo>
                  <a:pt x="480" y="98"/>
                </a:lnTo>
                <a:lnTo>
                  <a:pt x="481" y="98"/>
                </a:lnTo>
                <a:lnTo>
                  <a:pt x="480" y="98"/>
                </a:lnTo>
                <a:lnTo>
                  <a:pt x="480" y="97"/>
                </a:lnTo>
                <a:lnTo>
                  <a:pt x="479" y="97"/>
                </a:lnTo>
                <a:lnTo>
                  <a:pt x="478" y="97"/>
                </a:lnTo>
                <a:lnTo>
                  <a:pt x="478" y="96"/>
                </a:lnTo>
                <a:lnTo>
                  <a:pt x="478" y="95"/>
                </a:lnTo>
                <a:lnTo>
                  <a:pt x="477" y="95"/>
                </a:lnTo>
                <a:lnTo>
                  <a:pt x="477" y="94"/>
                </a:lnTo>
                <a:lnTo>
                  <a:pt x="476" y="94"/>
                </a:lnTo>
                <a:lnTo>
                  <a:pt x="476" y="95"/>
                </a:lnTo>
                <a:lnTo>
                  <a:pt x="475" y="95"/>
                </a:lnTo>
                <a:lnTo>
                  <a:pt x="474" y="94"/>
                </a:lnTo>
                <a:lnTo>
                  <a:pt x="473" y="93"/>
                </a:lnTo>
                <a:lnTo>
                  <a:pt x="473" y="92"/>
                </a:lnTo>
                <a:lnTo>
                  <a:pt x="473" y="90"/>
                </a:lnTo>
                <a:lnTo>
                  <a:pt x="472" y="90"/>
                </a:lnTo>
                <a:lnTo>
                  <a:pt x="473" y="89"/>
                </a:lnTo>
                <a:lnTo>
                  <a:pt x="474" y="89"/>
                </a:lnTo>
                <a:lnTo>
                  <a:pt x="475" y="88"/>
                </a:lnTo>
                <a:lnTo>
                  <a:pt x="476" y="88"/>
                </a:lnTo>
                <a:lnTo>
                  <a:pt x="479" y="87"/>
                </a:lnTo>
                <a:lnTo>
                  <a:pt x="481" y="87"/>
                </a:lnTo>
                <a:lnTo>
                  <a:pt x="481" y="86"/>
                </a:lnTo>
                <a:lnTo>
                  <a:pt x="482" y="86"/>
                </a:lnTo>
                <a:lnTo>
                  <a:pt x="482" y="85"/>
                </a:lnTo>
                <a:lnTo>
                  <a:pt x="482" y="84"/>
                </a:lnTo>
                <a:lnTo>
                  <a:pt x="482" y="83"/>
                </a:lnTo>
                <a:lnTo>
                  <a:pt x="482" y="82"/>
                </a:lnTo>
                <a:lnTo>
                  <a:pt x="484" y="82"/>
                </a:lnTo>
                <a:lnTo>
                  <a:pt x="482" y="82"/>
                </a:lnTo>
                <a:lnTo>
                  <a:pt x="484" y="81"/>
                </a:lnTo>
                <a:lnTo>
                  <a:pt x="486" y="81"/>
                </a:lnTo>
                <a:lnTo>
                  <a:pt x="486" y="82"/>
                </a:lnTo>
                <a:lnTo>
                  <a:pt x="488" y="81"/>
                </a:lnTo>
                <a:lnTo>
                  <a:pt x="489" y="81"/>
                </a:lnTo>
                <a:lnTo>
                  <a:pt x="489" y="80"/>
                </a:lnTo>
                <a:lnTo>
                  <a:pt x="490" y="79"/>
                </a:lnTo>
                <a:lnTo>
                  <a:pt x="489" y="79"/>
                </a:lnTo>
                <a:lnTo>
                  <a:pt x="491" y="78"/>
                </a:lnTo>
                <a:lnTo>
                  <a:pt x="492" y="78"/>
                </a:lnTo>
                <a:lnTo>
                  <a:pt x="494" y="78"/>
                </a:lnTo>
                <a:lnTo>
                  <a:pt x="495" y="77"/>
                </a:lnTo>
                <a:lnTo>
                  <a:pt x="496" y="77"/>
                </a:lnTo>
                <a:lnTo>
                  <a:pt x="496" y="76"/>
                </a:lnTo>
                <a:lnTo>
                  <a:pt x="497" y="76"/>
                </a:lnTo>
                <a:lnTo>
                  <a:pt x="497" y="75"/>
                </a:lnTo>
                <a:lnTo>
                  <a:pt x="497" y="74"/>
                </a:lnTo>
                <a:lnTo>
                  <a:pt x="498" y="74"/>
                </a:lnTo>
                <a:lnTo>
                  <a:pt x="499" y="73"/>
                </a:lnTo>
                <a:lnTo>
                  <a:pt x="500" y="73"/>
                </a:lnTo>
                <a:lnTo>
                  <a:pt x="501" y="72"/>
                </a:lnTo>
                <a:lnTo>
                  <a:pt x="502" y="71"/>
                </a:lnTo>
                <a:lnTo>
                  <a:pt x="503" y="71"/>
                </a:lnTo>
                <a:lnTo>
                  <a:pt x="503" y="70"/>
                </a:lnTo>
                <a:lnTo>
                  <a:pt x="504" y="69"/>
                </a:lnTo>
                <a:lnTo>
                  <a:pt x="506" y="67"/>
                </a:lnTo>
                <a:lnTo>
                  <a:pt x="508" y="64"/>
                </a:lnTo>
                <a:lnTo>
                  <a:pt x="508" y="63"/>
                </a:lnTo>
                <a:lnTo>
                  <a:pt x="509" y="63"/>
                </a:lnTo>
                <a:lnTo>
                  <a:pt x="509" y="62"/>
                </a:lnTo>
                <a:lnTo>
                  <a:pt x="510" y="60"/>
                </a:lnTo>
                <a:lnTo>
                  <a:pt x="510" y="59"/>
                </a:lnTo>
                <a:lnTo>
                  <a:pt x="509" y="59"/>
                </a:lnTo>
                <a:lnTo>
                  <a:pt x="506" y="56"/>
                </a:lnTo>
                <a:lnTo>
                  <a:pt x="506" y="55"/>
                </a:lnTo>
                <a:lnTo>
                  <a:pt x="507" y="54"/>
                </a:lnTo>
                <a:lnTo>
                  <a:pt x="508" y="53"/>
                </a:lnTo>
                <a:lnTo>
                  <a:pt x="509" y="52"/>
                </a:lnTo>
                <a:lnTo>
                  <a:pt x="509" y="51"/>
                </a:lnTo>
                <a:lnTo>
                  <a:pt x="515" y="50"/>
                </a:lnTo>
                <a:lnTo>
                  <a:pt x="515" y="48"/>
                </a:lnTo>
                <a:lnTo>
                  <a:pt x="516" y="47"/>
                </a:lnTo>
                <a:lnTo>
                  <a:pt x="516" y="46"/>
                </a:lnTo>
                <a:lnTo>
                  <a:pt x="516" y="45"/>
                </a:lnTo>
                <a:lnTo>
                  <a:pt x="515" y="45"/>
                </a:lnTo>
                <a:lnTo>
                  <a:pt x="514" y="45"/>
                </a:lnTo>
                <a:lnTo>
                  <a:pt x="514" y="44"/>
                </a:lnTo>
                <a:lnTo>
                  <a:pt x="514" y="45"/>
                </a:lnTo>
                <a:lnTo>
                  <a:pt x="514" y="46"/>
                </a:lnTo>
                <a:lnTo>
                  <a:pt x="514" y="47"/>
                </a:lnTo>
                <a:lnTo>
                  <a:pt x="513" y="47"/>
                </a:lnTo>
                <a:lnTo>
                  <a:pt x="512" y="46"/>
                </a:lnTo>
                <a:lnTo>
                  <a:pt x="512" y="45"/>
                </a:lnTo>
                <a:lnTo>
                  <a:pt x="513" y="45"/>
                </a:lnTo>
                <a:lnTo>
                  <a:pt x="514" y="44"/>
                </a:lnTo>
                <a:lnTo>
                  <a:pt x="512" y="44"/>
                </a:lnTo>
                <a:lnTo>
                  <a:pt x="512" y="45"/>
                </a:lnTo>
                <a:lnTo>
                  <a:pt x="511" y="45"/>
                </a:lnTo>
                <a:lnTo>
                  <a:pt x="511" y="44"/>
                </a:lnTo>
                <a:lnTo>
                  <a:pt x="510" y="44"/>
                </a:lnTo>
                <a:lnTo>
                  <a:pt x="509" y="44"/>
                </a:lnTo>
                <a:lnTo>
                  <a:pt x="508" y="45"/>
                </a:lnTo>
                <a:lnTo>
                  <a:pt x="506" y="45"/>
                </a:lnTo>
                <a:lnTo>
                  <a:pt x="505" y="44"/>
                </a:lnTo>
                <a:lnTo>
                  <a:pt x="505" y="43"/>
                </a:lnTo>
                <a:lnTo>
                  <a:pt x="506" y="43"/>
                </a:lnTo>
                <a:lnTo>
                  <a:pt x="507" y="42"/>
                </a:lnTo>
                <a:lnTo>
                  <a:pt x="507" y="43"/>
                </a:lnTo>
                <a:lnTo>
                  <a:pt x="508" y="42"/>
                </a:lnTo>
                <a:lnTo>
                  <a:pt x="509" y="42"/>
                </a:lnTo>
                <a:lnTo>
                  <a:pt x="512" y="42"/>
                </a:lnTo>
                <a:lnTo>
                  <a:pt x="513" y="42"/>
                </a:lnTo>
                <a:lnTo>
                  <a:pt x="514" y="41"/>
                </a:lnTo>
                <a:lnTo>
                  <a:pt x="515" y="41"/>
                </a:lnTo>
                <a:lnTo>
                  <a:pt x="516" y="41"/>
                </a:lnTo>
                <a:lnTo>
                  <a:pt x="517" y="41"/>
                </a:lnTo>
                <a:lnTo>
                  <a:pt x="518" y="40"/>
                </a:lnTo>
                <a:lnTo>
                  <a:pt x="519" y="40"/>
                </a:lnTo>
                <a:lnTo>
                  <a:pt x="520" y="39"/>
                </a:lnTo>
                <a:lnTo>
                  <a:pt x="521" y="39"/>
                </a:lnTo>
                <a:lnTo>
                  <a:pt x="522" y="37"/>
                </a:lnTo>
                <a:lnTo>
                  <a:pt x="523" y="37"/>
                </a:lnTo>
                <a:lnTo>
                  <a:pt x="523" y="36"/>
                </a:lnTo>
                <a:lnTo>
                  <a:pt x="524" y="35"/>
                </a:lnTo>
                <a:lnTo>
                  <a:pt x="525" y="34"/>
                </a:lnTo>
                <a:lnTo>
                  <a:pt x="525" y="33"/>
                </a:lnTo>
                <a:lnTo>
                  <a:pt x="526" y="32"/>
                </a:lnTo>
                <a:lnTo>
                  <a:pt x="527" y="31"/>
                </a:lnTo>
                <a:lnTo>
                  <a:pt x="528" y="31"/>
                </a:lnTo>
                <a:lnTo>
                  <a:pt x="529" y="31"/>
                </a:lnTo>
                <a:lnTo>
                  <a:pt x="530" y="31"/>
                </a:lnTo>
                <a:lnTo>
                  <a:pt x="531" y="31"/>
                </a:lnTo>
                <a:lnTo>
                  <a:pt x="533" y="30"/>
                </a:lnTo>
                <a:lnTo>
                  <a:pt x="534" y="30"/>
                </a:lnTo>
                <a:lnTo>
                  <a:pt x="535" y="30"/>
                </a:lnTo>
                <a:lnTo>
                  <a:pt x="536" y="29"/>
                </a:lnTo>
                <a:lnTo>
                  <a:pt x="537" y="29"/>
                </a:lnTo>
                <a:lnTo>
                  <a:pt x="538" y="29"/>
                </a:lnTo>
                <a:lnTo>
                  <a:pt x="539" y="29"/>
                </a:lnTo>
                <a:lnTo>
                  <a:pt x="539" y="28"/>
                </a:lnTo>
                <a:lnTo>
                  <a:pt x="540" y="28"/>
                </a:lnTo>
                <a:lnTo>
                  <a:pt x="541" y="26"/>
                </a:lnTo>
                <a:lnTo>
                  <a:pt x="542" y="26"/>
                </a:lnTo>
                <a:lnTo>
                  <a:pt x="542" y="25"/>
                </a:lnTo>
                <a:lnTo>
                  <a:pt x="542" y="24"/>
                </a:lnTo>
                <a:lnTo>
                  <a:pt x="543" y="24"/>
                </a:lnTo>
                <a:lnTo>
                  <a:pt x="544" y="25"/>
                </a:lnTo>
                <a:lnTo>
                  <a:pt x="545" y="25"/>
                </a:lnTo>
                <a:lnTo>
                  <a:pt x="546" y="24"/>
                </a:lnTo>
                <a:lnTo>
                  <a:pt x="545" y="23"/>
                </a:lnTo>
                <a:lnTo>
                  <a:pt x="546" y="23"/>
                </a:lnTo>
                <a:lnTo>
                  <a:pt x="547" y="23"/>
                </a:lnTo>
                <a:lnTo>
                  <a:pt x="548" y="23"/>
                </a:lnTo>
                <a:lnTo>
                  <a:pt x="548" y="22"/>
                </a:lnTo>
                <a:lnTo>
                  <a:pt x="549" y="21"/>
                </a:lnTo>
                <a:lnTo>
                  <a:pt x="549" y="20"/>
                </a:lnTo>
                <a:lnTo>
                  <a:pt x="551" y="19"/>
                </a:lnTo>
                <a:lnTo>
                  <a:pt x="551" y="18"/>
                </a:lnTo>
                <a:lnTo>
                  <a:pt x="552" y="18"/>
                </a:lnTo>
                <a:lnTo>
                  <a:pt x="553" y="17"/>
                </a:lnTo>
                <a:lnTo>
                  <a:pt x="554" y="16"/>
                </a:lnTo>
                <a:lnTo>
                  <a:pt x="554" y="17"/>
                </a:lnTo>
                <a:lnTo>
                  <a:pt x="555" y="17"/>
                </a:lnTo>
                <a:lnTo>
                  <a:pt x="556" y="17"/>
                </a:lnTo>
                <a:lnTo>
                  <a:pt x="557" y="17"/>
                </a:lnTo>
                <a:lnTo>
                  <a:pt x="558" y="16"/>
                </a:lnTo>
                <a:lnTo>
                  <a:pt x="558" y="17"/>
                </a:lnTo>
                <a:lnTo>
                  <a:pt x="559" y="17"/>
                </a:lnTo>
                <a:lnTo>
                  <a:pt x="560" y="17"/>
                </a:lnTo>
                <a:lnTo>
                  <a:pt x="561" y="17"/>
                </a:lnTo>
                <a:lnTo>
                  <a:pt x="562" y="17"/>
                </a:lnTo>
                <a:lnTo>
                  <a:pt x="563" y="17"/>
                </a:lnTo>
                <a:lnTo>
                  <a:pt x="564" y="16"/>
                </a:lnTo>
                <a:lnTo>
                  <a:pt x="565" y="16"/>
                </a:lnTo>
                <a:lnTo>
                  <a:pt x="565" y="15"/>
                </a:lnTo>
                <a:lnTo>
                  <a:pt x="566" y="15"/>
                </a:lnTo>
                <a:lnTo>
                  <a:pt x="567" y="14"/>
                </a:lnTo>
                <a:lnTo>
                  <a:pt x="568" y="14"/>
                </a:lnTo>
                <a:lnTo>
                  <a:pt x="569" y="15"/>
                </a:lnTo>
                <a:lnTo>
                  <a:pt x="570" y="15"/>
                </a:lnTo>
                <a:lnTo>
                  <a:pt x="571" y="15"/>
                </a:lnTo>
                <a:lnTo>
                  <a:pt x="572" y="15"/>
                </a:lnTo>
                <a:lnTo>
                  <a:pt x="573" y="15"/>
                </a:lnTo>
                <a:lnTo>
                  <a:pt x="574" y="15"/>
                </a:lnTo>
                <a:lnTo>
                  <a:pt x="574" y="16"/>
                </a:lnTo>
                <a:lnTo>
                  <a:pt x="574" y="17"/>
                </a:lnTo>
                <a:lnTo>
                  <a:pt x="573" y="17"/>
                </a:lnTo>
                <a:lnTo>
                  <a:pt x="573" y="18"/>
                </a:lnTo>
                <a:lnTo>
                  <a:pt x="573" y="19"/>
                </a:lnTo>
                <a:lnTo>
                  <a:pt x="574" y="20"/>
                </a:lnTo>
                <a:lnTo>
                  <a:pt x="575" y="21"/>
                </a:lnTo>
                <a:lnTo>
                  <a:pt x="577" y="21"/>
                </a:lnTo>
                <a:lnTo>
                  <a:pt x="577" y="22"/>
                </a:lnTo>
                <a:lnTo>
                  <a:pt x="578" y="22"/>
                </a:lnTo>
                <a:lnTo>
                  <a:pt x="579" y="22"/>
                </a:lnTo>
                <a:lnTo>
                  <a:pt x="579" y="23"/>
                </a:lnTo>
                <a:lnTo>
                  <a:pt x="580" y="22"/>
                </a:lnTo>
                <a:lnTo>
                  <a:pt x="581" y="23"/>
                </a:lnTo>
                <a:lnTo>
                  <a:pt x="581" y="24"/>
                </a:lnTo>
                <a:lnTo>
                  <a:pt x="582" y="24"/>
                </a:lnTo>
                <a:lnTo>
                  <a:pt x="582" y="25"/>
                </a:lnTo>
                <a:lnTo>
                  <a:pt x="582" y="26"/>
                </a:lnTo>
                <a:lnTo>
                  <a:pt x="583" y="26"/>
                </a:lnTo>
                <a:lnTo>
                  <a:pt x="583" y="27"/>
                </a:lnTo>
                <a:lnTo>
                  <a:pt x="584" y="27"/>
                </a:lnTo>
                <a:lnTo>
                  <a:pt x="585" y="27"/>
                </a:lnTo>
                <a:lnTo>
                  <a:pt x="586" y="27"/>
                </a:lnTo>
                <a:lnTo>
                  <a:pt x="587" y="27"/>
                </a:lnTo>
                <a:lnTo>
                  <a:pt x="588" y="27"/>
                </a:lnTo>
                <a:lnTo>
                  <a:pt x="588" y="26"/>
                </a:lnTo>
                <a:lnTo>
                  <a:pt x="589" y="26"/>
                </a:lnTo>
                <a:lnTo>
                  <a:pt x="590" y="26"/>
                </a:lnTo>
                <a:lnTo>
                  <a:pt x="592" y="26"/>
                </a:lnTo>
                <a:lnTo>
                  <a:pt x="593" y="25"/>
                </a:lnTo>
                <a:lnTo>
                  <a:pt x="594" y="25"/>
                </a:lnTo>
                <a:lnTo>
                  <a:pt x="595" y="25"/>
                </a:lnTo>
                <a:lnTo>
                  <a:pt x="596" y="26"/>
                </a:lnTo>
                <a:lnTo>
                  <a:pt x="597" y="27"/>
                </a:lnTo>
                <a:lnTo>
                  <a:pt x="596" y="27"/>
                </a:lnTo>
                <a:lnTo>
                  <a:pt x="596" y="29"/>
                </a:lnTo>
                <a:lnTo>
                  <a:pt x="596" y="30"/>
                </a:lnTo>
                <a:lnTo>
                  <a:pt x="595" y="30"/>
                </a:lnTo>
                <a:lnTo>
                  <a:pt x="595" y="31"/>
                </a:lnTo>
                <a:lnTo>
                  <a:pt x="595" y="32"/>
                </a:lnTo>
                <a:lnTo>
                  <a:pt x="596" y="32"/>
                </a:lnTo>
                <a:lnTo>
                  <a:pt x="596" y="33"/>
                </a:lnTo>
                <a:lnTo>
                  <a:pt x="597" y="33"/>
                </a:lnTo>
                <a:lnTo>
                  <a:pt x="597" y="32"/>
                </a:lnTo>
                <a:lnTo>
                  <a:pt x="598" y="32"/>
                </a:lnTo>
                <a:lnTo>
                  <a:pt x="598" y="33"/>
                </a:lnTo>
                <a:lnTo>
                  <a:pt x="598" y="34"/>
                </a:lnTo>
                <a:lnTo>
                  <a:pt x="597" y="35"/>
                </a:lnTo>
                <a:lnTo>
                  <a:pt x="597" y="36"/>
                </a:lnTo>
                <a:lnTo>
                  <a:pt x="598" y="37"/>
                </a:lnTo>
                <a:lnTo>
                  <a:pt x="597" y="37"/>
                </a:lnTo>
                <a:lnTo>
                  <a:pt x="597" y="38"/>
                </a:lnTo>
                <a:lnTo>
                  <a:pt x="599" y="40"/>
                </a:lnTo>
                <a:lnTo>
                  <a:pt x="600" y="40"/>
                </a:lnTo>
                <a:lnTo>
                  <a:pt x="600" y="41"/>
                </a:lnTo>
                <a:lnTo>
                  <a:pt x="601" y="41"/>
                </a:lnTo>
                <a:lnTo>
                  <a:pt x="602" y="41"/>
                </a:lnTo>
                <a:lnTo>
                  <a:pt x="603" y="41"/>
                </a:lnTo>
                <a:lnTo>
                  <a:pt x="604" y="41"/>
                </a:lnTo>
                <a:lnTo>
                  <a:pt x="606" y="42"/>
                </a:lnTo>
                <a:lnTo>
                  <a:pt x="608" y="41"/>
                </a:lnTo>
                <a:lnTo>
                  <a:pt x="609" y="41"/>
                </a:lnTo>
                <a:lnTo>
                  <a:pt x="610" y="41"/>
                </a:lnTo>
                <a:lnTo>
                  <a:pt x="611" y="41"/>
                </a:lnTo>
                <a:lnTo>
                  <a:pt x="612" y="41"/>
                </a:lnTo>
                <a:lnTo>
                  <a:pt x="612" y="40"/>
                </a:lnTo>
                <a:lnTo>
                  <a:pt x="613" y="40"/>
                </a:lnTo>
                <a:lnTo>
                  <a:pt x="614" y="40"/>
                </a:lnTo>
                <a:lnTo>
                  <a:pt x="615" y="40"/>
                </a:lnTo>
                <a:lnTo>
                  <a:pt x="616" y="39"/>
                </a:lnTo>
                <a:lnTo>
                  <a:pt x="617" y="39"/>
                </a:lnTo>
                <a:lnTo>
                  <a:pt x="618" y="38"/>
                </a:lnTo>
                <a:lnTo>
                  <a:pt x="619" y="38"/>
                </a:lnTo>
                <a:lnTo>
                  <a:pt x="620" y="36"/>
                </a:lnTo>
                <a:lnTo>
                  <a:pt x="620" y="35"/>
                </a:lnTo>
                <a:lnTo>
                  <a:pt x="620" y="34"/>
                </a:lnTo>
                <a:lnTo>
                  <a:pt x="619" y="33"/>
                </a:lnTo>
                <a:lnTo>
                  <a:pt x="618" y="33"/>
                </a:lnTo>
                <a:lnTo>
                  <a:pt x="617" y="33"/>
                </a:lnTo>
                <a:lnTo>
                  <a:pt x="617" y="32"/>
                </a:lnTo>
                <a:lnTo>
                  <a:pt x="618" y="33"/>
                </a:lnTo>
                <a:lnTo>
                  <a:pt x="621" y="33"/>
                </a:lnTo>
                <a:lnTo>
                  <a:pt x="622" y="33"/>
                </a:lnTo>
                <a:lnTo>
                  <a:pt x="622" y="34"/>
                </a:lnTo>
                <a:lnTo>
                  <a:pt x="623" y="34"/>
                </a:lnTo>
                <a:lnTo>
                  <a:pt x="624" y="34"/>
                </a:lnTo>
                <a:lnTo>
                  <a:pt x="625" y="35"/>
                </a:lnTo>
                <a:lnTo>
                  <a:pt x="626" y="35"/>
                </a:lnTo>
                <a:lnTo>
                  <a:pt x="627" y="35"/>
                </a:lnTo>
                <a:lnTo>
                  <a:pt x="627" y="36"/>
                </a:lnTo>
                <a:lnTo>
                  <a:pt x="626" y="36"/>
                </a:lnTo>
                <a:lnTo>
                  <a:pt x="625" y="36"/>
                </a:lnTo>
                <a:lnTo>
                  <a:pt x="624" y="36"/>
                </a:lnTo>
                <a:lnTo>
                  <a:pt x="622" y="36"/>
                </a:lnTo>
                <a:lnTo>
                  <a:pt x="621" y="37"/>
                </a:lnTo>
                <a:lnTo>
                  <a:pt x="622" y="37"/>
                </a:lnTo>
                <a:lnTo>
                  <a:pt x="622" y="38"/>
                </a:lnTo>
                <a:lnTo>
                  <a:pt x="622" y="39"/>
                </a:lnTo>
                <a:lnTo>
                  <a:pt x="623" y="38"/>
                </a:lnTo>
                <a:lnTo>
                  <a:pt x="623" y="39"/>
                </a:lnTo>
                <a:lnTo>
                  <a:pt x="622" y="40"/>
                </a:lnTo>
                <a:lnTo>
                  <a:pt x="622" y="42"/>
                </a:lnTo>
                <a:lnTo>
                  <a:pt x="623" y="42"/>
                </a:lnTo>
                <a:lnTo>
                  <a:pt x="623" y="43"/>
                </a:lnTo>
                <a:lnTo>
                  <a:pt x="624" y="43"/>
                </a:lnTo>
                <a:lnTo>
                  <a:pt x="625" y="42"/>
                </a:lnTo>
                <a:lnTo>
                  <a:pt x="626" y="43"/>
                </a:lnTo>
                <a:lnTo>
                  <a:pt x="627" y="43"/>
                </a:lnTo>
                <a:lnTo>
                  <a:pt x="628" y="43"/>
                </a:lnTo>
                <a:lnTo>
                  <a:pt x="629" y="45"/>
                </a:lnTo>
                <a:lnTo>
                  <a:pt x="630" y="45"/>
                </a:lnTo>
                <a:lnTo>
                  <a:pt x="630" y="46"/>
                </a:lnTo>
                <a:lnTo>
                  <a:pt x="630" y="48"/>
                </a:lnTo>
                <a:lnTo>
                  <a:pt x="631" y="49"/>
                </a:lnTo>
                <a:lnTo>
                  <a:pt x="632" y="50"/>
                </a:lnTo>
                <a:lnTo>
                  <a:pt x="633" y="51"/>
                </a:lnTo>
                <a:lnTo>
                  <a:pt x="634" y="51"/>
                </a:lnTo>
                <a:lnTo>
                  <a:pt x="635" y="52"/>
                </a:lnTo>
                <a:lnTo>
                  <a:pt x="638" y="53"/>
                </a:lnTo>
                <a:lnTo>
                  <a:pt x="638" y="52"/>
                </a:lnTo>
                <a:lnTo>
                  <a:pt x="639" y="52"/>
                </a:lnTo>
                <a:lnTo>
                  <a:pt x="640" y="53"/>
                </a:lnTo>
                <a:lnTo>
                  <a:pt x="641" y="53"/>
                </a:lnTo>
                <a:lnTo>
                  <a:pt x="642" y="53"/>
                </a:lnTo>
                <a:lnTo>
                  <a:pt x="643" y="53"/>
                </a:lnTo>
                <a:lnTo>
                  <a:pt x="644" y="53"/>
                </a:lnTo>
                <a:lnTo>
                  <a:pt x="646" y="52"/>
                </a:lnTo>
                <a:lnTo>
                  <a:pt x="647" y="53"/>
                </a:lnTo>
                <a:lnTo>
                  <a:pt x="648" y="53"/>
                </a:lnTo>
                <a:lnTo>
                  <a:pt x="648" y="52"/>
                </a:lnTo>
                <a:lnTo>
                  <a:pt x="650" y="50"/>
                </a:lnTo>
                <a:lnTo>
                  <a:pt x="650" y="51"/>
                </a:lnTo>
                <a:lnTo>
                  <a:pt x="651" y="51"/>
                </a:lnTo>
                <a:lnTo>
                  <a:pt x="652" y="51"/>
                </a:lnTo>
                <a:lnTo>
                  <a:pt x="651" y="50"/>
                </a:lnTo>
                <a:lnTo>
                  <a:pt x="651" y="49"/>
                </a:lnTo>
                <a:lnTo>
                  <a:pt x="651" y="48"/>
                </a:lnTo>
                <a:lnTo>
                  <a:pt x="652" y="49"/>
                </a:lnTo>
                <a:lnTo>
                  <a:pt x="653" y="49"/>
                </a:lnTo>
                <a:lnTo>
                  <a:pt x="655" y="49"/>
                </a:lnTo>
                <a:lnTo>
                  <a:pt x="656" y="49"/>
                </a:lnTo>
                <a:lnTo>
                  <a:pt x="657" y="49"/>
                </a:lnTo>
                <a:lnTo>
                  <a:pt x="658" y="49"/>
                </a:lnTo>
                <a:lnTo>
                  <a:pt x="659" y="49"/>
                </a:lnTo>
                <a:lnTo>
                  <a:pt x="660" y="49"/>
                </a:lnTo>
                <a:lnTo>
                  <a:pt x="660" y="48"/>
                </a:lnTo>
                <a:lnTo>
                  <a:pt x="661" y="48"/>
                </a:lnTo>
                <a:lnTo>
                  <a:pt x="662" y="49"/>
                </a:lnTo>
                <a:lnTo>
                  <a:pt x="662" y="50"/>
                </a:lnTo>
                <a:lnTo>
                  <a:pt x="663" y="50"/>
                </a:lnTo>
                <a:lnTo>
                  <a:pt x="664" y="52"/>
                </a:lnTo>
                <a:lnTo>
                  <a:pt x="664" y="51"/>
                </a:lnTo>
                <a:lnTo>
                  <a:pt x="663" y="51"/>
                </a:lnTo>
                <a:lnTo>
                  <a:pt x="663" y="50"/>
                </a:lnTo>
                <a:lnTo>
                  <a:pt x="662" y="49"/>
                </a:lnTo>
                <a:lnTo>
                  <a:pt x="662" y="48"/>
                </a:lnTo>
                <a:lnTo>
                  <a:pt x="663" y="48"/>
                </a:lnTo>
                <a:lnTo>
                  <a:pt x="666" y="47"/>
                </a:lnTo>
                <a:lnTo>
                  <a:pt x="669" y="46"/>
                </a:lnTo>
                <a:lnTo>
                  <a:pt x="670" y="46"/>
                </a:lnTo>
                <a:lnTo>
                  <a:pt x="671" y="46"/>
                </a:lnTo>
                <a:lnTo>
                  <a:pt x="674" y="45"/>
                </a:lnTo>
                <a:lnTo>
                  <a:pt x="675" y="45"/>
                </a:lnTo>
                <a:lnTo>
                  <a:pt x="676" y="44"/>
                </a:lnTo>
                <a:lnTo>
                  <a:pt x="677" y="44"/>
                </a:lnTo>
                <a:lnTo>
                  <a:pt x="678" y="44"/>
                </a:lnTo>
                <a:lnTo>
                  <a:pt x="678" y="43"/>
                </a:lnTo>
                <a:lnTo>
                  <a:pt x="679" y="43"/>
                </a:lnTo>
                <a:lnTo>
                  <a:pt x="680" y="43"/>
                </a:lnTo>
                <a:lnTo>
                  <a:pt x="681" y="42"/>
                </a:lnTo>
                <a:lnTo>
                  <a:pt x="682" y="42"/>
                </a:lnTo>
                <a:lnTo>
                  <a:pt x="682" y="43"/>
                </a:lnTo>
                <a:lnTo>
                  <a:pt x="682" y="44"/>
                </a:lnTo>
                <a:lnTo>
                  <a:pt x="682" y="45"/>
                </a:lnTo>
                <a:lnTo>
                  <a:pt x="683" y="45"/>
                </a:lnTo>
                <a:lnTo>
                  <a:pt x="682" y="46"/>
                </a:lnTo>
                <a:lnTo>
                  <a:pt x="683" y="46"/>
                </a:lnTo>
                <a:lnTo>
                  <a:pt x="684" y="46"/>
                </a:lnTo>
                <a:lnTo>
                  <a:pt x="684" y="45"/>
                </a:lnTo>
                <a:lnTo>
                  <a:pt x="683" y="45"/>
                </a:lnTo>
                <a:lnTo>
                  <a:pt x="683" y="44"/>
                </a:lnTo>
                <a:lnTo>
                  <a:pt x="682" y="44"/>
                </a:lnTo>
                <a:lnTo>
                  <a:pt x="682" y="43"/>
                </a:lnTo>
                <a:lnTo>
                  <a:pt x="683" y="43"/>
                </a:lnTo>
                <a:lnTo>
                  <a:pt x="683" y="42"/>
                </a:lnTo>
                <a:lnTo>
                  <a:pt x="682" y="42"/>
                </a:lnTo>
                <a:lnTo>
                  <a:pt x="682" y="41"/>
                </a:lnTo>
                <a:lnTo>
                  <a:pt x="683" y="41"/>
                </a:lnTo>
                <a:lnTo>
                  <a:pt x="684" y="40"/>
                </a:lnTo>
                <a:lnTo>
                  <a:pt x="685" y="40"/>
                </a:lnTo>
                <a:lnTo>
                  <a:pt x="685" y="39"/>
                </a:lnTo>
                <a:lnTo>
                  <a:pt x="685" y="38"/>
                </a:lnTo>
                <a:lnTo>
                  <a:pt x="686" y="37"/>
                </a:lnTo>
                <a:lnTo>
                  <a:pt x="686" y="36"/>
                </a:lnTo>
                <a:lnTo>
                  <a:pt x="687" y="36"/>
                </a:lnTo>
                <a:lnTo>
                  <a:pt x="687" y="35"/>
                </a:lnTo>
                <a:lnTo>
                  <a:pt x="686" y="35"/>
                </a:lnTo>
                <a:lnTo>
                  <a:pt x="686" y="34"/>
                </a:lnTo>
                <a:lnTo>
                  <a:pt x="687" y="34"/>
                </a:lnTo>
                <a:lnTo>
                  <a:pt x="688" y="34"/>
                </a:lnTo>
                <a:lnTo>
                  <a:pt x="689" y="34"/>
                </a:lnTo>
                <a:lnTo>
                  <a:pt x="689" y="33"/>
                </a:lnTo>
                <a:lnTo>
                  <a:pt x="689" y="32"/>
                </a:lnTo>
                <a:lnTo>
                  <a:pt x="690" y="32"/>
                </a:lnTo>
                <a:lnTo>
                  <a:pt x="690" y="33"/>
                </a:lnTo>
                <a:lnTo>
                  <a:pt x="691" y="33"/>
                </a:lnTo>
                <a:lnTo>
                  <a:pt x="692" y="32"/>
                </a:lnTo>
                <a:lnTo>
                  <a:pt x="691" y="31"/>
                </a:lnTo>
                <a:lnTo>
                  <a:pt x="691" y="30"/>
                </a:lnTo>
                <a:lnTo>
                  <a:pt x="691" y="29"/>
                </a:lnTo>
                <a:lnTo>
                  <a:pt x="692" y="29"/>
                </a:lnTo>
                <a:lnTo>
                  <a:pt x="692" y="30"/>
                </a:lnTo>
                <a:lnTo>
                  <a:pt x="692" y="31"/>
                </a:lnTo>
                <a:lnTo>
                  <a:pt x="693" y="31"/>
                </a:lnTo>
                <a:lnTo>
                  <a:pt x="694" y="31"/>
                </a:lnTo>
                <a:lnTo>
                  <a:pt x="695" y="31"/>
                </a:lnTo>
                <a:lnTo>
                  <a:pt x="696" y="30"/>
                </a:lnTo>
                <a:lnTo>
                  <a:pt x="696" y="29"/>
                </a:lnTo>
                <a:lnTo>
                  <a:pt x="695" y="29"/>
                </a:lnTo>
                <a:lnTo>
                  <a:pt x="695" y="28"/>
                </a:lnTo>
                <a:lnTo>
                  <a:pt x="696" y="28"/>
                </a:lnTo>
                <a:lnTo>
                  <a:pt x="697" y="28"/>
                </a:lnTo>
                <a:lnTo>
                  <a:pt x="697" y="29"/>
                </a:lnTo>
                <a:lnTo>
                  <a:pt x="698" y="29"/>
                </a:lnTo>
                <a:lnTo>
                  <a:pt x="698" y="30"/>
                </a:lnTo>
                <a:lnTo>
                  <a:pt x="699" y="30"/>
                </a:lnTo>
                <a:lnTo>
                  <a:pt x="700" y="31"/>
                </a:lnTo>
                <a:lnTo>
                  <a:pt x="700" y="32"/>
                </a:lnTo>
                <a:lnTo>
                  <a:pt x="701" y="32"/>
                </a:lnTo>
                <a:lnTo>
                  <a:pt x="701" y="33"/>
                </a:lnTo>
                <a:lnTo>
                  <a:pt x="700" y="33"/>
                </a:lnTo>
                <a:lnTo>
                  <a:pt x="699" y="33"/>
                </a:lnTo>
                <a:lnTo>
                  <a:pt x="699" y="34"/>
                </a:lnTo>
                <a:lnTo>
                  <a:pt x="698" y="34"/>
                </a:lnTo>
                <a:lnTo>
                  <a:pt x="697" y="35"/>
                </a:lnTo>
                <a:lnTo>
                  <a:pt x="697" y="36"/>
                </a:lnTo>
                <a:lnTo>
                  <a:pt x="698" y="36"/>
                </a:lnTo>
                <a:lnTo>
                  <a:pt x="698" y="37"/>
                </a:lnTo>
                <a:lnTo>
                  <a:pt x="699" y="37"/>
                </a:lnTo>
                <a:lnTo>
                  <a:pt x="699" y="38"/>
                </a:lnTo>
                <a:lnTo>
                  <a:pt x="699" y="39"/>
                </a:lnTo>
                <a:lnTo>
                  <a:pt x="700" y="40"/>
                </a:lnTo>
                <a:lnTo>
                  <a:pt x="700" y="41"/>
                </a:lnTo>
                <a:lnTo>
                  <a:pt x="701" y="42"/>
                </a:lnTo>
                <a:lnTo>
                  <a:pt x="702" y="42"/>
                </a:lnTo>
                <a:lnTo>
                  <a:pt x="702" y="43"/>
                </a:lnTo>
                <a:lnTo>
                  <a:pt x="702" y="44"/>
                </a:lnTo>
                <a:lnTo>
                  <a:pt x="704" y="44"/>
                </a:lnTo>
                <a:lnTo>
                  <a:pt x="705" y="44"/>
                </a:lnTo>
                <a:lnTo>
                  <a:pt x="705" y="43"/>
                </a:lnTo>
                <a:lnTo>
                  <a:pt x="706" y="43"/>
                </a:lnTo>
                <a:lnTo>
                  <a:pt x="705" y="42"/>
                </a:lnTo>
                <a:lnTo>
                  <a:pt x="705" y="41"/>
                </a:lnTo>
                <a:lnTo>
                  <a:pt x="706" y="41"/>
                </a:lnTo>
                <a:lnTo>
                  <a:pt x="708" y="40"/>
                </a:lnTo>
                <a:lnTo>
                  <a:pt x="709" y="40"/>
                </a:lnTo>
                <a:lnTo>
                  <a:pt x="709" y="39"/>
                </a:lnTo>
                <a:lnTo>
                  <a:pt x="710" y="39"/>
                </a:lnTo>
                <a:lnTo>
                  <a:pt x="711" y="39"/>
                </a:lnTo>
                <a:lnTo>
                  <a:pt x="712" y="39"/>
                </a:lnTo>
                <a:lnTo>
                  <a:pt x="713" y="39"/>
                </a:lnTo>
                <a:lnTo>
                  <a:pt x="714" y="40"/>
                </a:lnTo>
                <a:lnTo>
                  <a:pt x="714" y="41"/>
                </a:lnTo>
                <a:lnTo>
                  <a:pt x="713" y="41"/>
                </a:lnTo>
                <a:lnTo>
                  <a:pt x="713" y="43"/>
                </a:lnTo>
                <a:lnTo>
                  <a:pt x="714" y="43"/>
                </a:lnTo>
                <a:lnTo>
                  <a:pt x="715" y="43"/>
                </a:lnTo>
                <a:lnTo>
                  <a:pt x="717" y="44"/>
                </a:lnTo>
                <a:lnTo>
                  <a:pt x="718" y="44"/>
                </a:lnTo>
                <a:lnTo>
                  <a:pt x="719" y="44"/>
                </a:lnTo>
                <a:lnTo>
                  <a:pt x="720" y="44"/>
                </a:lnTo>
                <a:lnTo>
                  <a:pt x="721" y="44"/>
                </a:lnTo>
                <a:lnTo>
                  <a:pt x="722" y="43"/>
                </a:lnTo>
                <a:lnTo>
                  <a:pt x="723" y="43"/>
                </a:lnTo>
                <a:lnTo>
                  <a:pt x="724" y="43"/>
                </a:lnTo>
                <a:lnTo>
                  <a:pt x="725" y="43"/>
                </a:lnTo>
                <a:lnTo>
                  <a:pt x="726" y="43"/>
                </a:lnTo>
                <a:lnTo>
                  <a:pt x="727" y="43"/>
                </a:lnTo>
                <a:lnTo>
                  <a:pt x="728" y="43"/>
                </a:lnTo>
                <a:lnTo>
                  <a:pt x="729" y="43"/>
                </a:lnTo>
                <a:lnTo>
                  <a:pt x="730" y="42"/>
                </a:lnTo>
                <a:lnTo>
                  <a:pt x="731" y="42"/>
                </a:lnTo>
                <a:lnTo>
                  <a:pt x="732" y="41"/>
                </a:lnTo>
                <a:lnTo>
                  <a:pt x="733" y="40"/>
                </a:lnTo>
                <a:lnTo>
                  <a:pt x="734" y="39"/>
                </a:lnTo>
                <a:lnTo>
                  <a:pt x="734" y="40"/>
                </a:lnTo>
                <a:lnTo>
                  <a:pt x="735" y="40"/>
                </a:lnTo>
                <a:lnTo>
                  <a:pt x="735" y="41"/>
                </a:lnTo>
                <a:lnTo>
                  <a:pt x="736" y="41"/>
                </a:lnTo>
                <a:lnTo>
                  <a:pt x="736" y="42"/>
                </a:lnTo>
                <a:lnTo>
                  <a:pt x="735" y="42"/>
                </a:lnTo>
                <a:lnTo>
                  <a:pt x="734" y="42"/>
                </a:lnTo>
                <a:lnTo>
                  <a:pt x="734" y="43"/>
                </a:lnTo>
                <a:lnTo>
                  <a:pt x="735" y="43"/>
                </a:lnTo>
                <a:lnTo>
                  <a:pt x="736" y="44"/>
                </a:lnTo>
                <a:lnTo>
                  <a:pt x="735" y="44"/>
                </a:lnTo>
                <a:lnTo>
                  <a:pt x="735" y="45"/>
                </a:lnTo>
                <a:lnTo>
                  <a:pt x="736" y="45"/>
                </a:lnTo>
                <a:lnTo>
                  <a:pt x="737" y="45"/>
                </a:lnTo>
                <a:lnTo>
                  <a:pt x="737" y="43"/>
                </a:lnTo>
                <a:lnTo>
                  <a:pt x="736" y="43"/>
                </a:lnTo>
                <a:lnTo>
                  <a:pt x="736" y="42"/>
                </a:lnTo>
                <a:lnTo>
                  <a:pt x="737" y="42"/>
                </a:lnTo>
                <a:lnTo>
                  <a:pt x="738" y="42"/>
                </a:lnTo>
                <a:lnTo>
                  <a:pt x="742" y="42"/>
                </a:lnTo>
                <a:lnTo>
                  <a:pt x="743" y="41"/>
                </a:lnTo>
                <a:lnTo>
                  <a:pt x="744" y="41"/>
                </a:lnTo>
                <a:lnTo>
                  <a:pt x="745" y="41"/>
                </a:lnTo>
                <a:lnTo>
                  <a:pt x="745" y="40"/>
                </a:lnTo>
                <a:lnTo>
                  <a:pt x="746" y="39"/>
                </a:lnTo>
                <a:lnTo>
                  <a:pt x="747" y="39"/>
                </a:lnTo>
                <a:lnTo>
                  <a:pt x="747" y="38"/>
                </a:lnTo>
                <a:lnTo>
                  <a:pt x="748" y="38"/>
                </a:lnTo>
                <a:lnTo>
                  <a:pt x="749" y="37"/>
                </a:lnTo>
                <a:lnTo>
                  <a:pt x="750" y="37"/>
                </a:lnTo>
                <a:lnTo>
                  <a:pt x="750" y="38"/>
                </a:lnTo>
                <a:lnTo>
                  <a:pt x="751" y="38"/>
                </a:lnTo>
                <a:lnTo>
                  <a:pt x="751" y="37"/>
                </a:lnTo>
                <a:lnTo>
                  <a:pt x="752" y="36"/>
                </a:lnTo>
                <a:lnTo>
                  <a:pt x="752" y="37"/>
                </a:lnTo>
                <a:lnTo>
                  <a:pt x="752" y="38"/>
                </a:lnTo>
                <a:lnTo>
                  <a:pt x="753" y="38"/>
                </a:lnTo>
                <a:lnTo>
                  <a:pt x="754" y="38"/>
                </a:lnTo>
                <a:lnTo>
                  <a:pt x="754" y="37"/>
                </a:lnTo>
                <a:lnTo>
                  <a:pt x="753" y="37"/>
                </a:lnTo>
                <a:lnTo>
                  <a:pt x="753" y="36"/>
                </a:lnTo>
                <a:lnTo>
                  <a:pt x="754" y="36"/>
                </a:lnTo>
                <a:lnTo>
                  <a:pt x="755" y="37"/>
                </a:lnTo>
                <a:lnTo>
                  <a:pt x="756" y="37"/>
                </a:lnTo>
                <a:lnTo>
                  <a:pt x="756" y="38"/>
                </a:lnTo>
                <a:lnTo>
                  <a:pt x="756" y="39"/>
                </a:lnTo>
                <a:lnTo>
                  <a:pt x="757" y="39"/>
                </a:lnTo>
                <a:lnTo>
                  <a:pt x="757" y="40"/>
                </a:lnTo>
                <a:lnTo>
                  <a:pt x="756" y="40"/>
                </a:lnTo>
                <a:lnTo>
                  <a:pt x="756" y="41"/>
                </a:lnTo>
                <a:lnTo>
                  <a:pt x="756" y="42"/>
                </a:lnTo>
                <a:lnTo>
                  <a:pt x="755" y="42"/>
                </a:lnTo>
                <a:lnTo>
                  <a:pt x="755" y="41"/>
                </a:lnTo>
                <a:lnTo>
                  <a:pt x="754" y="40"/>
                </a:lnTo>
                <a:lnTo>
                  <a:pt x="754" y="41"/>
                </a:lnTo>
                <a:lnTo>
                  <a:pt x="752" y="40"/>
                </a:lnTo>
                <a:lnTo>
                  <a:pt x="751" y="41"/>
                </a:lnTo>
                <a:lnTo>
                  <a:pt x="749" y="43"/>
                </a:lnTo>
                <a:lnTo>
                  <a:pt x="748" y="43"/>
                </a:lnTo>
                <a:lnTo>
                  <a:pt x="748" y="44"/>
                </a:lnTo>
                <a:lnTo>
                  <a:pt x="747" y="46"/>
                </a:lnTo>
                <a:lnTo>
                  <a:pt x="746" y="47"/>
                </a:lnTo>
                <a:lnTo>
                  <a:pt x="746" y="48"/>
                </a:lnTo>
                <a:lnTo>
                  <a:pt x="746" y="49"/>
                </a:lnTo>
                <a:lnTo>
                  <a:pt x="747" y="49"/>
                </a:lnTo>
                <a:lnTo>
                  <a:pt x="748" y="50"/>
                </a:lnTo>
                <a:lnTo>
                  <a:pt x="747" y="51"/>
                </a:lnTo>
                <a:lnTo>
                  <a:pt x="747" y="52"/>
                </a:lnTo>
                <a:lnTo>
                  <a:pt x="747" y="53"/>
                </a:lnTo>
                <a:lnTo>
                  <a:pt x="746" y="53"/>
                </a:lnTo>
                <a:lnTo>
                  <a:pt x="746" y="52"/>
                </a:lnTo>
                <a:lnTo>
                  <a:pt x="745" y="52"/>
                </a:lnTo>
                <a:lnTo>
                  <a:pt x="744" y="52"/>
                </a:lnTo>
                <a:lnTo>
                  <a:pt x="745" y="53"/>
                </a:lnTo>
                <a:lnTo>
                  <a:pt x="746" y="53"/>
                </a:lnTo>
                <a:lnTo>
                  <a:pt x="746" y="54"/>
                </a:lnTo>
                <a:lnTo>
                  <a:pt x="746" y="55"/>
                </a:lnTo>
                <a:lnTo>
                  <a:pt x="745" y="55"/>
                </a:lnTo>
                <a:lnTo>
                  <a:pt x="745" y="56"/>
                </a:lnTo>
                <a:lnTo>
                  <a:pt x="747" y="56"/>
                </a:lnTo>
                <a:lnTo>
                  <a:pt x="746" y="56"/>
                </a:lnTo>
                <a:lnTo>
                  <a:pt x="745" y="56"/>
                </a:lnTo>
                <a:lnTo>
                  <a:pt x="745" y="57"/>
                </a:lnTo>
                <a:lnTo>
                  <a:pt x="746" y="57"/>
                </a:lnTo>
                <a:lnTo>
                  <a:pt x="746" y="58"/>
                </a:lnTo>
                <a:lnTo>
                  <a:pt x="746" y="59"/>
                </a:lnTo>
                <a:lnTo>
                  <a:pt x="746" y="60"/>
                </a:lnTo>
                <a:lnTo>
                  <a:pt x="747" y="60"/>
                </a:lnTo>
                <a:lnTo>
                  <a:pt x="748" y="59"/>
                </a:lnTo>
                <a:lnTo>
                  <a:pt x="748" y="60"/>
                </a:lnTo>
                <a:lnTo>
                  <a:pt x="749" y="60"/>
                </a:lnTo>
                <a:lnTo>
                  <a:pt x="750" y="61"/>
                </a:lnTo>
                <a:lnTo>
                  <a:pt x="750" y="62"/>
                </a:lnTo>
                <a:lnTo>
                  <a:pt x="750" y="63"/>
                </a:lnTo>
                <a:lnTo>
                  <a:pt x="750" y="64"/>
                </a:lnTo>
                <a:lnTo>
                  <a:pt x="751" y="64"/>
                </a:lnTo>
                <a:lnTo>
                  <a:pt x="752" y="64"/>
                </a:lnTo>
                <a:lnTo>
                  <a:pt x="752" y="65"/>
                </a:lnTo>
                <a:lnTo>
                  <a:pt x="753" y="65"/>
                </a:lnTo>
                <a:lnTo>
                  <a:pt x="754" y="66"/>
                </a:lnTo>
                <a:lnTo>
                  <a:pt x="753" y="66"/>
                </a:lnTo>
                <a:lnTo>
                  <a:pt x="752" y="66"/>
                </a:lnTo>
                <a:lnTo>
                  <a:pt x="751" y="67"/>
                </a:lnTo>
                <a:lnTo>
                  <a:pt x="750" y="68"/>
                </a:lnTo>
                <a:lnTo>
                  <a:pt x="748" y="69"/>
                </a:lnTo>
                <a:lnTo>
                  <a:pt x="748" y="70"/>
                </a:lnTo>
                <a:lnTo>
                  <a:pt x="748" y="71"/>
                </a:lnTo>
                <a:lnTo>
                  <a:pt x="749" y="71"/>
                </a:lnTo>
                <a:lnTo>
                  <a:pt x="750" y="71"/>
                </a:lnTo>
                <a:lnTo>
                  <a:pt x="750" y="72"/>
                </a:lnTo>
                <a:lnTo>
                  <a:pt x="751" y="73"/>
                </a:lnTo>
                <a:lnTo>
                  <a:pt x="750" y="73"/>
                </a:lnTo>
                <a:lnTo>
                  <a:pt x="750" y="74"/>
                </a:lnTo>
                <a:lnTo>
                  <a:pt x="749" y="74"/>
                </a:lnTo>
                <a:lnTo>
                  <a:pt x="748" y="73"/>
                </a:lnTo>
                <a:lnTo>
                  <a:pt x="747" y="73"/>
                </a:lnTo>
                <a:lnTo>
                  <a:pt x="746" y="73"/>
                </a:lnTo>
                <a:lnTo>
                  <a:pt x="745" y="73"/>
                </a:lnTo>
                <a:lnTo>
                  <a:pt x="744" y="73"/>
                </a:lnTo>
                <a:lnTo>
                  <a:pt x="744" y="74"/>
                </a:lnTo>
                <a:lnTo>
                  <a:pt x="743" y="74"/>
                </a:lnTo>
                <a:lnTo>
                  <a:pt x="742" y="74"/>
                </a:lnTo>
                <a:lnTo>
                  <a:pt x="741" y="75"/>
                </a:lnTo>
                <a:lnTo>
                  <a:pt x="741" y="76"/>
                </a:lnTo>
                <a:lnTo>
                  <a:pt x="741" y="77"/>
                </a:lnTo>
                <a:lnTo>
                  <a:pt x="740" y="78"/>
                </a:lnTo>
                <a:lnTo>
                  <a:pt x="740" y="79"/>
                </a:lnTo>
                <a:lnTo>
                  <a:pt x="740" y="80"/>
                </a:lnTo>
                <a:lnTo>
                  <a:pt x="739" y="79"/>
                </a:lnTo>
                <a:lnTo>
                  <a:pt x="738" y="80"/>
                </a:lnTo>
                <a:lnTo>
                  <a:pt x="739" y="81"/>
                </a:lnTo>
                <a:lnTo>
                  <a:pt x="740" y="81"/>
                </a:lnTo>
                <a:lnTo>
                  <a:pt x="740" y="82"/>
                </a:lnTo>
                <a:lnTo>
                  <a:pt x="740" y="83"/>
                </a:lnTo>
                <a:lnTo>
                  <a:pt x="740" y="84"/>
                </a:lnTo>
                <a:lnTo>
                  <a:pt x="741" y="85"/>
                </a:lnTo>
                <a:lnTo>
                  <a:pt x="741" y="87"/>
                </a:lnTo>
                <a:lnTo>
                  <a:pt x="740" y="87"/>
                </a:lnTo>
                <a:lnTo>
                  <a:pt x="739" y="87"/>
                </a:lnTo>
                <a:lnTo>
                  <a:pt x="738" y="88"/>
                </a:lnTo>
                <a:lnTo>
                  <a:pt x="738" y="90"/>
                </a:lnTo>
                <a:lnTo>
                  <a:pt x="738" y="91"/>
                </a:lnTo>
                <a:lnTo>
                  <a:pt x="739" y="91"/>
                </a:lnTo>
                <a:lnTo>
                  <a:pt x="739" y="92"/>
                </a:lnTo>
                <a:lnTo>
                  <a:pt x="740" y="92"/>
                </a:lnTo>
                <a:lnTo>
                  <a:pt x="740" y="91"/>
                </a:lnTo>
                <a:lnTo>
                  <a:pt x="741" y="90"/>
                </a:lnTo>
                <a:lnTo>
                  <a:pt x="742" y="90"/>
                </a:lnTo>
                <a:lnTo>
                  <a:pt x="743" y="90"/>
                </a:lnTo>
                <a:lnTo>
                  <a:pt x="743" y="91"/>
                </a:lnTo>
                <a:lnTo>
                  <a:pt x="744" y="91"/>
                </a:lnTo>
                <a:lnTo>
                  <a:pt x="745" y="91"/>
                </a:lnTo>
                <a:lnTo>
                  <a:pt x="746" y="90"/>
                </a:lnTo>
                <a:lnTo>
                  <a:pt x="747" y="90"/>
                </a:lnTo>
                <a:lnTo>
                  <a:pt x="748" y="89"/>
                </a:lnTo>
                <a:lnTo>
                  <a:pt x="751" y="88"/>
                </a:lnTo>
                <a:lnTo>
                  <a:pt x="752" y="87"/>
                </a:lnTo>
                <a:lnTo>
                  <a:pt x="752" y="88"/>
                </a:lnTo>
                <a:lnTo>
                  <a:pt x="750" y="88"/>
                </a:lnTo>
                <a:lnTo>
                  <a:pt x="750" y="89"/>
                </a:lnTo>
                <a:lnTo>
                  <a:pt x="749" y="90"/>
                </a:lnTo>
                <a:lnTo>
                  <a:pt x="749" y="93"/>
                </a:lnTo>
                <a:lnTo>
                  <a:pt x="749" y="94"/>
                </a:lnTo>
                <a:lnTo>
                  <a:pt x="750" y="94"/>
                </a:lnTo>
                <a:lnTo>
                  <a:pt x="750" y="95"/>
                </a:lnTo>
                <a:lnTo>
                  <a:pt x="751" y="96"/>
                </a:lnTo>
                <a:lnTo>
                  <a:pt x="750" y="97"/>
                </a:lnTo>
                <a:lnTo>
                  <a:pt x="750" y="98"/>
                </a:lnTo>
                <a:lnTo>
                  <a:pt x="749" y="99"/>
                </a:lnTo>
                <a:lnTo>
                  <a:pt x="749" y="100"/>
                </a:lnTo>
                <a:lnTo>
                  <a:pt x="749" y="101"/>
                </a:lnTo>
                <a:lnTo>
                  <a:pt x="750" y="101"/>
                </a:lnTo>
                <a:lnTo>
                  <a:pt x="750" y="102"/>
                </a:lnTo>
                <a:lnTo>
                  <a:pt x="751" y="103"/>
                </a:lnTo>
                <a:lnTo>
                  <a:pt x="751" y="105"/>
                </a:lnTo>
                <a:lnTo>
                  <a:pt x="750" y="105"/>
                </a:lnTo>
                <a:lnTo>
                  <a:pt x="750" y="106"/>
                </a:lnTo>
                <a:lnTo>
                  <a:pt x="749" y="106"/>
                </a:lnTo>
                <a:lnTo>
                  <a:pt x="749" y="107"/>
                </a:lnTo>
                <a:lnTo>
                  <a:pt x="748" y="107"/>
                </a:lnTo>
                <a:lnTo>
                  <a:pt x="748" y="108"/>
                </a:lnTo>
                <a:lnTo>
                  <a:pt x="747" y="107"/>
                </a:lnTo>
                <a:lnTo>
                  <a:pt x="748" y="106"/>
                </a:lnTo>
                <a:lnTo>
                  <a:pt x="748" y="105"/>
                </a:lnTo>
                <a:lnTo>
                  <a:pt x="749" y="104"/>
                </a:lnTo>
                <a:lnTo>
                  <a:pt x="748" y="103"/>
                </a:lnTo>
                <a:lnTo>
                  <a:pt x="748" y="102"/>
                </a:lnTo>
                <a:lnTo>
                  <a:pt x="747" y="103"/>
                </a:lnTo>
                <a:lnTo>
                  <a:pt x="746" y="103"/>
                </a:lnTo>
                <a:lnTo>
                  <a:pt x="745" y="104"/>
                </a:lnTo>
                <a:lnTo>
                  <a:pt x="744" y="104"/>
                </a:lnTo>
                <a:lnTo>
                  <a:pt x="743" y="104"/>
                </a:lnTo>
                <a:lnTo>
                  <a:pt x="742" y="104"/>
                </a:lnTo>
                <a:lnTo>
                  <a:pt x="741" y="104"/>
                </a:lnTo>
                <a:lnTo>
                  <a:pt x="741" y="105"/>
                </a:lnTo>
                <a:lnTo>
                  <a:pt x="740" y="105"/>
                </a:lnTo>
                <a:lnTo>
                  <a:pt x="740" y="106"/>
                </a:lnTo>
                <a:lnTo>
                  <a:pt x="739" y="107"/>
                </a:lnTo>
                <a:lnTo>
                  <a:pt x="740" y="108"/>
                </a:lnTo>
                <a:lnTo>
                  <a:pt x="741" y="109"/>
                </a:lnTo>
                <a:lnTo>
                  <a:pt x="741" y="110"/>
                </a:lnTo>
                <a:lnTo>
                  <a:pt x="742" y="110"/>
                </a:lnTo>
                <a:lnTo>
                  <a:pt x="742" y="108"/>
                </a:lnTo>
                <a:lnTo>
                  <a:pt x="743" y="108"/>
                </a:lnTo>
                <a:lnTo>
                  <a:pt x="743" y="110"/>
                </a:lnTo>
                <a:lnTo>
                  <a:pt x="743" y="111"/>
                </a:lnTo>
                <a:lnTo>
                  <a:pt x="742" y="111"/>
                </a:lnTo>
                <a:lnTo>
                  <a:pt x="742" y="112"/>
                </a:lnTo>
                <a:lnTo>
                  <a:pt x="741" y="112"/>
                </a:lnTo>
                <a:lnTo>
                  <a:pt x="741" y="113"/>
                </a:lnTo>
                <a:lnTo>
                  <a:pt x="740" y="113"/>
                </a:lnTo>
                <a:lnTo>
                  <a:pt x="739" y="113"/>
                </a:lnTo>
                <a:lnTo>
                  <a:pt x="737" y="113"/>
                </a:lnTo>
                <a:lnTo>
                  <a:pt x="737" y="114"/>
                </a:lnTo>
                <a:lnTo>
                  <a:pt x="736" y="115"/>
                </a:lnTo>
                <a:lnTo>
                  <a:pt x="737" y="115"/>
                </a:lnTo>
                <a:lnTo>
                  <a:pt x="737" y="116"/>
                </a:lnTo>
                <a:lnTo>
                  <a:pt x="736" y="116"/>
                </a:lnTo>
                <a:lnTo>
                  <a:pt x="736" y="117"/>
                </a:lnTo>
                <a:lnTo>
                  <a:pt x="735" y="117"/>
                </a:lnTo>
                <a:lnTo>
                  <a:pt x="734" y="118"/>
                </a:lnTo>
                <a:lnTo>
                  <a:pt x="735" y="118"/>
                </a:lnTo>
                <a:lnTo>
                  <a:pt x="734" y="118"/>
                </a:lnTo>
                <a:lnTo>
                  <a:pt x="733" y="118"/>
                </a:lnTo>
                <a:lnTo>
                  <a:pt x="733" y="117"/>
                </a:lnTo>
                <a:lnTo>
                  <a:pt x="732" y="118"/>
                </a:lnTo>
                <a:lnTo>
                  <a:pt x="731" y="118"/>
                </a:lnTo>
                <a:lnTo>
                  <a:pt x="731" y="119"/>
                </a:lnTo>
                <a:lnTo>
                  <a:pt x="731" y="118"/>
                </a:lnTo>
                <a:lnTo>
                  <a:pt x="730" y="118"/>
                </a:lnTo>
                <a:lnTo>
                  <a:pt x="729" y="118"/>
                </a:lnTo>
                <a:lnTo>
                  <a:pt x="728" y="118"/>
                </a:lnTo>
                <a:lnTo>
                  <a:pt x="727" y="118"/>
                </a:lnTo>
                <a:lnTo>
                  <a:pt x="726" y="118"/>
                </a:lnTo>
                <a:lnTo>
                  <a:pt x="725" y="118"/>
                </a:lnTo>
                <a:lnTo>
                  <a:pt x="723" y="118"/>
                </a:lnTo>
                <a:lnTo>
                  <a:pt x="722" y="118"/>
                </a:lnTo>
                <a:lnTo>
                  <a:pt x="721" y="118"/>
                </a:lnTo>
                <a:lnTo>
                  <a:pt x="720" y="118"/>
                </a:lnTo>
                <a:lnTo>
                  <a:pt x="720" y="119"/>
                </a:lnTo>
                <a:lnTo>
                  <a:pt x="719" y="119"/>
                </a:lnTo>
                <a:lnTo>
                  <a:pt x="718" y="119"/>
                </a:lnTo>
                <a:lnTo>
                  <a:pt x="718" y="118"/>
                </a:lnTo>
                <a:lnTo>
                  <a:pt x="718" y="117"/>
                </a:lnTo>
                <a:lnTo>
                  <a:pt x="719" y="117"/>
                </a:lnTo>
                <a:lnTo>
                  <a:pt x="718" y="116"/>
                </a:lnTo>
                <a:lnTo>
                  <a:pt x="718" y="115"/>
                </a:lnTo>
                <a:lnTo>
                  <a:pt x="717" y="115"/>
                </a:lnTo>
                <a:lnTo>
                  <a:pt x="717" y="114"/>
                </a:lnTo>
                <a:lnTo>
                  <a:pt x="717" y="113"/>
                </a:lnTo>
                <a:lnTo>
                  <a:pt x="718" y="113"/>
                </a:lnTo>
                <a:lnTo>
                  <a:pt x="718" y="112"/>
                </a:lnTo>
                <a:lnTo>
                  <a:pt x="718" y="111"/>
                </a:lnTo>
                <a:lnTo>
                  <a:pt x="720" y="111"/>
                </a:lnTo>
                <a:lnTo>
                  <a:pt x="721" y="111"/>
                </a:lnTo>
                <a:lnTo>
                  <a:pt x="722" y="111"/>
                </a:lnTo>
                <a:lnTo>
                  <a:pt x="723" y="111"/>
                </a:lnTo>
                <a:lnTo>
                  <a:pt x="724" y="110"/>
                </a:lnTo>
                <a:lnTo>
                  <a:pt x="723" y="110"/>
                </a:lnTo>
                <a:lnTo>
                  <a:pt x="722" y="110"/>
                </a:lnTo>
                <a:lnTo>
                  <a:pt x="721" y="110"/>
                </a:lnTo>
                <a:lnTo>
                  <a:pt x="720" y="111"/>
                </a:lnTo>
                <a:lnTo>
                  <a:pt x="718" y="111"/>
                </a:lnTo>
                <a:lnTo>
                  <a:pt x="717" y="110"/>
                </a:lnTo>
                <a:lnTo>
                  <a:pt x="717" y="111"/>
                </a:lnTo>
                <a:lnTo>
                  <a:pt x="715" y="111"/>
                </a:lnTo>
                <a:lnTo>
                  <a:pt x="714" y="110"/>
                </a:lnTo>
                <a:lnTo>
                  <a:pt x="714" y="109"/>
                </a:lnTo>
                <a:lnTo>
                  <a:pt x="714" y="108"/>
                </a:lnTo>
                <a:lnTo>
                  <a:pt x="713" y="108"/>
                </a:lnTo>
                <a:lnTo>
                  <a:pt x="712" y="108"/>
                </a:lnTo>
                <a:lnTo>
                  <a:pt x="712" y="107"/>
                </a:lnTo>
                <a:lnTo>
                  <a:pt x="712" y="106"/>
                </a:lnTo>
                <a:lnTo>
                  <a:pt x="713" y="106"/>
                </a:lnTo>
                <a:lnTo>
                  <a:pt x="713" y="104"/>
                </a:lnTo>
                <a:lnTo>
                  <a:pt x="714" y="103"/>
                </a:lnTo>
                <a:lnTo>
                  <a:pt x="714" y="102"/>
                </a:lnTo>
                <a:lnTo>
                  <a:pt x="714" y="101"/>
                </a:lnTo>
                <a:lnTo>
                  <a:pt x="714" y="100"/>
                </a:lnTo>
                <a:lnTo>
                  <a:pt x="714" y="99"/>
                </a:lnTo>
                <a:lnTo>
                  <a:pt x="715" y="99"/>
                </a:lnTo>
                <a:lnTo>
                  <a:pt x="716" y="99"/>
                </a:lnTo>
                <a:lnTo>
                  <a:pt x="716" y="98"/>
                </a:lnTo>
                <a:lnTo>
                  <a:pt x="716" y="97"/>
                </a:lnTo>
                <a:lnTo>
                  <a:pt x="716" y="96"/>
                </a:lnTo>
                <a:lnTo>
                  <a:pt x="717" y="96"/>
                </a:lnTo>
                <a:lnTo>
                  <a:pt x="717" y="95"/>
                </a:lnTo>
                <a:lnTo>
                  <a:pt x="718" y="94"/>
                </a:lnTo>
                <a:lnTo>
                  <a:pt x="717" y="94"/>
                </a:lnTo>
                <a:lnTo>
                  <a:pt x="717" y="95"/>
                </a:lnTo>
                <a:lnTo>
                  <a:pt x="716" y="96"/>
                </a:lnTo>
                <a:lnTo>
                  <a:pt x="716" y="95"/>
                </a:lnTo>
                <a:lnTo>
                  <a:pt x="716" y="94"/>
                </a:lnTo>
                <a:lnTo>
                  <a:pt x="715" y="94"/>
                </a:lnTo>
                <a:lnTo>
                  <a:pt x="715" y="93"/>
                </a:lnTo>
                <a:lnTo>
                  <a:pt x="714" y="93"/>
                </a:lnTo>
                <a:lnTo>
                  <a:pt x="715" y="93"/>
                </a:lnTo>
                <a:lnTo>
                  <a:pt x="715" y="94"/>
                </a:lnTo>
                <a:lnTo>
                  <a:pt x="716" y="95"/>
                </a:lnTo>
                <a:lnTo>
                  <a:pt x="716" y="96"/>
                </a:lnTo>
                <a:lnTo>
                  <a:pt x="715" y="96"/>
                </a:lnTo>
                <a:lnTo>
                  <a:pt x="715" y="97"/>
                </a:lnTo>
                <a:lnTo>
                  <a:pt x="714" y="98"/>
                </a:lnTo>
                <a:lnTo>
                  <a:pt x="713" y="98"/>
                </a:lnTo>
                <a:lnTo>
                  <a:pt x="712" y="99"/>
                </a:lnTo>
                <a:lnTo>
                  <a:pt x="712" y="100"/>
                </a:lnTo>
                <a:lnTo>
                  <a:pt x="712" y="101"/>
                </a:lnTo>
                <a:lnTo>
                  <a:pt x="712" y="102"/>
                </a:lnTo>
                <a:lnTo>
                  <a:pt x="712" y="104"/>
                </a:lnTo>
                <a:lnTo>
                  <a:pt x="712" y="106"/>
                </a:lnTo>
                <a:lnTo>
                  <a:pt x="712" y="107"/>
                </a:lnTo>
                <a:lnTo>
                  <a:pt x="711" y="107"/>
                </a:lnTo>
                <a:lnTo>
                  <a:pt x="710" y="107"/>
                </a:lnTo>
                <a:lnTo>
                  <a:pt x="710" y="106"/>
                </a:lnTo>
                <a:lnTo>
                  <a:pt x="709" y="106"/>
                </a:lnTo>
                <a:lnTo>
                  <a:pt x="708" y="106"/>
                </a:lnTo>
                <a:lnTo>
                  <a:pt x="708" y="107"/>
                </a:lnTo>
                <a:lnTo>
                  <a:pt x="707" y="107"/>
                </a:lnTo>
                <a:lnTo>
                  <a:pt x="706" y="109"/>
                </a:lnTo>
                <a:lnTo>
                  <a:pt x="706" y="110"/>
                </a:lnTo>
                <a:lnTo>
                  <a:pt x="707" y="111"/>
                </a:lnTo>
                <a:lnTo>
                  <a:pt x="706" y="111"/>
                </a:lnTo>
                <a:lnTo>
                  <a:pt x="705" y="112"/>
                </a:lnTo>
                <a:lnTo>
                  <a:pt x="704" y="113"/>
                </a:lnTo>
                <a:lnTo>
                  <a:pt x="703" y="113"/>
                </a:lnTo>
                <a:lnTo>
                  <a:pt x="703" y="114"/>
                </a:lnTo>
                <a:lnTo>
                  <a:pt x="702" y="114"/>
                </a:lnTo>
                <a:lnTo>
                  <a:pt x="701" y="114"/>
                </a:lnTo>
                <a:lnTo>
                  <a:pt x="701" y="113"/>
                </a:lnTo>
                <a:lnTo>
                  <a:pt x="701" y="112"/>
                </a:lnTo>
                <a:lnTo>
                  <a:pt x="701" y="110"/>
                </a:lnTo>
                <a:lnTo>
                  <a:pt x="700" y="109"/>
                </a:lnTo>
                <a:lnTo>
                  <a:pt x="699" y="109"/>
                </a:lnTo>
                <a:lnTo>
                  <a:pt x="699" y="108"/>
                </a:lnTo>
                <a:lnTo>
                  <a:pt x="699" y="107"/>
                </a:lnTo>
                <a:lnTo>
                  <a:pt x="698" y="107"/>
                </a:lnTo>
                <a:lnTo>
                  <a:pt x="697" y="106"/>
                </a:lnTo>
                <a:lnTo>
                  <a:pt x="697" y="105"/>
                </a:lnTo>
                <a:lnTo>
                  <a:pt x="697" y="104"/>
                </a:lnTo>
                <a:lnTo>
                  <a:pt x="696" y="104"/>
                </a:lnTo>
                <a:lnTo>
                  <a:pt x="696" y="106"/>
                </a:lnTo>
                <a:lnTo>
                  <a:pt x="697" y="106"/>
                </a:lnTo>
                <a:lnTo>
                  <a:pt x="697" y="107"/>
                </a:lnTo>
                <a:lnTo>
                  <a:pt x="695" y="108"/>
                </a:lnTo>
                <a:lnTo>
                  <a:pt x="694" y="107"/>
                </a:lnTo>
                <a:lnTo>
                  <a:pt x="693" y="106"/>
                </a:lnTo>
                <a:lnTo>
                  <a:pt x="692" y="106"/>
                </a:lnTo>
                <a:lnTo>
                  <a:pt x="691" y="105"/>
                </a:lnTo>
                <a:lnTo>
                  <a:pt x="691" y="106"/>
                </a:lnTo>
                <a:lnTo>
                  <a:pt x="692" y="106"/>
                </a:lnTo>
                <a:lnTo>
                  <a:pt x="692" y="107"/>
                </a:lnTo>
                <a:lnTo>
                  <a:pt x="693" y="107"/>
                </a:lnTo>
                <a:lnTo>
                  <a:pt x="694" y="107"/>
                </a:lnTo>
                <a:lnTo>
                  <a:pt x="694" y="108"/>
                </a:lnTo>
                <a:lnTo>
                  <a:pt x="693" y="108"/>
                </a:lnTo>
                <a:lnTo>
                  <a:pt x="694" y="109"/>
                </a:lnTo>
                <a:lnTo>
                  <a:pt x="695" y="109"/>
                </a:lnTo>
                <a:lnTo>
                  <a:pt x="694" y="109"/>
                </a:lnTo>
                <a:lnTo>
                  <a:pt x="694" y="110"/>
                </a:lnTo>
                <a:lnTo>
                  <a:pt x="693" y="111"/>
                </a:lnTo>
                <a:lnTo>
                  <a:pt x="692" y="111"/>
                </a:lnTo>
                <a:lnTo>
                  <a:pt x="690" y="112"/>
                </a:lnTo>
                <a:lnTo>
                  <a:pt x="690" y="113"/>
                </a:lnTo>
                <a:lnTo>
                  <a:pt x="689" y="113"/>
                </a:lnTo>
                <a:lnTo>
                  <a:pt x="688" y="113"/>
                </a:lnTo>
                <a:lnTo>
                  <a:pt x="688" y="114"/>
                </a:lnTo>
                <a:lnTo>
                  <a:pt x="687" y="114"/>
                </a:lnTo>
                <a:lnTo>
                  <a:pt x="686" y="114"/>
                </a:lnTo>
                <a:lnTo>
                  <a:pt x="685" y="115"/>
                </a:lnTo>
                <a:lnTo>
                  <a:pt x="685" y="116"/>
                </a:lnTo>
                <a:lnTo>
                  <a:pt x="684" y="116"/>
                </a:lnTo>
                <a:lnTo>
                  <a:pt x="683" y="117"/>
                </a:lnTo>
                <a:lnTo>
                  <a:pt x="681" y="118"/>
                </a:lnTo>
                <a:lnTo>
                  <a:pt x="680" y="119"/>
                </a:lnTo>
                <a:lnTo>
                  <a:pt x="679" y="119"/>
                </a:lnTo>
                <a:lnTo>
                  <a:pt x="678" y="120"/>
                </a:lnTo>
                <a:lnTo>
                  <a:pt x="675" y="122"/>
                </a:lnTo>
                <a:lnTo>
                  <a:pt x="674" y="124"/>
                </a:lnTo>
                <a:lnTo>
                  <a:pt x="674" y="125"/>
                </a:lnTo>
                <a:lnTo>
                  <a:pt x="674" y="126"/>
                </a:lnTo>
                <a:lnTo>
                  <a:pt x="675" y="126"/>
                </a:lnTo>
                <a:lnTo>
                  <a:pt x="675" y="127"/>
                </a:lnTo>
                <a:lnTo>
                  <a:pt x="673" y="128"/>
                </a:lnTo>
                <a:lnTo>
                  <a:pt x="673" y="129"/>
                </a:lnTo>
                <a:lnTo>
                  <a:pt x="673" y="130"/>
                </a:lnTo>
                <a:lnTo>
                  <a:pt x="672" y="130"/>
                </a:lnTo>
                <a:lnTo>
                  <a:pt x="672" y="129"/>
                </a:lnTo>
                <a:lnTo>
                  <a:pt x="671" y="129"/>
                </a:lnTo>
                <a:lnTo>
                  <a:pt x="671" y="130"/>
                </a:lnTo>
                <a:lnTo>
                  <a:pt x="670" y="130"/>
                </a:lnTo>
                <a:lnTo>
                  <a:pt x="669" y="130"/>
                </a:lnTo>
                <a:lnTo>
                  <a:pt x="668" y="131"/>
                </a:lnTo>
                <a:lnTo>
                  <a:pt x="667" y="131"/>
                </a:lnTo>
                <a:lnTo>
                  <a:pt x="666" y="132"/>
                </a:lnTo>
                <a:lnTo>
                  <a:pt x="664" y="133"/>
                </a:lnTo>
                <a:lnTo>
                  <a:pt x="664" y="134"/>
                </a:lnTo>
                <a:lnTo>
                  <a:pt x="663" y="134"/>
                </a:lnTo>
                <a:lnTo>
                  <a:pt x="663" y="133"/>
                </a:lnTo>
                <a:lnTo>
                  <a:pt x="663" y="132"/>
                </a:lnTo>
                <a:lnTo>
                  <a:pt x="664" y="132"/>
                </a:lnTo>
                <a:lnTo>
                  <a:pt x="664" y="131"/>
                </a:lnTo>
                <a:lnTo>
                  <a:pt x="665" y="131"/>
                </a:lnTo>
                <a:lnTo>
                  <a:pt x="665" y="130"/>
                </a:lnTo>
                <a:lnTo>
                  <a:pt x="665" y="131"/>
                </a:lnTo>
                <a:lnTo>
                  <a:pt x="664" y="131"/>
                </a:lnTo>
                <a:lnTo>
                  <a:pt x="663" y="132"/>
                </a:lnTo>
                <a:lnTo>
                  <a:pt x="663" y="133"/>
                </a:lnTo>
                <a:lnTo>
                  <a:pt x="663" y="134"/>
                </a:lnTo>
                <a:lnTo>
                  <a:pt x="663" y="135"/>
                </a:lnTo>
                <a:lnTo>
                  <a:pt x="663" y="136"/>
                </a:lnTo>
                <a:lnTo>
                  <a:pt x="663" y="137"/>
                </a:lnTo>
                <a:lnTo>
                  <a:pt x="664" y="137"/>
                </a:lnTo>
                <a:lnTo>
                  <a:pt x="664" y="138"/>
                </a:lnTo>
                <a:lnTo>
                  <a:pt x="664" y="139"/>
                </a:lnTo>
                <a:lnTo>
                  <a:pt x="664" y="140"/>
                </a:lnTo>
                <a:lnTo>
                  <a:pt x="665" y="140"/>
                </a:lnTo>
                <a:lnTo>
                  <a:pt x="665" y="141"/>
                </a:lnTo>
                <a:lnTo>
                  <a:pt x="666" y="141"/>
                </a:lnTo>
                <a:lnTo>
                  <a:pt x="666" y="142"/>
                </a:lnTo>
                <a:lnTo>
                  <a:pt x="667" y="143"/>
                </a:lnTo>
                <a:lnTo>
                  <a:pt x="666" y="143"/>
                </a:lnTo>
                <a:lnTo>
                  <a:pt x="665" y="143"/>
                </a:lnTo>
                <a:lnTo>
                  <a:pt x="663" y="143"/>
                </a:lnTo>
                <a:lnTo>
                  <a:pt x="662" y="142"/>
                </a:lnTo>
                <a:lnTo>
                  <a:pt x="662" y="141"/>
                </a:lnTo>
                <a:lnTo>
                  <a:pt x="662" y="139"/>
                </a:lnTo>
                <a:lnTo>
                  <a:pt x="661" y="140"/>
                </a:lnTo>
                <a:lnTo>
                  <a:pt x="660" y="140"/>
                </a:lnTo>
                <a:lnTo>
                  <a:pt x="660" y="141"/>
                </a:lnTo>
                <a:lnTo>
                  <a:pt x="659" y="141"/>
                </a:lnTo>
                <a:lnTo>
                  <a:pt x="659" y="140"/>
                </a:lnTo>
                <a:lnTo>
                  <a:pt x="658" y="140"/>
                </a:lnTo>
                <a:lnTo>
                  <a:pt x="657" y="140"/>
                </a:lnTo>
                <a:lnTo>
                  <a:pt x="657" y="141"/>
                </a:lnTo>
                <a:lnTo>
                  <a:pt x="658" y="141"/>
                </a:lnTo>
                <a:lnTo>
                  <a:pt x="658" y="142"/>
                </a:lnTo>
                <a:lnTo>
                  <a:pt x="659" y="143"/>
                </a:lnTo>
                <a:lnTo>
                  <a:pt x="659" y="144"/>
                </a:lnTo>
                <a:lnTo>
                  <a:pt x="658" y="145"/>
                </a:lnTo>
                <a:lnTo>
                  <a:pt x="657" y="145"/>
                </a:lnTo>
                <a:lnTo>
                  <a:pt x="656" y="144"/>
                </a:lnTo>
                <a:lnTo>
                  <a:pt x="657" y="144"/>
                </a:lnTo>
                <a:lnTo>
                  <a:pt x="657" y="142"/>
                </a:lnTo>
                <a:lnTo>
                  <a:pt x="656" y="142"/>
                </a:lnTo>
                <a:lnTo>
                  <a:pt x="655" y="142"/>
                </a:lnTo>
                <a:lnTo>
                  <a:pt x="654" y="142"/>
                </a:lnTo>
                <a:lnTo>
                  <a:pt x="654" y="141"/>
                </a:lnTo>
                <a:lnTo>
                  <a:pt x="653" y="141"/>
                </a:lnTo>
                <a:lnTo>
                  <a:pt x="653" y="142"/>
                </a:lnTo>
                <a:lnTo>
                  <a:pt x="652" y="142"/>
                </a:lnTo>
                <a:lnTo>
                  <a:pt x="652" y="141"/>
                </a:lnTo>
                <a:lnTo>
                  <a:pt x="651" y="140"/>
                </a:lnTo>
                <a:lnTo>
                  <a:pt x="650" y="141"/>
                </a:lnTo>
                <a:lnTo>
                  <a:pt x="649" y="140"/>
                </a:lnTo>
                <a:lnTo>
                  <a:pt x="649" y="139"/>
                </a:lnTo>
                <a:lnTo>
                  <a:pt x="650" y="138"/>
                </a:lnTo>
                <a:lnTo>
                  <a:pt x="651" y="138"/>
                </a:lnTo>
                <a:lnTo>
                  <a:pt x="652" y="137"/>
                </a:lnTo>
                <a:lnTo>
                  <a:pt x="653" y="136"/>
                </a:lnTo>
                <a:lnTo>
                  <a:pt x="654" y="136"/>
                </a:lnTo>
                <a:lnTo>
                  <a:pt x="655" y="136"/>
                </a:lnTo>
                <a:lnTo>
                  <a:pt x="656" y="136"/>
                </a:lnTo>
                <a:lnTo>
                  <a:pt x="656" y="135"/>
                </a:lnTo>
                <a:lnTo>
                  <a:pt x="655" y="135"/>
                </a:lnTo>
                <a:lnTo>
                  <a:pt x="656" y="134"/>
                </a:lnTo>
                <a:lnTo>
                  <a:pt x="657" y="133"/>
                </a:lnTo>
                <a:lnTo>
                  <a:pt x="658" y="132"/>
                </a:lnTo>
                <a:lnTo>
                  <a:pt x="658" y="131"/>
                </a:lnTo>
                <a:lnTo>
                  <a:pt x="658" y="130"/>
                </a:lnTo>
                <a:lnTo>
                  <a:pt x="658" y="129"/>
                </a:lnTo>
                <a:lnTo>
                  <a:pt x="659" y="129"/>
                </a:lnTo>
                <a:lnTo>
                  <a:pt x="660" y="129"/>
                </a:lnTo>
                <a:lnTo>
                  <a:pt x="661" y="129"/>
                </a:lnTo>
                <a:lnTo>
                  <a:pt x="660" y="129"/>
                </a:lnTo>
                <a:lnTo>
                  <a:pt x="659" y="128"/>
                </a:lnTo>
                <a:lnTo>
                  <a:pt x="659" y="129"/>
                </a:lnTo>
                <a:lnTo>
                  <a:pt x="657" y="130"/>
                </a:lnTo>
                <a:lnTo>
                  <a:pt x="656" y="131"/>
                </a:lnTo>
                <a:lnTo>
                  <a:pt x="655" y="132"/>
                </a:lnTo>
                <a:lnTo>
                  <a:pt x="654" y="133"/>
                </a:lnTo>
                <a:lnTo>
                  <a:pt x="653" y="133"/>
                </a:lnTo>
                <a:lnTo>
                  <a:pt x="652" y="134"/>
                </a:lnTo>
                <a:lnTo>
                  <a:pt x="652" y="135"/>
                </a:lnTo>
                <a:lnTo>
                  <a:pt x="652" y="136"/>
                </a:lnTo>
                <a:lnTo>
                  <a:pt x="651" y="136"/>
                </a:lnTo>
                <a:lnTo>
                  <a:pt x="650" y="137"/>
                </a:lnTo>
                <a:lnTo>
                  <a:pt x="650" y="138"/>
                </a:lnTo>
                <a:lnTo>
                  <a:pt x="649" y="138"/>
                </a:lnTo>
                <a:lnTo>
                  <a:pt x="649" y="137"/>
                </a:lnTo>
                <a:lnTo>
                  <a:pt x="650" y="137"/>
                </a:lnTo>
                <a:lnTo>
                  <a:pt x="650" y="136"/>
                </a:lnTo>
                <a:lnTo>
                  <a:pt x="649" y="136"/>
                </a:lnTo>
                <a:lnTo>
                  <a:pt x="649" y="135"/>
                </a:lnTo>
                <a:lnTo>
                  <a:pt x="649" y="134"/>
                </a:lnTo>
                <a:lnTo>
                  <a:pt x="648" y="134"/>
                </a:lnTo>
                <a:lnTo>
                  <a:pt x="647" y="134"/>
                </a:lnTo>
                <a:lnTo>
                  <a:pt x="647" y="135"/>
                </a:lnTo>
                <a:lnTo>
                  <a:pt x="648" y="136"/>
                </a:lnTo>
                <a:lnTo>
                  <a:pt x="648" y="137"/>
                </a:lnTo>
                <a:lnTo>
                  <a:pt x="648" y="138"/>
                </a:lnTo>
                <a:lnTo>
                  <a:pt x="648" y="139"/>
                </a:lnTo>
                <a:lnTo>
                  <a:pt x="649" y="141"/>
                </a:lnTo>
                <a:lnTo>
                  <a:pt x="648" y="141"/>
                </a:lnTo>
                <a:lnTo>
                  <a:pt x="648" y="142"/>
                </a:lnTo>
                <a:lnTo>
                  <a:pt x="647" y="142"/>
                </a:lnTo>
                <a:lnTo>
                  <a:pt x="647" y="143"/>
                </a:lnTo>
                <a:lnTo>
                  <a:pt x="646" y="143"/>
                </a:lnTo>
                <a:lnTo>
                  <a:pt x="645" y="144"/>
                </a:lnTo>
                <a:lnTo>
                  <a:pt x="644" y="144"/>
                </a:lnTo>
                <a:lnTo>
                  <a:pt x="644" y="143"/>
                </a:lnTo>
                <a:lnTo>
                  <a:pt x="643" y="143"/>
                </a:lnTo>
                <a:lnTo>
                  <a:pt x="642" y="143"/>
                </a:lnTo>
                <a:lnTo>
                  <a:pt x="642" y="144"/>
                </a:lnTo>
                <a:lnTo>
                  <a:pt x="641" y="146"/>
                </a:lnTo>
                <a:lnTo>
                  <a:pt x="640" y="146"/>
                </a:lnTo>
                <a:lnTo>
                  <a:pt x="640" y="147"/>
                </a:lnTo>
                <a:lnTo>
                  <a:pt x="640" y="149"/>
                </a:lnTo>
                <a:lnTo>
                  <a:pt x="641" y="149"/>
                </a:lnTo>
                <a:lnTo>
                  <a:pt x="642" y="149"/>
                </a:lnTo>
                <a:lnTo>
                  <a:pt x="643" y="150"/>
                </a:lnTo>
                <a:lnTo>
                  <a:pt x="642" y="150"/>
                </a:lnTo>
                <a:lnTo>
                  <a:pt x="642" y="151"/>
                </a:lnTo>
                <a:lnTo>
                  <a:pt x="641" y="152"/>
                </a:lnTo>
                <a:lnTo>
                  <a:pt x="640" y="152"/>
                </a:lnTo>
                <a:lnTo>
                  <a:pt x="640" y="151"/>
                </a:lnTo>
                <a:lnTo>
                  <a:pt x="640" y="150"/>
                </a:lnTo>
                <a:lnTo>
                  <a:pt x="639" y="150"/>
                </a:lnTo>
                <a:lnTo>
                  <a:pt x="637" y="150"/>
                </a:lnTo>
                <a:lnTo>
                  <a:pt x="636" y="150"/>
                </a:lnTo>
                <a:lnTo>
                  <a:pt x="635" y="151"/>
                </a:lnTo>
                <a:lnTo>
                  <a:pt x="634" y="151"/>
                </a:lnTo>
                <a:lnTo>
                  <a:pt x="633" y="151"/>
                </a:lnTo>
                <a:lnTo>
                  <a:pt x="632" y="151"/>
                </a:lnTo>
                <a:lnTo>
                  <a:pt x="631" y="152"/>
                </a:lnTo>
                <a:lnTo>
                  <a:pt x="630" y="153"/>
                </a:lnTo>
                <a:lnTo>
                  <a:pt x="629" y="154"/>
                </a:lnTo>
                <a:lnTo>
                  <a:pt x="628" y="155"/>
                </a:lnTo>
                <a:lnTo>
                  <a:pt x="628" y="158"/>
                </a:lnTo>
                <a:lnTo>
                  <a:pt x="627" y="158"/>
                </a:lnTo>
                <a:lnTo>
                  <a:pt x="627" y="157"/>
                </a:lnTo>
                <a:lnTo>
                  <a:pt x="627" y="156"/>
                </a:lnTo>
                <a:lnTo>
                  <a:pt x="627" y="155"/>
                </a:lnTo>
                <a:lnTo>
                  <a:pt x="625" y="155"/>
                </a:lnTo>
                <a:lnTo>
                  <a:pt x="624" y="156"/>
                </a:lnTo>
                <a:lnTo>
                  <a:pt x="623" y="156"/>
                </a:lnTo>
                <a:lnTo>
                  <a:pt x="623" y="157"/>
                </a:lnTo>
                <a:lnTo>
                  <a:pt x="622" y="157"/>
                </a:lnTo>
                <a:lnTo>
                  <a:pt x="621" y="158"/>
                </a:lnTo>
                <a:lnTo>
                  <a:pt x="620" y="159"/>
                </a:lnTo>
                <a:lnTo>
                  <a:pt x="619" y="160"/>
                </a:lnTo>
                <a:lnTo>
                  <a:pt x="618" y="161"/>
                </a:lnTo>
                <a:lnTo>
                  <a:pt x="617" y="162"/>
                </a:lnTo>
                <a:lnTo>
                  <a:pt x="615" y="163"/>
                </a:lnTo>
                <a:lnTo>
                  <a:pt x="615" y="164"/>
                </a:lnTo>
                <a:lnTo>
                  <a:pt x="615" y="165"/>
                </a:lnTo>
                <a:lnTo>
                  <a:pt x="614" y="165"/>
                </a:lnTo>
                <a:lnTo>
                  <a:pt x="614" y="166"/>
                </a:lnTo>
                <a:lnTo>
                  <a:pt x="613" y="166"/>
                </a:lnTo>
                <a:lnTo>
                  <a:pt x="613" y="167"/>
                </a:lnTo>
                <a:lnTo>
                  <a:pt x="612" y="167"/>
                </a:lnTo>
                <a:lnTo>
                  <a:pt x="612" y="168"/>
                </a:lnTo>
                <a:lnTo>
                  <a:pt x="611" y="168"/>
                </a:lnTo>
                <a:lnTo>
                  <a:pt x="610" y="168"/>
                </a:lnTo>
                <a:lnTo>
                  <a:pt x="610" y="167"/>
                </a:lnTo>
                <a:lnTo>
                  <a:pt x="610" y="166"/>
                </a:lnTo>
                <a:lnTo>
                  <a:pt x="609" y="165"/>
                </a:lnTo>
                <a:lnTo>
                  <a:pt x="609" y="167"/>
                </a:lnTo>
                <a:lnTo>
                  <a:pt x="609" y="170"/>
                </a:lnTo>
                <a:lnTo>
                  <a:pt x="609" y="171"/>
                </a:lnTo>
                <a:lnTo>
                  <a:pt x="609" y="172"/>
                </a:lnTo>
                <a:lnTo>
                  <a:pt x="608" y="172"/>
                </a:lnTo>
                <a:lnTo>
                  <a:pt x="608" y="173"/>
                </a:lnTo>
                <a:lnTo>
                  <a:pt x="607" y="173"/>
                </a:lnTo>
                <a:lnTo>
                  <a:pt x="606" y="173"/>
                </a:lnTo>
                <a:lnTo>
                  <a:pt x="605" y="173"/>
                </a:lnTo>
                <a:lnTo>
                  <a:pt x="605" y="174"/>
                </a:lnTo>
                <a:lnTo>
                  <a:pt x="604" y="174"/>
                </a:lnTo>
                <a:lnTo>
                  <a:pt x="603" y="174"/>
                </a:lnTo>
                <a:lnTo>
                  <a:pt x="602" y="174"/>
                </a:lnTo>
                <a:lnTo>
                  <a:pt x="601" y="173"/>
                </a:lnTo>
                <a:lnTo>
                  <a:pt x="601" y="175"/>
                </a:lnTo>
                <a:lnTo>
                  <a:pt x="600" y="174"/>
                </a:lnTo>
                <a:lnTo>
                  <a:pt x="599" y="173"/>
                </a:lnTo>
                <a:lnTo>
                  <a:pt x="598" y="173"/>
                </a:lnTo>
                <a:lnTo>
                  <a:pt x="598" y="172"/>
                </a:lnTo>
                <a:lnTo>
                  <a:pt x="598" y="170"/>
                </a:lnTo>
                <a:lnTo>
                  <a:pt x="598" y="169"/>
                </a:lnTo>
                <a:lnTo>
                  <a:pt x="599" y="169"/>
                </a:lnTo>
                <a:lnTo>
                  <a:pt x="599" y="168"/>
                </a:lnTo>
                <a:lnTo>
                  <a:pt x="598" y="168"/>
                </a:lnTo>
                <a:lnTo>
                  <a:pt x="598" y="169"/>
                </a:lnTo>
                <a:lnTo>
                  <a:pt x="597" y="170"/>
                </a:lnTo>
                <a:lnTo>
                  <a:pt x="596" y="169"/>
                </a:lnTo>
                <a:lnTo>
                  <a:pt x="595" y="169"/>
                </a:lnTo>
                <a:lnTo>
                  <a:pt x="594" y="169"/>
                </a:lnTo>
                <a:lnTo>
                  <a:pt x="594" y="168"/>
                </a:lnTo>
                <a:lnTo>
                  <a:pt x="594" y="167"/>
                </a:lnTo>
                <a:lnTo>
                  <a:pt x="594" y="166"/>
                </a:lnTo>
                <a:lnTo>
                  <a:pt x="593" y="165"/>
                </a:lnTo>
                <a:lnTo>
                  <a:pt x="593" y="166"/>
                </a:lnTo>
                <a:lnTo>
                  <a:pt x="594" y="168"/>
                </a:lnTo>
                <a:lnTo>
                  <a:pt x="594" y="169"/>
                </a:lnTo>
                <a:lnTo>
                  <a:pt x="594" y="170"/>
                </a:lnTo>
                <a:lnTo>
                  <a:pt x="593" y="170"/>
                </a:lnTo>
                <a:lnTo>
                  <a:pt x="593" y="169"/>
                </a:lnTo>
                <a:lnTo>
                  <a:pt x="592" y="168"/>
                </a:lnTo>
                <a:lnTo>
                  <a:pt x="592" y="167"/>
                </a:lnTo>
                <a:lnTo>
                  <a:pt x="591" y="166"/>
                </a:lnTo>
                <a:lnTo>
                  <a:pt x="590" y="167"/>
                </a:lnTo>
                <a:lnTo>
                  <a:pt x="591" y="169"/>
                </a:lnTo>
                <a:lnTo>
                  <a:pt x="590" y="170"/>
                </a:lnTo>
                <a:lnTo>
                  <a:pt x="589" y="171"/>
                </a:lnTo>
                <a:lnTo>
                  <a:pt x="589" y="172"/>
                </a:lnTo>
                <a:lnTo>
                  <a:pt x="588" y="172"/>
                </a:lnTo>
                <a:lnTo>
                  <a:pt x="587" y="173"/>
                </a:lnTo>
                <a:lnTo>
                  <a:pt x="586" y="173"/>
                </a:lnTo>
                <a:lnTo>
                  <a:pt x="585" y="173"/>
                </a:lnTo>
                <a:lnTo>
                  <a:pt x="584" y="172"/>
                </a:lnTo>
                <a:lnTo>
                  <a:pt x="584" y="171"/>
                </a:lnTo>
                <a:lnTo>
                  <a:pt x="583" y="171"/>
                </a:lnTo>
                <a:lnTo>
                  <a:pt x="582" y="171"/>
                </a:lnTo>
                <a:lnTo>
                  <a:pt x="583" y="171"/>
                </a:lnTo>
                <a:lnTo>
                  <a:pt x="584" y="171"/>
                </a:lnTo>
                <a:lnTo>
                  <a:pt x="584" y="172"/>
                </a:lnTo>
                <a:lnTo>
                  <a:pt x="584" y="173"/>
                </a:lnTo>
                <a:lnTo>
                  <a:pt x="586" y="174"/>
                </a:lnTo>
                <a:lnTo>
                  <a:pt x="586" y="175"/>
                </a:lnTo>
                <a:lnTo>
                  <a:pt x="585" y="175"/>
                </a:lnTo>
                <a:lnTo>
                  <a:pt x="584" y="176"/>
                </a:lnTo>
                <a:lnTo>
                  <a:pt x="583" y="176"/>
                </a:lnTo>
                <a:lnTo>
                  <a:pt x="582" y="176"/>
                </a:lnTo>
                <a:lnTo>
                  <a:pt x="582" y="177"/>
                </a:lnTo>
                <a:lnTo>
                  <a:pt x="582" y="176"/>
                </a:lnTo>
                <a:lnTo>
                  <a:pt x="583" y="176"/>
                </a:lnTo>
                <a:lnTo>
                  <a:pt x="584" y="176"/>
                </a:lnTo>
                <a:lnTo>
                  <a:pt x="585" y="176"/>
                </a:lnTo>
                <a:lnTo>
                  <a:pt x="586" y="175"/>
                </a:lnTo>
                <a:lnTo>
                  <a:pt x="587" y="174"/>
                </a:lnTo>
                <a:lnTo>
                  <a:pt x="588" y="174"/>
                </a:lnTo>
                <a:lnTo>
                  <a:pt x="589" y="173"/>
                </a:lnTo>
                <a:lnTo>
                  <a:pt x="589" y="172"/>
                </a:lnTo>
                <a:lnTo>
                  <a:pt x="590" y="172"/>
                </a:lnTo>
                <a:lnTo>
                  <a:pt x="591" y="172"/>
                </a:lnTo>
                <a:lnTo>
                  <a:pt x="591" y="173"/>
                </a:lnTo>
                <a:lnTo>
                  <a:pt x="592" y="173"/>
                </a:lnTo>
                <a:lnTo>
                  <a:pt x="593" y="173"/>
                </a:lnTo>
                <a:lnTo>
                  <a:pt x="593" y="174"/>
                </a:lnTo>
                <a:lnTo>
                  <a:pt x="594" y="175"/>
                </a:lnTo>
                <a:lnTo>
                  <a:pt x="595" y="177"/>
                </a:lnTo>
                <a:lnTo>
                  <a:pt x="595" y="176"/>
                </a:lnTo>
                <a:lnTo>
                  <a:pt x="596" y="177"/>
                </a:lnTo>
                <a:lnTo>
                  <a:pt x="597" y="176"/>
                </a:lnTo>
                <a:lnTo>
                  <a:pt x="598" y="176"/>
                </a:lnTo>
                <a:lnTo>
                  <a:pt x="598" y="177"/>
                </a:lnTo>
                <a:lnTo>
                  <a:pt x="601" y="177"/>
                </a:lnTo>
                <a:lnTo>
                  <a:pt x="602" y="177"/>
                </a:lnTo>
                <a:lnTo>
                  <a:pt x="603" y="177"/>
                </a:lnTo>
                <a:lnTo>
                  <a:pt x="603" y="178"/>
                </a:lnTo>
                <a:lnTo>
                  <a:pt x="604" y="179"/>
                </a:lnTo>
                <a:lnTo>
                  <a:pt x="603" y="180"/>
                </a:lnTo>
                <a:lnTo>
                  <a:pt x="603" y="181"/>
                </a:lnTo>
                <a:lnTo>
                  <a:pt x="602" y="182"/>
                </a:lnTo>
                <a:lnTo>
                  <a:pt x="602" y="183"/>
                </a:lnTo>
                <a:lnTo>
                  <a:pt x="602" y="184"/>
                </a:lnTo>
                <a:lnTo>
                  <a:pt x="602" y="185"/>
                </a:lnTo>
                <a:lnTo>
                  <a:pt x="601" y="185"/>
                </a:lnTo>
                <a:lnTo>
                  <a:pt x="602" y="186"/>
                </a:lnTo>
                <a:lnTo>
                  <a:pt x="603" y="187"/>
                </a:lnTo>
                <a:lnTo>
                  <a:pt x="603" y="188"/>
                </a:lnTo>
                <a:lnTo>
                  <a:pt x="604" y="188"/>
                </a:lnTo>
                <a:lnTo>
                  <a:pt x="604" y="189"/>
                </a:lnTo>
                <a:lnTo>
                  <a:pt x="603" y="189"/>
                </a:lnTo>
                <a:lnTo>
                  <a:pt x="602" y="190"/>
                </a:lnTo>
                <a:lnTo>
                  <a:pt x="602" y="191"/>
                </a:lnTo>
                <a:lnTo>
                  <a:pt x="601" y="191"/>
                </a:lnTo>
                <a:lnTo>
                  <a:pt x="600" y="191"/>
                </a:lnTo>
                <a:lnTo>
                  <a:pt x="599" y="191"/>
                </a:lnTo>
                <a:lnTo>
                  <a:pt x="598" y="191"/>
                </a:lnTo>
                <a:lnTo>
                  <a:pt x="598" y="193"/>
                </a:lnTo>
                <a:lnTo>
                  <a:pt x="599" y="193"/>
                </a:lnTo>
                <a:lnTo>
                  <a:pt x="599" y="194"/>
                </a:lnTo>
                <a:lnTo>
                  <a:pt x="600" y="194"/>
                </a:lnTo>
                <a:lnTo>
                  <a:pt x="600" y="195"/>
                </a:lnTo>
                <a:lnTo>
                  <a:pt x="600" y="196"/>
                </a:lnTo>
                <a:lnTo>
                  <a:pt x="599" y="197"/>
                </a:lnTo>
                <a:lnTo>
                  <a:pt x="598" y="198"/>
                </a:lnTo>
                <a:lnTo>
                  <a:pt x="598" y="199"/>
                </a:lnTo>
                <a:lnTo>
                  <a:pt x="598" y="200"/>
                </a:lnTo>
                <a:lnTo>
                  <a:pt x="598" y="201"/>
                </a:lnTo>
                <a:lnTo>
                  <a:pt x="599" y="201"/>
                </a:lnTo>
                <a:lnTo>
                  <a:pt x="598" y="201"/>
                </a:lnTo>
                <a:lnTo>
                  <a:pt x="598" y="202"/>
                </a:lnTo>
                <a:lnTo>
                  <a:pt x="597" y="202"/>
                </a:lnTo>
                <a:lnTo>
                  <a:pt x="598" y="203"/>
                </a:lnTo>
                <a:lnTo>
                  <a:pt x="597" y="203"/>
                </a:lnTo>
                <a:lnTo>
                  <a:pt x="597" y="202"/>
                </a:lnTo>
                <a:lnTo>
                  <a:pt x="596" y="202"/>
                </a:lnTo>
                <a:lnTo>
                  <a:pt x="595" y="202"/>
                </a:lnTo>
                <a:lnTo>
                  <a:pt x="595" y="201"/>
                </a:lnTo>
                <a:lnTo>
                  <a:pt x="595" y="200"/>
                </a:lnTo>
                <a:lnTo>
                  <a:pt x="594" y="200"/>
                </a:lnTo>
                <a:lnTo>
                  <a:pt x="594" y="199"/>
                </a:lnTo>
                <a:lnTo>
                  <a:pt x="595" y="198"/>
                </a:lnTo>
                <a:lnTo>
                  <a:pt x="595" y="197"/>
                </a:lnTo>
                <a:lnTo>
                  <a:pt x="595" y="196"/>
                </a:lnTo>
                <a:lnTo>
                  <a:pt x="594" y="196"/>
                </a:lnTo>
                <a:lnTo>
                  <a:pt x="594" y="195"/>
                </a:lnTo>
                <a:lnTo>
                  <a:pt x="593" y="195"/>
                </a:lnTo>
                <a:lnTo>
                  <a:pt x="592" y="195"/>
                </a:lnTo>
                <a:lnTo>
                  <a:pt x="592" y="194"/>
                </a:lnTo>
                <a:lnTo>
                  <a:pt x="592" y="192"/>
                </a:lnTo>
                <a:lnTo>
                  <a:pt x="592" y="191"/>
                </a:lnTo>
                <a:lnTo>
                  <a:pt x="591" y="191"/>
                </a:lnTo>
                <a:lnTo>
                  <a:pt x="590" y="191"/>
                </a:lnTo>
                <a:lnTo>
                  <a:pt x="589" y="191"/>
                </a:lnTo>
                <a:lnTo>
                  <a:pt x="587" y="192"/>
                </a:lnTo>
                <a:lnTo>
                  <a:pt x="583" y="193"/>
                </a:lnTo>
                <a:lnTo>
                  <a:pt x="583" y="192"/>
                </a:lnTo>
                <a:lnTo>
                  <a:pt x="582" y="193"/>
                </a:lnTo>
                <a:lnTo>
                  <a:pt x="582" y="194"/>
                </a:lnTo>
                <a:lnTo>
                  <a:pt x="583" y="194"/>
                </a:lnTo>
                <a:lnTo>
                  <a:pt x="583" y="195"/>
                </a:lnTo>
                <a:lnTo>
                  <a:pt x="584" y="195"/>
                </a:lnTo>
                <a:lnTo>
                  <a:pt x="584" y="196"/>
                </a:lnTo>
                <a:lnTo>
                  <a:pt x="583" y="196"/>
                </a:lnTo>
                <a:lnTo>
                  <a:pt x="582" y="196"/>
                </a:lnTo>
                <a:lnTo>
                  <a:pt x="581" y="196"/>
                </a:lnTo>
                <a:lnTo>
                  <a:pt x="581" y="197"/>
                </a:lnTo>
                <a:lnTo>
                  <a:pt x="580" y="197"/>
                </a:lnTo>
                <a:lnTo>
                  <a:pt x="580" y="198"/>
                </a:lnTo>
                <a:lnTo>
                  <a:pt x="581" y="198"/>
                </a:lnTo>
                <a:lnTo>
                  <a:pt x="581" y="199"/>
                </a:lnTo>
                <a:lnTo>
                  <a:pt x="581" y="200"/>
                </a:lnTo>
                <a:lnTo>
                  <a:pt x="580" y="200"/>
                </a:lnTo>
                <a:lnTo>
                  <a:pt x="580" y="199"/>
                </a:lnTo>
                <a:lnTo>
                  <a:pt x="579" y="199"/>
                </a:lnTo>
                <a:lnTo>
                  <a:pt x="579" y="200"/>
                </a:lnTo>
                <a:lnTo>
                  <a:pt x="579" y="201"/>
                </a:lnTo>
                <a:lnTo>
                  <a:pt x="579" y="202"/>
                </a:lnTo>
                <a:lnTo>
                  <a:pt x="578" y="203"/>
                </a:lnTo>
                <a:lnTo>
                  <a:pt x="578" y="205"/>
                </a:lnTo>
                <a:lnTo>
                  <a:pt x="579" y="206"/>
                </a:lnTo>
                <a:lnTo>
                  <a:pt x="580" y="206"/>
                </a:lnTo>
                <a:lnTo>
                  <a:pt x="581" y="206"/>
                </a:lnTo>
                <a:lnTo>
                  <a:pt x="581" y="207"/>
                </a:lnTo>
                <a:lnTo>
                  <a:pt x="582" y="207"/>
                </a:lnTo>
                <a:lnTo>
                  <a:pt x="583" y="208"/>
                </a:lnTo>
                <a:lnTo>
                  <a:pt x="583" y="209"/>
                </a:lnTo>
                <a:lnTo>
                  <a:pt x="584" y="209"/>
                </a:lnTo>
                <a:lnTo>
                  <a:pt x="584" y="210"/>
                </a:lnTo>
                <a:lnTo>
                  <a:pt x="583" y="210"/>
                </a:lnTo>
                <a:lnTo>
                  <a:pt x="582" y="210"/>
                </a:lnTo>
                <a:lnTo>
                  <a:pt x="581" y="210"/>
                </a:lnTo>
                <a:lnTo>
                  <a:pt x="580" y="210"/>
                </a:lnTo>
                <a:lnTo>
                  <a:pt x="580" y="211"/>
                </a:lnTo>
                <a:lnTo>
                  <a:pt x="579" y="211"/>
                </a:lnTo>
                <a:lnTo>
                  <a:pt x="578" y="210"/>
                </a:lnTo>
                <a:lnTo>
                  <a:pt x="577" y="210"/>
                </a:lnTo>
                <a:lnTo>
                  <a:pt x="576" y="210"/>
                </a:lnTo>
                <a:lnTo>
                  <a:pt x="576" y="211"/>
                </a:lnTo>
                <a:lnTo>
                  <a:pt x="576" y="212"/>
                </a:lnTo>
                <a:lnTo>
                  <a:pt x="575" y="212"/>
                </a:lnTo>
                <a:lnTo>
                  <a:pt x="576" y="212"/>
                </a:lnTo>
                <a:lnTo>
                  <a:pt x="576" y="213"/>
                </a:lnTo>
                <a:lnTo>
                  <a:pt x="576" y="214"/>
                </a:lnTo>
                <a:lnTo>
                  <a:pt x="577" y="214"/>
                </a:lnTo>
                <a:lnTo>
                  <a:pt x="577" y="215"/>
                </a:lnTo>
                <a:lnTo>
                  <a:pt x="577" y="216"/>
                </a:lnTo>
                <a:lnTo>
                  <a:pt x="576" y="216"/>
                </a:lnTo>
                <a:lnTo>
                  <a:pt x="576" y="217"/>
                </a:lnTo>
                <a:lnTo>
                  <a:pt x="576" y="218"/>
                </a:lnTo>
                <a:lnTo>
                  <a:pt x="577" y="219"/>
                </a:lnTo>
                <a:lnTo>
                  <a:pt x="578" y="218"/>
                </a:lnTo>
                <a:lnTo>
                  <a:pt x="579" y="218"/>
                </a:lnTo>
                <a:lnTo>
                  <a:pt x="579" y="217"/>
                </a:lnTo>
                <a:lnTo>
                  <a:pt x="580" y="218"/>
                </a:lnTo>
                <a:lnTo>
                  <a:pt x="580" y="220"/>
                </a:lnTo>
                <a:lnTo>
                  <a:pt x="579" y="220"/>
                </a:lnTo>
                <a:lnTo>
                  <a:pt x="580" y="221"/>
                </a:lnTo>
                <a:lnTo>
                  <a:pt x="580" y="222"/>
                </a:lnTo>
                <a:lnTo>
                  <a:pt x="579" y="222"/>
                </a:lnTo>
                <a:lnTo>
                  <a:pt x="579" y="223"/>
                </a:lnTo>
                <a:lnTo>
                  <a:pt x="580" y="223"/>
                </a:lnTo>
                <a:lnTo>
                  <a:pt x="580" y="224"/>
                </a:lnTo>
                <a:lnTo>
                  <a:pt x="581" y="225"/>
                </a:lnTo>
                <a:lnTo>
                  <a:pt x="581" y="226"/>
                </a:lnTo>
                <a:lnTo>
                  <a:pt x="582" y="227"/>
                </a:lnTo>
                <a:lnTo>
                  <a:pt x="582" y="228"/>
                </a:lnTo>
                <a:lnTo>
                  <a:pt x="581" y="228"/>
                </a:lnTo>
                <a:lnTo>
                  <a:pt x="581" y="229"/>
                </a:lnTo>
                <a:lnTo>
                  <a:pt x="582" y="229"/>
                </a:lnTo>
                <a:lnTo>
                  <a:pt x="582" y="230"/>
                </a:lnTo>
                <a:lnTo>
                  <a:pt x="582" y="231"/>
                </a:lnTo>
                <a:lnTo>
                  <a:pt x="583" y="233"/>
                </a:lnTo>
                <a:lnTo>
                  <a:pt x="583" y="234"/>
                </a:lnTo>
                <a:lnTo>
                  <a:pt x="584" y="234"/>
                </a:lnTo>
                <a:lnTo>
                  <a:pt x="584" y="235"/>
                </a:lnTo>
                <a:lnTo>
                  <a:pt x="585" y="235"/>
                </a:lnTo>
                <a:lnTo>
                  <a:pt x="586" y="235"/>
                </a:lnTo>
                <a:lnTo>
                  <a:pt x="586" y="236"/>
                </a:lnTo>
                <a:lnTo>
                  <a:pt x="585" y="236"/>
                </a:lnTo>
                <a:lnTo>
                  <a:pt x="584" y="237"/>
                </a:lnTo>
                <a:lnTo>
                  <a:pt x="583" y="237"/>
                </a:lnTo>
                <a:lnTo>
                  <a:pt x="582" y="236"/>
                </a:lnTo>
                <a:lnTo>
                  <a:pt x="581" y="236"/>
                </a:lnTo>
                <a:lnTo>
                  <a:pt x="580" y="237"/>
                </a:lnTo>
                <a:lnTo>
                  <a:pt x="580" y="238"/>
                </a:lnTo>
                <a:lnTo>
                  <a:pt x="579" y="239"/>
                </a:lnTo>
                <a:lnTo>
                  <a:pt x="578" y="239"/>
                </a:lnTo>
                <a:lnTo>
                  <a:pt x="577" y="239"/>
                </a:lnTo>
                <a:lnTo>
                  <a:pt x="577" y="238"/>
                </a:lnTo>
                <a:lnTo>
                  <a:pt x="576" y="238"/>
                </a:lnTo>
                <a:lnTo>
                  <a:pt x="575" y="239"/>
                </a:lnTo>
                <a:lnTo>
                  <a:pt x="575" y="240"/>
                </a:lnTo>
                <a:lnTo>
                  <a:pt x="575" y="241"/>
                </a:lnTo>
                <a:lnTo>
                  <a:pt x="575" y="242"/>
                </a:lnTo>
                <a:lnTo>
                  <a:pt x="574" y="242"/>
                </a:lnTo>
                <a:lnTo>
                  <a:pt x="573" y="242"/>
                </a:lnTo>
                <a:lnTo>
                  <a:pt x="573" y="241"/>
                </a:lnTo>
                <a:lnTo>
                  <a:pt x="573" y="240"/>
                </a:lnTo>
                <a:lnTo>
                  <a:pt x="572" y="240"/>
                </a:lnTo>
                <a:lnTo>
                  <a:pt x="571" y="241"/>
                </a:lnTo>
                <a:lnTo>
                  <a:pt x="570" y="241"/>
                </a:lnTo>
                <a:lnTo>
                  <a:pt x="569" y="241"/>
                </a:lnTo>
                <a:lnTo>
                  <a:pt x="569" y="242"/>
                </a:lnTo>
                <a:lnTo>
                  <a:pt x="570" y="243"/>
                </a:lnTo>
                <a:lnTo>
                  <a:pt x="569" y="244"/>
                </a:lnTo>
                <a:lnTo>
                  <a:pt x="568" y="244"/>
                </a:lnTo>
                <a:lnTo>
                  <a:pt x="567" y="243"/>
                </a:lnTo>
                <a:lnTo>
                  <a:pt x="567" y="244"/>
                </a:lnTo>
                <a:lnTo>
                  <a:pt x="566" y="244"/>
                </a:lnTo>
                <a:lnTo>
                  <a:pt x="565" y="245"/>
                </a:lnTo>
                <a:lnTo>
                  <a:pt x="564" y="245"/>
                </a:lnTo>
                <a:lnTo>
                  <a:pt x="563" y="245"/>
                </a:lnTo>
                <a:lnTo>
                  <a:pt x="562" y="245"/>
                </a:lnTo>
                <a:lnTo>
                  <a:pt x="561" y="246"/>
                </a:lnTo>
                <a:lnTo>
                  <a:pt x="561" y="247"/>
                </a:lnTo>
                <a:lnTo>
                  <a:pt x="560" y="247"/>
                </a:lnTo>
                <a:lnTo>
                  <a:pt x="559" y="249"/>
                </a:lnTo>
                <a:lnTo>
                  <a:pt x="558" y="250"/>
                </a:lnTo>
                <a:lnTo>
                  <a:pt x="558" y="251"/>
                </a:lnTo>
                <a:lnTo>
                  <a:pt x="557" y="251"/>
                </a:lnTo>
                <a:lnTo>
                  <a:pt x="556" y="251"/>
                </a:lnTo>
                <a:lnTo>
                  <a:pt x="555" y="252"/>
                </a:lnTo>
                <a:lnTo>
                  <a:pt x="555" y="251"/>
                </a:lnTo>
                <a:lnTo>
                  <a:pt x="554" y="251"/>
                </a:lnTo>
                <a:lnTo>
                  <a:pt x="552" y="251"/>
                </a:lnTo>
                <a:lnTo>
                  <a:pt x="552" y="252"/>
                </a:lnTo>
                <a:lnTo>
                  <a:pt x="551" y="252"/>
                </a:lnTo>
                <a:lnTo>
                  <a:pt x="550" y="252"/>
                </a:lnTo>
                <a:lnTo>
                  <a:pt x="550" y="253"/>
                </a:lnTo>
                <a:lnTo>
                  <a:pt x="550" y="252"/>
                </a:lnTo>
                <a:lnTo>
                  <a:pt x="549" y="252"/>
                </a:lnTo>
                <a:lnTo>
                  <a:pt x="548" y="252"/>
                </a:lnTo>
                <a:lnTo>
                  <a:pt x="548" y="251"/>
                </a:lnTo>
                <a:lnTo>
                  <a:pt x="547" y="251"/>
                </a:lnTo>
                <a:lnTo>
                  <a:pt x="546" y="252"/>
                </a:lnTo>
                <a:lnTo>
                  <a:pt x="546" y="253"/>
                </a:lnTo>
                <a:lnTo>
                  <a:pt x="545" y="253"/>
                </a:lnTo>
                <a:lnTo>
                  <a:pt x="544" y="253"/>
                </a:lnTo>
                <a:lnTo>
                  <a:pt x="544" y="252"/>
                </a:lnTo>
                <a:lnTo>
                  <a:pt x="545" y="252"/>
                </a:lnTo>
                <a:lnTo>
                  <a:pt x="545" y="250"/>
                </a:lnTo>
                <a:lnTo>
                  <a:pt x="546" y="250"/>
                </a:lnTo>
                <a:lnTo>
                  <a:pt x="546" y="249"/>
                </a:lnTo>
                <a:lnTo>
                  <a:pt x="547" y="249"/>
                </a:lnTo>
                <a:lnTo>
                  <a:pt x="546" y="249"/>
                </a:lnTo>
                <a:lnTo>
                  <a:pt x="546" y="248"/>
                </a:lnTo>
                <a:lnTo>
                  <a:pt x="547" y="248"/>
                </a:lnTo>
                <a:lnTo>
                  <a:pt x="548" y="247"/>
                </a:lnTo>
                <a:lnTo>
                  <a:pt x="547" y="246"/>
                </a:lnTo>
                <a:lnTo>
                  <a:pt x="546" y="247"/>
                </a:lnTo>
                <a:lnTo>
                  <a:pt x="546" y="248"/>
                </a:lnTo>
                <a:lnTo>
                  <a:pt x="546" y="247"/>
                </a:lnTo>
                <a:lnTo>
                  <a:pt x="546" y="246"/>
                </a:lnTo>
                <a:lnTo>
                  <a:pt x="547" y="246"/>
                </a:lnTo>
                <a:lnTo>
                  <a:pt x="546" y="246"/>
                </a:lnTo>
                <a:lnTo>
                  <a:pt x="546" y="245"/>
                </a:lnTo>
                <a:lnTo>
                  <a:pt x="547" y="245"/>
                </a:lnTo>
                <a:lnTo>
                  <a:pt x="547" y="244"/>
                </a:lnTo>
                <a:lnTo>
                  <a:pt x="547" y="243"/>
                </a:lnTo>
                <a:lnTo>
                  <a:pt x="547" y="242"/>
                </a:lnTo>
                <a:lnTo>
                  <a:pt x="548" y="242"/>
                </a:lnTo>
                <a:lnTo>
                  <a:pt x="547" y="241"/>
                </a:lnTo>
                <a:lnTo>
                  <a:pt x="548" y="239"/>
                </a:lnTo>
                <a:lnTo>
                  <a:pt x="549" y="239"/>
                </a:lnTo>
                <a:lnTo>
                  <a:pt x="550" y="239"/>
                </a:lnTo>
                <a:lnTo>
                  <a:pt x="551" y="239"/>
                </a:lnTo>
                <a:lnTo>
                  <a:pt x="550" y="239"/>
                </a:lnTo>
                <a:lnTo>
                  <a:pt x="549" y="238"/>
                </a:lnTo>
                <a:lnTo>
                  <a:pt x="550" y="238"/>
                </a:lnTo>
                <a:lnTo>
                  <a:pt x="549" y="238"/>
                </a:lnTo>
                <a:lnTo>
                  <a:pt x="549" y="237"/>
                </a:lnTo>
                <a:lnTo>
                  <a:pt x="549" y="236"/>
                </a:lnTo>
                <a:lnTo>
                  <a:pt x="550" y="236"/>
                </a:lnTo>
                <a:lnTo>
                  <a:pt x="550" y="235"/>
                </a:lnTo>
                <a:lnTo>
                  <a:pt x="549" y="234"/>
                </a:lnTo>
                <a:lnTo>
                  <a:pt x="549" y="233"/>
                </a:lnTo>
                <a:lnTo>
                  <a:pt x="548" y="232"/>
                </a:lnTo>
                <a:lnTo>
                  <a:pt x="547" y="232"/>
                </a:lnTo>
                <a:lnTo>
                  <a:pt x="546" y="231"/>
                </a:lnTo>
                <a:lnTo>
                  <a:pt x="546" y="230"/>
                </a:lnTo>
                <a:lnTo>
                  <a:pt x="545" y="230"/>
                </a:lnTo>
                <a:lnTo>
                  <a:pt x="545" y="229"/>
                </a:lnTo>
                <a:lnTo>
                  <a:pt x="544" y="229"/>
                </a:lnTo>
                <a:lnTo>
                  <a:pt x="544" y="228"/>
                </a:lnTo>
                <a:lnTo>
                  <a:pt x="543" y="228"/>
                </a:lnTo>
                <a:lnTo>
                  <a:pt x="543" y="227"/>
                </a:lnTo>
                <a:lnTo>
                  <a:pt x="544" y="227"/>
                </a:lnTo>
                <a:lnTo>
                  <a:pt x="543" y="226"/>
                </a:lnTo>
                <a:lnTo>
                  <a:pt x="543" y="227"/>
                </a:lnTo>
                <a:lnTo>
                  <a:pt x="542" y="227"/>
                </a:lnTo>
                <a:lnTo>
                  <a:pt x="541" y="227"/>
                </a:lnTo>
                <a:lnTo>
                  <a:pt x="541" y="228"/>
                </a:lnTo>
                <a:lnTo>
                  <a:pt x="542" y="228"/>
                </a:lnTo>
                <a:lnTo>
                  <a:pt x="542" y="229"/>
                </a:lnTo>
                <a:lnTo>
                  <a:pt x="542" y="230"/>
                </a:lnTo>
                <a:lnTo>
                  <a:pt x="541" y="230"/>
                </a:lnTo>
                <a:lnTo>
                  <a:pt x="541" y="231"/>
                </a:lnTo>
                <a:lnTo>
                  <a:pt x="540" y="231"/>
                </a:lnTo>
                <a:lnTo>
                  <a:pt x="540" y="232"/>
                </a:lnTo>
                <a:lnTo>
                  <a:pt x="541" y="233"/>
                </a:lnTo>
                <a:lnTo>
                  <a:pt x="542" y="234"/>
                </a:lnTo>
                <a:lnTo>
                  <a:pt x="543" y="234"/>
                </a:lnTo>
                <a:lnTo>
                  <a:pt x="544" y="234"/>
                </a:lnTo>
                <a:lnTo>
                  <a:pt x="544" y="235"/>
                </a:lnTo>
                <a:lnTo>
                  <a:pt x="543" y="235"/>
                </a:lnTo>
                <a:lnTo>
                  <a:pt x="543" y="236"/>
                </a:lnTo>
                <a:lnTo>
                  <a:pt x="542" y="236"/>
                </a:lnTo>
                <a:lnTo>
                  <a:pt x="541" y="236"/>
                </a:lnTo>
                <a:lnTo>
                  <a:pt x="540" y="236"/>
                </a:lnTo>
                <a:lnTo>
                  <a:pt x="540" y="237"/>
                </a:lnTo>
                <a:lnTo>
                  <a:pt x="539" y="237"/>
                </a:lnTo>
                <a:lnTo>
                  <a:pt x="539" y="236"/>
                </a:lnTo>
                <a:lnTo>
                  <a:pt x="539" y="235"/>
                </a:lnTo>
                <a:lnTo>
                  <a:pt x="539" y="234"/>
                </a:lnTo>
                <a:lnTo>
                  <a:pt x="538" y="234"/>
                </a:lnTo>
                <a:lnTo>
                  <a:pt x="537" y="234"/>
                </a:lnTo>
                <a:lnTo>
                  <a:pt x="536" y="235"/>
                </a:lnTo>
                <a:lnTo>
                  <a:pt x="536" y="236"/>
                </a:lnTo>
                <a:lnTo>
                  <a:pt x="535" y="236"/>
                </a:lnTo>
                <a:lnTo>
                  <a:pt x="535" y="235"/>
                </a:lnTo>
                <a:lnTo>
                  <a:pt x="534" y="234"/>
                </a:lnTo>
                <a:lnTo>
                  <a:pt x="534" y="233"/>
                </a:lnTo>
                <a:lnTo>
                  <a:pt x="533" y="233"/>
                </a:lnTo>
                <a:lnTo>
                  <a:pt x="532" y="234"/>
                </a:lnTo>
                <a:lnTo>
                  <a:pt x="531" y="234"/>
                </a:lnTo>
                <a:lnTo>
                  <a:pt x="530" y="235"/>
                </a:lnTo>
                <a:lnTo>
                  <a:pt x="529" y="236"/>
                </a:lnTo>
                <a:lnTo>
                  <a:pt x="529" y="237"/>
                </a:lnTo>
                <a:lnTo>
                  <a:pt x="528" y="238"/>
                </a:lnTo>
                <a:lnTo>
                  <a:pt x="527" y="239"/>
                </a:lnTo>
                <a:lnTo>
                  <a:pt x="526" y="239"/>
                </a:lnTo>
                <a:lnTo>
                  <a:pt x="525" y="238"/>
                </a:lnTo>
                <a:lnTo>
                  <a:pt x="524" y="238"/>
                </a:lnTo>
                <a:lnTo>
                  <a:pt x="525" y="237"/>
                </a:lnTo>
                <a:lnTo>
                  <a:pt x="526" y="237"/>
                </a:lnTo>
                <a:lnTo>
                  <a:pt x="525" y="237"/>
                </a:lnTo>
                <a:lnTo>
                  <a:pt x="524" y="237"/>
                </a:lnTo>
                <a:lnTo>
                  <a:pt x="524" y="238"/>
                </a:lnTo>
                <a:lnTo>
                  <a:pt x="525" y="239"/>
                </a:lnTo>
                <a:lnTo>
                  <a:pt x="526" y="239"/>
                </a:lnTo>
                <a:lnTo>
                  <a:pt x="526" y="240"/>
                </a:lnTo>
                <a:lnTo>
                  <a:pt x="526" y="241"/>
                </a:lnTo>
                <a:lnTo>
                  <a:pt x="526" y="242"/>
                </a:lnTo>
                <a:lnTo>
                  <a:pt x="527" y="243"/>
                </a:lnTo>
                <a:lnTo>
                  <a:pt x="527" y="244"/>
                </a:lnTo>
                <a:lnTo>
                  <a:pt x="526" y="245"/>
                </a:lnTo>
                <a:lnTo>
                  <a:pt x="524" y="246"/>
                </a:lnTo>
                <a:lnTo>
                  <a:pt x="523" y="246"/>
                </a:lnTo>
                <a:lnTo>
                  <a:pt x="522" y="246"/>
                </a:lnTo>
                <a:lnTo>
                  <a:pt x="523" y="247"/>
                </a:lnTo>
                <a:lnTo>
                  <a:pt x="524" y="247"/>
                </a:lnTo>
                <a:lnTo>
                  <a:pt x="525" y="247"/>
                </a:lnTo>
                <a:lnTo>
                  <a:pt x="526" y="248"/>
                </a:lnTo>
                <a:lnTo>
                  <a:pt x="526" y="249"/>
                </a:lnTo>
                <a:lnTo>
                  <a:pt x="525" y="249"/>
                </a:lnTo>
                <a:lnTo>
                  <a:pt x="525" y="250"/>
                </a:lnTo>
                <a:lnTo>
                  <a:pt x="526" y="250"/>
                </a:lnTo>
                <a:lnTo>
                  <a:pt x="527" y="250"/>
                </a:lnTo>
                <a:lnTo>
                  <a:pt x="529" y="250"/>
                </a:lnTo>
                <a:lnTo>
                  <a:pt x="529" y="251"/>
                </a:lnTo>
                <a:lnTo>
                  <a:pt x="530" y="251"/>
                </a:lnTo>
                <a:lnTo>
                  <a:pt x="531" y="252"/>
                </a:lnTo>
                <a:lnTo>
                  <a:pt x="531" y="251"/>
                </a:lnTo>
                <a:lnTo>
                  <a:pt x="532" y="252"/>
                </a:lnTo>
                <a:lnTo>
                  <a:pt x="532" y="253"/>
                </a:lnTo>
                <a:lnTo>
                  <a:pt x="533" y="253"/>
                </a:lnTo>
                <a:lnTo>
                  <a:pt x="534" y="253"/>
                </a:lnTo>
                <a:lnTo>
                  <a:pt x="535" y="253"/>
                </a:lnTo>
                <a:lnTo>
                  <a:pt x="536" y="253"/>
                </a:lnTo>
                <a:lnTo>
                  <a:pt x="537" y="253"/>
                </a:lnTo>
                <a:lnTo>
                  <a:pt x="538" y="253"/>
                </a:lnTo>
                <a:lnTo>
                  <a:pt x="539" y="253"/>
                </a:lnTo>
                <a:lnTo>
                  <a:pt x="539" y="254"/>
                </a:lnTo>
                <a:lnTo>
                  <a:pt x="539" y="255"/>
                </a:lnTo>
                <a:lnTo>
                  <a:pt x="538" y="255"/>
                </a:lnTo>
                <a:lnTo>
                  <a:pt x="538" y="256"/>
                </a:lnTo>
                <a:lnTo>
                  <a:pt x="539" y="256"/>
                </a:lnTo>
                <a:lnTo>
                  <a:pt x="539" y="257"/>
                </a:lnTo>
                <a:lnTo>
                  <a:pt x="537" y="258"/>
                </a:lnTo>
                <a:lnTo>
                  <a:pt x="538" y="259"/>
                </a:lnTo>
                <a:lnTo>
                  <a:pt x="536" y="261"/>
                </a:lnTo>
                <a:lnTo>
                  <a:pt x="535" y="261"/>
                </a:lnTo>
                <a:lnTo>
                  <a:pt x="536" y="261"/>
                </a:lnTo>
                <a:lnTo>
                  <a:pt x="536" y="262"/>
                </a:lnTo>
                <a:lnTo>
                  <a:pt x="537" y="262"/>
                </a:lnTo>
                <a:lnTo>
                  <a:pt x="538" y="261"/>
                </a:lnTo>
                <a:lnTo>
                  <a:pt x="540" y="259"/>
                </a:lnTo>
                <a:lnTo>
                  <a:pt x="541" y="259"/>
                </a:lnTo>
                <a:lnTo>
                  <a:pt x="542" y="259"/>
                </a:lnTo>
                <a:lnTo>
                  <a:pt x="542" y="260"/>
                </a:lnTo>
                <a:lnTo>
                  <a:pt x="541" y="260"/>
                </a:lnTo>
                <a:lnTo>
                  <a:pt x="541" y="261"/>
                </a:lnTo>
                <a:lnTo>
                  <a:pt x="541" y="263"/>
                </a:lnTo>
                <a:lnTo>
                  <a:pt x="541" y="264"/>
                </a:lnTo>
                <a:lnTo>
                  <a:pt x="542" y="264"/>
                </a:lnTo>
                <a:lnTo>
                  <a:pt x="542" y="263"/>
                </a:lnTo>
                <a:lnTo>
                  <a:pt x="543" y="262"/>
                </a:lnTo>
                <a:lnTo>
                  <a:pt x="543" y="261"/>
                </a:lnTo>
                <a:lnTo>
                  <a:pt x="542" y="261"/>
                </a:lnTo>
                <a:lnTo>
                  <a:pt x="543" y="260"/>
                </a:lnTo>
                <a:lnTo>
                  <a:pt x="543" y="261"/>
                </a:lnTo>
                <a:lnTo>
                  <a:pt x="544" y="261"/>
                </a:lnTo>
                <a:lnTo>
                  <a:pt x="544" y="262"/>
                </a:lnTo>
                <a:lnTo>
                  <a:pt x="545" y="261"/>
                </a:lnTo>
                <a:lnTo>
                  <a:pt x="544" y="260"/>
                </a:lnTo>
                <a:lnTo>
                  <a:pt x="544" y="259"/>
                </a:lnTo>
                <a:lnTo>
                  <a:pt x="545" y="258"/>
                </a:lnTo>
                <a:lnTo>
                  <a:pt x="547" y="258"/>
                </a:lnTo>
                <a:lnTo>
                  <a:pt x="548" y="259"/>
                </a:lnTo>
                <a:lnTo>
                  <a:pt x="547" y="260"/>
                </a:lnTo>
                <a:lnTo>
                  <a:pt x="547" y="261"/>
                </a:lnTo>
                <a:lnTo>
                  <a:pt x="547" y="262"/>
                </a:lnTo>
                <a:lnTo>
                  <a:pt x="547" y="263"/>
                </a:lnTo>
                <a:lnTo>
                  <a:pt x="546" y="264"/>
                </a:lnTo>
                <a:lnTo>
                  <a:pt x="545" y="264"/>
                </a:lnTo>
                <a:lnTo>
                  <a:pt x="544" y="264"/>
                </a:lnTo>
                <a:lnTo>
                  <a:pt x="543" y="264"/>
                </a:lnTo>
                <a:lnTo>
                  <a:pt x="543" y="265"/>
                </a:lnTo>
                <a:lnTo>
                  <a:pt x="542" y="265"/>
                </a:lnTo>
                <a:lnTo>
                  <a:pt x="542" y="266"/>
                </a:lnTo>
                <a:lnTo>
                  <a:pt x="541" y="267"/>
                </a:lnTo>
                <a:lnTo>
                  <a:pt x="541" y="268"/>
                </a:lnTo>
                <a:lnTo>
                  <a:pt x="540" y="269"/>
                </a:lnTo>
                <a:lnTo>
                  <a:pt x="540" y="270"/>
                </a:lnTo>
                <a:lnTo>
                  <a:pt x="539" y="271"/>
                </a:lnTo>
                <a:lnTo>
                  <a:pt x="538" y="271"/>
                </a:lnTo>
                <a:lnTo>
                  <a:pt x="538" y="272"/>
                </a:lnTo>
                <a:lnTo>
                  <a:pt x="538" y="273"/>
                </a:lnTo>
                <a:lnTo>
                  <a:pt x="538" y="274"/>
                </a:lnTo>
                <a:lnTo>
                  <a:pt x="537" y="275"/>
                </a:lnTo>
                <a:lnTo>
                  <a:pt x="536" y="276"/>
                </a:lnTo>
                <a:lnTo>
                  <a:pt x="535" y="276"/>
                </a:lnTo>
                <a:lnTo>
                  <a:pt x="535" y="274"/>
                </a:lnTo>
                <a:lnTo>
                  <a:pt x="536" y="273"/>
                </a:lnTo>
                <a:lnTo>
                  <a:pt x="537" y="273"/>
                </a:lnTo>
                <a:lnTo>
                  <a:pt x="537" y="272"/>
                </a:lnTo>
                <a:lnTo>
                  <a:pt x="537" y="270"/>
                </a:lnTo>
                <a:lnTo>
                  <a:pt x="538" y="270"/>
                </a:lnTo>
                <a:lnTo>
                  <a:pt x="539" y="270"/>
                </a:lnTo>
                <a:lnTo>
                  <a:pt x="539" y="269"/>
                </a:lnTo>
                <a:lnTo>
                  <a:pt x="539" y="268"/>
                </a:lnTo>
                <a:lnTo>
                  <a:pt x="538" y="268"/>
                </a:lnTo>
                <a:lnTo>
                  <a:pt x="537" y="268"/>
                </a:lnTo>
                <a:lnTo>
                  <a:pt x="536" y="269"/>
                </a:lnTo>
                <a:lnTo>
                  <a:pt x="535" y="270"/>
                </a:lnTo>
                <a:lnTo>
                  <a:pt x="535" y="271"/>
                </a:lnTo>
                <a:lnTo>
                  <a:pt x="534" y="272"/>
                </a:lnTo>
                <a:lnTo>
                  <a:pt x="534" y="273"/>
                </a:lnTo>
                <a:lnTo>
                  <a:pt x="533" y="274"/>
                </a:lnTo>
                <a:lnTo>
                  <a:pt x="532" y="273"/>
                </a:lnTo>
                <a:lnTo>
                  <a:pt x="532" y="272"/>
                </a:lnTo>
                <a:lnTo>
                  <a:pt x="531" y="273"/>
                </a:lnTo>
                <a:lnTo>
                  <a:pt x="532" y="274"/>
                </a:lnTo>
                <a:lnTo>
                  <a:pt x="531" y="274"/>
                </a:lnTo>
                <a:lnTo>
                  <a:pt x="530" y="274"/>
                </a:lnTo>
                <a:lnTo>
                  <a:pt x="529" y="274"/>
                </a:lnTo>
                <a:lnTo>
                  <a:pt x="529" y="275"/>
                </a:lnTo>
                <a:lnTo>
                  <a:pt x="528" y="276"/>
                </a:lnTo>
                <a:lnTo>
                  <a:pt x="527" y="278"/>
                </a:lnTo>
                <a:lnTo>
                  <a:pt x="526" y="278"/>
                </a:lnTo>
                <a:lnTo>
                  <a:pt x="525" y="278"/>
                </a:lnTo>
                <a:lnTo>
                  <a:pt x="525" y="279"/>
                </a:lnTo>
                <a:lnTo>
                  <a:pt x="525" y="280"/>
                </a:lnTo>
                <a:lnTo>
                  <a:pt x="524" y="282"/>
                </a:lnTo>
                <a:lnTo>
                  <a:pt x="524" y="283"/>
                </a:lnTo>
                <a:lnTo>
                  <a:pt x="524" y="284"/>
                </a:lnTo>
                <a:lnTo>
                  <a:pt x="523" y="284"/>
                </a:lnTo>
                <a:lnTo>
                  <a:pt x="523" y="285"/>
                </a:lnTo>
                <a:lnTo>
                  <a:pt x="523" y="286"/>
                </a:lnTo>
                <a:lnTo>
                  <a:pt x="523" y="287"/>
                </a:lnTo>
                <a:lnTo>
                  <a:pt x="523" y="289"/>
                </a:lnTo>
                <a:lnTo>
                  <a:pt x="523" y="290"/>
                </a:lnTo>
                <a:lnTo>
                  <a:pt x="524" y="290"/>
                </a:lnTo>
                <a:lnTo>
                  <a:pt x="524" y="291"/>
                </a:lnTo>
                <a:lnTo>
                  <a:pt x="525" y="292"/>
                </a:lnTo>
                <a:lnTo>
                  <a:pt x="524" y="292"/>
                </a:lnTo>
                <a:lnTo>
                  <a:pt x="524" y="293"/>
                </a:lnTo>
                <a:lnTo>
                  <a:pt x="525" y="293"/>
                </a:lnTo>
                <a:lnTo>
                  <a:pt x="524" y="294"/>
                </a:lnTo>
                <a:lnTo>
                  <a:pt x="524" y="295"/>
                </a:lnTo>
                <a:lnTo>
                  <a:pt x="524" y="296"/>
                </a:lnTo>
                <a:lnTo>
                  <a:pt x="523" y="296"/>
                </a:lnTo>
                <a:lnTo>
                  <a:pt x="523" y="298"/>
                </a:lnTo>
                <a:lnTo>
                  <a:pt x="524" y="298"/>
                </a:lnTo>
                <a:lnTo>
                  <a:pt x="523" y="298"/>
                </a:lnTo>
                <a:lnTo>
                  <a:pt x="523" y="299"/>
                </a:lnTo>
                <a:lnTo>
                  <a:pt x="523" y="300"/>
                </a:lnTo>
                <a:lnTo>
                  <a:pt x="522" y="300"/>
                </a:lnTo>
                <a:lnTo>
                  <a:pt x="521" y="300"/>
                </a:lnTo>
                <a:lnTo>
                  <a:pt x="520" y="300"/>
                </a:lnTo>
                <a:lnTo>
                  <a:pt x="520" y="299"/>
                </a:lnTo>
                <a:lnTo>
                  <a:pt x="519" y="298"/>
                </a:lnTo>
                <a:lnTo>
                  <a:pt x="518" y="298"/>
                </a:lnTo>
                <a:lnTo>
                  <a:pt x="518" y="299"/>
                </a:lnTo>
                <a:lnTo>
                  <a:pt x="518" y="298"/>
                </a:lnTo>
                <a:lnTo>
                  <a:pt x="518" y="297"/>
                </a:lnTo>
                <a:lnTo>
                  <a:pt x="517" y="296"/>
                </a:lnTo>
                <a:lnTo>
                  <a:pt x="516" y="295"/>
                </a:lnTo>
                <a:lnTo>
                  <a:pt x="515" y="295"/>
                </a:lnTo>
                <a:lnTo>
                  <a:pt x="514" y="295"/>
                </a:lnTo>
                <a:lnTo>
                  <a:pt x="514" y="296"/>
                </a:lnTo>
                <a:lnTo>
                  <a:pt x="513" y="297"/>
                </a:lnTo>
                <a:lnTo>
                  <a:pt x="512" y="297"/>
                </a:lnTo>
                <a:lnTo>
                  <a:pt x="512" y="298"/>
                </a:lnTo>
                <a:lnTo>
                  <a:pt x="512" y="299"/>
                </a:lnTo>
                <a:lnTo>
                  <a:pt x="513" y="300"/>
                </a:lnTo>
                <a:lnTo>
                  <a:pt x="514" y="301"/>
                </a:lnTo>
                <a:lnTo>
                  <a:pt x="515" y="301"/>
                </a:lnTo>
                <a:lnTo>
                  <a:pt x="516" y="301"/>
                </a:lnTo>
                <a:lnTo>
                  <a:pt x="517" y="302"/>
                </a:lnTo>
                <a:lnTo>
                  <a:pt x="516" y="302"/>
                </a:lnTo>
                <a:lnTo>
                  <a:pt x="516" y="303"/>
                </a:lnTo>
                <a:lnTo>
                  <a:pt x="515" y="304"/>
                </a:lnTo>
                <a:lnTo>
                  <a:pt x="514" y="304"/>
                </a:lnTo>
                <a:lnTo>
                  <a:pt x="514" y="305"/>
                </a:lnTo>
                <a:lnTo>
                  <a:pt x="513" y="306"/>
                </a:lnTo>
                <a:lnTo>
                  <a:pt x="513" y="307"/>
                </a:lnTo>
                <a:lnTo>
                  <a:pt x="513" y="308"/>
                </a:lnTo>
                <a:lnTo>
                  <a:pt x="513" y="309"/>
                </a:lnTo>
                <a:lnTo>
                  <a:pt x="513" y="310"/>
                </a:lnTo>
                <a:lnTo>
                  <a:pt x="514" y="310"/>
                </a:lnTo>
                <a:lnTo>
                  <a:pt x="515" y="311"/>
                </a:lnTo>
                <a:lnTo>
                  <a:pt x="515" y="313"/>
                </a:lnTo>
                <a:lnTo>
                  <a:pt x="514" y="313"/>
                </a:lnTo>
                <a:lnTo>
                  <a:pt x="513" y="313"/>
                </a:lnTo>
                <a:lnTo>
                  <a:pt x="512" y="313"/>
                </a:lnTo>
                <a:lnTo>
                  <a:pt x="512" y="314"/>
                </a:lnTo>
                <a:lnTo>
                  <a:pt x="512" y="315"/>
                </a:lnTo>
                <a:lnTo>
                  <a:pt x="511" y="315"/>
                </a:lnTo>
                <a:lnTo>
                  <a:pt x="511" y="316"/>
                </a:lnTo>
                <a:lnTo>
                  <a:pt x="511" y="317"/>
                </a:lnTo>
                <a:lnTo>
                  <a:pt x="510" y="316"/>
                </a:lnTo>
                <a:lnTo>
                  <a:pt x="509" y="316"/>
                </a:lnTo>
                <a:lnTo>
                  <a:pt x="509" y="315"/>
                </a:lnTo>
                <a:lnTo>
                  <a:pt x="509" y="314"/>
                </a:lnTo>
                <a:lnTo>
                  <a:pt x="508" y="314"/>
                </a:lnTo>
                <a:lnTo>
                  <a:pt x="507" y="315"/>
                </a:lnTo>
                <a:lnTo>
                  <a:pt x="507" y="316"/>
                </a:lnTo>
                <a:lnTo>
                  <a:pt x="506" y="316"/>
                </a:lnTo>
                <a:lnTo>
                  <a:pt x="506" y="315"/>
                </a:lnTo>
                <a:lnTo>
                  <a:pt x="506" y="314"/>
                </a:lnTo>
                <a:lnTo>
                  <a:pt x="506" y="313"/>
                </a:lnTo>
                <a:lnTo>
                  <a:pt x="505" y="312"/>
                </a:lnTo>
                <a:lnTo>
                  <a:pt x="504" y="313"/>
                </a:lnTo>
                <a:lnTo>
                  <a:pt x="505" y="313"/>
                </a:lnTo>
                <a:lnTo>
                  <a:pt x="504" y="314"/>
                </a:lnTo>
                <a:lnTo>
                  <a:pt x="503" y="314"/>
                </a:lnTo>
                <a:lnTo>
                  <a:pt x="503" y="315"/>
                </a:lnTo>
                <a:lnTo>
                  <a:pt x="502" y="315"/>
                </a:lnTo>
                <a:lnTo>
                  <a:pt x="502" y="316"/>
                </a:lnTo>
                <a:lnTo>
                  <a:pt x="503" y="316"/>
                </a:lnTo>
                <a:lnTo>
                  <a:pt x="502" y="317"/>
                </a:lnTo>
                <a:lnTo>
                  <a:pt x="502" y="318"/>
                </a:lnTo>
                <a:lnTo>
                  <a:pt x="504" y="317"/>
                </a:lnTo>
                <a:lnTo>
                  <a:pt x="504" y="318"/>
                </a:lnTo>
                <a:lnTo>
                  <a:pt x="502" y="319"/>
                </a:lnTo>
                <a:lnTo>
                  <a:pt x="503" y="320"/>
                </a:lnTo>
                <a:lnTo>
                  <a:pt x="502" y="320"/>
                </a:lnTo>
                <a:lnTo>
                  <a:pt x="504" y="321"/>
                </a:lnTo>
                <a:lnTo>
                  <a:pt x="503" y="322"/>
                </a:lnTo>
                <a:lnTo>
                  <a:pt x="502" y="321"/>
                </a:lnTo>
                <a:lnTo>
                  <a:pt x="501" y="322"/>
                </a:lnTo>
                <a:lnTo>
                  <a:pt x="500" y="322"/>
                </a:lnTo>
                <a:lnTo>
                  <a:pt x="500" y="321"/>
                </a:lnTo>
                <a:lnTo>
                  <a:pt x="499" y="321"/>
                </a:lnTo>
                <a:lnTo>
                  <a:pt x="499" y="317"/>
                </a:lnTo>
                <a:lnTo>
                  <a:pt x="498" y="316"/>
                </a:lnTo>
                <a:lnTo>
                  <a:pt x="497" y="316"/>
                </a:lnTo>
                <a:lnTo>
                  <a:pt x="497" y="315"/>
                </a:lnTo>
                <a:lnTo>
                  <a:pt x="497" y="316"/>
                </a:lnTo>
                <a:lnTo>
                  <a:pt x="497" y="317"/>
                </a:lnTo>
                <a:lnTo>
                  <a:pt x="496" y="317"/>
                </a:lnTo>
                <a:lnTo>
                  <a:pt x="495" y="317"/>
                </a:lnTo>
                <a:lnTo>
                  <a:pt x="495" y="318"/>
                </a:lnTo>
                <a:lnTo>
                  <a:pt x="494" y="319"/>
                </a:lnTo>
                <a:lnTo>
                  <a:pt x="493" y="320"/>
                </a:lnTo>
                <a:lnTo>
                  <a:pt x="492" y="321"/>
                </a:lnTo>
                <a:lnTo>
                  <a:pt x="492" y="322"/>
                </a:lnTo>
                <a:lnTo>
                  <a:pt x="491" y="322"/>
                </a:lnTo>
                <a:lnTo>
                  <a:pt x="490" y="322"/>
                </a:lnTo>
                <a:lnTo>
                  <a:pt x="489" y="322"/>
                </a:lnTo>
                <a:lnTo>
                  <a:pt x="489" y="321"/>
                </a:lnTo>
                <a:lnTo>
                  <a:pt x="488" y="320"/>
                </a:lnTo>
                <a:lnTo>
                  <a:pt x="487" y="320"/>
                </a:lnTo>
                <a:lnTo>
                  <a:pt x="488" y="320"/>
                </a:lnTo>
                <a:lnTo>
                  <a:pt x="488" y="321"/>
                </a:lnTo>
                <a:lnTo>
                  <a:pt x="489" y="321"/>
                </a:lnTo>
                <a:lnTo>
                  <a:pt x="489" y="323"/>
                </a:lnTo>
                <a:lnTo>
                  <a:pt x="489" y="322"/>
                </a:lnTo>
                <a:lnTo>
                  <a:pt x="488" y="322"/>
                </a:lnTo>
                <a:lnTo>
                  <a:pt x="488" y="323"/>
                </a:lnTo>
                <a:lnTo>
                  <a:pt x="489" y="323"/>
                </a:lnTo>
                <a:lnTo>
                  <a:pt x="490" y="324"/>
                </a:lnTo>
                <a:lnTo>
                  <a:pt x="490" y="325"/>
                </a:lnTo>
                <a:lnTo>
                  <a:pt x="490" y="326"/>
                </a:lnTo>
                <a:lnTo>
                  <a:pt x="489" y="325"/>
                </a:lnTo>
                <a:lnTo>
                  <a:pt x="488" y="325"/>
                </a:lnTo>
                <a:lnTo>
                  <a:pt x="488" y="326"/>
                </a:lnTo>
                <a:lnTo>
                  <a:pt x="487" y="326"/>
                </a:lnTo>
                <a:lnTo>
                  <a:pt x="488" y="326"/>
                </a:lnTo>
                <a:lnTo>
                  <a:pt x="487" y="326"/>
                </a:lnTo>
                <a:lnTo>
                  <a:pt x="487" y="327"/>
                </a:lnTo>
                <a:lnTo>
                  <a:pt x="489" y="327"/>
                </a:lnTo>
                <a:lnTo>
                  <a:pt x="488" y="328"/>
                </a:lnTo>
                <a:lnTo>
                  <a:pt x="488" y="330"/>
                </a:lnTo>
                <a:lnTo>
                  <a:pt x="487" y="330"/>
                </a:lnTo>
                <a:lnTo>
                  <a:pt x="487" y="332"/>
                </a:lnTo>
                <a:lnTo>
                  <a:pt x="487" y="333"/>
                </a:lnTo>
                <a:lnTo>
                  <a:pt x="488" y="333"/>
                </a:lnTo>
                <a:lnTo>
                  <a:pt x="488" y="334"/>
                </a:lnTo>
                <a:lnTo>
                  <a:pt x="487" y="334"/>
                </a:lnTo>
                <a:lnTo>
                  <a:pt x="487" y="336"/>
                </a:lnTo>
                <a:lnTo>
                  <a:pt x="487" y="339"/>
                </a:lnTo>
                <a:lnTo>
                  <a:pt x="486" y="339"/>
                </a:lnTo>
                <a:lnTo>
                  <a:pt x="486" y="340"/>
                </a:lnTo>
                <a:lnTo>
                  <a:pt x="484" y="341"/>
                </a:lnTo>
                <a:lnTo>
                  <a:pt x="484" y="342"/>
                </a:lnTo>
                <a:lnTo>
                  <a:pt x="484" y="343"/>
                </a:lnTo>
                <a:lnTo>
                  <a:pt x="484" y="345"/>
                </a:lnTo>
                <a:lnTo>
                  <a:pt x="484" y="346"/>
                </a:lnTo>
                <a:lnTo>
                  <a:pt x="482" y="346"/>
                </a:lnTo>
                <a:lnTo>
                  <a:pt x="482" y="347"/>
                </a:lnTo>
                <a:lnTo>
                  <a:pt x="482" y="348"/>
                </a:lnTo>
                <a:lnTo>
                  <a:pt x="482" y="349"/>
                </a:lnTo>
                <a:lnTo>
                  <a:pt x="484" y="350"/>
                </a:lnTo>
                <a:lnTo>
                  <a:pt x="484" y="353"/>
                </a:lnTo>
                <a:lnTo>
                  <a:pt x="482" y="354"/>
                </a:lnTo>
                <a:lnTo>
                  <a:pt x="482" y="355"/>
                </a:lnTo>
                <a:lnTo>
                  <a:pt x="482" y="356"/>
                </a:lnTo>
                <a:lnTo>
                  <a:pt x="482" y="355"/>
                </a:lnTo>
                <a:lnTo>
                  <a:pt x="482" y="354"/>
                </a:lnTo>
                <a:lnTo>
                  <a:pt x="482" y="353"/>
                </a:lnTo>
                <a:lnTo>
                  <a:pt x="480" y="353"/>
                </a:lnTo>
                <a:lnTo>
                  <a:pt x="480" y="354"/>
                </a:lnTo>
                <a:lnTo>
                  <a:pt x="481" y="356"/>
                </a:lnTo>
                <a:lnTo>
                  <a:pt x="481" y="357"/>
                </a:lnTo>
                <a:lnTo>
                  <a:pt x="481" y="359"/>
                </a:lnTo>
                <a:lnTo>
                  <a:pt x="481" y="362"/>
                </a:lnTo>
                <a:lnTo>
                  <a:pt x="480" y="362"/>
                </a:lnTo>
                <a:lnTo>
                  <a:pt x="479" y="358"/>
                </a:lnTo>
                <a:lnTo>
                  <a:pt x="478" y="359"/>
                </a:lnTo>
                <a:lnTo>
                  <a:pt x="477" y="359"/>
                </a:lnTo>
                <a:lnTo>
                  <a:pt x="476" y="359"/>
                </a:lnTo>
                <a:lnTo>
                  <a:pt x="475" y="360"/>
                </a:lnTo>
                <a:lnTo>
                  <a:pt x="474" y="360"/>
                </a:lnTo>
                <a:lnTo>
                  <a:pt x="475" y="360"/>
                </a:lnTo>
                <a:lnTo>
                  <a:pt x="475" y="361"/>
                </a:lnTo>
                <a:lnTo>
                  <a:pt x="476" y="361"/>
                </a:lnTo>
                <a:lnTo>
                  <a:pt x="475" y="362"/>
                </a:lnTo>
                <a:lnTo>
                  <a:pt x="474" y="361"/>
                </a:lnTo>
                <a:lnTo>
                  <a:pt x="474" y="362"/>
                </a:lnTo>
                <a:lnTo>
                  <a:pt x="473" y="362"/>
                </a:lnTo>
                <a:lnTo>
                  <a:pt x="473" y="363"/>
                </a:lnTo>
                <a:lnTo>
                  <a:pt x="473" y="364"/>
                </a:lnTo>
                <a:lnTo>
                  <a:pt x="473" y="365"/>
                </a:lnTo>
                <a:lnTo>
                  <a:pt x="473" y="364"/>
                </a:lnTo>
                <a:lnTo>
                  <a:pt x="472" y="364"/>
                </a:lnTo>
                <a:lnTo>
                  <a:pt x="472" y="363"/>
                </a:lnTo>
                <a:lnTo>
                  <a:pt x="472" y="364"/>
                </a:lnTo>
                <a:lnTo>
                  <a:pt x="471" y="364"/>
                </a:lnTo>
                <a:lnTo>
                  <a:pt x="472" y="364"/>
                </a:lnTo>
                <a:lnTo>
                  <a:pt x="472" y="365"/>
                </a:lnTo>
                <a:lnTo>
                  <a:pt x="472" y="366"/>
                </a:lnTo>
                <a:lnTo>
                  <a:pt x="472" y="367"/>
                </a:lnTo>
                <a:lnTo>
                  <a:pt x="471" y="366"/>
                </a:lnTo>
                <a:lnTo>
                  <a:pt x="471" y="367"/>
                </a:lnTo>
                <a:lnTo>
                  <a:pt x="470" y="368"/>
                </a:lnTo>
                <a:lnTo>
                  <a:pt x="469" y="369"/>
                </a:lnTo>
                <a:lnTo>
                  <a:pt x="469" y="370"/>
                </a:lnTo>
                <a:lnTo>
                  <a:pt x="470" y="370"/>
                </a:lnTo>
                <a:lnTo>
                  <a:pt x="469" y="371"/>
                </a:lnTo>
                <a:lnTo>
                  <a:pt x="469" y="372"/>
                </a:lnTo>
                <a:lnTo>
                  <a:pt x="469" y="373"/>
                </a:lnTo>
                <a:lnTo>
                  <a:pt x="469" y="375"/>
                </a:lnTo>
                <a:lnTo>
                  <a:pt x="469" y="376"/>
                </a:lnTo>
                <a:lnTo>
                  <a:pt x="469" y="377"/>
                </a:lnTo>
                <a:lnTo>
                  <a:pt x="469" y="378"/>
                </a:lnTo>
                <a:lnTo>
                  <a:pt x="468" y="380"/>
                </a:lnTo>
                <a:lnTo>
                  <a:pt x="469" y="381"/>
                </a:lnTo>
                <a:lnTo>
                  <a:pt x="469" y="383"/>
                </a:lnTo>
                <a:lnTo>
                  <a:pt x="468" y="384"/>
                </a:lnTo>
                <a:lnTo>
                  <a:pt x="469" y="385"/>
                </a:lnTo>
                <a:lnTo>
                  <a:pt x="469" y="386"/>
                </a:lnTo>
                <a:lnTo>
                  <a:pt x="469" y="387"/>
                </a:lnTo>
                <a:lnTo>
                  <a:pt x="470" y="387"/>
                </a:lnTo>
                <a:lnTo>
                  <a:pt x="470" y="390"/>
                </a:lnTo>
                <a:lnTo>
                  <a:pt x="469" y="390"/>
                </a:lnTo>
                <a:lnTo>
                  <a:pt x="469" y="391"/>
                </a:lnTo>
                <a:lnTo>
                  <a:pt x="470" y="390"/>
                </a:lnTo>
                <a:lnTo>
                  <a:pt x="470" y="391"/>
                </a:lnTo>
                <a:lnTo>
                  <a:pt x="471" y="391"/>
                </a:lnTo>
                <a:lnTo>
                  <a:pt x="471" y="392"/>
                </a:lnTo>
                <a:lnTo>
                  <a:pt x="470" y="392"/>
                </a:lnTo>
                <a:lnTo>
                  <a:pt x="470" y="393"/>
                </a:lnTo>
                <a:lnTo>
                  <a:pt x="469" y="393"/>
                </a:lnTo>
                <a:lnTo>
                  <a:pt x="469" y="392"/>
                </a:lnTo>
                <a:lnTo>
                  <a:pt x="468" y="392"/>
                </a:lnTo>
                <a:lnTo>
                  <a:pt x="468" y="393"/>
                </a:lnTo>
                <a:lnTo>
                  <a:pt x="468" y="394"/>
                </a:lnTo>
                <a:lnTo>
                  <a:pt x="467" y="394"/>
                </a:lnTo>
                <a:lnTo>
                  <a:pt x="467" y="393"/>
                </a:lnTo>
                <a:lnTo>
                  <a:pt x="468" y="392"/>
                </a:lnTo>
                <a:lnTo>
                  <a:pt x="467" y="392"/>
                </a:lnTo>
                <a:lnTo>
                  <a:pt x="466" y="393"/>
                </a:lnTo>
                <a:lnTo>
                  <a:pt x="465" y="393"/>
                </a:lnTo>
                <a:lnTo>
                  <a:pt x="465" y="394"/>
                </a:lnTo>
                <a:lnTo>
                  <a:pt x="464" y="394"/>
                </a:lnTo>
                <a:lnTo>
                  <a:pt x="463" y="394"/>
                </a:lnTo>
                <a:lnTo>
                  <a:pt x="462" y="395"/>
                </a:lnTo>
                <a:lnTo>
                  <a:pt x="462" y="394"/>
                </a:lnTo>
                <a:lnTo>
                  <a:pt x="461" y="394"/>
                </a:lnTo>
                <a:lnTo>
                  <a:pt x="461" y="393"/>
                </a:lnTo>
                <a:lnTo>
                  <a:pt x="461" y="392"/>
                </a:lnTo>
                <a:lnTo>
                  <a:pt x="460" y="392"/>
                </a:lnTo>
                <a:lnTo>
                  <a:pt x="460" y="391"/>
                </a:lnTo>
                <a:lnTo>
                  <a:pt x="459" y="391"/>
                </a:lnTo>
                <a:lnTo>
                  <a:pt x="458" y="391"/>
                </a:lnTo>
                <a:lnTo>
                  <a:pt x="457" y="391"/>
                </a:lnTo>
                <a:lnTo>
                  <a:pt x="456" y="390"/>
                </a:lnTo>
                <a:lnTo>
                  <a:pt x="455" y="390"/>
                </a:lnTo>
                <a:lnTo>
                  <a:pt x="454" y="390"/>
                </a:lnTo>
                <a:lnTo>
                  <a:pt x="453" y="391"/>
                </a:lnTo>
                <a:lnTo>
                  <a:pt x="453" y="392"/>
                </a:lnTo>
                <a:lnTo>
                  <a:pt x="451" y="393"/>
                </a:lnTo>
                <a:lnTo>
                  <a:pt x="451" y="392"/>
                </a:lnTo>
                <a:lnTo>
                  <a:pt x="450" y="392"/>
                </a:lnTo>
                <a:lnTo>
                  <a:pt x="449" y="393"/>
                </a:lnTo>
                <a:lnTo>
                  <a:pt x="448" y="393"/>
                </a:lnTo>
                <a:lnTo>
                  <a:pt x="447" y="393"/>
                </a:lnTo>
                <a:lnTo>
                  <a:pt x="447" y="394"/>
                </a:lnTo>
                <a:lnTo>
                  <a:pt x="446" y="394"/>
                </a:lnTo>
                <a:lnTo>
                  <a:pt x="445" y="395"/>
                </a:lnTo>
                <a:lnTo>
                  <a:pt x="444" y="395"/>
                </a:lnTo>
                <a:lnTo>
                  <a:pt x="444" y="396"/>
                </a:lnTo>
                <a:lnTo>
                  <a:pt x="444" y="397"/>
                </a:lnTo>
                <a:lnTo>
                  <a:pt x="444" y="398"/>
                </a:lnTo>
                <a:lnTo>
                  <a:pt x="443" y="398"/>
                </a:lnTo>
                <a:lnTo>
                  <a:pt x="443" y="399"/>
                </a:lnTo>
                <a:lnTo>
                  <a:pt x="443" y="400"/>
                </a:lnTo>
                <a:lnTo>
                  <a:pt x="444" y="400"/>
                </a:lnTo>
                <a:lnTo>
                  <a:pt x="444" y="401"/>
                </a:lnTo>
                <a:lnTo>
                  <a:pt x="443" y="401"/>
                </a:lnTo>
                <a:lnTo>
                  <a:pt x="443" y="402"/>
                </a:lnTo>
                <a:lnTo>
                  <a:pt x="442" y="402"/>
                </a:lnTo>
                <a:lnTo>
                  <a:pt x="441" y="401"/>
                </a:lnTo>
                <a:lnTo>
                  <a:pt x="440" y="401"/>
                </a:lnTo>
                <a:lnTo>
                  <a:pt x="439" y="401"/>
                </a:lnTo>
                <a:lnTo>
                  <a:pt x="438" y="401"/>
                </a:lnTo>
                <a:lnTo>
                  <a:pt x="438" y="402"/>
                </a:lnTo>
                <a:lnTo>
                  <a:pt x="436" y="403"/>
                </a:lnTo>
                <a:lnTo>
                  <a:pt x="435" y="403"/>
                </a:lnTo>
                <a:lnTo>
                  <a:pt x="435" y="402"/>
                </a:lnTo>
                <a:lnTo>
                  <a:pt x="434" y="402"/>
                </a:lnTo>
                <a:lnTo>
                  <a:pt x="432" y="402"/>
                </a:lnTo>
                <a:lnTo>
                  <a:pt x="432" y="403"/>
                </a:lnTo>
                <a:lnTo>
                  <a:pt x="430" y="404"/>
                </a:lnTo>
                <a:lnTo>
                  <a:pt x="429" y="404"/>
                </a:lnTo>
                <a:lnTo>
                  <a:pt x="427" y="404"/>
                </a:lnTo>
                <a:lnTo>
                  <a:pt x="427" y="405"/>
                </a:lnTo>
                <a:lnTo>
                  <a:pt x="425" y="405"/>
                </a:lnTo>
                <a:lnTo>
                  <a:pt x="423" y="404"/>
                </a:lnTo>
                <a:lnTo>
                  <a:pt x="422" y="404"/>
                </a:lnTo>
                <a:lnTo>
                  <a:pt x="421" y="405"/>
                </a:lnTo>
                <a:lnTo>
                  <a:pt x="420" y="407"/>
                </a:lnTo>
                <a:lnTo>
                  <a:pt x="419" y="407"/>
                </a:lnTo>
                <a:lnTo>
                  <a:pt x="418" y="407"/>
                </a:lnTo>
                <a:lnTo>
                  <a:pt x="417" y="409"/>
                </a:lnTo>
                <a:lnTo>
                  <a:pt x="418" y="411"/>
                </a:lnTo>
                <a:lnTo>
                  <a:pt x="419" y="412"/>
                </a:lnTo>
                <a:lnTo>
                  <a:pt x="418" y="414"/>
                </a:lnTo>
                <a:lnTo>
                  <a:pt x="418" y="415"/>
                </a:lnTo>
                <a:lnTo>
                  <a:pt x="418" y="416"/>
                </a:lnTo>
                <a:lnTo>
                  <a:pt x="418" y="417"/>
                </a:lnTo>
                <a:lnTo>
                  <a:pt x="419" y="418"/>
                </a:lnTo>
                <a:lnTo>
                  <a:pt x="419" y="419"/>
                </a:lnTo>
                <a:lnTo>
                  <a:pt x="419" y="420"/>
                </a:lnTo>
                <a:lnTo>
                  <a:pt x="419" y="421"/>
                </a:lnTo>
                <a:lnTo>
                  <a:pt x="418" y="421"/>
                </a:lnTo>
                <a:lnTo>
                  <a:pt x="417" y="422"/>
                </a:lnTo>
                <a:lnTo>
                  <a:pt x="416" y="423"/>
                </a:lnTo>
                <a:lnTo>
                  <a:pt x="416" y="424"/>
                </a:lnTo>
                <a:lnTo>
                  <a:pt x="415" y="425"/>
                </a:lnTo>
                <a:lnTo>
                  <a:pt x="415" y="426"/>
                </a:lnTo>
                <a:lnTo>
                  <a:pt x="415" y="427"/>
                </a:lnTo>
                <a:lnTo>
                  <a:pt x="414" y="427"/>
                </a:lnTo>
                <a:lnTo>
                  <a:pt x="414" y="428"/>
                </a:lnTo>
                <a:lnTo>
                  <a:pt x="414" y="429"/>
                </a:lnTo>
                <a:lnTo>
                  <a:pt x="414" y="430"/>
                </a:lnTo>
                <a:lnTo>
                  <a:pt x="415" y="431"/>
                </a:lnTo>
                <a:lnTo>
                  <a:pt x="415" y="432"/>
                </a:lnTo>
                <a:lnTo>
                  <a:pt x="414" y="433"/>
                </a:lnTo>
                <a:lnTo>
                  <a:pt x="413" y="433"/>
                </a:lnTo>
                <a:lnTo>
                  <a:pt x="413" y="431"/>
                </a:lnTo>
                <a:lnTo>
                  <a:pt x="412" y="431"/>
                </a:lnTo>
                <a:lnTo>
                  <a:pt x="412" y="432"/>
                </a:lnTo>
                <a:lnTo>
                  <a:pt x="413" y="432"/>
                </a:lnTo>
                <a:lnTo>
                  <a:pt x="413" y="433"/>
                </a:lnTo>
                <a:lnTo>
                  <a:pt x="412" y="433"/>
                </a:lnTo>
                <a:lnTo>
                  <a:pt x="411" y="433"/>
                </a:lnTo>
                <a:lnTo>
                  <a:pt x="411" y="432"/>
                </a:lnTo>
                <a:lnTo>
                  <a:pt x="411" y="433"/>
                </a:lnTo>
                <a:lnTo>
                  <a:pt x="410" y="433"/>
                </a:lnTo>
                <a:lnTo>
                  <a:pt x="410" y="434"/>
                </a:lnTo>
                <a:lnTo>
                  <a:pt x="411" y="434"/>
                </a:lnTo>
                <a:lnTo>
                  <a:pt x="413" y="434"/>
                </a:lnTo>
                <a:lnTo>
                  <a:pt x="413" y="435"/>
                </a:lnTo>
                <a:lnTo>
                  <a:pt x="412" y="436"/>
                </a:lnTo>
                <a:lnTo>
                  <a:pt x="412" y="438"/>
                </a:lnTo>
                <a:lnTo>
                  <a:pt x="412" y="439"/>
                </a:lnTo>
                <a:lnTo>
                  <a:pt x="412" y="440"/>
                </a:lnTo>
                <a:lnTo>
                  <a:pt x="411" y="440"/>
                </a:lnTo>
                <a:lnTo>
                  <a:pt x="410" y="440"/>
                </a:lnTo>
                <a:lnTo>
                  <a:pt x="409" y="440"/>
                </a:lnTo>
                <a:lnTo>
                  <a:pt x="408" y="441"/>
                </a:lnTo>
                <a:lnTo>
                  <a:pt x="409" y="442"/>
                </a:lnTo>
                <a:lnTo>
                  <a:pt x="409" y="444"/>
                </a:lnTo>
                <a:lnTo>
                  <a:pt x="408" y="443"/>
                </a:lnTo>
                <a:lnTo>
                  <a:pt x="407" y="444"/>
                </a:lnTo>
                <a:lnTo>
                  <a:pt x="407" y="446"/>
                </a:lnTo>
                <a:lnTo>
                  <a:pt x="407" y="447"/>
                </a:lnTo>
                <a:lnTo>
                  <a:pt x="408" y="447"/>
                </a:lnTo>
                <a:lnTo>
                  <a:pt x="408" y="446"/>
                </a:lnTo>
                <a:lnTo>
                  <a:pt x="409" y="447"/>
                </a:lnTo>
                <a:lnTo>
                  <a:pt x="409" y="448"/>
                </a:lnTo>
                <a:lnTo>
                  <a:pt x="410" y="448"/>
                </a:lnTo>
                <a:lnTo>
                  <a:pt x="412" y="447"/>
                </a:lnTo>
                <a:lnTo>
                  <a:pt x="412" y="446"/>
                </a:lnTo>
                <a:lnTo>
                  <a:pt x="413" y="447"/>
                </a:lnTo>
                <a:lnTo>
                  <a:pt x="414" y="447"/>
                </a:lnTo>
                <a:lnTo>
                  <a:pt x="414" y="448"/>
                </a:lnTo>
                <a:lnTo>
                  <a:pt x="414" y="449"/>
                </a:lnTo>
                <a:lnTo>
                  <a:pt x="414" y="450"/>
                </a:lnTo>
                <a:lnTo>
                  <a:pt x="413" y="451"/>
                </a:lnTo>
                <a:lnTo>
                  <a:pt x="412" y="452"/>
                </a:lnTo>
                <a:lnTo>
                  <a:pt x="411" y="452"/>
                </a:lnTo>
                <a:lnTo>
                  <a:pt x="410" y="453"/>
                </a:lnTo>
                <a:lnTo>
                  <a:pt x="409" y="453"/>
                </a:lnTo>
                <a:lnTo>
                  <a:pt x="408" y="454"/>
                </a:lnTo>
                <a:lnTo>
                  <a:pt x="407" y="455"/>
                </a:lnTo>
                <a:lnTo>
                  <a:pt x="406" y="456"/>
                </a:lnTo>
                <a:lnTo>
                  <a:pt x="405" y="456"/>
                </a:lnTo>
                <a:lnTo>
                  <a:pt x="404" y="455"/>
                </a:lnTo>
                <a:lnTo>
                  <a:pt x="404" y="454"/>
                </a:lnTo>
                <a:lnTo>
                  <a:pt x="401" y="454"/>
                </a:lnTo>
                <a:lnTo>
                  <a:pt x="400" y="455"/>
                </a:lnTo>
                <a:lnTo>
                  <a:pt x="400" y="456"/>
                </a:lnTo>
                <a:lnTo>
                  <a:pt x="399" y="455"/>
                </a:lnTo>
                <a:lnTo>
                  <a:pt x="398" y="455"/>
                </a:lnTo>
                <a:lnTo>
                  <a:pt x="397" y="455"/>
                </a:lnTo>
                <a:lnTo>
                  <a:pt x="397" y="456"/>
                </a:lnTo>
                <a:lnTo>
                  <a:pt x="397" y="455"/>
                </a:lnTo>
                <a:lnTo>
                  <a:pt x="397" y="454"/>
                </a:lnTo>
                <a:lnTo>
                  <a:pt x="397" y="453"/>
                </a:lnTo>
                <a:lnTo>
                  <a:pt x="397" y="452"/>
                </a:lnTo>
                <a:lnTo>
                  <a:pt x="395" y="452"/>
                </a:lnTo>
                <a:lnTo>
                  <a:pt x="393" y="453"/>
                </a:lnTo>
                <a:lnTo>
                  <a:pt x="392" y="453"/>
                </a:lnTo>
                <a:lnTo>
                  <a:pt x="391" y="453"/>
                </a:lnTo>
                <a:lnTo>
                  <a:pt x="390" y="453"/>
                </a:lnTo>
                <a:lnTo>
                  <a:pt x="389" y="453"/>
                </a:lnTo>
                <a:lnTo>
                  <a:pt x="388" y="454"/>
                </a:lnTo>
                <a:lnTo>
                  <a:pt x="389" y="454"/>
                </a:lnTo>
                <a:lnTo>
                  <a:pt x="389" y="455"/>
                </a:lnTo>
                <a:lnTo>
                  <a:pt x="388" y="455"/>
                </a:lnTo>
                <a:lnTo>
                  <a:pt x="389" y="456"/>
                </a:lnTo>
                <a:lnTo>
                  <a:pt x="389" y="457"/>
                </a:lnTo>
                <a:lnTo>
                  <a:pt x="388" y="457"/>
                </a:lnTo>
                <a:lnTo>
                  <a:pt x="387" y="457"/>
                </a:lnTo>
                <a:lnTo>
                  <a:pt x="387" y="458"/>
                </a:lnTo>
                <a:lnTo>
                  <a:pt x="387" y="459"/>
                </a:lnTo>
                <a:lnTo>
                  <a:pt x="387" y="460"/>
                </a:lnTo>
                <a:lnTo>
                  <a:pt x="386" y="460"/>
                </a:lnTo>
                <a:lnTo>
                  <a:pt x="386" y="461"/>
                </a:lnTo>
                <a:lnTo>
                  <a:pt x="385" y="461"/>
                </a:lnTo>
                <a:lnTo>
                  <a:pt x="384" y="459"/>
                </a:lnTo>
                <a:lnTo>
                  <a:pt x="383" y="459"/>
                </a:lnTo>
                <a:lnTo>
                  <a:pt x="383" y="460"/>
                </a:lnTo>
                <a:lnTo>
                  <a:pt x="383" y="461"/>
                </a:lnTo>
                <a:lnTo>
                  <a:pt x="383" y="462"/>
                </a:lnTo>
                <a:lnTo>
                  <a:pt x="383" y="463"/>
                </a:lnTo>
                <a:lnTo>
                  <a:pt x="384" y="464"/>
                </a:lnTo>
                <a:lnTo>
                  <a:pt x="384" y="463"/>
                </a:lnTo>
                <a:lnTo>
                  <a:pt x="384" y="464"/>
                </a:lnTo>
                <a:lnTo>
                  <a:pt x="385" y="464"/>
                </a:lnTo>
                <a:lnTo>
                  <a:pt x="385" y="465"/>
                </a:lnTo>
                <a:lnTo>
                  <a:pt x="385" y="466"/>
                </a:lnTo>
                <a:lnTo>
                  <a:pt x="384" y="466"/>
                </a:lnTo>
                <a:lnTo>
                  <a:pt x="383" y="467"/>
                </a:lnTo>
                <a:lnTo>
                  <a:pt x="382" y="467"/>
                </a:lnTo>
                <a:lnTo>
                  <a:pt x="381" y="466"/>
                </a:lnTo>
                <a:lnTo>
                  <a:pt x="380" y="467"/>
                </a:lnTo>
                <a:lnTo>
                  <a:pt x="380" y="468"/>
                </a:lnTo>
                <a:lnTo>
                  <a:pt x="380" y="469"/>
                </a:lnTo>
                <a:lnTo>
                  <a:pt x="380" y="470"/>
                </a:lnTo>
                <a:lnTo>
                  <a:pt x="380" y="471"/>
                </a:lnTo>
                <a:lnTo>
                  <a:pt x="380" y="472"/>
                </a:lnTo>
                <a:lnTo>
                  <a:pt x="380" y="473"/>
                </a:lnTo>
                <a:lnTo>
                  <a:pt x="380" y="474"/>
                </a:lnTo>
                <a:lnTo>
                  <a:pt x="381" y="475"/>
                </a:lnTo>
                <a:lnTo>
                  <a:pt x="383" y="479"/>
                </a:lnTo>
                <a:lnTo>
                  <a:pt x="383" y="480"/>
                </a:lnTo>
                <a:lnTo>
                  <a:pt x="383" y="481"/>
                </a:lnTo>
                <a:lnTo>
                  <a:pt x="383" y="482"/>
                </a:lnTo>
                <a:lnTo>
                  <a:pt x="382" y="484"/>
                </a:lnTo>
                <a:lnTo>
                  <a:pt x="382" y="485"/>
                </a:lnTo>
                <a:lnTo>
                  <a:pt x="381" y="486"/>
                </a:lnTo>
                <a:lnTo>
                  <a:pt x="381" y="487"/>
                </a:lnTo>
                <a:lnTo>
                  <a:pt x="381" y="489"/>
                </a:lnTo>
                <a:lnTo>
                  <a:pt x="381" y="490"/>
                </a:lnTo>
                <a:lnTo>
                  <a:pt x="381" y="491"/>
                </a:lnTo>
                <a:lnTo>
                  <a:pt x="381" y="492"/>
                </a:lnTo>
                <a:lnTo>
                  <a:pt x="380" y="492"/>
                </a:lnTo>
                <a:lnTo>
                  <a:pt x="379" y="493"/>
                </a:lnTo>
                <a:lnTo>
                  <a:pt x="378" y="493"/>
                </a:lnTo>
                <a:lnTo>
                  <a:pt x="378" y="494"/>
                </a:lnTo>
                <a:lnTo>
                  <a:pt x="377" y="494"/>
                </a:lnTo>
                <a:lnTo>
                  <a:pt x="376" y="494"/>
                </a:lnTo>
                <a:lnTo>
                  <a:pt x="375" y="494"/>
                </a:lnTo>
                <a:lnTo>
                  <a:pt x="373" y="494"/>
                </a:lnTo>
                <a:lnTo>
                  <a:pt x="372" y="494"/>
                </a:lnTo>
                <a:lnTo>
                  <a:pt x="370" y="494"/>
                </a:lnTo>
                <a:lnTo>
                  <a:pt x="369" y="495"/>
                </a:lnTo>
                <a:lnTo>
                  <a:pt x="369" y="496"/>
                </a:lnTo>
                <a:lnTo>
                  <a:pt x="367" y="497"/>
                </a:lnTo>
                <a:lnTo>
                  <a:pt x="365" y="497"/>
                </a:lnTo>
                <a:lnTo>
                  <a:pt x="364" y="497"/>
                </a:lnTo>
                <a:lnTo>
                  <a:pt x="364" y="498"/>
                </a:lnTo>
                <a:lnTo>
                  <a:pt x="363" y="498"/>
                </a:lnTo>
                <a:lnTo>
                  <a:pt x="362" y="498"/>
                </a:lnTo>
                <a:lnTo>
                  <a:pt x="362" y="501"/>
                </a:lnTo>
                <a:lnTo>
                  <a:pt x="362" y="502"/>
                </a:lnTo>
                <a:lnTo>
                  <a:pt x="361" y="502"/>
                </a:lnTo>
                <a:lnTo>
                  <a:pt x="359" y="501"/>
                </a:lnTo>
                <a:lnTo>
                  <a:pt x="359" y="500"/>
                </a:lnTo>
                <a:lnTo>
                  <a:pt x="358" y="501"/>
                </a:lnTo>
                <a:lnTo>
                  <a:pt x="358" y="502"/>
                </a:lnTo>
                <a:lnTo>
                  <a:pt x="357" y="502"/>
                </a:lnTo>
                <a:lnTo>
                  <a:pt x="357" y="500"/>
                </a:lnTo>
                <a:lnTo>
                  <a:pt x="358" y="499"/>
                </a:lnTo>
                <a:lnTo>
                  <a:pt x="357" y="498"/>
                </a:lnTo>
                <a:lnTo>
                  <a:pt x="357" y="497"/>
                </a:lnTo>
                <a:lnTo>
                  <a:pt x="358" y="495"/>
                </a:lnTo>
                <a:lnTo>
                  <a:pt x="357" y="492"/>
                </a:lnTo>
                <a:lnTo>
                  <a:pt x="356" y="492"/>
                </a:lnTo>
                <a:lnTo>
                  <a:pt x="356" y="491"/>
                </a:lnTo>
                <a:lnTo>
                  <a:pt x="355" y="491"/>
                </a:lnTo>
                <a:lnTo>
                  <a:pt x="353" y="490"/>
                </a:lnTo>
                <a:lnTo>
                  <a:pt x="352" y="489"/>
                </a:lnTo>
                <a:lnTo>
                  <a:pt x="351" y="489"/>
                </a:lnTo>
                <a:lnTo>
                  <a:pt x="351" y="488"/>
                </a:lnTo>
                <a:lnTo>
                  <a:pt x="352" y="486"/>
                </a:lnTo>
                <a:lnTo>
                  <a:pt x="353" y="486"/>
                </a:lnTo>
                <a:lnTo>
                  <a:pt x="355" y="486"/>
                </a:lnTo>
                <a:lnTo>
                  <a:pt x="355" y="485"/>
                </a:lnTo>
                <a:lnTo>
                  <a:pt x="355" y="484"/>
                </a:lnTo>
                <a:lnTo>
                  <a:pt x="355" y="483"/>
                </a:lnTo>
                <a:lnTo>
                  <a:pt x="355" y="481"/>
                </a:lnTo>
                <a:lnTo>
                  <a:pt x="356" y="481"/>
                </a:lnTo>
                <a:lnTo>
                  <a:pt x="357" y="480"/>
                </a:lnTo>
                <a:lnTo>
                  <a:pt x="354" y="480"/>
                </a:lnTo>
                <a:lnTo>
                  <a:pt x="353" y="479"/>
                </a:lnTo>
                <a:lnTo>
                  <a:pt x="353" y="480"/>
                </a:lnTo>
                <a:lnTo>
                  <a:pt x="352" y="480"/>
                </a:lnTo>
                <a:lnTo>
                  <a:pt x="351" y="479"/>
                </a:lnTo>
                <a:lnTo>
                  <a:pt x="350" y="479"/>
                </a:lnTo>
                <a:lnTo>
                  <a:pt x="350" y="480"/>
                </a:lnTo>
                <a:lnTo>
                  <a:pt x="349" y="480"/>
                </a:lnTo>
                <a:lnTo>
                  <a:pt x="349" y="479"/>
                </a:lnTo>
                <a:lnTo>
                  <a:pt x="348" y="479"/>
                </a:lnTo>
                <a:lnTo>
                  <a:pt x="347" y="479"/>
                </a:lnTo>
                <a:lnTo>
                  <a:pt x="345" y="478"/>
                </a:lnTo>
                <a:lnTo>
                  <a:pt x="345" y="477"/>
                </a:lnTo>
                <a:lnTo>
                  <a:pt x="345" y="476"/>
                </a:lnTo>
                <a:lnTo>
                  <a:pt x="346" y="476"/>
                </a:lnTo>
                <a:lnTo>
                  <a:pt x="347" y="475"/>
                </a:lnTo>
                <a:lnTo>
                  <a:pt x="347" y="474"/>
                </a:lnTo>
                <a:lnTo>
                  <a:pt x="348" y="472"/>
                </a:lnTo>
                <a:lnTo>
                  <a:pt x="347" y="472"/>
                </a:lnTo>
                <a:lnTo>
                  <a:pt x="347" y="471"/>
                </a:lnTo>
                <a:lnTo>
                  <a:pt x="346" y="471"/>
                </a:lnTo>
                <a:lnTo>
                  <a:pt x="345" y="470"/>
                </a:lnTo>
                <a:lnTo>
                  <a:pt x="345" y="469"/>
                </a:lnTo>
                <a:lnTo>
                  <a:pt x="346" y="468"/>
                </a:lnTo>
                <a:lnTo>
                  <a:pt x="345" y="467"/>
                </a:lnTo>
                <a:lnTo>
                  <a:pt x="344" y="467"/>
                </a:lnTo>
                <a:lnTo>
                  <a:pt x="344" y="468"/>
                </a:lnTo>
                <a:lnTo>
                  <a:pt x="343" y="468"/>
                </a:lnTo>
                <a:lnTo>
                  <a:pt x="343" y="467"/>
                </a:lnTo>
                <a:lnTo>
                  <a:pt x="342" y="467"/>
                </a:lnTo>
                <a:lnTo>
                  <a:pt x="341" y="467"/>
                </a:lnTo>
                <a:lnTo>
                  <a:pt x="341" y="468"/>
                </a:lnTo>
                <a:lnTo>
                  <a:pt x="340" y="468"/>
                </a:lnTo>
                <a:lnTo>
                  <a:pt x="339" y="468"/>
                </a:lnTo>
                <a:lnTo>
                  <a:pt x="338" y="468"/>
                </a:lnTo>
                <a:lnTo>
                  <a:pt x="337" y="468"/>
                </a:lnTo>
                <a:lnTo>
                  <a:pt x="337" y="469"/>
                </a:lnTo>
                <a:lnTo>
                  <a:pt x="336" y="469"/>
                </a:lnTo>
                <a:lnTo>
                  <a:pt x="334" y="468"/>
                </a:lnTo>
                <a:lnTo>
                  <a:pt x="334" y="467"/>
                </a:lnTo>
                <a:lnTo>
                  <a:pt x="333" y="467"/>
                </a:lnTo>
                <a:lnTo>
                  <a:pt x="331" y="466"/>
                </a:lnTo>
                <a:lnTo>
                  <a:pt x="330" y="466"/>
                </a:lnTo>
                <a:lnTo>
                  <a:pt x="329" y="466"/>
                </a:lnTo>
                <a:lnTo>
                  <a:pt x="329" y="467"/>
                </a:lnTo>
                <a:lnTo>
                  <a:pt x="329" y="468"/>
                </a:lnTo>
                <a:lnTo>
                  <a:pt x="328" y="469"/>
                </a:lnTo>
                <a:lnTo>
                  <a:pt x="327" y="469"/>
                </a:lnTo>
                <a:lnTo>
                  <a:pt x="327" y="468"/>
                </a:lnTo>
                <a:lnTo>
                  <a:pt x="326" y="467"/>
                </a:lnTo>
                <a:lnTo>
                  <a:pt x="325" y="467"/>
                </a:lnTo>
                <a:lnTo>
                  <a:pt x="325" y="469"/>
                </a:lnTo>
                <a:lnTo>
                  <a:pt x="325" y="470"/>
                </a:lnTo>
                <a:lnTo>
                  <a:pt x="325" y="471"/>
                </a:lnTo>
                <a:lnTo>
                  <a:pt x="324" y="471"/>
                </a:lnTo>
                <a:lnTo>
                  <a:pt x="323" y="471"/>
                </a:lnTo>
                <a:lnTo>
                  <a:pt x="322" y="470"/>
                </a:lnTo>
                <a:lnTo>
                  <a:pt x="321" y="471"/>
                </a:lnTo>
                <a:lnTo>
                  <a:pt x="320" y="472"/>
                </a:lnTo>
                <a:lnTo>
                  <a:pt x="319" y="471"/>
                </a:lnTo>
                <a:lnTo>
                  <a:pt x="317" y="471"/>
                </a:lnTo>
                <a:lnTo>
                  <a:pt x="316" y="472"/>
                </a:lnTo>
                <a:lnTo>
                  <a:pt x="315" y="473"/>
                </a:lnTo>
                <a:lnTo>
                  <a:pt x="315" y="472"/>
                </a:lnTo>
                <a:lnTo>
                  <a:pt x="314" y="471"/>
                </a:lnTo>
                <a:lnTo>
                  <a:pt x="314" y="472"/>
                </a:lnTo>
                <a:lnTo>
                  <a:pt x="314" y="474"/>
                </a:lnTo>
                <a:lnTo>
                  <a:pt x="315" y="475"/>
                </a:lnTo>
                <a:lnTo>
                  <a:pt x="315" y="476"/>
                </a:lnTo>
                <a:lnTo>
                  <a:pt x="315" y="478"/>
                </a:lnTo>
                <a:lnTo>
                  <a:pt x="315" y="479"/>
                </a:lnTo>
                <a:lnTo>
                  <a:pt x="315" y="480"/>
                </a:lnTo>
                <a:lnTo>
                  <a:pt x="314" y="480"/>
                </a:lnTo>
                <a:lnTo>
                  <a:pt x="315" y="480"/>
                </a:lnTo>
                <a:lnTo>
                  <a:pt x="315" y="481"/>
                </a:lnTo>
                <a:lnTo>
                  <a:pt x="315" y="482"/>
                </a:lnTo>
                <a:lnTo>
                  <a:pt x="315" y="483"/>
                </a:lnTo>
                <a:lnTo>
                  <a:pt x="315" y="484"/>
                </a:lnTo>
                <a:lnTo>
                  <a:pt x="316" y="484"/>
                </a:lnTo>
                <a:lnTo>
                  <a:pt x="315" y="485"/>
                </a:lnTo>
                <a:lnTo>
                  <a:pt x="316" y="485"/>
                </a:lnTo>
                <a:lnTo>
                  <a:pt x="316" y="486"/>
                </a:lnTo>
                <a:lnTo>
                  <a:pt x="316" y="488"/>
                </a:lnTo>
                <a:lnTo>
                  <a:pt x="315" y="488"/>
                </a:lnTo>
                <a:lnTo>
                  <a:pt x="314" y="488"/>
                </a:lnTo>
                <a:lnTo>
                  <a:pt x="312" y="487"/>
                </a:lnTo>
                <a:lnTo>
                  <a:pt x="308" y="487"/>
                </a:lnTo>
                <a:lnTo>
                  <a:pt x="307" y="487"/>
                </a:lnTo>
                <a:lnTo>
                  <a:pt x="306" y="487"/>
                </a:lnTo>
                <a:lnTo>
                  <a:pt x="304" y="487"/>
                </a:lnTo>
                <a:lnTo>
                  <a:pt x="304" y="488"/>
                </a:lnTo>
                <a:lnTo>
                  <a:pt x="304" y="489"/>
                </a:lnTo>
                <a:lnTo>
                  <a:pt x="304" y="491"/>
                </a:lnTo>
                <a:lnTo>
                  <a:pt x="303" y="491"/>
                </a:lnTo>
                <a:lnTo>
                  <a:pt x="303" y="492"/>
                </a:lnTo>
                <a:lnTo>
                  <a:pt x="303" y="493"/>
                </a:lnTo>
                <a:lnTo>
                  <a:pt x="302" y="493"/>
                </a:lnTo>
                <a:lnTo>
                  <a:pt x="301" y="494"/>
                </a:lnTo>
                <a:lnTo>
                  <a:pt x="300" y="494"/>
                </a:lnTo>
                <a:lnTo>
                  <a:pt x="300" y="495"/>
                </a:lnTo>
                <a:lnTo>
                  <a:pt x="299" y="495"/>
                </a:lnTo>
                <a:lnTo>
                  <a:pt x="298" y="495"/>
                </a:lnTo>
                <a:lnTo>
                  <a:pt x="297" y="496"/>
                </a:lnTo>
                <a:lnTo>
                  <a:pt x="297" y="497"/>
                </a:lnTo>
                <a:lnTo>
                  <a:pt x="296" y="498"/>
                </a:lnTo>
                <a:lnTo>
                  <a:pt x="296" y="499"/>
                </a:lnTo>
                <a:lnTo>
                  <a:pt x="294" y="499"/>
                </a:lnTo>
                <a:lnTo>
                  <a:pt x="293" y="498"/>
                </a:lnTo>
                <a:lnTo>
                  <a:pt x="292" y="498"/>
                </a:lnTo>
                <a:lnTo>
                  <a:pt x="291" y="498"/>
                </a:lnTo>
                <a:lnTo>
                  <a:pt x="291" y="499"/>
                </a:lnTo>
                <a:lnTo>
                  <a:pt x="289" y="499"/>
                </a:lnTo>
                <a:lnTo>
                  <a:pt x="287" y="499"/>
                </a:lnTo>
                <a:lnTo>
                  <a:pt x="286" y="499"/>
                </a:lnTo>
                <a:lnTo>
                  <a:pt x="285" y="499"/>
                </a:lnTo>
                <a:lnTo>
                  <a:pt x="285" y="498"/>
                </a:lnTo>
                <a:lnTo>
                  <a:pt x="285" y="497"/>
                </a:lnTo>
                <a:lnTo>
                  <a:pt x="284" y="497"/>
                </a:lnTo>
                <a:lnTo>
                  <a:pt x="283" y="497"/>
                </a:lnTo>
                <a:lnTo>
                  <a:pt x="282" y="497"/>
                </a:lnTo>
                <a:lnTo>
                  <a:pt x="282" y="496"/>
                </a:lnTo>
                <a:lnTo>
                  <a:pt x="281" y="495"/>
                </a:lnTo>
                <a:lnTo>
                  <a:pt x="280" y="493"/>
                </a:lnTo>
                <a:lnTo>
                  <a:pt x="279" y="492"/>
                </a:lnTo>
                <a:lnTo>
                  <a:pt x="279" y="493"/>
                </a:lnTo>
                <a:lnTo>
                  <a:pt x="278" y="494"/>
                </a:lnTo>
                <a:lnTo>
                  <a:pt x="278" y="493"/>
                </a:lnTo>
                <a:lnTo>
                  <a:pt x="278" y="492"/>
                </a:lnTo>
                <a:lnTo>
                  <a:pt x="278" y="491"/>
                </a:lnTo>
                <a:lnTo>
                  <a:pt x="277" y="491"/>
                </a:lnTo>
                <a:lnTo>
                  <a:pt x="276" y="491"/>
                </a:lnTo>
                <a:lnTo>
                  <a:pt x="275" y="490"/>
                </a:lnTo>
                <a:lnTo>
                  <a:pt x="275" y="489"/>
                </a:lnTo>
                <a:lnTo>
                  <a:pt x="275" y="488"/>
                </a:lnTo>
                <a:lnTo>
                  <a:pt x="275" y="487"/>
                </a:lnTo>
                <a:lnTo>
                  <a:pt x="274" y="487"/>
                </a:lnTo>
                <a:lnTo>
                  <a:pt x="272" y="486"/>
                </a:lnTo>
                <a:lnTo>
                  <a:pt x="271" y="486"/>
                </a:lnTo>
                <a:lnTo>
                  <a:pt x="270" y="486"/>
                </a:lnTo>
                <a:lnTo>
                  <a:pt x="269" y="486"/>
                </a:lnTo>
                <a:lnTo>
                  <a:pt x="268" y="487"/>
                </a:lnTo>
                <a:lnTo>
                  <a:pt x="267" y="488"/>
                </a:lnTo>
                <a:lnTo>
                  <a:pt x="266" y="488"/>
                </a:lnTo>
                <a:lnTo>
                  <a:pt x="266" y="489"/>
                </a:lnTo>
                <a:lnTo>
                  <a:pt x="267" y="489"/>
                </a:lnTo>
                <a:lnTo>
                  <a:pt x="267" y="488"/>
                </a:lnTo>
                <a:lnTo>
                  <a:pt x="267" y="489"/>
                </a:lnTo>
                <a:lnTo>
                  <a:pt x="267" y="490"/>
                </a:lnTo>
                <a:lnTo>
                  <a:pt x="267" y="489"/>
                </a:lnTo>
                <a:lnTo>
                  <a:pt x="266" y="490"/>
                </a:lnTo>
                <a:lnTo>
                  <a:pt x="265" y="490"/>
                </a:lnTo>
                <a:lnTo>
                  <a:pt x="266" y="490"/>
                </a:lnTo>
                <a:lnTo>
                  <a:pt x="265" y="490"/>
                </a:lnTo>
                <a:lnTo>
                  <a:pt x="265" y="491"/>
                </a:lnTo>
                <a:lnTo>
                  <a:pt x="265" y="490"/>
                </a:lnTo>
                <a:lnTo>
                  <a:pt x="264" y="490"/>
                </a:lnTo>
                <a:lnTo>
                  <a:pt x="265" y="488"/>
                </a:lnTo>
                <a:lnTo>
                  <a:pt x="264" y="488"/>
                </a:lnTo>
                <a:lnTo>
                  <a:pt x="264" y="489"/>
                </a:lnTo>
                <a:lnTo>
                  <a:pt x="263" y="490"/>
                </a:lnTo>
                <a:lnTo>
                  <a:pt x="263" y="489"/>
                </a:lnTo>
                <a:lnTo>
                  <a:pt x="263" y="490"/>
                </a:lnTo>
                <a:lnTo>
                  <a:pt x="262" y="490"/>
                </a:lnTo>
                <a:lnTo>
                  <a:pt x="261" y="491"/>
                </a:lnTo>
                <a:lnTo>
                  <a:pt x="262" y="491"/>
                </a:lnTo>
                <a:lnTo>
                  <a:pt x="263" y="491"/>
                </a:lnTo>
                <a:lnTo>
                  <a:pt x="264" y="491"/>
                </a:lnTo>
                <a:lnTo>
                  <a:pt x="265" y="491"/>
                </a:lnTo>
                <a:lnTo>
                  <a:pt x="265" y="492"/>
                </a:lnTo>
                <a:lnTo>
                  <a:pt x="264" y="493"/>
                </a:lnTo>
                <a:lnTo>
                  <a:pt x="263" y="493"/>
                </a:lnTo>
                <a:lnTo>
                  <a:pt x="263" y="494"/>
                </a:lnTo>
                <a:lnTo>
                  <a:pt x="262" y="494"/>
                </a:lnTo>
                <a:lnTo>
                  <a:pt x="261" y="494"/>
                </a:lnTo>
                <a:lnTo>
                  <a:pt x="262" y="495"/>
                </a:lnTo>
                <a:lnTo>
                  <a:pt x="262" y="496"/>
                </a:lnTo>
                <a:lnTo>
                  <a:pt x="262" y="497"/>
                </a:lnTo>
                <a:lnTo>
                  <a:pt x="262" y="498"/>
                </a:lnTo>
                <a:lnTo>
                  <a:pt x="261" y="498"/>
                </a:lnTo>
                <a:lnTo>
                  <a:pt x="261" y="499"/>
                </a:lnTo>
                <a:lnTo>
                  <a:pt x="261" y="500"/>
                </a:lnTo>
                <a:lnTo>
                  <a:pt x="262" y="500"/>
                </a:lnTo>
                <a:lnTo>
                  <a:pt x="262" y="501"/>
                </a:lnTo>
                <a:lnTo>
                  <a:pt x="262" y="502"/>
                </a:lnTo>
                <a:lnTo>
                  <a:pt x="261" y="502"/>
                </a:lnTo>
                <a:lnTo>
                  <a:pt x="261" y="503"/>
                </a:lnTo>
                <a:lnTo>
                  <a:pt x="262" y="503"/>
                </a:lnTo>
                <a:lnTo>
                  <a:pt x="262" y="504"/>
                </a:lnTo>
                <a:lnTo>
                  <a:pt x="261" y="504"/>
                </a:lnTo>
                <a:lnTo>
                  <a:pt x="261" y="505"/>
                </a:lnTo>
                <a:lnTo>
                  <a:pt x="260" y="506"/>
                </a:lnTo>
                <a:lnTo>
                  <a:pt x="260" y="505"/>
                </a:lnTo>
                <a:lnTo>
                  <a:pt x="259" y="505"/>
                </a:lnTo>
                <a:lnTo>
                  <a:pt x="258" y="505"/>
                </a:lnTo>
                <a:lnTo>
                  <a:pt x="257" y="507"/>
                </a:lnTo>
                <a:lnTo>
                  <a:pt x="257" y="508"/>
                </a:lnTo>
                <a:lnTo>
                  <a:pt x="256" y="508"/>
                </a:lnTo>
                <a:lnTo>
                  <a:pt x="255" y="508"/>
                </a:lnTo>
                <a:lnTo>
                  <a:pt x="254" y="508"/>
                </a:lnTo>
                <a:lnTo>
                  <a:pt x="253" y="508"/>
                </a:lnTo>
                <a:lnTo>
                  <a:pt x="253" y="509"/>
                </a:lnTo>
                <a:lnTo>
                  <a:pt x="252" y="508"/>
                </a:lnTo>
                <a:lnTo>
                  <a:pt x="252" y="507"/>
                </a:lnTo>
                <a:lnTo>
                  <a:pt x="251" y="506"/>
                </a:lnTo>
                <a:lnTo>
                  <a:pt x="251" y="505"/>
                </a:lnTo>
                <a:lnTo>
                  <a:pt x="251" y="504"/>
                </a:lnTo>
                <a:lnTo>
                  <a:pt x="251" y="503"/>
                </a:lnTo>
                <a:lnTo>
                  <a:pt x="251" y="502"/>
                </a:lnTo>
                <a:lnTo>
                  <a:pt x="250" y="501"/>
                </a:lnTo>
                <a:lnTo>
                  <a:pt x="249" y="500"/>
                </a:lnTo>
                <a:lnTo>
                  <a:pt x="249" y="499"/>
                </a:lnTo>
                <a:lnTo>
                  <a:pt x="248" y="497"/>
                </a:lnTo>
                <a:lnTo>
                  <a:pt x="248" y="496"/>
                </a:lnTo>
                <a:lnTo>
                  <a:pt x="248" y="495"/>
                </a:lnTo>
                <a:lnTo>
                  <a:pt x="248" y="494"/>
                </a:lnTo>
                <a:lnTo>
                  <a:pt x="248" y="493"/>
                </a:lnTo>
                <a:lnTo>
                  <a:pt x="249" y="493"/>
                </a:lnTo>
                <a:lnTo>
                  <a:pt x="249" y="492"/>
                </a:lnTo>
                <a:lnTo>
                  <a:pt x="248" y="491"/>
                </a:lnTo>
                <a:lnTo>
                  <a:pt x="248" y="490"/>
                </a:lnTo>
                <a:lnTo>
                  <a:pt x="247" y="490"/>
                </a:lnTo>
                <a:lnTo>
                  <a:pt x="247" y="489"/>
                </a:lnTo>
                <a:lnTo>
                  <a:pt x="246" y="489"/>
                </a:lnTo>
                <a:lnTo>
                  <a:pt x="246" y="488"/>
                </a:lnTo>
                <a:lnTo>
                  <a:pt x="245" y="487"/>
                </a:lnTo>
                <a:lnTo>
                  <a:pt x="245" y="486"/>
                </a:lnTo>
                <a:lnTo>
                  <a:pt x="245" y="485"/>
                </a:lnTo>
                <a:lnTo>
                  <a:pt x="244" y="484"/>
                </a:lnTo>
                <a:lnTo>
                  <a:pt x="244" y="483"/>
                </a:lnTo>
                <a:lnTo>
                  <a:pt x="243" y="482"/>
                </a:lnTo>
                <a:lnTo>
                  <a:pt x="242" y="481"/>
                </a:lnTo>
                <a:lnTo>
                  <a:pt x="241" y="482"/>
                </a:lnTo>
                <a:lnTo>
                  <a:pt x="240" y="483"/>
                </a:lnTo>
                <a:lnTo>
                  <a:pt x="239" y="482"/>
                </a:lnTo>
                <a:lnTo>
                  <a:pt x="239" y="481"/>
                </a:lnTo>
                <a:lnTo>
                  <a:pt x="240" y="481"/>
                </a:lnTo>
                <a:lnTo>
                  <a:pt x="241" y="480"/>
                </a:lnTo>
                <a:lnTo>
                  <a:pt x="240" y="480"/>
                </a:lnTo>
                <a:lnTo>
                  <a:pt x="239" y="480"/>
                </a:lnTo>
                <a:lnTo>
                  <a:pt x="238" y="480"/>
                </a:lnTo>
                <a:lnTo>
                  <a:pt x="237" y="481"/>
                </a:lnTo>
                <a:lnTo>
                  <a:pt x="237" y="480"/>
                </a:lnTo>
                <a:lnTo>
                  <a:pt x="238" y="479"/>
                </a:lnTo>
                <a:lnTo>
                  <a:pt x="239" y="479"/>
                </a:lnTo>
                <a:lnTo>
                  <a:pt x="240" y="479"/>
                </a:lnTo>
                <a:lnTo>
                  <a:pt x="240" y="477"/>
                </a:lnTo>
                <a:lnTo>
                  <a:pt x="239" y="477"/>
                </a:lnTo>
                <a:lnTo>
                  <a:pt x="238" y="477"/>
                </a:lnTo>
                <a:lnTo>
                  <a:pt x="238" y="476"/>
                </a:lnTo>
                <a:lnTo>
                  <a:pt x="239" y="475"/>
                </a:lnTo>
                <a:lnTo>
                  <a:pt x="238" y="474"/>
                </a:lnTo>
                <a:lnTo>
                  <a:pt x="238" y="473"/>
                </a:lnTo>
                <a:lnTo>
                  <a:pt x="237" y="473"/>
                </a:lnTo>
                <a:lnTo>
                  <a:pt x="236" y="471"/>
                </a:lnTo>
                <a:lnTo>
                  <a:pt x="235" y="471"/>
                </a:lnTo>
                <a:lnTo>
                  <a:pt x="234" y="470"/>
                </a:lnTo>
                <a:lnTo>
                  <a:pt x="233" y="469"/>
                </a:lnTo>
                <a:lnTo>
                  <a:pt x="233" y="468"/>
                </a:lnTo>
                <a:lnTo>
                  <a:pt x="232" y="468"/>
                </a:lnTo>
                <a:lnTo>
                  <a:pt x="232" y="467"/>
                </a:lnTo>
                <a:lnTo>
                  <a:pt x="231" y="467"/>
                </a:lnTo>
                <a:lnTo>
                  <a:pt x="230" y="467"/>
                </a:lnTo>
                <a:lnTo>
                  <a:pt x="229" y="468"/>
                </a:lnTo>
                <a:lnTo>
                  <a:pt x="227" y="468"/>
                </a:lnTo>
                <a:lnTo>
                  <a:pt x="228" y="467"/>
                </a:lnTo>
                <a:lnTo>
                  <a:pt x="228" y="466"/>
                </a:lnTo>
                <a:lnTo>
                  <a:pt x="227" y="466"/>
                </a:lnTo>
                <a:lnTo>
                  <a:pt x="226" y="466"/>
                </a:lnTo>
                <a:lnTo>
                  <a:pt x="225" y="464"/>
                </a:lnTo>
                <a:lnTo>
                  <a:pt x="224" y="464"/>
                </a:lnTo>
                <a:lnTo>
                  <a:pt x="224" y="463"/>
                </a:lnTo>
                <a:lnTo>
                  <a:pt x="224" y="462"/>
                </a:lnTo>
                <a:lnTo>
                  <a:pt x="225" y="462"/>
                </a:lnTo>
                <a:lnTo>
                  <a:pt x="226" y="462"/>
                </a:lnTo>
                <a:lnTo>
                  <a:pt x="227" y="462"/>
                </a:lnTo>
                <a:lnTo>
                  <a:pt x="227" y="463"/>
                </a:lnTo>
                <a:lnTo>
                  <a:pt x="228" y="462"/>
                </a:lnTo>
                <a:lnTo>
                  <a:pt x="227" y="462"/>
                </a:lnTo>
                <a:lnTo>
                  <a:pt x="226" y="460"/>
                </a:lnTo>
                <a:lnTo>
                  <a:pt x="226" y="459"/>
                </a:lnTo>
                <a:lnTo>
                  <a:pt x="225" y="458"/>
                </a:lnTo>
                <a:lnTo>
                  <a:pt x="224" y="458"/>
                </a:lnTo>
                <a:lnTo>
                  <a:pt x="223" y="458"/>
                </a:lnTo>
                <a:lnTo>
                  <a:pt x="222" y="458"/>
                </a:lnTo>
                <a:lnTo>
                  <a:pt x="221" y="458"/>
                </a:lnTo>
                <a:lnTo>
                  <a:pt x="221" y="457"/>
                </a:lnTo>
                <a:lnTo>
                  <a:pt x="222" y="456"/>
                </a:lnTo>
                <a:lnTo>
                  <a:pt x="222" y="455"/>
                </a:lnTo>
                <a:lnTo>
                  <a:pt x="223" y="455"/>
                </a:lnTo>
                <a:lnTo>
                  <a:pt x="224" y="455"/>
                </a:lnTo>
                <a:lnTo>
                  <a:pt x="225" y="455"/>
                </a:lnTo>
                <a:lnTo>
                  <a:pt x="225" y="454"/>
                </a:lnTo>
                <a:lnTo>
                  <a:pt x="224" y="455"/>
                </a:lnTo>
                <a:lnTo>
                  <a:pt x="223" y="455"/>
                </a:lnTo>
                <a:lnTo>
                  <a:pt x="222" y="455"/>
                </a:lnTo>
                <a:lnTo>
                  <a:pt x="222" y="454"/>
                </a:lnTo>
                <a:lnTo>
                  <a:pt x="221" y="454"/>
                </a:lnTo>
                <a:lnTo>
                  <a:pt x="220" y="454"/>
                </a:lnTo>
                <a:lnTo>
                  <a:pt x="220" y="453"/>
                </a:lnTo>
                <a:lnTo>
                  <a:pt x="220" y="452"/>
                </a:lnTo>
                <a:lnTo>
                  <a:pt x="220" y="451"/>
                </a:lnTo>
                <a:lnTo>
                  <a:pt x="220" y="450"/>
                </a:lnTo>
                <a:lnTo>
                  <a:pt x="218" y="450"/>
                </a:lnTo>
                <a:lnTo>
                  <a:pt x="218" y="451"/>
                </a:lnTo>
                <a:lnTo>
                  <a:pt x="217" y="451"/>
                </a:lnTo>
                <a:lnTo>
                  <a:pt x="217" y="450"/>
                </a:lnTo>
                <a:lnTo>
                  <a:pt x="217" y="449"/>
                </a:lnTo>
                <a:lnTo>
                  <a:pt x="216" y="448"/>
                </a:lnTo>
                <a:lnTo>
                  <a:pt x="212" y="446"/>
                </a:lnTo>
                <a:lnTo>
                  <a:pt x="211" y="446"/>
                </a:lnTo>
                <a:lnTo>
                  <a:pt x="210" y="445"/>
                </a:lnTo>
                <a:lnTo>
                  <a:pt x="210" y="446"/>
                </a:lnTo>
                <a:lnTo>
                  <a:pt x="210" y="447"/>
                </a:lnTo>
                <a:lnTo>
                  <a:pt x="211" y="447"/>
                </a:lnTo>
                <a:lnTo>
                  <a:pt x="212" y="447"/>
                </a:lnTo>
                <a:lnTo>
                  <a:pt x="213" y="447"/>
                </a:lnTo>
                <a:lnTo>
                  <a:pt x="213" y="448"/>
                </a:lnTo>
                <a:lnTo>
                  <a:pt x="211" y="449"/>
                </a:lnTo>
                <a:lnTo>
                  <a:pt x="210" y="448"/>
                </a:lnTo>
                <a:lnTo>
                  <a:pt x="210" y="447"/>
                </a:lnTo>
                <a:lnTo>
                  <a:pt x="210" y="445"/>
                </a:lnTo>
                <a:lnTo>
                  <a:pt x="207" y="443"/>
                </a:lnTo>
                <a:lnTo>
                  <a:pt x="207" y="444"/>
                </a:lnTo>
                <a:lnTo>
                  <a:pt x="207" y="447"/>
                </a:lnTo>
                <a:lnTo>
                  <a:pt x="208" y="448"/>
                </a:lnTo>
                <a:lnTo>
                  <a:pt x="207" y="449"/>
                </a:lnTo>
                <a:lnTo>
                  <a:pt x="207" y="448"/>
                </a:lnTo>
                <a:lnTo>
                  <a:pt x="207" y="447"/>
                </a:lnTo>
                <a:lnTo>
                  <a:pt x="206" y="445"/>
                </a:lnTo>
                <a:lnTo>
                  <a:pt x="206" y="443"/>
                </a:lnTo>
                <a:lnTo>
                  <a:pt x="205" y="443"/>
                </a:lnTo>
                <a:lnTo>
                  <a:pt x="204" y="444"/>
                </a:lnTo>
                <a:lnTo>
                  <a:pt x="204" y="445"/>
                </a:lnTo>
                <a:lnTo>
                  <a:pt x="205" y="446"/>
                </a:lnTo>
                <a:lnTo>
                  <a:pt x="205" y="447"/>
                </a:lnTo>
                <a:lnTo>
                  <a:pt x="205" y="448"/>
                </a:lnTo>
                <a:lnTo>
                  <a:pt x="205" y="449"/>
                </a:lnTo>
                <a:lnTo>
                  <a:pt x="205" y="450"/>
                </a:lnTo>
                <a:lnTo>
                  <a:pt x="204" y="450"/>
                </a:lnTo>
                <a:lnTo>
                  <a:pt x="203" y="451"/>
                </a:lnTo>
                <a:lnTo>
                  <a:pt x="203" y="452"/>
                </a:lnTo>
                <a:lnTo>
                  <a:pt x="202" y="452"/>
                </a:lnTo>
                <a:lnTo>
                  <a:pt x="202" y="451"/>
                </a:lnTo>
                <a:lnTo>
                  <a:pt x="202" y="450"/>
                </a:lnTo>
                <a:lnTo>
                  <a:pt x="201" y="450"/>
                </a:lnTo>
                <a:lnTo>
                  <a:pt x="200" y="450"/>
                </a:lnTo>
                <a:lnTo>
                  <a:pt x="199" y="450"/>
                </a:lnTo>
                <a:lnTo>
                  <a:pt x="198" y="449"/>
                </a:lnTo>
                <a:lnTo>
                  <a:pt x="197" y="449"/>
                </a:lnTo>
                <a:lnTo>
                  <a:pt x="195" y="449"/>
                </a:lnTo>
                <a:lnTo>
                  <a:pt x="194" y="449"/>
                </a:lnTo>
                <a:lnTo>
                  <a:pt x="193" y="450"/>
                </a:lnTo>
                <a:lnTo>
                  <a:pt x="192" y="450"/>
                </a:lnTo>
                <a:lnTo>
                  <a:pt x="191" y="450"/>
                </a:lnTo>
                <a:lnTo>
                  <a:pt x="190" y="450"/>
                </a:lnTo>
                <a:lnTo>
                  <a:pt x="190" y="449"/>
                </a:lnTo>
                <a:lnTo>
                  <a:pt x="189" y="449"/>
                </a:lnTo>
                <a:lnTo>
                  <a:pt x="188" y="449"/>
                </a:lnTo>
                <a:lnTo>
                  <a:pt x="188" y="450"/>
                </a:lnTo>
                <a:lnTo>
                  <a:pt x="188" y="451"/>
                </a:lnTo>
                <a:lnTo>
                  <a:pt x="187" y="451"/>
                </a:lnTo>
                <a:lnTo>
                  <a:pt x="187" y="452"/>
                </a:lnTo>
                <a:lnTo>
                  <a:pt x="186" y="452"/>
                </a:lnTo>
                <a:lnTo>
                  <a:pt x="185" y="452"/>
                </a:lnTo>
                <a:lnTo>
                  <a:pt x="183" y="453"/>
                </a:lnTo>
                <a:lnTo>
                  <a:pt x="182" y="454"/>
                </a:lnTo>
                <a:lnTo>
                  <a:pt x="181" y="454"/>
                </a:lnTo>
                <a:lnTo>
                  <a:pt x="180" y="454"/>
                </a:lnTo>
                <a:lnTo>
                  <a:pt x="180" y="455"/>
                </a:lnTo>
                <a:lnTo>
                  <a:pt x="179" y="455"/>
                </a:lnTo>
                <a:lnTo>
                  <a:pt x="178" y="455"/>
                </a:lnTo>
                <a:lnTo>
                  <a:pt x="177" y="455"/>
                </a:lnTo>
                <a:lnTo>
                  <a:pt x="176" y="455"/>
                </a:lnTo>
                <a:lnTo>
                  <a:pt x="176" y="456"/>
                </a:lnTo>
                <a:lnTo>
                  <a:pt x="174" y="457"/>
                </a:lnTo>
                <a:lnTo>
                  <a:pt x="173" y="456"/>
                </a:lnTo>
                <a:lnTo>
                  <a:pt x="172" y="456"/>
                </a:lnTo>
                <a:lnTo>
                  <a:pt x="172" y="457"/>
                </a:lnTo>
                <a:lnTo>
                  <a:pt x="171" y="457"/>
                </a:lnTo>
                <a:lnTo>
                  <a:pt x="170" y="457"/>
                </a:lnTo>
                <a:lnTo>
                  <a:pt x="170" y="458"/>
                </a:lnTo>
                <a:lnTo>
                  <a:pt x="171" y="458"/>
                </a:lnTo>
                <a:lnTo>
                  <a:pt x="170" y="458"/>
                </a:lnTo>
                <a:lnTo>
                  <a:pt x="170" y="459"/>
                </a:lnTo>
                <a:lnTo>
                  <a:pt x="169" y="460"/>
                </a:lnTo>
                <a:lnTo>
                  <a:pt x="169" y="461"/>
                </a:lnTo>
                <a:lnTo>
                  <a:pt x="168" y="461"/>
                </a:lnTo>
                <a:lnTo>
                  <a:pt x="168" y="462"/>
                </a:lnTo>
                <a:lnTo>
                  <a:pt x="168" y="463"/>
                </a:lnTo>
                <a:lnTo>
                  <a:pt x="168" y="464"/>
                </a:lnTo>
                <a:lnTo>
                  <a:pt x="168" y="466"/>
                </a:lnTo>
                <a:lnTo>
                  <a:pt x="168" y="467"/>
                </a:lnTo>
                <a:lnTo>
                  <a:pt x="168" y="468"/>
                </a:lnTo>
                <a:lnTo>
                  <a:pt x="167" y="469"/>
                </a:lnTo>
                <a:lnTo>
                  <a:pt x="168" y="470"/>
                </a:lnTo>
                <a:lnTo>
                  <a:pt x="168" y="472"/>
                </a:lnTo>
                <a:lnTo>
                  <a:pt x="168" y="474"/>
                </a:lnTo>
                <a:lnTo>
                  <a:pt x="168" y="476"/>
                </a:lnTo>
                <a:lnTo>
                  <a:pt x="166" y="477"/>
                </a:lnTo>
                <a:lnTo>
                  <a:pt x="165" y="477"/>
                </a:lnTo>
                <a:lnTo>
                  <a:pt x="164" y="477"/>
                </a:lnTo>
                <a:lnTo>
                  <a:pt x="164" y="478"/>
                </a:lnTo>
                <a:lnTo>
                  <a:pt x="165" y="479"/>
                </a:lnTo>
                <a:lnTo>
                  <a:pt x="165" y="480"/>
                </a:lnTo>
                <a:lnTo>
                  <a:pt x="165" y="481"/>
                </a:lnTo>
                <a:lnTo>
                  <a:pt x="165" y="482"/>
                </a:lnTo>
                <a:lnTo>
                  <a:pt x="166" y="481"/>
                </a:lnTo>
                <a:lnTo>
                  <a:pt x="167" y="481"/>
                </a:lnTo>
                <a:lnTo>
                  <a:pt x="168" y="483"/>
                </a:lnTo>
                <a:lnTo>
                  <a:pt x="167" y="484"/>
                </a:lnTo>
                <a:lnTo>
                  <a:pt x="167" y="486"/>
                </a:lnTo>
                <a:lnTo>
                  <a:pt x="167" y="487"/>
                </a:lnTo>
                <a:lnTo>
                  <a:pt x="167" y="488"/>
                </a:lnTo>
                <a:lnTo>
                  <a:pt x="168" y="488"/>
                </a:lnTo>
                <a:lnTo>
                  <a:pt x="167" y="489"/>
                </a:lnTo>
                <a:lnTo>
                  <a:pt x="167" y="490"/>
                </a:lnTo>
                <a:lnTo>
                  <a:pt x="166" y="490"/>
                </a:lnTo>
                <a:lnTo>
                  <a:pt x="167" y="491"/>
                </a:lnTo>
                <a:lnTo>
                  <a:pt x="167" y="492"/>
                </a:lnTo>
                <a:lnTo>
                  <a:pt x="167" y="493"/>
                </a:lnTo>
                <a:lnTo>
                  <a:pt x="165" y="494"/>
                </a:lnTo>
                <a:lnTo>
                  <a:pt x="164" y="494"/>
                </a:lnTo>
                <a:lnTo>
                  <a:pt x="163" y="494"/>
                </a:lnTo>
                <a:lnTo>
                  <a:pt x="163" y="496"/>
                </a:lnTo>
                <a:lnTo>
                  <a:pt x="163" y="497"/>
                </a:lnTo>
                <a:lnTo>
                  <a:pt x="162" y="497"/>
                </a:lnTo>
                <a:lnTo>
                  <a:pt x="161" y="497"/>
                </a:lnTo>
                <a:lnTo>
                  <a:pt x="160" y="497"/>
                </a:lnTo>
                <a:lnTo>
                  <a:pt x="159" y="496"/>
                </a:lnTo>
                <a:lnTo>
                  <a:pt x="158" y="497"/>
                </a:lnTo>
                <a:lnTo>
                  <a:pt x="158" y="498"/>
                </a:lnTo>
                <a:lnTo>
                  <a:pt x="159" y="498"/>
                </a:lnTo>
                <a:lnTo>
                  <a:pt x="159" y="500"/>
                </a:lnTo>
                <a:lnTo>
                  <a:pt x="158" y="500"/>
                </a:lnTo>
                <a:lnTo>
                  <a:pt x="157" y="500"/>
                </a:lnTo>
                <a:lnTo>
                  <a:pt x="156" y="501"/>
                </a:lnTo>
                <a:lnTo>
                  <a:pt x="156" y="503"/>
                </a:lnTo>
                <a:lnTo>
                  <a:pt x="155" y="503"/>
                </a:lnTo>
                <a:lnTo>
                  <a:pt x="155" y="504"/>
                </a:lnTo>
                <a:lnTo>
                  <a:pt x="154" y="504"/>
                </a:lnTo>
                <a:lnTo>
                  <a:pt x="153" y="504"/>
                </a:lnTo>
                <a:lnTo>
                  <a:pt x="153" y="503"/>
                </a:lnTo>
                <a:lnTo>
                  <a:pt x="153" y="502"/>
                </a:lnTo>
                <a:lnTo>
                  <a:pt x="152" y="502"/>
                </a:lnTo>
                <a:lnTo>
                  <a:pt x="152" y="501"/>
                </a:lnTo>
                <a:lnTo>
                  <a:pt x="151" y="501"/>
                </a:lnTo>
                <a:lnTo>
                  <a:pt x="150" y="501"/>
                </a:lnTo>
                <a:lnTo>
                  <a:pt x="150" y="502"/>
                </a:lnTo>
                <a:lnTo>
                  <a:pt x="149" y="502"/>
                </a:lnTo>
                <a:lnTo>
                  <a:pt x="147" y="503"/>
                </a:lnTo>
                <a:lnTo>
                  <a:pt x="146" y="504"/>
                </a:lnTo>
                <a:lnTo>
                  <a:pt x="146" y="505"/>
                </a:lnTo>
                <a:lnTo>
                  <a:pt x="145" y="505"/>
                </a:lnTo>
                <a:lnTo>
                  <a:pt x="144" y="505"/>
                </a:lnTo>
                <a:lnTo>
                  <a:pt x="144" y="504"/>
                </a:lnTo>
                <a:lnTo>
                  <a:pt x="143" y="504"/>
                </a:lnTo>
                <a:lnTo>
                  <a:pt x="143" y="503"/>
                </a:lnTo>
                <a:lnTo>
                  <a:pt x="143" y="502"/>
                </a:lnTo>
                <a:lnTo>
                  <a:pt x="142" y="502"/>
                </a:lnTo>
                <a:lnTo>
                  <a:pt x="141" y="501"/>
                </a:lnTo>
                <a:lnTo>
                  <a:pt x="140" y="501"/>
                </a:lnTo>
                <a:lnTo>
                  <a:pt x="140" y="500"/>
                </a:lnTo>
                <a:lnTo>
                  <a:pt x="139" y="500"/>
                </a:lnTo>
                <a:lnTo>
                  <a:pt x="138" y="500"/>
                </a:lnTo>
                <a:lnTo>
                  <a:pt x="136" y="500"/>
                </a:lnTo>
                <a:lnTo>
                  <a:pt x="135" y="500"/>
                </a:lnTo>
                <a:lnTo>
                  <a:pt x="135" y="501"/>
                </a:lnTo>
                <a:lnTo>
                  <a:pt x="134" y="501"/>
                </a:lnTo>
                <a:lnTo>
                  <a:pt x="130" y="499"/>
                </a:lnTo>
                <a:lnTo>
                  <a:pt x="129" y="499"/>
                </a:lnTo>
                <a:lnTo>
                  <a:pt x="128" y="499"/>
                </a:lnTo>
                <a:lnTo>
                  <a:pt x="128" y="500"/>
                </a:lnTo>
                <a:lnTo>
                  <a:pt x="128" y="502"/>
                </a:lnTo>
                <a:lnTo>
                  <a:pt x="127" y="502"/>
                </a:lnTo>
                <a:lnTo>
                  <a:pt x="127" y="503"/>
                </a:lnTo>
                <a:lnTo>
                  <a:pt x="126" y="503"/>
                </a:lnTo>
                <a:lnTo>
                  <a:pt x="125" y="504"/>
                </a:lnTo>
                <a:lnTo>
                  <a:pt x="123" y="504"/>
                </a:lnTo>
                <a:lnTo>
                  <a:pt x="122" y="505"/>
                </a:lnTo>
                <a:lnTo>
                  <a:pt x="119" y="506"/>
                </a:lnTo>
                <a:lnTo>
                  <a:pt x="117" y="506"/>
                </a:lnTo>
                <a:lnTo>
                  <a:pt x="114" y="507"/>
                </a:lnTo>
                <a:lnTo>
                  <a:pt x="113" y="508"/>
                </a:lnTo>
                <a:lnTo>
                  <a:pt x="112" y="508"/>
                </a:lnTo>
                <a:lnTo>
                  <a:pt x="111" y="508"/>
                </a:lnTo>
                <a:lnTo>
                  <a:pt x="111" y="507"/>
                </a:lnTo>
                <a:lnTo>
                  <a:pt x="110" y="507"/>
                </a:lnTo>
                <a:lnTo>
                  <a:pt x="109" y="507"/>
                </a:lnTo>
                <a:lnTo>
                  <a:pt x="109" y="506"/>
                </a:lnTo>
                <a:lnTo>
                  <a:pt x="108" y="506"/>
                </a:lnTo>
                <a:lnTo>
                  <a:pt x="107" y="506"/>
                </a:lnTo>
                <a:lnTo>
                  <a:pt x="106" y="505"/>
                </a:lnTo>
                <a:lnTo>
                  <a:pt x="105" y="505"/>
                </a:lnTo>
                <a:lnTo>
                  <a:pt x="104" y="505"/>
                </a:lnTo>
                <a:lnTo>
                  <a:pt x="102" y="505"/>
                </a:lnTo>
                <a:lnTo>
                  <a:pt x="101" y="505"/>
                </a:lnTo>
                <a:lnTo>
                  <a:pt x="100" y="505"/>
                </a:lnTo>
                <a:lnTo>
                  <a:pt x="99" y="505"/>
                </a:lnTo>
                <a:lnTo>
                  <a:pt x="99" y="504"/>
                </a:lnTo>
                <a:lnTo>
                  <a:pt x="98" y="504"/>
                </a:lnTo>
                <a:lnTo>
                  <a:pt x="98" y="505"/>
                </a:lnTo>
                <a:lnTo>
                  <a:pt x="97" y="505"/>
                </a:lnTo>
                <a:lnTo>
                  <a:pt x="98" y="505"/>
                </a:lnTo>
                <a:lnTo>
                  <a:pt x="98" y="506"/>
                </a:lnTo>
                <a:lnTo>
                  <a:pt x="98" y="507"/>
                </a:lnTo>
                <a:lnTo>
                  <a:pt x="98" y="508"/>
                </a:lnTo>
                <a:lnTo>
                  <a:pt x="98" y="509"/>
                </a:lnTo>
                <a:lnTo>
                  <a:pt x="97" y="510"/>
                </a:lnTo>
                <a:lnTo>
                  <a:pt x="95" y="510"/>
                </a:lnTo>
                <a:lnTo>
                  <a:pt x="94" y="510"/>
                </a:lnTo>
                <a:lnTo>
                  <a:pt x="94" y="509"/>
                </a:lnTo>
                <a:lnTo>
                  <a:pt x="93" y="509"/>
                </a:lnTo>
                <a:lnTo>
                  <a:pt x="92" y="509"/>
                </a:lnTo>
                <a:lnTo>
                  <a:pt x="92" y="508"/>
                </a:lnTo>
                <a:lnTo>
                  <a:pt x="91" y="508"/>
                </a:lnTo>
                <a:lnTo>
                  <a:pt x="90" y="508"/>
                </a:lnTo>
                <a:lnTo>
                  <a:pt x="89" y="509"/>
                </a:lnTo>
                <a:lnTo>
                  <a:pt x="88" y="509"/>
                </a:lnTo>
                <a:lnTo>
                  <a:pt x="87" y="509"/>
                </a:lnTo>
                <a:lnTo>
                  <a:pt x="86" y="509"/>
                </a:lnTo>
                <a:lnTo>
                  <a:pt x="85" y="509"/>
                </a:lnTo>
                <a:lnTo>
                  <a:pt x="84" y="509"/>
                </a:lnTo>
                <a:lnTo>
                  <a:pt x="83" y="509"/>
                </a:lnTo>
                <a:lnTo>
                  <a:pt x="82" y="509"/>
                </a:lnTo>
                <a:lnTo>
                  <a:pt x="81" y="509"/>
                </a:lnTo>
                <a:lnTo>
                  <a:pt x="80" y="509"/>
                </a:lnTo>
                <a:lnTo>
                  <a:pt x="79" y="508"/>
                </a:lnTo>
                <a:lnTo>
                  <a:pt x="78" y="507"/>
                </a:lnTo>
                <a:lnTo>
                  <a:pt x="77" y="506"/>
                </a:lnTo>
                <a:lnTo>
                  <a:pt x="76" y="505"/>
                </a:lnTo>
                <a:lnTo>
                  <a:pt x="75" y="504"/>
                </a:lnTo>
                <a:lnTo>
                  <a:pt x="75" y="503"/>
                </a:lnTo>
                <a:lnTo>
                  <a:pt x="74" y="502"/>
                </a:lnTo>
                <a:lnTo>
                  <a:pt x="73" y="502"/>
                </a:lnTo>
                <a:lnTo>
                  <a:pt x="73" y="503"/>
                </a:lnTo>
                <a:lnTo>
                  <a:pt x="72" y="503"/>
                </a:lnTo>
                <a:lnTo>
                  <a:pt x="72" y="502"/>
                </a:lnTo>
                <a:lnTo>
                  <a:pt x="73" y="502"/>
                </a:lnTo>
                <a:lnTo>
                  <a:pt x="73" y="501"/>
                </a:lnTo>
                <a:lnTo>
                  <a:pt x="72" y="499"/>
                </a:lnTo>
                <a:lnTo>
                  <a:pt x="72" y="500"/>
                </a:lnTo>
                <a:lnTo>
                  <a:pt x="71" y="499"/>
                </a:lnTo>
                <a:lnTo>
                  <a:pt x="70" y="498"/>
                </a:lnTo>
                <a:lnTo>
                  <a:pt x="71" y="498"/>
                </a:lnTo>
                <a:lnTo>
                  <a:pt x="71" y="497"/>
                </a:lnTo>
                <a:lnTo>
                  <a:pt x="71" y="495"/>
                </a:lnTo>
                <a:lnTo>
                  <a:pt x="70" y="492"/>
                </a:lnTo>
                <a:lnTo>
                  <a:pt x="69" y="492"/>
                </a:lnTo>
                <a:lnTo>
                  <a:pt x="69" y="491"/>
                </a:lnTo>
                <a:lnTo>
                  <a:pt x="68" y="491"/>
                </a:lnTo>
                <a:lnTo>
                  <a:pt x="68" y="490"/>
                </a:lnTo>
                <a:lnTo>
                  <a:pt x="69" y="490"/>
                </a:lnTo>
                <a:lnTo>
                  <a:pt x="69" y="489"/>
                </a:lnTo>
                <a:lnTo>
                  <a:pt x="70" y="488"/>
                </a:lnTo>
                <a:lnTo>
                  <a:pt x="69" y="487"/>
                </a:lnTo>
                <a:lnTo>
                  <a:pt x="69" y="485"/>
                </a:lnTo>
                <a:lnTo>
                  <a:pt x="68" y="484"/>
                </a:lnTo>
                <a:lnTo>
                  <a:pt x="68" y="483"/>
                </a:lnTo>
                <a:lnTo>
                  <a:pt x="67" y="483"/>
                </a:lnTo>
                <a:lnTo>
                  <a:pt x="67" y="481"/>
                </a:lnTo>
                <a:lnTo>
                  <a:pt x="67" y="480"/>
                </a:lnTo>
                <a:lnTo>
                  <a:pt x="66" y="480"/>
                </a:lnTo>
                <a:lnTo>
                  <a:pt x="65" y="479"/>
                </a:lnTo>
                <a:lnTo>
                  <a:pt x="64" y="478"/>
                </a:lnTo>
                <a:lnTo>
                  <a:pt x="63" y="477"/>
                </a:lnTo>
                <a:lnTo>
                  <a:pt x="62" y="478"/>
                </a:lnTo>
                <a:lnTo>
                  <a:pt x="61" y="478"/>
                </a:lnTo>
                <a:lnTo>
                  <a:pt x="59" y="477"/>
                </a:lnTo>
                <a:lnTo>
                  <a:pt x="57" y="476"/>
                </a:lnTo>
                <a:lnTo>
                  <a:pt x="56" y="475"/>
                </a:lnTo>
                <a:lnTo>
                  <a:pt x="55" y="474"/>
                </a:lnTo>
                <a:lnTo>
                  <a:pt x="53" y="474"/>
                </a:lnTo>
                <a:lnTo>
                  <a:pt x="53" y="475"/>
                </a:lnTo>
                <a:lnTo>
                  <a:pt x="52" y="476"/>
                </a:lnTo>
                <a:lnTo>
                  <a:pt x="52" y="477"/>
                </a:lnTo>
                <a:lnTo>
                  <a:pt x="52" y="478"/>
                </a:lnTo>
                <a:lnTo>
                  <a:pt x="51" y="478"/>
                </a:lnTo>
                <a:lnTo>
                  <a:pt x="51" y="477"/>
                </a:lnTo>
                <a:lnTo>
                  <a:pt x="52" y="477"/>
                </a:lnTo>
                <a:lnTo>
                  <a:pt x="52" y="476"/>
                </a:lnTo>
                <a:lnTo>
                  <a:pt x="50" y="475"/>
                </a:lnTo>
                <a:lnTo>
                  <a:pt x="50" y="476"/>
                </a:lnTo>
                <a:lnTo>
                  <a:pt x="49" y="478"/>
                </a:lnTo>
                <a:lnTo>
                  <a:pt x="47" y="478"/>
                </a:lnTo>
                <a:lnTo>
                  <a:pt x="47" y="477"/>
                </a:lnTo>
                <a:lnTo>
                  <a:pt x="47" y="476"/>
                </a:lnTo>
                <a:lnTo>
                  <a:pt x="47" y="475"/>
                </a:lnTo>
                <a:lnTo>
                  <a:pt x="47" y="474"/>
                </a:lnTo>
                <a:lnTo>
                  <a:pt x="46" y="475"/>
                </a:lnTo>
                <a:lnTo>
                  <a:pt x="46" y="474"/>
                </a:lnTo>
                <a:lnTo>
                  <a:pt x="46" y="472"/>
                </a:lnTo>
                <a:lnTo>
                  <a:pt x="46" y="471"/>
                </a:lnTo>
                <a:lnTo>
                  <a:pt x="47" y="471"/>
                </a:lnTo>
                <a:lnTo>
                  <a:pt x="48" y="470"/>
                </a:lnTo>
                <a:lnTo>
                  <a:pt x="48" y="469"/>
                </a:lnTo>
                <a:lnTo>
                  <a:pt x="46" y="468"/>
                </a:lnTo>
                <a:lnTo>
                  <a:pt x="45" y="468"/>
                </a:lnTo>
                <a:lnTo>
                  <a:pt x="44" y="469"/>
                </a:lnTo>
                <a:lnTo>
                  <a:pt x="44" y="470"/>
                </a:lnTo>
                <a:lnTo>
                  <a:pt x="43" y="470"/>
                </a:lnTo>
                <a:lnTo>
                  <a:pt x="42" y="470"/>
                </a:lnTo>
                <a:lnTo>
                  <a:pt x="41" y="469"/>
                </a:lnTo>
                <a:lnTo>
                  <a:pt x="41" y="468"/>
                </a:lnTo>
                <a:lnTo>
                  <a:pt x="41" y="467"/>
                </a:lnTo>
                <a:lnTo>
                  <a:pt x="42" y="467"/>
                </a:lnTo>
                <a:lnTo>
                  <a:pt x="42" y="465"/>
                </a:lnTo>
                <a:lnTo>
                  <a:pt x="43" y="465"/>
                </a:lnTo>
                <a:lnTo>
                  <a:pt x="44" y="464"/>
                </a:lnTo>
                <a:lnTo>
                  <a:pt x="44" y="463"/>
                </a:lnTo>
                <a:lnTo>
                  <a:pt x="42" y="463"/>
                </a:lnTo>
                <a:lnTo>
                  <a:pt x="42" y="464"/>
                </a:lnTo>
                <a:lnTo>
                  <a:pt x="41" y="464"/>
                </a:lnTo>
                <a:lnTo>
                  <a:pt x="40" y="464"/>
                </a:lnTo>
                <a:lnTo>
                  <a:pt x="40" y="463"/>
                </a:lnTo>
                <a:lnTo>
                  <a:pt x="38" y="463"/>
                </a:lnTo>
                <a:lnTo>
                  <a:pt x="37" y="463"/>
                </a:lnTo>
                <a:lnTo>
                  <a:pt x="36" y="462"/>
                </a:lnTo>
                <a:lnTo>
                  <a:pt x="35" y="461"/>
                </a:lnTo>
                <a:lnTo>
                  <a:pt x="34" y="461"/>
                </a:lnTo>
                <a:lnTo>
                  <a:pt x="34" y="460"/>
                </a:lnTo>
                <a:lnTo>
                  <a:pt x="34" y="459"/>
                </a:lnTo>
                <a:lnTo>
                  <a:pt x="34" y="458"/>
                </a:lnTo>
                <a:lnTo>
                  <a:pt x="33" y="458"/>
                </a:lnTo>
                <a:lnTo>
                  <a:pt x="32" y="458"/>
                </a:lnTo>
                <a:lnTo>
                  <a:pt x="32" y="459"/>
                </a:lnTo>
                <a:lnTo>
                  <a:pt x="31" y="459"/>
                </a:lnTo>
                <a:lnTo>
                  <a:pt x="30" y="459"/>
                </a:lnTo>
                <a:lnTo>
                  <a:pt x="28" y="459"/>
                </a:lnTo>
                <a:lnTo>
                  <a:pt x="27" y="460"/>
                </a:lnTo>
                <a:lnTo>
                  <a:pt x="26" y="460"/>
                </a:lnTo>
                <a:lnTo>
                  <a:pt x="26" y="461"/>
                </a:lnTo>
                <a:lnTo>
                  <a:pt x="25" y="462"/>
                </a:lnTo>
                <a:lnTo>
                  <a:pt x="24" y="462"/>
                </a:lnTo>
                <a:lnTo>
                  <a:pt x="24" y="463"/>
                </a:lnTo>
                <a:lnTo>
                  <a:pt x="23" y="463"/>
                </a:lnTo>
                <a:lnTo>
                  <a:pt x="22" y="463"/>
                </a:lnTo>
                <a:lnTo>
                  <a:pt x="21" y="462"/>
                </a:lnTo>
                <a:lnTo>
                  <a:pt x="21" y="461"/>
                </a:lnTo>
                <a:lnTo>
                  <a:pt x="20" y="461"/>
                </a:lnTo>
                <a:lnTo>
                  <a:pt x="19" y="461"/>
                </a:lnTo>
                <a:lnTo>
                  <a:pt x="18" y="461"/>
                </a:lnTo>
                <a:lnTo>
                  <a:pt x="17" y="461"/>
                </a:lnTo>
                <a:lnTo>
                  <a:pt x="16" y="461"/>
                </a:lnTo>
                <a:lnTo>
                  <a:pt x="15" y="461"/>
                </a:lnTo>
                <a:lnTo>
                  <a:pt x="14" y="462"/>
                </a:lnTo>
                <a:lnTo>
                  <a:pt x="14" y="463"/>
                </a:lnTo>
                <a:lnTo>
                  <a:pt x="13" y="464"/>
                </a:lnTo>
                <a:lnTo>
                  <a:pt x="12" y="465"/>
                </a:lnTo>
                <a:lnTo>
                  <a:pt x="11" y="464"/>
                </a:lnTo>
                <a:lnTo>
                  <a:pt x="10" y="463"/>
                </a:lnTo>
                <a:lnTo>
                  <a:pt x="10" y="462"/>
                </a:lnTo>
                <a:lnTo>
                  <a:pt x="11" y="462"/>
                </a:lnTo>
                <a:lnTo>
                  <a:pt x="8" y="462"/>
                </a:lnTo>
                <a:lnTo>
                  <a:pt x="8" y="461"/>
                </a:lnTo>
                <a:lnTo>
                  <a:pt x="8" y="460"/>
                </a:lnTo>
                <a:lnTo>
                  <a:pt x="8" y="459"/>
                </a:lnTo>
                <a:lnTo>
                  <a:pt x="8" y="458"/>
                </a:lnTo>
                <a:lnTo>
                  <a:pt x="7" y="458"/>
                </a:lnTo>
                <a:lnTo>
                  <a:pt x="6" y="458"/>
                </a:lnTo>
                <a:lnTo>
                  <a:pt x="6" y="460"/>
                </a:lnTo>
                <a:lnTo>
                  <a:pt x="6" y="461"/>
                </a:lnTo>
                <a:lnTo>
                  <a:pt x="5" y="461"/>
                </a:lnTo>
                <a:lnTo>
                  <a:pt x="2" y="460"/>
                </a:lnTo>
                <a:lnTo>
                  <a:pt x="1" y="460"/>
                </a:lnTo>
                <a:lnTo>
                  <a:pt x="2" y="460"/>
                </a:lnTo>
                <a:lnTo>
                  <a:pt x="2" y="459"/>
                </a:lnTo>
                <a:lnTo>
                  <a:pt x="3" y="459"/>
                </a:lnTo>
                <a:lnTo>
                  <a:pt x="4" y="458"/>
                </a:lnTo>
                <a:lnTo>
                  <a:pt x="4" y="457"/>
                </a:lnTo>
                <a:lnTo>
                  <a:pt x="5" y="457"/>
                </a:lnTo>
                <a:lnTo>
                  <a:pt x="5" y="456"/>
                </a:lnTo>
                <a:lnTo>
                  <a:pt x="4" y="456"/>
                </a:lnTo>
                <a:lnTo>
                  <a:pt x="2" y="456"/>
                </a:lnTo>
                <a:lnTo>
                  <a:pt x="1" y="456"/>
                </a:lnTo>
                <a:lnTo>
                  <a:pt x="1" y="455"/>
                </a:lnTo>
                <a:lnTo>
                  <a:pt x="0" y="454"/>
                </a:lnTo>
                <a:lnTo>
                  <a:pt x="0" y="453"/>
                </a:lnTo>
                <a:lnTo>
                  <a:pt x="0" y="452"/>
                </a:lnTo>
                <a:lnTo>
                  <a:pt x="1" y="452"/>
                </a:lnTo>
                <a:lnTo>
                  <a:pt x="1" y="451"/>
                </a:lnTo>
                <a:lnTo>
                  <a:pt x="2" y="451"/>
                </a:lnTo>
                <a:lnTo>
                  <a:pt x="3" y="451"/>
                </a:lnTo>
                <a:lnTo>
                  <a:pt x="5" y="450"/>
                </a:lnTo>
                <a:lnTo>
                  <a:pt x="6" y="450"/>
                </a:lnTo>
                <a:lnTo>
                  <a:pt x="6" y="449"/>
                </a:lnTo>
                <a:lnTo>
                  <a:pt x="7" y="449"/>
                </a:lnTo>
                <a:lnTo>
                  <a:pt x="7" y="448"/>
                </a:lnTo>
                <a:lnTo>
                  <a:pt x="7" y="447"/>
                </a:lnTo>
                <a:lnTo>
                  <a:pt x="6" y="446"/>
                </a:lnTo>
                <a:lnTo>
                  <a:pt x="5" y="445"/>
                </a:lnTo>
                <a:lnTo>
                  <a:pt x="5" y="444"/>
                </a:lnTo>
                <a:lnTo>
                  <a:pt x="4" y="443"/>
                </a:lnTo>
                <a:lnTo>
                  <a:pt x="3" y="443"/>
                </a:lnTo>
                <a:lnTo>
                  <a:pt x="2" y="441"/>
                </a:lnTo>
                <a:lnTo>
                  <a:pt x="2" y="439"/>
                </a:lnTo>
                <a:lnTo>
                  <a:pt x="3" y="438"/>
                </a:lnTo>
                <a:lnTo>
                  <a:pt x="4" y="437"/>
                </a:lnTo>
                <a:lnTo>
                  <a:pt x="5" y="436"/>
                </a:lnTo>
                <a:lnTo>
                  <a:pt x="6" y="436"/>
                </a:lnTo>
                <a:lnTo>
                  <a:pt x="7" y="435"/>
                </a:lnTo>
                <a:lnTo>
                  <a:pt x="8" y="435"/>
                </a:lnTo>
                <a:lnTo>
                  <a:pt x="9" y="435"/>
                </a:lnTo>
                <a:lnTo>
                  <a:pt x="10" y="435"/>
                </a:lnTo>
                <a:lnTo>
                  <a:pt x="10" y="433"/>
                </a:lnTo>
                <a:lnTo>
                  <a:pt x="10" y="432"/>
                </a:lnTo>
                <a:lnTo>
                  <a:pt x="10" y="431"/>
                </a:lnTo>
                <a:lnTo>
                  <a:pt x="10" y="429"/>
                </a:lnTo>
                <a:lnTo>
                  <a:pt x="10" y="428"/>
                </a:lnTo>
                <a:lnTo>
                  <a:pt x="10" y="427"/>
                </a:lnTo>
                <a:lnTo>
                  <a:pt x="11" y="427"/>
                </a:lnTo>
                <a:lnTo>
                  <a:pt x="13" y="425"/>
                </a:lnTo>
                <a:lnTo>
                  <a:pt x="13" y="424"/>
                </a:lnTo>
                <a:lnTo>
                  <a:pt x="13" y="423"/>
                </a:lnTo>
                <a:lnTo>
                  <a:pt x="14" y="423"/>
                </a:lnTo>
                <a:lnTo>
                  <a:pt x="14" y="422"/>
                </a:lnTo>
                <a:lnTo>
                  <a:pt x="15" y="421"/>
                </a:lnTo>
                <a:lnTo>
                  <a:pt x="15" y="420"/>
                </a:lnTo>
                <a:lnTo>
                  <a:pt x="15" y="419"/>
                </a:lnTo>
                <a:lnTo>
                  <a:pt x="16" y="418"/>
                </a:lnTo>
                <a:lnTo>
                  <a:pt x="17" y="418"/>
                </a:lnTo>
                <a:lnTo>
                  <a:pt x="17" y="417"/>
                </a:lnTo>
                <a:lnTo>
                  <a:pt x="18" y="418"/>
                </a:lnTo>
                <a:lnTo>
                  <a:pt x="18" y="417"/>
                </a:lnTo>
                <a:lnTo>
                  <a:pt x="18" y="416"/>
                </a:lnTo>
                <a:lnTo>
                  <a:pt x="17" y="415"/>
                </a:lnTo>
                <a:lnTo>
                  <a:pt x="17" y="414"/>
                </a:lnTo>
                <a:lnTo>
                  <a:pt x="17" y="413"/>
                </a:lnTo>
                <a:lnTo>
                  <a:pt x="17" y="412"/>
                </a:lnTo>
                <a:lnTo>
                  <a:pt x="17" y="411"/>
                </a:lnTo>
                <a:lnTo>
                  <a:pt x="18" y="411"/>
                </a:lnTo>
                <a:lnTo>
                  <a:pt x="19" y="411"/>
                </a:lnTo>
                <a:lnTo>
                  <a:pt x="20" y="410"/>
                </a:lnTo>
                <a:lnTo>
                  <a:pt x="22" y="410"/>
                </a:lnTo>
                <a:lnTo>
                  <a:pt x="23" y="410"/>
                </a:lnTo>
                <a:lnTo>
                  <a:pt x="24" y="408"/>
                </a:lnTo>
                <a:lnTo>
                  <a:pt x="24" y="407"/>
                </a:lnTo>
                <a:lnTo>
                  <a:pt x="23" y="406"/>
                </a:lnTo>
                <a:lnTo>
                  <a:pt x="23" y="405"/>
                </a:lnTo>
                <a:lnTo>
                  <a:pt x="24" y="405"/>
                </a:lnTo>
                <a:lnTo>
                  <a:pt x="25" y="406"/>
                </a:lnTo>
                <a:lnTo>
                  <a:pt x="26" y="406"/>
                </a:lnTo>
                <a:lnTo>
                  <a:pt x="27" y="406"/>
                </a:lnTo>
                <a:lnTo>
                  <a:pt x="27" y="405"/>
                </a:lnTo>
                <a:lnTo>
                  <a:pt x="27" y="404"/>
                </a:lnTo>
                <a:lnTo>
                  <a:pt x="28" y="403"/>
                </a:lnTo>
                <a:lnTo>
                  <a:pt x="29" y="403"/>
                </a:lnTo>
                <a:lnTo>
                  <a:pt x="30" y="403"/>
                </a:lnTo>
                <a:lnTo>
                  <a:pt x="31" y="403"/>
                </a:lnTo>
                <a:lnTo>
                  <a:pt x="32" y="403"/>
                </a:lnTo>
                <a:lnTo>
                  <a:pt x="33" y="403"/>
                </a:lnTo>
                <a:lnTo>
                  <a:pt x="34" y="403"/>
                </a:lnTo>
                <a:lnTo>
                  <a:pt x="35" y="404"/>
                </a:lnTo>
                <a:lnTo>
                  <a:pt x="34" y="403"/>
                </a:lnTo>
                <a:lnTo>
                  <a:pt x="36" y="403"/>
                </a:lnTo>
                <a:lnTo>
                  <a:pt x="37" y="403"/>
                </a:lnTo>
                <a:lnTo>
                  <a:pt x="38" y="403"/>
                </a:lnTo>
                <a:lnTo>
                  <a:pt x="39" y="402"/>
                </a:lnTo>
                <a:lnTo>
                  <a:pt x="40" y="401"/>
                </a:lnTo>
                <a:lnTo>
                  <a:pt x="41" y="400"/>
                </a:lnTo>
                <a:lnTo>
                  <a:pt x="42" y="399"/>
                </a:lnTo>
                <a:lnTo>
                  <a:pt x="42" y="398"/>
                </a:lnTo>
                <a:lnTo>
                  <a:pt x="42" y="397"/>
                </a:lnTo>
                <a:lnTo>
                  <a:pt x="43" y="397"/>
                </a:lnTo>
                <a:lnTo>
                  <a:pt x="43" y="396"/>
                </a:lnTo>
                <a:lnTo>
                  <a:pt x="45" y="396"/>
                </a:lnTo>
                <a:lnTo>
                  <a:pt x="46" y="395"/>
                </a:lnTo>
                <a:lnTo>
                  <a:pt x="46" y="394"/>
                </a:lnTo>
                <a:lnTo>
                  <a:pt x="47" y="394"/>
                </a:lnTo>
                <a:lnTo>
                  <a:pt x="48" y="393"/>
                </a:lnTo>
                <a:lnTo>
                  <a:pt x="49" y="392"/>
                </a:lnTo>
                <a:lnTo>
                  <a:pt x="50" y="392"/>
                </a:lnTo>
                <a:lnTo>
                  <a:pt x="50" y="391"/>
                </a:lnTo>
                <a:lnTo>
                  <a:pt x="50" y="390"/>
                </a:lnTo>
                <a:lnTo>
                  <a:pt x="50" y="389"/>
                </a:lnTo>
                <a:lnTo>
                  <a:pt x="49" y="387"/>
                </a:lnTo>
                <a:lnTo>
                  <a:pt x="49" y="386"/>
                </a:lnTo>
                <a:lnTo>
                  <a:pt x="49" y="385"/>
                </a:lnTo>
                <a:lnTo>
                  <a:pt x="48" y="385"/>
                </a:lnTo>
                <a:lnTo>
                  <a:pt x="48" y="384"/>
                </a:lnTo>
                <a:lnTo>
                  <a:pt x="49" y="384"/>
                </a:lnTo>
                <a:lnTo>
                  <a:pt x="50" y="382"/>
                </a:lnTo>
                <a:lnTo>
                  <a:pt x="52" y="382"/>
                </a:lnTo>
                <a:lnTo>
                  <a:pt x="52" y="381"/>
                </a:lnTo>
                <a:lnTo>
                  <a:pt x="52" y="380"/>
                </a:lnTo>
                <a:lnTo>
                  <a:pt x="52" y="379"/>
                </a:lnTo>
                <a:lnTo>
                  <a:pt x="53" y="378"/>
                </a:lnTo>
                <a:lnTo>
                  <a:pt x="54" y="378"/>
                </a:lnTo>
                <a:lnTo>
                  <a:pt x="54" y="377"/>
                </a:lnTo>
                <a:lnTo>
                  <a:pt x="54" y="376"/>
                </a:lnTo>
                <a:lnTo>
                  <a:pt x="54" y="374"/>
                </a:lnTo>
                <a:lnTo>
                  <a:pt x="55" y="374"/>
                </a:lnTo>
                <a:lnTo>
                  <a:pt x="55" y="373"/>
                </a:lnTo>
                <a:lnTo>
                  <a:pt x="56" y="371"/>
                </a:lnTo>
                <a:lnTo>
                  <a:pt x="57" y="371"/>
                </a:lnTo>
                <a:lnTo>
                  <a:pt x="57" y="370"/>
                </a:lnTo>
                <a:lnTo>
                  <a:pt x="56" y="370"/>
                </a:lnTo>
                <a:lnTo>
                  <a:pt x="55" y="370"/>
                </a:lnTo>
                <a:lnTo>
                  <a:pt x="56" y="370"/>
                </a:lnTo>
                <a:lnTo>
                  <a:pt x="57" y="370"/>
                </a:lnTo>
                <a:lnTo>
                  <a:pt x="57" y="369"/>
                </a:lnTo>
                <a:lnTo>
                  <a:pt x="58" y="369"/>
                </a:lnTo>
                <a:lnTo>
                  <a:pt x="59" y="369"/>
                </a:lnTo>
                <a:lnTo>
                  <a:pt x="58" y="368"/>
                </a:lnTo>
                <a:lnTo>
                  <a:pt x="59" y="368"/>
                </a:lnTo>
                <a:lnTo>
                  <a:pt x="59" y="367"/>
                </a:lnTo>
                <a:lnTo>
                  <a:pt x="60" y="364"/>
                </a:lnTo>
                <a:lnTo>
                  <a:pt x="60" y="363"/>
                </a:lnTo>
                <a:lnTo>
                  <a:pt x="62" y="362"/>
                </a:lnTo>
                <a:lnTo>
                  <a:pt x="62" y="361"/>
                </a:lnTo>
                <a:lnTo>
                  <a:pt x="63" y="360"/>
                </a:lnTo>
                <a:lnTo>
                  <a:pt x="65" y="359"/>
                </a:lnTo>
                <a:lnTo>
                  <a:pt x="66" y="359"/>
                </a:lnTo>
                <a:lnTo>
                  <a:pt x="67" y="359"/>
                </a:lnTo>
                <a:lnTo>
                  <a:pt x="68" y="358"/>
                </a:lnTo>
                <a:lnTo>
                  <a:pt x="70" y="359"/>
                </a:lnTo>
                <a:lnTo>
                  <a:pt x="71" y="359"/>
                </a:lnTo>
                <a:lnTo>
                  <a:pt x="71" y="357"/>
                </a:lnTo>
                <a:lnTo>
                  <a:pt x="72" y="357"/>
                </a:lnTo>
                <a:lnTo>
                  <a:pt x="74" y="357"/>
                </a:lnTo>
                <a:lnTo>
                  <a:pt x="76" y="356"/>
                </a:lnTo>
                <a:lnTo>
                  <a:pt x="77" y="355"/>
                </a:lnTo>
                <a:lnTo>
                  <a:pt x="78" y="355"/>
                </a:lnTo>
                <a:lnTo>
                  <a:pt x="79" y="355"/>
                </a:lnTo>
                <a:lnTo>
                  <a:pt x="80" y="355"/>
                </a:lnTo>
                <a:lnTo>
                  <a:pt x="81" y="354"/>
                </a:lnTo>
                <a:lnTo>
                  <a:pt x="81" y="352"/>
                </a:lnTo>
                <a:lnTo>
                  <a:pt x="81" y="350"/>
                </a:lnTo>
                <a:lnTo>
                  <a:pt x="81" y="349"/>
                </a:lnTo>
                <a:lnTo>
                  <a:pt x="81" y="348"/>
                </a:lnTo>
                <a:lnTo>
                  <a:pt x="81" y="346"/>
                </a:lnTo>
                <a:lnTo>
                  <a:pt x="82" y="346"/>
                </a:lnTo>
                <a:lnTo>
                  <a:pt x="83" y="347"/>
                </a:lnTo>
                <a:lnTo>
                  <a:pt x="84" y="345"/>
                </a:lnTo>
                <a:lnTo>
                  <a:pt x="84" y="343"/>
                </a:lnTo>
                <a:lnTo>
                  <a:pt x="86" y="342"/>
                </a:lnTo>
                <a:lnTo>
                  <a:pt x="87" y="342"/>
                </a:lnTo>
                <a:lnTo>
                  <a:pt x="87" y="341"/>
                </a:lnTo>
                <a:lnTo>
                  <a:pt x="87" y="340"/>
                </a:lnTo>
                <a:lnTo>
                  <a:pt x="88" y="339"/>
                </a:lnTo>
                <a:lnTo>
                  <a:pt x="91" y="340"/>
                </a:lnTo>
                <a:lnTo>
                  <a:pt x="92" y="340"/>
                </a:lnTo>
                <a:lnTo>
                  <a:pt x="93" y="339"/>
                </a:lnTo>
                <a:lnTo>
                  <a:pt x="94" y="339"/>
                </a:lnTo>
                <a:lnTo>
                  <a:pt x="95" y="339"/>
                </a:lnTo>
                <a:lnTo>
                  <a:pt x="95" y="338"/>
                </a:lnTo>
                <a:lnTo>
                  <a:pt x="97" y="338"/>
                </a:lnTo>
                <a:lnTo>
                  <a:pt x="97" y="337"/>
                </a:lnTo>
                <a:lnTo>
                  <a:pt x="97" y="336"/>
                </a:lnTo>
                <a:lnTo>
                  <a:pt x="98" y="336"/>
                </a:lnTo>
                <a:lnTo>
                  <a:pt x="98" y="338"/>
                </a:lnTo>
                <a:lnTo>
                  <a:pt x="98" y="336"/>
                </a:lnTo>
                <a:lnTo>
                  <a:pt x="98" y="335"/>
                </a:lnTo>
                <a:lnTo>
                  <a:pt x="98" y="333"/>
                </a:lnTo>
                <a:lnTo>
                  <a:pt x="99" y="333"/>
                </a:lnTo>
                <a:lnTo>
                  <a:pt x="99" y="332"/>
                </a:lnTo>
                <a:lnTo>
                  <a:pt x="98" y="331"/>
                </a:lnTo>
                <a:lnTo>
                  <a:pt x="97" y="331"/>
                </a:lnTo>
                <a:lnTo>
                  <a:pt x="97" y="330"/>
                </a:lnTo>
                <a:lnTo>
                  <a:pt x="98" y="329"/>
                </a:lnTo>
                <a:lnTo>
                  <a:pt x="99" y="329"/>
                </a:lnTo>
                <a:lnTo>
                  <a:pt x="100" y="329"/>
                </a:lnTo>
                <a:lnTo>
                  <a:pt x="100" y="328"/>
                </a:lnTo>
                <a:lnTo>
                  <a:pt x="100" y="327"/>
                </a:lnTo>
                <a:lnTo>
                  <a:pt x="100" y="326"/>
                </a:lnTo>
                <a:lnTo>
                  <a:pt x="100" y="325"/>
                </a:lnTo>
                <a:lnTo>
                  <a:pt x="100" y="324"/>
                </a:lnTo>
                <a:lnTo>
                  <a:pt x="101" y="324"/>
                </a:lnTo>
                <a:lnTo>
                  <a:pt x="103" y="323"/>
                </a:lnTo>
                <a:lnTo>
                  <a:pt x="104" y="323"/>
                </a:lnTo>
                <a:lnTo>
                  <a:pt x="106" y="322"/>
                </a:lnTo>
                <a:lnTo>
                  <a:pt x="107" y="322"/>
                </a:lnTo>
                <a:lnTo>
                  <a:pt x="109" y="321"/>
                </a:lnTo>
                <a:lnTo>
                  <a:pt x="110" y="321"/>
                </a:lnTo>
                <a:lnTo>
                  <a:pt x="111" y="322"/>
                </a:lnTo>
                <a:lnTo>
                  <a:pt x="112" y="322"/>
                </a:lnTo>
                <a:lnTo>
                  <a:pt x="113" y="322"/>
                </a:lnTo>
                <a:lnTo>
                  <a:pt x="114" y="322"/>
                </a:lnTo>
                <a:lnTo>
                  <a:pt x="114" y="321"/>
                </a:lnTo>
                <a:lnTo>
                  <a:pt x="114" y="317"/>
                </a:lnTo>
                <a:lnTo>
                  <a:pt x="114" y="315"/>
                </a:lnTo>
                <a:lnTo>
                  <a:pt x="115" y="313"/>
                </a:lnTo>
                <a:lnTo>
                  <a:pt x="115" y="314"/>
                </a:lnTo>
                <a:lnTo>
                  <a:pt x="116" y="314"/>
                </a:lnTo>
                <a:lnTo>
                  <a:pt x="116" y="313"/>
                </a:lnTo>
                <a:lnTo>
                  <a:pt x="116" y="311"/>
                </a:lnTo>
                <a:lnTo>
                  <a:pt x="116" y="310"/>
                </a:lnTo>
                <a:lnTo>
                  <a:pt x="117" y="310"/>
                </a:lnTo>
                <a:lnTo>
                  <a:pt x="117" y="309"/>
                </a:lnTo>
                <a:lnTo>
                  <a:pt x="116" y="309"/>
                </a:lnTo>
                <a:lnTo>
                  <a:pt x="116" y="308"/>
                </a:lnTo>
                <a:lnTo>
                  <a:pt x="117" y="308"/>
                </a:lnTo>
                <a:lnTo>
                  <a:pt x="116" y="308"/>
                </a:lnTo>
                <a:lnTo>
                  <a:pt x="116" y="306"/>
                </a:lnTo>
                <a:lnTo>
                  <a:pt x="117" y="306"/>
                </a:lnTo>
                <a:lnTo>
                  <a:pt x="117" y="305"/>
                </a:lnTo>
                <a:lnTo>
                  <a:pt x="117" y="302"/>
                </a:lnTo>
                <a:lnTo>
                  <a:pt x="118" y="302"/>
                </a:lnTo>
                <a:lnTo>
                  <a:pt x="117" y="302"/>
                </a:lnTo>
                <a:lnTo>
                  <a:pt x="116" y="302"/>
                </a:lnTo>
                <a:lnTo>
                  <a:pt x="116" y="303"/>
                </a:lnTo>
                <a:lnTo>
                  <a:pt x="115" y="303"/>
                </a:lnTo>
                <a:lnTo>
                  <a:pt x="114" y="303"/>
                </a:lnTo>
                <a:lnTo>
                  <a:pt x="113" y="303"/>
                </a:lnTo>
                <a:lnTo>
                  <a:pt x="113" y="304"/>
                </a:lnTo>
                <a:lnTo>
                  <a:pt x="112" y="305"/>
                </a:lnTo>
                <a:lnTo>
                  <a:pt x="112" y="306"/>
                </a:lnTo>
                <a:lnTo>
                  <a:pt x="111" y="307"/>
                </a:lnTo>
                <a:lnTo>
                  <a:pt x="111" y="308"/>
                </a:lnTo>
                <a:lnTo>
                  <a:pt x="110" y="308"/>
                </a:lnTo>
                <a:lnTo>
                  <a:pt x="110" y="309"/>
                </a:lnTo>
                <a:lnTo>
                  <a:pt x="109" y="310"/>
                </a:lnTo>
                <a:lnTo>
                  <a:pt x="108" y="311"/>
                </a:lnTo>
                <a:lnTo>
                  <a:pt x="108" y="312"/>
                </a:lnTo>
                <a:lnTo>
                  <a:pt x="107" y="312"/>
                </a:lnTo>
                <a:lnTo>
                  <a:pt x="106" y="312"/>
                </a:lnTo>
                <a:lnTo>
                  <a:pt x="105" y="312"/>
                </a:lnTo>
                <a:lnTo>
                  <a:pt x="104" y="313"/>
                </a:lnTo>
                <a:lnTo>
                  <a:pt x="103" y="313"/>
                </a:lnTo>
                <a:lnTo>
                  <a:pt x="102" y="314"/>
                </a:lnTo>
                <a:lnTo>
                  <a:pt x="100" y="316"/>
                </a:lnTo>
                <a:lnTo>
                  <a:pt x="99" y="316"/>
                </a:lnTo>
                <a:lnTo>
                  <a:pt x="98" y="316"/>
                </a:lnTo>
                <a:lnTo>
                  <a:pt x="98" y="315"/>
                </a:lnTo>
                <a:lnTo>
                  <a:pt x="97" y="316"/>
                </a:lnTo>
                <a:lnTo>
                  <a:pt x="96" y="316"/>
                </a:lnTo>
                <a:lnTo>
                  <a:pt x="95" y="317"/>
                </a:lnTo>
                <a:lnTo>
                  <a:pt x="95" y="319"/>
                </a:lnTo>
                <a:lnTo>
                  <a:pt x="94" y="319"/>
                </a:lnTo>
                <a:lnTo>
                  <a:pt x="93" y="319"/>
                </a:lnTo>
                <a:lnTo>
                  <a:pt x="92" y="318"/>
                </a:lnTo>
                <a:lnTo>
                  <a:pt x="91" y="318"/>
                </a:lnTo>
                <a:lnTo>
                  <a:pt x="90" y="318"/>
                </a:lnTo>
                <a:lnTo>
                  <a:pt x="88" y="319"/>
                </a:lnTo>
                <a:lnTo>
                  <a:pt x="87" y="320"/>
                </a:lnTo>
                <a:lnTo>
                  <a:pt x="86" y="321"/>
                </a:lnTo>
                <a:lnTo>
                  <a:pt x="87" y="321"/>
                </a:lnTo>
                <a:lnTo>
                  <a:pt x="86" y="322"/>
                </a:lnTo>
                <a:lnTo>
                  <a:pt x="86" y="324"/>
                </a:lnTo>
                <a:lnTo>
                  <a:pt x="85" y="324"/>
                </a:lnTo>
                <a:lnTo>
                  <a:pt x="82" y="325"/>
                </a:lnTo>
                <a:lnTo>
                  <a:pt x="80" y="325"/>
                </a:lnTo>
                <a:lnTo>
                  <a:pt x="79" y="326"/>
                </a:lnTo>
                <a:lnTo>
                  <a:pt x="78" y="326"/>
                </a:lnTo>
                <a:lnTo>
                  <a:pt x="78" y="327"/>
                </a:lnTo>
                <a:lnTo>
                  <a:pt x="77" y="327"/>
                </a:lnTo>
                <a:lnTo>
                  <a:pt x="77" y="328"/>
                </a:lnTo>
                <a:lnTo>
                  <a:pt x="77" y="329"/>
                </a:lnTo>
                <a:lnTo>
                  <a:pt x="77" y="330"/>
                </a:lnTo>
                <a:lnTo>
                  <a:pt x="76" y="330"/>
                </a:lnTo>
                <a:lnTo>
                  <a:pt x="75" y="330"/>
                </a:lnTo>
                <a:lnTo>
                  <a:pt x="74" y="331"/>
                </a:lnTo>
                <a:lnTo>
                  <a:pt x="74" y="332"/>
                </a:lnTo>
                <a:lnTo>
                  <a:pt x="73" y="332"/>
                </a:lnTo>
                <a:lnTo>
                  <a:pt x="71" y="332"/>
                </a:lnTo>
                <a:lnTo>
                  <a:pt x="70" y="332"/>
                </a:lnTo>
                <a:lnTo>
                  <a:pt x="69" y="332"/>
                </a:lnTo>
                <a:lnTo>
                  <a:pt x="68" y="333"/>
                </a:lnTo>
                <a:lnTo>
                  <a:pt x="67" y="333"/>
                </a:lnTo>
                <a:lnTo>
                  <a:pt x="67" y="334"/>
                </a:lnTo>
                <a:lnTo>
                  <a:pt x="66" y="334"/>
                </a:lnTo>
                <a:lnTo>
                  <a:pt x="66" y="335"/>
                </a:lnTo>
                <a:lnTo>
                  <a:pt x="65" y="335"/>
                </a:lnTo>
                <a:lnTo>
                  <a:pt x="64" y="336"/>
                </a:lnTo>
                <a:lnTo>
                  <a:pt x="63" y="337"/>
                </a:lnTo>
                <a:lnTo>
                  <a:pt x="62" y="337"/>
                </a:lnTo>
                <a:lnTo>
                  <a:pt x="61" y="337"/>
                </a:lnTo>
                <a:lnTo>
                  <a:pt x="60" y="338"/>
                </a:lnTo>
                <a:lnTo>
                  <a:pt x="59" y="338"/>
                </a:lnTo>
                <a:lnTo>
                  <a:pt x="57" y="340"/>
                </a:lnTo>
                <a:lnTo>
                  <a:pt x="56" y="341"/>
                </a:lnTo>
                <a:lnTo>
                  <a:pt x="55" y="341"/>
                </a:lnTo>
                <a:lnTo>
                  <a:pt x="55" y="342"/>
                </a:lnTo>
                <a:lnTo>
                  <a:pt x="54" y="342"/>
                </a:lnTo>
                <a:lnTo>
                  <a:pt x="53" y="345"/>
                </a:lnTo>
                <a:lnTo>
                  <a:pt x="51" y="348"/>
                </a:lnTo>
                <a:lnTo>
                  <a:pt x="51" y="349"/>
                </a:lnTo>
                <a:lnTo>
                  <a:pt x="50" y="349"/>
                </a:lnTo>
                <a:lnTo>
                  <a:pt x="50" y="350"/>
                </a:lnTo>
                <a:lnTo>
                  <a:pt x="49" y="352"/>
                </a:lnTo>
                <a:lnTo>
                  <a:pt x="48" y="353"/>
                </a:lnTo>
                <a:lnTo>
                  <a:pt x="47" y="353"/>
                </a:lnTo>
                <a:lnTo>
                  <a:pt x="47" y="354"/>
                </a:lnTo>
                <a:lnTo>
                  <a:pt x="46" y="354"/>
                </a:lnTo>
                <a:lnTo>
                  <a:pt x="46" y="355"/>
                </a:lnTo>
                <a:lnTo>
                  <a:pt x="46" y="354"/>
                </a:lnTo>
                <a:lnTo>
                  <a:pt x="45" y="354"/>
                </a:lnTo>
                <a:lnTo>
                  <a:pt x="45" y="353"/>
                </a:lnTo>
                <a:lnTo>
                  <a:pt x="44" y="353"/>
                </a:lnTo>
                <a:lnTo>
                  <a:pt x="43" y="353"/>
                </a:lnTo>
                <a:lnTo>
                  <a:pt x="44" y="353"/>
                </a:lnTo>
                <a:lnTo>
                  <a:pt x="44" y="350"/>
                </a:lnTo>
                <a:lnTo>
                  <a:pt x="43" y="350"/>
                </a:lnTo>
                <a:lnTo>
                  <a:pt x="43" y="349"/>
                </a:lnTo>
                <a:lnTo>
                  <a:pt x="44" y="349"/>
                </a:lnTo>
                <a:lnTo>
                  <a:pt x="44" y="348"/>
                </a:lnTo>
                <a:lnTo>
                  <a:pt x="44" y="346"/>
                </a:lnTo>
                <a:lnTo>
                  <a:pt x="44" y="345"/>
                </a:lnTo>
                <a:lnTo>
                  <a:pt x="44" y="343"/>
                </a:lnTo>
                <a:lnTo>
                  <a:pt x="43" y="343"/>
                </a:lnTo>
                <a:lnTo>
                  <a:pt x="43" y="342"/>
                </a:lnTo>
                <a:lnTo>
                  <a:pt x="44" y="342"/>
                </a:lnTo>
                <a:lnTo>
                  <a:pt x="45" y="342"/>
                </a:lnTo>
                <a:lnTo>
                  <a:pt x="45" y="340"/>
                </a:lnTo>
                <a:lnTo>
                  <a:pt x="45" y="338"/>
                </a:lnTo>
                <a:lnTo>
                  <a:pt x="45" y="334"/>
                </a:lnTo>
                <a:lnTo>
                  <a:pt x="44" y="333"/>
                </a:lnTo>
                <a:lnTo>
                  <a:pt x="43" y="332"/>
                </a:lnTo>
                <a:lnTo>
                  <a:pt x="44" y="332"/>
                </a:lnTo>
                <a:lnTo>
                  <a:pt x="44" y="331"/>
                </a:lnTo>
                <a:lnTo>
                  <a:pt x="44" y="330"/>
                </a:lnTo>
                <a:lnTo>
                  <a:pt x="43" y="329"/>
                </a:lnTo>
                <a:lnTo>
                  <a:pt x="44" y="328"/>
                </a:lnTo>
                <a:lnTo>
                  <a:pt x="45" y="328"/>
                </a:lnTo>
                <a:lnTo>
                  <a:pt x="46" y="328"/>
                </a:lnTo>
                <a:lnTo>
                  <a:pt x="47" y="328"/>
                </a:lnTo>
                <a:lnTo>
                  <a:pt x="47" y="326"/>
                </a:lnTo>
                <a:lnTo>
                  <a:pt x="47" y="325"/>
                </a:lnTo>
                <a:lnTo>
                  <a:pt x="48" y="325"/>
                </a:lnTo>
                <a:lnTo>
                  <a:pt x="49" y="325"/>
                </a:lnTo>
                <a:lnTo>
                  <a:pt x="49" y="324"/>
                </a:lnTo>
                <a:lnTo>
                  <a:pt x="50" y="323"/>
                </a:lnTo>
                <a:lnTo>
                  <a:pt x="51" y="323"/>
                </a:lnTo>
                <a:lnTo>
                  <a:pt x="51" y="324"/>
                </a:lnTo>
                <a:lnTo>
                  <a:pt x="51" y="323"/>
                </a:lnTo>
                <a:lnTo>
                  <a:pt x="52" y="323"/>
                </a:lnTo>
                <a:lnTo>
                  <a:pt x="52" y="322"/>
                </a:lnTo>
                <a:lnTo>
                  <a:pt x="52" y="321"/>
                </a:lnTo>
                <a:lnTo>
                  <a:pt x="52" y="320"/>
                </a:lnTo>
                <a:lnTo>
                  <a:pt x="52" y="319"/>
                </a:lnTo>
                <a:lnTo>
                  <a:pt x="52" y="318"/>
                </a:lnTo>
                <a:lnTo>
                  <a:pt x="52" y="317"/>
                </a:lnTo>
                <a:lnTo>
                  <a:pt x="52" y="316"/>
                </a:lnTo>
                <a:lnTo>
                  <a:pt x="52" y="315"/>
                </a:lnTo>
                <a:lnTo>
                  <a:pt x="52" y="314"/>
                </a:lnTo>
                <a:lnTo>
                  <a:pt x="53" y="314"/>
                </a:lnTo>
                <a:lnTo>
                  <a:pt x="53" y="313"/>
                </a:lnTo>
                <a:lnTo>
                  <a:pt x="54" y="311"/>
                </a:lnTo>
                <a:lnTo>
                  <a:pt x="54" y="310"/>
                </a:lnTo>
                <a:lnTo>
                  <a:pt x="54" y="309"/>
                </a:lnTo>
                <a:lnTo>
                  <a:pt x="54" y="308"/>
                </a:lnTo>
                <a:lnTo>
                  <a:pt x="55" y="307"/>
                </a:lnTo>
                <a:lnTo>
                  <a:pt x="54" y="306"/>
                </a:lnTo>
                <a:lnTo>
                  <a:pt x="54" y="305"/>
                </a:lnTo>
                <a:lnTo>
                  <a:pt x="54" y="304"/>
                </a:lnTo>
                <a:lnTo>
                  <a:pt x="54" y="303"/>
                </a:lnTo>
                <a:lnTo>
                  <a:pt x="53" y="302"/>
                </a:lnTo>
                <a:lnTo>
                  <a:pt x="54" y="301"/>
                </a:lnTo>
                <a:lnTo>
                  <a:pt x="53" y="301"/>
                </a:lnTo>
                <a:lnTo>
                  <a:pt x="53" y="300"/>
                </a:lnTo>
                <a:lnTo>
                  <a:pt x="53" y="299"/>
                </a:lnTo>
                <a:lnTo>
                  <a:pt x="53" y="298"/>
                </a:lnTo>
                <a:lnTo>
                  <a:pt x="53" y="297"/>
                </a:lnTo>
                <a:lnTo>
                  <a:pt x="52" y="296"/>
                </a:lnTo>
                <a:lnTo>
                  <a:pt x="52" y="295"/>
                </a:lnTo>
                <a:lnTo>
                  <a:pt x="52" y="294"/>
                </a:lnTo>
                <a:lnTo>
                  <a:pt x="52" y="293"/>
                </a:lnTo>
                <a:lnTo>
                  <a:pt x="52" y="292"/>
                </a:lnTo>
                <a:lnTo>
                  <a:pt x="52" y="291"/>
                </a:lnTo>
                <a:lnTo>
                  <a:pt x="51" y="291"/>
                </a:lnTo>
                <a:lnTo>
                  <a:pt x="51" y="290"/>
                </a:lnTo>
                <a:lnTo>
                  <a:pt x="51" y="289"/>
                </a:lnTo>
                <a:lnTo>
                  <a:pt x="50" y="288"/>
                </a:lnTo>
                <a:lnTo>
                  <a:pt x="49" y="288"/>
                </a:lnTo>
                <a:lnTo>
                  <a:pt x="47" y="288"/>
                </a:lnTo>
                <a:lnTo>
                  <a:pt x="47" y="287"/>
                </a:lnTo>
                <a:lnTo>
                  <a:pt x="46" y="287"/>
                </a:lnTo>
                <a:lnTo>
                  <a:pt x="45" y="286"/>
                </a:lnTo>
                <a:lnTo>
                  <a:pt x="46" y="286"/>
                </a:lnTo>
                <a:lnTo>
                  <a:pt x="46" y="285"/>
                </a:lnTo>
                <a:lnTo>
                  <a:pt x="46" y="284"/>
                </a:lnTo>
                <a:lnTo>
                  <a:pt x="45" y="284"/>
                </a:lnTo>
                <a:lnTo>
                  <a:pt x="45" y="283"/>
                </a:lnTo>
                <a:lnTo>
                  <a:pt x="45" y="282"/>
                </a:lnTo>
                <a:lnTo>
                  <a:pt x="44" y="282"/>
                </a:lnTo>
                <a:lnTo>
                  <a:pt x="44" y="283"/>
                </a:lnTo>
                <a:lnTo>
                  <a:pt x="43" y="283"/>
                </a:lnTo>
                <a:lnTo>
                  <a:pt x="42" y="283"/>
                </a:lnTo>
                <a:lnTo>
                  <a:pt x="41" y="283"/>
                </a:lnTo>
                <a:lnTo>
                  <a:pt x="41" y="284"/>
                </a:lnTo>
                <a:lnTo>
                  <a:pt x="41" y="285"/>
                </a:lnTo>
                <a:lnTo>
                  <a:pt x="40" y="285"/>
                </a:lnTo>
                <a:lnTo>
                  <a:pt x="39" y="285"/>
                </a:lnTo>
                <a:lnTo>
                  <a:pt x="39" y="284"/>
                </a:lnTo>
                <a:lnTo>
                  <a:pt x="39" y="283"/>
                </a:lnTo>
                <a:lnTo>
                  <a:pt x="40" y="283"/>
                </a:lnTo>
                <a:lnTo>
                  <a:pt x="40" y="282"/>
                </a:lnTo>
                <a:lnTo>
                  <a:pt x="40" y="280"/>
                </a:lnTo>
                <a:lnTo>
                  <a:pt x="39" y="279"/>
                </a:lnTo>
                <a:lnTo>
                  <a:pt x="38" y="279"/>
                </a:lnTo>
                <a:lnTo>
                  <a:pt x="37" y="279"/>
                </a:lnTo>
                <a:lnTo>
                  <a:pt x="37" y="278"/>
                </a:lnTo>
                <a:lnTo>
                  <a:pt x="37" y="277"/>
                </a:lnTo>
                <a:lnTo>
                  <a:pt x="36" y="276"/>
                </a:lnTo>
                <a:lnTo>
                  <a:pt x="36" y="275"/>
                </a:lnTo>
                <a:lnTo>
                  <a:pt x="36" y="274"/>
                </a:lnTo>
                <a:lnTo>
                  <a:pt x="37" y="274"/>
                </a:lnTo>
                <a:lnTo>
                  <a:pt x="36" y="273"/>
                </a:lnTo>
                <a:lnTo>
                  <a:pt x="36" y="274"/>
                </a:lnTo>
                <a:lnTo>
                  <a:pt x="35" y="274"/>
                </a:lnTo>
                <a:lnTo>
                  <a:pt x="35" y="273"/>
                </a:lnTo>
                <a:lnTo>
                  <a:pt x="34" y="273"/>
                </a:lnTo>
                <a:lnTo>
                  <a:pt x="33" y="273"/>
                </a:lnTo>
                <a:lnTo>
                  <a:pt x="33" y="272"/>
                </a:lnTo>
                <a:lnTo>
                  <a:pt x="32" y="272"/>
                </a:lnTo>
                <a:lnTo>
                  <a:pt x="31" y="272"/>
                </a:lnTo>
                <a:lnTo>
                  <a:pt x="31" y="271"/>
                </a:lnTo>
                <a:lnTo>
                  <a:pt x="32" y="271"/>
                </a:lnTo>
                <a:lnTo>
                  <a:pt x="32" y="270"/>
                </a:lnTo>
                <a:lnTo>
                  <a:pt x="33" y="269"/>
                </a:lnTo>
                <a:lnTo>
                  <a:pt x="33" y="268"/>
                </a:lnTo>
                <a:lnTo>
                  <a:pt x="33" y="267"/>
                </a:lnTo>
                <a:lnTo>
                  <a:pt x="33" y="266"/>
                </a:lnTo>
                <a:lnTo>
                  <a:pt x="32" y="266"/>
                </a:lnTo>
                <a:lnTo>
                  <a:pt x="32" y="265"/>
                </a:lnTo>
                <a:lnTo>
                  <a:pt x="31" y="265"/>
                </a:lnTo>
                <a:lnTo>
                  <a:pt x="31" y="266"/>
                </a:lnTo>
                <a:lnTo>
                  <a:pt x="30" y="266"/>
                </a:lnTo>
                <a:lnTo>
                  <a:pt x="30" y="265"/>
                </a:lnTo>
                <a:lnTo>
                  <a:pt x="30" y="264"/>
                </a:lnTo>
                <a:lnTo>
                  <a:pt x="29" y="264"/>
                </a:lnTo>
                <a:lnTo>
                  <a:pt x="29" y="263"/>
                </a:lnTo>
                <a:lnTo>
                  <a:pt x="29" y="262"/>
                </a:lnTo>
                <a:lnTo>
                  <a:pt x="29" y="261"/>
                </a:lnTo>
                <a:lnTo>
                  <a:pt x="30" y="260"/>
                </a:lnTo>
                <a:lnTo>
                  <a:pt x="30" y="259"/>
                </a:lnTo>
                <a:lnTo>
                  <a:pt x="31" y="257"/>
                </a:lnTo>
                <a:lnTo>
                  <a:pt x="31" y="256"/>
                </a:lnTo>
                <a:lnTo>
                  <a:pt x="32" y="256"/>
                </a:lnTo>
                <a:lnTo>
                  <a:pt x="32" y="255"/>
                </a:lnTo>
                <a:lnTo>
                  <a:pt x="33" y="255"/>
                </a:lnTo>
                <a:lnTo>
                  <a:pt x="33" y="254"/>
                </a:lnTo>
                <a:lnTo>
                  <a:pt x="33" y="253"/>
                </a:lnTo>
                <a:lnTo>
                  <a:pt x="33" y="252"/>
                </a:lnTo>
                <a:lnTo>
                  <a:pt x="33" y="251"/>
                </a:lnTo>
                <a:lnTo>
                  <a:pt x="33" y="250"/>
                </a:lnTo>
                <a:lnTo>
                  <a:pt x="33" y="249"/>
                </a:lnTo>
                <a:lnTo>
                  <a:pt x="33" y="248"/>
                </a:lnTo>
                <a:lnTo>
                  <a:pt x="33" y="247"/>
                </a:lnTo>
                <a:lnTo>
                  <a:pt x="34" y="246"/>
                </a:lnTo>
                <a:lnTo>
                  <a:pt x="34" y="245"/>
                </a:lnTo>
                <a:lnTo>
                  <a:pt x="34" y="244"/>
                </a:lnTo>
                <a:lnTo>
                  <a:pt x="34" y="243"/>
                </a:lnTo>
                <a:lnTo>
                  <a:pt x="35" y="244"/>
                </a:lnTo>
                <a:lnTo>
                  <a:pt x="36" y="244"/>
                </a:lnTo>
                <a:lnTo>
                  <a:pt x="36" y="243"/>
                </a:lnTo>
                <a:lnTo>
                  <a:pt x="37" y="242"/>
                </a:lnTo>
                <a:lnTo>
                  <a:pt x="37" y="241"/>
                </a:lnTo>
                <a:lnTo>
                  <a:pt x="38" y="241"/>
                </a:lnTo>
                <a:lnTo>
                  <a:pt x="38" y="240"/>
                </a:lnTo>
                <a:lnTo>
                  <a:pt x="37" y="239"/>
                </a:lnTo>
                <a:lnTo>
                  <a:pt x="38" y="239"/>
                </a:lnTo>
                <a:lnTo>
                  <a:pt x="39" y="238"/>
                </a:lnTo>
                <a:lnTo>
                  <a:pt x="39" y="237"/>
                </a:lnTo>
                <a:lnTo>
                  <a:pt x="40" y="236"/>
                </a:lnTo>
                <a:lnTo>
                  <a:pt x="40" y="235"/>
                </a:lnTo>
                <a:lnTo>
                  <a:pt x="41" y="235"/>
                </a:lnTo>
                <a:lnTo>
                  <a:pt x="43" y="234"/>
                </a:lnTo>
                <a:lnTo>
                  <a:pt x="43" y="233"/>
                </a:lnTo>
                <a:lnTo>
                  <a:pt x="43" y="232"/>
                </a:lnTo>
                <a:lnTo>
                  <a:pt x="43" y="231"/>
                </a:lnTo>
                <a:lnTo>
                  <a:pt x="43" y="230"/>
                </a:lnTo>
                <a:lnTo>
                  <a:pt x="44" y="230"/>
                </a:lnTo>
                <a:lnTo>
                  <a:pt x="44" y="229"/>
                </a:lnTo>
                <a:lnTo>
                  <a:pt x="44" y="228"/>
                </a:lnTo>
                <a:lnTo>
                  <a:pt x="45" y="227"/>
                </a:lnTo>
                <a:lnTo>
                  <a:pt x="45" y="226"/>
                </a:lnTo>
                <a:lnTo>
                  <a:pt x="45" y="225"/>
                </a:lnTo>
                <a:lnTo>
                  <a:pt x="46" y="225"/>
                </a:lnTo>
                <a:lnTo>
                  <a:pt x="46" y="224"/>
                </a:lnTo>
                <a:lnTo>
                  <a:pt x="48" y="224"/>
                </a:lnTo>
                <a:lnTo>
                  <a:pt x="49" y="223"/>
                </a:lnTo>
                <a:lnTo>
                  <a:pt x="49" y="224"/>
                </a:lnTo>
                <a:lnTo>
                  <a:pt x="50" y="224"/>
                </a:lnTo>
                <a:lnTo>
                  <a:pt x="50" y="223"/>
                </a:lnTo>
                <a:lnTo>
                  <a:pt x="51" y="223"/>
                </a:lnTo>
                <a:lnTo>
                  <a:pt x="51" y="222"/>
                </a:lnTo>
                <a:lnTo>
                  <a:pt x="52" y="222"/>
                </a:lnTo>
                <a:lnTo>
                  <a:pt x="53" y="222"/>
                </a:lnTo>
                <a:lnTo>
                  <a:pt x="55" y="222"/>
                </a:lnTo>
                <a:lnTo>
                  <a:pt x="55" y="221"/>
                </a:lnTo>
                <a:lnTo>
                  <a:pt x="56" y="221"/>
                </a:lnTo>
                <a:lnTo>
                  <a:pt x="56" y="220"/>
                </a:lnTo>
                <a:lnTo>
                  <a:pt x="57" y="220"/>
                </a:lnTo>
                <a:lnTo>
                  <a:pt x="59" y="219"/>
                </a:lnTo>
                <a:lnTo>
                  <a:pt x="60" y="218"/>
                </a:lnTo>
                <a:lnTo>
                  <a:pt x="61" y="218"/>
                </a:lnTo>
                <a:lnTo>
                  <a:pt x="61" y="217"/>
                </a:lnTo>
                <a:lnTo>
                  <a:pt x="62" y="217"/>
                </a:lnTo>
                <a:lnTo>
                  <a:pt x="63" y="216"/>
                </a:lnTo>
                <a:lnTo>
                  <a:pt x="64" y="216"/>
                </a:lnTo>
                <a:lnTo>
                  <a:pt x="65" y="216"/>
                </a:lnTo>
                <a:lnTo>
                  <a:pt x="65" y="215"/>
                </a:lnTo>
                <a:lnTo>
                  <a:pt x="65" y="214"/>
                </a:lnTo>
                <a:lnTo>
                  <a:pt x="66" y="214"/>
                </a:lnTo>
                <a:lnTo>
                  <a:pt x="66" y="213"/>
                </a:lnTo>
                <a:lnTo>
                  <a:pt x="65" y="213"/>
                </a:lnTo>
                <a:lnTo>
                  <a:pt x="65" y="212"/>
                </a:lnTo>
                <a:lnTo>
                  <a:pt x="65" y="211"/>
                </a:lnTo>
                <a:lnTo>
                  <a:pt x="66" y="211"/>
                </a:lnTo>
                <a:lnTo>
                  <a:pt x="66" y="209"/>
                </a:lnTo>
                <a:lnTo>
                  <a:pt x="66" y="208"/>
                </a:lnTo>
                <a:lnTo>
                  <a:pt x="67" y="207"/>
                </a:lnTo>
                <a:lnTo>
                  <a:pt x="67" y="206"/>
                </a:lnTo>
                <a:lnTo>
                  <a:pt x="68" y="205"/>
                </a:lnTo>
                <a:lnTo>
                  <a:pt x="69" y="204"/>
                </a:lnTo>
                <a:lnTo>
                  <a:pt x="70" y="203"/>
                </a:lnTo>
                <a:lnTo>
                  <a:pt x="71" y="203"/>
                </a:lnTo>
                <a:lnTo>
                  <a:pt x="71" y="202"/>
                </a:lnTo>
                <a:lnTo>
                  <a:pt x="72" y="202"/>
                </a:lnTo>
                <a:lnTo>
                  <a:pt x="72" y="201"/>
                </a:lnTo>
                <a:lnTo>
                  <a:pt x="71" y="200"/>
                </a:lnTo>
                <a:lnTo>
                  <a:pt x="72" y="200"/>
                </a:lnTo>
                <a:lnTo>
                  <a:pt x="71" y="199"/>
                </a:lnTo>
                <a:lnTo>
                  <a:pt x="71" y="198"/>
                </a:lnTo>
                <a:lnTo>
                  <a:pt x="72" y="198"/>
                </a:lnTo>
                <a:lnTo>
                  <a:pt x="72" y="199"/>
                </a:lnTo>
                <a:lnTo>
                  <a:pt x="73" y="198"/>
                </a:lnTo>
                <a:lnTo>
                  <a:pt x="73" y="197"/>
                </a:lnTo>
                <a:lnTo>
                  <a:pt x="74" y="197"/>
                </a:lnTo>
                <a:lnTo>
                  <a:pt x="74" y="196"/>
                </a:lnTo>
                <a:lnTo>
                  <a:pt x="74" y="194"/>
                </a:lnTo>
                <a:lnTo>
                  <a:pt x="74" y="193"/>
                </a:lnTo>
                <a:lnTo>
                  <a:pt x="74" y="194"/>
                </a:lnTo>
                <a:lnTo>
                  <a:pt x="73" y="194"/>
                </a:lnTo>
                <a:lnTo>
                  <a:pt x="73" y="193"/>
                </a:lnTo>
                <a:lnTo>
                  <a:pt x="73" y="192"/>
                </a:lnTo>
                <a:lnTo>
                  <a:pt x="72" y="192"/>
                </a:lnTo>
                <a:lnTo>
                  <a:pt x="72" y="191"/>
                </a:lnTo>
                <a:lnTo>
                  <a:pt x="73" y="190"/>
                </a:lnTo>
                <a:lnTo>
                  <a:pt x="73" y="189"/>
                </a:lnTo>
                <a:lnTo>
                  <a:pt x="74" y="189"/>
                </a:lnTo>
                <a:lnTo>
                  <a:pt x="75" y="189"/>
                </a:lnTo>
                <a:lnTo>
                  <a:pt x="75" y="188"/>
                </a:lnTo>
                <a:lnTo>
                  <a:pt x="74" y="188"/>
                </a:lnTo>
                <a:lnTo>
                  <a:pt x="75" y="188"/>
                </a:lnTo>
                <a:lnTo>
                  <a:pt x="75" y="187"/>
                </a:lnTo>
                <a:lnTo>
                  <a:pt x="75" y="186"/>
                </a:lnTo>
                <a:lnTo>
                  <a:pt x="76" y="186"/>
                </a:lnTo>
                <a:lnTo>
                  <a:pt x="76" y="185"/>
                </a:lnTo>
                <a:lnTo>
                  <a:pt x="77" y="184"/>
                </a:lnTo>
                <a:lnTo>
                  <a:pt x="77" y="183"/>
                </a:lnTo>
                <a:lnTo>
                  <a:pt x="78" y="182"/>
                </a:lnTo>
                <a:lnTo>
                  <a:pt x="79" y="182"/>
                </a:lnTo>
                <a:lnTo>
                  <a:pt x="79" y="181"/>
                </a:lnTo>
                <a:lnTo>
                  <a:pt x="80" y="180"/>
                </a:lnTo>
                <a:lnTo>
                  <a:pt x="80" y="179"/>
                </a:lnTo>
                <a:lnTo>
                  <a:pt x="80" y="178"/>
                </a:lnTo>
                <a:lnTo>
                  <a:pt x="80" y="177"/>
                </a:lnTo>
                <a:lnTo>
                  <a:pt x="80" y="176"/>
                </a:lnTo>
                <a:lnTo>
                  <a:pt x="81" y="176"/>
                </a:lnTo>
                <a:lnTo>
                  <a:pt x="81" y="175"/>
                </a:lnTo>
                <a:lnTo>
                  <a:pt x="81" y="174"/>
                </a:lnTo>
                <a:lnTo>
                  <a:pt x="81" y="173"/>
                </a:lnTo>
                <a:lnTo>
                  <a:pt x="80" y="171"/>
                </a:lnTo>
                <a:lnTo>
                  <a:pt x="80" y="170"/>
                </a:lnTo>
                <a:lnTo>
                  <a:pt x="80" y="169"/>
                </a:lnTo>
                <a:lnTo>
                  <a:pt x="81" y="169"/>
                </a:lnTo>
                <a:lnTo>
                  <a:pt x="81" y="168"/>
                </a:lnTo>
                <a:lnTo>
                  <a:pt x="82" y="168"/>
                </a:lnTo>
                <a:lnTo>
                  <a:pt x="82" y="167"/>
                </a:lnTo>
                <a:lnTo>
                  <a:pt x="83" y="166"/>
                </a:lnTo>
                <a:lnTo>
                  <a:pt x="83" y="165"/>
                </a:lnTo>
                <a:lnTo>
                  <a:pt x="82" y="165"/>
                </a:lnTo>
                <a:lnTo>
                  <a:pt x="82" y="164"/>
                </a:lnTo>
                <a:lnTo>
                  <a:pt x="82" y="163"/>
                </a:lnTo>
                <a:lnTo>
                  <a:pt x="82" y="162"/>
                </a:lnTo>
                <a:lnTo>
                  <a:pt x="83" y="161"/>
                </a:lnTo>
                <a:lnTo>
                  <a:pt x="84" y="160"/>
                </a:lnTo>
                <a:lnTo>
                  <a:pt x="85" y="159"/>
                </a:lnTo>
                <a:lnTo>
                  <a:pt x="86" y="159"/>
                </a:lnTo>
                <a:lnTo>
                  <a:pt x="87" y="159"/>
                </a:lnTo>
                <a:lnTo>
                  <a:pt x="87" y="158"/>
                </a:lnTo>
                <a:lnTo>
                  <a:pt x="88" y="157"/>
                </a:lnTo>
                <a:lnTo>
                  <a:pt x="88" y="156"/>
                </a:lnTo>
                <a:lnTo>
                  <a:pt x="87" y="156"/>
                </a:lnTo>
                <a:lnTo>
                  <a:pt x="88" y="155"/>
                </a:lnTo>
                <a:lnTo>
                  <a:pt x="88" y="153"/>
                </a:lnTo>
                <a:lnTo>
                  <a:pt x="88" y="152"/>
                </a:lnTo>
                <a:lnTo>
                  <a:pt x="87" y="151"/>
                </a:lnTo>
                <a:lnTo>
                  <a:pt x="87" y="150"/>
                </a:lnTo>
                <a:lnTo>
                  <a:pt x="88" y="149"/>
                </a:lnTo>
                <a:lnTo>
                  <a:pt x="88" y="148"/>
                </a:lnTo>
                <a:lnTo>
                  <a:pt x="88" y="146"/>
                </a:lnTo>
                <a:lnTo>
                  <a:pt x="88" y="145"/>
                </a:lnTo>
                <a:lnTo>
                  <a:pt x="87" y="145"/>
                </a:lnTo>
                <a:lnTo>
                  <a:pt x="87" y="144"/>
                </a:lnTo>
                <a:lnTo>
                  <a:pt x="88" y="144"/>
                </a:lnTo>
                <a:lnTo>
                  <a:pt x="89" y="144"/>
                </a:lnTo>
                <a:lnTo>
                  <a:pt x="90" y="143"/>
                </a:lnTo>
                <a:lnTo>
                  <a:pt x="91" y="142"/>
                </a:lnTo>
                <a:lnTo>
                  <a:pt x="92" y="141"/>
                </a:lnTo>
                <a:lnTo>
                  <a:pt x="93" y="141"/>
                </a:lnTo>
                <a:lnTo>
                  <a:pt x="94" y="141"/>
                </a:lnTo>
                <a:lnTo>
                  <a:pt x="94" y="140"/>
                </a:lnTo>
                <a:lnTo>
                  <a:pt x="95" y="140"/>
                </a:lnTo>
                <a:lnTo>
                  <a:pt x="95" y="139"/>
                </a:lnTo>
                <a:lnTo>
                  <a:pt x="96" y="139"/>
                </a:lnTo>
                <a:lnTo>
                  <a:pt x="97" y="139"/>
                </a:lnTo>
                <a:lnTo>
                  <a:pt x="97" y="138"/>
                </a:lnTo>
                <a:lnTo>
                  <a:pt x="99" y="139"/>
                </a:lnTo>
                <a:lnTo>
                  <a:pt x="100" y="139"/>
                </a:lnTo>
                <a:lnTo>
                  <a:pt x="100" y="138"/>
                </a:lnTo>
                <a:lnTo>
                  <a:pt x="101" y="138"/>
                </a:lnTo>
                <a:lnTo>
                  <a:pt x="102" y="138"/>
                </a:lnTo>
                <a:lnTo>
                  <a:pt x="103" y="137"/>
                </a:lnTo>
                <a:lnTo>
                  <a:pt x="104" y="137"/>
                </a:lnTo>
                <a:lnTo>
                  <a:pt x="105" y="137"/>
                </a:lnTo>
                <a:lnTo>
                  <a:pt x="105" y="136"/>
                </a:lnTo>
                <a:lnTo>
                  <a:pt x="106" y="136"/>
                </a:lnTo>
                <a:lnTo>
                  <a:pt x="106" y="137"/>
                </a:lnTo>
                <a:lnTo>
                  <a:pt x="107" y="137"/>
                </a:lnTo>
                <a:lnTo>
                  <a:pt x="107" y="138"/>
                </a:lnTo>
                <a:lnTo>
                  <a:pt x="108" y="138"/>
                </a:lnTo>
                <a:lnTo>
                  <a:pt x="109" y="138"/>
                </a:lnTo>
                <a:lnTo>
                  <a:pt x="110" y="138"/>
                </a:lnTo>
                <a:lnTo>
                  <a:pt x="111" y="138"/>
                </a:lnTo>
                <a:lnTo>
                  <a:pt x="112" y="138"/>
                </a:lnTo>
                <a:lnTo>
                  <a:pt x="113" y="138"/>
                </a:lnTo>
                <a:lnTo>
                  <a:pt x="113" y="137"/>
                </a:lnTo>
                <a:lnTo>
                  <a:pt x="114" y="136"/>
                </a:lnTo>
                <a:lnTo>
                  <a:pt x="114" y="135"/>
                </a:lnTo>
                <a:lnTo>
                  <a:pt x="115" y="135"/>
                </a:lnTo>
                <a:lnTo>
                  <a:pt x="115" y="134"/>
                </a:lnTo>
                <a:lnTo>
                  <a:pt x="116" y="134"/>
                </a:lnTo>
                <a:lnTo>
                  <a:pt x="116" y="133"/>
                </a:lnTo>
                <a:lnTo>
                  <a:pt x="117" y="133"/>
                </a:lnTo>
                <a:lnTo>
                  <a:pt x="117" y="132"/>
                </a:lnTo>
                <a:lnTo>
                  <a:pt x="116" y="132"/>
                </a:lnTo>
                <a:lnTo>
                  <a:pt x="116" y="131"/>
                </a:lnTo>
                <a:lnTo>
                  <a:pt x="116" y="130"/>
                </a:lnTo>
                <a:lnTo>
                  <a:pt x="115" y="130"/>
                </a:lnTo>
                <a:lnTo>
                  <a:pt x="115" y="131"/>
                </a:lnTo>
                <a:lnTo>
                  <a:pt x="114" y="130"/>
                </a:lnTo>
                <a:lnTo>
                  <a:pt x="115" y="130"/>
                </a:lnTo>
                <a:lnTo>
                  <a:pt x="115" y="129"/>
                </a:lnTo>
                <a:lnTo>
                  <a:pt x="114" y="129"/>
                </a:lnTo>
                <a:lnTo>
                  <a:pt x="114" y="130"/>
                </a:lnTo>
                <a:lnTo>
                  <a:pt x="114" y="129"/>
                </a:lnTo>
                <a:lnTo>
                  <a:pt x="113" y="130"/>
                </a:lnTo>
                <a:lnTo>
                  <a:pt x="111" y="130"/>
                </a:lnTo>
                <a:lnTo>
                  <a:pt x="111" y="129"/>
                </a:lnTo>
                <a:lnTo>
                  <a:pt x="111" y="128"/>
                </a:lnTo>
                <a:lnTo>
                  <a:pt x="112" y="127"/>
                </a:lnTo>
                <a:lnTo>
                  <a:pt x="112" y="126"/>
                </a:lnTo>
                <a:lnTo>
                  <a:pt x="111" y="126"/>
                </a:lnTo>
                <a:lnTo>
                  <a:pt x="111" y="125"/>
                </a:lnTo>
                <a:lnTo>
                  <a:pt x="110" y="125"/>
                </a:lnTo>
                <a:lnTo>
                  <a:pt x="110" y="124"/>
                </a:lnTo>
                <a:lnTo>
                  <a:pt x="110" y="123"/>
                </a:lnTo>
                <a:lnTo>
                  <a:pt x="111" y="123"/>
                </a:lnTo>
                <a:lnTo>
                  <a:pt x="111" y="122"/>
                </a:lnTo>
                <a:lnTo>
                  <a:pt x="111" y="121"/>
                </a:lnTo>
                <a:lnTo>
                  <a:pt x="112" y="122"/>
                </a:lnTo>
                <a:lnTo>
                  <a:pt x="113" y="122"/>
                </a:lnTo>
                <a:lnTo>
                  <a:pt x="114" y="123"/>
                </a:lnTo>
                <a:lnTo>
                  <a:pt x="115" y="124"/>
                </a:lnTo>
                <a:lnTo>
                  <a:pt x="116" y="124"/>
                </a:lnTo>
                <a:lnTo>
                  <a:pt x="115" y="124"/>
                </a:lnTo>
                <a:lnTo>
                  <a:pt x="115" y="123"/>
                </a:lnTo>
                <a:lnTo>
                  <a:pt x="114" y="123"/>
                </a:lnTo>
                <a:lnTo>
                  <a:pt x="114" y="122"/>
                </a:lnTo>
                <a:lnTo>
                  <a:pt x="115" y="122"/>
                </a:lnTo>
                <a:lnTo>
                  <a:pt x="116" y="122"/>
                </a:lnTo>
                <a:lnTo>
                  <a:pt x="116" y="121"/>
                </a:lnTo>
                <a:lnTo>
                  <a:pt x="116" y="120"/>
                </a:lnTo>
                <a:lnTo>
                  <a:pt x="115" y="120"/>
                </a:lnTo>
                <a:lnTo>
                  <a:pt x="116" y="119"/>
                </a:lnTo>
                <a:lnTo>
                  <a:pt x="116" y="118"/>
                </a:lnTo>
                <a:lnTo>
                  <a:pt x="115" y="118"/>
                </a:lnTo>
                <a:lnTo>
                  <a:pt x="115" y="117"/>
                </a:lnTo>
                <a:lnTo>
                  <a:pt x="114" y="117"/>
                </a:lnTo>
                <a:lnTo>
                  <a:pt x="115" y="117"/>
                </a:lnTo>
                <a:lnTo>
                  <a:pt x="116" y="117"/>
                </a:lnTo>
                <a:lnTo>
                  <a:pt x="116" y="116"/>
                </a:lnTo>
                <a:lnTo>
                  <a:pt x="115" y="116"/>
                </a:lnTo>
                <a:lnTo>
                  <a:pt x="115" y="115"/>
                </a:lnTo>
                <a:lnTo>
                  <a:pt x="115" y="114"/>
                </a:lnTo>
                <a:lnTo>
                  <a:pt x="115" y="113"/>
                </a:lnTo>
                <a:lnTo>
                  <a:pt x="115" y="112"/>
                </a:lnTo>
                <a:lnTo>
                  <a:pt x="116" y="112"/>
                </a:lnTo>
                <a:lnTo>
                  <a:pt x="116" y="111"/>
                </a:lnTo>
                <a:lnTo>
                  <a:pt x="117" y="111"/>
                </a:lnTo>
                <a:lnTo>
                  <a:pt x="118" y="110"/>
                </a:lnTo>
                <a:lnTo>
                  <a:pt x="119" y="110"/>
                </a:lnTo>
                <a:lnTo>
                  <a:pt x="119" y="109"/>
                </a:lnTo>
                <a:lnTo>
                  <a:pt x="118" y="109"/>
                </a:lnTo>
                <a:lnTo>
                  <a:pt x="119" y="109"/>
                </a:lnTo>
                <a:lnTo>
                  <a:pt x="120" y="109"/>
                </a:lnTo>
                <a:lnTo>
                  <a:pt x="120" y="110"/>
                </a:lnTo>
                <a:lnTo>
                  <a:pt x="120" y="111"/>
                </a:lnTo>
                <a:lnTo>
                  <a:pt x="121" y="111"/>
                </a:lnTo>
                <a:lnTo>
                  <a:pt x="122" y="111"/>
                </a:lnTo>
                <a:lnTo>
                  <a:pt x="122" y="110"/>
                </a:lnTo>
                <a:lnTo>
                  <a:pt x="123" y="110"/>
                </a:lnTo>
                <a:lnTo>
                  <a:pt x="124" y="111"/>
                </a:lnTo>
                <a:lnTo>
                  <a:pt x="124" y="113"/>
                </a:lnTo>
                <a:lnTo>
                  <a:pt x="123" y="114"/>
                </a:lnTo>
                <a:lnTo>
                  <a:pt x="124" y="115"/>
                </a:lnTo>
                <a:lnTo>
                  <a:pt x="124" y="116"/>
                </a:lnTo>
                <a:lnTo>
                  <a:pt x="125" y="116"/>
                </a:lnTo>
                <a:lnTo>
                  <a:pt x="125" y="117"/>
                </a:lnTo>
                <a:lnTo>
                  <a:pt x="126" y="117"/>
                </a:lnTo>
                <a:lnTo>
                  <a:pt x="127" y="117"/>
                </a:lnTo>
                <a:lnTo>
                  <a:pt x="128" y="118"/>
                </a:lnTo>
                <a:lnTo>
                  <a:pt x="128" y="119"/>
                </a:lnTo>
                <a:lnTo>
                  <a:pt x="130" y="121"/>
                </a:lnTo>
                <a:lnTo>
                  <a:pt x="131" y="121"/>
                </a:lnTo>
                <a:lnTo>
                  <a:pt x="132" y="118"/>
                </a:lnTo>
                <a:lnTo>
                  <a:pt x="132" y="117"/>
                </a:lnTo>
                <a:lnTo>
                  <a:pt x="132" y="116"/>
                </a:lnTo>
                <a:lnTo>
                  <a:pt x="133" y="116"/>
                </a:lnTo>
                <a:lnTo>
                  <a:pt x="133" y="115"/>
                </a:lnTo>
                <a:lnTo>
                  <a:pt x="135" y="115"/>
                </a:lnTo>
                <a:lnTo>
                  <a:pt x="135" y="114"/>
                </a:lnTo>
                <a:lnTo>
                  <a:pt x="136" y="113"/>
                </a:lnTo>
                <a:lnTo>
                  <a:pt x="136" y="112"/>
                </a:lnTo>
                <a:lnTo>
                  <a:pt x="137" y="112"/>
                </a:lnTo>
                <a:lnTo>
                  <a:pt x="137" y="111"/>
                </a:lnTo>
                <a:lnTo>
                  <a:pt x="138" y="110"/>
                </a:lnTo>
                <a:lnTo>
                  <a:pt x="138" y="109"/>
                </a:lnTo>
                <a:lnTo>
                  <a:pt x="139" y="109"/>
                </a:lnTo>
                <a:lnTo>
                  <a:pt x="139" y="108"/>
                </a:lnTo>
                <a:lnTo>
                  <a:pt x="140" y="108"/>
                </a:lnTo>
                <a:lnTo>
                  <a:pt x="140" y="107"/>
                </a:lnTo>
                <a:lnTo>
                  <a:pt x="140" y="106"/>
                </a:lnTo>
                <a:lnTo>
                  <a:pt x="141" y="105"/>
                </a:lnTo>
                <a:lnTo>
                  <a:pt x="142" y="104"/>
                </a:lnTo>
                <a:lnTo>
                  <a:pt x="143" y="102"/>
                </a:lnTo>
                <a:lnTo>
                  <a:pt x="144" y="101"/>
                </a:lnTo>
                <a:lnTo>
                  <a:pt x="145" y="100"/>
                </a:lnTo>
                <a:lnTo>
                  <a:pt x="146" y="99"/>
                </a:lnTo>
                <a:lnTo>
                  <a:pt x="147" y="98"/>
                </a:lnTo>
                <a:lnTo>
                  <a:pt x="147" y="97"/>
                </a:lnTo>
                <a:lnTo>
                  <a:pt x="147" y="96"/>
                </a:lnTo>
                <a:lnTo>
                  <a:pt x="148" y="95"/>
                </a:lnTo>
                <a:lnTo>
                  <a:pt x="149" y="94"/>
                </a:lnTo>
                <a:lnTo>
                  <a:pt x="148" y="94"/>
                </a:lnTo>
                <a:lnTo>
                  <a:pt x="148" y="93"/>
                </a:lnTo>
                <a:lnTo>
                  <a:pt x="148" y="92"/>
                </a:lnTo>
                <a:lnTo>
                  <a:pt x="149" y="92"/>
                </a:lnTo>
                <a:lnTo>
                  <a:pt x="150" y="92"/>
                </a:lnTo>
                <a:lnTo>
                  <a:pt x="150" y="91"/>
                </a:lnTo>
                <a:lnTo>
                  <a:pt x="151" y="91"/>
                </a:lnTo>
                <a:lnTo>
                  <a:pt x="151" y="89"/>
                </a:lnTo>
                <a:lnTo>
                  <a:pt x="151" y="87"/>
                </a:lnTo>
                <a:lnTo>
                  <a:pt x="151" y="86"/>
                </a:lnTo>
                <a:lnTo>
                  <a:pt x="152" y="85"/>
                </a:lnTo>
                <a:lnTo>
                  <a:pt x="153" y="85"/>
                </a:lnTo>
                <a:lnTo>
                  <a:pt x="153" y="84"/>
                </a:lnTo>
                <a:lnTo>
                  <a:pt x="154" y="84"/>
                </a:lnTo>
                <a:lnTo>
                  <a:pt x="156" y="83"/>
                </a:lnTo>
                <a:lnTo>
                  <a:pt x="155" y="83"/>
                </a:lnTo>
                <a:lnTo>
                  <a:pt x="155" y="82"/>
                </a:lnTo>
                <a:lnTo>
                  <a:pt x="155" y="81"/>
                </a:lnTo>
                <a:lnTo>
                  <a:pt x="155" y="80"/>
                </a:lnTo>
                <a:lnTo>
                  <a:pt x="156" y="80"/>
                </a:lnTo>
                <a:lnTo>
                  <a:pt x="156" y="81"/>
                </a:lnTo>
                <a:lnTo>
                  <a:pt x="157" y="81"/>
                </a:lnTo>
                <a:lnTo>
                  <a:pt x="158" y="81"/>
                </a:lnTo>
                <a:lnTo>
                  <a:pt x="158" y="80"/>
                </a:lnTo>
                <a:lnTo>
                  <a:pt x="158" y="79"/>
                </a:lnTo>
                <a:lnTo>
                  <a:pt x="158" y="77"/>
                </a:lnTo>
                <a:lnTo>
                  <a:pt x="158" y="76"/>
                </a:lnTo>
                <a:lnTo>
                  <a:pt x="158" y="75"/>
                </a:lnTo>
                <a:lnTo>
                  <a:pt x="159" y="74"/>
                </a:lnTo>
                <a:lnTo>
                  <a:pt x="159" y="73"/>
                </a:lnTo>
                <a:lnTo>
                  <a:pt x="160" y="72"/>
                </a:lnTo>
                <a:lnTo>
                  <a:pt x="160" y="71"/>
                </a:lnTo>
                <a:lnTo>
                  <a:pt x="161" y="70"/>
                </a:lnTo>
                <a:lnTo>
                  <a:pt x="160" y="70"/>
                </a:lnTo>
                <a:lnTo>
                  <a:pt x="161" y="69"/>
                </a:lnTo>
                <a:lnTo>
                  <a:pt x="162" y="69"/>
                </a:lnTo>
                <a:lnTo>
                  <a:pt x="162" y="68"/>
                </a:lnTo>
                <a:lnTo>
                  <a:pt x="163" y="68"/>
                </a:lnTo>
                <a:lnTo>
                  <a:pt x="163" y="69"/>
                </a:lnTo>
                <a:lnTo>
                  <a:pt x="164" y="69"/>
                </a:lnTo>
                <a:lnTo>
                  <a:pt x="165" y="69"/>
                </a:lnTo>
                <a:lnTo>
                  <a:pt x="165" y="70"/>
                </a:lnTo>
                <a:lnTo>
                  <a:pt x="166" y="70"/>
                </a:lnTo>
                <a:lnTo>
                  <a:pt x="169" y="68"/>
                </a:lnTo>
                <a:lnTo>
                  <a:pt x="170" y="68"/>
                </a:lnTo>
                <a:lnTo>
                  <a:pt x="171" y="68"/>
                </a:lnTo>
                <a:lnTo>
                  <a:pt x="172" y="68"/>
                </a:lnTo>
                <a:lnTo>
                  <a:pt x="173" y="67"/>
                </a:lnTo>
                <a:lnTo>
                  <a:pt x="176" y="68"/>
                </a:lnTo>
                <a:lnTo>
                  <a:pt x="177" y="68"/>
                </a:lnTo>
                <a:lnTo>
                  <a:pt x="178" y="68"/>
                </a:lnTo>
                <a:lnTo>
                  <a:pt x="178" y="67"/>
                </a:lnTo>
                <a:lnTo>
                  <a:pt x="179" y="67"/>
                </a:lnTo>
                <a:lnTo>
                  <a:pt x="180" y="68"/>
                </a:lnTo>
                <a:lnTo>
                  <a:pt x="182" y="68"/>
                </a:lnTo>
                <a:lnTo>
                  <a:pt x="184" y="68"/>
                </a:lnTo>
                <a:lnTo>
                  <a:pt x="185" y="68"/>
                </a:lnTo>
                <a:lnTo>
                  <a:pt x="185" y="67"/>
                </a:lnTo>
                <a:lnTo>
                  <a:pt x="186" y="67"/>
                </a:lnTo>
                <a:lnTo>
                  <a:pt x="186" y="66"/>
                </a:lnTo>
                <a:lnTo>
                  <a:pt x="187" y="66"/>
                </a:lnTo>
                <a:lnTo>
                  <a:pt x="188" y="66"/>
                </a:lnTo>
                <a:lnTo>
                  <a:pt x="188" y="65"/>
                </a:lnTo>
                <a:lnTo>
                  <a:pt x="189" y="65"/>
                </a:lnTo>
                <a:lnTo>
                  <a:pt x="190" y="65"/>
                </a:lnTo>
                <a:lnTo>
                  <a:pt x="192" y="65"/>
                </a:lnTo>
                <a:lnTo>
                  <a:pt x="195" y="65"/>
                </a:lnTo>
                <a:lnTo>
                  <a:pt x="196" y="65"/>
                </a:lnTo>
                <a:lnTo>
                  <a:pt x="198" y="65"/>
                </a:lnTo>
                <a:lnTo>
                  <a:pt x="199" y="64"/>
                </a:lnTo>
                <a:lnTo>
                  <a:pt x="200" y="64"/>
                </a:lnTo>
                <a:lnTo>
                  <a:pt x="201" y="64"/>
                </a:lnTo>
                <a:lnTo>
                  <a:pt x="202" y="64"/>
                </a:lnTo>
                <a:lnTo>
                  <a:pt x="207" y="64"/>
                </a:lnTo>
                <a:lnTo>
                  <a:pt x="208" y="64"/>
                </a:lnTo>
                <a:lnTo>
                  <a:pt x="209" y="63"/>
                </a:lnTo>
                <a:lnTo>
                  <a:pt x="210" y="63"/>
                </a:lnTo>
                <a:lnTo>
                  <a:pt x="211" y="62"/>
                </a:lnTo>
                <a:lnTo>
                  <a:pt x="212" y="61"/>
                </a:lnTo>
                <a:lnTo>
                  <a:pt x="213" y="61"/>
                </a:lnTo>
                <a:lnTo>
                  <a:pt x="213" y="60"/>
                </a:lnTo>
                <a:lnTo>
                  <a:pt x="215" y="60"/>
                </a:lnTo>
                <a:lnTo>
                  <a:pt x="216" y="60"/>
                </a:lnTo>
                <a:lnTo>
                  <a:pt x="216" y="61"/>
                </a:lnTo>
                <a:lnTo>
                  <a:pt x="217" y="61"/>
                </a:lnTo>
                <a:lnTo>
                  <a:pt x="218" y="61"/>
                </a:lnTo>
                <a:lnTo>
                  <a:pt x="219" y="61"/>
                </a:lnTo>
                <a:lnTo>
                  <a:pt x="220" y="61"/>
                </a:lnTo>
                <a:lnTo>
                  <a:pt x="221" y="61"/>
                </a:lnTo>
                <a:lnTo>
                  <a:pt x="221" y="62"/>
                </a:lnTo>
                <a:lnTo>
                  <a:pt x="222" y="62"/>
                </a:lnTo>
                <a:lnTo>
                  <a:pt x="223" y="61"/>
                </a:lnTo>
                <a:lnTo>
                  <a:pt x="224" y="60"/>
                </a:lnTo>
                <a:lnTo>
                  <a:pt x="225" y="60"/>
                </a:lnTo>
                <a:lnTo>
                  <a:pt x="227" y="55"/>
                </a:lnTo>
                <a:lnTo>
                  <a:pt x="227" y="54"/>
                </a:lnTo>
                <a:lnTo>
                  <a:pt x="227" y="53"/>
                </a:lnTo>
                <a:lnTo>
                  <a:pt x="228" y="52"/>
                </a:lnTo>
                <a:lnTo>
                  <a:pt x="229" y="50"/>
                </a:lnTo>
                <a:lnTo>
                  <a:pt x="229" y="49"/>
                </a:lnTo>
                <a:lnTo>
                  <a:pt x="230" y="49"/>
                </a:lnTo>
                <a:lnTo>
                  <a:pt x="230" y="48"/>
                </a:lnTo>
                <a:lnTo>
                  <a:pt x="231" y="48"/>
                </a:lnTo>
                <a:lnTo>
                  <a:pt x="231" y="46"/>
                </a:lnTo>
                <a:lnTo>
                  <a:pt x="231" y="45"/>
                </a:lnTo>
                <a:lnTo>
                  <a:pt x="231" y="41"/>
                </a:lnTo>
                <a:lnTo>
                  <a:pt x="231" y="40"/>
                </a:lnTo>
                <a:lnTo>
                  <a:pt x="232" y="40"/>
                </a:lnTo>
                <a:lnTo>
                  <a:pt x="232" y="38"/>
                </a:lnTo>
                <a:lnTo>
                  <a:pt x="233" y="38"/>
                </a:lnTo>
                <a:lnTo>
                  <a:pt x="233" y="37"/>
                </a:lnTo>
                <a:lnTo>
                  <a:pt x="232" y="37"/>
                </a:lnTo>
                <a:lnTo>
                  <a:pt x="233" y="36"/>
                </a:lnTo>
                <a:lnTo>
                  <a:pt x="233" y="35"/>
                </a:lnTo>
                <a:lnTo>
                  <a:pt x="234" y="34"/>
                </a:lnTo>
                <a:lnTo>
                  <a:pt x="233" y="34"/>
                </a:lnTo>
                <a:lnTo>
                  <a:pt x="233" y="33"/>
                </a:lnTo>
                <a:lnTo>
                  <a:pt x="233" y="32"/>
                </a:lnTo>
                <a:lnTo>
                  <a:pt x="234" y="32"/>
                </a:lnTo>
                <a:lnTo>
                  <a:pt x="234" y="31"/>
                </a:lnTo>
                <a:lnTo>
                  <a:pt x="235" y="31"/>
                </a:lnTo>
                <a:lnTo>
                  <a:pt x="235" y="30"/>
                </a:lnTo>
                <a:lnTo>
                  <a:pt x="236" y="30"/>
                </a:lnTo>
                <a:lnTo>
                  <a:pt x="237" y="30"/>
                </a:lnTo>
                <a:lnTo>
                  <a:pt x="237" y="29"/>
                </a:lnTo>
                <a:lnTo>
                  <a:pt x="238" y="30"/>
                </a:lnTo>
                <a:lnTo>
                  <a:pt x="239" y="30"/>
                </a:lnTo>
                <a:lnTo>
                  <a:pt x="241" y="29"/>
                </a:lnTo>
                <a:lnTo>
                  <a:pt x="242" y="29"/>
                </a:lnTo>
                <a:lnTo>
                  <a:pt x="244" y="29"/>
                </a:lnTo>
                <a:lnTo>
                  <a:pt x="244" y="28"/>
                </a:lnTo>
                <a:lnTo>
                  <a:pt x="245" y="28"/>
                </a:lnTo>
                <a:lnTo>
                  <a:pt x="246" y="28"/>
                </a:lnTo>
                <a:lnTo>
                  <a:pt x="247" y="28"/>
                </a:lnTo>
                <a:lnTo>
                  <a:pt x="248" y="28"/>
                </a:lnTo>
                <a:lnTo>
                  <a:pt x="248" y="27"/>
                </a:lnTo>
                <a:lnTo>
                  <a:pt x="248" y="26"/>
                </a:lnTo>
                <a:lnTo>
                  <a:pt x="249" y="26"/>
                </a:lnTo>
                <a:lnTo>
                  <a:pt x="249" y="25"/>
                </a:lnTo>
                <a:lnTo>
                  <a:pt x="250" y="25"/>
                </a:lnTo>
                <a:lnTo>
                  <a:pt x="249" y="24"/>
                </a:lnTo>
                <a:lnTo>
                  <a:pt x="249" y="23"/>
                </a:lnTo>
                <a:lnTo>
                  <a:pt x="250" y="23"/>
                </a:lnTo>
                <a:lnTo>
                  <a:pt x="250" y="21"/>
                </a:lnTo>
                <a:lnTo>
                  <a:pt x="251" y="21"/>
                </a:lnTo>
                <a:lnTo>
                  <a:pt x="252" y="20"/>
                </a:lnTo>
                <a:lnTo>
                  <a:pt x="253" y="20"/>
                </a:lnTo>
                <a:lnTo>
                  <a:pt x="253" y="19"/>
                </a:lnTo>
                <a:lnTo>
                  <a:pt x="253" y="18"/>
                </a:lnTo>
                <a:lnTo>
                  <a:pt x="252" y="17"/>
                </a:lnTo>
                <a:lnTo>
                  <a:pt x="252" y="16"/>
                </a:lnTo>
                <a:lnTo>
                  <a:pt x="252" y="15"/>
                </a:lnTo>
                <a:lnTo>
                  <a:pt x="253" y="15"/>
                </a:lnTo>
                <a:lnTo>
                  <a:pt x="254" y="15"/>
                </a:lnTo>
                <a:lnTo>
                  <a:pt x="255" y="15"/>
                </a:lnTo>
                <a:lnTo>
                  <a:pt x="255" y="14"/>
                </a:lnTo>
                <a:lnTo>
                  <a:pt x="254" y="13"/>
                </a:lnTo>
                <a:lnTo>
                  <a:pt x="254" y="12"/>
                </a:lnTo>
                <a:lnTo>
                  <a:pt x="254" y="11"/>
                </a:lnTo>
                <a:lnTo>
                  <a:pt x="254" y="10"/>
                </a:lnTo>
                <a:lnTo>
                  <a:pt x="255" y="9"/>
                </a:lnTo>
                <a:lnTo>
                  <a:pt x="255" y="8"/>
                </a:lnTo>
                <a:lnTo>
                  <a:pt x="255" y="7"/>
                </a:lnTo>
                <a:lnTo>
                  <a:pt x="255" y="6"/>
                </a:lnTo>
                <a:lnTo>
                  <a:pt x="256" y="6"/>
                </a:lnTo>
                <a:lnTo>
                  <a:pt x="256" y="5"/>
                </a:lnTo>
                <a:lnTo>
                  <a:pt x="255" y="5"/>
                </a:lnTo>
                <a:lnTo>
                  <a:pt x="255" y="4"/>
                </a:lnTo>
                <a:lnTo>
                  <a:pt x="253" y="3"/>
                </a:lnTo>
                <a:lnTo>
                  <a:pt x="253" y="2"/>
                </a:lnTo>
                <a:lnTo>
                  <a:pt x="254" y="1"/>
                </a:lnTo>
                <a:lnTo>
                  <a:pt x="254" y="0"/>
                </a:lnTo>
                <a:lnTo>
                  <a:pt x="255" y="0"/>
                </a:lnTo>
                <a:lnTo>
                  <a:pt x="256" y="1"/>
                </a:lnTo>
                <a:lnTo>
                  <a:pt x="256" y="2"/>
                </a:lnTo>
                <a:lnTo>
                  <a:pt x="257" y="2"/>
                </a:lnTo>
                <a:lnTo>
                  <a:pt x="258" y="2"/>
                </a:lnTo>
                <a:lnTo>
                  <a:pt x="259" y="1"/>
                </a:lnTo>
                <a:close/>
              </a:path>
            </a:pathLst>
          </a:custGeom>
          <a:solidFill>
            <a:srgbClr val="F0C9B7"/>
          </a:solidFill>
          <a:ln w="2520">
            <a:solidFill>
              <a:srgbClr val="FFFFFF"/>
            </a:solidFill>
            <a:round/>
          </a:ln>
        </p:spPr>
        <p:txBody>
          <a:bodyPr lIns="1080" tIns="1080" rIns="1080" bIns="108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77" name=""/>
          <p:cNvSpPr/>
          <p:nvPr/>
        </p:nvSpPr>
        <p:spPr>
          <a:xfrm>
            <a:off x="5030640" y="1097280"/>
            <a:ext cx="360" cy="360"/>
          </a:xfrm>
          <a:custGeom>
            <a:avLst/>
            <a:gdLst/>
            <a:ahLst/>
            <a:rect l="0" t="0" r="r" b="b"/>
            <a:pathLst>
              <a:path w="1" h="1">
                <a:moveTo>
                  <a:pt x="0" y="0"/>
                </a:moveTo>
                <a:lnTo>
                  <a:pt x="1" y="0"/>
                </a:lnTo>
                <a:lnTo>
                  <a:pt x="0" y="1"/>
                </a:lnTo>
                <a:lnTo>
                  <a:pt x="0" y="0"/>
                </a:lnTo>
                <a:close/>
              </a:path>
            </a:pathLst>
          </a:custGeom>
          <a:solidFill>
            <a:srgbClr val="F0C9B7"/>
          </a:solidFill>
          <a:ln w="2520">
            <a:solidFill>
              <a:srgbClr val="FFFFFF"/>
            </a:solidFill>
            <a:round/>
          </a:ln>
        </p:spPr>
        <p:txBody>
          <a:bodyPr lIns="1080" tIns="-720" rIns="1080" bIns="-7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78" name=""/>
          <p:cNvSpPr/>
          <p:nvPr/>
        </p:nvSpPr>
        <p:spPr>
          <a:xfrm>
            <a:off x="5006160" y="1078560"/>
            <a:ext cx="360" cy="0"/>
          </a:xfrm>
          <a:custGeom>
            <a:avLst/>
            <a:gdLst/>
            <a:ahLst/>
            <a:rect l="0" t="0" r="r" b="b"/>
            <a:pathLst>
              <a:path w="1" h="0">
                <a:moveTo>
                  <a:pt x="0" y="0"/>
                </a:moveTo>
                <a:lnTo>
                  <a:pt x="1" y="0"/>
                </a:lnTo>
                <a:lnTo>
                  <a:pt x="0" y="0"/>
                </a:lnTo>
                <a:close/>
              </a:path>
            </a:pathLst>
          </a:custGeom>
          <a:solidFill>
            <a:srgbClr val="F0C9B7"/>
          </a:solidFill>
          <a:ln w="2520">
            <a:solidFill>
              <a:srgbClr val="FFFFFF"/>
            </a:solidFill>
            <a:round/>
          </a:ln>
        </p:spPr>
        <p:txBody>
          <a:bodyPr lIns="1080" tIns="-1080" rIns="1080" bIns="-108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79" name=""/>
          <p:cNvSpPr/>
          <p:nvPr/>
        </p:nvSpPr>
        <p:spPr>
          <a:xfrm>
            <a:off x="5006880" y="1076760"/>
            <a:ext cx="360" cy="360"/>
          </a:xfrm>
          <a:custGeom>
            <a:avLst/>
            <a:gdLst/>
            <a:ahLst/>
            <a:rect l="0" t="0" r="r" b="b"/>
            <a:pathLst>
              <a:path w="1" h="1">
                <a:moveTo>
                  <a:pt x="0" y="1"/>
                </a:moveTo>
                <a:lnTo>
                  <a:pt x="0" y="0"/>
                </a:lnTo>
                <a:lnTo>
                  <a:pt x="1" y="0"/>
                </a:lnTo>
                <a:lnTo>
                  <a:pt x="1" y="1"/>
                </a:lnTo>
                <a:lnTo>
                  <a:pt x="0" y="1"/>
                </a:lnTo>
                <a:close/>
              </a:path>
            </a:pathLst>
          </a:custGeom>
          <a:solidFill>
            <a:srgbClr val="F0C9B7"/>
          </a:solidFill>
          <a:ln w="2520">
            <a:solidFill>
              <a:srgbClr val="FFFFFF"/>
            </a:solidFill>
            <a:round/>
          </a:ln>
        </p:spPr>
        <p:txBody>
          <a:bodyPr lIns="1080" tIns="-720" rIns="1080" bIns="-7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80" name=""/>
          <p:cNvSpPr/>
          <p:nvPr/>
        </p:nvSpPr>
        <p:spPr>
          <a:xfrm>
            <a:off x="5049360" y="1071720"/>
            <a:ext cx="1080" cy="1440"/>
          </a:xfrm>
          <a:custGeom>
            <a:avLst/>
            <a:gdLst/>
            <a:ahLst/>
            <a:rect l="0" t="0" r="r" b="b"/>
            <a:pathLst>
              <a:path w="3" h="4">
                <a:moveTo>
                  <a:pt x="3" y="3"/>
                </a:moveTo>
                <a:lnTo>
                  <a:pt x="3" y="4"/>
                </a:lnTo>
                <a:lnTo>
                  <a:pt x="2" y="4"/>
                </a:lnTo>
                <a:lnTo>
                  <a:pt x="2" y="3"/>
                </a:lnTo>
                <a:lnTo>
                  <a:pt x="0" y="1"/>
                </a:lnTo>
                <a:lnTo>
                  <a:pt x="2" y="1"/>
                </a:lnTo>
                <a:lnTo>
                  <a:pt x="3" y="0"/>
                </a:lnTo>
                <a:lnTo>
                  <a:pt x="3" y="1"/>
                </a:lnTo>
                <a:lnTo>
                  <a:pt x="3" y="3"/>
                </a:lnTo>
                <a:close/>
              </a:path>
            </a:pathLst>
          </a:custGeom>
          <a:solidFill>
            <a:srgbClr val="F0C9B7"/>
          </a:solidFill>
          <a:ln w="2520">
            <a:solidFill>
              <a:srgbClr val="FFFFFF"/>
            </a:solidFill>
            <a:round/>
          </a:ln>
        </p:spPr>
        <p:txBody>
          <a:bodyPr lIns="1080" tIns="360" rIns="1080" bIns="3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81" name=""/>
          <p:cNvSpPr/>
          <p:nvPr/>
        </p:nvSpPr>
        <p:spPr>
          <a:xfrm>
            <a:off x="5056560" y="1062720"/>
            <a:ext cx="1080" cy="1800"/>
          </a:xfrm>
          <a:custGeom>
            <a:avLst/>
            <a:gdLst/>
            <a:ahLst/>
            <a:rect l="0" t="0" r="r" b="b"/>
            <a:pathLst>
              <a:path w="3" h="5">
                <a:moveTo>
                  <a:pt x="3" y="4"/>
                </a:moveTo>
                <a:lnTo>
                  <a:pt x="2" y="5"/>
                </a:lnTo>
                <a:lnTo>
                  <a:pt x="2" y="4"/>
                </a:lnTo>
                <a:lnTo>
                  <a:pt x="2" y="3"/>
                </a:lnTo>
                <a:lnTo>
                  <a:pt x="0" y="3"/>
                </a:lnTo>
                <a:lnTo>
                  <a:pt x="0" y="1"/>
                </a:lnTo>
                <a:lnTo>
                  <a:pt x="0" y="3"/>
                </a:lnTo>
                <a:lnTo>
                  <a:pt x="2" y="3"/>
                </a:lnTo>
                <a:lnTo>
                  <a:pt x="2" y="1"/>
                </a:lnTo>
                <a:lnTo>
                  <a:pt x="2" y="0"/>
                </a:lnTo>
                <a:lnTo>
                  <a:pt x="3" y="0"/>
                </a:lnTo>
                <a:lnTo>
                  <a:pt x="3" y="1"/>
                </a:lnTo>
                <a:lnTo>
                  <a:pt x="3" y="3"/>
                </a:lnTo>
                <a:lnTo>
                  <a:pt x="3" y="4"/>
                </a:lnTo>
                <a:close/>
              </a:path>
            </a:pathLst>
          </a:custGeom>
          <a:solidFill>
            <a:srgbClr val="F0C9B7"/>
          </a:solidFill>
          <a:ln w="2520">
            <a:solidFill>
              <a:srgbClr val="FFFFFF"/>
            </a:solidFill>
            <a:round/>
          </a:ln>
        </p:spPr>
        <p:txBody>
          <a:bodyPr lIns="1080" tIns="720" rIns="1080" bIns="7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82" name=""/>
          <p:cNvSpPr/>
          <p:nvPr/>
        </p:nvSpPr>
        <p:spPr>
          <a:xfrm>
            <a:off x="5056920" y="1060920"/>
            <a:ext cx="3600" cy="4680"/>
          </a:xfrm>
          <a:custGeom>
            <a:avLst/>
            <a:gdLst/>
            <a:ahLst/>
            <a:rect l="0" t="0" r="r" b="b"/>
            <a:pathLst>
              <a:path w="10" h="13">
                <a:moveTo>
                  <a:pt x="4" y="4"/>
                </a:moveTo>
                <a:lnTo>
                  <a:pt x="5" y="5"/>
                </a:lnTo>
                <a:lnTo>
                  <a:pt x="6" y="5"/>
                </a:lnTo>
                <a:lnTo>
                  <a:pt x="8" y="6"/>
                </a:lnTo>
                <a:lnTo>
                  <a:pt x="10" y="9"/>
                </a:lnTo>
                <a:lnTo>
                  <a:pt x="10" y="10"/>
                </a:lnTo>
                <a:lnTo>
                  <a:pt x="9" y="10"/>
                </a:lnTo>
                <a:lnTo>
                  <a:pt x="9" y="11"/>
                </a:lnTo>
                <a:lnTo>
                  <a:pt x="10" y="11"/>
                </a:lnTo>
                <a:lnTo>
                  <a:pt x="10" y="12"/>
                </a:lnTo>
                <a:lnTo>
                  <a:pt x="10" y="13"/>
                </a:lnTo>
                <a:lnTo>
                  <a:pt x="9" y="13"/>
                </a:lnTo>
                <a:lnTo>
                  <a:pt x="9" y="12"/>
                </a:lnTo>
                <a:lnTo>
                  <a:pt x="8" y="12"/>
                </a:lnTo>
                <a:lnTo>
                  <a:pt x="6" y="11"/>
                </a:lnTo>
                <a:lnTo>
                  <a:pt x="5" y="11"/>
                </a:lnTo>
                <a:lnTo>
                  <a:pt x="4" y="11"/>
                </a:lnTo>
                <a:lnTo>
                  <a:pt x="5" y="10"/>
                </a:lnTo>
                <a:lnTo>
                  <a:pt x="5" y="9"/>
                </a:lnTo>
                <a:lnTo>
                  <a:pt x="5" y="8"/>
                </a:lnTo>
                <a:lnTo>
                  <a:pt x="4" y="8"/>
                </a:lnTo>
                <a:lnTo>
                  <a:pt x="4" y="6"/>
                </a:lnTo>
                <a:lnTo>
                  <a:pt x="5" y="5"/>
                </a:lnTo>
                <a:lnTo>
                  <a:pt x="4" y="4"/>
                </a:lnTo>
                <a:lnTo>
                  <a:pt x="4" y="3"/>
                </a:lnTo>
                <a:lnTo>
                  <a:pt x="3" y="3"/>
                </a:lnTo>
                <a:lnTo>
                  <a:pt x="1" y="3"/>
                </a:lnTo>
                <a:lnTo>
                  <a:pt x="1" y="2"/>
                </a:lnTo>
                <a:lnTo>
                  <a:pt x="0" y="2"/>
                </a:lnTo>
                <a:lnTo>
                  <a:pt x="0" y="1"/>
                </a:lnTo>
                <a:lnTo>
                  <a:pt x="0" y="0"/>
                </a:lnTo>
                <a:lnTo>
                  <a:pt x="1" y="0"/>
                </a:lnTo>
                <a:lnTo>
                  <a:pt x="2" y="0"/>
                </a:lnTo>
                <a:lnTo>
                  <a:pt x="3" y="0"/>
                </a:lnTo>
                <a:lnTo>
                  <a:pt x="4" y="1"/>
                </a:lnTo>
                <a:lnTo>
                  <a:pt x="4" y="2"/>
                </a:lnTo>
                <a:lnTo>
                  <a:pt x="5" y="2"/>
                </a:lnTo>
                <a:lnTo>
                  <a:pt x="5" y="3"/>
                </a:lnTo>
                <a:lnTo>
                  <a:pt x="4" y="3"/>
                </a:lnTo>
                <a:lnTo>
                  <a:pt x="4" y="4"/>
                </a:lnTo>
                <a:close/>
              </a:path>
            </a:pathLst>
          </a:custGeom>
          <a:solidFill>
            <a:srgbClr val="F0C9B7"/>
          </a:solidFill>
          <a:ln w="2520">
            <a:solidFill>
              <a:srgbClr val="FFFFFF"/>
            </a:solidFill>
            <a:round/>
          </a:ln>
        </p:spPr>
        <p:txBody>
          <a:bodyPr lIns="1080" tIns="1080" rIns="1080" bIns="108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83" name=""/>
          <p:cNvSpPr/>
          <p:nvPr/>
        </p:nvSpPr>
        <p:spPr>
          <a:xfrm>
            <a:off x="5053680" y="1061640"/>
            <a:ext cx="2160" cy="2520"/>
          </a:xfrm>
          <a:custGeom>
            <a:avLst/>
            <a:gdLst/>
            <a:ahLst/>
            <a:rect l="0" t="0" r="r" b="b"/>
            <a:pathLst>
              <a:path w="6" h="7">
                <a:moveTo>
                  <a:pt x="4" y="2"/>
                </a:moveTo>
                <a:lnTo>
                  <a:pt x="4" y="0"/>
                </a:lnTo>
                <a:lnTo>
                  <a:pt x="4" y="2"/>
                </a:lnTo>
                <a:lnTo>
                  <a:pt x="4" y="3"/>
                </a:lnTo>
                <a:lnTo>
                  <a:pt x="4" y="4"/>
                </a:lnTo>
                <a:lnTo>
                  <a:pt x="6" y="4"/>
                </a:lnTo>
                <a:lnTo>
                  <a:pt x="6" y="5"/>
                </a:lnTo>
                <a:lnTo>
                  <a:pt x="6" y="7"/>
                </a:lnTo>
                <a:lnTo>
                  <a:pt x="4" y="7"/>
                </a:lnTo>
                <a:lnTo>
                  <a:pt x="2" y="5"/>
                </a:lnTo>
                <a:lnTo>
                  <a:pt x="2" y="4"/>
                </a:lnTo>
                <a:lnTo>
                  <a:pt x="0" y="4"/>
                </a:lnTo>
                <a:lnTo>
                  <a:pt x="0" y="3"/>
                </a:lnTo>
                <a:lnTo>
                  <a:pt x="2" y="3"/>
                </a:lnTo>
                <a:lnTo>
                  <a:pt x="2" y="2"/>
                </a:lnTo>
                <a:lnTo>
                  <a:pt x="3" y="0"/>
                </a:lnTo>
                <a:lnTo>
                  <a:pt x="3" y="2"/>
                </a:lnTo>
                <a:lnTo>
                  <a:pt x="4" y="2"/>
                </a:lnTo>
                <a:close/>
              </a:path>
            </a:pathLst>
          </a:custGeom>
          <a:solidFill>
            <a:srgbClr val="F0C9B7"/>
          </a:solidFill>
          <a:ln w="2520">
            <a:solidFill>
              <a:srgbClr val="FFFFFF"/>
            </a:solidFill>
            <a:round/>
          </a:ln>
        </p:spPr>
        <p:txBody>
          <a:bodyPr lIns="1080" tIns="1080" rIns="1080" bIns="108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84" name=""/>
          <p:cNvSpPr/>
          <p:nvPr/>
        </p:nvSpPr>
        <p:spPr>
          <a:xfrm>
            <a:off x="5055480" y="1061640"/>
            <a:ext cx="720" cy="1440"/>
          </a:xfrm>
          <a:custGeom>
            <a:avLst/>
            <a:gdLst/>
            <a:ahLst/>
            <a:rect l="0" t="0" r="r" b="b"/>
            <a:pathLst>
              <a:path w="2" h="4">
                <a:moveTo>
                  <a:pt x="2" y="4"/>
                </a:moveTo>
                <a:lnTo>
                  <a:pt x="0" y="4"/>
                </a:lnTo>
                <a:lnTo>
                  <a:pt x="0" y="3"/>
                </a:lnTo>
                <a:lnTo>
                  <a:pt x="0" y="1"/>
                </a:lnTo>
                <a:lnTo>
                  <a:pt x="2" y="0"/>
                </a:lnTo>
                <a:lnTo>
                  <a:pt x="2" y="1"/>
                </a:lnTo>
                <a:lnTo>
                  <a:pt x="2" y="3"/>
                </a:lnTo>
                <a:lnTo>
                  <a:pt x="2" y="4"/>
                </a:lnTo>
                <a:close/>
              </a:path>
            </a:pathLst>
          </a:custGeom>
          <a:solidFill>
            <a:srgbClr val="F0C9B7"/>
          </a:solidFill>
          <a:ln w="2520">
            <a:solidFill>
              <a:srgbClr val="FFFFFF"/>
            </a:solidFill>
            <a:round/>
          </a:ln>
        </p:spPr>
        <p:txBody>
          <a:bodyPr lIns="1080" tIns="360" rIns="1080" bIns="3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85" name=""/>
          <p:cNvSpPr/>
          <p:nvPr/>
        </p:nvSpPr>
        <p:spPr>
          <a:xfrm>
            <a:off x="5054040" y="1054080"/>
            <a:ext cx="360" cy="720"/>
          </a:xfrm>
          <a:custGeom>
            <a:avLst/>
            <a:gdLst/>
            <a:ahLst/>
            <a:rect l="0" t="0" r="r" b="b"/>
            <a:pathLst>
              <a:path w="1" h="2">
                <a:moveTo>
                  <a:pt x="0" y="1"/>
                </a:moveTo>
                <a:lnTo>
                  <a:pt x="0" y="0"/>
                </a:lnTo>
                <a:lnTo>
                  <a:pt x="1" y="1"/>
                </a:lnTo>
                <a:lnTo>
                  <a:pt x="0" y="1"/>
                </a:lnTo>
                <a:lnTo>
                  <a:pt x="0" y="2"/>
                </a:lnTo>
                <a:lnTo>
                  <a:pt x="0" y="1"/>
                </a:lnTo>
                <a:close/>
              </a:path>
            </a:pathLst>
          </a:custGeom>
          <a:solidFill>
            <a:srgbClr val="F0C9B7"/>
          </a:solidFill>
          <a:ln w="2520">
            <a:solidFill>
              <a:srgbClr val="FFFFFF"/>
            </a:solidFill>
            <a:round/>
          </a:ln>
        </p:spPr>
        <p:txBody>
          <a:bodyPr lIns="1080" tIns="-360" rIns="1080" bIns="-3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86" name=""/>
          <p:cNvSpPr/>
          <p:nvPr/>
        </p:nvSpPr>
        <p:spPr>
          <a:xfrm>
            <a:off x="5057280" y="1051200"/>
            <a:ext cx="2160" cy="2160"/>
          </a:xfrm>
          <a:custGeom>
            <a:avLst/>
            <a:gdLst/>
            <a:ahLst/>
            <a:rect l="0" t="0" r="r" b="b"/>
            <a:pathLst>
              <a:path w="6" h="6">
                <a:moveTo>
                  <a:pt x="4" y="4"/>
                </a:moveTo>
                <a:lnTo>
                  <a:pt x="5" y="4"/>
                </a:lnTo>
                <a:lnTo>
                  <a:pt x="6" y="5"/>
                </a:lnTo>
                <a:lnTo>
                  <a:pt x="5" y="5"/>
                </a:lnTo>
                <a:lnTo>
                  <a:pt x="4" y="6"/>
                </a:lnTo>
                <a:lnTo>
                  <a:pt x="3" y="5"/>
                </a:lnTo>
                <a:lnTo>
                  <a:pt x="3" y="6"/>
                </a:lnTo>
                <a:lnTo>
                  <a:pt x="1" y="6"/>
                </a:lnTo>
                <a:lnTo>
                  <a:pt x="0" y="6"/>
                </a:lnTo>
                <a:lnTo>
                  <a:pt x="0" y="5"/>
                </a:lnTo>
                <a:lnTo>
                  <a:pt x="0" y="4"/>
                </a:lnTo>
                <a:lnTo>
                  <a:pt x="0" y="0"/>
                </a:lnTo>
                <a:lnTo>
                  <a:pt x="1" y="1"/>
                </a:lnTo>
                <a:lnTo>
                  <a:pt x="3" y="2"/>
                </a:lnTo>
                <a:lnTo>
                  <a:pt x="1" y="2"/>
                </a:lnTo>
                <a:lnTo>
                  <a:pt x="1" y="4"/>
                </a:lnTo>
                <a:lnTo>
                  <a:pt x="3" y="4"/>
                </a:lnTo>
                <a:lnTo>
                  <a:pt x="4" y="4"/>
                </a:lnTo>
                <a:close/>
              </a:path>
            </a:pathLst>
          </a:custGeom>
          <a:solidFill>
            <a:srgbClr val="F0C9B7"/>
          </a:solidFill>
          <a:ln w="2520">
            <a:solidFill>
              <a:srgbClr val="FFFFFF"/>
            </a:solidFill>
            <a:round/>
          </a:ln>
        </p:spPr>
        <p:txBody>
          <a:bodyPr lIns="1080" tIns="1080" rIns="1080" bIns="108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87" name=""/>
          <p:cNvSpPr/>
          <p:nvPr/>
        </p:nvSpPr>
        <p:spPr>
          <a:xfrm>
            <a:off x="5058360" y="1045080"/>
            <a:ext cx="2160" cy="2160"/>
          </a:xfrm>
          <a:custGeom>
            <a:avLst/>
            <a:gdLst/>
            <a:ahLst/>
            <a:rect l="0" t="0" r="r" b="b"/>
            <a:pathLst>
              <a:path w="6" h="6">
                <a:moveTo>
                  <a:pt x="4" y="2"/>
                </a:moveTo>
                <a:lnTo>
                  <a:pt x="2" y="2"/>
                </a:lnTo>
                <a:lnTo>
                  <a:pt x="2" y="4"/>
                </a:lnTo>
                <a:lnTo>
                  <a:pt x="2" y="5"/>
                </a:lnTo>
                <a:lnTo>
                  <a:pt x="1" y="5"/>
                </a:lnTo>
                <a:lnTo>
                  <a:pt x="1" y="6"/>
                </a:lnTo>
                <a:lnTo>
                  <a:pt x="0" y="5"/>
                </a:lnTo>
                <a:lnTo>
                  <a:pt x="1" y="5"/>
                </a:lnTo>
                <a:lnTo>
                  <a:pt x="1" y="4"/>
                </a:lnTo>
                <a:lnTo>
                  <a:pt x="2" y="4"/>
                </a:lnTo>
                <a:lnTo>
                  <a:pt x="2" y="2"/>
                </a:lnTo>
                <a:lnTo>
                  <a:pt x="1" y="2"/>
                </a:lnTo>
                <a:lnTo>
                  <a:pt x="1" y="1"/>
                </a:lnTo>
                <a:lnTo>
                  <a:pt x="2" y="1"/>
                </a:lnTo>
                <a:lnTo>
                  <a:pt x="4" y="0"/>
                </a:lnTo>
                <a:lnTo>
                  <a:pt x="5" y="0"/>
                </a:lnTo>
                <a:lnTo>
                  <a:pt x="6" y="0"/>
                </a:lnTo>
                <a:lnTo>
                  <a:pt x="6" y="1"/>
                </a:lnTo>
                <a:lnTo>
                  <a:pt x="6" y="2"/>
                </a:lnTo>
                <a:lnTo>
                  <a:pt x="5" y="2"/>
                </a:lnTo>
                <a:lnTo>
                  <a:pt x="4" y="2"/>
                </a:lnTo>
                <a:close/>
              </a:path>
            </a:pathLst>
          </a:custGeom>
          <a:solidFill>
            <a:srgbClr val="F0C9B7"/>
          </a:solidFill>
          <a:ln w="2520">
            <a:solidFill>
              <a:srgbClr val="FFFFFF"/>
            </a:solidFill>
            <a:round/>
          </a:ln>
        </p:spPr>
        <p:txBody>
          <a:bodyPr lIns="1080" tIns="1080" rIns="1080" bIns="108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88" name=""/>
          <p:cNvSpPr/>
          <p:nvPr/>
        </p:nvSpPr>
        <p:spPr>
          <a:xfrm>
            <a:off x="5064840" y="1156320"/>
            <a:ext cx="360" cy="360"/>
          </a:xfrm>
          <a:custGeom>
            <a:avLst/>
            <a:gdLst/>
            <a:ahLst/>
            <a:rect l="0" t="0" r="r" b="b"/>
            <a:pathLst>
              <a:path w="1" h="1">
                <a:moveTo>
                  <a:pt x="0" y="1"/>
                </a:moveTo>
                <a:lnTo>
                  <a:pt x="0" y="0"/>
                </a:lnTo>
                <a:lnTo>
                  <a:pt x="0" y="1"/>
                </a:lnTo>
                <a:lnTo>
                  <a:pt x="1" y="1"/>
                </a:lnTo>
                <a:lnTo>
                  <a:pt x="0" y="1"/>
                </a:lnTo>
                <a:close/>
              </a:path>
            </a:pathLst>
          </a:custGeom>
          <a:solidFill>
            <a:srgbClr val="F0C9B7"/>
          </a:solidFill>
          <a:ln w="2520">
            <a:solidFill>
              <a:srgbClr val="FFFFFF"/>
            </a:solidFill>
            <a:round/>
          </a:ln>
        </p:spPr>
        <p:txBody>
          <a:bodyPr lIns="1080" tIns="-720" rIns="1080" bIns="-7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89" name=""/>
          <p:cNvSpPr/>
          <p:nvPr/>
        </p:nvSpPr>
        <p:spPr>
          <a:xfrm>
            <a:off x="5067000" y="1149840"/>
            <a:ext cx="720" cy="720"/>
          </a:xfrm>
          <a:custGeom>
            <a:avLst/>
            <a:gdLst/>
            <a:ahLst/>
            <a:rect l="0" t="0" r="r" b="b"/>
            <a:pathLst>
              <a:path w="2" h="2">
                <a:moveTo>
                  <a:pt x="2" y="0"/>
                </a:moveTo>
                <a:lnTo>
                  <a:pt x="2" y="2"/>
                </a:lnTo>
                <a:lnTo>
                  <a:pt x="2" y="0"/>
                </a:lnTo>
                <a:lnTo>
                  <a:pt x="0" y="0"/>
                </a:lnTo>
                <a:lnTo>
                  <a:pt x="2" y="0"/>
                </a:lnTo>
                <a:close/>
              </a:path>
            </a:pathLst>
          </a:custGeom>
          <a:solidFill>
            <a:srgbClr val="F0C9B7"/>
          </a:solidFill>
          <a:ln w="2520">
            <a:solidFill>
              <a:srgbClr val="FFFFFF"/>
            </a:solidFill>
            <a:round/>
          </a:ln>
        </p:spPr>
        <p:txBody>
          <a:bodyPr lIns="1080" tIns="-360" rIns="1080" bIns="-3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90" name=""/>
          <p:cNvSpPr/>
          <p:nvPr/>
        </p:nvSpPr>
        <p:spPr>
          <a:xfrm>
            <a:off x="5072760" y="1141920"/>
            <a:ext cx="360" cy="720"/>
          </a:xfrm>
          <a:custGeom>
            <a:avLst/>
            <a:gdLst/>
            <a:ahLst/>
            <a:rect l="0" t="0" r="r" b="b"/>
            <a:pathLst>
              <a:path w="1" h="2">
                <a:moveTo>
                  <a:pt x="0" y="2"/>
                </a:moveTo>
                <a:lnTo>
                  <a:pt x="0" y="1"/>
                </a:lnTo>
                <a:lnTo>
                  <a:pt x="0" y="0"/>
                </a:lnTo>
                <a:lnTo>
                  <a:pt x="0" y="1"/>
                </a:lnTo>
                <a:lnTo>
                  <a:pt x="1" y="1"/>
                </a:lnTo>
                <a:lnTo>
                  <a:pt x="1" y="2"/>
                </a:lnTo>
                <a:lnTo>
                  <a:pt x="0" y="2"/>
                </a:lnTo>
                <a:close/>
              </a:path>
            </a:pathLst>
          </a:custGeom>
          <a:solidFill>
            <a:srgbClr val="F0C9B7"/>
          </a:solidFill>
          <a:ln w="2520">
            <a:solidFill>
              <a:srgbClr val="FFFFFF"/>
            </a:solidFill>
            <a:round/>
          </a:ln>
        </p:spPr>
        <p:txBody>
          <a:bodyPr lIns="1080" tIns="-360" rIns="1080" bIns="-3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91" name=""/>
          <p:cNvSpPr/>
          <p:nvPr/>
        </p:nvSpPr>
        <p:spPr>
          <a:xfrm>
            <a:off x="5077080" y="1132560"/>
            <a:ext cx="720" cy="1440"/>
          </a:xfrm>
          <a:custGeom>
            <a:avLst/>
            <a:gdLst/>
            <a:ahLst/>
            <a:rect l="0" t="0" r="r" b="b"/>
            <a:pathLst>
              <a:path w="2" h="4">
                <a:moveTo>
                  <a:pt x="0" y="4"/>
                </a:moveTo>
                <a:lnTo>
                  <a:pt x="0" y="2"/>
                </a:lnTo>
                <a:lnTo>
                  <a:pt x="2" y="2"/>
                </a:lnTo>
                <a:lnTo>
                  <a:pt x="2" y="0"/>
                </a:lnTo>
                <a:lnTo>
                  <a:pt x="2" y="2"/>
                </a:lnTo>
                <a:lnTo>
                  <a:pt x="0" y="2"/>
                </a:lnTo>
                <a:lnTo>
                  <a:pt x="0" y="4"/>
                </a:lnTo>
                <a:close/>
              </a:path>
            </a:pathLst>
          </a:custGeom>
          <a:solidFill>
            <a:srgbClr val="F0C9B7"/>
          </a:solidFill>
          <a:ln w="2520">
            <a:solidFill>
              <a:srgbClr val="FFFFFF"/>
            </a:solidFill>
            <a:round/>
          </a:ln>
        </p:spPr>
        <p:txBody>
          <a:bodyPr lIns="1080" tIns="360" rIns="1080" bIns="3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92" name=""/>
          <p:cNvSpPr/>
          <p:nvPr/>
        </p:nvSpPr>
        <p:spPr>
          <a:xfrm>
            <a:off x="5077800" y="1132200"/>
            <a:ext cx="1800" cy="1440"/>
          </a:xfrm>
          <a:custGeom>
            <a:avLst/>
            <a:gdLst/>
            <a:ahLst/>
            <a:rect l="0" t="0" r="r" b="b"/>
            <a:pathLst>
              <a:path w="5" h="4">
                <a:moveTo>
                  <a:pt x="4" y="2"/>
                </a:moveTo>
                <a:lnTo>
                  <a:pt x="2" y="2"/>
                </a:lnTo>
                <a:lnTo>
                  <a:pt x="1" y="2"/>
                </a:lnTo>
                <a:lnTo>
                  <a:pt x="1" y="4"/>
                </a:lnTo>
                <a:lnTo>
                  <a:pt x="0" y="4"/>
                </a:lnTo>
                <a:lnTo>
                  <a:pt x="0" y="2"/>
                </a:lnTo>
                <a:lnTo>
                  <a:pt x="1" y="2"/>
                </a:lnTo>
                <a:lnTo>
                  <a:pt x="1" y="0"/>
                </a:lnTo>
                <a:lnTo>
                  <a:pt x="1" y="2"/>
                </a:lnTo>
                <a:lnTo>
                  <a:pt x="2" y="2"/>
                </a:lnTo>
                <a:lnTo>
                  <a:pt x="4" y="0"/>
                </a:lnTo>
                <a:lnTo>
                  <a:pt x="5" y="0"/>
                </a:lnTo>
                <a:lnTo>
                  <a:pt x="5" y="2"/>
                </a:lnTo>
                <a:lnTo>
                  <a:pt x="4" y="2"/>
                </a:lnTo>
                <a:close/>
              </a:path>
            </a:pathLst>
          </a:custGeom>
          <a:solidFill>
            <a:srgbClr val="F0C9B7"/>
          </a:solidFill>
          <a:ln w="2520">
            <a:solidFill>
              <a:srgbClr val="FFFFFF"/>
            </a:solidFill>
            <a:round/>
          </a:ln>
        </p:spPr>
        <p:txBody>
          <a:bodyPr lIns="1080" tIns="360" rIns="1080" bIns="3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93" name=""/>
          <p:cNvSpPr/>
          <p:nvPr/>
        </p:nvSpPr>
        <p:spPr>
          <a:xfrm>
            <a:off x="5099760" y="1114200"/>
            <a:ext cx="360" cy="720"/>
          </a:xfrm>
          <a:custGeom>
            <a:avLst/>
            <a:gdLst/>
            <a:ahLst/>
            <a:rect l="0" t="0" r="r" b="b"/>
            <a:pathLst>
              <a:path w="1" h="2">
                <a:moveTo>
                  <a:pt x="0" y="2"/>
                </a:moveTo>
                <a:lnTo>
                  <a:pt x="0" y="0"/>
                </a:lnTo>
                <a:lnTo>
                  <a:pt x="1" y="0"/>
                </a:lnTo>
                <a:lnTo>
                  <a:pt x="1" y="1"/>
                </a:lnTo>
                <a:lnTo>
                  <a:pt x="1" y="2"/>
                </a:lnTo>
                <a:lnTo>
                  <a:pt x="0" y="2"/>
                </a:lnTo>
                <a:close/>
              </a:path>
            </a:pathLst>
          </a:custGeom>
          <a:solidFill>
            <a:srgbClr val="F0C9B7"/>
          </a:solidFill>
          <a:ln w="2520">
            <a:solidFill>
              <a:srgbClr val="FFFFFF"/>
            </a:solidFill>
            <a:round/>
          </a:ln>
        </p:spPr>
        <p:txBody>
          <a:bodyPr lIns="1080" tIns="-360" rIns="1080" bIns="-3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94" name=""/>
          <p:cNvSpPr/>
          <p:nvPr/>
        </p:nvSpPr>
        <p:spPr>
          <a:xfrm>
            <a:off x="5122440" y="1109160"/>
            <a:ext cx="360" cy="360"/>
          </a:xfrm>
          <a:custGeom>
            <a:avLst/>
            <a:gdLst/>
            <a:ahLst/>
            <a:rect l="0" t="0" r="r" b="b"/>
            <a:pathLst>
              <a:path w="1" h="1">
                <a:moveTo>
                  <a:pt x="1" y="1"/>
                </a:moveTo>
                <a:lnTo>
                  <a:pt x="1" y="0"/>
                </a:lnTo>
                <a:lnTo>
                  <a:pt x="0" y="0"/>
                </a:lnTo>
                <a:lnTo>
                  <a:pt x="1" y="0"/>
                </a:lnTo>
                <a:lnTo>
                  <a:pt x="1" y="1"/>
                </a:lnTo>
                <a:close/>
              </a:path>
            </a:pathLst>
          </a:custGeom>
          <a:solidFill>
            <a:srgbClr val="F0C9B7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95" name=""/>
          <p:cNvSpPr/>
          <p:nvPr/>
        </p:nvSpPr>
        <p:spPr>
          <a:xfrm>
            <a:off x="5122440" y="1109160"/>
            <a:ext cx="360" cy="360"/>
          </a:xfrm>
          <a:custGeom>
            <a:avLst/>
            <a:gdLst/>
            <a:ahLst/>
            <a:rect l="0" t="0" r="r" b="b"/>
            <a:pathLst>
              <a:path w="1" h="1">
                <a:moveTo>
                  <a:pt x="1" y="1"/>
                </a:moveTo>
                <a:lnTo>
                  <a:pt x="1" y="0"/>
                </a:lnTo>
                <a:lnTo>
                  <a:pt x="0" y="0"/>
                </a:lnTo>
                <a:lnTo>
                  <a:pt x="1" y="0"/>
                </a:lnTo>
                <a:lnTo>
                  <a:pt x="1" y="1"/>
                </a:lnTo>
                <a:close/>
              </a:path>
            </a:pathLst>
          </a:custGeom>
          <a:noFill/>
          <a:ln w="2520">
            <a:solidFill>
              <a:srgbClr val="FFFFFF"/>
            </a:solidFill>
            <a:round/>
          </a:ln>
        </p:spPr>
        <p:txBody>
          <a:bodyPr lIns="1080" tIns="-720" rIns="1080" bIns="-7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96" name=""/>
          <p:cNvSpPr/>
          <p:nvPr/>
        </p:nvSpPr>
        <p:spPr>
          <a:xfrm>
            <a:off x="5092560" y="1078920"/>
            <a:ext cx="2880" cy="2520"/>
          </a:xfrm>
          <a:custGeom>
            <a:avLst/>
            <a:gdLst/>
            <a:ahLst/>
            <a:rect l="0" t="0" r="r" b="b"/>
            <a:pathLst>
              <a:path w="8" h="7">
                <a:moveTo>
                  <a:pt x="3" y="5"/>
                </a:moveTo>
                <a:lnTo>
                  <a:pt x="2" y="5"/>
                </a:lnTo>
                <a:lnTo>
                  <a:pt x="1" y="7"/>
                </a:lnTo>
                <a:lnTo>
                  <a:pt x="0" y="7"/>
                </a:lnTo>
                <a:lnTo>
                  <a:pt x="1" y="5"/>
                </a:lnTo>
                <a:lnTo>
                  <a:pt x="1" y="4"/>
                </a:lnTo>
                <a:lnTo>
                  <a:pt x="2" y="4"/>
                </a:lnTo>
                <a:lnTo>
                  <a:pt x="3" y="3"/>
                </a:lnTo>
                <a:lnTo>
                  <a:pt x="3" y="2"/>
                </a:lnTo>
                <a:lnTo>
                  <a:pt x="4" y="2"/>
                </a:lnTo>
                <a:lnTo>
                  <a:pt x="6" y="1"/>
                </a:lnTo>
                <a:lnTo>
                  <a:pt x="6" y="0"/>
                </a:lnTo>
                <a:lnTo>
                  <a:pt x="7" y="0"/>
                </a:lnTo>
                <a:lnTo>
                  <a:pt x="8" y="0"/>
                </a:lnTo>
                <a:lnTo>
                  <a:pt x="8" y="1"/>
                </a:lnTo>
                <a:lnTo>
                  <a:pt x="7" y="1"/>
                </a:lnTo>
                <a:lnTo>
                  <a:pt x="7" y="2"/>
                </a:lnTo>
                <a:lnTo>
                  <a:pt x="6" y="3"/>
                </a:lnTo>
                <a:lnTo>
                  <a:pt x="4" y="4"/>
                </a:lnTo>
                <a:lnTo>
                  <a:pt x="3" y="5"/>
                </a:lnTo>
                <a:close/>
              </a:path>
            </a:pathLst>
          </a:custGeom>
          <a:solidFill>
            <a:srgbClr val="F0C9B7"/>
          </a:solidFill>
          <a:ln w="2520">
            <a:solidFill>
              <a:srgbClr val="FFFFFF"/>
            </a:solidFill>
            <a:round/>
          </a:ln>
        </p:spPr>
        <p:txBody>
          <a:bodyPr lIns="1080" tIns="1080" rIns="1080" bIns="108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97" name=""/>
          <p:cNvSpPr/>
          <p:nvPr/>
        </p:nvSpPr>
        <p:spPr>
          <a:xfrm>
            <a:off x="5089320" y="1076040"/>
            <a:ext cx="1440" cy="1440"/>
          </a:xfrm>
          <a:custGeom>
            <a:avLst/>
            <a:gdLst/>
            <a:ahLst/>
            <a:rect l="0" t="0" r="r" b="b"/>
            <a:pathLst>
              <a:path w="4" h="4">
                <a:moveTo>
                  <a:pt x="2" y="2"/>
                </a:moveTo>
                <a:lnTo>
                  <a:pt x="0" y="4"/>
                </a:lnTo>
                <a:lnTo>
                  <a:pt x="0" y="2"/>
                </a:lnTo>
                <a:lnTo>
                  <a:pt x="0" y="0"/>
                </a:lnTo>
                <a:lnTo>
                  <a:pt x="2" y="0"/>
                </a:lnTo>
                <a:lnTo>
                  <a:pt x="4" y="0"/>
                </a:lnTo>
                <a:lnTo>
                  <a:pt x="4" y="2"/>
                </a:lnTo>
                <a:lnTo>
                  <a:pt x="2" y="2"/>
                </a:lnTo>
                <a:close/>
              </a:path>
            </a:pathLst>
          </a:custGeom>
          <a:solidFill>
            <a:srgbClr val="F0C9B7"/>
          </a:solidFill>
          <a:ln w="2520">
            <a:solidFill>
              <a:srgbClr val="FFFFFF"/>
            </a:solidFill>
            <a:round/>
          </a:ln>
        </p:spPr>
        <p:txBody>
          <a:bodyPr lIns="1080" tIns="360" rIns="1080" bIns="3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98" name=""/>
          <p:cNvSpPr/>
          <p:nvPr/>
        </p:nvSpPr>
        <p:spPr>
          <a:xfrm>
            <a:off x="5113440" y="1074240"/>
            <a:ext cx="1800" cy="1080"/>
          </a:xfrm>
          <a:custGeom>
            <a:avLst/>
            <a:gdLst/>
            <a:ahLst/>
            <a:rect l="0" t="0" r="r" b="b"/>
            <a:pathLst>
              <a:path w="5" h="3">
                <a:moveTo>
                  <a:pt x="1" y="2"/>
                </a:moveTo>
                <a:lnTo>
                  <a:pt x="3" y="2"/>
                </a:lnTo>
                <a:lnTo>
                  <a:pt x="3" y="0"/>
                </a:lnTo>
                <a:lnTo>
                  <a:pt x="3" y="2"/>
                </a:lnTo>
                <a:lnTo>
                  <a:pt x="4" y="2"/>
                </a:lnTo>
                <a:lnTo>
                  <a:pt x="4" y="3"/>
                </a:lnTo>
                <a:lnTo>
                  <a:pt x="5" y="3"/>
                </a:lnTo>
                <a:lnTo>
                  <a:pt x="3" y="3"/>
                </a:lnTo>
                <a:lnTo>
                  <a:pt x="1" y="3"/>
                </a:lnTo>
                <a:lnTo>
                  <a:pt x="0" y="3"/>
                </a:lnTo>
                <a:lnTo>
                  <a:pt x="0" y="2"/>
                </a:lnTo>
                <a:lnTo>
                  <a:pt x="0" y="0"/>
                </a:lnTo>
                <a:lnTo>
                  <a:pt x="1" y="0"/>
                </a:lnTo>
                <a:lnTo>
                  <a:pt x="1" y="2"/>
                </a:lnTo>
                <a:close/>
              </a:path>
            </a:pathLst>
          </a:custGeom>
          <a:solidFill>
            <a:srgbClr val="F0C9B7"/>
          </a:solidFill>
          <a:ln w="2520">
            <a:solidFill>
              <a:srgbClr val="FFFFFF"/>
            </a:solidFill>
            <a:round/>
          </a:ln>
        </p:spPr>
        <p:txBody>
          <a:bodyPr lIns="1080" tIns="0" rIns="108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99" name=""/>
          <p:cNvSpPr/>
          <p:nvPr/>
        </p:nvSpPr>
        <p:spPr>
          <a:xfrm>
            <a:off x="5065200" y="1057680"/>
            <a:ext cx="1440" cy="1440"/>
          </a:xfrm>
          <a:custGeom>
            <a:avLst/>
            <a:gdLst/>
            <a:ahLst/>
            <a:rect l="0" t="0" r="r" b="b"/>
            <a:pathLst>
              <a:path w="4" h="4">
                <a:moveTo>
                  <a:pt x="0" y="2"/>
                </a:moveTo>
                <a:lnTo>
                  <a:pt x="0" y="0"/>
                </a:lnTo>
                <a:lnTo>
                  <a:pt x="2" y="0"/>
                </a:lnTo>
                <a:lnTo>
                  <a:pt x="4" y="0"/>
                </a:lnTo>
                <a:lnTo>
                  <a:pt x="4" y="2"/>
                </a:lnTo>
                <a:lnTo>
                  <a:pt x="2" y="2"/>
                </a:lnTo>
                <a:lnTo>
                  <a:pt x="2" y="4"/>
                </a:lnTo>
                <a:lnTo>
                  <a:pt x="2" y="2"/>
                </a:lnTo>
                <a:lnTo>
                  <a:pt x="0" y="2"/>
                </a:lnTo>
                <a:close/>
              </a:path>
            </a:pathLst>
          </a:custGeom>
          <a:solidFill>
            <a:srgbClr val="F0C9B7"/>
          </a:solidFill>
          <a:ln w="2520">
            <a:solidFill>
              <a:srgbClr val="FFFFFF"/>
            </a:solidFill>
            <a:round/>
          </a:ln>
        </p:spPr>
        <p:txBody>
          <a:bodyPr lIns="1080" tIns="360" rIns="1080" bIns="3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00" name=""/>
          <p:cNvSpPr/>
          <p:nvPr/>
        </p:nvSpPr>
        <p:spPr>
          <a:xfrm>
            <a:off x="5059440" y="1043280"/>
            <a:ext cx="1440" cy="1080"/>
          </a:xfrm>
          <a:custGeom>
            <a:avLst/>
            <a:gdLst/>
            <a:ahLst/>
            <a:rect l="0" t="0" r="r" b="b"/>
            <a:pathLst>
              <a:path w="4" h="3">
                <a:moveTo>
                  <a:pt x="4" y="2"/>
                </a:moveTo>
                <a:lnTo>
                  <a:pt x="2" y="3"/>
                </a:lnTo>
                <a:lnTo>
                  <a:pt x="2" y="2"/>
                </a:lnTo>
                <a:lnTo>
                  <a:pt x="0" y="2"/>
                </a:lnTo>
                <a:lnTo>
                  <a:pt x="2" y="2"/>
                </a:lnTo>
                <a:lnTo>
                  <a:pt x="2" y="0"/>
                </a:lnTo>
                <a:lnTo>
                  <a:pt x="0" y="0"/>
                </a:lnTo>
                <a:lnTo>
                  <a:pt x="2" y="0"/>
                </a:lnTo>
                <a:lnTo>
                  <a:pt x="2" y="2"/>
                </a:lnTo>
                <a:lnTo>
                  <a:pt x="4" y="2"/>
                </a:lnTo>
                <a:close/>
              </a:path>
            </a:pathLst>
          </a:custGeom>
          <a:solidFill>
            <a:srgbClr val="F0C9B7"/>
          </a:solidFill>
          <a:ln w="2520">
            <a:solidFill>
              <a:srgbClr val="FFFFFF"/>
            </a:solidFill>
            <a:round/>
          </a:ln>
        </p:spPr>
        <p:txBody>
          <a:bodyPr lIns="1080" tIns="0" rIns="108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01" name=""/>
          <p:cNvSpPr/>
          <p:nvPr/>
        </p:nvSpPr>
        <p:spPr>
          <a:xfrm>
            <a:off x="5061240" y="1042200"/>
            <a:ext cx="1440" cy="1440"/>
          </a:xfrm>
          <a:custGeom>
            <a:avLst/>
            <a:gdLst/>
            <a:ahLst/>
            <a:rect l="0" t="0" r="r" b="b"/>
            <a:pathLst>
              <a:path w="4" h="4">
                <a:moveTo>
                  <a:pt x="3" y="1"/>
                </a:moveTo>
                <a:lnTo>
                  <a:pt x="1" y="1"/>
                </a:lnTo>
                <a:lnTo>
                  <a:pt x="3" y="1"/>
                </a:lnTo>
                <a:lnTo>
                  <a:pt x="4" y="1"/>
                </a:lnTo>
                <a:lnTo>
                  <a:pt x="3" y="1"/>
                </a:lnTo>
                <a:lnTo>
                  <a:pt x="3" y="3"/>
                </a:lnTo>
                <a:lnTo>
                  <a:pt x="4" y="3"/>
                </a:lnTo>
                <a:lnTo>
                  <a:pt x="4" y="4"/>
                </a:lnTo>
                <a:lnTo>
                  <a:pt x="3" y="4"/>
                </a:lnTo>
                <a:lnTo>
                  <a:pt x="3" y="3"/>
                </a:lnTo>
                <a:lnTo>
                  <a:pt x="1" y="3"/>
                </a:lnTo>
                <a:lnTo>
                  <a:pt x="1" y="1"/>
                </a:lnTo>
                <a:lnTo>
                  <a:pt x="0" y="1"/>
                </a:lnTo>
                <a:lnTo>
                  <a:pt x="0" y="0"/>
                </a:lnTo>
                <a:lnTo>
                  <a:pt x="1" y="0"/>
                </a:lnTo>
                <a:lnTo>
                  <a:pt x="3" y="0"/>
                </a:lnTo>
                <a:lnTo>
                  <a:pt x="3" y="1"/>
                </a:lnTo>
                <a:close/>
              </a:path>
            </a:pathLst>
          </a:custGeom>
          <a:solidFill>
            <a:srgbClr val="F0C9B7"/>
          </a:solidFill>
          <a:ln w="2520">
            <a:solidFill>
              <a:srgbClr val="FFFFFF"/>
            </a:solidFill>
            <a:round/>
          </a:ln>
        </p:spPr>
        <p:txBody>
          <a:bodyPr lIns="1080" tIns="360" rIns="1080" bIns="3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02" name=""/>
          <p:cNvSpPr/>
          <p:nvPr/>
        </p:nvSpPr>
        <p:spPr>
          <a:xfrm>
            <a:off x="5061240" y="1040760"/>
            <a:ext cx="2160" cy="1080"/>
          </a:xfrm>
          <a:custGeom>
            <a:avLst/>
            <a:gdLst/>
            <a:ahLst/>
            <a:rect l="0" t="0" r="r" b="b"/>
            <a:pathLst>
              <a:path w="6" h="3">
                <a:moveTo>
                  <a:pt x="6" y="3"/>
                </a:moveTo>
                <a:lnTo>
                  <a:pt x="4" y="3"/>
                </a:lnTo>
                <a:lnTo>
                  <a:pt x="4" y="1"/>
                </a:lnTo>
                <a:lnTo>
                  <a:pt x="3" y="3"/>
                </a:lnTo>
                <a:lnTo>
                  <a:pt x="2" y="3"/>
                </a:lnTo>
                <a:lnTo>
                  <a:pt x="0" y="3"/>
                </a:lnTo>
                <a:lnTo>
                  <a:pt x="0" y="1"/>
                </a:lnTo>
                <a:lnTo>
                  <a:pt x="2" y="1"/>
                </a:lnTo>
                <a:lnTo>
                  <a:pt x="2" y="0"/>
                </a:lnTo>
                <a:lnTo>
                  <a:pt x="3" y="0"/>
                </a:lnTo>
                <a:lnTo>
                  <a:pt x="3" y="1"/>
                </a:lnTo>
                <a:lnTo>
                  <a:pt x="4" y="1"/>
                </a:lnTo>
                <a:lnTo>
                  <a:pt x="6" y="3"/>
                </a:lnTo>
                <a:close/>
              </a:path>
            </a:pathLst>
          </a:custGeom>
          <a:solidFill>
            <a:srgbClr val="F0C9B7"/>
          </a:solidFill>
          <a:ln w="2520">
            <a:solidFill>
              <a:srgbClr val="FFFFFF"/>
            </a:solidFill>
            <a:round/>
          </a:ln>
        </p:spPr>
        <p:txBody>
          <a:bodyPr lIns="1080" tIns="0" rIns="108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03" name=""/>
          <p:cNvSpPr/>
          <p:nvPr/>
        </p:nvSpPr>
        <p:spPr>
          <a:xfrm>
            <a:off x="5114160" y="1341360"/>
            <a:ext cx="45720" cy="55080"/>
          </a:xfrm>
          <a:custGeom>
            <a:avLst/>
            <a:gdLst/>
            <a:ahLst/>
            <a:rect l="0" t="0" r="r" b="b"/>
            <a:pathLst>
              <a:path w="127" h="153">
                <a:moveTo>
                  <a:pt x="51" y="12"/>
                </a:moveTo>
                <a:lnTo>
                  <a:pt x="53" y="12"/>
                </a:lnTo>
                <a:lnTo>
                  <a:pt x="54" y="12"/>
                </a:lnTo>
                <a:lnTo>
                  <a:pt x="55" y="12"/>
                </a:lnTo>
                <a:lnTo>
                  <a:pt x="56" y="12"/>
                </a:lnTo>
                <a:lnTo>
                  <a:pt x="57" y="12"/>
                </a:lnTo>
                <a:lnTo>
                  <a:pt x="57" y="13"/>
                </a:lnTo>
                <a:lnTo>
                  <a:pt x="59" y="13"/>
                </a:lnTo>
                <a:lnTo>
                  <a:pt x="60" y="13"/>
                </a:lnTo>
                <a:lnTo>
                  <a:pt x="60" y="14"/>
                </a:lnTo>
                <a:lnTo>
                  <a:pt x="61" y="14"/>
                </a:lnTo>
                <a:lnTo>
                  <a:pt x="63" y="15"/>
                </a:lnTo>
                <a:lnTo>
                  <a:pt x="65" y="16"/>
                </a:lnTo>
                <a:lnTo>
                  <a:pt x="66" y="16"/>
                </a:lnTo>
                <a:lnTo>
                  <a:pt x="68" y="17"/>
                </a:lnTo>
                <a:lnTo>
                  <a:pt x="68" y="16"/>
                </a:lnTo>
                <a:lnTo>
                  <a:pt x="67" y="16"/>
                </a:lnTo>
                <a:lnTo>
                  <a:pt x="68" y="16"/>
                </a:lnTo>
                <a:lnTo>
                  <a:pt x="69" y="16"/>
                </a:lnTo>
                <a:lnTo>
                  <a:pt x="70" y="16"/>
                </a:lnTo>
                <a:lnTo>
                  <a:pt x="71" y="17"/>
                </a:lnTo>
                <a:lnTo>
                  <a:pt x="72" y="16"/>
                </a:lnTo>
                <a:lnTo>
                  <a:pt x="75" y="17"/>
                </a:lnTo>
                <a:lnTo>
                  <a:pt x="76" y="17"/>
                </a:lnTo>
                <a:lnTo>
                  <a:pt x="78" y="17"/>
                </a:lnTo>
                <a:lnTo>
                  <a:pt x="79" y="18"/>
                </a:lnTo>
                <a:lnTo>
                  <a:pt x="80" y="18"/>
                </a:lnTo>
                <a:lnTo>
                  <a:pt x="82" y="18"/>
                </a:lnTo>
                <a:lnTo>
                  <a:pt x="83" y="19"/>
                </a:lnTo>
                <a:lnTo>
                  <a:pt x="84" y="19"/>
                </a:lnTo>
                <a:lnTo>
                  <a:pt x="85" y="19"/>
                </a:lnTo>
                <a:lnTo>
                  <a:pt x="88" y="19"/>
                </a:lnTo>
                <a:lnTo>
                  <a:pt x="89" y="20"/>
                </a:lnTo>
                <a:lnTo>
                  <a:pt x="91" y="20"/>
                </a:lnTo>
                <a:lnTo>
                  <a:pt x="92" y="20"/>
                </a:lnTo>
                <a:lnTo>
                  <a:pt x="96" y="20"/>
                </a:lnTo>
                <a:lnTo>
                  <a:pt x="97" y="20"/>
                </a:lnTo>
                <a:lnTo>
                  <a:pt x="98" y="20"/>
                </a:lnTo>
                <a:lnTo>
                  <a:pt x="99" y="23"/>
                </a:lnTo>
                <a:lnTo>
                  <a:pt x="100" y="26"/>
                </a:lnTo>
                <a:lnTo>
                  <a:pt x="101" y="26"/>
                </a:lnTo>
                <a:lnTo>
                  <a:pt x="103" y="27"/>
                </a:lnTo>
                <a:lnTo>
                  <a:pt x="104" y="27"/>
                </a:lnTo>
                <a:lnTo>
                  <a:pt x="104" y="26"/>
                </a:lnTo>
                <a:lnTo>
                  <a:pt x="110" y="30"/>
                </a:lnTo>
                <a:lnTo>
                  <a:pt x="112" y="31"/>
                </a:lnTo>
                <a:lnTo>
                  <a:pt x="113" y="32"/>
                </a:lnTo>
                <a:lnTo>
                  <a:pt x="114" y="34"/>
                </a:lnTo>
                <a:lnTo>
                  <a:pt x="115" y="36"/>
                </a:lnTo>
                <a:lnTo>
                  <a:pt x="115" y="37"/>
                </a:lnTo>
                <a:lnTo>
                  <a:pt x="115" y="39"/>
                </a:lnTo>
                <a:lnTo>
                  <a:pt x="114" y="39"/>
                </a:lnTo>
                <a:lnTo>
                  <a:pt x="114" y="40"/>
                </a:lnTo>
                <a:lnTo>
                  <a:pt x="113" y="40"/>
                </a:lnTo>
                <a:lnTo>
                  <a:pt x="112" y="40"/>
                </a:lnTo>
                <a:lnTo>
                  <a:pt x="108" y="43"/>
                </a:lnTo>
                <a:lnTo>
                  <a:pt x="104" y="45"/>
                </a:lnTo>
                <a:lnTo>
                  <a:pt x="104" y="46"/>
                </a:lnTo>
                <a:lnTo>
                  <a:pt x="104" y="55"/>
                </a:lnTo>
                <a:lnTo>
                  <a:pt x="110" y="56"/>
                </a:lnTo>
                <a:lnTo>
                  <a:pt x="109" y="60"/>
                </a:lnTo>
                <a:lnTo>
                  <a:pt x="118" y="60"/>
                </a:lnTo>
                <a:lnTo>
                  <a:pt x="126" y="60"/>
                </a:lnTo>
                <a:lnTo>
                  <a:pt x="126" y="63"/>
                </a:lnTo>
                <a:lnTo>
                  <a:pt x="122" y="62"/>
                </a:lnTo>
                <a:lnTo>
                  <a:pt x="117" y="62"/>
                </a:lnTo>
                <a:lnTo>
                  <a:pt x="115" y="62"/>
                </a:lnTo>
                <a:lnTo>
                  <a:pt x="109" y="63"/>
                </a:lnTo>
                <a:lnTo>
                  <a:pt x="108" y="63"/>
                </a:lnTo>
                <a:lnTo>
                  <a:pt x="104" y="64"/>
                </a:lnTo>
                <a:lnTo>
                  <a:pt x="103" y="64"/>
                </a:lnTo>
                <a:lnTo>
                  <a:pt x="104" y="66"/>
                </a:lnTo>
                <a:lnTo>
                  <a:pt x="104" y="67"/>
                </a:lnTo>
                <a:lnTo>
                  <a:pt x="104" y="69"/>
                </a:lnTo>
                <a:lnTo>
                  <a:pt x="104" y="71"/>
                </a:lnTo>
                <a:lnTo>
                  <a:pt x="103" y="72"/>
                </a:lnTo>
                <a:lnTo>
                  <a:pt x="103" y="73"/>
                </a:lnTo>
                <a:lnTo>
                  <a:pt x="103" y="74"/>
                </a:lnTo>
                <a:lnTo>
                  <a:pt x="101" y="73"/>
                </a:lnTo>
                <a:lnTo>
                  <a:pt x="100" y="73"/>
                </a:lnTo>
                <a:lnTo>
                  <a:pt x="99" y="73"/>
                </a:lnTo>
                <a:lnTo>
                  <a:pt x="98" y="74"/>
                </a:lnTo>
                <a:lnTo>
                  <a:pt x="97" y="76"/>
                </a:lnTo>
                <a:lnTo>
                  <a:pt x="99" y="78"/>
                </a:lnTo>
                <a:lnTo>
                  <a:pt x="102" y="81"/>
                </a:lnTo>
                <a:lnTo>
                  <a:pt x="103" y="81"/>
                </a:lnTo>
                <a:lnTo>
                  <a:pt x="105" y="82"/>
                </a:lnTo>
                <a:lnTo>
                  <a:pt x="111" y="85"/>
                </a:lnTo>
                <a:lnTo>
                  <a:pt x="109" y="87"/>
                </a:lnTo>
                <a:lnTo>
                  <a:pt x="110" y="87"/>
                </a:lnTo>
                <a:lnTo>
                  <a:pt x="114" y="92"/>
                </a:lnTo>
                <a:lnTo>
                  <a:pt x="119" y="99"/>
                </a:lnTo>
                <a:lnTo>
                  <a:pt x="120" y="100"/>
                </a:lnTo>
                <a:lnTo>
                  <a:pt x="120" y="101"/>
                </a:lnTo>
                <a:lnTo>
                  <a:pt x="126" y="110"/>
                </a:lnTo>
                <a:lnTo>
                  <a:pt x="127" y="115"/>
                </a:lnTo>
                <a:lnTo>
                  <a:pt x="126" y="116"/>
                </a:lnTo>
                <a:lnTo>
                  <a:pt x="124" y="117"/>
                </a:lnTo>
                <a:lnTo>
                  <a:pt x="121" y="119"/>
                </a:lnTo>
                <a:lnTo>
                  <a:pt x="118" y="121"/>
                </a:lnTo>
                <a:lnTo>
                  <a:pt x="117" y="121"/>
                </a:lnTo>
                <a:lnTo>
                  <a:pt x="114" y="121"/>
                </a:lnTo>
                <a:lnTo>
                  <a:pt x="114" y="122"/>
                </a:lnTo>
                <a:lnTo>
                  <a:pt x="113" y="122"/>
                </a:lnTo>
                <a:lnTo>
                  <a:pt x="111" y="122"/>
                </a:lnTo>
                <a:lnTo>
                  <a:pt x="109" y="123"/>
                </a:lnTo>
                <a:lnTo>
                  <a:pt x="106" y="123"/>
                </a:lnTo>
                <a:lnTo>
                  <a:pt x="104" y="123"/>
                </a:lnTo>
                <a:lnTo>
                  <a:pt x="101" y="123"/>
                </a:lnTo>
                <a:lnTo>
                  <a:pt x="99" y="124"/>
                </a:lnTo>
                <a:lnTo>
                  <a:pt x="97" y="124"/>
                </a:lnTo>
                <a:lnTo>
                  <a:pt x="95" y="125"/>
                </a:lnTo>
                <a:lnTo>
                  <a:pt x="93" y="125"/>
                </a:lnTo>
                <a:lnTo>
                  <a:pt x="92" y="126"/>
                </a:lnTo>
                <a:lnTo>
                  <a:pt x="91" y="127"/>
                </a:lnTo>
                <a:lnTo>
                  <a:pt x="91" y="126"/>
                </a:lnTo>
                <a:lnTo>
                  <a:pt x="89" y="127"/>
                </a:lnTo>
                <a:lnTo>
                  <a:pt x="88" y="127"/>
                </a:lnTo>
                <a:lnTo>
                  <a:pt x="88" y="128"/>
                </a:lnTo>
                <a:lnTo>
                  <a:pt x="84" y="130"/>
                </a:lnTo>
                <a:lnTo>
                  <a:pt x="83" y="130"/>
                </a:lnTo>
                <a:lnTo>
                  <a:pt x="80" y="132"/>
                </a:lnTo>
                <a:lnTo>
                  <a:pt x="79" y="132"/>
                </a:lnTo>
                <a:lnTo>
                  <a:pt x="79" y="131"/>
                </a:lnTo>
                <a:lnTo>
                  <a:pt x="77" y="132"/>
                </a:lnTo>
                <a:lnTo>
                  <a:pt x="77" y="133"/>
                </a:lnTo>
                <a:lnTo>
                  <a:pt x="76" y="135"/>
                </a:lnTo>
                <a:lnTo>
                  <a:pt x="75" y="135"/>
                </a:lnTo>
                <a:lnTo>
                  <a:pt x="74" y="136"/>
                </a:lnTo>
                <a:lnTo>
                  <a:pt x="72" y="137"/>
                </a:lnTo>
                <a:lnTo>
                  <a:pt x="69" y="139"/>
                </a:lnTo>
                <a:lnTo>
                  <a:pt x="68" y="141"/>
                </a:lnTo>
                <a:lnTo>
                  <a:pt x="67" y="142"/>
                </a:lnTo>
                <a:lnTo>
                  <a:pt x="66" y="144"/>
                </a:lnTo>
                <a:lnTo>
                  <a:pt x="65" y="144"/>
                </a:lnTo>
                <a:lnTo>
                  <a:pt x="63" y="147"/>
                </a:lnTo>
                <a:lnTo>
                  <a:pt x="63" y="148"/>
                </a:lnTo>
                <a:lnTo>
                  <a:pt x="62" y="149"/>
                </a:lnTo>
                <a:lnTo>
                  <a:pt x="61" y="149"/>
                </a:lnTo>
                <a:lnTo>
                  <a:pt x="61" y="151"/>
                </a:lnTo>
                <a:lnTo>
                  <a:pt x="60" y="151"/>
                </a:lnTo>
                <a:lnTo>
                  <a:pt x="59" y="152"/>
                </a:lnTo>
                <a:lnTo>
                  <a:pt x="58" y="152"/>
                </a:lnTo>
                <a:lnTo>
                  <a:pt x="56" y="152"/>
                </a:lnTo>
                <a:lnTo>
                  <a:pt x="54" y="153"/>
                </a:lnTo>
                <a:lnTo>
                  <a:pt x="53" y="152"/>
                </a:lnTo>
                <a:lnTo>
                  <a:pt x="53" y="151"/>
                </a:lnTo>
                <a:lnTo>
                  <a:pt x="53" y="149"/>
                </a:lnTo>
                <a:lnTo>
                  <a:pt x="53" y="148"/>
                </a:lnTo>
                <a:lnTo>
                  <a:pt x="53" y="147"/>
                </a:lnTo>
                <a:lnTo>
                  <a:pt x="52" y="146"/>
                </a:lnTo>
                <a:lnTo>
                  <a:pt x="52" y="147"/>
                </a:lnTo>
                <a:lnTo>
                  <a:pt x="51" y="146"/>
                </a:lnTo>
                <a:lnTo>
                  <a:pt x="50" y="145"/>
                </a:lnTo>
                <a:lnTo>
                  <a:pt x="49" y="145"/>
                </a:lnTo>
                <a:lnTo>
                  <a:pt x="48" y="145"/>
                </a:lnTo>
                <a:lnTo>
                  <a:pt x="48" y="144"/>
                </a:lnTo>
                <a:lnTo>
                  <a:pt x="48" y="143"/>
                </a:lnTo>
                <a:lnTo>
                  <a:pt x="47" y="143"/>
                </a:lnTo>
                <a:lnTo>
                  <a:pt x="47" y="142"/>
                </a:lnTo>
                <a:lnTo>
                  <a:pt x="46" y="142"/>
                </a:lnTo>
                <a:lnTo>
                  <a:pt x="46" y="141"/>
                </a:lnTo>
                <a:lnTo>
                  <a:pt x="45" y="141"/>
                </a:lnTo>
                <a:lnTo>
                  <a:pt x="44" y="141"/>
                </a:lnTo>
                <a:lnTo>
                  <a:pt x="44" y="142"/>
                </a:lnTo>
                <a:lnTo>
                  <a:pt x="44" y="143"/>
                </a:lnTo>
                <a:lnTo>
                  <a:pt x="43" y="142"/>
                </a:lnTo>
                <a:lnTo>
                  <a:pt x="43" y="143"/>
                </a:lnTo>
                <a:lnTo>
                  <a:pt x="42" y="143"/>
                </a:lnTo>
                <a:lnTo>
                  <a:pt x="41" y="143"/>
                </a:lnTo>
                <a:lnTo>
                  <a:pt x="40" y="143"/>
                </a:lnTo>
                <a:lnTo>
                  <a:pt x="39" y="143"/>
                </a:lnTo>
                <a:lnTo>
                  <a:pt x="38" y="143"/>
                </a:lnTo>
                <a:lnTo>
                  <a:pt x="37" y="143"/>
                </a:lnTo>
                <a:lnTo>
                  <a:pt x="36" y="143"/>
                </a:lnTo>
                <a:lnTo>
                  <a:pt x="36" y="142"/>
                </a:lnTo>
                <a:lnTo>
                  <a:pt x="36" y="140"/>
                </a:lnTo>
                <a:lnTo>
                  <a:pt x="36" y="139"/>
                </a:lnTo>
                <a:lnTo>
                  <a:pt x="36" y="138"/>
                </a:lnTo>
                <a:lnTo>
                  <a:pt x="36" y="137"/>
                </a:lnTo>
                <a:lnTo>
                  <a:pt x="36" y="136"/>
                </a:lnTo>
                <a:lnTo>
                  <a:pt x="35" y="136"/>
                </a:lnTo>
                <a:lnTo>
                  <a:pt x="34" y="136"/>
                </a:lnTo>
                <a:lnTo>
                  <a:pt x="34" y="135"/>
                </a:lnTo>
                <a:lnTo>
                  <a:pt x="34" y="134"/>
                </a:lnTo>
                <a:lnTo>
                  <a:pt x="33" y="134"/>
                </a:lnTo>
                <a:lnTo>
                  <a:pt x="32" y="135"/>
                </a:lnTo>
                <a:lnTo>
                  <a:pt x="32" y="134"/>
                </a:lnTo>
                <a:lnTo>
                  <a:pt x="31" y="134"/>
                </a:lnTo>
                <a:lnTo>
                  <a:pt x="30" y="135"/>
                </a:lnTo>
                <a:lnTo>
                  <a:pt x="29" y="135"/>
                </a:lnTo>
                <a:lnTo>
                  <a:pt x="28" y="135"/>
                </a:lnTo>
                <a:lnTo>
                  <a:pt x="28" y="136"/>
                </a:lnTo>
                <a:lnTo>
                  <a:pt x="28" y="137"/>
                </a:lnTo>
                <a:lnTo>
                  <a:pt x="27" y="137"/>
                </a:lnTo>
                <a:lnTo>
                  <a:pt x="27" y="138"/>
                </a:lnTo>
                <a:lnTo>
                  <a:pt x="27" y="139"/>
                </a:lnTo>
                <a:lnTo>
                  <a:pt x="26" y="139"/>
                </a:lnTo>
                <a:lnTo>
                  <a:pt x="26" y="140"/>
                </a:lnTo>
                <a:lnTo>
                  <a:pt x="27" y="140"/>
                </a:lnTo>
                <a:lnTo>
                  <a:pt x="26" y="140"/>
                </a:lnTo>
                <a:lnTo>
                  <a:pt x="25" y="140"/>
                </a:lnTo>
                <a:lnTo>
                  <a:pt x="25" y="139"/>
                </a:lnTo>
                <a:lnTo>
                  <a:pt x="24" y="138"/>
                </a:lnTo>
                <a:lnTo>
                  <a:pt x="23" y="138"/>
                </a:lnTo>
                <a:lnTo>
                  <a:pt x="22" y="139"/>
                </a:lnTo>
                <a:lnTo>
                  <a:pt x="21" y="140"/>
                </a:lnTo>
                <a:lnTo>
                  <a:pt x="20" y="140"/>
                </a:lnTo>
                <a:lnTo>
                  <a:pt x="20" y="139"/>
                </a:lnTo>
                <a:lnTo>
                  <a:pt x="20" y="138"/>
                </a:lnTo>
                <a:lnTo>
                  <a:pt x="21" y="138"/>
                </a:lnTo>
                <a:lnTo>
                  <a:pt x="21" y="137"/>
                </a:lnTo>
                <a:lnTo>
                  <a:pt x="22" y="137"/>
                </a:lnTo>
                <a:lnTo>
                  <a:pt x="22" y="136"/>
                </a:lnTo>
                <a:lnTo>
                  <a:pt x="22" y="135"/>
                </a:lnTo>
                <a:lnTo>
                  <a:pt x="22" y="134"/>
                </a:lnTo>
                <a:lnTo>
                  <a:pt x="23" y="133"/>
                </a:lnTo>
                <a:lnTo>
                  <a:pt x="22" y="132"/>
                </a:lnTo>
                <a:lnTo>
                  <a:pt x="21" y="132"/>
                </a:lnTo>
                <a:lnTo>
                  <a:pt x="21" y="131"/>
                </a:lnTo>
                <a:lnTo>
                  <a:pt x="19" y="131"/>
                </a:lnTo>
                <a:lnTo>
                  <a:pt x="19" y="130"/>
                </a:lnTo>
                <a:lnTo>
                  <a:pt x="20" y="129"/>
                </a:lnTo>
                <a:lnTo>
                  <a:pt x="19" y="127"/>
                </a:lnTo>
                <a:lnTo>
                  <a:pt x="19" y="126"/>
                </a:lnTo>
                <a:lnTo>
                  <a:pt x="19" y="125"/>
                </a:lnTo>
                <a:lnTo>
                  <a:pt x="19" y="124"/>
                </a:lnTo>
                <a:lnTo>
                  <a:pt x="18" y="123"/>
                </a:lnTo>
                <a:lnTo>
                  <a:pt x="18" y="122"/>
                </a:lnTo>
                <a:lnTo>
                  <a:pt x="18" y="121"/>
                </a:lnTo>
                <a:lnTo>
                  <a:pt x="19" y="121"/>
                </a:lnTo>
                <a:lnTo>
                  <a:pt x="19" y="120"/>
                </a:lnTo>
                <a:lnTo>
                  <a:pt x="18" y="119"/>
                </a:lnTo>
                <a:lnTo>
                  <a:pt x="17" y="118"/>
                </a:lnTo>
                <a:lnTo>
                  <a:pt x="17" y="116"/>
                </a:lnTo>
                <a:lnTo>
                  <a:pt x="16" y="115"/>
                </a:lnTo>
                <a:lnTo>
                  <a:pt x="14" y="116"/>
                </a:lnTo>
                <a:lnTo>
                  <a:pt x="13" y="115"/>
                </a:lnTo>
                <a:lnTo>
                  <a:pt x="13" y="114"/>
                </a:lnTo>
                <a:lnTo>
                  <a:pt x="12" y="114"/>
                </a:lnTo>
                <a:lnTo>
                  <a:pt x="12" y="115"/>
                </a:lnTo>
                <a:lnTo>
                  <a:pt x="12" y="116"/>
                </a:lnTo>
                <a:lnTo>
                  <a:pt x="11" y="116"/>
                </a:lnTo>
                <a:lnTo>
                  <a:pt x="11" y="117"/>
                </a:lnTo>
                <a:lnTo>
                  <a:pt x="10" y="117"/>
                </a:lnTo>
                <a:lnTo>
                  <a:pt x="9" y="117"/>
                </a:lnTo>
                <a:lnTo>
                  <a:pt x="8" y="117"/>
                </a:lnTo>
                <a:lnTo>
                  <a:pt x="7" y="117"/>
                </a:lnTo>
                <a:lnTo>
                  <a:pt x="7" y="116"/>
                </a:lnTo>
                <a:lnTo>
                  <a:pt x="7" y="115"/>
                </a:lnTo>
                <a:lnTo>
                  <a:pt x="7" y="114"/>
                </a:lnTo>
                <a:lnTo>
                  <a:pt x="6" y="114"/>
                </a:lnTo>
                <a:lnTo>
                  <a:pt x="6" y="113"/>
                </a:lnTo>
                <a:lnTo>
                  <a:pt x="6" y="112"/>
                </a:lnTo>
                <a:lnTo>
                  <a:pt x="5" y="112"/>
                </a:lnTo>
                <a:lnTo>
                  <a:pt x="5" y="111"/>
                </a:lnTo>
                <a:lnTo>
                  <a:pt x="5" y="110"/>
                </a:lnTo>
                <a:lnTo>
                  <a:pt x="6" y="109"/>
                </a:lnTo>
                <a:lnTo>
                  <a:pt x="6" y="108"/>
                </a:lnTo>
                <a:lnTo>
                  <a:pt x="5" y="108"/>
                </a:lnTo>
                <a:lnTo>
                  <a:pt x="4" y="107"/>
                </a:lnTo>
                <a:lnTo>
                  <a:pt x="3" y="107"/>
                </a:lnTo>
                <a:lnTo>
                  <a:pt x="2" y="107"/>
                </a:lnTo>
                <a:lnTo>
                  <a:pt x="1" y="107"/>
                </a:lnTo>
                <a:lnTo>
                  <a:pt x="0" y="107"/>
                </a:lnTo>
                <a:lnTo>
                  <a:pt x="0" y="106"/>
                </a:lnTo>
                <a:lnTo>
                  <a:pt x="1" y="106"/>
                </a:lnTo>
                <a:lnTo>
                  <a:pt x="1" y="105"/>
                </a:lnTo>
                <a:lnTo>
                  <a:pt x="1" y="104"/>
                </a:lnTo>
                <a:lnTo>
                  <a:pt x="1" y="103"/>
                </a:lnTo>
                <a:lnTo>
                  <a:pt x="2" y="103"/>
                </a:lnTo>
                <a:lnTo>
                  <a:pt x="2" y="102"/>
                </a:lnTo>
                <a:lnTo>
                  <a:pt x="3" y="102"/>
                </a:lnTo>
                <a:lnTo>
                  <a:pt x="4" y="102"/>
                </a:lnTo>
                <a:lnTo>
                  <a:pt x="5" y="102"/>
                </a:lnTo>
                <a:lnTo>
                  <a:pt x="5" y="101"/>
                </a:lnTo>
                <a:lnTo>
                  <a:pt x="6" y="101"/>
                </a:lnTo>
                <a:lnTo>
                  <a:pt x="7" y="101"/>
                </a:lnTo>
                <a:lnTo>
                  <a:pt x="7" y="100"/>
                </a:lnTo>
                <a:lnTo>
                  <a:pt x="10" y="100"/>
                </a:lnTo>
                <a:lnTo>
                  <a:pt x="11" y="100"/>
                </a:lnTo>
                <a:lnTo>
                  <a:pt x="12" y="100"/>
                </a:lnTo>
                <a:lnTo>
                  <a:pt x="13" y="101"/>
                </a:lnTo>
                <a:lnTo>
                  <a:pt x="14" y="100"/>
                </a:lnTo>
                <a:lnTo>
                  <a:pt x="15" y="100"/>
                </a:lnTo>
                <a:lnTo>
                  <a:pt x="16" y="100"/>
                </a:lnTo>
                <a:lnTo>
                  <a:pt x="17" y="100"/>
                </a:lnTo>
                <a:lnTo>
                  <a:pt x="17" y="99"/>
                </a:lnTo>
                <a:lnTo>
                  <a:pt x="18" y="99"/>
                </a:lnTo>
                <a:lnTo>
                  <a:pt x="18" y="98"/>
                </a:lnTo>
                <a:lnTo>
                  <a:pt x="19" y="99"/>
                </a:lnTo>
                <a:lnTo>
                  <a:pt x="20" y="98"/>
                </a:lnTo>
                <a:lnTo>
                  <a:pt x="19" y="98"/>
                </a:lnTo>
                <a:lnTo>
                  <a:pt x="19" y="97"/>
                </a:lnTo>
                <a:lnTo>
                  <a:pt x="20" y="97"/>
                </a:lnTo>
                <a:lnTo>
                  <a:pt x="19" y="97"/>
                </a:lnTo>
                <a:lnTo>
                  <a:pt x="20" y="97"/>
                </a:lnTo>
                <a:lnTo>
                  <a:pt x="21" y="97"/>
                </a:lnTo>
                <a:lnTo>
                  <a:pt x="21" y="96"/>
                </a:lnTo>
                <a:lnTo>
                  <a:pt x="21" y="97"/>
                </a:lnTo>
                <a:lnTo>
                  <a:pt x="22" y="97"/>
                </a:lnTo>
                <a:lnTo>
                  <a:pt x="22" y="96"/>
                </a:lnTo>
                <a:lnTo>
                  <a:pt x="23" y="95"/>
                </a:lnTo>
                <a:lnTo>
                  <a:pt x="23" y="94"/>
                </a:lnTo>
                <a:lnTo>
                  <a:pt x="22" y="94"/>
                </a:lnTo>
                <a:lnTo>
                  <a:pt x="22" y="93"/>
                </a:lnTo>
                <a:lnTo>
                  <a:pt x="21" y="92"/>
                </a:lnTo>
                <a:lnTo>
                  <a:pt x="22" y="92"/>
                </a:lnTo>
                <a:lnTo>
                  <a:pt x="21" y="91"/>
                </a:lnTo>
                <a:lnTo>
                  <a:pt x="21" y="90"/>
                </a:lnTo>
                <a:lnTo>
                  <a:pt x="20" y="88"/>
                </a:lnTo>
                <a:lnTo>
                  <a:pt x="20" y="87"/>
                </a:lnTo>
                <a:lnTo>
                  <a:pt x="20" y="86"/>
                </a:lnTo>
                <a:lnTo>
                  <a:pt x="19" y="86"/>
                </a:lnTo>
                <a:lnTo>
                  <a:pt x="20" y="86"/>
                </a:lnTo>
                <a:lnTo>
                  <a:pt x="20" y="85"/>
                </a:lnTo>
                <a:lnTo>
                  <a:pt x="19" y="84"/>
                </a:lnTo>
                <a:lnTo>
                  <a:pt x="19" y="85"/>
                </a:lnTo>
                <a:lnTo>
                  <a:pt x="19" y="84"/>
                </a:lnTo>
                <a:lnTo>
                  <a:pt x="19" y="82"/>
                </a:lnTo>
                <a:lnTo>
                  <a:pt x="20" y="82"/>
                </a:lnTo>
                <a:lnTo>
                  <a:pt x="20" y="81"/>
                </a:lnTo>
                <a:lnTo>
                  <a:pt x="21" y="81"/>
                </a:lnTo>
                <a:lnTo>
                  <a:pt x="21" y="80"/>
                </a:lnTo>
                <a:lnTo>
                  <a:pt x="21" y="79"/>
                </a:lnTo>
                <a:lnTo>
                  <a:pt x="21" y="78"/>
                </a:lnTo>
                <a:lnTo>
                  <a:pt x="22" y="78"/>
                </a:lnTo>
                <a:lnTo>
                  <a:pt x="22" y="79"/>
                </a:lnTo>
                <a:lnTo>
                  <a:pt x="23" y="80"/>
                </a:lnTo>
                <a:lnTo>
                  <a:pt x="24" y="80"/>
                </a:lnTo>
                <a:lnTo>
                  <a:pt x="23" y="80"/>
                </a:lnTo>
                <a:lnTo>
                  <a:pt x="24" y="80"/>
                </a:lnTo>
                <a:lnTo>
                  <a:pt x="24" y="79"/>
                </a:lnTo>
                <a:lnTo>
                  <a:pt x="25" y="78"/>
                </a:lnTo>
                <a:lnTo>
                  <a:pt x="25" y="79"/>
                </a:lnTo>
                <a:lnTo>
                  <a:pt x="26" y="79"/>
                </a:lnTo>
                <a:lnTo>
                  <a:pt x="27" y="79"/>
                </a:lnTo>
                <a:lnTo>
                  <a:pt x="28" y="80"/>
                </a:lnTo>
                <a:lnTo>
                  <a:pt x="28" y="79"/>
                </a:lnTo>
                <a:lnTo>
                  <a:pt x="29" y="79"/>
                </a:lnTo>
                <a:lnTo>
                  <a:pt x="29" y="78"/>
                </a:lnTo>
                <a:lnTo>
                  <a:pt x="28" y="77"/>
                </a:lnTo>
                <a:lnTo>
                  <a:pt x="28" y="76"/>
                </a:lnTo>
                <a:lnTo>
                  <a:pt x="27" y="76"/>
                </a:lnTo>
                <a:lnTo>
                  <a:pt x="27" y="75"/>
                </a:lnTo>
                <a:lnTo>
                  <a:pt x="26" y="75"/>
                </a:lnTo>
                <a:lnTo>
                  <a:pt x="26" y="76"/>
                </a:lnTo>
                <a:lnTo>
                  <a:pt x="25" y="76"/>
                </a:lnTo>
                <a:lnTo>
                  <a:pt x="25" y="75"/>
                </a:lnTo>
                <a:lnTo>
                  <a:pt x="25" y="74"/>
                </a:lnTo>
                <a:lnTo>
                  <a:pt x="25" y="73"/>
                </a:lnTo>
                <a:lnTo>
                  <a:pt x="25" y="72"/>
                </a:lnTo>
                <a:lnTo>
                  <a:pt x="25" y="71"/>
                </a:lnTo>
                <a:lnTo>
                  <a:pt x="24" y="71"/>
                </a:lnTo>
                <a:lnTo>
                  <a:pt x="23" y="71"/>
                </a:lnTo>
                <a:lnTo>
                  <a:pt x="23" y="70"/>
                </a:lnTo>
                <a:lnTo>
                  <a:pt x="22" y="70"/>
                </a:lnTo>
                <a:lnTo>
                  <a:pt x="22" y="69"/>
                </a:lnTo>
                <a:lnTo>
                  <a:pt x="22" y="68"/>
                </a:lnTo>
                <a:lnTo>
                  <a:pt x="23" y="68"/>
                </a:lnTo>
                <a:lnTo>
                  <a:pt x="22" y="68"/>
                </a:lnTo>
                <a:lnTo>
                  <a:pt x="22" y="67"/>
                </a:lnTo>
                <a:lnTo>
                  <a:pt x="23" y="67"/>
                </a:lnTo>
                <a:lnTo>
                  <a:pt x="25" y="66"/>
                </a:lnTo>
                <a:lnTo>
                  <a:pt x="26" y="65"/>
                </a:lnTo>
                <a:lnTo>
                  <a:pt x="25" y="65"/>
                </a:lnTo>
                <a:lnTo>
                  <a:pt x="25" y="64"/>
                </a:lnTo>
                <a:lnTo>
                  <a:pt x="25" y="63"/>
                </a:lnTo>
                <a:lnTo>
                  <a:pt x="26" y="62"/>
                </a:lnTo>
                <a:lnTo>
                  <a:pt x="25" y="61"/>
                </a:lnTo>
                <a:lnTo>
                  <a:pt x="25" y="60"/>
                </a:lnTo>
                <a:lnTo>
                  <a:pt x="26" y="60"/>
                </a:lnTo>
                <a:lnTo>
                  <a:pt x="27" y="60"/>
                </a:lnTo>
                <a:lnTo>
                  <a:pt x="26" y="59"/>
                </a:lnTo>
                <a:lnTo>
                  <a:pt x="25" y="59"/>
                </a:lnTo>
                <a:lnTo>
                  <a:pt x="24" y="59"/>
                </a:lnTo>
                <a:lnTo>
                  <a:pt x="24" y="58"/>
                </a:lnTo>
                <a:lnTo>
                  <a:pt x="26" y="57"/>
                </a:lnTo>
                <a:lnTo>
                  <a:pt x="26" y="56"/>
                </a:lnTo>
                <a:lnTo>
                  <a:pt x="26" y="57"/>
                </a:lnTo>
                <a:lnTo>
                  <a:pt x="27" y="57"/>
                </a:lnTo>
                <a:lnTo>
                  <a:pt x="27" y="56"/>
                </a:lnTo>
                <a:lnTo>
                  <a:pt x="28" y="56"/>
                </a:lnTo>
                <a:lnTo>
                  <a:pt x="28" y="55"/>
                </a:lnTo>
                <a:lnTo>
                  <a:pt x="29" y="54"/>
                </a:lnTo>
                <a:lnTo>
                  <a:pt x="30" y="53"/>
                </a:lnTo>
                <a:lnTo>
                  <a:pt x="30" y="52"/>
                </a:lnTo>
                <a:lnTo>
                  <a:pt x="31" y="52"/>
                </a:lnTo>
                <a:lnTo>
                  <a:pt x="32" y="52"/>
                </a:lnTo>
                <a:lnTo>
                  <a:pt x="32" y="51"/>
                </a:lnTo>
                <a:lnTo>
                  <a:pt x="33" y="51"/>
                </a:lnTo>
                <a:lnTo>
                  <a:pt x="33" y="50"/>
                </a:lnTo>
                <a:lnTo>
                  <a:pt x="34" y="50"/>
                </a:lnTo>
                <a:lnTo>
                  <a:pt x="34" y="51"/>
                </a:lnTo>
                <a:lnTo>
                  <a:pt x="34" y="52"/>
                </a:lnTo>
                <a:lnTo>
                  <a:pt x="36" y="51"/>
                </a:lnTo>
                <a:lnTo>
                  <a:pt x="36" y="50"/>
                </a:lnTo>
                <a:lnTo>
                  <a:pt x="37" y="50"/>
                </a:lnTo>
                <a:lnTo>
                  <a:pt x="38" y="49"/>
                </a:lnTo>
                <a:lnTo>
                  <a:pt x="39" y="49"/>
                </a:lnTo>
                <a:lnTo>
                  <a:pt x="40" y="49"/>
                </a:lnTo>
                <a:lnTo>
                  <a:pt x="40" y="48"/>
                </a:lnTo>
                <a:lnTo>
                  <a:pt x="40" y="47"/>
                </a:lnTo>
                <a:lnTo>
                  <a:pt x="41" y="47"/>
                </a:lnTo>
                <a:lnTo>
                  <a:pt x="41" y="48"/>
                </a:lnTo>
                <a:lnTo>
                  <a:pt x="41" y="47"/>
                </a:lnTo>
                <a:lnTo>
                  <a:pt x="42" y="47"/>
                </a:lnTo>
                <a:lnTo>
                  <a:pt x="43" y="47"/>
                </a:lnTo>
                <a:lnTo>
                  <a:pt x="44" y="45"/>
                </a:lnTo>
                <a:lnTo>
                  <a:pt x="46" y="43"/>
                </a:lnTo>
                <a:lnTo>
                  <a:pt x="46" y="42"/>
                </a:lnTo>
                <a:lnTo>
                  <a:pt x="47" y="41"/>
                </a:lnTo>
                <a:lnTo>
                  <a:pt x="48" y="40"/>
                </a:lnTo>
                <a:lnTo>
                  <a:pt x="47" y="40"/>
                </a:lnTo>
                <a:lnTo>
                  <a:pt x="43" y="38"/>
                </a:lnTo>
                <a:lnTo>
                  <a:pt x="42" y="38"/>
                </a:lnTo>
                <a:lnTo>
                  <a:pt x="41" y="37"/>
                </a:lnTo>
                <a:lnTo>
                  <a:pt x="40" y="36"/>
                </a:lnTo>
                <a:lnTo>
                  <a:pt x="39" y="36"/>
                </a:lnTo>
                <a:lnTo>
                  <a:pt x="39" y="35"/>
                </a:lnTo>
                <a:lnTo>
                  <a:pt x="37" y="34"/>
                </a:lnTo>
                <a:lnTo>
                  <a:pt x="37" y="33"/>
                </a:lnTo>
                <a:lnTo>
                  <a:pt x="36" y="33"/>
                </a:lnTo>
                <a:lnTo>
                  <a:pt x="36" y="32"/>
                </a:lnTo>
                <a:lnTo>
                  <a:pt x="35" y="32"/>
                </a:lnTo>
                <a:lnTo>
                  <a:pt x="32" y="29"/>
                </a:lnTo>
                <a:lnTo>
                  <a:pt x="31" y="29"/>
                </a:lnTo>
                <a:lnTo>
                  <a:pt x="30" y="28"/>
                </a:lnTo>
                <a:lnTo>
                  <a:pt x="29" y="27"/>
                </a:lnTo>
                <a:lnTo>
                  <a:pt x="28" y="27"/>
                </a:lnTo>
                <a:lnTo>
                  <a:pt x="27" y="26"/>
                </a:lnTo>
                <a:lnTo>
                  <a:pt x="26" y="26"/>
                </a:lnTo>
                <a:lnTo>
                  <a:pt x="25" y="25"/>
                </a:lnTo>
                <a:lnTo>
                  <a:pt x="23" y="24"/>
                </a:lnTo>
                <a:lnTo>
                  <a:pt x="22" y="23"/>
                </a:lnTo>
                <a:lnTo>
                  <a:pt x="21" y="23"/>
                </a:lnTo>
                <a:lnTo>
                  <a:pt x="18" y="21"/>
                </a:lnTo>
                <a:lnTo>
                  <a:pt x="17" y="21"/>
                </a:lnTo>
                <a:lnTo>
                  <a:pt x="16" y="20"/>
                </a:lnTo>
                <a:lnTo>
                  <a:pt x="15" y="19"/>
                </a:lnTo>
                <a:lnTo>
                  <a:pt x="14" y="19"/>
                </a:lnTo>
                <a:lnTo>
                  <a:pt x="14" y="18"/>
                </a:lnTo>
                <a:lnTo>
                  <a:pt x="13" y="18"/>
                </a:lnTo>
                <a:lnTo>
                  <a:pt x="13" y="17"/>
                </a:lnTo>
                <a:lnTo>
                  <a:pt x="14" y="17"/>
                </a:lnTo>
                <a:lnTo>
                  <a:pt x="16" y="14"/>
                </a:lnTo>
                <a:lnTo>
                  <a:pt x="17" y="13"/>
                </a:lnTo>
                <a:lnTo>
                  <a:pt x="18" y="12"/>
                </a:lnTo>
                <a:lnTo>
                  <a:pt x="19" y="11"/>
                </a:lnTo>
                <a:lnTo>
                  <a:pt x="19" y="10"/>
                </a:lnTo>
                <a:lnTo>
                  <a:pt x="20" y="9"/>
                </a:lnTo>
                <a:lnTo>
                  <a:pt x="21" y="8"/>
                </a:lnTo>
                <a:lnTo>
                  <a:pt x="22" y="7"/>
                </a:lnTo>
                <a:lnTo>
                  <a:pt x="23" y="6"/>
                </a:lnTo>
                <a:lnTo>
                  <a:pt x="24" y="5"/>
                </a:lnTo>
                <a:lnTo>
                  <a:pt x="26" y="3"/>
                </a:lnTo>
                <a:lnTo>
                  <a:pt x="27" y="3"/>
                </a:lnTo>
                <a:lnTo>
                  <a:pt x="30" y="1"/>
                </a:lnTo>
                <a:lnTo>
                  <a:pt x="31" y="0"/>
                </a:lnTo>
                <a:lnTo>
                  <a:pt x="32" y="0"/>
                </a:lnTo>
                <a:lnTo>
                  <a:pt x="33" y="0"/>
                </a:lnTo>
                <a:lnTo>
                  <a:pt x="35" y="1"/>
                </a:lnTo>
                <a:lnTo>
                  <a:pt x="36" y="1"/>
                </a:lnTo>
                <a:lnTo>
                  <a:pt x="38" y="1"/>
                </a:lnTo>
                <a:lnTo>
                  <a:pt x="40" y="2"/>
                </a:lnTo>
                <a:lnTo>
                  <a:pt x="42" y="4"/>
                </a:lnTo>
                <a:lnTo>
                  <a:pt x="42" y="5"/>
                </a:lnTo>
                <a:lnTo>
                  <a:pt x="43" y="5"/>
                </a:lnTo>
                <a:lnTo>
                  <a:pt x="44" y="6"/>
                </a:lnTo>
                <a:lnTo>
                  <a:pt x="45" y="6"/>
                </a:lnTo>
                <a:lnTo>
                  <a:pt x="45" y="7"/>
                </a:lnTo>
                <a:lnTo>
                  <a:pt x="46" y="8"/>
                </a:lnTo>
                <a:lnTo>
                  <a:pt x="45" y="8"/>
                </a:lnTo>
                <a:lnTo>
                  <a:pt x="45" y="9"/>
                </a:lnTo>
                <a:lnTo>
                  <a:pt x="46" y="9"/>
                </a:lnTo>
                <a:lnTo>
                  <a:pt x="47" y="10"/>
                </a:lnTo>
                <a:lnTo>
                  <a:pt x="48" y="11"/>
                </a:lnTo>
                <a:lnTo>
                  <a:pt x="49" y="11"/>
                </a:lnTo>
                <a:lnTo>
                  <a:pt x="50" y="11"/>
                </a:lnTo>
                <a:lnTo>
                  <a:pt x="50" y="12"/>
                </a:lnTo>
                <a:lnTo>
                  <a:pt x="51" y="12"/>
                </a:lnTo>
                <a:close/>
              </a:path>
            </a:pathLst>
          </a:custGeom>
          <a:solidFill>
            <a:srgbClr val="F2EBE6"/>
          </a:solidFill>
          <a:ln w="2520">
            <a:solidFill>
              <a:srgbClr val="FFFFFF"/>
            </a:solidFill>
            <a:round/>
          </a:ln>
        </p:spPr>
        <p:txBody>
          <a:bodyPr lIns="1080" tIns="1080" rIns="1080" bIns="108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04" name=""/>
          <p:cNvSpPr/>
          <p:nvPr/>
        </p:nvSpPr>
        <p:spPr>
          <a:xfrm>
            <a:off x="4691160" y="961200"/>
            <a:ext cx="140760" cy="299160"/>
          </a:xfrm>
          <a:custGeom>
            <a:avLst/>
            <a:gdLst/>
            <a:ahLst/>
            <a:rect l="0" t="0" r="r" b="b"/>
            <a:pathLst>
              <a:path w="391" h="831">
                <a:moveTo>
                  <a:pt x="336" y="2"/>
                </a:moveTo>
                <a:lnTo>
                  <a:pt x="336" y="3"/>
                </a:lnTo>
                <a:lnTo>
                  <a:pt x="337" y="4"/>
                </a:lnTo>
                <a:lnTo>
                  <a:pt x="338" y="5"/>
                </a:lnTo>
                <a:lnTo>
                  <a:pt x="338" y="6"/>
                </a:lnTo>
                <a:lnTo>
                  <a:pt x="339" y="6"/>
                </a:lnTo>
                <a:lnTo>
                  <a:pt x="339" y="7"/>
                </a:lnTo>
                <a:lnTo>
                  <a:pt x="339" y="8"/>
                </a:lnTo>
                <a:lnTo>
                  <a:pt x="340" y="9"/>
                </a:lnTo>
                <a:lnTo>
                  <a:pt x="341" y="11"/>
                </a:lnTo>
                <a:lnTo>
                  <a:pt x="342" y="13"/>
                </a:lnTo>
                <a:lnTo>
                  <a:pt x="343" y="13"/>
                </a:lnTo>
                <a:lnTo>
                  <a:pt x="343" y="14"/>
                </a:lnTo>
                <a:lnTo>
                  <a:pt x="344" y="14"/>
                </a:lnTo>
                <a:lnTo>
                  <a:pt x="343" y="15"/>
                </a:lnTo>
                <a:lnTo>
                  <a:pt x="343" y="16"/>
                </a:lnTo>
                <a:lnTo>
                  <a:pt x="344" y="16"/>
                </a:lnTo>
                <a:lnTo>
                  <a:pt x="344" y="17"/>
                </a:lnTo>
                <a:lnTo>
                  <a:pt x="345" y="17"/>
                </a:lnTo>
                <a:lnTo>
                  <a:pt x="346" y="17"/>
                </a:lnTo>
                <a:lnTo>
                  <a:pt x="346" y="18"/>
                </a:lnTo>
                <a:lnTo>
                  <a:pt x="348" y="18"/>
                </a:lnTo>
                <a:lnTo>
                  <a:pt x="348" y="17"/>
                </a:lnTo>
                <a:lnTo>
                  <a:pt x="349" y="17"/>
                </a:lnTo>
                <a:lnTo>
                  <a:pt x="349" y="18"/>
                </a:lnTo>
                <a:lnTo>
                  <a:pt x="350" y="18"/>
                </a:lnTo>
                <a:lnTo>
                  <a:pt x="351" y="19"/>
                </a:lnTo>
                <a:lnTo>
                  <a:pt x="351" y="20"/>
                </a:lnTo>
                <a:lnTo>
                  <a:pt x="351" y="21"/>
                </a:lnTo>
                <a:lnTo>
                  <a:pt x="350" y="21"/>
                </a:lnTo>
                <a:lnTo>
                  <a:pt x="350" y="22"/>
                </a:lnTo>
                <a:lnTo>
                  <a:pt x="350" y="24"/>
                </a:lnTo>
                <a:lnTo>
                  <a:pt x="351" y="25"/>
                </a:lnTo>
                <a:lnTo>
                  <a:pt x="352" y="25"/>
                </a:lnTo>
                <a:lnTo>
                  <a:pt x="353" y="26"/>
                </a:lnTo>
                <a:lnTo>
                  <a:pt x="352" y="27"/>
                </a:lnTo>
                <a:lnTo>
                  <a:pt x="352" y="28"/>
                </a:lnTo>
                <a:lnTo>
                  <a:pt x="352" y="30"/>
                </a:lnTo>
                <a:lnTo>
                  <a:pt x="352" y="32"/>
                </a:lnTo>
                <a:lnTo>
                  <a:pt x="351" y="32"/>
                </a:lnTo>
                <a:lnTo>
                  <a:pt x="351" y="33"/>
                </a:lnTo>
                <a:lnTo>
                  <a:pt x="351" y="34"/>
                </a:lnTo>
                <a:lnTo>
                  <a:pt x="351" y="35"/>
                </a:lnTo>
                <a:lnTo>
                  <a:pt x="351" y="36"/>
                </a:lnTo>
                <a:lnTo>
                  <a:pt x="351" y="37"/>
                </a:lnTo>
                <a:lnTo>
                  <a:pt x="352" y="37"/>
                </a:lnTo>
                <a:lnTo>
                  <a:pt x="353" y="37"/>
                </a:lnTo>
                <a:lnTo>
                  <a:pt x="353" y="38"/>
                </a:lnTo>
                <a:lnTo>
                  <a:pt x="354" y="38"/>
                </a:lnTo>
                <a:lnTo>
                  <a:pt x="354" y="39"/>
                </a:lnTo>
                <a:lnTo>
                  <a:pt x="353" y="40"/>
                </a:lnTo>
                <a:lnTo>
                  <a:pt x="353" y="41"/>
                </a:lnTo>
                <a:lnTo>
                  <a:pt x="354" y="42"/>
                </a:lnTo>
                <a:lnTo>
                  <a:pt x="354" y="43"/>
                </a:lnTo>
                <a:lnTo>
                  <a:pt x="354" y="44"/>
                </a:lnTo>
                <a:lnTo>
                  <a:pt x="355" y="45"/>
                </a:lnTo>
                <a:lnTo>
                  <a:pt x="355" y="46"/>
                </a:lnTo>
                <a:lnTo>
                  <a:pt x="355" y="47"/>
                </a:lnTo>
                <a:lnTo>
                  <a:pt x="355" y="48"/>
                </a:lnTo>
                <a:lnTo>
                  <a:pt x="356" y="48"/>
                </a:lnTo>
                <a:lnTo>
                  <a:pt x="356" y="49"/>
                </a:lnTo>
                <a:lnTo>
                  <a:pt x="356" y="48"/>
                </a:lnTo>
                <a:lnTo>
                  <a:pt x="357" y="48"/>
                </a:lnTo>
                <a:lnTo>
                  <a:pt x="359" y="48"/>
                </a:lnTo>
                <a:lnTo>
                  <a:pt x="360" y="48"/>
                </a:lnTo>
                <a:lnTo>
                  <a:pt x="361" y="48"/>
                </a:lnTo>
                <a:lnTo>
                  <a:pt x="362" y="48"/>
                </a:lnTo>
                <a:lnTo>
                  <a:pt x="363" y="48"/>
                </a:lnTo>
                <a:lnTo>
                  <a:pt x="363" y="49"/>
                </a:lnTo>
                <a:lnTo>
                  <a:pt x="364" y="49"/>
                </a:lnTo>
                <a:lnTo>
                  <a:pt x="365" y="50"/>
                </a:lnTo>
                <a:lnTo>
                  <a:pt x="365" y="49"/>
                </a:lnTo>
                <a:lnTo>
                  <a:pt x="365" y="48"/>
                </a:lnTo>
                <a:lnTo>
                  <a:pt x="366" y="48"/>
                </a:lnTo>
                <a:lnTo>
                  <a:pt x="367" y="47"/>
                </a:lnTo>
                <a:lnTo>
                  <a:pt x="368" y="47"/>
                </a:lnTo>
                <a:lnTo>
                  <a:pt x="369" y="47"/>
                </a:lnTo>
                <a:lnTo>
                  <a:pt x="370" y="46"/>
                </a:lnTo>
                <a:lnTo>
                  <a:pt x="371" y="47"/>
                </a:lnTo>
                <a:lnTo>
                  <a:pt x="371" y="48"/>
                </a:lnTo>
                <a:lnTo>
                  <a:pt x="372" y="49"/>
                </a:lnTo>
                <a:lnTo>
                  <a:pt x="372" y="50"/>
                </a:lnTo>
                <a:lnTo>
                  <a:pt x="373" y="50"/>
                </a:lnTo>
                <a:lnTo>
                  <a:pt x="374" y="49"/>
                </a:lnTo>
                <a:lnTo>
                  <a:pt x="375" y="48"/>
                </a:lnTo>
                <a:lnTo>
                  <a:pt x="376" y="48"/>
                </a:lnTo>
                <a:lnTo>
                  <a:pt x="377" y="48"/>
                </a:lnTo>
                <a:lnTo>
                  <a:pt x="377" y="49"/>
                </a:lnTo>
                <a:lnTo>
                  <a:pt x="378" y="49"/>
                </a:lnTo>
                <a:lnTo>
                  <a:pt x="378" y="50"/>
                </a:lnTo>
                <a:lnTo>
                  <a:pt x="378" y="51"/>
                </a:lnTo>
                <a:lnTo>
                  <a:pt x="377" y="51"/>
                </a:lnTo>
                <a:lnTo>
                  <a:pt x="377" y="52"/>
                </a:lnTo>
                <a:lnTo>
                  <a:pt x="377" y="53"/>
                </a:lnTo>
                <a:lnTo>
                  <a:pt x="377" y="54"/>
                </a:lnTo>
                <a:lnTo>
                  <a:pt x="377" y="55"/>
                </a:lnTo>
                <a:lnTo>
                  <a:pt x="375" y="56"/>
                </a:lnTo>
                <a:lnTo>
                  <a:pt x="375" y="57"/>
                </a:lnTo>
                <a:lnTo>
                  <a:pt x="375" y="58"/>
                </a:lnTo>
                <a:lnTo>
                  <a:pt x="375" y="59"/>
                </a:lnTo>
                <a:lnTo>
                  <a:pt x="374" y="60"/>
                </a:lnTo>
                <a:lnTo>
                  <a:pt x="372" y="60"/>
                </a:lnTo>
                <a:lnTo>
                  <a:pt x="371" y="61"/>
                </a:lnTo>
                <a:lnTo>
                  <a:pt x="370" y="62"/>
                </a:lnTo>
                <a:lnTo>
                  <a:pt x="368" y="63"/>
                </a:lnTo>
                <a:lnTo>
                  <a:pt x="367" y="63"/>
                </a:lnTo>
                <a:lnTo>
                  <a:pt x="365" y="64"/>
                </a:lnTo>
                <a:lnTo>
                  <a:pt x="364" y="64"/>
                </a:lnTo>
                <a:lnTo>
                  <a:pt x="364" y="63"/>
                </a:lnTo>
                <a:lnTo>
                  <a:pt x="363" y="63"/>
                </a:lnTo>
                <a:lnTo>
                  <a:pt x="362" y="63"/>
                </a:lnTo>
                <a:lnTo>
                  <a:pt x="361" y="64"/>
                </a:lnTo>
                <a:lnTo>
                  <a:pt x="360" y="64"/>
                </a:lnTo>
                <a:lnTo>
                  <a:pt x="360" y="65"/>
                </a:lnTo>
                <a:lnTo>
                  <a:pt x="359" y="65"/>
                </a:lnTo>
                <a:lnTo>
                  <a:pt x="358" y="65"/>
                </a:lnTo>
                <a:lnTo>
                  <a:pt x="358" y="66"/>
                </a:lnTo>
                <a:lnTo>
                  <a:pt x="357" y="66"/>
                </a:lnTo>
                <a:lnTo>
                  <a:pt x="356" y="66"/>
                </a:lnTo>
                <a:lnTo>
                  <a:pt x="355" y="66"/>
                </a:lnTo>
                <a:lnTo>
                  <a:pt x="355" y="67"/>
                </a:lnTo>
                <a:lnTo>
                  <a:pt x="354" y="67"/>
                </a:lnTo>
                <a:lnTo>
                  <a:pt x="353" y="66"/>
                </a:lnTo>
                <a:lnTo>
                  <a:pt x="354" y="66"/>
                </a:lnTo>
                <a:lnTo>
                  <a:pt x="353" y="66"/>
                </a:lnTo>
                <a:lnTo>
                  <a:pt x="352" y="67"/>
                </a:lnTo>
                <a:lnTo>
                  <a:pt x="351" y="68"/>
                </a:lnTo>
                <a:lnTo>
                  <a:pt x="351" y="69"/>
                </a:lnTo>
                <a:lnTo>
                  <a:pt x="350" y="69"/>
                </a:lnTo>
                <a:lnTo>
                  <a:pt x="351" y="70"/>
                </a:lnTo>
                <a:lnTo>
                  <a:pt x="351" y="71"/>
                </a:lnTo>
                <a:lnTo>
                  <a:pt x="350" y="71"/>
                </a:lnTo>
                <a:lnTo>
                  <a:pt x="349" y="71"/>
                </a:lnTo>
                <a:lnTo>
                  <a:pt x="349" y="72"/>
                </a:lnTo>
                <a:lnTo>
                  <a:pt x="348" y="72"/>
                </a:lnTo>
                <a:lnTo>
                  <a:pt x="347" y="72"/>
                </a:lnTo>
                <a:lnTo>
                  <a:pt x="346" y="72"/>
                </a:lnTo>
                <a:lnTo>
                  <a:pt x="345" y="72"/>
                </a:lnTo>
                <a:lnTo>
                  <a:pt x="344" y="73"/>
                </a:lnTo>
                <a:lnTo>
                  <a:pt x="344" y="74"/>
                </a:lnTo>
                <a:lnTo>
                  <a:pt x="343" y="74"/>
                </a:lnTo>
                <a:lnTo>
                  <a:pt x="342" y="75"/>
                </a:lnTo>
                <a:lnTo>
                  <a:pt x="341" y="75"/>
                </a:lnTo>
                <a:lnTo>
                  <a:pt x="340" y="74"/>
                </a:lnTo>
                <a:lnTo>
                  <a:pt x="340" y="73"/>
                </a:lnTo>
                <a:lnTo>
                  <a:pt x="339" y="72"/>
                </a:lnTo>
                <a:lnTo>
                  <a:pt x="338" y="72"/>
                </a:lnTo>
                <a:lnTo>
                  <a:pt x="338" y="73"/>
                </a:lnTo>
                <a:lnTo>
                  <a:pt x="337" y="73"/>
                </a:lnTo>
                <a:lnTo>
                  <a:pt x="337" y="74"/>
                </a:lnTo>
                <a:lnTo>
                  <a:pt x="336" y="74"/>
                </a:lnTo>
                <a:lnTo>
                  <a:pt x="335" y="74"/>
                </a:lnTo>
                <a:lnTo>
                  <a:pt x="335" y="75"/>
                </a:lnTo>
                <a:lnTo>
                  <a:pt x="336" y="76"/>
                </a:lnTo>
                <a:lnTo>
                  <a:pt x="336" y="78"/>
                </a:lnTo>
                <a:lnTo>
                  <a:pt x="336" y="79"/>
                </a:lnTo>
                <a:lnTo>
                  <a:pt x="337" y="79"/>
                </a:lnTo>
                <a:lnTo>
                  <a:pt x="337" y="80"/>
                </a:lnTo>
                <a:lnTo>
                  <a:pt x="337" y="81"/>
                </a:lnTo>
                <a:lnTo>
                  <a:pt x="337" y="82"/>
                </a:lnTo>
                <a:lnTo>
                  <a:pt x="338" y="82"/>
                </a:lnTo>
                <a:lnTo>
                  <a:pt x="338" y="83"/>
                </a:lnTo>
                <a:lnTo>
                  <a:pt x="339" y="83"/>
                </a:lnTo>
                <a:lnTo>
                  <a:pt x="339" y="84"/>
                </a:lnTo>
                <a:lnTo>
                  <a:pt x="339" y="85"/>
                </a:lnTo>
                <a:lnTo>
                  <a:pt x="339" y="86"/>
                </a:lnTo>
                <a:lnTo>
                  <a:pt x="338" y="86"/>
                </a:lnTo>
                <a:lnTo>
                  <a:pt x="338" y="87"/>
                </a:lnTo>
                <a:lnTo>
                  <a:pt x="338" y="88"/>
                </a:lnTo>
                <a:lnTo>
                  <a:pt x="338" y="89"/>
                </a:lnTo>
                <a:lnTo>
                  <a:pt x="337" y="89"/>
                </a:lnTo>
                <a:lnTo>
                  <a:pt x="336" y="89"/>
                </a:lnTo>
                <a:lnTo>
                  <a:pt x="335" y="89"/>
                </a:lnTo>
                <a:lnTo>
                  <a:pt x="335" y="90"/>
                </a:lnTo>
                <a:lnTo>
                  <a:pt x="335" y="91"/>
                </a:lnTo>
                <a:lnTo>
                  <a:pt x="334" y="91"/>
                </a:lnTo>
                <a:lnTo>
                  <a:pt x="333" y="90"/>
                </a:lnTo>
                <a:lnTo>
                  <a:pt x="333" y="89"/>
                </a:lnTo>
                <a:lnTo>
                  <a:pt x="333" y="88"/>
                </a:lnTo>
                <a:lnTo>
                  <a:pt x="332" y="87"/>
                </a:lnTo>
                <a:lnTo>
                  <a:pt x="332" y="86"/>
                </a:lnTo>
                <a:lnTo>
                  <a:pt x="331" y="86"/>
                </a:lnTo>
                <a:lnTo>
                  <a:pt x="331" y="85"/>
                </a:lnTo>
                <a:lnTo>
                  <a:pt x="330" y="85"/>
                </a:lnTo>
                <a:lnTo>
                  <a:pt x="329" y="84"/>
                </a:lnTo>
                <a:lnTo>
                  <a:pt x="327" y="84"/>
                </a:lnTo>
                <a:lnTo>
                  <a:pt x="327" y="85"/>
                </a:lnTo>
                <a:lnTo>
                  <a:pt x="327" y="86"/>
                </a:lnTo>
                <a:lnTo>
                  <a:pt x="327" y="87"/>
                </a:lnTo>
                <a:lnTo>
                  <a:pt x="328" y="89"/>
                </a:lnTo>
                <a:lnTo>
                  <a:pt x="328" y="90"/>
                </a:lnTo>
                <a:lnTo>
                  <a:pt x="328" y="91"/>
                </a:lnTo>
                <a:lnTo>
                  <a:pt x="327" y="92"/>
                </a:lnTo>
                <a:lnTo>
                  <a:pt x="327" y="93"/>
                </a:lnTo>
                <a:lnTo>
                  <a:pt x="326" y="94"/>
                </a:lnTo>
                <a:lnTo>
                  <a:pt x="326" y="95"/>
                </a:lnTo>
                <a:lnTo>
                  <a:pt x="324" y="96"/>
                </a:lnTo>
                <a:lnTo>
                  <a:pt x="323" y="96"/>
                </a:lnTo>
                <a:lnTo>
                  <a:pt x="322" y="96"/>
                </a:lnTo>
                <a:lnTo>
                  <a:pt x="322" y="97"/>
                </a:lnTo>
                <a:lnTo>
                  <a:pt x="322" y="98"/>
                </a:lnTo>
                <a:lnTo>
                  <a:pt x="322" y="99"/>
                </a:lnTo>
                <a:lnTo>
                  <a:pt x="323" y="99"/>
                </a:lnTo>
                <a:lnTo>
                  <a:pt x="324" y="98"/>
                </a:lnTo>
                <a:lnTo>
                  <a:pt x="325" y="98"/>
                </a:lnTo>
                <a:lnTo>
                  <a:pt x="325" y="99"/>
                </a:lnTo>
                <a:lnTo>
                  <a:pt x="326" y="99"/>
                </a:lnTo>
                <a:lnTo>
                  <a:pt x="327" y="99"/>
                </a:lnTo>
                <a:lnTo>
                  <a:pt x="330" y="99"/>
                </a:lnTo>
                <a:lnTo>
                  <a:pt x="331" y="100"/>
                </a:lnTo>
                <a:lnTo>
                  <a:pt x="332" y="100"/>
                </a:lnTo>
                <a:lnTo>
                  <a:pt x="333" y="100"/>
                </a:lnTo>
                <a:lnTo>
                  <a:pt x="334" y="101"/>
                </a:lnTo>
                <a:lnTo>
                  <a:pt x="333" y="102"/>
                </a:lnTo>
                <a:lnTo>
                  <a:pt x="333" y="103"/>
                </a:lnTo>
                <a:lnTo>
                  <a:pt x="334" y="103"/>
                </a:lnTo>
                <a:lnTo>
                  <a:pt x="334" y="104"/>
                </a:lnTo>
                <a:lnTo>
                  <a:pt x="334" y="105"/>
                </a:lnTo>
                <a:lnTo>
                  <a:pt x="335" y="105"/>
                </a:lnTo>
                <a:lnTo>
                  <a:pt x="335" y="106"/>
                </a:lnTo>
                <a:lnTo>
                  <a:pt x="335" y="107"/>
                </a:lnTo>
                <a:lnTo>
                  <a:pt x="336" y="108"/>
                </a:lnTo>
                <a:lnTo>
                  <a:pt x="336" y="109"/>
                </a:lnTo>
                <a:lnTo>
                  <a:pt x="337" y="108"/>
                </a:lnTo>
                <a:lnTo>
                  <a:pt x="338" y="108"/>
                </a:lnTo>
                <a:lnTo>
                  <a:pt x="339" y="108"/>
                </a:lnTo>
                <a:lnTo>
                  <a:pt x="339" y="109"/>
                </a:lnTo>
                <a:lnTo>
                  <a:pt x="340" y="109"/>
                </a:lnTo>
                <a:lnTo>
                  <a:pt x="340" y="110"/>
                </a:lnTo>
                <a:lnTo>
                  <a:pt x="341" y="110"/>
                </a:lnTo>
                <a:lnTo>
                  <a:pt x="341" y="109"/>
                </a:lnTo>
                <a:lnTo>
                  <a:pt x="342" y="109"/>
                </a:lnTo>
                <a:lnTo>
                  <a:pt x="343" y="109"/>
                </a:lnTo>
                <a:lnTo>
                  <a:pt x="343" y="110"/>
                </a:lnTo>
                <a:lnTo>
                  <a:pt x="344" y="110"/>
                </a:lnTo>
                <a:lnTo>
                  <a:pt x="345" y="110"/>
                </a:lnTo>
                <a:lnTo>
                  <a:pt x="346" y="111"/>
                </a:lnTo>
                <a:lnTo>
                  <a:pt x="347" y="111"/>
                </a:lnTo>
                <a:lnTo>
                  <a:pt x="347" y="110"/>
                </a:lnTo>
                <a:lnTo>
                  <a:pt x="348" y="110"/>
                </a:lnTo>
                <a:lnTo>
                  <a:pt x="349" y="110"/>
                </a:lnTo>
                <a:lnTo>
                  <a:pt x="350" y="110"/>
                </a:lnTo>
                <a:lnTo>
                  <a:pt x="350" y="109"/>
                </a:lnTo>
                <a:lnTo>
                  <a:pt x="351" y="109"/>
                </a:lnTo>
                <a:lnTo>
                  <a:pt x="351" y="108"/>
                </a:lnTo>
                <a:lnTo>
                  <a:pt x="352" y="108"/>
                </a:lnTo>
                <a:lnTo>
                  <a:pt x="352" y="107"/>
                </a:lnTo>
                <a:lnTo>
                  <a:pt x="352" y="108"/>
                </a:lnTo>
                <a:lnTo>
                  <a:pt x="352" y="107"/>
                </a:lnTo>
                <a:lnTo>
                  <a:pt x="353" y="108"/>
                </a:lnTo>
                <a:lnTo>
                  <a:pt x="354" y="109"/>
                </a:lnTo>
                <a:lnTo>
                  <a:pt x="354" y="110"/>
                </a:lnTo>
                <a:lnTo>
                  <a:pt x="353" y="111"/>
                </a:lnTo>
                <a:lnTo>
                  <a:pt x="352" y="111"/>
                </a:lnTo>
                <a:lnTo>
                  <a:pt x="352" y="112"/>
                </a:lnTo>
                <a:lnTo>
                  <a:pt x="351" y="112"/>
                </a:lnTo>
                <a:lnTo>
                  <a:pt x="351" y="113"/>
                </a:lnTo>
                <a:lnTo>
                  <a:pt x="352" y="114"/>
                </a:lnTo>
                <a:lnTo>
                  <a:pt x="353" y="115"/>
                </a:lnTo>
                <a:lnTo>
                  <a:pt x="354" y="115"/>
                </a:lnTo>
                <a:lnTo>
                  <a:pt x="354" y="116"/>
                </a:lnTo>
                <a:lnTo>
                  <a:pt x="354" y="115"/>
                </a:lnTo>
                <a:lnTo>
                  <a:pt x="355" y="115"/>
                </a:lnTo>
                <a:lnTo>
                  <a:pt x="356" y="115"/>
                </a:lnTo>
                <a:lnTo>
                  <a:pt x="356" y="114"/>
                </a:lnTo>
                <a:lnTo>
                  <a:pt x="357" y="114"/>
                </a:lnTo>
                <a:lnTo>
                  <a:pt x="358" y="114"/>
                </a:lnTo>
                <a:lnTo>
                  <a:pt x="358" y="113"/>
                </a:lnTo>
                <a:lnTo>
                  <a:pt x="359" y="113"/>
                </a:lnTo>
                <a:lnTo>
                  <a:pt x="359" y="112"/>
                </a:lnTo>
                <a:lnTo>
                  <a:pt x="359" y="113"/>
                </a:lnTo>
                <a:lnTo>
                  <a:pt x="360" y="113"/>
                </a:lnTo>
                <a:lnTo>
                  <a:pt x="360" y="115"/>
                </a:lnTo>
                <a:lnTo>
                  <a:pt x="360" y="114"/>
                </a:lnTo>
                <a:lnTo>
                  <a:pt x="361" y="114"/>
                </a:lnTo>
                <a:lnTo>
                  <a:pt x="362" y="114"/>
                </a:lnTo>
                <a:lnTo>
                  <a:pt x="363" y="114"/>
                </a:lnTo>
                <a:lnTo>
                  <a:pt x="363" y="113"/>
                </a:lnTo>
                <a:lnTo>
                  <a:pt x="364" y="113"/>
                </a:lnTo>
                <a:lnTo>
                  <a:pt x="365" y="114"/>
                </a:lnTo>
                <a:lnTo>
                  <a:pt x="366" y="113"/>
                </a:lnTo>
                <a:lnTo>
                  <a:pt x="367" y="113"/>
                </a:lnTo>
                <a:lnTo>
                  <a:pt x="368" y="113"/>
                </a:lnTo>
                <a:lnTo>
                  <a:pt x="369" y="112"/>
                </a:lnTo>
                <a:lnTo>
                  <a:pt x="370" y="112"/>
                </a:lnTo>
                <a:lnTo>
                  <a:pt x="370" y="113"/>
                </a:lnTo>
                <a:lnTo>
                  <a:pt x="370" y="112"/>
                </a:lnTo>
                <a:lnTo>
                  <a:pt x="371" y="113"/>
                </a:lnTo>
                <a:lnTo>
                  <a:pt x="371" y="114"/>
                </a:lnTo>
                <a:lnTo>
                  <a:pt x="371" y="115"/>
                </a:lnTo>
                <a:lnTo>
                  <a:pt x="371" y="116"/>
                </a:lnTo>
                <a:lnTo>
                  <a:pt x="372" y="117"/>
                </a:lnTo>
                <a:lnTo>
                  <a:pt x="372" y="118"/>
                </a:lnTo>
                <a:lnTo>
                  <a:pt x="371" y="118"/>
                </a:lnTo>
                <a:lnTo>
                  <a:pt x="371" y="119"/>
                </a:lnTo>
                <a:lnTo>
                  <a:pt x="371" y="120"/>
                </a:lnTo>
                <a:lnTo>
                  <a:pt x="371" y="121"/>
                </a:lnTo>
                <a:lnTo>
                  <a:pt x="372" y="122"/>
                </a:lnTo>
                <a:lnTo>
                  <a:pt x="373" y="122"/>
                </a:lnTo>
                <a:lnTo>
                  <a:pt x="373" y="123"/>
                </a:lnTo>
                <a:lnTo>
                  <a:pt x="374" y="124"/>
                </a:lnTo>
                <a:lnTo>
                  <a:pt x="374" y="125"/>
                </a:lnTo>
                <a:lnTo>
                  <a:pt x="373" y="125"/>
                </a:lnTo>
                <a:lnTo>
                  <a:pt x="373" y="126"/>
                </a:lnTo>
                <a:lnTo>
                  <a:pt x="374" y="127"/>
                </a:lnTo>
                <a:lnTo>
                  <a:pt x="373" y="128"/>
                </a:lnTo>
                <a:lnTo>
                  <a:pt x="373" y="129"/>
                </a:lnTo>
                <a:lnTo>
                  <a:pt x="373" y="130"/>
                </a:lnTo>
                <a:lnTo>
                  <a:pt x="374" y="131"/>
                </a:lnTo>
                <a:lnTo>
                  <a:pt x="373" y="132"/>
                </a:lnTo>
                <a:lnTo>
                  <a:pt x="373" y="133"/>
                </a:lnTo>
                <a:lnTo>
                  <a:pt x="373" y="134"/>
                </a:lnTo>
                <a:lnTo>
                  <a:pt x="373" y="135"/>
                </a:lnTo>
                <a:lnTo>
                  <a:pt x="373" y="136"/>
                </a:lnTo>
                <a:lnTo>
                  <a:pt x="374" y="136"/>
                </a:lnTo>
                <a:lnTo>
                  <a:pt x="374" y="138"/>
                </a:lnTo>
                <a:lnTo>
                  <a:pt x="374" y="139"/>
                </a:lnTo>
                <a:lnTo>
                  <a:pt x="373" y="139"/>
                </a:lnTo>
                <a:lnTo>
                  <a:pt x="373" y="140"/>
                </a:lnTo>
                <a:lnTo>
                  <a:pt x="374" y="141"/>
                </a:lnTo>
                <a:lnTo>
                  <a:pt x="374" y="142"/>
                </a:lnTo>
                <a:lnTo>
                  <a:pt x="374" y="141"/>
                </a:lnTo>
                <a:lnTo>
                  <a:pt x="375" y="141"/>
                </a:lnTo>
                <a:lnTo>
                  <a:pt x="375" y="142"/>
                </a:lnTo>
                <a:lnTo>
                  <a:pt x="375" y="143"/>
                </a:lnTo>
                <a:lnTo>
                  <a:pt x="376" y="143"/>
                </a:lnTo>
                <a:lnTo>
                  <a:pt x="376" y="144"/>
                </a:lnTo>
                <a:lnTo>
                  <a:pt x="376" y="145"/>
                </a:lnTo>
                <a:lnTo>
                  <a:pt x="377" y="145"/>
                </a:lnTo>
                <a:lnTo>
                  <a:pt x="377" y="146"/>
                </a:lnTo>
                <a:lnTo>
                  <a:pt x="378" y="146"/>
                </a:lnTo>
                <a:lnTo>
                  <a:pt x="379" y="146"/>
                </a:lnTo>
                <a:lnTo>
                  <a:pt x="379" y="145"/>
                </a:lnTo>
                <a:lnTo>
                  <a:pt x="380" y="145"/>
                </a:lnTo>
                <a:lnTo>
                  <a:pt x="382" y="145"/>
                </a:lnTo>
                <a:lnTo>
                  <a:pt x="382" y="146"/>
                </a:lnTo>
                <a:lnTo>
                  <a:pt x="383" y="146"/>
                </a:lnTo>
                <a:lnTo>
                  <a:pt x="384" y="146"/>
                </a:lnTo>
                <a:lnTo>
                  <a:pt x="384" y="147"/>
                </a:lnTo>
                <a:lnTo>
                  <a:pt x="385" y="147"/>
                </a:lnTo>
                <a:lnTo>
                  <a:pt x="384" y="147"/>
                </a:lnTo>
                <a:lnTo>
                  <a:pt x="385" y="148"/>
                </a:lnTo>
                <a:lnTo>
                  <a:pt x="385" y="150"/>
                </a:lnTo>
                <a:lnTo>
                  <a:pt x="386" y="151"/>
                </a:lnTo>
                <a:lnTo>
                  <a:pt x="387" y="150"/>
                </a:lnTo>
                <a:lnTo>
                  <a:pt x="387" y="151"/>
                </a:lnTo>
                <a:lnTo>
                  <a:pt x="387" y="150"/>
                </a:lnTo>
                <a:lnTo>
                  <a:pt x="388" y="150"/>
                </a:lnTo>
                <a:lnTo>
                  <a:pt x="388" y="149"/>
                </a:lnTo>
                <a:lnTo>
                  <a:pt x="390" y="148"/>
                </a:lnTo>
                <a:lnTo>
                  <a:pt x="391" y="148"/>
                </a:lnTo>
                <a:lnTo>
                  <a:pt x="391" y="149"/>
                </a:lnTo>
                <a:lnTo>
                  <a:pt x="391" y="150"/>
                </a:lnTo>
                <a:lnTo>
                  <a:pt x="391" y="151"/>
                </a:lnTo>
                <a:lnTo>
                  <a:pt x="390" y="152"/>
                </a:lnTo>
                <a:lnTo>
                  <a:pt x="390" y="153"/>
                </a:lnTo>
                <a:lnTo>
                  <a:pt x="390" y="155"/>
                </a:lnTo>
                <a:lnTo>
                  <a:pt x="389" y="155"/>
                </a:lnTo>
                <a:lnTo>
                  <a:pt x="389" y="156"/>
                </a:lnTo>
                <a:lnTo>
                  <a:pt x="389" y="157"/>
                </a:lnTo>
                <a:lnTo>
                  <a:pt x="389" y="158"/>
                </a:lnTo>
                <a:lnTo>
                  <a:pt x="389" y="160"/>
                </a:lnTo>
                <a:lnTo>
                  <a:pt x="388" y="161"/>
                </a:lnTo>
                <a:lnTo>
                  <a:pt x="387" y="161"/>
                </a:lnTo>
                <a:lnTo>
                  <a:pt x="387" y="162"/>
                </a:lnTo>
                <a:lnTo>
                  <a:pt x="386" y="162"/>
                </a:lnTo>
                <a:lnTo>
                  <a:pt x="386" y="163"/>
                </a:lnTo>
                <a:lnTo>
                  <a:pt x="386" y="164"/>
                </a:lnTo>
                <a:lnTo>
                  <a:pt x="386" y="166"/>
                </a:lnTo>
                <a:lnTo>
                  <a:pt x="386" y="167"/>
                </a:lnTo>
                <a:lnTo>
                  <a:pt x="386" y="168"/>
                </a:lnTo>
                <a:lnTo>
                  <a:pt x="385" y="168"/>
                </a:lnTo>
                <a:lnTo>
                  <a:pt x="385" y="169"/>
                </a:lnTo>
                <a:lnTo>
                  <a:pt x="384" y="170"/>
                </a:lnTo>
                <a:lnTo>
                  <a:pt x="384" y="171"/>
                </a:lnTo>
                <a:lnTo>
                  <a:pt x="384" y="172"/>
                </a:lnTo>
                <a:lnTo>
                  <a:pt x="384" y="173"/>
                </a:lnTo>
                <a:lnTo>
                  <a:pt x="384" y="174"/>
                </a:lnTo>
                <a:lnTo>
                  <a:pt x="384" y="175"/>
                </a:lnTo>
                <a:lnTo>
                  <a:pt x="384" y="176"/>
                </a:lnTo>
                <a:lnTo>
                  <a:pt x="384" y="177"/>
                </a:lnTo>
                <a:lnTo>
                  <a:pt x="384" y="178"/>
                </a:lnTo>
                <a:lnTo>
                  <a:pt x="384" y="179"/>
                </a:lnTo>
                <a:lnTo>
                  <a:pt x="385" y="179"/>
                </a:lnTo>
                <a:lnTo>
                  <a:pt x="385" y="180"/>
                </a:lnTo>
                <a:lnTo>
                  <a:pt x="384" y="180"/>
                </a:lnTo>
                <a:lnTo>
                  <a:pt x="384" y="181"/>
                </a:lnTo>
                <a:lnTo>
                  <a:pt x="384" y="182"/>
                </a:lnTo>
                <a:lnTo>
                  <a:pt x="383" y="182"/>
                </a:lnTo>
                <a:lnTo>
                  <a:pt x="382" y="182"/>
                </a:lnTo>
                <a:lnTo>
                  <a:pt x="382" y="183"/>
                </a:lnTo>
                <a:lnTo>
                  <a:pt x="381" y="184"/>
                </a:lnTo>
                <a:lnTo>
                  <a:pt x="381" y="186"/>
                </a:lnTo>
                <a:lnTo>
                  <a:pt x="381" y="187"/>
                </a:lnTo>
                <a:lnTo>
                  <a:pt x="381" y="188"/>
                </a:lnTo>
                <a:lnTo>
                  <a:pt x="381" y="189"/>
                </a:lnTo>
                <a:lnTo>
                  <a:pt x="382" y="190"/>
                </a:lnTo>
                <a:lnTo>
                  <a:pt x="382" y="191"/>
                </a:lnTo>
                <a:lnTo>
                  <a:pt x="381" y="193"/>
                </a:lnTo>
                <a:lnTo>
                  <a:pt x="380" y="193"/>
                </a:lnTo>
                <a:lnTo>
                  <a:pt x="381" y="195"/>
                </a:lnTo>
                <a:lnTo>
                  <a:pt x="382" y="195"/>
                </a:lnTo>
                <a:lnTo>
                  <a:pt x="383" y="195"/>
                </a:lnTo>
                <a:lnTo>
                  <a:pt x="384" y="195"/>
                </a:lnTo>
                <a:lnTo>
                  <a:pt x="385" y="195"/>
                </a:lnTo>
                <a:lnTo>
                  <a:pt x="386" y="196"/>
                </a:lnTo>
                <a:lnTo>
                  <a:pt x="386" y="197"/>
                </a:lnTo>
                <a:lnTo>
                  <a:pt x="386" y="198"/>
                </a:lnTo>
                <a:lnTo>
                  <a:pt x="386" y="199"/>
                </a:lnTo>
                <a:lnTo>
                  <a:pt x="386" y="200"/>
                </a:lnTo>
                <a:lnTo>
                  <a:pt x="385" y="200"/>
                </a:lnTo>
                <a:lnTo>
                  <a:pt x="384" y="200"/>
                </a:lnTo>
                <a:lnTo>
                  <a:pt x="384" y="201"/>
                </a:lnTo>
                <a:lnTo>
                  <a:pt x="384" y="202"/>
                </a:lnTo>
                <a:lnTo>
                  <a:pt x="383" y="202"/>
                </a:lnTo>
                <a:lnTo>
                  <a:pt x="382" y="202"/>
                </a:lnTo>
                <a:lnTo>
                  <a:pt x="382" y="203"/>
                </a:lnTo>
                <a:lnTo>
                  <a:pt x="381" y="202"/>
                </a:lnTo>
                <a:lnTo>
                  <a:pt x="380" y="202"/>
                </a:lnTo>
                <a:lnTo>
                  <a:pt x="379" y="202"/>
                </a:lnTo>
                <a:lnTo>
                  <a:pt x="378" y="203"/>
                </a:lnTo>
                <a:lnTo>
                  <a:pt x="377" y="204"/>
                </a:lnTo>
                <a:lnTo>
                  <a:pt x="378" y="204"/>
                </a:lnTo>
                <a:lnTo>
                  <a:pt x="377" y="205"/>
                </a:lnTo>
                <a:lnTo>
                  <a:pt x="377" y="206"/>
                </a:lnTo>
                <a:lnTo>
                  <a:pt x="378" y="206"/>
                </a:lnTo>
                <a:lnTo>
                  <a:pt x="377" y="206"/>
                </a:lnTo>
                <a:lnTo>
                  <a:pt x="376" y="207"/>
                </a:lnTo>
                <a:lnTo>
                  <a:pt x="376" y="208"/>
                </a:lnTo>
                <a:lnTo>
                  <a:pt x="377" y="209"/>
                </a:lnTo>
                <a:lnTo>
                  <a:pt x="377" y="210"/>
                </a:lnTo>
                <a:lnTo>
                  <a:pt x="377" y="211"/>
                </a:lnTo>
                <a:lnTo>
                  <a:pt x="377" y="212"/>
                </a:lnTo>
                <a:lnTo>
                  <a:pt x="377" y="213"/>
                </a:lnTo>
                <a:lnTo>
                  <a:pt x="376" y="214"/>
                </a:lnTo>
                <a:lnTo>
                  <a:pt x="376" y="216"/>
                </a:lnTo>
                <a:lnTo>
                  <a:pt x="375" y="216"/>
                </a:lnTo>
                <a:lnTo>
                  <a:pt x="374" y="216"/>
                </a:lnTo>
                <a:lnTo>
                  <a:pt x="373" y="217"/>
                </a:lnTo>
                <a:lnTo>
                  <a:pt x="372" y="216"/>
                </a:lnTo>
                <a:lnTo>
                  <a:pt x="371" y="216"/>
                </a:lnTo>
                <a:lnTo>
                  <a:pt x="370" y="216"/>
                </a:lnTo>
                <a:lnTo>
                  <a:pt x="369" y="216"/>
                </a:lnTo>
                <a:lnTo>
                  <a:pt x="368" y="217"/>
                </a:lnTo>
                <a:lnTo>
                  <a:pt x="367" y="217"/>
                </a:lnTo>
                <a:lnTo>
                  <a:pt x="366" y="217"/>
                </a:lnTo>
                <a:lnTo>
                  <a:pt x="366" y="218"/>
                </a:lnTo>
                <a:lnTo>
                  <a:pt x="365" y="218"/>
                </a:lnTo>
                <a:lnTo>
                  <a:pt x="364" y="218"/>
                </a:lnTo>
                <a:lnTo>
                  <a:pt x="363" y="218"/>
                </a:lnTo>
                <a:lnTo>
                  <a:pt x="363" y="219"/>
                </a:lnTo>
                <a:lnTo>
                  <a:pt x="363" y="220"/>
                </a:lnTo>
                <a:lnTo>
                  <a:pt x="362" y="220"/>
                </a:lnTo>
                <a:lnTo>
                  <a:pt x="361" y="220"/>
                </a:lnTo>
                <a:lnTo>
                  <a:pt x="360" y="220"/>
                </a:lnTo>
                <a:lnTo>
                  <a:pt x="359" y="220"/>
                </a:lnTo>
                <a:lnTo>
                  <a:pt x="359" y="219"/>
                </a:lnTo>
                <a:lnTo>
                  <a:pt x="358" y="219"/>
                </a:lnTo>
                <a:lnTo>
                  <a:pt x="357" y="220"/>
                </a:lnTo>
                <a:lnTo>
                  <a:pt x="357" y="221"/>
                </a:lnTo>
                <a:lnTo>
                  <a:pt x="356" y="221"/>
                </a:lnTo>
                <a:lnTo>
                  <a:pt x="354" y="221"/>
                </a:lnTo>
                <a:lnTo>
                  <a:pt x="353" y="220"/>
                </a:lnTo>
                <a:lnTo>
                  <a:pt x="352" y="220"/>
                </a:lnTo>
                <a:lnTo>
                  <a:pt x="352" y="219"/>
                </a:lnTo>
                <a:lnTo>
                  <a:pt x="352" y="218"/>
                </a:lnTo>
                <a:lnTo>
                  <a:pt x="351" y="218"/>
                </a:lnTo>
                <a:lnTo>
                  <a:pt x="351" y="217"/>
                </a:lnTo>
                <a:lnTo>
                  <a:pt x="350" y="216"/>
                </a:lnTo>
                <a:lnTo>
                  <a:pt x="349" y="216"/>
                </a:lnTo>
                <a:lnTo>
                  <a:pt x="348" y="216"/>
                </a:lnTo>
                <a:lnTo>
                  <a:pt x="348" y="215"/>
                </a:lnTo>
                <a:lnTo>
                  <a:pt x="347" y="214"/>
                </a:lnTo>
                <a:lnTo>
                  <a:pt x="346" y="213"/>
                </a:lnTo>
                <a:lnTo>
                  <a:pt x="346" y="212"/>
                </a:lnTo>
                <a:lnTo>
                  <a:pt x="345" y="211"/>
                </a:lnTo>
                <a:lnTo>
                  <a:pt x="345" y="212"/>
                </a:lnTo>
                <a:lnTo>
                  <a:pt x="344" y="212"/>
                </a:lnTo>
                <a:lnTo>
                  <a:pt x="343" y="213"/>
                </a:lnTo>
                <a:lnTo>
                  <a:pt x="342" y="213"/>
                </a:lnTo>
                <a:lnTo>
                  <a:pt x="341" y="213"/>
                </a:lnTo>
                <a:lnTo>
                  <a:pt x="341" y="214"/>
                </a:lnTo>
                <a:lnTo>
                  <a:pt x="341" y="215"/>
                </a:lnTo>
                <a:lnTo>
                  <a:pt x="341" y="216"/>
                </a:lnTo>
                <a:lnTo>
                  <a:pt x="340" y="217"/>
                </a:lnTo>
                <a:lnTo>
                  <a:pt x="339" y="217"/>
                </a:lnTo>
                <a:lnTo>
                  <a:pt x="339" y="216"/>
                </a:lnTo>
                <a:lnTo>
                  <a:pt x="338" y="216"/>
                </a:lnTo>
                <a:lnTo>
                  <a:pt x="336" y="217"/>
                </a:lnTo>
                <a:lnTo>
                  <a:pt x="335" y="218"/>
                </a:lnTo>
                <a:lnTo>
                  <a:pt x="335" y="219"/>
                </a:lnTo>
                <a:lnTo>
                  <a:pt x="335" y="220"/>
                </a:lnTo>
                <a:lnTo>
                  <a:pt x="335" y="221"/>
                </a:lnTo>
                <a:lnTo>
                  <a:pt x="334" y="221"/>
                </a:lnTo>
                <a:lnTo>
                  <a:pt x="333" y="221"/>
                </a:lnTo>
                <a:lnTo>
                  <a:pt x="332" y="221"/>
                </a:lnTo>
                <a:lnTo>
                  <a:pt x="331" y="221"/>
                </a:lnTo>
                <a:lnTo>
                  <a:pt x="330" y="221"/>
                </a:lnTo>
                <a:lnTo>
                  <a:pt x="329" y="224"/>
                </a:lnTo>
                <a:lnTo>
                  <a:pt x="328" y="227"/>
                </a:lnTo>
                <a:lnTo>
                  <a:pt x="327" y="227"/>
                </a:lnTo>
                <a:lnTo>
                  <a:pt x="325" y="228"/>
                </a:lnTo>
                <a:lnTo>
                  <a:pt x="324" y="229"/>
                </a:lnTo>
                <a:lnTo>
                  <a:pt x="324" y="230"/>
                </a:lnTo>
                <a:lnTo>
                  <a:pt x="324" y="231"/>
                </a:lnTo>
                <a:lnTo>
                  <a:pt x="324" y="233"/>
                </a:lnTo>
                <a:lnTo>
                  <a:pt x="322" y="233"/>
                </a:lnTo>
                <a:lnTo>
                  <a:pt x="321" y="231"/>
                </a:lnTo>
                <a:lnTo>
                  <a:pt x="321" y="233"/>
                </a:lnTo>
                <a:lnTo>
                  <a:pt x="320" y="233"/>
                </a:lnTo>
                <a:lnTo>
                  <a:pt x="320" y="235"/>
                </a:lnTo>
                <a:lnTo>
                  <a:pt x="320" y="237"/>
                </a:lnTo>
                <a:lnTo>
                  <a:pt x="320" y="240"/>
                </a:lnTo>
                <a:lnTo>
                  <a:pt x="321" y="241"/>
                </a:lnTo>
                <a:lnTo>
                  <a:pt x="321" y="244"/>
                </a:lnTo>
                <a:lnTo>
                  <a:pt x="321" y="246"/>
                </a:lnTo>
                <a:lnTo>
                  <a:pt x="323" y="248"/>
                </a:lnTo>
                <a:lnTo>
                  <a:pt x="324" y="249"/>
                </a:lnTo>
                <a:lnTo>
                  <a:pt x="324" y="250"/>
                </a:lnTo>
                <a:lnTo>
                  <a:pt x="325" y="251"/>
                </a:lnTo>
                <a:lnTo>
                  <a:pt x="326" y="251"/>
                </a:lnTo>
                <a:lnTo>
                  <a:pt x="326" y="252"/>
                </a:lnTo>
                <a:lnTo>
                  <a:pt x="327" y="252"/>
                </a:lnTo>
                <a:lnTo>
                  <a:pt x="328" y="252"/>
                </a:lnTo>
                <a:lnTo>
                  <a:pt x="329" y="252"/>
                </a:lnTo>
                <a:lnTo>
                  <a:pt x="329" y="253"/>
                </a:lnTo>
                <a:lnTo>
                  <a:pt x="330" y="255"/>
                </a:lnTo>
                <a:lnTo>
                  <a:pt x="330" y="256"/>
                </a:lnTo>
                <a:lnTo>
                  <a:pt x="329" y="256"/>
                </a:lnTo>
                <a:lnTo>
                  <a:pt x="328" y="257"/>
                </a:lnTo>
                <a:lnTo>
                  <a:pt x="328" y="258"/>
                </a:lnTo>
                <a:lnTo>
                  <a:pt x="328" y="259"/>
                </a:lnTo>
                <a:lnTo>
                  <a:pt x="328" y="261"/>
                </a:lnTo>
                <a:lnTo>
                  <a:pt x="328" y="262"/>
                </a:lnTo>
                <a:lnTo>
                  <a:pt x="328" y="263"/>
                </a:lnTo>
                <a:lnTo>
                  <a:pt x="327" y="263"/>
                </a:lnTo>
                <a:lnTo>
                  <a:pt x="326" y="263"/>
                </a:lnTo>
                <a:lnTo>
                  <a:pt x="326" y="262"/>
                </a:lnTo>
                <a:lnTo>
                  <a:pt x="325" y="262"/>
                </a:lnTo>
                <a:lnTo>
                  <a:pt x="325" y="263"/>
                </a:lnTo>
                <a:lnTo>
                  <a:pt x="325" y="264"/>
                </a:lnTo>
                <a:lnTo>
                  <a:pt x="323" y="267"/>
                </a:lnTo>
                <a:lnTo>
                  <a:pt x="323" y="268"/>
                </a:lnTo>
                <a:lnTo>
                  <a:pt x="324" y="269"/>
                </a:lnTo>
                <a:lnTo>
                  <a:pt x="323" y="270"/>
                </a:lnTo>
                <a:lnTo>
                  <a:pt x="322" y="271"/>
                </a:lnTo>
                <a:lnTo>
                  <a:pt x="321" y="271"/>
                </a:lnTo>
                <a:lnTo>
                  <a:pt x="320" y="271"/>
                </a:lnTo>
                <a:lnTo>
                  <a:pt x="319" y="270"/>
                </a:lnTo>
                <a:lnTo>
                  <a:pt x="319" y="269"/>
                </a:lnTo>
                <a:lnTo>
                  <a:pt x="318" y="269"/>
                </a:lnTo>
                <a:lnTo>
                  <a:pt x="317" y="270"/>
                </a:lnTo>
                <a:lnTo>
                  <a:pt x="317" y="272"/>
                </a:lnTo>
                <a:lnTo>
                  <a:pt x="318" y="274"/>
                </a:lnTo>
                <a:lnTo>
                  <a:pt x="319" y="275"/>
                </a:lnTo>
                <a:lnTo>
                  <a:pt x="318" y="276"/>
                </a:lnTo>
                <a:lnTo>
                  <a:pt x="318" y="277"/>
                </a:lnTo>
                <a:lnTo>
                  <a:pt x="317" y="278"/>
                </a:lnTo>
                <a:lnTo>
                  <a:pt x="316" y="278"/>
                </a:lnTo>
                <a:lnTo>
                  <a:pt x="314" y="279"/>
                </a:lnTo>
                <a:lnTo>
                  <a:pt x="313" y="278"/>
                </a:lnTo>
                <a:lnTo>
                  <a:pt x="310" y="278"/>
                </a:lnTo>
                <a:lnTo>
                  <a:pt x="309" y="279"/>
                </a:lnTo>
                <a:lnTo>
                  <a:pt x="308" y="281"/>
                </a:lnTo>
                <a:lnTo>
                  <a:pt x="308" y="282"/>
                </a:lnTo>
                <a:lnTo>
                  <a:pt x="308" y="283"/>
                </a:lnTo>
                <a:lnTo>
                  <a:pt x="308" y="284"/>
                </a:lnTo>
                <a:lnTo>
                  <a:pt x="308" y="285"/>
                </a:lnTo>
                <a:lnTo>
                  <a:pt x="309" y="285"/>
                </a:lnTo>
                <a:lnTo>
                  <a:pt x="309" y="286"/>
                </a:lnTo>
                <a:lnTo>
                  <a:pt x="307" y="288"/>
                </a:lnTo>
                <a:lnTo>
                  <a:pt x="306" y="289"/>
                </a:lnTo>
                <a:lnTo>
                  <a:pt x="305" y="290"/>
                </a:lnTo>
                <a:lnTo>
                  <a:pt x="304" y="292"/>
                </a:lnTo>
                <a:lnTo>
                  <a:pt x="304" y="293"/>
                </a:lnTo>
                <a:lnTo>
                  <a:pt x="304" y="295"/>
                </a:lnTo>
                <a:lnTo>
                  <a:pt x="304" y="296"/>
                </a:lnTo>
                <a:lnTo>
                  <a:pt x="303" y="297"/>
                </a:lnTo>
                <a:lnTo>
                  <a:pt x="304" y="298"/>
                </a:lnTo>
                <a:lnTo>
                  <a:pt x="304" y="299"/>
                </a:lnTo>
                <a:lnTo>
                  <a:pt x="304" y="300"/>
                </a:lnTo>
                <a:lnTo>
                  <a:pt x="305" y="301"/>
                </a:lnTo>
                <a:lnTo>
                  <a:pt x="306" y="301"/>
                </a:lnTo>
                <a:lnTo>
                  <a:pt x="306" y="302"/>
                </a:lnTo>
                <a:lnTo>
                  <a:pt x="307" y="303"/>
                </a:lnTo>
                <a:lnTo>
                  <a:pt x="308" y="303"/>
                </a:lnTo>
                <a:lnTo>
                  <a:pt x="308" y="304"/>
                </a:lnTo>
                <a:lnTo>
                  <a:pt x="307" y="304"/>
                </a:lnTo>
                <a:lnTo>
                  <a:pt x="306" y="305"/>
                </a:lnTo>
                <a:lnTo>
                  <a:pt x="306" y="306"/>
                </a:lnTo>
                <a:lnTo>
                  <a:pt x="306" y="307"/>
                </a:lnTo>
                <a:lnTo>
                  <a:pt x="306" y="308"/>
                </a:lnTo>
                <a:lnTo>
                  <a:pt x="306" y="309"/>
                </a:lnTo>
                <a:lnTo>
                  <a:pt x="305" y="309"/>
                </a:lnTo>
                <a:lnTo>
                  <a:pt x="305" y="308"/>
                </a:lnTo>
                <a:lnTo>
                  <a:pt x="304" y="308"/>
                </a:lnTo>
                <a:lnTo>
                  <a:pt x="304" y="309"/>
                </a:lnTo>
                <a:lnTo>
                  <a:pt x="303" y="309"/>
                </a:lnTo>
                <a:lnTo>
                  <a:pt x="303" y="315"/>
                </a:lnTo>
                <a:lnTo>
                  <a:pt x="303" y="316"/>
                </a:lnTo>
                <a:lnTo>
                  <a:pt x="304" y="317"/>
                </a:lnTo>
                <a:lnTo>
                  <a:pt x="304" y="318"/>
                </a:lnTo>
                <a:lnTo>
                  <a:pt x="305" y="318"/>
                </a:lnTo>
                <a:lnTo>
                  <a:pt x="306" y="319"/>
                </a:lnTo>
                <a:lnTo>
                  <a:pt x="307" y="319"/>
                </a:lnTo>
                <a:lnTo>
                  <a:pt x="307" y="320"/>
                </a:lnTo>
                <a:lnTo>
                  <a:pt x="307" y="321"/>
                </a:lnTo>
                <a:lnTo>
                  <a:pt x="306" y="321"/>
                </a:lnTo>
                <a:lnTo>
                  <a:pt x="306" y="322"/>
                </a:lnTo>
                <a:lnTo>
                  <a:pt x="306" y="323"/>
                </a:lnTo>
                <a:lnTo>
                  <a:pt x="305" y="327"/>
                </a:lnTo>
                <a:lnTo>
                  <a:pt x="305" y="330"/>
                </a:lnTo>
                <a:lnTo>
                  <a:pt x="306" y="330"/>
                </a:lnTo>
                <a:lnTo>
                  <a:pt x="308" y="332"/>
                </a:lnTo>
                <a:lnTo>
                  <a:pt x="309" y="333"/>
                </a:lnTo>
                <a:lnTo>
                  <a:pt x="310" y="333"/>
                </a:lnTo>
                <a:lnTo>
                  <a:pt x="311" y="333"/>
                </a:lnTo>
                <a:lnTo>
                  <a:pt x="314" y="333"/>
                </a:lnTo>
                <a:lnTo>
                  <a:pt x="316" y="333"/>
                </a:lnTo>
                <a:lnTo>
                  <a:pt x="317" y="333"/>
                </a:lnTo>
                <a:lnTo>
                  <a:pt x="318" y="334"/>
                </a:lnTo>
                <a:lnTo>
                  <a:pt x="320" y="336"/>
                </a:lnTo>
                <a:lnTo>
                  <a:pt x="321" y="336"/>
                </a:lnTo>
                <a:lnTo>
                  <a:pt x="322" y="336"/>
                </a:lnTo>
                <a:lnTo>
                  <a:pt x="324" y="336"/>
                </a:lnTo>
                <a:lnTo>
                  <a:pt x="325" y="337"/>
                </a:lnTo>
                <a:lnTo>
                  <a:pt x="328" y="340"/>
                </a:lnTo>
                <a:lnTo>
                  <a:pt x="331" y="341"/>
                </a:lnTo>
                <a:lnTo>
                  <a:pt x="332" y="341"/>
                </a:lnTo>
                <a:lnTo>
                  <a:pt x="334" y="340"/>
                </a:lnTo>
                <a:lnTo>
                  <a:pt x="336" y="340"/>
                </a:lnTo>
                <a:lnTo>
                  <a:pt x="335" y="343"/>
                </a:lnTo>
                <a:lnTo>
                  <a:pt x="334" y="345"/>
                </a:lnTo>
                <a:lnTo>
                  <a:pt x="334" y="346"/>
                </a:lnTo>
                <a:lnTo>
                  <a:pt x="334" y="347"/>
                </a:lnTo>
                <a:lnTo>
                  <a:pt x="335" y="348"/>
                </a:lnTo>
                <a:lnTo>
                  <a:pt x="339" y="351"/>
                </a:lnTo>
                <a:lnTo>
                  <a:pt x="341" y="354"/>
                </a:lnTo>
                <a:lnTo>
                  <a:pt x="342" y="360"/>
                </a:lnTo>
                <a:lnTo>
                  <a:pt x="341" y="361"/>
                </a:lnTo>
                <a:lnTo>
                  <a:pt x="341" y="362"/>
                </a:lnTo>
                <a:lnTo>
                  <a:pt x="342" y="362"/>
                </a:lnTo>
                <a:lnTo>
                  <a:pt x="343" y="362"/>
                </a:lnTo>
                <a:lnTo>
                  <a:pt x="344" y="362"/>
                </a:lnTo>
                <a:lnTo>
                  <a:pt x="344" y="363"/>
                </a:lnTo>
                <a:lnTo>
                  <a:pt x="348" y="367"/>
                </a:lnTo>
                <a:lnTo>
                  <a:pt x="347" y="368"/>
                </a:lnTo>
                <a:lnTo>
                  <a:pt x="349" y="371"/>
                </a:lnTo>
                <a:lnTo>
                  <a:pt x="350" y="371"/>
                </a:lnTo>
                <a:lnTo>
                  <a:pt x="353" y="376"/>
                </a:lnTo>
                <a:lnTo>
                  <a:pt x="353" y="378"/>
                </a:lnTo>
                <a:lnTo>
                  <a:pt x="353" y="379"/>
                </a:lnTo>
                <a:lnTo>
                  <a:pt x="352" y="380"/>
                </a:lnTo>
                <a:lnTo>
                  <a:pt x="353" y="383"/>
                </a:lnTo>
                <a:lnTo>
                  <a:pt x="354" y="384"/>
                </a:lnTo>
                <a:lnTo>
                  <a:pt x="355" y="384"/>
                </a:lnTo>
                <a:lnTo>
                  <a:pt x="356" y="384"/>
                </a:lnTo>
                <a:lnTo>
                  <a:pt x="357" y="384"/>
                </a:lnTo>
                <a:lnTo>
                  <a:pt x="358" y="384"/>
                </a:lnTo>
                <a:lnTo>
                  <a:pt x="358" y="385"/>
                </a:lnTo>
                <a:lnTo>
                  <a:pt x="358" y="386"/>
                </a:lnTo>
                <a:lnTo>
                  <a:pt x="359" y="386"/>
                </a:lnTo>
                <a:lnTo>
                  <a:pt x="360" y="387"/>
                </a:lnTo>
                <a:lnTo>
                  <a:pt x="361" y="387"/>
                </a:lnTo>
                <a:lnTo>
                  <a:pt x="361" y="388"/>
                </a:lnTo>
                <a:lnTo>
                  <a:pt x="361" y="389"/>
                </a:lnTo>
                <a:lnTo>
                  <a:pt x="361" y="390"/>
                </a:lnTo>
                <a:lnTo>
                  <a:pt x="361" y="391"/>
                </a:lnTo>
                <a:lnTo>
                  <a:pt x="361" y="392"/>
                </a:lnTo>
                <a:lnTo>
                  <a:pt x="360" y="393"/>
                </a:lnTo>
                <a:lnTo>
                  <a:pt x="359" y="393"/>
                </a:lnTo>
                <a:lnTo>
                  <a:pt x="358" y="393"/>
                </a:lnTo>
                <a:lnTo>
                  <a:pt x="357" y="393"/>
                </a:lnTo>
                <a:lnTo>
                  <a:pt x="357" y="394"/>
                </a:lnTo>
                <a:lnTo>
                  <a:pt x="356" y="397"/>
                </a:lnTo>
                <a:lnTo>
                  <a:pt x="357" y="397"/>
                </a:lnTo>
                <a:lnTo>
                  <a:pt x="357" y="398"/>
                </a:lnTo>
                <a:lnTo>
                  <a:pt x="358" y="397"/>
                </a:lnTo>
                <a:lnTo>
                  <a:pt x="359" y="397"/>
                </a:lnTo>
                <a:lnTo>
                  <a:pt x="359" y="396"/>
                </a:lnTo>
                <a:lnTo>
                  <a:pt x="360" y="397"/>
                </a:lnTo>
                <a:lnTo>
                  <a:pt x="361" y="397"/>
                </a:lnTo>
                <a:lnTo>
                  <a:pt x="361" y="396"/>
                </a:lnTo>
                <a:lnTo>
                  <a:pt x="361" y="395"/>
                </a:lnTo>
                <a:lnTo>
                  <a:pt x="362" y="395"/>
                </a:lnTo>
                <a:lnTo>
                  <a:pt x="363" y="395"/>
                </a:lnTo>
                <a:lnTo>
                  <a:pt x="364" y="396"/>
                </a:lnTo>
                <a:lnTo>
                  <a:pt x="365" y="396"/>
                </a:lnTo>
                <a:lnTo>
                  <a:pt x="366" y="396"/>
                </a:lnTo>
                <a:lnTo>
                  <a:pt x="367" y="397"/>
                </a:lnTo>
                <a:lnTo>
                  <a:pt x="367" y="396"/>
                </a:lnTo>
                <a:lnTo>
                  <a:pt x="368" y="396"/>
                </a:lnTo>
                <a:lnTo>
                  <a:pt x="368" y="397"/>
                </a:lnTo>
                <a:lnTo>
                  <a:pt x="369" y="397"/>
                </a:lnTo>
                <a:lnTo>
                  <a:pt x="369" y="398"/>
                </a:lnTo>
                <a:lnTo>
                  <a:pt x="370" y="398"/>
                </a:lnTo>
                <a:lnTo>
                  <a:pt x="371" y="399"/>
                </a:lnTo>
                <a:lnTo>
                  <a:pt x="371" y="400"/>
                </a:lnTo>
                <a:lnTo>
                  <a:pt x="372" y="401"/>
                </a:lnTo>
                <a:lnTo>
                  <a:pt x="372" y="402"/>
                </a:lnTo>
                <a:lnTo>
                  <a:pt x="372" y="404"/>
                </a:lnTo>
                <a:lnTo>
                  <a:pt x="372" y="405"/>
                </a:lnTo>
                <a:lnTo>
                  <a:pt x="370" y="406"/>
                </a:lnTo>
                <a:lnTo>
                  <a:pt x="370" y="408"/>
                </a:lnTo>
                <a:lnTo>
                  <a:pt x="370" y="409"/>
                </a:lnTo>
                <a:lnTo>
                  <a:pt x="371" y="409"/>
                </a:lnTo>
                <a:lnTo>
                  <a:pt x="372" y="410"/>
                </a:lnTo>
                <a:lnTo>
                  <a:pt x="372" y="411"/>
                </a:lnTo>
                <a:lnTo>
                  <a:pt x="371" y="412"/>
                </a:lnTo>
                <a:lnTo>
                  <a:pt x="371" y="413"/>
                </a:lnTo>
                <a:lnTo>
                  <a:pt x="370" y="413"/>
                </a:lnTo>
                <a:lnTo>
                  <a:pt x="370" y="415"/>
                </a:lnTo>
                <a:lnTo>
                  <a:pt x="369" y="415"/>
                </a:lnTo>
                <a:lnTo>
                  <a:pt x="369" y="416"/>
                </a:lnTo>
                <a:lnTo>
                  <a:pt x="369" y="417"/>
                </a:lnTo>
                <a:lnTo>
                  <a:pt x="369" y="418"/>
                </a:lnTo>
                <a:lnTo>
                  <a:pt x="369" y="419"/>
                </a:lnTo>
                <a:lnTo>
                  <a:pt x="368" y="418"/>
                </a:lnTo>
                <a:lnTo>
                  <a:pt x="368" y="419"/>
                </a:lnTo>
                <a:lnTo>
                  <a:pt x="367" y="420"/>
                </a:lnTo>
                <a:lnTo>
                  <a:pt x="367" y="421"/>
                </a:lnTo>
                <a:lnTo>
                  <a:pt x="367" y="422"/>
                </a:lnTo>
                <a:lnTo>
                  <a:pt x="367" y="423"/>
                </a:lnTo>
                <a:lnTo>
                  <a:pt x="366" y="423"/>
                </a:lnTo>
                <a:lnTo>
                  <a:pt x="365" y="424"/>
                </a:lnTo>
                <a:lnTo>
                  <a:pt x="365" y="425"/>
                </a:lnTo>
                <a:lnTo>
                  <a:pt x="365" y="426"/>
                </a:lnTo>
                <a:lnTo>
                  <a:pt x="364" y="426"/>
                </a:lnTo>
                <a:lnTo>
                  <a:pt x="364" y="427"/>
                </a:lnTo>
                <a:lnTo>
                  <a:pt x="363" y="428"/>
                </a:lnTo>
                <a:lnTo>
                  <a:pt x="363" y="429"/>
                </a:lnTo>
                <a:lnTo>
                  <a:pt x="364" y="429"/>
                </a:lnTo>
                <a:lnTo>
                  <a:pt x="364" y="430"/>
                </a:lnTo>
                <a:lnTo>
                  <a:pt x="364" y="431"/>
                </a:lnTo>
                <a:lnTo>
                  <a:pt x="364" y="432"/>
                </a:lnTo>
                <a:lnTo>
                  <a:pt x="364" y="433"/>
                </a:lnTo>
                <a:lnTo>
                  <a:pt x="363" y="433"/>
                </a:lnTo>
                <a:lnTo>
                  <a:pt x="362" y="435"/>
                </a:lnTo>
                <a:lnTo>
                  <a:pt x="362" y="436"/>
                </a:lnTo>
                <a:lnTo>
                  <a:pt x="361" y="435"/>
                </a:lnTo>
                <a:lnTo>
                  <a:pt x="360" y="436"/>
                </a:lnTo>
                <a:lnTo>
                  <a:pt x="359" y="437"/>
                </a:lnTo>
                <a:lnTo>
                  <a:pt x="359" y="438"/>
                </a:lnTo>
                <a:lnTo>
                  <a:pt x="358" y="439"/>
                </a:lnTo>
                <a:lnTo>
                  <a:pt x="357" y="441"/>
                </a:lnTo>
                <a:lnTo>
                  <a:pt x="357" y="442"/>
                </a:lnTo>
                <a:lnTo>
                  <a:pt x="357" y="443"/>
                </a:lnTo>
                <a:lnTo>
                  <a:pt x="357" y="445"/>
                </a:lnTo>
                <a:lnTo>
                  <a:pt x="357" y="446"/>
                </a:lnTo>
                <a:lnTo>
                  <a:pt x="356" y="447"/>
                </a:lnTo>
                <a:lnTo>
                  <a:pt x="356" y="446"/>
                </a:lnTo>
                <a:lnTo>
                  <a:pt x="355" y="446"/>
                </a:lnTo>
                <a:lnTo>
                  <a:pt x="354" y="446"/>
                </a:lnTo>
                <a:lnTo>
                  <a:pt x="354" y="447"/>
                </a:lnTo>
                <a:lnTo>
                  <a:pt x="354" y="448"/>
                </a:lnTo>
                <a:lnTo>
                  <a:pt x="353" y="449"/>
                </a:lnTo>
                <a:lnTo>
                  <a:pt x="352" y="450"/>
                </a:lnTo>
                <a:lnTo>
                  <a:pt x="352" y="451"/>
                </a:lnTo>
                <a:lnTo>
                  <a:pt x="352" y="455"/>
                </a:lnTo>
                <a:lnTo>
                  <a:pt x="351" y="456"/>
                </a:lnTo>
                <a:lnTo>
                  <a:pt x="351" y="457"/>
                </a:lnTo>
                <a:lnTo>
                  <a:pt x="351" y="458"/>
                </a:lnTo>
                <a:lnTo>
                  <a:pt x="351" y="459"/>
                </a:lnTo>
                <a:lnTo>
                  <a:pt x="350" y="463"/>
                </a:lnTo>
                <a:lnTo>
                  <a:pt x="349" y="464"/>
                </a:lnTo>
                <a:lnTo>
                  <a:pt x="347" y="467"/>
                </a:lnTo>
                <a:lnTo>
                  <a:pt x="347" y="468"/>
                </a:lnTo>
                <a:lnTo>
                  <a:pt x="347" y="469"/>
                </a:lnTo>
                <a:lnTo>
                  <a:pt x="346" y="470"/>
                </a:lnTo>
                <a:lnTo>
                  <a:pt x="345" y="470"/>
                </a:lnTo>
                <a:lnTo>
                  <a:pt x="344" y="471"/>
                </a:lnTo>
                <a:lnTo>
                  <a:pt x="344" y="472"/>
                </a:lnTo>
                <a:lnTo>
                  <a:pt x="343" y="472"/>
                </a:lnTo>
                <a:lnTo>
                  <a:pt x="342" y="472"/>
                </a:lnTo>
                <a:lnTo>
                  <a:pt x="341" y="472"/>
                </a:lnTo>
                <a:lnTo>
                  <a:pt x="341" y="474"/>
                </a:lnTo>
                <a:lnTo>
                  <a:pt x="341" y="475"/>
                </a:lnTo>
                <a:lnTo>
                  <a:pt x="342" y="475"/>
                </a:lnTo>
                <a:lnTo>
                  <a:pt x="342" y="477"/>
                </a:lnTo>
                <a:lnTo>
                  <a:pt x="342" y="479"/>
                </a:lnTo>
                <a:lnTo>
                  <a:pt x="341" y="480"/>
                </a:lnTo>
                <a:lnTo>
                  <a:pt x="341" y="482"/>
                </a:lnTo>
                <a:lnTo>
                  <a:pt x="341" y="483"/>
                </a:lnTo>
                <a:lnTo>
                  <a:pt x="342" y="485"/>
                </a:lnTo>
                <a:lnTo>
                  <a:pt x="343" y="485"/>
                </a:lnTo>
                <a:lnTo>
                  <a:pt x="343" y="484"/>
                </a:lnTo>
                <a:lnTo>
                  <a:pt x="344" y="485"/>
                </a:lnTo>
                <a:lnTo>
                  <a:pt x="344" y="487"/>
                </a:lnTo>
                <a:lnTo>
                  <a:pt x="343" y="488"/>
                </a:lnTo>
                <a:lnTo>
                  <a:pt x="343" y="489"/>
                </a:lnTo>
                <a:lnTo>
                  <a:pt x="342" y="490"/>
                </a:lnTo>
                <a:lnTo>
                  <a:pt x="342" y="491"/>
                </a:lnTo>
                <a:lnTo>
                  <a:pt x="344" y="492"/>
                </a:lnTo>
                <a:lnTo>
                  <a:pt x="346" y="493"/>
                </a:lnTo>
                <a:lnTo>
                  <a:pt x="345" y="493"/>
                </a:lnTo>
                <a:lnTo>
                  <a:pt x="344" y="495"/>
                </a:lnTo>
                <a:lnTo>
                  <a:pt x="343" y="497"/>
                </a:lnTo>
                <a:lnTo>
                  <a:pt x="342" y="497"/>
                </a:lnTo>
                <a:lnTo>
                  <a:pt x="342" y="498"/>
                </a:lnTo>
                <a:lnTo>
                  <a:pt x="342" y="499"/>
                </a:lnTo>
                <a:lnTo>
                  <a:pt x="343" y="501"/>
                </a:lnTo>
                <a:lnTo>
                  <a:pt x="345" y="503"/>
                </a:lnTo>
                <a:lnTo>
                  <a:pt x="345" y="504"/>
                </a:lnTo>
                <a:lnTo>
                  <a:pt x="347" y="507"/>
                </a:lnTo>
                <a:lnTo>
                  <a:pt x="347" y="508"/>
                </a:lnTo>
                <a:lnTo>
                  <a:pt x="346" y="509"/>
                </a:lnTo>
                <a:lnTo>
                  <a:pt x="345" y="509"/>
                </a:lnTo>
                <a:lnTo>
                  <a:pt x="343" y="510"/>
                </a:lnTo>
                <a:lnTo>
                  <a:pt x="343" y="511"/>
                </a:lnTo>
                <a:lnTo>
                  <a:pt x="343" y="512"/>
                </a:lnTo>
                <a:lnTo>
                  <a:pt x="342" y="512"/>
                </a:lnTo>
                <a:lnTo>
                  <a:pt x="340" y="511"/>
                </a:lnTo>
                <a:lnTo>
                  <a:pt x="340" y="510"/>
                </a:lnTo>
                <a:lnTo>
                  <a:pt x="341" y="510"/>
                </a:lnTo>
                <a:lnTo>
                  <a:pt x="340" y="509"/>
                </a:lnTo>
                <a:lnTo>
                  <a:pt x="340" y="508"/>
                </a:lnTo>
                <a:lnTo>
                  <a:pt x="338" y="507"/>
                </a:lnTo>
                <a:lnTo>
                  <a:pt x="337" y="508"/>
                </a:lnTo>
                <a:lnTo>
                  <a:pt x="336" y="509"/>
                </a:lnTo>
                <a:lnTo>
                  <a:pt x="336" y="510"/>
                </a:lnTo>
                <a:lnTo>
                  <a:pt x="335" y="512"/>
                </a:lnTo>
                <a:lnTo>
                  <a:pt x="335" y="515"/>
                </a:lnTo>
                <a:lnTo>
                  <a:pt x="336" y="516"/>
                </a:lnTo>
                <a:lnTo>
                  <a:pt x="335" y="519"/>
                </a:lnTo>
                <a:lnTo>
                  <a:pt x="336" y="519"/>
                </a:lnTo>
                <a:lnTo>
                  <a:pt x="336" y="520"/>
                </a:lnTo>
                <a:lnTo>
                  <a:pt x="335" y="520"/>
                </a:lnTo>
                <a:lnTo>
                  <a:pt x="335" y="521"/>
                </a:lnTo>
                <a:lnTo>
                  <a:pt x="334" y="521"/>
                </a:lnTo>
                <a:lnTo>
                  <a:pt x="332" y="522"/>
                </a:lnTo>
                <a:lnTo>
                  <a:pt x="330" y="525"/>
                </a:lnTo>
                <a:lnTo>
                  <a:pt x="328" y="526"/>
                </a:lnTo>
                <a:lnTo>
                  <a:pt x="327" y="526"/>
                </a:lnTo>
                <a:lnTo>
                  <a:pt x="326" y="525"/>
                </a:lnTo>
                <a:lnTo>
                  <a:pt x="322" y="526"/>
                </a:lnTo>
                <a:lnTo>
                  <a:pt x="322" y="527"/>
                </a:lnTo>
                <a:lnTo>
                  <a:pt x="323" y="527"/>
                </a:lnTo>
                <a:lnTo>
                  <a:pt x="323" y="528"/>
                </a:lnTo>
                <a:lnTo>
                  <a:pt x="322" y="529"/>
                </a:lnTo>
                <a:lnTo>
                  <a:pt x="321" y="529"/>
                </a:lnTo>
                <a:lnTo>
                  <a:pt x="320" y="530"/>
                </a:lnTo>
                <a:lnTo>
                  <a:pt x="320" y="529"/>
                </a:lnTo>
                <a:lnTo>
                  <a:pt x="319" y="529"/>
                </a:lnTo>
                <a:lnTo>
                  <a:pt x="318" y="529"/>
                </a:lnTo>
                <a:lnTo>
                  <a:pt x="317" y="529"/>
                </a:lnTo>
                <a:lnTo>
                  <a:pt x="315" y="531"/>
                </a:lnTo>
                <a:lnTo>
                  <a:pt x="315" y="532"/>
                </a:lnTo>
                <a:lnTo>
                  <a:pt x="315" y="533"/>
                </a:lnTo>
                <a:lnTo>
                  <a:pt x="316" y="533"/>
                </a:lnTo>
                <a:lnTo>
                  <a:pt x="316" y="534"/>
                </a:lnTo>
                <a:lnTo>
                  <a:pt x="317" y="533"/>
                </a:lnTo>
                <a:lnTo>
                  <a:pt x="318" y="533"/>
                </a:lnTo>
                <a:lnTo>
                  <a:pt x="319" y="533"/>
                </a:lnTo>
                <a:lnTo>
                  <a:pt x="321" y="534"/>
                </a:lnTo>
                <a:lnTo>
                  <a:pt x="320" y="535"/>
                </a:lnTo>
                <a:lnTo>
                  <a:pt x="319" y="537"/>
                </a:lnTo>
                <a:lnTo>
                  <a:pt x="317" y="539"/>
                </a:lnTo>
                <a:lnTo>
                  <a:pt x="317" y="540"/>
                </a:lnTo>
                <a:lnTo>
                  <a:pt x="317" y="542"/>
                </a:lnTo>
                <a:lnTo>
                  <a:pt x="318" y="542"/>
                </a:lnTo>
                <a:lnTo>
                  <a:pt x="322" y="544"/>
                </a:lnTo>
                <a:lnTo>
                  <a:pt x="323" y="544"/>
                </a:lnTo>
                <a:lnTo>
                  <a:pt x="324" y="544"/>
                </a:lnTo>
                <a:lnTo>
                  <a:pt x="325" y="543"/>
                </a:lnTo>
                <a:lnTo>
                  <a:pt x="325" y="544"/>
                </a:lnTo>
                <a:lnTo>
                  <a:pt x="325" y="545"/>
                </a:lnTo>
                <a:lnTo>
                  <a:pt x="324" y="546"/>
                </a:lnTo>
                <a:lnTo>
                  <a:pt x="324" y="547"/>
                </a:lnTo>
                <a:lnTo>
                  <a:pt x="324" y="548"/>
                </a:lnTo>
                <a:lnTo>
                  <a:pt x="325" y="548"/>
                </a:lnTo>
                <a:lnTo>
                  <a:pt x="326" y="548"/>
                </a:lnTo>
                <a:lnTo>
                  <a:pt x="327" y="549"/>
                </a:lnTo>
                <a:lnTo>
                  <a:pt x="329" y="551"/>
                </a:lnTo>
                <a:lnTo>
                  <a:pt x="330" y="551"/>
                </a:lnTo>
                <a:lnTo>
                  <a:pt x="330" y="552"/>
                </a:lnTo>
                <a:lnTo>
                  <a:pt x="330" y="553"/>
                </a:lnTo>
                <a:lnTo>
                  <a:pt x="330" y="554"/>
                </a:lnTo>
                <a:lnTo>
                  <a:pt x="329" y="554"/>
                </a:lnTo>
                <a:lnTo>
                  <a:pt x="328" y="554"/>
                </a:lnTo>
                <a:lnTo>
                  <a:pt x="326" y="554"/>
                </a:lnTo>
                <a:lnTo>
                  <a:pt x="325" y="554"/>
                </a:lnTo>
                <a:lnTo>
                  <a:pt x="325" y="555"/>
                </a:lnTo>
                <a:lnTo>
                  <a:pt x="326" y="555"/>
                </a:lnTo>
                <a:lnTo>
                  <a:pt x="327" y="555"/>
                </a:lnTo>
                <a:lnTo>
                  <a:pt x="327" y="556"/>
                </a:lnTo>
                <a:lnTo>
                  <a:pt x="327" y="558"/>
                </a:lnTo>
                <a:lnTo>
                  <a:pt x="327" y="560"/>
                </a:lnTo>
                <a:lnTo>
                  <a:pt x="328" y="560"/>
                </a:lnTo>
                <a:lnTo>
                  <a:pt x="329" y="561"/>
                </a:lnTo>
                <a:lnTo>
                  <a:pt x="330" y="561"/>
                </a:lnTo>
                <a:lnTo>
                  <a:pt x="330" y="562"/>
                </a:lnTo>
                <a:lnTo>
                  <a:pt x="330" y="563"/>
                </a:lnTo>
                <a:lnTo>
                  <a:pt x="330" y="565"/>
                </a:lnTo>
                <a:lnTo>
                  <a:pt x="331" y="565"/>
                </a:lnTo>
                <a:lnTo>
                  <a:pt x="332" y="564"/>
                </a:lnTo>
                <a:lnTo>
                  <a:pt x="333" y="564"/>
                </a:lnTo>
                <a:lnTo>
                  <a:pt x="335" y="564"/>
                </a:lnTo>
                <a:lnTo>
                  <a:pt x="336" y="566"/>
                </a:lnTo>
                <a:lnTo>
                  <a:pt x="337" y="567"/>
                </a:lnTo>
                <a:lnTo>
                  <a:pt x="338" y="568"/>
                </a:lnTo>
                <a:lnTo>
                  <a:pt x="340" y="568"/>
                </a:lnTo>
                <a:lnTo>
                  <a:pt x="341" y="568"/>
                </a:lnTo>
                <a:lnTo>
                  <a:pt x="342" y="568"/>
                </a:lnTo>
                <a:lnTo>
                  <a:pt x="343" y="568"/>
                </a:lnTo>
                <a:lnTo>
                  <a:pt x="344" y="570"/>
                </a:lnTo>
                <a:lnTo>
                  <a:pt x="345" y="572"/>
                </a:lnTo>
                <a:lnTo>
                  <a:pt x="346" y="573"/>
                </a:lnTo>
                <a:lnTo>
                  <a:pt x="347" y="574"/>
                </a:lnTo>
                <a:lnTo>
                  <a:pt x="348" y="575"/>
                </a:lnTo>
                <a:lnTo>
                  <a:pt x="347" y="575"/>
                </a:lnTo>
                <a:lnTo>
                  <a:pt x="347" y="576"/>
                </a:lnTo>
                <a:lnTo>
                  <a:pt x="348" y="576"/>
                </a:lnTo>
                <a:lnTo>
                  <a:pt x="347" y="577"/>
                </a:lnTo>
                <a:lnTo>
                  <a:pt x="346" y="579"/>
                </a:lnTo>
                <a:lnTo>
                  <a:pt x="348" y="581"/>
                </a:lnTo>
                <a:lnTo>
                  <a:pt x="347" y="583"/>
                </a:lnTo>
                <a:lnTo>
                  <a:pt x="346" y="584"/>
                </a:lnTo>
                <a:lnTo>
                  <a:pt x="345" y="584"/>
                </a:lnTo>
                <a:lnTo>
                  <a:pt x="345" y="583"/>
                </a:lnTo>
                <a:lnTo>
                  <a:pt x="345" y="584"/>
                </a:lnTo>
                <a:lnTo>
                  <a:pt x="344" y="584"/>
                </a:lnTo>
                <a:lnTo>
                  <a:pt x="345" y="587"/>
                </a:lnTo>
                <a:lnTo>
                  <a:pt x="346" y="589"/>
                </a:lnTo>
                <a:lnTo>
                  <a:pt x="345" y="589"/>
                </a:lnTo>
                <a:lnTo>
                  <a:pt x="344" y="589"/>
                </a:lnTo>
                <a:lnTo>
                  <a:pt x="344" y="590"/>
                </a:lnTo>
                <a:lnTo>
                  <a:pt x="344" y="591"/>
                </a:lnTo>
                <a:lnTo>
                  <a:pt x="344" y="594"/>
                </a:lnTo>
                <a:lnTo>
                  <a:pt x="344" y="595"/>
                </a:lnTo>
                <a:lnTo>
                  <a:pt x="345" y="595"/>
                </a:lnTo>
                <a:lnTo>
                  <a:pt x="345" y="596"/>
                </a:lnTo>
                <a:lnTo>
                  <a:pt x="345" y="597"/>
                </a:lnTo>
                <a:lnTo>
                  <a:pt x="344" y="597"/>
                </a:lnTo>
                <a:lnTo>
                  <a:pt x="343" y="598"/>
                </a:lnTo>
                <a:lnTo>
                  <a:pt x="344" y="598"/>
                </a:lnTo>
                <a:lnTo>
                  <a:pt x="345" y="599"/>
                </a:lnTo>
                <a:lnTo>
                  <a:pt x="344" y="600"/>
                </a:lnTo>
                <a:lnTo>
                  <a:pt x="343" y="601"/>
                </a:lnTo>
                <a:lnTo>
                  <a:pt x="342" y="601"/>
                </a:lnTo>
                <a:lnTo>
                  <a:pt x="341" y="601"/>
                </a:lnTo>
                <a:lnTo>
                  <a:pt x="340" y="601"/>
                </a:lnTo>
                <a:lnTo>
                  <a:pt x="341" y="602"/>
                </a:lnTo>
                <a:lnTo>
                  <a:pt x="342" y="602"/>
                </a:lnTo>
                <a:lnTo>
                  <a:pt x="343" y="602"/>
                </a:lnTo>
                <a:lnTo>
                  <a:pt x="343" y="603"/>
                </a:lnTo>
                <a:lnTo>
                  <a:pt x="345" y="603"/>
                </a:lnTo>
                <a:lnTo>
                  <a:pt x="346" y="604"/>
                </a:lnTo>
                <a:lnTo>
                  <a:pt x="347" y="606"/>
                </a:lnTo>
                <a:lnTo>
                  <a:pt x="346" y="607"/>
                </a:lnTo>
                <a:lnTo>
                  <a:pt x="345" y="607"/>
                </a:lnTo>
                <a:lnTo>
                  <a:pt x="344" y="607"/>
                </a:lnTo>
                <a:lnTo>
                  <a:pt x="343" y="607"/>
                </a:lnTo>
                <a:lnTo>
                  <a:pt x="343" y="608"/>
                </a:lnTo>
                <a:lnTo>
                  <a:pt x="343" y="609"/>
                </a:lnTo>
                <a:lnTo>
                  <a:pt x="344" y="611"/>
                </a:lnTo>
                <a:lnTo>
                  <a:pt x="345" y="613"/>
                </a:lnTo>
                <a:lnTo>
                  <a:pt x="345" y="615"/>
                </a:lnTo>
                <a:lnTo>
                  <a:pt x="345" y="616"/>
                </a:lnTo>
                <a:lnTo>
                  <a:pt x="344" y="617"/>
                </a:lnTo>
                <a:lnTo>
                  <a:pt x="343" y="617"/>
                </a:lnTo>
                <a:lnTo>
                  <a:pt x="343" y="618"/>
                </a:lnTo>
                <a:lnTo>
                  <a:pt x="343" y="619"/>
                </a:lnTo>
                <a:lnTo>
                  <a:pt x="343" y="620"/>
                </a:lnTo>
                <a:lnTo>
                  <a:pt x="344" y="620"/>
                </a:lnTo>
                <a:lnTo>
                  <a:pt x="345" y="620"/>
                </a:lnTo>
                <a:lnTo>
                  <a:pt x="347" y="620"/>
                </a:lnTo>
                <a:lnTo>
                  <a:pt x="348" y="620"/>
                </a:lnTo>
                <a:lnTo>
                  <a:pt x="348" y="621"/>
                </a:lnTo>
                <a:lnTo>
                  <a:pt x="347" y="622"/>
                </a:lnTo>
                <a:lnTo>
                  <a:pt x="347" y="623"/>
                </a:lnTo>
                <a:lnTo>
                  <a:pt x="347" y="624"/>
                </a:lnTo>
                <a:lnTo>
                  <a:pt x="348" y="624"/>
                </a:lnTo>
                <a:lnTo>
                  <a:pt x="346" y="625"/>
                </a:lnTo>
                <a:lnTo>
                  <a:pt x="344" y="626"/>
                </a:lnTo>
                <a:lnTo>
                  <a:pt x="344" y="625"/>
                </a:lnTo>
                <a:lnTo>
                  <a:pt x="343" y="625"/>
                </a:lnTo>
                <a:lnTo>
                  <a:pt x="343" y="624"/>
                </a:lnTo>
                <a:lnTo>
                  <a:pt x="342" y="624"/>
                </a:lnTo>
                <a:lnTo>
                  <a:pt x="342" y="625"/>
                </a:lnTo>
                <a:lnTo>
                  <a:pt x="341" y="626"/>
                </a:lnTo>
                <a:lnTo>
                  <a:pt x="341" y="625"/>
                </a:lnTo>
                <a:lnTo>
                  <a:pt x="341" y="626"/>
                </a:lnTo>
                <a:lnTo>
                  <a:pt x="340" y="626"/>
                </a:lnTo>
                <a:lnTo>
                  <a:pt x="341" y="627"/>
                </a:lnTo>
                <a:lnTo>
                  <a:pt x="342" y="627"/>
                </a:lnTo>
                <a:lnTo>
                  <a:pt x="342" y="628"/>
                </a:lnTo>
                <a:lnTo>
                  <a:pt x="343" y="628"/>
                </a:lnTo>
                <a:lnTo>
                  <a:pt x="343" y="629"/>
                </a:lnTo>
                <a:lnTo>
                  <a:pt x="343" y="630"/>
                </a:lnTo>
                <a:lnTo>
                  <a:pt x="343" y="631"/>
                </a:lnTo>
                <a:lnTo>
                  <a:pt x="343" y="632"/>
                </a:lnTo>
                <a:lnTo>
                  <a:pt x="343" y="633"/>
                </a:lnTo>
                <a:lnTo>
                  <a:pt x="342" y="634"/>
                </a:lnTo>
                <a:lnTo>
                  <a:pt x="343" y="634"/>
                </a:lnTo>
                <a:lnTo>
                  <a:pt x="343" y="635"/>
                </a:lnTo>
                <a:lnTo>
                  <a:pt x="343" y="636"/>
                </a:lnTo>
                <a:lnTo>
                  <a:pt x="343" y="637"/>
                </a:lnTo>
                <a:lnTo>
                  <a:pt x="343" y="639"/>
                </a:lnTo>
                <a:lnTo>
                  <a:pt x="342" y="640"/>
                </a:lnTo>
                <a:lnTo>
                  <a:pt x="342" y="641"/>
                </a:lnTo>
                <a:lnTo>
                  <a:pt x="342" y="642"/>
                </a:lnTo>
                <a:lnTo>
                  <a:pt x="343" y="642"/>
                </a:lnTo>
                <a:lnTo>
                  <a:pt x="343" y="643"/>
                </a:lnTo>
                <a:lnTo>
                  <a:pt x="344" y="643"/>
                </a:lnTo>
                <a:lnTo>
                  <a:pt x="344" y="642"/>
                </a:lnTo>
                <a:lnTo>
                  <a:pt x="345" y="642"/>
                </a:lnTo>
                <a:lnTo>
                  <a:pt x="345" y="643"/>
                </a:lnTo>
                <a:lnTo>
                  <a:pt x="345" y="644"/>
                </a:lnTo>
                <a:lnTo>
                  <a:pt x="345" y="645"/>
                </a:lnTo>
                <a:lnTo>
                  <a:pt x="344" y="646"/>
                </a:lnTo>
                <a:lnTo>
                  <a:pt x="344" y="647"/>
                </a:lnTo>
                <a:lnTo>
                  <a:pt x="343" y="647"/>
                </a:lnTo>
                <a:lnTo>
                  <a:pt x="343" y="646"/>
                </a:lnTo>
                <a:lnTo>
                  <a:pt x="342" y="646"/>
                </a:lnTo>
                <a:lnTo>
                  <a:pt x="341" y="645"/>
                </a:lnTo>
                <a:lnTo>
                  <a:pt x="341" y="646"/>
                </a:lnTo>
                <a:lnTo>
                  <a:pt x="340" y="647"/>
                </a:lnTo>
                <a:lnTo>
                  <a:pt x="339" y="647"/>
                </a:lnTo>
                <a:lnTo>
                  <a:pt x="338" y="647"/>
                </a:lnTo>
                <a:lnTo>
                  <a:pt x="337" y="647"/>
                </a:lnTo>
                <a:lnTo>
                  <a:pt x="337" y="648"/>
                </a:lnTo>
                <a:lnTo>
                  <a:pt x="338" y="648"/>
                </a:lnTo>
                <a:lnTo>
                  <a:pt x="338" y="649"/>
                </a:lnTo>
                <a:lnTo>
                  <a:pt x="338" y="650"/>
                </a:lnTo>
                <a:lnTo>
                  <a:pt x="339" y="650"/>
                </a:lnTo>
                <a:lnTo>
                  <a:pt x="340" y="650"/>
                </a:lnTo>
                <a:lnTo>
                  <a:pt x="340" y="651"/>
                </a:lnTo>
                <a:lnTo>
                  <a:pt x="339" y="651"/>
                </a:lnTo>
                <a:lnTo>
                  <a:pt x="338" y="651"/>
                </a:lnTo>
                <a:lnTo>
                  <a:pt x="337" y="652"/>
                </a:lnTo>
                <a:lnTo>
                  <a:pt x="338" y="652"/>
                </a:lnTo>
                <a:lnTo>
                  <a:pt x="339" y="653"/>
                </a:lnTo>
                <a:lnTo>
                  <a:pt x="340" y="653"/>
                </a:lnTo>
                <a:lnTo>
                  <a:pt x="340" y="654"/>
                </a:lnTo>
                <a:lnTo>
                  <a:pt x="340" y="655"/>
                </a:lnTo>
                <a:lnTo>
                  <a:pt x="339" y="656"/>
                </a:lnTo>
                <a:lnTo>
                  <a:pt x="339" y="657"/>
                </a:lnTo>
                <a:lnTo>
                  <a:pt x="339" y="658"/>
                </a:lnTo>
                <a:lnTo>
                  <a:pt x="339" y="659"/>
                </a:lnTo>
                <a:lnTo>
                  <a:pt x="340" y="659"/>
                </a:lnTo>
                <a:lnTo>
                  <a:pt x="340" y="660"/>
                </a:lnTo>
                <a:lnTo>
                  <a:pt x="341" y="661"/>
                </a:lnTo>
                <a:lnTo>
                  <a:pt x="340" y="661"/>
                </a:lnTo>
                <a:lnTo>
                  <a:pt x="340" y="662"/>
                </a:lnTo>
                <a:lnTo>
                  <a:pt x="341" y="662"/>
                </a:lnTo>
                <a:lnTo>
                  <a:pt x="341" y="663"/>
                </a:lnTo>
                <a:lnTo>
                  <a:pt x="340" y="664"/>
                </a:lnTo>
                <a:lnTo>
                  <a:pt x="341" y="665"/>
                </a:lnTo>
                <a:lnTo>
                  <a:pt x="342" y="665"/>
                </a:lnTo>
                <a:lnTo>
                  <a:pt x="343" y="666"/>
                </a:lnTo>
                <a:lnTo>
                  <a:pt x="343" y="667"/>
                </a:lnTo>
                <a:lnTo>
                  <a:pt x="343" y="668"/>
                </a:lnTo>
                <a:lnTo>
                  <a:pt x="343" y="669"/>
                </a:lnTo>
                <a:lnTo>
                  <a:pt x="343" y="670"/>
                </a:lnTo>
                <a:lnTo>
                  <a:pt x="344" y="670"/>
                </a:lnTo>
                <a:lnTo>
                  <a:pt x="344" y="671"/>
                </a:lnTo>
                <a:lnTo>
                  <a:pt x="344" y="672"/>
                </a:lnTo>
                <a:lnTo>
                  <a:pt x="343" y="672"/>
                </a:lnTo>
                <a:lnTo>
                  <a:pt x="342" y="672"/>
                </a:lnTo>
                <a:lnTo>
                  <a:pt x="341" y="672"/>
                </a:lnTo>
                <a:lnTo>
                  <a:pt x="340" y="672"/>
                </a:lnTo>
                <a:lnTo>
                  <a:pt x="339" y="672"/>
                </a:lnTo>
                <a:lnTo>
                  <a:pt x="338" y="671"/>
                </a:lnTo>
                <a:lnTo>
                  <a:pt x="337" y="671"/>
                </a:lnTo>
                <a:lnTo>
                  <a:pt x="337" y="670"/>
                </a:lnTo>
                <a:lnTo>
                  <a:pt x="336" y="669"/>
                </a:lnTo>
                <a:lnTo>
                  <a:pt x="336" y="670"/>
                </a:lnTo>
                <a:lnTo>
                  <a:pt x="336" y="671"/>
                </a:lnTo>
                <a:lnTo>
                  <a:pt x="336" y="672"/>
                </a:lnTo>
                <a:lnTo>
                  <a:pt x="336" y="673"/>
                </a:lnTo>
                <a:lnTo>
                  <a:pt x="337" y="673"/>
                </a:lnTo>
                <a:lnTo>
                  <a:pt x="337" y="674"/>
                </a:lnTo>
                <a:lnTo>
                  <a:pt x="336" y="674"/>
                </a:lnTo>
                <a:lnTo>
                  <a:pt x="336" y="675"/>
                </a:lnTo>
                <a:lnTo>
                  <a:pt x="336" y="676"/>
                </a:lnTo>
                <a:lnTo>
                  <a:pt x="336" y="677"/>
                </a:lnTo>
                <a:lnTo>
                  <a:pt x="334" y="678"/>
                </a:lnTo>
                <a:lnTo>
                  <a:pt x="334" y="679"/>
                </a:lnTo>
                <a:lnTo>
                  <a:pt x="333" y="679"/>
                </a:lnTo>
                <a:lnTo>
                  <a:pt x="333" y="680"/>
                </a:lnTo>
                <a:lnTo>
                  <a:pt x="332" y="680"/>
                </a:lnTo>
                <a:lnTo>
                  <a:pt x="332" y="681"/>
                </a:lnTo>
                <a:lnTo>
                  <a:pt x="332" y="682"/>
                </a:lnTo>
                <a:lnTo>
                  <a:pt x="333" y="682"/>
                </a:lnTo>
                <a:lnTo>
                  <a:pt x="333" y="683"/>
                </a:lnTo>
                <a:lnTo>
                  <a:pt x="332" y="683"/>
                </a:lnTo>
                <a:lnTo>
                  <a:pt x="332" y="684"/>
                </a:lnTo>
                <a:lnTo>
                  <a:pt x="331" y="684"/>
                </a:lnTo>
                <a:lnTo>
                  <a:pt x="332" y="685"/>
                </a:lnTo>
                <a:lnTo>
                  <a:pt x="332" y="686"/>
                </a:lnTo>
                <a:lnTo>
                  <a:pt x="333" y="687"/>
                </a:lnTo>
                <a:lnTo>
                  <a:pt x="333" y="688"/>
                </a:lnTo>
                <a:lnTo>
                  <a:pt x="332" y="688"/>
                </a:lnTo>
                <a:lnTo>
                  <a:pt x="331" y="688"/>
                </a:lnTo>
                <a:lnTo>
                  <a:pt x="331" y="687"/>
                </a:lnTo>
                <a:lnTo>
                  <a:pt x="330" y="687"/>
                </a:lnTo>
                <a:lnTo>
                  <a:pt x="330" y="688"/>
                </a:lnTo>
                <a:lnTo>
                  <a:pt x="330" y="689"/>
                </a:lnTo>
                <a:lnTo>
                  <a:pt x="329" y="689"/>
                </a:lnTo>
                <a:lnTo>
                  <a:pt x="328" y="689"/>
                </a:lnTo>
                <a:lnTo>
                  <a:pt x="327" y="689"/>
                </a:lnTo>
                <a:lnTo>
                  <a:pt x="326" y="689"/>
                </a:lnTo>
                <a:lnTo>
                  <a:pt x="325" y="690"/>
                </a:lnTo>
                <a:lnTo>
                  <a:pt x="324" y="690"/>
                </a:lnTo>
                <a:lnTo>
                  <a:pt x="323" y="690"/>
                </a:lnTo>
                <a:lnTo>
                  <a:pt x="323" y="689"/>
                </a:lnTo>
                <a:lnTo>
                  <a:pt x="322" y="689"/>
                </a:lnTo>
                <a:lnTo>
                  <a:pt x="322" y="690"/>
                </a:lnTo>
                <a:lnTo>
                  <a:pt x="321" y="691"/>
                </a:lnTo>
                <a:lnTo>
                  <a:pt x="320" y="691"/>
                </a:lnTo>
                <a:lnTo>
                  <a:pt x="320" y="692"/>
                </a:lnTo>
                <a:lnTo>
                  <a:pt x="320" y="693"/>
                </a:lnTo>
                <a:lnTo>
                  <a:pt x="319" y="694"/>
                </a:lnTo>
                <a:lnTo>
                  <a:pt x="318" y="694"/>
                </a:lnTo>
                <a:lnTo>
                  <a:pt x="317" y="695"/>
                </a:lnTo>
                <a:lnTo>
                  <a:pt x="317" y="696"/>
                </a:lnTo>
                <a:lnTo>
                  <a:pt x="315" y="696"/>
                </a:lnTo>
                <a:lnTo>
                  <a:pt x="315" y="695"/>
                </a:lnTo>
                <a:lnTo>
                  <a:pt x="314" y="695"/>
                </a:lnTo>
                <a:lnTo>
                  <a:pt x="314" y="694"/>
                </a:lnTo>
                <a:lnTo>
                  <a:pt x="313" y="694"/>
                </a:lnTo>
                <a:lnTo>
                  <a:pt x="312" y="695"/>
                </a:lnTo>
                <a:lnTo>
                  <a:pt x="312" y="696"/>
                </a:lnTo>
                <a:lnTo>
                  <a:pt x="311" y="696"/>
                </a:lnTo>
                <a:lnTo>
                  <a:pt x="313" y="696"/>
                </a:lnTo>
                <a:lnTo>
                  <a:pt x="314" y="696"/>
                </a:lnTo>
                <a:lnTo>
                  <a:pt x="315" y="697"/>
                </a:lnTo>
                <a:lnTo>
                  <a:pt x="314" y="698"/>
                </a:lnTo>
                <a:lnTo>
                  <a:pt x="314" y="697"/>
                </a:lnTo>
                <a:lnTo>
                  <a:pt x="313" y="697"/>
                </a:lnTo>
                <a:lnTo>
                  <a:pt x="313" y="698"/>
                </a:lnTo>
                <a:lnTo>
                  <a:pt x="312" y="699"/>
                </a:lnTo>
                <a:lnTo>
                  <a:pt x="312" y="700"/>
                </a:lnTo>
                <a:lnTo>
                  <a:pt x="313" y="700"/>
                </a:lnTo>
                <a:lnTo>
                  <a:pt x="313" y="701"/>
                </a:lnTo>
                <a:lnTo>
                  <a:pt x="313" y="702"/>
                </a:lnTo>
                <a:lnTo>
                  <a:pt x="313" y="701"/>
                </a:lnTo>
                <a:lnTo>
                  <a:pt x="312" y="701"/>
                </a:lnTo>
                <a:lnTo>
                  <a:pt x="311" y="701"/>
                </a:lnTo>
                <a:lnTo>
                  <a:pt x="311" y="700"/>
                </a:lnTo>
                <a:lnTo>
                  <a:pt x="310" y="700"/>
                </a:lnTo>
                <a:lnTo>
                  <a:pt x="309" y="700"/>
                </a:lnTo>
                <a:lnTo>
                  <a:pt x="308" y="700"/>
                </a:lnTo>
                <a:lnTo>
                  <a:pt x="307" y="700"/>
                </a:lnTo>
                <a:lnTo>
                  <a:pt x="307" y="699"/>
                </a:lnTo>
                <a:lnTo>
                  <a:pt x="306" y="699"/>
                </a:lnTo>
                <a:lnTo>
                  <a:pt x="306" y="698"/>
                </a:lnTo>
                <a:lnTo>
                  <a:pt x="304" y="699"/>
                </a:lnTo>
                <a:lnTo>
                  <a:pt x="303" y="699"/>
                </a:lnTo>
                <a:lnTo>
                  <a:pt x="303" y="700"/>
                </a:lnTo>
                <a:lnTo>
                  <a:pt x="303" y="699"/>
                </a:lnTo>
                <a:lnTo>
                  <a:pt x="302" y="699"/>
                </a:lnTo>
                <a:lnTo>
                  <a:pt x="301" y="700"/>
                </a:lnTo>
                <a:lnTo>
                  <a:pt x="301" y="701"/>
                </a:lnTo>
                <a:lnTo>
                  <a:pt x="301" y="702"/>
                </a:lnTo>
                <a:lnTo>
                  <a:pt x="301" y="703"/>
                </a:lnTo>
                <a:lnTo>
                  <a:pt x="301" y="704"/>
                </a:lnTo>
                <a:lnTo>
                  <a:pt x="301" y="705"/>
                </a:lnTo>
                <a:lnTo>
                  <a:pt x="301" y="704"/>
                </a:lnTo>
                <a:lnTo>
                  <a:pt x="300" y="704"/>
                </a:lnTo>
                <a:lnTo>
                  <a:pt x="299" y="704"/>
                </a:lnTo>
                <a:lnTo>
                  <a:pt x="299" y="705"/>
                </a:lnTo>
                <a:lnTo>
                  <a:pt x="299" y="706"/>
                </a:lnTo>
                <a:lnTo>
                  <a:pt x="300" y="706"/>
                </a:lnTo>
                <a:lnTo>
                  <a:pt x="300" y="707"/>
                </a:lnTo>
                <a:lnTo>
                  <a:pt x="299" y="708"/>
                </a:lnTo>
                <a:lnTo>
                  <a:pt x="298" y="709"/>
                </a:lnTo>
                <a:lnTo>
                  <a:pt x="298" y="710"/>
                </a:lnTo>
                <a:lnTo>
                  <a:pt x="297" y="710"/>
                </a:lnTo>
                <a:lnTo>
                  <a:pt x="297" y="711"/>
                </a:lnTo>
                <a:lnTo>
                  <a:pt x="298" y="712"/>
                </a:lnTo>
                <a:lnTo>
                  <a:pt x="298" y="713"/>
                </a:lnTo>
                <a:lnTo>
                  <a:pt x="297" y="713"/>
                </a:lnTo>
                <a:lnTo>
                  <a:pt x="297" y="714"/>
                </a:lnTo>
                <a:lnTo>
                  <a:pt x="297" y="715"/>
                </a:lnTo>
                <a:lnTo>
                  <a:pt x="296" y="715"/>
                </a:lnTo>
                <a:lnTo>
                  <a:pt x="296" y="716"/>
                </a:lnTo>
                <a:lnTo>
                  <a:pt x="296" y="715"/>
                </a:lnTo>
                <a:lnTo>
                  <a:pt x="295" y="715"/>
                </a:lnTo>
                <a:lnTo>
                  <a:pt x="294" y="715"/>
                </a:lnTo>
                <a:lnTo>
                  <a:pt x="293" y="715"/>
                </a:lnTo>
                <a:lnTo>
                  <a:pt x="292" y="715"/>
                </a:lnTo>
                <a:lnTo>
                  <a:pt x="291" y="714"/>
                </a:lnTo>
                <a:lnTo>
                  <a:pt x="290" y="713"/>
                </a:lnTo>
                <a:lnTo>
                  <a:pt x="289" y="714"/>
                </a:lnTo>
                <a:lnTo>
                  <a:pt x="289" y="713"/>
                </a:lnTo>
                <a:lnTo>
                  <a:pt x="288" y="713"/>
                </a:lnTo>
                <a:lnTo>
                  <a:pt x="286" y="712"/>
                </a:lnTo>
                <a:lnTo>
                  <a:pt x="285" y="713"/>
                </a:lnTo>
                <a:lnTo>
                  <a:pt x="284" y="712"/>
                </a:lnTo>
                <a:lnTo>
                  <a:pt x="284" y="713"/>
                </a:lnTo>
                <a:lnTo>
                  <a:pt x="283" y="713"/>
                </a:lnTo>
                <a:lnTo>
                  <a:pt x="283" y="712"/>
                </a:lnTo>
                <a:lnTo>
                  <a:pt x="282" y="712"/>
                </a:lnTo>
                <a:lnTo>
                  <a:pt x="281" y="713"/>
                </a:lnTo>
                <a:lnTo>
                  <a:pt x="281" y="714"/>
                </a:lnTo>
                <a:lnTo>
                  <a:pt x="282" y="714"/>
                </a:lnTo>
                <a:lnTo>
                  <a:pt x="281" y="715"/>
                </a:lnTo>
                <a:lnTo>
                  <a:pt x="281" y="716"/>
                </a:lnTo>
                <a:lnTo>
                  <a:pt x="281" y="717"/>
                </a:lnTo>
                <a:lnTo>
                  <a:pt x="281" y="719"/>
                </a:lnTo>
                <a:lnTo>
                  <a:pt x="282" y="719"/>
                </a:lnTo>
                <a:lnTo>
                  <a:pt x="282" y="721"/>
                </a:lnTo>
                <a:lnTo>
                  <a:pt x="282" y="722"/>
                </a:lnTo>
                <a:lnTo>
                  <a:pt x="281" y="722"/>
                </a:lnTo>
                <a:lnTo>
                  <a:pt x="280" y="722"/>
                </a:lnTo>
                <a:lnTo>
                  <a:pt x="280" y="721"/>
                </a:lnTo>
                <a:lnTo>
                  <a:pt x="280" y="722"/>
                </a:lnTo>
                <a:lnTo>
                  <a:pt x="279" y="722"/>
                </a:lnTo>
                <a:lnTo>
                  <a:pt x="278" y="723"/>
                </a:lnTo>
                <a:lnTo>
                  <a:pt x="277" y="723"/>
                </a:lnTo>
                <a:lnTo>
                  <a:pt x="276" y="723"/>
                </a:lnTo>
                <a:lnTo>
                  <a:pt x="277" y="724"/>
                </a:lnTo>
                <a:lnTo>
                  <a:pt x="277" y="725"/>
                </a:lnTo>
                <a:lnTo>
                  <a:pt x="277" y="726"/>
                </a:lnTo>
                <a:lnTo>
                  <a:pt x="276" y="727"/>
                </a:lnTo>
                <a:lnTo>
                  <a:pt x="276" y="728"/>
                </a:lnTo>
                <a:lnTo>
                  <a:pt x="275" y="728"/>
                </a:lnTo>
                <a:lnTo>
                  <a:pt x="274" y="728"/>
                </a:lnTo>
                <a:lnTo>
                  <a:pt x="272" y="729"/>
                </a:lnTo>
                <a:lnTo>
                  <a:pt x="270" y="729"/>
                </a:lnTo>
                <a:lnTo>
                  <a:pt x="270" y="728"/>
                </a:lnTo>
                <a:lnTo>
                  <a:pt x="269" y="728"/>
                </a:lnTo>
                <a:lnTo>
                  <a:pt x="268" y="728"/>
                </a:lnTo>
                <a:lnTo>
                  <a:pt x="267" y="728"/>
                </a:lnTo>
                <a:lnTo>
                  <a:pt x="266" y="728"/>
                </a:lnTo>
                <a:lnTo>
                  <a:pt x="265" y="728"/>
                </a:lnTo>
                <a:lnTo>
                  <a:pt x="265" y="729"/>
                </a:lnTo>
                <a:lnTo>
                  <a:pt x="264" y="730"/>
                </a:lnTo>
                <a:lnTo>
                  <a:pt x="263" y="730"/>
                </a:lnTo>
                <a:lnTo>
                  <a:pt x="262" y="730"/>
                </a:lnTo>
                <a:lnTo>
                  <a:pt x="262" y="729"/>
                </a:lnTo>
                <a:lnTo>
                  <a:pt x="261" y="729"/>
                </a:lnTo>
                <a:lnTo>
                  <a:pt x="261" y="730"/>
                </a:lnTo>
                <a:lnTo>
                  <a:pt x="261" y="731"/>
                </a:lnTo>
                <a:lnTo>
                  <a:pt x="261" y="732"/>
                </a:lnTo>
                <a:lnTo>
                  <a:pt x="261" y="733"/>
                </a:lnTo>
                <a:lnTo>
                  <a:pt x="260" y="733"/>
                </a:lnTo>
                <a:lnTo>
                  <a:pt x="260" y="734"/>
                </a:lnTo>
                <a:lnTo>
                  <a:pt x="260" y="735"/>
                </a:lnTo>
                <a:lnTo>
                  <a:pt x="259" y="735"/>
                </a:lnTo>
                <a:lnTo>
                  <a:pt x="258" y="735"/>
                </a:lnTo>
                <a:lnTo>
                  <a:pt x="257" y="735"/>
                </a:lnTo>
                <a:lnTo>
                  <a:pt x="257" y="734"/>
                </a:lnTo>
                <a:lnTo>
                  <a:pt x="256" y="734"/>
                </a:lnTo>
                <a:lnTo>
                  <a:pt x="255" y="735"/>
                </a:lnTo>
                <a:lnTo>
                  <a:pt x="255" y="736"/>
                </a:lnTo>
                <a:lnTo>
                  <a:pt x="255" y="737"/>
                </a:lnTo>
                <a:lnTo>
                  <a:pt x="255" y="738"/>
                </a:lnTo>
                <a:lnTo>
                  <a:pt x="254" y="738"/>
                </a:lnTo>
                <a:lnTo>
                  <a:pt x="254" y="737"/>
                </a:lnTo>
                <a:lnTo>
                  <a:pt x="254" y="736"/>
                </a:lnTo>
                <a:lnTo>
                  <a:pt x="254" y="735"/>
                </a:lnTo>
                <a:lnTo>
                  <a:pt x="253" y="735"/>
                </a:lnTo>
                <a:lnTo>
                  <a:pt x="254" y="735"/>
                </a:lnTo>
                <a:lnTo>
                  <a:pt x="254" y="734"/>
                </a:lnTo>
                <a:lnTo>
                  <a:pt x="253" y="734"/>
                </a:lnTo>
                <a:lnTo>
                  <a:pt x="253" y="733"/>
                </a:lnTo>
                <a:lnTo>
                  <a:pt x="252" y="733"/>
                </a:lnTo>
                <a:lnTo>
                  <a:pt x="251" y="733"/>
                </a:lnTo>
                <a:lnTo>
                  <a:pt x="251" y="732"/>
                </a:lnTo>
                <a:lnTo>
                  <a:pt x="250" y="731"/>
                </a:lnTo>
                <a:lnTo>
                  <a:pt x="249" y="731"/>
                </a:lnTo>
                <a:lnTo>
                  <a:pt x="248" y="731"/>
                </a:lnTo>
                <a:lnTo>
                  <a:pt x="248" y="730"/>
                </a:lnTo>
                <a:lnTo>
                  <a:pt x="248" y="729"/>
                </a:lnTo>
                <a:lnTo>
                  <a:pt x="247" y="729"/>
                </a:lnTo>
                <a:lnTo>
                  <a:pt x="246" y="728"/>
                </a:lnTo>
                <a:lnTo>
                  <a:pt x="245" y="727"/>
                </a:lnTo>
                <a:lnTo>
                  <a:pt x="245" y="728"/>
                </a:lnTo>
                <a:lnTo>
                  <a:pt x="245" y="729"/>
                </a:lnTo>
                <a:lnTo>
                  <a:pt x="244" y="730"/>
                </a:lnTo>
                <a:lnTo>
                  <a:pt x="245" y="731"/>
                </a:lnTo>
                <a:lnTo>
                  <a:pt x="246" y="731"/>
                </a:lnTo>
                <a:lnTo>
                  <a:pt x="246" y="732"/>
                </a:lnTo>
                <a:lnTo>
                  <a:pt x="246" y="733"/>
                </a:lnTo>
                <a:lnTo>
                  <a:pt x="245" y="733"/>
                </a:lnTo>
                <a:lnTo>
                  <a:pt x="245" y="734"/>
                </a:lnTo>
                <a:lnTo>
                  <a:pt x="244" y="734"/>
                </a:lnTo>
                <a:lnTo>
                  <a:pt x="243" y="734"/>
                </a:lnTo>
                <a:lnTo>
                  <a:pt x="242" y="734"/>
                </a:lnTo>
                <a:lnTo>
                  <a:pt x="240" y="734"/>
                </a:lnTo>
                <a:lnTo>
                  <a:pt x="239" y="734"/>
                </a:lnTo>
                <a:lnTo>
                  <a:pt x="239" y="735"/>
                </a:lnTo>
                <a:lnTo>
                  <a:pt x="239" y="736"/>
                </a:lnTo>
                <a:lnTo>
                  <a:pt x="238" y="735"/>
                </a:lnTo>
                <a:lnTo>
                  <a:pt x="237" y="735"/>
                </a:lnTo>
                <a:lnTo>
                  <a:pt x="237" y="734"/>
                </a:lnTo>
                <a:lnTo>
                  <a:pt x="236" y="734"/>
                </a:lnTo>
                <a:lnTo>
                  <a:pt x="235" y="734"/>
                </a:lnTo>
                <a:lnTo>
                  <a:pt x="234" y="735"/>
                </a:lnTo>
                <a:lnTo>
                  <a:pt x="233" y="734"/>
                </a:lnTo>
                <a:lnTo>
                  <a:pt x="232" y="734"/>
                </a:lnTo>
                <a:lnTo>
                  <a:pt x="231" y="734"/>
                </a:lnTo>
                <a:lnTo>
                  <a:pt x="231" y="733"/>
                </a:lnTo>
                <a:lnTo>
                  <a:pt x="231" y="734"/>
                </a:lnTo>
                <a:lnTo>
                  <a:pt x="230" y="734"/>
                </a:lnTo>
                <a:lnTo>
                  <a:pt x="229" y="734"/>
                </a:lnTo>
                <a:lnTo>
                  <a:pt x="227" y="734"/>
                </a:lnTo>
                <a:lnTo>
                  <a:pt x="227" y="733"/>
                </a:lnTo>
                <a:lnTo>
                  <a:pt x="225" y="733"/>
                </a:lnTo>
                <a:lnTo>
                  <a:pt x="224" y="733"/>
                </a:lnTo>
                <a:lnTo>
                  <a:pt x="223" y="733"/>
                </a:lnTo>
                <a:lnTo>
                  <a:pt x="222" y="733"/>
                </a:lnTo>
                <a:lnTo>
                  <a:pt x="221" y="733"/>
                </a:lnTo>
                <a:lnTo>
                  <a:pt x="221" y="734"/>
                </a:lnTo>
                <a:lnTo>
                  <a:pt x="220" y="735"/>
                </a:lnTo>
                <a:lnTo>
                  <a:pt x="218" y="736"/>
                </a:lnTo>
                <a:lnTo>
                  <a:pt x="217" y="736"/>
                </a:lnTo>
                <a:lnTo>
                  <a:pt x="216" y="736"/>
                </a:lnTo>
                <a:lnTo>
                  <a:pt x="215" y="736"/>
                </a:lnTo>
                <a:lnTo>
                  <a:pt x="212" y="736"/>
                </a:lnTo>
                <a:lnTo>
                  <a:pt x="211" y="737"/>
                </a:lnTo>
                <a:lnTo>
                  <a:pt x="210" y="737"/>
                </a:lnTo>
                <a:lnTo>
                  <a:pt x="210" y="736"/>
                </a:lnTo>
                <a:lnTo>
                  <a:pt x="211" y="736"/>
                </a:lnTo>
                <a:lnTo>
                  <a:pt x="211" y="735"/>
                </a:lnTo>
                <a:lnTo>
                  <a:pt x="211" y="734"/>
                </a:lnTo>
                <a:lnTo>
                  <a:pt x="212" y="733"/>
                </a:lnTo>
                <a:lnTo>
                  <a:pt x="211" y="732"/>
                </a:lnTo>
                <a:lnTo>
                  <a:pt x="210" y="732"/>
                </a:lnTo>
                <a:lnTo>
                  <a:pt x="210" y="733"/>
                </a:lnTo>
                <a:lnTo>
                  <a:pt x="209" y="733"/>
                </a:lnTo>
                <a:lnTo>
                  <a:pt x="208" y="733"/>
                </a:lnTo>
                <a:lnTo>
                  <a:pt x="207" y="733"/>
                </a:lnTo>
                <a:lnTo>
                  <a:pt x="207" y="734"/>
                </a:lnTo>
                <a:lnTo>
                  <a:pt x="206" y="735"/>
                </a:lnTo>
                <a:lnTo>
                  <a:pt x="204" y="735"/>
                </a:lnTo>
                <a:lnTo>
                  <a:pt x="203" y="735"/>
                </a:lnTo>
                <a:lnTo>
                  <a:pt x="202" y="734"/>
                </a:lnTo>
                <a:lnTo>
                  <a:pt x="202" y="733"/>
                </a:lnTo>
                <a:lnTo>
                  <a:pt x="201" y="732"/>
                </a:lnTo>
                <a:lnTo>
                  <a:pt x="199" y="732"/>
                </a:lnTo>
                <a:lnTo>
                  <a:pt x="198" y="732"/>
                </a:lnTo>
                <a:lnTo>
                  <a:pt x="197" y="732"/>
                </a:lnTo>
                <a:lnTo>
                  <a:pt x="196" y="731"/>
                </a:lnTo>
                <a:lnTo>
                  <a:pt x="194" y="731"/>
                </a:lnTo>
                <a:lnTo>
                  <a:pt x="193" y="731"/>
                </a:lnTo>
                <a:lnTo>
                  <a:pt x="193" y="732"/>
                </a:lnTo>
                <a:lnTo>
                  <a:pt x="192" y="732"/>
                </a:lnTo>
                <a:lnTo>
                  <a:pt x="192" y="731"/>
                </a:lnTo>
                <a:lnTo>
                  <a:pt x="191" y="731"/>
                </a:lnTo>
                <a:lnTo>
                  <a:pt x="190" y="730"/>
                </a:lnTo>
                <a:lnTo>
                  <a:pt x="188" y="731"/>
                </a:lnTo>
                <a:lnTo>
                  <a:pt x="187" y="731"/>
                </a:lnTo>
                <a:lnTo>
                  <a:pt x="186" y="730"/>
                </a:lnTo>
                <a:lnTo>
                  <a:pt x="186" y="731"/>
                </a:lnTo>
                <a:lnTo>
                  <a:pt x="186" y="732"/>
                </a:lnTo>
                <a:lnTo>
                  <a:pt x="187" y="733"/>
                </a:lnTo>
                <a:lnTo>
                  <a:pt x="188" y="734"/>
                </a:lnTo>
                <a:lnTo>
                  <a:pt x="189" y="735"/>
                </a:lnTo>
                <a:lnTo>
                  <a:pt x="189" y="736"/>
                </a:lnTo>
                <a:lnTo>
                  <a:pt x="189" y="738"/>
                </a:lnTo>
                <a:lnTo>
                  <a:pt x="188" y="738"/>
                </a:lnTo>
                <a:lnTo>
                  <a:pt x="188" y="739"/>
                </a:lnTo>
                <a:lnTo>
                  <a:pt x="187" y="739"/>
                </a:lnTo>
                <a:lnTo>
                  <a:pt x="187" y="740"/>
                </a:lnTo>
                <a:lnTo>
                  <a:pt x="186" y="741"/>
                </a:lnTo>
                <a:lnTo>
                  <a:pt x="185" y="741"/>
                </a:lnTo>
                <a:lnTo>
                  <a:pt x="185" y="742"/>
                </a:lnTo>
                <a:lnTo>
                  <a:pt x="186" y="743"/>
                </a:lnTo>
                <a:lnTo>
                  <a:pt x="187" y="744"/>
                </a:lnTo>
                <a:lnTo>
                  <a:pt x="187" y="745"/>
                </a:lnTo>
                <a:lnTo>
                  <a:pt x="188" y="746"/>
                </a:lnTo>
                <a:lnTo>
                  <a:pt x="188" y="747"/>
                </a:lnTo>
                <a:lnTo>
                  <a:pt x="188" y="748"/>
                </a:lnTo>
                <a:lnTo>
                  <a:pt x="188" y="749"/>
                </a:lnTo>
                <a:lnTo>
                  <a:pt x="188" y="750"/>
                </a:lnTo>
                <a:lnTo>
                  <a:pt x="188" y="751"/>
                </a:lnTo>
                <a:lnTo>
                  <a:pt x="188" y="752"/>
                </a:lnTo>
                <a:lnTo>
                  <a:pt x="188" y="754"/>
                </a:lnTo>
                <a:lnTo>
                  <a:pt x="188" y="755"/>
                </a:lnTo>
                <a:lnTo>
                  <a:pt x="188" y="756"/>
                </a:lnTo>
                <a:lnTo>
                  <a:pt x="188" y="757"/>
                </a:lnTo>
                <a:lnTo>
                  <a:pt x="189" y="758"/>
                </a:lnTo>
                <a:lnTo>
                  <a:pt x="189" y="759"/>
                </a:lnTo>
                <a:lnTo>
                  <a:pt x="189" y="760"/>
                </a:lnTo>
                <a:lnTo>
                  <a:pt x="188" y="761"/>
                </a:lnTo>
                <a:lnTo>
                  <a:pt x="187" y="761"/>
                </a:lnTo>
                <a:lnTo>
                  <a:pt x="186" y="761"/>
                </a:lnTo>
                <a:lnTo>
                  <a:pt x="186" y="760"/>
                </a:lnTo>
                <a:lnTo>
                  <a:pt x="185" y="760"/>
                </a:lnTo>
                <a:lnTo>
                  <a:pt x="185" y="759"/>
                </a:lnTo>
                <a:lnTo>
                  <a:pt x="184" y="759"/>
                </a:lnTo>
                <a:lnTo>
                  <a:pt x="184" y="758"/>
                </a:lnTo>
                <a:lnTo>
                  <a:pt x="183" y="758"/>
                </a:lnTo>
                <a:lnTo>
                  <a:pt x="183" y="759"/>
                </a:lnTo>
                <a:lnTo>
                  <a:pt x="182" y="759"/>
                </a:lnTo>
                <a:lnTo>
                  <a:pt x="181" y="758"/>
                </a:lnTo>
                <a:lnTo>
                  <a:pt x="180" y="759"/>
                </a:lnTo>
                <a:lnTo>
                  <a:pt x="179" y="758"/>
                </a:lnTo>
                <a:lnTo>
                  <a:pt x="178" y="757"/>
                </a:lnTo>
                <a:lnTo>
                  <a:pt x="177" y="757"/>
                </a:lnTo>
                <a:lnTo>
                  <a:pt x="175" y="757"/>
                </a:lnTo>
                <a:lnTo>
                  <a:pt x="174" y="757"/>
                </a:lnTo>
                <a:lnTo>
                  <a:pt x="174" y="758"/>
                </a:lnTo>
                <a:lnTo>
                  <a:pt x="174" y="759"/>
                </a:lnTo>
                <a:lnTo>
                  <a:pt x="173" y="759"/>
                </a:lnTo>
                <a:lnTo>
                  <a:pt x="173" y="758"/>
                </a:lnTo>
                <a:lnTo>
                  <a:pt x="172" y="758"/>
                </a:lnTo>
                <a:lnTo>
                  <a:pt x="171" y="758"/>
                </a:lnTo>
                <a:lnTo>
                  <a:pt x="170" y="759"/>
                </a:lnTo>
                <a:lnTo>
                  <a:pt x="169" y="759"/>
                </a:lnTo>
                <a:lnTo>
                  <a:pt x="169" y="758"/>
                </a:lnTo>
                <a:lnTo>
                  <a:pt x="168" y="758"/>
                </a:lnTo>
                <a:lnTo>
                  <a:pt x="167" y="759"/>
                </a:lnTo>
                <a:lnTo>
                  <a:pt x="166" y="759"/>
                </a:lnTo>
                <a:lnTo>
                  <a:pt x="165" y="759"/>
                </a:lnTo>
                <a:lnTo>
                  <a:pt x="163" y="760"/>
                </a:lnTo>
                <a:lnTo>
                  <a:pt x="163" y="761"/>
                </a:lnTo>
                <a:lnTo>
                  <a:pt x="163" y="762"/>
                </a:lnTo>
                <a:lnTo>
                  <a:pt x="163" y="764"/>
                </a:lnTo>
                <a:lnTo>
                  <a:pt x="162" y="765"/>
                </a:lnTo>
                <a:lnTo>
                  <a:pt x="161" y="765"/>
                </a:lnTo>
                <a:lnTo>
                  <a:pt x="160" y="765"/>
                </a:lnTo>
                <a:lnTo>
                  <a:pt x="160" y="766"/>
                </a:lnTo>
                <a:lnTo>
                  <a:pt x="159" y="766"/>
                </a:lnTo>
                <a:lnTo>
                  <a:pt x="159" y="767"/>
                </a:lnTo>
                <a:lnTo>
                  <a:pt x="158" y="767"/>
                </a:lnTo>
                <a:lnTo>
                  <a:pt x="157" y="767"/>
                </a:lnTo>
                <a:lnTo>
                  <a:pt x="156" y="767"/>
                </a:lnTo>
                <a:lnTo>
                  <a:pt x="156" y="768"/>
                </a:lnTo>
                <a:lnTo>
                  <a:pt x="156" y="769"/>
                </a:lnTo>
                <a:lnTo>
                  <a:pt x="155" y="769"/>
                </a:lnTo>
                <a:lnTo>
                  <a:pt x="154" y="769"/>
                </a:lnTo>
                <a:lnTo>
                  <a:pt x="153" y="769"/>
                </a:lnTo>
                <a:lnTo>
                  <a:pt x="152" y="770"/>
                </a:lnTo>
                <a:lnTo>
                  <a:pt x="151" y="770"/>
                </a:lnTo>
                <a:lnTo>
                  <a:pt x="150" y="771"/>
                </a:lnTo>
                <a:lnTo>
                  <a:pt x="149" y="771"/>
                </a:lnTo>
                <a:lnTo>
                  <a:pt x="148" y="771"/>
                </a:lnTo>
                <a:lnTo>
                  <a:pt x="148" y="772"/>
                </a:lnTo>
                <a:lnTo>
                  <a:pt x="149" y="772"/>
                </a:lnTo>
                <a:lnTo>
                  <a:pt x="149" y="773"/>
                </a:lnTo>
                <a:lnTo>
                  <a:pt x="150" y="773"/>
                </a:lnTo>
                <a:lnTo>
                  <a:pt x="150" y="774"/>
                </a:lnTo>
                <a:lnTo>
                  <a:pt x="150" y="776"/>
                </a:lnTo>
                <a:lnTo>
                  <a:pt x="150" y="777"/>
                </a:lnTo>
                <a:lnTo>
                  <a:pt x="149" y="777"/>
                </a:lnTo>
                <a:lnTo>
                  <a:pt x="149" y="778"/>
                </a:lnTo>
                <a:lnTo>
                  <a:pt x="148" y="778"/>
                </a:lnTo>
                <a:lnTo>
                  <a:pt x="147" y="778"/>
                </a:lnTo>
                <a:lnTo>
                  <a:pt x="146" y="778"/>
                </a:lnTo>
                <a:lnTo>
                  <a:pt x="146" y="779"/>
                </a:lnTo>
                <a:lnTo>
                  <a:pt x="145" y="780"/>
                </a:lnTo>
                <a:lnTo>
                  <a:pt x="145" y="781"/>
                </a:lnTo>
                <a:lnTo>
                  <a:pt x="144" y="782"/>
                </a:lnTo>
                <a:lnTo>
                  <a:pt x="145" y="782"/>
                </a:lnTo>
                <a:lnTo>
                  <a:pt x="144" y="783"/>
                </a:lnTo>
                <a:lnTo>
                  <a:pt x="144" y="784"/>
                </a:lnTo>
                <a:lnTo>
                  <a:pt x="143" y="784"/>
                </a:lnTo>
                <a:lnTo>
                  <a:pt x="142" y="785"/>
                </a:lnTo>
                <a:lnTo>
                  <a:pt x="142" y="786"/>
                </a:lnTo>
                <a:lnTo>
                  <a:pt x="141" y="786"/>
                </a:lnTo>
                <a:lnTo>
                  <a:pt x="142" y="786"/>
                </a:lnTo>
                <a:lnTo>
                  <a:pt x="142" y="788"/>
                </a:lnTo>
                <a:lnTo>
                  <a:pt x="141" y="788"/>
                </a:lnTo>
                <a:lnTo>
                  <a:pt x="141" y="789"/>
                </a:lnTo>
                <a:lnTo>
                  <a:pt x="141" y="790"/>
                </a:lnTo>
                <a:lnTo>
                  <a:pt x="140" y="791"/>
                </a:lnTo>
                <a:lnTo>
                  <a:pt x="139" y="791"/>
                </a:lnTo>
                <a:lnTo>
                  <a:pt x="139" y="790"/>
                </a:lnTo>
                <a:lnTo>
                  <a:pt x="138" y="790"/>
                </a:lnTo>
                <a:lnTo>
                  <a:pt x="137" y="790"/>
                </a:lnTo>
                <a:lnTo>
                  <a:pt x="135" y="790"/>
                </a:lnTo>
                <a:lnTo>
                  <a:pt x="134" y="792"/>
                </a:lnTo>
                <a:lnTo>
                  <a:pt x="133" y="792"/>
                </a:lnTo>
                <a:lnTo>
                  <a:pt x="133" y="793"/>
                </a:lnTo>
                <a:lnTo>
                  <a:pt x="132" y="793"/>
                </a:lnTo>
                <a:lnTo>
                  <a:pt x="131" y="794"/>
                </a:lnTo>
                <a:lnTo>
                  <a:pt x="129" y="794"/>
                </a:lnTo>
                <a:lnTo>
                  <a:pt x="129" y="793"/>
                </a:lnTo>
                <a:lnTo>
                  <a:pt x="128" y="793"/>
                </a:lnTo>
                <a:lnTo>
                  <a:pt x="128" y="792"/>
                </a:lnTo>
                <a:lnTo>
                  <a:pt x="127" y="792"/>
                </a:lnTo>
                <a:lnTo>
                  <a:pt x="126" y="792"/>
                </a:lnTo>
                <a:lnTo>
                  <a:pt x="126" y="793"/>
                </a:lnTo>
                <a:lnTo>
                  <a:pt x="126" y="794"/>
                </a:lnTo>
                <a:lnTo>
                  <a:pt x="125" y="794"/>
                </a:lnTo>
                <a:lnTo>
                  <a:pt x="124" y="794"/>
                </a:lnTo>
                <a:lnTo>
                  <a:pt x="123" y="794"/>
                </a:lnTo>
                <a:lnTo>
                  <a:pt x="123" y="795"/>
                </a:lnTo>
                <a:lnTo>
                  <a:pt x="122" y="795"/>
                </a:lnTo>
                <a:lnTo>
                  <a:pt x="122" y="796"/>
                </a:lnTo>
                <a:lnTo>
                  <a:pt x="121" y="796"/>
                </a:lnTo>
                <a:lnTo>
                  <a:pt x="121" y="795"/>
                </a:lnTo>
                <a:lnTo>
                  <a:pt x="119" y="795"/>
                </a:lnTo>
                <a:lnTo>
                  <a:pt x="118" y="795"/>
                </a:lnTo>
                <a:lnTo>
                  <a:pt x="117" y="794"/>
                </a:lnTo>
                <a:lnTo>
                  <a:pt x="116" y="794"/>
                </a:lnTo>
                <a:lnTo>
                  <a:pt x="115" y="795"/>
                </a:lnTo>
                <a:lnTo>
                  <a:pt x="114" y="795"/>
                </a:lnTo>
                <a:lnTo>
                  <a:pt x="113" y="796"/>
                </a:lnTo>
                <a:lnTo>
                  <a:pt x="112" y="797"/>
                </a:lnTo>
                <a:lnTo>
                  <a:pt x="111" y="797"/>
                </a:lnTo>
                <a:lnTo>
                  <a:pt x="109" y="797"/>
                </a:lnTo>
                <a:lnTo>
                  <a:pt x="109" y="796"/>
                </a:lnTo>
                <a:lnTo>
                  <a:pt x="108" y="796"/>
                </a:lnTo>
                <a:lnTo>
                  <a:pt x="107" y="796"/>
                </a:lnTo>
                <a:lnTo>
                  <a:pt x="107" y="797"/>
                </a:lnTo>
                <a:lnTo>
                  <a:pt x="106" y="797"/>
                </a:lnTo>
                <a:lnTo>
                  <a:pt x="106" y="798"/>
                </a:lnTo>
                <a:lnTo>
                  <a:pt x="106" y="799"/>
                </a:lnTo>
                <a:lnTo>
                  <a:pt x="106" y="800"/>
                </a:lnTo>
                <a:lnTo>
                  <a:pt x="105" y="800"/>
                </a:lnTo>
                <a:lnTo>
                  <a:pt x="104" y="800"/>
                </a:lnTo>
                <a:lnTo>
                  <a:pt x="103" y="800"/>
                </a:lnTo>
                <a:lnTo>
                  <a:pt x="103" y="799"/>
                </a:lnTo>
                <a:lnTo>
                  <a:pt x="102" y="799"/>
                </a:lnTo>
                <a:lnTo>
                  <a:pt x="101" y="799"/>
                </a:lnTo>
                <a:lnTo>
                  <a:pt x="100" y="799"/>
                </a:lnTo>
                <a:lnTo>
                  <a:pt x="99" y="798"/>
                </a:lnTo>
                <a:lnTo>
                  <a:pt x="98" y="798"/>
                </a:lnTo>
                <a:lnTo>
                  <a:pt x="98" y="797"/>
                </a:lnTo>
                <a:lnTo>
                  <a:pt x="97" y="797"/>
                </a:lnTo>
                <a:lnTo>
                  <a:pt x="96" y="798"/>
                </a:lnTo>
                <a:lnTo>
                  <a:pt x="95" y="800"/>
                </a:lnTo>
                <a:lnTo>
                  <a:pt x="95" y="801"/>
                </a:lnTo>
                <a:lnTo>
                  <a:pt x="95" y="802"/>
                </a:lnTo>
                <a:lnTo>
                  <a:pt x="95" y="803"/>
                </a:lnTo>
                <a:lnTo>
                  <a:pt x="94" y="803"/>
                </a:lnTo>
                <a:lnTo>
                  <a:pt x="94" y="804"/>
                </a:lnTo>
                <a:lnTo>
                  <a:pt x="94" y="805"/>
                </a:lnTo>
                <a:lnTo>
                  <a:pt x="93" y="805"/>
                </a:lnTo>
                <a:lnTo>
                  <a:pt x="92" y="805"/>
                </a:lnTo>
                <a:lnTo>
                  <a:pt x="91" y="806"/>
                </a:lnTo>
                <a:lnTo>
                  <a:pt x="90" y="806"/>
                </a:lnTo>
                <a:lnTo>
                  <a:pt x="89" y="806"/>
                </a:lnTo>
                <a:lnTo>
                  <a:pt x="88" y="806"/>
                </a:lnTo>
                <a:lnTo>
                  <a:pt x="87" y="806"/>
                </a:lnTo>
                <a:lnTo>
                  <a:pt x="86" y="807"/>
                </a:lnTo>
                <a:lnTo>
                  <a:pt x="85" y="808"/>
                </a:lnTo>
                <a:lnTo>
                  <a:pt x="84" y="808"/>
                </a:lnTo>
                <a:lnTo>
                  <a:pt x="82" y="810"/>
                </a:lnTo>
                <a:lnTo>
                  <a:pt x="81" y="811"/>
                </a:lnTo>
                <a:lnTo>
                  <a:pt x="80" y="812"/>
                </a:lnTo>
                <a:lnTo>
                  <a:pt x="79" y="813"/>
                </a:lnTo>
                <a:lnTo>
                  <a:pt x="78" y="813"/>
                </a:lnTo>
                <a:lnTo>
                  <a:pt x="78" y="812"/>
                </a:lnTo>
                <a:lnTo>
                  <a:pt x="78" y="811"/>
                </a:lnTo>
                <a:lnTo>
                  <a:pt x="77" y="811"/>
                </a:lnTo>
                <a:lnTo>
                  <a:pt x="76" y="810"/>
                </a:lnTo>
                <a:lnTo>
                  <a:pt x="75" y="809"/>
                </a:lnTo>
                <a:lnTo>
                  <a:pt x="74" y="809"/>
                </a:lnTo>
                <a:lnTo>
                  <a:pt x="74" y="810"/>
                </a:lnTo>
                <a:lnTo>
                  <a:pt x="73" y="810"/>
                </a:lnTo>
                <a:lnTo>
                  <a:pt x="73" y="811"/>
                </a:lnTo>
                <a:lnTo>
                  <a:pt x="73" y="812"/>
                </a:lnTo>
                <a:lnTo>
                  <a:pt x="73" y="813"/>
                </a:lnTo>
                <a:lnTo>
                  <a:pt x="72" y="815"/>
                </a:lnTo>
                <a:lnTo>
                  <a:pt x="72" y="816"/>
                </a:lnTo>
                <a:lnTo>
                  <a:pt x="72" y="817"/>
                </a:lnTo>
                <a:lnTo>
                  <a:pt x="72" y="818"/>
                </a:lnTo>
                <a:lnTo>
                  <a:pt x="72" y="819"/>
                </a:lnTo>
                <a:lnTo>
                  <a:pt x="71" y="820"/>
                </a:lnTo>
                <a:lnTo>
                  <a:pt x="70" y="821"/>
                </a:lnTo>
                <a:lnTo>
                  <a:pt x="69" y="822"/>
                </a:lnTo>
                <a:lnTo>
                  <a:pt x="67" y="822"/>
                </a:lnTo>
                <a:lnTo>
                  <a:pt x="66" y="823"/>
                </a:lnTo>
                <a:lnTo>
                  <a:pt x="66" y="824"/>
                </a:lnTo>
                <a:lnTo>
                  <a:pt x="65" y="825"/>
                </a:lnTo>
                <a:lnTo>
                  <a:pt x="64" y="825"/>
                </a:lnTo>
                <a:lnTo>
                  <a:pt x="63" y="825"/>
                </a:lnTo>
                <a:lnTo>
                  <a:pt x="62" y="824"/>
                </a:lnTo>
                <a:lnTo>
                  <a:pt x="62" y="823"/>
                </a:lnTo>
                <a:lnTo>
                  <a:pt x="61" y="822"/>
                </a:lnTo>
                <a:lnTo>
                  <a:pt x="61" y="821"/>
                </a:lnTo>
                <a:lnTo>
                  <a:pt x="59" y="821"/>
                </a:lnTo>
                <a:lnTo>
                  <a:pt x="57" y="821"/>
                </a:lnTo>
                <a:lnTo>
                  <a:pt x="56" y="821"/>
                </a:lnTo>
                <a:lnTo>
                  <a:pt x="56" y="822"/>
                </a:lnTo>
                <a:lnTo>
                  <a:pt x="55" y="822"/>
                </a:lnTo>
                <a:lnTo>
                  <a:pt x="55" y="823"/>
                </a:lnTo>
                <a:lnTo>
                  <a:pt x="54" y="824"/>
                </a:lnTo>
                <a:lnTo>
                  <a:pt x="53" y="824"/>
                </a:lnTo>
                <a:lnTo>
                  <a:pt x="53" y="825"/>
                </a:lnTo>
                <a:lnTo>
                  <a:pt x="53" y="826"/>
                </a:lnTo>
                <a:lnTo>
                  <a:pt x="53" y="827"/>
                </a:lnTo>
                <a:lnTo>
                  <a:pt x="52" y="827"/>
                </a:lnTo>
                <a:lnTo>
                  <a:pt x="52" y="828"/>
                </a:lnTo>
                <a:lnTo>
                  <a:pt x="52" y="827"/>
                </a:lnTo>
                <a:lnTo>
                  <a:pt x="51" y="827"/>
                </a:lnTo>
                <a:lnTo>
                  <a:pt x="50" y="827"/>
                </a:lnTo>
                <a:lnTo>
                  <a:pt x="50" y="828"/>
                </a:lnTo>
                <a:lnTo>
                  <a:pt x="49" y="828"/>
                </a:lnTo>
                <a:lnTo>
                  <a:pt x="49" y="829"/>
                </a:lnTo>
                <a:lnTo>
                  <a:pt x="48" y="829"/>
                </a:lnTo>
                <a:lnTo>
                  <a:pt x="48" y="830"/>
                </a:lnTo>
                <a:lnTo>
                  <a:pt x="47" y="830"/>
                </a:lnTo>
                <a:lnTo>
                  <a:pt x="47" y="829"/>
                </a:lnTo>
                <a:lnTo>
                  <a:pt x="46" y="829"/>
                </a:lnTo>
                <a:lnTo>
                  <a:pt x="45" y="829"/>
                </a:lnTo>
                <a:lnTo>
                  <a:pt x="45" y="828"/>
                </a:lnTo>
                <a:lnTo>
                  <a:pt x="44" y="828"/>
                </a:lnTo>
                <a:lnTo>
                  <a:pt x="43" y="828"/>
                </a:lnTo>
                <a:lnTo>
                  <a:pt x="43" y="827"/>
                </a:lnTo>
                <a:lnTo>
                  <a:pt x="42" y="827"/>
                </a:lnTo>
                <a:lnTo>
                  <a:pt x="41" y="827"/>
                </a:lnTo>
                <a:lnTo>
                  <a:pt x="41" y="828"/>
                </a:lnTo>
                <a:lnTo>
                  <a:pt x="40" y="828"/>
                </a:lnTo>
                <a:lnTo>
                  <a:pt x="40" y="829"/>
                </a:lnTo>
                <a:lnTo>
                  <a:pt x="39" y="829"/>
                </a:lnTo>
                <a:lnTo>
                  <a:pt x="39" y="830"/>
                </a:lnTo>
                <a:lnTo>
                  <a:pt x="38" y="830"/>
                </a:lnTo>
                <a:lnTo>
                  <a:pt x="37" y="830"/>
                </a:lnTo>
                <a:lnTo>
                  <a:pt x="36" y="830"/>
                </a:lnTo>
                <a:lnTo>
                  <a:pt x="36" y="831"/>
                </a:lnTo>
                <a:lnTo>
                  <a:pt x="35" y="831"/>
                </a:lnTo>
                <a:lnTo>
                  <a:pt x="33" y="831"/>
                </a:lnTo>
                <a:lnTo>
                  <a:pt x="32" y="831"/>
                </a:lnTo>
                <a:lnTo>
                  <a:pt x="32" y="830"/>
                </a:lnTo>
                <a:lnTo>
                  <a:pt x="31" y="830"/>
                </a:lnTo>
                <a:lnTo>
                  <a:pt x="31" y="829"/>
                </a:lnTo>
                <a:lnTo>
                  <a:pt x="30" y="829"/>
                </a:lnTo>
                <a:lnTo>
                  <a:pt x="29" y="829"/>
                </a:lnTo>
                <a:lnTo>
                  <a:pt x="29" y="828"/>
                </a:lnTo>
                <a:lnTo>
                  <a:pt x="28" y="828"/>
                </a:lnTo>
                <a:lnTo>
                  <a:pt x="27" y="828"/>
                </a:lnTo>
                <a:lnTo>
                  <a:pt x="27" y="827"/>
                </a:lnTo>
                <a:lnTo>
                  <a:pt x="26" y="827"/>
                </a:lnTo>
                <a:lnTo>
                  <a:pt x="26" y="828"/>
                </a:lnTo>
                <a:lnTo>
                  <a:pt x="25" y="828"/>
                </a:lnTo>
                <a:lnTo>
                  <a:pt x="25" y="829"/>
                </a:lnTo>
                <a:lnTo>
                  <a:pt x="24" y="829"/>
                </a:lnTo>
                <a:lnTo>
                  <a:pt x="23" y="830"/>
                </a:lnTo>
                <a:lnTo>
                  <a:pt x="22" y="830"/>
                </a:lnTo>
                <a:lnTo>
                  <a:pt x="22" y="831"/>
                </a:lnTo>
                <a:lnTo>
                  <a:pt x="19" y="831"/>
                </a:lnTo>
                <a:lnTo>
                  <a:pt x="19" y="830"/>
                </a:lnTo>
                <a:lnTo>
                  <a:pt x="18" y="830"/>
                </a:lnTo>
                <a:lnTo>
                  <a:pt x="17" y="830"/>
                </a:lnTo>
                <a:lnTo>
                  <a:pt x="15" y="829"/>
                </a:lnTo>
                <a:lnTo>
                  <a:pt x="10" y="829"/>
                </a:lnTo>
                <a:lnTo>
                  <a:pt x="9" y="829"/>
                </a:lnTo>
                <a:lnTo>
                  <a:pt x="8" y="829"/>
                </a:lnTo>
                <a:lnTo>
                  <a:pt x="7" y="829"/>
                </a:lnTo>
                <a:lnTo>
                  <a:pt x="7" y="828"/>
                </a:lnTo>
                <a:lnTo>
                  <a:pt x="6" y="828"/>
                </a:lnTo>
                <a:lnTo>
                  <a:pt x="5" y="828"/>
                </a:lnTo>
                <a:lnTo>
                  <a:pt x="5" y="827"/>
                </a:lnTo>
                <a:lnTo>
                  <a:pt x="4" y="827"/>
                </a:lnTo>
                <a:lnTo>
                  <a:pt x="4" y="826"/>
                </a:lnTo>
                <a:lnTo>
                  <a:pt x="3" y="826"/>
                </a:lnTo>
                <a:lnTo>
                  <a:pt x="3" y="825"/>
                </a:lnTo>
                <a:lnTo>
                  <a:pt x="2" y="824"/>
                </a:lnTo>
                <a:lnTo>
                  <a:pt x="2" y="823"/>
                </a:lnTo>
                <a:lnTo>
                  <a:pt x="2" y="822"/>
                </a:lnTo>
                <a:lnTo>
                  <a:pt x="2" y="821"/>
                </a:lnTo>
                <a:lnTo>
                  <a:pt x="2" y="820"/>
                </a:lnTo>
                <a:lnTo>
                  <a:pt x="2" y="819"/>
                </a:lnTo>
                <a:lnTo>
                  <a:pt x="2" y="818"/>
                </a:lnTo>
                <a:lnTo>
                  <a:pt x="3" y="818"/>
                </a:lnTo>
                <a:lnTo>
                  <a:pt x="3" y="817"/>
                </a:lnTo>
                <a:lnTo>
                  <a:pt x="3" y="816"/>
                </a:lnTo>
                <a:lnTo>
                  <a:pt x="3" y="815"/>
                </a:lnTo>
                <a:lnTo>
                  <a:pt x="3" y="814"/>
                </a:lnTo>
                <a:lnTo>
                  <a:pt x="3" y="813"/>
                </a:lnTo>
                <a:lnTo>
                  <a:pt x="3" y="811"/>
                </a:lnTo>
                <a:lnTo>
                  <a:pt x="3" y="809"/>
                </a:lnTo>
                <a:lnTo>
                  <a:pt x="3" y="808"/>
                </a:lnTo>
                <a:lnTo>
                  <a:pt x="3" y="807"/>
                </a:lnTo>
                <a:lnTo>
                  <a:pt x="3" y="806"/>
                </a:lnTo>
                <a:lnTo>
                  <a:pt x="3" y="805"/>
                </a:lnTo>
                <a:lnTo>
                  <a:pt x="2" y="805"/>
                </a:lnTo>
                <a:lnTo>
                  <a:pt x="2" y="804"/>
                </a:lnTo>
                <a:lnTo>
                  <a:pt x="2" y="803"/>
                </a:lnTo>
                <a:lnTo>
                  <a:pt x="2" y="802"/>
                </a:lnTo>
                <a:lnTo>
                  <a:pt x="2" y="801"/>
                </a:lnTo>
                <a:lnTo>
                  <a:pt x="2" y="800"/>
                </a:lnTo>
                <a:lnTo>
                  <a:pt x="1" y="800"/>
                </a:lnTo>
                <a:lnTo>
                  <a:pt x="1" y="799"/>
                </a:lnTo>
                <a:lnTo>
                  <a:pt x="1" y="798"/>
                </a:lnTo>
                <a:lnTo>
                  <a:pt x="1" y="797"/>
                </a:lnTo>
                <a:lnTo>
                  <a:pt x="1" y="796"/>
                </a:lnTo>
                <a:lnTo>
                  <a:pt x="1" y="795"/>
                </a:lnTo>
                <a:lnTo>
                  <a:pt x="0" y="795"/>
                </a:lnTo>
                <a:lnTo>
                  <a:pt x="0" y="794"/>
                </a:lnTo>
                <a:lnTo>
                  <a:pt x="0" y="793"/>
                </a:lnTo>
                <a:lnTo>
                  <a:pt x="0" y="792"/>
                </a:lnTo>
                <a:lnTo>
                  <a:pt x="0" y="791"/>
                </a:lnTo>
                <a:lnTo>
                  <a:pt x="0" y="788"/>
                </a:lnTo>
                <a:lnTo>
                  <a:pt x="0" y="787"/>
                </a:lnTo>
                <a:lnTo>
                  <a:pt x="0" y="786"/>
                </a:lnTo>
                <a:lnTo>
                  <a:pt x="1" y="786"/>
                </a:lnTo>
                <a:lnTo>
                  <a:pt x="1" y="785"/>
                </a:lnTo>
                <a:lnTo>
                  <a:pt x="2" y="785"/>
                </a:lnTo>
                <a:lnTo>
                  <a:pt x="3" y="784"/>
                </a:lnTo>
                <a:lnTo>
                  <a:pt x="3" y="783"/>
                </a:lnTo>
                <a:lnTo>
                  <a:pt x="3" y="782"/>
                </a:lnTo>
                <a:lnTo>
                  <a:pt x="3" y="781"/>
                </a:lnTo>
                <a:lnTo>
                  <a:pt x="4" y="781"/>
                </a:lnTo>
                <a:lnTo>
                  <a:pt x="4" y="780"/>
                </a:lnTo>
                <a:lnTo>
                  <a:pt x="5" y="780"/>
                </a:lnTo>
                <a:lnTo>
                  <a:pt x="6" y="780"/>
                </a:lnTo>
                <a:lnTo>
                  <a:pt x="6" y="779"/>
                </a:lnTo>
                <a:lnTo>
                  <a:pt x="6" y="778"/>
                </a:lnTo>
                <a:lnTo>
                  <a:pt x="7" y="778"/>
                </a:lnTo>
                <a:lnTo>
                  <a:pt x="6" y="777"/>
                </a:lnTo>
                <a:lnTo>
                  <a:pt x="6" y="776"/>
                </a:lnTo>
                <a:lnTo>
                  <a:pt x="6" y="775"/>
                </a:lnTo>
                <a:lnTo>
                  <a:pt x="7" y="775"/>
                </a:lnTo>
                <a:lnTo>
                  <a:pt x="8" y="774"/>
                </a:lnTo>
                <a:lnTo>
                  <a:pt x="9" y="773"/>
                </a:lnTo>
                <a:lnTo>
                  <a:pt x="9" y="772"/>
                </a:lnTo>
                <a:lnTo>
                  <a:pt x="10" y="771"/>
                </a:lnTo>
                <a:lnTo>
                  <a:pt x="10" y="770"/>
                </a:lnTo>
                <a:lnTo>
                  <a:pt x="10" y="769"/>
                </a:lnTo>
                <a:lnTo>
                  <a:pt x="9" y="769"/>
                </a:lnTo>
                <a:lnTo>
                  <a:pt x="9" y="768"/>
                </a:lnTo>
                <a:lnTo>
                  <a:pt x="8" y="768"/>
                </a:lnTo>
                <a:lnTo>
                  <a:pt x="8" y="767"/>
                </a:lnTo>
                <a:lnTo>
                  <a:pt x="9" y="766"/>
                </a:lnTo>
                <a:lnTo>
                  <a:pt x="10" y="766"/>
                </a:lnTo>
                <a:lnTo>
                  <a:pt x="11" y="766"/>
                </a:lnTo>
                <a:lnTo>
                  <a:pt x="11" y="765"/>
                </a:lnTo>
                <a:lnTo>
                  <a:pt x="11" y="764"/>
                </a:lnTo>
                <a:lnTo>
                  <a:pt x="11" y="763"/>
                </a:lnTo>
                <a:lnTo>
                  <a:pt x="12" y="763"/>
                </a:lnTo>
                <a:lnTo>
                  <a:pt x="12" y="762"/>
                </a:lnTo>
                <a:lnTo>
                  <a:pt x="12" y="761"/>
                </a:lnTo>
                <a:lnTo>
                  <a:pt x="13" y="760"/>
                </a:lnTo>
                <a:lnTo>
                  <a:pt x="13" y="759"/>
                </a:lnTo>
                <a:lnTo>
                  <a:pt x="12" y="759"/>
                </a:lnTo>
                <a:lnTo>
                  <a:pt x="12" y="758"/>
                </a:lnTo>
                <a:lnTo>
                  <a:pt x="11" y="757"/>
                </a:lnTo>
                <a:lnTo>
                  <a:pt x="11" y="756"/>
                </a:lnTo>
                <a:lnTo>
                  <a:pt x="11" y="755"/>
                </a:lnTo>
                <a:lnTo>
                  <a:pt x="11" y="754"/>
                </a:lnTo>
                <a:lnTo>
                  <a:pt x="11" y="753"/>
                </a:lnTo>
                <a:lnTo>
                  <a:pt x="11" y="752"/>
                </a:lnTo>
                <a:lnTo>
                  <a:pt x="11" y="751"/>
                </a:lnTo>
                <a:lnTo>
                  <a:pt x="11" y="750"/>
                </a:lnTo>
                <a:lnTo>
                  <a:pt x="12" y="749"/>
                </a:lnTo>
                <a:lnTo>
                  <a:pt x="12" y="747"/>
                </a:lnTo>
                <a:lnTo>
                  <a:pt x="11" y="747"/>
                </a:lnTo>
                <a:lnTo>
                  <a:pt x="11" y="746"/>
                </a:lnTo>
                <a:lnTo>
                  <a:pt x="11" y="745"/>
                </a:lnTo>
                <a:lnTo>
                  <a:pt x="12" y="744"/>
                </a:lnTo>
                <a:lnTo>
                  <a:pt x="12" y="743"/>
                </a:lnTo>
                <a:lnTo>
                  <a:pt x="12" y="742"/>
                </a:lnTo>
                <a:lnTo>
                  <a:pt x="13" y="741"/>
                </a:lnTo>
                <a:lnTo>
                  <a:pt x="14" y="741"/>
                </a:lnTo>
                <a:lnTo>
                  <a:pt x="15" y="740"/>
                </a:lnTo>
                <a:lnTo>
                  <a:pt x="15" y="739"/>
                </a:lnTo>
                <a:lnTo>
                  <a:pt x="15" y="738"/>
                </a:lnTo>
                <a:lnTo>
                  <a:pt x="15" y="737"/>
                </a:lnTo>
                <a:lnTo>
                  <a:pt x="15" y="736"/>
                </a:lnTo>
                <a:lnTo>
                  <a:pt x="16" y="735"/>
                </a:lnTo>
                <a:lnTo>
                  <a:pt x="16" y="734"/>
                </a:lnTo>
                <a:lnTo>
                  <a:pt x="16" y="733"/>
                </a:lnTo>
                <a:lnTo>
                  <a:pt x="16" y="732"/>
                </a:lnTo>
                <a:lnTo>
                  <a:pt x="17" y="731"/>
                </a:lnTo>
                <a:lnTo>
                  <a:pt x="17" y="730"/>
                </a:lnTo>
                <a:lnTo>
                  <a:pt x="18" y="730"/>
                </a:lnTo>
                <a:lnTo>
                  <a:pt x="18" y="729"/>
                </a:lnTo>
                <a:lnTo>
                  <a:pt x="18" y="728"/>
                </a:lnTo>
                <a:lnTo>
                  <a:pt x="18" y="727"/>
                </a:lnTo>
                <a:lnTo>
                  <a:pt x="19" y="726"/>
                </a:lnTo>
                <a:lnTo>
                  <a:pt x="19" y="725"/>
                </a:lnTo>
                <a:lnTo>
                  <a:pt x="20" y="725"/>
                </a:lnTo>
                <a:lnTo>
                  <a:pt x="21" y="725"/>
                </a:lnTo>
                <a:lnTo>
                  <a:pt x="21" y="724"/>
                </a:lnTo>
                <a:lnTo>
                  <a:pt x="21" y="723"/>
                </a:lnTo>
                <a:lnTo>
                  <a:pt x="22" y="721"/>
                </a:lnTo>
                <a:lnTo>
                  <a:pt x="23" y="721"/>
                </a:lnTo>
                <a:lnTo>
                  <a:pt x="24" y="720"/>
                </a:lnTo>
                <a:lnTo>
                  <a:pt x="25" y="719"/>
                </a:lnTo>
                <a:lnTo>
                  <a:pt x="26" y="718"/>
                </a:lnTo>
                <a:lnTo>
                  <a:pt x="26" y="717"/>
                </a:lnTo>
                <a:lnTo>
                  <a:pt x="27" y="716"/>
                </a:lnTo>
                <a:lnTo>
                  <a:pt x="27" y="715"/>
                </a:lnTo>
                <a:lnTo>
                  <a:pt x="28" y="714"/>
                </a:lnTo>
                <a:lnTo>
                  <a:pt x="28" y="713"/>
                </a:lnTo>
                <a:lnTo>
                  <a:pt x="28" y="712"/>
                </a:lnTo>
                <a:lnTo>
                  <a:pt x="28" y="711"/>
                </a:lnTo>
                <a:lnTo>
                  <a:pt x="29" y="711"/>
                </a:lnTo>
                <a:lnTo>
                  <a:pt x="29" y="710"/>
                </a:lnTo>
                <a:lnTo>
                  <a:pt x="29" y="709"/>
                </a:lnTo>
                <a:lnTo>
                  <a:pt x="29" y="708"/>
                </a:lnTo>
                <a:lnTo>
                  <a:pt x="30" y="707"/>
                </a:lnTo>
                <a:lnTo>
                  <a:pt x="30" y="706"/>
                </a:lnTo>
                <a:lnTo>
                  <a:pt x="30" y="705"/>
                </a:lnTo>
                <a:lnTo>
                  <a:pt x="31" y="704"/>
                </a:lnTo>
                <a:lnTo>
                  <a:pt x="31" y="703"/>
                </a:lnTo>
                <a:lnTo>
                  <a:pt x="32" y="703"/>
                </a:lnTo>
                <a:lnTo>
                  <a:pt x="33" y="702"/>
                </a:lnTo>
                <a:lnTo>
                  <a:pt x="35" y="700"/>
                </a:lnTo>
                <a:lnTo>
                  <a:pt x="35" y="699"/>
                </a:lnTo>
                <a:lnTo>
                  <a:pt x="35" y="698"/>
                </a:lnTo>
                <a:lnTo>
                  <a:pt x="35" y="697"/>
                </a:lnTo>
                <a:lnTo>
                  <a:pt x="33" y="697"/>
                </a:lnTo>
                <a:lnTo>
                  <a:pt x="35" y="696"/>
                </a:lnTo>
                <a:lnTo>
                  <a:pt x="35" y="695"/>
                </a:lnTo>
                <a:lnTo>
                  <a:pt x="35" y="693"/>
                </a:lnTo>
                <a:lnTo>
                  <a:pt x="35" y="692"/>
                </a:lnTo>
                <a:lnTo>
                  <a:pt x="33" y="692"/>
                </a:lnTo>
                <a:lnTo>
                  <a:pt x="33" y="691"/>
                </a:lnTo>
                <a:lnTo>
                  <a:pt x="32" y="690"/>
                </a:lnTo>
                <a:lnTo>
                  <a:pt x="31" y="690"/>
                </a:lnTo>
                <a:lnTo>
                  <a:pt x="31" y="687"/>
                </a:lnTo>
                <a:lnTo>
                  <a:pt x="30" y="687"/>
                </a:lnTo>
                <a:lnTo>
                  <a:pt x="30" y="686"/>
                </a:lnTo>
                <a:lnTo>
                  <a:pt x="30" y="685"/>
                </a:lnTo>
                <a:lnTo>
                  <a:pt x="29" y="685"/>
                </a:lnTo>
                <a:lnTo>
                  <a:pt x="29" y="684"/>
                </a:lnTo>
                <a:lnTo>
                  <a:pt x="30" y="684"/>
                </a:lnTo>
                <a:lnTo>
                  <a:pt x="30" y="682"/>
                </a:lnTo>
                <a:lnTo>
                  <a:pt x="29" y="682"/>
                </a:lnTo>
                <a:lnTo>
                  <a:pt x="29" y="680"/>
                </a:lnTo>
                <a:lnTo>
                  <a:pt x="29" y="679"/>
                </a:lnTo>
                <a:lnTo>
                  <a:pt x="29" y="678"/>
                </a:lnTo>
                <a:lnTo>
                  <a:pt x="29" y="677"/>
                </a:lnTo>
                <a:lnTo>
                  <a:pt x="29" y="676"/>
                </a:lnTo>
                <a:lnTo>
                  <a:pt x="28" y="676"/>
                </a:lnTo>
                <a:lnTo>
                  <a:pt x="28" y="675"/>
                </a:lnTo>
                <a:lnTo>
                  <a:pt x="27" y="675"/>
                </a:lnTo>
                <a:lnTo>
                  <a:pt x="27" y="674"/>
                </a:lnTo>
                <a:lnTo>
                  <a:pt x="28" y="673"/>
                </a:lnTo>
                <a:lnTo>
                  <a:pt x="28" y="672"/>
                </a:lnTo>
                <a:lnTo>
                  <a:pt x="27" y="669"/>
                </a:lnTo>
                <a:lnTo>
                  <a:pt x="26" y="668"/>
                </a:lnTo>
                <a:lnTo>
                  <a:pt x="26" y="667"/>
                </a:lnTo>
                <a:lnTo>
                  <a:pt x="26" y="666"/>
                </a:lnTo>
                <a:lnTo>
                  <a:pt x="25" y="666"/>
                </a:lnTo>
                <a:lnTo>
                  <a:pt x="25" y="664"/>
                </a:lnTo>
                <a:lnTo>
                  <a:pt x="26" y="663"/>
                </a:lnTo>
                <a:lnTo>
                  <a:pt x="25" y="662"/>
                </a:lnTo>
                <a:lnTo>
                  <a:pt x="24" y="662"/>
                </a:lnTo>
                <a:lnTo>
                  <a:pt x="23" y="663"/>
                </a:lnTo>
                <a:lnTo>
                  <a:pt x="22" y="663"/>
                </a:lnTo>
                <a:lnTo>
                  <a:pt x="22" y="662"/>
                </a:lnTo>
                <a:lnTo>
                  <a:pt x="21" y="662"/>
                </a:lnTo>
                <a:lnTo>
                  <a:pt x="21" y="661"/>
                </a:lnTo>
                <a:lnTo>
                  <a:pt x="22" y="661"/>
                </a:lnTo>
                <a:lnTo>
                  <a:pt x="22" y="660"/>
                </a:lnTo>
                <a:lnTo>
                  <a:pt x="22" y="659"/>
                </a:lnTo>
                <a:lnTo>
                  <a:pt x="21" y="659"/>
                </a:lnTo>
                <a:lnTo>
                  <a:pt x="21" y="658"/>
                </a:lnTo>
                <a:lnTo>
                  <a:pt x="22" y="658"/>
                </a:lnTo>
                <a:lnTo>
                  <a:pt x="22" y="657"/>
                </a:lnTo>
                <a:lnTo>
                  <a:pt x="22" y="656"/>
                </a:lnTo>
                <a:lnTo>
                  <a:pt x="21" y="656"/>
                </a:lnTo>
                <a:lnTo>
                  <a:pt x="21" y="655"/>
                </a:lnTo>
                <a:lnTo>
                  <a:pt x="20" y="655"/>
                </a:lnTo>
                <a:lnTo>
                  <a:pt x="20" y="654"/>
                </a:lnTo>
                <a:lnTo>
                  <a:pt x="20" y="653"/>
                </a:lnTo>
                <a:lnTo>
                  <a:pt x="21" y="653"/>
                </a:lnTo>
                <a:lnTo>
                  <a:pt x="21" y="652"/>
                </a:lnTo>
                <a:lnTo>
                  <a:pt x="21" y="650"/>
                </a:lnTo>
                <a:lnTo>
                  <a:pt x="21" y="649"/>
                </a:lnTo>
                <a:lnTo>
                  <a:pt x="20" y="649"/>
                </a:lnTo>
                <a:lnTo>
                  <a:pt x="19" y="649"/>
                </a:lnTo>
                <a:lnTo>
                  <a:pt x="19" y="648"/>
                </a:lnTo>
                <a:lnTo>
                  <a:pt x="19" y="647"/>
                </a:lnTo>
                <a:lnTo>
                  <a:pt x="19" y="646"/>
                </a:lnTo>
                <a:lnTo>
                  <a:pt x="19" y="645"/>
                </a:lnTo>
                <a:lnTo>
                  <a:pt x="19" y="644"/>
                </a:lnTo>
                <a:lnTo>
                  <a:pt x="18" y="643"/>
                </a:lnTo>
                <a:lnTo>
                  <a:pt x="18" y="642"/>
                </a:lnTo>
                <a:lnTo>
                  <a:pt x="18" y="641"/>
                </a:lnTo>
                <a:lnTo>
                  <a:pt x="18" y="640"/>
                </a:lnTo>
                <a:lnTo>
                  <a:pt x="17" y="640"/>
                </a:lnTo>
                <a:lnTo>
                  <a:pt x="17" y="639"/>
                </a:lnTo>
                <a:lnTo>
                  <a:pt x="16" y="638"/>
                </a:lnTo>
                <a:lnTo>
                  <a:pt x="16" y="637"/>
                </a:lnTo>
                <a:lnTo>
                  <a:pt x="15" y="637"/>
                </a:lnTo>
                <a:lnTo>
                  <a:pt x="16" y="637"/>
                </a:lnTo>
                <a:lnTo>
                  <a:pt x="16" y="636"/>
                </a:lnTo>
                <a:lnTo>
                  <a:pt x="16" y="635"/>
                </a:lnTo>
                <a:lnTo>
                  <a:pt x="16" y="634"/>
                </a:lnTo>
                <a:lnTo>
                  <a:pt x="15" y="634"/>
                </a:lnTo>
                <a:lnTo>
                  <a:pt x="15" y="633"/>
                </a:lnTo>
                <a:lnTo>
                  <a:pt x="14" y="633"/>
                </a:lnTo>
                <a:lnTo>
                  <a:pt x="14" y="631"/>
                </a:lnTo>
                <a:lnTo>
                  <a:pt x="13" y="630"/>
                </a:lnTo>
                <a:lnTo>
                  <a:pt x="13" y="629"/>
                </a:lnTo>
                <a:lnTo>
                  <a:pt x="13" y="628"/>
                </a:lnTo>
                <a:lnTo>
                  <a:pt x="13" y="627"/>
                </a:lnTo>
                <a:lnTo>
                  <a:pt x="13" y="626"/>
                </a:lnTo>
                <a:lnTo>
                  <a:pt x="13" y="625"/>
                </a:lnTo>
                <a:lnTo>
                  <a:pt x="13" y="624"/>
                </a:lnTo>
                <a:lnTo>
                  <a:pt x="13" y="623"/>
                </a:lnTo>
                <a:lnTo>
                  <a:pt x="13" y="622"/>
                </a:lnTo>
                <a:lnTo>
                  <a:pt x="14" y="622"/>
                </a:lnTo>
                <a:lnTo>
                  <a:pt x="14" y="621"/>
                </a:lnTo>
                <a:lnTo>
                  <a:pt x="14" y="620"/>
                </a:lnTo>
                <a:lnTo>
                  <a:pt x="13" y="620"/>
                </a:lnTo>
                <a:lnTo>
                  <a:pt x="13" y="619"/>
                </a:lnTo>
                <a:lnTo>
                  <a:pt x="13" y="618"/>
                </a:lnTo>
                <a:lnTo>
                  <a:pt x="13" y="617"/>
                </a:lnTo>
                <a:lnTo>
                  <a:pt x="14" y="616"/>
                </a:lnTo>
                <a:lnTo>
                  <a:pt x="15" y="615"/>
                </a:lnTo>
                <a:lnTo>
                  <a:pt x="15" y="614"/>
                </a:lnTo>
                <a:lnTo>
                  <a:pt x="15" y="612"/>
                </a:lnTo>
                <a:lnTo>
                  <a:pt x="15" y="610"/>
                </a:lnTo>
                <a:lnTo>
                  <a:pt x="14" y="609"/>
                </a:lnTo>
                <a:lnTo>
                  <a:pt x="14" y="608"/>
                </a:lnTo>
                <a:lnTo>
                  <a:pt x="14" y="607"/>
                </a:lnTo>
                <a:lnTo>
                  <a:pt x="15" y="607"/>
                </a:lnTo>
                <a:lnTo>
                  <a:pt x="15" y="606"/>
                </a:lnTo>
                <a:lnTo>
                  <a:pt x="14" y="606"/>
                </a:lnTo>
                <a:lnTo>
                  <a:pt x="14" y="605"/>
                </a:lnTo>
                <a:lnTo>
                  <a:pt x="13" y="605"/>
                </a:lnTo>
                <a:lnTo>
                  <a:pt x="13" y="604"/>
                </a:lnTo>
                <a:lnTo>
                  <a:pt x="13" y="603"/>
                </a:lnTo>
                <a:lnTo>
                  <a:pt x="13" y="602"/>
                </a:lnTo>
                <a:lnTo>
                  <a:pt x="14" y="601"/>
                </a:lnTo>
                <a:lnTo>
                  <a:pt x="14" y="598"/>
                </a:lnTo>
                <a:lnTo>
                  <a:pt x="14" y="597"/>
                </a:lnTo>
                <a:lnTo>
                  <a:pt x="15" y="597"/>
                </a:lnTo>
                <a:lnTo>
                  <a:pt x="15" y="596"/>
                </a:lnTo>
                <a:lnTo>
                  <a:pt x="15" y="595"/>
                </a:lnTo>
                <a:lnTo>
                  <a:pt x="15" y="594"/>
                </a:lnTo>
                <a:lnTo>
                  <a:pt x="15" y="593"/>
                </a:lnTo>
                <a:lnTo>
                  <a:pt x="15" y="592"/>
                </a:lnTo>
                <a:lnTo>
                  <a:pt x="15" y="591"/>
                </a:lnTo>
                <a:lnTo>
                  <a:pt x="15" y="590"/>
                </a:lnTo>
                <a:lnTo>
                  <a:pt x="14" y="589"/>
                </a:lnTo>
                <a:lnTo>
                  <a:pt x="13" y="589"/>
                </a:lnTo>
                <a:lnTo>
                  <a:pt x="13" y="588"/>
                </a:lnTo>
                <a:lnTo>
                  <a:pt x="13" y="587"/>
                </a:lnTo>
                <a:lnTo>
                  <a:pt x="14" y="587"/>
                </a:lnTo>
                <a:lnTo>
                  <a:pt x="14" y="586"/>
                </a:lnTo>
                <a:lnTo>
                  <a:pt x="15" y="585"/>
                </a:lnTo>
                <a:lnTo>
                  <a:pt x="16" y="585"/>
                </a:lnTo>
                <a:lnTo>
                  <a:pt x="16" y="584"/>
                </a:lnTo>
                <a:lnTo>
                  <a:pt x="16" y="583"/>
                </a:lnTo>
                <a:lnTo>
                  <a:pt x="16" y="582"/>
                </a:lnTo>
                <a:lnTo>
                  <a:pt x="16" y="581"/>
                </a:lnTo>
                <a:lnTo>
                  <a:pt x="16" y="580"/>
                </a:lnTo>
                <a:lnTo>
                  <a:pt x="16" y="579"/>
                </a:lnTo>
                <a:lnTo>
                  <a:pt x="16" y="577"/>
                </a:lnTo>
                <a:lnTo>
                  <a:pt x="15" y="577"/>
                </a:lnTo>
                <a:lnTo>
                  <a:pt x="15" y="576"/>
                </a:lnTo>
                <a:lnTo>
                  <a:pt x="15" y="575"/>
                </a:lnTo>
                <a:lnTo>
                  <a:pt x="14" y="575"/>
                </a:lnTo>
                <a:lnTo>
                  <a:pt x="14" y="574"/>
                </a:lnTo>
                <a:lnTo>
                  <a:pt x="14" y="573"/>
                </a:lnTo>
                <a:lnTo>
                  <a:pt x="15" y="572"/>
                </a:lnTo>
                <a:lnTo>
                  <a:pt x="15" y="571"/>
                </a:lnTo>
                <a:lnTo>
                  <a:pt x="14" y="570"/>
                </a:lnTo>
                <a:lnTo>
                  <a:pt x="13" y="570"/>
                </a:lnTo>
                <a:lnTo>
                  <a:pt x="13" y="569"/>
                </a:lnTo>
                <a:lnTo>
                  <a:pt x="12" y="569"/>
                </a:lnTo>
                <a:lnTo>
                  <a:pt x="11" y="568"/>
                </a:lnTo>
                <a:lnTo>
                  <a:pt x="10" y="566"/>
                </a:lnTo>
                <a:lnTo>
                  <a:pt x="9" y="566"/>
                </a:lnTo>
                <a:lnTo>
                  <a:pt x="9" y="564"/>
                </a:lnTo>
                <a:lnTo>
                  <a:pt x="8" y="563"/>
                </a:lnTo>
                <a:lnTo>
                  <a:pt x="8" y="562"/>
                </a:lnTo>
                <a:lnTo>
                  <a:pt x="7" y="562"/>
                </a:lnTo>
                <a:lnTo>
                  <a:pt x="7" y="561"/>
                </a:lnTo>
                <a:lnTo>
                  <a:pt x="6" y="560"/>
                </a:lnTo>
                <a:lnTo>
                  <a:pt x="5" y="560"/>
                </a:lnTo>
                <a:lnTo>
                  <a:pt x="4" y="559"/>
                </a:lnTo>
                <a:lnTo>
                  <a:pt x="3" y="558"/>
                </a:lnTo>
                <a:lnTo>
                  <a:pt x="3" y="557"/>
                </a:lnTo>
                <a:lnTo>
                  <a:pt x="4" y="556"/>
                </a:lnTo>
                <a:lnTo>
                  <a:pt x="5" y="556"/>
                </a:lnTo>
                <a:lnTo>
                  <a:pt x="6" y="557"/>
                </a:lnTo>
                <a:lnTo>
                  <a:pt x="6" y="558"/>
                </a:lnTo>
                <a:lnTo>
                  <a:pt x="7" y="558"/>
                </a:lnTo>
                <a:lnTo>
                  <a:pt x="8" y="558"/>
                </a:lnTo>
                <a:lnTo>
                  <a:pt x="8" y="557"/>
                </a:lnTo>
                <a:lnTo>
                  <a:pt x="8" y="556"/>
                </a:lnTo>
                <a:lnTo>
                  <a:pt x="7" y="556"/>
                </a:lnTo>
                <a:lnTo>
                  <a:pt x="8" y="555"/>
                </a:lnTo>
                <a:lnTo>
                  <a:pt x="8" y="554"/>
                </a:lnTo>
                <a:lnTo>
                  <a:pt x="8" y="553"/>
                </a:lnTo>
                <a:lnTo>
                  <a:pt x="9" y="553"/>
                </a:lnTo>
                <a:lnTo>
                  <a:pt x="9" y="552"/>
                </a:lnTo>
                <a:lnTo>
                  <a:pt x="9" y="551"/>
                </a:lnTo>
                <a:lnTo>
                  <a:pt x="8" y="551"/>
                </a:lnTo>
                <a:lnTo>
                  <a:pt x="7" y="551"/>
                </a:lnTo>
                <a:lnTo>
                  <a:pt x="7" y="552"/>
                </a:lnTo>
                <a:lnTo>
                  <a:pt x="7" y="553"/>
                </a:lnTo>
                <a:lnTo>
                  <a:pt x="6" y="553"/>
                </a:lnTo>
                <a:lnTo>
                  <a:pt x="5" y="552"/>
                </a:lnTo>
                <a:lnTo>
                  <a:pt x="6" y="551"/>
                </a:lnTo>
                <a:lnTo>
                  <a:pt x="7" y="550"/>
                </a:lnTo>
                <a:lnTo>
                  <a:pt x="7" y="549"/>
                </a:lnTo>
                <a:lnTo>
                  <a:pt x="6" y="548"/>
                </a:lnTo>
                <a:lnTo>
                  <a:pt x="5" y="548"/>
                </a:lnTo>
                <a:lnTo>
                  <a:pt x="4" y="547"/>
                </a:lnTo>
                <a:lnTo>
                  <a:pt x="2" y="547"/>
                </a:lnTo>
                <a:lnTo>
                  <a:pt x="2" y="546"/>
                </a:lnTo>
                <a:lnTo>
                  <a:pt x="3" y="546"/>
                </a:lnTo>
                <a:lnTo>
                  <a:pt x="4" y="546"/>
                </a:lnTo>
                <a:lnTo>
                  <a:pt x="5" y="543"/>
                </a:lnTo>
                <a:lnTo>
                  <a:pt x="6" y="542"/>
                </a:lnTo>
                <a:lnTo>
                  <a:pt x="6" y="540"/>
                </a:lnTo>
                <a:lnTo>
                  <a:pt x="5" y="540"/>
                </a:lnTo>
                <a:lnTo>
                  <a:pt x="4" y="540"/>
                </a:lnTo>
                <a:lnTo>
                  <a:pt x="4" y="539"/>
                </a:lnTo>
                <a:lnTo>
                  <a:pt x="5" y="538"/>
                </a:lnTo>
                <a:lnTo>
                  <a:pt x="5" y="537"/>
                </a:lnTo>
                <a:lnTo>
                  <a:pt x="5" y="535"/>
                </a:lnTo>
                <a:lnTo>
                  <a:pt x="5" y="534"/>
                </a:lnTo>
                <a:lnTo>
                  <a:pt x="4" y="534"/>
                </a:lnTo>
                <a:lnTo>
                  <a:pt x="3" y="534"/>
                </a:lnTo>
                <a:lnTo>
                  <a:pt x="2" y="534"/>
                </a:lnTo>
                <a:lnTo>
                  <a:pt x="1" y="534"/>
                </a:lnTo>
                <a:lnTo>
                  <a:pt x="1" y="533"/>
                </a:lnTo>
                <a:lnTo>
                  <a:pt x="0" y="533"/>
                </a:lnTo>
                <a:lnTo>
                  <a:pt x="0" y="532"/>
                </a:lnTo>
                <a:lnTo>
                  <a:pt x="1" y="532"/>
                </a:lnTo>
                <a:lnTo>
                  <a:pt x="2" y="532"/>
                </a:lnTo>
                <a:lnTo>
                  <a:pt x="3" y="532"/>
                </a:lnTo>
                <a:lnTo>
                  <a:pt x="3" y="531"/>
                </a:lnTo>
                <a:lnTo>
                  <a:pt x="4" y="531"/>
                </a:lnTo>
                <a:lnTo>
                  <a:pt x="4" y="530"/>
                </a:lnTo>
                <a:lnTo>
                  <a:pt x="4" y="529"/>
                </a:lnTo>
                <a:lnTo>
                  <a:pt x="4" y="527"/>
                </a:lnTo>
                <a:lnTo>
                  <a:pt x="4" y="525"/>
                </a:lnTo>
                <a:lnTo>
                  <a:pt x="5" y="524"/>
                </a:lnTo>
                <a:lnTo>
                  <a:pt x="5" y="523"/>
                </a:lnTo>
                <a:lnTo>
                  <a:pt x="5" y="522"/>
                </a:lnTo>
                <a:lnTo>
                  <a:pt x="5" y="521"/>
                </a:lnTo>
                <a:lnTo>
                  <a:pt x="4" y="520"/>
                </a:lnTo>
                <a:lnTo>
                  <a:pt x="4" y="519"/>
                </a:lnTo>
                <a:lnTo>
                  <a:pt x="3" y="518"/>
                </a:lnTo>
                <a:lnTo>
                  <a:pt x="2" y="518"/>
                </a:lnTo>
                <a:lnTo>
                  <a:pt x="2" y="517"/>
                </a:lnTo>
                <a:lnTo>
                  <a:pt x="1" y="517"/>
                </a:lnTo>
                <a:lnTo>
                  <a:pt x="0" y="516"/>
                </a:lnTo>
                <a:lnTo>
                  <a:pt x="0" y="515"/>
                </a:lnTo>
                <a:lnTo>
                  <a:pt x="0" y="514"/>
                </a:lnTo>
                <a:lnTo>
                  <a:pt x="1" y="514"/>
                </a:lnTo>
                <a:lnTo>
                  <a:pt x="2" y="514"/>
                </a:lnTo>
                <a:lnTo>
                  <a:pt x="3" y="514"/>
                </a:lnTo>
                <a:lnTo>
                  <a:pt x="4" y="515"/>
                </a:lnTo>
                <a:lnTo>
                  <a:pt x="5" y="515"/>
                </a:lnTo>
                <a:lnTo>
                  <a:pt x="5" y="516"/>
                </a:lnTo>
                <a:lnTo>
                  <a:pt x="6" y="516"/>
                </a:lnTo>
                <a:lnTo>
                  <a:pt x="7" y="515"/>
                </a:lnTo>
                <a:lnTo>
                  <a:pt x="7" y="514"/>
                </a:lnTo>
                <a:lnTo>
                  <a:pt x="6" y="514"/>
                </a:lnTo>
                <a:lnTo>
                  <a:pt x="5" y="514"/>
                </a:lnTo>
                <a:lnTo>
                  <a:pt x="4" y="513"/>
                </a:lnTo>
                <a:lnTo>
                  <a:pt x="3" y="513"/>
                </a:lnTo>
                <a:lnTo>
                  <a:pt x="3" y="512"/>
                </a:lnTo>
                <a:lnTo>
                  <a:pt x="4" y="512"/>
                </a:lnTo>
                <a:lnTo>
                  <a:pt x="4" y="511"/>
                </a:lnTo>
                <a:lnTo>
                  <a:pt x="5" y="511"/>
                </a:lnTo>
                <a:lnTo>
                  <a:pt x="7" y="511"/>
                </a:lnTo>
                <a:lnTo>
                  <a:pt x="8" y="510"/>
                </a:lnTo>
                <a:lnTo>
                  <a:pt x="8" y="509"/>
                </a:lnTo>
                <a:lnTo>
                  <a:pt x="9" y="509"/>
                </a:lnTo>
                <a:lnTo>
                  <a:pt x="9" y="508"/>
                </a:lnTo>
                <a:lnTo>
                  <a:pt x="9" y="507"/>
                </a:lnTo>
                <a:lnTo>
                  <a:pt x="10" y="507"/>
                </a:lnTo>
                <a:lnTo>
                  <a:pt x="10" y="506"/>
                </a:lnTo>
                <a:lnTo>
                  <a:pt x="11" y="505"/>
                </a:lnTo>
                <a:lnTo>
                  <a:pt x="11" y="504"/>
                </a:lnTo>
                <a:lnTo>
                  <a:pt x="12" y="504"/>
                </a:lnTo>
                <a:lnTo>
                  <a:pt x="13" y="503"/>
                </a:lnTo>
                <a:lnTo>
                  <a:pt x="14" y="502"/>
                </a:lnTo>
                <a:lnTo>
                  <a:pt x="15" y="502"/>
                </a:lnTo>
                <a:lnTo>
                  <a:pt x="15" y="501"/>
                </a:lnTo>
                <a:lnTo>
                  <a:pt x="15" y="500"/>
                </a:lnTo>
                <a:lnTo>
                  <a:pt x="15" y="499"/>
                </a:lnTo>
                <a:lnTo>
                  <a:pt x="15" y="498"/>
                </a:lnTo>
                <a:lnTo>
                  <a:pt x="15" y="497"/>
                </a:lnTo>
                <a:lnTo>
                  <a:pt x="17" y="495"/>
                </a:lnTo>
                <a:lnTo>
                  <a:pt x="17" y="494"/>
                </a:lnTo>
                <a:lnTo>
                  <a:pt x="18" y="493"/>
                </a:lnTo>
                <a:lnTo>
                  <a:pt x="19" y="493"/>
                </a:lnTo>
                <a:lnTo>
                  <a:pt x="19" y="492"/>
                </a:lnTo>
                <a:lnTo>
                  <a:pt x="20" y="491"/>
                </a:lnTo>
                <a:lnTo>
                  <a:pt x="21" y="490"/>
                </a:lnTo>
                <a:lnTo>
                  <a:pt x="21" y="489"/>
                </a:lnTo>
                <a:lnTo>
                  <a:pt x="22" y="487"/>
                </a:lnTo>
                <a:lnTo>
                  <a:pt x="23" y="487"/>
                </a:lnTo>
                <a:lnTo>
                  <a:pt x="23" y="486"/>
                </a:lnTo>
                <a:lnTo>
                  <a:pt x="23" y="485"/>
                </a:lnTo>
                <a:lnTo>
                  <a:pt x="24" y="485"/>
                </a:lnTo>
                <a:lnTo>
                  <a:pt x="24" y="484"/>
                </a:lnTo>
                <a:lnTo>
                  <a:pt x="24" y="483"/>
                </a:lnTo>
                <a:lnTo>
                  <a:pt x="25" y="482"/>
                </a:lnTo>
                <a:lnTo>
                  <a:pt x="26" y="482"/>
                </a:lnTo>
                <a:lnTo>
                  <a:pt x="26" y="480"/>
                </a:lnTo>
                <a:lnTo>
                  <a:pt x="26" y="479"/>
                </a:lnTo>
                <a:lnTo>
                  <a:pt x="26" y="478"/>
                </a:lnTo>
                <a:lnTo>
                  <a:pt x="27" y="478"/>
                </a:lnTo>
                <a:lnTo>
                  <a:pt x="28" y="478"/>
                </a:lnTo>
                <a:lnTo>
                  <a:pt x="29" y="478"/>
                </a:lnTo>
                <a:lnTo>
                  <a:pt x="29" y="477"/>
                </a:lnTo>
                <a:lnTo>
                  <a:pt x="29" y="476"/>
                </a:lnTo>
                <a:lnTo>
                  <a:pt x="28" y="475"/>
                </a:lnTo>
                <a:lnTo>
                  <a:pt x="28" y="474"/>
                </a:lnTo>
                <a:lnTo>
                  <a:pt x="28" y="473"/>
                </a:lnTo>
                <a:lnTo>
                  <a:pt x="29" y="473"/>
                </a:lnTo>
                <a:lnTo>
                  <a:pt x="29" y="472"/>
                </a:lnTo>
                <a:lnTo>
                  <a:pt x="30" y="472"/>
                </a:lnTo>
                <a:lnTo>
                  <a:pt x="30" y="471"/>
                </a:lnTo>
                <a:lnTo>
                  <a:pt x="30" y="470"/>
                </a:lnTo>
                <a:lnTo>
                  <a:pt x="30" y="469"/>
                </a:lnTo>
                <a:lnTo>
                  <a:pt x="29" y="469"/>
                </a:lnTo>
                <a:lnTo>
                  <a:pt x="28" y="469"/>
                </a:lnTo>
                <a:lnTo>
                  <a:pt x="26" y="469"/>
                </a:lnTo>
                <a:lnTo>
                  <a:pt x="25" y="469"/>
                </a:lnTo>
                <a:lnTo>
                  <a:pt x="24" y="468"/>
                </a:lnTo>
                <a:lnTo>
                  <a:pt x="23" y="468"/>
                </a:lnTo>
                <a:lnTo>
                  <a:pt x="23" y="467"/>
                </a:lnTo>
                <a:lnTo>
                  <a:pt x="23" y="466"/>
                </a:lnTo>
                <a:lnTo>
                  <a:pt x="22" y="466"/>
                </a:lnTo>
                <a:lnTo>
                  <a:pt x="22" y="464"/>
                </a:lnTo>
                <a:lnTo>
                  <a:pt x="23" y="462"/>
                </a:lnTo>
                <a:lnTo>
                  <a:pt x="23" y="460"/>
                </a:lnTo>
                <a:lnTo>
                  <a:pt x="23" y="459"/>
                </a:lnTo>
                <a:lnTo>
                  <a:pt x="23" y="458"/>
                </a:lnTo>
                <a:lnTo>
                  <a:pt x="24" y="458"/>
                </a:lnTo>
                <a:lnTo>
                  <a:pt x="25" y="458"/>
                </a:lnTo>
                <a:lnTo>
                  <a:pt x="27" y="457"/>
                </a:lnTo>
                <a:lnTo>
                  <a:pt x="28" y="457"/>
                </a:lnTo>
                <a:lnTo>
                  <a:pt x="31" y="456"/>
                </a:lnTo>
                <a:lnTo>
                  <a:pt x="32" y="456"/>
                </a:lnTo>
                <a:lnTo>
                  <a:pt x="33" y="456"/>
                </a:lnTo>
                <a:lnTo>
                  <a:pt x="35" y="456"/>
                </a:lnTo>
                <a:lnTo>
                  <a:pt x="35" y="455"/>
                </a:lnTo>
                <a:lnTo>
                  <a:pt x="36" y="453"/>
                </a:lnTo>
                <a:lnTo>
                  <a:pt x="36" y="452"/>
                </a:lnTo>
                <a:lnTo>
                  <a:pt x="36" y="451"/>
                </a:lnTo>
                <a:lnTo>
                  <a:pt x="35" y="451"/>
                </a:lnTo>
                <a:lnTo>
                  <a:pt x="35" y="450"/>
                </a:lnTo>
                <a:lnTo>
                  <a:pt x="36" y="449"/>
                </a:lnTo>
                <a:lnTo>
                  <a:pt x="36" y="448"/>
                </a:lnTo>
                <a:lnTo>
                  <a:pt x="36" y="447"/>
                </a:lnTo>
                <a:lnTo>
                  <a:pt x="37" y="447"/>
                </a:lnTo>
                <a:lnTo>
                  <a:pt x="37" y="446"/>
                </a:lnTo>
                <a:lnTo>
                  <a:pt x="36" y="446"/>
                </a:lnTo>
                <a:lnTo>
                  <a:pt x="36" y="445"/>
                </a:lnTo>
                <a:lnTo>
                  <a:pt x="36" y="444"/>
                </a:lnTo>
                <a:lnTo>
                  <a:pt x="37" y="444"/>
                </a:lnTo>
                <a:lnTo>
                  <a:pt x="37" y="443"/>
                </a:lnTo>
                <a:lnTo>
                  <a:pt x="38" y="443"/>
                </a:lnTo>
                <a:lnTo>
                  <a:pt x="39" y="442"/>
                </a:lnTo>
                <a:lnTo>
                  <a:pt x="39" y="441"/>
                </a:lnTo>
                <a:lnTo>
                  <a:pt x="38" y="440"/>
                </a:lnTo>
                <a:lnTo>
                  <a:pt x="37" y="439"/>
                </a:lnTo>
                <a:lnTo>
                  <a:pt x="37" y="438"/>
                </a:lnTo>
                <a:lnTo>
                  <a:pt x="36" y="437"/>
                </a:lnTo>
                <a:lnTo>
                  <a:pt x="36" y="436"/>
                </a:lnTo>
                <a:lnTo>
                  <a:pt x="36" y="435"/>
                </a:lnTo>
                <a:lnTo>
                  <a:pt x="36" y="434"/>
                </a:lnTo>
                <a:lnTo>
                  <a:pt x="36" y="433"/>
                </a:lnTo>
                <a:lnTo>
                  <a:pt x="35" y="433"/>
                </a:lnTo>
                <a:lnTo>
                  <a:pt x="35" y="432"/>
                </a:lnTo>
                <a:lnTo>
                  <a:pt x="35" y="431"/>
                </a:lnTo>
                <a:lnTo>
                  <a:pt x="35" y="430"/>
                </a:lnTo>
                <a:lnTo>
                  <a:pt x="36" y="430"/>
                </a:lnTo>
                <a:lnTo>
                  <a:pt x="37" y="430"/>
                </a:lnTo>
                <a:lnTo>
                  <a:pt x="38" y="430"/>
                </a:lnTo>
                <a:lnTo>
                  <a:pt x="38" y="429"/>
                </a:lnTo>
                <a:lnTo>
                  <a:pt x="38" y="428"/>
                </a:lnTo>
                <a:lnTo>
                  <a:pt x="37" y="427"/>
                </a:lnTo>
                <a:lnTo>
                  <a:pt x="36" y="426"/>
                </a:lnTo>
                <a:lnTo>
                  <a:pt x="35" y="425"/>
                </a:lnTo>
                <a:lnTo>
                  <a:pt x="33" y="425"/>
                </a:lnTo>
                <a:lnTo>
                  <a:pt x="31" y="425"/>
                </a:lnTo>
                <a:lnTo>
                  <a:pt x="31" y="424"/>
                </a:lnTo>
                <a:lnTo>
                  <a:pt x="30" y="424"/>
                </a:lnTo>
                <a:lnTo>
                  <a:pt x="29" y="424"/>
                </a:lnTo>
                <a:lnTo>
                  <a:pt x="28" y="423"/>
                </a:lnTo>
                <a:lnTo>
                  <a:pt x="27" y="423"/>
                </a:lnTo>
                <a:lnTo>
                  <a:pt x="27" y="422"/>
                </a:lnTo>
                <a:lnTo>
                  <a:pt x="27" y="421"/>
                </a:lnTo>
                <a:lnTo>
                  <a:pt x="28" y="420"/>
                </a:lnTo>
                <a:lnTo>
                  <a:pt x="29" y="420"/>
                </a:lnTo>
                <a:lnTo>
                  <a:pt x="29" y="419"/>
                </a:lnTo>
                <a:lnTo>
                  <a:pt x="30" y="419"/>
                </a:lnTo>
                <a:lnTo>
                  <a:pt x="32" y="418"/>
                </a:lnTo>
                <a:lnTo>
                  <a:pt x="33" y="417"/>
                </a:lnTo>
                <a:lnTo>
                  <a:pt x="32" y="417"/>
                </a:lnTo>
                <a:lnTo>
                  <a:pt x="32" y="416"/>
                </a:lnTo>
                <a:lnTo>
                  <a:pt x="31" y="415"/>
                </a:lnTo>
                <a:lnTo>
                  <a:pt x="30" y="414"/>
                </a:lnTo>
                <a:lnTo>
                  <a:pt x="28" y="413"/>
                </a:lnTo>
                <a:lnTo>
                  <a:pt x="27" y="412"/>
                </a:lnTo>
                <a:lnTo>
                  <a:pt x="27" y="413"/>
                </a:lnTo>
                <a:lnTo>
                  <a:pt x="26" y="413"/>
                </a:lnTo>
                <a:lnTo>
                  <a:pt x="26" y="412"/>
                </a:lnTo>
                <a:lnTo>
                  <a:pt x="25" y="412"/>
                </a:lnTo>
                <a:lnTo>
                  <a:pt x="24" y="412"/>
                </a:lnTo>
                <a:lnTo>
                  <a:pt x="23" y="411"/>
                </a:lnTo>
                <a:lnTo>
                  <a:pt x="23" y="410"/>
                </a:lnTo>
                <a:lnTo>
                  <a:pt x="23" y="409"/>
                </a:lnTo>
                <a:lnTo>
                  <a:pt x="22" y="407"/>
                </a:lnTo>
                <a:lnTo>
                  <a:pt x="20" y="405"/>
                </a:lnTo>
                <a:lnTo>
                  <a:pt x="19" y="402"/>
                </a:lnTo>
                <a:lnTo>
                  <a:pt x="18" y="401"/>
                </a:lnTo>
                <a:lnTo>
                  <a:pt x="18" y="400"/>
                </a:lnTo>
                <a:lnTo>
                  <a:pt x="17" y="400"/>
                </a:lnTo>
                <a:lnTo>
                  <a:pt x="17" y="399"/>
                </a:lnTo>
                <a:lnTo>
                  <a:pt x="15" y="396"/>
                </a:lnTo>
                <a:lnTo>
                  <a:pt x="15" y="395"/>
                </a:lnTo>
                <a:lnTo>
                  <a:pt x="14" y="395"/>
                </a:lnTo>
                <a:lnTo>
                  <a:pt x="11" y="393"/>
                </a:lnTo>
                <a:lnTo>
                  <a:pt x="10" y="392"/>
                </a:lnTo>
                <a:lnTo>
                  <a:pt x="9" y="392"/>
                </a:lnTo>
                <a:lnTo>
                  <a:pt x="8" y="392"/>
                </a:lnTo>
                <a:lnTo>
                  <a:pt x="7" y="391"/>
                </a:lnTo>
                <a:lnTo>
                  <a:pt x="7" y="390"/>
                </a:lnTo>
                <a:lnTo>
                  <a:pt x="7" y="389"/>
                </a:lnTo>
                <a:lnTo>
                  <a:pt x="7" y="388"/>
                </a:lnTo>
                <a:lnTo>
                  <a:pt x="8" y="387"/>
                </a:lnTo>
                <a:lnTo>
                  <a:pt x="8" y="386"/>
                </a:lnTo>
                <a:lnTo>
                  <a:pt x="7" y="385"/>
                </a:lnTo>
                <a:lnTo>
                  <a:pt x="7" y="384"/>
                </a:lnTo>
                <a:lnTo>
                  <a:pt x="6" y="384"/>
                </a:lnTo>
                <a:lnTo>
                  <a:pt x="5" y="384"/>
                </a:lnTo>
                <a:lnTo>
                  <a:pt x="5" y="383"/>
                </a:lnTo>
                <a:lnTo>
                  <a:pt x="5" y="382"/>
                </a:lnTo>
                <a:lnTo>
                  <a:pt x="5" y="381"/>
                </a:lnTo>
                <a:lnTo>
                  <a:pt x="5" y="380"/>
                </a:lnTo>
                <a:lnTo>
                  <a:pt x="5" y="379"/>
                </a:lnTo>
                <a:lnTo>
                  <a:pt x="5" y="378"/>
                </a:lnTo>
                <a:lnTo>
                  <a:pt x="5" y="376"/>
                </a:lnTo>
                <a:lnTo>
                  <a:pt x="5" y="375"/>
                </a:lnTo>
                <a:lnTo>
                  <a:pt x="4" y="375"/>
                </a:lnTo>
                <a:lnTo>
                  <a:pt x="4" y="374"/>
                </a:lnTo>
                <a:lnTo>
                  <a:pt x="4" y="373"/>
                </a:lnTo>
                <a:lnTo>
                  <a:pt x="5" y="372"/>
                </a:lnTo>
                <a:lnTo>
                  <a:pt x="5" y="371"/>
                </a:lnTo>
                <a:lnTo>
                  <a:pt x="6" y="370"/>
                </a:lnTo>
                <a:lnTo>
                  <a:pt x="6" y="369"/>
                </a:lnTo>
                <a:lnTo>
                  <a:pt x="6" y="368"/>
                </a:lnTo>
                <a:lnTo>
                  <a:pt x="5" y="367"/>
                </a:lnTo>
                <a:lnTo>
                  <a:pt x="4" y="365"/>
                </a:lnTo>
                <a:lnTo>
                  <a:pt x="4" y="361"/>
                </a:lnTo>
                <a:lnTo>
                  <a:pt x="4" y="360"/>
                </a:lnTo>
                <a:lnTo>
                  <a:pt x="5" y="360"/>
                </a:lnTo>
                <a:lnTo>
                  <a:pt x="5" y="359"/>
                </a:lnTo>
                <a:lnTo>
                  <a:pt x="5" y="358"/>
                </a:lnTo>
                <a:lnTo>
                  <a:pt x="6" y="358"/>
                </a:lnTo>
                <a:lnTo>
                  <a:pt x="8" y="358"/>
                </a:lnTo>
                <a:lnTo>
                  <a:pt x="9" y="358"/>
                </a:lnTo>
                <a:lnTo>
                  <a:pt x="9" y="357"/>
                </a:lnTo>
                <a:lnTo>
                  <a:pt x="10" y="357"/>
                </a:lnTo>
                <a:lnTo>
                  <a:pt x="10" y="356"/>
                </a:lnTo>
                <a:lnTo>
                  <a:pt x="10" y="355"/>
                </a:lnTo>
                <a:lnTo>
                  <a:pt x="10" y="354"/>
                </a:lnTo>
                <a:lnTo>
                  <a:pt x="10" y="353"/>
                </a:lnTo>
                <a:lnTo>
                  <a:pt x="10" y="352"/>
                </a:lnTo>
                <a:lnTo>
                  <a:pt x="10" y="351"/>
                </a:lnTo>
                <a:lnTo>
                  <a:pt x="10" y="349"/>
                </a:lnTo>
                <a:lnTo>
                  <a:pt x="10" y="348"/>
                </a:lnTo>
                <a:lnTo>
                  <a:pt x="10" y="347"/>
                </a:lnTo>
                <a:lnTo>
                  <a:pt x="11" y="346"/>
                </a:lnTo>
                <a:lnTo>
                  <a:pt x="11" y="345"/>
                </a:lnTo>
                <a:lnTo>
                  <a:pt x="12" y="345"/>
                </a:lnTo>
                <a:lnTo>
                  <a:pt x="13" y="345"/>
                </a:lnTo>
                <a:lnTo>
                  <a:pt x="15" y="345"/>
                </a:lnTo>
                <a:lnTo>
                  <a:pt x="16" y="345"/>
                </a:lnTo>
                <a:lnTo>
                  <a:pt x="17" y="345"/>
                </a:lnTo>
                <a:lnTo>
                  <a:pt x="18" y="345"/>
                </a:lnTo>
                <a:lnTo>
                  <a:pt x="18" y="344"/>
                </a:lnTo>
                <a:lnTo>
                  <a:pt x="19" y="344"/>
                </a:lnTo>
                <a:lnTo>
                  <a:pt x="20" y="343"/>
                </a:lnTo>
                <a:lnTo>
                  <a:pt x="20" y="342"/>
                </a:lnTo>
                <a:lnTo>
                  <a:pt x="21" y="341"/>
                </a:lnTo>
                <a:lnTo>
                  <a:pt x="21" y="340"/>
                </a:lnTo>
                <a:lnTo>
                  <a:pt x="22" y="340"/>
                </a:lnTo>
                <a:lnTo>
                  <a:pt x="22" y="339"/>
                </a:lnTo>
                <a:lnTo>
                  <a:pt x="24" y="338"/>
                </a:lnTo>
                <a:lnTo>
                  <a:pt x="25" y="338"/>
                </a:lnTo>
                <a:lnTo>
                  <a:pt x="25" y="337"/>
                </a:lnTo>
                <a:lnTo>
                  <a:pt x="26" y="337"/>
                </a:lnTo>
                <a:lnTo>
                  <a:pt x="26" y="336"/>
                </a:lnTo>
                <a:lnTo>
                  <a:pt x="27" y="336"/>
                </a:lnTo>
                <a:lnTo>
                  <a:pt x="27" y="335"/>
                </a:lnTo>
                <a:lnTo>
                  <a:pt x="27" y="334"/>
                </a:lnTo>
                <a:lnTo>
                  <a:pt x="27" y="333"/>
                </a:lnTo>
                <a:lnTo>
                  <a:pt x="27" y="332"/>
                </a:lnTo>
                <a:lnTo>
                  <a:pt x="28" y="329"/>
                </a:lnTo>
                <a:lnTo>
                  <a:pt x="29" y="326"/>
                </a:lnTo>
                <a:lnTo>
                  <a:pt x="30" y="326"/>
                </a:lnTo>
                <a:lnTo>
                  <a:pt x="30" y="325"/>
                </a:lnTo>
                <a:lnTo>
                  <a:pt x="31" y="325"/>
                </a:lnTo>
                <a:lnTo>
                  <a:pt x="33" y="325"/>
                </a:lnTo>
                <a:lnTo>
                  <a:pt x="35" y="325"/>
                </a:lnTo>
                <a:lnTo>
                  <a:pt x="36" y="326"/>
                </a:lnTo>
                <a:lnTo>
                  <a:pt x="37" y="326"/>
                </a:lnTo>
                <a:lnTo>
                  <a:pt x="39" y="325"/>
                </a:lnTo>
                <a:lnTo>
                  <a:pt x="40" y="324"/>
                </a:lnTo>
                <a:lnTo>
                  <a:pt x="40" y="323"/>
                </a:lnTo>
                <a:lnTo>
                  <a:pt x="40" y="322"/>
                </a:lnTo>
                <a:lnTo>
                  <a:pt x="39" y="321"/>
                </a:lnTo>
                <a:lnTo>
                  <a:pt x="39" y="319"/>
                </a:lnTo>
                <a:lnTo>
                  <a:pt x="39" y="318"/>
                </a:lnTo>
                <a:lnTo>
                  <a:pt x="39" y="317"/>
                </a:lnTo>
                <a:lnTo>
                  <a:pt x="39" y="316"/>
                </a:lnTo>
                <a:lnTo>
                  <a:pt x="42" y="316"/>
                </a:lnTo>
                <a:lnTo>
                  <a:pt x="42" y="315"/>
                </a:lnTo>
                <a:lnTo>
                  <a:pt x="43" y="315"/>
                </a:lnTo>
                <a:lnTo>
                  <a:pt x="43" y="314"/>
                </a:lnTo>
                <a:lnTo>
                  <a:pt x="43" y="312"/>
                </a:lnTo>
                <a:lnTo>
                  <a:pt x="43" y="311"/>
                </a:lnTo>
                <a:lnTo>
                  <a:pt x="42" y="311"/>
                </a:lnTo>
                <a:lnTo>
                  <a:pt x="42" y="310"/>
                </a:lnTo>
                <a:lnTo>
                  <a:pt x="42" y="309"/>
                </a:lnTo>
                <a:lnTo>
                  <a:pt x="43" y="309"/>
                </a:lnTo>
                <a:lnTo>
                  <a:pt x="43" y="308"/>
                </a:lnTo>
                <a:lnTo>
                  <a:pt x="43" y="307"/>
                </a:lnTo>
                <a:lnTo>
                  <a:pt x="42" y="307"/>
                </a:lnTo>
                <a:lnTo>
                  <a:pt x="41" y="307"/>
                </a:lnTo>
                <a:lnTo>
                  <a:pt x="41" y="306"/>
                </a:lnTo>
                <a:lnTo>
                  <a:pt x="40" y="306"/>
                </a:lnTo>
                <a:lnTo>
                  <a:pt x="40" y="305"/>
                </a:lnTo>
                <a:lnTo>
                  <a:pt x="39" y="303"/>
                </a:lnTo>
                <a:lnTo>
                  <a:pt x="39" y="302"/>
                </a:lnTo>
                <a:lnTo>
                  <a:pt x="39" y="301"/>
                </a:lnTo>
                <a:lnTo>
                  <a:pt x="39" y="300"/>
                </a:lnTo>
                <a:lnTo>
                  <a:pt x="40" y="300"/>
                </a:lnTo>
                <a:lnTo>
                  <a:pt x="40" y="299"/>
                </a:lnTo>
                <a:lnTo>
                  <a:pt x="40" y="298"/>
                </a:lnTo>
                <a:lnTo>
                  <a:pt x="40" y="297"/>
                </a:lnTo>
                <a:lnTo>
                  <a:pt x="41" y="297"/>
                </a:lnTo>
                <a:lnTo>
                  <a:pt x="42" y="296"/>
                </a:lnTo>
                <a:lnTo>
                  <a:pt x="42" y="295"/>
                </a:lnTo>
                <a:lnTo>
                  <a:pt x="42" y="294"/>
                </a:lnTo>
                <a:lnTo>
                  <a:pt x="41" y="294"/>
                </a:lnTo>
                <a:lnTo>
                  <a:pt x="41" y="293"/>
                </a:lnTo>
                <a:lnTo>
                  <a:pt x="41" y="292"/>
                </a:lnTo>
                <a:lnTo>
                  <a:pt x="42" y="291"/>
                </a:lnTo>
                <a:lnTo>
                  <a:pt x="43" y="290"/>
                </a:lnTo>
                <a:lnTo>
                  <a:pt x="44" y="289"/>
                </a:lnTo>
                <a:lnTo>
                  <a:pt x="44" y="288"/>
                </a:lnTo>
                <a:lnTo>
                  <a:pt x="45" y="288"/>
                </a:lnTo>
                <a:lnTo>
                  <a:pt x="45" y="287"/>
                </a:lnTo>
                <a:lnTo>
                  <a:pt x="45" y="286"/>
                </a:lnTo>
                <a:lnTo>
                  <a:pt x="46" y="286"/>
                </a:lnTo>
                <a:lnTo>
                  <a:pt x="46" y="284"/>
                </a:lnTo>
                <a:lnTo>
                  <a:pt x="46" y="283"/>
                </a:lnTo>
                <a:lnTo>
                  <a:pt x="45" y="283"/>
                </a:lnTo>
                <a:lnTo>
                  <a:pt x="45" y="282"/>
                </a:lnTo>
                <a:lnTo>
                  <a:pt x="45" y="281"/>
                </a:lnTo>
                <a:lnTo>
                  <a:pt x="46" y="281"/>
                </a:lnTo>
                <a:lnTo>
                  <a:pt x="47" y="280"/>
                </a:lnTo>
                <a:lnTo>
                  <a:pt x="48" y="280"/>
                </a:lnTo>
                <a:lnTo>
                  <a:pt x="48" y="279"/>
                </a:lnTo>
                <a:lnTo>
                  <a:pt x="48" y="278"/>
                </a:lnTo>
                <a:lnTo>
                  <a:pt x="48" y="277"/>
                </a:lnTo>
                <a:lnTo>
                  <a:pt x="48" y="276"/>
                </a:lnTo>
                <a:lnTo>
                  <a:pt x="49" y="275"/>
                </a:lnTo>
                <a:lnTo>
                  <a:pt x="49" y="274"/>
                </a:lnTo>
                <a:lnTo>
                  <a:pt x="50" y="273"/>
                </a:lnTo>
                <a:lnTo>
                  <a:pt x="50" y="272"/>
                </a:lnTo>
                <a:lnTo>
                  <a:pt x="49" y="271"/>
                </a:lnTo>
                <a:lnTo>
                  <a:pt x="49" y="270"/>
                </a:lnTo>
                <a:lnTo>
                  <a:pt x="48" y="270"/>
                </a:lnTo>
                <a:lnTo>
                  <a:pt x="48" y="269"/>
                </a:lnTo>
                <a:lnTo>
                  <a:pt x="49" y="269"/>
                </a:lnTo>
                <a:lnTo>
                  <a:pt x="49" y="268"/>
                </a:lnTo>
                <a:lnTo>
                  <a:pt x="50" y="267"/>
                </a:lnTo>
                <a:lnTo>
                  <a:pt x="50" y="266"/>
                </a:lnTo>
                <a:lnTo>
                  <a:pt x="49" y="263"/>
                </a:lnTo>
                <a:lnTo>
                  <a:pt x="50" y="262"/>
                </a:lnTo>
                <a:lnTo>
                  <a:pt x="50" y="261"/>
                </a:lnTo>
                <a:lnTo>
                  <a:pt x="49" y="261"/>
                </a:lnTo>
                <a:lnTo>
                  <a:pt x="48" y="258"/>
                </a:lnTo>
                <a:lnTo>
                  <a:pt x="48" y="257"/>
                </a:lnTo>
                <a:lnTo>
                  <a:pt x="47" y="257"/>
                </a:lnTo>
                <a:lnTo>
                  <a:pt x="46" y="256"/>
                </a:lnTo>
                <a:lnTo>
                  <a:pt x="46" y="255"/>
                </a:lnTo>
                <a:lnTo>
                  <a:pt x="46" y="254"/>
                </a:lnTo>
                <a:lnTo>
                  <a:pt x="47" y="253"/>
                </a:lnTo>
                <a:lnTo>
                  <a:pt x="48" y="252"/>
                </a:lnTo>
                <a:lnTo>
                  <a:pt x="51" y="250"/>
                </a:lnTo>
                <a:lnTo>
                  <a:pt x="51" y="249"/>
                </a:lnTo>
                <a:lnTo>
                  <a:pt x="52" y="249"/>
                </a:lnTo>
                <a:lnTo>
                  <a:pt x="53" y="249"/>
                </a:lnTo>
                <a:lnTo>
                  <a:pt x="54" y="249"/>
                </a:lnTo>
                <a:lnTo>
                  <a:pt x="55" y="249"/>
                </a:lnTo>
                <a:lnTo>
                  <a:pt x="56" y="248"/>
                </a:lnTo>
                <a:lnTo>
                  <a:pt x="57" y="247"/>
                </a:lnTo>
                <a:lnTo>
                  <a:pt x="58" y="246"/>
                </a:lnTo>
                <a:lnTo>
                  <a:pt x="59" y="245"/>
                </a:lnTo>
                <a:lnTo>
                  <a:pt x="61" y="243"/>
                </a:lnTo>
                <a:lnTo>
                  <a:pt x="61" y="242"/>
                </a:lnTo>
                <a:lnTo>
                  <a:pt x="61" y="241"/>
                </a:lnTo>
                <a:lnTo>
                  <a:pt x="61" y="240"/>
                </a:lnTo>
                <a:lnTo>
                  <a:pt x="61" y="239"/>
                </a:lnTo>
                <a:lnTo>
                  <a:pt x="61" y="238"/>
                </a:lnTo>
                <a:lnTo>
                  <a:pt x="62" y="238"/>
                </a:lnTo>
                <a:lnTo>
                  <a:pt x="63" y="237"/>
                </a:lnTo>
                <a:lnTo>
                  <a:pt x="63" y="236"/>
                </a:lnTo>
                <a:lnTo>
                  <a:pt x="63" y="235"/>
                </a:lnTo>
                <a:lnTo>
                  <a:pt x="64" y="233"/>
                </a:lnTo>
                <a:lnTo>
                  <a:pt x="63" y="231"/>
                </a:lnTo>
                <a:lnTo>
                  <a:pt x="63" y="230"/>
                </a:lnTo>
                <a:lnTo>
                  <a:pt x="63" y="229"/>
                </a:lnTo>
                <a:lnTo>
                  <a:pt x="63" y="228"/>
                </a:lnTo>
                <a:lnTo>
                  <a:pt x="64" y="227"/>
                </a:lnTo>
                <a:lnTo>
                  <a:pt x="64" y="226"/>
                </a:lnTo>
                <a:lnTo>
                  <a:pt x="65" y="225"/>
                </a:lnTo>
                <a:lnTo>
                  <a:pt x="65" y="224"/>
                </a:lnTo>
                <a:lnTo>
                  <a:pt x="65" y="222"/>
                </a:lnTo>
                <a:lnTo>
                  <a:pt x="66" y="222"/>
                </a:lnTo>
                <a:lnTo>
                  <a:pt x="66" y="221"/>
                </a:lnTo>
                <a:lnTo>
                  <a:pt x="67" y="220"/>
                </a:lnTo>
                <a:lnTo>
                  <a:pt x="67" y="219"/>
                </a:lnTo>
                <a:lnTo>
                  <a:pt x="67" y="218"/>
                </a:lnTo>
                <a:lnTo>
                  <a:pt x="67" y="217"/>
                </a:lnTo>
                <a:lnTo>
                  <a:pt x="67" y="216"/>
                </a:lnTo>
                <a:lnTo>
                  <a:pt x="67" y="215"/>
                </a:lnTo>
                <a:lnTo>
                  <a:pt x="68" y="213"/>
                </a:lnTo>
                <a:lnTo>
                  <a:pt x="68" y="212"/>
                </a:lnTo>
                <a:lnTo>
                  <a:pt x="69" y="212"/>
                </a:lnTo>
                <a:lnTo>
                  <a:pt x="70" y="210"/>
                </a:lnTo>
                <a:lnTo>
                  <a:pt x="69" y="210"/>
                </a:lnTo>
                <a:lnTo>
                  <a:pt x="68" y="210"/>
                </a:lnTo>
                <a:lnTo>
                  <a:pt x="67" y="210"/>
                </a:lnTo>
                <a:lnTo>
                  <a:pt x="67" y="211"/>
                </a:lnTo>
                <a:lnTo>
                  <a:pt x="66" y="210"/>
                </a:lnTo>
                <a:lnTo>
                  <a:pt x="64" y="210"/>
                </a:lnTo>
                <a:lnTo>
                  <a:pt x="64" y="209"/>
                </a:lnTo>
                <a:lnTo>
                  <a:pt x="63" y="208"/>
                </a:lnTo>
                <a:lnTo>
                  <a:pt x="63" y="207"/>
                </a:lnTo>
                <a:lnTo>
                  <a:pt x="63" y="206"/>
                </a:lnTo>
                <a:lnTo>
                  <a:pt x="64" y="206"/>
                </a:lnTo>
                <a:lnTo>
                  <a:pt x="64" y="205"/>
                </a:lnTo>
                <a:lnTo>
                  <a:pt x="64" y="204"/>
                </a:lnTo>
                <a:lnTo>
                  <a:pt x="63" y="204"/>
                </a:lnTo>
                <a:lnTo>
                  <a:pt x="62" y="205"/>
                </a:lnTo>
                <a:lnTo>
                  <a:pt x="61" y="206"/>
                </a:lnTo>
                <a:lnTo>
                  <a:pt x="60" y="206"/>
                </a:lnTo>
                <a:lnTo>
                  <a:pt x="60" y="205"/>
                </a:lnTo>
                <a:lnTo>
                  <a:pt x="60" y="204"/>
                </a:lnTo>
                <a:lnTo>
                  <a:pt x="60" y="203"/>
                </a:lnTo>
                <a:lnTo>
                  <a:pt x="60" y="202"/>
                </a:lnTo>
                <a:lnTo>
                  <a:pt x="59" y="202"/>
                </a:lnTo>
                <a:lnTo>
                  <a:pt x="58" y="202"/>
                </a:lnTo>
                <a:lnTo>
                  <a:pt x="58" y="203"/>
                </a:lnTo>
                <a:lnTo>
                  <a:pt x="57" y="203"/>
                </a:lnTo>
                <a:lnTo>
                  <a:pt x="56" y="202"/>
                </a:lnTo>
                <a:lnTo>
                  <a:pt x="56" y="201"/>
                </a:lnTo>
                <a:lnTo>
                  <a:pt x="58" y="200"/>
                </a:lnTo>
                <a:lnTo>
                  <a:pt x="58" y="198"/>
                </a:lnTo>
                <a:lnTo>
                  <a:pt x="59" y="197"/>
                </a:lnTo>
                <a:lnTo>
                  <a:pt x="59" y="196"/>
                </a:lnTo>
                <a:lnTo>
                  <a:pt x="60" y="196"/>
                </a:lnTo>
                <a:lnTo>
                  <a:pt x="61" y="195"/>
                </a:lnTo>
                <a:lnTo>
                  <a:pt x="62" y="195"/>
                </a:lnTo>
                <a:lnTo>
                  <a:pt x="63" y="195"/>
                </a:lnTo>
                <a:lnTo>
                  <a:pt x="64" y="195"/>
                </a:lnTo>
                <a:lnTo>
                  <a:pt x="65" y="195"/>
                </a:lnTo>
                <a:lnTo>
                  <a:pt x="65" y="194"/>
                </a:lnTo>
                <a:lnTo>
                  <a:pt x="66" y="194"/>
                </a:lnTo>
                <a:lnTo>
                  <a:pt x="67" y="194"/>
                </a:lnTo>
                <a:lnTo>
                  <a:pt x="68" y="194"/>
                </a:lnTo>
                <a:lnTo>
                  <a:pt x="69" y="194"/>
                </a:lnTo>
                <a:lnTo>
                  <a:pt x="71" y="194"/>
                </a:lnTo>
                <a:lnTo>
                  <a:pt x="72" y="194"/>
                </a:lnTo>
                <a:lnTo>
                  <a:pt x="72" y="195"/>
                </a:lnTo>
                <a:lnTo>
                  <a:pt x="73" y="195"/>
                </a:lnTo>
                <a:lnTo>
                  <a:pt x="74" y="194"/>
                </a:lnTo>
                <a:lnTo>
                  <a:pt x="76" y="194"/>
                </a:lnTo>
                <a:lnTo>
                  <a:pt x="77" y="194"/>
                </a:lnTo>
                <a:lnTo>
                  <a:pt x="78" y="194"/>
                </a:lnTo>
                <a:lnTo>
                  <a:pt x="79" y="193"/>
                </a:lnTo>
                <a:lnTo>
                  <a:pt x="79" y="192"/>
                </a:lnTo>
                <a:lnTo>
                  <a:pt x="80" y="192"/>
                </a:lnTo>
                <a:lnTo>
                  <a:pt x="80" y="191"/>
                </a:lnTo>
                <a:lnTo>
                  <a:pt x="80" y="190"/>
                </a:lnTo>
                <a:lnTo>
                  <a:pt x="80" y="189"/>
                </a:lnTo>
                <a:lnTo>
                  <a:pt x="80" y="188"/>
                </a:lnTo>
                <a:lnTo>
                  <a:pt x="80" y="187"/>
                </a:lnTo>
                <a:lnTo>
                  <a:pt x="80" y="186"/>
                </a:lnTo>
                <a:lnTo>
                  <a:pt x="81" y="186"/>
                </a:lnTo>
                <a:lnTo>
                  <a:pt x="82" y="185"/>
                </a:lnTo>
                <a:lnTo>
                  <a:pt x="83" y="184"/>
                </a:lnTo>
                <a:lnTo>
                  <a:pt x="84" y="183"/>
                </a:lnTo>
                <a:lnTo>
                  <a:pt x="85" y="183"/>
                </a:lnTo>
                <a:lnTo>
                  <a:pt x="86" y="182"/>
                </a:lnTo>
                <a:lnTo>
                  <a:pt x="86" y="181"/>
                </a:lnTo>
                <a:lnTo>
                  <a:pt x="86" y="180"/>
                </a:lnTo>
                <a:lnTo>
                  <a:pt x="86" y="179"/>
                </a:lnTo>
                <a:lnTo>
                  <a:pt x="85" y="179"/>
                </a:lnTo>
                <a:lnTo>
                  <a:pt x="85" y="178"/>
                </a:lnTo>
                <a:lnTo>
                  <a:pt x="85" y="177"/>
                </a:lnTo>
                <a:lnTo>
                  <a:pt x="85" y="176"/>
                </a:lnTo>
                <a:lnTo>
                  <a:pt x="86" y="174"/>
                </a:lnTo>
                <a:lnTo>
                  <a:pt x="86" y="171"/>
                </a:lnTo>
                <a:lnTo>
                  <a:pt x="86" y="170"/>
                </a:lnTo>
                <a:lnTo>
                  <a:pt x="85" y="169"/>
                </a:lnTo>
                <a:lnTo>
                  <a:pt x="85" y="168"/>
                </a:lnTo>
                <a:lnTo>
                  <a:pt x="85" y="167"/>
                </a:lnTo>
                <a:lnTo>
                  <a:pt x="86" y="167"/>
                </a:lnTo>
                <a:lnTo>
                  <a:pt x="86" y="168"/>
                </a:lnTo>
                <a:lnTo>
                  <a:pt x="87" y="169"/>
                </a:lnTo>
                <a:lnTo>
                  <a:pt x="88" y="169"/>
                </a:lnTo>
                <a:lnTo>
                  <a:pt x="88" y="168"/>
                </a:lnTo>
                <a:lnTo>
                  <a:pt x="88" y="167"/>
                </a:lnTo>
                <a:lnTo>
                  <a:pt x="88" y="166"/>
                </a:lnTo>
                <a:lnTo>
                  <a:pt x="87" y="166"/>
                </a:lnTo>
                <a:lnTo>
                  <a:pt x="86" y="166"/>
                </a:lnTo>
                <a:lnTo>
                  <a:pt x="85" y="165"/>
                </a:lnTo>
                <a:lnTo>
                  <a:pt x="86" y="165"/>
                </a:lnTo>
                <a:lnTo>
                  <a:pt x="87" y="164"/>
                </a:lnTo>
                <a:lnTo>
                  <a:pt x="88" y="164"/>
                </a:lnTo>
                <a:lnTo>
                  <a:pt x="89" y="163"/>
                </a:lnTo>
                <a:lnTo>
                  <a:pt x="91" y="162"/>
                </a:lnTo>
                <a:lnTo>
                  <a:pt x="92" y="161"/>
                </a:lnTo>
                <a:lnTo>
                  <a:pt x="93" y="161"/>
                </a:lnTo>
                <a:lnTo>
                  <a:pt x="94" y="162"/>
                </a:lnTo>
                <a:lnTo>
                  <a:pt x="95" y="163"/>
                </a:lnTo>
                <a:lnTo>
                  <a:pt x="99" y="164"/>
                </a:lnTo>
                <a:lnTo>
                  <a:pt x="100" y="164"/>
                </a:lnTo>
                <a:lnTo>
                  <a:pt x="101" y="164"/>
                </a:lnTo>
                <a:lnTo>
                  <a:pt x="103" y="165"/>
                </a:lnTo>
                <a:lnTo>
                  <a:pt x="104" y="165"/>
                </a:lnTo>
                <a:lnTo>
                  <a:pt x="104" y="164"/>
                </a:lnTo>
                <a:lnTo>
                  <a:pt x="105" y="163"/>
                </a:lnTo>
                <a:lnTo>
                  <a:pt x="106" y="164"/>
                </a:lnTo>
                <a:lnTo>
                  <a:pt x="108" y="164"/>
                </a:lnTo>
                <a:lnTo>
                  <a:pt x="110" y="164"/>
                </a:lnTo>
                <a:lnTo>
                  <a:pt x="110" y="165"/>
                </a:lnTo>
                <a:lnTo>
                  <a:pt x="111" y="165"/>
                </a:lnTo>
                <a:lnTo>
                  <a:pt x="112" y="166"/>
                </a:lnTo>
                <a:lnTo>
                  <a:pt x="112" y="167"/>
                </a:lnTo>
                <a:lnTo>
                  <a:pt x="113" y="167"/>
                </a:lnTo>
                <a:lnTo>
                  <a:pt x="113" y="168"/>
                </a:lnTo>
                <a:lnTo>
                  <a:pt x="117" y="169"/>
                </a:lnTo>
                <a:lnTo>
                  <a:pt x="119" y="170"/>
                </a:lnTo>
                <a:lnTo>
                  <a:pt x="120" y="169"/>
                </a:lnTo>
                <a:lnTo>
                  <a:pt x="122" y="168"/>
                </a:lnTo>
                <a:lnTo>
                  <a:pt x="123" y="167"/>
                </a:lnTo>
                <a:lnTo>
                  <a:pt x="123" y="166"/>
                </a:lnTo>
                <a:lnTo>
                  <a:pt x="124" y="165"/>
                </a:lnTo>
                <a:lnTo>
                  <a:pt x="125" y="165"/>
                </a:lnTo>
                <a:lnTo>
                  <a:pt x="126" y="165"/>
                </a:lnTo>
                <a:lnTo>
                  <a:pt x="126" y="166"/>
                </a:lnTo>
                <a:lnTo>
                  <a:pt x="128" y="167"/>
                </a:lnTo>
                <a:lnTo>
                  <a:pt x="129" y="167"/>
                </a:lnTo>
                <a:lnTo>
                  <a:pt x="129" y="166"/>
                </a:lnTo>
                <a:lnTo>
                  <a:pt x="129" y="165"/>
                </a:lnTo>
                <a:lnTo>
                  <a:pt x="131" y="165"/>
                </a:lnTo>
                <a:lnTo>
                  <a:pt x="132" y="165"/>
                </a:lnTo>
                <a:lnTo>
                  <a:pt x="133" y="165"/>
                </a:lnTo>
                <a:lnTo>
                  <a:pt x="133" y="166"/>
                </a:lnTo>
                <a:lnTo>
                  <a:pt x="134" y="166"/>
                </a:lnTo>
                <a:lnTo>
                  <a:pt x="134" y="165"/>
                </a:lnTo>
                <a:lnTo>
                  <a:pt x="134" y="162"/>
                </a:lnTo>
                <a:lnTo>
                  <a:pt x="134" y="161"/>
                </a:lnTo>
                <a:lnTo>
                  <a:pt x="134" y="160"/>
                </a:lnTo>
                <a:lnTo>
                  <a:pt x="133" y="160"/>
                </a:lnTo>
                <a:lnTo>
                  <a:pt x="133" y="159"/>
                </a:lnTo>
                <a:lnTo>
                  <a:pt x="133" y="158"/>
                </a:lnTo>
                <a:lnTo>
                  <a:pt x="135" y="156"/>
                </a:lnTo>
                <a:lnTo>
                  <a:pt x="135" y="155"/>
                </a:lnTo>
                <a:lnTo>
                  <a:pt x="136" y="154"/>
                </a:lnTo>
                <a:lnTo>
                  <a:pt x="137" y="152"/>
                </a:lnTo>
                <a:lnTo>
                  <a:pt x="136" y="152"/>
                </a:lnTo>
                <a:lnTo>
                  <a:pt x="136" y="151"/>
                </a:lnTo>
                <a:lnTo>
                  <a:pt x="136" y="146"/>
                </a:lnTo>
                <a:lnTo>
                  <a:pt x="136" y="141"/>
                </a:lnTo>
                <a:lnTo>
                  <a:pt x="138" y="139"/>
                </a:lnTo>
                <a:lnTo>
                  <a:pt x="139" y="137"/>
                </a:lnTo>
                <a:lnTo>
                  <a:pt x="140" y="135"/>
                </a:lnTo>
                <a:lnTo>
                  <a:pt x="141" y="134"/>
                </a:lnTo>
                <a:lnTo>
                  <a:pt x="141" y="133"/>
                </a:lnTo>
                <a:lnTo>
                  <a:pt x="142" y="133"/>
                </a:lnTo>
                <a:lnTo>
                  <a:pt x="142" y="130"/>
                </a:lnTo>
                <a:lnTo>
                  <a:pt x="142" y="129"/>
                </a:lnTo>
                <a:lnTo>
                  <a:pt x="143" y="127"/>
                </a:lnTo>
                <a:lnTo>
                  <a:pt x="144" y="126"/>
                </a:lnTo>
                <a:lnTo>
                  <a:pt x="145" y="125"/>
                </a:lnTo>
                <a:lnTo>
                  <a:pt x="145" y="124"/>
                </a:lnTo>
                <a:lnTo>
                  <a:pt x="145" y="123"/>
                </a:lnTo>
                <a:lnTo>
                  <a:pt x="145" y="122"/>
                </a:lnTo>
                <a:lnTo>
                  <a:pt x="146" y="122"/>
                </a:lnTo>
                <a:lnTo>
                  <a:pt x="146" y="121"/>
                </a:lnTo>
                <a:lnTo>
                  <a:pt x="146" y="120"/>
                </a:lnTo>
                <a:lnTo>
                  <a:pt x="147" y="119"/>
                </a:lnTo>
                <a:lnTo>
                  <a:pt x="148" y="117"/>
                </a:lnTo>
                <a:lnTo>
                  <a:pt x="148" y="116"/>
                </a:lnTo>
                <a:lnTo>
                  <a:pt x="149" y="115"/>
                </a:lnTo>
                <a:lnTo>
                  <a:pt x="149" y="114"/>
                </a:lnTo>
                <a:lnTo>
                  <a:pt x="150" y="114"/>
                </a:lnTo>
                <a:lnTo>
                  <a:pt x="150" y="112"/>
                </a:lnTo>
                <a:lnTo>
                  <a:pt x="150" y="111"/>
                </a:lnTo>
                <a:lnTo>
                  <a:pt x="150" y="110"/>
                </a:lnTo>
                <a:lnTo>
                  <a:pt x="150" y="109"/>
                </a:lnTo>
                <a:lnTo>
                  <a:pt x="151" y="109"/>
                </a:lnTo>
                <a:lnTo>
                  <a:pt x="151" y="108"/>
                </a:lnTo>
                <a:lnTo>
                  <a:pt x="152" y="108"/>
                </a:lnTo>
                <a:lnTo>
                  <a:pt x="152" y="107"/>
                </a:lnTo>
                <a:lnTo>
                  <a:pt x="153" y="107"/>
                </a:lnTo>
                <a:lnTo>
                  <a:pt x="153" y="106"/>
                </a:lnTo>
                <a:lnTo>
                  <a:pt x="154" y="105"/>
                </a:lnTo>
                <a:lnTo>
                  <a:pt x="154" y="104"/>
                </a:lnTo>
                <a:lnTo>
                  <a:pt x="154" y="102"/>
                </a:lnTo>
                <a:lnTo>
                  <a:pt x="155" y="101"/>
                </a:lnTo>
                <a:lnTo>
                  <a:pt x="155" y="100"/>
                </a:lnTo>
                <a:lnTo>
                  <a:pt x="156" y="99"/>
                </a:lnTo>
                <a:lnTo>
                  <a:pt x="157" y="97"/>
                </a:lnTo>
                <a:lnTo>
                  <a:pt x="157" y="96"/>
                </a:lnTo>
                <a:lnTo>
                  <a:pt x="158" y="95"/>
                </a:lnTo>
                <a:lnTo>
                  <a:pt x="158" y="94"/>
                </a:lnTo>
                <a:lnTo>
                  <a:pt x="157" y="94"/>
                </a:lnTo>
                <a:lnTo>
                  <a:pt x="157" y="93"/>
                </a:lnTo>
                <a:lnTo>
                  <a:pt x="157" y="92"/>
                </a:lnTo>
                <a:lnTo>
                  <a:pt x="158" y="92"/>
                </a:lnTo>
                <a:lnTo>
                  <a:pt x="158" y="91"/>
                </a:lnTo>
                <a:lnTo>
                  <a:pt x="158" y="90"/>
                </a:lnTo>
                <a:lnTo>
                  <a:pt x="159" y="90"/>
                </a:lnTo>
                <a:lnTo>
                  <a:pt x="159" y="89"/>
                </a:lnTo>
                <a:lnTo>
                  <a:pt x="160" y="89"/>
                </a:lnTo>
                <a:lnTo>
                  <a:pt x="161" y="87"/>
                </a:lnTo>
                <a:lnTo>
                  <a:pt x="162" y="87"/>
                </a:lnTo>
                <a:lnTo>
                  <a:pt x="161" y="87"/>
                </a:lnTo>
                <a:lnTo>
                  <a:pt x="162" y="87"/>
                </a:lnTo>
                <a:lnTo>
                  <a:pt x="162" y="86"/>
                </a:lnTo>
                <a:lnTo>
                  <a:pt x="163" y="86"/>
                </a:lnTo>
                <a:lnTo>
                  <a:pt x="164" y="85"/>
                </a:lnTo>
                <a:lnTo>
                  <a:pt x="164" y="84"/>
                </a:lnTo>
                <a:lnTo>
                  <a:pt x="163" y="83"/>
                </a:lnTo>
                <a:lnTo>
                  <a:pt x="164" y="81"/>
                </a:lnTo>
                <a:lnTo>
                  <a:pt x="164" y="79"/>
                </a:lnTo>
                <a:lnTo>
                  <a:pt x="165" y="79"/>
                </a:lnTo>
                <a:lnTo>
                  <a:pt x="165" y="78"/>
                </a:lnTo>
                <a:lnTo>
                  <a:pt x="166" y="78"/>
                </a:lnTo>
                <a:lnTo>
                  <a:pt x="167" y="79"/>
                </a:lnTo>
                <a:lnTo>
                  <a:pt x="168" y="79"/>
                </a:lnTo>
                <a:lnTo>
                  <a:pt x="169" y="79"/>
                </a:lnTo>
                <a:lnTo>
                  <a:pt x="169" y="78"/>
                </a:lnTo>
                <a:lnTo>
                  <a:pt x="172" y="76"/>
                </a:lnTo>
                <a:lnTo>
                  <a:pt x="173" y="74"/>
                </a:lnTo>
                <a:lnTo>
                  <a:pt x="174" y="73"/>
                </a:lnTo>
                <a:lnTo>
                  <a:pt x="178" y="72"/>
                </a:lnTo>
                <a:lnTo>
                  <a:pt x="179" y="72"/>
                </a:lnTo>
                <a:lnTo>
                  <a:pt x="182" y="74"/>
                </a:lnTo>
                <a:lnTo>
                  <a:pt x="186" y="76"/>
                </a:lnTo>
                <a:lnTo>
                  <a:pt x="187" y="76"/>
                </a:lnTo>
                <a:lnTo>
                  <a:pt x="187" y="77"/>
                </a:lnTo>
                <a:lnTo>
                  <a:pt x="189" y="77"/>
                </a:lnTo>
                <a:lnTo>
                  <a:pt x="190" y="77"/>
                </a:lnTo>
                <a:lnTo>
                  <a:pt x="193" y="78"/>
                </a:lnTo>
                <a:lnTo>
                  <a:pt x="195" y="79"/>
                </a:lnTo>
                <a:lnTo>
                  <a:pt x="196" y="79"/>
                </a:lnTo>
                <a:lnTo>
                  <a:pt x="196" y="80"/>
                </a:lnTo>
                <a:lnTo>
                  <a:pt x="197" y="80"/>
                </a:lnTo>
                <a:lnTo>
                  <a:pt x="198" y="81"/>
                </a:lnTo>
                <a:lnTo>
                  <a:pt x="199" y="82"/>
                </a:lnTo>
                <a:lnTo>
                  <a:pt x="200" y="83"/>
                </a:lnTo>
                <a:lnTo>
                  <a:pt x="202" y="84"/>
                </a:lnTo>
                <a:lnTo>
                  <a:pt x="204" y="86"/>
                </a:lnTo>
                <a:lnTo>
                  <a:pt x="206" y="87"/>
                </a:lnTo>
                <a:lnTo>
                  <a:pt x="206" y="88"/>
                </a:lnTo>
                <a:lnTo>
                  <a:pt x="207" y="88"/>
                </a:lnTo>
                <a:lnTo>
                  <a:pt x="208" y="87"/>
                </a:lnTo>
                <a:lnTo>
                  <a:pt x="209" y="87"/>
                </a:lnTo>
                <a:lnTo>
                  <a:pt x="211" y="85"/>
                </a:lnTo>
                <a:lnTo>
                  <a:pt x="212" y="85"/>
                </a:lnTo>
                <a:lnTo>
                  <a:pt x="212" y="84"/>
                </a:lnTo>
                <a:lnTo>
                  <a:pt x="213" y="84"/>
                </a:lnTo>
                <a:lnTo>
                  <a:pt x="214" y="83"/>
                </a:lnTo>
                <a:lnTo>
                  <a:pt x="215" y="83"/>
                </a:lnTo>
                <a:lnTo>
                  <a:pt x="216" y="82"/>
                </a:lnTo>
                <a:lnTo>
                  <a:pt x="217" y="82"/>
                </a:lnTo>
                <a:lnTo>
                  <a:pt x="218" y="81"/>
                </a:lnTo>
                <a:lnTo>
                  <a:pt x="218" y="80"/>
                </a:lnTo>
                <a:lnTo>
                  <a:pt x="218" y="79"/>
                </a:lnTo>
                <a:lnTo>
                  <a:pt x="218" y="78"/>
                </a:lnTo>
                <a:lnTo>
                  <a:pt x="218" y="77"/>
                </a:lnTo>
                <a:lnTo>
                  <a:pt x="219" y="76"/>
                </a:lnTo>
                <a:lnTo>
                  <a:pt x="219" y="75"/>
                </a:lnTo>
                <a:lnTo>
                  <a:pt x="219" y="74"/>
                </a:lnTo>
                <a:lnTo>
                  <a:pt x="219" y="73"/>
                </a:lnTo>
                <a:lnTo>
                  <a:pt x="219" y="72"/>
                </a:lnTo>
                <a:lnTo>
                  <a:pt x="220" y="72"/>
                </a:lnTo>
                <a:lnTo>
                  <a:pt x="220" y="71"/>
                </a:lnTo>
                <a:lnTo>
                  <a:pt x="220" y="70"/>
                </a:lnTo>
                <a:lnTo>
                  <a:pt x="220" y="69"/>
                </a:lnTo>
                <a:lnTo>
                  <a:pt x="220" y="68"/>
                </a:lnTo>
                <a:lnTo>
                  <a:pt x="220" y="66"/>
                </a:lnTo>
                <a:lnTo>
                  <a:pt x="220" y="65"/>
                </a:lnTo>
                <a:lnTo>
                  <a:pt x="221" y="65"/>
                </a:lnTo>
                <a:lnTo>
                  <a:pt x="222" y="64"/>
                </a:lnTo>
                <a:lnTo>
                  <a:pt x="223" y="64"/>
                </a:lnTo>
                <a:lnTo>
                  <a:pt x="224" y="63"/>
                </a:lnTo>
                <a:lnTo>
                  <a:pt x="225" y="63"/>
                </a:lnTo>
                <a:lnTo>
                  <a:pt x="227" y="62"/>
                </a:lnTo>
                <a:lnTo>
                  <a:pt x="227" y="61"/>
                </a:lnTo>
                <a:lnTo>
                  <a:pt x="228" y="61"/>
                </a:lnTo>
                <a:lnTo>
                  <a:pt x="229" y="61"/>
                </a:lnTo>
                <a:lnTo>
                  <a:pt x="230" y="61"/>
                </a:lnTo>
                <a:lnTo>
                  <a:pt x="230" y="60"/>
                </a:lnTo>
                <a:lnTo>
                  <a:pt x="231" y="60"/>
                </a:lnTo>
                <a:lnTo>
                  <a:pt x="232" y="60"/>
                </a:lnTo>
                <a:lnTo>
                  <a:pt x="232" y="59"/>
                </a:lnTo>
                <a:lnTo>
                  <a:pt x="233" y="59"/>
                </a:lnTo>
                <a:lnTo>
                  <a:pt x="235" y="59"/>
                </a:lnTo>
                <a:lnTo>
                  <a:pt x="236" y="58"/>
                </a:lnTo>
                <a:lnTo>
                  <a:pt x="237" y="58"/>
                </a:lnTo>
                <a:lnTo>
                  <a:pt x="238" y="58"/>
                </a:lnTo>
                <a:lnTo>
                  <a:pt x="240" y="57"/>
                </a:lnTo>
                <a:lnTo>
                  <a:pt x="241" y="57"/>
                </a:lnTo>
                <a:lnTo>
                  <a:pt x="242" y="57"/>
                </a:lnTo>
                <a:lnTo>
                  <a:pt x="243" y="56"/>
                </a:lnTo>
                <a:lnTo>
                  <a:pt x="244" y="56"/>
                </a:lnTo>
                <a:lnTo>
                  <a:pt x="244" y="55"/>
                </a:lnTo>
                <a:lnTo>
                  <a:pt x="245" y="55"/>
                </a:lnTo>
                <a:lnTo>
                  <a:pt x="246" y="55"/>
                </a:lnTo>
                <a:lnTo>
                  <a:pt x="246" y="54"/>
                </a:lnTo>
                <a:lnTo>
                  <a:pt x="247" y="54"/>
                </a:lnTo>
                <a:lnTo>
                  <a:pt x="249" y="54"/>
                </a:lnTo>
                <a:lnTo>
                  <a:pt x="249" y="53"/>
                </a:lnTo>
                <a:lnTo>
                  <a:pt x="250" y="53"/>
                </a:lnTo>
                <a:lnTo>
                  <a:pt x="251" y="53"/>
                </a:lnTo>
                <a:lnTo>
                  <a:pt x="252" y="53"/>
                </a:lnTo>
                <a:lnTo>
                  <a:pt x="253" y="52"/>
                </a:lnTo>
                <a:lnTo>
                  <a:pt x="253" y="51"/>
                </a:lnTo>
                <a:lnTo>
                  <a:pt x="254" y="51"/>
                </a:lnTo>
                <a:lnTo>
                  <a:pt x="254" y="52"/>
                </a:lnTo>
                <a:lnTo>
                  <a:pt x="254" y="53"/>
                </a:lnTo>
                <a:lnTo>
                  <a:pt x="255" y="53"/>
                </a:lnTo>
                <a:lnTo>
                  <a:pt x="255" y="54"/>
                </a:lnTo>
                <a:lnTo>
                  <a:pt x="256" y="54"/>
                </a:lnTo>
                <a:lnTo>
                  <a:pt x="256" y="55"/>
                </a:lnTo>
                <a:lnTo>
                  <a:pt x="257" y="55"/>
                </a:lnTo>
                <a:lnTo>
                  <a:pt x="258" y="57"/>
                </a:lnTo>
                <a:lnTo>
                  <a:pt x="258" y="59"/>
                </a:lnTo>
                <a:lnTo>
                  <a:pt x="259" y="60"/>
                </a:lnTo>
                <a:lnTo>
                  <a:pt x="259" y="61"/>
                </a:lnTo>
                <a:lnTo>
                  <a:pt x="260" y="62"/>
                </a:lnTo>
                <a:lnTo>
                  <a:pt x="261" y="63"/>
                </a:lnTo>
                <a:lnTo>
                  <a:pt x="262" y="63"/>
                </a:lnTo>
                <a:lnTo>
                  <a:pt x="263" y="63"/>
                </a:lnTo>
                <a:lnTo>
                  <a:pt x="265" y="63"/>
                </a:lnTo>
                <a:lnTo>
                  <a:pt x="266" y="63"/>
                </a:lnTo>
                <a:lnTo>
                  <a:pt x="268" y="63"/>
                </a:lnTo>
                <a:lnTo>
                  <a:pt x="269" y="62"/>
                </a:lnTo>
                <a:lnTo>
                  <a:pt x="270" y="62"/>
                </a:lnTo>
                <a:lnTo>
                  <a:pt x="271" y="62"/>
                </a:lnTo>
                <a:lnTo>
                  <a:pt x="272" y="62"/>
                </a:lnTo>
                <a:lnTo>
                  <a:pt x="273" y="61"/>
                </a:lnTo>
                <a:lnTo>
                  <a:pt x="274" y="61"/>
                </a:lnTo>
                <a:lnTo>
                  <a:pt x="275" y="61"/>
                </a:lnTo>
                <a:lnTo>
                  <a:pt x="276" y="60"/>
                </a:lnTo>
                <a:lnTo>
                  <a:pt x="277" y="60"/>
                </a:lnTo>
                <a:lnTo>
                  <a:pt x="278" y="60"/>
                </a:lnTo>
                <a:lnTo>
                  <a:pt x="279" y="59"/>
                </a:lnTo>
                <a:lnTo>
                  <a:pt x="281" y="59"/>
                </a:lnTo>
                <a:lnTo>
                  <a:pt x="282" y="59"/>
                </a:lnTo>
                <a:lnTo>
                  <a:pt x="283" y="59"/>
                </a:lnTo>
                <a:lnTo>
                  <a:pt x="283" y="58"/>
                </a:lnTo>
                <a:lnTo>
                  <a:pt x="284" y="58"/>
                </a:lnTo>
                <a:lnTo>
                  <a:pt x="284" y="57"/>
                </a:lnTo>
                <a:lnTo>
                  <a:pt x="285" y="57"/>
                </a:lnTo>
                <a:lnTo>
                  <a:pt x="286" y="56"/>
                </a:lnTo>
                <a:lnTo>
                  <a:pt x="286" y="55"/>
                </a:lnTo>
                <a:lnTo>
                  <a:pt x="286" y="54"/>
                </a:lnTo>
                <a:lnTo>
                  <a:pt x="287" y="54"/>
                </a:lnTo>
                <a:lnTo>
                  <a:pt x="288" y="53"/>
                </a:lnTo>
                <a:lnTo>
                  <a:pt x="288" y="52"/>
                </a:lnTo>
                <a:lnTo>
                  <a:pt x="289" y="52"/>
                </a:lnTo>
                <a:lnTo>
                  <a:pt x="289" y="51"/>
                </a:lnTo>
                <a:lnTo>
                  <a:pt x="290" y="51"/>
                </a:lnTo>
                <a:lnTo>
                  <a:pt x="290" y="50"/>
                </a:lnTo>
                <a:lnTo>
                  <a:pt x="290" y="49"/>
                </a:lnTo>
                <a:lnTo>
                  <a:pt x="291" y="49"/>
                </a:lnTo>
                <a:lnTo>
                  <a:pt x="291" y="48"/>
                </a:lnTo>
                <a:lnTo>
                  <a:pt x="292" y="48"/>
                </a:lnTo>
                <a:lnTo>
                  <a:pt x="293" y="47"/>
                </a:lnTo>
                <a:lnTo>
                  <a:pt x="294" y="47"/>
                </a:lnTo>
                <a:lnTo>
                  <a:pt x="294" y="46"/>
                </a:lnTo>
                <a:lnTo>
                  <a:pt x="294" y="45"/>
                </a:lnTo>
                <a:lnTo>
                  <a:pt x="294" y="44"/>
                </a:lnTo>
                <a:lnTo>
                  <a:pt x="295" y="44"/>
                </a:lnTo>
                <a:lnTo>
                  <a:pt x="295" y="43"/>
                </a:lnTo>
                <a:lnTo>
                  <a:pt x="296" y="43"/>
                </a:lnTo>
                <a:lnTo>
                  <a:pt x="298" y="42"/>
                </a:lnTo>
                <a:lnTo>
                  <a:pt x="298" y="41"/>
                </a:lnTo>
                <a:lnTo>
                  <a:pt x="299" y="40"/>
                </a:lnTo>
                <a:lnTo>
                  <a:pt x="300" y="40"/>
                </a:lnTo>
                <a:lnTo>
                  <a:pt x="301" y="40"/>
                </a:lnTo>
                <a:lnTo>
                  <a:pt x="302" y="40"/>
                </a:lnTo>
                <a:lnTo>
                  <a:pt x="302" y="39"/>
                </a:lnTo>
                <a:lnTo>
                  <a:pt x="303" y="38"/>
                </a:lnTo>
                <a:lnTo>
                  <a:pt x="303" y="37"/>
                </a:lnTo>
                <a:lnTo>
                  <a:pt x="304" y="36"/>
                </a:lnTo>
                <a:lnTo>
                  <a:pt x="304" y="35"/>
                </a:lnTo>
                <a:lnTo>
                  <a:pt x="304" y="34"/>
                </a:lnTo>
                <a:lnTo>
                  <a:pt x="304" y="33"/>
                </a:lnTo>
                <a:lnTo>
                  <a:pt x="305" y="33"/>
                </a:lnTo>
                <a:lnTo>
                  <a:pt x="306" y="33"/>
                </a:lnTo>
                <a:lnTo>
                  <a:pt x="306" y="34"/>
                </a:lnTo>
                <a:lnTo>
                  <a:pt x="307" y="35"/>
                </a:lnTo>
                <a:lnTo>
                  <a:pt x="308" y="35"/>
                </a:lnTo>
                <a:lnTo>
                  <a:pt x="308" y="36"/>
                </a:lnTo>
                <a:lnTo>
                  <a:pt x="309" y="37"/>
                </a:lnTo>
                <a:lnTo>
                  <a:pt x="309" y="38"/>
                </a:lnTo>
                <a:lnTo>
                  <a:pt x="310" y="38"/>
                </a:lnTo>
                <a:lnTo>
                  <a:pt x="312" y="40"/>
                </a:lnTo>
                <a:lnTo>
                  <a:pt x="312" y="41"/>
                </a:lnTo>
                <a:lnTo>
                  <a:pt x="313" y="41"/>
                </a:lnTo>
                <a:lnTo>
                  <a:pt x="314" y="41"/>
                </a:lnTo>
                <a:lnTo>
                  <a:pt x="315" y="39"/>
                </a:lnTo>
                <a:lnTo>
                  <a:pt x="316" y="39"/>
                </a:lnTo>
                <a:lnTo>
                  <a:pt x="316" y="38"/>
                </a:lnTo>
                <a:lnTo>
                  <a:pt x="315" y="38"/>
                </a:lnTo>
                <a:lnTo>
                  <a:pt x="315" y="37"/>
                </a:lnTo>
                <a:lnTo>
                  <a:pt x="316" y="37"/>
                </a:lnTo>
                <a:lnTo>
                  <a:pt x="317" y="36"/>
                </a:lnTo>
                <a:lnTo>
                  <a:pt x="317" y="35"/>
                </a:lnTo>
                <a:lnTo>
                  <a:pt x="317" y="36"/>
                </a:lnTo>
                <a:lnTo>
                  <a:pt x="318" y="35"/>
                </a:lnTo>
                <a:lnTo>
                  <a:pt x="319" y="34"/>
                </a:lnTo>
                <a:lnTo>
                  <a:pt x="319" y="33"/>
                </a:lnTo>
                <a:lnTo>
                  <a:pt x="319" y="32"/>
                </a:lnTo>
                <a:lnTo>
                  <a:pt x="320" y="32"/>
                </a:lnTo>
                <a:lnTo>
                  <a:pt x="320" y="31"/>
                </a:lnTo>
                <a:lnTo>
                  <a:pt x="321" y="31"/>
                </a:lnTo>
                <a:lnTo>
                  <a:pt x="321" y="30"/>
                </a:lnTo>
                <a:lnTo>
                  <a:pt x="322" y="30"/>
                </a:lnTo>
                <a:lnTo>
                  <a:pt x="322" y="31"/>
                </a:lnTo>
                <a:lnTo>
                  <a:pt x="324" y="31"/>
                </a:lnTo>
                <a:lnTo>
                  <a:pt x="325" y="31"/>
                </a:lnTo>
                <a:lnTo>
                  <a:pt x="326" y="31"/>
                </a:lnTo>
                <a:lnTo>
                  <a:pt x="327" y="30"/>
                </a:lnTo>
                <a:lnTo>
                  <a:pt x="328" y="30"/>
                </a:lnTo>
                <a:lnTo>
                  <a:pt x="329" y="29"/>
                </a:lnTo>
                <a:lnTo>
                  <a:pt x="331" y="27"/>
                </a:lnTo>
                <a:lnTo>
                  <a:pt x="332" y="26"/>
                </a:lnTo>
                <a:lnTo>
                  <a:pt x="332" y="25"/>
                </a:lnTo>
                <a:lnTo>
                  <a:pt x="331" y="25"/>
                </a:lnTo>
                <a:lnTo>
                  <a:pt x="331" y="24"/>
                </a:lnTo>
                <a:lnTo>
                  <a:pt x="331" y="22"/>
                </a:lnTo>
                <a:lnTo>
                  <a:pt x="330" y="22"/>
                </a:lnTo>
                <a:lnTo>
                  <a:pt x="329" y="22"/>
                </a:lnTo>
                <a:lnTo>
                  <a:pt x="329" y="21"/>
                </a:lnTo>
                <a:lnTo>
                  <a:pt x="328" y="20"/>
                </a:lnTo>
                <a:lnTo>
                  <a:pt x="328" y="19"/>
                </a:lnTo>
                <a:lnTo>
                  <a:pt x="327" y="19"/>
                </a:lnTo>
                <a:lnTo>
                  <a:pt x="328" y="17"/>
                </a:lnTo>
                <a:lnTo>
                  <a:pt x="328" y="16"/>
                </a:lnTo>
                <a:lnTo>
                  <a:pt x="329" y="16"/>
                </a:lnTo>
                <a:lnTo>
                  <a:pt x="329" y="15"/>
                </a:lnTo>
                <a:lnTo>
                  <a:pt x="329" y="14"/>
                </a:lnTo>
                <a:lnTo>
                  <a:pt x="329" y="11"/>
                </a:lnTo>
                <a:lnTo>
                  <a:pt x="329" y="10"/>
                </a:lnTo>
                <a:lnTo>
                  <a:pt x="329" y="9"/>
                </a:lnTo>
                <a:lnTo>
                  <a:pt x="329" y="8"/>
                </a:lnTo>
                <a:lnTo>
                  <a:pt x="329" y="7"/>
                </a:lnTo>
                <a:lnTo>
                  <a:pt x="328" y="7"/>
                </a:lnTo>
                <a:lnTo>
                  <a:pt x="328" y="6"/>
                </a:lnTo>
                <a:lnTo>
                  <a:pt x="328" y="5"/>
                </a:lnTo>
                <a:lnTo>
                  <a:pt x="328" y="4"/>
                </a:lnTo>
                <a:lnTo>
                  <a:pt x="329" y="3"/>
                </a:lnTo>
                <a:lnTo>
                  <a:pt x="330" y="2"/>
                </a:lnTo>
                <a:lnTo>
                  <a:pt x="331" y="1"/>
                </a:lnTo>
                <a:lnTo>
                  <a:pt x="332" y="2"/>
                </a:lnTo>
                <a:lnTo>
                  <a:pt x="333" y="2"/>
                </a:lnTo>
                <a:lnTo>
                  <a:pt x="334" y="1"/>
                </a:lnTo>
                <a:lnTo>
                  <a:pt x="334" y="0"/>
                </a:lnTo>
                <a:lnTo>
                  <a:pt x="335" y="1"/>
                </a:lnTo>
                <a:lnTo>
                  <a:pt x="335" y="2"/>
                </a:lnTo>
                <a:lnTo>
                  <a:pt x="336" y="2"/>
                </a:lnTo>
                <a:close/>
              </a:path>
            </a:pathLst>
          </a:custGeom>
          <a:solidFill>
            <a:srgbClr val="ABC3DC"/>
          </a:solidFill>
          <a:ln w="2520">
            <a:solidFill>
              <a:srgbClr val="FFFFFF"/>
            </a:solidFill>
            <a:round/>
          </a:ln>
        </p:spPr>
        <p:txBody>
          <a:bodyPr lIns="1080" tIns="1080" rIns="1080" bIns="108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05" name=""/>
          <p:cNvSpPr/>
          <p:nvPr/>
        </p:nvSpPr>
        <p:spPr>
          <a:xfrm>
            <a:off x="4202280" y="1273680"/>
            <a:ext cx="431640" cy="389520"/>
          </a:xfrm>
          <a:custGeom>
            <a:avLst/>
            <a:gdLst/>
            <a:ahLst/>
            <a:rect l="0" t="0" r="r" b="b"/>
            <a:pathLst>
              <a:path w="1199" h="1082">
                <a:moveTo>
                  <a:pt x="601" y="16"/>
                </a:moveTo>
                <a:lnTo>
                  <a:pt x="601" y="17"/>
                </a:lnTo>
                <a:lnTo>
                  <a:pt x="601" y="18"/>
                </a:lnTo>
                <a:lnTo>
                  <a:pt x="602" y="19"/>
                </a:lnTo>
                <a:lnTo>
                  <a:pt x="602" y="21"/>
                </a:lnTo>
                <a:lnTo>
                  <a:pt x="602" y="22"/>
                </a:lnTo>
                <a:lnTo>
                  <a:pt x="602" y="23"/>
                </a:lnTo>
                <a:lnTo>
                  <a:pt x="602" y="25"/>
                </a:lnTo>
                <a:lnTo>
                  <a:pt x="602" y="26"/>
                </a:lnTo>
                <a:lnTo>
                  <a:pt x="603" y="26"/>
                </a:lnTo>
                <a:lnTo>
                  <a:pt x="604" y="27"/>
                </a:lnTo>
                <a:lnTo>
                  <a:pt x="605" y="28"/>
                </a:lnTo>
                <a:lnTo>
                  <a:pt x="606" y="28"/>
                </a:lnTo>
                <a:lnTo>
                  <a:pt x="607" y="28"/>
                </a:lnTo>
                <a:lnTo>
                  <a:pt x="608" y="28"/>
                </a:lnTo>
                <a:lnTo>
                  <a:pt x="609" y="28"/>
                </a:lnTo>
                <a:lnTo>
                  <a:pt x="610" y="27"/>
                </a:lnTo>
                <a:lnTo>
                  <a:pt x="611" y="27"/>
                </a:lnTo>
                <a:lnTo>
                  <a:pt x="612" y="28"/>
                </a:lnTo>
                <a:lnTo>
                  <a:pt x="614" y="28"/>
                </a:lnTo>
                <a:lnTo>
                  <a:pt x="614" y="29"/>
                </a:lnTo>
                <a:lnTo>
                  <a:pt x="615" y="29"/>
                </a:lnTo>
                <a:lnTo>
                  <a:pt x="616" y="30"/>
                </a:lnTo>
                <a:lnTo>
                  <a:pt x="617" y="30"/>
                </a:lnTo>
                <a:lnTo>
                  <a:pt x="618" y="31"/>
                </a:lnTo>
                <a:lnTo>
                  <a:pt x="618" y="32"/>
                </a:lnTo>
                <a:lnTo>
                  <a:pt x="618" y="33"/>
                </a:lnTo>
                <a:lnTo>
                  <a:pt x="618" y="34"/>
                </a:lnTo>
                <a:lnTo>
                  <a:pt x="618" y="35"/>
                </a:lnTo>
                <a:lnTo>
                  <a:pt x="618" y="36"/>
                </a:lnTo>
                <a:lnTo>
                  <a:pt x="618" y="37"/>
                </a:lnTo>
                <a:lnTo>
                  <a:pt x="617" y="37"/>
                </a:lnTo>
                <a:lnTo>
                  <a:pt x="617" y="38"/>
                </a:lnTo>
                <a:lnTo>
                  <a:pt x="618" y="38"/>
                </a:lnTo>
                <a:lnTo>
                  <a:pt x="618" y="39"/>
                </a:lnTo>
                <a:lnTo>
                  <a:pt x="619" y="39"/>
                </a:lnTo>
                <a:lnTo>
                  <a:pt x="620" y="39"/>
                </a:lnTo>
                <a:lnTo>
                  <a:pt x="621" y="39"/>
                </a:lnTo>
                <a:lnTo>
                  <a:pt x="621" y="40"/>
                </a:lnTo>
                <a:lnTo>
                  <a:pt x="622" y="41"/>
                </a:lnTo>
                <a:lnTo>
                  <a:pt x="623" y="41"/>
                </a:lnTo>
                <a:lnTo>
                  <a:pt x="623" y="42"/>
                </a:lnTo>
                <a:lnTo>
                  <a:pt x="622" y="43"/>
                </a:lnTo>
                <a:lnTo>
                  <a:pt x="623" y="43"/>
                </a:lnTo>
                <a:lnTo>
                  <a:pt x="623" y="44"/>
                </a:lnTo>
                <a:lnTo>
                  <a:pt x="622" y="44"/>
                </a:lnTo>
                <a:lnTo>
                  <a:pt x="621" y="44"/>
                </a:lnTo>
                <a:lnTo>
                  <a:pt x="620" y="45"/>
                </a:lnTo>
                <a:lnTo>
                  <a:pt x="619" y="44"/>
                </a:lnTo>
                <a:lnTo>
                  <a:pt x="618" y="44"/>
                </a:lnTo>
                <a:lnTo>
                  <a:pt x="618" y="45"/>
                </a:lnTo>
                <a:lnTo>
                  <a:pt x="618" y="46"/>
                </a:lnTo>
                <a:lnTo>
                  <a:pt x="617" y="47"/>
                </a:lnTo>
                <a:lnTo>
                  <a:pt x="617" y="48"/>
                </a:lnTo>
                <a:lnTo>
                  <a:pt x="618" y="48"/>
                </a:lnTo>
                <a:lnTo>
                  <a:pt x="619" y="48"/>
                </a:lnTo>
                <a:lnTo>
                  <a:pt x="620" y="48"/>
                </a:lnTo>
                <a:lnTo>
                  <a:pt x="620" y="49"/>
                </a:lnTo>
                <a:lnTo>
                  <a:pt x="620" y="51"/>
                </a:lnTo>
                <a:lnTo>
                  <a:pt x="621" y="51"/>
                </a:lnTo>
                <a:lnTo>
                  <a:pt x="621" y="52"/>
                </a:lnTo>
                <a:lnTo>
                  <a:pt x="621" y="53"/>
                </a:lnTo>
                <a:lnTo>
                  <a:pt x="620" y="53"/>
                </a:lnTo>
                <a:lnTo>
                  <a:pt x="619" y="54"/>
                </a:lnTo>
                <a:lnTo>
                  <a:pt x="619" y="55"/>
                </a:lnTo>
                <a:lnTo>
                  <a:pt x="619" y="56"/>
                </a:lnTo>
                <a:lnTo>
                  <a:pt x="618" y="56"/>
                </a:lnTo>
                <a:lnTo>
                  <a:pt x="617" y="57"/>
                </a:lnTo>
                <a:lnTo>
                  <a:pt x="617" y="58"/>
                </a:lnTo>
                <a:lnTo>
                  <a:pt x="617" y="59"/>
                </a:lnTo>
                <a:lnTo>
                  <a:pt x="617" y="60"/>
                </a:lnTo>
                <a:lnTo>
                  <a:pt x="617" y="61"/>
                </a:lnTo>
                <a:lnTo>
                  <a:pt x="618" y="62"/>
                </a:lnTo>
                <a:lnTo>
                  <a:pt x="619" y="62"/>
                </a:lnTo>
                <a:lnTo>
                  <a:pt x="620" y="62"/>
                </a:lnTo>
                <a:lnTo>
                  <a:pt x="621" y="61"/>
                </a:lnTo>
                <a:lnTo>
                  <a:pt x="622" y="62"/>
                </a:lnTo>
                <a:lnTo>
                  <a:pt x="622" y="63"/>
                </a:lnTo>
                <a:lnTo>
                  <a:pt x="623" y="64"/>
                </a:lnTo>
                <a:lnTo>
                  <a:pt x="623" y="65"/>
                </a:lnTo>
                <a:lnTo>
                  <a:pt x="624" y="65"/>
                </a:lnTo>
                <a:lnTo>
                  <a:pt x="624" y="66"/>
                </a:lnTo>
                <a:lnTo>
                  <a:pt x="623" y="66"/>
                </a:lnTo>
                <a:lnTo>
                  <a:pt x="623" y="67"/>
                </a:lnTo>
                <a:lnTo>
                  <a:pt x="623" y="68"/>
                </a:lnTo>
                <a:lnTo>
                  <a:pt x="622" y="68"/>
                </a:lnTo>
                <a:lnTo>
                  <a:pt x="622" y="69"/>
                </a:lnTo>
                <a:lnTo>
                  <a:pt x="622" y="70"/>
                </a:lnTo>
                <a:lnTo>
                  <a:pt x="621" y="70"/>
                </a:lnTo>
                <a:lnTo>
                  <a:pt x="621" y="71"/>
                </a:lnTo>
                <a:lnTo>
                  <a:pt x="622" y="71"/>
                </a:lnTo>
                <a:lnTo>
                  <a:pt x="622" y="72"/>
                </a:lnTo>
                <a:lnTo>
                  <a:pt x="621" y="73"/>
                </a:lnTo>
                <a:lnTo>
                  <a:pt x="620" y="75"/>
                </a:lnTo>
                <a:lnTo>
                  <a:pt x="620" y="76"/>
                </a:lnTo>
                <a:lnTo>
                  <a:pt x="620" y="77"/>
                </a:lnTo>
                <a:lnTo>
                  <a:pt x="621" y="78"/>
                </a:lnTo>
                <a:lnTo>
                  <a:pt x="622" y="78"/>
                </a:lnTo>
                <a:lnTo>
                  <a:pt x="623" y="79"/>
                </a:lnTo>
                <a:lnTo>
                  <a:pt x="623" y="78"/>
                </a:lnTo>
                <a:lnTo>
                  <a:pt x="624" y="79"/>
                </a:lnTo>
                <a:lnTo>
                  <a:pt x="625" y="79"/>
                </a:lnTo>
                <a:lnTo>
                  <a:pt x="625" y="80"/>
                </a:lnTo>
                <a:lnTo>
                  <a:pt x="627" y="80"/>
                </a:lnTo>
                <a:lnTo>
                  <a:pt x="628" y="80"/>
                </a:lnTo>
                <a:lnTo>
                  <a:pt x="628" y="79"/>
                </a:lnTo>
                <a:lnTo>
                  <a:pt x="629" y="78"/>
                </a:lnTo>
                <a:lnTo>
                  <a:pt x="630" y="77"/>
                </a:lnTo>
                <a:lnTo>
                  <a:pt x="631" y="77"/>
                </a:lnTo>
                <a:lnTo>
                  <a:pt x="632" y="77"/>
                </a:lnTo>
                <a:lnTo>
                  <a:pt x="632" y="78"/>
                </a:lnTo>
                <a:lnTo>
                  <a:pt x="633" y="78"/>
                </a:lnTo>
                <a:lnTo>
                  <a:pt x="634" y="79"/>
                </a:lnTo>
                <a:lnTo>
                  <a:pt x="634" y="81"/>
                </a:lnTo>
                <a:lnTo>
                  <a:pt x="633" y="81"/>
                </a:lnTo>
                <a:lnTo>
                  <a:pt x="633" y="82"/>
                </a:lnTo>
                <a:lnTo>
                  <a:pt x="634" y="83"/>
                </a:lnTo>
                <a:lnTo>
                  <a:pt x="635" y="84"/>
                </a:lnTo>
                <a:lnTo>
                  <a:pt x="636" y="84"/>
                </a:lnTo>
                <a:lnTo>
                  <a:pt x="637" y="85"/>
                </a:lnTo>
                <a:lnTo>
                  <a:pt x="638" y="86"/>
                </a:lnTo>
                <a:lnTo>
                  <a:pt x="639" y="87"/>
                </a:lnTo>
                <a:lnTo>
                  <a:pt x="640" y="87"/>
                </a:lnTo>
                <a:lnTo>
                  <a:pt x="641" y="86"/>
                </a:lnTo>
                <a:lnTo>
                  <a:pt x="642" y="86"/>
                </a:lnTo>
                <a:lnTo>
                  <a:pt x="643" y="86"/>
                </a:lnTo>
                <a:lnTo>
                  <a:pt x="644" y="85"/>
                </a:lnTo>
                <a:lnTo>
                  <a:pt x="645" y="85"/>
                </a:lnTo>
                <a:lnTo>
                  <a:pt x="645" y="86"/>
                </a:lnTo>
                <a:lnTo>
                  <a:pt x="647" y="86"/>
                </a:lnTo>
                <a:lnTo>
                  <a:pt x="648" y="86"/>
                </a:lnTo>
                <a:lnTo>
                  <a:pt x="649" y="86"/>
                </a:lnTo>
                <a:lnTo>
                  <a:pt x="649" y="87"/>
                </a:lnTo>
                <a:lnTo>
                  <a:pt x="650" y="86"/>
                </a:lnTo>
                <a:lnTo>
                  <a:pt x="650" y="85"/>
                </a:lnTo>
                <a:lnTo>
                  <a:pt x="651" y="84"/>
                </a:lnTo>
                <a:lnTo>
                  <a:pt x="650" y="84"/>
                </a:lnTo>
                <a:lnTo>
                  <a:pt x="650" y="83"/>
                </a:lnTo>
                <a:lnTo>
                  <a:pt x="650" y="82"/>
                </a:lnTo>
                <a:lnTo>
                  <a:pt x="651" y="82"/>
                </a:lnTo>
                <a:lnTo>
                  <a:pt x="651" y="81"/>
                </a:lnTo>
                <a:lnTo>
                  <a:pt x="652" y="81"/>
                </a:lnTo>
                <a:lnTo>
                  <a:pt x="653" y="81"/>
                </a:lnTo>
                <a:lnTo>
                  <a:pt x="653" y="80"/>
                </a:lnTo>
                <a:lnTo>
                  <a:pt x="653" y="79"/>
                </a:lnTo>
                <a:lnTo>
                  <a:pt x="654" y="78"/>
                </a:lnTo>
                <a:lnTo>
                  <a:pt x="655" y="78"/>
                </a:lnTo>
                <a:lnTo>
                  <a:pt x="656" y="79"/>
                </a:lnTo>
                <a:lnTo>
                  <a:pt x="656" y="78"/>
                </a:lnTo>
                <a:lnTo>
                  <a:pt x="657" y="78"/>
                </a:lnTo>
                <a:lnTo>
                  <a:pt x="658" y="78"/>
                </a:lnTo>
                <a:lnTo>
                  <a:pt x="659" y="78"/>
                </a:lnTo>
                <a:lnTo>
                  <a:pt x="660" y="79"/>
                </a:lnTo>
                <a:lnTo>
                  <a:pt x="660" y="80"/>
                </a:lnTo>
                <a:lnTo>
                  <a:pt x="660" y="81"/>
                </a:lnTo>
                <a:lnTo>
                  <a:pt x="660" y="82"/>
                </a:lnTo>
                <a:lnTo>
                  <a:pt x="660" y="83"/>
                </a:lnTo>
                <a:lnTo>
                  <a:pt x="661" y="84"/>
                </a:lnTo>
                <a:lnTo>
                  <a:pt x="660" y="84"/>
                </a:lnTo>
                <a:lnTo>
                  <a:pt x="660" y="85"/>
                </a:lnTo>
                <a:lnTo>
                  <a:pt x="660" y="86"/>
                </a:lnTo>
                <a:lnTo>
                  <a:pt x="661" y="87"/>
                </a:lnTo>
                <a:lnTo>
                  <a:pt x="662" y="87"/>
                </a:lnTo>
                <a:lnTo>
                  <a:pt x="662" y="88"/>
                </a:lnTo>
                <a:lnTo>
                  <a:pt x="661" y="88"/>
                </a:lnTo>
                <a:lnTo>
                  <a:pt x="661" y="89"/>
                </a:lnTo>
                <a:lnTo>
                  <a:pt x="661" y="90"/>
                </a:lnTo>
                <a:lnTo>
                  <a:pt x="661" y="91"/>
                </a:lnTo>
                <a:lnTo>
                  <a:pt x="660" y="92"/>
                </a:lnTo>
                <a:lnTo>
                  <a:pt x="660" y="93"/>
                </a:lnTo>
                <a:lnTo>
                  <a:pt x="659" y="93"/>
                </a:lnTo>
                <a:lnTo>
                  <a:pt x="659" y="94"/>
                </a:lnTo>
                <a:lnTo>
                  <a:pt x="659" y="95"/>
                </a:lnTo>
                <a:lnTo>
                  <a:pt x="658" y="95"/>
                </a:lnTo>
                <a:lnTo>
                  <a:pt x="659" y="95"/>
                </a:lnTo>
                <a:lnTo>
                  <a:pt x="660" y="95"/>
                </a:lnTo>
                <a:lnTo>
                  <a:pt x="660" y="96"/>
                </a:lnTo>
                <a:lnTo>
                  <a:pt x="661" y="96"/>
                </a:lnTo>
                <a:lnTo>
                  <a:pt x="662" y="96"/>
                </a:lnTo>
                <a:lnTo>
                  <a:pt x="662" y="95"/>
                </a:lnTo>
                <a:lnTo>
                  <a:pt x="662" y="94"/>
                </a:lnTo>
                <a:lnTo>
                  <a:pt x="663" y="93"/>
                </a:lnTo>
                <a:lnTo>
                  <a:pt x="663" y="92"/>
                </a:lnTo>
                <a:lnTo>
                  <a:pt x="664" y="92"/>
                </a:lnTo>
                <a:lnTo>
                  <a:pt x="665" y="92"/>
                </a:lnTo>
                <a:lnTo>
                  <a:pt x="665" y="91"/>
                </a:lnTo>
                <a:lnTo>
                  <a:pt x="666" y="90"/>
                </a:lnTo>
                <a:lnTo>
                  <a:pt x="666" y="89"/>
                </a:lnTo>
                <a:lnTo>
                  <a:pt x="667" y="89"/>
                </a:lnTo>
                <a:lnTo>
                  <a:pt x="667" y="90"/>
                </a:lnTo>
                <a:lnTo>
                  <a:pt x="668" y="91"/>
                </a:lnTo>
                <a:lnTo>
                  <a:pt x="669" y="91"/>
                </a:lnTo>
                <a:lnTo>
                  <a:pt x="669" y="90"/>
                </a:lnTo>
                <a:lnTo>
                  <a:pt x="669" y="89"/>
                </a:lnTo>
                <a:lnTo>
                  <a:pt x="670" y="89"/>
                </a:lnTo>
                <a:lnTo>
                  <a:pt x="671" y="90"/>
                </a:lnTo>
                <a:lnTo>
                  <a:pt x="670" y="90"/>
                </a:lnTo>
                <a:lnTo>
                  <a:pt x="670" y="91"/>
                </a:lnTo>
                <a:lnTo>
                  <a:pt x="671" y="91"/>
                </a:lnTo>
                <a:lnTo>
                  <a:pt x="672" y="91"/>
                </a:lnTo>
                <a:lnTo>
                  <a:pt x="672" y="90"/>
                </a:lnTo>
                <a:lnTo>
                  <a:pt x="673" y="91"/>
                </a:lnTo>
                <a:lnTo>
                  <a:pt x="674" y="90"/>
                </a:lnTo>
                <a:lnTo>
                  <a:pt x="674" y="91"/>
                </a:lnTo>
                <a:lnTo>
                  <a:pt x="673" y="92"/>
                </a:lnTo>
                <a:lnTo>
                  <a:pt x="672" y="93"/>
                </a:lnTo>
                <a:lnTo>
                  <a:pt x="673" y="93"/>
                </a:lnTo>
                <a:lnTo>
                  <a:pt x="674" y="93"/>
                </a:lnTo>
                <a:lnTo>
                  <a:pt x="674" y="94"/>
                </a:lnTo>
                <a:lnTo>
                  <a:pt x="675" y="94"/>
                </a:lnTo>
                <a:lnTo>
                  <a:pt x="676" y="94"/>
                </a:lnTo>
                <a:lnTo>
                  <a:pt x="676" y="93"/>
                </a:lnTo>
                <a:lnTo>
                  <a:pt x="677" y="94"/>
                </a:lnTo>
                <a:lnTo>
                  <a:pt x="678" y="94"/>
                </a:lnTo>
                <a:lnTo>
                  <a:pt x="679" y="95"/>
                </a:lnTo>
                <a:lnTo>
                  <a:pt x="680" y="95"/>
                </a:lnTo>
                <a:lnTo>
                  <a:pt x="681" y="96"/>
                </a:lnTo>
                <a:lnTo>
                  <a:pt x="682" y="96"/>
                </a:lnTo>
                <a:lnTo>
                  <a:pt x="683" y="96"/>
                </a:lnTo>
                <a:lnTo>
                  <a:pt x="683" y="97"/>
                </a:lnTo>
                <a:lnTo>
                  <a:pt x="683" y="98"/>
                </a:lnTo>
                <a:lnTo>
                  <a:pt x="684" y="98"/>
                </a:lnTo>
                <a:lnTo>
                  <a:pt x="684" y="99"/>
                </a:lnTo>
                <a:lnTo>
                  <a:pt x="685" y="98"/>
                </a:lnTo>
                <a:lnTo>
                  <a:pt x="686" y="97"/>
                </a:lnTo>
                <a:lnTo>
                  <a:pt x="687" y="97"/>
                </a:lnTo>
                <a:lnTo>
                  <a:pt x="688" y="98"/>
                </a:lnTo>
                <a:lnTo>
                  <a:pt x="688" y="97"/>
                </a:lnTo>
                <a:lnTo>
                  <a:pt x="689" y="96"/>
                </a:lnTo>
                <a:lnTo>
                  <a:pt x="690" y="96"/>
                </a:lnTo>
                <a:lnTo>
                  <a:pt x="692" y="96"/>
                </a:lnTo>
                <a:lnTo>
                  <a:pt x="693" y="96"/>
                </a:lnTo>
                <a:lnTo>
                  <a:pt x="694" y="95"/>
                </a:lnTo>
                <a:lnTo>
                  <a:pt x="695" y="95"/>
                </a:lnTo>
                <a:lnTo>
                  <a:pt x="696" y="95"/>
                </a:lnTo>
                <a:lnTo>
                  <a:pt x="697" y="95"/>
                </a:lnTo>
                <a:lnTo>
                  <a:pt x="698" y="95"/>
                </a:lnTo>
                <a:lnTo>
                  <a:pt x="700" y="95"/>
                </a:lnTo>
                <a:lnTo>
                  <a:pt x="701" y="95"/>
                </a:lnTo>
                <a:lnTo>
                  <a:pt x="702" y="95"/>
                </a:lnTo>
                <a:lnTo>
                  <a:pt x="703" y="96"/>
                </a:lnTo>
                <a:lnTo>
                  <a:pt x="704" y="96"/>
                </a:lnTo>
                <a:lnTo>
                  <a:pt x="706" y="96"/>
                </a:lnTo>
                <a:lnTo>
                  <a:pt x="707" y="96"/>
                </a:lnTo>
                <a:lnTo>
                  <a:pt x="708" y="96"/>
                </a:lnTo>
                <a:lnTo>
                  <a:pt x="709" y="96"/>
                </a:lnTo>
                <a:lnTo>
                  <a:pt x="710" y="95"/>
                </a:lnTo>
                <a:lnTo>
                  <a:pt x="710" y="96"/>
                </a:lnTo>
                <a:lnTo>
                  <a:pt x="711" y="96"/>
                </a:lnTo>
                <a:lnTo>
                  <a:pt x="712" y="95"/>
                </a:lnTo>
                <a:lnTo>
                  <a:pt x="713" y="95"/>
                </a:lnTo>
                <a:lnTo>
                  <a:pt x="714" y="95"/>
                </a:lnTo>
                <a:lnTo>
                  <a:pt x="715" y="96"/>
                </a:lnTo>
                <a:lnTo>
                  <a:pt x="716" y="96"/>
                </a:lnTo>
                <a:lnTo>
                  <a:pt x="717" y="96"/>
                </a:lnTo>
                <a:lnTo>
                  <a:pt x="718" y="97"/>
                </a:lnTo>
                <a:lnTo>
                  <a:pt x="719" y="97"/>
                </a:lnTo>
                <a:lnTo>
                  <a:pt x="719" y="98"/>
                </a:lnTo>
                <a:lnTo>
                  <a:pt x="720" y="98"/>
                </a:lnTo>
                <a:lnTo>
                  <a:pt x="721" y="98"/>
                </a:lnTo>
                <a:lnTo>
                  <a:pt x="721" y="99"/>
                </a:lnTo>
                <a:lnTo>
                  <a:pt x="722" y="100"/>
                </a:lnTo>
                <a:lnTo>
                  <a:pt x="723" y="101"/>
                </a:lnTo>
                <a:lnTo>
                  <a:pt x="723" y="102"/>
                </a:lnTo>
                <a:lnTo>
                  <a:pt x="724" y="102"/>
                </a:lnTo>
                <a:lnTo>
                  <a:pt x="725" y="103"/>
                </a:lnTo>
                <a:lnTo>
                  <a:pt x="726" y="104"/>
                </a:lnTo>
                <a:lnTo>
                  <a:pt x="727" y="104"/>
                </a:lnTo>
                <a:lnTo>
                  <a:pt x="727" y="105"/>
                </a:lnTo>
                <a:lnTo>
                  <a:pt x="727" y="106"/>
                </a:lnTo>
                <a:lnTo>
                  <a:pt x="728" y="106"/>
                </a:lnTo>
                <a:lnTo>
                  <a:pt x="728" y="107"/>
                </a:lnTo>
                <a:lnTo>
                  <a:pt x="727" y="108"/>
                </a:lnTo>
                <a:lnTo>
                  <a:pt x="728" y="109"/>
                </a:lnTo>
                <a:lnTo>
                  <a:pt x="727" y="110"/>
                </a:lnTo>
                <a:lnTo>
                  <a:pt x="726" y="110"/>
                </a:lnTo>
                <a:lnTo>
                  <a:pt x="727" y="111"/>
                </a:lnTo>
                <a:lnTo>
                  <a:pt x="726" y="112"/>
                </a:lnTo>
                <a:lnTo>
                  <a:pt x="726" y="113"/>
                </a:lnTo>
                <a:lnTo>
                  <a:pt x="725" y="113"/>
                </a:lnTo>
                <a:lnTo>
                  <a:pt x="725" y="114"/>
                </a:lnTo>
                <a:lnTo>
                  <a:pt x="726" y="114"/>
                </a:lnTo>
                <a:lnTo>
                  <a:pt x="726" y="115"/>
                </a:lnTo>
                <a:lnTo>
                  <a:pt x="726" y="116"/>
                </a:lnTo>
                <a:lnTo>
                  <a:pt x="726" y="117"/>
                </a:lnTo>
                <a:lnTo>
                  <a:pt x="727" y="117"/>
                </a:lnTo>
                <a:lnTo>
                  <a:pt x="727" y="118"/>
                </a:lnTo>
                <a:lnTo>
                  <a:pt x="727" y="119"/>
                </a:lnTo>
                <a:lnTo>
                  <a:pt x="727" y="120"/>
                </a:lnTo>
                <a:lnTo>
                  <a:pt x="728" y="120"/>
                </a:lnTo>
                <a:lnTo>
                  <a:pt x="728" y="121"/>
                </a:lnTo>
                <a:lnTo>
                  <a:pt x="728" y="122"/>
                </a:lnTo>
                <a:lnTo>
                  <a:pt x="728" y="124"/>
                </a:lnTo>
                <a:lnTo>
                  <a:pt x="729" y="124"/>
                </a:lnTo>
                <a:lnTo>
                  <a:pt x="729" y="125"/>
                </a:lnTo>
                <a:lnTo>
                  <a:pt x="731" y="126"/>
                </a:lnTo>
                <a:lnTo>
                  <a:pt x="732" y="127"/>
                </a:lnTo>
                <a:lnTo>
                  <a:pt x="732" y="128"/>
                </a:lnTo>
                <a:lnTo>
                  <a:pt x="732" y="129"/>
                </a:lnTo>
                <a:lnTo>
                  <a:pt x="732" y="130"/>
                </a:lnTo>
                <a:lnTo>
                  <a:pt x="732" y="131"/>
                </a:lnTo>
                <a:lnTo>
                  <a:pt x="732" y="132"/>
                </a:lnTo>
                <a:lnTo>
                  <a:pt x="733" y="132"/>
                </a:lnTo>
                <a:lnTo>
                  <a:pt x="734" y="132"/>
                </a:lnTo>
                <a:lnTo>
                  <a:pt x="735" y="131"/>
                </a:lnTo>
                <a:lnTo>
                  <a:pt x="736" y="132"/>
                </a:lnTo>
                <a:lnTo>
                  <a:pt x="736" y="133"/>
                </a:lnTo>
                <a:lnTo>
                  <a:pt x="737" y="133"/>
                </a:lnTo>
                <a:lnTo>
                  <a:pt x="737" y="134"/>
                </a:lnTo>
                <a:lnTo>
                  <a:pt x="738" y="135"/>
                </a:lnTo>
                <a:lnTo>
                  <a:pt x="738" y="136"/>
                </a:lnTo>
                <a:lnTo>
                  <a:pt x="739" y="137"/>
                </a:lnTo>
                <a:lnTo>
                  <a:pt x="739" y="138"/>
                </a:lnTo>
                <a:lnTo>
                  <a:pt x="739" y="139"/>
                </a:lnTo>
                <a:lnTo>
                  <a:pt x="740" y="140"/>
                </a:lnTo>
                <a:lnTo>
                  <a:pt x="740" y="141"/>
                </a:lnTo>
                <a:lnTo>
                  <a:pt x="740" y="142"/>
                </a:lnTo>
                <a:lnTo>
                  <a:pt x="741" y="141"/>
                </a:lnTo>
                <a:lnTo>
                  <a:pt x="742" y="141"/>
                </a:lnTo>
                <a:lnTo>
                  <a:pt x="742" y="140"/>
                </a:lnTo>
                <a:lnTo>
                  <a:pt x="742" y="141"/>
                </a:lnTo>
                <a:lnTo>
                  <a:pt x="743" y="141"/>
                </a:lnTo>
                <a:lnTo>
                  <a:pt x="743" y="142"/>
                </a:lnTo>
                <a:lnTo>
                  <a:pt x="744" y="142"/>
                </a:lnTo>
                <a:lnTo>
                  <a:pt x="745" y="141"/>
                </a:lnTo>
                <a:lnTo>
                  <a:pt x="746" y="140"/>
                </a:lnTo>
                <a:lnTo>
                  <a:pt x="748" y="139"/>
                </a:lnTo>
                <a:lnTo>
                  <a:pt x="750" y="140"/>
                </a:lnTo>
                <a:lnTo>
                  <a:pt x="751" y="141"/>
                </a:lnTo>
                <a:lnTo>
                  <a:pt x="752" y="141"/>
                </a:lnTo>
                <a:lnTo>
                  <a:pt x="752" y="142"/>
                </a:lnTo>
                <a:lnTo>
                  <a:pt x="753" y="142"/>
                </a:lnTo>
                <a:lnTo>
                  <a:pt x="754" y="142"/>
                </a:lnTo>
                <a:lnTo>
                  <a:pt x="755" y="143"/>
                </a:lnTo>
                <a:lnTo>
                  <a:pt x="754" y="143"/>
                </a:lnTo>
                <a:lnTo>
                  <a:pt x="753" y="143"/>
                </a:lnTo>
                <a:lnTo>
                  <a:pt x="752" y="143"/>
                </a:lnTo>
                <a:lnTo>
                  <a:pt x="751" y="144"/>
                </a:lnTo>
                <a:lnTo>
                  <a:pt x="750" y="144"/>
                </a:lnTo>
                <a:lnTo>
                  <a:pt x="750" y="145"/>
                </a:lnTo>
                <a:lnTo>
                  <a:pt x="751" y="145"/>
                </a:lnTo>
                <a:lnTo>
                  <a:pt x="751" y="146"/>
                </a:lnTo>
                <a:lnTo>
                  <a:pt x="750" y="146"/>
                </a:lnTo>
                <a:lnTo>
                  <a:pt x="749" y="146"/>
                </a:lnTo>
                <a:lnTo>
                  <a:pt x="748" y="145"/>
                </a:lnTo>
                <a:lnTo>
                  <a:pt x="745" y="145"/>
                </a:lnTo>
                <a:lnTo>
                  <a:pt x="745" y="144"/>
                </a:lnTo>
                <a:lnTo>
                  <a:pt x="744" y="144"/>
                </a:lnTo>
                <a:lnTo>
                  <a:pt x="744" y="143"/>
                </a:lnTo>
                <a:lnTo>
                  <a:pt x="743" y="143"/>
                </a:lnTo>
                <a:lnTo>
                  <a:pt x="743" y="144"/>
                </a:lnTo>
                <a:lnTo>
                  <a:pt x="742" y="144"/>
                </a:lnTo>
                <a:lnTo>
                  <a:pt x="742" y="145"/>
                </a:lnTo>
                <a:lnTo>
                  <a:pt x="741" y="145"/>
                </a:lnTo>
                <a:lnTo>
                  <a:pt x="741" y="147"/>
                </a:lnTo>
                <a:lnTo>
                  <a:pt x="742" y="148"/>
                </a:lnTo>
                <a:lnTo>
                  <a:pt x="742" y="149"/>
                </a:lnTo>
                <a:lnTo>
                  <a:pt x="743" y="150"/>
                </a:lnTo>
                <a:lnTo>
                  <a:pt x="743" y="151"/>
                </a:lnTo>
                <a:lnTo>
                  <a:pt x="743" y="152"/>
                </a:lnTo>
                <a:lnTo>
                  <a:pt x="743" y="153"/>
                </a:lnTo>
                <a:lnTo>
                  <a:pt x="743" y="154"/>
                </a:lnTo>
                <a:lnTo>
                  <a:pt x="743" y="155"/>
                </a:lnTo>
                <a:lnTo>
                  <a:pt x="743" y="156"/>
                </a:lnTo>
                <a:lnTo>
                  <a:pt x="743" y="157"/>
                </a:lnTo>
                <a:lnTo>
                  <a:pt x="744" y="157"/>
                </a:lnTo>
                <a:lnTo>
                  <a:pt x="744" y="158"/>
                </a:lnTo>
                <a:lnTo>
                  <a:pt x="744" y="159"/>
                </a:lnTo>
                <a:lnTo>
                  <a:pt x="745" y="159"/>
                </a:lnTo>
                <a:lnTo>
                  <a:pt x="745" y="160"/>
                </a:lnTo>
                <a:lnTo>
                  <a:pt x="746" y="162"/>
                </a:lnTo>
                <a:lnTo>
                  <a:pt x="746" y="163"/>
                </a:lnTo>
                <a:lnTo>
                  <a:pt x="746" y="164"/>
                </a:lnTo>
                <a:lnTo>
                  <a:pt x="746" y="165"/>
                </a:lnTo>
                <a:lnTo>
                  <a:pt x="746" y="166"/>
                </a:lnTo>
                <a:lnTo>
                  <a:pt x="747" y="167"/>
                </a:lnTo>
                <a:lnTo>
                  <a:pt x="747" y="168"/>
                </a:lnTo>
                <a:lnTo>
                  <a:pt x="748" y="168"/>
                </a:lnTo>
                <a:lnTo>
                  <a:pt x="748" y="169"/>
                </a:lnTo>
                <a:lnTo>
                  <a:pt x="748" y="170"/>
                </a:lnTo>
                <a:lnTo>
                  <a:pt x="749" y="170"/>
                </a:lnTo>
                <a:lnTo>
                  <a:pt x="749" y="171"/>
                </a:lnTo>
                <a:lnTo>
                  <a:pt x="747" y="171"/>
                </a:lnTo>
                <a:lnTo>
                  <a:pt x="746" y="172"/>
                </a:lnTo>
                <a:lnTo>
                  <a:pt x="746" y="173"/>
                </a:lnTo>
                <a:lnTo>
                  <a:pt x="746" y="174"/>
                </a:lnTo>
                <a:lnTo>
                  <a:pt x="747" y="173"/>
                </a:lnTo>
                <a:lnTo>
                  <a:pt x="748" y="174"/>
                </a:lnTo>
                <a:lnTo>
                  <a:pt x="747" y="174"/>
                </a:lnTo>
                <a:lnTo>
                  <a:pt x="746" y="174"/>
                </a:lnTo>
                <a:lnTo>
                  <a:pt x="746" y="175"/>
                </a:lnTo>
                <a:lnTo>
                  <a:pt x="746" y="176"/>
                </a:lnTo>
                <a:lnTo>
                  <a:pt x="746" y="177"/>
                </a:lnTo>
                <a:lnTo>
                  <a:pt x="745" y="177"/>
                </a:lnTo>
                <a:lnTo>
                  <a:pt x="745" y="178"/>
                </a:lnTo>
                <a:lnTo>
                  <a:pt x="744" y="178"/>
                </a:lnTo>
                <a:lnTo>
                  <a:pt x="744" y="179"/>
                </a:lnTo>
                <a:lnTo>
                  <a:pt x="745" y="179"/>
                </a:lnTo>
                <a:lnTo>
                  <a:pt x="745" y="180"/>
                </a:lnTo>
                <a:lnTo>
                  <a:pt x="746" y="180"/>
                </a:lnTo>
                <a:lnTo>
                  <a:pt x="747" y="181"/>
                </a:lnTo>
                <a:lnTo>
                  <a:pt x="748" y="181"/>
                </a:lnTo>
                <a:lnTo>
                  <a:pt x="749" y="180"/>
                </a:lnTo>
                <a:lnTo>
                  <a:pt x="750" y="180"/>
                </a:lnTo>
                <a:lnTo>
                  <a:pt x="751" y="180"/>
                </a:lnTo>
                <a:lnTo>
                  <a:pt x="752" y="180"/>
                </a:lnTo>
                <a:lnTo>
                  <a:pt x="753" y="180"/>
                </a:lnTo>
                <a:lnTo>
                  <a:pt x="753" y="181"/>
                </a:lnTo>
                <a:lnTo>
                  <a:pt x="754" y="183"/>
                </a:lnTo>
                <a:lnTo>
                  <a:pt x="753" y="183"/>
                </a:lnTo>
                <a:lnTo>
                  <a:pt x="753" y="184"/>
                </a:lnTo>
                <a:lnTo>
                  <a:pt x="751" y="184"/>
                </a:lnTo>
                <a:lnTo>
                  <a:pt x="750" y="184"/>
                </a:lnTo>
                <a:lnTo>
                  <a:pt x="750" y="185"/>
                </a:lnTo>
                <a:lnTo>
                  <a:pt x="749" y="185"/>
                </a:lnTo>
                <a:lnTo>
                  <a:pt x="749" y="186"/>
                </a:lnTo>
                <a:lnTo>
                  <a:pt x="749" y="187"/>
                </a:lnTo>
                <a:lnTo>
                  <a:pt x="748" y="187"/>
                </a:lnTo>
                <a:lnTo>
                  <a:pt x="748" y="188"/>
                </a:lnTo>
                <a:lnTo>
                  <a:pt x="748" y="189"/>
                </a:lnTo>
                <a:lnTo>
                  <a:pt x="748" y="190"/>
                </a:lnTo>
                <a:lnTo>
                  <a:pt x="748" y="191"/>
                </a:lnTo>
                <a:lnTo>
                  <a:pt x="748" y="192"/>
                </a:lnTo>
                <a:lnTo>
                  <a:pt x="747" y="192"/>
                </a:lnTo>
                <a:lnTo>
                  <a:pt x="746" y="192"/>
                </a:lnTo>
                <a:lnTo>
                  <a:pt x="745" y="192"/>
                </a:lnTo>
                <a:lnTo>
                  <a:pt x="744" y="192"/>
                </a:lnTo>
                <a:lnTo>
                  <a:pt x="744" y="191"/>
                </a:lnTo>
                <a:lnTo>
                  <a:pt x="743" y="191"/>
                </a:lnTo>
                <a:lnTo>
                  <a:pt x="742" y="192"/>
                </a:lnTo>
                <a:lnTo>
                  <a:pt x="741" y="192"/>
                </a:lnTo>
                <a:lnTo>
                  <a:pt x="741" y="191"/>
                </a:lnTo>
                <a:lnTo>
                  <a:pt x="740" y="191"/>
                </a:lnTo>
                <a:lnTo>
                  <a:pt x="739" y="192"/>
                </a:lnTo>
                <a:lnTo>
                  <a:pt x="738" y="193"/>
                </a:lnTo>
                <a:lnTo>
                  <a:pt x="739" y="193"/>
                </a:lnTo>
                <a:lnTo>
                  <a:pt x="739" y="194"/>
                </a:lnTo>
                <a:lnTo>
                  <a:pt x="738" y="194"/>
                </a:lnTo>
                <a:lnTo>
                  <a:pt x="738" y="195"/>
                </a:lnTo>
                <a:lnTo>
                  <a:pt x="738" y="196"/>
                </a:lnTo>
                <a:lnTo>
                  <a:pt x="738" y="197"/>
                </a:lnTo>
                <a:lnTo>
                  <a:pt x="738" y="198"/>
                </a:lnTo>
                <a:lnTo>
                  <a:pt x="737" y="198"/>
                </a:lnTo>
                <a:lnTo>
                  <a:pt x="738" y="199"/>
                </a:lnTo>
                <a:lnTo>
                  <a:pt x="738" y="200"/>
                </a:lnTo>
                <a:lnTo>
                  <a:pt x="739" y="202"/>
                </a:lnTo>
                <a:lnTo>
                  <a:pt x="739" y="203"/>
                </a:lnTo>
                <a:lnTo>
                  <a:pt x="739" y="204"/>
                </a:lnTo>
                <a:lnTo>
                  <a:pt x="739" y="206"/>
                </a:lnTo>
                <a:lnTo>
                  <a:pt x="740" y="207"/>
                </a:lnTo>
                <a:lnTo>
                  <a:pt x="742" y="207"/>
                </a:lnTo>
                <a:lnTo>
                  <a:pt x="743" y="207"/>
                </a:lnTo>
                <a:lnTo>
                  <a:pt x="743" y="208"/>
                </a:lnTo>
                <a:lnTo>
                  <a:pt x="746" y="208"/>
                </a:lnTo>
                <a:lnTo>
                  <a:pt x="747" y="208"/>
                </a:lnTo>
                <a:lnTo>
                  <a:pt x="748" y="209"/>
                </a:lnTo>
                <a:lnTo>
                  <a:pt x="747" y="210"/>
                </a:lnTo>
                <a:lnTo>
                  <a:pt x="748" y="210"/>
                </a:lnTo>
                <a:lnTo>
                  <a:pt x="749" y="211"/>
                </a:lnTo>
                <a:lnTo>
                  <a:pt x="750" y="211"/>
                </a:lnTo>
                <a:lnTo>
                  <a:pt x="750" y="212"/>
                </a:lnTo>
                <a:lnTo>
                  <a:pt x="751" y="213"/>
                </a:lnTo>
                <a:lnTo>
                  <a:pt x="752" y="213"/>
                </a:lnTo>
                <a:lnTo>
                  <a:pt x="753" y="213"/>
                </a:lnTo>
                <a:lnTo>
                  <a:pt x="753" y="214"/>
                </a:lnTo>
                <a:lnTo>
                  <a:pt x="753" y="215"/>
                </a:lnTo>
                <a:lnTo>
                  <a:pt x="754" y="215"/>
                </a:lnTo>
                <a:lnTo>
                  <a:pt x="754" y="216"/>
                </a:lnTo>
                <a:lnTo>
                  <a:pt x="755" y="216"/>
                </a:lnTo>
                <a:lnTo>
                  <a:pt x="756" y="216"/>
                </a:lnTo>
                <a:lnTo>
                  <a:pt x="756" y="217"/>
                </a:lnTo>
                <a:lnTo>
                  <a:pt x="757" y="217"/>
                </a:lnTo>
                <a:lnTo>
                  <a:pt x="757" y="218"/>
                </a:lnTo>
                <a:lnTo>
                  <a:pt x="758" y="217"/>
                </a:lnTo>
                <a:lnTo>
                  <a:pt x="759" y="217"/>
                </a:lnTo>
                <a:lnTo>
                  <a:pt x="760" y="217"/>
                </a:lnTo>
                <a:lnTo>
                  <a:pt x="760" y="216"/>
                </a:lnTo>
                <a:lnTo>
                  <a:pt x="761" y="217"/>
                </a:lnTo>
                <a:lnTo>
                  <a:pt x="762" y="217"/>
                </a:lnTo>
                <a:lnTo>
                  <a:pt x="763" y="218"/>
                </a:lnTo>
                <a:lnTo>
                  <a:pt x="763" y="219"/>
                </a:lnTo>
                <a:lnTo>
                  <a:pt x="764" y="219"/>
                </a:lnTo>
                <a:lnTo>
                  <a:pt x="764" y="220"/>
                </a:lnTo>
                <a:lnTo>
                  <a:pt x="765" y="221"/>
                </a:lnTo>
                <a:lnTo>
                  <a:pt x="766" y="220"/>
                </a:lnTo>
                <a:lnTo>
                  <a:pt x="767" y="220"/>
                </a:lnTo>
                <a:lnTo>
                  <a:pt x="767" y="219"/>
                </a:lnTo>
                <a:lnTo>
                  <a:pt x="768" y="220"/>
                </a:lnTo>
                <a:lnTo>
                  <a:pt x="769" y="220"/>
                </a:lnTo>
                <a:lnTo>
                  <a:pt x="770" y="221"/>
                </a:lnTo>
                <a:lnTo>
                  <a:pt x="770" y="222"/>
                </a:lnTo>
                <a:lnTo>
                  <a:pt x="770" y="223"/>
                </a:lnTo>
                <a:lnTo>
                  <a:pt x="771" y="224"/>
                </a:lnTo>
                <a:lnTo>
                  <a:pt x="771" y="225"/>
                </a:lnTo>
                <a:lnTo>
                  <a:pt x="772" y="225"/>
                </a:lnTo>
                <a:lnTo>
                  <a:pt x="773" y="225"/>
                </a:lnTo>
                <a:lnTo>
                  <a:pt x="773" y="226"/>
                </a:lnTo>
                <a:lnTo>
                  <a:pt x="774" y="227"/>
                </a:lnTo>
                <a:lnTo>
                  <a:pt x="775" y="227"/>
                </a:lnTo>
                <a:lnTo>
                  <a:pt x="775" y="228"/>
                </a:lnTo>
                <a:lnTo>
                  <a:pt x="776" y="228"/>
                </a:lnTo>
                <a:lnTo>
                  <a:pt x="776" y="229"/>
                </a:lnTo>
                <a:lnTo>
                  <a:pt x="777" y="229"/>
                </a:lnTo>
                <a:lnTo>
                  <a:pt x="778" y="228"/>
                </a:lnTo>
                <a:lnTo>
                  <a:pt x="779" y="229"/>
                </a:lnTo>
                <a:lnTo>
                  <a:pt x="780" y="229"/>
                </a:lnTo>
                <a:lnTo>
                  <a:pt x="780" y="228"/>
                </a:lnTo>
                <a:lnTo>
                  <a:pt x="782" y="227"/>
                </a:lnTo>
                <a:lnTo>
                  <a:pt x="783" y="227"/>
                </a:lnTo>
                <a:lnTo>
                  <a:pt x="783" y="228"/>
                </a:lnTo>
                <a:lnTo>
                  <a:pt x="784" y="229"/>
                </a:lnTo>
                <a:lnTo>
                  <a:pt x="784" y="230"/>
                </a:lnTo>
                <a:lnTo>
                  <a:pt x="785" y="231"/>
                </a:lnTo>
                <a:lnTo>
                  <a:pt x="786" y="231"/>
                </a:lnTo>
                <a:lnTo>
                  <a:pt x="786" y="232"/>
                </a:lnTo>
                <a:lnTo>
                  <a:pt x="787" y="232"/>
                </a:lnTo>
                <a:lnTo>
                  <a:pt x="788" y="232"/>
                </a:lnTo>
                <a:lnTo>
                  <a:pt x="789" y="231"/>
                </a:lnTo>
                <a:lnTo>
                  <a:pt x="790" y="231"/>
                </a:lnTo>
                <a:lnTo>
                  <a:pt x="790" y="232"/>
                </a:lnTo>
                <a:lnTo>
                  <a:pt x="791" y="231"/>
                </a:lnTo>
                <a:lnTo>
                  <a:pt x="792" y="231"/>
                </a:lnTo>
                <a:lnTo>
                  <a:pt x="793" y="231"/>
                </a:lnTo>
                <a:lnTo>
                  <a:pt x="794" y="231"/>
                </a:lnTo>
                <a:lnTo>
                  <a:pt x="794" y="230"/>
                </a:lnTo>
                <a:lnTo>
                  <a:pt x="795" y="230"/>
                </a:lnTo>
                <a:lnTo>
                  <a:pt x="795" y="229"/>
                </a:lnTo>
                <a:lnTo>
                  <a:pt x="796" y="229"/>
                </a:lnTo>
                <a:lnTo>
                  <a:pt x="798" y="230"/>
                </a:lnTo>
                <a:lnTo>
                  <a:pt x="799" y="231"/>
                </a:lnTo>
                <a:lnTo>
                  <a:pt x="799" y="232"/>
                </a:lnTo>
                <a:lnTo>
                  <a:pt x="800" y="233"/>
                </a:lnTo>
                <a:lnTo>
                  <a:pt x="801" y="233"/>
                </a:lnTo>
                <a:lnTo>
                  <a:pt x="801" y="234"/>
                </a:lnTo>
                <a:lnTo>
                  <a:pt x="801" y="235"/>
                </a:lnTo>
                <a:lnTo>
                  <a:pt x="801" y="236"/>
                </a:lnTo>
                <a:lnTo>
                  <a:pt x="802" y="237"/>
                </a:lnTo>
                <a:lnTo>
                  <a:pt x="804" y="237"/>
                </a:lnTo>
                <a:lnTo>
                  <a:pt x="806" y="236"/>
                </a:lnTo>
                <a:lnTo>
                  <a:pt x="807" y="236"/>
                </a:lnTo>
                <a:lnTo>
                  <a:pt x="807" y="235"/>
                </a:lnTo>
                <a:lnTo>
                  <a:pt x="808" y="235"/>
                </a:lnTo>
                <a:lnTo>
                  <a:pt x="808" y="234"/>
                </a:lnTo>
                <a:lnTo>
                  <a:pt x="809" y="234"/>
                </a:lnTo>
                <a:lnTo>
                  <a:pt x="810" y="234"/>
                </a:lnTo>
                <a:lnTo>
                  <a:pt x="811" y="233"/>
                </a:lnTo>
                <a:lnTo>
                  <a:pt x="812" y="233"/>
                </a:lnTo>
                <a:lnTo>
                  <a:pt x="813" y="233"/>
                </a:lnTo>
                <a:lnTo>
                  <a:pt x="813" y="232"/>
                </a:lnTo>
                <a:lnTo>
                  <a:pt x="814" y="232"/>
                </a:lnTo>
                <a:lnTo>
                  <a:pt x="815" y="232"/>
                </a:lnTo>
                <a:lnTo>
                  <a:pt x="816" y="232"/>
                </a:lnTo>
                <a:lnTo>
                  <a:pt x="817" y="232"/>
                </a:lnTo>
                <a:lnTo>
                  <a:pt x="817" y="231"/>
                </a:lnTo>
                <a:lnTo>
                  <a:pt x="817" y="230"/>
                </a:lnTo>
                <a:lnTo>
                  <a:pt x="818" y="230"/>
                </a:lnTo>
                <a:lnTo>
                  <a:pt x="818" y="231"/>
                </a:lnTo>
                <a:lnTo>
                  <a:pt x="819" y="231"/>
                </a:lnTo>
                <a:lnTo>
                  <a:pt x="820" y="231"/>
                </a:lnTo>
                <a:lnTo>
                  <a:pt x="821" y="231"/>
                </a:lnTo>
                <a:lnTo>
                  <a:pt x="821" y="232"/>
                </a:lnTo>
                <a:lnTo>
                  <a:pt x="822" y="232"/>
                </a:lnTo>
                <a:lnTo>
                  <a:pt x="823" y="232"/>
                </a:lnTo>
                <a:lnTo>
                  <a:pt x="823" y="233"/>
                </a:lnTo>
                <a:lnTo>
                  <a:pt x="824" y="234"/>
                </a:lnTo>
                <a:lnTo>
                  <a:pt x="824" y="235"/>
                </a:lnTo>
                <a:lnTo>
                  <a:pt x="825" y="235"/>
                </a:lnTo>
                <a:lnTo>
                  <a:pt x="825" y="236"/>
                </a:lnTo>
                <a:lnTo>
                  <a:pt x="826" y="237"/>
                </a:lnTo>
                <a:lnTo>
                  <a:pt x="826" y="238"/>
                </a:lnTo>
                <a:lnTo>
                  <a:pt x="827" y="238"/>
                </a:lnTo>
                <a:lnTo>
                  <a:pt x="829" y="237"/>
                </a:lnTo>
                <a:lnTo>
                  <a:pt x="830" y="237"/>
                </a:lnTo>
                <a:lnTo>
                  <a:pt x="830" y="236"/>
                </a:lnTo>
                <a:lnTo>
                  <a:pt x="832" y="236"/>
                </a:lnTo>
                <a:lnTo>
                  <a:pt x="832" y="235"/>
                </a:lnTo>
                <a:lnTo>
                  <a:pt x="833" y="235"/>
                </a:lnTo>
                <a:lnTo>
                  <a:pt x="834" y="235"/>
                </a:lnTo>
                <a:lnTo>
                  <a:pt x="834" y="234"/>
                </a:lnTo>
                <a:lnTo>
                  <a:pt x="835" y="233"/>
                </a:lnTo>
                <a:lnTo>
                  <a:pt x="836" y="233"/>
                </a:lnTo>
                <a:lnTo>
                  <a:pt x="837" y="233"/>
                </a:lnTo>
                <a:lnTo>
                  <a:pt x="837" y="232"/>
                </a:lnTo>
                <a:lnTo>
                  <a:pt x="837" y="230"/>
                </a:lnTo>
                <a:lnTo>
                  <a:pt x="838" y="229"/>
                </a:lnTo>
                <a:lnTo>
                  <a:pt x="838" y="228"/>
                </a:lnTo>
                <a:lnTo>
                  <a:pt x="839" y="229"/>
                </a:lnTo>
                <a:lnTo>
                  <a:pt x="840" y="228"/>
                </a:lnTo>
                <a:lnTo>
                  <a:pt x="841" y="228"/>
                </a:lnTo>
                <a:lnTo>
                  <a:pt x="841" y="229"/>
                </a:lnTo>
                <a:lnTo>
                  <a:pt x="842" y="230"/>
                </a:lnTo>
                <a:lnTo>
                  <a:pt x="843" y="230"/>
                </a:lnTo>
                <a:lnTo>
                  <a:pt x="844" y="229"/>
                </a:lnTo>
                <a:lnTo>
                  <a:pt x="844" y="230"/>
                </a:lnTo>
                <a:lnTo>
                  <a:pt x="845" y="230"/>
                </a:lnTo>
                <a:lnTo>
                  <a:pt x="846" y="230"/>
                </a:lnTo>
                <a:lnTo>
                  <a:pt x="846" y="229"/>
                </a:lnTo>
                <a:lnTo>
                  <a:pt x="847" y="229"/>
                </a:lnTo>
                <a:lnTo>
                  <a:pt x="847" y="228"/>
                </a:lnTo>
                <a:lnTo>
                  <a:pt x="848" y="228"/>
                </a:lnTo>
                <a:lnTo>
                  <a:pt x="849" y="228"/>
                </a:lnTo>
                <a:lnTo>
                  <a:pt x="849" y="227"/>
                </a:lnTo>
                <a:lnTo>
                  <a:pt x="850" y="227"/>
                </a:lnTo>
                <a:lnTo>
                  <a:pt x="851" y="227"/>
                </a:lnTo>
                <a:lnTo>
                  <a:pt x="851" y="226"/>
                </a:lnTo>
                <a:lnTo>
                  <a:pt x="852" y="225"/>
                </a:lnTo>
                <a:lnTo>
                  <a:pt x="852" y="224"/>
                </a:lnTo>
                <a:lnTo>
                  <a:pt x="854" y="222"/>
                </a:lnTo>
                <a:lnTo>
                  <a:pt x="854" y="223"/>
                </a:lnTo>
                <a:lnTo>
                  <a:pt x="855" y="223"/>
                </a:lnTo>
                <a:lnTo>
                  <a:pt x="856" y="222"/>
                </a:lnTo>
                <a:lnTo>
                  <a:pt x="857" y="222"/>
                </a:lnTo>
                <a:lnTo>
                  <a:pt x="857" y="221"/>
                </a:lnTo>
                <a:lnTo>
                  <a:pt x="858" y="221"/>
                </a:lnTo>
                <a:lnTo>
                  <a:pt x="859" y="221"/>
                </a:lnTo>
                <a:lnTo>
                  <a:pt x="859" y="220"/>
                </a:lnTo>
                <a:lnTo>
                  <a:pt x="860" y="220"/>
                </a:lnTo>
                <a:lnTo>
                  <a:pt x="861" y="220"/>
                </a:lnTo>
                <a:lnTo>
                  <a:pt x="862" y="220"/>
                </a:lnTo>
                <a:lnTo>
                  <a:pt x="863" y="219"/>
                </a:lnTo>
                <a:lnTo>
                  <a:pt x="863" y="218"/>
                </a:lnTo>
                <a:lnTo>
                  <a:pt x="863" y="217"/>
                </a:lnTo>
                <a:lnTo>
                  <a:pt x="863" y="216"/>
                </a:lnTo>
                <a:lnTo>
                  <a:pt x="863" y="215"/>
                </a:lnTo>
                <a:lnTo>
                  <a:pt x="862" y="215"/>
                </a:lnTo>
                <a:lnTo>
                  <a:pt x="862" y="216"/>
                </a:lnTo>
                <a:lnTo>
                  <a:pt x="862" y="215"/>
                </a:lnTo>
                <a:lnTo>
                  <a:pt x="862" y="214"/>
                </a:lnTo>
                <a:lnTo>
                  <a:pt x="861" y="214"/>
                </a:lnTo>
                <a:lnTo>
                  <a:pt x="860" y="215"/>
                </a:lnTo>
                <a:lnTo>
                  <a:pt x="860" y="214"/>
                </a:lnTo>
                <a:lnTo>
                  <a:pt x="860" y="213"/>
                </a:lnTo>
                <a:lnTo>
                  <a:pt x="859" y="212"/>
                </a:lnTo>
                <a:lnTo>
                  <a:pt x="859" y="211"/>
                </a:lnTo>
                <a:lnTo>
                  <a:pt x="859" y="210"/>
                </a:lnTo>
                <a:lnTo>
                  <a:pt x="858" y="209"/>
                </a:lnTo>
                <a:lnTo>
                  <a:pt x="858" y="208"/>
                </a:lnTo>
                <a:lnTo>
                  <a:pt x="857" y="208"/>
                </a:lnTo>
                <a:lnTo>
                  <a:pt x="857" y="207"/>
                </a:lnTo>
                <a:lnTo>
                  <a:pt x="856" y="207"/>
                </a:lnTo>
                <a:lnTo>
                  <a:pt x="856" y="206"/>
                </a:lnTo>
                <a:lnTo>
                  <a:pt x="857" y="205"/>
                </a:lnTo>
                <a:lnTo>
                  <a:pt x="856" y="205"/>
                </a:lnTo>
                <a:lnTo>
                  <a:pt x="856" y="204"/>
                </a:lnTo>
                <a:lnTo>
                  <a:pt x="857" y="204"/>
                </a:lnTo>
                <a:lnTo>
                  <a:pt x="857" y="202"/>
                </a:lnTo>
                <a:lnTo>
                  <a:pt x="856" y="202"/>
                </a:lnTo>
                <a:lnTo>
                  <a:pt x="856" y="201"/>
                </a:lnTo>
                <a:lnTo>
                  <a:pt x="857" y="200"/>
                </a:lnTo>
                <a:lnTo>
                  <a:pt x="858" y="200"/>
                </a:lnTo>
                <a:lnTo>
                  <a:pt x="858" y="198"/>
                </a:lnTo>
                <a:lnTo>
                  <a:pt x="859" y="197"/>
                </a:lnTo>
                <a:lnTo>
                  <a:pt x="858" y="197"/>
                </a:lnTo>
                <a:lnTo>
                  <a:pt x="858" y="195"/>
                </a:lnTo>
                <a:lnTo>
                  <a:pt x="859" y="194"/>
                </a:lnTo>
                <a:lnTo>
                  <a:pt x="860" y="194"/>
                </a:lnTo>
                <a:lnTo>
                  <a:pt x="861" y="194"/>
                </a:lnTo>
                <a:lnTo>
                  <a:pt x="862" y="194"/>
                </a:lnTo>
                <a:lnTo>
                  <a:pt x="863" y="194"/>
                </a:lnTo>
                <a:lnTo>
                  <a:pt x="864" y="194"/>
                </a:lnTo>
                <a:lnTo>
                  <a:pt x="866" y="195"/>
                </a:lnTo>
                <a:lnTo>
                  <a:pt x="867" y="196"/>
                </a:lnTo>
                <a:lnTo>
                  <a:pt x="868" y="196"/>
                </a:lnTo>
                <a:lnTo>
                  <a:pt x="867" y="197"/>
                </a:lnTo>
                <a:lnTo>
                  <a:pt x="867" y="198"/>
                </a:lnTo>
                <a:lnTo>
                  <a:pt x="867" y="199"/>
                </a:lnTo>
                <a:lnTo>
                  <a:pt x="867" y="200"/>
                </a:lnTo>
                <a:lnTo>
                  <a:pt x="867" y="201"/>
                </a:lnTo>
                <a:lnTo>
                  <a:pt x="868" y="202"/>
                </a:lnTo>
                <a:lnTo>
                  <a:pt x="868" y="203"/>
                </a:lnTo>
                <a:lnTo>
                  <a:pt x="869" y="203"/>
                </a:lnTo>
                <a:lnTo>
                  <a:pt x="870" y="204"/>
                </a:lnTo>
                <a:lnTo>
                  <a:pt x="870" y="205"/>
                </a:lnTo>
                <a:lnTo>
                  <a:pt x="870" y="206"/>
                </a:lnTo>
                <a:lnTo>
                  <a:pt x="871" y="207"/>
                </a:lnTo>
                <a:lnTo>
                  <a:pt x="871" y="208"/>
                </a:lnTo>
                <a:lnTo>
                  <a:pt x="871" y="209"/>
                </a:lnTo>
                <a:lnTo>
                  <a:pt x="871" y="210"/>
                </a:lnTo>
                <a:lnTo>
                  <a:pt x="871" y="211"/>
                </a:lnTo>
                <a:lnTo>
                  <a:pt x="871" y="212"/>
                </a:lnTo>
                <a:lnTo>
                  <a:pt x="872" y="212"/>
                </a:lnTo>
                <a:lnTo>
                  <a:pt x="873" y="212"/>
                </a:lnTo>
                <a:lnTo>
                  <a:pt x="874" y="211"/>
                </a:lnTo>
                <a:lnTo>
                  <a:pt x="874" y="212"/>
                </a:lnTo>
                <a:lnTo>
                  <a:pt x="874" y="213"/>
                </a:lnTo>
                <a:lnTo>
                  <a:pt x="874" y="214"/>
                </a:lnTo>
                <a:lnTo>
                  <a:pt x="874" y="215"/>
                </a:lnTo>
                <a:lnTo>
                  <a:pt x="875" y="215"/>
                </a:lnTo>
                <a:lnTo>
                  <a:pt x="875" y="216"/>
                </a:lnTo>
                <a:lnTo>
                  <a:pt x="874" y="217"/>
                </a:lnTo>
                <a:lnTo>
                  <a:pt x="874" y="219"/>
                </a:lnTo>
                <a:lnTo>
                  <a:pt x="874" y="220"/>
                </a:lnTo>
                <a:lnTo>
                  <a:pt x="875" y="221"/>
                </a:lnTo>
                <a:lnTo>
                  <a:pt x="876" y="221"/>
                </a:lnTo>
                <a:lnTo>
                  <a:pt x="876" y="220"/>
                </a:lnTo>
                <a:lnTo>
                  <a:pt x="877" y="220"/>
                </a:lnTo>
                <a:lnTo>
                  <a:pt x="877" y="221"/>
                </a:lnTo>
                <a:lnTo>
                  <a:pt x="878" y="222"/>
                </a:lnTo>
                <a:lnTo>
                  <a:pt x="878" y="223"/>
                </a:lnTo>
                <a:lnTo>
                  <a:pt x="878" y="224"/>
                </a:lnTo>
                <a:lnTo>
                  <a:pt x="879" y="224"/>
                </a:lnTo>
                <a:lnTo>
                  <a:pt x="880" y="224"/>
                </a:lnTo>
                <a:lnTo>
                  <a:pt x="881" y="223"/>
                </a:lnTo>
                <a:lnTo>
                  <a:pt x="882" y="223"/>
                </a:lnTo>
                <a:lnTo>
                  <a:pt x="882" y="222"/>
                </a:lnTo>
                <a:lnTo>
                  <a:pt x="883" y="223"/>
                </a:lnTo>
                <a:lnTo>
                  <a:pt x="883" y="222"/>
                </a:lnTo>
                <a:lnTo>
                  <a:pt x="884" y="221"/>
                </a:lnTo>
                <a:lnTo>
                  <a:pt x="885" y="221"/>
                </a:lnTo>
                <a:lnTo>
                  <a:pt x="886" y="220"/>
                </a:lnTo>
                <a:lnTo>
                  <a:pt x="887" y="220"/>
                </a:lnTo>
                <a:lnTo>
                  <a:pt x="887" y="219"/>
                </a:lnTo>
                <a:lnTo>
                  <a:pt x="888" y="218"/>
                </a:lnTo>
                <a:lnTo>
                  <a:pt x="889" y="218"/>
                </a:lnTo>
                <a:lnTo>
                  <a:pt x="890" y="218"/>
                </a:lnTo>
                <a:lnTo>
                  <a:pt x="890" y="217"/>
                </a:lnTo>
                <a:lnTo>
                  <a:pt x="891" y="216"/>
                </a:lnTo>
                <a:lnTo>
                  <a:pt x="892" y="216"/>
                </a:lnTo>
                <a:lnTo>
                  <a:pt x="893" y="217"/>
                </a:lnTo>
                <a:lnTo>
                  <a:pt x="893" y="216"/>
                </a:lnTo>
                <a:lnTo>
                  <a:pt x="894" y="216"/>
                </a:lnTo>
                <a:lnTo>
                  <a:pt x="894" y="215"/>
                </a:lnTo>
                <a:lnTo>
                  <a:pt x="895" y="215"/>
                </a:lnTo>
                <a:lnTo>
                  <a:pt x="895" y="216"/>
                </a:lnTo>
                <a:lnTo>
                  <a:pt x="895" y="215"/>
                </a:lnTo>
                <a:lnTo>
                  <a:pt x="897" y="215"/>
                </a:lnTo>
                <a:lnTo>
                  <a:pt x="898" y="215"/>
                </a:lnTo>
                <a:lnTo>
                  <a:pt x="898" y="216"/>
                </a:lnTo>
                <a:lnTo>
                  <a:pt x="898" y="217"/>
                </a:lnTo>
                <a:lnTo>
                  <a:pt x="899" y="217"/>
                </a:lnTo>
                <a:lnTo>
                  <a:pt x="900" y="217"/>
                </a:lnTo>
                <a:lnTo>
                  <a:pt x="902" y="215"/>
                </a:lnTo>
                <a:lnTo>
                  <a:pt x="902" y="214"/>
                </a:lnTo>
                <a:lnTo>
                  <a:pt x="903" y="214"/>
                </a:lnTo>
                <a:lnTo>
                  <a:pt x="903" y="215"/>
                </a:lnTo>
                <a:lnTo>
                  <a:pt x="903" y="214"/>
                </a:lnTo>
                <a:lnTo>
                  <a:pt x="903" y="213"/>
                </a:lnTo>
                <a:lnTo>
                  <a:pt x="903" y="212"/>
                </a:lnTo>
                <a:lnTo>
                  <a:pt x="903" y="211"/>
                </a:lnTo>
                <a:lnTo>
                  <a:pt x="904" y="210"/>
                </a:lnTo>
                <a:lnTo>
                  <a:pt x="903" y="209"/>
                </a:lnTo>
                <a:lnTo>
                  <a:pt x="903" y="208"/>
                </a:lnTo>
                <a:lnTo>
                  <a:pt x="903" y="207"/>
                </a:lnTo>
                <a:lnTo>
                  <a:pt x="904" y="207"/>
                </a:lnTo>
                <a:lnTo>
                  <a:pt x="905" y="208"/>
                </a:lnTo>
                <a:lnTo>
                  <a:pt x="906" y="208"/>
                </a:lnTo>
                <a:lnTo>
                  <a:pt x="907" y="208"/>
                </a:lnTo>
                <a:lnTo>
                  <a:pt x="907" y="207"/>
                </a:lnTo>
                <a:lnTo>
                  <a:pt x="908" y="207"/>
                </a:lnTo>
                <a:lnTo>
                  <a:pt x="909" y="206"/>
                </a:lnTo>
                <a:lnTo>
                  <a:pt x="910" y="206"/>
                </a:lnTo>
                <a:lnTo>
                  <a:pt x="911" y="206"/>
                </a:lnTo>
                <a:lnTo>
                  <a:pt x="912" y="206"/>
                </a:lnTo>
                <a:lnTo>
                  <a:pt x="913" y="206"/>
                </a:lnTo>
                <a:lnTo>
                  <a:pt x="914" y="207"/>
                </a:lnTo>
                <a:lnTo>
                  <a:pt x="915" y="207"/>
                </a:lnTo>
                <a:lnTo>
                  <a:pt x="916" y="206"/>
                </a:lnTo>
                <a:lnTo>
                  <a:pt x="917" y="205"/>
                </a:lnTo>
                <a:lnTo>
                  <a:pt x="918" y="205"/>
                </a:lnTo>
                <a:lnTo>
                  <a:pt x="918" y="204"/>
                </a:lnTo>
                <a:lnTo>
                  <a:pt x="919" y="204"/>
                </a:lnTo>
                <a:lnTo>
                  <a:pt x="919" y="205"/>
                </a:lnTo>
                <a:lnTo>
                  <a:pt x="920" y="205"/>
                </a:lnTo>
                <a:lnTo>
                  <a:pt x="921" y="206"/>
                </a:lnTo>
                <a:lnTo>
                  <a:pt x="921" y="207"/>
                </a:lnTo>
                <a:lnTo>
                  <a:pt x="922" y="207"/>
                </a:lnTo>
                <a:lnTo>
                  <a:pt x="923" y="207"/>
                </a:lnTo>
                <a:lnTo>
                  <a:pt x="923" y="206"/>
                </a:lnTo>
                <a:lnTo>
                  <a:pt x="923" y="205"/>
                </a:lnTo>
                <a:lnTo>
                  <a:pt x="924" y="205"/>
                </a:lnTo>
                <a:lnTo>
                  <a:pt x="924" y="204"/>
                </a:lnTo>
                <a:lnTo>
                  <a:pt x="924" y="203"/>
                </a:lnTo>
                <a:lnTo>
                  <a:pt x="925" y="203"/>
                </a:lnTo>
                <a:lnTo>
                  <a:pt x="926" y="204"/>
                </a:lnTo>
                <a:lnTo>
                  <a:pt x="926" y="203"/>
                </a:lnTo>
                <a:lnTo>
                  <a:pt x="926" y="202"/>
                </a:lnTo>
                <a:lnTo>
                  <a:pt x="927" y="202"/>
                </a:lnTo>
                <a:lnTo>
                  <a:pt x="927" y="203"/>
                </a:lnTo>
                <a:lnTo>
                  <a:pt x="927" y="204"/>
                </a:lnTo>
                <a:lnTo>
                  <a:pt x="928" y="205"/>
                </a:lnTo>
                <a:lnTo>
                  <a:pt x="928" y="206"/>
                </a:lnTo>
                <a:lnTo>
                  <a:pt x="929" y="206"/>
                </a:lnTo>
                <a:lnTo>
                  <a:pt x="930" y="207"/>
                </a:lnTo>
                <a:lnTo>
                  <a:pt x="929" y="207"/>
                </a:lnTo>
                <a:lnTo>
                  <a:pt x="930" y="207"/>
                </a:lnTo>
                <a:lnTo>
                  <a:pt x="931" y="207"/>
                </a:lnTo>
                <a:lnTo>
                  <a:pt x="932" y="207"/>
                </a:lnTo>
                <a:lnTo>
                  <a:pt x="932" y="208"/>
                </a:lnTo>
                <a:lnTo>
                  <a:pt x="932" y="209"/>
                </a:lnTo>
                <a:lnTo>
                  <a:pt x="932" y="210"/>
                </a:lnTo>
                <a:lnTo>
                  <a:pt x="933" y="210"/>
                </a:lnTo>
                <a:lnTo>
                  <a:pt x="933" y="211"/>
                </a:lnTo>
                <a:lnTo>
                  <a:pt x="932" y="212"/>
                </a:lnTo>
                <a:lnTo>
                  <a:pt x="931" y="212"/>
                </a:lnTo>
                <a:lnTo>
                  <a:pt x="929" y="213"/>
                </a:lnTo>
                <a:lnTo>
                  <a:pt x="929" y="214"/>
                </a:lnTo>
                <a:lnTo>
                  <a:pt x="930" y="214"/>
                </a:lnTo>
                <a:lnTo>
                  <a:pt x="930" y="215"/>
                </a:lnTo>
                <a:lnTo>
                  <a:pt x="930" y="216"/>
                </a:lnTo>
                <a:lnTo>
                  <a:pt x="930" y="217"/>
                </a:lnTo>
                <a:lnTo>
                  <a:pt x="931" y="217"/>
                </a:lnTo>
                <a:lnTo>
                  <a:pt x="932" y="218"/>
                </a:lnTo>
                <a:lnTo>
                  <a:pt x="933" y="219"/>
                </a:lnTo>
                <a:lnTo>
                  <a:pt x="934" y="219"/>
                </a:lnTo>
                <a:lnTo>
                  <a:pt x="934" y="220"/>
                </a:lnTo>
                <a:lnTo>
                  <a:pt x="934" y="221"/>
                </a:lnTo>
                <a:lnTo>
                  <a:pt x="935" y="221"/>
                </a:lnTo>
                <a:lnTo>
                  <a:pt x="935" y="220"/>
                </a:lnTo>
                <a:lnTo>
                  <a:pt x="935" y="221"/>
                </a:lnTo>
                <a:lnTo>
                  <a:pt x="936" y="221"/>
                </a:lnTo>
                <a:lnTo>
                  <a:pt x="936" y="220"/>
                </a:lnTo>
                <a:lnTo>
                  <a:pt x="936" y="221"/>
                </a:lnTo>
                <a:lnTo>
                  <a:pt x="937" y="221"/>
                </a:lnTo>
                <a:lnTo>
                  <a:pt x="938" y="221"/>
                </a:lnTo>
                <a:lnTo>
                  <a:pt x="938" y="222"/>
                </a:lnTo>
                <a:lnTo>
                  <a:pt x="938" y="223"/>
                </a:lnTo>
                <a:lnTo>
                  <a:pt x="939" y="223"/>
                </a:lnTo>
                <a:lnTo>
                  <a:pt x="940" y="222"/>
                </a:lnTo>
                <a:lnTo>
                  <a:pt x="941" y="223"/>
                </a:lnTo>
                <a:lnTo>
                  <a:pt x="941" y="224"/>
                </a:lnTo>
                <a:lnTo>
                  <a:pt x="942" y="224"/>
                </a:lnTo>
                <a:lnTo>
                  <a:pt x="944" y="224"/>
                </a:lnTo>
                <a:lnTo>
                  <a:pt x="945" y="224"/>
                </a:lnTo>
                <a:lnTo>
                  <a:pt x="945" y="223"/>
                </a:lnTo>
                <a:lnTo>
                  <a:pt x="945" y="224"/>
                </a:lnTo>
                <a:lnTo>
                  <a:pt x="946" y="224"/>
                </a:lnTo>
                <a:lnTo>
                  <a:pt x="947" y="224"/>
                </a:lnTo>
                <a:lnTo>
                  <a:pt x="948" y="224"/>
                </a:lnTo>
                <a:lnTo>
                  <a:pt x="949" y="224"/>
                </a:lnTo>
                <a:lnTo>
                  <a:pt x="950" y="224"/>
                </a:lnTo>
                <a:lnTo>
                  <a:pt x="950" y="225"/>
                </a:lnTo>
                <a:lnTo>
                  <a:pt x="951" y="226"/>
                </a:lnTo>
                <a:lnTo>
                  <a:pt x="951" y="227"/>
                </a:lnTo>
                <a:lnTo>
                  <a:pt x="953" y="227"/>
                </a:lnTo>
                <a:lnTo>
                  <a:pt x="954" y="226"/>
                </a:lnTo>
                <a:lnTo>
                  <a:pt x="955" y="226"/>
                </a:lnTo>
                <a:lnTo>
                  <a:pt x="956" y="227"/>
                </a:lnTo>
                <a:lnTo>
                  <a:pt x="957" y="227"/>
                </a:lnTo>
                <a:lnTo>
                  <a:pt x="958" y="226"/>
                </a:lnTo>
                <a:lnTo>
                  <a:pt x="959" y="227"/>
                </a:lnTo>
                <a:lnTo>
                  <a:pt x="960" y="227"/>
                </a:lnTo>
                <a:lnTo>
                  <a:pt x="961" y="228"/>
                </a:lnTo>
                <a:lnTo>
                  <a:pt x="962" y="229"/>
                </a:lnTo>
                <a:lnTo>
                  <a:pt x="963" y="230"/>
                </a:lnTo>
                <a:lnTo>
                  <a:pt x="963" y="231"/>
                </a:lnTo>
                <a:lnTo>
                  <a:pt x="964" y="233"/>
                </a:lnTo>
                <a:lnTo>
                  <a:pt x="965" y="233"/>
                </a:lnTo>
                <a:lnTo>
                  <a:pt x="965" y="234"/>
                </a:lnTo>
                <a:lnTo>
                  <a:pt x="966" y="233"/>
                </a:lnTo>
                <a:lnTo>
                  <a:pt x="967" y="234"/>
                </a:lnTo>
                <a:lnTo>
                  <a:pt x="968" y="233"/>
                </a:lnTo>
                <a:lnTo>
                  <a:pt x="969" y="233"/>
                </a:lnTo>
                <a:lnTo>
                  <a:pt x="970" y="232"/>
                </a:lnTo>
                <a:lnTo>
                  <a:pt x="970" y="231"/>
                </a:lnTo>
                <a:lnTo>
                  <a:pt x="970" y="230"/>
                </a:lnTo>
                <a:lnTo>
                  <a:pt x="971" y="230"/>
                </a:lnTo>
                <a:lnTo>
                  <a:pt x="971" y="229"/>
                </a:lnTo>
                <a:lnTo>
                  <a:pt x="972" y="229"/>
                </a:lnTo>
                <a:lnTo>
                  <a:pt x="973" y="229"/>
                </a:lnTo>
                <a:lnTo>
                  <a:pt x="975" y="229"/>
                </a:lnTo>
                <a:lnTo>
                  <a:pt x="976" y="229"/>
                </a:lnTo>
                <a:lnTo>
                  <a:pt x="976" y="228"/>
                </a:lnTo>
                <a:lnTo>
                  <a:pt x="977" y="227"/>
                </a:lnTo>
                <a:lnTo>
                  <a:pt x="978" y="227"/>
                </a:lnTo>
                <a:lnTo>
                  <a:pt x="979" y="227"/>
                </a:lnTo>
                <a:lnTo>
                  <a:pt x="980" y="226"/>
                </a:lnTo>
                <a:lnTo>
                  <a:pt x="981" y="226"/>
                </a:lnTo>
                <a:lnTo>
                  <a:pt x="982" y="227"/>
                </a:lnTo>
                <a:lnTo>
                  <a:pt x="982" y="226"/>
                </a:lnTo>
                <a:lnTo>
                  <a:pt x="983" y="226"/>
                </a:lnTo>
                <a:lnTo>
                  <a:pt x="984" y="225"/>
                </a:lnTo>
                <a:lnTo>
                  <a:pt x="984" y="224"/>
                </a:lnTo>
                <a:lnTo>
                  <a:pt x="985" y="224"/>
                </a:lnTo>
                <a:lnTo>
                  <a:pt x="986" y="225"/>
                </a:lnTo>
                <a:lnTo>
                  <a:pt x="988" y="225"/>
                </a:lnTo>
                <a:lnTo>
                  <a:pt x="989" y="225"/>
                </a:lnTo>
                <a:lnTo>
                  <a:pt x="990" y="225"/>
                </a:lnTo>
                <a:lnTo>
                  <a:pt x="990" y="224"/>
                </a:lnTo>
                <a:lnTo>
                  <a:pt x="991" y="224"/>
                </a:lnTo>
                <a:lnTo>
                  <a:pt x="992" y="224"/>
                </a:lnTo>
                <a:lnTo>
                  <a:pt x="993" y="224"/>
                </a:lnTo>
                <a:lnTo>
                  <a:pt x="994" y="223"/>
                </a:lnTo>
                <a:lnTo>
                  <a:pt x="994" y="222"/>
                </a:lnTo>
                <a:lnTo>
                  <a:pt x="995" y="221"/>
                </a:lnTo>
                <a:lnTo>
                  <a:pt x="996" y="221"/>
                </a:lnTo>
                <a:lnTo>
                  <a:pt x="998" y="220"/>
                </a:lnTo>
                <a:lnTo>
                  <a:pt x="998" y="219"/>
                </a:lnTo>
                <a:lnTo>
                  <a:pt x="999" y="219"/>
                </a:lnTo>
                <a:lnTo>
                  <a:pt x="999" y="218"/>
                </a:lnTo>
                <a:lnTo>
                  <a:pt x="1000" y="218"/>
                </a:lnTo>
                <a:lnTo>
                  <a:pt x="1000" y="217"/>
                </a:lnTo>
                <a:lnTo>
                  <a:pt x="1001" y="217"/>
                </a:lnTo>
                <a:lnTo>
                  <a:pt x="1001" y="218"/>
                </a:lnTo>
                <a:lnTo>
                  <a:pt x="1002" y="218"/>
                </a:lnTo>
                <a:lnTo>
                  <a:pt x="1003" y="218"/>
                </a:lnTo>
                <a:lnTo>
                  <a:pt x="1004" y="218"/>
                </a:lnTo>
                <a:lnTo>
                  <a:pt x="1004" y="217"/>
                </a:lnTo>
                <a:lnTo>
                  <a:pt x="1005" y="217"/>
                </a:lnTo>
                <a:lnTo>
                  <a:pt x="1005" y="218"/>
                </a:lnTo>
                <a:lnTo>
                  <a:pt x="1006" y="218"/>
                </a:lnTo>
                <a:lnTo>
                  <a:pt x="1005" y="219"/>
                </a:lnTo>
                <a:lnTo>
                  <a:pt x="1006" y="220"/>
                </a:lnTo>
                <a:lnTo>
                  <a:pt x="1005" y="221"/>
                </a:lnTo>
                <a:lnTo>
                  <a:pt x="1006" y="222"/>
                </a:lnTo>
                <a:lnTo>
                  <a:pt x="1006" y="223"/>
                </a:lnTo>
                <a:lnTo>
                  <a:pt x="1006" y="222"/>
                </a:lnTo>
                <a:lnTo>
                  <a:pt x="1007" y="221"/>
                </a:lnTo>
                <a:lnTo>
                  <a:pt x="1009" y="221"/>
                </a:lnTo>
                <a:lnTo>
                  <a:pt x="1010" y="221"/>
                </a:lnTo>
                <a:lnTo>
                  <a:pt x="1010" y="222"/>
                </a:lnTo>
                <a:lnTo>
                  <a:pt x="1010" y="221"/>
                </a:lnTo>
                <a:lnTo>
                  <a:pt x="1012" y="221"/>
                </a:lnTo>
                <a:lnTo>
                  <a:pt x="1012" y="220"/>
                </a:lnTo>
                <a:lnTo>
                  <a:pt x="1012" y="219"/>
                </a:lnTo>
                <a:lnTo>
                  <a:pt x="1013" y="219"/>
                </a:lnTo>
                <a:lnTo>
                  <a:pt x="1014" y="219"/>
                </a:lnTo>
                <a:lnTo>
                  <a:pt x="1015" y="219"/>
                </a:lnTo>
                <a:lnTo>
                  <a:pt x="1016" y="219"/>
                </a:lnTo>
                <a:lnTo>
                  <a:pt x="1016" y="220"/>
                </a:lnTo>
                <a:lnTo>
                  <a:pt x="1017" y="220"/>
                </a:lnTo>
                <a:lnTo>
                  <a:pt x="1017" y="219"/>
                </a:lnTo>
                <a:lnTo>
                  <a:pt x="1018" y="219"/>
                </a:lnTo>
                <a:lnTo>
                  <a:pt x="1019" y="219"/>
                </a:lnTo>
                <a:lnTo>
                  <a:pt x="1019" y="220"/>
                </a:lnTo>
                <a:lnTo>
                  <a:pt x="1019" y="221"/>
                </a:lnTo>
                <a:lnTo>
                  <a:pt x="1019" y="222"/>
                </a:lnTo>
                <a:lnTo>
                  <a:pt x="1020" y="222"/>
                </a:lnTo>
                <a:lnTo>
                  <a:pt x="1022" y="221"/>
                </a:lnTo>
                <a:lnTo>
                  <a:pt x="1023" y="220"/>
                </a:lnTo>
                <a:lnTo>
                  <a:pt x="1024" y="220"/>
                </a:lnTo>
                <a:lnTo>
                  <a:pt x="1025" y="220"/>
                </a:lnTo>
                <a:lnTo>
                  <a:pt x="1026" y="220"/>
                </a:lnTo>
                <a:lnTo>
                  <a:pt x="1027" y="220"/>
                </a:lnTo>
                <a:lnTo>
                  <a:pt x="1027" y="221"/>
                </a:lnTo>
                <a:lnTo>
                  <a:pt x="1028" y="220"/>
                </a:lnTo>
                <a:lnTo>
                  <a:pt x="1029" y="219"/>
                </a:lnTo>
                <a:lnTo>
                  <a:pt x="1029" y="218"/>
                </a:lnTo>
                <a:lnTo>
                  <a:pt x="1030" y="218"/>
                </a:lnTo>
                <a:lnTo>
                  <a:pt x="1030" y="219"/>
                </a:lnTo>
                <a:lnTo>
                  <a:pt x="1031" y="219"/>
                </a:lnTo>
                <a:lnTo>
                  <a:pt x="1032" y="219"/>
                </a:lnTo>
                <a:lnTo>
                  <a:pt x="1032" y="220"/>
                </a:lnTo>
                <a:lnTo>
                  <a:pt x="1032" y="221"/>
                </a:lnTo>
                <a:lnTo>
                  <a:pt x="1033" y="221"/>
                </a:lnTo>
                <a:lnTo>
                  <a:pt x="1033" y="220"/>
                </a:lnTo>
                <a:lnTo>
                  <a:pt x="1034" y="220"/>
                </a:lnTo>
                <a:lnTo>
                  <a:pt x="1036" y="221"/>
                </a:lnTo>
                <a:lnTo>
                  <a:pt x="1036" y="222"/>
                </a:lnTo>
                <a:lnTo>
                  <a:pt x="1036" y="223"/>
                </a:lnTo>
                <a:lnTo>
                  <a:pt x="1035" y="223"/>
                </a:lnTo>
                <a:lnTo>
                  <a:pt x="1035" y="224"/>
                </a:lnTo>
                <a:lnTo>
                  <a:pt x="1035" y="225"/>
                </a:lnTo>
                <a:lnTo>
                  <a:pt x="1036" y="225"/>
                </a:lnTo>
                <a:lnTo>
                  <a:pt x="1037" y="226"/>
                </a:lnTo>
                <a:lnTo>
                  <a:pt x="1038" y="226"/>
                </a:lnTo>
                <a:lnTo>
                  <a:pt x="1039" y="226"/>
                </a:lnTo>
                <a:lnTo>
                  <a:pt x="1039" y="227"/>
                </a:lnTo>
                <a:lnTo>
                  <a:pt x="1039" y="228"/>
                </a:lnTo>
                <a:lnTo>
                  <a:pt x="1039" y="229"/>
                </a:lnTo>
                <a:lnTo>
                  <a:pt x="1039" y="230"/>
                </a:lnTo>
                <a:lnTo>
                  <a:pt x="1039" y="231"/>
                </a:lnTo>
                <a:lnTo>
                  <a:pt x="1039" y="232"/>
                </a:lnTo>
                <a:lnTo>
                  <a:pt x="1039" y="233"/>
                </a:lnTo>
                <a:lnTo>
                  <a:pt x="1040" y="233"/>
                </a:lnTo>
                <a:lnTo>
                  <a:pt x="1040" y="234"/>
                </a:lnTo>
                <a:lnTo>
                  <a:pt x="1040" y="235"/>
                </a:lnTo>
                <a:lnTo>
                  <a:pt x="1040" y="236"/>
                </a:lnTo>
                <a:lnTo>
                  <a:pt x="1040" y="237"/>
                </a:lnTo>
                <a:lnTo>
                  <a:pt x="1039" y="238"/>
                </a:lnTo>
                <a:lnTo>
                  <a:pt x="1039" y="239"/>
                </a:lnTo>
                <a:lnTo>
                  <a:pt x="1039" y="240"/>
                </a:lnTo>
                <a:lnTo>
                  <a:pt x="1039" y="241"/>
                </a:lnTo>
                <a:lnTo>
                  <a:pt x="1038" y="243"/>
                </a:lnTo>
                <a:lnTo>
                  <a:pt x="1038" y="244"/>
                </a:lnTo>
                <a:lnTo>
                  <a:pt x="1037" y="244"/>
                </a:lnTo>
                <a:lnTo>
                  <a:pt x="1037" y="245"/>
                </a:lnTo>
                <a:lnTo>
                  <a:pt x="1038" y="245"/>
                </a:lnTo>
                <a:lnTo>
                  <a:pt x="1039" y="246"/>
                </a:lnTo>
                <a:lnTo>
                  <a:pt x="1040" y="246"/>
                </a:lnTo>
                <a:lnTo>
                  <a:pt x="1040" y="247"/>
                </a:lnTo>
                <a:lnTo>
                  <a:pt x="1041" y="247"/>
                </a:lnTo>
                <a:lnTo>
                  <a:pt x="1042" y="247"/>
                </a:lnTo>
                <a:lnTo>
                  <a:pt x="1042" y="248"/>
                </a:lnTo>
                <a:lnTo>
                  <a:pt x="1041" y="248"/>
                </a:lnTo>
                <a:lnTo>
                  <a:pt x="1041" y="249"/>
                </a:lnTo>
                <a:lnTo>
                  <a:pt x="1042" y="249"/>
                </a:lnTo>
                <a:lnTo>
                  <a:pt x="1043" y="249"/>
                </a:lnTo>
                <a:lnTo>
                  <a:pt x="1043" y="250"/>
                </a:lnTo>
                <a:lnTo>
                  <a:pt x="1042" y="250"/>
                </a:lnTo>
                <a:lnTo>
                  <a:pt x="1042" y="251"/>
                </a:lnTo>
                <a:lnTo>
                  <a:pt x="1043" y="251"/>
                </a:lnTo>
                <a:lnTo>
                  <a:pt x="1045" y="251"/>
                </a:lnTo>
                <a:lnTo>
                  <a:pt x="1046" y="251"/>
                </a:lnTo>
                <a:lnTo>
                  <a:pt x="1046" y="252"/>
                </a:lnTo>
                <a:lnTo>
                  <a:pt x="1047" y="252"/>
                </a:lnTo>
                <a:lnTo>
                  <a:pt x="1047" y="251"/>
                </a:lnTo>
                <a:lnTo>
                  <a:pt x="1048" y="251"/>
                </a:lnTo>
                <a:lnTo>
                  <a:pt x="1048" y="252"/>
                </a:lnTo>
                <a:lnTo>
                  <a:pt x="1049" y="252"/>
                </a:lnTo>
                <a:lnTo>
                  <a:pt x="1050" y="253"/>
                </a:lnTo>
                <a:lnTo>
                  <a:pt x="1051" y="253"/>
                </a:lnTo>
                <a:lnTo>
                  <a:pt x="1051" y="254"/>
                </a:lnTo>
                <a:lnTo>
                  <a:pt x="1051" y="255"/>
                </a:lnTo>
                <a:lnTo>
                  <a:pt x="1051" y="256"/>
                </a:lnTo>
                <a:lnTo>
                  <a:pt x="1051" y="257"/>
                </a:lnTo>
                <a:lnTo>
                  <a:pt x="1052" y="257"/>
                </a:lnTo>
                <a:lnTo>
                  <a:pt x="1053" y="257"/>
                </a:lnTo>
                <a:lnTo>
                  <a:pt x="1054" y="258"/>
                </a:lnTo>
                <a:lnTo>
                  <a:pt x="1055" y="258"/>
                </a:lnTo>
                <a:lnTo>
                  <a:pt x="1055" y="259"/>
                </a:lnTo>
                <a:lnTo>
                  <a:pt x="1055" y="260"/>
                </a:lnTo>
                <a:lnTo>
                  <a:pt x="1056" y="260"/>
                </a:lnTo>
                <a:lnTo>
                  <a:pt x="1057" y="260"/>
                </a:lnTo>
                <a:lnTo>
                  <a:pt x="1058" y="261"/>
                </a:lnTo>
                <a:lnTo>
                  <a:pt x="1059" y="261"/>
                </a:lnTo>
                <a:lnTo>
                  <a:pt x="1059" y="260"/>
                </a:lnTo>
                <a:lnTo>
                  <a:pt x="1058" y="259"/>
                </a:lnTo>
                <a:lnTo>
                  <a:pt x="1058" y="258"/>
                </a:lnTo>
                <a:lnTo>
                  <a:pt x="1059" y="258"/>
                </a:lnTo>
                <a:lnTo>
                  <a:pt x="1060" y="257"/>
                </a:lnTo>
                <a:lnTo>
                  <a:pt x="1060" y="256"/>
                </a:lnTo>
                <a:lnTo>
                  <a:pt x="1060" y="255"/>
                </a:lnTo>
                <a:lnTo>
                  <a:pt x="1060" y="254"/>
                </a:lnTo>
                <a:lnTo>
                  <a:pt x="1059" y="253"/>
                </a:lnTo>
                <a:lnTo>
                  <a:pt x="1060" y="253"/>
                </a:lnTo>
                <a:lnTo>
                  <a:pt x="1060" y="252"/>
                </a:lnTo>
                <a:lnTo>
                  <a:pt x="1061" y="252"/>
                </a:lnTo>
                <a:lnTo>
                  <a:pt x="1061" y="251"/>
                </a:lnTo>
                <a:lnTo>
                  <a:pt x="1061" y="250"/>
                </a:lnTo>
                <a:lnTo>
                  <a:pt x="1062" y="249"/>
                </a:lnTo>
                <a:lnTo>
                  <a:pt x="1063" y="249"/>
                </a:lnTo>
                <a:lnTo>
                  <a:pt x="1063" y="248"/>
                </a:lnTo>
                <a:lnTo>
                  <a:pt x="1064" y="248"/>
                </a:lnTo>
                <a:lnTo>
                  <a:pt x="1065" y="247"/>
                </a:lnTo>
                <a:lnTo>
                  <a:pt x="1066" y="247"/>
                </a:lnTo>
                <a:lnTo>
                  <a:pt x="1067" y="246"/>
                </a:lnTo>
                <a:lnTo>
                  <a:pt x="1068" y="245"/>
                </a:lnTo>
                <a:lnTo>
                  <a:pt x="1069" y="245"/>
                </a:lnTo>
                <a:lnTo>
                  <a:pt x="1069" y="244"/>
                </a:lnTo>
                <a:lnTo>
                  <a:pt x="1069" y="243"/>
                </a:lnTo>
                <a:lnTo>
                  <a:pt x="1070" y="241"/>
                </a:lnTo>
                <a:lnTo>
                  <a:pt x="1071" y="241"/>
                </a:lnTo>
                <a:lnTo>
                  <a:pt x="1071" y="243"/>
                </a:lnTo>
                <a:lnTo>
                  <a:pt x="1072" y="243"/>
                </a:lnTo>
                <a:lnTo>
                  <a:pt x="1073" y="243"/>
                </a:lnTo>
                <a:lnTo>
                  <a:pt x="1074" y="243"/>
                </a:lnTo>
                <a:lnTo>
                  <a:pt x="1075" y="243"/>
                </a:lnTo>
                <a:lnTo>
                  <a:pt x="1076" y="243"/>
                </a:lnTo>
                <a:lnTo>
                  <a:pt x="1076" y="244"/>
                </a:lnTo>
                <a:lnTo>
                  <a:pt x="1076" y="246"/>
                </a:lnTo>
                <a:lnTo>
                  <a:pt x="1076" y="247"/>
                </a:lnTo>
                <a:lnTo>
                  <a:pt x="1075" y="247"/>
                </a:lnTo>
                <a:lnTo>
                  <a:pt x="1075" y="248"/>
                </a:lnTo>
                <a:lnTo>
                  <a:pt x="1076" y="248"/>
                </a:lnTo>
                <a:lnTo>
                  <a:pt x="1076" y="249"/>
                </a:lnTo>
                <a:lnTo>
                  <a:pt x="1076" y="251"/>
                </a:lnTo>
                <a:lnTo>
                  <a:pt x="1076" y="252"/>
                </a:lnTo>
                <a:lnTo>
                  <a:pt x="1077" y="252"/>
                </a:lnTo>
                <a:lnTo>
                  <a:pt x="1077" y="253"/>
                </a:lnTo>
                <a:lnTo>
                  <a:pt x="1078" y="253"/>
                </a:lnTo>
                <a:lnTo>
                  <a:pt x="1079" y="254"/>
                </a:lnTo>
                <a:lnTo>
                  <a:pt x="1079" y="255"/>
                </a:lnTo>
                <a:lnTo>
                  <a:pt x="1078" y="256"/>
                </a:lnTo>
                <a:lnTo>
                  <a:pt x="1078" y="257"/>
                </a:lnTo>
                <a:lnTo>
                  <a:pt x="1078" y="258"/>
                </a:lnTo>
                <a:lnTo>
                  <a:pt x="1078" y="259"/>
                </a:lnTo>
                <a:lnTo>
                  <a:pt x="1079" y="258"/>
                </a:lnTo>
                <a:lnTo>
                  <a:pt x="1080" y="258"/>
                </a:lnTo>
                <a:lnTo>
                  <a:pt x="1081" y="258"/>
                </a:lnTo>
                <a:lnTo>
                  <a:pt x="1081" y="257"/>
                </a:lnTo>
                <a:lnTo>
                  <a:pt x="1082" y="257"/>
                </a:lnTo>
                <a:lnTo>
                  <a:pt x="1082" y="258"/>
                </a:lnTo>
                <a:lnTo>
                  <a:pt x="1082" y="259"/>
                </a:lnTo>
                <a:lnTo>
                  <a:pt x="1083" y="260"/>
                </a:lnTo>
                <a:lnTo>
                  <a:pt x="1083" y="261"/>
                </a:lnTo>
                <a:lnTo>
                  <a:pt x="1084" y="261"/>
                </a:lnTo>
                <a:lnTo>
                  <a:pt x="1085" y="262"/>
                </a:lnTo>
                <a:lnTo>
                  <a:pt x="1086" y="263"/>
                </a:lnTo>
                <a:lnTo>
                  <a:pt x="1087" y="263"/>
                </a:lnTo>
                <a:lnTo>
                  <a:pt x="1088" y="262"/>
                </a:lnTo>
                <a:lnTo>
                  <a:pt x="1088" y="261"/>
                </a:lnTo>
                <a:lnTo>
                  <a:pt x="1089" y="262"/>
                </a:lnTo>
                <a:lnTo>
                  <a:pt x="1089" y="261"/>
                </a:lnTo>
                <a:lnTo>
                  <a:pt x="1090" y="261"/>
                </a:lnTo>
                <a:lnTo>
                  <a:pt x="1091" y="261"/>
                </a:lnTo>
                <a:lnTo>
                  <a:pt x="1092" y="260"/>
                </a:lnTo>
                <a:lnTo>
                  <a:pt x="1093" y="259"/>
                </a:lnTo>
                <a:lnTo>
                  <a:pt x="1094" y="259"/>
                </a:lnTo>
                <a:lnTo>
                  <a:pt x="1095" y="259"/>
                </a:lnTo>
                <a:lnTo>
                  <a:pt x="1095" y="260"/>
                </a:lnTo>
                <a:lnTo>
                  <a:pt x="1096" y="259"/>
                </a:lnTo>
                <a:lnTo>
                  <a:pt x="1097" y="259"/>
                </a:lnTo>
                <a:lnTo>
                  <a:pt x="1097" y="260"/>
                </a:lnTo>
                <a:lnTo>
                  <a:pt x="1098" y="260"/>
                </a:lnTo>
                <a:lnTo>
                  <a:pt x="1098" y="259"/>
                </a:lnTo>
                <a:lnTo>
                  <a:pt x="1099" y="259"/>
                </a:lnTo>
                <a:lnTo>
                  <a:pt x="1100" y="259"/>
                </a:lnTo>
                <a:lnTo>
                  <a:pt x="1100" y="260"/>
                </a:lnTo>
                <a:lnTo>
                  <a:pt x="1101" y="261"/>
                </a:lnTo>
                <a:lnTo>
                  <a:pt x="1102" y="261"/>
                </a:lnTo>
                <a:lnTo>
                  <a:pt x="1103" y="261"/>
                </a:lnTo>
                <a:lnTo>
                  <a:pt x="1104" y="263"/>
                </a:lnTo>
                <a:lnTo>
                  <a:pt x="1104" y="264"/>
                </a:lnTo>
                <a:lnTo>
                  <a:pt x="1104" y="265"/>
                </a:lnTo>
                <a:lnTo>
                  <a:pt x="1104" y="266"/>
                </a:lnTo>
                <a:lnTo>
                  <a:pt x="1105" y="267"/>
                </a:lnTo>
                <a:lnTo>
                  <a:pt x="1105" y="268"/>
                </a:lnTo>
                <a:lnTo>
                  <a:pt x="1105" y="269"/>
                </a:lnTo>
                <a:lnTo>
                  <a:pt x="1106" y="269"/>
                </a:lnTo>
                <a:lnTo>
                  <a:pt x="1106" y="270"/>
                </a:lnTo>
                <a:lnTo>
                  <a:pt x="1107" y="270"/>
                </a:lnTo>
                <a:lnTo>
                  <a:pt x="1108" y="269"/>
                </a:lnTo>
                <a:lnTo>
                  <a:pt x="1109" y="269"/>
                </a:lnTo>
                <a:lnTo>
                  <a:pt x="1110" y="268"/>
                </a:lnTo>
                <a:lnTo>
                  <a:pt x="1111" y="268"/>
                </a:lnTo>
                <a:lnTo>
                  <a:pt x="1111" y="269"/>
                </a:lnTo>
                <a:lnTo>
                  <a:pt x="1111" y="270"/>
                </a:lnTo>
                <a:lnTo>
                  <a:pt x="1112" y="270"/>
                </a:lnTo>
                <a:lnTo>
                  <a:pt x="1112" y="271"/>
                </a:lnTo>
                <a:lnTo>
                  <a:pt x="1113" y="272"/>
                </a:lnTo>
                <a:lnTo>
                  <a:pt x="1113" y="273"/>
                </a:lnTo>
                <a:lnTo>
                  <a:pt x="1114" y="274"/>
                </a:lnTo>
                <a:lnTo>
                  <a:pt x="1114" y="275"/>
                </a:lnTo>
                <a:lnTo>
                  <a:pt x="1115" y="276"/>
                </a:lnTo>
                <a:lnTo>
                  <a:pt x="1116" y="277"/>
                </a:lnTo>
                <a:lnTo>
                  <a:pt x="1117" y="278"/>
                </a:lnTo>
                <a:lnTo>
                  <a:pt x="1117" y="279"/>
                </a:lnTo>
                <a:lnTo>
                  <a:pt x="1117" y="280"/>
                </a:lnTo>
                <a:lnTo>
                  <a:pt x="1118" y="281"/>
                </a:lnTo>
                <a:lnTo>
                  <a:pt x="1119" y="281"/>
                </a:lnTo>
                <a:lnTo>
                  <a:pt x="1119" y="282"/>
                </a:lnTo>
                <a:lnTo>
                  <a:pt x="1120" y="283"/>
                </a:lnTo>
                <a:lnTo>
                  <a:pt x="1121" y="283"/>
                </a:lnTo>
                <a:lnTo>
                  <a:pt x="1122" y="284"/>
                </a:lnTo>
                <a:lnTo>
                  <a:pt x="1122" y="285"/>
                </a:lnTo>
                <a:lnTo>
                  <a:pt x="1123" y="285"/>
                </a:lnTo>
                <a:lnTo>
                  <a:pt x="1125" y="285"/>
                </a:lnTo>
                <a:lnTo>
                  <a:pt x="1125" y="284"/>
                </a:lnTo>
                <a:lnTo>
                  <a:pt x="1126" y="284"/>
                </a:lnTo>
                <a:lnTo>
                  <a:pt x="1127" y="284"/>
                </a:lnTo>
                <a:lnTo>
                  <a:pt x="1127" y="285"/>
                </a:lnTo>
                <a:lnTo>
                  <a:pt x="1128" y="285"/>
                </a:lnTo>
                <a:lnTo>
                  <a:pt x="1128" y="286"/>
                </a:lnTo>
                <a:lnTo>
                  <a:pt x="1129" y="286"/>
                </a:lnTo>
                <a:lnTo>
                  <a:pt x="1130" y="286"/>
                </a:lnTo>
                <a:lnTo>
                  <a:pt x="1130" y="287"/>
                </a:lnTo>
                <a:lnTo>
                  <a:pt x="1131" y="288"/>
                </a:lnTo>
                <a:lnTo>
                  <a:pt x="1133" y="290"/>
                </a:lnTo>
                <a:lnTo>
                  <a:pt x="1134" y="291"/>
                </a:lnTo>
                <a:lnTo>
                  <a:pt x="1135" y="292"/>
                </a:lnTo>
                <a:lnTo>
                  <a:pt x="1136" y="292"/>
                </a:lnTo>
                <a:lnTo>
                  <a:pt x="1137" y="292"/>
                </a:lnTo>
                <a:lnTo>
                  <a:pt x="1138" y="291"/>
                </a:lnTo>
                <a:lnTo>
                  <a:pt x="1138" y="290"/>
                </a:lnTo>
                <a:lnTo>
                  <a:pt x="1140" y="289"/>
                </a:lnTo>
                <a:lnTo>
                  <a:pt x="1140" y="288"/>
                </a:lnTo>
                <a:lnTo>
                  <a:pt x="1140" y="287"/>
                </a:lnTo>
                <a:lnTo>
                  <a:pt x="1139" y="286"/>
                </a:lnTo>
                <a:lnTo>
                  <a:pt x="1140" y="286"/>
                </a:lnTo>
                <a:lnTo>
                  <a:pt x="1140" y="285"/>
                </a:lnTo>
                <a:lnTo>
                  <a:pt x="1140" y="284"/>
                </a:lnTo>
                <a:lnTo>
                  <a:pt x="1140" y="283"/>
                </a:lnTo>
                <a:lnTo>
                  <a:pt x="1141" y="283"/>
                </a:lnTo>
                <a:lnTo>
                  <a:pt x="1142" y="283"/>
                </a:lnTo>
                <a:lnTo>
                  <a:pt x="1143" y="283"/>
                </a:lnTo>
                <a:lnTo>
                  <a:pt x="1144" y="283"/>
                </a:lnTo>
                <a:lnTo>
                  <a:pt x="1144" y="282"/>
                </a:lnTo>
                <a:lnTo>
                  <a:pt x="1144" y="281"/>
                </a:lnTo>
                <a:lnTo>
                  <a:pt x="1145" y="281"/>
                </a:lnTo>
                <a:lnTo>
                  <a:pt x="1146" y="281"/>
                </a:lnTo>
                <a:lnTo>
                  <a:pt x="1147" y="281"/>
                </a:lnTo>
                <a:lnTo>
                  <a:pt x="1148" y="281"/>
                </a:lnTo>
                <a:lnTo>
                  <a:pt x="1149" y="281"/>
                </a:lnTo>
                <a:lnTo>
                  <a:pt x="1149" y="282"/>
                </a:lnTo>
                <a:lnTo>
                  <a:pt x="1150" y="282"/>
                </a:lnTo>
                <a:lnTo>
                  <a:pt x="1151" y="283"/>
                </a:lnTo>
                <a:lnTo>
                  <a:pt x="1152" y="283"/>
                </a:lnTo>
                <a:lnTo>
                  <a:pt x="1153" y="282"/>
                </a:lnTo>
                <a:lnTo>
                  <a:pt x="1153" y="281"/>
                </a:lnTo>
                <a:lnTo>
                  <a:pt x="1154" y="281"/>
                </a:lnTo>
                <a:lnTo>
                  <a:pt x="1154" y="280"/>
                </a:lnTo>
                <a:lnTo>
                  <a:pt x="1155" y="280"/>
                </a:lnTo>
                <a:lnTo>
                  <a:pt x="1155" y="281"/>
                </a:lnTo>
                <a:lnTo>
                  <a:pt x="1156" y="281"/>
                </a:lnTo>
                <a:lnTo>
                  <a:pt x="1157" y="282"/>
                </a:lnTo>
                <a:lnTo>
                  <a:pt x="1158" y="282"/>
                </a:lnTo>
                <a:lnTo>
                  <a:pt x="1158" y="281"/>
                </a:lnTo>
                <a:lnTo>
                  <a:pt x="1158" y="280"/>
                </a:lnTo>
                <a:lnTo>
                  <a:pt x="1159" y="280"/>
                </a:lnTo>
                <a:lnTo>
                  <a:pt x="1160" y="279"/>
                </a:lnTo>
                <a:lnTo>
                  <a:pt x="1160" y="278"/>
                </a:lnTo>
                <a:lnTo>
                  <a:pt x="1160" y="277"/>
                </a:lnTo>
                <a:lnTo>
                  <a:pt x="1161" y="277"/>
                </a:lnTo>
                <a:lnTo>
                  <a:pt x="1162" y="276"/>
                </a:lnTo>
                <a:lnTo>
                  <a:pt x="1163" y="275"/>
                </a:lnTo>
                <a:lnTo>
                  <a:pt x="1164" y="275"/>
                </a:lnTo>
                <a:lnTo>
                  <a:pt x="1165" y="276"/>
                </a:lnTo>
                <a:lnTo>
                  <a:pt x="1166" y="277"/>
                </a:lnTo>
                <a:lnTo>
                  <a:pt x="1167" y="277"/>
                </a:lnTo>
                <a:lnTo>
                  <a:pt x="1168" y="278"/>
                </a:lnTo>
                <a:lnTo>
                  <a:pt x="1169" y="279"/>
                </a:lnTo>
                <a:lnTo>
                  <a:pt x="1170" y="279"/>
                </a:lnTo>
                <a:lnTo>
                  <a:pt x="1170" y="280"/>
                </a:lnTo>
                <a:lnTo>
                  <a:pt x="1171" y="280"/>
                </a:lnTo>
                <a:lnTo>
                  <a:pt x="1173" y="280"/>
                </a:lnTo>
                <a:lnTo>
                  <a:pt x="1173" y="279"/>
                </a:lnTo>
                <a:lnTo>
                  <a:pt x="1174" y="279"/>
                </a:lnTo>
                <a:lnTo>
                  <a:pt x="1175" y="277"/>
                </a:lnTo>
                <a:lnTo>
                  <a:pt x="1176" y="277"/>
                </a:lnTo>
                <a:lnTo>
                  <a:pt x="1177" y="277"/>
                </a:lnTo>
                <a:lnTo>
                  <a:pt x="1178" y="277"/>
                </a:lnTo>
                <a:lnTo>
                  <a:pt x="1179" y="276"/>
                </a:lnTo>
                <a:lnTo>
                  <a:pt x="1180" y="276"/>
                </a:lnTo>
                <a:lnTo>
                  <a:pt x="1181" y="276"/>
                </a:lnTo>
                <a:lnTo>
                  <a:pt x="1181" y="277"/>
                </a:lnTo>
                <a:lnTo>
                  <a:pt x="1182" y="277"/>
                </a:lnTo>
                <a:lnTo>
                  <a:pt x="1182" y="276"/>
                </a:lnTo>
                <a:lnTo>
                  <a:pt x="1183" y="276"/>
                </a:lnTo>
                <a:lnTo>
                  <a:pt x="1184" y="276"/>
                </a:lnTo>
                <a:lnTo>
                  <a:pt x="1185" y="276"/>
                </a:lnTo>
                <a:lnTo>
                  <a:pt x="1186" y="276"/>
                </a:lnTo>
                <a:lnTo>
                  <a:pt x="1187" y="275"/>
                </a:lnTo>
                <a:lnTo>
                  <a:pt x="1188" y="275"/>
                </a:lnTo>
                <a:lnTo>
                  <a:pt x="1188" y="274"/>
                </a:lnTo>
                <a:lnTo>
                  <a:pt x="1188" y="275"/>
                </a:lnTo>
                <a:lnTo>
                  <a:pt x="1189" y="275"/>
                </a:lnTo>
                <a:lnTo>
                  <a:pt x="1189" y="276"/>
                </a:lnTo>
                <a:lnTo>
                  <a:pt x="1189" y="277"/>
                </a:lnTo>
                <a:lnTo>
                  <a:pt x="1190" y="278"/>
                </a:lnTo>
                <a:lnTo>
                  <a:pt x="1191" y="278"/>
                </a:lnTo>
                <a:lnTo>
                  <a:pt x="1191" y="277"/>
                </a:lnTo>
                <a:lnTo>
                  <a:pt x="1192" y="278"/>
                </a:lnTo>
                <a:lnTo>
                  <a:pt x="1192" y="279"/>
                </a:lnTo>
                <a:lnTo>
                  <a:pt x="1192" y="280"/>
                </a:lnTo>
                <a:lnTo>
                  <a:pt x="1193" y="281"/>
                </a:lnTo>
                <a:lnTo>
                  <a:pt x="1192" y="281"/>
                </a:lnTo>
                <a:lnTo>
                  <a:pt x="1192" y="282"/>
                </a:lnTo>
                <a:lnTo>
                  <a:pt x="1192" y="283"/>
                </a:lnTo>
                <a:lnTo>
                  <a:pt x="1191" y="284"/>
                </a:lnTo>
                <a:lnTo>
                  <a:pt x="1190" y="284"/>
                </a:lnTo>
                <a:lnTo>
                  <a:pt x="1190" y="285"/>
                </a:lnTo>
                <a:lnTo>
                  <a:pt x="1190" y="286"/>
                </a:lnTo>
                <a:lnTo>
                  <a:pt x="1189" y="286"/>
                </a:lnTo>
                <a:lnTo>
                  <a:pt x="1188" y="286"/>
                </a:lnTo>
                <a:lnTo>
                  <a:pt x="1187" y="286"/>
                </a:lnTo>
                <a:lnTo>
                  <a:pt x="1186" y="286"/>
                </a:lnTo>
                <a:lnTo>
                  <a:pt x="1185" y="285"/>
                </a:lnTo>
                <a:lnTo>
                  <a:pt x="1184" y="285"/>
                </a:lnTo>
                <a:lnTo>
                  <a:pt x="1183" y="285"/>
                </a:lnTo>
                <a:lnTo>
                  <a:pt x="1182" y="285"/>
                </a:lnTo>
                <a:lnTo>
                  <a:pt x="1181" y="285"/>
                </a:lnTo>
                <a:lnTo>
                  <a:pt x="1181" y="284"/>
                </a:lnTo>
                <a:lnTo>
                  <a:pt x="1180" y="285"/>
                </a:lnTo>
                <a:lnTo>
                  <a:pt x="1179" y="286"/>
                </a:lnTo>
                <a:lnTo>
                  <a:pt x="1179" y="287"/>
                </a:lnTo>
                <a:lnTo>
                  <a:pt x="1178" y="287"/>
                </a:lnTo>
                <a:lnTo>
                  <a:pt x="1177" y="287"/>
                </a:lnTo>
                <a:lnTo>
                  <a:pt x="1177" y="288"/>
                </a:lnTo>
                <a:lnTo>
                  <a:pt x="1178" y="288"/>
                </a:lnTo>
                <a:lnTo>
                  <a:pt x="1180" y="290"/>
                </a:lnTo>
                <a:lnTo>
                  <a:pt x="1179" y="290"/>
                </a:lnTo>
                <a:lnTo>
                  <a:pt x="1180" y="291"/>
                </a:lnTo>
                <a:lnTo>
                  <a:pt x="1181" y="291"/>
                </a:lnTo>
                <a:lnTo>
                  <a:pt x="1182" y="292"/>
                </a:lnTo>
                <a:lnTo>
                  <a:pt x="1182" y="293"/>
                </a:lnTo>
                <a:lnTo>
                  <a:pt x="1183" y="294"/>
                </a:lnTo>
                <a:lnTo>
                  <a:pt x="1183" y="295"/>
                </a:lnTo>
                <a:lnTo>
                  <a:pt x="1184" y="295"/>
                </a:lnTo>
                <a:lnTo>
                  <a:pt x="1184" y="296"/>
                </a:lnTo>
                <a:lnTo>
                  <a:pt x="1184" y="297"/>
                </a:lnTo>
                <a:lnTo>
                  <a:pt x="1185" y="298"/>
                </a:lnTo>
                <a:lnTo>
                  <a:pt x="1186" y="298"/>
                </a:lnTo>
                <a:lnTo>
                  <a:pt x="1187" y="298"/>
                </a:lnTo>
                <a:lnTo>
                  <a:pt x="1187" y="300"/>
                </a:lnTo>
                <a:lnTo>
                  <a:pt x="1186" y="300"/>
                </a:lnTo>
                <a:lnTo>
                  <a:pt x="1186" y="301"/>
                </a:lnTo>
                <a:lnTo>
                  <a:pt x="1185" y="301"/>
                </a:lnTo>
                <a:lnTo>
                  <a:pt x="1184" y="302"/>
                </a:lnTo>
                <a:lnTo>
                  <a:pt x="1183" y="302"/>
                </a:lnTo>
                <a:lnTo>
                  <a:pt x="1182" y="301"/>
                </a:lnTo>
                <a:lnTo>
                  <a:pt x="1181" y="301"/>
                </a:lnTo>
                <a:lnTo>
                  <a:pt x="1180" y="301"/>
                </a:lnTo>
                <a:lnTo>
                  <a:pt x="1179" y="301"/>
                </a:lnTo>
                <a:lnTo>
                  <a:pt x="1179" y="300"/>
                </a:lnTo>
                <a:lnTo>
                  <a:pt x="1178" y="300"/>
                </a:lnTo>
                <a:lnTo>
                  <a:pt x="1178" y="301"/>
                </a:lnTo>
                <a:lnTo>
                  <a:pt x="1177" y="301"/>
                </a:lnTo>
                <a:lnTo>
                  <a:pt x="1176" y="301"/>
                </a:lnTo>
                <a:lnTo>
                  <a:pt x="1175" y="301"/>
                </a:lnTo>
                <a:lnTo>
                  <a:pt x="1175" y="302"/>
                </a:lnTo>
                <a:lnTo>
                  <a:pt x="1175" y="303"/>
                </a:lnTo>
                <a:lnTo>
                  <a:pt x="1176" y="303"/>
                </a:lnTo>
                <a:lnTo>
                  <a:pt x="1177" y="303"/>
                </a:lnTo>
                <a:lnTo>
                  <a:pt x="1177" y="304"/>
                </a:lnTo>
                <a:lnTo>
                  <a:pt x="1176" y="304"/>
                </a:lnTo>
                <a:lnTo>
                  <a:pt x="1177" y="304"/>
                </a:lnTo>
                <a:lnTo>
                  <a:pt x="1177" y="305"/>
                </a:lnTo>
                <a:lnTo>
                  <a:pt x="1178" y="305"/>
                </a:lnTo>
                <a:lnTo>
                  <a:pt x="1177" y="306"/>
                </a:lnTo>
                <a:lnTo>
                  <a:pt x="1176" y="306"/>
                </a:lnTo>
                <a:lnTo>
                  <a:pt x="1175" y="306"/>
                </a:lnTo>
                <a:lnTo>
                  <a:pt x="1173" y="308"/>
                </a:lnTo>
                <a:lnTo>
                  <a:pt x="1174" y="308"/>
                </a:lnTo>
                <a:lnTo>
                  <a:pt x="1175" y="309"/>
                </a:lnTo>
                <a:lnTo>
                  <a:pt x="1175" y="310"/>
                </a:lnTo>
                <a:lnTo>
                  <a:pt x="1176" y="310"/>
                </a:lnTo>
                <a:lnTo>
                  <a:pt x="1177" y="310"/>
                </a:lnTo>
                <a:lnTo>
                  <a:pt x="1177" y="311"/>
                </a:lnTo>
                <a:lnTo>
                  <a:pt x="1178" y="311"/>
                </a:lnTo>
                <a:lnTo>
                  <a:pt x="1178" y="312"/>
                </a:lnTo>
                <a:lnTo>
                  <a:pt x="1177" y="312"/>
                </a:lnTo>
                <a:lnTo>
                  <a:pt x="1177" y="313"/>
                </a:lnTo>
                <a:lnTo>
                  <a:pt x="1176" y="313"/>
                </a:lnTo>
                <a:lnTo>
                  <a:pt x="1176" y="314"/>
                </a:lnTo>
                <a:lnTo>
                  <a:pt x="1176" y="313"/>
                </a:lnTo>
                <a:lnTo>
                  <a:pt x="1175" y="313"/>
                </a:lnTo>
                <a:lnTo>
                  <a:pt x="1175" y="312"/>
                </a:lnTo>
                <a:lnTo>
                  <a:pt x="1174" y="312"/>
                </a:lnTo>
                <a:lnTo>
                  <a:pt x="1173" y="312"/>
                </a:lnTo>
                <a:lnTo>
                  <a:pt x="1172" y="311"/>
                </a:lnTo>
                <a:lnTo>
                  <a:pt x="1171" y="311"/>
                </a:lnTo>
                <a:lnTo>
                  <a:pt x="1170" y="312"/>
                </a:lnTo>
                <a:lnTo>
                  <a:pt x="1169" y="312"/>
                </a:lnTo>
                <a:lnTo>
                  <a:pt x="1169" y="313"/>
                </a:lnTo>
                <a:lnTo>
                  <a:pt x="1168" y="313"/>
                </a:lnTo>
                <a:lnTo>
                  <a:pt x="1167" y="313"/>
                </a:lnTo>
                <a:lnTo>
                  <a:pt x="1167" y="314"/>
                </a:lnTo>
                <a:lnTo>
                  <a:pt x="1167" y="315"/>
                </a:lnTo>
                <a:lnTo>
                  <a:pt x="1168" y="316"/>
                </a:lnTo>
                <a:lnTo>
                  <a:pt x="1169" y="316"/>
                </a:lnTo>
                <a:lnTo>
                  <a:pt x="1169" y="318"/>
                </a:lnTo>
                <a:lnTo>
                  <a:pt x="1170" y="319"/>
                </a:lnTo>
                <a:lnTo>
                  <a:pt x="1169" y="320"/>
                </a:lnTo>
                <a:lnTo>
                  <a:pt x="1169" y="321"/>
                </a:lnTo>
                <a:lnTo>
                  <a:pt x="1170" y="322"/>
                </a:lnTo>
                <a:lnTo>
                  <a:pt x="1171" y="322"/>
                </a:lnTo>
                <a:lnTo>
                  <a:pt x="1172" y="322"/>
                </a:lnTo>
                <a:lnTo>
                  <a:pt x="1172" y="323"/>
                </a:lnTo>
                <a:lnTo>
                  <a:pt x="1173" y="324"/>
                </a:lnTo>
                <a:lnTo>
                  <a:pt x="1174" y="325"/>
                </a:lnTo>
                <a:lnTo>
                  <a:pt x="1174" y="326"/>
                </a:lnTo>
                <a:lnTo>
                  <a:pt x="1175" y="327"/>
                </a:lnTo>
                <a:lnTo>
                  <a:pt x="1176" y="328"/>
                </a:lnTo>
                <a:lnTo>
                  <a:pt x="1177" y="329"/>
                </a:lnTo>
                <a:lnTo>
                  <a:pt x="1178" y="329"/>
                </a:lnTo>
                <a:lnTo>
                  <a:pt x="1179" y="329"/>
                </a:lnTo>
                <a:lnTo>
                  <a:pt x="1180" y="329"/>
                </a:lnTo>
                <a:lnTo>
                  <a:pt x="1181" y="329"/>
                </a:lnTo>
                <a:lnTo>
                  <a:pt x="1180" y="329"/>
                </a:lnTo>
                <a:lnTo>
                  <a:pt x="1181" y="330"/>
                </a:lnTo>
                <a:lnTo>
                  <a:pt x="1181" y="331"/>
                </a:lnTo>
                <a:lnTo>
                  <a:pt x="1181" y="332"/>
                </a:lnTo>
                <a:lnTo>
                  <a:pt x="1181" y="333"/>
                </a:lnTo>
                <a:lnTo>
                  <a:pt x="1182" y="333"/>
                </a:lnTo>
                <a:lnTo>
                  <a:pt x="1183" y="333"/>
                </a:lnTo>
                <a:lnTo>
                  <a:pt x="1184" y="334"/>
                </a:lnTo>
                <a:lnTo>
                  <a:pt x="1185" y="335"/>
                </a:lnTo>
                <a:lnTo>
                  <a:pt x="1187" y="335"/>
                </a:lnTo>
                <a:lnTo>
                  <a:pt x="1188" y="335"/>
                </a:lnTo>
                <a:lnTo>
                  <a:pt x="1188" y="334"/>
                </a:lnTo>
                <a:lnTo>
                  <a:pt x="1189" y="334"/>
                </a:lnTo>
                <a:lnTo>
                  <a:pt x="1189" y="335"/>
                </a:lnTo>
                <a:lnTo>
                  <a:pt x="1189" y="336"/>
                </a:lnTo>
                <a:lnTo>
                  <a:pt x="1188" y="337"/>
                </a:lnTo>
                <a:lnTo>
                  <a:pt x="1188" y="338"/>
                </a:lnTo>
                <a:lnTo>
                  <a:pt x="1189" y="338"/>
                </a:lnTo>
                <a:lnTo>
                  <a:pt x="1190" y="338"/>
                </a:lnTo>
                <a:lnTo>
                  <a:pt x="1190" y="339"/>
                </a:lnTo>
                <a:lnTo>
                  <a:pt x="1191" y="339"/>
                </a:lnTo>
                <a:lnTo>
                  <a:pt x="1191" y="338"/>
                </a:lnTo>
                <a:lnTo>
                  <a:pt x="1192" y="338"/>
                </a:lnTo>
                <a:lnTo>
                  <a:pt x="1192" y="339"/>
                </a:lnTo>
                <a:lnTo>
                  <a:pt x="1193" y="339"/>
                </a:lnTo>
                <a:lnTo>
                  <a:pt x="1194" y="340"/>
                </a:lnTo>
                <a:lnTo>
                  <a:pt x="1195" y="340"/>
                </a:lnTo>
                <a:lnTo>
                  <a:pt x="1195" y="341"/>
                </a:lnTo>
                <a:lnTo>
                  <a:pt x="1196" y="341"/>
                </a:lnTo>
                <a:lnTo>
                  <a:pt x="1197" y="341"/>
                </a:lnTo>
                <a:lnTo>
                  <a:pt x="1196" y="342"/>
                </a:lnTo>
                <a:lnTo>
                  <a:pt x="1195" y="342"/>
                </a:lnTo>
                <a:lnTo>
                  <a:pt x="1194" y="344"/>
                </a:lnTo>
                <a:lnTo>
                  <a:pt x="1194" y="345"/>
                </a:lnTo>
                <a:lnTo>
                  <a:pt x="1195" y="345"/>
                </a:lnTo>
                <a:lnTo>
                  <a:pt x="1196" y="345"/>
                </a:lnTo>
                <a:lnTo>
                  <a:pt x="1196" y="347"/>
                </a:lnTo>
                <a:lnTo>
                  <a:pt x="1196" y="348"/>
                </a:lnTo>
                <a:lnTo>
                  <a:pt x="1196" y="349"/>
                </a:lnTo>
                <a:lnTo>
                  <a:pt x="1195" y="349"/>
                </a:lnTo>
                <a:lnTo>
                  <a:pt x="1195" y="350"/>
                </a:lnTo>
                <a:lnTo>
                  <a:pt x="1196" y="350"/>
                </a:lnTo>
                <a:lnTo>
                  <a:pt x="1197" y="350"/>
                </a:lnTo>
                <a:lnTo>
                  <a:pt x="1197" y="351"/>
                </a:lnTo>
                <a:lnTo>
                  <a:pt x="1198" y="352"/>
                </a:lnTo>
                <a:lnTo>
                  <a:pt x="1199" y="352"/>
                </a:lnTo>
                <a:lnTo>
                  <a:pt x="1199" y="353"/>
                </a:lnTo>
                <a:lnTo>
                  <a:pt x="1198" y="353"/>
                </a:lnTo>
                <a:lnTo>
                  <a:pt x="1197" y="352"/>
                </a:lnTo>
                <a:lnTo>
                  <a:pt x="1197" y="353"/>
                </a:lnTo>
                <a:lnTo>
                  <a:pt x="1196" y="353"/>
                </a:lnTo>
                <a:lnTo>
                  <a:pt x="1196" y="354"/>
                </a:lnTo>
                <a:lnTo>
                  <a:pt x="1195" y="354"/>
                </a:lnTo>
                <a:lnTo>
                  <a:pt x="1194" y="355"/>
                </a:lnTo>
                <a:lnTo>
                  <a:pt x="1193" y="355"/>
                </a:lnTo>
                <a:lnTo>
                  <a:pt x="1193" y="356"/>
                </a:lnTo>
                <a:lnTo>
                  <a:pt x="1192" y="357"/>
                </a:lnTo>
                <a:lnTo>
                  <a:pt x="1191" y="357"/>
                </a:lnTo>
                <a:lnTo>
                  <a:pt x="1191" y="356"/>
                </a:lnTo>
                <a:lnTo>
                  <a:pt x="1191" y="357"/>
                </a:lnTo>
                <a:lnTo>
                  <a:pt x="1190" y="357"/>
                </a:lnTo>
                <a:lnTo>
                  <a:pt x="1190" y="358"/>
                </a:lnTo>
                <a:lnTo>
                  <a:pt x="1191" y="358"/>
                </a:lnTo>
                <a:lnTo>
                  <a:pt x="1191" y="359"/>
                </a:lnTo>
                <a:lnTo>
                  <a:pt x="1190" y="359"/>
                </a:lnTo>
                <a:lnTo>
                  <a:pt x="1189" y="359"/>
                </a:lnTo>
                <a:lnTo>
                  <a:pt x="1189" y="358"/>
                </a:lnTo>
                <a:lnTo>
                  <a:pt x="1188" y="357"/>
                </a:lnTo>
                <a:lnTo>
                  <a:pt x="1187" y="358"/>
                </a:lnTo>
                <a:lnTo>
                  <a:pt x="1186" y="359"/>
                </a:lnTo>
                <a:lnTo>
                  <a:pt x="1185" y="359"/>
                </a:lnTo>
                <a:lnTo>
                  <a:pt x="1185" y="360"/>
                </a:lnTo>
                <a:lnTo>
                  <a:pt x="1185" y="361"/>
                </a:lnTo>
                <a:lnTo>
                  <a:pt x="1184" y="361"/>
                </a:lnTo>
                <a:lnTo>
                  <a:pt x="1182" y="363"/>
                </a:lnTo>
                <a:lnTo>
                  <a:pt x="1182" y="364"/>
                </a:lnTo>
                <a:lnTo>
                  <a:pt x="1182" y="365"/>
                </a:lnTo>
                <a:lnTo>
                  <a:pt x="1183" y="365"/>
                </a:lnTo>
                <a:lnTo>
                  <a:pt x="1182" y="366"/>
                </a:lnTo>
                <a:lnTo>
                  <a:pt x="1181" y="366"/>
                </a:lnTo>
                <a:lnTo>
                  <a:pt x="1182" y="367"/>
                </a:lnTo>
                <a:lnTo>
                  <a:pt x="1183" y="368"/>
                </a:lnTo>
                <a:lnTo>
                  <a:pt x="1182" y="369"/>
                </a:lnTo>
                <a:lnTo>
                  <a:pt x="1181" y="370"/>
                </a:lnTo>
                <a:lnTo>
                  <a:pt x="1180" y="370"/>
                </a:lnTo>
                <a:lnTo>
                  <a:pt x="1180" y="369"/>
                </a:lnTo>
                <a:lnTo>
                  <a:pt x="1179" y="369"/>
                </a:lnTo>
                <a:lnTo>
                  <a:pt x="1178" y="369"/>
                </a:lnTo>
                <a:lnTo>
                  <a:pt x="1177" y="370"/>
                </a:lnTo>
                <a:lnTo>
                  <a:pt x="1177" y="371"/>
                </a:lnTo>
                <a:lnTo>
                  <a:pt x="1177" y="372"/>
                </a:lnTo>
                <a:lnTo>
                  <a:pt x="1178" y="372"/>
                </a:lnTo>
                <a:lnTo>
                  <a:pt x="1178" y="373"/>
                </a:lnTo>
                <a:lnTo>
                  <a:pt x="1178" y="374"/>
                </a:lnTo>
                <a:lnTo>
                  <a:pt x="1177" y="374"/>
                </a:lnTo>
                <a:lnTo>
                  <a:pt x="1176" y="374"/>
                </a:lnTo>
                <a:lnTo>
                  <a:pt x="1176" y="375"/>
                </a:lnTo>
                <a:lnTo>
                  <a:pt x="1175" y="375"/>
                </a:lnTo>
                <a:lnTo>
                  <a:pt x="1174" y="374"/>
                </a:lnTo>
                <a:lnTo>
                  <a:pt x="1173" y="375"/>
                </a:lnTo>
                <a:lnTo>
                  <a:pt x="1172" y="375"/>
                </a:lnTo>
                <a:lnTo>
                  <a:pt x="1171" y="374"/>
                </a:lnTo>
                <a:lnTo>
                  <a:pt x="1171" y="375"/>
                </a:lnTo>
                <a:lnTo>
                  <a:pt x="1170" y="375"/>
                </a:lnTo>
                <a:lnTo>
                  <a:pt x="1169" y="375"/>
                </a:lnTo>
                <a:lnTo>
                  <a:pt x="1168" y="375"/>
                </a:lnTo>
                <a:lnTo>
                  <a:pt x="1168" y="376"/>
                </a:lnTo>
                <a:lnTo>
                  <a:pt x="1167" y="376"/>
                </a:lnTo>
                <a:lnTo>
                  <a:pt x="1167" y="375"/>
                </a:lnTo>
                <a:lnTo>
                  <a:pt x="1166" y="375"/>
                </a:lnTo>
                <a:lnTo>
                  <a:pt x="1165" y="375"/>
                </a:lnTo>
                <a:lnTo>
                  <a:pt x="1165" y="376"/>
                </a:lnTo>
                <a:lnTo>
                  <a:pt x="1164" y="376"/>
                </a:lnTo>
                <a:lnTo>
                  <a:pt x="1163" y="376"/>
                </a:lnTo>
                <a:lnTo>
                  <a:pt x="1163" y="377"/>
                </a:lnTo>
                <a:lnTo>
                  <a:pt x="1161" y="377"/>
                </a:lnTo>
                <a:lnTo>
                  <a:pt x="1161" y="378"/>
                </a:lnTo>
                <a:lnTo>
                  <a:pt x="1161" y="379"/>
                </a:lnTo>
                <a:lnTo>
                  <a:pt x="1161" y="380"/>
                </a:lnTo>
                <a:lnTo>
                  <a:pt x="1162" y="380"/>
                </a:lnTo>
                <a:lnTo>
                  <a:pt x="1163" y="380"/>
                </a:lnTo>
                <a:lnTo>
                  <a:pt x="1165" y="380"/>
                </a:lnTo>
                <a:lnTo>
                  <a:pt x="1165" y="381"/>
                </a:lnTo>
                <a:lnTo>
                  <a:pt x="1165" y="382"/>
                </a:lnTo>
                <a:lnTo>
                  <a:pt x="1165" y="383"/>
                </a:lnTo>
                <a:lnTo>
                  <a:pt x="1164" y="383"/>
                </a:lnTo>
                <a:lnTo>
                  <a:pt x="1163" y="384"/>
                </a:lnTo>
                <a:lnTo>
                  <a:pt x="1164" y="385"/>
                </a:lnTo>
                <a:lnTo>
                  <a:pt x="1164" y="387"/>
                </a:lnTo>
                <a:lnTo>
                  <a:pt x="1164" y="388"/>
                </a:lnTo>
                <a:lnTo>
                  <a:pt x="1163" y="389"/>
                </a:lnTo>
                <a:lnTo>
                  <a:pt x="1162" y="389"/>
                </a:lnTo>
                <a:lnTo>
                  <a:pt x="1160" y="390"/>
                </a:lnTo>
                <a:lnTo>
                  <a:pt x="1160" y="391"/>
                </a:lnTo>
                <a:lnTo>
                  <a:pt x="1159" y="392"/>
                </a:lnTo>
                <a:lnTo>
                  <a:pt x="1158" y="392"/>
                </a:lnTo>
                <a:lnTo>
                  <a:pt x="1157" y="392"/>
                </a:lnTo>
                <a:lnTo>
                  <a:pt x="1157" y="393"/>
                </a:lnTo>
                <a:lnTo>
                  <a:pt x="1158" y="393"/>
                </a:lnTo>
                <a:lnTo>
                  <a:pt x="1158" y="394"/>
                </a:lnTo>
                <a:lnTo>
                  <a:pt x="1159" y="394"/>
                </a:lnTo>
                <a:lnTo>
                  <a:pt x="1160" y="394"/>
                </a:lnTo>
                <a:lnTo>
                  <a:pt x="1160" y="395"/>
                </a:lnTo>
                <a:lnTo>
                  <a:pt x="1160" y="396"/>
                </a:lnTo>
                <a:lnTo>
                  <a:pt x="1161" y="397"/>
                </a:lnTo>
                <a:lnTo>
                  <a:pt x="1161" y="399"/>
                </a:lnTo>
                <a:lnTo>
                  <a:pt x="1160" y="399"/>
                </a:lnTo>
                <a:lnTo>
                  <a:pt x="1159" y="399"/>
                </a:lnTo>
                <a:lnTo>
                  <a:pt x="1159" y="400"/>
                </a:lnTo>
                <a:lnTo>
                  <a:pt x="1158" y="401"/>
                </a:lnTo>
                <a:lnTo>
                  <a:pt x="1157" y="401"/>
                </a:lnTo>
                <a:lnTo>
                  <a:pt x="1156" y="402"/>
                </a:lnTo>
                <a:lnTo>
                  <a:pt x="1155" y="403"/>
                </a:lnTo>
                <a:lnTo>
                  <a:pt x="1154" y="403"/>
                </a:lnTo>
                <a:lnTo>
                  <a:pt x="1153" y="404"/>
                </a:lnTo>
                <a:lnTo>
                  <a:pt x="1152" y="405"/>
                </a:lnTo>
                <a:lnTo>
                  <a:pt x="1151" y="405"/>
                </a:lnTo>
                <a:lnTo>
                  <a:pt x="1151" y="406"/>
                </a:lnTo>
                <a:lnTo>
                  <a:pt x="1152" y="406"/>
                </a:lnTo>
                <a:lnTo>
                  <a:pt x="1151" y="406"/>
                </a:lnTo>
                <a:lnTo>
                  <a:pt x="1151" y="407"/>
                </a:lnTo>
                <a:lnTo>
                  <a:pt x="1150" y="407"/>
                </a:lnTo>
                <a:lnTo>
                  <a:pt x="1149" y="407"/>
                </a:lnTo>
                <a:lnTo>
                  <a:pt x="1148" y="407"/>
                </a:lnTo>
                <a:lnTo>
                  <a:pt x="1148" y="408"/>
                </a:lnTo>
                <a:lnTo>
                  <a:pt x="1147" y="408"/>
                </a:lnTo>
                <a:lnTo>
                  <a:pt x="1146" y="408"/>
                </a:lnTo>
                <a:lnTo>
                  <a:pt x="1145" y="409"/>
                </a:lnTo>
                <a:lnTo>
                  <a:pt x="1144" y="410"/>
                </a:lnTo>
                <a:lnTo>
                  <a:pt x="1143" y="410"/>
                </a:lnTo>
                <a:lnTo>
                  <a:pt x="1144" y="410"/>
                </a:lnTo>
                <a:lnTo>
                  <a:pt x="1145" y="411"/>
                </a:lnTo>
                <a:lnTo>
                  <a:pt x="1144" y="411"/>
                </a:lnTo>
                <a:lnTo>
                  <a:pt x="1144" y="412"/>
                </a:lnTo>
                <a:lnTo>
                  <a:pt x="1145" y="413"/>
                </a:lnTo>
                <a:lnTo>
                  <a:pt x="1146" y="413"/>
                </a:lnTo>
                <a:lnTo>
                  <a:pt x="1147" y="412"/>
                </a:lnTo>
                <a:lnTo>
                  <a:pt x="1148" y="412"/>
                </a:lnTo>
                <a:lnTo>
                  <a:pt x="1149" y="411"/>
                </a:lnTo>
                <a:lnTo>
                  <a:pt x="1150" y="411"/>
                </a:lnTo>
                <a:lnTo>
                  <a:pt x="1150" y="412"/>
                </a:lnTo>
                <a:lnTo>
                  <a:pt x="1149" y="412"/>
                </a:lnTo>
                <a:lnTo>
                  <a:pt x="1149" y="413"/>
                </a:lnTo>
                <a:lnTo>
                  <a:pt x="1150" y="413"/>
                </a:lnTo>
                <a:lnTo>
                  <a:pt x="1151" y="413"/>
                </a:lnTo>
                <a:lnTo>
                  <a:pt x="1151" y="414"/>
                </a:lnTo>
                <a:lnTo>
                  <a:pt x="1152" y="416"/>
                </a:lnTo>
                <a:lnTo>
                  <a:pt x="1150" y="417"/>
                </a:lnTo>
                <a:lnTo>
                  <a:pt x="1149" y="418"/>
                </a:lnTo>
                <a:lnTo>
                  <a:pt x="1149" y="419"/>
                </a:lnTo>
                <a:lnTo>
                  <a:pt x="1148" y="420"/>
                </a:lnTo>
                <a:lnTo>
                  <a:pt x="1148" y="421"/>
                </a:lnTo>
                <a:lnTo>
                  <a:pt x="1148" y="422"/>
                </a:lnTo>
                <a:lnTo>
                  <a:pt x="1147" y="423"/>
                </a:lnTo>
                <a:lnTo>
                  <a:pt x="1147" y="422"/>
                </a:lnTo>
                <a:lnTo>
                  <a:pt x="1146" y="422"/>
                </a:lnTo>
                <a:lnTo>
                  <a:pt x="1145" y="423"/>
                </a:lnTo>
                <a:lnTo>
                  <a:pt x="1145" y="425"/>
                </a:lnTo>
                <a:lnTo>
                  <a:pt x="1145" y="426"/>
                </a:lnTo>
                <a:lnTo>
                  <a:pt x="1144" y="427"/>
                </a:lnTo>
                <a:lnTo>
                  <a:pt x="1143" y="427"/>
                </a:lnTo>
                <a:lnTo>
                  <a:pt x="1143" y="426"/>
                </a:lnTo>
                <a:lnTo>
                  <a:pt x="1143" y="427"/>
                </a:lnTo>
                <a:lnTo>
                  <a:pt x="1143" y="428"/>
                </a:lnTo>
                <a:lnTo>
                  <a:pt x="1144" y="429"/>
                </a:lnTo>
                <a:lnTo>
                  <a:pt x="1144" y="430"/>
                </a:lnTo>
                <a:lnTo>
                  <a:pt x="1145" y="431"/>
                </a:lnTo>
                <a:lnTo>
                  <a:pt x="1145" y="432"/>
                </a:lnTo>
                <a:lnTo>
                  <a:pt x="1145" y="433"/>
                </a:lnTo>
                <a:lnTo>
                  <a:pt x="1146" y="433"/>
                </a:lnTo>
                <a:lnTo>
                  <a:pt x="1147" y="433"/>
                </a:lnTo>
                <a:lnTo>
                  <a:pt x="1147" y="434"/>
                </a:lnTo>
                <a:lnTo>
                  <a:pt x="1148" y="434"/>
                </a:lnTo>
                <a:lnTo>
                  <a:pt x="1149" y="434"/>
                </a:lnTo>
                <a:lnTo>
                  <a:pt x="1149" y="435"/>
                </a:lnTo>
                <a:lnTo>
                  <a:pt x="1148" y="436"/>
                </a:lnTo>
                <a:lnTo>
                  <a:pt x="1147" y="436"/>
                </a:lnTo>
                <a:lnTo>
                  <a:pt x="1146" y="436"/>
                </a:lnTo>
                <a:lnTo>
                  <a:pt x="1145" y="437"/>
                </a:lnTo>
                <a:lnTo>
                  <a:pt x="1145" y="438"/>
                </a:lnTo>
                <a:lnTo>
                  <a:pt x="1144" y="438"/>
                </a:lnTo>
                <a:lnTo>
                  <a:pt x="1143" y="438"/>
                </a:lnTo>
                <a:lnTo>
                  <a:pt x="1142" y="439"/>
                </a:lnTo>
                <a:lnTo>
                  <a:pt x="1142" y="440"/>
                </a:lnTo>
                <a:lnTo>
                  <a:pt x="1141" y="443"/>
                </a:lnTo>
                <a:lnTo>
                  <a:pt x="1140" y="444"/>
                </a:lnTo>
                <a:lnTo>
                  <a:pt x="1139" y="444"/>
                </a:lnTo>
                <a:lnTo>
                  <a:pt x="1137" y="444"/>
                </a:lnTo>
                <a:lnTo>
                  <a:pt x="1137" y="443"/>
                </a:lnTo>
                <a:lnTo>
                  <a:pt x="1136" y="443"/>
                </a:lnTo>
                <a:lnTo>
                  <a:pt x="1136" y="446"/>
                </a:lnTo>
                <a:lnTo>
                  <a:pt x="1136" y="447"/>
                </a:lnTo>
                <a:lnTo>
                  <a:pt x="1136" y="448"/>
                </a:lnTo>
                <a:lnTo>
                  <a:pt x="1136" y="449"/>
                </a:lnTo>
                <a:lnTo>
                  <a:pt x="1136" y="451"/>
                </a:lnTo>
                <a:lnTo>
                  <a:pt x="1137" y="452"/>
                </a:lnTo>
                <a:lnTo>
                  <a:pt x="1139" y="452"/>
                </a:lnTo>
                <a:lnTo>
                  <a:pt x="1139" y="453"/>
                </a:lnTo>
                <a:lnTo>
                  <a:pt x="1140" y="453"/>
                </a:lnTo>
                <a:lnTo>
                  <a:pt x="1141" y="453"/>
                </a:lnTo>
                <a:lnTo>
                  <a:pt x="1142" y="453"/>
                </a:lnTo>
                <a:lnTo>
                  <a:pt x="1142" y="454"/>
                </a:lnTo>
                <a:lnTo>
                  <a:pt x="1141" y="454"/>
                </a:lnTo>
                <a:lnTo>
                  <a:pt x="1141" y="455"/>
                </a:lnTo>
                <a:lnTo>
                  <a:pt x="1139" y="456"/>
                </a:lnTo>
                <a:lnTo>
                  <a:pt x="1138" y="457"/>
                </a:lnTo>
                <a:lnTo>
                  <a:pt x="1138" y="458"/>
                </a:lnTo>
                <a:lnTo>
                  <a:pt x="1137" y="459"/>
                </a:lnTo>
                <a:lnTo>
                  <a:pt x="1136" y="460"/>
                </a:lnTo>
                <a:lnTo>
                  <a:pt x="1135" y="460"/>
                </a:lnTo>
                <a:lnTo>
                  <a:pt x="1134" y="461"/>
                </a:lnTo>
                <a:lnTo>
                  <a:pt x="1133" y="462"/>
                </a:lnTo>
                <a:lnTo>
                  <a:pt x="1132" y="463"/>
                </a:lnTo>
                <a:lnTo>
                  <a:pt x="1131" y="463"/>
                </a:lnTo>
                <a:lnTo>
                  <a:pt x="1131" y="464"/>
                </a:lnTo>
                <a:lnTo>
                  <a:pt x="1131" y="465"/>
                </a:lnTo>
                <a:lnTo>
                  <a:pt x="1130" y="465"/>
                </a:lnTo>
                <a:lnTo>
                  <a:pt x="1130" y="466"/>
                </a:lnTo>
                <a:lnTo>
                  <a:pt x="1129" y="467"/>
                </a:lnTo>
                <a:lnTo>
                  <a:pt x="1128" y="467"/>
                </a:lnTo>
                <a:lnTo>
                  <a:pt x="1128" y="468"/>
                </a:lnTo>
                <a:lnTo>
                  <a:pt x="1127" y="469"/>
                </a:lnTo>
                <a:lnTo>
                  <a:pt x="1126" y="469"/>
                </a:lnTo>
                <a:lnTo>
                  <a:pt x="1125" y="469"/>
                </a:lnTo>
                <a:lnTo>
                  <a:pt x="1125" y="468"/>
                </a:lnTo>
                <a:lnTo>
                  <a:pt x="1124" y="468"/>
                </a:lnTo>
                <a:lnTo>
                  <a:pt x="1123" y="468"/>
                </a:lnTo>
                <a:lnTo>
                  <a:pt x="1122" y="467"/>
                </a:lnTo>
                <a:lnTo>
                  <a:pt x="1121" y="467"/>
                </a:lnTo>
                <a:lnTo>
                  <a:pt x="1121" y="466"/>
                </a:lnTo>
                <a:lnTo>
                  <a:pt x="1120" y="466"/>
                </a:lnTo>
                <a:lnTo>
                  <a:pt x="1119" y="466"/>
                </a:lnTo>
                <a:lnTo>
                  <a:pt x="1118" y="466"/>
                </a:lnTo>
                <a:lnTo>
                  <a:pt x="1117" y="466"/>
                </a:lnTo>
                <a:lnTo>
                  <a:pt x="1117" y="465"/>
                </a:lnTo>
                <a:lnTo>
                  <a:pt x="1116" y="464"/>
                </a:lnTo>
                <a:lnTo>
                  <a:pt x="1116" y="463"/>
                </a:lnTo>
                <a:lnTo>
                  <a:pt x="1116" y="462"/>
                </a:lnTo>
                <a:lnTo>
                  <a:pt x="1116" y="461"/>
                </a:lnTo>
                <a:lnTo>
                  <a:pt x="1116" y="460"/>
                </a:lnTo>
                <a:lnTo>
                  <a:pt x="1115" y="459"/>
                </a:lnTo>
                <a:lnTo>
                  <a:pt x="1115" y="458"/>
                </a:lnTo>
                <a:lnTo>
                  <a:pt x="1114" y="457"/>
                </a:lnTo>
                <a:lnTo>
                  <a:pt x="1112" y="457"/>
                </a:lnTo>
                <a:lnTo>
                  <a:pt x="1111" y="457"/>
                </a:lnTo>
                <a:lnTo>
                  <a:pt x="1111" y="458"/>
                </a:lnTo>
                <a:lnTo>
                  <a:pt x="1111" y="459"/>
                </a:lnTo>
                <a:lnTo>
                  <a:pt x="1110" y="459"/>
                </a:lnTo>
                <a:lnTo>
                  <a:pt x="1109" y="459"/>
                </a:lnTo>
                <a:lnTo>
                  <a:pt x="1108" y="460"/>
                </a:lnTo>
                <a:lnTo>
                  <a:pt x="1108" y="461"/>
                </a:lnTo>
                <a:lnTo>
                  <a:pt x="1107" y="462"/>
                </a:lnTo>
                <a:lnTo>
                  <a:pt x="1107" y="463"/>
                </a:lnTo>
                <a:lnTo>
                  <a:pt x="1106" y="464"/>
                </a:lnTo>
                <a:lnTo>
                  <a:pt x="1105" y="465"/>
                </a:lnTo>
                <a:lnTo>
                  <a:pt x="1104" y="465"/>
                </a:lnTo>
                <a:lnTo>
                  <a:pt x="1104" y="466"/>
                </a:lnTo>
                <a:lnTo>
                  <a:pt x="1104" y="467"/>
                </a:lnTo>
                <a:lnTo>
                  <a:pt x="1103" y="467"/>
                </a:lnTo>
                <a:lnTo>
                  <a:pt x="1102" y="466"/>
                </a:lnTo>
                <a:lnTo>
                  <a:pt x="1102" y="465"/>
                </a:lnTo>
                <a:lnTo>
                  <a:pt x="1101" y="465"/>
                </a:lnTo>
                <a:lnTo>
                  <a:pt x="1101" y="464"/>
                </a:lnTo>
                <a:lnTo>
                  <a:pt x="1101" y="463"/>
                </a:lnTo>
                <a:lnTo>
                  <a:pt x="1100" y="463"/>
                </a:lnTo>
                <a:lnTo>
                  <a:pt x="1099" y="464"/>
                </a:lnTo>
                <a:lnTo>
                  <a:pt x="1098" y="464"/>
                </a:lnTo>
                <a:lnTo>
                  <a:pt x="1098" y="463"/>
                </a:lnTo>
                <a:lnTo>
                  <a:pt x="1097" y="463"/>
                </a:lnTo>
                <a:lnTo>
                  <a:pt x="1096" y="463"/>
                </a:lnTo>
                <a:lnTo>
                  <a:pt x="1095" y="462"/>
                </a:lnTo>
                <a:lnTo>
                  <a:pt x="1095" y="463"/>
                </a:lnTo>
                <a:lnTo>
                  <a:pt x="1094" y="463"/>
                </a:lnTo>
                <a:lnTo>
                  <a:pt x="1092" y="463"/>
                </a:lnTo>
                <a:lnTo>
                  <a:pt x="1091" y="463"/>
                </a:lnTo>
                <a:lnTo>
                  <a:pt x="1090" y="462"/>
                </a:lnTo>
                <a:lnTo>
                  <a:pt x="1089" y="463"/>
                </a:lnTo>
                <a:lnTo>
                  <a:pt x="1087" y="464"/>
                </a:lnTo>
                <a:lnTo>
                  <a:pt x="1087" y="465"/>
                </a:lnTo>
                <a:lnTo>
                  <a:pt x="1087" y="464"/>
                </a:lnTo>
                <a:lnTo>
                  <a:pt x="1087" y="465"/>
                </a:lnTo>
                <a:lnTo>
                  <a:pt x="1088" y="465"/>
                </a:lnTo>
                <a:lnTo>
                  <a:pt x="1087" y="465"/>
                </a:lnTo>
                <a:lnTo>
                  <a:pt x="1087" y="466"/>
                </a:lnTo>
                <a:lnTo>
                  <a:pt x="1087" y="467"/>
                </a:lnTo>
                <a:lnTo>
                  <a:pt x="1088" y="467"/>
                </a:lnTo>
                <a:lnTo>
                  <a:pt x="1088" y="468"/>
                </a:lnTo>
                <a:lnTo>
                  <a:pt x="1087" y="469"/>
                </a:lnTo>
                <a:lnTo>
                  <a:pt x="1086" y="469"/>
                </a:lnTo>
                <a:lnTo>
                  <a:pt x="1086" y="470"/>
                </a:lnTo>
                <a:lnTo>
                  <a:pt x="1086" y="471"/>
                </a:lnTo>
                <a:lnTo>
                  <a:pt x="1085" y="471"/>
                </a:lnTo>
                <a:lnTo>
                  <a:pt x="1084" y="471"/>
                </a:lnTo>
                <a:lnTo>
                  <a:pt x="1084" y="472"/>
                </a:lnTo>
                <a:lnTo>
                  <a:pt x="1085" y="472"/>
                </a:lnTo>
                <a:lnTo>
                  <a:pt x="1084" y="473"/>
                </a:lnTo>
                <a:lnTo>
                  <a:pt x="1083" y="472"/>
                </a:lnTo>
                <a:lnTo>
                  <a:pt x="1082" y="472"/>
                </a:lnTo>
                <a:lnTo>
                  <a:pt x="1082" y="473"/>
                </a:lnTo>
                <a:lnTo>
                  <a:pt x="1082" y="474"/>
                </a:lnTo>
                <a:lnTo>
                  <a:pt x="1082" y="475"/>
                </a:lnTo>
                <a:lnTo>
                  <a:pt x="1083" y="475"/>
                </a:lnTo>
                <a:lnTo>
                  <a:pt x="1082" y="476"/>
                </a:lnTo>
                <a:lnTo>
                  <a:pt x="1081" y="476"/>
                </a:lnTo>
                <a:lnTo>
                  <a:pt x="1080" y="476"/>
                </a:lnTo>
                <a:lnTo>
                  <a:pt x="1080" y="477"/>
                </a:lnTo>
                <a:lnTo>
                  <a:pt x="1081" y="477"/>
                </a:lnTo>
                <a:lnTo>
                  <a:pt x="1081" y="479"/>
                </a:lnTo>
                <a:lnTo>
                  <a:pt x="1082" y="480"/>
                </a:lnTo>
                <a:lnTo>
                  <a:pt x="1083" y="480"/>
                </a:lnTo>
                <a:lnTo>
                  <a:pt x="1084" y="482"/>
                </a:lnTo>
                <a:lnTo>
                  <a:pt x="1085" y="483"/>
                </a:lnTo>
                <a:lnTo>
                  <a:pt x="1084" y="484"/>
                </a:lnTo>
                <a:lnTo>
                  <a:pt x="1085" y="485"/>
                </a:lnTo>
                <a:lnTo>
                  <a:pt x="1086" y="486"/>
                </a:lnTo>
                <a:lnTo>
                  <a:pt x="1087" y="487"/>
                </a:lnTo>
                <a:lnTo>
                  <a:pt x="1087" y="486"/>
                </a:lnTo>
                <a:lnTo>
                  <a:pt x="1088" y="486"/>
                </a:lnTo>
                <a:lnTo>
                  <a:pt x="1090" y="488"/>
                </a:lnTo>
                <a:lnTo>
                  <a:pt x="1091" y="489"/>
                </a:lnTo>
                <a:lnTo>
                  <a:pt x="1090" y="490"/>
                </a:lnTo>
                <a:lnTo>
                  <a:pt x="1089" y="492"/>
                </a:lnTo>
                <a:lnTo>
                  <a:pt x="1088" y="492"/>
                </a:lnTo>
                <a:lnTo>
                  <a:pt x="1088" y="493"/>
                </a:lnTo>
                <a:lnTo>
                  <a:pt x="1088" y="494"/>
                </a:lnTo>
                <a:lnTo>
                  <a:pt x="1088" y="495"/>
                </a:lnTo>
                <a:lnTo>
                  <a:pt x="1087" y="495"/>
                </a:lnTo>
                <a:lnTo>
                  <a:pt x="1087" y="496"/>
                </a:lnTo>
                <a:lnTo>
                  <a:pt x="1086" y="496"/>
                </a:lnTo>
                <a:lnTo>
                  <a:pt x="1086" y="497"/>
                </a:lnTo>
                <a:lnTo>
                  <a:pt x="1085" y="497"/>
                </a:lnTo>
                <a:lnTo>
                  <a:pt x="1086" y="497"/>
                </a:lnTo>
                <a:lnTo>
                  <a:pt x="1086" y="498"/>
                </a:lnTo>
                <a:lnTo>
                  <a:pt x="1085" y="498"/>
                </a:lnTo>
                <a:lnTo>
                  <a:pt x="1083" y="500"/>
                </a:lnTo>
                <a:lnTo>
                  <a:pt x="1082" y="502"/>
                </a:lnTo>
                <a:lnTo>
                  <a:pt x="1081" y="502"/>
                </a:lnTo>
                <a:lnTo>
                  <a:pt x="1082" y="503"/>
                </a:lnTo>
                <a:lnTo>
                  <a:pt x="1083" y="503"/>
                </a:lnTo>
                <a:lnTo>
                  <a:pt x="1083" y="504"/>
                </a:lnTo>
                <a:lnTo>
                  <a:pt x="1082" y="505"/>
                </a:lnTo>
                <a:lnTo>
                  <a:pt x="1082" y="506"/>
                </a:lnTo>
                <a:lnTo>
                  <a:pt x="1081" y="506"/>
                </a:lnTo>
                <a:lnTo>
                  <a:pt x="1080" y="506"/>
                </a:lnTo>
                <a:lnTo>
                  <a:pt x="1079" y="505"/>
                </a:lnTo>
                <a:lnTo>
                  <a:pt x="1079" y="506"/>
                </a:lnTo>
                <a:lnTo>
                  <a:pt x="1079" y="507"/>
                </a:lnTo>
                <a:lnTo>
                  <a:pt x="1078" y="507"/>
                </a:lnTo>
                <a:lnTo>
                  <a:pt x="1078" y="508"/>
                </a:lnTo>
                <a:lnTo>
                  <a:pt x="1077" y="509"/>
                </a:lnTo>
                <a:lnTo>
                  <a:pt x="1076" y="510"/>
                </a:lnTo>
                <a:lnTo>
                  <a:pt x="1075" y="511"/>
                </a:lnTo>
                <a:lnTo>
                  <a:pt x="1074" y="513"/>
                </a:lnTo>
                <a:lnTo>
                  <a:pt x="1074" y="514"/>
                </a:lnTo>
                <a:lnTo>
                  <a:pt x="1073" y="518"/>
                </a:lnTo>
                <a:lnTo>
                  <a:pt x="1073" y="519"/>
                </a:lnTo>
                <a:lnTo>
                  <a:pt x="1073" y="521"/>
                </a:lnTo>
                <a:lnTo>
                  <a:pt x="1072" y="523"/>
                </a:lnTo>
                <a:lnTo>
                  <a:pt x="1072" y="524"/>
                </a:lnTo>
                <a:lnTo>
                  <a:pt x="1072" y="525"/>
                </a:lnTo>
                <a:lnTo>
                  <a:pt x="1071" y="525"/>
                </a:lnTo>
                <a:lnTo>
                  <a:pt x="1069" y="527"/>
                </a:lnTo>
                <a:lnTo>
                  <a:pt x="1068" y="528"/>
                </a:lnTo>
                <a:lnTo>
                  <a:pt x="1068" y="529"/>
                </a:lnTo>
                <a:lnTo>
                  <a:pt x="1067" y="529"/>
                </a:lnTo>
                <a:lnTo>
                  <a:pt x="1067" y="530"/>
                </a:lnTo>
                <a:lnTo>
                  <a:pt x="1066" y="530"/>
                </a:lnTo>
                <a:lnTo>
                  <a:pt x="1066" y="531"/>
                </a:lnTo>
                <a:lnTo>
                  <a:pt x="1066" y="532"/>
                </a:lnTo>
                <a:lnTo>
                  <a:pt x="1066" y="533"/>
                </a:lnTo>
                <a:lnTo>
                  <a:pt x="1065" y="534"/>
                </a:lnTo>
                <a:lnTo>
                  <a:pt x="1065" y="535"/>
                </a:lnTo>
                <a:lnTo>
                  <a:pt x="1064" y="535"/>
                </a:lnTo>
                <a:lnTo>
                  <a:pt x="1064" y="536"/>
                </a:lnTo>
                <a:lnTo>
                  <a:pt x="1064" y="537"/>
                </a:lnTo>
                <a:lnTo>
                  <a:pt x="1064" y="538"/>
                </a:lnTo>
                <a:lnTo>
                  <a:pt x="1063" y="539"/>
                </a:lnTo>
                <a:lnTo>
                  <a:pt x="1062" y="542"/>
                </a:lnTo>
                <a:lnTo>
                  <a:pt x="1060" y="545"/>
                </a:lnTo>
                <a:lnTo>
                  <a:pt x="1060" y="546"/>
                </a:lnTo>
                <a:lnTo>
                  <a:pt x="1058" y="548"/>
                </a:lnTo>
                <a:lnTo>
                  <a:pt x="1057" y="549"/>
                </a:lnTo>
                <a:lnTo>
                  <a:pt x="1056" y="550"/>
                </a:lnTo>
                <a:lnTo>
                  <a:pt x="1055" y="551"/>
                </a:lnTo>
                <a:lnTo>
                  <a:pt x="1054" y="553"/>
                </a:lnTo>
                <a:lnTo>
                  <a:pt x="1052" y="555"/>
                </a:lnTo>
                <a:lnTo>
                  <a:pt x="1051" y="556"/>
                </a:lnTo>
                <a:lnTo>
                  <a:pt x="1050" y="558"/>
                </a:lnTo>
                <a:lnTo>
                  <a:pt x="1049" y="559"/>
                </a:lnTo>
                <a:lnTo>
                  <a:pt x="1048" y="559"/>
                </a:lnTo>
                <a:lnTo>
                  <a:pt x="1047" y="559"/>
                </a:lnTo>
                <a:lnTo>
                  <a:pt x="1047" y="560"/>
                </a:lnTo>
                <a:lnTo>
                  <a:pt x="1048" y="561"/>
                </a:lnTo>
                <a:lnTo>
                  <a:pt x="1047" y="561"/>
                </a:lnTo>
                <a:lnTo>
                  <a:pt x="1047" y="562"/>
                </a:lnTo>
                <a:lnTo>
                  <a:pt x="1046" y="562"/>
                </a:lnTo>
                <a:lnTo>
                  <a:pt x="1045" y="561"/>
                </a:lnTo>
                <a:lnTo>
                  <a:pt x="1044" y="561"/>
                </a:lnTo>
                <a:lnTo>
                  <a:pt x="1044" y="563"/>
                </a:lnTo>
                <a:lnTo>
                  <a:pt x="1044" y="564"/>
                </a:lnTo>
                <a:lnTo>
                  <a:pt x="1044" y="565"/>
                </a:lnTo>
                <a:lnTo>
                  <a:pt x="1045" y="565"/>
                </a:lnTo>
                <a:lnTo>
                  <a:pt x="1045" y="566"/>
                </a:lnTo>
                <a:lnTo>
                  <a:pt x="1044" y="567"/>
                </a:lnTo>
                <a:lnTo>
                  <a:pt x="1043" y="568"/>
                </a:lnTo>
                <a:lnTo>
                  <a:pt x="1042" y="568"/>
                </a:lnTo>
                <a:lnTo>
                  <a:pt x="1042" y="569"/>
                </a:lnTo>
                <a:lnTo>
                  <a:pt x="1042" y="568"/>
                </a:lnTo>
                <a:lnTo>
                  <a:pt x="1041" y="568"/>
                </a:lnTo>
                <a:lnTo>
                  <a:pt x="1042" y="567"/>
                </a:lnTo>
                <a:lnTo>
                  <a:pt x="1041" y="567"/>
                </a:lnTo>
                <a:lnTo>
                  <a:pt x="1040" y="567"/>
                </a:lnTo>
                <a:lnTo>
                  <a:pt x="1040" y="568"/>
                </a:lnTo>
                <a:lnTo>
                  <a:pt x="1040" y="569"/>
                </a:lnTo>
                <a:lnTo>
                  <a:pt x="1041" y="569"/>
                </a:lnTo>
                <a:lnTo>
                  <a:pt x="1039" y="570"/>
                </a:lnTo>
                <a:lnTo>
                  <a:pt x="1038" y="569"/>
                </a:lnTo>
                <a:lnTo>
                  <a:pt x="1038" y="568"/>
                </a:lnTo>
                <a:lnTo>
                  <a:pt x="1037" y="567"/>
                </a:lnTo>
                <a:lnTo>
                  <a:pt x="1036" y="567"/>
                </a:lnTo>
                <a:lnTo>
                  <a:pt x="1036" y="566"/>
                </a:lnTo>
                <a:lnTo>
                  <a:pt x="1035" y="565"/>
                </a:lnTo>
                <a:lnTo>
                  <a:pt x="1035" y="564"/>
                </a:lnTo>
                <a:lnTo>
                  <a:pt x="1034" y="563"/>
                </a:lnTo>
                <a:lnTo>
                  <a:pt x="1033" y="563"/>
                </a:lnTo>
                <a:lnTo>
                  <a:pt x="1032" y="564"/>
                </a:lnTo>
                <a:lnTo>
                  <a:pt x="1031" y="565"/>
                </a:lnTo>
                <a:lnTo>
                  <a:pt x="1031" y="566"/>
                </a:lnTo>
                <a:lnTo>
                  <a:pt x="1031" y="567"/>
                </a:lnTo>
                <a:lnTo>
                  <a:pt x="1030" y="569"/>
                </a:lnTo>
                <a:lnTo>
                  <a:pt x="1029" y="569"/>
                </a:lnTo>
                <a:lnTo>
                  <a:pt x="1028" y="569"/>
                </a:lnTo>
                <a:lnTo>
                  <a:pt x="1027" y="570"/>
                </a:lnTo>
                <a:lnTo>
                  <a:pt x="1026" y="571"/>
                </a:lnTo>
                <a:lnTo>
                  <a:pt x="1025" y="571"/>
                </a:lnTo>
                <a:lnTo>
                  <a:pt x="1025" y="570"/>
                </a:lnTo>
                <a:lnTo>
                  <a:pt x="1024" y="570"/>
                </a:lnTo>
                <a:lnTo>
                  <a:pt x="1023" y="570"/>
                </a:lnTo>
                <a:lnTo>
                  <a:pt x="1022" y="570"/>
                </a:lnTo>
                <a:lnTo>
                  <a:pt x="1020" y="571"/>
                </a:lnTo>
                <a:lnTo>
                  <a:pt x="1020" y="570"/>
                </a:lnTo>
                <a:lnTo>
                  <a:pt x="1020" y="569"/>
                </a:lnTo>
                <a:lnTo>
                  <a:pt x="1019" y="569"/>
                </a:lnTo>
                <a:lnTo>
                  <a:pt x="1019" y="568"/>
                </a:lnTo>
                <a:lnTo>
                  <a:pt x="1018" y="568"/>
                </a:lnTo>
                <a:lnTo>
                  <a:pt x="1018" y="569"/>
                </a:lnTo>
                <a:lnTo>
                  <a:pt x="1017" y="570"/>
                </a:lnTo>
                <a:lnTo>
                  <a:pt x="1016" y="570"/>
                </a:lnTo>
                <a:lnTo>
                  <a:pt x="1016" y="571"/>
                </a:lnTo>
                <a:lnTo>
                  <a:pt x="1015" y="571"/>
                </a:lnTo>
                <a:lnTo>
                  <a:pt x="1013" y="572"/>
                </a:lnTo>
                <a:lnTo>
                  <a:pt x="1012" y="572"/>
                </a:lnTo>
                <a:lnTo>
                  <a:pt x="1011" y="573"/>
                </a:lnTo>
                <a:lnTo>
                  <a:pt x="1010" y="573"/>
                </a:lnTo>
                <a:lnTo>
                  <a:pt x="1009" y="572"/>
                </a:lnTo>
                <a:lnTo>
                  <a:pt x="1008" y="572"/>
                </a:lnTo>
                <a:lnTo>
                  <a:pt x="1008" y="571"/>
                </a:lnTo>
                <a:lnTo>
                  <a:pt x="1007" y="571"/>
                </a:lnTo>
                <a:lnTo>
                  <a:pt x="1006" y="571"/>
                </a:lnTo>
                <a:lnTo>
                  <a:pt x="1006" y="570"/>
                </a:lnTo>
                <a:lnTo>
                  <a:pt x="1005" y="569"/>
                </a:lnTo>
                <a:lnTo>
                  <a:pt x="1006" y="568"/>
                </a:lnTo>
                <a:lnTo>
                  <a:pt x="1006" y="567"/>
                </a:lnTo>
                <a:lnTo>
                  <a:pt x="1004" y="566"/>
                </a:lnTo>
                <a:lnTo>
                  <a:pt x="1003" y="566"/>
                </a:lnTo>
                <a:lnTo>
                  <a:pt x="1003" y="565"/>
                </a:lnTo>
                <a:lnTo>
                  <a:pt x="1002" y="564"/>
                </a:lnTo>
                <a:lnTo>
                  <a:pt x="1003" y="564"/>
                </a:lnTo>
                <a:lnTo>
                  <a:pt x="1003" y="563"/>
                </a:lnTo>
                <a:lnTo>
                  <a:pt x="1003" y="562"/>
                </a:lnTo>
                <a:lnTo>
                  <a:pt x="1003" y="560"/>
                </a:lnTo>
                <a:lnTo>
                  <a:pt x="1002" y="560"/>
                </a:lnTo>
                <a:lnTo>
                  <a:pt x="1002" y="559"/>
                </a:lnTo>
                <a:lnTo>
                  <a:pt x="1002" y="558"/>
                </a:lnTo>
                <a:lnTo>
                  <a:pt x="1001" y="558"/>
                </a:lnTo>
                <a:lnTo>
                  <a:pt x="1001" y="559"/>
                </a:lnTo>
                <a:lnTo>
                  <a:pt x="1000" y="559"/>
                </a:lnTo>
                <a:lnTo>
                  <a:pt x="999" y="559"/>
                </a:lnTo>
                <a:lnTo>
                  <a:pt x="1000" y="558"/>
                </a:lnTo>
                <a:lnTo>
                  <a:pt x="1000" y="556"/>
                </a:lnTo>
                <a:lnTo>
                  <a:pt x="1000" y="554"/>
                </a:lnTo>
                <a:lnTo>
                  <a:pt x="999" y="554"/>
                </a:lnTo>
                <a:lnTo>
                  <a:pt x="998" y="554"/>
                </a:lnTo>
                <a:lnTo>
                  <a:pt x="998" y="553"/>
                </a:lnTo>
                <a:lnTo>
                  <a:pt x="997" y="552"/>
                </a:lnTo>
                <a:lnTo>
                  <a:pt x="996" y="552"/>
                </a:lnTo>
                <a:lnTo>
                  <a:pt x="996" y="551"/>
                </a:lnTo>
                <a:lnTo>
                  <a:pt x="996" y="550"/>
                </a:lnTo>
                <a:lnTo>
                  <a:pt x="997" y="550"/>
                </a:lnTo>
                <a:lnTo>
                  <a:pt x="995" y="550"/>
                </a:lnTo>
                <a:lnTo>
                  <a:pt x="995" y="549"/>
                </a:lnTo>
                <a:lnTo>
                  <a:pt x="994" y="549"/>
                </a:lnTo>
                <a:lnTo>
                  <a:pt x="994" y="548"/>
                </a:lnTo>
                <a:lnTo>
                  <a:pt x="994" y="547"/>
                </a:lnTo>
                <a:lnTo>
                  <a:pt x="995" y="547"/>
                </a:lnTo>
                <a:lnTo>
                  <a:pt x="995" y="546"/>
                </a:lnTo>
                <a:lnTo>
                  <a:pt x="994" y="546"/>
                </a:lnTo>
                <a:lnTo>
                  <a:pt x="994" y="545"/>
                </a:lnTo>
                <a:lnTo>
                  <a:pt x="993" y="545"/>
                </a:lnTo>
                <a:lnTo>
                  <a:pt x="992" y="545"/>
                </a:lnTo>
                <a:lnTo>
                  <a:pt x="993" y="544"/>
                </a:lnTo>
                <a:lnTo>
                  <a:pt x="994" y="543"/>
                </a:lnTo>
                <a:lnTo>
                  <a:pt x="995" y="543"/>
                </a:lnTo>
                <a:lnTo>
                  <a:pt x="996" y="543"/>
                </a:lnTo>
                <a:lnTo>
                  <a:pt x="996" y="542"/>
                </a:lnTo>
                <a:lnTo>
                  <a:pt x="996" y="541"/>
                </a:lnTo>
                <a:lnTo>
                  <a:pt x="995" y="541"/>
                </a:lnTo>
                <a:lnTo>
                  <a:pt x="995" y="540"/>
                </a:lnTo>
                <a:lnTo>
                  <a:pt x="994" y="540"/>
                </a:lnTo>
                <a:lnTo>
                  <a:pt x="994" y="539"/>
                </a:lnTo>
                <a:lnTo>
                  <a:pt x="994" y="538"/>
                </a:lnTo>
                <a:lnTo>
                  <a:pt x="993" y="538"/>
                </a:lnTo>
                <a:lnTo>
                  <a:pt x="993" y="537"/>
                </a:lnTo>
                <a:lnTo>
                  <a:pt x="992" y="537"/>
                </a:lnTo>
                <a:lnTo>
                  <a:pt x="991" y="537"/>
                </a:lnTo>
                <a:lnTo>
                  <a:pt x="990" y="537"/>
                </a:lnTo>
                <a:lnTo>
                  <a:pt x="990" y="536"/>
                </a:lnTo>
                <a:lnTo>
                  <a:pt x="990" y="535"/>
                </a:lnTo>
                <a:lnTo>
                  <a:pt x="989" y="535"/>
                </a:lnTo>
                <a:lnTo>
                  <a:pt x="988" y="535"/>
                </a:lnTo>
                <a:lnTo>
                  <a:pt x="987" y="534"/>
                </a:lnTo>
                <a:lnTo>
                  <a:pt x="986" y="534"/>
                </a:lnTo>
                <a:lnTo>
                  <a:pt x="985" y="535"/>
                </a:lnTo>
                <a:lnTo>
                  <a:pt x="985" y="536"/>
                </a:lnTo>
                <a:lnTo>
                  <a:pt x="983" y="536"/>
                </a:lnTo>
                <a:lnTo>
                  <a:pt x="982" y="536"/>
                </a:lnTo>
                <a:lnTo>
                  <a:pt x="981" y="537"/>
                </a:lnTo>
                <a:lnTo>
                  <a:pt x="981" y="538"/>
                </a:lnTo>
                <a:lnTo>
                  <a:pt x="981" y="537"/>
                </a:lnTo>
                <a:lnTo>
                  <a:pt x="980" y="537"/>
                </a:lnTo>
                <a:lnTo>
                  <a:pt x="979" y="536"/>
                </a:lnTo>
                <a:lnTo>
                  <a:pt x="978" y="536"/>
                </a:lnTo>
                <a:lnTo>
                  <a:pt x="977" y="536"/>
                </a:lnTo>
                <a:lnTo>
                  <a:pt x="976" y="536"/>
                </a:lnTo>
                <a:lnTo>
                  <a:pt x="975" y="536"/>
                </a:lnTo>
                <a:lnTo>
                  <a:pt x="975" y="537"/>
                </a:lnTo>
                <a:lnTo>
                  <a:pt x="975" y="536"/>
                </a:lnTo>
                <a:lnTo>
                  <a:pt x="975" y="535"/>
                </a:lnTo>
                <a:lnTo>
                  <a:pt x="974" y="535"/>
                </a:lnTo>
                <a:lnTo>
                  <a:pt x="973" y="536"/>
                </a:lnTo>
                <a:lnTo>
                  <a:pt x="974" y="536"/>
                </a:lnTo>
                <a:lnTo>
                  <a:pt x="974" y="537"/>
                </a:lnTo>
                <a:lnTo>
                  <a:pt x="974" y="538"/>
                </a:lnTo>
                <a:lnTo>
                  <a:pt x="973" y="537"/>
                </a:lnTo>
                <a:lnTo>
                  <a:pt x="972" y="537"/>
                </a:lnTo>
                <a:lnTo>
                  <a:pt x="972" y="538"/>
                </a:lnTo>
                <a:lnTo>
                  <a:pt x="973" y="538"/>
                </a:lnTo>
                <a:lnTo>
                  <a:pt x="973" y="539"/>
                </a:lnTo>
                <a:lnTo>
                  <a:pt x="972" y="539"/>
                </a:lnTo>
                <a:lnTo>
                  <a:pt x="971" y="539"/>
                </a:lnTo>
                <a:lnTo>
                  <a:pt x="970" y="539"/>
                </a:lnTo>
                <a:lnTo>
                  <a:pt x="970" y="540"/>
                </a:lnTo>
                <a:lnTo>
                  <a:pt x="971" y="541"/>
                </a:lnTo>
                <a:lnTo>
                  <a:pt x="972" y="541"/>
                </a:lnTo>
                <a:lnTo>
                  <a:pt x="973" y="541"/>
                </a:lnTo>
                <a:lnTo>
                  <a:pt x="973" y="542"/>
                </a:lnTo>
                <a:lnTo>
                  <a:pt x="972" y="542"/>
                </a:lnTo>
                <a:lnTo>
                  <a:pt x="971" y="544"/>
                </a:lnTo>
                <a:lnTo>
                  <a:pt x="970" y="544"/>
                </a:lnTo>
                <a:lnTo>
                  <a:pt x="969" y="544"/>
                </a:lnTo>
                <a:lnTo>
                  <a:pt x="969" y="543"/>
                </a:lnTo>
                <a:lnTo>
                  <a:pt x="968" y="542"/>
                </a:lnTo>
                <a:lnTo>
                  <a:pt x="967" y="542"/>
                </a:lnTo>
                <a:lnTo>
                  <a:pt x="967" y="543"/>
                </a:lnTo>
                <a:lnTo>
                  <a:pt x="968" y="543"/>
                </a:lnTo>
                <a:lnTo>
                  <a:pt x="968" y="544"/>
                </a:lnTo>
                <a:lnTo>
                  <a:pt x="967" y="543"/>
                </a:lnTo>
                <a:lnTo>
                  <a:pt x="966" y="543"/>
                </a:lnTo>
                <a:lnTo>
                  <a:pt x="965" y="544"/>
                </a:lnTo>
                <a:lnTo>
                  <a:pt x="964" y="544"/>
                </a:lnTo>
                <a:lnTo>
                  <a:pt x="963" y="544"/>
                </a:lnTo>
                <a:lnTo>
                  <a:pt x="962" y="545"/>
                </a:lnTo>
                <a:lnTo>
                  <a:pt x="962" y="546"/>
                </a:lnTo>
                <a:lnTo>
                  <a:pt x="961" y="546"/>
                </a:lnTo>
                <a:lnTo>
                  <a:pt x="961" y="545"/>
                </a:lnTo>
                <a:lnTo>
                  <a:pt x="960" y="545"/>
                </a:lnTo>
                <a:lnTo>
                  <a:pt x="959" y="545"/>
                </a:lnTo>
                <a:lnTo>
                  <a:pt x="959" y="544"/>
                </a:lnTo>
                <a:lnTo>
                  <a:pt x="958" y="544"/>
                </a:lnTo>
                <a:lnTo>
                  <a:pt x="958" y="545"/>
                </a:lnTo>
                <a:lnTo>
                  <a:pt x="959" y="545"/>
                </a:lnTo>
                <a:lnTo>
                  <a:pt x="959" y="546"/>
                </a:lnTo>
                <a:lnTo>
                  <a:pt x="958" y="546"/>
                </a:lnTo>
                <a:lnTo>
                  <a:pt x="958" y="547"/>
                </a:lnTo>
                <a:lnTo>
                  <a:pt x="958" y="548"/>
                </a:lnTo>
                <a:lnTo>
                  <a:pt x="957" y="549"/>
                </a:lnTo>
                <a:lnTo>
                  <a:pt x="957" y="550"/>
                </a:lnTo>
                <a:lnTo>
                  <a:pt x="956" y="550"/>
                </a:lnTo>
                <a:lnTo>
                  <a:pt x="956" y="549"/>
                </a:lnTo>
                <a:lnTo>
                  <a:pt x="956" y="548"/>
                </a:lnTo>
                <a:lnTo>
                  <a:pt x="955" y="548"/>
                </a:lnTo>
                <a:lnTo>
                  <a:pt x="954" y="548"/>
                </a:lnTo>
                <a:lnTo>
                  <a:pt x="955" y="548"/>
                </a:lnTo>
                <a:lnTo>
                  <a:pt x="955" y="549"/>
                </a:lnTo>
                <a:lnTo>
                  <a:pt x="955" y="551"/>
                </a:lnTo>
                <a:lnTo>
                  <a:pt x="954" y="551"/>
                </a:lnTo>
                <a:lnTo>
                  <a:pt x="954" y="550"/>
                </a:lnTo>
                <a:lnTo>
                  <a:pt x="953" y="550"/>
                </a:lnTo>
                <a:lnTo>
                  <a:pt x="952" y="550"/>
                </a:lnTo>
                <a:lnTo>
                  <a:pt x="953" y="551"/>
                </a:lnTo>
                <a:lnTo>
                  <a:pt x="953" y="552"/>
                </a:lnTo>
                <a:lnTo>
                  <a:pt x="952" y="552"/>
                </a:lnTo>
                <a:lnTo>
                  <a:pt x="951" y="551"/>
                </a:lnTo>
                <a:lnTo>
                  <a:pt x="951" y="550"/>
                </a:lnTo>
                <a:lnTo>
                  <a:pt x="952" y="550"/>
                </a:lnTo>
                <a:lnTo>
                  <a:pt x="952" y="549"/>
                </a:lnTo>
                <a:lnTo>
                  <a:pt x="951" y="548"/>
                </a:lnTo>
                <a:lnTo>
                  <a:pt x="950" y="548"/>
                </a:lnTo>
                <a:lnTo>
                  <a:pt x="950" y="549"/>
                </a:lnTo>
                <a:lnTo>
                  <a:pt x="949" y="549"/>
                </a:lnTo>
                <a:lnTo>
                  <a:pt x="948" y="549"/>
                </a:lnTo>
                <a:lnTo>
                  <a:pt x="947" y="548"/>
                </a:lnTo>
                <a:lnTo>
                  <a:pt x="946" y="547"/>
                </a:lnTo>
                <a:lnTo>
                  <a:pt x="947" y="547"/>
                </a:lnTo>
                <a:lnTo>
                  <a:pt x="947" y="546"/>
                </a:lnTo>
                <a:lnTo>
                  <a:pt x="948" y="546"/>
                </a:lnTo>
                <a:lnTo>
                  <a:pt x="948" y="545"/>
                </a:lnTo>
                <a:lnTo>
                  <a:pt x="947" y="545"/>
                </a:lnTo>
                <a:lnTo>
                  <a:pt x="946" y="545"/>
                </a:lnTo>
                <a:lnTo>
                  <a:pt x="945" y="545"/>
                </a:lnTo>
                <a:lnTo>
                  <a:pt x="946" y="545"/>
                </a:lnTo>
                <a:lnTo>
                  <a:pt x="946" y="544"/>
                </a:lnTo>
                <a:lnTo>
                  <a:pt x="945" y="544"/>
                </a:lnTo>
                <a:lnTo>
                  <a:pt x="944" y="543"/>
                </a:lnTo>
                <a:lnTo>
                  <a:pt x="945" y="542"/>
                </a:lnTo>
                <a:lnTo>
                  <a:pt x="945" y="540"/>
                </a:lnTo>
                <a:lnTo>
                  <a:pt x="945" y="539"/>
                </a:lnTo>
                <a:lnTo>
                  <a:pt x="945" y="538"/>
                </a:lnTo>
                <a:lnTo>
                  <a:pt x="944" y="538"/>
                </a:lnTo>
                <a:lnTo>
                  <a:pt x="944" y="537"/>
                </a:lnTo>
                <a:lnTo>
                  <a:pt x="944" y="536"/>
                </a:lnTo>
                <a:lnTo>
                  <a:pt x="943" y="536"/>
                </a:lnTo>
                <a:lnTo>
                  <a:pt x="943" y="535"/>
                </a:lnTo>
                <a:lnTo>
                  <a:pt x="942" y="535"/>
                </a:lnTo>
                <a:lnTo>
                  <a:pt x="941" y="535"/>
                </a:lnTo>
                <a:lnTo>
                  <a:pt x="940" y="535"/>
                </a:lnTo>
                <a:lnTo>
                  <a:pt x="940" y="533"/>
                </a:lnTo>
                <a:lnTo>
                  <a:pt x="939" y="533"/>
                </a:lnTo>
                <a:lnTo>
                  <a:pt x="939" y="534"/>
                </a:lnTo>
                <a:lnTo>
                  <a:pt x="939" y="535"/>
                </a:lnTo>
                <a:lnTo>
                  <a:pt x="940" y="535"/>
                </a:lnTo>
                <a:lnTo>
                  <a:pt x="940" y="536"/>
                </a:lnTo>
                <a:lnTo>
                  <a:pt x="939" y="536"/>
                </a:lnTo>
                <a:lnTo>
                  <a:pt x="939" y="535"/>
                </a:lnTo>
                <a:lnTo>
                  <a:pt x="938" y="535"/>
                </a:lnTo>
                <a:lnTo>
                  <a:pt x="938" y="534"/>
                </a:lnTo>
                <a:lnTo>
                  <a:pt x="937" y="535"/>
                </a:lnTo>
                <a:lnTo>
                  <a:pt x="936" y="535"/>
                </a:lnTo>
                <a:lnTo>
                  <a:pt x="937" y="534"/>
                </a:lnTo>
                <a:lnTo>
                  <a:pt x="936" y="534"/>
                </a:lnTo>
                <a:lnTo>
                  <a:pt x="935" y="533"/>
                </a:lnTo>
                <a:lnTo>
                  <a:pt x="935" y="532"/>
                </a:lnTo>
                <a:lnTo>
                  <a:pt x="935" y="531"/>
                </a:lnTo>
                <a:lnTo>
                  <a:pt x="934" y="531"/>
                </a:lnTo>
                <a:lnTo>
                  <a:pt x="934" y="532"/>
                </a:lnTo>
                <a:lnTo>
                  <a:pt x="933" y="532"/>
                </a:lnTo>
                <a:lnTo>
                  <a:pt x="933" y="531"/>
                </a:lnTo>
                <a:lnTo>
                  <a:pt x="932" y="531"/>
                </a:lnTo>
                <a:lnTo>
                  <a:pt x="931" y="531"/>
                </a:lnTo>
                <a:lnTo>
                  <a:pt x="931" y="530"/>
                </a:lnTo>
                <a:lnTo>
                  <a:pt x="930" y="530"/>
                </a:lnTo>
                <a:lnTo>
                  <a:pt x="930" y="529"/>
                </a:lnTo>
                <a:lnTo>
                  <a:pt x="929" y="528"/>
                </a:lnTo>
                <a:lnTo>
                  <a:pt x="928" y="527"/>
                </a:lnTo>
                <a:lnTo>
                  <a:pt x="926" y="527"/>
                </a:lnTo>
                <a:lnTo>
                  <a:pt x="925" y="527"/>
                </a:lnTo>
                <a:lnTo>
                  <a:pt x="925" y="528"/>
                </a:lnTo>
                <a:lnTo>
                  <a:pt x="924" y="528"/>
                </a:lnTo>
                <a:lnTo>
                  <a:pt x="924" y="527"/>
                </a:lnTo>
                <a:lnTo>
                  <a:pt x="924" y="526"/>
                </a:lnTo>
                <a:lnTo>
                  <a:pt x="924" y="527"/>
                </a:lnTo>
                <a:lnTo>
                  <a:pt x="923" y="527"/>
                </a:lnTo>
                <a:lnTo>
                  <a:pt x="923" y="528"/>
                </a:lnTo>
                <a:lnTo>
                  <a:pt x="922" y="527"/>
                </a:lnTo>
                <a:lnTo>
                  <a:pt x="921" y="527"/>
                </a:lnTo>
                <a:lnTo>
                  <a:pt x="920" y="527"/>
                </a:lnTo>
                <a:lnTo>
                  <a:pt x="919" y="527"/>
                </a:lnTo>
                <a:lnTo>
                  <a:pt x="918" y="527"/>
                </a:lnTo>
                <a:lnTo>
                  <a:pt x="918" y="526"/>
                </a:lnTo>
                <a:lnTo>
                  <a:pt x="917" y="525"/>
                </a:lnTo>
                <a:lnTo>
                  <a:pt x="916" y="524"/>
                </a:lnTo>
                <a:lnTo>
                  <a:pt x="916" y="525"/>
                </a:lnTo>
                <a:lnTo>
                  <a:pt x="915" y="525"/>
                </a:lnTo>
                <a:lnTo>
                  <a:pt x="915" y="526"/>
                </a:lnTo>
                <a:lnTo>
                  <a:pt x="914" y="526"/>
                </a:lnTo>
                <a:lnTo>
                  <a:pt x="914" y="525"/>
                </a:lnTo>
                <a:lnTo>
                  <a:pt x="914" y="524"/>
                </a:lnTo>
                <a:lnTo>
                  <a:pt x="915" y="524"/>
                </a:lnTo>
                <a:lnTo>
                  <a:pt x="915" y="523"/>
                </a:lnTo>
                <a:lnTo>
                  <a:pt x="914" y="524"/>
                </a:lnTo>
                <a:lnTo>
                  <a:pt x="914" y="523"/>
                </a:lnTo>
                <a:lnTo>
                  <a:pt x="913" y="523"/>
                </a:lnTo>
                <a:lnTo>
                  <a:pt x="913" y="522"/>
                </a:lnTo>
                <a:lnTo>
                  <a:pt x="913" y="523"/>
                </a:lnTo>
                <a:lnTo>
                  <a:pt x="913" y="524"/>
                </a:lnTo>
                <a:lnTo>
                  <a:pt x="913" y="525"/>
                </a:lnTo>
                <a:lnTo>
                  <a:pt x="912" y="526"/>
                </a:lnTo>
                <a:lnTo>
                  <a:pt x="911" y="526"/>
                </a:lnTo>
                <a:lnTo>
                  <a:pt x="911" y="525"/>
                </a:lnTo>
                <a:lnTo>
                  <a:pt x="911" y="524"/>
                </a:lnTo>
                <a:lnTo>
                  <a:pt x="911" y="523"/>
                </a:lnTo>
                <a:lnTo>
                  <a:pt x="910" y="523"/>
                </a:lnTo>
                <a:lnTo>
                  <a:pt x="909" y="523"/>
                </a:lnTo>
                <a:lnTo>
                  <a:pt x="909" y="524"/>
                </a:lnTo>
                <a:lnTo>
                  <a:pt x="909" y="525"/>
                </a:lnTo>
                <a:lnTo>
                  <a:pt x="908" y="525"/>
                </a:lnTo>
                <a:lnTo>
                  <a:pt x="907" y="524"/>
                </a:lnTo>
                <a:lnTo>
                  <a:pt x="907" y="523"/>
                </a:lnTo>
                <a:lnTo>
                  <a:pt x="908" y="522"/>
                </a:lnTo>
                <a:lnTo>
                  <a:pt x="907" y="522"/>
                </a:lnTo>
                <a:lnTo>
                  <a:pt x="907" y="521"/>
                </a:lnTo>
                <a:lnTo>
                  <a:pt x="906" y="520"/>
                </a:lnTo>
                <a:lnTo>
                  <a:pt x="906" y="519"/>
                </a:lnTo>
                <a:lnTo>
                  <a:pt x="905" y="519"/>
                </a:lnTo>
                <a:lnTo>
                  <a:pt x="904" y="520"/>
                </a:lnTo>
                <a:lnTo>
                  <a:pt x="903" y="520"/>
                </a:lnTo>
                <a:lnTo>
                  <a:pt x="902" y="520"/>
                </a:lnTo>
                <a:lnTo>
                  <a:pt x="902" y="521"/>
                </a:lnTo>
                <a:lnTo>
                  <a:pt x="903" y="521"/>
                </a:lnTo>
                <a:lnTo>
                  <a:pt x="903" y="522"/>
                </a:lnTo>
                <a:lnTo>
                  <a:pt x="902" y="523"/>
                </a:lnTo>
                <a:lnTo>
                  <a:pt x="900" y="523"/>
                </a:lnTo>
                <a:lnTo>
                  <a:pt x="900" y="524"/>
                </a:lnTo>
                <a:lnTo>
                  <a:pt x="899" y="524"/>
                </a:lnTo>
                <a:lnTo>
                  <a:pt x="899" y="525"/>
                </a:lnTo>
                <a:lnTo>
                  <a:pt x="899" y="526"/>
                </a:lnTo>
                <a:lnTo>
                  <a:pt x="900" y="526"/>
                </a:lnTo>
                <a:lnTo>
                  <a:pt x="900" y="527"/>
                </a:lnTo>
                <a:lnTo>
                  <a:pt x="899" y="528"/>
                </a:lnTo>
                <a:lnTo>
                  <a:pt x="899" y="529"/>
                </a:lnTo>
                <a:lnTo>
                  <a:pt x="898" y="529"/>
                </a:lnTo>
                <a:lnTo>
                  <a:pt x="898" y="530"/>
                </a:lnTo>
                <a:lnTo>
                  <a:pt x="898" y="531"/>
                </a:lnTo>
                <a:lnTo>
                  <a:pt x="898" y="532"/>
                </a:lnTo>
                <a:lnTo>
                  <a:pt x="897" y="532"/>
                </a:lnTo>
                <a:lnTo>
                  <a:pt x="895" y="532"/>
                </a:lnTo>
                <a:lnTo>
                  <a:pt x="895" y="533"/>
                </a:lnTo>
                <a:lnTo>
                  <a:pt x="897" y="534"/>
                </a:lnTo>
                <a:lnTo>
                  <a:pt x="897" y="535"/>
                </a:lnTo>
                <a:lnTo>
                  <a:pt x="895" y="534"/>
                </a:lnTo>
                <a:lnTo>
                  <a:pt x="895" y="535"/>
                </a:lnTo>
                <a:lnTo>
                  <a:pt x="894" y="535"/>
                </a:lnTo>
                <a:lnTo>
                  <a:pt x="894" y="534"/>
                </a:lnTo>
                <a:lnTo>
                  <a:pt x="893" y="534"/>
                </a:lnTo>
                <a:lnTo>
                  <a:pt x="893" y="535"/>
                </a:lnTo>
                <a:lnTo>
                  <a:pt x="892" y="537"/>
                </a:lnTo>
                <a:lnTo>
                  <a:pt x="893" y="539"/>
                </a:lnTo>
                <a:lnTo>
                  <a:pt x="893" y="540"/>
                </a:lnTo>
                <a:lnTo>
                  <a:pt x="894" y="540"/>
                </a:lnTo>
                <a:lnTo>
                  <a:pt x="895" y="540"/>
                </a:lnTo>
                <a:lnTo>
                  <a:pt x="895" y="541"/>
                </a:lnTo>
                <a:lnTo>
                  <a:pt x="894" y="541"/>
                </a:lnTo>
                <a:lnTo>
                  <a:pt x="894" y="542"/>
                </a:lnTo>
                <a:lnTo>
                  <a:pt x="894" y="543"/>
                </a:lnTo>
                <a:lnTo>
                  <a:pt x="893" y="543"/>
                </a:lnTo>
                <a:lnTo>
                  <a:pt x="892" y="543"/>
                </a:lnTo>
                <a:lnTo>
                  <a:pt x="891" y="543"/>
                </a:lnTo>
                <a:lnTo>
                  <a:pt x="890" y="543"/>
                </a:lnTo>
                <a:lnTo>
                  <a:pt x="888" y="543"/>
                </a:lnTo>
                <a:lnTo>
                  <a:pt x="888" y="542"/>
                </a:lnTo>
                <a:lnTo>
                  <a:pt x="888" y="541"/>
                </a:lnTo>
                <a:lnTo>
                  <a:pt x="887" y="541"/>
                </a:lnTo>
                <a:lnTo>
                  <a:pt x="887" y="542"/>
                </a:lnTo>
                <a:lnTo>
                  <a:pt x="886" y="541"/>
                </a:lnTo>
                <a:lnTo>
                  <a:pt x="885" y="541"/>
                </a:lnTo>
                <a:lnTo>
                  <a:pt x="883" y="540"/>
                </a:lnTo>
                <a:lnTo>
                  <a:pt x="882" y="543"/>
                </a:lnTo>
                <a:lnTo>
                  <a:pt x="882" y="544"/>
                </a:lnTo>
                <a:lnTo>
                  <a:pt x="883" y="545"/>
                </a:lnTo>
                <a:lnTo>
                  <a:pt x="882" y="545"/>
                </a:lnTo>
                <a:lnTo>
                  <a:pt x="883" y="546"/>
                </a:lnTo>
                <a:lnTo>
                  <a:pt x="884" y="548"/>
                </a:lnTo>
                <a:lnTo>
                  <a:pt x="886" y="548"/>
                </a:lnTo>
                <a:lnTo>
                  <a:pt x="886" y="547"/>
                </a:lnTo>
                <a:lnTo>
                  <a:pt x="887" y="547"/>
                </a:lnTo>
                <a:lnTo>
                  <a:pt x="887" y="548"/>
                </a:lnTo>
                <a:lnTo>
                  <a:pt x="887" y="549"/>
                </a:lnTo>
                <a:lnTo>
                  <a:pt x="886" y="549"/>
                </a:lnTo>
                <a:lnTo>
                  <a:pt x="885" y="549"/>
                </a:lnTo>
                <a:lnTo>
                  <a:pt x="885" y="550"/>
                </a:lnTo>
                <a:lnTo>
                  <a:pt x="885" y="551"/>
                </a:lnTo>
                <a:lnTo>
                  <a:pt x="885" y="552"/>
                </a:lnTo>
                <a:lnTo>
                  <a:pt x="884" y="552"/>
                </a:lnTo>
                <a:lnTo>
                  <a:pt x="883" y="552"/>
                </a:lnTo>
                <a:lnTo>
                  <a:pt x="882" y="552"/>
                </a:lnTo>
                <a:lnTo>
                  <a:pt x="882" y="553"/>
                </a:lnTo>
                <a:lnTo>
                  <a:pt x="881" y="553"/>
                </a:lnTo>
                <a:lnTo>
                  <a:pt x="880" y="553"/>
                </a:lnTo>
                <a:lnTo>
                  <a:pt x="880" y="552"/>
                </a:lnTo>
                <a:lnTo>
                  <a:pt x="879" y="552"/>
                </a:lnTo>
                <a:lnTo>
                  <a:pt x="879" y="553"/>
                </a:lnTo>
                <a:lnTo>
                  <a:pt x="878" y="554"/>
                </a:lnTo>
                <a:lnTo>
                  <a:pt x="878" y="553"/>
                </a:lnTo>
                <a:lnTo>
                  <a:pt x="877" y="553"/>
                </a:lnTo>
                <a:lnTo>
                  <a:pt x="877" y="552"/>
                </a:lnTo>
                <a:lnTo>
                  <a:pt x="876" y="552"/>
                </a:lnTo>
                <a:lnTo>
                  <a:pt x="876" y="553"/>
                </a:lnTo>
                <a:lnTo>
                  <a:pt x="875" y="553"/>
                </a:lnTo>
                <a:lnTo>
                  <a:pt x="874" y="554"/>
                </a:lnTo>
                <a:lnTo>
                  <a:pt x="873" y="555"/>
                </a:lnTo>
                <a:lnTo>
                  <a:pt x="873" y="556"/>
                </a:lnTo>
                <a:lnTo>
                  <a:pt x="874" y="557"/>
                </a:lnTo>
                <a:lnTo>
                  <a:pt x="875" y="557"/>
                </a:lnTo>
                <a:lnTo>
                  <a:pt x="876" y="557"/>
                </a:lnTo>
                <a:lnTo>
                  <a:pt x="876" y="556"/>
                </a:lnTo>
                <a:lnTo>
                  <a:pt x="877" y="556"/>
                </a:lnTo>
                <a:lnTo>
                  <a:pt x="877" y="555"/>
                </a:lnTo>
                <a:lnTo>
                  <a:pt x="879" y="555"/>
                </a:lnTo>
                <a:lnTo>
                  <a:pt x="880" y="556"/>
                </a:lnTo>
                <a:lnTo>
                  <a:pt x="880" y="557"/>
                </a:lnTo>
                <a:lnTo>
                  <a:pt x="879" y="557"/>
                </a:lnTo>
                <a:lnTo>
                  <a:pt x="878" y="558"/>
                </a:lnTo>
                <a:lnTo>
                  <a:pt x="878" y="559"/>
                </a:lnTo>
                <a:lnTo>
                  <a:pt x="878" y="560"/>
                </a:lnTo>
                <a:lnTo>
                  <a:pt x="879" y="560"/>
                </a:lnTo>
                <a:lnTo>
                  <a:pt x="879" y="561"/>
                </a:lnTo>
                <a:lnTo>
                  <a:pt x="880" y="561"/>
                </a:lnTo>
                <a:lnTo>
                  <a:pt x="880" y="562"/>
                </a:lnTo>
                <a:lnTo>
                  <a:pt x="882" y="562"/>
                </a:lnTo>
                <a:lnTo>
                  <a:pt x="883" y="562"/>
                </a:lnTo>
                <a:lnTo>
                  <a:pt x="884" y="562"/>
                </a:lnTo>
                <a:lnTo>
                  <a:pt x="884" y="563"/>
                </a:lnTo>
                <a:lnTo>
                  <a:pt x="885" y="563"/>
                </a:lnTo>
                <a:lnTo>
                  <a:pt x="885" y="564"/>
                </a:lnTo>
                <a:lnTo>
                  <a:pt x="885" y="566"/>
                </a:lnTo>
                <a:lnTo>
                  <a:pt x="885" y="567"/>
                </a:lnTo>
                <a:lnTo>
                  <a:pt x="887" y="567"/>
                </a:lnTo>
                <a:lnTo>
                  <a:pt x="888" y="567"/>
                </a:lnTo>
                <a:lnTo>
                  <a:pt x="888" y="566"/>
                </a:lnTo>
                <a:lnTo>
                  <a:pt x="889" y="567"/>
                </a:lnTo>
                <a:lnTo>
                  <a:pt x="889" y="568"/>
                </a:lnTo>
                <a:lnTo>
                  <a:pt x="889" y="569"/>
                </a:lnTo>
                <a:lnTo>
                  <a:pt x="890" y="570"/>
                </a:lnTo>
                <a:lnTo>
                  <a:pt x="890" y="571"/>
                </a:lnTo>
                <a:lnTo>
                  <a:pt x="892" y="571"/>
                </a:lnTo>
                <a:lnTo>
                  <a:pt x="893" y="571"/>
                </a:lnTo>
                <a:lnTo>
                  <a:pt x="894" y="571"/>
                </a:lnTo>
                <a:lnTo>
                  <a:pt x="894" y="573"/>
                </a:lnTo>
                <a:lnTo>
                  <a:pt x="895" y="573"/>
                </a:lnTo>
                <a:lnTo>
                  <a:pt x="895" y="572"/>
                </a:lnTo>
                <a:lnTo>
                  <a:pt x="897" y="572"/>
                </a:lnTo>
                <a:lnTo>
                  <a:pt x="898" y="572"/>
                </a:lnTo>
                <a:lnTo>
                  <a:pt x="899" y="573"/>
                </a:lnTo>
                <a:lnTo>
                  <a:pt x="899" y="574"/>
                </a:lnTo>
                <a:lnTo>
                  <a:pt x="898" y="576"/>
                </a:lnTo>
                <a:lnTo>
                  <a:pt x="897" y="576"/>
                </a:lnTo>
                <a:lnTo>
                  <a:pt x="895" y="576"/>
                </a:lnTo>
                <a:lnTo>
                  <a:pt x="895" y="577"/>
                </a:lnTo>
                <a:lnTo>
                  <a:pt x="894" y="578"/>
                </a:lnTo>
                <a:lnTo>
                  <a:pt x="894" y="579"/>
                </a:lnTo>
                <a:lnTo>
                  <a:pt x="894" y="580"/>
                </a:lnTo>
                <a:lnTo>
                  <a:pt x="895" y="580"/>
                </a:lnTo>
                <a:lnTo>
                  <a:pt x="895" y="581"/>
                </a:lnTo>
                <a:lnTo>
                  <a:pt x="895" y="582"/>
                </a:lnTo>
                <a:lnTo>
                  <a:pt x="894" y="583"/>
                </a:lnTo>
                <a:lnTo>
                  <a:pt x="894" y="584"/>
                </a:lnTo>
                <a:lnTo>
                  <a:pt x="893" y="585"/>
                </a:lnTo>
                <a:lnTo>
                  <a:pt x="892" y="585"/>
                </a:lnTo>
                <a:lnTo>
                  <a:pt x="892" y="586"/>
                </a:lnTo>
                <a:lnTo>
                  <a:pt x="893" y="587"/>
                </a:lnTo>
                <a:lnTo>
                  <a:pt x="893" y="588"/>
                </a:lnTo>
                <a:lnTo>
                  <a:pt x="893" y="589"/>
                </a:lnTo>
                <a:lnTo>
                  <a:pt x="894" y="590"/>
                </a:lnTo>
                <a:lnTo>
                  <a:pt x="895" y="590"/>
                </a:lnTo>
                <a:lnTo>
                  <a:pt x="895" y="591"/>
                </a:lnTo>
                <a:lnTo>
                  <a:pt x="897" y="591"/>
                </a:lnTo>
                <a:lnTo>
                  <a:pt x="895" y="592"/>
                </a:lnTo>
                <a:lnTo>
                  <a:pt x="895" y="593"/>
                </a:lnTo>
                <a:lnTo>
                  <a:pt x="897" y="593"/>
                </a:lnTo>
                <a:lnTo>
                  <a:pt x="897" y="594"/>
                </a:lnTo>
                <a:lnTo>
                  <a:pt x="895" y="594"/>
                </a:lnTo>
                <a:lnTo>
                  <a:pt x="894" y="594"/>
                </a:lnTo>
                <a:lnTo>
                  <a:pt x="894" y="595"/>
                </a:lnTo>
                <a:lnTo>
                  <a:pt x="894" y="596"/>
                </a:lnTo>
                <a:lnTo>
                  <a:pt x="893" y="596"/>
                </a:lnTo>
                <a:lnTo>
                  <a:pt x="893" y="597"/>
                </a:lnTo>
                <a:lnTo>
                  <a:pt x="892" y="596"/>
                </a:lnTo>
                <a:lnTo>
                  <a:pt x="891" y="596"/>
                </a:lnTo>
                <a:lnTo>
                  <a:pt x="891" y="595"/>
                </a:lnTo>
                <a:lnTo>
                  <a:pt x="889" y="595"/>
                </a:lnTo>
                <a:lnTo>
                  <a:pt x="889" y="596"/>
                </a:lnTo>
                <a:lnTo>
                  <a:pt x="888" y="596"/>
                </a:lnTo>
                <a:lnTo>
                  <a:pt x="888" y="597"/>
                </a:lnTo>
                <a:lnTo>
                  <a:pt x="887" y="597"/>
                </a:lnTo>
                <a:lnTo>
                  <a:pt x="887" y="596"/>
                </a:lnTo>
                <a:lnTo>
                  <a:pt x="886" y="597"/>
                </a:lnTo>
                <a:lnTo>
                  <a:pt x="885" y="597"/>
                </a:lnTo>
                <a:lnTo>
                  <a:pt x="884" y="597"/>
                </a:lnTo>
                <a:lnTo>
                  <a:pt x="883" y="596"/>
                </a:lnTo>
                <a:lnTo>
                  <a:pt x="882" y="596"/>
                </a:lnTo>
                <a:lnTo>
                  <a:pt x="882" y="597"/>
                </a:lnTo>
                <a:lnTo>
                  <a:pt x="882" y="598"/>
                </a:lnTo>
                <a:lnTo>
                  <a:pt x="882" y="599"/>
                </a:lnTo>
                <a:lnTo>
                  <a:pt x="881" y="600"/>
                </a:lnTo>
                <a:lnTo>
                  <a:pt x="880" y="600"/>
                </a:lnTo>
                <a:lnTo>
                  <a:pt x="880" y="599"/>
                </a:lnTo>
                <a:lnTo>
                  <a:pt x="879" y="599"/>
                </a:lnTo>
                <a:lnTo>
                  <a:pt x="879" y="600"/>
                </a:lnTo>
                <a:lnTo>
                  <a:pt x="879" y="601"/>
                </a:lnTo>
                <a:lnTo>
                  <a:pt x="879" y="602"/>
                </a:lnTo>
                <a:lnTo>
                  <a:pt x="879" y="603"/>
                </a:lnTo>
                <a:lnTo>
                  <a:pt x="879" y="604"/>
                </a:lnTo>
                <a:lnTo>
                  <a:pt x="879" y="605"/>
                </a:lnTo>
                <a:lnTo>
                  <a:pt x="878" y="605"/>
                </a:lnTo>
                <a:lnTo>
                  <a:pt x="878" y="606"/>
                </a:lnTo>
                <a:lnTo>
                  <a:pt x="877" y="606"/>
                </a:lnTo>
                <a:lnTo>
                  <a:pt x="877" y="607"/>
                </a:lnTo>
                <a:lnTo>
                  <a:pt x="878" y="607"/>
                </a:lnTo>
                <a:lnTo>
                  <a:pt x="878" y="609"/>
                </a:lnTo>
                <a:lnTo>
                  <a:pt x="877" y="609"/>
                </a:lnTo>
                <a:lnTo>
                  <a:pt x="877" y="610"/>
                </a:lnTo>
                <a:lnTo>
                  <a:pt x="877" y="611"/>
                </a:lnTo>
                <a:lnTo>
                  <a:pt x="877" y="612"/>
                </a:lnTo>
                <a:lnTo>
                  <a:pt x="876" y="612"/>
                </a:lnTo>
                <a:lnTo>
                  <a:pt x="876" y="611"/>
                </a:lnTo>
                <a:lnTo>
                  <a:pt x="875" y="611"/>
                </a:lnTo>
                <a:lnTo>
                  <a:pt x="875" y="610"/>
                </a:lnTo>
                <a:lnTo>
                  <a:pt x="875" y="611"/>
                </a:lnTo>
                <a:lnTo>
                  <a:pt x="874" y="611"/>
                </a:lnTo>
                <a:lnTo>
                  <a:pt x="874" y="612"/>
                </a:lnTo>
                <a:lnTo>
                  <a:pt x="875" y="612"/>
                </a:lnTo>
                <a:lnTo>
                  <a:pt x="874" y="613"/>
                </a:lnTo>
                <a:lnTo>
                  <a:pt x="873" y="614"/>
                </a:lnTo>
                <a:lnTo>
                  <a:pt x="873" y="615"/>
                </a:lnTo>
                <a:lnTo>
                  <a:pt x="874" y="615"/>
                </a:lnTo>
                <a:lnTo>
                  <a:pt x="874" y="616"/>
                </a:lnTo>
                <a:lnTo>
                  <a:pt x="873" y="616"/>
                </a:lnTo>
                <a:lnTo>
                  <a:pt x="872" y="615"/>
                </a:lnTo>
                <a:lnTo>
                  <a:pt x="871" y="614"/>
                </a:lnTo>
                <a:lnTo>
                  <a:pt x="870" y="614"/>
                </a:lnTo>
                <a:lnTo>
                  <a:pt x="869" y="614"/>
                </a:lnTo>
                <a:lnTo>
                  <a:pt x="869" y="613"/>
                </a:lnTo>
                <a:lnTo>
                  <a:pt x="869" y="612"/>
                </a:lnTo>
                <a:lnTo>
                  <a:pt x="868" y="613"/>
                </a:lnTo>
                <a:lnTo>
                  <a:pt x="867" y="613"/>
                </a:lnTo>
                <a:lnTo>
                  <a:pt x="867" y="614"/>
                </a:lnTo>
                <a:lnTo>
                  <a:pt x="867" y="615"/>
                </a:lnTo>
                <a:lnTo>
                  <a:pt x="867" y="616"/>
                </a:lnTo>
                <a:lnTo>
                  <a:pt x="868" y="617"/>
                </a:lnTo>
                <a:lnTo>
                  <a:pt x="868" y="618"/>
                </a:lnTo>
                <a:lnTo>
                  <a:pt x="867" y="618"/>
                </a:lnTo>
                <a:lnTo>
                  <a:pt x="866" y="619"/>
                </a:lnTo>
                <a:lnTo>
                  <a:pt x="865" y="618"/>
                </a:lnTo>
                <a:lnTo>
                  <a:pt x="864" y="618"/>
                </a:lnTo>
                <a:lnTo>
                  <a:pt x="863" y="618"/>
                </a:lnTo>
                <a:lnTo>
                  <a:pt x="861" y="617"/>
                </a:lnTo>
                <a:lnTo>
                  <a:pt x="860" y="617"/>
                </a:lnTo>
                <a:lnTo>
                  <a:pt x="860" y="618"/>
                </a:lnTo>
                <a:lnTo>
                  <a:pt x="859" y="618"/>
                </a:lnTo>
                <a:lnTo>
                  <a:pt x="859" y="619"/>
                </a:lnTo>
                <a:lnTo>
                  <a:pt x="858" y="619"/>
                </a:lnTo>
                <a:lnTo>
                  <a:pt x="858" y="618"/>
                </a:lnTo>
                <a:lnTo>
                  <a:pt x="857" y="618"/>
                </a:lnTo>
                <a:lnTo>
                  <a:pt x="857" y="619"/>
                </a:lnTo>
                <a:lnTo>
                  <a:pt x="857" y="620"/>
                </a:lnTo>
                <a:lnTo>
                  <a:pt x="858" y="620"/>
                </a:lnTo>
                <a:lnTo>
                  <a:pt x="858" y="621"/>
                </a:lnTo>
                <a:lnTo>
                  <a:pt x="858" y="622"/>
                </a:lnTo>
                <a:lnTo>
                  <a:pt x="857" y="622"/>
                </a:lnTo>
                <a:lnTo>
                  <a:pt x="856" y="622"/>
                </a:lnTo>
                <a:lnTo>
                  <a:pt x="856" y="623"/>
                </a:lnTo>
                <a:lnTo>
                  <a:pt x="856" y="624"/>
                </a:lnTo>
                <a:lnTo>
                  <a:pt x="857" y="624"/>
                </a:lnTo>
                <a:lnTo>
                  <a:pt x="856" y="625"/>
                </a:lnTo>
                <a:lnTo>
                  <a:pt x="855" y="625"/>
                </a:lnTo>
                <a:lnTo>
                  <a:pt x="855" y="624"/>
                </a:lnTo>
                <a:lnTo>
                  <a:pt x="854" y="624"/>
                </a:lnTo>
                <a:lnTo>
                  <a:pt x="854" y="625"/>
                </a:lnTo>
                <a:lnTo>
                  <a:pt x="853" y="625"/>
                </a:lnTo>
                <a:lnTo>
                  <a:pt x="853" y="626"/>
                </a:lnTo>
                <a:lnTo>
                  <a:pt x="852" y="626"/>
                </a:lnTo>
                <a:lnTo>
                  <a:pt x="852" y="627"/>
                </a:lnTo>
                <a:lnTo>
                  <a:pt x="852" y="628"/>
                </a:lnTo>
                <a:lnTo>
                  <a:pt x="852" y="629"/>
                </a:lnTo>
                <a:lnTo>
                  <a:pt x="851" y="629"/>
                </a:lnTo>
                <a:lnTo>
                  <a:pt x="850" y="629"/>
                </a:lnTo>
                <a:lnTo>
                  <a:pt x="850" y="628"/>
                </a:lnTo>
                <a:lnTo>
                  <a:pt x="851" y="628"/>
                </a:lnTo>
                <a:lnTo>
                  <a:pt x="851" y="627"/>
                </a:lnTo>
                <a:lnTo>
                  <a:pt x="850" y="627"/>
                </a:lnTo>
                <a:lnTo>
                  <a:pt x="849" y="629"/>
                </a:lnTo>
                <a:lnTo>
                  <a:pt x="849" y="630"/>
                </a:lnTo>
                <a:lnTo>
                  <a:pt x="850" y="631"/>
                </a:lnTo>
                <a:lnTo>
                  <a:pt x="849" y="631"/>
                </a:lnTo>
                <a:lnTo>
                  <a:pt x="849" y="632"/>
                </a:lnTo>
                <a:lnTo>
                  <a:pt x="848" y="631"/>
                </a:lnTo>
                <a:lnTo>
                  <a:pt x="848" y="632"/>
                </a:lnTo>
                <a:lnTo>
                  <a:pt x="847" y="633"/>
                </a:lnTo>
                <a:lnTo>
                  <a:pt x="847" y="634"/>
                </a:lnTo>
                <a:lnTo>
                  <a:pt x="847" y="635"/>
                </a:lnTo>
                <a:lnTo>
                  <a:pt x="847" y="636"/>
                </a:lnTo>
                <a:lnTo>
                  <a:pt x="847" y="637"/>
                </a:lnTo>
                <a:lnTo>
                  <a:pt x="848" y="637"/>
                </a:lnTo>
                <a:lnTo>
                  <a:pt x="848" y="638"/>
                </a:lnTo>
                <a:lnTo>
                  <a:pt x="849" y="638"/>
                </a:lnTo>
                <a:lnTo>
                  <a:pt x="849" y="639"/>
                </a:lnTo>
                <a:lnTo>
                  <a:pt x="850" y="639"/>
                </a:lnTo>
                <a:lnTo>
                  <a:pt x="850" y="640"/>
                </a:lnTo>
                <a:lnTo>
                  <a:pt x="850" y="641"/>
                </a:lnTo>
                <a:lnTo>
                  <a:pt x="850" y="642"/>
                </a:lnTo>
                <a:lnTo>
                  <a:pt x="850" y="643"/>
                </a:lnTo>
                <a:lnTo>
                  <a:pt x="850" y="644"/>
                </a:lnTo>
                <a:lnTo>
                  <a:pt x="850" y="645"/>
                </a:lnTo>
                <a:lnTo>
                  <a:pt x="851" y="645"/>
                </a:lnTo>
                <a:lnTo>
                  <a:pt x="852" y="646"/>
                </a:lnTo>
                <a:lnTo>
                  <a:pt x="852" y="647"/>
                </a:lnTo>
                <a:lnTo>
                  <a:pt x="851" y="647"/>
                </a:lnTo>
                <a:lnTo>
                  <a:pt x="850" y="647"/>
                </a:lnTo>
                <a:lnTo>
                  <a:pt x="850" y="648"/>
                </a:lnTo>
                <a:lnTo>
                  <a:pt x="851" y="648"/>
                </a:lnTo>
                <a:lnTo>
                  <a:pt x="851" y="649"/>
                </a:lnTo>
                <a:lnTo>
                  <a:pt x="852" y="649"/>
                </a:lnTo>
                <a:lnTo>
                  <a:pt x="852" y="648"/>
                </a:lnTo>
                <a:lnTo>
                  <a:pt x="853" y="648"/>
                </a:lnTo>
                <a:lnTo>
                  <a:pt x="854" y="648"/>
                </a:lnTo>
                <a:lnTo>
                  <a:pt x="855" y="647"/>
                </a:lnTo>
                <a:lnTo>
                  <a:pt x="855" y="646"/>
                </a:lnTo>
                <a:lnTo>
                  <a:pt x="856" y="647"/>
                </a:lnTo>
                <a:lnTo>
                  <a:pt x="857" y="647"/>
                </a:lnTo>
                <a:lnTo>
                  <a:pt x="858" y="647"/>
                </a:lnTo>
                <a:lnTo>
                  <a:pt x="858" y="648"/>
                </a:lnTo>
                <a:lnTo>
                  <a:pt x="859" y="649"/>
                </a:lnTo>
                <a:lnTo>
                  <a:pt x="858" y="650"/>
                </a:lnTo>
                <a:lnTo>
                  <a:pt x="857" y="650"/>
                </a:lnTo>
                <a:lnTo>
                  <a:pt x="856" y="651"/>
                </a:lnTo>
                <a:lnTo>
                  <a:pt x="856" y="652"/>
                </a:lnTo>
                <a:lnTo>
                  <a:pt x="857" y="651"/>
                </a:lnTo>
                <a:lnTo>
                  <a:pt x="859" y="651"/>
                </a:lnTo>
                <a:lnTo>
                  <a:pt x="860" y="651"/>
                </a:lnTo>
                <a:lnTo>
                  <a:pt x="861" y="651"/>
                </a:lnTo>
                <a:lnTo>
                  <a:pt x="862" y="652"/>
                </a:lnTo>
                <a:lnTo>
                  <a:pt x="862" y="653"/>
                </a:lnTo>
                <a:lnTo>
                  <a:pt x="864" y="654"/>
                </a:lnTo>
                <a:lnTo>
                  <a:pt x="863" y="654"/>
                </a:lnTo>
                <a:lnTo>
                  <a:pt x="863" y="655"/>
                </a:lnTo>
                <a:lnTo>
                  <a:pt x="864" y="656"/>
                </a:lnTo>
                <a:lnTo>
                  <a:pt x="863" y="656"/>
                </a:lnTo>
                <a:lnTo>
                  <a:pt x="862" y="657"/>
                </a:lnTo>
                <a:lnTo>
                  <a:pt x="863" y="658"/>
                </a:lnTo>
                <a:lnTo>
                  <a:pt x="863" y="659"/>
                </a:lnTo>
                <a:lnTo>
                  <a:pt x="862" y="659"/>
                </a:lnTo>
                <a:lnTo>
                  <a:pt x="861" y="660"/>
                </a:lnTo>
                <a:lnTo>
                  <a:pt x="861" y="661"/>
                </a:lnTo>
                <a:lnTo>
                  <a:pt x="861" y="663"/>
                </a:lnTo>
                <a:lnTo>
                  <a:pt x="862" y="663"/>
                </a:lnTo>
                <a:lnTo>
                  <a:pt x="861" y="664"/>
                </a:lnTo>
                <a:lnTo>
                  <a:pt x="861" y="665"/>
                </a:lnTo>
                <a:lnTo>
                  <a:pt x="861" y="666"/>
                </a:lnTo>
                <a:lnTo>
                  <a:pt x="862" y="665"/>
                </a:lnTo>
                <a:lnTo>
                  <a:pt x="863" y="665"/>
                </a:lnTo>
                <a:lnTo>
                  <a:pt x="863" y="664"/>
                </a:lnTo>
                <a:lnTo>
                  <a:pt x="864" y="664"/>
                </a:lnTo>
                <a:lnTo>
                  <a:pt x="865" y="664"/>
                </a:lnTo>
                <a:lnTo>
                  <a:pt x="865" y="663"/>
                </a:lnTo>
                <a:lnTo>
                  <a:pt x="866" y="664"/>
                </a:lnTo>
                <a:lnTo>
                  <a:pt x="866" y="665"/>
                </a:lnTo>
                <a:lnTo>
                  <a:pt x="865" y="668"/>
                </a:lnTo>
                <a:lnTo>
                  <a:pt x="866" y="669"/>
                </a:lnTo>
                <a:lnTo>
                  <a:pt x="867" y="669"/>
                </a:lnTo>
                <a:lnTo>
                  <a:pt x="867" y="670"/>
                </a:lnTo>
                <a:lnTo>
                  <a:pt x="868" y="670"/>
                </a:lnTo>
                <a:lnTo>
                  <a:pt x="869" y="670"/>
                </a:lnTo>
                <a:lnTo>
                  <a:pt x="869" y="669"/>
                </a:lnTo>
                <a:lnTo>
                  <a:pt x="870" y="669"/>
                </a:lnTo>
                <a:lnTo>
                  <a:pt x="871" y="669"/>
                </a:lnTo>
                <a:lnTo>
                  <a:pt x="872" y="669"/>
                </a:lnTo>
                <a:lnTo>
                  <a:pt x="871" y="670"/>
                </a:lnTo>
                <a:lnTo>
                  <a:pt x="871" y="671"/>
                </a:lnTo>
                <a:lnTo>
                  <a:pt x="872" y="672"/>
                </a:lnTo>
                <a:lnTo>
                  <a:pt x="873" y="671"/>
                </a:lnTo>
                <a:lnTo>
                  <a:pt x="874" y="671"/>
                </a:lnTo>
                <a:lnTo>
                  <a:pt x="874" y="670"/>
                </a:lnTo>
                <a:lnTo>
                  <a:pt x="876" y="670"/>
                </a:lnTo>
                <a:lnTo>
                  <a:pt x="877" y="670"/>
                </a:lnTo>
                <a:lnTo>
                  <a:pt x="878" y="670"/>
                </a:lnTo>
                <a:lnTo>
                  <a:pt x="879" y="671"/>
                </a:lnTo>
                <a:lnTo>
                  <a:pt x="881" y="670"/>
                </a:lnTo>
                <a:lnTo>
                  <a:pt x="882" y="670"/>
                </a:lnTo>
                <a:lnTo>
                  <a:pt x="882" y="671"/>
                </a:lnTo>
                <a:lnTo>
                  <a:pt x="882" y="672"/>
                </a:lnTo>
                <a:lnTo>
                  <a:pt x="882" y="673"/>
                </a:lnTo>
                <a:lnTo>
                  <a:pt x="883" y="672"/>
                </a:lnTo>
                <a:lnTo>
                  <a:pt x="883" y="671"/>
                </a:lnTo>
                <a:lnTo>
                  <a:pt x="884" y="670"/>
                </a:lnTo>
                <a:lnTo>
                  <a:pt x="885" y="669"/>
                </a:lnTo>
                <a:lnTo>
                  <a:pt x="886" y="670"/>
                </a:lnTo>
                <a:lnTo>
                  <a:pt x="886" y="671"/>
                </a:lnTo>
                <a:lnTo>
                  <a:pt x="885" y="672"/>
                </a:lnTo>
                <a:lnTo>
                  <a:pt x="886" y="673"/>
                </a:lnTo>
                <a:lnTo>
                  <a:pt x="887" y="673"/>
                </a:lnTo>
                <a:lnTo>
                  <a:pt x="888" y="673"/>
                </a:lnTo>
                <a:lnTo>
                  <a:pt x="889" y="673"/>
                </a:lnTo>
                <a:lnTo>
                  <a:pt x="889" y="672"/>
                </a:lnTo>
                <a:lnTo>
                  <a:pt x="890" y="672"/>
                </a:lnTo>
                <a:lnTo>
                  <a:pt x="889" y="672"/>
                </a:lnTo>
                <a:lnTo>
                  <a:pt x="889" y="671"/>
                </a:lnTo>
                <a:lnTo>
                  <a:pt x="888" y="671"/>
                </a:lnTo>
                <a:lnTo>
                  <a:pt x="888" y="670"/>
                </a:lnTo>
                <a:lnTo>
                  <a:pt x="889" y="670"/>
                </a:lnTo>
                <a:lnTo>
                  <a:pt x="890" y="670"/>
                </a:lnTo>
                <a:lnTo>
                  <a:pt x="890" y="669"/>
                </a:lnTo>
                <a:lnTo>
                  <a:pt x="891" y="668"/>
                </a:lnTo>
                <a:lnTo>
                  <a:pt x="891" y="667"/>
                </a:lnTo>
                <a:lnTo>
                  <a:pt x="892" y="667"/>
                </a:lnTo>
                <a:lnTo>
                  <a:pt x="893" y="667"/>
                </a:lnTo>
                <a:lnTo>
                  <a:pt x="894" y="667"/>
                </a:lnTo>
                <a:lnTo>
                  <a:pt x="894" y="668"/>
                </a:lnTo>
                <a:lnTo>
                  <a:pt x="892" y="668"/>
                </a:lnTo>
                <a:lnTo>
                  <a:pt x="891" y="669"/>
                </a:lnTo>
                <a:lnTo>
                  <a:pt x="891" y="670"/>
                </a:lnTo>
                <a:lnTo>
                  <a:pt x="891" y="671"/>
                </a:lnTo>
                <a:lnTo>
                  <a:pt x="892" y="671"/>
                </a:lnTo>
                <a:lnTo>
                  <a:pt x="892" y="672"/>
                </a:lnTo>
                <a:lnTo>
                  <a:pt x="892" y="673"/>
                </a:lnTo>
                <a:lnTo>
                  <a:pt x="893" y="674"/>
                </a:lnTo>
                <a:lnTo>
                  <a:pt x="893" y="675"/>
                </a:lnTo>
                <a:lnTo>
                  <a:pt x="893" y="676"/>
                </a:lnTo>
                <a:lnTo>
                  <a:pt x="893" y="677"/>
                </a:lnTo>
                <a:lnTo>
                  <a:pt x="894" y="677"/>
                </a:lnTo>
                <a:lnTo>
                  <a:pt x="893" y="678"/>
                </a:lnTo>
                <a:lnTo>
                  <a:pt x="893" y="679"/>
                </a:lnTo>
                <a:lnTo>
                  <a:pt x="894" y="679"/>
                </a:lnTo>
                <a:lnTo>
                  <a:pt x="895" y="680"/>
                </a:lnTo>
                <a:lnTo>
                  <a:pt x="895" y="681"/>
                </a:lnTo>
                <a:lnTo>
                  <a:pt x="894" y="681"/>
                </a:lnTo>
                <a:lnTo>
                  <a:pt x="894" y="682"/>
                </a:lnTo>
                <a:lnTo>
                  <a:pt x="893" y="682"/>
                </a:lnTo>
                <a:lnTo>
                  <a:pt x="893" y="683"/>
                </a:lnTo>
                <a:lnTo>
                  <a:pt x="894" y="683"/>
                </a:lnTo>
                <a:lnTo>
                  <a:pt x="895" y="684"/>
                </a:lnTo>
                <a:lnTo>
                  <a:pt x="895" y="685"/>
                </a:lnTo>
                <a:lnTo>
                  <a:pt x="895" y="686"/>
                </a:lnTo>
                <a:lnTo>
                  <a:pt x="897" y="686"/>
                </a:lnTo>
                <a:lnTo>
                  <a:pt x="897" y="687"/>
                </a:lnTo>
                <a:lnTo>
                  <a:pt x="897" y="688"/>
                </a:lnTo>
                <a:lnTo>
                  <a:pt x="897" y="689"/>
                </a:lnTo>
                <a:lnTo>
                  <a:pt x="898" y="689"/>
                </a:lnTo>
                <a:lnTo>
                  <a:pt x="898" y="688"/>
                </a:lnTo>
                <a:lnTo>
                  <a:pt x="899" y="688"/>
                </a:lnTo>
                <a:lnTo>
                  <a:pt x="899" y="687"/>
                </a:lnTo>
                <a:lnTo>
                  <a:pt x="899" y="688"/>
                </a:lnTo>
                <a:lnTo>
                  <a:pt x="899" y="689"/>
                </a:lnTo>
                <a:lnTo>
                  <a:pt x="898" y="689"/>
                </a:lnTo>
                <a:lnTo>
                  <a:pt x="897" y="690"/>
                </a:lnTo>
                <a:lnTo>
                  <a:pt x="897" y="691"/>
                </a:lnTo>
                <a:lnTo>
                  <a:pt x="897" y="692"/>
                </a:lnTo>
                <a:lnTo>
                  <a:pt x="897" y="693"/>
                </a:lnTo>
                <a:lnTo>
                  <a:pt x="898" y="693"/>
                </a:lnTo>
                <a:lnTo>
                  <a:pt x="898" y="694"/>
                </a:lnTo>
                <a:lnTo>
                  <a:pt x="898" y="695"/>
                </a:lnTo>
                <a:lnTo>
                  <a:pt x="898" y="696"/>
                </a:lnTo>
                <a:lnTo>
                  <a:pt x="899" y="696"/>
                </a:lnTo>
                <a:lnTo>
                  <a:pt x="900" y="696"/>
                </a:lnTo>
                <a:lnTo>
                  <a:pt x="900" y="697"/>
                </a:lnTo>
                <a:lnTo>
                  <a:pt x="900" y="698"/>
                </a:lnTo>
                <a:lnTo>
                  <a:pt x="899" y="698"/>
                </a:lnTo>
                <a:lnTo>
                  <a:pt x="899" y="699"/>
                </a:lnTo>
                <a:lnTo>
                  <a:pt x="898" y="700"/>
                </a:lnTo>
                <a:lnTo>
                  <a:pt x="898" y="701"/>
                </a:lnTo>
                <a:lnTo>
                  <a:pt x="899" y="701"/>
                </a:lnTo>
                <a:lnTo>
                  <a:pt x="899" y="702"/>
                </a:lnTo>
                <a:lnTo>
                  <a:pt x="900" y="702"/>
                </a:lnTo>
                <a:lnTo>
                  <a:pt x="900" y="703"/>
                </a:lnTo>
                <a:lnTo>
                  <a:pt x="901" y="703"/>
                </a:lnTo>
                <a:lnTo>
                  <a:pt x="901" y="704"/>
                </a:lnTo>
                <a:lnTo>
                  <a:pt x="901" y="705"/>
                </a:lnTo>
                <a:lnTo>
                  <a:pt x="900" y="705"/>
                </a:lnTo>
                <a:lnTo>
                  <a:pt x="900" y="707"/>
                </a:lnTo>
                <a:lnTo>
                  <a:pt x="901" y="707"/>
                </a:lnTo>
                <a:lnTo>
                  <a:pt x="901" y="708"/>
                </a:lnTo>
                <a:lnTo>
                  <a:pt x="902" y="708"/>
                </a:lnTo>
                <a:lnTo>
                  <a:pt x="903" y="708"/>
                </a:lnTo>
                <a:lnTo>
                  <a:pt x="904" y="710"/>
                </a:lnTo>
                <a:lnTo>
                  <a:pt x="904" y="711"/>
                </a:lnTo>
                <a:lnTo>
                  <a:pt x="905" y="711"/>
                </a:lnTo>
                <a:lnTo>
                  <a:pt x="906" y="711"/>
                </a:lnTo>
                <a:lnTo>
                  <a:pt x="906" y="712"/>
                </a:lnTo>
                <a:lnTo>
                  <a:pt x="905" y="712"/>
                </a:lnTo>
                <a:lnTo>
                  <a:pt x="905" y="713"/>
                </a:lnTo>
                <a:lnTo>
                  <a:pt x="905" y="712"/>
                </a:lnTo>
                <a:lnTo>
                  <a:pt x="904" y="712"/>
                </a:lnTo>
                <a:lnTo>
                  <a:pt x="904" y="713"/>
                </a:lnTo>
                <a:lnTo>
                  <a:pt x="904" y="714"/>
                </a:lnTo>
                <a:lnTo>
                  <a:pt x="905" y="714"/>
                </a:lnTo>
                <a:lnTo>
                  <a:pt x="905" y="713"/>
                </a:lnTo>
                <a:lnTo>
                  <a:pt x="906" y="713"/>
                </a:lnTo>
                <a:lnTo>
                  <a:pt x="907" y="713"/>
                </a:lnTo>
                <a:lnTo>
                  <a:pt x="908" y="713"/>
                </a:lnTo>
                <a:lnTo>
                  <a:pt x="909" y="713"/>
                </a:lnTo>
                <a:lnTo>
                  <a:pt x="909" y="714"/>
                </a:lnTo>
                <a:lnTo>
                  <a:pt x="910" y="714"/>
                </a:lnTo>
                <a:lnTo>
                  <a:pt x="910" y="715"/>
                </a:lnTo>
                <a:lnTo>
                  <a:pt x="911" y="715"/>
                </a:lnTo>
                <a:lnTo>
                  <a:pt x="912" y="714"/>
                </a:lnTo>
                <a:lnTo>
                  <a:pt x="913" y="714"/>
                </a:lnTo>
                <a:lnTo>
                  <a:pt x="914" y="714"/>
                </a:lnTo>
                <a:lnTo>
                  <a:pt x="915" y="715"/>
                </a:lnTo>
                <a:lnTo>
                  <a:pt x="915" y="716"/>
                </a:lnTo>
                <a:lnTo>
                  <a:pt x="914" y="717"/>
                </a:lnTo>
                <a:lnTo>
                  <a:pt x="915" y="717"/>
                </a:lnTo>
                <a:lnTo>
                  <a:pt x="916" y="717"/>
                </a:lnTo>
                <a:lnTo>
                  <a:pt x="917" y="718"/>
                </a:lnTo>
                <a:lnTo>
                  <a:pt x="916" y="718"/>
                </a:lnTo>
                <a:lnTo>
                  <a:pt x="917" y="718"/>
                </a:lnTo>
                <a:lnTo>
                  <a:pt x="917" y="719"/>
                </a:lnTo>
                <a:lnTo>
                  <a:pt x="917" y="718"/>
                </a:lnTo>
                <a:lnTo>
                  <a:pt x="918" y="718"/>
                </a:lnTo>
                <a:lnTo>
                  <a:pt x="918" y="717"/>
                </a:lnTo>
                <a:lnTo>
                  <a:pt x="917" y="717"/>
                </a:lnTo>
                <a:lnTo>
                  <a:pt x="917" y="716"/>
                </a:lnTo>
                <a:lnTo>
                  <a:pt x="918" y="714"/>
                </a:lnTo>
                <a:lnTo>
                  <a:pt x="919" y="714"/>
                </a:lnTo>
                <a:lnTo>
                  <a:pt x="920" y="714"/>
                </a:lnTo>
                <a:lnTo>
                  <a:pt x="920" y="713"/>
                </a:lnTo>
                <a:lnTo>
                  <a:pt x="921" y="713"/>
                </a:lnTo>
                <a:lnTo>
                  <a:pt x="922" y="713"/>
                </a:lnTo>
                <a:lnTo>
                  <a:pt x="922" y="712"/>
                </a:lnTo>
                <a:lnTo>
                  <a:pt x="923" y="711"/>
                </a:lnTo>
                <a:lnTo>
                  <a:pt x="923" y="710"/>
                </a:lnTo>
                <a:lnTo>
                  <a:pt x="924" y="709"/>
                </a:lnTo>
                <a:lnTo>
                  <a:pt x="924" y="710"/>
                </a:lnTo>
                <a:lnTo>
                  <a:pt x="925" y="710"/>
                </a:lnTo>
                <a:lnTo>
                  <a:pt x="926" y="710"/>
                </a:lnTo>
                <a:lnTo>
                  <a:pt x="926" y="709"/>
                </a:lnTo>
                <a:lnTo>
                  <a:pt x="925" y="709"/>
                </a:lnTo>
                <a:lnTo>
                  <a:pt x="924" y="709"/>
                </a:lnTo>
                <a:lnTo>
                  <a:pt x="924" y="708"/>
                </a:lnTo>
                <a:lnTo>
                  <a:pt x="925" y="708"/>
                </a:lnTo>
                <a:lnTo>
                  <a:pt x="927" y="708"/>
                </a:lnTo>
                <a:lnTo>
                  <a:pt x="927" y="709"/>
                </a:lnTo>
                <a:lnTo>
                  <a:pt x="928" y="709"/>
                </a:lnTo>
                <a:lnTo>
                  <a:pt x="928" y="710"/>
                </a:lnTo>
                <a:lnTo>
                  <a:pt x="929" y="711"/>
                </a:lnTo>
                <a:lnTo>
                  <a:pt x="929" y="712"/>
                </a:lnTo>
                <a:lnTo>
                  <a:pt x="930" y="712"/>
                </a:lnTo>
                <a:lnTo>
                  <a:pt x="930" y="711"/>
                </a:lnTo>
                <a:lnTo>
                  <a:pt x="931" y="711"/>
                </a:lnTo>
                <a:lnTo>
                  <a:pt x="932" y="711"/>
                </a:lnTo>
                <a:lnTo>
                  <a:pt x="932" y="712"/>
                </a:lnTo>
                <a:lnTo>
                  <a:pt x="932" y="713"/>
                </a:lnTo>
                <a:lnTo>
                  <a:pt x="931" y="713"/>
                </a:lnTo>
                <a:lnTo>
                  <a:pt x="931" y="714"/>
                </a:lnTo>
                <a:lnTo>
                  <a:pt x="932" y="714"/>
                </a:lnTo>
                <a:lnTo>
                  <a:pt x="932" y="715"/>
                </a:lnTo>
                <a:lnTo>
                  <a:pt x="931" y="716"/>
                </a:lnTo>
                <a:lnTo>
                  <a:pt x="931" y="717"/>
                </a:lnTo>
                <a:lnTo>
                  <a:pt x="932" y="717"/>
                </a:lnTo>
                <a:lnTo>
                  <a:pt x="933" y="717"/>
                </a:lnTo>
                <a:lnTo>
                  <a:pt x="934" y="717"/>
                </a:lnTo>
                <a:lnTo>
                  <a:pt x="934" y="716"/>
                </a:lnTo>
                <a:lnTo>
                  <a:pt x="935" y="716"/>
                </a:lnTo>
                <a:lnTo>
                  <a:pt x="936" y="716"/>
                </a:lnTo>
                <a:lnTo>
                  <a:pt x="936" y="717"/>
                </a:lnTo>
                <a:lnTo>
                  <a:pt x="937" y="718"/>
                </a:lnTo>
                <a:lnTo>
                  <a:pt x="938" y="718"/>
                </a:lnTo>
                <a:lnTo>
                  <a:pt x="939" y="718"/>
                </a:lnTo>
                <a:lnTo>
                  <a:pt x="940" y="718"/>
                </a:lnTo>
                <a:lnTo>
                  <a:pt x="941" y="718"/>
                </a:lnTo>
                <a:lnTo>
                  <a:pt x="942" y="717"/>
                </a:lnTo>
                <a:lnTo>
                  <a:pt x="943" y="718"/>
                </a:lnTo>
                <a:lnTo>
                  <a:pt x="944" y="718"/>
                </a:lnTo>
                <a:lnTo>
                  <a:pt x="945" y="717"/>
                </a:lnTo>
                <a:lnTo>
                  <a:pt x="946" y="717"/>
                </a:lnTo>
                <a:lnTo>
                  <a:pt x="946" y="716"/>
                </a:lnTo>
                <a:lnTo>
                  <a:pt x="946" y="715"/>
                </a:lnTo>
                <a:lnTo>
                  <a:pt x="947" y="716"/>
                </a:lnTo>
                <a:lnTo>
                  <a:pt x="948" y="716"/>
                </a:lnTo>
                <a:lnTo>
                  <a:pt x="948" y="717"/>
                </a:lnTo>
                <a:lnTo>
                  <a:pt x="949" y="717"/>
                </a:lnTo>
                <a:lnTo>
                  <a:pt x="950" y="718"/>
                </a:lnTo>
                <a:lnTo>
                  <a:pt x="951" y="719"/>
                </a:lnTo>
                <a:lnTo>
                  <a:pt x="952" y="719"/>
                </a:lnTo>
                <a:lnTo>
                  <a:pt x="953" y="719"/>
                </a:lnTo>
                <a:lnTo>
                  <a:pt x="953" y="720"/>
                </a:lnTo>
                <a:lnTo>
                  <a:pt x="953" y="721"/>
                </a:lnTo>
                <a:lnTo>
                  <a:pt x="954" y="722"/>
                </a:lnTo>
                <a:lnTo>
                  <a:pt x="955" y="722"/>
                </a:lnTo>
                <a:lnTo>
                  <a:pt x="956" y="723"/>
                </a:lnTo>
                <a:lnTo>
                  <a:pt x="956" y="724"/>
                </a:lnTo>
                <a:lnTo>
                  <a:pt x="957" y="724"/>
                </a:lnTo>
                <a:lnTo>
                  <a:pt x="957" y="725"/>
                </a:lnTo>
                <a:lnTo>
                  <a:pt x="956" y="725"/>
                </a:lnTo>
                <a:lnTo>
                  <a:pt x="956" y="726"/>
                </a:lnTo>
                <a:lnTo>
                  <a:pt x="956" y="727"/>
                </a:lnTo>
                <a:lnTo>
                  <a:pt x="956" y="729"/>
                </a:lnTo>
                <a:lnTo>
                  <a:pt x="955" y="729"/>
                </a:lnTo>
                <a:lnTo>
                  <a:pt x="955" y="730"/>
                </a:lnTo>
                <a:lnTo>
                  <a:pt x="955" y="731"/>
                </a:lnTo>
                <a:lnTo>
                  <a:pt x="955" y="732"/>
                </a:lnTo>
                <a:lnTo>
                  <a:pt x="955" y="733"/>
                </a:lnTo>
                <a:lnTo>
                  <a:pt x="956" y="733"/>
                </a:lnTo>
                <a:lnTo>
                  <a:pt x="957" y="733"/>
                </a:lnTo>
                <a:lnTo>
                  <a:pt x="959" y="735"/>
                </a:lnTo>
                <a:lnTo>
                  <a:pt x="958" y="735"/>
                </a:lnTo>
                <a:lnTo>
                  <a:pt x="958" y="736"/>
                </a:lnTo>
                <a:lnTo>
                  <a:pt x="958" y="737"/>
                </a:lnTo>
                <a:lnTo>
                  <a:pt x="958" y="739"/>
                </a:lnTo>
                <a:lnTo>
                  <a:pt x="959" y="739"/>
                </a:lnTo>
                <a:lnTo>
                  <a:pt x="960" y="741"/>
                </a:lnTo>
                <a:lnTo>
                  <a:pt x="959" y="741"/>
                </a:lnTo>
                <a:lnTo>
                  <a:pt x="960" y="742"/>
                </a:lnTo>
                <a:lnTo>
                  <a:pt x="961" y="742"/>
                </a:lnTo>
                <a:lnTo>
                  <a:pt x="961" y="743"/>
                </a:lnTo>
                <a:lnTo>
                  <a:pt x="961" y="744"/>
                </a:lnTo>
                <a:lnTo>
                  <a:pt x="962" y="747"/>
                </a:lnTo>
                <a:lnTo>
                  <a:pt x="962" y="748"/>
                </a:lnTo>
                <a:lnTo>
                  <a:pt x="963" y="748"/>
                </a:lnTo>
                <a:lnTo>
                  <a:pt x="963" y="749"/>
                </a:lnTo>
                <a:lnTo>
                  <a:pt x="962" y="749"/>
                </a:lnTo>
                <a:lnTo>
                  <a:pt x="962" y="750"/>
                </a:lnTo>
                <a:lnTo>
                  <a:pt x="962" y="751"/>
                </a:lnTo>
                <a:lnTo>
                  <a:pt x="962" y="752"/>
                </a:lnTo>
                <a:lnTo>
                  <a:pt x="963" y="752"/>
                </a:lnTo>
                <a:lnTo>
                  <a:pt x="964" y="752"/>
                </a:lnTo>
                <a:lnTo>
                  <a:pt x="964" y="753"/>
                </a:lnTo>
                <a:lnTo>
                  <a:pt x="964" y="754"/>
                </a:lnTo>
                <a:lnTo>
                  <a:pt x="963" y="754"/>
                </a:lnTo>
                <a:lnTo>
                  <a:pt x="964" y="755"/>
                </a:lnTo>
                <a:lnTo>
                  <a:pt x="965" y="756"/>
                </a:lnTo>
                <a:lnTo>
                  <a:pt x="966" y="757"/>
                </a:lnTo>
                <a:lnTo>
                  <a:pt x="967" y="759"/>
                </a:lnTo>
                <a:lnTo>
                  <a:pt x="966" y="761"/>
                </a:lnTo>
                <a:lnTo>
                  <a:pt x="965" y="762"/>
                </a:lnTo>
                <a:lnTo>
                  <a:pt x="965" y="763"/>
                </a:lnTo>
                <a:lnTo>
                  <a:pt x="965" y="764"/>
                </a:lnTo>
                <a:lnTo>
                  <a:pt x="965" y="765"/>
                </a:lnTo>
                <a:lnTo>
                  <a:pt x="966" y="765"/>
                </a:lnTo>
                <a:lnTo>
                  <a:pt x="966" y="766"/>
                </a:lnTo>
                <a:lnTo>
                  <a:pt x="966" y="765"/>
                </a:lnTo>
                <a:lnTo>
                  <a:pt x="967" y="764"/>
                </a:lnTo>
                <a:lnTo>
                  <a:pt x="968" y="765"/>
                </a:lnTo>
                <a:lnTo>
                  <a:pt x="968" y="766"/>
                </a:lnTo>
                <a:lnTo>
                  <a:pt x="969" y="767"/>
                </a:lnTo>
                <a:lnTo>
                  <a:pt x="969" y="766"/>
                </a:lnTo>
                <a:lnTo>
                  <a:pt x="970" y="767"/>
                </a:lnTo>
                <a:lnTo>
                  <a:pt x="970" y="769"/>
                </a:lnTo>
                <a:lnTo>
                  <a:pt x="970" y="770"/>
                </a:lnTo>
                <a:lnTo>
                  <a:pt x="970" y="771"/>
                </a:lnTo>
                <a:lnTo>
                  <a:pt x="970" y="772"/>
                </a:lnTo>
                <a:lnTo>
                  <a:pt x="969" y="773"/>
                </a:lnTo>
                <a:lnTo>
                  <a:pt x="969" y="772"/>
                </a:lnTo>
                <a:lnTo>
                  <a:pt x="967" y="772"/>
                </a:lnTo>
                <a:lnTo>
                  <a:pt x="966" y="772"/>
                </a:lnTo>
                <a:lnTo>
                  <a:pt x="965" y="772"/>
                </a:lnTo>
                <a:lnTo>
                  <a:pt x="964" y="772"/>
                </a:lnTo>
                <a:lnTo>
                  <a:pt x="963" y="770"/>
                </a:lnTo>
                <a:lnTo>
                  <a:pt x="962" y="769"/>
                </a:lnTo>
                <a:lnTo>
                  <a:pt x="962" y="768"/>
                </a:lnTo>
                <a:lnTo>
                  <a:pt x="961" y="768"/>
                </a:lnTo>
                <a:lnTo>
                  <a:pt x="961" y="767"/>
                </a:lnTo>
                <a:lnTo>
                  <a:pt x="961" y="766"/>
                </a:lnTo>
                <a:lnTo>
                  <a:pt x="960" y="765"/>
                </a:lnTo>
                <a:lnTo>
                  <a:pt x="959" y="765"/>
                </a:lnTo>
                <a:lnTo>
                  <a:pt x="958" y="765"/>
                </a:lnTo>
                <a:lnTo>
                  <a:pt x="957" y="764"/>
                </a:lnTo>
                <a:lnTo>
                  <a:pt x="955" y="764"/>
                </a:lnTo>
                <a:lnTo>
                  <a:pt x="955" y="763"/>
                </a:lnTo>
                <a:lnTo>
                  <a:pt x="954" y="762"/>
                </a:lnTo>
                <a:lnTo>
                  <a:pt x="953" y="762"/>
                </a:lnTo>
                <a:lnTo>
                  <a:pt x="953" y="761"/>
                </a:lnTo>
                <a:lnTo>
                  <a:pt x="952" y="761"/>
                </a:lnTo>
                <a:lnTo>
                  <a:pt x="953" y="761"/>
                </a:lnTo>
                <a:lnTo>
                  <a:pt x="952" y="760"/>
                </a:lnTo>
                <a:lnTo>
                  <a:pt x="951" y="761"/>
                </a:lnTo>
                <a:lnTo>
                  <a:pt x="950" y="760"/>
                </a:lnTo>
                <a:lnTo>
                  <a:pt x="949" y="760"/>
                </a:lnTo>
                <a:lnTo>
                  <a:pt x="948" y="759"/>
                </a:lnTo>
                <a:lnTo>
                  <a:pt x="948" y="758"/>
                </a:lnTo>
                <a:lnTo>
                  <a:pt x="948" y="757"/>
                </a:lnTo>
                <a:lnTo>
                  <a:pt x="947" y="755"/>
                </a:lnTo>
                <a:lnTo>
                  <a:pt x="946" y="755"/>
                </a:lnTo>
                <a:lnTo>
                  <a:pt x="946" y="754"/>
                </a:lnTo>
                <a:lnTo>
                  <a:pt x="946" y="753"/>
                </a:lnTo>
                <a:lnTo>
                  <a:pt x="946" y="752"/>
                </a:lnTo>
                <a:lnTo>
                  <a:pt x="945" y="752"/>
                </a:lnTo>
                <a:lnTo>
                  <a:pt x="944" y="752"/>
                </a:lnTo>
                <a:lnTo>
                  <a:pt x="943" y="751"/>
                </a:lnTo>
                <a:lnTo>
                  <a:pt x="942" y="751"/>
                </a:lnTo>
                <a:lnTo>
                  <a:pt x="941" y="752"/>
                </a:lnTo>
                <a:lnTo>
                  <a:pt x="941" y="753"/>
                </a:lnTo>
                <a:lnTo>
                  <a:pt x="940" y="753"/>
                </a:lnTo>
                <a:lnTo>
                  <a:pt x="939" y="753"/>
                </a:lnTo>
                <a:lnTo>
                  <a:pt x="938" y="752"/>
                </a:lnTo>
                <a:lnTo>
                  <a:pt x="938" y="751"/>
                </a:lnTo>
                <a:lnTo>
                  <a:pt x="938" y="750"/>
                </a:lnTo>
                <a:lnTo>
                  <a:pt x="937" y="750"/>
                </a:lnTo>
                <a:lnTo>
                  <a:pt x="937" y="749"/>
                </a:lnTo>
                <a:lnTo>
                  <a:pt x="937" y="748"/>
                </a:lnTo>
                <a:lnTo>
                  <a:pt x="938" y="748"/>
                </a:lnTo>
                <a:lnTo>
                  <a:pt x="937" y="748"/>
                </a:lnTo>
                <a:lnTo>
                  <a:pt x="937" y="747"/>
                </a:lnTo>
                <a:lnTo>
                  <a:pt x="936" y="746"/>
                </a:lnTo>
                <a:lnTo>
                  <a:pt x="935" y="746"/>
                </a:lnTo>
                <a:lnTo>
                  <a:pt x="935" y="745"/>
                </a:lnTo>
                <a:lnTo>
                  <a:pt x="935" y="746"/>
                </a:lnTo>
                <a:lnTo>
                  <a:pt x="934" y="746"/>
                </a:lnTo>
                <a:lnTo>
                  <a:pt x="933" y="745"/>
                </a:lnTo>
                <a:lnTo>
                  <a:pt x="932" y="745"/>
                </a:lnTo>
                <a:lnTo>
                  <a:pt x="932" y="746"/>
                </a:lnTo>
                <a:lnTo>
                  <a:pt x="932" y="745"/>
                </a:lnTo>
                <a:lnTo>
                  <a:pt x="931" y="745"/>
                </a:lnTo>
                <a:lnTo>
                  <a:pt x="931" y="744"/>
                </a:lnTo>
                <a:lnTo>
                  <a:pt x="931" y="743"/>
                </a:lnTo>
                <a:lnTo>
                  <a:pt x="930" y="743"/>
                </a:lnTo>
                <a:lnTo>
                  <a:pt x="930" y="742"/>
                </a:lnTo>
                <a:lnTo>
                  <a:pt x="931" y="742"/>
                </a:lnTo>
                <a:lnTo>
                  <a:pt x="930" y="742"/>
                </a:lnTo>
                <a:lnTo>
                  <a:pt x="930" y="741"/>
                </a:lnTo>
                <a:lnTo>
                  <a:pt x="929" y="740"/>
                </a:lnTo>
                <a:lnTo>
                  <a:pt x="928" y="739"/>
                </a:lnTo>
                <a:lnTo>
                  <a:pt x="927" y="738"/>
                </a:lnTo>
                <a:lnTo>
                  <a:pt x="927" y="739"/>
                </a:lnTo>
                <a:lnTo>
                  <a:pt x="926" y="739"/>
                </a:lnTo>
                <a:lnTo>
                  <a:pt x="925" y="738"/>
                </a:lnTo>
                <a:lnTo>
                  <a:pt x="925" y="737"/>
                </a:lnTo>
                <a:lnTo>
                  <a:pt x="924" y="737"/>
                </a:lnTo>
                <a:lnTo>
                  <a:pt x="924" y="736"/>
                </a:lnTo>
                <a:lnTo>
                  <a:pt x="923" y="736"/>
                </a:lnTo>
                <a:lnTo>
                  <a:pt x="923" y="739"/>
                </a:lnTo>
                <a:lnTo>
                  <a:pt x="923" y="740"/>
                </a:lnTo>
                <a:lnTo>
                  <a:pt x="922" y="741"/>
                </a:lnTo>
                <a:lnTo>
                  <a:pt x="922" y="742"/>
                </a:lnTo>
                <a:lnTo>
                  <a:pt x="922" y="743"/>
                </a:lnTo>
                <a:lnTo>
                  <a:pt x="921" y="743"/>
                </a:lnTo>
                <a:lnTo>
                  <a:pt x="921" y="744"/>
                </a:lnTo>
                <a:lnTo>
                  <a:pt x="920" y="744"/>
                </a:lnTo>
                <a:lnTo>
                  <a:pt x="920" y="745"/>
                </a:lnTo>
                <a:lnTo>
                  <a:pt x="920" y="746"/>
                </a:lnTo>
                <a:lnTo>
                  <a:pt x="920" y="747"/>
                </a:lnTo>
                <a:lnTo>
                  <a:pt x="919" y="747"/>
                </a:lnTo>
                <a:lnTo>
                  <a:pt x="917" y="748"/>
                </a:lnTo>
                <a:lnTo>
                  <a:pt x="916" y="748"/>
                </a:lnTo>
                <a:lnTo>
                  <a:pt x="915" y="748"/>
                </a:lnTo>
                <a:lnTo>
                  <a:pt x="915" y="750"/>
                </a:lnTo>
                <a:lnTo>
                  <a:pt x="915" y="751"/>
                </a:lnTo>
                <a:lnTo>
                  <a:pt x="916" y="752"/>
                </a:lnTo>
                <a:lnTo>
                  <a:pt x="915" y="752"/>
                </a:lnTo>
                <a:lnTo>
                  <a:pt x="915" y="754"/>
                </a:lnTo>
                <a:lnTo>
                  <a:pt x="916" y="755"/>
                </a:lnTo>
                <a:lnTo>
                  <a:pt x="917" y="755"/>
                </a:lnTo>
                <a:lnTo>
                  <a:pt x="917" y="756"/>
                </a:lnTo>
                <a:lnTo>
                  <a:pt x="917" y="757"/>
                </a:lnTo>
                <a:lnTo>
                  <a:pt x="916" y="757"/>
                </a:lnTo>
                <a:lnTo>
                  <a:pt x="915" y="757"/>
                </a:lnTo>
                <a:lnTo>
                  <a:pt x="915" y="758"/>
                </a:lnTo>
                <a:lnTo>
                  <a:pt x="914" y="758"/>
                </a:lnTo>
                <a:lnTo>
                  <a:pt x="914" y="757"/>
                </a:lnTo>
                <a:lnTo>
                  <a:pt x="913" y="757"/>
                </a:lnTo>
                <a:lnTo>
                  <a:pt x="912" y="757"/>
                </a:lnTo>
                <a:lnTo>
                  <a:pt x="911" y="757"/>
                </a:lnTo>
                <a:lnTo>
                  <a:pt x="911" y="756"/>
                </a:lnTo>
                <a:lnTo>
                  <a:pt x="910" y="756"/>
                </a:lnTo>
                <a:lnTo>
                  <a:pt x="910" y="757"/>
                </a:lnTo>
                <a:lnTo>
                  <a:pt x="909" y="757"/>
                </a:lnTo>
                <a:lnTo>
                  <a:pt x="908" y="757"/>
                </a:lnTo>
                <a:lnTo>
                  <a:pt x="907" y="757"/>
                </a:lnTo>
                <a:lnTo>
                  <a:pt x="906" y="757"/>
                </a:lnTo>
                <a:lnTo>
                  <a:pt x="905" y="757"/>
                </a:lnTo>
                <a:lnTo>
                  <a:pt x="903" y="756"/>
                </a:lnTo>
                <a:lnTo>
                  <a:pt x="903" y="757"/>
                </a:lnTo>
                <a:lnTo>
                  <a:pt x="903" y="758"/>
                </a:lnTo>
                <a:lnTo>
                  <a:pt x="902" y="758"/>
                </a:lnTo>
                <a:lnTo>
                  <a:pt x="901" y="758"/>
                </a:lnTo>
                <a:lnTo>
                  <a:pt x="901" y="759"/>
                </a:lnTo>
                <a:lnTo>
                  <a:pt x="900" y="759"/>
                </a:lnTo>
                <a:lnTo>
                  <a:pt x="900" y="758"/>
                </a:lnTo>
                <a:lnTo>
                  <a:pt x="900" y="757"/>
                </a:lnTo>
                <a:lnTo>
                  <a:pt x="899" y="755"/>
                </a:lnTo>
                <a:lnTo>
                  <a:pt x="898" y="755"/>
                </a:lnTo>
                <a:lnTo>
                  <a:pt x="898" y="756"/>
                </a:lnTo>
                <a:lnTo>
                  <a:pt x="897" y="757"/>
                </a:lnTo>
                <a:lnTo>
                  <a:pt x="897" y="758"/>
                </a:lnTo>
                <a:lnTo>
                  <a:pt x="895" y="759"/>
                </a:lnTo>
                <a:lnTo>
                  <a:pt x="894" y="759"/>
                </a:lnTo>
                <a:lnTo>
                  <a:pt x="893" y="759"/>
                </a:lnTo>
                <a:lnTo>
                  <a:pt x="893" y="758"/>
                </a:lnTo>
                <a:lnTo>
                  <a:pt x="892" y="758"/>
                </a:lnTo>
                <a:lnTo>
                  <a:pt x="892" y="759"/>
                </a:lnTo>
                <a:lnTo>
                  <a:pt x="892" y="760"/>
                </a:lnTo>
                <a:lnTo>
                  <a:pt x="892" y="761"/>
                </a:lnTo>
                <a:lnTo>
                  <a:pt x="892" y="762"/>
                </a:lnTo>
                <a:lnTo>
                  <a:pt x="891" y="763"/>
                </a:lnTo>
                <a:lnTo>
                  <a:pt x="891" y="764"/>
                </a:lnTo>
                <a:lnTo>
                  <a:pt x="891" y="765"/>
                </a:lnTo>
                <a:lnTo>
                  <a:pt x="891" y="766"/>
                </a:lnTo>
                <a:lnTo>
                  <a:pt x="890" y="766"/>
                </a:lnTo>
                <a:lnTo>
                  <a:pt x="889" y="766"/>
                </a:lnTo>
                <a:lnTo>
                  <a:pt x="890" y="767"/>
                </a:lnTo>
                <a:lnTo>
                  <a:pt x="889" y="767"/>
                </a:lnTo>
                <a:lnTo>
                  <a:pt x="888" y="767"/>
                </a:lnTo>
                <a:lnTo>
                  <a:pt x="887" y="767"/>
                </a:lnTo>
                <a:lnTo>
                  <a:pt x="887" y="768"/>
                </a:lnTo>
                <a:lnTo>
                  <a:pt x="886" y="768"/>
                </a:lnTo>
                <a:lnTo>
                  <a:pt x="885" y="768"/>
                </a:lnTo>
                <a:lnTo>
                  <a:pt x="885" y="769"/>
                </a:lnTo>
                <a:lnTo>
                  <a:pt x="885" y="770"/>
                </a:lnTo>
                <a:lnTo>
                  <a:pt x="885" y="771"/>
                </a:lnTo>
                <a:lnTo>
                  <a:pt x="884" y="772"/>
                </a:lnTo>
                <a:lnTo>
                  <a:pt x="884" y="773"/>
                </a:lnTo>
                <a:lnTo>
                  <a:pt x="883" y="773"/>
                </a:lnTo>
                <a:lnTo>
                  <a:pt x="883" y="774"/>
                </a:lnTo>
                <a:lnTo>
                  <a:pt x="884" y="775"/>
                </a:lnTo>
                <a:lnTo>
                  <a:pt x="883" y="775"/>
                </a:lnTo>
                <a:lnTo>
                  <a:pt x="883" y="776"/>
                </a:lnTo>
                <a:lnTo>
                  <a:pt x="883" y="777"/>
                </a:lnTo>
                <a:lnTo>
                  <a:pt x="883" y="778"/>
                </a:lnTo>
                <a:lnTo>
                  <a:pt x="884" y="779"/>
                </a:lnTo>
                <a:lnTo>
                  <a:pt x="885" y="779"/>
                </a:lnTo>
                <a:lnTo>
                  <a:pt x="886" y="779"/>
                </a:lnTo>
                <a:lnTo>
                  <a:pt x="887" y="779"/>
                </a:lnTo>
                <a:lnTo>
                  <a:pt x="887" y="780"/>
                </a:lnTo>
                <a:lnTo>
                  <a:pt x="887" y="781"/>
                </a:lnTo>
                <a:lnTo>
                  <a:pt x="887" y="782"/>
                </a:lnTo>
                <a:lnTo>
                  <a:pt x="887" y="783"/>
                </a:lnTo>
                <a:lnTo>
                  <a:pt x="886" y="783"/>
                </a:lnTo>
                <a:lnTo>
                  <a:pt x="886" y="784"/>
                </a:lnTo>
                <a:lnTo>
                  <a:pt x="887" y="784"/>
                </a:lnTo>
                <a:lnTo>
                  <a:pt x="888" y="785"/>
                </a:lnTo>
                <a:lnTo>
                  <a:pt x="888" y="786"/>
                </a:lnTo>
                <a:lnTo>
                  <a:pt x="888" y="787"/>
                </a:lnTo>
                <a:lnTo>
                  <a:pt x="888" y="788"/>
                </a:lnTo>
                <a:lnTo>
                  <a:pt x="888" y="789"/>
                </a:lnTo>
                <a:lnTo>
                  <a:pt x="888" y="790"/>
                </a:lnTo>
                <a:lnTo>
                  <a:pt x="888" y="791"/>
                </a:lnTo>
                <a:lnTo>
                  <a:pt x="887" y="791"/>
                </a:lnTo>
                <a:lnTo>
                  <a:pt x="887" y="792"/>
                </a:lnTo>
                <a:lnTo>
                  <a:pt x="886" y="793"/>
                </a:lnTo>
                <a:lnTo>
                  <a:pt x="886" y="795"/>
                </a:lnTo>
                <a:lnTo>
                  <a:pt x="887" y="795"/>
                </a:lnTo>
                <a:lnTo>
                  <a:pt x="887" y="794"/>
                </a:lnTo>
                <a:lnTo>
                  <a:pt x="888" y="794"/>
                </a:lnTo>
                <a:lnTo>
                  <a:pt x="889" y="795"/>
                </a:lnTo>
                <a:lnTo>
                  <a:pt x="890" y="795"/>
                </a:lnTo>
                <a:lnTo>
                  <a:pt x="890" y="796"/>
                </a:lnTo>
                <a:lnTo>
                  <a:pt x="891" y="796"/>
                </a:lnTo>
                <a:lnTo>
                  <a:pt x="891" y="797"/>
                </a:lnTo>
                <a:lnTo>
                  <a:pt x="892" y="798"/>
                </a:lnTo>
                <a:lnTo>
                  <a:pt x="894" y="799"/>
                </a:lnTo>
                <a:lnTo>
                  <a:pt x="897" y="799"/>
                </a:lnTo>
                <a:lnTo>
                  <a:pt x="898" y="800"/>
                </a:lnTo>
                <a:lnTo>
                  <a:pt x="899" y="799"/>
                </a:lnTo>
                <a:lnTo>
                  <a:pt x="898" y="799"/>
                </a:lnTo>
                <a:lnTo>
                  <a:pt x="898" y="798"/>
                </a:lnTo>
                <a:lnTo>
                  <a:pt x="898" y="797"/>
                </a:lnTo>
                <a:lnTo>
                  <a:pt x="898" y="796"/>
                </a:lnTo>
                <a:lnTo>
                  <a:pt x="899" y="796"/>
                </a:lnTo>
                <a:lnTo>
                  <a:pt x="899" y="795"/>
                </a:lnTo>
                <a:lnTo>
                  <a:pt x="900" y="795"/>
                </a:lnTo>
                <a:lnTo>
                  <a:pt x="901" y="795"/>
                </a:lnTo>
                <a:lnTo>
                  <a:pt x="903" y="795"/>
                </a:lnTo>
                <a:lnTo>
                  <a:pt x="903" y="794"/>
                </a:lnTo>
                <a:lnTo>
                  <a:pt x="902" y="794"/>
                </a:lnTo>
                <a:lnTo>
                  <a:pt x="902" y="792"/>
                </a:lnTo>
                <a:lnTo>
                  <a:pt x="903" y="792"/>
                </a:lnTo>
                <a:lnTo>
                  <a:pt x="903" y="791"/>
                </a:lnTo>
                <a:lnTo>
                  <a:pt x="904" y="791"/>
                </a:lnTo>
                <a:lnTo>
                  <a:pt x="904" y="792"/>
                </a:lnTo>
                <a:lnTo>
                  <a:pt x="905" y="793"/>
                </a:lnTo>
                <a:lnTo>
                  <a:pt x="905" y="794"/>
                </a:lnTo>
                <a:lnTo>
                  <a:pt x="905" y="795"/>
                </a:lnTo>
                <a:lnTo>
                  <a:pt x="906" y="795"/>
                </a:lnTo>
                <a:lnTo>
                  <a:pt x="908" y="795"/>
                </a:lnTo>
                <a:lnTo>
                  <a:pt x="908" y="796"/>
                </a:lnTo>
                <a:lnTo>
                  <a:pt x="909" y="796"/>
                </a:lnTo>
                <a:lnTo>
                  <a:pt x="909" y="797"/>
                </a:lnTo>
                <a:lnTo>
                  <a:pt x="909" y="798"/>
                </a:lnTo>
                <a:lnTo>
                  <a:pt x="909" y="799"/>
                </a:lnTo>
                <a:lnTo>
                  <a:pt x="910" y="801"/>
                </a:lnTo>
                <a:lnTo>
                  <a:pt x="911" y="801"/>
                </a:lnTo>
                <a:lnTo>
                  <a:pt x="911" y="802"/>
                </a:lnTo>
                <a:lnTo>
                  <a:pt x="912" y="803"/>
                </a:lnTo>
                <a:lnTo>
                  <a:pt x="913" y="803"/>
                </a:lnTo>
                <a:lnTo>
                  <a:pt x="913" y="802"/>
                </a:lnTo>
                <a:lnTo>
                  <a:pt x="914" y="802"/>
                </a:lnTo>
                <a:lnTo>
                  <a:pt x="914" y="803"/>
                </a:lnTo>
                <a:lnTo>
                  <a:pt x="915" y="804"/>
                </a:lnTo>
                <a:lnTo>
                  <a:pt x="916" y="804"/>
                </a:lnTo>
                <a:lnTo>
                  <a:pt x="916" y="805"/>
                </a:lnTo>
                <a:lnTo>
                  <a:pt x="915" y="805"/>
                </a:lnTo>
                <a:lnTo>
                  <a:pt x="915" y="806"/>
                </a:lnTo>
                <a:lnTo>
                  <a:pt x="915" y="807"/>
                </a:lnTo>
                <a:lnTo>
                  <a:pt x="915" y="808"/>
                </a:lnTo>
                <a:lnTo>
                  <a:pt x="914" y="808"/>
                </a:lnTo>
                <a:lnTo>
                  <a:pt x="913" y="809"/>
                </a:lnTo>
                <a:lnTo>
                  <a:pt x="913" y="810"/>
                </a:lnTo>
                <a:lnTo>
                  <a:pt x="913" y="812"/>
                </a:lnTo>
                <a:lnTo>
                  <a:pt x="912" y="813"/>
                </a:lnTo>
                <a:lnTo>
                  <a:pt x="912" y="814"/>
                </a:lnTo>
                <a:lnTo>
                  <a:pt x="913" y="815"/>
                </a:lnTo>
                <a:lnTo>
                  <a:pt x="913" y="816"/>
                </a:lnTo>
                <a:lnTo>
                  <a:pt x="914" y="816"/>
                </a:lnTo>
                <a:lnTo>
                  <a:pt x="914" y="817"/>
                </a:lnTo>
                <a:lnTo>
                  <a:pt x="915" y="817"/>
                </a:lnTo>
                <a:lnTo>
                  <a:pt x="914" y="817"/>
                </a:lnTo>
                <a:lnTo>
                  <a:pt x="914" y="818"/>
                </a:lnTo>
                <a:lnTo>
                  <a:pt x="914" y="819"/>
                </a:lnTo>
                <a:lnTo>
                  <a:pt x="915" y="819"/>
                </a:lnTo>
                <a:lnTo>
                  <a:pt x="916" y="819"/>
                </a:lnTo>
                <a:lnTo>
                  <a:pt x="917" y="819"/>
                </a:lnTo>
                <a:lnTo>
                  <a:pt x="917" y="818"/>
                </a:lnTo>
                <a:lnTo>
                  <a:pt x="918" y="818"/>
                </a:lnTo>
                <a:lnTo>
                  <a:pt x="919" y="817"/>
                </a:lnTo>
                <a:lnTo>
                  <a:pt x="920" y="817"/>
                </a:lnTo>
                <a:lnTo>
                  <a:pt x="920" y="818"/>
                </a:lnTo>
                <a:lnTo>
                  <a:pt x="921" y="818"/>
                </a:lnTo>
                <a:lnTo>
                  <a:pt x="921" y="817"/>
                </a:lnTo>
                <a:lnTo>
                  <a:pt x="921" y="816"/>
                </a:lnTo>
                <a:lnTo>
                  <a:pt x="922" y="816"/>
                </a:lnTo>
                <a:lnTo>
                  <a:pt x="923" y="816"/>
                </a:lnTo>
                <a:lnTo>
                  <a:pt x="923" y="817"/>
                </a:lnTo>
                <a:lnTo>
                  <a:pt x="924" y="817"/>
                </a:lnTo>
                <a:lnTo>
                  <a:pt x="925" y="818"/>
                </a:lnTo>
                <a:lnTo>
                  <a:pt x="925" y="819"/>
                </a:lnTo>
                <a:lnTo>
                  <a:pt x="925" y="820"/>
                </a:lnTo>
                <a:lnTo>
                  <a:pt x="926" y="821"/>
                </a:lnTo>
                <a:lnTo>
                  <a:pt x="927" y="820"/>
                </a:lnTo>
                <a:lnTo>
                  <a:pt x="926" y="820"/>
                </a:lnTo>
                <a:lnTo>
                  <a:pt x="927" y="820"/>
                </a:lnTo>
                <a:lnTo>
                  <a:pt x="927" y="819"/>
                </a:lnTo>
                <a:lnTo>
                  <a:pt x="927" y="820"/>
                </a:lnTo>
                <a:lnTo>
                  <a:pt x="928" y="820"/>
                </a:lnTo>
                <a:lnTo>
                  <a:pt x="929" y="819"/>
                </a:lnTo>
                <a:lnTo>
                  <a:pt x="930" y="819"/>
                </a:lnTo>
                <a:lnTo>
                  <a:pt x="930" y="820"/>
                </a:lnTo>
                <a:lnTo>
                  <a:pt x="930" y="821"/>
                </a:lnTo>
                <a:lnTo>
                  <a:pt x="931" y="821"/>
                </a:lnTo>
                <a:lnTo>
                  <a:pt x="932" y="821"/>
                </a:lnTo>
                <a:lnTo>
                  <a:pt x="932" y="820"/>
                </a:lnTo>
                <a:lnTo>
                  <a:pt x="932" y="819"/>
                </a:lnTo>
                <a:lnTo>
                  <a:pt x="931" y="819"/>
                </a:lnTo>
                <a:lnTo>
                  <a:pt x="931" y="818"/>
                </a:lnTo>
                <a:lnTo>
                  <a:pt x="932" y="818"/>
                </a:lnTo>
                <a:lnTo>
                  <a:pt x="932" y="817"/>
                </a:lnTo>
                <a:lnTo>
                  <a:pt x="933" y="817"/>
                </a:lnTo>
                <a:lnTo>
                  <a:pt x="935" y="816"/>
                </a:lnTo>
                <a:lnTo>
                  <a:pt x="936" y="816"/>
                </a:lnTo>
                <a:lnTo>
                  <a:pt x="936" y="815"/>
                </a:lnTo>
                <a:lnTo>
                  <a:pt x="937" y="815"/>
                </a:lnTo>
                <a:lnTo>
                  <a:pt x="938" y="814"/>
                </a:lnTo>
                <a:lnTo>
                  <a:pt x="939" y="814"/>
                </a:lnTo>
                <a:lnTo>
                  <a:pt x="940" y="814"/>
                </a:lnTo>
                <a:lnTo>
                  <a:pt x="941" y="813"/>
                </a:lnTo>
                <a:lnTo>
                  <a:pt x="942" y="813"/>
                </a:lnTo>
                <a:lnTo>
                  <a:pt x="943" y="813"/>
                </a:lnTo>
                <a:lnTo>
                  <a:pt x="943" y="814"/>
                </a:lnTo>
                <a:lnTo>
                  <a:pt x="944" y="814"/>
                </a:lnTo>
                <a:lnTo>
                  <a:pt x="945" y="814"/>
                </a:lnTo>
                <a:lnTo>
                  <a:pt x="946" y="814"/>
                </a:lnTo>
                <a:lnTo>
                  <a:pt x="946" y="815"/>
                </a:lnTo>
                <a:lnTo>
                  <a:pt x="947" y="815"/>
                </a:lnTo>
                <a:lnTo>
                  <a:pt x="948" y="816"/>
                </a:lnTo>
                <a:lnTo>
                  <a:pt x="949" y="816"/>
                </a:lnTo>
                <a:lnTo>
                  <a:pt x="950" y="817"/>
                </a:lnTo>
                <a:lnTo>
                  <a:pt x="951" y="817"/>
                </a:lnTo>
                <a:lnTo>
                  <a:pt x="952" y="817"/>
                </a:lnTo>
                <a:lnTo>
                  <a:pt x="952" y="818"/>
                </a:lnTo>
                <a:lnTo>
                  <a:pt x="952" y="819"/>
                </a:lnTo>
                <a:lnTo>
                  <a:pt x="953" y="819"/>
                </a:lnTo>
                <a:lnTo>
                  <a:pt x="954" y="819"/>
                </a:lnTo>
                <a:lnTo>
                  <a:pt x="954" y="820"/>
                </a:lnTo>
                <a:lnTo>
                  <a:pt x="954" y="821"/>
                </a:lnTo>
                <a:lnTo>
                  <a:pt x="954" y="822"/>
                </a:lnTo>
                <a:lnTo>
                  <a:pt x="955" y="822"/>
                </a:lnTo>
                <a:lnTo>
                  <a:pt x="956" y="822"/>
                </a:lnTo>
                <a:lnTo>
                  <a:pt x="956" y="823"/>
                </a:lnTo>
                <a:lnTo>
                  <a:pt x="957" y="823"/>
                </a:lnTo>
                <a:lnTo>
                  <a:pt x="957" y="824"/>
                </a:lnTo>
                <a:lnTo>
                  <a:pt x="958" y="825"/>
                </a:lnTo>
                <a:lnTo>
                  <a:pt x="958" y="826"/>
                </a:lnTo>
                <a:lnTo>
                  <a:pt x="958" y="827"/>
                </a:lnTo>
                <a:lnTo>
                  <a:pt x="958" y="828"/>
                </a:lnTo>
                <a:lnTo>
                  <a:pt x="957" y="828"/>
                </a:lnTo>
                <a:lnTo>
                  <a:pt x="957" y="829"/>
                </a:lnTo>
                <a:lnTo>
                  <a:pt x="956" y="830"/>
                </a:lnTo>
                <a:lnTo>
                  <a:pt x="956" y="831"/>
                </a:lnTo>
                <a:lnTo>
                  <a:pt x="955" y="831"/>
                </a:lnTo>
                <a:lnTo>
                  <a:pt x="955" y="832"/>
                </a:lnTo>
                <a:lnTo>
                  <a:pt x="956" y="832"/>
                </a:lnTo>
                <a:lnTo>
                  <a:pt x="956" y="833"/>
                </a:lnTo>
                <a:lnTo>
                  <a:pt x="957" y="833"/>
                </a:lnTo>
                <a:lnTo>
                  <a:pt x="957" y="834"/>
                </a:lnTo>
                <a:lnTo>
                  <a:pt x="957" y="833"/>
                </a:lnTo>
                <a:lnTo>
                  <a:pt x="958" y="833"/>
                </a:lnTo>
                <a:lnTo>
                  <a:pt x="958" y="834"/>
                </a:lnTo>
                <a:lnTo>
                  <a:pt x="959" y="834"/>
                </a:lnTo>
                <a:lnTo>
                  <a:pt x="960" y="834"/>
                </a:lnTo>
                <a:lnTo>
                  <a:pt x="960" y="833"/>
                </a:lnTo>
                <a:lnTo>
                  <a:pt x="961" y="834"/>
                </a:lnTo>
                <a:lnTo>
                  <a:pt x="962" y="835"/>
                </a:lnTo>
                <a:lnTo>
                  <a:pt x="963" y="836"/>
                </a:lnTo>
                <a:lnTo>
                  <a:pt x="963" y="837"/>
                </a:lnTo>
                <a:lnTo>
                  <a:pt x="964" y="837"/>
                </a:lnTo>
                <a:lnTo>
                  <a:pt x="964" y="838"/>
                </a:lnTo>
                <a:lnTo>
                  <a:pt x="964" y="839"/>
                </a:lnTo>
                <a:lnTo>
                  <a:pt x="965" y="839"/>
                </a:lnTo>
                <a:lnTo>
                  <a:pt x="965" y="840"/>
                </a:lnTo>
                <a:lnTo>
                  <a:pt x="965" y="841"/>
                </a:lnTo>
                <a:lnTo>
                  <a:pt x="964" y="841"/>
                </a:lnTo>
                <a:lnTo>
                  <a:pt x="964" y="842"/>
                </a:lnTo>
                <a:lnTo>
                  <a:pt x="963" y="842"/>
                </a:lnTo>
                <a:lnTo>
                  <a:pt x="963" y="843"/>
                </a:lnTo>
                <a:lnTo>
                  <a:pt x="963" y="844"/>
                </a:lnTo>
                <a:lnTo>
                  <a:pt x="963" y="845"/>
                </a:lnTo>
                <a:lnTo>
                  <a:pt x="963" y="846"/>
                </a:lnTo>
                <a:lnTo>
                  <a:pt x="962" y="846"/>
                </a:lnTo>
                <a:lnTo>
                  <a:pt x="962" y="847"/>
                </a:lnTo>
                <a:lnTo>
                  <a:pt x="963" y="847"/>
                </a:lnTo>
                <a:lnTo>
                  <a:pt x="964" y="847"/>
                </a:lnTo>
                <a:lnTo>
                  <a:pt x="964" y="848"/>
                </a:lnTo>
                <a:lnTo>
                  <a:pt x="965" y="848"/>
                </a:lnTo>
                <a:lnTo>
                  <a:pt x="966" y="849"/>
                </a:lnTo>
                <a:lnTo>
                  <a:pt x="966" y="850"/>
                </a:lnTo>
                <a:lnTo>
                  <a:pt x="965" y="850"/>
                </a:lnTo>
                <a:lnTo>
                  <a:pt x="966" y="850"/>
                </a:lnTo>
                <a:lnTo>
                  <a:pt x="967" y="850"/>
                </a:lnTo>
                <a:lnTo>
                  <a:pt x="967" y="851"/>
                </a:lnTo>
                <a:lnTo>
                  <a:pt x="967" y="852"/>
                </a:lnTo>
                <a:lnTo>
                  <a:pt x="967" y="853"/>
                </a:lnTo>
                <a:lnTo>
                  <a:pt x="966" y="853"/>
                </a:lnTo>
                <a:lnTo>
                  <a:pt x="966" y="854"/>
                </a:lnTo>
                <a:lnTo>
                  <a:pt x="965" y="854"/>
                </a:lnTo>
                <a:lnTo>
                  <a:pt x="965" y="855"/>
                </a:lnTo>
                <a:lnTo>
                  <a:pt x="964" y="855"/>
                </a:lnTo>
                <a:lnTo>
                  <a:pt x="964" y="856"/>
                </a:lnTo>
                <a:lnTo>
                  <a:pt x="965" y="856"/>
                </a:lnTo>
                <a:lnTo>
                  <a:pt x="965" y="857"/>
                </a:lnTo>
                <a:lnTo>
                  <a:pt x="966" y="857"/>
                </a:lnTo>
                <a:lnTo>
                  <a:pt x="967" y="857"/>
                </a:lnTo>
                <a:lnTo>
                  <a:pt x="967" y="858"/>
                </a:lnTo>
                <a:lnTo>
                  <a:pt x="966" y="858"/>
                </a:lnTo>
                <a:lnTo>
                  <a:pt x="966" y="859"/>
                </a:lnTo>
                <a:lnTo>
                  <a:pt x="965" y="859"/>
                </a:lnTo>
                <a:lnTo>
                  <a:pt x="964" y="859"/>
                </a:lnTo>
                <a:lnTo>
                  <a:pt x="963" y="859"/>
                </a:lnTo>
                <a:lnTo>
                  <a:pt x="962" y="860"/>
                </a:lnTo>
                <a:lnTo>
                  <a:pt x="961" y="861"/>
                </a:lnTo>
                <a:lnTo>
                  <a:pt x="960" y="862"/>
                </a:lnTo>
                <a:lnTo>
                  <a:pt x="959" y="863"/>
                </a:lnTo>
                <a:lnTo>
                  <a:pt x="957" y="864"/>
                </a:lnTo>
                <a:lnTo>
                  <a:pt x="956" y="864"/>
                </a:lnTo>
                <a:lnTo>
                  <a:pt x="955" y="864"/>
                </a:lnTo>
                <a:lnTo>
                  <a:pt x="954" y="865"/>
                </a:lnTo>
                <a:lnTo>
                  <a:pt x="953" y="865"/>
                </a:lnTo>
                <a:lnTo>
                  <a:pt x="952" y="865"/>
                </a:lnTo>
                <a:lnTo>
                  <a:pt x="951" y="866"/>
                </a:lnTo>
                <a:lnTo>
                  <a:pt x="950" y="866"/>
                </a:lnTo>
                <a:lnTo>
                  <a:pt x="949" y="865"/>
                </a:lnTo>
                <a:lnTo>
                  <a:pt x="947" y="865"/>
                </a:lnTo>
                <a:lnTo>
                  <a:pt x="946" y="865"/>
                </a:lnTo>
                <a:lnTo>
                  <a:pt x="946" y="864"/>
                </a:lnTo>
                <a:lnTo>
                  <a:pt x="945" y="864"/>
                </a:lnTo>
                <a:lnTo>
                  <a:pt x="944" y="863"/>
                </a:lnTo>
                <a:lnTo>
                  <a:pt x="943" y="863"/>
                </a:lnTo>
                <a:lnTo>
                  <a:pt x="942" y="863"/>
                </a:lnTo>
                <a:lnTo>
                  <a:pt x="941" y="863"/>
                </a:lnTo>
                <a:lnTo>
                  <a:pt x="940" y="863"/>
                </a:lnTo>
                <a:lnTo>
                  <a:pt x="938" y="863"/>
                </a:lnTo>
                <a:lnTo>
                  <a:pt x="938" y="864"/>
                </a:lnTo>
                <a:lnTo>
                  <a:pt x="937" y="863"/>
                </a:lnTo>
                <a:lnTo>
                  <a:pt x="936" y="863"/>
                </a:lnTo>
                <a:lnTo>
                  <a:pt x="935" y="864"/>
                </a:lnTo>
                <a:lnTo>
                  <a:pt x="936" y="865"/>
                </a:lnTo>
                <a:lnTo>
                  <a:pt x="935" y="866"/>
                </a:lnTo>
                <a:lnTo>
                  <a:pt x="933" y="866"/>
                </a:lnTo>
                <a:lnTo>
                  <a:pt x="933" y="867"/>
                </a:lnTo>
                <a:lnTo>
                  <a:pt x="932" y="867"/>
                </a:lnTo>
                <a:lnTo>
                  <a:pt x="931" y="867"/>
                </a:lnTo>
                <a:lnTo>
                  <a:pt x="930" y="868"/>
                </a:lnTo>
                <a:lnTo>
                  <a:pt x="930" y="867"/>
                </a:lnTo>
                <a:lnTo>
                  <a:pt x="929" y="867"/>
                </a:lnTo>
                <a:lnTo>
                  <a:pt x="928" y="867"/>
                </a:lnTo>
                <a:lnTo>
                  <a:pt x="927" y="867"/>
                </a:lnTo>
                <a:lnTo>
                  <a:pt x="926" y="868"/>
                </a:lnTo>
                <a:lnTo>
                  <a:pt x="925" y="868"/>
                </a:lnTo>
                <a:lnTo>
                  <a:pt x="922" y="869"/>
                </a:lnTo>
                <a:lnTo>
                  <a:pt x="922" y="870"/>
                </a:lnTo>
                <a:lnTo>
                  <a:pt x="921" y="870"/>
                </a:lnTo>
                <a:lnTo>
                  <a:pt x="921" y="869"/>
                </a:lnTo>
                <a:lnTo>
                  <a:pt x="920" y="868"/>
                </a:lnTo>
                <a:lnTo>
                  <a:pt x="919" y="868"/>
                </a:lnTo>
                <a:lnTo>
                  <a:pt x="918" y="868"/>
                </a:lnTo>
                <a:lnTo>
                  <a:pt x="916" y="869"/>
                </a:lnTo>
                <a:lnTo>
                  <a:pt x="915" y="869"/>
                </a:lnTo>
                <a:lnTo>
                  <a:pt x="914" y="869"/>
                </a:lnTo>
                <a:lnTo>
                  <a:pt x="914" y="870"/>
                </a:lnTo>
                <a:lnTo>
                  <a:pt x="913" y="872"/>
                </a:lnTo>
                <a:lnTo>
                  <a:pt x="912" y="872"/>
                </a:lnTo>
                <a:lnTo>
                  <a:pt x="911" y="873"/>
                </a:lnTo>
                <a:lnTo>
                  <a:pt x="910" y="873"/>
                </a:lnTo>
                <a:lnTo>
                  <a:pt x="909" y="872"/>
                </a:lnTo>
                <a:lnTo>
                  <a:pt x="908" y="872"/>
                </a:lnTo>
                <a:lnTo>
                  <a:pt x="907" y="872"/>
                </a:lnTo>
                <a:lnTo>
                  <a:pt x="906" y="872"/>
                </a:lnTo>
                <a:lnTo>
                  <a:pt x="905" y="872"/>
                </a:lnTo>
                <a:lnTo>
                  <a:pt x="904" y="871"/>
                </a:lnTo>
                <a:lnTo>
                  <a:pt x="903" y="871"/>
                </a:lnTo>
                <a:lnTo>
                  <a:pt x="903" y="872"/>
                </a:lnTo>
                <a:lnTo>
                  <a:pt x="902" y="871"/>
                </a:lnTo>
                <a:lnTo>
                  <a:pt x="901" y="872"/>
                </a:lnTo>
                <a:lnTo>
                  <a:pt x="900" y="872"/>
                </a:lnTo>
                <a:lnTo>
                  <a:pt x="899" y="872"/>
                </a:lnTo>
                <a:lnTo>
                  <a:pt x="898" y="873"/>
                </a:lnTo>
                <a:lnTo>
                  <a:pt x="897" y="873"/>
                </a:lnTo>
                <a:lnTo>
                  <a:pt x="897" y="874"/>
                </a:lnTo>
                <a:lnTo>
                  <a:pt x="897" y="875"/>
                </a:lnTo>
                <a:lnTo>
                  <a:pt x="897" y="876"/>
                </a:lnTo>
                <a:lnTo>
                  <a:pt x="894" y="877"/>
                </a:lnTo>
                <a:lnTo>
                  <a:pt x="892" y="876"/>
                </a:lnTo>
                <a:lnTo>
                  <a:pt x="891" y="876"/>
                </a:lnTo>
                <a:lnTo>
                  <a:pt x="890" y="876"/>
                </a:lnTo>
                <a:lnTo>
                  <a:pt x="889" y="876"/>
                </a:lnTo>
                <a:lnTo>
                  <a:pt x="889" y="877"/>
                </a:lnTo>
                <a:lnTo>
                  <a:pt x="888" y="878"/>
                </a:lnTo>
                <a:lnTo>
                  <a:pt x="888" y="879"/>
                </a:lnTo>
                <a:lnTo>
                  <a:pt x="887" y="879"/>
                </a:lnTo>
                <a:lnTo>
                  <a:pt x="886" y="879"/>
                </a:lnTo>
                <a:lnTo>
                  <a:pt x="885" y="878"/>
                </a:lnTo>
                <a:lnTo>
                  <a:pt x="885" y="877"/>
                </a:lnTo>
                <a:lnTo>
                  <a:pt x="885" y="876"/>
                </a:lnTo>
                <a:lnTo>
                  <a:pt x="884" y="875"/>
                </a:lnTo>
                <a:lnTo>
                  <a:pt x="883" y="875"/>
                </a:lnTo>
                <a:lnTo>
                  <a:pt x="883" y="874"/>
                </a:lnTo>
                <a:lnTo>
                  <a:pt x="883" y="873"/>
                </a:lnTo>
                <a:lnTo>
                  <a:pt x="883" y="872"/>
                </a:lnTo>
                <a:lnTo>
                  <a:pt x="882" y="872"/>
                </a:lnTo>
                <a:lnTo>
                  <a:pt x="882" y="871"/>
                </a:lnTo>
                <a:lnTo>
                  <a:pt x="881" y="871"/>
                </a:lnTo>
                <a:lnTo>
                  <a:pt x="880" y="871"/>
                </a:lnTo>
                <a:lnTo>
                  <a:pt x="879" y="871"/>
                </a:lnTo>
                <a:lnTo>
                  <a:pt x="878" y="871"/>
                </a:lnTo>
                <a:lnTo>
                  <a:pt x="877" y="871"/>
                </a:lnTo>
                <a:lnTo>
                  <a:pt x="877" y="870"/>
                </a:lnTo>
                <a:lnTo>
                  <a:pt x="876" y="870"/>
                </a:lnTo>
                <a:lnTo>
                  <a:pt x="876" y="869"/>
                </a:lnTo>
                <a:lnTo>
                  <a:pt x="876" y="868"/>
                </a:lnTo>
                <a:lnTo>
                  <a:pt x="875" y="868"/>
                </a:lnTo>
                <a:lnTo>
                  <a:pt x="875" y="867"/>
                </a:lnTo>
                <a:lnTo>
                  <a:pt x="874" y="867"/>
                </a:lnTo>
                <a:lnTo>
                  <a:pt x="874" y="866"/>
                </a:lnTo>
                <a:lnTo>
                  <a:pt x="873" y="866"/>
                </a:lnTo>
                <a:lnTo>
                  <a:pt x="872" y="865"/>
                </a:lnTo>
                <a:lnTo>
                  <a:pt x="871" y="865"/>
                </a:lnTo>
                <a:lnTo>
                  <a:pt x="870" y="864"/>
                </a:lnTo>
                <a:lnTo>
                  <a:pt x="868" y="864"/>
                </a:lnTo>
                <a:lnTo>
                  <a:pt x="867" y="864"/>
                </a:lnTo>
                <a:lnTo>
                  <a:pt x="867" y="865"/>
                </a:lnTo>
                <a:lnTo>
                  <a:pt x="866" y="865"/>
                </a:lnTo>
                <a:lnTo>
                  <a:pt x="866" y="864"/>
                </a:lnTo>
                <a:lnTo>
                  <a:pt x="865" y="864"/>
                </a:lnTo>
                <a:lnTo>
                  <a:pt x="864" y="864"/>
                </a:lnTo>
                <a:lnTo>
                  <a:pt x="864" y="865"/>
                </a:lnTo>
                <a:lnTo>
                  <a:pt x="863" y="866"/>
                </a:lnTo>
                <a:lnTo>
                  <a:pt x="863" y="865"/>
                </a:lnTo>
                <a:lnTo>
                  <a:pt x="860" y="865"/>
                </a:lnTo>
                <a:lnTo>
                  <a:pt x="859" y="866"/>
                </a:lnTo>
                <a:lnTo>
                  <a:pt x="859" y="867"/>
                </a:lnTo>
                <a:lnTo>
                  <a:pt x="859" y="868"/>
                </a:lnTo>
                <a:lnTo>
                  <a:pt x="858" y="868"/>
                </a:lnTo>
                <a:lnTo>
                  <a:pt x="858" y="867"/>
                </a:lnTo>
                <a:lnTo>
                  <a:pt x="857" y="867"/>
                </a:lnTo>
                <a:lnTo>
                  <a:pt x="856" y="867"/>
                </a:lnTo>
                <a:lnTo>
                  <a:pt x="856" y="868"/>
                </a:lnTo>
                <a:lnTo>
                  <a:pt x="855" y="868"/>
                </a:lnTo>
                <a:lnTo>
                  <a:pt x="854" y="868"/>
                </a:lnTo>
                <a:lnTo>
                  <a:pt x="854" y="869"/>
                </a:lnTo>
                <a:lnTo>
                  <a:pt x="853" y="869"/>
                </a:lnTo>
                <a:lnTo>
                  <a:pt x="853" y="870"/>
                </a:lnTo>
                <a:lnTo>
                  <a:pt x="852" y="871"/>
                </a:lnTo>
                <a:lnTo>
                  <a:pt x="851" y="871"/>
                </a:lnTo>
                <a:lnTo>
                  <a:pt x="851" y="872"/>
                </a:lnTo>
                <a:lnTo>
                  <a:pt x="849" y="873"/>
                </a:lnTo>
                <a:lnTo>
                  <a:pt x="848" y="873"/>
                </a:lnTo>
                <a:lnTo>
                  <a:pt x="847" y="873"/>
                </a:lnTo>
                <a:lnTo>
                  <a:pt x="847" y="872"/>
                </a:lnTo>
                <a:lnTo>
                  <a:pt x="848" y="871"/>
                </a:lnTo>
                <a:lnTo>
                  <a:pt x="848" y="870"/>
                </a:lnTo>
                <a:lnTo>
                  <a:pt x="847" y="870"/>
                </a:lnTo>
                <a:lnTo>
                  <a:pt x="847" y="869"/>
                </a:lnTo>
                <a:lnTo>
                  <a:pt x="847" y="868"/>
                </a:lnTo>
                <a:lnTo>
                  <a:pt x="848" y="868"/>
                </a:lnTo>
                <a:lnTo>
                  <a:pt x="848" y="867"/>
                </a:lnTo>
                <a:lnTo>
                  <a:pt x="847" y="867"/>
                </a:lnTo>
                <a:lnTo>
                  <a:pt x="847" y="866"/>
                </a:lnTo>
                <a:lnTo>
                  <a:pt x="848" y="865"/>
                </a:lnTo>
                <a:lnTo>
                  <a:pt x="847" y="865"/>
                </a:lnTo>
                <a:lnTo>
                  <a:pt x="847" y="864"/>
                </a:lnTo>
                <a:lnTo>
                  <a:pt x="846" y="864"/>
                </a:lnTo>
                <a:lnTo>
                  <a:pt x="846" y="863"/>
                </a:lnTo>
                <a:lnTo>
                  <a:pt x="846" y="862"/>
                </a:lnTo>
                <a:lnTo>
                  <a:pt x="845" y="862"/>
                </a:lnTo>
                <a:lnTo>
                  <a:pt x="846" y="861"/>
                </a:lnTo>
                <a:lnTo>
                  <a:pt x="846" y="862"/>
                </a:lnTo>
                <a:lnTo>
                  <a:pt x="847" y="861"/>
                </a:lnTo>
                <a:lnTo>
                  <a:pt x="847" y="860"/>
                </a:lnTo>
                <a:lnTo>
                  <a:pt x="848" y="860"/>
                </a:lnTo>
                <a:lnTo>
                  <a:pt x="849" y="860"/>
                </a:lnTo>
                <a:lnTo>
                  <a:pt x="850" y="860"/>
                </a:lnTo>
                <a:lnTo>
                  <a:pt x="850" y="859"/>
                </a:lnTo>
                <a:lnTo>
                  <a:pt x="848" y="859"/>
                </a:lnTo>
                <a:lnTo>
                  <a:pt x="847" y="859"/>
                </a:lnTo>
                <a:lnTo>
                  <a:pt x="846" y="859"/>
                </a:lnTo>
                <a:lnTo>
                  <a:pt x="845" y="859"/>
                </a:lnTo>
                <a:lnTo>
                  <a:pt x="844" y="858"/>
                </a:lnTo>
                <a:lnTo>
                  <a:pt x="844" y="857"/>
                </a:lnTo>
                <a:lnTo>
                  <a:pt x="843" y="858"/>
                </a:lnTo>
                <a:lnTo>
                  <a:pt x="842" y="858"/>
                </a:lnTo>
                <a:lnTo>
                  <a:pt x="842" y="857"/>
                </a:lnTo>
                <a:lnTo>
                  <a:pt x="841" y="857"/>
                </a:lnTo>
                <a:lnTo>
                  <a:pt x="842" y="857"/>
                </a:lnTo>
                <a:lnTo>
                  <a:pt x="843" y="856"/>
                </a:lnTo>
                <a:lnTo>
                  <a:pt x="843" y="855"/>
                </a:lnTo>
                <a:lnTo>
                  <a:pt x="842" y="855"/>
                </a:lnTo>
                <a:lnTo>
                  <a:pt x="842" y="854"/>
                </a:lnTo>
                <a:lnTo>
                  <a:pt x="843" y="853"/>
                </a:lnTo>
                <a:lnTo>
                  <a:pt x="842" y="853"/>
                </a:lnTo>
                <a:lnTo>
                  <a:pt x="842" y="852"/>
                </a:lnTo>
                <a:lnTo>
                  <a:pt x="842" y="851"/>
                </a:lnTo>
                <a:lnTo>
                  <a:pt x="842" y="850"/>
                </a:lnTo>
                <a:lnTo>
                  <a:pt x="841" y="849"/>
                </a:lnTo>
                <a:lnTo>
                  <a:pt x="841" y="848"/>
                </a:lnTo>
                <a:lnTo>
                  <a:pt x="842" y="848"/>
                </a:lnTo>
                <a:lnTo>
                  <a:pt x="842" y="847"/>
                </a:lnTo>
                <a:lnTo>
                  <a:pt x="843" y="847"/>
                </a:lnTo>
                <a:lnTo>
                  <a:pt x="843" y="846"/>
                </a:lnTo>
                <a:lnTo>
                  <a:pt x="844" y="847"/>
                </a:lnTo>
                <a:lnTo>
                  <a:pt x="845" y="846"/>
                </a:lnTo>
                <a:lnTo>
                  <a:pt x="845" y="845"/>
                </a:lnTo>
                <a:lnTo>
                  <a:pt x="846" y="845"/>
                </a:lnTo>
                <a:lnTo>
                  <a:pt x="846" y="844"/>
                </a:lnTo>
                <a:lnTo>
                  <a:pt x="847" y="844"/>
                </a:lnTo>
                <a:lnTo>
                  <a:pt x="847" y="842"/>
                </a:lnTo>
                <a:lnTo>
                  <a:pt x="846" y="842"/>
                </a:lnTo>
                <a:lnTo>
                  <a:pt x="846" y="841"/>
                </a:lnTo>
                <a:lnTo>
                  <a:pt x="846" y="840"/>
                </a:lnTo>
                <a:lnTo>
                  <a:pt x="846" y="839"/>
                </a:lnTo>
                <a:lnTo>
                  <a:pt x="845" y="839"/>
                </a:lnTo>
                <a:lnTo>
                  <a:pt x="845" y="838"/>
                </a:lnTo>
                <a:lnTo>
                  <a:pt x="845" y="837"/>
                </a:lnTo>
                <a:lnTo>
                  <a:pt x="845" y="836"/>
                </a:lnTo>
                <a:lnTo>
                  <a:pt x="845" y="835"/>
                </a:lnTo>
                <a:lnTo>
                  <a:pt x="844" y="835"/>
                </a:lnTo>
                <a:lnTo>
                  <a:pt x="843" y="835"/>
                </a:lnTo>
                <a:lnTo>
                  <a:pt x="842" y="835"/>
                </a:lnTo>
                <a:lnTo>
                  <a:pt x="843" y="834"/>
                </a:lnTo>
                <a:lnTo>
                  <a:pt x="842" y="834"/>
                </a:lnTo>
                <a:lnTo>
                  <a:pt x="842" y="835"/>
                </a:lnTo>
                <a:lnTo>
                  <a:pt x="841" y="835"/>
                </a:lnTo>
                <a:lnTo>
                  <a:pt x="840" y="835"/>
                </a:lnTo>
                <a:lnTo>
                  <a:pt x="840" y="836"/>
                </a:lnTo>
                <a:lnTo>
                  <a:pt x="839" y="836"/>
                </a:lnTo>
                <a:lnTo>
                  <a:pt x="839" y="837"/>
                </a:lnTo>
                <a:lnTo>
                  <a:pt x="839" y="836"/>
                </a:lnTo>
                <a:lnTo>
                  <a:pt x="838" y="836"/>
                </a:lnTo>
                <a:lnTo>
                  <a:pt x="837" y="836"/>
                </a:lnTo>
                <a:lnTo>
                  <a:pt x="836" y="836"/>
                </a:lnTo>
                <a:lnTo>
                  <a:pt x="835" y="836"/>
                </a:lnTo>
                <a:lnTo>
                  <a:pt x="835" y="835"/>
                </a:lnTo>
                <a:lnTo>
                  <a:pt x="834" y="835"/>
                </a:lnTo>
                <a:lnTo>
                  <a:pt x="834" y="834"/>
                </a:lnTo>
                <a:lnTo>
                  <a:pt x="834" y="833"/>
                </a:lnTo>
                <a:lnTo>
                  <a:pt x="833" y="833"/>
                </a:lnTo>
                <a:lnTo>
                  <a:pt x="833" y="832"/>
                </a:lnTo>
                <a:lnTo>
                  <a:pt x="834" y="832"/>
                </a:lnTo>
                <a:lnTo>
                  <a:pt x="834" y="831"/>
                </a:lnTo>
                <a:lnTo>
                  <a:pt x="835" y="831"/>
                </a:lnTo>
                <a:lnTo>
                  <a:pt x="835" y="830"/>
                </a:lnTo>
                <a:lnTo>
                  <a:pt x="835" y="829"/>
                </a:lnTo>
                <a:lnTo>
                  <a:pt x="836" y="828"/>
                </a:lnTo>
                <a:lnTo>
                  <a:pt x="835" y="828"/>
                </a:lnTo>
                <a:lnTo>
                  <a:pt x="835" y="827"/>
                </a:lnTo>
                <a:lnTo>
                  <a:pt x="834" y="827"/>
                </a:lnTo>
                <a:lnTo>
                  <a:pt x="833" y="826"/>
                </a:lnTo>
                <a:lnTo>
                  <a:pt x="832" y="826"/>
                </a:lnTo>
                <a:lnTo>
                  <a:pt x="832" y="827"/>
                </a:lnTo>
                <a:lnTo>
                  <a:pt x="831" y="827"/>
                </a:lnTo>
                <a:lnTo>
                  <a:pt x="829" y="827"/>
                </a:lnTo>
                <a:lnTo>
                  <a:pt x="829" y="826"/>
                </a:lnTo>
                <a:lnTo>
                  <a:pt x="828" y="826"/>
                </a:lnTo>
                <a:lnTo>
                  <a:pt x="827" y="826"/>
                </a:lnTo>
                <a:lnTo>
                  <a:pt x="827" y="825"/>
                </a:lnTo>
                <a:lnTo>
                  <a:pt x="826" y="825"/>
                </a:lnTo>
                <a:lnTo>
                  <a:pt x="825" y="825"/>
                </a:lnTo>
                <a:lnTo>
                  <a:pt x="825" y="824"/>
                </a:lnTo>
                <a:lnTo>
                  <a:pt x="824" y="824"/>
                </a:lnTo>
                <a:lnTo>
                  <a:pt x="823" y="824"/>
                </a:lnTo>
                <a:lnTo>
                  <a:pt x="823" y="825"/>
                </a:lnTo>
                <a:lnTo>
                  <a:pt x="823" y="824"/>
                </a:lnTo>
                <a:lnTo>
                  <a:pt x="822" y="824"/>
                </a:lnTo>
                <a:lnTo>
                  <a:pt x="821" y="824"/>
                </a:lnTo>
                <a:lnTo>
                  <a:pt x="821" y="823"/>
                </a:lnTo>
                <a:lnTo>
                  <a:pt x="820" y="823"/>
                </a:lnTo>
                <a:lnTo>
                  <a:pt x="820" y="822"/>
                </a:lnTo>
                <a:lnTo>
                  <a:pt x="819" y="823"/>
                </a:lnTo>
                <a:lnTo>
                  <a:pt x="819" y="824"/>
                </a:lnTo>
                <a:lnTo>
                  <a:pt x="818" y="825"/>
                </a:lnTo>
                <a:lnTo>
                  <a:pt x="817" y="826"/>
                </a:lnTo>
                <a:lnTo>
                  <a:pt x="816" y="826"/>
                </a:lnTo>
                <a:lnTo>
                  <a:pt x="816" y="827"/>
                </a:lnTo>
                <a:lnTo>
                  <a:pt x="815" y="827"/>
                </a:lnTo>
                <a:lnTo>
                  <a:pt x="814" y="827"/>
                </a:lnTo>
                <a:lnTo>
                  <a:pt x="813" y="827"/>
                </a:lnTo>
                <a:lnTo>
                  <a:pt x="812" y="827"/>
                </a:lnTo>
                <a:lnTo>
                  <a:pt x="812" y="828"/>
                </a:lnTo>
                <a:lnTo>
                  <a:pt x="812" y="829"/>
                </a:lnTo>
                <a:lnTo>
                  <a:pt x="812" y="830"/>
                </a:lnTo>
                <a:lnTo>
                  <a:pt x="811" y="830"/>
                </a:lnTo>
                <a:lnTo>
                  <a:pt x="811" y="831"/>
                </a:lnTo>
                <a:lnTo>
                  <a:pt x="811" y="832"/>
                </a:lnTo>
                <a:lnTo>
                  <a:pt x="812" y="832"/>
                </a:lnTo>
                <a:lnTo>
                  <a:pt x="812" y="833"/>
                </a:lnTo>
                <a:lnTo>
                  <a:pt x="811" y="833"/>
                </a:lnTo>
                <a:lnTo>
                  <a:pt x="810" y="833"/>
                </a:lnTo>
                <a:lnTo>
                  <a:pt x="810" y="834"/>
                </a:lnTo>
                <a:lnTo>
                  <a:pt x="810" y="835"/>
                </a:lnTo>
                <a:lnTo>
                  <a:pt x="809" y="835"/>
                </a:lnTo>
                <a:lnTo>
                  <a:pt x="809" y="836"/>
                </a:lnTo>
                <a:lnTo>
                  <a:pt x="808" y="836"/>
                </a:lnTo>
                <a:lnTo>
                  <a:pt x="808" y="837"/>
                </a:lnTo>
                <a:lnTo>
                  <a:pt x="809" y="838"/>
                </a:lnTo>
                <a:lnTo>
                  <a:pt x="808" y="838"/>
                </a:lnTo>
                <a:lnTo>
                  <a:pt x="807" y="837"/>
                </a:lnTo>
                <a:lnTo>
                  <a:pt x="806" y="838"/>
                </a:lnTo>
                <a:lnTo>
                  <a:pt x="806" y="839"/>
                </a:lnTo>
                <a:lnTo>
                  <a:pt x="805" y="839"/>
                </a:lnTo>
                <a:lnTo>
                  <a:pt x="805" y="840"/>
                </a:lnTo>
                <a:lnTo>
                  <a:pt x="805" y="839"/>
                </a:lnTo>
                <a:lnTo>
                  <a:pt x="804" y="840"/>
                </a:lnTo>
                <a:lnTo>
                  <a:pt x="804" y="842"/>
                </a:lnTo>
                <a:lnTo>
                  <a:pt x="805" y="842"/>
                </a:lnTo>
                <a:lnTo>
                  <a:pt x="805" y="843"/>
                </a:lnTo>
                <a:lnTo>
                  <a:pt x="806" y="843"/>
                </a:lnTo>
                <a:lnTo>
                  <a:pt x="805" y="843"/>
                </a:lnTo>
                <a:lnTo>
                  <a:pt x="804" y="843"/>
                </a:lnTo>
                <a:lnTo>
                  <a:pt x="803" y="844"/>
                </a:lnTo>
                <a:lnTo>
                  <a:pt x="802" y="844"/>
                </a:lnTo>
                <a:lnTo>
                  <a:pt x="802" y="845"/>
                </a:lnTo>
                <a:lnTo>
                  <a:pt x="802" y="846"/>
                </a:lnTo>
                <a:lnTo>
                  <a:pt x="801" y="847"/>
                </a:lnTo>
                <a:lnTo>
                  <a:pt x="800" y="847"/>
                </a:lnTo>
                <a:lnTo>
                  <a:pt x="800" y="848"/>
                </a:lnTo>
                <a:lnTo>
                  <a:pt x="799" y="848"/>
                </a:lnTo>
                <a:lnTo>
                  <a:pt x="798" y="848"/>
                </a:lnTo>
                <a:lnTo>
                  <a:pt x="797" y="848"/>
                </a:lnTo>
                <a:lnTo>
                  <a:pt x="796" y="848"/>
                </a:lnTo>
                <a:lnTo>
                  <a:pt x="795" y="848"/>
                </a:lnTo>
                <a:lnTo>
                  <a:pt x="794" y="848"/>
                </a:lnTo>
                <a:lnTo>
                  <a:pt x="793" y="848"/>
                </a:lnTo>
                <a:lnTo>
                  <a:pt x="792" y="848"/>
                </a:lnTo>
                <a:lnTo>
                  <a:pt x="791" y="848"/>
                </a:lnTo>
                <a:lnTo>
                  <a:pt x="791" y="849"/>
                </a:lnTo>
                <a:lnTo>
                  <a:pt x="790" y="849"/>
                </a:lnTo>
                <a:lnTo>
                  <a:pt x="789" y="849"/>
                </a:lnTo>
                <a:lnTo>
                  <a:pt x="789" y="850"/>
                </a:lnTo>
                <a:lnTo>
                  <a:pt x="788" y="850"/>
                </a:lnTo>
                <a:lnTo>
                  <a:pt x="787" y="850"/>
                </a:lnTo>
                <a:lnTo>
                  <a:pt x="786" y="850"/>
                </a:lnTo>
                <a:lnTo>
                  <a:pt x="786" y="849"/>
                </a:lnTo>
                <a:lnTo>
                  <a:pt x="786" y="848"/>
                </a:lnTo>
                <a:lnTo>
                  <a:pt x="785" y="848"/>
                </a:lnTo>
                <a:lnTo>
                  <a:pt x="784" y="848"/>
                </a:lnTo>
                <a:lnTo>
                  <a:pt x="783" y="849"/>
                </a:lnTo>
                <a:lnTo>
                  <a:pt x="781" y="849"/>
                </a:lnTo>
                <a:lnTo>
                  <a:pt x="781" y="850"/>
                </a:lnTo>
                <a:lnTo>
                  <a:pt x="780" y="850"/>
                </a:lnTo>
                <a:lnTo>
                  <a:pt x="779" y="850"/>
                </a:lnTo>
                <a:lnTo>
                  <a:pt x="778" y="850"/>
                </a:lnTo>
                <a:lnTo>
                  <a:pt x="778" y="851"/>
                </a:lnTo>
                <a:lnTo>
                  <a:pt x="777" y="851"/>
                </a:lnTo>
                <a:lnTo>
                  <a:pt x="777" y="852"/>
                </a:lnTo>
                <a:lnTo>
                  <a:pt x="776" y="852"/>
                </a:lnTo>
                <a:lnTo>
                  <a:pt x="775" y="853"/>
                </a:lnTo>
                <a:lnTo>
                  <a:pt x="774" y="854"/>
                </a:lnTo>
                <a:lnTo>
                  <a:pt x="773" y="854"/>
                </a:lnTo>
                <a:lnTo>
                  <a:pt x="772" y="853"/>
                </a:lnTo>
                <a:lnTo>
                  <a:pt x="772" y="854"/>
                </a:lnTo>
                <a:lnTo>
                  <a:pt x="771" y="854"/>
                </a:lnTo>
                <a:lnTo>
                  <a:pt x="771" y="853"/>
                </a:lnTo>
                <a:lnTo>
                  <a:pt x="770" y="853"/>
                </a:lnTo>
                <a:lnTo>
                  <a:pt x="770" y="854"/>
                </a:lnTo>
                <a:lnTo>
                  <a:pt x="769" y="854"/>
                </a:lnTo>
                <a:lnTo>
                  <a:pt x="769" y="855"/>
                </a:lnTo>
                <a:lnTo>
                  <a:pt x="768" y="855"/>
                </a:lnTo>
                <a:lnTo>
                  <a:pt x="767" y="855"/>
                </a:lnTo>
                <a:lnTo>
                  <a:pt x="767" y="856"/>
                </a:lnTo>
                <a:lnTo>
                  <a:pt x="766" y="856"/>
                </a:lnTo>
                <a:lnTo>
                  <a:pt x="766" y="855"/>
                </a:lnTo>
                <a:lnTo>
                  <a:pt x="766" y="854"/>
                </a:lnTo>
                <a:lnTo>
                  <a:pt x="765" y="854"/>
                </a:lnTo>
                <a:lnTo>
                  <a:pt x="764" y="854"/>
                </a:lnTo>
                <a:lnTo>
                  <a:pt x="765" y="854"/>
                </a:lnTo>
                <a:lnTo>
                  <a:pt x="764" y="853"/>
                </a:lnTo>
                <a:lnTo>
                  <a:pt x="765" y="852"/>
                </a:lnTo>
                <a:lnTo>
                  <a:pt x="764" y="852"/>
                </a:lnTo>
                <a:lnTo>
                  <a:pt x="764" y="851"/>
                </a:lnTo>
                <a:lnTo>
                  <a:pt x="763" y="851"/>
                </a:lnTo>
                <a:lnTo>
                  <a:pt x="763" y="850"/>
                </a:lnTo>
                <a:lnTo>
                  <a:pt x="762" y="850"/>
                </a:lnTo>
                <a:lnTo>
                  <a:pt x="761" y="850"/>
                </a:lnTo>
                <a:lnTo>
                  <a:pt x="760" y="850"/>
                </a:lnTo>
                <a:lnTo>
                  <a:pt x="760" y="851"/>
                </a:lnTo>
                <a:lnTo>
                  <a:pt x="759" y="851"/>
                </a:lnTo>
                <a:lnTo>
                  <a:pt x="758" y="850"/>
                </a:lnTo>
                <a:lnTo>
                  <a:pt x="758" y="849"/>
                </a:lnTo>
                <a:lnTo>
                  <a:pt x="757" y="849"/>
                </a:lnTo>
                <a:lnTo>
                  <a:pt x="757" y="848"/>
                </a:lnTo>
                <a:lnTo>
                  <a:pt x="756" y="848"/>
                </a:lnTo>
                <a:lnTo>
                  <a:pt x="755" y="848"/>
                </a:lnTo>
                <a:lnTo>
                  <a:pt x="755" y="847"/>
                </a:lnTo>
                <a:lnTo>
                  <a:pt x="754" y="847"/>
                </a:lnTo>
                <a:lnTo>
                  <a:pt x="755" y="847"/>
                </a:lnTo>
                <a:lnTo>
                  <a:pt x="754" y="847"/>
                </a:lnTo>
                <a:lnTo>
                  <a:pt x="754" y="846"/>
                </a:lnTo>
                <a:lnTo>
                  <a:pt x="753" y="846"/>
                </a:lnTo>
                <a:lnTo>
                  <a:pt x="753" y="845"/>
                </a:lnTo>
                <a:lnTo>
                  <a:pt x="752" y="844"/>
                </a:lnTo>
                <a:lnTo>
                  <a:pt x="752" y="845"/>
                </a:lnTo>
                <a:lnTo>
                  <a:pt x="751" y="844"/>
                </a:lnTo>
                <a:lnTo>
                  <a:pt x="751" y="843"/>
                </a:lnTo>
                <a:lnTo>
                  <a:pt x="750" y="843"/>
                </a:lnTo>
                <a:lnTo>
                  <a:pt x="749" y="843"/>
                </a:lnTo>
                <a:lnTo>
                  <a:pt x="749" y="842"/>
                </a:lnTo>
                <a:lnTo>
                  <a:pt x="748" y="841"/>
                </a:lnTo>
                <a:lnTo>
                  <a:pt x="746" y="841"/>
                </a:lnTo>
                <a:lnTo>
                  <a:pt x="746" y="840"/>
                </a:lnTo>
                <a:lnTo>
                  <a:pt x="745" y="840"/>
                </a:lnTo>
                <a:lnTo>
                  <a:pt x="745" y="839"/>
                </a:lnTo>
                <a:lnTo>
                  <a:pt x="745" y="838"/>
                </a:lnTo>
                <a:lnTo>
                  <a:pt x="744" y="837"/>
                </a:lnTo>
                <a:lnTo>
                  <a:pt x="744" y="836"/>
                </a:lnTo>
                <a:lnTo>
                  <a:pt x="744" y="835"/>
                </a:lnTo>
                <a:lnTo>
                  <a:pt x="743" y="834"/>
                </a:lnTo>
                <a:lnTo>
                  <a:pt x="743" y="833"/>
                </a:lnTo>
                <a:lnTo>
                  <a:pt x="742" y="833"/>
                </a:lnTo>
                <a:lnTo>
                  <a:pt x="742" y="832"/>
                </a:lnTo>
                <a:lnTo>
                  <a:pt x="741" y="833"/>
                </a:lnTo>
                <a:lnTo>
                  <a:pt x="741" y="832"/>
                </a:lnTo>
                <a:lnTo>
                  <a:pt x="740" y="832"/>
                </a:lnTo>
                <a:lnTo>
                  <a:pt x="739" y="832"/>
                </a:lnTo>
                <a:lnTo>
                  <a:pt x="738" y="831"/>
                </a:lnTo>
                <a:lnTo>
                  <a:pt x="737" y="830"/>
                </a:lnTo>
                <a:lnTo>
                  <a:pt x="736" y="830"/>
                </a:lnTo>
                <a:lnTo>
                  <a:pt x="735" y="829"/>
                </a:lnTo>
                <a:lnTo>
                  <a:pt x="736" y="828"/>
                </a:lnTo>
                <a:lnTo>
                  <a:pt x="737" y="828"/>
                </a:lnTo>
                <a:lnTo>
                  <a:pt x="738" y="828"/>
                </a:lnTo>
                <a:lnTo>
                  <a:pt x="739" y="828"/>
                </a:lnTo>
                <a:lnTo>
                  <a:pt x="740" y="828"/>
                </a:lnTo>
                <a:lnTo>
                  <a:pt x="742" y="828"/>
                </a:lnTo>
                <a:lnTo>
                  <a:pt x="743" y="828"/>
                </a:lnTo>
                <a:lnTo>
                  <a:pt x="744" y="828"/>
                </a:lnTo>
                <a:lnTo>
                  <a:pt x="745" y="828"/>
                </a:lnTo>
                <a:lnTo>
                  <a:pt x="745" y="827"/>
                </a:lnTo>
                <a:lnTo>
                  <a:pt x="746" y="827"/>
                </a:lnTo>
                <a:lnTo>
                  <a:pt x="747" y="826"/>
                </a:lnTo>
                <a:lnTo>
                  <a:pt x="747" y="825"/>
                </a:lnTo>
                <a:lnTo>
                  <a:pt x="746" y="824"/>
                </a:lnTo>
                <a:lnTo>
                  <a:pt x="746" y="823"/>
                </a:lnTo>
                <a:lnTo>
                  <a:pt x="748" y="823"/>
                </a:lnTo>
                <a:lnTo>
                  <a:pt x="748" y="822"/>
                </a:lnTo>
                <a:lnTo>
                  <a:pt x="749" y="823"/>
                </a:lnTo>
                <a:lnTo>
                  <a:pt x="750" y="822"/>
                </a:lnTo>
                <a:lnTo>
                  <a:pt x="751" y="821"/>
                </a:lnTo>
                <a:lnTo>
                  <a:pt x="750" y="820"/>
                </a:lnTo>
                <a:lnTo>
                  <a:pt x="751" y="820"/>
                </a:lnTo>
                <a:lnTo>
                  <a:pt x="752" y="820"/>
                </a:lnTo>
                <a:lnTo>
                  <a:pt x="753" y="820"/>
                </a:lnTo>
                <a:lnTo>
                  <a:pt x="753" y="818"/>
                </a:lnTo>
                <a:lnTo>
                  <a:pt x="752" y="818"/>
                </a:lnTo>
                <a:lnTo>
                  <a:pt x="752" y="817"/>
                </a:lnTo>
                <a:lnTo>
                  <a:pt x="752" y="816"/>
                </a:lnTo>
                <a:lnTo>
                  <a:pt x="753" y="815"/>
                </a:lnTo>
                <a:lnTo>
                  <a:pt x="753" y="814"/>
                </a:lnTo>
                <a:lnTo>
                  <a:pt x="754" y="813"/>
                </a:lnTo>
                <a:lnTo>
                  <a:pt x="753" y="813"/>
                </a:lnTo>
                <a:lnTo>
                  <a:pt x="752" y="813"/>
                </a:lnTo>
                <a:lnTo>
                  <a:pt x="751" y="813"/>
                </a:lnTo>
                <a:lnTo>
                  <a:pt x="750" y="813"/>
                </a:lnTo>
                <a:lnTo>
                  <a:pt x="749" y="813"/>
                </a:lnTo>
                <a:lnTo>
                  <a:pt x="748" y="812"/>
                </a:lnTo>
                <a:lnTo>
                  <a:pt x="748" y="811"/>
                </a:lnTo>
                <a:lnTo>
                  <a:pt x="747" y="810"/>
                </a:lnTo>
                <a:lnTo>
                  <a:pt x="747" y="809"/>
                </a:lnTo>
                <a:lnTo>
                  <a:pt x="749" y="809"/>
                </a:lnTo>
                <a:lnTo>
                  <a:pt x="749" y="808"/>
                </a:lnTo>
                <a:lnTo>
                  <a:pt x="750" y="808"/>
                </a:lnTo>
                <a:lnTo>
                  <a:pt x="751" y="808"/>
                </a:lnTo>
                <a:lnTo>
                  <a:pt x="752" y="808"/>
                </a:lnTo>
                <a:lnTo>
                  <a:pt x="753" y="807"/>
                </a:lnTo>
                <a:lnTo>
                  <a:pt x="753" y="806"/>
                </a:lnTo>
                <a:lnTo>
                  <a:pt x="753" y="805"/>
                </a:lnTo>
                <a:lnTo>
                  <a:pt x="754" y="804"/>
                </a:lnTo>
                <a:lnTo>
                  <a:pt x="754" y="803"/>
                </a:lnTo>
                <a:lnTo>
                  <a:pt x="752" y="802"/>
                </a:lnTo>
                <a:lnTo>
                  <a:pt x="752" y="801"/>
                </a:lnTo>
                <a:lnTo>
                  <a:pt x="752" y="800"/>
                </a:lnTo>
                <a:lnTo>
                  <a:pt x="751" y="800"/>
                </a:lnTo>
                <a:lnTo>
                  <a:pt x="750" y="800"/>
                </a:lnTo>
                <a:lnTo>
                  <a:pt x="749" y="800"/>
                </a:lnTo>
                <a:lnTo>
                  <a:pt x="748" y="800"/>
                </a:lnTo>
                <a:lnTo>
                  <a:pt x="747" y="799"/>
                </a:lnTo>
                <a:lnTo>
                  <a:pt x="747" y="798"/>
                </a:lnTo>
                <a:lnTo>
                  <a:pt x="746" y="797"/>
                </a:lnTo>
                <a:lnTo>
                  <a:pt x="746" y="796"/>
                </a:lnTo>
                <a:lnTo>
                  <a:pt x="746" y="795"/>
                </a:lnTo>
                <a:lnTo>
                  <a:pt x="746" y="794"/>
                </a:lnTo>
                <a:lnTo>
                  <a:pt x="745" y="793"/>
                </a:lnTo>
                <a:lnTo>
                  <a:pt x="745" y="792"/>
                </a:lnTo>
                <a:lnTo>
                  <a:pt x="744" y="792"/>
                </a:lnTo>
                <a:lnTo>
                  <a:pt x="743" y="792"/>
                </a:lnTo>
                <a:lnTo>
                  <a:pt x="742" y="791"/>
                </a:lnTo>
                <a:lnTo>
                  <a:pt x="742" y="792"/>
                </a:lnTo>
                <a:lnTo>
                  <a:pt x="741" y="792"/>
                </a:lnTo>
                <a:lnTo>
                  <a:pt x="740" y="792"/>
                </a:lnTo>
                <a:lnTo>
                  <a:pt x="740" y="793"/>
                </a:lnTo>
                <a:lnTo>
                  <a:pt x="739" y="793"/>
                </a:lnTo>
                <a:lnTo>
                  <a:pt x="739" y="794"/>
                </a:lnTo>
                <a:lnTo>
                  <a:pt x="738" y="794"/>
                </a:lnTo>
                <a:lnTo>
                  <a:pt x="738" y="795"/>
                </a:lnTo>
                <a:lnTo>
                  <a:pt x="737" y="795"/>
                </a:lnTo>
                <a:lnTo>
                  <a:pt x="736" y="795"/>
                </a:lnTo>
                <a:lnTo>
                  <a:pt x="735" y="795"/>
                </a:lnTo>
                <a:lnTo>
                  <a:pt x="734" y="795"/>
                </a:lnTo>
                <a:lnTo>
                  <a:pt x="735" y="794"/>
                </a:lnTo>
                <a:lnTo>
                  <a:pt x="735" y="793"/>
                </a:lnTo>
                <a:lnTo>
                  <a:pt x="736" y="793"/>
                </a:lnTo>
                <a:lnTo>
                  <a:pt x="736" y="792"/>
                </a:lnTo>
                <a:lnTo>
                  <a:pt x="735" y="792"/>
                </a:lnTo>
                <a:lnTo>
                  <a:pt x="734" y="792"/>
                </a:lnTo>
                <a:lnTo>
                  <a:pt x="734" y="791"/>
                </a:lnTo>
                <a:lnTo>
                  <a:pt x="733" y="789"/>
                </a:lnTo>
                <a:lnTo>
                  <a:pt x="733" y="788"/>
                </a:lnTo>
                <a:lnTo>
                  <a:pt x="733" y="787"/>
                </a:lnTo>
                <a:lnTo>
                  <a:pt x="732" y="787"/>
                </a:lnTo>
                <a:lnTo>
                  <a:pt x="732" y="786"/>
                </a:lnTo>
                <a:lnTo>
                  <a:pt x="732" y="785"/>
                </a:lnTo>
                <a:lnTo>
                  <a:pt x="733" y="785"/>
                </a:lnTo>
                <a:lnTo>
                  <a:pt x="733" y="784"/>
                </a:lnTo>
                <a:lnTo>
                  <a:pt x="732" y="784"/>
                </a:lnTo>
                <a:lnTo>
                  <a:pt x="731" y="784"/>
                </a:lnTo>
                <a:lnTo>
                  <a:pt x="731" y="783"/>
                </a:lnTo>
                <a:lnTo>
                  <a:pt x="731" y="782"/>
                </a:lnTo>
                <a:lnTo>
                  <a:pt x="731" y="781"/>
                </a:lnTo>
                <a:lnTo>
                  <a:pt x="732" y="781"/>
                </a:lnTo>
                <a:lnTo>
                  <a:pt x="732" y="780"/>
                </a:lnTo>
                <a:lnTo>
                  <a:pt x="732" y="779"/>
                </a:lnTo>
                <a:lnTo>
                  <a:pt x="731" y="778"/>
                </a:lnTo>
                <a:lnTo>
                  <a:pt x="731" y="777"/>
                </a:lnTo>
                <a:lnTo>
                  <a:pt x="731" y="776"/>
                </a:lnTo>
                <a:lnTo>
                  <a:pt x="732" y="776"/>
                </a:lnTo>
                <a:lnTo>
                  <a:pt x="732" y="775"/>
                </a:lnTo>
                <a:lnTo>
                  <a:pt x="733" y="775"/>
                </a:lnTo>
                <a:lnTo>
                  <a:pt x="733" y="774"/>
                </a:lnTo>
                <a:lnTo>
                  <a:pt x="732" y="774"/>
                </a:lnTo>
                <a:lnTo>
                  <a:pt x="732" y="773"/>
                </a:lnTo>
                <a:lnTo>
                  <a:pt x="732" y="772"/>
                </a:lnTo>
                <a:lnTo>
                  <a:pt x="731" y="772"/>
                </a:lnTo>
                <a:lnTo>
                  <a:pt x="732" y="771"/>
                </a:lnTo>
                <a:lnTo>
                  <a:pt x="732" y="770"/>
                </a:lnTo>
                <a:lnTo>
                  <a:pt x="731" y="770"/>
                </a:lnTo>
                <a:lnTo>
                  <a:pt x="730" y="769"/>
                </a:lnTo>
                <a:lnTo>
                  <a:pt x="730" y="768"/>
                </a:lnTo>
                <a:lnTo>
                  <a:pt x="730" y="767"/>
                </a:lnTo>
                <a:lnTo>
                  <a:pt x="730" y="766"/>
                </a:lnTo>
                <a:lnTo>
                  <a:pt x="731" y="766"/>
                </a:lnTo>
                <a:lnTo>
                  <a:pt x="732" y="766"/>
                </a:lnTo>
                <a:lnTo>
                  <a:pt x="733" y="766"/>
                </a:lnTo>
                <a:lnTo>
                  <a:pt x="734" y="766"/>
                </a:lnTo>
                <a:lnTo>
                  <a:pt x="735" y="766"/>
                </a:lnTo>
                <a:lnTo>
                  <a:pt x="736" y="765"/>
                </a:lnTo>
                <a:lnTo>
                  <a:pt x="737" y="765"/>
                </a:lnTo>
                <a:lnTo>
                  <a:pt x="738" y="765"/>
                </a:lnTo>
                <a:lnTo>
                  <a:pt x="739" y="765"/>
                </a:lnTo>
                <a:lnTo>
                  <a:pt x="739" y="764"/>
                </a:lnTo>
                <a:lnTo>
                  <a:pt x="739" y="763"/>
                </a:lnTo>
                <a:lnTo>
                  <a:pt x="740" y="763"/>
                </a:lnTo>
                <a:lnTo>
                  <a:pt x="741" y="763"/>
                </a:lnTo>
                <a:lnTo>
                  <a:pt x="742" y="763"/>
                </a:lnTo>
                <a:lnTo>
                  <a:pt x="743" y="763"/>
                </a:lnTo>
                <a:lnTo>
                  <a:pt x="743" y="762"/>
                </a:lnTo>
                <a:lnTo>
                  <a:pt x="743" y="761"/>
                </a:lnTo>
                <a:lnTo>
                  <a:pt x="743" y="760"/>
                </a:lnTo>
                <a:lnTo>
                  <a:pt x="744" y="760"/>
                </a:lnTo>
                <a:lnTo>
                  <a:pt x="744" y="759"/>
                </a:lnTo>
                <a:lnTo>
                  <a:pt x="744" y="758"/>
                </a:lnTo>
                <a:lnTo>
                  <a:pt x="745" y="758"/>
                </a:lnTo>
                <a:lnTo>
                  <a:pt x="746" y="758"/>
                </a:lnTo>
                <a:lnTo>
                  <a:pt x="747" y="758"/>
                </a:lnTo>
                <a:lnTo>
                  <a:pt x="748" y="758"/>
                </a:lnTo>
                <a:lnTo>
                  <a:pt x="749" y="758"/>
                </a:lnTo>
                <a:lnTo>
                  <a:pt x="749" y="757"/>
                </a:lnTo>
                <a:lnTo>
                  <a:pt x="749" y="755"/>
                </a:lnTo>
                <a:lnTo>
                  <a:pt x="750" y="754"/>
                </a:lnTo>
                <a:lnTo>
                  <a:pt x="749" y="754"/>
                </a:lnTo>
                <a:lnTo>
                  <a:pt x="748" y="753"/>
                </a:lnTo>
                <a:lnTo>
                  <a:pt x="748" y="752"/>
                </a:lnTo>
                <a:lnTo>
                  <a:pt x="747" y="752"/>
                </a:lnTo>
                <a:lnTo>
                  <a:pt x="746" y="752"/>
                </a:lnTo>
                <a:lnTo>
                  <a:pt x="745" y="752"/>
                </a:lnTo>
                <a:lnTo>
                  <a:pt x="745" y="751"/>
                </a:lnTo>
                <a:lnTo>
                  <a:pt x="744" y="751"/>
                </a:lnTo>
                <a:lnTo>
                  <a:pt x="743" y="751"/>
                </a:lnTo>
                <a:lnTo>
                  <a:pt x="743" y="752"/>
                </a:lnTo>
                <a:lnTo>
                  <a:pt x="742" y="752"/>
                </a:lnTo>
                <a:lnTo>
                  <a:pt x="741" y="752"/>
                </a:lnTo>
                <a:lnTo>
                  <a:pt x="740" y="753"/>
                </a:lnTo>
                <a:lnTo>
                  <a:pt x="739" y="754"/>
                </a:lnTo>
                <a:lnTo>
                  <a:pt x="739" y="755"/>
                </a:lnTo>
                <a:lnTo>
                  <a:pt x="738" y="755"/>
                </a:lnTo>
                <a:lnTo>
                  <a:pt x="737" y="755"/>
                </a:lnTo>
                <a:lnTo>
                  <a:pt x="736" y="755"/>
                </a:lnTo>
                <a:lnTo>
                  <a:pt x="736" y="754"/>
                </a:lnTo>
                <a:lnTo>
                  <a:pt x="736" y="753"/>
                </a:lnTo>
                <a:lnTo>
                  <a:pt x="735" y="753"/>
                </a:lnTo>
                <a:lnTo>
                  <a:pt x="734" y="753"/>
                </a:lnTo>
                <a:lnTo>
                  <a:pt x="733" y="753"/>
                </a:lnTo>
                <a:lnTo>
                  <a:pt x="732" y="752"/>
                </a:lnTo>
                <a:lnTo>
                  <a:pt x="732" y="751"/>
                </a:lnTo>
                <a:lnTo>
                  <a:pt x="731" y="751"/>
                </a:lnTo>
                <a:lnTo>
                  <a:pt x="731" y="750"/>
                </a:lnTo>
                <a:lnTo>
                  <a:pt x="730" y="749"/>
                </a:lnTo>
                <a:lnTo>
                  <a:pt x="730" y="750"/>
                </a:lnTo>
                <a:lnTo>
                  <a:pt x="730" y="751"/>
                </a:lnTo>
                <a:lnTo>
                  <a:pt x="730" y="752"/>
                </a:lnTo>
                <a:lnTo>
                  <a:pt x="729" y="752"/>
                </a:lnTo>
                <a:lnTo>
                  <a:pt x="729" y="753"/>
                </a:lnTo>
                <a:lnTo>
                  <a:pt x="728" y="753"/>
                </a:lnTo>
                <a:lnTo>
                  <a:pt x="727" y="752"/>
                </a:lnTo>
                <a:lnTo>
                  <a:pt x="726" y="752"/>
                </a:lnTo>
                <a:lnTo>
                  <a:pt x="725" y="753"/>
                </a:lnTo>
                <a:lnTo>
                  <a:pt x="724" y="753"/>
                </a:lnTo>
                <a:lnTo>
                  <a:pt x="723" y="753"/>
                </a:lnTo>
                <a:lnTo>
                  <a:pt x="723" y="752"/>
                </a:lnTo>
                <a:lnTo>
                  <a:pt x="722" y="752"/>
                </a:lnTo>
                <a:lnTo>
                  <a:pt x="721" y="752"/>
                </a:lnTo>
                <a:lnTo>
                  <a:pt x="720" y="752"/>
                </a:lnTo>
                <a:lnTo>
                  <a:pt x="719" y="752"/>
                </a:lnTo>
                <a:lnTo>
                  <a:pt x="718" y="752"/>
                </a:lnTo>
                <a:lnTo>
                  <a:pt x="717" y="752"/>
                </a:lnTo>
                <a:lnTo>
                  <a:pt x="716" y="752"/>
                </a:lnTo>
                <a:lnTo>
                  <a:pt x="716" y="753"/>
                </a:lnTo>
                <a:lnTo>
                  <a:pt x="715" y="753"/>
                </a:lnTo>
                <a:lnTo>
                  <a:pt x="715" y="754"/>
                </a:lnTo>
                <a:lnTo>
                  <a:pt x="715" y="755"/>
                </a:lnTo>
                <a:lnTo>
                  <a:pt x="715" y="756"/>
                </a:lnTo>
                <a:lnTo>
                  <a:pt x="714" y="756"/>
                </a:lnTo>
                <a:lnTo>
                  <a:pt x="714" y="757"/>
                </a:lnTo>
                <a:lnTo>
                  <a:pt x="713" y="757"/>
                </a:lnTo>
                <a:lnTo>
                  <a:pt x="712" y="756"/>
                </a:lnTo>
                <a:lnTo>
                  <a:pt x="711" y="755"/>
                </a:lnTo>
                <a:lnTo>
                  <a:pt x="710" y="755"/>
                </a:lnTo>
                <a:lnTo>
                  <a:pt x="710" y="754"/>
                </a:lnTo>
                <a:lnTo>
                  <a:pt x="709" y="754"/>
                </a:lnTo>
                <a:lnTo>
                  <a:pt x="708" y="754"/>
                </a:lnTo>
                <a:lnTo>
                  <a:pt x="707" y="754"/>
                </a:lnTo>
                <a:lnTo>
                  <a:pt x="706" y="754"/>
                </a:lnTo>
                <a:lnTo>
                  <a:pt x="705" y="754"/>
                </a:lnTo>
                <a:lnTo>
                  <a:pt x="705" y="755"/>
                </a:lnTo>
                <a:lnTo>
                  <a:pt x="704" y="755"/>
                </a:lnTo>
                <a:lnTo>
                  <a:pt x="703" y="755"/>
                </a:lnTo>
                <a:lnTo>
                  <a:pt x="702" y="755"/>
                </a:lnTo>
                <a:lnTo>
                  <a:pt x="702" y="756"/>
                </a:lnTo>
                <a:lnTo>
                  <a:pt x="701" y="756"/>
                </a:lnTo>
                <a:lnTo>
                  <a:pt x="701" y="755"/>
                </a:lnTo>
                <a:lnTo>
                  <a:pt x="700" y="756"/>
                </a:lnTo>
                <a:lnTo>
                  <a:pt x="699" y="756"/>
                </a:lnTo>
                <a:lnTo>
                  <a:pt x="698" y="756"/>
                </a:lnTo>
                <a:lnTo>
                  <a:pt x="698" y="757"/>
                </a:lnTo>
                <a:lnTo>
                  <a:pt x="696" y="757"/>
                </a:lnTo>
                <a:lnTo>
                  <a:pt x="696" y="756"/>
                </a:lnTo>
                <a:lnTo>
                  <a:pt x="696" y="755"/>
                </a:lnTo>
                <a:lnTo>
                  <a:pt x="695" y="754"/>
                </a:lnTo>
                <a:lnTo>
                  <a:pt x="694" y="754"/>
                </a:lnTo>
                <a:lnTo>
                  <a:pt x="694" y="753"/>
                </a:lnTo>
                <a:lnTo>
                  <a:pt x="693" y="753"/>
                </a:lnTo>
                <a:lnTo>
                  <a:pt x="692" y="753"/>
                </a:lnTo>
                <a:lnTo>
                  <a:pt x="692" y="754"/>
                </a:lnTo>
                <a:lnTo>
                  <a:pt x="691" y="754"/>
                </a:lnTo>
                <a:lnTo>
                  <a:pt x="690" y="754"/>
                </a:lnTo>
                <a:lnTo>
                  <a:pt x="689" y="754"/>
                </a:lnTo>
                <a:lnTo>
                  <a:pt x="688" y="753"/>
                </a:lnTo>
                <a:lnTo>
                  <a:pt x="688" y="752"/>
                </a:lnTo>
                <a:lnTo>
                  <a:pt x="688" y="751"/>
                </a:lnTo>
                <a:lnTo>
                  <a:pt x="688" y="750"/>
                </a:lnTo>
                <a:lnTo>
                  <a:pt x="688" y="749"/>
                </a:lnTo>
                <a:lnTo>
                  <a:pt x="687" y="748"/>
                </a:lnTo>
                <a:lnTo>
                  <a:pt x="686" y="748"/>
                </a:lnTo>
                <a:lnTo>
                  <a:pt x="685" y="748"/>
                </a:lnTo>
                <a:lnTo>
                  <a:pt x="685" y="749"/>
                </a:lnTo>
                <a:lnTo>
                  <a:pt x="685" y="750"/>
                </a:lnTo>
                <a:lnTo>
                  <a:pt x="685" y="751"/>
                </a:lnTo>
                <a:lnTo>
                  <a:pt x="684" y="751"/>
                </a:lnTo>
                <a:lnTo>
                  <a:pt x="685" y="751"/>
                </a:lnTo>
                <a:lnTo>
                  <a:pt x="685" y="752"/>
                </a:lnTo>
                <a:lnTo>
                  <a:pt x="685" y="753"/>
                </a:lnTo>
                <a:lnTo>
                  <a:pt x="684" y="754"/>
                </a:lnTo>
                <a:lnTo>
                  <a:pt x="684" y="755"/>
                </a:lnTo>
                <a:lnTo>
                  <a:pt x="684" y="757"/>
                </a:lnTo>
                <a:lnTo>
                  <a:pt x="684" y="758"/>
                </a:lnTo>
                <a:lnTo>
                  <a:pt x="684" y="759"/>
                </a:lnTo>
                <a:lnTo>
                  <a:pt x="684" y="760"/>
                </a:lnTo>
                <a:lnTo>
                  <a:pt x="683" y="760"/>
                </a:lnTo>
                <a:lnTo>
                  <a:pt x="682" y="760"/>
                </a:lnTo>
                <a:lnTo>
                  <a:pt x="682" y="761"/>
                </a:lnTo>
                <a:lnTo>
                  <a:pt x="681" y="761"/>
                </a:lnTo>
                <a:lnTo>
                  <a:pt x="680" y="762"/>
                </a:lnTo>
                <a:lnTo>
                  <a:pt x="680" y="763"/>
                </a:lnTo>
                <a:lnTo>
                  <a:pt x="680" y="765"/>
                </a:lnTo>
                <a:lnTo>
                  <a:pt x="680" y="766"/>
                </a:lnTo>
                <a:lnTo>
                  <a:pt x="679" y="766"/>
                </a:lnTo>
                <a:lnTo>
                  <a:pt x="678" y="766"/>
                </a:lnTo>
                <a:lnTo>
                  <a:pt x="678" y="767"/>
                </a:lnTo>
                <a:lnTo>
                  <a:pt x="679" y="768"/>
                </a:lnTo>
                <a:lnTo>
                  <a:pt x="679" y="769"/>
                </a:lnTo>
                <a:lnTo>
                  <a:pt x="680" y="769"/>
                </a:lnTo>
                <a:lnTo>
                  <a:pt x="680" y="770"/>
                </a:lnTo>
                <a:lnTo>
                  <a:pt x="681" y="770"/>
                </a:lnTo>
                <a:lnTo>
                  <a:pt x="681" y="771"/>
                </a:lnTo>
                <a:lnTo>
                  <a:pt x="681" y="772"/>
                </a:lnTo>
                <a:lnTo>
                  <a:pt x="682" y="772"/>
                </a:lnTo>
                <a:lnTo>
                  <a:pt x="682" y="773"/>
                </a:lnTo>
                <a:lnTo>
                  <a:pt x="683" y="774"/>
                </a:lnTo>
                <a:lnTo>
                  <a:pt x="683" y="775"/>
                </a:lnTo>
                <a:lnTo>
                  <a:pt x="683" y="776"/>
                </a:lnTo>
                <a:lnTo>
                  <a:pt x="683" y="778"/>
                </a:lnTo>
                <a:lnTo>
                  <a:pt x="683" y="779"/>
                </a:lnTo>
                <a:lnTo>
                  <a:pt x="684" y="780"/>
                </a:lnTo>
                <a:lnTo>
                  <a:pt x="685" y="781"/>
                </a:lnTo>
                <a:lnTo>
                  <a:pt x="685" y="782"/>
                </a:lnTo>
                <a:lnTo>
                  <a:pt x="686" y="782"/>
                </a:lnTo>
                <a:lnTo>
                  <a:pt x="686" y="783"/>
                </a:lnTo>
                <a:lnTo>
                  <a:pt x="686" y="784"/>
                </a:lnTo>
                <a:lnTo>
                  <a:pt x="686" y="785"/>
                </a:lnTo>
                <a:lnTo>
                  <a:pt x="686" y="786"/>
                </a:lnTo>
                <a:lnTo>
                  <a:pt x="686" y="787"/>
                </a:lnTo>
                <a:lnTo>
                  <a:pt x="686" y="788"/>
                </a:lnTo>
                <a:lnTo>
                  <a:pt x="686" y="789"/>
                </a:lnTo>
                <a:lnTo>
                  <a:pt x="686" y="790"/>
                </a:lnTo>
                <a:lnTo>
                  <a:pt x="687" y="790"/>
                </a:lnTo>
                <a:lnTo>
                  <a:pt x="687" y="791"/>
                </a:lnTo>
                <a:lnTo>
                  <a:pt x="688" y="792"/>
                </a:lnTo>
                <a:lnTo>
                  <a:pt x="688" y="793"/>
                </a:lnTo>
                <a:lnTo>
                  <a:pt x="688" y="795"/>
                </a:lnTo>
                <a:lnTo>
                  <a:pt x="687" y="796"/>
                </a:lnTo>
                <a:lnTo>
                  <a:pt x="686" y="797"/>
                </a:lnTo>
                <a:lnTo>
                  <a:pt x="685" y="797"/>
                </a:lnTo>
                <a:lnTo>
                  <a:pt x="684" y="798"/>
                </a:lnTo>
                <a:lnTo>
                  <a:pt x="683" y="798"/>
                </a:lnTo>
                <a:lnTo>
                  <a:pt x="682" y="799"/>
                </a:lnTo>
                <a:lnTo>
                  <a:pt x="681" y="800"/>
                </a:lnTo>
                <a:lnTo>
                  <a:pt x="680" y="800"/>
                </a:lnTo>
                <a:lnTo>
                  <a:pt x="680" y="801"/>
                </a:lnTo>
                <a:lnTo>
                  <a:pt x="678" y="801"/>
                </a:lnTo>
                <a:lnTo>
                  <a:pt x="678" y="802"/>
                </a:lnTo>
                <a:lnTo>
                  <a:pt x="677" y="803"/>
                </a:lnTo>
                <a:lnTo>
                  <a:pt x="677" y="804"/>
                </a:lnTo>
                <a:lnTo>
                  <a:pt x="676" y="804"/>
                </a:lnTo>
                <a:lnTo>
                  <a:pt x="675" y="804"/>
                </a:lnTo>
                <a:lnTo>
                  <a:pt x="674" y="804"/>
                </a:lnTo>
                <a:lnTo>
                  <a:pt x="673" y="804"/>
                </a:lnTo>
                <a:lnTo>
                  <a:pt x="672" y="804"/>
                </a:lnTo>
                <a:lnTo>
                  <a:pt x="672" y="805"/>
                </a:lnTo>
                <a:lnTo>
                  <a:pt x="671" y="805"/>
                </a:lnTo>
                <a:lnTo>
                  <a:pt x="671" y="806"/>
                </a:lnTo>
                <a:lnTo>
                  <a:pt x="671" y="807"/>
                </a:lnTo>
                <a:lnTo>
                  <a:pt x="671" y="808"/>
                </a:lnTo>
                <a:lnTo>
                  <a:pt x="670" y="809"/>
                </a:lnTo>
                <a:lnTo>
                  <a:pt x="669" y="809"/>
                </a:lnTo>
                <a:lnTo>
                  <a:pt x="668" y="808"/>
                </a:lnTo>
                <a:lnTo>
                  <a:pt x="668" y="807"/>
                </a:lnTo>
                <a:lnTo>
                  <a:pt x="667" y="807"/>
                </a:lnTo>
                <a:lnTo>
                  <a:pt x="668" y="806"/>
                </a:lnTo>
                <a:lnTo>
                  <a:pt x="668" y="805"/>
                </a:lnTo>
                <a:lnTo>
                  <a:pt x="667" y="805"/>
                </a:lnTo>
                <a:lnTo>
                  <a:pt x="667" y="804"/>
                </a:lnTo>
                <a:lnTo>
                  <a:pt x="666" y="804"/>
                </a:lnTo>
                <a:lnTo>
                  <a:pt x="666" y="803"/>
                </a:lnTo>
                <a:lnTo>
                  <a:pt x="665" y="803"/>
                </a:lnTo>
                <a:lnTo>
                  <a:pt x="664" y="803"/>
                </a:lnTo>
                <a:lnTo>
                  <a:pt x="664" y="802"/>
                </a:lnTo>
                <a:lnTo>
                  <a:pt x="663" y="802"/>
                </a:lnTo>
                <a:lnTo>
                  <a:pt x="663" y="801"/>
                </a:lnTo>
                <a:lnTo>
                  <a:pt x="662" y="801"/>
                </a:lnTo>
                <a:lnTo>
                  <a:pt x="662" y="800"/>
                </a:lnTo>
                <a:lnTo>
                  <a:pt x="661" y="800"/>
                </a:lnTo>
                <a:lnTo>
                  <a:pt x="661" y="801"/>
                </a:lnTo>
                <a:lnTo>
                  <a:pt x="660" y="801"/>
                </a:lnTo>
                <a:lnTo>
                  <a:pt x="659" y="802"/>
                </a:lnTo>
                <a:lnTo>
                  <a:pt x="659" y="803"/>
                </a:lnTo>
                <a:lnTo>
                  <a:pt x="658" y="803"/>
                </a:lnTo>
                <a:lnTo>
                  <a:pt x="657" y="803"/>
                </a:lnTo>
                <a:lnTo>
                  <a:pt x="655" y="804"/>
                </a:lnTo>
                <a:lnTo>
                  <a:pt x="654" y="804"/>
                </a:lnTo>
                <a:lnTo>
                  <a:pt x="653" y="805"/>
                </a:lnTo>
                <a:lnTo>
                  <a:pt x="653" y="806"/>
                </a:lnTo>
                <a:lnTo>
                  <a:pt x="653" y="807"/>
                </a:lnTo>
                <a:lnTo>
                  <a:pt x="652" y="807"/>
                </a:lnTo>
                <a:lnTo>
                  <a:pt x="652" y="809"/>
                </a:lnTo>
                <a:lnTo>
                  <a:pt x="651" y="810"/>
                </a:lnTo>
                <a:lnTo>
                  <a:pt x="650" y="810"/>
                </a:lnTo>
                <a:lnTo>
                  <a:pt x="650" y="811"/>
                </a:lnTo>
                <a:lnTo>
                  <a:pt x="650" y="812"/>
                </a:lnTo>
                <a:lnTo>
                  <a:pt x="649" y="812"/>
                </a:lnTo>
                <a:lnTo>
                  <a:pt x="649" y="813"/>
                </a:lnTo>
                <a:lnTo>
                  <a:pt x="648" y="813"/>
                </a:lnTo>
                <a:lnTo>
                  <a:pt x="648" y="814"/>
                </a:lnTo>
                <a:lnTo>
                  <a:pt x="647" y="814"/>
                </a:lnTo>
                <a:lnTo>
                  <a:pt x="646" y="814"/>
                </a:lnTo>
                <a:lnTo>
                  <a:pt x="646" y="815"/>
                </a:lnTo>
                <a:lnTo>
                  <a:pt x="646" y="816"/>
                </a:lnTo>
                <a:lnTo>
                  <a:pt x="645" y="816"/>
                </a:lnTo>
                <a:lnTo>
                  <a:pt x="644" y="816"/>
                </a:lnTo>
                <a:lnTo>
                  <a:pt x="643" y="817"/>
                </a:lnTo>
                <a:lnTo>
                  <a:pt x="642" y="818"/>
                </a:lnTo>
                <a:lnTo>
                  <a:pt x="641" y="818"/>
                </a:lnTo>
                <a:lnTo>
                  <a:pt x="640" y="818"/>
                </a:lnTo>
                <a:lnTo>
                  <a:pt x="640" y="819"/>
                </a:lnTo>
                <a:lnTo>
                  <a:pt x="640" y="820"/>
                </a:lnTo>
                <a:lnTo>
                  <a:pt x="641" y="821"/>
                </a:lnTo>
                <a:lnTo>
                  <a:pt x="640" y="823"/>
                </a:lnTo>
                <a:lnTo>
                  <a:pt x="639" y="824"/>
                </a:lnTo>
                <a:lnTo>
                  <a:pt x="638" y="824"/>
                </a:lnTo>
                <a:lnTo>
                  <a:pt x="638" y="825"/>
                </a:lnTo>
                <a:lnTo>
                  <a:pt x="637" y="826"/>
                </a:lnTo>
                <a:lnTo>
                  <a:pt x="637" y="827"/>
                </a:lnTo>
                <a:lnTo>
                  <a:pt x="637" y="828"/>
                </a:lnTo>
                <a:lnTo>
                  <a:pt x="638" y="829"/>
                </a:lnTo>
                <a:lnTo>
                  <a:pt x="639" y="830"/>
                </a:lnTo>
                <a:lnTo>
                  <a:pt x="639" y="831"/>
                </a:lnTo>
                <a:lnTo>
                  <a:pt x="640" y="831"/>
                </a:lnTo>
                <a:lnTo>
                  <a:pt x="641" y="831"/>
                </a:lnTo>
                <a:lnTo>
                  <a:pt x="641" y="830"/>
                </a:lnTo>
                <a:lnTo>
                  <a:pt x="642" y="830"/>
                </a:lnTo>
                <a:lnTo>
                  <a:pt x="643" y="830"/>
                </a:lnTo>
                <a:lnTo>
                  <a:pt x="644" y="830"/>
                </a:lnTo>
                <a:lnTo>
                  <a:pt x="645" y="831"/>
                </a:lnTo>
                <a:lnTo>
                  <a:pt x="645" y="832"/>
                </a:lnTo>
                <a:lnTo>
                  <a:pt x="645" y="833"/>
                </a:lnTo>
                <a:lnTo>
                  <a:pt x="644" y="833"/>
                </a:lnTo>
                <a:lnTo>
                  <a:pt x="645" y="833"/>
                </a:lnTo>
                <a:lnTo>
                  <a:pt x="645" y="834"/>
                </a:lnTo>
                <a:lnTo>
                  <a:pt x="645" y="835"/>
                </a:lnTo>
                <a:lnTo>
                  <a:pt x="645" y="836"/>
                </a:lnTo>
                <a:lnTo>
                  <a:pt x="645" y="837"/>
                </a:lnTo>
                <a:lnTo>
                  <a:pt x="646" y="837"/>
                </a:lnTo>
                <a:lnTo>
                  <a:pt x="647" y="838"/>
                </a:lnTo>
                <a:lnTo>
                  <a:pt x="649" y="839"/>
                </a:lnTo>
                <a:lnTo>
                  <a:pt x="650" y="838"/>
                </a:lnTo>
                <a:lnTo>
                  <a:pt x="651" y="838"/>
                </a:lnTo>
                <a:lnTo>
                  <a:pt x="651" y="837"/>
                </a:lnTo>
                <a:lnTo>
                  <a:pt x="652" y="837"/>
                </a:lnTo>
                <a:lnTo>
                  <a:pt x="652" y="839"/>
                </a:lnTo>
                <a:lnTo>
                  <a:pt x="652" y="840"/>
                </a:lnTo>
                <a:lnTo>
                  <a:pt x="651" y="840"/>
                </a:lnTo>
                <a:lnTo>
                  <a:pt x="650" y="840"/>
                </a:lnTo>
                <a:lnTo>
                  <a:pt x="649" y="840"/>
                </a:lnTo>
                <a:lnTo>
                  <a:pt x="648" y="841"/>
                </a:lnTo>
                <a:lnTo>
                  <a:pt x="648" y="842"/>
                </a:lnTo>
                <a:lnTo>
                  <a:pt x="647" y="843"/>
                </a:lnTo>
                <a:lnTo>
                  <a:pt x="646" y="844"/>
                </a:lnTo>
                <a:lnTo>
                  <a:pt x="646" y="845"/>
                </a:lnTo>
                <a:lnTo>
                  <a:pt x="645" y="846"/>
                </a:lnTo>
                <a:lnTo>
                  <a:pt x="645" y="849"/>
                </a:lnTo>
                <a:lnTo>
                  <a:pt x="645" y="850"/>
                </a:lnTo>
                <a:lnTo>
                  <a:pt x="645" y="851"/>
                </a:lnTo>
                <a:lnTo>
                  <a:pt x="645" y="853"/>
                </a:lnTo>
                <a:lnTo>
                  <a:pt x="646" y="854"/>
                </a:lnTo>
                <a:lnTo>
                  <a:pt x="646" y="855"/>
                </a:lnTo>
                <a:lnTo>
                  <a:pt x="645" y="856"/>
                </a:lnTo>
                <a:lnTo>
                  <a:pt x="645" y="858"/>
                </a:lnTo>
                <a:lnTo>
                  <a:pt x="644" y="860"/>
                </a:lnTo>
                <a:lnTo>
                  <a:pt x="643" y="861"/>
                </a:lnTo>
                <a:lnTo>
                  <a:pt x="642" y="861"/>
                </a:lnTo>
                <a:lnTo>
                  <a:pt x="641" y="862"/>
                </a:lnTo>
                <a:lnTo>
                  <a:pt x="640" y="863"/>
                </a:lnTo>
                <a:lnTo>
                  <a:pt x="640" y="864"/>
                </a:lnTo>
                <a:lnTo>
                  <a:pt x="639" y="865"/>
                </a:lnTo>
                <a:lnTo>
                  <a:pt x="639" y="866"/>
                </a:lnTo>
                <a:lnTo>
                  <a:pt x="638" y="866"/>
                </a:lnTo>
                <a:lnTo>
                  <a:pt x="637" y="866"/>
                </a:lnTo>
                <a:lnTo>
                  <a:pt x="637" y="867"/>
                </a:lnTo>
                <a:lnTo>
                  <a:pt x="636" y="867"/>
                </a:lnTo>
                <a:lnTo>
                  <a:pt x="635" y="868"/>
                </a:lnTo>
                <a:lnTo>
                  <a:pt x="634" y="869"/>
                </a:lnTo>
                <a:lnTo>
                  <a:pt x="634" y="870"/>
                </a:lnTo>
                <a:lnTo>
                  <a:pt x="633" y="870"/>
                </a:lnTo>
                <a:lnTo>
                  <a:pt x="633" y="871"/>
                </a:lnTo>
                <a:lnTo>
                  <a:pt x="632" y="871"/>
                </a:lnTo>
                <a:lnTo>
                  <a:pt x="631" y="871"/>
                </a:lnTo>
                <a:lnTo>
                  <a:pt x="630" y="871"/>
                </a:lnTo>
                <a:lnTo>
                  <a:pt x="630" y="872"/>
                </a:lnTo>
                <a:lnTo>
                  <a:pt x="629" y="872"/>
                </a:lnTo>
                <a:lnTo>
                  <a:pt x="629" y="873"/>
                </a:lnTo>
                <a:lnTo>
                  <a:pt x="628" y="873"/>
                </a:lnTo>
                <a:lnTo>
                  <a:pt x="628" y="874"/>
                </a:lnTo>
                <a:lnTo>
                  <a:pt x="628" y="875"/>
                </a:lnTo>
                <a:lnTo>
                  <a:pt x="627" y="875"/>
                </a:lnTo>
                <a:lnTo>
                  <a:pt x="627" y="876"/>
                </a:lnTo>
                <a:lnTo>
                  <a:pt x="626" y="876"/>
                </a:lnTo>
                <a:lnTo>
                  <a:pt x="625" y="877"/>
                </a:lnTo>
                <a:lnTo>
                  <a:pt x="623" y="878"/>
                </a:lnTo>
                <a:lnTo>
                  <a:pt x="622" y="880"/>
                </a:lnTo>
                <a:lnTo>
                  <a:pt x="621" y="881"/>
                </a:lnTo>
                <a:lnTo>
                  <a:pt x="620" y="881"/>
                </a:lnTo>
                <a:lnTo>
                  <a:pt x="619" y="881"/>
                </a:lnTo>
                <a:lnTo>
                  <a:pt x="619" y="882"/>
                </a:lnTo>
                <a:lnTo>
                  <a:pt x="619" y="883"/>
                </a:lnTo>
                <a:lnTo>
                  <a:pt x="620" y="883"/>
                </a:lnTo>
                <a:lnTo>
                  <a:pt x="621" y="884"/>
                </a:lnTo>
                <a:lnTo>
                  <a:pt x="621" y="885"/>
                </a:lnTo>
                <a:lnTo>
                  <a:pt x="622" y="885"/>
                </a:lnTo>
                <a:lnTo>
                  <a:pt x="622" y="886"/>
                </a:lnTo>
                <a:lnTo>
                  <a:pt x="621" y="886"/>
                </a:lnTo>
                <a:lnTo>
                  <a:pt x="621" y="887"/>
                </a:lnTo>
                <a:lnTo>
                  <a:pt x="621" y="888"/>
                </a:lnTo>
                <a:lnTo>
                  <a:pt x="621" y="889"/>
                </a:lnTo>
                <a:lnTo>
                  <a:pt x="621" y="890"/>
                </a:lnTo>
                <a:lnTo>
                  <a:pt x="620" y="890"/>
                </a:lnTo>
                <a:lnTo>
                  <a:pt x="619" y="890"/>
                </a:lnTo>
                <a:lnTo>
                  <a:pt x="618" y="890"/>
                </a:lnTo>
                <a:lnTo>
                  <a:pt x="617" y="889"/>
                </a:lnTo>
                <a:lnTo>
                  <a:pt x="615" y="889"/>
                </a:lnTo>
                <a:lnTo>
                  <a:pt x="614" y="889"/>
                </a:lnTo>
                <a:lnTo>
                  <a:pt x="613" y="889"/>
                </a:lnTo>
                <a:lnTo>
                  <a:pt x="613" y="890"/>
                </a:lnTo>
                <a:lnTo>
                  <a:pt x="612" y="890"/>
                </a:lnTo>
                <a:lnTo>
                  <a:pt x="612" y="891"/>
                </a:lnTo>
                <a:lnTo>
                  <a:pt x="612" y="892"/>
                </a:lnTo>
                <a:lnTo>
                  <a:pt x="612" y="893"/>
                </a:lnTo>
                <a:lnTo>
                  <a:pt x="611" y="893"/>
                </a:lnTo>
                <a:lnTo>
                  <a:pt x="611" y="894"/>
                </a:lnTo>
                <a:lnTo>
                  <a:pt x="610" y="895"/>
                </a:lnTo>
                <a:lnTo>
                  <a:pt x="609" y="895"/>
                </a:lnTo>
                <a:lnTo>
                  <a:pt x="608" y="896"/>
                </a:lnTo>
                <a:lnTo>
                  <a:pt x="608" y="897"/>
                </a:lnTo>
                <a:lnTo>
                  <a:pt x="608" y="898"/>
                </a:lnTo>
                <a:lnTo>
                  <a:pt x="608" y="899"/>
                </a:lnTo>
                <a:lnTo>
                  <a:pt x="607" y="899"/>
                </a:lnTo>
                <a:lnTo>
                  <a:pt x="606" y="899"/>
                </a:lnTo>
                <a:lnTo>
                  <a:pt x="606" y="900"/>
                </a:lnTo>
                <a:lnTo>
                  <a:pt x="606" y="901"/>
                </a:lnTo>
                <a:lnTo>
                  <a:pt x="604" y="903"/>
                </a:lnTo>
                <a:lnTo>
                  <a:pt x="604" y="904"/>
                </a:lnTo>
                <a:lnTo>
                  <a:pt x="604" y="905"/>
                </a:lnTo>
                <a:lnTo>
                  <a:pt x="604" y="907"/>
                </a:lnTo>
                <a:lnTo>
                  <a:pt x="604" y="908"/>
                </a:lnTo>
                <a:lnTo>
                  <a:pt x="603" y="908"/>
                </a:lnTo>
                <a:lnTo>
                  <a:pt x="602" y="909"/>
                </a:lnTo>
                <a:lnTo>
                  <a:pt x="601" y="910"/>
                </a:lnTo>
                <a:lnTo>
                  <a:pt x="600" y="910"/>
                </a:lnTo>
                <a:lnTo>
                  <a:pt x="600" y="911"/>
                </a:lnTo>
                <a:lnTo>
                  <a:pt x="599" y="911"/>
                </a:lnTo>
                <a:lnTo>
                  <a:pt x="598" y="911"/>
                </a:lnTo>
                <a:lnTo>
                  <a:pt x="597" y="911"/>
                </a:lnTo>
                <a:lnTo>
                  <a:pt x="596" y="911"/>
                </a:lnTo>
                <a:lnTo>
                  <a:pt x="595" y="910"/>
                </a:lnTo>
                <a:lnTo>
                  <a:pt x="595" y="909"/>
                </a:lnTo>
                <a:lnTo>
                  <a:pt x="594" y="909"/>
                </a:lnTo>
                <a:lnTo>
                  <a:pt x="593" y="909"/>
                </a:lnTo>
                <a:lnTo>
                  <a:pt x="593" y="910"/>
                </a:lnTo>
                <a:lnTo>
                  <a:pt x="592" y="911"/>
                </a:lnTo>
                <a:lnTo>
                  <a:pt x="591" y="912"/>
                </a:lnTo>
                <a:lnTo>
                  <a:pt x="590" y="913"/>
                </a:lnTo>
                <a:lnTo>
                  <a:pt x="588" y="913"/>
                </a:lnTo>
                <a:lnTo>
                  <a:pt x="588" y="914"/>
                </a:lnTo>
                <a:lnTo>
                  <a:pt x="587" y="914"/>
                </a:lnTo>
                <a:lnTo>
                  <a:pt x="586" y="914"/>
                </a:lnTo>
                <a:lnTo>
                  <a:pt x="586" y="915"/>
                </a:lnTo>
                <a:lnTo>
                  <a:pt x="585" y="915"/>
                </a:lnTo>
                <a:lnTo>
                  <a:pt x="585" y="914"/>
                </a:lnTo>
                <a:lnTo>
                  <a:pt x="584" y="914"/>
                </a:lnTo>
                <a:lnTo>
                  <a:pt x="584" y="913"/>
                </a:lnTo>
                <a:lnTo>
                  <a:pt x="583" y="912"/>
                </a:lnTo>
                <a:lnTo>
                  <a:pt x="583" y="911"/>
                </a:lnTo>
                <a:lnTo>
                  <a:pt x="582" y="910"/>
                </a:lnTo>
                <a:lnTo>
                  <a:pt x="582" y="909"/>
                </a:lnTo>
                <a:lnTo>
                  <a:pt x="581" y="909"/>
                </a:lnTo>
                <a:lnTo>
                  <a:pt x="581" y="910"/>
                </a:lnTo>
                <a:lnTo>
                  <a:pt x="580" y="910"/>
                </a:lnTo>
                <a:lnTo>
                  <a:pt x="580" y="911"/>
                </a:lnTo>
                <a:lnTo>
                  <a:pt x="580" y="912"/>
                </a:lnTo>
                <a:lnTo>
                  <a:pt x="579" y="913"/>
                </a:lnTo>
                <a:lnTo>
                  <a:pt x="579" y="914"/>
                </a:lnTo>
                <a:lnTo>
                  <a:pt x="578" y="914"/>
                </a:lnTo>
                <a:lnTo>
                  <a:pt x="578" y="915"/>
                </a:lnTo>
                <a:lnTo>
                  <a:pt x="578" y="916"/>
                </a:lnTo>
                <a:lnTo>
                  <a:pt x="577" y="917"/>
                </a:lnTo>
                <a:lnTo>
                  <a:pt x="577" y="918"/>
                </a:lnTo>
                <a:lnTo>
                  <a:pt x="576" y="919"/>
                </a:lnTo>
                <a:lnTo>
                  <a:pt x="576" y="920"/>
                </a:lnTo>
                <a:lnTo>
                  <a:pt x="575" y="921"/>
                </a:lnTo>
                <a:lnTo>
                  <a:pt x="575" y="922"/>
                </a:lnTo>
                <a:lnTo>
                  <a:pt x="575" y="923"/>
                </a:lnTo>
                <a:lnTo>
                  <a:pt x="574" y="923"/>
                </a:lnTo>
                <a:lnTo>
                  <a:pt x="574" y="925"/>
                </a:lnTo>
                <a:lnTo>
                  <a:pt x="574" y="926"/>
                </a:lnTo>
                <a:lnTo>
                  <a:pt x="573" y="927"/>
                </a:lnTo>
                <a:lnTo>
                  <a:pt x="574" y="928"/>
                </a:lnTo>
                <a:lnTo>
                  <a:pt x="574" y="929"/>
                </a:lnTo>
                <a:lnTo>
                  <a:pt x="574" y="930"/>
                </a:lnTo>
                <a:lnTo>
                  <a:pt x="575" y="931"/>
                </a:lnTo>
                <a:lnTo>
                  <a:pt x="576" y="932"/>
                </a:lnTo>
                <a:lnTo>
                  <a:pt x="576" y="933"/>
                </a:lnTo>
                <a:lnTo>
                  <a:pt x="576" y="936"/>
                </a:lnTo>
                <a:lnTo>
                  <a:pt x="576" y="937"/>
                </a:lnTo>
                <a:lnTo>
                  <a:pt x="576" y="938"/>
                </a:lnTo>
                <a:lnTo>
                  <a:pt x="576" y="939"/>
                </a:lnTo>
                <a:lnTo>
                  <a:pt x="576" y="940"/>
                </a:lnTo>
                <a:lnTo>
                  <a:pt x="576" y="942"/>
                </a:lnTo>
                <a:lnTo>
                  <a:pt x="577" y="944"/>
                </a:lnTo>
                <a:lnTo>
                  <a:pt x="577" y="945"/>
                </a:lnTo>
                <a:lnTo>
                  <a:pt x="576" y="946"/>
                </a:lnTo>
                <a:lnTo>
                  <a:pt x="576" y="947"/>
                </a:lnTo>
                <a:lnTo>
                  <a:pt x="576" y="948"/>
                </a:lnTo>
                <a:lnTo>
                  <a:pt x="575" y="949"/>
                </a:lnTo>
                <a:lnTo>
                  <a:pt x="575" y="950"/>
                </a:lnTo>
                <a:lnTo>
                  <a:pt x="575" y="951"/>
                </a:lnTo>
                <a:lnTo>
                  <a:pt x="575" y="952"/>
                </a:lnTo>
                <a:lnTo>
                  <a:pt x="574" y="953"/>
                </a:lnTo>
                <a:lnTo>
                  <a:pt x="573" y="954"/>
                </a:lnTo>
                <a:lnTo>
                  <a:pt x="573" y="955"/>
                </a:lnTo>
                <a:lnTo>
                  <a:pt x="573" y="957"/>
                </a:lnTo>
                <a:lnTo>
                  <a:pt x="572" y="957"/>
                </a:lnTo>
                <a:lnTo>
                  <a:pt x="572" y="958"/>
                </a:lnTo>
                <a:lnTo>
                  <a:pt x="571" y="958"/>
                </a:lnTo>
                <a:lnTo>
                  <a:pt x="572" y="959"/>
                </a:lnTo>
                <a:lnTo>
                  <a:pt x="573" y="960"/>
                </a:lnTo>
                <a:lnTo>
                  <a:pt x="574" y="961"/>
                </a:lnTo>
                <a:lnTo>
                  <a:pt x="574" y="962"/>
                </a:lnTo>
                <a:lnTo>
                  <a:pt x="574" y="963"/>
                </a:lnTo>
                <a:lnTo>
                  <a:pt x="574" y="964"/>
                </a:lnTo>
                <a:lnTo>
                  <a:pt x="574" y="965"/>
                </a:lnTo>
                <a:lnTo>
                  <a:pt x="574" y="966"/>
                </a:lnTo>
                <a:lnTo>
                  <a:pt x="574" y="967"/>
                </a:lnTo>
                <a:lnTo>
                  <a:pt x="573" y="967"/>
                </a:lnTo>
                <a:lnTo>
                  <a:pt x="573" y="969"/>
                </a:lnTo>
                <a:lnTo>
                  <a:pt x="574" y="969"/>
                </a:lnTo>
                <a:lnTo>
                  <a:pt x="574" y="970"/>
                </a:lnTo>
                <a:lnTo>
                  <a:pt x="574" y="971"/>
                </a:lnTo>
                <a:lnTo>
                  <a:pt x="574" y="972"/>
                </a:lnTo>
                <a:lnTo>
                  <a:pt x="574" y="973"/>
                </a:lnTo>
                <a:lnTo>
                  <a:pt x="574" y="974"/>
                </a:lnTo>
                <a:lnTo>
                  <a:pt x="575" y="974"/>
                </a:lnTo>
                <a:lnTo>
                  <a:pt x="576" y="975"/>
                </a:lnTo>
                <a:lnTo>
                  <a:pt x="576" y="976"/>
                </a:lnTo>
                <a:lnTo>
                  <a:pt x="577" y="977"/>
                </a:lnTo>
                <a:lnTo>
                  <a:pt x="577" y="978"/>
                </a:lnTo>
                <a:lnTo>
                  <a:pt x="578" y="979"/>
                </a:lnTo>
                <a:lnTo>
                  <a:pt x="579" y="980"/>
                </a:lnTo>
                <a:lnTo>
                  <a:pt x="579" y="981"/>
                </a:lnTo>
                <a:lnTo>
                  <a:pt x="580" y="982"/>
                </a:lnTo>
                <a:lnTo>
                  <a:pt x="581" y="982"/>
                </a:lnTo>
                <a:lnTo>
                  <a:pt x="582" y="983"/>
                </a:lnTo>
                <a:lnTo>
                  <a:pt x="582" y="984"/>
                </a:lnTo>
                <a:lnTo>
                  <a:pt x="582" y="985"/>
                </a:lnTo>
                <a:lnTo>
                  <a:pt x="582" y="986"/>
                </a:lnTo>
                <a:lnTo>
                  <a:pt x="583" y="987"/>
                </a:lnTo>
                <a:lnTo>
                  <a:pt x="584" y="987"/>
                </a:lnTo>
                <a:lnTo>
                  <a:pt x="584" y="988"/>
                </a:lnTo>
                <a:lnTo>
                  <a:pt x="583" y="989"/>
                </a:lnTo>
                <a:lnTo>
                  <a:pt x="583" y="990"/>
                </a:lnTo>
                <a:lnTo>
                  <a:pt x="584" y="990"/>
                </a:lnTo>
                <a:lnTo>
                  <a:pt x="585" y="991"/>
                </a:lnTo>
                <a:lnTo>
                  <a:pt x="585" y="992"/>
                </a:lnTo>
                <a:lnTo>
                  <a:pt x="584" y="992"/>
                </a:lnTo>
                <a:lnTo>
                  <a:pt x="584" y="993"/>
                </a:lnTo>
                <a:lnTo>
                  <a:pt x="585" y="994"/>
                </a:lnTo>
                <a:lnTo>
                  <a:pt x="585" y="995"/>
                </a:lnTo>
                <a:lnTo>
                  <a:pt x="585" y="996"/>
                </a:lnTo>
                <a:lnTo>
                  <a:pt x="586" y="996"/>
                </a:lnTo>
                <a:lnTo>
                  <a:pt x="586" y="997"/>
                </a:lnTo>
                <a:lnTo>
                  <a:pt x="585" y="997"/>
                </a:lnTo>
                <a:lnTo>
                  <a:pt x="585" y="998"/>
                </a:lnTo>
                <a:lnTo>
                  <a:pt x="586" y="999"/>
                </a:lnTo>
                <a:lnTo>
                  <a:pt x="586" y="1000"/>
                </a:lnTo>
                <a:lnTo>
                  <a:pt x="587" y="1001"/>
                </a:lnTo>
                <a:lnTo>
                  <a:pt x="586" y="1001"/>
                </a:lnTo>
                <a:lnTo>
                  <a:pt x="586" y="1003"/>
                </a:lnTo>
                <a:lnTo>
                  <a:pt x="586" y="1004"/>
                </a:lnTo>
                <a:lnTo>
                  <a:pt x="587" y="1004"/>
                </a:lnTo>
                <a:lnTo>
                  <a:pt x="587" y="1005"/>
                </a:lnTo>
                <a:lnTo>
                  <a:pt x="588" y="1006"/>
                </a:lnTo>
                <a:lnTo>
                  <a:pt x="589" y="1006"/>
                </a:lnTo>
                <a:lnTo>
                  <a:pt x="588" y="1006"/>
                </a:lnTo>
                <a:lnTo>
                  <a:pt x="588" y="1008"/>
                </a:lnTo>
                <a:lnTo>
                  <a:pt x="588" y="1009"/>
                </a:lnTo>
                <a:lnTo>
                  <a:pt x="588" y="1010"/>
                </a:lnTo>
                <a:lnTo>
                  <a:pt x="588" y="1011"/>
                </a:lnTo>
                <a:lnTo>
                  <a:pt x="588" y="1012"/>
                </a:lnTo>
                <a:lnTo>
                  <a:pt x="588" y="1013"/>
                </a:lnTo>
                <a:lnTo>
                  <a:pt x="589" y="1013"/>
                </a:lnTo>
                <a:lnTo>
                  <a:pt x="588" y="1014"/>
                </a:lnTo>
                <a:lnTo>
                  <a:pt x="587" y="1014"/>
                </a:lnTo>
                <a:lnTo>
                  <a:pt x="587" y="1015"/>
                </a:lnTo>
                <a:lnTo>
                  <a:pt x="588" y="1016"/>
                </a:lnTo>
                <a:lnTo>
                  <a:pt x="589" y="1017"/>
                </a:lnTo>
                <a:lnTo>
                  <a:pt x="589" y="1018"/>
                </a:lnTo>
                <a:lnTo>
                  <a:pt x="589" y="1019"/>
                </a:lnTo>
                <a:lnTo>
                  <a:pt x="589" y="1020"/>
                </a:lnTo>
                <a:lnTo>
                  <a:pt x="590" y="1020"/>
                </a:lnTo>
                <a:lnTo>
                  <a:pt x="591" y="1019"/>
                </a:lnTo>
                <a:lnTo>
                  <a:pt x="591" y="1020"/>
                </a:lnTo>
                <a:lnTo>
                  <a:pt x="591" y="1021"/>
                </a:lnTo>
                <a:lnTo>
                  <a:pt x="591" y="1022"/>
                </a:lnTo>
                <a:lnTo>
                  <a:pt x="591" y="1023"/>
                </a:lnTo>
                <a:lnTo>
                  <a:pt x="591" y="1024"/>
                </a:lnTo>
                <a:lnTo>
                  <a:pt x="591" y="1025"/>
                </a:lnTo>
                <a:lnTo>
                  <a:pt x="590" y="1025"/>
                </a:lnTo>
                <a:lnTo>
                  <a:pt x="590" y="1026"/>
                </a:lnTo>
                <a:lnTo>
                  <a:pt x="590" y="1027"/>
                </a:lnTo>
                <a:lnTo>
                  <a:pt x="589" y="1028"/>
                </a:lnTo>
                <a:lnTo>
                  <a:pt x="588" y="1028"/>
                </a:lnTo>
                <a:lnTo>
                  <a:pt x="587" y="1029"/>
                </a:lnTo>
                <a:lnTo>
                  <a:pt x="586" y="1029"/>
                </a:lnTo>
                <a:lnTo>
                  <a:pt x="585" y="1028"/>
                </a:lnTo>
                <a:lnTo>
                  <a:pt x="584" y="1029"/>
                </a:lnTo>
                <a:lnTo>
                  <a:pt x="584" y="1030"/>
                </a:lnTo>
                <a:lnTo>
                  <a:pt x="584" y="1031"/>
                </a:lnTo>
                <a:lnTo>
                  <a:pt x="584" y="1032"/>
                </a:lnTo>
                <a:lnTo>
                  <a:pt x="585" y="1033"/>
                </a:lnTo>
                <a:lnTo>
                  <a:pt x="584" y="1033"/>
                </a:lnTo>
                <a:lnTo>
                  <a:pt x="584" y="1034"/>
                </a:lnTo>
                <a:lnTo>
                  <a:pt x="584" y="1035"/>
                </a:lnTo>
                <a:lnTo>
                  <a:pt x="584" y="1036"/>
                </a:lnTo>
                <a:lnTo>
                  <a:pt x="583" y="1037"/>
                </a:lnTo>
                <a:lnTo>
                  <a:pt x="583" y="1039"/>
                </a:lnTo>
                <a:lnTo>
                  <a:pt x="584" y="1040"/>
                </a:lnTo>
                <a:lnTo>
                  <a:pt x="584" y="1041"/>
                </a:lnTo>
                <a:lnTo>
                  <a:pt x="584" y="1042"/>
                </a:lnTo>
                <a:lnTo>
                  <a:pt x="584" y="1043"/>
                </a:lnTo>
                <a:lnTo>
                  <a:pt x="583" y="1044"/>
                </a:lnTo>
                <a:lnTo>
                  <a:pt x="583" y="1045"/>
                </a:lnTo>
                <a:lnTo>
                  <a:pt x="583" y="1046"/>
                </a:lnTo>
                <a:lnTo>
                  <a:pt x="582" y="1047"/>
                </a:lnTo>
                <a:lnTo>
                  <a:pt x="581" y="1047"/>
                </a:lnTo>
                <a:lnTo>
                  <a:pt x="580" y="1047"/>
                </a:lnTo>
                <a:lnTo>
                  <a:pt x="578" y="1047"/>
                </a:lnTo>
                <a:lnTo>
                  <a:pt x="577" y="1047"/>
                </a:lnTo>
                <a:lnTo>
                  <a:pt x="576" y="1047"/>
                </a:lnTo>
                <a:lnTo>
                  <a:pt x="576" y="1048"/>
                </a:lnTo>
                <a:lnTo>
                  <a:pt x="575" y="1047"/>
                </a:lnTo>
                <a:lnTo>
                  <a:pt x="574" y="1047"/>
                </a:lnTo>
                <a:lnTo>
                  <a:pt x="573" y="1047"/>
                </a:lnTo>
                <a:lnTo>
                  <a:pt x="572" y="1047"/>
                </a:lnTo>
                <a:lnTo>
                  <a:pt x="572" y="1046"/>
                </a:lnTo>
                <a:lnTo>
                  <a:pt x="571" y="1046"/>
                </a:lnTo>
                <a:lnTo>
                  <a:pt x="571" y="1045"/>
                </a:lnTo>
                <a:lnTo>
                  <a:pt x="572" y="1045"/>
                </a:lnTo>
                <a:lnTo>
                  <a:pt x="572" y="1044"/>
                </a:lnTo>
                <a:lnTo>
                  <a:pt x="571" y="1044"/>
                </a:lnTo>
                <a:lnTo>
                  <a:pt x="571" y="1043"/>
                </a:lnTo>
                <a:lnTo>
                  <a:pt x="571" y="1044"/>
                </a:lnTo>
                <a:lnTo>
                  <a:pt x="570" y="1044"/>
                </a:lnTo>
                <a:lnTo>
                  <a:pt x="570" y="1045"/>
                </a:lnTo>
                <a:lnTo>
                  <a:pt x="569" y="1046"/>
                </a:lnTo>
                <a:lnTo>
                  <a:pt x="569" y="1047"/>
                </a:lnTo>
                <a:lnTo>
                  <a:pt x="569" y="1048"/>
                </a:lnTo>
                <a:lnTo>
                  <a:pt x="568" y="1048"/>
                </a:lnTo>
                <a:lnTo>
                  <a:pt x="568" y="1049"/>
                </a:lnTo>
                <a:lnTo>
                  <a:pt x="567" y="1049"/>
                </a:lnTo>
                <a:lnTo>
                  <a:pt x="567" y="1050"/>
                </a:lnTo>
                <a:lnTo>
                  <a:pt x="566" y="1050"/>
                </a:lnTo>
                <a:lnTo>
                  <a:pt x="565" y="1051"/>
                </a:lnTo>
                <a:lnTo>
                  <a:pt x="564" y="1051"/>
                </a:lnTo>
                <a:lnTo>
                  <a:pt x="563" y="1051"/>
                </a:lnTo>
                <a:lnTo>
                  <a:pt x="562" y="1051"/>
                </a:lnTo>
                <a:lnTo>
                  <a:pt x="561" y="1051"/>
                </a:lnTo>
                <a:lnTo>
                  <a:pt x="560" y="1052"/>
                </a:lnTo>
                <a:lnTo>
                  <a:pt x="559" y="1052"/>
                </a:lnTo>
                <a:lnTo>
                  <a:pt x="558" y="1053"/>
                </a:lnTo>
                <a:lnTo>
                  <a:pt x="558" y="1054"/>
                </a:lnTo>
                <a:lnTo>
                  <a:pt x="557" y="1055"/>
                </a:lnTo>
                <a:lnTo>
                  <a:pt x="555" y="1055"/>
                </a:lnTo>
                <a:lnTo>
                  <a:pt x="554" y="1055"/>
                </a:lnTo>
                <a:lnTo>
                  <a:pt x="554" y="1056"/>
                </a:lnTo>
                <a:lnTo>
                  <a:pt x="554" y="1057"/>
                </a:lnTo>
                <a:lnTo>
                  <a:pt x="553" y="1057"/>
                </a:lnTo>
                <a:lnTo>
                  <a:pt x="553" y="1058"/>
                </a:lnTo>
                <a:lnTo>
                  <a:pt x="552" y="1058"/>
                </a:lnTo>
                <a:lnTo>
                  <a:pt x="552" y="1059"/>
                </a:lnTo>
                <a:lnTo>
                  <a:pt x="552" y="1060"/>
                </a:lnTo>
                <a:lnTo>
                  <a:pt x="552" y="1061"/>
                </a:lnTo>
                <a:lnTo>
                  <a:pt x="552" y="1062"/>
                </a:lnTo>
                <a:lnTo>
                  <a:pt x="551" y="1063"/>
                </a:lnTo>
                <a:lnTo>
                  <a:pt x="550" y="1063"/>
                </a:lnTo>
                <a:lnTo>
                  <a:pt x="549" y="1062"/>
                </a:lnTo>
                <a:lnTo>
                  <a:pt x="549" y="1063"/>
                </a:lnTo>
                <a:lnTo>
                  <a:pt x="548" y="1063"/>
                </a:lnTo>
                <a:lnTo>
                  <a:pt x="547" y="1064"/>
                </a:lnTo>
                <a:lnTo>
                  <a:pt x="546" y="1063"/>
                </a:lnTo>
                <a:lnTo>
                  <a:pt x="545" y="1063"/>
                </a:lnTo>
                <a:lnTo>
                  <a:pt x="545" y="1062"/>
                </a:lnTo>
                <a:lnTo>
                  <a:pt x="544" y="1061"/>
                </a:lnTo>
                <a:lnTo>
                  <a:pt x="543" y="1060"/>
                </a:lnTo>
                <a:lnTo>
                  <a:pt x="542" y="1060"/>
                </a:lnTo>
                <a:lnTo>
                  <a:pt x="541" y="1059"/>
                </a:lnTo>
                <a:lnTo>
                  <a:pt x="541" y="1058"/>
                </a:lnTo>
                <a:lnTo>
                  <a:pt x="539" y="1058"/>
                </a:lnTo>
                <a:lnTo>
                  <a:pt x="538" y="1057"/>
                </a:lnTo>
                <a:lnTo>
                  <a:pt x="539" y="1057"/>
                </a:lnTo>
                <a:lnTo>
                  <a:pt x="539" y="1056"/>
                </a:lnTo>
                <a:lnTo>
                  <a:pt x="539" y="1055"/>
                </a:lnTo>
                <a:lnTo>
                  <a:pt x="539" y="1054"/>
                </a:lnTo>
                <a:lnTo>
                  <a:pt x="540" y="1053"/>
                </a:lnTo>
                <a:lnTo>
                  <a:pt x="542" y="1051"/>
                </a:lnTo>
                <a:lnTo>
                  <a:pt x="543" y="1051"/>
                </a:lnTo>
                <a:lnTo>
                  <a:pt x="543" y="1050"/>
                </a:lnTo>
                <a:lnTo>
                  <a:pt x="543" y="1049"/>
                </a:lnTo>
                <a:lnTo>
                  <a:pt x="542" y="1047"/>
                </a:lnTo>
                <a:lnTo>
                  <a:pt x="542" y="1046"/>
                </a:lnTo>
                <a:lnTo>
                  <a:pt x="541" y="1046"/>
                </a:lnTo>
                <a:lnTo>
                  <a:pt x="540" y="1046"/>
                </a:lnTo>
                <a:lnTo>
                  <a:pt x="539" y="1045"/>
                </a:lnTo>
                <a:lnTo>
                  <a:pt x="538" y="1045"/>
                </a:lnTo>
                <a:lnTo>
                  <a:pt x="537" y="1045"/>
                </a:lnTo>
                <a:lnTo>
                  <a:pt x="537" y="1044"/>
                </a:lnTo>
                <a:lnTo>
                  <a:pt x="536" y="1044"/>
                </a:lnTo>
                <a:lnTo>
                  <a:pt x="535" y="1043"/>
                </a:lnTo>
                <a:lnTo>
                  <a:pt x="534" y="1043"/>
                </a:lnTo>
                <a:lnTo>
                  <a:pt x="533" y="1043"/>
                </a:lnTo>
                <a:lnTo>
                  <a:pt x="532" y="1044"/>
                </a:lnTo>
                <a:lnTo>
                  <a:pt x="532" y="1045"/>
                </a:lnTo>
                <a:lnTo>
                  <a:pt x="532" y="1046"/>
                </a:lnTo>
                <a:lnTo>
                  <a:pt x="531" y="1046"/>
                </a:lnTo>
                <a:lnTo>
                  <a:pt x="531" y="1047"/>
                </a:lnTo>
                <a:lnTo>
                  <a:pt x="530" y="1047"/>
                </a:lnTo>
                <a:lnTo>
                  <a:pt x="528" y="1048"/>
                </a:lnTo>
                <a:lnTo>
                  <a:pt x="527" y="1048"/>
                </a:lnTo>
                <a:lnTo>
                  <a:pt x="526" y="1048"/>
                </a:lnTo>
                <a:lnTo>
                  <a:pt x="524" y="1049"/>
                </a:lnTo>
                <a:lnTo>
                  <a:pt x="522" y="1050"/>
                </a:lnTo>
                <a:lnTo>
                  <a:pt x="521" y="1050"/>
                </a:lnTo>
                <a:lnTo>
                  <a:pt x="520" y="1051"/>
                </a:lnTo>
                <a:lnTo>
                  <a:pt x="519" y="1051"/>
                </a:lnTo>
                <a:lnTo>
                  <a:pt x="518" y="1051"/>
                </a:lnTo>
                <a:lnTo>
                  <a:pt x="517" y="1051"/>
                </a:lnTo>
                <a:lnTo>
                  <a:pt x="515" y="1051"/>
                </a:lnTo>
                <a:lnTo>
                  <a:pt x="514" y="1051"/>
                </a:lnTo>
                <a:lnTo>
                  <a:pt x="514" y="1052"/>
                </a:lnTo>
                <a:lnTo>
                  <a:pt x="513" y="1052"/>
                </a:lnTo>
                <a:lnTo>
                  <a:pt x="513" y="1053"/>
                </a:lnTo>
                <a:lnTo>
                  <a:pt x="513" y="1054"/>
                </a:lnTo>
                <a:lnTo>
                  <a:pt x="512" y="1054"/>
                </a:lnTo>
                <a:lnTo>
                  <a:pt x="512" y="1055"/>
                </a:lnTo>
                <a:lnTo>
                  <a:pt x="511" y="1055"/>
                </a:lnTo>
                <a:lnTo>
                  <a:pt x="511" y="1056"/>
                </a:lnTo>
                <a:lnTo>
                  <a:pt x="510" y="1057"/>
                </a:lnTo>
                <a:lnTo>
                  <a:pt x="509" y="1058"/>
                </a:lnTo>
                <a:lnTo>
                  <a:pt x="508" y="1058"/>
                </a:lnTo>
                <a:lnTo>
                  <a:pt x="507" y="1058"/>
                </a:lnTo>
                <a:lnTo>
                  <a:pt x="506" y="1059"/>
                </a:lnTo>
                <a:lnTo>
                  <a:pt x="505" y="1059"/>
                </a:lnTo>
                <a:lnTo>
                  <a:pt x="505" y="1060"/>
                </a:lnTo>
                <a:lnTo>
                  <a:pt x="504" y="1060"/>
                </a:lnTo>
                <a:lnTo>
                  <a:pt x="503" y="1060"/>
                </a:lnTo>
                <a:lnTo>
                  <a:pt x="502" y="1060"/>
                </a:lnTo>
                <a:lnTo>
                  <a:pt x="500" y="1060"/>
                </a:lnTo>
                <a:lnTo>
                  <a:pt x="499" y="1060"/>
                </a:lnTo>
                <a:lnTo>
                  <a:pt x="498" y="1060"/>
                </a:lnTo>
                <a:lnTo>
                  <a:pt x="498" y="1061"/>
                </a:lnTo>
                <a:lnTo>
                  <a:pt x="497" y="1061"/>
                </a:lnTo>
                <a:lnTo>
                  <a:pt x="497" y="1062"/>
                </a:lnTo>
                <a:lnTo>
                  <a:pt x="497" y="1063"/>
                </a:lnTo>
                <a:lnTo>
                  <a:pt x="497" y="1064"/>
                </a:lnTo>
                <a:lnTo>
                  <a:pt x="497" y="1065"/>
                </a:lnTo>
                <a:lnTo>
                  <a:pt x="496" y="1065"/>
                </a:lnTo>
                <a:lnTo>
                  <a:pt x="495" y="1066"/>
                </a:lnTo>
                <a:lnTo>
                  <a:pt x="494" y="1066"/>
                </a:lnTo>
                <a:lnTo>
                  <a:pt x="494" y="1067"/>
                </a:lnTo>
                <a:lnTo>
                  <a:pt x="492" y="1068"/>
                </a:lnTo>
                <a:lnTo>
                  <a:pt x="491" y="1068"/>
                </a:lnTo>
                <a:lnTo>
                  <a:pt x="490" y="1068"/>
                </a:lnTo>
                <a:lnTo>
                  <a:pt x="489" y="1070"/>
                </a:lnTo>
                <a:lnTo>
                  <a:pt x="488" y="1071"/>
                </a:lnTo>
                <a:lnTo>
                  <a:pt x="488" y="1072"/>
                </a:lnTo>
                <a:lnTo>
                  <a:pt x="486" y="1073"/>
                </a:lnTo>
                <a:lnTo>
                  <a:pt x="486" y="1074"/>
                </a:lnTo>
                <a:lnTo>
                  <a:pt x="485" y="1074"/>
                </a:lnTo>
                <a:lnTo>
                  <a:pt x="484" y="1075"/>
                </a:lnTo>
                <a:lnTo>
                  <a:pt x="484" y="1076"/>
                </a:lnTo>
                <a:lnTo>
                  <a:pt x="484" y="1077"/>
                </a:lnTo>
                <a:lnTo>
                  <a:pt x="483" y="1077"/>
                </a:lnTo>
                <a:lnTo>
                  <a:pt x="482" y="1077"/>
                </a:lnTo>
                <a:lnTo>
                  <a:pt x="481" y="1078"/>
                </a:lnTo>
                <a:lnTo>
                  <a:pt x="481" y="1079"/>
                </a:lnTo>
                <a:lnTo>
                  <a:pt x="481" y="1080"/>
                </a:lnTo>
                <a:lnTo>
                  <a:pt x="480" y="1080"/>
                </a:lnTo>
                <a:lnTo>
                  <a:pt x="479" y="1080"/>
                </a:lnTo>
                <a:lnTo>
                  <a:pt x="478" y="1080"/>
                </a:lnTo>
                <a:lnTo>
                  <a:pt x="477" y="1080"/>
                </a:lnTo>
                <a:lnTo>
                  <a:pt x="476" y="1080"/>
                </a:lnTo>
                <a:lnTo>
                  <a:pt x="475" y="1079"/>
                </a:lnTo>
                <a:lnTo>
                  <a:pt x="473" y="1078"/>
                </a:lnTo>
                <a:lnTo>
                  <a:pt x="472" y="1077"/>
                </a:lnTo>
                <a:lnTo>
                  <a:pt x="472" y="1076"/>
                </a:lnTo>
                <a:lnTo>
                  <a:pt x="471" y="1076"/>
                </a:lnTo>
                <a:lnTo>
                  <a:pt x="470" y="1076"/>
                </a:lnTo>
                <a:lnTo>
                  <a:pt x="469" y="1076"/>
                </a:lnTo>
                <a:lnTo>
                  <a:pt x="468" y="1076"/>
                </a:lnTo>
                <a:lnTo>
                  <a:pt x="467" y="1077"/>
                </a:lnTo>
                <a:lnTo>
                  <a:pt x="466" y="1076"/>
                </a:lnTo>
                <a:lnTo>
                  <a:pt x="464" y="1077"/>
                </a:lnTo>
                <a:lnTo>
                  <a:pt x="463" y="1077"/>
                </a:lnTo>
                <a:lnTo>
                  <a:pt x="462" y="1075"/>
                </a:lnTo>
                <a:lnTo>
                  <a:pt x="461" y="1075"/>
                </a:lnTo>
                <a:lnTo>
                  <a:pt x="461" y="1074"/>
                </a:lnTo>
                <a:lnTo>
                  <a:pt x="459" y="1074"/>
                </a:lnTo>
                <a:lnTo>
                  <a:pt x="457" y="1074"/>
                </a:lnTo>
                <a:lnTo>
                  <a:pt x="457" y="1075"/>
                </a:lnTo>
                <a:lnTo>
                  <a:pt x="456" y="1076"/>
                </a:lnTo>
                <a:lnTo>
                  <a:pt x="455" y="1076"/>
                </a:lnTo>
                <a:lnTo>
                  <a:pt x="454" y="1078"/>
                </a:lnTo>
                <a:lnTo>
                  <a:pt x="454" y="1079"/>
                </a:lnTo>
                <a:lnTo>
                  <a:pt x="453" y="1080"/>
                </a:lnTo>
                <a:lnTo>
                  <a:pt x="453" y="1081"/>
                </a:lnTo>
                <a:lnTo>
                  <a:pt x="452" y="1081"/>
                </a:lnTo>
                <a:lnTo>
                  <a:pt x="451" y="1081"/>
                </a:lnTo>
                <a:lnTo>
                  <a:pt x="450" y="1081"/>
                </a:lnTo>
                <a:lnTo>
                  <a:pt x="449" y="1082"/>
                </a:lnTo>
                <a:lnTo>
                  <a:pt x="449" y="1081"/>
                </a:lnTo>
                <a:lnTo>
                  <a:pt x="449" y="1080"/>
                </a:lnTo>
                <a:lnTo>
                  <a:pt x="450" y="1080"/>
                </a:lnTo>
                <a:lnTo>
                  <a:pt x="450" y="1079"/>
                </a:lnTo>
                <a:lnTo>
                  <a:pt x="450" y="1077"/>
                </a:lnTo>
                <a:lnTo>
                  <a:pt x="448" y="1077"/>
                </a:lnTo>
                <a:lnTo>
                  <a:pt x="448" y="1076"/>
                </a:lnTo>
                <a:lnTo>
                  <a:pt x="447" y="1076"/>
                </a:lnTo>
                <a:lnTo>
                  <a:pt x="446" y="1074"/>
                </a:lnTo>
                <a:lnTo>
                  <a:pt x="445" y="1073"/>
                </a:lnTo>
                <a:lnTo>
                  <a:pt x="445" y="1069"/>
                </a:lnTo>
                <a:lnTo>
                  <a:pt x="446" y="1069"/>
                </a:lnTo>
                <a:lnTo>
                  <a:pt x="446" y="1068"/>
                </a:lnTo>
                <a:lnTo>
                  <a:pt x="447" y="1068"/>
                </a:lnTo>
                <a:lnTo>
                  <a:pt x="447" y="1067"/>
                </a:lnTo>
                <a:lnTo>
                  <a:pt x="447" y="1066"/>
                </a:lnTo>
                <a:lnTo>
                  <a:pt x="446" y="1066"/>
                </a:lnTo>
                <a:lnTo>
                  <a:pt x="443" y="1065"/>
                </a:lnTo>
                <a:lnTo>
                  <a:pt x="442" y="1064"/>
                </a:lnTo>
                <a:lnTo>
                  <a:pt x="442" y="1063"/>
                </a:lnTo>
                <a:lnTo>
                  <a:pt x="441" y="1061"/>
                </a:lnTo>
                <a:lnTo>
                  <a:pt x="440" y="1060"/>
                </a:lnTo>
                <a:lnTo>
                  <a:pt x="439" y="1059"/>
                </a:lnTo>
                <a:lnTo>
                  <a:pt x="438" y="1059"/>
                </a:lnTo>
                <a:lnTo>
                  <a:pt x="437" y="1058"/>
                </a:lnTo>
                <a:lnTo>
                  <a:pt x="436" y="1058"/>
                </a:lnTo>
                <a:lnTo>
                  <a:pt x="435" y="1058"/>
                </a:lnTo>
                <a:lnTo>
                  <a:pt x="434" y="1058"/>
                </a:lnTo>
                <a:lnTo>
                  <a:pt x="434" y="1057"/>
                </a:lnTo>
                <a:lnTo>
                  <a:pt x="434" y="1056"/>
                </a:lnTo>
                <a:lnTo>
                  <a:pt x="434" y="1055"/>
                </a:lnTo>
                <a:lnTo>
                  <a:pt x="433" y="1056"/>
                </a:lnTo>
                <a:lnTo>
                  <a:pt x="432" y="1057"/>
                </a:lnTo>
                <a:lnTo>
                  <a:pt x="431" y="1057"/>
                </a:lnTo>
                <a:lnTo>
                  <a:pt x="430" y="1057"/>
                </a:lnTo>
                <a:lnTo>
                  <a:pt x="430" y="1056"/>
                </a:lnTo>
                <a:lnTo>
                  <a:pt x="429" y="1056"/>
                </a:lnTo>
                <a:lnTo>
                  <a:pt x="428" y="1057"/>
                </a:lnTo>
                <a:lnTo>
                  <a:pt x="427" y="1057"/>
                </a:lnTo>
                <a:lnTo>
                  <a:pt x="427" y="1058"/>
                </a:lnTo>
                <a:lnTo>
                  <a:pt x="426" y="1058"/>
                </a:lnTo>
                <a:lnTo>
                  <a:pt x="426" y="1057"/>
                </a:lnTo>
                <a:lnTo>
                  <a:pt x="425" y="1056"/>
                </a:lnTo>
                <a:lnTo>
                  <a:pt x="425" y="1055"/>
                </a:lnTo>
                <a:lnTo>
                  <a:pt x="425" y="1054"/>
                </a:lnTo>
                <a:lnTo>
                  <a:pt x="424" y="1053"/>
                </a:lnTo>
                <a:lnTo>
                  <a:pt x="423" y="1052"/>
                </a:lnTo>
                <a:lnTo>
                  <a:pt x="423" y="1051"/>
                </a:lnTo>
                <a:lnTo>
                  <a:pt x="422" y="1050"/>
                </a:lnTo>
                <a:lnTo>
                  <a:pt x="422" y="1049"/>
                </a:lnTo>
                <a:lnTo>
                  <a:pt x="423" y="1049"/>
                </a:lnTo>
                <a:lnTo>
                  <a:pt x="423" y="1047"/>
                </a:lnTo>
                <a:lnTo>
                  <a:pt x="424" y="1047"/>
                </a:lnTo>
                <a:lnTo>
                  <a:pt x="426" y="1046"/>
                </a:lnTo>
                <a:lnTo>
                  <a:pt x="427" y="1046"/>
                </a:lnTo>
                <a:lnTo>
                  <a:pt x="427" y="1047"/>
                </a:lnTo>
                <a:lnTo>
                  <a:pt x="429" y="1048"/>
                </a:lnTo>
                <a:lnTo>
                  <a:pt x="430" y="1047"/>
                </a:lnTo>
                <a:lnTo>
                  <a:pt x="430" y="1046"/>
                </a:lnTo>
                <a:lnTo>
                  <a:pt x="429" y="1046"/>
                </a:lnTo>
                <a:lnTo>
                  <a:pt x="428" y="1046"/>
                </a:lnTo>
                <a:lnTo>
                  <a:pt x="428" y="1045"/>
                </a:lnTo>
                <a:lnTo>
                  <a:pt x="428" y="1044"/>
                </a:lnTo>
                <a:lnTo>
                  <a:pt x="429" y="1044"/>
                </a:lnTo>
                <a:lnTo>
                  <a:pt x="430" y="1044"/>
                </a:lnTo>
                <a:lnTo>
                  <a:pt x="430" y="1043"/>
                </a:lnTo>
                <a:lnTo>
                  <a:pt x="430" y="1042"/>
                </a:lnTo>
                <a:lnTo>
                  <a:pt x="431" y="1042"/>
                </a:lnTo>
                <a:lnTo>
                  <a:pt x="430" y="1042"/>
                </a:lnTo>
                <a:lnTo>
                  <a:pt x="430" y="1041"/>
                </a:lnTo>
                <a:lnTo>
                  <a:pt x="428" y="1041"/>
                </a:lnTo>
                <a:lnTo>
                  <a:pt x="427" y="1041"/>
                </a:lnTo>
                <a:lnTo>
                  <a:pt x="427" y="1040"/>
                </a:lnTo>
                <a:lnTo>
                  <a:pt x="427" y="1039"/>
                </a:lnTo>
                <a:lnTo>
                  <a:pt x="427" y="1038"/>
                </a:lnTo>
                <a:lnTo>
                  <a:pt x="428" y="1037"/>
                </a:lnTo>
                <a:lnTo>
                  <a:pt x="428" y="1036"/>
                </a:lnTo>
                <a:lnTo>
                  <a:pt x="427" y="1036"/>
                </a:lnTo>
                <a:lnTo>
                  <a:pt x="425" y="1033"/>
                </a:lnTo>
                <a:lnTo>
                  <a:pt x="422" y="1031"/>
                </a:lnTo>
                <a:lnTo>
                  <a:pt x="422" y="1030"/>
                </a:lnTo>
                <a:lnTo>
                  <a:pt x="420" y="1028"/>
                </a:lnTo>
                <a:lnTo>
                  <a:pt x="419" y="1028"/>
                </a:lnTo>
                <a:lnTo>
                  <a:pt x="418" y="1027"/>
                </a:lnTo>
                <a:lnTo>
                  <a:pt x="418" y="1026"/>
                </a:lnTo>
                <a:lnTo>
                  <a:pt x="416" y="1026"/>
                </a:lnTo>
                <a:lnTo>
                  <a:pt x="415" y="1026"/>
                </a:lnTo>
                <a:lnTo>
                  <a:pt x="415" y="1024"/>
                </a:lnTo>
                <a:lnTo>
                  <a:pt x="414" y="1022"/>
                </a:lnTo>
                <a:lnTo>
                  <a:pt x="413" y="1022"/>
                </a:lnTo>
                <a:lnTo>
                  <a:pt x="411" y="1022"/>
                </a:lnTo>
                <a:lnTo>
                  <a:pt x="409" y="1022"/>
                </a:lnTo>
                <a:lnTo>
                  <a:pt x="408" y="1022"/>
                </a:lnTo>
                <a:lnTo>
                  <a:pt x="407" y="1022"/>
                </a:lnTo>
                <a:lnTo>
                  <a:pt x="406" y="1020"/>
                </a:lnTo>
                <a:lnTo>
                  <a:pt x="406" y="1019"/>
                </a:lnTo>
                <a:lnTo>
                  <a:pt x="406" y="1018"/>
                </a:lnTo>
                <a:lnTo>
                  <a:pt x="407" y="1018"/>
                </a:lnTo>
                <a:lnTo>
                  <a:pt x="406" y="1018"/>
                </a:lnTo>
                <a:lnTo>
                  <a:pt x="406" y="1017"/>
                </a:lnTo>
                <a:lnTo>
                  <a:pt x="405" y="1017"/>
                </a:lnTo>
                <a:lnTo>
                  <a:pt x="404" y="1017"/>
                </a:lnTo>
                <a:lnTo>
                  <a:pt x="403" y="1016"/>
                </a:lnTo>
                <a:lnTo>
                  <a:pt x="403" y="1015"/>
                </a:lnTo>
                <a:lnTo>
                  <a:pt x="402" y="1016"/>
                </a:lnTo>
                <a:lnTo>
                  <a:pt x="401" y="1016"/>
                </a:lnTo>
                <a:lnTo>
                  <a:pt x="401" y="1015"/>
                </a:lnTo>
                <a:lnTo>
                  <a:pt x="402" y="1015"/>
                </a:lnTo>
                <a:lnTo>
                  <a:pt x="402" y="1014"/>
                </a:lnTo>
                <a:lnTo>
                  <a:pt x="401" y="1013"/>
                </a:lnTo>
                <a:lnTo>
                  <a:pt x="401" y="1011"/>
                </a:lnTo>
                <a:lnTo>
                  <a:pt x="401" y="1009"/>
                </a:lnTo>
                <a:lnTo>
                  <a:pt x="401" y="1008"/>
                </a:lnTo>
                <a:lnTo>
                  <a:pt x="402" y="1008"/>
                </a:lnTo>
                <a:lnTo>
                  <a:pt x="403" y="1008"/>
                </a:lnTo>
                <a:lnTo>
                  <a:pt x="404" y="1008"/>
                </a:lnTo>
                <a:lnTo>
                  <a:pt x="405" y="1009"/>
                </a:lnTo>
                <a:lnTo>
                  <a:pt x="405" y="1008"/>
                </a:lnTo>
                <a:lnTo>
                  <a:pt x="406" y="1008"/>
                </a:lnTo>
                <a:lnTo>
                  <a:pt x="407" y="1008"/>
                </a:lnTo>
                <a:lnTo>
                  <a:pt x="407" y="1009"/>
                </a:lnTo>
                <a:lnTo>
                  <a:pt x="408" y="1009"/>
                </a:lnTo>
                <a:lnTo>
                  <a:pt x="408" y="1008"/>
                </a:lnTo>
                <a:lnTo>
                  <a:pt x="409" y="1008"/>
                </a:lnTo>
                <a:lnTo>
                  <a:pt x="409" y="1007"/>
                </a:lnTo>
                <a:lnTo>
                  <a:pt x="409" y="1006"/>
                </a:lnTo>
                <a:lnTo>
                  <a:pt x="409" y="1005"/>
                </a:lnTo>
                <a:lnTo>
                  <a:pt x="409" y="1004"/>
                </a:lnTo>
                <a:lnTo>
                  <a:pt x="409" y="1003"/>
                </a:lnTo>
                <a:lnTo>
                  <a:pt x="410" y="1002"/>
                </a:lnTo>
                <a:lnTo>
                  <a:pt x="411" y="999"/>
                </a:lnTo>
                <a:lnTo>
                  <a:pt x="410" y="998"/>
                </a:lnTo>
                <a:lnTo>
                  <a:pt x="409" y="998"/>
                </a:lnTo>
                <a:lnTo>
                  <a:pt x="409" y="997"/>
                </a:lnTo>
                <a:lnTo>
                  <a:pt x="408" y="997"/>
                </a:lnTo>
                <a:lnTo>
                  <a:pt x="408" y="996"/>
                </a:lnTo>
                <a:lnTo>
                  <a:pt x="408" y="995"/>
                </a:lnTo>
                <a:lnTo>
                  <a:pt x="409" y="995"/>
                </a:lnTo>
                <a:lnTo>
                  <a:pt x="410" y="994"/>
                </a:lnTo>
                <a:lnTo>
                  <a:pt x="411" y="993"/>
                </a:lnTo>
                <a:lnTo>
                  <a:pt x="413" y="992"/>
                </a:lnTo>
                <a:lnTo>
                  <a:pt x="414" y="992"/>
                </a:lnTo>
                <a:lnTo>
                  <a:pt x="414" y="991"/>
                </a:lnTo>
                <a:lnTo>
                  <a:pt x="413" y="991"/>
                </a:lnTo>
                <a:lnTo>
                  <a:pt x="413" y="990"/>
                </a:lnTo>
                <a:lnTo>
                  <a:pt x="414" y="989"/>
                </a:lnTo>
                <a:lnTo>
                  <a:pt x="415" y="989"/>
                </a:lnTo>
                <a:lnTo>
                  <a:pt x="415" y="988"/>
                </a:lnTo>
                <a:lnTo>
                  <a:pt x="415" y="987"/>
                </a:lnTo>
                <a:lnTo>
                  <a:pt x="414" y="987"/>
                </a:lnTo>
                <a:lnTo>
                  <a:pt x="413" y="987"/>
                </a:lnTo>
                <a:lnTo>
                  <a:pt x="413" y="986"/>
                </a:lnTo>
                <a:lnTo>
                  <a:pt x="412" y="986"/>
                </a:lnTo>
                <a:lnTo>
                  <a:pt x="411" y="985"/>
                </a:lnTo>
                <a:lnTo>
                  <a:pt x="410" y="985"/>
                </a:lnTo>
                <a:lnTo>
                  <a:pt x="409" y="985"/>
                </a:lnTo>
                <a:lnTo>
                  <a:pt x="408" y="985"/>
                </a:lnTo>
                <a:lnTo>
                  <a:pt x="408" y="986"/>
                </a:lnTo>
                <a:lnTo>
                  <a:pt x="408" y="987"/>
                </a:lnTo>
                <a:lnTo>
                  <a:pt x="408" y="988"/>
                </a:lnTo>
                <a:lnTo>
                  <a:pt x="409" y="989"/>
                </a:lnTo>
                <a:lnTo>
                  <a:pt x="409" y="990"/>
                </a:lnTo>
                <a:lnTo>
                  <a:pt x="409" y="992"/>
                </a:lnTo>
                <a:lnTo>
                  <a:pt x="408" y="992"/>
                </a:lnTo>
                <a:lnTo>
                  <a:pt x="407" y="991"/>
                </a:lnTo>
                <a:lnTo>
                  <a:pt x="406" y="991"/>
                </a:lnTo>
                <a:lnTo>
                  <a:pt x="406" y="990"/>
                </a:lnTo>
                <a:lnTo>
                  <a:pt x="406" y="991"/>
                </a:lnTo>
                <a:lnTo>
                  <a:pt x="405" y="991"/>
                </a:lnTo>
                <a:lnTo>
                  <a:pt x="405" y="992"/>
                </a:lnTo>
                <a:lnTo>
                  <a:pt x="404" y="992"/>
                </a:lnTo>
                <a:lnTo>
                  <a:pt x="405" y="992"/>
                </a:lnTo>
                <a:lnTo>
                  <a:pt x="405" y="993"/>
                </a:lnTo>
                <a:lnTo>
                  <a:pt x="404" y="993"/>
                </a:lnTo>
                <a:lnTo>
                  <a:pt x="402" y="993"/>
                </a:lnTo>
                <a:lnTo>
                  <a:pt x="401" y="993"/>
                </a:lnTo>
                <a:lnTo>
                  <a:pt x="401" y="992"/>
                </a:lnTo>
                <a:lnTo>
                  <a:pt x="401" y="991"/>
                </a:lnTo>
                <a:lnTo>
                  <a:pt x="401" y="989"/>
                </a:lnTo>
                <a:lnTo>
                  <a:pt x="400" y="989"/>
                </a:lnTo>
                <a:lnTo>
                  <a:pt x="400" y="988"/>
                </a:lnTo>
                <a:lnTo>
                  <a:pt x="399" y="988"/>
                </a:lnTo>
                <a:lnTo>
                  <a:pt x="399" y="987"/>
                </a:lnTo>
                <a:lnTo>
                  <a:pt x="398" y="987"/>
                </a:lnTo>
                <a:lnTo>
                  <a:pt x="398" y="986"/>
                </a:lnTo>
                <a:lnTo>
                  <a:pt x="397" y="986"/>
                </a:lnTo>
                <a:lnTo>
                  <a:pt x="398" y="986"/>
                </a:lnTo>
                <a:lnTo>
                  <a:pt x="399" y="986"/>
                </a:lnTo>
                <a:lnTo>
                  <a:pt x="399" y="985"/>
                </a:lnTo>
                <a:lnTo>
                  <a:pt x="400" y="985"/>
                </a:lnTo>
                <a:lnTo>
                  <a:pt x="400" y="984"/>
                </a:lnTo>
                <a:lnTo>
                  <a:pt x="400" y="983"/>
                </a:lnTo>
                <a:lnTo>
                  <a:pt x="399" y="983"/>
                </a:lnTo>
                <a:lnTo>
                  <a:pt x="399" y="982"/>
                </a:lnTo>
                <a:lnTo>
                  <a:pt x="400" y="982"/>
                </a:lnTo>
                <a:lnTo>
                  <a:pt x="400" y="981"/>
                </a:lnTo>
                <a:lnTo>
                  <a:pt x="401" y="981"/>
                </a:lnTo>
                <a:lnTo>
                  <a:pt x="402" y="979"/>
                </a:lnTo>
                <a:lnTo>
                  <a:pt x="403" y="978"/>
                </a:lnTo>
                <a:lnTo>
                  <a:pt x="403" y="977"/>
                </a:lnTo>
                <a:lnTo>
                  <a:pt x="402" y="977"/>
                </a:lnTo>
                <a:lnTo>
                  <a:pt x="402" y="976"/>
                </a:lnTo>
                <a:lnTo>
                  <a:pt x="401" y="975"/>
                </a:lnTo>
                <a:lnTo>
                  <a:pt x="400" y="974"/>
                </a:lnTo>
                <a:lnTo>
                  <a:pt x="399" y="973"/>
                </a:lnTo>
                <a:lnTo>
                  <a:pt x="399" y="972"/>
                </a:lnTo>
                <a:lnTo>
                  <a:pt x="398" y="971"/>
                </a:lnTo>
                <a:lnTo>
                  <a:pt x="396" y="971"/>
                </a:lnTo>
                <a:lnTo>
                  <a:pt x="394" y="971"/>
                </a:lnTo>
                <a:lnTo>
                  <a:pt x="394" y="970"/>
                </a:lnTo>
                <a:lnTo>
                  <a:pt x="393" y="969"/>
                </a:lnTo>
                <a:lnTo>
                  <a:pt x="392" y="969"/>
                </a:lnTo>
                <a:lnTo>
                  <a:pt x="391" y="970"/>
                </a:lnTo>
                <a:lnTo>
                  <a:pt x="390" y="970"/>
                </a:lnTo>
                <a:lnTo>
                  <a:pt x="390" y="969"/>
                </a:lnTo>
                <a:lnTo>
                  <a:pt x="389" y="969"/>
                </a:lnTo>
                <a:lnTo>
                  <a:pt x="388" y="969"/>
                </a:lnTo>
                <a:lnTo>
                  <a:pt x="388" y="968"/>
                </a:lnTo>
                <a:lnTo>
                  <a:pt x="388" y="967"/>
                </a:lnTo>
                <a:lnTo>
                  <a:pt x="387" y="967"/>
                </a:lnTo>
                <a:lnTo>
                  <a:pt x="387" y="966"/>
                </a:lnTo>
                <a:lnTo>
                  <a:pt x="387" y="965"/>
                </a:lnTo>
                <a:lnTo>
                  <a:pt x="387" y="964"/>
                </a:lnTo>
                <a:lnTo>
                  <a:pt x="388" y="963"/>
                </a:lnTo>
                <a:lnTo>
                  <a:pt x="388" y="962"/>
                </a:lnTo>
                <a:lnTo>
                  <a:pt x="387" y="962"/>
                </a:lnTo>
                <a:lnTo>
                  <a:pt x="384" y="962"/>
                </a:lnTo>
                <a:lnTo>
                  <a:pt x="383" y="961"/>
                </a:lnTo>
                <a:lnTo>
                  <a:pt x="383" y="960"/>
                </a:lnTo>
                <a:lnTo>
                  <a:pt x="383" y="959"/>
                </a:lnTo>
                <a:lnTo>
                  <a:pt x="384" y="959"/>
                </a:lnTo>
                <a:lnTo>
                  <a:pt x="384" y="958"/>
                </a:lnTo>
                <a:lnTo>
                  <a:pt x="383" y="958"/>
                </a:lnTo>
                <a:lnTo>
                  <a:pt x="382" y="957"/>
                </a:lnTo>
                <a:lnTo>
                  <a:pt x="381" y="957"/>
                </a:lnTo>
                <a:lnTo>
                  <a:pt x="380" y="956"/>
                </a:lnTo>
                <a:lnTo>
                  <a:pt x="379" y="956"/>
                </a:lnTo>
                <a:lnTo>
                  <a:pt x="379" y="955"/>
                </a:lnTo>
                <a:lnTo>
                  <a:pt x="378" y="955"/>
                </a:lnTo>
                <a:lnTo>
                  <a:pt x="376" y="955"/>
                </a:lnTo>
                <a:lnTo>
                  <a:pt x="376" y="954"/>
                </a:lnTo>
                <a:lnTo>
                  <a:pt x="375" y="954"/>
                </a:lnTo>
                <a:lnTo>
                  <a:pt x="373" y="953"/>
                </a:lnTo>
                <a:lnTo>
                  <a:pt x="374" y="951"/>
                </a:lnTo>
                <a:lnTo>
                  <a:pt x="374" y="950"/>
                </a:lnTo>
                <a:lnTo>
                  <a:pt x="375" y="950"/>
                </a:lnTo>
                <a:lnTo>
                  <a:pt x="375" y="948"/>
                </a:lnTo>
                <a:lnTo>
                  <a:pt x="375" y="947"/>
                </a:lnTo>
                <a:lnTo>
                  <a:pt x="374" y="947"/>
                </a:lnTo>
                <a:lnTo>
                  <a:pt x="375" y="947"/>
                </a:lnTo>
                <a:lnTo>
                  <a:pt x="375" y="946"/>
                </a:lnTo>
                <a:lnTo>
                  <a:pt x="376" y="946"/>
                </a:lnTo>
                <a:lnTo>
                  <a:pt x="376" y="944"/>
                </a:lnTo>
                <a:lnTo>
                  <a:pt x="376" y="943"/>
                </a:lnTo>
                <a:lnTo>
                  <a:pt x="375" y="943"/>
                </a:lnTo>
                <a:lnTo>
                  <a:pt x="375" y="942"/>
                </a:lnTo>
                <a:lnTo>
                  <a:pt x="376" y="940"/>
                </a:lnTo>
                <a:lnTo>
                  <a:pt x="376" y="939"/>
                </a:lnTo>
                <a:lnTo>
                  <a:pt x="377" y="938"/>
                </a:lnTo>
                <a:lnTo>
                  <a:pt x="377" y="936"/>
                </a:lnTo>
                <a:lnTo>
                  <a:pt x="378" y="935"/>
                </a:lnTo>
                <a:lnTo>
                  <a:pt x="378" y="934"/>
                </a:lnTo>
                <a:lnTo>
                  <a:pt x="378" y="931"/>
                </a:lnTo>
                <a:lnTo>
                  <a:pt x="378" y="930"/>
                </a:lnTo>
                <a:lnTo>
                  <a:pt x="376" y="930"/>
                </a:lnTo>
                <a:lnTo>
                  <a:pt x="375" y="930"/>
                </a:lnTo>
                <a:lnTo>
                  <a:pt x="373" y="929"/>
                </a:lnTo>
                <a:lnTo>
                  <a:pt x="372" y="929"/>
                </a:lnTo>
                <a:lnTo>
                  <a:pt x="371" y="929"/>
                </a:lnTo>
                <a:lnTo>
                  <a:pt x="370" y="929"/>
                </a:lnTo>
                <a:lnTo>
                  <a:pt x="369" y="930"/>
                </a:lnTo>
                <a:lnTo>
                  <a:pt x="368" y="930"/>
                </a:lnTo>
                <a:lnTo>
                  <a:pt x="368" y="931"/>
                </a:lnTo>
                <a:lnTo>
                  <a:pt x="367" y="931"/>
                </a:lnTo>
                <a:lnTo>
                  <a:pt x="366" y="930"/>
                </a:lnTo>
                <a:lnTo>
                  <a:pt x="365" y="930"/>
                </a:lnTo>
                <a:lnTo>
                  <a:pt x="365" y="929"/>
                </a:lnTo>
                <a:lnTo>
                  <a:pt x="365" y="928"/>
                </a:lnTo>
                <a:lnTo>
                  <a:pt x="364" y="928"/>
                </a:lnTo>
                <a:lnTo>
                  <a:pt x="364" y="927"/>
                </a:lnTo>
                <a:lnTo>
                  <a:pt x="363" y="925"/>
                </a:lnTo>
                <a:lnTo>
                  <a:pt x="364" y="925"/>
                </a:lnTo>
                <a:lnTo>
                  <a:pt x="364" y="924"/>
                </a:lnTo>
                <a:lnTo>
                  <a:pt x="364" y="923"/>
                </a:lnTo>
                <a:lnTo>
                  <a:pt x="363" y="922"/>
                </a:lnTo>
                <a:lnTo>
                  <a:pt x="362" y="920"/>
                </a:lnTo>
                <a:lnTo>
                  <a:pt x="363" y="919"/>
                </a:lnTo>
                <a:lnTo>
                  <a:pt x="363" y="917"/>
                </a:lnTo>
                <a:lnTo>
                  <a:pt x="362" y="916"/>
                </a:lnTo>
                <a:lnTo>
                  <a:pt x="361" y="915"/>
                </a:lnTo>
                <a:lnTo>
                  <a:pt x="360" y="915"/>
                </a:lnTo>
                <a:lnTo>
                  <a:pt x="361" y="914"/>
                </a:lnTo>
                <a:lnTo>
                  <a:pt x="361" y="913"/>
                </a:lnTo>
                <a:lnTo>
                  <a:pt x="362" y="913"/>
                </a:lnTo>
                <a:lnTo>
                  <a:pt x="362" y="911"/>
                </a:lnTo>
                <a:lnTo>
                  <a:pt x="361" y="911"/>
                </a:lnTo>
                <a:lnTo>
                  <a:pt x="360" y="911"/>
                </a:lnTo>
                <a:lnTo>
                  <a:pt x="360" y="910"/>
                </a:lnTo>
                <a:lnTo>
                  <a:pt x="359" y="909"/>
                </a:lnTo>
                <a:lnTo>
                  <a:pt x="359" y="908"/>
                </a:lnTo>
                <a:lnTo>
                  <a:pt x="359" y="907"/>
                </a:lnTo>
                <a:lnTo>
                  <a:pt x="358" y="906"/>
                </a:lnTo>
                <a:lnTo>
                  <a:pt x="356" y="904"/>
                </a:lnTo>
                <a:lnTo>
                  <a:pt x="356" y="903"/>
                </a:lnTo>
                <a:lnTo>
                  <a:pt x="355" y="899"/>
                </a:lnTo>
                <a:lnTo>
                  <a:pt x="355" y="898"/>
                </a:lnTo>
                <a:lnTo>
                  <a:pt x="354" y="896"/>
                </a:lnTo>
                <a:lnTo>
                  <a:pt x="353" y="894"/>
                </a:lnTo>
                <a:lnTo>
                  <a:pt x="352" y="894"/>
                </a:lnTo>
                <a:lnTo>
                  <a:pt x="351" y="894"/>
                </a:lnTo>
                <a:lnTo>
                  <a:pt x="351" y="895"/>
                </a:lnTo>
                <a:lnTo>
                  <a:pt x="350" y="895"/>
                </a:lnTo>
                <a:lnTo>
                  <a:pt x="350" y="896"/>
                </a:lnTo>
                <a:lnTo>
                  <a:pt x="349" y="896"/>
                </a:lnTo>
                <a:lnTo>
                  <a:pt x="349" y="893"/>
                </a:lnTo>
                <a:lnTo>
                  <a:pt x="350" y="891"/>
                </a:lnTo>
                <a:lnTo>
                  <a:pt x="351" y="888"/>
                </a:lnTo>
                <a:lnTo>
                  <a:pt x="350" y="887"/>
                </a:lnTo>
                <a:lnTo>
                  <a:pt x="350" y="886"/>
                </a:lnTo>
                <a:lnTo>
                  <a:pt x="349" y="886"/>
                </a:lnTo>
                <a:lnTo>
                  <a:pt x="348" y="883"/>
                </a:lnTo>
                <a:lnTo>
                  <a:pt x="348" y="882"/>
                </a:lnTo>
                <a:lnTo>
                  <a:pt x="348" y="881"/>
                </a:lnTo>
                <a:lnTo>
                  <a:pt x="347" y="880"/>
                </a:lnTo>
                <a:lnTo>
                  <a:pt x="345" y="878"/>
                </a:lnTo>
                <a:lnTo>
                  <a:pt x="344" y="877"/>
                </a:lnTo>
                <a:lnTo>
                  <a:pt x="345" y="876"/>
                </a:lnTo>
                <a:lnTo>
                  <a:pt x="345" y="875"/>
                </a:lnTo>
                <a:lnTo>
                  <a:pt x="345" y="874"/>
                </a:lnTo>
                <a:lnTo>
                  <a:pt x="344" y="874"/>
                </a:lnTo>
                <a:lnTo>
                  <a:pt x="343" y="875"/>
                </a:lnTo>
                <a:lnTo>
                  <a:pt x="342" y="875"/>
                </a:lnTo>
                <a:lnTo>
                  <a:pt x="341" y="875"/>
                </a:lnTo>
                <a:lnTo>
                  <a:pt x="342" y="874"/>
                </a:lnTo>
                <a:lnTo>
                  <a:pt x="343" y="873"/>
                </a:lnTo>
                <a:lnTo>
                  <a:pt x="343" y="872"/>
                </a:lnTo>
                <a:lnTo>
                  <a:pt x="344" y="872"/>
                </a:lnTo>
                <a:lnTo>
                  <a:pt x="344" y="871"/>
                </a:lnTo>
                <a:lnTo>
                  <a:pt x="343" y="871"/>
                </a:lnTo>
                <a:lnTo>
                  <a:pt x="342" y="871"/>
                </a:lnTo>
                <a:lnTo>
                  <a:pt x="342" y="870"/>
                </a:lnTo>
                <a:lnTo>
                  <a:pt x="342" y="869"/>
                </a:lnTo>
                <a:lnTo>
                  <a:pt x="343" y="869"/>
                </a:lnTo>
                <a:lnTo>
                  <a:pt x="344" y="869"/>
                </a:lnTo>
                <a:lnTo>
                  <a:pt x="344" y="868"/>
                </a:lnTo>
                <a:lnTo>
                  <a:pt x="344" y="867"/>
                </a:lnTo>
                <a:lnTo>
                  <a:pt x="343" y="867"/>
                </a:lnTo>
                <a:lnTo>
                  <a:pt x="342" y="866"/>
                </a:lnTo>
                <a:lnTo>
                  <a:pt x="341" y="866"/>
                </a:lnTo>
                <a:lnTo>
                  <a:pt x="340" y="866"/>
                </a:lnTo>
                <a:lnTo>
                  <a:pt x="338" y="866"/>
                </a:lnTo>
                <a:lnTo>
                  <a:pt x="337" y="866"/>
                </a:lnTo>
                <a:lnTo>
                  <a:pt x="337" y="865"/>
                </a:lnTo>
                <a:lnTo>
                  <a:pt x="337" y="864"/>
                </a:lnTo>
                <a:lnTo>
                  <a:pt x="336" y="862"/>
                </a:lnTo>
                <a:lnTo>
                  <a:pt x="336" y="859"/>
                </a:lnTo>
                <a:lnTo>
                  <a:pt x="336" y="858"/>
                </a:lnTo>
                <a:lnTo>
                  <a:pt x="335" y="855"/>
                </a:lnTo>
                <a:lnTo>
                  <a:pt x="334" y="855"/>
                </a:lnTo>
                <a:lnTo>
                  <a:pt x="334" y="854"/>
                </a:lnTo>
                <a:lnTo>
                  <a:pt x="333" y="854"/>
                </a:lnTo>
                <a:lnTo>
                  <a:pt x="332" y="853"/>
                </a:lnTo>
                <a:lnTo>
                  <a:pt x="331" y="852"/>
                </a:lnTo>
                <a:lnTo>
                  <a:pt x="330" y="852"/>
                </a:lnTo>
                <a:lnTo>
                  <a:pt x="329" y="851"/>
                </a:lnTo>
                <a:lnTo>
                  <a:pt x="329" y="850"/>
                </a:lnTo>
                <a:lnTo>
                  <a:pt x="329" y="849"/>
                </a:lnTo>
                <a:lnTo>
                  <a:pt x="329" y="848"/>
                </a:lnTo>
                <a:lnTo>
                  <a:pt x="329" y="847"/>
                </a:lnTo>
                <a:lnTo>
                  <a:pt x="329" y="846"/>
                </a:lnTo>
                <a:lnTo>
                  <a:pt x="329" y="845"/>
                </a:lnTo>
                <a:lnTo>
                  <a:pt x="330" y="845"/>
                </a:lnTo>
                <a:lnTo>
                  <a:pt x="330" y="844"/>
                </a:lnTo>
                <a:lnTo>
                  <a:pt x="331" y="843"/>
                </a:lnTo>
                <a:lnTo>
                  <a:pt x="330" y="843"/>
                </a:lnTo>
                <a:lnTo>
                  <a:pt x="329" y="842"/>
                </a:lnTo>
                <a:lnTo>
                  <a:pt x="328" y="841"/>
                </a:lnTo>
                <a:lnTo>
                  <a:pt x="329" y="841"/>
                </a:lnTo>
                <a:lnTo>
                  <a:pt x="329" y="840"/>
                </a:lnTo>
                <a:lnTo>
                  <a:pt x="329" y="839"/>
                </a:lnTo>
                <a:lnTo>
                  <a:pt x="328" y="838"/>
                </a:lnTo>
                <a:lnTo>
                  <a:pt x="328" y="837"/>
                </a:lnTo>
                <a:lnTo>
                  <a:pt x="328" y="836"/>
                </a:lnTo>
                <a:lnTo>
                  <a:pt x="326" y="835"/>
                </a:lnTo>
                <a:lnTo>
                  <a:pt x="325" y="835"/>
                </a:lnTo>
                <a:lnTo>
                  <a:pt x="324" y="835"/>
                </a:lnTo>
                <a:lnTo>
                  <a:pt x="324" y="836"/>
                </a:lnTo>
                <a:lnTo>
                  <a:pt x="323" y="836"/>
                </a:lnTo>
                <a:lnTo>
                  <a:pt x="322" y="836"/>
                </a:lnTo>
                <a:lnTo>
                  <a:pt x="322" y="835"/>
                </a:lnTo>
                <a:lnTo>
                  <a:pt x="321" y="835"/>
                </a:lnTo>
                <a:lnTo>
                  <a:pt x="321" y="836"/>
                </a:lnTo>
                <a:lnTo>
                  <a:pt x="321" y="837"/>
                </a:lnTo>
                <a:lnTo>
                  <a:pt x="320" y="837"/>
                </a:lnTo>
                <a:lnTo>
                  <a:pt x="320" y="838"/>
                </a:lnTo>
                <a:lnTo>
                  <a:pt x="318" y="840"/>
                </a:lnTo>
                <a:lnTo>
                  <a:pt x="318" y="841"/>
                </a:lnTo>
                <a:lnTo>
                  <a:pt x="318" y="842"/>
                </a:lnTo>
                <a:lnTo>
                  <a:pt x="318" y="843"/>
                </a:lnTo>
                <a:lnTo>
                  <a:pt x="317" y="844"/>
                </a:lnTo>
                <a:lnTo>
                  <a:pt x="316" y="844"/>
                </a:lnTo>
                <a:lnTo>
                  <a:pt x="314" y="846"/>
                </a:lnTo>
                <a:lnTo>
                  <a:pt x="312" y="847"/>
                </a:lnTo>
                <a:lnTo>
                  <a:pt x="312" y="848"/>
                </a:lnTo>
                <a:lnTo>
                  <a:pt x="311" y="849"/>
                </a:lnTo>
                <a:lnTo>
                  <a:pt x="310" y="848"/>
                </a:lnTo>
                <a:lnTo>
                  <a:pt x="310" y="847"/>
                </a:lnTo>
                <a:lnTo>
                  <a:pt x="309" y="847"/>
                </a:lnTo>
                <a:lnTo>
                  <a:pt x="308" y="847"/>
                </a:lnTo>
                <a:lnTo>
                  <a:pt x="307" y="846"/>
                </a:lnTo>
                <a:lnTo>
                  <a:pt x="307" y="845"/>
                </a:lnTo>
                <a:lnTo>
                  <a:pt x="306" y="843"/>
                </a:lnTo>
                <a:lnTo>
                  <a:pt x="305" y="843"/>
                </a:lnTo>
                <a:lnTo>
                  <a:pt x="305" y="844"/>
                </a:lnTo>
                <a:lnTo>
                  <a:pt x="305" y="843"/>
                </a:lnTo>
                <a:lnTo>
                  <a:pt x="304" y="843"/>
                </a:lnTo>
                <a:lnTo>
                  <a:pt x="304" y="842"/>
                </a:lnTo>
                <a:lnTo>
                  <a:pt x="303" y="842"/>
                </a:lnTo>
                <a:lnTo>
                  <a:pt x="302" y="842"/>
                </a:lnTo>
                <a:lnTo>
                  <a:pt x="300" y="841"/>
                </a:lnTo>
                <a:lnTo>
                  <a:pt x="299" y="841"/>
                </a:lnTo>
                <a:lnTo>
                  <a:pt x="298" y="841"/>
                </a:lnTo>
                <a:lnTo>
                  <a:pt x="298" y="842"/>
                </a:lnTo>
                <a:lnTo>
                  <a:pt x="298" y="843"/>
                </a:lnTo>
                <a:lnTo>
                  <a:pt x="297" y="843"/>
                </a:lnTo>
                <a:lnTo>
                  <a:pt x="297" y="844"/>
                </a:lnTo>
                <a:lnTo>
                  <a:pt x="296" y="844"/>
                </a:lnTo>
                <a:lnTo>
                  <a:pt x="296" y="845"/>
                </a:lnTo>
                <a:lnTo>
                  <a:pt x="296" y="846"/>
                </a:lnTo>
                <a:lnTo>
                  <a:pt x="296" y="847"/>
                </a:lnTo>
                <a:lnTo>
                  <a:pt x="295" y="849"/>
                </a:lnTo>
                <a:lnTo>
                  <a:pt x="293" y="851"/>
                </a:lnTo>
                <a:lnTo>
                  <a:pt x="292" y="852"/>
                </a:lnTo>
                <a:lnTo>
                  <a:pt x="292" y="853"/>
                </a:lnTo>
                <a:lnTo>
                  <a:pt x="291" y="855"/>
                </a:lnTo>
                <a:lnTo>
                  <a:pt x="290" y="855"/>
                </a:lnTo>
                <a:lnTo>
                  <a:pt x="290" y="854"/>
                </a:lnTo>
                <a:lnTo>
                  <a:pt x="289" y="854"/>
                </a:lnTo>
                <a:lnTo>
                  <a:pt x="288" y="854"/>
                </a:lnTo>
                <a:lnTo>
                  <a:pt x="288" y="855"/>
                </a:lnTo>
                <a:lnTo>
                  <a:pt x="288" y="856"/>
                </a:lnTo>
                <a:lnTo>
                  <a:pt x="287" y="857"/>
                </a:lnTo>
                <a:lnTo>
                  <a:pt x="287" y="858"/>
                </a:lnTo>
                <a:lnTo>
                  <a:pt x="286" y="858"/>
                </a:lnTo>
                <a:lnTo>
                  <a:pt x="286" y="859"/>
                </a:lnTo>
                <a:lnTo>
                  <a:pt x="285" y="859"/>
                </a:lnTo>
                <a:lnTo>
                  <a:pt x="284" y="859"/>
                </a:lnTo>
                <a:lnTo>
                  <a:pt x="284" y="858"/>
                </a:lnTo>
                <a:lnTo>
                  <a:pt x="283" y="857"/>
                </a:lnTo>
                <a:lnTo>
                  <a:pt x="283" y="856"/>
                </a:lnTo>
                <a:lnTo>
                  <a:pt x="283" y="855"/>
                </a:lnTo>
                <a:lnTo>
                  <a:pt x="283" y="853"/>
                </a:lnTo>
                <a:lnTo>
                  <a:pt x="283" y="851"/>
                </a:lnTo>
                <a:lnTo>
                  <a:pt x="283" y="850"/>
                </a:lnTo>
                <a:lnTo>
                  <a:pt x="283" y="849"/>
                </a:lnTo>
                <a:lnTo>
                  <a:pt x="282" y="849"/>
                </a:lnTo>
                <a:lnTo>
                  <a:pt x="282" y="848"/>
                </a:lnTo>
                <a:lnTo>
                  <a:pt x="281" y="848"/>
                </a:lnTo>
                <a:lnTo>
                  <a:pt x="281" y="847"/>
                </a:lnTo>
                <a:lnTo>
                  <a:pt x="282" y="846"/>
                </a:lnTo>
                <a:lnTo>
                  <a:pt x="284" y="845"/>
                </a:lnTo>
                <a:lnTo>
                  <a:pt x="284" y="844"/>
                </a:lnTo>
                <a:lnTo>
                  <a:pt x="284" y="843"/>
                </a:lnTo>
                <a:lnTo>
                  <a:pt x="283" y="843"/>
                </a:lnTo>
                <a:lnTo>
                  <a:pt x="283" y="842"/>
                </a:lnTo>
                <a:lnTo>
                  <a:pt x="284" y="842"/>
                </a:lnTo>
                <a:lnTo>
                  <a:pt x="284" y="841"/>
                </a:lnTo>
                <a:lnTo>
                  <a:pt x="283" y="840"/>
                </a:lnTo>
                <a:lnTo>
                  <a:pt x="282" y="840"/>
                </a:lnTo>
                <a:lnTo>
                  <a:pt x="281" y="840"/>
                </a:lnTo>
                <a:lnTo>
                  <a:pt x="280" y="839"/>
                </a:lnTo>
                <a:lnTo>
                  <a:pt x="279" y="839"/>
                </a:lnTo>
                <a:lnTo>
                  <a:pt x="279" y="840"/>
                </a:lnTo>
                <a:lnTo>
                  <a:pt x="277" y="839"/>
                </a:lnTo>
                <a:lnTo>
                  <a:pt x="276" y="839"/>
                </a:lnTo>
                <a:lnTo>
                  <a:pt x="275" y="838"/>
                </a:lnTo>
                <a:lnTo>
                  <a:pt x="274" y="838"/>
                </a:lnTo>
                <a:lnTo>
                  <a:pt x="273" y="838"/>
                </a:lnTo>
                <a:lnTo>
                  <a:pt x="272" y="837"/>
                </a:lnTo>
                <a:lnTo>
                  <a:pt x="270" y="835"/>
                </a:lnTo>
                <a:lnTo>
                  <a:pt x="269" y="835"/>
                </a:lnTo>
                <a:lnTo>
                  <a:pt x="269" y="833"/>
                </a:lnTo>
                <a:lnTo>
                  <a:pt x="271" y="831"/>
                </a:lnTo>
                <a:lnTo>
                  <a:pt x="272" y="831"/>
                </a:lnTo>
                <a:lnTo>
                  <a:pt x="272" y="830"/>
                </a:lnTo>
                <a:lnTo>
                  <a:pt x="272" y="829"/>
                </a:lnTo>
                <a:lnTo>
                  <a:pt x="271" y="829"/>
                </a:lnTo>
                <a:lnTo>
                  <a:pt x="271" y="828"/>
                </a:lnTo>
                <a:lnTo>
                  <a:pt x="270" y="828"/>
                </a:lnTo>
                <a:lnTo>
                  <a:pt x="269" y="826"/>
                </a:lnTo>
                <a:lnTo>
                  <a:pt x="267" y="824"/>
                </a:lnTo>
                <a:lnTo>
                  <a:pt x="267" y="823"/>
                </a:lnTo>
                <a:lnTo>
                  <a:pt x="266" y="823"/>
                </a:lnTo>
                <a:lnTo>
                  <a:pt x="266" y="822"/>
                </a:lnTo>
                <a:lnTo>
                  <a:pt x="265" y="820"/>
                </a:lnTo>
                <a:lnTo>
                  <a:pt x="264" y="820"/>
                </a:lnTo>
                <a:lnTo>
                  <a:pt x="264" y="819"/>
                </a:lnTo>
                <a:lnTo>
                  <a:pt x="263" y="819"/>
                </a:lnTo>
                <a:lnTo>
                  <a:pt x="261" y="818"/>
                </a:lnTo>
                <a:lnTo>
                  <a:pt x="260" y="818"/>
                </a:lnTo>
                <a:lnTo>
                  <a:pt x="259" y="816"/>
                </a:lnTo>
                <a:lnTo>
                  <a:pt x="259" y="815"/>
                </a:lnTo>
                <a:lnTo>
                  <a:pt x="259" y="814"/>
                </a:lnTo>
                <a:lnTo>
                  <a:pt x="258" y="812"/>
                </a:lnTo>
                <a:lnTo>
                  <a:pt x="258" y="811"/>
                </a:lnTo>
                <a:lnTo>
                  <a:pt x="258" y="810"/>
                </a:lnTo>
                <a:lnTo>
                  <a:pt x="257" y="809"/>
                </a:lnTo>
                <a:lnTo>
                  <a:pt x="257" y="808"/>
                </a:lnTo>
                <a:lnTo>
                  <a:pt x="256" y="807"/>
                </a:lnTo>
                <a:lnTo>
                  <a:pt x="256" y="806"/>
                </a:lnTo>
                <a:lnTo>
                  <a:pt x="256" y="805"/>
                </a:lnTo>
                <a:lnTo>
                  <a:pt x="256" y="804"/>
                </a:lnTo>
                <a:lnTo>
                  <a:pt x="255" y="804"/>
                </a:lnTo>
                <a:lnTo>
                  <a:pt x="254" y="803"/>
                </a:lnTo>
                <a:lnTo>
                  <a:pt x="254" y="802"/>
                </a:lnTo>
                <a:lnTo>
                  <a:pt x="254" y="801"/>
                </a:lnTo>
                <a:lnTo>
                  <a:pt x="254" y="800"/>
                </a:lnTo>
                <a:lnTo>
                  <a:pt x="255" y="800"/>
                </a:lnTo>
                <a:lnTo>
                  <a:pt x="255" y="798"/>
                </a:lnTo>
                <a:lnTo>
                  <a:pt x="255" y="797"/>
                </a:lnTo>
                <a:lnTo>
                  <a:pt x="256" y="798"/>
                </a:lnTo>
                <a:lnTo>
                  <a:pt x="257" y="798"/>
                </a:lnTo>
                <a:lnTo>
                  <a:pt x="258" y="796"/>
                </a:lnTo>
                <a:lnTo>
                  <a:pt x="259" y="797"/>
                </a:lnTo>
                <a:lnTo>
                  <a:pt x="260" y="797"/>
                </a:lnTo>
                <a:lnTo>
                  <a:pt x="260" y="798"/>
                </a:lnTo>
                <a:lnTo>
                  <a:pt x="261" y="798"/>
                </a:lnTo>
                <a:lnTo>
                  <a:pt x="262" y="798"/>
                </a:lnTo>
                <a:lnTo>
                  <a:pt x="262" y="797"/>
                </a:lnTo>
                <a:lnTo>
                  <a:pt x="263" y="796"/>
                </a:lnTo>
                <a:lnTo>
                  <a:pt x="263" y="795"/>
                </a:lnTo>
                <a:lnTo>
                  <a:pt x="264" y="796"/>
                </a:lnTo>
                <a:lnTo>
                  <a:pt x="265" y="796"/>
                </a:lnTo>
                <a:lnTo>
                  <a:pt x="266" y="795"/>
                </a:lnTo>
                <a:lnTo>
                  <a:pt x="267" y="795"/>
                </a:lnTo>
                <a:lnTo>
                  <a:pt x="268" y="795"/>
                </a:lnTo>
                <a:lnTo>
                  <a:pt x="269" y="795"/>
                </a:lnTo>
                <a:lnTo>
                  <a:pt x="270" y="794"/>
                </a:lnTo>
                <a:lnTo>
                  <a:pt x="271" y="793"/>
                </a:lnTo>
                <a:lnTo>
                  <a:pt x="270" y="792"/>
                </a:lnTo>
                <a:lnTo>
                  <a:pt x="271" y="791"/>
                </a:lnTo>
                <a:lnTo>
                  <a:pt x="273" y="790"/>
                </a:lnTo>
                <a:lnTo>
                  <a:pt x="273" y="789"/>
                </a:lnTo>
                <a:lnTo>
                  <a:pt x="270" y="787"/>
                </a:lnTo>
                <a:lnTo>
                  <a:pt x="270" y="786"/>
                </a:lnTo>
                <a:lnTo>
                  <a:pt x="270" y="787"/>
                </a:lnTo>
                <a:lnTo>
                  <a:pt x="269" y="786"/>
                </a:lnTo>
                <a:lnTo>
                  <a:pt x="269" y="785"/>
                </a:lnTo>
                <a:lnTo>
                  <a:pt x="269" y="784"/>
                </a:lnTo>
                <a:lnTo>
                  <a:pt x="270" y="784"/>
                </a:lnTo>
                <a:lnTo>
                  <a:pt x="271" y="784"/>
                </a:lnTo>
                <a:lnTo>
                  <a:pt x="271" y="782"/>
                </a:lnTo>
                <a:lnTo>
                  <a:pt x="272" y="780"/>
                </a:lnTo>
                <a:lnTo>
                  <a:pt x="271" y="779"/>
                </a:lnTo>
                <a:lnTo>
                  <a:pt x="270" y="779"/>
                </a:lnTo>
                <a:lnTo>
                  <a:pt x="269" y="778"/>
                </a:lnTo>
                <a:lnTo>
                  <a:pt x="268" y="776"/>
                </a:lnTo>
                <a:lnTo>
                  <a:pt x="266" y="776"/>
                </a:lnTo>
                <a:lnTo>
                  <a:pt x="264" y="775"/>
                </a:lnTo>
                <a:lnTo>
                  <a:pt x="263" y="775"/>
                </a:lnTo>
                <a:lnTo>
                  <a:pt x="260" y="774"/>
                </a:lnTo>
                <a:lnTo>
                  <a:pt x="259" y="774"/>
                </a:lnTo>
                <a:lnTo>
                  <a:pt x="259" y="772"/>
                </a:lnTo>
                <a:lnTo>
                  <a:pt x="260" y="771"/>
                </a:lnTo>
                <a:lnTo>
                  <a:pt x="260" y="770"/>
                </a:lnTo>
                <a:lnTo>
                  <a:pt x="260" y="769"/>
                </a:lnTo>
                <a:lnTo>
                  <a:pt x="261" y="767"/>
                </a:lnTo>
                <a:lnTo>
                  <a:pt x="260" y="766"/>
                </a:lnTo>
                <a:lnTo>
                  <a:pt x="260" y="765"/>
                </a:lnTo>
                <a:lnTo>
                  <a:pt x="260" y="763"/>
                </a:lnTo>
                <a:lnTo>
                  <a:pt x="258" y="764"/>
                </a:lnTo>
                <a:lnTo>
                  <a:pt x="257" y="763"/>
                </a:lnTo>
                <a:lnTo>
                  <a:pt x="255" y="762"/>
                </a:lnTo>
                <a:lnTo>
                  <a:pt x="254" y="761"/>
                </a:lnTo>
                <a:lnTo>
                  <a:pt x="253" y="761"/>
                </a:lnTo>
                <a:lnTo>
                  <a:pt x="252" y="760"/>
                </a:lnTo>
                <a:lnTo>
                  <a:pt x="252" y="759"/>
                </a:lnTo>
                <a:lnTo>
                  <a:pt x="252" y="756"/>
                </a:lnTo>
                <a:lnTo>
                  <a:pt x="252" y="755"/>
                </a:lnTo>
                <a:lnTo>
                  <a:pt x="252" y="753"/>
                </a:lnTo>
                <a:lnTo>
                  <a:pt x="251" y="752"/>
                </a:lnTo>
                <a:lnTo>
                  <a:pt x="250" y="752"/>
                </a:lnTo>
                <a:lnTo>
                  <a:pt x="250" y="751"/>
                </a:lnTo>
                <a:lnTo>
                  <a:pt x="250" y="750"/>
                </a:lnTo>
                <a:lnTo>
                  <a:pt x="250" y="748"/>
                </a:lnTo>
                <a:lnTo>
                  <a:pt x="249" y="747"/>
                </a:lnTo>
                <a:lnTo>
                  <a:pt x="248" y="746"/>
                </a:lnTo>
                <a:lnTo>
                  <a:pt x="247" y="745"/>
                </a:lnTo>
                <a:lnTo>
                  <a:pt x="246" y="744"/>
                </a:lnTo>
                <a:lnTo>
                  <a:pt x="245" y="744"/>
                </a:lnTo>
                <a:lnTo>
                  <a:pt x="245" y="743"/>
                </a:lnTo>
                <a:lnTo>
                  <a:pt x="244" y="743"/>
                </a:lnTo>
                <a:lnTo>
                  <a:pt x="241" y="742"/>
                </a:lnTo>
                <a:lnTo>
                  <a:pt x="240" y="741"/>
                </a:lnTo>
                <a:lnTo>
                  <a:pt x="240" y="740"/>
                </a:lnTo>
                <a:lnTo>
                  <a:pt x="240" y="739"/>
                </a:lnTo>
                <a:lnTo>
                  <a:pt x="240" y="738"/>
                </a:lnTo>
                <a:lnTo>
                  <a:pt x="239" y="738"/>
                </a:lnTo>
                <a:lnTo>
                  <a:pt x="238" y="738"/>
                </a:lnTo>
                <a:lnTo>
                  <a:pt x="238" y="739"/>
                </a:lnTo>
                <a:lnTo>
                  <a:pt x="237" y="739"/>
                </a:lnTo>
                <a:lnTo>
                  <a:pt x="236" y="739"/>
                </a:lnTo>
                <a:lnTo>
                  <a:pt x="236" y="737"/>
                </a:lnTo>
                <a:lnTo>
                  <a:pt x="236" y="736"/>
                </a:lnTo>
                <a:lnTo>
                  <a:pt x="237" y="736"/>
                </a:lnTo>
                <a:lnTo>
                  <a:pt x="237" y="735"/>
                </a:lnTo>
                <a:lnTo>
                  <a:pt x="236" y="734"/>
                </a:lnTo>
                <a:lnTo>
                  <a:pt x="235" y="733"/>
                </a:lnTo>
                <a:lnTo>
                  <a:pt x="233" y="731"/>
                </a:lnTo>
                <a:lnTo>
                  <a:pt x="232" y="730"/>
                </a:lnTo>
                <a:lnTo>
                  <a:pt x="230" y="729"/>
                </a:lnTo>
                <a:lnTo>
                  <a:pt x="228" y="729"/>
                </a:lnTo>
                <a:lnTo>
                  <a:pt x="227" y="729"/>
                </a:lnTo>
                <a:lnTo>
                  <a:pt x="227" y="728"/>
                </a:lnTo>
                <a:lnTo>
                  <a:pt x="225" y="727"/>
                </a:lnTo>
                <a:lnTo>
                  <a:pt x="225" y="726"/>
                </a:lnTo>
                <a:lnTo>
                  <a:pt x="225" y="725"/>
                </a:lnTo>
                <a:lnTo>
                  <a:pt x="226" y="724"/>
                </a:lnTo>
                <a:lnTo>
                  <a:pt x="225" y="724"/>
                </a:lnTo>
                <a:lnTo>
                  <a:pt x="225" y="723"/>
                </a:lnTo>
                <a:lnTo>
                  <a:pt x="224" y="722"/>
                </a:lnTo>
                <a:lnTo>
                  <a:pt x="224" y="720"/>
                </a:lnTo>
                <a:lnTo>
                  <a:pt x="225" y="718"/>
                </a:lnTo>
                <a:lnTo>
                  <a:pt x="225" y="715"/>
                </a:lnTo>
                <a:lnTo>
                  <a:pt x="225" y="714"/>
                </a:lnTo>
                <a:lnTo>
                  <a:pt x="224" y="712"/>
                </a:lnTo>
                <a:lnTo>
                  <a:pt x="224" y="711"/>
                </a:lnTo>
                <a:lnTo>
                  <a:pt x="224" y="710"/>
                </a:lnTo>
                <a:lnTo>
                  <a:pt x="224" y="711"/>
                </a:lnTo>
                <a:lnTo>
                  <a:pt x="223" y="712"/>
                </a:lnTo>
                <a:lnTo>
                  <a:pt x="222" y="712"/>
                </a:lnTo>
                <a:lnTo>
                  <a:pt x="222" y="713"/>
                </a:lnTo>
                <a:lnTo>
                  <a:pt x="221" y="714"/>
                </a:lnTo>
                <a:lnTo>
                  <a:pt x="220" y="715"/>
                </a:lnTo>
                <a:lnTo>
                  <a:pt x="218" y="714"/>
                </a:lnTo>
                <a:lnTo>
                  <a:pt x="217" y="714"/>
                </a:lnTo>
                <a:lnTo>
                  <a:pt x="214" y="714"/>
                </a:lnTo>
                <a:lnTo>
                  <a:pt x="213" y="714"/>
                </a:lnTo>
                <a:lnTo>
                  <a:pt x="213" y="715"/>
                </a:lnTo>
                <a:lnTo>
                  <a:pt x="213" y="716"/>
                </a:lnTo>
                <a:lnTo>
                  <a:pt x="213" y="717"/>
                </a:lnTo>
                <a:lnTo>
                  <a:pt x="212" y="717"/>
                </a:lnTo>
                <a:lnTo>
                  <a:pt x="211" y="718"/>
                </a:lnTo>
                <a:lnTo>
                  <a:pt x="211" y="719"/>
                </a:lnTo>
                <a:lnTo>
                  <a:pt x="211" y="721"/>
                </a:lnTo>
                <a:lnTo>
                  <a:pt x="212" y="722"/>
                </a:lnTo>
                <a:lnTo>
                  <a:pt x="212" y="723"/>
                </a:lnTo>
                <a:lnTo>
                  <a:pt x="211" y="724"/>
                </a:lnTo>
                <a:lnTo>
                  <a:pt x="211" y="725"/>
                </a:lnTo>
                <a:lnTo>
                  <a:pt x="210" y="725"/>
                </a:lnTo>
                <a:lnTo>
                  <a:pt x="208" y="726"/>
                </a:lnTo>
                <a:lnTo>
                  <a:pt x="207" y="726"/>
                </a:lnTo>
                <a:lnTo>
                  <a:pt x="206" y="726"/>
                </a:lnTo>
                <a:lnTo>
                  <a:pt x="205" y="727"/>
                </a:lnTo>
                <a:lnTo>
                  <a:pt x="205" y="728"/>
                </a:lnTo>
                <a:lnTo>
                  <a:pt x="204" y="729"/>
                </a:lnTo>
                <a:lnTo>
                  <a:pt x="203" y="729"/>
                </a:lnTo>
                <a:lnTo>
                  <a:pt x="202" y="730"/>
                </a:lnTo>
                <a:lnTo>
                  <a:pt x="202" y="731"/>
                </a:lnTo>
                <a:lnTo>
                  <a:pt x="203" y="731"/>
                </a:lnTo>
                <a:lnTo>
                  <a:pt x="204" y="732"/>
                </a:lnTo>
                <a:lnTo>
                  <a:pt x="203" y="734"/>
                </a:lnTo>
                <a:lnTo>
                  <a:pt x="203" y="737"/>
                </a:lnTo>
                <a:lnTo>
                  <a:pt x="202" y="739"/>
                </a:lnTo>
                <a:lnTo>
                  <a:pt x="201" y="739"/>
                </a:lnTo>
                <a:lnTo>
                  <a:pt x="200" y="739"/>
                </a:lnTo>
                <a:lnTo>
                  <a:pt x="200" y="738"/>
                </a:lnTo>
                <a:lnTo>
                  <a:pt x="199" y="738"/>
                </a:lnTo>
                <a:lnTo>
                  <a:pt x="198" y="738"/>
                </a:lnTo>
                <a:lnTo>
                  <a:pt x="198" y="739"/>
                </a:lnTo>
                <a:lnTo>
                  <a:pt x="198" y="740"/>
                </a:lnTo>
                <a:lnTo>
                  <a:pt x="197" y="741"/>
                </a:lnTo>
                <a:lnTo>
                  <a:pt x="196" y="741"/>
                </a:lnTo>
                <a:lnTo>
                  <a:pt x="196" y="742"/>
                </a:lnTo>
                <a:lnTo>
                  <a:pt x="195" y="743"/>
                </a:lnTo>
                <a:lnTo>
                  <a:pt x="194" y="743"/>
                </a:lnTo>
                <a:lnTo>
                  <a:pt x="194" y="744"/>
                </a:lnTo>
                <a:lnTo>
                  <a:pt x="194" y="745"/>
                </a:lnTo>
                <a:lnTo>
                  <a:pt x="194" y="747"/>
                </a:lnTo>
                <a:lnTo>
                  <a:pt x="192" y="747"/>
                </a:lnTo>
                <a:lnTo>
                  <a:pt x="191" y="746"/>
                </a:lnTo>
                <a:lnTo>
                  <a:pt x="190" y="746"/>
                </a:lnTo>
                <a:lnTo>
                  <a:pt x="188" y="747"/>
                </a:lnTo>
                <a:lnTo>
                  <a:pt x="187" y="747"/>
                </a:lnTo>
                <a:lnTo>
                  <a:pt x="187" y="748"/>
                </a:lnTo>
                <a:lnTo>
                  <a:pt x="187" y="749"/>
                </a:lnTo>
                <a:lnTo>
                  <a:pt x="186" y="749"/>
                </a:lnTo>
                <a:lnTo>
                  <a:pt x="186" y="752"/>
                </a:lnTo>
                <a:lnTo>
                  <a:pt x="186" y="754"/>
                </a:lnTo>
                <a:lnTo>
                  <a:pt x="187" y="755"/>
                </a:lnTo>
                <a:lnTo>
                  <a:pt x="188" y="756"/>
                </a:lnTo>
                <a:lnTo>
                  <a:pt x="188" y="758"/>
                </a:lnTo>
                <a:lnTo>
                  <a:pt x="188" y="759"/>
                </a:lnTo>
                <a:lnTo>
                  <a:pt x="188" y="760"/>
                </a:lnTo>
                <a:lnTo>
                  <a:pt x="186" y="760"/>
                </a:lnTo>
                <a:lnTo>
                  <a:pt x="186" y="761"/>
                </a:lnTo>
                <a:lnTo>
                  <a:pt x="186" y="762"/>
                </a:lnTo>
                <a:lnTo>
                  <a:pt x="187" y="763"/>
                </a:lnTo>
                <a:lnTo>
                  <a:pt x="188" y="764"/>
                </a:lnTo>
                <a:lnTo>
                  <a:pt x="189" y="764"/>
                </a:lnTo>
                <a:lnTo>
                  <a:pt x="190" y="765"/>
                </a:lnTo>
                <a:lnTo>
                  <a:pt x="190" y="766"/>
                </a:lnTo>
                <a:lnTo>
                  <a:pt x="190" y="767"/>
                </a:lnTo>
                <a:lnTo>
                  <a:pt x="189" y="767"/>
                </a:lnTo>
                <a:lnTo>
                  <a:pt x="188" y="768"/>
                </a:lnTo>
                <a:lnTo>
                  <a:pt x="188" y="769"/>
                </a:lnTo>
                <a:lnTo>
                  <a:pt x="188" y="770"/>
                </a:lnTo>
                <a:lnTo>
                  <a:pt x="187" y="771"/>
                </a:lnTo>
                <a:lnTo>
                  <a:pt x="186" y="771"/>
                </a:lnTo>
                <a:lnTo>
                  <a:pt x="186" y="772"/>
                </a:lnTo>
                <a:lnTo>
                  <a:pt x="186" y="774"/>
                </a:lnTo>
                <a:lnTo>
                  <a:pt x="186" y="775"/>
                </a:lnTo>
                <a:lnTo>
                  <a:pt x="185" y="776"/>
                </a:lnTo>
                <a:lnTo>
                  <a:pt x="184" y="776"/>
                </a:lnTo>
                <a:lnTo>
                  <a:pt x="185" y="778"/>
                </a:lnTo>
                <a:lnTo>
                  <a:pt x="185" y="779"/>
                </a:lnTo>
                <a:lnTo>
                  <a:pt x="186" y="779"/>
                </a:lnTo>
                <a:lnTo>
                  <a:pt x="186" y="780"/>
                </a:lnTo>
                <a:lnTo>
                  <a:pt x="187" y="782"/>
                </a:lnTo>
                <a:lnTo>
                  <a:pt x="187" y="783"/>
                </a:lnTo>
                <a:lnTo>
                  <a:pt x="186" y="783"/>
                </a:lnTo>
                <a:lnTo>
                  <a:pt x="185" y="784"/>
                </a:lnTo>
                <a:lnTo>
                  <a:pt x="184" y="785"/>
                </a:lnTo>
                <a:lnTo>
                  <a:pt x="184" y="787"/>
                </a:lnTo>
                <a:lnTo>
                  <a:pt x="183" y="790"/>
                </a:lnTo>
                <a:lnTo>
                  <a:pt x="183" y="791"/>
                </a:lnTo>
                <a:lnTo>
                  <a:pt x="183" y="794"/>
                </a:lnTo>
                <a:lnTo>
                  <a:pt x="184" y="796"/>
                </a:lnTo>
                <a:lnTo>
                  <a:pt x="184" y="797"/>
                </a:lnTo>
                <a:lnTo>
                  <a:pt x="184" y="798"/>
                </a:lnTo>
                <a:lnTo>
                  <a:pt x="183" y="797"/>
                </a:lnTo>
                <a:lnTo>
                  <a:pt x="183" y="796"/>
                </a:lnTo>
                <a:lnTo>
                  <a:pt x="181" y="794"/>
                </a:lnTo>
                <a:lnTo>
                  <a:pt x="180" y="793"/>
                </a:lnTo>
                <a:lnTo>
                  <a:pt x="179" y="793"/>
                </a:lnTo>
                <a:lnTo>
                  <a:pt x="178" y="791"/>
                </a:lnTo>
                <a:lnTo>
                  <a:pt x="178" y="790"/>
                </a:lnTo>
                <a:lnTo>
                  <a:pt x="177" y="790"/>
                </a:lnTo>
                <a:lnTo>
                  <a:pt x="176" y="789"/>
                </a:lnTo>
                <a:lnTo>
                  <a:pt x="175" y="789"/>
                </a:lnTo>
                <a:lnTo>
                  <a:pt x="174" y="788"/>
                </a:lnTo>
                <a:lnTo>
                  <a:pt x="174" y="787"/>
                </a:lnTo>
                <a:lnTo>
                  <a:pt x="174" y="786"/>
                </a:lnTo>
                <a:lnTo>
                  <a:pt x="174" y="785"/>
                </a:lnTo>
                <a:lnTo>
                  <a:pt x="173" y="784"/>
                </a:lnTo>
                <a:lnTo>
                  <a:pt x="172" y="783"/>
                </a:lnTo>
                <a:lnTo>
                  <a:pt x="171" y="783"/>
                </a:lnTo>
                <a:lnTo>
                  <a:pt x="171" y="782"/>
                </a:lnTo>
                <a:lnTo>
                  <a:pt x="172" y="782"/>
                </a:lnTo>
                <a:lnTo>
                  <a:pt x="172" y="780"/>
                </a:lnTo>
                <a:lnTo>
                  <a:pt x="172" y="779"/>
                </a:lnTo>
                <a:lnTo>
                  <a:pt x="172" y="778"/>
                </a:lnTo>
                <a:lnTo>
                  <a:pt x="171" y="778"/>
                </a:lnTo>
                <a:lnTo>
                  <a:pt x="170" y="778"/>
                </a:lnTo>
                <a:lnTo>
                  <a:pt x="169" y="777"/>
                </a:lnTo>
                <a:lnTo>
                  <a:pt x="167" y="776"/>
                </a:lnTo>
                <a:lnTo>
                  <a:pt x="167" y="775"/>
                </a:lnTo>
                <a:lnTo>
                  <a:pt x="166" y="773"/>
                </a:lnTo>
                <a:lnTo>
                  <a:pt x="166" y="772"/>
                </a:lnTo>
                <a:lnTo>
                  <a:pt x="166" y="771"/>
                </a:lnTo>
                <a:lnTo>
                  <a:pt x="165" y="771"/>
                </a:lnTo>
                <a:lnTo>
                  <a:pt x="164" y="769"/>
                </a:lnTo>
                <a:lnTo>
                  <a:pt x="163" y="767"/>
                </a:lnTo>
                <a:lnTo>
                  <a:pt x="161" y="765"/>
                </a:lnTo>
                <a:lnTo>
                  <a:pt x="161" y="764"/>
                </a:lnTo>
                <a:lnTo>
                  <a:pt x="160" y="764"/>
                </a:lnTo>
                <a:lnTo>
                  <a:pt x="160" y="763"/>
                </a:lnTo>
                <a:lnTo>
                  <a:pt x="160" y="762"/>
                </a:lnTo>
                <a:lnTo>
                  <a:pt x="160" y="761"/>
                </a:lnTo>
                <a:lnTo>
                  <a:pt x="159" y="761"/>
                </a:lnTo>
                <a:lnTo>
                  <a:pt x="160" y="761"/>
                </a:lnTo>
                <a:lnTo>
                  <a:pt x="160" y="760"/>
                </a:lnTo>
                <a:lnTo>
                  <a:pt x="161" y="760"/>
                </a:lnTo>
                <a:lnTo>
                  <a:pt x="162" y="759"/>
                </a:lnTo>
                <a:lnTo>
                  <a:pt x="162" y="758"/>
                </a:lnTo>
                <a:lnTo>
                  <a:pt x="162" y="756"/>
                </a:lnTo>
                <a:lnTo>
                  <a:pt x="162" y="755"/>
                </a:lnTo>
                <a:lnTo>
                  <a:pt x="162" y="754"/>
                </a:lnTo>
                <a:lnTo>
                  <a:pt x="163" y="752"/>
                </a:lnTo>
                <a:lnTo>
                  <a:pt x="163" y="751"/>
                </a:lnTo>
                <a:lnTo>
                  <a:pt x="162" y="748"/>
                </a:lnTo>
                <a:lnTo>
                  <a:pt x="161" y="746"/>
                </a:lnTo>
                <a:lnTo>
                  <a:pt x="161" y="745"/>
                </a:lnTo>
                <a:lnTo>
                  <a:pt x="161" y="744"/>
                </a:lnTo>
                <a:lnTo>
                  <a:pt x="161" y="743"/>
                </a:lnTo>
                <a:lnTo>
                  <a:pt x="161" y="742"/>
                </a:lnTo>
                <a:lnTo>
                  <a:pt x="162" y="741"/>
                </a:lnTo>
                <a:lnTo>
                  <a:pt x="162" y="740"/>
                </a:lnTo>
                <a:lnTo>
                  <a:pt x="163" y="740"/>
                </a:lnTo>
                <a:lnTo>
                  <a:pt x="162" y="739"/>
                </a:lnTo>
                <a:lnTo>
                  <a:pt x="161" y="739"/>
                </a:lnTo>
                <a:lnTo>
                  <a:pt x="161" y="738"/>
                </a:lnTo>
                <a:lnTo>
                  <a:pt x="162" y="737"/>
                </a:lnTo>
                <a:lnTo>
                  <a:pt x="162" y="736"/>
                </a:lnTo>
                <a:lnTo>
                  <a:pt x="161" y="736"/>
                </a:lnTo>
                <a:lnTo>
                  <a:pt x="160" y="736"/>
                </a:lnTo>
                <a:lnTo>
                  <a:pt x="160" y="735"/>
                </a:lnTo>
                <a:lnTo>
                  <a:pt x="161" y="735"/>
                </a:lnTo>
                <a:lnTo>
                  <a:pt x="161" y="734"/>
                </a:lnTo>
                <a:lnTo>
                  <a:pt x="160" y="733"/>
                </a:lnTo>
                <a:lnTo>
                  <a:pt x="159" y="733"/>
                </a:lnTo>
                <a:lnTo>
                  <a:pt x="159" y="732"/>
                </a:lnTo>
                <a:lnTo>
                  <a:pt x="159" y="731"/>
                </a:lnTo>
                <a:lnTo>
                  <a:pt x="159" y="730"/>
                </a:lnTo>
                <a:lnTo>
                  <a:pt x="158" y="730"/>
                </a:lnTo>
                <a:lnTo>
                  <a:pt x="158" y="729"/>
                </a:lnTo>
                <a:lnTo>
                  <a:pt x="159" y="729"/>
                </a:lnTo>
                <a:lnTo>
                  <a:pt x="159" y="728"/>
                </a:lnTo>
                <a:lnTo>
                  <a:pt x="158" y="727"/>
                </a:lnTo>
                <a:lnTo>
                  <a:pt x="157" y="726"/>
                </a:lnTo>
                <a:lnTo>
                  <a:pt x="157" y="725"/>
                </a:lnTo>
                <a:lnTo>
                  <a:pt x="158" y="725"/>
                </a:lnTo>
                <a:lnTo>
                  <a:pt x="158" y="724"/>
                </a:lnTo>
                <a:lnTo>
                  <a:pt x="158" y="723"/>
                </a:lnTo>
                <a:lnTo>
                  <a:pt x="158" y="722"/>
                </a:lnTo>
                <a:lnTo>
                  <a:pt x="158" y="721"/>
                </a:lnTo>
                <a:lnTo>
                  <a:pt x="158" y="720"/>
                </a:lnTo>
                <a:lnTo>
                  <a:pt x="157" y="718"/>
                </a:lnTo>
                <a:lnTo>
                  <a:pt x="156" y="717"/>
                </a:lnTo>
                <a:lnTo>
                  <a:pt x="156" y="716"/>
                </a:lnTo>
                <a:lnTo>
                  <a:pt x="157" y="715"/>
                </a:lnTo>
                <a:lnTo>
                  <a:pt x="156" y="713"/>
                </a:lnTo>
                <a:lnTo>
                  <a:pt x="156" y="710"/>
                </a:lnTo>
                <a:lnTo>
                  <a:pt x="156" y="709"/>
                </a:lnTo>
                <a:lnTo>
                  <a:pt x="156" y="708"/>
                </a:lnTo>
                <a:lnTo>
                  <a:pt x="156" y="707"/>
                </a:lnTo>
                <a:lnTo>
                  <a:pt x="157" y="705"/>
                </a:lnTo>
                <a:lnTo>
                  <a:pt x="157" y="704"/>
                </a:lnTo>
                <a:lnTo>
                  <a:pt x="157" y="703"/>
                </a:lnTo>
                <a:lnTo>
                  <a:pt x="157" y="702"/>
                </a:lnTo>
                <a:lnTo>
                  <a:pt x="157" y="701"/>
                </a:lnTo>
                <a:lnTo>
                  <a:pt x="158" y="701"/>
                </a:lnTo>
                <a:lnTo>
                  <a:pt x="159" y="700"/>
                </a:lnTo>
                <a:lnTo>
                  <a:pt x="159" y="699"/>
                </a:lnTo>
                <a:lnTo>
                  <a:pt x="159" y="697"/>
                </a:lnTo>
                <a:lnTo>
                  <a:pt x="159" y="696"/>
                </a:lnTo>
                <a:lnTo>
                  <a:pt x="159" y="695"/>
                </a:lnTo>
                <a:lnTo>
                  <a:pt x="159" y="694"/>
                </a:lnTo>
                <a:lnTo>
                  <a:pt x="160" y="694"/>
                </a:lnTo>
                <a:lnTo>
                  <a:pt x="160" y="693"/>
                </a:lnTo>
                <a:lnTo>
                  <a:pt x="159" y="693"/>
                </a:lnTo>
                <a:lnTo>
                  <a:pt x="159" y="692"/>
                </a:lnTo>
                <a:lnTo>
                  <a:pt x="159" y="691"/>
                </a:lnTo>
                <a:lnTo>
                  <a:pt x="159" y="690"/>
                </a:lnTo>
                <a:lnTo>
                  <a:pt x="159" y="689"/>
                </a:lnTo>
                <a:lnTo>
                  <a:pt x="159" y="687"/>
                </a:lnTo>
                <a:lnTo>
                  <a:pt x="160" y="685"/>
                </a:lnTo>
                <a:lnTo>
                  <a:pt x="160" y="684"/>
                </a:lnTo>
                <a:lnTo>
                  <a:pt x="159" y="683"/>
                </a:lnTo>
                <a:lnTo>
                  <a:pt x="159" y="682"/>
                </a:lnTo>
                <a:lnTo>
                  <a:pt x="159" y="679"/>
                </a:lnTo>
                <a:lnTo>
                  <a:pt x="159" y="678"/>
                </a:lnTo>
                <a:lnTo>
                  <a:pt x="159" y="677"/>
                </a:lnTo>
                <a:lnTo>
                  <a:pt x="159" y="675"/>
                </a:lnTo>
                <a:lnTo>
                  <a:pt x="159" y="673"/>
                </a:lnTo>
                <a:lnTo>
                  <a:pt x="159" y="672"/>
                </a:lnTo>
                <a:lnTo>
                  <a:pt x="159" y="671"/>
                </a:lnTo>
                <a:lnTo>
                  <a:pt x="159" y="670"/>
                </a:lnTo>
                <a:lnTo>
                  <a:pt x="159" y="669"/>
                </a:lnTo>
                <a:lnTo>
                  <a:pt x="158" y="668"/>
                </a:lnTo>
                <a:lnTo>
                  <a:pt x="159" y="668"/>
                </a:lnTo>
                <a:lnTo>
                  <a:pt x="159" y="667"/>
                </a:lnTo>
                <a:lnTo>
                  <a:pt x="159" y="663"/>
                </a:lnTo>
                <a:lnTo>
                  <a:pt x="159" y="662"/>
                </a:lnTo>
                <a:lnTo>
                  <a:pt x="160" y="661"/>
                </a:lnTo>
                <a:lnTo>
                  <a:pt x="160" y="660"/>
                </a:lnTo>
                <a:lnTo>
                  <a:pt x="160" y="659"/>
                </a:lnTo>
                <a:lnTo>
                  <a:pt x="159" y="659"/>
                </a:lnTo>
                <a:lnTo>
                  <a:pt x="159" y="658"/>
                </a:lnTo>
                <a:lnTo>
                  <a:pt x="160" y="658"/>
                </a:lnTo>
                <a:lnTo>
                  <a:pt x="160" y="657"/>
                </a:lnTo>
                <a:lnTo>
                  <a:pt x="160" y="656"/>
                </a:lnTo>
                <a:lnTo>
                  <a:pt x="160" y="655"/>
                </a:lnTo>
                <a:lnTo>
                  <a:pt x="159" y="654"/>
                </a:lnTo>
                <a:lnTo>
                  <a:pt x="158" y="652"/>
                </a:lnTo>
                <a:lnTo>
                  <a:pt x="158" y="651"/>
                </a:lnTo>
                <a:lnTo>
                  <a:pt x="157" y="649"/>
                </a:lnTo>
                <a:lnTo>
                  <a:pt x="157" y="648"/>
                </a:lnTo>
                <a:lnTo>
                  <a:pt x="156" y="648"/>
                </a:lnTo>
                <a:lnTo>
                  <a:pt x="155" y="648"/>
                </a:lnTo>
                <a:lnTo>
                  <a:pt x="155" y="647"/>
                </a:lnTo>
                <a:lnTo>
                  <a:pt x="156" y="646"/>
                </a:lnTo>
                <a:lnTo>
                  <a:pt x="156" y="645"/>
                </a:lnTo>
                <a:lnTo>
                  <a:pt x="156" y="644"/>
                </a:lnTo>
                <a:lnTo>
                  <a:pt x="156" y="643"/>
                </a:lnTo>
                <a:lnTo>
                  <a:pt x="155" y="638"/>
                </a:lnTo>
                <a:lnTo>
                  <a:pt x="155" y="637"/>
                </a:lnTo>
                <a:lnTo>
                  <a:pt x="156" y="637"/>
                </a:lnTo>
                <a:lnTo>
                  <a:pt x="156" y="636"/>
                </a:lnTo>
                <a:lnTo>
                  <a:pt x="156" y="635"/>
                </a:lnTo>
                <a:lnTo>
                  <a:pt x="155" y="633"/>
                </a:lnTo>
                <a:lnTo>
                  <a:pt x="155" y="632"/>
                </a:lnTo>
                <a:lnTo>
                  <a:pt x="156" y="632"/>
                </a:lnTo>
                <a:lnTo>
                  <a:pt x="156" y="631"/>
                </a:lnTo>
                <a:lnTo>
                  <a:pt x="155" y="630"/>
                </a:lnTo>
                <a:lnTo>
                  <a:pt x="155" y="629"/>
                </a:lnTo>
                <a:lnTo>
                  <a:pt x="156" y="629"/>
                </a:lnTo>
                <a:lnTo>
                  <a:pt x="156" y="628"/>
                </a:lnTo>
                <a:lnTo>
                  <a:pt x="155" y="628"/>
                </a:lnTo>
                <a:lnTo>
                  <a:pt x="155" y="627"/>
                </a:lnTo>
                <a:lnTo>
                  <a:pt x="155" y="626"/>
                </a:lnTo>
                <a:lnTo>
                  <a:pt x="156" y="625"/>
                </a:lnTo>
                <a:lnTo>
                  <a:pt x="156" y="624"/>
                </a:lnTo>
                <a:lnTo>
                  <a:pt x="155" y="623"/>
                </a:lnTo>
                <a:lnTo>
                  <a:pt x="155" y="621"/>
                </a:lnTo>
                <a:lnTo>
                  <a:pt x="155" y="618"/>
                </a:lnTo>
                <a:lnTo>
                  <a:pt x="155" y="616"/>
                </a:lnTo>
                <a:lnTo>
                  <a:pt x="155" y="615"/>
                </a:lnTo>
                <a:lnTo>
                  <a:pt x="156" y="613"/>
                </a:lnTo>
                <a:lnTo>
                  <a:pt x="155" y="613"/>
                </a:lnTo>
                <a:lnTo>
                  <a:pt x="154" y="612"/>
                </a:lnTo>
                <a:lnTo>
                  <a:pt x="155" y="612"/>
                </a:lnTo>
                <a:lnTo>
                  <a:pt x="154" y="612"/>
                </a:lnTo>
                <a:lnTo>
                  <a:pt x="154" y="610"/>
                </a:lnTo>
                <a:lnTo>
                  <a:pt x="154" y="609"/>
                </a:lnTo>
                <a:lnTo>
                  <a:pt x="153" y="609"/>
                </a:lnTo>
                <a:lnTo>
                  <a:pt x="153" y="608"/>
                </a:lnTo>
                <a:lnTo>
                  <a:pt x="152" y="607"/>
                </a:lnTo>
                <a:lnTo>
                  <a:pt x="152" y="606"/>
                </a:lnTo>
                <a:lnTo>
                  <a:pt x="152" y="605"/>
                </a:lnTo>
                <a:lnTo>
                  <a:pt x="151" y="604"/>
                </a:lnTo>
                <a:lnTo>
                  <a:pt x="151" y="603"/>
                </a:lnTo>
                <a:lnTo>
                  <a:pt x="150" y="602"/>
                </a:lnTo>
                <a:lnTo>
                  <a:pt x="150" y="601"/>
                </a:lnTo>
                <a:lnTo>
                  <a:pt x="150" y="600"/>
                </a:lnTo>
                <a:lnTo>
                  <a:pt x="150" y="598"/>
                </a:lnTo>
                <a:lnTo>
                  <a:pt x="150" y="596"/>
                </a:lnTo>
                <a:lnTo>
                  <a:pt x="150" y="595"/>
                </a:lnTo>
                <a:lnTo>
                  <a:pt x="151" y="595"/>
                </a:lnTo>
                <a:lnTo>
                  <a:pt x="151" y="592"/>
                </a:lnTo>
                <a:lnTo>
                  <a:pt x="151" y="591"/>
                </a:lnTo>
                <a:lnTo>
                  <a:pt x="151" y="590"/>
                </a:lnTo>
                <a:lnTo>
                  <a:pt x="152" y="590"/>
                </a:lnTo>
                <a:lnTo>
                  <a:pt x="152" y="589"/>
                </a:lnTo>
                <a:lnTo>
                  <a:pt x="152" y="588"/>
                </a:lnTo>
                <a:lnTo>
                  <a:pt x="153" y="585"/>
                </a:lnTo>
                <a:lnTo>
                  <a:pt x="154" y="584"/>
                </a:lnTo>
                <a:lnTo>
                  <a:pt x="154" y="582"/>
                </a:lnTo>
                <a:lnTo>
                  <a:pt x="153" y="581"/>
                </a:lnTo>
                <a:lnTo>
                  <a:pt x="153" y="580"/>
                </a:lnTo>
                <a:lnTo>
                  <a:pt x="154" y="580"/>
                </a:lnTo>
                <a:lnTo>
                  <a:pt x="154" y="579"/>
                </a:lnTo>
                <a:lnTo>
                  <a:pt x="154" y="578"/>
                </a:lnTo>
                <a:lnTo>
                  <a:pt x="155" y="576"/>
                </a:lnTo>
                <a:lnTo>
                  <a:pt x="156" y="575"/>
                </a:lnTo>
                <a:lnTo>
                  <a:pt x="156" y="574"/>
                </a:lnTo>
                <a:lnTo>
                  <a:pt x="156" y="573"/>
                </a:lnTo>
                <a:lnTo>
                  <a:pt x="157" y="572"/>
                </a:lnTo>
                <a:lnTo>
                  <a:pt x="158" y="571"/>
                </a:lnTo>
                <a:lnTo>
                  <a:pt x="158" y="570"/>
                </a:lnTo>
                <a:lnTo>
                  <a:pt x="158" y="569"/>
                </a:lnTo>
                <a:lnTo>
                  <a:pt x="159" y="568"/>
                </a:lnTo>
                <a:lnTo>
                  <a:pt x="159" y="567"/>
                </a:lnTo>
                <a:lnTo>
                  <a:pt x="160" y="567"/>
                </a:lnTo>
                <a:lnTo>
                  <a:pt x="160" y="566"/>
                </a:lnTo>
                <a:lnTo>
                  <a:pt x="160" y="565"/>
                </a:lnTo>
                <a:lnTo>
                  <a:pt x="159" y="565"/>
                </a:lnTo>
                <a:lnTo>
                  <a:pt x="158" y="564"/>
                </a:lnTo>
                <a:lnTo>
                  <a:pt x="159" y="563"/>
                </a:lnTo>
                <a:lnTo>
                  <a:pt x="159" y="562"/>
                </a:lnTo>
                <a:lnTo>
                  <a:pt x="158" y="557"/>
                </a:lnTo>
                <a:lnTo>
                  <a:pt x="158" y="556"/>
                </a:lnTo>
                <a:lnTo>
                  <a:pt x="158" y="551"/>
                </a:lnTo>
                <a:lnTo>
                  <a:pt x="158" y="550"/>
                </a:lnTo>
                <a:lnTo>
                  <a:pt x="158" y="549"/>
                </a:lnTo>
                <a:lnTo>
                  <a:pt x="158" y="548"/>
                </a:lnTo>
                <a:lnTo>
                  <a:pt x="159" y="546"/>
                </a:lnTo>
                <a:lnTo>
                  <a:pt x="158" y="546"/>
                </a:lnTo>
                <a:lnTo>
                  <a:pt x="158" y="545"/>
                </a:lnTo>
                <a:lnTo>
                  <a:pt x="157" y="543"/>
                </a:lnTo>
                <a:lnTo>
                  <a:pt x="156" y="542"/>
                </a:lnTo>
                <a:lnTo>
                  <a:pt x="156" y="541"/>
                </a:lnTo>
                <a:lnTo>
                  <a:pt x="155" y="541"/>
                </a:lnTo>
                <a:lnTo>
                  <a:pt x="155" y="540"/>
                </a:lnTo>
                <a:lnTo>
                  <a:pt x="156" y="539"/>
                </a:lnTo>
                <a:lnTo>
                  <a:pt x="156" y="538"/>
                </a:lnTo>
                <a:lnTo>
                  <a:pt x="155" y="537"/>
                </a:lnTo>
                <a:lnTo>
                  <a:pt x="153" y="537"/>
                </a:lnTo>
                <a:lnTo>
                  <a:pt x="153" y="536"/>
                </a:lnTo>
                <a:lnTo>
                  <a:pt x="153" y="535"/>
                </a:lnTo>
                <a:lnTo>
                  <a:pt x="154" y="535"/>
                </a:lnTo>
                <a:lnTo>
                  <a:pt x="154" y="534"/>
                </a:lnTo>
                <a:lnTo>
                  <a:pt x="153" y="534"/>
                </a:lnTo>
                <a:lnTo>
                  <a:pt x="153" y="533"/>
                </a:lnTo>
                <a:lnTo>
                  <a:pt x="153" y="532"/>
                </a:lnTo>
                <a:lnTo>
                  <a:pt x="153" y="531"/>
                </a:lnTo>
                <a:lnTo>
                  <a:pt x="154" y="530"/>
                </a:lnTo>
                <a:lnTo>
                  <a:pt x="154" y="529"/>
                </a:lnTo>
                <a:lnTo>
                  <a:pt x="154" y="528"/>
                </a:lnTo>
                <a:lnTo>
                  <a:pt x="153" y="527"/>
                </a:lnTo>
                <a:lnTo>
                  <a:pt x="152" y="526"/>
                </a:lnTo>
                <a:lnTo>
                  <a:pt x="152" y="523"/>
                </a:lnTo>
                <a:lnTo>
                  <a:pt x="152" y="522"/>
                </a:lnTo>
                <a:lnTo>
                  <a:pt x="153" y="522"/>
                </a:lnTo>
                <a:lnTo>
                  <a:pt x="153" y="521"/>
                </a:lnTo>
                <a:lnTo>
                  <a:pt x="154" y="521"/>
                </a:lnTo>
                <a:lnTo>
                  <a:pt x="154" y="520"/>
                </a:lnTo>
                <a:lnTo>
                  <a:pt x="154" y="519"/>
                </a:lnTo>
                <a:lnTo>
                  <a:pt x="153" y="519"/>
                </a:lnTo>
                <a:lnTo>
                  <a:pt x="153" y="518"/>
                </a:lnTo>
                <a:lnTo>
                  <a:pt x="153" y="517"/>
                </a:lnTo>
                <a:lnTo>
                  <a:pt x="154" y="516"/>
                </a:lnTo>
                <a:lnTo>
                  <a:pt x="154" y="515"/>
                </a:lnTo>
                <a:lnTo>
                  <a:pt x="154" y="514"/>
                </a:lnTo>
                <a:lnTo>
                  <a:pt x="153" y="513"/>
                </a:lnTo>
                <a:lnTo>
                  <a:pt x="152" y="513"/>
                </a:lnTo>
                <a:lnTo>
                  <a:pt x="152" y="512"/>
                </a:lnTo>
                <a:lnTo>
                  <a:pt x="153" y="511"/>
                </a:lnTo>
                <a:lnTo>
                  <a:pt x="153" y="510"/>
                </a:lnTo>
                <a:lnTo>
                  <a:pt x="153" y="509"/>
                </a:lnTo>
                <a:lnTo>
                  <a:pt x="152" y="509"/>
                </a:lnTo>
                <a:lnTo>
                  <a:pt x="153" y="508"/>
                </a:lnTo>
                <a:lnTo>
                  <a:pt x="153" y="507"/>
                </a:lnTo>
                <a:lnTo>
                  <a:pt x="154" y="505"/>
                </a:lnTo>
                <a:lnTo>
                  <a:pt x="154" y="504"/>
                </a:lnTo>
                <a:lnTo>
                  <a:pt x="153" y="503"/>
                </a:lnTo>
                <a:lnTo>
                  <a:pt x="153" y="501"/>
                </a:lnTo>
                <a:lnTo>
                  <a:pt x="153" y="500"/>
                </a:lnTo>
                <a:lnTo>
                  <a:pt x="153" y="499"/>
                </a:lnTo>
                <a:lnTo>
                  <a:pt x="153" y="498"/>
                </a:lnTo>
                <a:lnTo>
                  <a:pt x="153" y="497"/>
                </a:lnTo>
                <a:lnTo>
                  <a:pt x="151" y="494"/>
                </a:lnTo>
                <a:lnTo>
                  <a:pt x="151" y="493"/>
                </a:lnTo>
                <a:lnTo>
                  <a:pt x="151" y="492"/>
                </a:lnTo>
                <a:lnTo>
                  <a:pt x="151" y="491"/>
                </a:lnTo>
                <a:lnTo>
                  <a:pt x="151" y="490"/>
                </a:lnTo>
                <a:lnTo>
                  <a:pt x="150" y="490"/>
                </a:lnTo>
                <a:lnTo>
                  <a:pt x="150" y="489"/>
                </a:lnTo>
                <a:lnTo>
                  <a:pt x="150" y="488"/>
                </a:lnTo>
                <a:lnTo>
                  <a:pt x="150" y="487"/>
                </a:lnTo>
                <a:lnTo>
                  <a:pt x="150" y="486"/>
                </a:lnTo>
                <a:lnTo>
                  <a:pt x="151" y="485"/>
                </a:lnTo>
                <a:lnTo>
                  <a:pt x="151" y="484"/>
                </a:lnTo>
                <a:lnTo>
                  <a:pt x="150" y="484"/>
                </a:lnTo>
                <a:lnTo>
                  <a:pt x="150" y="482"/>
                </a:lnTo>
                <a:lnTo>
                  <a:pt x="151" y="481"/>
                </a:lnTo>
                <a:lnTo>
                  <a:pt x="151" y="480"/>
                </a:lnTo>
                <a:lnTo>
                  <a:pt x="152" y="479"/>
                </a:lnTo>
                <a:lnTo>
                  <a:pt x="151" y="479"/>
                </a:lnTo>
                <a:lnTo>
                  <a:pt x="151" y="478"/>
                </a:lnTo>
                <a:lnTo>
                  <a:pt x="150" y="478"/>
                </a:lnTo>
                <a:lnTo>
                  <a:pt x="150" y="477"/>
                </a:lnTo>
                <a:lnTo>
                  <a:pt x="149" y="476"/>
                </a:lnTo>
                <a:lnTo>
                  <a:pt x="150" y="475"/>
                </a:lnTo>
                <a:lnTo>
                  <a:pt x="150" y="473"/>
                </a:lnTo>
                <a:lnTo>
                  <a:pt x="149" y="472"/>
                </a:lnTo>
                <a:lnTo>
                  <a:pt x="149" y="471"/>
                </a:lnTo>
                <a:lnTo>
                  <a:pt x="149" y="469"/>
                </a:lnTo>
                <a:lnTo>
                  <a:pt x="148" y="467"/>
                </a:lnTo>
                <a:lnTo>
                  <a:pt x="148" y="466"/>
                </a:lnTo>
                <a:lnTo>
                  <a:pt x="148" y="465"/>
                </a:lnTo>
                <a:lnTo>
                  <a:pt x="149" y="465"/>
                </a:lnTo>
                <a:lnTo>
                  <a:pt x="150" y="465"/>
                </a:lnTo>
                <a:lnTo>
                  <a:pt x="151" y="465"/>
                </a:lnTo>
                <a:lnTo>
                  <a:pt x="151" y="464"/>
                </a:lnTo>
                <a:lnTo>
                  <a:pt x="152" y="464"/>
                </a:lnTo>
                <a:lnTo>
                  <a:pt x="152" y="463"/>
                </a:lnTo>
                <a:lnTo>
                  <a:pt x="153" y="463"/>
                </a:lnTo>
                <a:lnTo>
                  <a:pt x="154" y="463"/>
                </a:lnTo>
                <a:lnTo>
                  <a:pt x="154" y="462"/>
                </a:lnTo>
                <a:lnTo>
                  <a:pt x="155" y="462"/>
                </a:lnTo>
                <a:lnTo>
                  <a:pt x="155" y="461"/>
                </a:lnTo>
                <a:lnTo>
                  <a:pt x="155" y="460"/>
                </a:lnTo>
                <a:lnTo>
                  <a:pt x="155" y="457"/>
                </a:lnTo>
                <a:lnTo>
                  <a:pt x="154" y="456"/>
                </a:lnTo>
                <a:lnTo>
                  <a:pt x="151" y="455"/>
                </a:lnTo>
                <a:lnTo>
                  <a:pt x="150" y="454"/>
                </a:lnTo>
                <a:lnTo>
                  <a:pt x="149" y="454"/>
                </a:lnTo>
                <a:lnTo>
                  <a:pt x="148" y="453"/>
                </a:lnTo>
                <a:lnTo>
                  <a:pt x="147" y="452"/>
                </a:lnTo>
                <a:lnTo>
                  <a:pt x="146" y="451"/>
                </a:lnTo>
                <a:lnTo>
                  <a:pt x="146" y="450"/>
                </a:lnTo>
                <a:lnTo>
                  <a:pt x="147" y="449"/>
                </a:lnTo>
                <a:lnTo>
                  <a:pt x="146" y="449"/>
                </a:lnTo>
                <a:lnTo>
                  <a:pt x="146" y="448"/>
                </a:lnTo>
                <a:lnTo>
                  <a:pt x="145" y="448"/>
                </a:lnTo>
                <a:lnTo>
                  <a:pt x="144" y="448"/>
                </a:lnTo>
                <a:lnTo>
                  <a:pt x="144" y="447"/>
                </a:lnTo>
                <a:lnTo>
                  <a:pt x="144" y="446"/>
                </a:lnTo>
                <a:lnTo>
                  <a:pt x="144" y="445"/>
                </a:lnTo>
                <a:lnTo>
                  <a:pt x="143" y="445"/>
                </a:lnTo>
                <a:lnTo>
                  <a:pt x="142" y="444"/>
                </a:lnTo>
                <a:lnTo>
                  <a:pt x="140" y="442"/>
                </a:lnTo>
                <a:lnTo>
                  <a:pt x="139" y="442"/>
                </a:lnTo>
                <a:lnTo>
                  <a:pt x="138" y="441"/>
                </a:lnTo>
                <a:lnTo>
                  <a:pt x="137" y="440"/>
                </a:lnTo>
                <a:lnTo>
                  <a:pt x="136" y="439"/>
                </a:lnTo>
                <a:lnTo>
                  <a:pt x="136" y="438"/>
                </a:lnTo>
                <a:lnTo>
                  <a:pt x="136" y="437"/>
                </a:lnTo>
                <a:lnTo>
                  <a:pt x="137" y="435"/>
                </a:lnTo>
                <a:lnTo>
                  <a:pt x="137" y="434"/>
                </a:lnTo>
                <a:lnTo>
                  <a:pt x="138" y="434"/>
                </a:lnTo>
                <a:lnTo>
                  <a:pt x="138" y="433"/>
                </a:lnTo>
                <a:lnTo>
                  <a:pt x="138" y="432"/>
                </a:lnTo>
                <a:lnTo>
                  <a:pt x="139" y="431"/>
                </a:lnTo>
                <a:lnTo>
                  <a:pt x="139" y="430"/>
                </a:lnTo>
                <a:lnTo>
                  <a:pt x="139" y="429"/>
                </a:lnTo>
                <a:lnTo>
                  <a:pt x="140" y="428"/>
                </a:lnTo>
                <a:lnTo>
                  <a:pt x="140" y="427"/>
                </a:lnTo>
                <a:lnTo>
                  <a:pt x="140" y="426"/>
                </a:lnTo>
                <a:lnTo>
                  <a:pt x="139" y="424"/>
                </a:lnTo>
                <a:lnTo>
                  <a:pt x="139" y="423"/>
                </a:lnTo>
                <a:lnTo>
                  <a:pt x="138" y="423"/>
                </a:lnTo>
                <a:lnTo>
                  <a:pt x="137" y="421"/>
                </a:lnTo>
                <a:lnTo>
                  <a:pt x="136" y="421"/>
                </a:lnTo>
                <a:lnTo>
                  <a:pt x="135" y="421"/>
                </a:lnTo>
                <a:lnTo>
                  <a:pt x="133" y="418"/>
                </a:lnTo>
                <a:lnTo>
                  <a:pt x="132" y="417"/>
                </a:lnTo>
                <a:lnTo>
                  <a:pt x="133" y="417"/>
                </a:lnTo>
                <a:lnTo>
                  <a:pt x="133" y="416"/>
                </a:lnTo>
                <a:lnTo>
                  <a:pt x="132" y="416"/>
                </a:lnTo>
                <a:lnTo>
                  <a:pt x="131" y="414"/>
                </a:lnTo>
                <a:lnTo>
                  <a:pt x="131" y="409"/>
                </a:lnTo>
                <a:lnTo>
                  <a:pt x="130" y="408"/>
                </a:lnTo>
                <a:lnTo>
                  <a:pt x="129" y="407"/>
                </a:lnTo>
                <a:lnTo>
                  <a:pt x="128" y="407"/>
                </a:lnTo>
                <a:lnTo>
                  <a:pt x="128" y="406"/>
                </a:lnTo>
                <a:lnTo>
                  <a:pt x="127" y="405"/>
                </a:lnTo>
                <a:lnTo>
                  <a:pt x="126" y="404"/>
                </a:lnTo>
                <a:lnTo>
                  <a:pt x="126" y="403"/>
                </a:lnTo>
                <a:lnTo>
                  <a:pt x="125" y="403"/>
                </a:lnTo>
                <a:lnTo>
                  <a:pt x="124" y="402"/>
                </a:lnTo>
                <a:lnTo>
                  <a:pt x="124" y="401"/>
                </a:lnTo>
                <a:lnTo>
                  <a:pt x="123" y="401"/>
                </a:lnTo>
                <a:lnTo>
                  <a:pt x="121" y="401"/>
                </a:lnTo>
                <a:lnTo>
                  <a:pt x="120" y="401"/>
                </a:lnTo>
                <a:lnTo>
                  <a:pt x="120" y="400"/>
                </a:lnTo>
                <a:lnTo>
                  <a:pt x="119" y="400"/>
                </a:lnTo>
                <a:lnTo>
                  <a:pt x="119" y="399"/>
                </a:lnTo>
                <a:lnTo>
                  <a:pt x="120" y="399"/>
                </a:lnTo>
                <a:lnTo>
                  <a:pt x="121" y="399"/>
                </a:lnTo>
                <a:lnTo>
                  <a:pt x="121" y="398"/>
                </a:lnTo>
                <a:lnTo>
                  <a:pt x="122" y="397"/>
                </a:lnTo>
                <a:lnTo>
                  <a:pt x="122" y="396"/>
                </a:lnTo>
                <a:lnTo>
                  <a:pt x="122" y="395"/>
                </a:lnTo>
                <a:lnTo>
                  <a:pt x="122" y="394"/>
                </a:lnTo>
                <a:lnTo>
                  <a:pt x="121" y="394"/>
                </a:lnTo>
                <a:lnTo>
                  <a:pt x="120" y="394"/>
                </a:lnTo>
                <a:lnTo>
                  <a:pt x="120" y="393"/>
                </a:lnTo>
                <a:lnTo>
                  <a:pt x="120" y="391"/>
                </a:lnTo>
                <a:lnTo>
                  <a:pt x="120" y="389"/>
                </a:lnTo>
                <a:lnTo>
                  <a:pt x="121" y="389"/>
                </a:lnTo>
                <a:lnTo>
                  <a:pt x="122" y="386"/>
                </a:lnTo>
                <a:lnTo>
                  <a:pt x="122" y="384"/>
                </a:lnTo>
                <a:lnTo>
                  <a:pt x="123" y="383"/>
                </a:lnTo>
                <a:lnTo>
                  <a:pt x="123" y="382"/>
                </a:lnTo>
                <a:lnTo>
                  <a:pt x="124" y="381"/>
                </a:lnTo>
                <a:lnTo>
                  <a:pt x="125" y="380"/>
                </a:lnTo>
                <a:lnTo>
                  <a:pt x="126" y="380"/>
                </a:lnTo>
                <a:lnTo>
                  <a:pt x="127" y="381"/>
                </a:lnTo>
                <a:lnTo>
                  <a:pt x="129" y="381"/>
                </a:lnTo>
                <a:lnTo>
                  <a:pt x="130" y="381"/>
                </a:lnTo>
                <a:lnTo>
                  <a:pt x="131" y="381"/>
                </a:lnTo>
                <a:lnTo>
                  <a:pt x="131" y="383"/>
                </a:lnTo>
                <a:lnTo>
                  <a:pt x="132" y="384"/>
                </a:lnTo>
                <a:lnTo>
                  <a:pt x="132" y="385"/>
                </a:lnTo>
                <a:lnTo>
                  <a:pt x="134" y="386"/>
                </a:lnTo>
                <a:lnTo>
                  <a:pt x="135" y="387"/>
                </a:lnTo>
                <a:lnTo>
                  <a:pt x="135" y="388"/>
                </a:lnTo>
                <a:lnTo>
                  <a:pt x="135" y="389"/>
                </a:lnTo>
                <a:lnTo>
                  <a:pt x="135" y="390"/>
                </a:lnTo>
                <a:lnTo>
                  <a:pt x="137" y="392"/>
                </a:lnTo>
                <a:lnTo>
                  <a:pt x="138" y="393"/>
                </a:lnTo>
                <a:lnTo>
                  <a:pt x="139" y="393"/>
                </a:lnTo>
                <a:lnTo>
                  <a:pt x="139" y="392"/>
                </a:lnTo>
                <a:lnTo>
                  <a:pt x="140" y="392"/>
                </a:lnTo>
                <a:lnTo>
                  <a:pt x="141" y="391"/>
                </a:lnTo>
                <a:lnTo>
                  <a:pt x="142" y="389"/>
                </a:lnTo>
                <a:lnTo>
                  <a:pt x="143" y="388"/>
                </a:lnTo>
                <a:lnTo>
                  <a:pt x="143" y="386"/>
                </a:lnTo>
                <a:lnTo>
                  <a:pt x="143" y="385"/>
                </a:lnTo>
                <a:lnTo>
                  <a:pt x="144" y="384"/>
                </a:lnTo>
                <a:lnTo>
                  <a:pt x="146" y="383"/>
                </a:lnTo>
                <a:lnTo>
                  <a:pt x="146" y="382"/>
                </a:lnTo>
                <a:lnTo>
                  <a:pt x="147" y="382"/>
                </a:lnTo>
                <a:lnTo>
                  <a:pt x="148" y="382"/>
                </a:lnTo>
                <a:lnTo>
                  <a:pt x="149" y="381"/>
                </a:lnTo>
                <a:lnTo>
                  <a:pt x="149" y="380"/>
                </a:lnTo>
                <a:lnTo>
                  <a:pt x="150" y="379"/>
                </a:lnTo>
                <a:lnTo>
                  <a:pt x="151" y="378"/>
                </a:lnTo>
                <a:lnTo>
                  <a:pt x="152" y="377"/>
                </a:lnTo>
                <a:lnTo>
                  <a:pt x="151" y="377"/>
                </a:lnTo>
                <a:lnTo>
                  <a:pt x="151" y="376"/>
                </a:lnTo>
                <a:lnTo>
                  <a:pt x="150" y="375"/>
                </a:lnTo>
                <a:lnTo>
                  <a:pt x="150" y="374"/>
                </a:lnTo>
                <a:lnTo>
                  <a:pt x="149" y="373"/>
                </a:lnTo>
                <a:lnTo>
                  <a:pt x="148" y="373"/>
                </a:lnTo>
                <a:lnTo>
                  <a:pt x="147" y="372"/>
                </a:lnTo>
                <a:lnTo>
                  <a:pt x="147" y="371"/>
                </a:lnTo>
                <a:lnTo>
                  <a:pt x="148" y="371"/>
                </a:lnTo>
                <a:lnTo>
                  <a:pt x="148" y="370"/>
                </a:lnTo>
                <a:lnTo>
                  <a:pt x="147" y="369"/>
                </a:lnTo>
                <a:lnTo>
                  <a:pt x="146" y="369"/>
                </a:lnTo>
                <a:lnTo>
                  <a:pt x="146" y="368"/>
                </a:lnTo>
                <a:lnTo>
                  <a:pt x="144" y="367"/>
                </a:lnTo>
                <a:lnTo>
                  <a:pt x="143" y="366"/>
                </a:lnTo>
                <a:lnTo>
                  <a:pt x="142" y="365"/>
                </a:lnTo>
                <a:lnTo>
                  <a:pt x="142" y="364"/>
                </a:lnTo>
                <a:lnTo>
                  <a:pt x="139" y="362"/>
                </a:lnTo>
                <a:lnTo>
                  <a:pt x="137" y="361"/>
                </a:lnTo>
                <a:lnTo>
                  <a:pt x="134" y="358"/>
                </a:lnTo>
                <a:lnTo>
                  <a:pt x="133" y="356"/>
                </a:lnTo>
                <a:lnTo>
                  <a:pt x="132" y="356"/>
                </a:lnTo>
                <a:lnTo>
                  <a:pt x="132" y="355"/>
                </a:lnTo>
                <a:lnTo>
                  <a:pt x="133" y="355"/>
                </a:lnTo>
                <a:lnTo>
                  <a:pt x="133" y="354"/>
                </a:lnTo>
                <a:lnTo>
                  <a:pt x="132" y="354"/>
                </a:lnTo>
                <a:lnTo>
                  <a:pt x="131" y="353"/>
                </a:lnTo>
                <a:lnTo>
                  <a:pt x="129" y="351"/>
                </a:lnTo>
                <a:lnTo>
                  <a:pt x="128" y="350"/>
                </a:lnTo>
                <a:lnTo>
                  <a:pt x="127" y="349"/>
                </a:lnTo>
                <a:lnTo>
                  <a:pt x="127" y="348"/>
                </a:lnTo>
                <a:lnTo>
                  <a:pt x="126" y="347"/>
                </a:lnTo>
                <a:lnTo>
                  <a:pt x="125" y="347"/>
                </a:lnTo>
                <a:lnTo>
                  <a:pt x="124" y="347"/>
                </a:lnTo>
                <a:lnTo>
                  <a:pt x="123" y="345"/>
                </a:lnTo>
                <a:lnTo>
                  <a:pt x="123" y="344"/>
                </a:lnTo>
                <a:lnTo>
                  <a:pt x="122" y="344"/>
                </a:lnTo>
                <a:lnTo>
                  <a:pt x="122" y="343"/>
                </a:lnTo>
                <a:lnTo>
                  <a:pt x="121" y="342"/>
                </a:lnTo>
                <a:lnTo>
                  <a:pt x="122" y="342"/>
                </a:lnTo>
                <a:lnTo>
                  <a:pt x="121" y="341"/>
                </a:lnTo>
                <a:lnTo>
                  <a:pt x="120" y="341"/>
                </a:lnTo>
                <a:lnTo>
                  <a:pt x="119" y="340"/>
                </a:lnTo>
                <a:lnTo>
                  <a:pt x="118" y="339"/>
                </a:lnTo>
                <a:lnTo>
                  <a:pt x="118" y="338"/>
                </a:lnTo>
                <a:lnTo>
                  <a:pt x="118" y="337"/>
                </a:lnTo>
                <a:lnTo>
                  <a:pt x="119" y="336"/>
                </a:lnTo>
                <a:lnTo>
                  <a:pt x="118" y="335"/>
                </a:lnTo>
                <a:lnTo>
                  <a:pt x="119" y="335"/>
                </a:lnTo>
                <a:lnTo>
                  <a:pt x="119" y="334"/>
                </a:lnTo>
                <a:lnTo>
                  <a:pt x="118" y="333"/>
                </a:lnTo>
                <a:lnTo>
                  <a:pt x="118" y="332"/>
                </a:lnTo>
                <a:lnTo>
                  <a:pt x="118" y="331"/>
                </a:lnTo>
                <a:lnTo>
                  <a:pt x="118" y="330"/>
                </a:lnTo>
                <a:lnTo>
                  <a:pt x="117" y="330"/>
                </a:lnTo>
                <a:lnTo>
                  <a:pt x="117" y="331"/>
                </a:lnTo>
                <a:lnTo>
                  <a:pt x="115" y="330"/>
                </a:lnTo>
                <a:lnTo>
                  <a:pt x="114" y="327"/>
                </a:lnTo>
                <a:lnTo>
                  <a:pt x="113" y="325"/>
                </a:lnTo>
                <a:lnTo>
                  <a:pt x="113" y="323"/>
                </a:lnTo>
                <a:lnTo>
                  <a:pt x="111" y="321"/>
                </a:lnTo>
                <a:lnTo>
                  <a:pt x="110" y="322"/>
                </a:lnTo>
                <a:lnTo>
                  <a:pt x="109" y="321"/>
                </a:lnTo>
                <a:lnTo>
                  <a:pt x="109" y="320"/>
                </a:lnTo>
                <a:lnTo>
                  <a:pt x="110" y="320"/>
                </a:lnTo>
                <a:lnTo>
                  <a:pt x="109" y="319"/>
                </a:lnTo>
                <a:lnTo>
                  <a:pt x="108" y="318"/>
                </a:lnTo>
                <a:lnTo>
                  <a:pt x="107" y="317"/>
                </a:lnTo>
                <a:lnTo>
                  <a:pt x="107" y="316"/>
                </a:lnTo>
                <a:lnTo>
                  <a:pt x="108" y="315"/>
                </a:lnTo>
                <a:lnTo>
                  <a:pt x="107" y="315"/>
                </a:lnTo>
                <a:lnTo>
                  <a:pt x="106" y="315"/>
                </a:lnTo>
                <a:lnTo>
                  <a:pt x="105" y="315"/>
                </a:lnTo>
                <a:lnTo>
                  <a:pt x="105" y="313"/>
                </a:lnTo>
                <a:lnTo>
                  <a:pt x="105" y="312"/>
                </a:lnTo>
                <a:lnTo>
                  <a:pt x="106" y="312"/>
                </a:lnTo>
                <a:lnTo>
                  <a:pt x="106" y="311"/>
                </a:lnTo>
                <a:lnTo>
                  <a:pt x="105" y="311"/>
                </a:lnTo>
                <a:lnTo>
                  <a:pt x="105" y="310"/>
                </a:lnTo>
                <a:lnTo>
                  <a:pt x="105" y="309"/>
                </a:lnTo>
                <a:lnTo>
                  <a:pt x="105" y="308"/>
                </a:lnTo>
                <a:lnTo>
                  <a:pt x="104" y="307"/>
                </a:lnTo>
                <a:lnTo>
                  <a:pt x="103" y="306"/>
                </a:lnTo>
                <a:lnTo>
                  <a:pt x="104" y="304"/>
                </a:lnTo>
                <a:lnTo>
                  <a:pt x="105" y="304"/>
                </a:lnTo>
                <a:lnTo>
                  <a:pt x="106" y="304"/>
                </a:lnTo>
                <a:lnTo>
                  <a:pt x="107" y="303"/>
                </a:lnTo>
                <a:lnTo>
                  <a:pt x="108" y="301"/>
                </a:lnTo>
                <a:lnTo>
                  <a:pt x="107" y="301"/>
                </a:lnTo>
                <a:lnTo>
                  <a:pt x="106" y="300"/>
                </a:lnTo>
                <a:lnTo>
                  <a:pt x="107" y="299"/>
                </a:lnTo>
                <a:lnTo>
                  <a:pt x="107" y="298"/>
                </a:lnTo>
                <a:lnTo>
                  <a:pt x="108" y="298"/>
                </a:lnTo>
                <a:lnTo>
                  <a:pt x="108" y="296"/>
                </a:lnTo>
                <a:lnTo>
                  <a:pt x="107" y="296"/>
                </a:lnTo>
                <a:lnTo>
                  <a:pt x="107" y="295"/>
                </a:lnTo>
                <a:lnTo>
                  <a:pt x="108" y="295"/>
                </a:lnTo>
                <a:lnTo>
                  <a:pt x="108" y="294"/>
                </a:lnTo>
                <a:lnTo>
                  <a:pt x="107" y="294"/>
                </a:lnTo>
                <a:lnTo>
                  <a:pt x="107" y="293"/>
                </a:lnTo>
                <a:lnTo>
                  <a:pt x="108" y="293"/>
                </a:lnTo>
                <a:lnTo>
                  <a:pt x="108" y="292"/>
                </a:lnTo>
                <a:lnTo>
                  <a:pt x="108" y="291"/>
                </a:lnTo>
                <a:lnTo>
                  <a:pt x="107" y="291"/>
                </a:lnTo>
                <a:lnTo>
                  <a:pt x="107" y="290"/>
                </a:lnTo>
                <a:lnTo>
                  <a:pt x="106" y="290"/>
                </a:lnTo>
                <a:lnTo>
                  <a:pt x="105" y="290"/>
                </a:lnTo>
                <a:lnTo>
                  <a:pt x="105" y="289"/>
                </a:lnTo>
                <a:lnTo>
                  <a:pt x="105" y="288"/>
                </a:lnTo>
                <a:lnTo>
                  <a:pt x="105" y="287"/>
                </a:lnTo>
                <a:lnTo>
                  <a:pt x="105" y="286"/>
                </a:lnTo>
                <a:lnTo>
                  <a:pt x="104" y="286"/>
                </a:lnTo>
                <a:lnTo>
                  <a:pt x="104" y="285"/>
                </a:lnTo>
                <a:lnTo>
                  <a:pt x="103" y="284"/>
                </a:lnTo>
                <a:lnTo>
                  <a:pt x="102" y="283"/>
                </a:lnTo>
                <a:lnTo>
                  <a:pt x="101" y="282"/>
                </a:lnTo>
                <a:lnTo>
                  <a:pt x="101" y="281"/>
                </a:lnTo>
                <a:lnTo>
                  <a:pt x="100" y="281"/>
                </a:lnTo>
                <a:lnTo>
                  <a:pt x="99" y="281"/>
                </a:lnTo>
                <a:lnTo>
                  <a:pt x="99" y="280"/>
                </a:lnTo>
                <a:lnTo>
                  <a:pt x="98" y="278"/>
                </a:lnTo>
                <a:lnTo>
                  <a:pt x="97" y="278"/>
                </a:lnTo>
                <a:lnTo>
                  <a:pt x="96" y="278"/>
                </a:lnTo>
                <a:lnTo>
                  <a:pt x="96" y="277"/>
                </a:lnTo>
                <a:lnTo>
                  <a:pt x="96" y="276"/>
                </a:lnTo>
                <a:lnTo>
                  <a:pt x="95" y="276"/>
                </a:lnTo>
                <a:lnTo>
                  <a:pt x="95" y="274"/>
                </a:lnTo>
                <a:lnTo>
                  <a:pt x="95" y="273"/>
                </a:lnTo>
                <a:lnTo>
                  <a:pt x="94" y="273"/>
                </a:lnTo>
                <a:lnTo>
                  <a:pt x="95" y="273"/>
                </a:lnTo>
                <a:lnTo>
                  <a:pt x="95" y="272"/>
                </a:lnTo>
                <a:lnTo>
                  <a:pt x="94" y="272"/>
                </a:lnTo>
                <a:lnTo>
                  <a:pt x="94" y="271"/>
                </a:lnTo>
                <a:lnTo>
                  <a:pt x="94" y="270"/>
                </a:lnTo>
                <a:lnTo>
                  <a:pt x="93" y="270"/>
                </a:lnTo>
                <a:lnTo>
                  <a:pt x="93" y="269"/>
                </a:lnTo>
                <a:lnTo>
                  <a:pt x="93" y="268"/>
                </a:lnTo>
                <a:lnTo>
                  <a:pt x="92" y="268"/>
                </a:lnTo>
                <a:lnTo>
                  <a:pt x="92" y="267"/>
                </a:lnTo>
                <a:lnTo>
                  <a:pt x="92" y="266"/>
                </a:lnTo>
                <a:lnTo>
                  <a:pt x="91" y="264"/>
                </a:lnTo>
                <a:lnTo>
                  <a:pt x="90" y="263"/>
                </a:lnTo>
                <a:lnTo>
                  <a:pt x="89" y="262"/>
                </a:lnTo>
                <a:lnTo>
                  <a:pt x="88" y="262"/>
                </a:lnTo>
                <a:lnTo>
                  <a:pt x="88" y="261"/>
                </a:lnTo>
                <a:lnTo>
                  <a:pt x="87" y="261"/>
                </a:lnTo>
                <a:lnTo>
                  <a:pt x="88" y="260"/>
                </a:lnTo>
                <a:lnTo>
                  <a:pt x="88" y="259"/>
                </a:lnTo>
                <a:lnTo>
                  <a:pt x="87" y="258"/>
                </a:lnTo>
                <a:lnTo>
                  <a:pt x="88" y="258"/>
                </a:lnTo>
                <a:lnTo>
                  <a:pt x="88" y="257"/>
                </a:lnTo>
                <a:lnTo>
                  <a:pt x="89" y="257"/>
                </a:lnTo>
                <a:lnTo>
                  <a:pt x="88" y="256"/>
                </a:lnTo>
                <a:lnTo>
                  <a:pt x="88" y="254"/>
                </a:lnTo>
                <a:lnTo>
                  <a:pt x="87" y="250"/>
                </a:lnTo>
                <a:lnTo>
                  <a:pt x="87" y="249"/>
                </a:lnTo>
                <a:lnTo>
                  <a:pt x="87" y="248"/>
                </a:lnTo>
                <a:lnTo>
                  <a:pt x="88" y="247"/>
                </a:lnTo>
                <a:lnTo>
                  <a:pt x="88" y="246"/>
                </a:lnTo>
                <a:lnTo>
                  <a:pt x="87" y="246"/>
                </a:lnTo>
                <a:lnTo>
                  <a:pt x="86" y="246"/>
                </a:lnTo>
                <a:lnTo>
                  <a:pt x="86" y="245"/>
                </a:lnTo>
                <a:lnTo>
                  <a:pt x="86" y="244"/>
                </a:lnTo>
                <a:lnTo>
                  <a:pt x="85" y="244"/>
                </a:lnTo>
                <a:lnTo>
                  <a:pt x="85" y="245"/>
                </a:lnTo>
                <a:lnTo>
                  <a:pt x="85" y="244"/>
                </a:lnTo>
                <a:lnTo>
                  <a:pt x="84" y="244"/>
                </a:lnTo>
                <a:lnTo>
                  <a:pt x="84" y="243"/>
                </a:lnTo>
                <a:lnTo>
                  <a:pt x="82" y="241"/>
                </a:lnTo>
                <a:lnTo>
                  <a:pt x="81" y="241"/>
                </a:lnTo>
                <a:lnTo>
                  <a:pt x="80" y="241"/>
                </a:lnTo>
                <a:lnTo>
                  <a:pt x="80" y="240"/>
                </a:lnTo>
                <a:lnTo>
                  <a:pt x="80" y="239"/>
                </a:lnTo>
                <a:lnTo>
                  <a:pt x="79" y="239"/>
                </a:lnTo>
                <a:lnTo>
                  <a:pt x="79" y="238"/>
                </a:lnTo>
                <a:lnTo>
                  <a:pt x="79" y="237"/>
                </a:lnTo>
                <a:lnTo>
                  <a:pt x="78" y="237"/>
                </a:lnTo>
                <a:lnTo>
                  <a:pt x="78" y="238"/>
                </a:lnTo>
                <a:lnTo>
                  <a:pt x="77" y="239"/>
                </a:lnTo>
                <a:lnTo>
                  <a:pt x="76" y="239"/>
                </a:lnTo>
                <a:lnTo>
                  <a:pt x="76" y="238"/>
                </a:lnTo>
                <a:lnTo>
                  <a:pt x="76" y="237"/>
                </a:lnTo>
                <a:lnTo>
                  <a:pt x="75" y="237"/>
                </a:lnTo>
                <a:lnTo>
                  <a:pt x="74" y="237"/>
                </a:lnTo>
                <a:lnTo>
                  <a:pt x="73" y="237"/>
                </a:lnTo>
                <a:lnTo>
                  <a:pt x="73" y="236"/>
                </a:lnTo>
                <a:lnTo>
                  <a:pt x="74" y="235"/>
                </a:lnTo>
                <a:lnTo>
                  <a:pt x="73" y="235"/>
                </a:lnTo>
                <a:lnTo>
                  <a:pt x="72" y="235"/>
                </a:lnTo>
                <a:lnTo>
                  <a:pt x="72" y="234"/>
                </a:lnTo>
                <a:lnTo>
                  <a:pt x="71" y="233"/>
                </a:lnTo>
                <a:lnTo>
                  <a:pt x="70" y="233"/>
                </a:lnTo>
                <a:lnTo>
                  <a:pt x="69" y="233"/>
                </a:lnTo>
                <a:lnTo>
                  <a:pt x="69" y="232"/>
                </a:lnTo>
                <a:lnTo>
                  <a:pt x="68" y="231"/>
                </a:lnTo>
                <a:lnTo>
                  <a:pt x="68" y="230"/>
                </a:lnTo>
                <a:lnTo>
                  <a:pt x="67" y="230"/>
                </a:lnTo>
                <a:lnTo>
                  <a:pt x="66" y="229"/>
                </a:lnTo>
                <a:lnTo>
                  <a:pt x="65" y="229"/>
                </a:lnTo>
                <a:lnTo>
                  <a:pt x="65" y="228"/>
                </a:lnTo>
                <a:lnTo>
                  <a:pt x="64" y="228"/>
                </a:lnTo>
                <a:lnTo>
                  <a:pt x="63" y="227"/>
                </a:lnTo>
                <a:lnTo>
                  <a:pt x="62" y="227"/>
                </a:lnTo>
                <a:lnTo>
                  <a:pt x="62" y="228"/>
                </a:lnTo>
                <a:lnTo>
                  <a:pt x="61" y="228"/>
                </a:lnTo>
                <a:lnTo>
                  <a:pt x="61" y="227"/>
                </a:lnTo>
                <a:lnTo>
                  <a:pt x="60" y="227"/>
                </a:lnTo>
                <a:lnTo>
                  <a:pt x="60" y="226"/>
                </a:lnTo>
                <a:lnTo>
                  <a:pt x="59" y="226"/>
                </a:lnTo>
                <a:lnTo>
                  <a:pt x="59" y="225"/>
                </a:lnTo>
                <a:lnTo>
                  <a:pt x="58" y="225"/>
                </a:lnTo>
                <a:lnTo>
                  <a:pt x="57" y="225"/>
                </a:lnTo>
                <a:lnTo>
                  <a:pt x="56" y="224"/>
                </a:lnTo>
                <a:lnTo>
                  <a:pt x="55" y="225"/>
                </a:lnTo>
                <a:lnTo>
                  <a:pt x="55" y="224"/>
                </a:lnTo>
                <a:lnTo>
                  <a:pt x="54" y="224"/>
                </a:lnTo>
                <a:lnTo>
                  <a:pt x="53" y="225"/>
                </a:lnTo>
                <a:lnTo>
                  <a:pt x="53" y="224"/>
                </a:lnTo>
                <a:lnTo>
                  <a:pt x="52" y="224"/>
                </a:lnTo>
                <a:lnTo>
                  <a:pt x="51" y="224"/>
                </a:lnTo>
                <a:lnTo>
                  <a:pt x="51" y="223"/>
                </a:lnTo>
                <a:lnTo>
                  <a:pt x="50" y="223"/>
                </a:lnTo>
                <a:lnTo>
                  <a:pt x="49" y="222"/>
                </a:lnTo>
                <a:lnTo>
                  <a:pt x="48" y="222"/>
                </a:lnTo>
                <a:lnTo>
                  <a:pt x="47" y="222"/>
                </a:lnTo>
                <a:lnTo>
                  <a:pt x="46" y="222"/>
                </a:lnTo>
                <a:lnTo>
                  <a:pt x="45" y="222"/>
                </a:lnTo>
                <a:lnTo>
                  <a:pt x="45" y="221"/>
                </a:lnTo>
                <a:lnTo>
                  <a:pt x="45" y="220"/>
                </a:lnTo>
                <a:lnTo>
                  <a:pt x="45" y="219"/>
                </a:lnTo>
                <a:lnTo>
                  <a:pt x="44" y="219"/>
                </a:lnTo>
                <a:lnTo>
                  <a:pt x="43" y="219"/>
                </a:lnTo>
                <a:lnTo>
                  <a:pt x="42" y="220"/>
                </a:lnTo>
                <a:lnTo>
                  <a:pt x="41" y="219"/>
                </a:lnTo>
                <a:lnTo>
                  <a:pt x="41" y="218"/>
                </a:lnTo>
                <a:lnTo>
                  <a:pt x="39" y="218"/>
                </a:lnTo>
                <a:lnTo>
                  <a:pt x="38" y="218"/>
                </a:lnTo>
                <a:lnTo>
                  <a:pt x="37" y="218"/>
                </a:lnTo>
                <a:lnTo>
                  <a:pt x="36" y="218"/>
                </a:lnTo>
                <a:lnTo>
                  <a:pt x="35" y="217"/>
                </a:lnTo>
                <a:lnTo>
                  <a:pt x="34" y="217"/>
                </a:lnTo>
                <a:lnTo>
                  <a:pt x="34" y="216"/>
                </a:lnTo>
                <a:lnTo>
                  <a:pt x="34" y="215"/>
                </a:lnTo>
                <a:lnTo>
                  <a:pt x="33" y="215"/>
                </a:lnTo>
                <a:lnTo>
                  <a:pt x="32" y="215"/>
                </a:lnTo>
                <a:lnTo>
                  <a:pt x="31" y="214"/>
                </a:lnTo>
                <a:lnTo>
                  <a:pt x="31" y="213"/>
                </a:lnTo>
                <a:lnTo>
                  <a:pt x="30" y="213"/>
                </a:lnTo>
                <a:lnTo>
                  <a:pt x="29" y="212"/>
                </a:lnTo>
                <a:lnTo>
                  <a:pt x="28" y="211"/>
                </a:lnTo>
                <a:lnTo>
                  <a:pt x="27" y="211"/>
                </a:lnTo>
                <a:lnTo>
                  <a:pt x="27" y="210"/>
                </a:lnTo>
                <a:lnTo>
                  <a:pt x="26" y="210"/>
                </a:lnTo>
                <a:lnTo>
                  <a:pt x="26" y="209"/>
                </a:lnTo>
                <a:lnTo>
                  <a:pt x="25" y="208"/>
                </a:lnTo>
                <a:lnTo>
                  <a:pt x="25" y="206"/>
                </a:lnTo>
                <a:lnTo>
                  <a:pt x="25" y="205"/>
                </a:lnTo>
                <a:lnTo>
                  <a:pt x="24" y="205"/>
                </a:lnTo>
                <a:lnTo>
                  <a:pt x="24" y="206"/>
                </a:lnTo>
                <a:lnTo>
                  <a:pt x="23" y="206"/>
                </a:lnTo>
                <a:lnTo>
                  <a:pt x="23" y="205"/>
                </a:lnTo>
                <a:lnTo>
                  <a:pt x="22" y="205"/>
                </a:lnTo>
                <a:lnTo>
                  <a:pt x="21" y="205"/>
                </a:lnTo>
                <a:lnTo>
                  <a:pt x="20" y="204"/>
                </a:lnTo>
                <a:lnTo>
                  <a:pt x="19" y="205"/>
                </a:lnTo>
                <a:lnTo>
                  <a:pt x="19" y="204"/>
                </a:lnTo>
                <a:lnTo>
                  <a:pt x="18" y="204"/>
                </a:lnTo>
                <a:lnTo>
                  <a:pt x="18" y="203"/>
                </a:lnTo>
                <a:lnTo>
                  <a:pt x="18" y="202"/>
                </a:lnTo>
                <a:lnTo>
                  <a:pt x="17" y="202"/>
                </a:lnTo>
                <a:lnTo>
                  <a:pt x="17" y="203"/>
                </a:lnTo>
                <a:lnTo>
                  <a:pt x="17" y="202"/>
                </a:lnTo>
                <a:lnTo>
                  <a:pt x="16" y="202"/>
                </a:lnTo>
                <a:lnTo>
                  <a:pt x="16" y="201"/>
                </a:lnTo>
                <a:lnTo>
                  <a:pt x="15" y="201"/>
                </a:lnTo>
                <a:lnTo>
                  <a:pt x="14" y="201"/>
                </a:lnTo>
                <a:lnTo>
                  <a:pt x="13" y="200"/>
                </a:lnTo>
                <a:lnTo>
                  <a:pt x="12" y="200"/>
                </a:lnTo>
                <a:lnTo>
                  <a:pt x="12" y="199"/>
                </a:lnTo>
                <a:lnTo>
                  <a:pt x="12" y="198"/>
                </a:lnTo>
                <a:lnTo>
                  <a:pt x="11" y="198"/>
                </a:lnTo>
                <a:lnTo>
                  <a:pt x="11" y="197"/>
                </a:lnTo>
                <a:lnTo>
                  <a:pt x="10" y="196"/>
                </a:lnTo>
                <a:lnTo>
                  <a:pt x="9" y="195"/>
                </a:lnTo>
                <a:lnTo>
                  <a:pt x="8" y="194"/>
                </a:lnTo>
                <a:lnTo>
                  <a:pt x="7" y="193"/>
                </a:lnTo>
                <a:lnTo>
                  <a:pt x="6" y="192"/>
                </a:lnTo>
                <a:lnTo>
                  <a:pt x="7" y="192"/>
                </a:lnTo>
                <a:lnTo>
                  <a:pt x="7" y="191"/>
                </a:lnTo>
                <a:lnTo>
                  <a:pt x="7" y="190"/>
                </a:lnTo>
                <a:lnTo>
                  <a:pt x="6" y="188"/>
                </a:lnTo>
                <a:lnTo>
                  <a:pt x="5" y="185"/>
                </a:lnTo>
                <a:lnTo>
                  <a:pt x="4" y="185"/>
                </a:lnTo>
                <a:lnTo>
                  <a:pt x="4" y="184"/>
                </a:lnTo>
                <a:lnTo>
                  <a:pt x="4" y="183"/>
                </a:lnTo>
                <a:lnTo>
                  <a:pt x="3" y="183"/>
                </a:lnTo>
                <a:lnTo>
                  <a:pt x="3" y="182"/>
                </a:lnTo>
                <a:lnTo>
                  <a:pt x="3" y="181"/>
                </a:lnTo>
                <a:lnTo>
                  <a:pt x="3" y="180"/>
                </a:lnTo>
                <a:lnTo>
                  <a:pt x="3" y="179"/>
                </a:lnTo>
                <a:lnTo>
                  <a:pt x="3" y="176"/>
                </a:lnTo>
                <a:lnTo>
                  <a:pt x="4" y="176"/>
                </a:lnTo>
                <a:lnTo>
                  <a:pt x="5" y="176"/>
                </a:lnTo>
                <a:lnTo>
                  <a:pt x="5" y="175"/>
                </a:lnTo>
                <a:lnTo>
                  <a:pt x="4" y="175"/>
                </a:lnTo>
                <a:lnTo>
                  <a:pt x="5" y="174"/>
                </a:lnTo>
                <a:lnTo>
                  <a:pt x="4" y="174"/>
                </a:lnTo>
                <a:lnTo>
                  <a:pt x="4" y="173"/>
                </a:lnTo>
                <a:lnTo>
                  <a:pt x="4" y="172"/>
                </a:lnTo>
                <a:lnTo>
                  <a:pt x="4" y="171"/>
                </a:lnTo>
                <a:lnTo>
                  <a:pt x="3" y="171"/>
                </a:lnTo>
                <a:lnTo>
                  <a:pt x="3" y="170"/>
                </a:lnTo>
                <a:lnTo>
                  <a:pt x="4" y="169"/>
                </a:lnTo>
                <a:lnTo>
                  <a:pt x="3" y="169"/>
                </a:lnTo>
                <a:lnTo>
                  <a:pt x="3" y="168"/>
                </a:lnTo>
                <a:lnTo>
                  <a:pt x="1" y="168"/>
                </a:lnTo>
                <a:lnTo>
                  <a:pt x="0" y="167"/>
                </a:lnTo>
                <a:lnTo>
                  <a:pt x="1" y="166"/>
                </a:lnTo>
                <a:lnTo>
                  <a:pt x="2" y="165"/>
                </a:lnTo>
                <a:lnTo>
                  <a:pt x="2" y="164"/>
                </a:lnTo>
                <a:lnTo>
                  <a:pt x="3" y="163"/>
                </a:lnTo>
                <a:lnTo>
                  <a:pt x="3" y="162"/>
                </a:lnTo>
                <a:lnTo>
                  <a:pt x="2" y="162"/>
                </a:lnTo>
                <a:lnTo>
                  <a:pt x="2" y="161"/>
                </a:lnTo>
                <a:lnTo>
                  <a:pt x="3" y="160"/>
                </a:lnTo>
                <a:lnTo>
                  <a:pt x="4" y="159"/>
                </a:lnTo>
                <a:lnTo>
                  <a:pt x="5" y="159"/>
                </a:lnTo>
                <a:lnTo>
                  <a:pt x="5" y="160"/>
                </a:lnTo>
                <a:lnTo>
                  <a:pt x="5" y="159"/>
                </a:lnTo>
                <a:lnTo>
                  <a:pt x="6" y="159"/>
                </a:lnTo>
                <a:lnTo>
                  <a:pt x="7" y="159"/>
                </a:lnTo>
                <a:lnTo>
                  <a:pt x="8" y="159"/>
                </a:lnTo>
                <a:lnTo>
                  <a:pt x="8" y="158"/>
                </a:lnTo>
                <a:lnTo>
                  <a:pt x="9" y="158"/>
                </a:lnTo>
                <a:lnTo>
                  <a:pt x="10" y="158"/>
                </a:lnTo>
                <a:lnTo>
                  <a:pt x="11" y="157"/>
                </a:lnTo>
                <a:lnTo>
                  <a:pt x="12" y="158"/>
                </a:lnTo>
                <a:lnTo>
                  <a:pt x="13" y="158"/>
                </a:lnTo>
                <a:lnTo>
                  <a:pt x="14" y="158"/>
                </a:lnTo>
                <a:lnTo>
                  <a:pt x="15" y="157"/>
                </a:lnTo>
                <a:lnTo>
                  <a:pt x="16" y="157"/>
                </a:lnTo>
                <a:lnTo>
                  <a:pt x="18" y="158"/>
                </a:lnTo>
                <a:lnTo>
                  <a:pt x="18" y="157"/>
                </a:lnTo>
                <a:lnTo>
                  <a:pt x="19" y="157"/>
                </a:lnTo>
                <a:lnTo>
                  <a:pt x="20" y="156"/>
                </a:lnTo>
                <a:lnTo>
                  <a:pt x="19" y="155"/>
                </a:lnTo>
                <a:lnTo>
                  <a:pt x="18" y="154"/>
                </a:lnTo>
                <a:lnTo>
                  <a:pt x="18" y="153"/>
                </a:lnTo>
                <a:lnTo>
                  <a:pt x="18" y="152"/>
                </a:lnTo>
                <a:lnTo>
                  <a:pt x="20" y="152"/>
                </a:lnTo>
                <a:lnTo>
                  <a:pt x="20" y="151"/>
                </a:lnTo>
                <a:lnTo>
                  <a:pt x="21" y="151"/>
                </a:lnTo>
                <a:lnTo>
                  <a:pt x="22" y="151"/>
                </a:lnTo>
                <a:lnTo>
                  <a:pt x="22" y="150"/>
                </a:lnTo>
                <a:lnTo>
                  <a:pt x="23" y="150"/>
                </a:lnTo>
                <a:lnTo>
                  <a:pt x="22" y="150"/>
                </a:lnTo>
                <a:lnTo>
                  <a:pt x="22" y="149"/>
                </a:lnTo>
                <a:lnTo>
                  <a:pt x="22" y="147"/>
                </a:lnTo>
                <a:lnTo>
                  <a:pt x="21" y="146"/>
                </a:lnTo>
                <a:lnTo>
                  <a:pt x="21" y="145"/>
                </a:lnTo>
                <a:lnTo>
                  <a:pt x="20" y="143"/>
                </a:lnTo>
                <a:lnTo>
                  <a:pt x="20" y="142"/>
                </a:lnTo>
                <a:lnTo>
                  <a:pt x="19" y="142"/>
                </a:lnTo>
                <a:lnTo>
                  <a:pt x="18" y="142"/>
                </a:lnTo>
                <a:lnTo>
                  <a:pt x="17" y="141"/>
                </a:lnTo>
                <a:lnTo>
                  <a:pt x="17" y="140"/>
                </a:lnTo>
                <a:lnTo>
                  <a:pt x="18" y="140"/>
                </a:lnTo>
                <a:lnTo>
                  <a:pt x="18" y="139"/>
                </a:lnTo>
                <a:lnTo>
                  <a:pt x="18" y="138"/>
                </a:lnTo>
                <a:lnTo>
                  <a:pt x="19" y="138"/>
                </a:lnTo>
                <a:lnTo>
                  <a:pt x="19" y="137"/>
                </a:lnTo>
                <a:lnTo>
                  <a:pt x="18" y="136"/>
                </a:lnTo>
                <a:lnTo>
                  <a:pt x="17" y="136"/>
                </a:lnTo>
                <a:lnTo>
                  <a:pt x="17" y="135"/>
                </a:lnTo>
                <a:lnTo>
                  <a:pt x="18" y="135"/>
                </a:lnTo>
                <a:lnTo>
                  <a:pt x="18" y="134"/>
                </a:lnTo>
                <a:lnTo>
                  <a:pt x="18" y="133"/>
                </a:lnTo>
                <a:lnTo>
                  <a:pt x="19" y="132"/>
                </a:lnTo>
                <a:lnTo>
                  <a:pt x="20" y="132"/>
                </a:lnTo>
                <a:lnTo>
                  <a:pt x="21" y="131"/>
                </a:lnTo>
                <a:lnTo>
                  <a:pt x="21" y="130"/>
                </a:lnTo>
                <a:lnTo>
                  <a:pt x="22" y="130"/>
                </a:lnTo>
                <a:lnTo>
                  <a:pt x="22" y="129"/>
                </a:lnTo>
                <a:lnTo>
                  <a:pt x="23" y="128"/>
                </a:lnTo>
                <a:lnTo>
                  <a:pt x="24" y="128"/>
                </a:lnTo>
                <a:lnTo>
                  <a:pt x="24" y="129"/>
                </a:lnTo>
                <a:lnTo>
                  <a:pt x="25" y="129"/>
                </a:lnTo>
                <a:lnTo>
                  <a:pt x="25" y="128"/>
                </a:lnTo>
                <a:lnTo>
                  <a:pt x="26" y="128"/>
                </a:lnTo>
                <a:lnTo>
                  <a:pt x="26" y="127"/>
                </a:lnTo>
                <a:lnTo>
                  <a:pt x="27" y="127"/>
                </a:lnTo>
                <a:lnTo>
                  <a:pt x="28" y="127"/>
                </a:lnTo>
                <a:lnTo>
                  <a:pt x="28" y="126"/>
                </a:lnTo>
                <a:lnTo>
                  <a:pt x="28" y="125"/>
                </a:lnTo>
                <a:lnTo>
                  <a:pt x="29" y="124"/>
                </a:lnTo>
                <a:lnTo>
                  <a:pt x="30" y="123"/>
                </a:lnTo>
                <a:lnTo>
                  <a:pt x="31" y="122"/>
                </a:lnTo>
                <a:lnTo>
                  <a:pt x="32" y="121"/>
                </a:lnTo>
                <a:lnTo>
                  <a:pt x="32" y="120"/>
                </a:lnTo>
                <a:lnTo>
                  <a:pt x="32" y="119"/>
                </a:lnTo>
                <a:lnTo>
                  <a:pt x="32" y="118"/>
                </a:lnTo>
                <a:lnTo>
                  <a:pt x="32" y="117"/>
                </a:lnTo>
                <a:lnTo>
                  <a:pt x="33" y="117"/>
                </a:lnTo>
                <a:lnTo>
                  <a:pt x="33" y="116"/>
                </a:lnTo>
                <a:lnTo>
                  <a:pt x="33" y="114"/>
                </a:lnTo>
                <a:lnTo>
                  <a:pt x="34" y="113"/>
                </a:lnTo>
                <a:lnTo>
                  <a:pt x="34" y="112"/>
                </a:lnTo>
                <a:lnTo>
                  <a:pt x="35" y="111"/>
                </a:lnTo>
                <a:lnTo>
                  <a:pt x="36" y="111"/>
                </a:lnTo>
                <a:lnTo>
                  <a:pt x="37" y="112"/>
                </a:lnTo>
                <a:lnTo>
                  <a:pt x="38" y="112"/>
                </a:lnTo>
                <a:lnTo>
                  <a:pt x="39" y="112"/>
                </a:lnTo>
                <a:lnTo>
                  <a:pt x="39" y="111"/>
                </a:lnTo>
                <a:lnTo>
                  <a:pt x="39" y="112"/>
                </a:lnTo>
                <a:lnTo>
                  <a:pt x="40" y="112"/>
                </a:lnTo>
                <a:lnTo>
                  <a:pt x="40" y="111"/>
                </a:lnTo>
                <a:lnTo>
                  <a:pt x="40" y="110"/>
                </a:lnTo>
                <a:lnTo>
                  <a:pt x="40" y="109"/>
                </a:lnTo>
                <a:lnTo>
                  <a:pt x="41" y="109"/>
                </a:lnTo>
                <a:lnTo>
                  <a:pt x="42" y="110"/>
                </a:lnTo>
                <a:lnTo>
                  <a:pt x="43" y="109"/>
                </a:lnTo>
                <a:lnTo>
                  <a:pt x="43" y="108"/>
                </a:lnTo>
                <a:lnTo>
                  <a:pt x="45" y="106"/>
                </a:lnTo>
                <a:lnTo>
                  <a:pt x="46" y="106"/>
                </a:lnTo>
                <a:lnTo>
                  <a:pt x="47" y="106"/>
                </a:lnTo>
                <a:lnTo>
                  <a:pt x="47" y="105"/>
                </a:lnTo>
                <a:lnTo>
                  <a:pt x="48" y="105"/>
                </a:lnTo>
                <a:lnTo>
                  <a:pt x="48" y="104"/>
                </a:lnTo>
                <a:lnTo>
                  <a:pt x="49" y="104"/>
                </a:lnTo>
                <a:lnTo>
                  <a:pt x="48" y="103"/>
                </a:lnTo>
                <a:lnTo>
                  <a:pt x="47" y="103"/>
                </a:lnTo>
                <a:lnTo>
                  <a:pt x="46" y="102"/>
                </a:lnTo>
                <a:lnTo>
                  <a:pt x="45" y="102"/>
                </a:lnTo>
                <a:lnTo>
                  <a:pt x="44" y="101"/>
                </a:lnTo>
                <a:lnTo>
                  <a:pt x="44" y="100"/>
                </a:lnTo>
                <a:lnTo>
                  <a:pt x="42" y="100"/>
                </a:lnTo>
                <a:lnTo>
                  <a:pt x="41" y="100"/>
                </a:lnTo>
                <a:lnTo>
                  <a:pt x="40" y="100"/>
                </a:lnTo>
                <a:lnTo>
                  <a:pt x="40" y="99"/>
                </a:lnTo>
                <a:lnTo>
                  <a:pt x="40" y="98"/>
                </a:lnTo>
                <a:lnTo>
                  <a:pt x="39" y="98"/>
                </a:lnTo>
                <a:lnTo>
                  <a:pt x="38" y="98"/>
                </a:lnTo>
                <a:lnTo>
                  <a:pt x="37" y="98"/>
                </a:lnTo>
                <a:lnTo>
                  <a:pt x="37" y="97"/>
                </a:lnTo>
                <a:lnTo>
                  <a:pt x="36" y="96"/>
                </a:lnTo>
                <a:lnTo>
                  <a:pt x="35" y="96"/>
                </a:lnTo>
                <a:lnTo>
                  <a:pt x="34" y="96"/>
                </a:lnTo>
                <a:lnTo>
                  <a:pt x="33" y="97"/>
                </a:lnTo>
                <a:lnTo>
                  <a:pt x="33" y="96"/>
                </a:lnTo>
                <a:lnTo>
                  <a:pt x="32" y="96"/>
                </a:lnTo>
                <a:lnTo>
                  <a:pt x="31" y="96"/>
                </a:lnTo>
                <a:lnTo>
                  <a:pt x="31" y="95"/>
                </a:lnTo>
                <a:lnTo>
                  <a:pt x="31" y="94"/>
                </a:lnTo>
                <a:lnTo>
                  <a:pt x="30" y="94"/>
                </a:lnTo>
                <a:lnTo>
                  <a:pt x="30" y="95"/>
                </a:lnTo>
                <a:lnTo>
                  <a:pt x="29" y="95"/>
                </a:lnTo>
                <a:lnTo>
                  <a:pt x="28" y="95"/>
                </a:lnTo>
                <a:lnTo>
                  <a:pt x="28" y="93"/>
                </a:lnTo>
                <a:lnTo>
                  <a:pt x="27" y="93"/>
                </a:lnTo>
                <a:lnTo>
                  <a:pt x="27" y="92"/>
                </a:lnTo>
                <a:lnTo>
                  <a:pt x="27" y="91"/>
                </a:lnTo>
                <a:lnTo>
                  <a:pt x="26" y="90"/>
                </a:lnTo>
                <a:lnTo>
                  <a:pt x="25" y="89"/>
                </a:lnTo>
                <a:lnTo>
                  <a:pt x="25" y="88"/>
                </a:lnTo>
                <a:lnTo>
                  <a:pt x="24" y="87"/>
                </a:lnTo>
                <a:lnTo>
                  <a:pt x="24" y="86"/>
                </a:lnTo>
                <a:lnTo>
                  <a:pt x="25" y="86"/>
                </a:lnTo>
                <a:lnTo>
                  <a:pt x="25" y="85"/>
                </a:lnTo>
                <a:lnTo>
                  <a:pt x="25" y="84"/>
                </a:lnTo>
                <a:lnTo>
                  <a:pt x="25" y="83"/>
                </a:lnTo>
                <a:lnTo>
                  <a:pt x="25" y="82"/>
                </a:lnTo>
                <a:lnTo>
                  <a:pt x="26" y="81"/>
                </a:lnTo>
                <a:lnTo>
                  <a:pt x="26" y="80"/>
                </a:lnTo>
                <a:lnTo>
                  <a:pt x="25" y="79"/>
                </a:lnTo>
                <a:lnTo>
                  <a:pt x="24" y="79"/>
                </a:lnTo>
                <a:lnTo>
                  <a:pt x="23" y="79"/>
                </a:lnTo>
                <a:lnTo>
                  <a:pt x="22" y="79"/>
                </a:lnTo>
                <a:lnTo>
                  <a:pt x="22" y="78"/>
                </a:lnTo>
                <a:lnTo>
                  <a:pt x="21" y="78"/>
                </a:lnTo>
                <a:lnTo>
                  <a:pt x="20" y="78"/>
                </a:lnTo>
                <a:lnTo>
                  <a:pt x="19" y="79"/>
                </a:lnTo>
                <a:lnTo>
                  <a:pt x="18" y="79"/>
                </a:lnTo>
                <a:lnTo>
                  <a:pt x="18" y="78"/>
                </a:lnTo>
                <a:lnTo>
                  <a:pt x="18" y="77"/>
                </a:lnTo>
                <a:lnTo>
                  <a:pt x="17" y="76"/>
                </a:lnTo>
                <a:lnTo>
                  <a:pt x="16" y="76"/>
                </a:lnTo>
                <a:lnTo>
                  <a:pt x="15" y="76"/>
                </a:lnTo>
                <a:lnTo>
                  <a:pt x="15" y="75"/>
                </a:lnTo>
                <a:lnTo>
                  <a:pt x="14" y="75"/>
                </a:lnTo>
                <a:lnTo>
                  <a:pt x="14" y="74"/>
                </a:lnTo>
                <a:lnTo>
                  <a:pt x="14" y="72"/>
                </a:lnTo>
                <a:lnTo>
                  <a:pt x="15" y="71"/>
                </a:lnTo>
                <a:lnTo>
                  <a:pt x="16" y="70"/>
                </a:lnTo>
                <a:lnTo>
                  <a:pt x="16" y="69"/>
                </a:lnTo>
                <a:lnTo>
                  <a:pt x="16" y="68"/>
                </a:lnTo>
                <a:lnTo>
                  <a:pt x="17" y="68"/>
                </a:lnTo>
                <a:lnTo>
                  <a:pt x="17" y="67"/>
                </a:lnTo>
                <a:lnTo>
                  <a:pt x="17" y="66"/>
                </a:lnTo>
                <a:lnTo>
                  <a:pt x="17" y="64"/>
                </a:lnTo>
                <a:lnTo>
                  <a:pt x="17" y="63"/>
                </a:lnTo>
                <a:lnTo>
                  <a:pt x="16" y="62"/>
                </a:lnTo>
                <a:lnTo>
                  <a:pt x="17" y="61"/>
                </a:lnTo>
                <a:lnTo>
                  <a:pt x="17" y="60"/>
                </a:lnTo>
                <a:lnTo>
                  <a:pt x="16" y="60"/>
                </a:lnTo>
                <a:lnTo>
                  <a:pt x="16" y="59"/>
                </a:lnTo>
                <a:lnTo>
                  <a:pt x="16" y="57"/>
                </a:lnTo>
                <a:lnTo>
                  <a:pt x="17" y="56"/>
                </a:lnTo>
                <a:lnTo>
                  <a:pt x="17" y="55"/>
                </a:lnTo>
                <a:lnTo>
                  <a:pt x="16" y="55"/>
                </a:lnTo>
                <a:lnTo>
                  <a:pt x="16" y="54"/>
                </a:lnTo>
                <a:lnTo>
                  <a:pt x="16" y="53"/>
                </a:lnTo>
                <a:lnTo>
                  <a:pt x="16" y="51"/>
                </a:lnTo>
                <a:lnTo>
                  <a:pt x="15" y="49"/>
                </a:lnTo>
                <a:lnTo>
                  <a:pt x="14" y="49"/>
                </a:lnTo>
                <a:lnTo>
                  <a:pt x="13" y="49"/>
                </a:lnTo>
                <a:lnTo>
                  <a:pt x="13" y="48"/>
                </a:lnTo>
                <a:lnTo>
                  <a:pt x="14" y="48"/>
                </a:lnTo>
                <a:lnTo>
                  <a:pt x="13" y="47"/>
                </a:lnTo>
                <a:lnTo>
                  <a:pt x="12" y="47"/>
                </a:lnTo>
                <a:lnTo>
                  <a:pt x="12" y="46"/>
                </a:lnTo>
                <a:lnTo>
                  <a:pt x="13" y="45"/>
                </a:lnTo>
                <a:lnTo>
                  <a:pt x="12" y="44"/>
                </a:lnTo>
                <a:lnTo>
                  <a:pt x="13" y="44"/>
                </a:lnTo>
                <a:lnTo>
                  <a:pt x="14" y="44"/>
                </a:lnTo>
                <a:lnTo>
                  <a:pt x="15" y="44"/>
                </a:lnTo>
                <a:lnTo>
                  <a:pt x="15" y="43"/>
                </a:lnTo>
                <a:lnTo>
                  <a:pt x="16" y="43"/>
                </a:lnTo>
                <a:lnTo>
                  <a:pt x="15" y="43"/>
                </a:lnTo>
                <a:lnTo>
                  <a:pt x="15" y="42"/>
                </a:lnTo>
                <a:lnTo>
                  <a:pt x="15" y="41"/>
                </a:lnTo>
                <a:lnTo>
                  <a:pt x="15" y="40"/>
                </a:lnTo>
                <a:lnTo>
                  <a:pt x="15" y="39"/>
                </a:lnTo>
                <a:lnTo>
                  <a:pt x="15" y="38"/>
                </a:lnTo>
                <a:lnTo>
                  <a:pt x="16" y="38"/>
                </a:lnTo>
                <a:lnTo>
                  <a:pt x="16" y="39"/>
                </a:lnTo>
                <a:lnTo>
                  <a:pt x="17" y="39"/>
                </a:lnTo>
                <a:lnTo>
                  <a:pt x="18" y="39"/>
                </a:lnTo>
                <a:lnTo>
                  <a:pt x="19" y="39"/>
                </a:lnTo>
                <a:lnTo>
                  <a:pt x="20" y="39"/>
                </a:lnTo>
                <a:lnTo>
                  <a:pt x="22" y="39"/>
                </a:lnTo>
                <a:lnTo>
                  <a:pt x="22" y="38"/>
                </a:lnTo>
                <a:lnTo>
                  <a:pt x="23" y="37"/>
                </a:lnTo>
                <a:lnTo>
                  <a:pt x="24" y="37"/>
                </a:lnTo>
                <a:lnTo>
                  <a:pt x="24" y="38"/>
                </a:lnTo>
                <a:lnTo>
                  <a:pt x="25" y="38"/>
                </a:lnTo>
                <a:lnTo>
                  <a:pt x="25" y="37"/>
                </a:lnTo>
                <a:lnTo>
                  <a:pt x="26" y="37"/>
                </a:lnTo>
                <a:lnTo>
                  <a:pt x="27" y="37"/>
                </a:lnTo>
                <a:lnTo>
                  <a:pt x="27" y="36"/>
                </a:lnTo>
                <a:lnTo>
                  <a:pt x="28" y="36"/>
                </a:lnTo>
                <a:lnTo>
                  <a:pt x="28" y="37"/>
                </a:lnTo>
                <a:lnTo>
                  <a:pt x="29" y="37"/>
                </a:lnTo>
                <a:lnTo>
                  <a:pt x="29" y="38"/>
                </a:lnTo>
                <a:lnTo>
                  <a:pt x="30" y="38"/>
                </a:lnTo>
                <a:lnTo>
                  <a:pt x="30" y="37"/>
                </a:lnTo>
                <a:lnTo>
                  <a:pt x="31" y="37"/>
                </a:lnTo>
                <a:lnTo>
                  <a:pt x="32" y="36"/>
                </a:lnTo>
                <a:lnTo>
                  <a:pt x="33" y="36"/>
                </a:lnTo>
                <a:lnTo>
                  <a:pt x="34" y="36"/>
                </a:lnTo>
                <a:lnTo>
                  <a:pt x="35" y="35"/>
                </a:lnTo>
                <a:lnTo>
                  <a:pt x="36" y="35"/>
                </a:lnTo>
                <a:lnTo>
                  <a:pt x="37" y="35"/>
                </a:lnTo>
                <a:lnTo>
                  <a:pt x="37" y="34"/>
                </a:lnTo>
                <a:lnTo>
                  <a:pt x="38" y="35"/>
                </a:lnTo>
                <a:lnTo>
                  <a:pt x="39" y="35"/>
                </a:lnTo>
                <a:lnTo>
                  <a:pt x="39" y="36"/>
                </a:lnTo>
                <a:lnTo>
                  <a:pt x="40" y="36"/>
                </a:lnTo>
                <a:lnTo>
                  <a:pt x="41" y="36"/>
                </a:lnTo>
                <a:lnTo>
                  <a:pt x="42" y="36"/>
                </a:lnTo>
                <a:lnTo>
                  <a:pt x="42" y="34"/>
                </a:lnTo>
                <a:lnTo>
                  <a:pt x="42" y="33"/>
                </a:lnTo>
                <a:lnTo>
                  <a:pt x="43" y="33"/>
                </a:lnTo>
                <a:lnTo>
                  <a:pt x="44" y="31"/>
                </a:lnTo>
                <a:lnTo>
                  <a:pt x="44" y="30"/>
                </a:lnTo>
                <a:lnTo>
                  <a:pt x="44" y="29"/>
                </a:lnTo>
                <a:lnTo>
                  <a:pt x="44" y="28"/>
                </a:lnTo>
                <a:lnTo>
                  <a:pt x="44" y="27"/>
                </a:lnTo>
                <a:lnTo>
                  <a:pt x="43" y="27"/>
                </a:lnTo>
                <a:lnTo>
                  <a:pt x="43" y="26"/>
                </a:lnTo>
                <a:lnTo>
                  <a:pt x="44" y="25"/>
                </a:lnTo>
                <a:lnTo>
                  <a:pt x="44" y="24"/>
                </a:lnTo>
                <a:lnTo>
                  <a:pt x="45" y="24"/>
                </a:lnTo>
                <a:lnTo>
                  <a:pt x="46" y="24"/>
                </a:lnTo>
                <a:lnTo>
                  <a:pt x="46" y="25"/>
                </a:lnTo>
                <a:lnTo>
                  <a:pt x="47" y="24"/>
                </a:lnTo>
                <a:lnTo>
                  <a:pt x="48" y="23"/>
                </a:lnTo>
                <a:lnTo>
                  <a:pt x="48" y="22"/>
                </a:lnTo>
                <a:lnTo>
                  <a:pt x="49" y="22"/>
                </a:lnTo>
                <a:lnTo>
                  <a:pt x="49" y="21"/>
                </a:lnTo>
                <a:lnTo>
                  <a:pt x="49" y="20"/>
                </a:lnTo>
                <a:lnTo>
                  <a:pt x="49" y="19"/>
                </a:lnTo>
                <a:lnTo>
                  <a:pt x="49" y="18"/>
                </a:lnTo>
                <a:lnTo>
                  <a:pt x="49" y="17"/>
                </a:lnTo>
                <a:lnTo>
                  <a:pt x="48" y="16"/>
                </a:lnTo>
                <a:lnTo>
                  <a:pt x="49" y="16"/>
                </a:lnTo>
                <a:lnTo>
                  <a:pt x="48" y="16"/>
                </a:lnTo>
                <a:lnTo>
                  <a:pt x="47" y="16"/>
                </a:lnTo>
                <a:lnTo>
                  <a:pt x="47" y="15"/>
                </a:lnTo>
                <a:lnTo>
                  <a:pt x="47" y="14"/>
                </a:lnTo>
                <a:lnTo>
                  <a:pt x="46" y="12"/>
                </a:lnTo>
                <a:lnTo>
                  <a:pt x="46" y="11"/>
                </a:lnTo>
                <a:lnTo>
                  <a:pt x="46" y="9"/>
                </a:lnTo>
                <a:lnTo>
                  <a:pt x="47" y="9"/>
                </a:lnTo>
                <a:lnTo>
                  <a:pt x="48" y="9"/>
                </a:lnTo>
                <a:lnTo>
                  <a:pt x="49" y="9"/>
                </a:lnTo>
                <a:lnTo>
                  <a:pt x="50" y="9"/>
                </a:lnTo>
                <a:lnTo>
                  <a:pt x="50" y="8"/>
                </a:lnTo>
                <a:lnTo>
                  <a:pt x="51" y="8"/>
                </a:lnTo>
                <a:lnTo>
                  <a:pt x="54" y="7"/>
                </a:lnTo>
                <a:lnTo>
                  <a:pt x="54" y="6"/>
                </a:lnTo>
                <a:lnTo>
                  <a:pt x="57" y="6"/>
                </a:lnTo>
                <a:lnTo>
                  <a:pt x="58" y="6"/>
                </a:lnTo>
                <a:lnTo>
                  <a:pt x="59" y="5"/>
                </a:lnTo>
                <a:lnTo>
                  <a:pt x="59" y="4"/>
                </a:lnTo>
                <a:lnTo>
                  <a:pt x="60" y="2"/>
                </a:lnTo>
                <a:lnTo>
                  <a:pt x="61" y="1"/>
                </a:lnTo>
                <a:lnTo>
                  <a:pt x="62" y="0"/>
                </a:lnTo>
                <a:lnTo>
                  <a:pt x="63" y="0"/>
                </a:lnTo>
                <a:lnTo>
                  <a:pt x="64" y="0"/>
                </a:lnTo>
                <a:lnTo>
                  <a:pt x="65" y="0"/>
                </a:lnTo>
                <a:lnTo>
                  <a:pt x="68" y="1"/>
                </a:lnTo>
                <a:lnTo>
                  <a:pt x="69" y="1"/>
                </a:lnTo>
                <a:lnTo>
                  <a:pt x="70" y="1"/>
                </a:lnTo>
                <a:lnTo>
                  <a:pt x="71" y="1"/>
                </a:lnTo>
                <a:lnTo>
                  <a:pt x="71" y="0"/>
                </a:lnTo>
                <a:lnTo>
                  <a:pt x="72" y="0"/>
                </a:lnTo>
                <a:lnTo>
                  <a:pt x="74" y="2"/>
                </a:lnTo>
                <a:lnTo>
                  <a:pt x="75" y="2"/>
                </a:lnTo>
                <a:lnTo>
                  <a:pt x="76" y="3"/>
                </a:lnTo>
                <a:lnTo>
                  <a:pt x="77" y="4"/>
                </a:lnTo>
                <a:lnTo>
                  <a:pt x="79" y="6"/>
                </a:lnTo>
                <a:lnTo>
                  <a:pt x="80" y="7"/>
                </a:lnTo>
                <a:lnTo>
                  <a:pt x="81" y="8"/>
                </a:lnTo>
                <a:lnTo>
                  <a:pt x="81" y="9"/>
                </a:lnTo>
                <a:lnTo>
                  <a:pt x="82" y="9"/>
                </a:lnTo>
                <a:lnTo>
                  <a:pt x="83" y="10"/>
                </a:lnTo>
                <a:lnTo>
                  <a:pt x="84" y="12"/>
                </a:lnTo>
                <a:lnTo>
                  <a:pt x="84" y="13"/>
                </a:lnTo>
                <a:lnTo>
                  <a:pt x="85" y="13"/>
                </a:lnTo>
                <a:lnTo>
                  <a:pt x="86" y="14"/>
                </a:lnTo>
                <a:lnTo>
                  <a:pt x="87" y="13"/>
                </a:lnTo>
                <a:lnTo>
                  <a:pt x="88" y="13"/>
                </a:lnTo>
                <a:lnTo>
                  <a:pt x="88" y="14"/>
                </a:lnTo>
                <a:lnTo>
                  <a:pt x="89" y="14"/>
                </a:lnTo>
                <a:lnTo>
                  <a:pt x="90" y="13"/>
                </a:lnTo>
                <a:lnTo>
                  <a:pt x="89" y="13"/>
                </a:lnTo>
                <a:lnTo>
                  <a:pt x="90" y="13"/>
                </a:lnTo>
                <a:lnTo>
                  <a:pt x="91" y="13"/>
                </a:lnTo>
                <a:lnTo>
                  <a:pt x="93" y="14"/>
                </a:lnTo>
                <a:lnTo>
                  <a:pt x="94" y="15"/>
                </a:lnTo>
                <a:lnTo>
                  <a:pt x="95" y="15"/>
                </a:lnTo>
                <a:lnTo>
                  <a:pt x="96" y="16"/>
                </a:lnTo>
                <a:lnTo>
                  <a:pt x="97" y="15"/>
                </a:lnTo>
                <a:lnTo>
                  <a:pt x="97" y="16"/>
                </a:lnTo>
                <a:lnTo>
                  <a:pt x="98" y="17"/>
                </a:lnTo>
                <a:lnTo>
                  <a:pt x="99" y="17"/>
                </a:lnTo>
                <a:lnTo>
                  <a:pt x="100" y="18"/>
                </a:lnTo>
                <a:lnTo>
                  <a:pt x="101" y="18"/>
                </a:lnTo>
                <a:lnTo>
                  <a:pt x="102" y="19"/>
                </a:lnTo>
                <a:lnTo>
                  <a:pt x="102" y="20"/>
                </a:lnTo>
                <a:lnTo>
                  <a:pt x="103" y="20"/>
                </a:lnTo>
                <a:lnTo>
                  <a:pt x="103" y="19"/>
                </a:lnTo>
                <a:lnTo>
                  <a:pt x="105" y="19"/>
                </a:lnTo>
                <a:lnTo>
                  <a:pt x="106" y="19"/>
                </a:lnTo>
                <a:lnTo>
                  <a:pt x="108" y="19"/>
                </a:lnTo>
                <a:lnTo>
                  <a:pt x="109" y="19"/>
                </a:lnTo>
                <a:lnTo>
                  <a:pt x="110" y="19"/>
                </a:lnTo>
                <a:lnTo>
                  <a:pt x="113" y="19"/>
                </a:lnTo>
                <a:lnTo>
                  <a:pt x="114" y="19"/>
                </a:lnTo>
                <a:lnTo>
                  <a:pt x="115" y="18"/>
                </a:lnTo>
                <a:lnTo>
                  <a:pt x="117" y="19"/>
                </a:lnTo>
                <a:lnTo>
                  <a:pt x="118" y="19"/>
                </a:lnTo>
                <a:lnTo>
                  <a:pt x="119" y="19"/>
                </a:lnTo>
                <a:lnTo>
                  <a:pt x="123" y="20"/>
                </a:lnTo>
                <a:lnTo>
                  <a:pt x="122" y="21"/>
                </a:lnTo>
                <a:lnTo>
                  <a:pt x="122" y="22"/>
                </a:lnTo>
                <a:lnTo>
                  <a:pt x="121" y="24"/>
                </a:lnTo>
                <a:lnTo>
                  <a:pt x="122" y="24"/>
                </a:lnTo>
                <a:lnTo>
                  <a:pt x="123" y="25"/>
                </a:lnTo>
                <a:lnTo>
                  <a:pt x="123" y="26"/>
                </a:lnTo>
                <a:lnTo>
                  <a:pt x="124" y="27"/>
                </a:lnTo>
                <a:lnTo>
                  <a:pt x="124" y="26"/>
                </a:lnTo>
                <a:lnTo>
                  <a:pt x="124" y="27"/>
                </a:lnTo>
                <a:lnTo>
                  <a:pt x="125" y="29"/>
                </a:lnTo>
                <a:lnTo>
                  <a:pt x="126" y="30"/>
                </a:lnTo>
                <a:lnTo>
                  <a:pt x="126" y="31"/>
                </a:lnTo>
                <a:lnTo>
                  <a:pt x="125" y="31"/>
                </a:lnTo>
                <a:lnTo>
                  <a:pt x="125" y="32"/>
                </a:lnTo>
                <a:lnTo>
                  <a:pt x="125" y="33"/>
                </a:lnTo>
                <a:lnTo>
                  <a:pt x="126" y="33"/>
                </a:lnTo>
                <a:lnTo>
                  <a:pt x="126" y="34"/>
                </a:lnTo>
                <a:lnTo>
                  <a:pt x="126" y="35"/>
                </a:lnTo>
                <a:lnTo>
                  <a:pt x="125" y="35"/>
                </a:lnTo>
                <a:lnTo>
                  <a:pt x="125" y="36"/>
                </a:lnTo>
                <a:lnTo>
                  <a:pt x="125" y="37"/>
                </a:lnTo>
                <a:lnTo>
                  <a:pt x="124" y="37"/>
                </a:lnTo>
                <a:lnTo>
                  <a:pt x="123" y="37"/>
                </a:lnTo>
                <a:lnTo>
                  <a:pt x="123" y="38"/>
                </a:lnTo>
                <a:lnTo>
                  <a:pt x="122" y="38"/>
                </a:lnTo>
                <a:lnTo>
                  <a:pt x="123" y="38"/>
                </a:lnTo>
                <a:lnTo>
                  <a:pt x="122" y="39"/>
                </a:lnTo>
                <a:lnTo>
                  <a:pt x="122" y="40"/>
                </a:lnTo>
                <a:lnTo>
                  <a:pt x="122" y="41"/>
                </a:lnTo>
                <a:lnTo>
                  <a:pt x="122" y="42"/>
                </a:lnTo>
                <a:lnTo>
                  <a:pt x="123" y="42"/>
                </a:lnTo>
                <a:lnTo>
                  <a:pt x="124" y="43"/>
                </a:lnTo>
                <a:lnTo>
                  <a:pt x="124" y="44"/>
                </a:lnTo>
                <a:lnTo>
                  <a:pt x="124" y="45"/>
                </a:lnTo>
                <a:lnTo>
                  <a:pt x="123" y="46"/>
                </a:lnTo>
                <a:lnTo>
                  <a:pt x="122" y="47"/>
                </a:lnTo>
                <a:lnTo>
                  <a:pt x="122" y="48"/>
                </a:lnTo>
                <a:lnTo>
                  <a:pt x="121" y="49"/>
                </a:lnTo>
                <a:lnTo>
                  <a:pt x="122" y="49"/>
                </a:lnTo>
                <a:lnTo>
                  <a:pt x="123" y="50"/>
                </a:lnTo>
                <a:lnTo>
                  <a:pt x="123" y="51"/>
                </a:lnTo>
                <a:lnTo>
                  <a:pt x="124" y="52"/>
                </a:lnTo>
                <a:lnTo>
                  <a:pt x="125" y="52"/>
                </a:lnTo>
                <a:lnTo>
                  <a:pt x="126" y="52"/>
                </a:lnTo>
                <a:lnTo>
                  <a:pt x="126" y="51"/>
                </a:lnTo>
                <a:lnTo>
                  <a:pt x="127" y="51"/>
                </a:lnTo>
                <a:lnTo>
                  <a:pt x="127" y="52"/>
                </a:lnTo>
                <a:lnTo>
                  <a:pt x="128" y="53"/>
                </a:lnTo>
                <a:lnTo>
                  <a:pt x="128" y="54"/>
                </a:lnTo>
                <a:lnTo>
                  <a:pt x="129" y="54"/>
                </a:lnTo>
                <a:lnTo>
                  <a:pt x="129" y="55"/>
                </a:lnTo>
                <a:lnTo>
                  <a:pt x="129" y="56"/>
                </a:lnTo>
                <a:lnTo>
                  <a:pt x="129" y="57"/>
                </a:lnTo>
                <a:lnTo>
                  <a:pt x="129" y="58"/>
                </a:lnTo>
                <a:lnTo>
                  <a:pt x="130" y="58"/>
                </a:lnTo>
                <a:lnTo>
                  <a:pt x="130" y="59"/>
                </a:lnTo>
                <a:lnTo>
                  <a:pt x="129" y="60"/>
                </a:lnTo>
                <a:lnTo>
                  <a:pt x="129" y="61"/>
                </a:lnTo>
                <a:lnTo>
                  <a:pt x="129" y="62"/>
                </a:lnTo>
                <a:lnTo>
                  <a:pt x="130" y="62"/>
                </a:lnTo>
                <a:lnTo>
                  <a:pt x="131" y="62"/>
                </a:lnTo>
                <a:lnTo>
                  <a:pt x="132" y="62"/>
                </a:lnTo>
                <a:lnTo>
                  <a:pt x="133" y="62"/>
                </a:lnTo>
                <a:lnTo>
                  <a:pt x="133" y="63"/>
                </a:lnTo>
                <a:lnTo>
                  <a:pt x="133" y="64"/>
                </a:lnTo>
                <a:lnTo>
                  <a:pt x="134" y="64"/>
                </a:lnTo>
                <a:lnTo>
                  <a:pt x="134" y="65"/>
                </a:lnTo>
                <a:lnTo>
                  <a:pt x="135" y="65"/>
                </a:lnTo>
                <a:lnTo>
                  <a:pt x="135" y="66"/>
                </a:lnTo>
                <a:lnTo>
                  <a:pt x="136" y="66"/>
                </a:lnTo>
                <a:lnTo>
                  <a:pt x="137" y="67"/>
                </a:lnTo>
                <a:lnTo>
                  <a:pt x="138" y="67"/>
                </a:lnTo>
                <a:lnTo>
                  <a:pt x="139" y="68"/>
                </a:lnTo>
                <a:lnTo>
                  <a:pt x="139" y="69"/>
                </a:lnTo>
                <a:lnTo>
                  <a:pt x="140" y="69"/>
                </a:lnTo>
                <a:lnTo>
                  <a:pt x="140" y="70"/>
                </a:lnTo>
                <a:lnTo>
                  <a:pt x="140" y="71"/>
                </a:lnTo>
                <a:lnTo>
                  <a:pt x="140" y="72"/>
                </a:lnTo>
                <a:lnTo>
                  <a:pt x="140" y="73"/>
                </a:lnTo>
                <a:lnTo>
                  <a:pt x="141" y="73"/>
                </a:lnTo>
                <a:lnTo>
                  <a:pt x="142" y="74"/>
                </a:lnTo>
                <a:lnTo>
                  <a:pt x="143" y="75"/>
                </a:lnTo>
                <a:lnTo>
                  <a:pt x="143" y="76"/>
                </a:lnTo>
                <a:lnTo>
                  <a:pt x="144" y="76"/>
                </a:lnTo>
                <a:lnTo>
                  <a:pt x="144" y="77"/>
                </a:lnTo>
                <a:lnTo>
                  <a:pt x="144" y="78"/>
                </a:lnTo>
                <a:lnTo>
                  <a:pt x="145" y="78"/>
                </a:lnTo>
                <a:lnTo>
                  <a:pt x="144" y="79"/>
                </a:lnTo>
                <a:lnTo>
                  <a:pt x="143" y="80"/>
                </a:lnTo>
                <a:lnTo>
                  <a:pt x="142" y="80"/>
                </a:lnTo>
                <a:lnTo>
                  <a:pt x="141" y="80"/>
                </a:lnTo>
                <a:lnTo>
                  <a:pt x="141" y="81"/>
                </a:lnTo>
                <a:lnTo>
                  <a:pt x="142" y="82"/>
                </a:lnTo>
                <a:lnTo>
                  <a:pt x="142" y="83"/>
                </a:lnTo>
                <a:lnTo>
                  <a:pt x="142" y="84"/>
                </a:lnTo>
                <a:lnTo>
                  <a:pt x="143" y="84"/>
                </a:lnTo>
                <a:lnTo>
                  <a:pt x="144" y="85"/>
                </a:lnTo>
                <a:lnTo>
                  <a:pt x="145" y="85"/>
                </a:lnTo>
                <a:lnTo>
                  <a:pt x="145" y="86"/>
                </a:lnTo>
                <a:lnTo>
                  <a:pt x="146" y="87"/>
                </a:lnTo>
                <a:lnTo>
                  <a:pt x="146" y="88"/>
                </a:lnTo>
                <a:lnTo>
                  <a:pt x="145" y="89"/>
                </a:lnTo>
                <a:lnTo>
                  <a:pt x="144" y="90"/>
                </a:lnTo>
                <a:lnTo>
                  <a:pt x="144" y="92"/>
                </a:lnTo>
                <a:lnTo>
                  <a:pt x="144" y="93"/>
                </a:lnTo>
                <a:lnTo>
                  <a:pt x="145" y="93"/>
                </a:lnTo>
                <a:lnTo>
                  <a:pt x="146" y="92"/>
                </a:lnTo>
                <a:lnTo>
                  <a:pt x="146" y="93"/>
                </a:lnTo>
                <a:lnTo>
                  <a:pt x="147" y="93"/>
                </a:lnTo>
                <a:lnTo>
                  <a:pt x="147" y="94"/>
                </a:lnTo>
                <a:lnTo>
                  <a:pt x="147" y="95"/>
                </a:lnTo>
                <a:lnTo>
                  <a:pt x="147" y="96"/>
                </a:lnTo>
                <a:lnTo>
                  <a:pt x="148" y="96"/>
                </a:lnTo>
                <a:lnTo>
                  <a:pt x="150" y="97"/>
                </a:lnTo>
                <a:lnTo>
                  <a:pt x="150" y="98"/>
                </a:lnTo>
                <a:lnTo>
                  <a:pt x="151" y="98"/>
                </a:lnTo>
                <a:lnTo>
                  <a:pt x="152" y="98"/>
                </a:lnTo>
                <a:lnTo>
                  <a:pt x="152" y="99"/>
                </a:lnTo>
                <a:lnTo>
                  <a:pt x="151" y="99"/>
                </a:lnTo>
                <a:lnTo>
                  <a:pt x="151" y="101"/>
                </a:lnTo>
                <a:lnTo>
                  <a:pt x="152" y="101"/>
                </a:lnTo>
                <a:lnTo>
                  <a:pt x="153" y="101"/>
                </a:lnTo>
                <a:lnTo>
                  <a:pt x="153" y="102"/>
                </a:lnTo>
                <a:lnTo>
                  <a:pt x="153" y="101"/>
                </a:lnTo>
                <a:lnTo>
                  <a:pt x="154" y="102"/>
                </a:lnTo>
                <a:lnTo>
                  <a:pt x="153" y="103"/>
                </a:lnTo>
                <a:lnTo>
                  <a:pt x="153" y="104"/>
                </a:lnTo>
                <a:lnTo>
                  <a:pt x="153" y="105"/>
                </a:lnTo>
                <a:lnTo>
                  <a:pt x="153" y="106"/>
                </a:lnTo>
                <a:lnTo>
                  <a:pt x="153" y="108"/>
                </a:lnTo>
                <a:lnTo>
                  <a:pt x="152" y="108"/>
                </a:lnTo>
                <a:lnTo>
                  <a:pt x="152" y="109"/>
                </a:lnTo>
                <a:lnTo>
                  <a:pt x="152" y="110"/>
                </a:lnTo>
                <a:lnTo>
                  <a:pt x="152" y="111"/>
                </a:lnTo>
                <a:lnTo>
                  <a:pt x="153" y="111"/>
                </a:lnTo>
                <a:lnTo>
                  <a:pt x="154" y="112"/>
                </a:lnTo>
                <a:lnTo>
                  <a:pt x="154" y="113"/>
                </a:lnTo>
                <a:lnTo>
                  <a:pt x="154" y="114"/>
                </a:lnTo>
                <a:lnTo>
                  <a:pt x="154" y="115"/>
                </a:lnTo>
                <a:lnTo>
                  <a:pt x="155" y="115"/>
                </a:lnTo>
                <a:lnTo>
                  <a:pt x="156" y="115"/>
                </a:lnTo>
                <a:lnTo>
                  <a:pt x="156" y="116"/>
                </a:lnTo>
                <a:lnTo>
                  <a:pt x="156" y="117"/>
                </a:lnTo>
                <a:lnTo>
                  <a:pt x="156" y="119"/>
                </a:lnTo>
                <a:lnTo>
                  <a:pt x="155" y="120"/>
                </a:lnTo>
                <a:lnTo>
                  <a:pt x="155" y="121"/>
                </a:lnTo>
                <a:lnTo>
                  <a:pt x="156" y="121"/>
                </a:lnTo>
                <a:lnTo>
                  <a:pt x="155" y="121"/>
                </a:lnTo>
                <a:lnTo>
                  <a:pt x="155" y="122"/>
                </a:lnTo>
                <a:lnTo>
                  <a:pt x="154" y="122"/>
                </a:lnTo>
                <a:lnTo>
                  <a:pt x="154" y="123"/>
                </a:lnTo>
                <a:lnTo>
                  <a:pt x="155" y="123"/>
                </a:lnTo>
                <a:lnTo>
                  <a:pt x="155" y="124"/>
                </a:lnTo>
                <a:lnTo>
                  <a:pt x="155" y="125"/>
                </a:lnTo>
                <a:lnTo>
                  <a:pt x="155" y="126"/>
                </a:lnTo>
                <a:lnTo>
                  <a:pt x="154" y="126"/>
                </a:lnTo>
                <a:lnTo>
                  <a:pt x="154" y="127"/>
                </a:lnTo>
                <a:lnTo>
                  <a:pt x="153" y="127"/>
                </a:lnTo>
                <a:lnTo>
                  <a:pt x="154" y="128"/>
                </a:lnTo>
                <a:lnTo>
                  <a:pt x="155" y="128"/>
                </a:lnTo>
                <a:lnTo>
                  <a:pt x="156" y="128"/>
                </a:lnTo>
                <a:lnTo>
                  <a:pt x="157" y="128"/>
                </a:lnTo>
                <a:lnTo>
                  <a:pt x="157" y="129"/>
                </a:lnTo>
                <a:lnTo>
                  <a:pt x="158" y="129"/>
                </a:lnTo>
                <a:lnTo>
                  <a:pt x="158" y="130"/>
                </a:lnTo>
                <a:lnTo>
                  <a:pt x="159" y="130"/>
                </a:lnTo>
                <a:lnTo>
                  <a:pt x="159" y="131"/>
                </a:lnTo>
                <a:lnTo>
                  <a:pt x="159" y="132"/>
                </a:lnTo>
                <a:lnTo>
                  <a:pt x="158" y="133"/>
                </a:lnTo>
                <a:lnTo>
                  <a:pt x="158" y="134"/>
                </a:lnTo>
                <a:lnTo>
                  <a:pt x="158" y="135"/>
                </a:lnTo>
                <a:lnTo>
                  <a:pt x="158" y="136"/>
                </a:lnTo>
                <a:lnTo>
                  <a:pt x="158" y="137"/>
                </a:lnTo>
                <a:lnTo>
                  <a:pt x="159" y="137"/>
                </a:lnTo>
                <a:lnTo>
                  <a:pt x="159" y="138"/>
                </a:lnTo>
                <a:lnTo>
                  <a:pt x="160" y="138"/>
                </a:lnTo>
                <a:lnTo>
                  <a:pt x="160" y="139"/>
                </a:lnTo>
                <a:lnTo>
                  <a:pt x="160" y="140"/>
                </a:lnTo>
                <a:lnTo>
                  <a:pt x="160" y="141"/>
                </a:lnTo>
                <a:lnTo>
                  <a:pt x="161" y="142"/>
                </a:lnTo>
                <a:lnTo>
                  <a:pt x="162" y="143"/>
                </a:lnTo>
                <a:lnTo>
                  <a:pt x="162" y="144"/>
                </a:lnTo>
                <a:lnTo>
                  <a:pt x="163" y="145"/>
                </a:lnTo>
                <a:lnTo>
                  <a:pt x="164" y="145"/>
                </a:lnTo>
                <a:lnTo>
                  <a:pt x="165" y="146"/>
                </a:lnTo>
                <a:lnTo>
                  <a:pt x="165" y="147"/>
                </a:lnTo>
                <a:lnTo>
                  <a:pt x="166" y="147"/>
                </a:lnTo>
                <a:lnTo>
                  <a:pt x="167" y="147"/>
                </a:lnTo>
                <a:lnTo>
                  <a:pt x="167" y="148"/>
                </a:lnTo>
                <a:lnTo>
                  <a:pt x="168" y="148"/>
                </a:lnTo>
                <a:lnTo>
                  <a:pt x="168" y="149"/>
                </a:lnTo>
                <a:lnTo>
                  <a:pt x="169" y="149"/>
                </a:lnTo>
                <a:lnTo>
                  <a:pt x="169" y="150"/>
                </a:lnTo>
                <a:lnTo>
                  <a:pt x="171" y="150"/>
                </a:lnTo>
                <a:lnTo>
                  <a:pt x="172" y="150"/>
                </a:lnTo>
                <a:lnTo>
                  <a:pt x="173" y="150"/>
                </a:lnTo>
                <a:lnTo>
                  <a:pt x="174" y="150"/>
                </a:lnTo>
                <a:lnTo>
                  <a:pt x="174" y="151"/>
                </a:lnTo>
                <a:lnTo>
                  <a:pt x="174" y="152"/>
                </a:lnTo>
                <a:lnTo>
                  <a:pt x="174" y="153"/>
                </a:lnTo>
                <a:lnTo>
                  <a:pt x="175" y="153"/>
                </a:lnTo>
                <a:lnTo>
                  <a:pt x="176" y="153"/>
                </a:lnTo>
                <a:lnTo>
                  <a:pt x="176" y="154"/>
                </a:lnTo>
                <a:lnTo>
                  <a:pt x="177" y="154"/>
                </a:lnTo>
                <a:lnTo>
                  <a:pt x="177" y="155"/>
                </a:lnTo>
                <a:lnTo>
                  <a:pt x="178" y="155"/>
                </a:lnTo>
                <a:lnTo>
                  <a:pt x="179" y="155"/>
                </a:lnTo>
                <a:lnTo>
                  <a:pt x="179" y="154"/>
                </a:lnTo>
                <a:lnTo>
                  <a:pt x="180" y="154"/>
                </a:lnTo>
                <a:lnTo>
                  <a:pt x="181" y="154"/>
                </a:lnTo>
                <a:lnTo>
                  <a:pt x="181" y="155"/>
                </a:lnTo>
                <a:lnTo>
                  <a:pt x="182" y="155"/>
                </a:lnTo>
                <a:lnTo>
                  <a:pt x="183" y="155"/>
                </a:lnTo>
                <a:lnTo>
                  <a:pt x="184" y="155"/>
                </a:lnTo>
                <a:lnTo>
                  <a:pt x="184" y="156"/>
                </a:lnTo>
                <a:lnTo>
                  <a:pt x="185" y="156"/>
                </a:lnTo>
                <a:lnTo>
                  <a:pt x="186" y="156"/>
                </a:lnTo>
                <a:lnTo>
                  <a:pt x="187" y="156"/>
                </a:lnTo>
                <a:lnTo>
                  <a:pt x="187" y="157"/>
                </a:lnTo>
                <a:lnTo>
                  <a:pt x="188" y="158"/>
                </a:lnTo>
                <a:lnTo>
                  <a:pt x="189" y="158"/>
                </a:lnTo>
                <a:lnTo>
                  <a:pt x="190" y="158"/>
                </a:lnTo>
                <a:lnTo>
                  <a:pt x="190" y="159"/>
                </a:lnTo>
                <a:lnTo>
                  <a:pt x="190" y="160"/>
                </a:lnTo>
                <a:lnTo>
                  <a:pt x="191" y="160"/>
                </a:lnTo>
                <a:lnTo>
                  <a:pt x="192" y="160"/>
                </a:lnTo>
                <a:lnTo>
                  <a:pt x="193" y="160"/>
                </a:lnTo>
                <a:lnTo>
                  <a:pt x="194" y="160"/>
                </a:lnTo>
                <a:lnTo>
                  <a:pt x="195" y="161"/>
                </a:lnTo>
                <a:lnTo>
                  <a:pt x="196" y="161"/>
                </a:lnTo>
                <a:lnTo>
                  <a:pt x="197" y="162"/>
                </a:lnTo>
                <a:lnTo>
                  <a:pt x="198" y="162"/>
                </a:lnTo>
                <a:lnTo>
                  <a:pt x="198" y="163"/>
                </a:lnTo>
                <a:lnTo>
                  <a:pt x="199" y="163"/>
                </a:lnTo>
                <a:lnTo>
                  <a:pt x="199" y="164"/>
                </a:lnTo>
                <a:lnTo>
                  <a:pt x="199" y="165"/>
                </a:lnTo>
                <a:lnTo>
                  <a:pt x="199" y="166"/>
                </a:lnTo>
                <a:lnTo>
                  <a:pt x="200" y="167"/>
                </a:lnTo>
                <a:lnTo>
                  <a:pt x="199" y="168"/>
                </a:lnTo>
                <a:lnTo>
                  <a:pt x="200" y="168"/>
                </a:lnTo>
                <a:lnTo>
                  <a:pt x="201" y="168"/>
                </a:lnTo>
                <a:lnTo>
                  <a:pt x="202" y="169"/>
                </a:lnTo>
                <a:lnTo>
                  <a:pt x="201" y="170"/>
                </a:lnTo>
                <a:lnTo>
                  <a:pt x="201" y="171"/>
                </a:lnTo>
                <a:lnTo>
                  <a:pt x="201" y="172"/>
                </a:lnTo>
                <a:lnTo>
                  <a:pt x="201" y="173"/>
                </a:lnTo>
                <a:lnTo>
                  <a:pt x="202" y="173"/>
                </a:lnTo>
                <a:lnTo>
                  <a:pt x="203" y="173"/>
                </a:lnTo>
                <a:lnTo>
                  <a:pt x="203" y="174"/>
                </a:lnTo>
                <a:lnTo>
                  <a:pt x="202" y="174"/>
                </a:lnTo>
                <a:lnTo>
                  <a:pt x="202" y="175"/>
                </a:lnTo>
                <a:lnTo>
                  <a:pt x="203" y="175"/>
                </a:lnTo>
                <a:lnTo>
                  <a:pt x="203" y="176"/>
                </a:lnTo>
                <a:lnTo>
                  <a:pt x="202" y="176"/>
                </a:lnTo>
                <a:lnTo>
                  <a:pt x="202" y="177"/>
                </a:lnTo>
                <a:lnTo>
                  <a:pt x="203" y="177"/>
                </a:lnTo>
                <a:lnTo>
                  <a:pt x="203" y="178"/>
                </a:lnTo>
                <a:lnTo>
                  <a:pt x="204" y="179"/>
                </a:lnTo>
                <a:lnTo>
                  <a:pt x="204" y="180"/>
                </a:lnTo>
                <a:lnTo>
                  <a:pt x="204" y="181"/>
                </a:lnTo>
                <a:lnTo>
                  <a:pt x="204" y="182"/>
                </a:lnTo>
                <a:lnTo>
                  <a:pt x="204" y="183"/>
                </a:lnTo>
                <a:lnTo>
                  <a:pt x="205" y="183"/>
                </a:lnTo>
                <a:lnTo>
                  <a:pt x="206" y="182"/>
                </a:lnTo>
                <a:lnTo>
                  <a:pt x="207" y="182"/>
                </a:lnTo>
                <a:lnTo>
                  <a:pt x="208" y="182"/>
                </a:lnTo>
                <a:lnTo>
                  <a:pt x="208" y="183"/>
                </a:lnTo>
                <a:lnTo>
                  <a:pt x="211" y="183"/>
                </a:lnTo>
                <a:lnTo>
                  <a:pt x="211" y="182"/>
                </a:lnTo>
                <a:lnTo>
                  <a:pt x="212" y="181"/>
                </a:lnTo>
                <a:lnTo>
                  <a:pt x="213" y="181"/>
                </a:lnTo>
                <a:lnTo>
                  <a:pt x="213" y="182"/>
                </a:lnTo>
                <a:lnTo>
                  <a:pt x="213" y="183"/>
                </a:lnTo>
                <a:lnTo>
                  <a:pt x="214" y="182"/>
                </a:lnTo>
                <a:lnTo>
                  <a:pt x="215" y="182"/>
                </a:lnTo>
                <a:lnTo>
                  <a:pt x="216" y="181"/>
                </a:lnTo>
                <a:lnTo>
                  <a:pt x="217" y="181"/>
                </a:lnTo>
                <a:lnTo>
                  <a:pt x="219" y="183"/>
                </a:lnTo>
                <a:lnTo>
                  <a:pt x="221" y="184"/>
                </a:lnTo>
                <a:lnTo>
                  <a:pt x="222" y="184"/>
                </a:lnTo>
                <a:lnTo>
                  <a:pt x="222" y="185"/>
                </a:lnTo>
                <a:lnTo>
                  <a:pt x="224" y="186"/>
                </a:lnTo>
                <a:lnTo>
                  <a:pt x="225" y="187"/>
                </a:lnTo>
                <a:lnTo>
                  <a:pt x="226" y="187"/>
                </a:lnTo>
                <a:lnTo>
                  <a:pt x="228" y="188"/>
                </a:lnTo>
                <a:lnTo>
                  <a:pt x="229" y="188"/>
                </a:lnTo>
                <a:lnTo>
                  <a:pt x="231" y="189"/>
                </a:lnTo>
                <a:lnTo>
                  <a:pt x="232" y="189"/>
                </a:lnTo>
                <a:lnTo>
                  <a:pt x="233" y="189"/>
                </a:lnTo>
                <a:lnTo>
                  <a:pt x="234" y="189"/>
                </a:lnTo>
                <a:lnTo>
                  <a:pt x="235" y="190"/>
                </a:lnTo>
                <a:lnTo>
                  <a:pt x="236" y="191"/>
                </a:lnTo>
                <a:lnTo>
                  <a:pt x="236" y="192"/>
                </a:lnTo>
                <a:lnTo>
                  <a:pt x="237" y="193"/>
                </a:lnTo>
                <a:lnTo>
                  <a:pt x="237" y="194"/>
                </a:lnTo>
                <a:lnTo>
                  <a:pt x="238" y="195"/>
                </a:lnTo>
                <a:lnTo>
                  <a:pt x="238" y="196"/>
                </a:lnTo>
                <a:lnTo>
                  <a:pt x="238" y="197"/>
                </a:lnTo>
                <a:lnTo>
                  <a:pt x="239" y="197"/>
                </a:lnTo>
                <a:lnTo>
                  <a:pt x="239" y="198"/>
                </a:lnTo>
                <a:lnTo>
                  <a:pt x="240" y="198"/>
                </a:lnTo>
                <a:lnTo>
                  <a:pt x="240" y="197"/>
                </a:lnTo>
                <a:lnTo>
                  <a:pt x="241" y="197"/>
                </a:lnTo>
                <a:lnTo>
                  <a:pt x="242" y="198"/>
                </a:lnTo>
                <a:lnTo>
                  <a:pt x="243" y="197"/>
                </a:lnTo>
                <a:lnTo>
                  <a:pt x="244" y="197"/>
                </a:lnTo>
                <a:lnTo>
                  <a:pt x="244" y="198"/>
                </a:lnTo>
                <a:lnTo>
                  <a:pt x="244" y="199"/>
                </a:lnTo>
                <a:lnTo>
                  <a:pt x="245" y="199"/>
                </a:lnTo>
                <a:lnTo>
                  <a:pt x="246" y="198"/>
                </a:lnTo>
                <a:lnTo>
                  <a:pt x="246" y="199"/>
                </a:lnTo>
                <a:lnTo>
                  <a:pt x="247" y="200"/>
                </a:lnTo>
                <a:lnTo>
                  <a:pt x="248" y="200"/>
                </a:lnTo>
                <a:lnTo>
                  <a:pt x="249" y="200"/>
                </a:lnTo>
                <a:lnTo>
                  <a:pt x="250" y="200"/>
                </a:lnTo>
                <a:lnTo>
                  <a:pt x="251" y="201"/>
                </a:lnTo>
                <a:lnTo>
                  <a:pt x="251" y="203"/>
                </a:lnTo>
                <a:lnTo>
                  <a:pt x="251" y="205"/>
                </a:lnTo>
                <a:lnTo>
                  <a:pt x="252" y="206"/>
                </a:lnTo>
                <a:lnTo>
                  <a:pt x="253" y="205"/>
                </a:lnTo>
                <a:lnTo>
                  <a:pt x="254" y="205"/>
                </a:lnTo>
                <a:lnTo>
                  <a:pt x="254" y="204"/>
                </a:lnTo>
                <a:lnTo>
                  <a:pt x="253" y="204"/>
                </a:lnTo>
                <a:lnTo>
                  <a:pt x="253" y="203"/>
                </a:lnTo>
                <a:lnTo>
                  <a:pt x="254" y="202"/>
                </a:lnTo>
                <a:lnTo>
                  <a:pt x="255" y="202"/>
                </a:lnTo>
                <a:lnTo>
                  <a:pt x="255" y="201"/>
                </a:lnTo>
                <a:lnTo>
                  <a:pt x="256" y="200"/>
                </a:lnTo>
                <a:lnTo>
                  <a:pt x="257" y="199"/>
                </a:lnTo>
                <a:lnTo>
                  <a:pt x="257" y="198"/>
                </a:lnTo>
                <a:lnTo>
                  <a:pt x="256" y="198"/>
                </a:lnTo>
                <a:lnTo>
                  <a:pt x="256" y="197"/>
                </a:lnTo>
                <a:lnTo>
                  <a:pt x="257" y="196"/>
                </a:lnTo>
                <a:lnTo>
                  <a:pt x="257" y="195"/>
                </a:lnTo>
                <a:lnTo>
                  <a:pt x="257" y="194"/>
                </a:lnTo>
                <a:lnTo>
                  <a:pt x="257" y="193"/>
                </a:lnTo>
                <a:lnTo>
                  <a:pt x="258" y="192"/>
                </a:lnTo>
                <a:lnTo>
                  <a:pt x="258" y="191"/>
                </a:lnTo>
                <a:lnTo>
                  <a:pt x="258" y="190"/>
                </a:lnTo>
                <a:lnTo>
                  <a:pt x="258" y="189"/>
                </a:lnTo>
                <a:lnTo>
                  <a:pt x="259" y="189"/>
                </a:lnTo>
                <a:lnTo>
                  <a:pt x="259" y="188"/>
                </a:lnTo>
                <a:lnTo>
                  <a:pt x="260" y="188"/>
                </a:lnTo>
                <a:lnTo>
                  <a:pt x="260" y="187"/>
                </a:lnTo>
                <a:lnTo>
                  <a:pt x="259" y="187"/>
                </a:lnTo>
                <a:lnTo>
                  <a:pt x="260" y="186"/>
                </a:lnTo>
                <a:lnTo>
                  <a:pt x="260" y="185"/>
                </a:lnTo>
                <a:lnTo>
                  <a:pt x="259" y="184"/>
                </a:lnTo>
                <a:lnTo>
                  <a:pt x="259" y="183"/>
                </a:lnTo>
                <a:lnTo>
                  <a:pt x="260" y="183"/>
                </a:lnTo>
                <a:lnTo>
                  <a:pt x="259" y="182"/>
                </a:lnTo>
                <a:lnTo>
                  <a:pt x="259" y="181"/>
                </a:lnTo>
                <a:lnTo>
                  <a:pt x="259" y="180"/>
                </a:lnTo>
                <a:lnTo>
                  <a:pt x="258" y="180"/>
                </a:lnTo>
                <a:lnTo>
                  <a:pt x="257" y="180"/>
                </a:lnTo>
                <a:lnTo>
                  <a:pt x="258" y="179"/>
                </a:lnTo>
                <a:lnTo>
                  <a:pt x="258" y="178"/>
                </a:lnTo>
                <a:lnTo>
                  <a:pt x="258" y="177"/>
                </a:lnTo>
                <a:lnTo>
                  <a:pt x="259" y="176"/>
                </a:lnTo>
                <a:lnTo>
                  <a:pt x="260" y="176"/>
                </a:lnTo>
                <a:lnTo>
                  <a:pt x="261" y="177"/>
                </a:lnTo>
                <a:lnTo>
                  <a:pt x="262" y="178"/>
                </a:lnTo>
                <a:lnTo>
                  <a:pt x="263" y="178"/>
                </a:lnTo>
                <a:lnTo>
                  <a:pt x="264" y="177"/>
                </a:lnTo>
                <a:lnTo>
                  <a:pt x="265" y="177"/>
                </a:lnTo>
                <a:lnTo>
                  <a:pt x="266" y="177"/>
                </a:lnTo>
                <a:lnTo>
                  <a:pt x="266" y="178"/>
                </a:lnTo>
                <a:lnTo>
                  <a:pt x="267" y="178"/>
                </a:lnTo>
                <a:lnTo>
                  <a:pt x="267" y="177"/>
                </a:lnTo>
                <a:lnTo>
                  <a:pt x="268" y="176"/>
                </a:lnTo>
                <a:lnTo>
                  <a:pt x="268" y="175"/>
                </a:lnTo>
                <a:lnTo>
                  <a:pt x="267" y="175"/>
                </a:lnTo>
                <a:lnTo>
                  <a:pt x="268" y="175"/>
                </a:lnTo>
                <a:lnTo>
                  <a:pt x="268" y="174"/>
                </a:lnTo>
                <a:lnTo>
                  <a:pt x="269" y="174"/>
                </a:lnTo>
                <a:lnTo>
                  <a:pt x="269" y="173"/>
                </a:lnTo>
                <a:lnTo>
                  <a:pt x="269" y="172"/>
                </a:lnTo>
                <a:lnTo>
                  <a:pt x="270" y="172"/>
                </a:lnTo>
                <a:lnTo>
                  <a:pt x="270" y="171"/>
                </a:lnTo>
                <a:lnTo>
                  <a:pt x="270" y="170"/>
                </a:lnTo>
                <a:lnTo>
                  <a:pt x="270" y="169"/>
                </a:lnTo>
                <a:lnTo>
                  <a:pt x="271" y="168"/>
                </a:lnTo>
                <a:lnTo>
                  <a:pt x="271" y="167"/>
                </a:lnTo>
                <a:lnTo>
                  <a:pt x="270" y="167"/>
                </a:lnTo>
                <a:lnTo>
                  <a:pt x="270" y="165"/>
                </a:lnTo>
                <a:lnTo>
                  <a:pt x="271" y="165"/>
                </a:lnTo>
                <a:lnTo>
                  <a:pt x="272" y="165"/>
                </a:lnTo>
                <a:lnTo>
                  <a:pt x="273" y="165"/>
                </a:lnTo>
                <a:lnTo>
                  <a:pt x="273" y="166"/>
                </a:lnTo>
                <a:lnTo>
                  <a:pt x="273" y="168"/>
                </a:lnTo>
                <a:lnTo>
                  <a:pt x="274" y="168"/>
                </a:lnTo>
                <a:lnTo>
                  <a:pt x="274" y="169"/>
                </a:lnTo>
                <a:lnTo>
                  <a:pt x="275" y="169"/>
                </a:lnTo>
                <a:lnTo>
                  <a:pt x="275" y="170"/>
                </a:lnTo>
                <a:lnTo>
                  <a:pt x="275" y="171"/>
                </a:lnTo>
                <a:lnTo>
                  <a:pt x="276" y="171"/>
                </a:lnTo>
                <a:lnTo>
                  <a:pt x="276" y="172"/>
                </a:lnTo>
                <a:lnTo>
                  <a:pt x="277" y="172"/>
                </a:lnTo>
                <a:lnTo>
                  <a:pt x="277" y="173"/>
                </a:lnTo>
                <a:lnTo>
                  <a:pt x="277" y="172"/>
                </a:lnTo>
                <a:lnTo>
                  <a:pt x="277" y="173"/>
                </a:lnTo>
                <a:lnTo>
                  <a:pt x="278" y="173"/>
                </a:lnTo>
                <a:lnTo>
                  <a:pt x="278" y="174"/>
                </a:lnTo>
                <a:lnTo>
                  <a:pt x="277" y="174"/>
                </a:lnTo>
                <a:lnTo>
                  <a:pt x="277" y="175"/>
                </a:lnTo>
                <a:lnTo>
                  <a:pt x="278" y="176"/>
                </a:lnTo>
                <a:lnTo>
                  <a:pt x="278" y="178"/>
                </a:lnTo>
                <a:lnTo>
                  <a:pt x="279" y="179"/>
                </a:lnTo>
                <a:lnTo>
                  <a:pt x="280" y="179"/>
                </a:lnTo>
                <a:lnTo>
                  <a:pt x="281" y="179"/>
                </a:lnTo>
                <a:lnTo>
                  <a:pt x="282" y="179"/>
                </a:lnTo>
                <a:lnTo>
                  <a:pt x="283" y="179"/>
                </a:lnTo>
                <a:lnTo>
                  <a:pt x="284" y="180"/>
                </a:lnTo>
                <a:lnTo>
                  <a:pt x="285" y="181"/>
                </a:lnTo>
                <a:lnTo>
                  <a:pt x="286" y="180"/>
                </a:lnTo>
                <a:lnTo>
                  <a:pt x="287" y="181"/>
                </a:lnTo>
                <a:lnTo>
                  <a:pt x="286" y="182"/>
                </a:lnTo>
                <a:lnTo>
                  <a:pt x="286" y="183"/>
                </a:lnTo>
                <a:lnTo>
                  <a:pt x="286" y="184"/>
                </a:lnTo>
                <a:lnTo>
                  <a:pt x="285" y="184"/>
                </a:lnTo>
                <a:lnTo>
                  <a:pt x="285" y="185"/>
                </a:lnTo>
                <a:lnTo>
                  <a:pt x="286" y="185"/>
                </a:lnTo>
                <a:lnTo>
                  <a:pt x="287" y="185"/>
                </a:lnTo>
                <a:lnTo>
                  <a:pt x="288" y="185"/>
                </a:lnTo>
                <a:lnTo>
                  <a:pt x="289" y="186"/>
                </a:lnTo>
                <a:lnTo>
                  <a:pt x="289" y="185"/>
                </a:lnTo>
                <a:lnTo>
                  <a:pt x="290" y="185"/>
                </a:lnTo>
                <a:lnTo>
                  <a:pt x="290" y="186"/>
                </a:lnTo>
                <a:lnTo>
                  <a:pt x="291" y="187"/>
                </a:lnTo>
                <a:lnTo>
                  <a:pt x="291" y="188"/>
                </a:lnTo>
                <a:lnTo>
                  <a:pt x="291" y="189"/>
                </a:lnTo>
                <a:lnTo>
                  <a:pt x="291" y="190"/>
                </a:lnTo>
                <a:lnTo>
                  <a:pt x="292" y="189"/>
                </a:lnTo>
                <a:lnTo>
                  <a:pt x="293" y="189"/>
                </a:lnTo>
                <a:lnTo>
                  <a:pt x="293" y="190"/>
                </a:lnTo>
                <a:lnTo>
                  <a:pt x="294" y="190"/>
                </a:lnTo>
                <a:lnTo>
                  <a:pt x="294" y="191"/>
                </a:lnTo>
                <a:lnTo>
                  <a:pt x="294" y="192"/>
                </a:lnTo>
                <a:lnTo>
                  <a:pt x="294" y="193"/>
                </a:lnTo>
                <a:lnTo>
                  <a:pt x="295" y="194"/>
                </a:lnTo>
                <a:lnTo>
                  <a:pt x="294" y="196"/>
                </a:lnTo>
                <a:lnTo>
                  <a:pt x="294" y="197"/>
                </a:lnTo>
                <a:lnTo>
                  <a:pt x="294" y="198"/>
                </a:lnTo>
                <a:lnTo>
                  <a:pt x="294" y="199"/>
                </a:lnTo>
                <a:lnTo>
                  <a:pt x="294" y="200"/>
                </a:lnTo>
                <a:lnTo>
                  <a:pt x="294" y="201"/>
                </a:lnTo>
                <a:lnTo>
                  <a:pt x="295" y="203"/>
                </a:lnTo>
                <a:lnTo>
                  <a:pt x="295" y="204"/>
                </a:lnTo>
                <a:lnTo>
                  <a:pt x="296" y="205"/>
                </a:lnTo>
                <a:lnTo>
                  <a:pt x="296" y="206"/>
                </a:lnTo>
                <a:lnTo>
                  <a:pt x="296" y="207"/>
                </a:lnTo>
                <a:lnTo>
                  <a:pt x="296" y="209"/>
                </a:lnTo>
                <a:lnTo>
                  <a:pt x="295" y="209"/>
                </a:lnTo>
                <a:lnTo>
                  <a:pt x="294" y="209"/>
                </a:lnTo>
                <a:lnTo>
                  <a:pt x="293" y="210"/>
                </a:lnTo>
                <a:lnTo>
                  <a:pt x="293" y="211"/>
                </a:lnTo>
                <a:lnTo>
                  <a:pt x="293" y="212"/>
                </a:lnTo>
                <a:lnTo>
                  <a:pt x="292" y="212"/>
                </a:lnTo>
                <a:lnTo>
                  <a:pt x="292" y="213"/>
                </a:lnTo>
                <a:lnTo>
                  <a:pt x="291" y="213"/>
                </a:lnTo>
                <a:lnTo>
                  <a:pt x="290" y="215"/>
                </a:lnTo>
                <a:lnTo>
                  <a:pt x="291" y="215"/>
                </a:lnTo>
                <a:lnTo>
                  <a:pt x="291" y="216"/>
                </a:lnTo>
                <a:lnTo>
                  <a:pt x="292" y="216"/>
                </a:lnTo>
                <a:lnTo>
                  <a:pt x="292" y="217"/>
                </a:lnTo>
                <a:lnTo>
                  <a:pt x="293" y="218"/>
                </a:lnTo>
                <a:lnTo>
                  <a:pt x="293" y="219"/>
                </a:lnTo>
                <a:lnTo>
                  <a:pt x="294" y="219"/>
                </a:lnTo>
                <a:lnTo>
                  <a:pt x="294" y="220"/>
                </a:lnTo>
                <a:lnTo>
                  <a:pt x="295" y="220"/>
                </a:lnTo>
                <a:lnTo>
                  <a:pt x="296" y="220"/>
                </a:lnTo>
                <a:lnTo>
                  <a:pt x="297" y="220"/>
                </a:lnTo>
                <a:lnTo>
                  <a:pt x="298" y="220"/>
                </a:lnTo>
                <a:lnTo>
                  <a:pt x="298" y="221"/>
                </a:lnTo>
                <a:lnTo>
                  <a:pt x="299" y="221"/>
                </a:lnTo>
                <a:lnTo>
                  <a:pt x="300" y="221"/>
                </a:lnTo>
                <a:lnTo>
                  <a:pt x="301" y="221"/>
                </a:lnTo>
                <a:lnTo>
                  <a:pt x="301" y="223"/>
                </a:lnTo>
                <a:lnTo>
                  <a:pt x="302" y="223"/>
                </a:lnTo>
                <a:lnTo>
                  <a:pt x="302" y="224"/>
                </a:lnTo>
                <a:lnTo>
                  <a:pt x="303" y="224"/>
                </a:lnTo>
                <a:lnTo>
                  <a:pt x="304" y="224"/>
                </a:lnTo>
                <a:lnTo>
                  <a:pt x="304" y="223"/>
                </a:lnTo>
                <a:lnTo>
                  <a:pt x="303" y="223"/>
                </a:lnTo>
                <a:lnTo>
                  <a:pt x="304" y="222"/>
                </a:lnTo>
                <a:lnTo>
                  <a:pt x="305" y="221"/>
                </a:lnTo>
                <a:lnTo>
                  <a:pt x="304" y="221"/>
                </a:lnTo>
                <a:lnTo>
                  <a:pt x="305" y="220"/>
                </a:lnTo>
                <a:lnTo>
                  <a:pt x="305" y="219"/>
                </a:lnTo>
                <a:lnTo>
                  <a:pt x="305" y="218"/>
                </a:lnTo>
                <a:lnTo>
                  <a:pt x="305" y="216"/>
                </a:lnTo>
                <a:lnTo>
                  <a:pt x="305" y="215"/>
                </a:lnTo>
                <a:lnTo>
                  <a:pt x="305" y="214"/>
                </a:lnTo>
                <a:lnTo>
                  <a:pt x="306" y="214"/>
                </a:lnTo>
                <a:lnTo>
                  <a:pt x="305" y="214"/>
                </a:lnTo>
                <a:lnTo>
                  <a:pt x="305" y="213"/>
                </a:lnTo>
                <a:lnTo>
                  <a:pt x="306" y="212"/>
                </a:lnTo>
                <a:lnTo>
                  <a:pt x="306" y="211"/>
                </a:lnTo>
                <a:lnTo>
                  <a:pt x="307" y="210"/>
                </a:lnTo>
                <a:lnTo>
                  <a:pt x="307" y="209"/>
                </a:lnTo>
                <a:lnTo>
                  <a:pt x="308" y="209"/>
                </a:lnTo>
                <a:lnTo>
                  <a:pt x="309" y="209"/>
                </a:lnTo>
                <a:lnTo>
                  <a:pt x="309" y="208"/>
                </a:lnTo>
                <a:lnTo>
                  <a:pt x="309" y="207"/>
                </a:lnTo>
                <a:lnTo>
                  <a:pt x="309" y="206"/>
                </a:lnTo>
                <a:lnTo>
                  <a:pt x="310" y="206"/>
                </a:lnTo>
                <a:lnTo>
                  <a:pt x="310" y="207"/>
                </a:lnTo>
                <a:lnTo>
                  <a:pt x="311" y="207"/>
                </a:lnTo>
                <a:lnTo>
                  <a:pt x="312" y="208"/>
                </a:lnTo>
                <a:lnTo>
                  <a:pt x="313" y="208"/>
                </a:lnTo>
                <a:lnTo>
                  <a:pt x="314" y="209"/>
                </a:lnTo>
                <a:lnTo>
                  <a:pt x="315" y="209"/>
                </a:lnTo>
                <a:lnTo>
                  <a:pt x="316" y="209"/>
                </a:lnTo>
                <a:lnTo>
                  <a:pt x="316" y="210"/>
                </a:lnTo>
                <a:lnTo>
                  <a:pt x="317" y="210"/>
                </a:lnTo>
                <a:lnTo>
                  <a:pt x="317" y="209"/>
                </a:lnTo>
                <a:lnTo>
                  <a:pt x="318" y="209"/>
                </a:lnTo>
                <a:lnTo>
                  <a:pt x="320" y="208"/>
                </a:lnTo>
                <a:lnTo>
                  <a:pt x="321" y="208"/>
                </a:lnTo>
                <a:lnTo>
                  <a:pt x="321" y="207"/>
                </a:lnTo>
                <a:lnTo>
                  <a:pt x="322" y="207"/>
                </a:lnTo>
                <a:lnTo>
                  <a:pt x="322" y="206"/>
                </a:lnTo>
                <a:lnTo>
                  <a:pt x="323" y="206"/>
                </a:lnTo>
                <a:lnTo>
                  <a:pt x="324" y="206"/>
                </a:lnTo>
                <a:lnTo>
                  <a:pt x="324" y="205"/>
                </a:lnTo>
                <a:lnTo>
                  <a:pt x="324" y="206"/>
                </a:lnTo>
                <a:lnTo>
                  <a:pt x="324" y="207"/>
                </a:lnTo>
                <a:lnTo>
                  <a:pt x="325" y="207"/>
                </a:lnTo>
                <a:lnTo>
                  <a:pt x="324" y="207"/>
                </a:lnTo>
                <a:lnTo>
                  <a:pt x="324" y="208"/>
                </a:lnTo>
                <a:lnTo>
                  <a:pt x="323" y="209"/>
                </a:lnTo>
                <a:lnTo>
                  <a:pt x="323" y="210"/>
                </a:lnTo>
                <a:lnTo>
                  <a:pt x="322" y="211"/>
                </a:lnTo>
                <a:lnTo>
                  <a:pt x="322" y="212"/>
                </a:lnTo>
                <a:lnTo>
                  <a:pt x="321" y="212"/>
                </a:lnTo>
                <a:lnTo>
                  <a:pt x="321" y="213"/>
                </a:lnTo>
                <a:lnTo>
                  <a:pt x="322" y="213"/>
                </a:lnTo>
                <a:lnTo>
                  <a:pt x="323" y="213"/>
                </a:lnTo>
                <a:lnTo>
                  <a:pt x="323" y="212"/>
                </a:lnTo>
                <a:lnTo>
                  <a:pt x="323" y="211"/>
                </a:lnTo>
                <a:lnTo>
                  <a:pt x="324" y="211"/>
                </a:lnTo>
                <a:lnTo>
                  <a:pt x="325" y="210"/>
                </a:lnTo>
                <a:lnTo>
                  <a:pt x="325" y="209"/>
                </a:lnTo>
                <a:lnTo>
                  <a:pt x="326" y="209"/>
                </a:lnTo>
                <a:lnTo>
                  <a:pt x="327" y="209"/>
                </a:lnTo>
                <a:lnTo>
                  <a:pt x="327" y="210"/>
                </a:lnTo>
                <a:lnTo>
                  <a:pt x="328" y="210"/>
                </a:lnTo>
                <a:lnTo>
                  <a:pt x="328" y="211"/>
                </a:lnTo>
                <a:lnTo>
                  <a:pt x="328" y="213"/>
                </a:lnTo>
                <a:lnTo>
                  <a:pt x="329" y="214"/>
                </a:lnTo>
                <a:lnTo>
                  <a:pt x="329" y="213"/>
                </a:lnTo>
                <a:lnTo>
                  <a:pt x="330" y="213"/>
                </a:lnTo>
                <a:lnTo>
                  <a:pt x="331" y="213"/>
                </a:lnTo>
                <a:lnTo>
                  <a:pt x="331" y="214"/>
                </a:lnTo>
                <a:lnTo>
                  <a:pt x="331" y="215"/>
                </a:lnTo>
                <a:lnTo>
                  <a:pt x="332" y="217"/>
                </a:lnTo>
                <a:lnTo>
                  <a:pt x="333" y="218"/>
                </a:lnTo>
                <a:lnTo>
                  <a:pt x="333" y="219"/>
                </a:lnTo>
                <a:lnTo>
                  <a:pt x="334" y="219"/>
                </a:lnTo>
                <a:lnTo>
                  <a:pt x="334" y="220"/>
                </a:lnTo>
                <a:lnTo>
                  <a:pt x="335" y="221"/>
                </a:lnTo>
                <a:lnTo>
                  <a:pt x="335" y="222"/>
                </a:lnTo>
                <a:lnTo>
                  <a:pt x="336" y="222"/>
                </a:lnTo>
                <a:lnTo>
                  <a:pt x="335" y="223"/>
                </a:lnTo>
                <a:lnTo>
                  <a:pt x="335" y="222"/>
                </a:lnTo>
                <a:lnTo>
                  <a:pt x="334" y="223"/>
                </a:lnTo>
                <a:lnTo>
                  <a:pt x="335" y="223"/>
                </a:lnTo>
                <a:lnTo>
                  <a:pt x="336" y="223"/>
                </a:lnTo>
                <a:lnTo>
                  <a:pt x="336" y="224"/>
                </a:lnTo>
                <a:lnTo>
                  <a:pt x="335" y="224"/>
                </a:lnTo>
                <a:lnTo>
                  <a:pt x="335" y="225"/>
                </a:lnTo>
                <a:lnTo>
                  <a:pt x="336" y="225"/>
                </a:lnTo>
                <a:lnTo>
                  <a:pt x="337" y="225"/>
                </a:lnTo>
                <a:lnTo>
                  <a:pt x="337" y="226"/>
                </a:lnTo>
                <a:lnTo>
                  <a:pt x="336" y="227"/>
                </a:lnTo>
                <a:lnTo>
                  <a:pt x="337" y="228"/>
                </a:lnTo>
                <a:lnTo>
                  <a:pt x="337" y="227"/>
                </a:lnTo>
                <a:lnTo>
                  <a:pt x="338" y="227"/>
                </a:lnTo>
                <a:lnTo>
                  <a:pt x="337" y="228"/>
                </a:lnTo>
                <a:lnTo>
                  <a:pt x="338" y="228"/>
                </a:lnTo>
                <a:lnTo>
                  <a:pt x="338" y="229"/>
                </a:lnTo>
                <a:lnTo>
                  <a:pt x="338" y="230"/>
                </a:lnTo>
                <a:lnTo>
                  <a:pt x="339" y="230"/>
                </a:lnTo>
                <a:lnTo>
                  <a:pt x="339" y="231"/>
                </a:lnTo>
                <a:lnTo>
                  <a:pt x="340" y="231"/>
                </a:lnTo>
                <a:lnTo>
                  <a:pt x="340" y="230"/>
                </a:lnTo>
                <a:lnTo>
                  <a:pt x="341" y="230"/>
                </a:lnTo>
                <a:lnTo>
                  <a:pt x="341" y="231"/>
                </a:lnTo>
                <a:lnTo>
                  <a:pt x="342" y="232"/>
                </a:lnTo>
                <a:lnTo>
                  <a:pt x="341" y="232"/>
                </a:lnTo>
                <a:lnTo>
                  <a:pt x="342" y="233"/>
                </a:lnTo>
                <a:lnTo>
                  <a:pt x="342" y="232"/>
                </a:lnTo>
                <a:lnTo>
                  <a:pt x="343" y="232"/>
                </a:lnTo>
                <a:lnTo>
                  <a:pt x="343" y="233"/>
                </a:lnTo>
                <a:lnTo>
                  <a:pt x="344" y="233"/>
                </a:lnTo>
                <a:lnTo>
                  <a:pt x="345" y="233"/>
                </a:lnTo>
                <a:lnTo>
                  <a:pt x="344" y="233"/>
                </a:lnTo>
                <a:lnTo>
                  <a:pt x="344" y="234"/>
                </a:lnTo>
                <a:lnTo>
                  <a:pt x="345" y="234"/>
                </a:lnTo>
                <a:lnTo>
                  <a:pt x="346" y="234"/>
                </a:lnTo>
                <a:lnTo>
                  <a:pt x="346" y="235"/>
                </a:lnTo>
                <a:lnTo>
                  <a:pt x="346" y="234"/>
                </a:lnTo>
                <a:lnTo>
                  <a:pt x="347" y="234"/>
                </a:lnTo>
                <a:lnTo>
                  <a:pt x="347" y="235"/>
                </a:lnTo>
                <a:lnTo>
                  <a:pt x="348" y="235"/>
                </a:lnTo>
                <a:lnTo>
                  <a:pt x="349" y="236"/>
                </a:lnTo>
                <a:lnTo>
                  <a:pt x="349" y="237"/>
                </a:lnTo>
                <a:lnTo>
                  <a:pt x="351" y="237"/>
                </a:lnTo>
                <a:lnTo>
                  <a:pt x="351" y="236"/>
                </a:lnTo>
                <a:lnTo>
                  <a:pt x="351" y="235"/>
                </a:lnTo>
                <a:lnTo>
                  <a:pt x="350" y="234"/>
                </a:lnTo>
                <a:lnTo>
                  <a:pt x="350" y="233"/>
                </a:lnTo>
                <a:lnTo>
                  <a:pt x="351" y="232"/>
                </a:lnTo>
                <a:lnTo>
                  <a:pt x="351" y="231"/>
                </a:lnTo>
                <a:lnTo>
                  <a:pt x="351" y="230"/>
                </a:lnTo>
                <a:lnTo>
                  <a:pt x="351" y="229"/>
                </a:lnTo>
                <a:lnTo>
                  <a:pt x="351" y="228"/>
                </a:lnTo>
                <a:lnTo>
                  <a:pt x="351" y="227"/>
                </a:lnTo>
                <a:lnTo>
                  <a:pt x="351" y="226"/>
                </a:lnTo>
                <a:lnTo>
                  <a:pt x="351" y="225"/>
                </a:lnTo>
                <a:lnTo>
                  <a:pt x="351" y="224"/>
                </a:lnTo>
                <a:lnTo>
                  <a:pt x="352" y="223"/>
                </a:lnTo>
                <a:lnTo>
                  <a:pt x="353" y="223"/>
                </a:lnTo>
                <a:lnTo>
                  <a:pt x="354" y="224"/>
                </a:lnTo>
                <a:lnTo>
                  <a:pt x="355" y="225"/>
                </a:lnTo>
                <a:lnTo>
                  <a:pt x="356" y="225"/>
                </a:lnTo>
                <a:lnTo>
                  <a:pt x="356" y="226"/>
                </a:lnTo>
                <a:lnTo>
                  <a:pt x="357" y="225"/>
                </a:lnTo>
                <a:lnTo>
                  <a:pt x="357" y="224"/>
                </a:lnTo>
                <a:lnTo>
                  <a:pt x="357" y="223"/>
                </a:lnTo>
                <a:lnTo>
                  <a:pt x="357" y="222"/>
                </a:lnTo>
                <a:lnTo>
                  <a:pt x="357" y="221"/>
                </a:lnTo>
                <a:lnTo>
                  <a:pt x="356" y="221"/>
                </a:lnTo>
                <a:lnTo>
                  <a:pt x="356" y="220"/>
                </a:lnTo>
                <a:lnTo>
                  <a:pt x="355" y="219"/>
                </a:lnTo>
                <a:lnTo>
                  <a:pt x="354" y="218"/>
                </a:lnTo>
                <a:lnTo>
                  <a:pt x="354" y="217"/>
                </a:lnTo>
                <a:lnTo>
                  <a:pt x="354" y="216"/>
                </a:lnTo>
                <a:lnTo>
                  <a:pt x="355" y="217"/>
                </a:lnTo>
                <a:lnTo>
                  <a:pt x="356" y="217"/>
                </a:lnTo>
                <a:lnTo>
                  <a:pt x="357" y="217"/>
                </a:lnTo>
                <a:lnTo>
                  <a:pt x="357" y="218"/>
                </a:lnTo>
                <a:lnTo>
                  <a:pt x="358" y="219"/>
                </a:lnTo>
                <a:lnTo>
                  <a:pt x="359" y="219"/>
                </a:lnTo>
                <a:lnTo>
                  <a:pt x="359" y="220"/>
                </a:lnTo>
                <a:lnTo>
                  <a:pt x="360" y="220"/>
                </a:lnTo>
                <a:lnTo>
                  <a:pt x="361" y="220"/>
                </a:lnTo>
                <a:lnTo>
                  <a:pt x="361" y="221"/>
                </a:lnTo>
                <a:lnTo>
                  <a:pt x="362" y="221"/>
                </a:lnTo>
                <a:lnTo>
                  <a:pt x="362" y="220"/>
                </a:lnTo>
                <a:lnTo>
                  <a:pt x="362" y="219"/>
                </a:lnTo>
                <a:lnTo>
                  <a:pt x="363" y="219"/>
                </a:lnTo>
                <a:lnTo>
                  <a:pt x="363" y="220"/>
                </a:lnTo>
                <a:lnTo>
                  <a:pt x="363" y="221"/>
                </a:lnTo>
                <a:lnTo>
                  <a:pt x="363" y="222"/>
                </a:lnTo>
                <a:lnTo>
                  <a:pt x="364" y="222"/>
                </a:lnTo>
                <a:lnTo>
                  <a:pt x="365" y="222"/>
                </a:lnTo>
                <a:lnTo>
                  <a:pt x="365" y="221"/>
                </a:lnTo>
                <a:lnTo>
                  <a:pt x="366" y="220"/>
                </a:lnTo>
                <a:lnTo>
                  <a:pt x="366" y="221"/>
                </a:lnTo>
                <a:lnTo>
                  <a:pt x="367" y="221"/>
                </a:lnTo>
                <a:lnTo>
                  <a:pt x="368" y="222"/>
                </a:lnTo>
                <a:lnTo>
                  <a:pt x="369" y="222"/>
                </a:lnTo>
                <a:lnTo>
                  <a:pt x="369" y="221"/>
                </a:lnTo>
                <a:lnTo>
                  <a:pt x="370" y="221"/>
                </a:lnTo>
                <a:lnTo>
                  <a:pt x="371" y="222"/>
                </a:lnTo>
                <a:lnTo>
                  <a:pt x="371" y="223"/>
                </a:lnTo>
                <a:lnTo>
                  <a:pt x="372" y="222"/>
                </a:lnTo>
                <a:lnTo>
                  <a:pt x="372" y="223"/>
                </a:lnTo>
                <a:lnTo>
                  <a:pt x="373" y="223"/>
                </a:lnTo>
                <a:lnTo>
                  <a:pt x="374" y="223"/>
                </a:lnTo>
                <a:lnTo>
                  <a:pt x="374" y="224"/>
                </a:lnTo>
                <a:lnTo>
                  <a:pt x="374" y="223"/>
                </a:lnTo>
                <a:lnTo>
                  <a:pt x="375" y="224"/>
                </a:lnTo>
                <a:lnTo>
                  <a:pt x="376" y="224"/>
                </a:lnTo>
                <a:lnTo>
                  <a:pt x="376" y="225"/>
                </a:lnTo>
                <a:lnTo>
                  <a:pt x="376" y="226"/>
                </a:lnTo>
                <a:lnTo>
                  <a:pt x="377" y="226"/>
                </a:lnTo>
                <a:lnTo>
                  <a:pt x="377" y="225"/>
                </a:lnTo>
                <a:lnTo>
                  <a:pt x="378" y="226"/>
                </a:lnTo>
                <a:lnTo>
                  <a:pt x="379" y="226"/>
                </a:lnTo>
                <a:lnTo>
                  <a:pt x="379" y="227"/>
                </a:lnTo>
                <a:lnTo>
                  <a:pt x="379" y="228"/>
                </a:lnTo>
                <a:lnTo>
                  <a:pt x="380" y="228"/>
                </a:lnTo>
                <a:lnTo>
                  <a:pt x="381" y="227"/>
                </a:lnTo>
                <a:lnTo>
                  <a:pt x="382" y="226"/>
                </a:lnTo>
                <a:lnTo>
                  <a:pt x="383" y="226"/>
                </a:lnTo>
                <a:lnTo>
                  <a:pt x="383" y="225"/>
                </a:lnTo>
                <a:lnTo>
                  <a:pt x="384" y="225"/>
                </a:lnTo>
                <a:lnTo>
                  <a:pt x="385" y="225"/>
                </a:lnTo>
                <a:lnTo>
                  <a:pt x="386" y="225"/>
                </a:lnTo>
                <a:lnTo>
                  <a:pt x="387" y="225"/>
                </a:lnTo>
                <a:lnTo>
                  <a:pt x="387" y="224"/>
                </a:lnTo>
                <a:lnTo>
                  <a:pt x="388" y="224"/>
                </a:lnTo>
                <a:lnTo>
                  <a:pt x="388" y="223"/>
                </a:lnTo>
                <a:lnTo>
                  <a:pt x="389" y="223"/>
                </a:lnTo>
                <a:lnTo>
                  <a:pt x="390" y="222"/>
                </a:lnTo>
                <a:lnTo>
                  <a:pt x="391" y="221"/>
                </a:lnTo>
                <a:lnTo>
                  <a:pt x="392" y="220"/>
                </a:lnTo>
                <a:lnTo>
                  <a:pt x="393" y="219"/>
                </a:lnTo>
                <a:lnTo>
                  <a:pt x="394" y="219"/>
                </a:lnTo>
                <a:lnTo>
                  <a:pt x="394" y="218"/>
                </a:lnTo>
                <a:lnTo>
                  <a:pt x="395" y="218"/>
                </a:lnTo>
                <a:lnTo>
                  <a:pt x="396" y="218"/>
                </a:lnTo>
                <a:lnTo>
                  <a:pt x="396" y="219"/>
                </a:lnTo>
                <a:lnTo>
                  <a:pt x="397" y="220"/>
                </a:lnTo>
                <a:lnTo>
                  <a:pt x="398" y="220"/>
                </a:lnTo>
                <a:lnTo>
                  <a:pt x="399" y="220"/>
                </a:lnTo>
                <a:lnTo>
                  <a:pt x="399" y="219"/>
                </a:lnTo>
                <a:lnTo>
                  <a:pt x="400" y="219"/>
                </a:lnTo>
                <a:lnTo>
                  <a:pt x="400" y="220"/>
                </a:lnTo>
                <a:lnTo>
                  <a:pt x="400" y="221"/>
                </a:lnTo>
                <a:lnTo>
                  <a:pt x="399" y="221"/>
                </a:lnTo>
                <a:lnTo>
                  <a:pt x="399" y="222"/>
                </a:lnTo>
                <a:lnTo>
                  <a:pt x="399" y="224"/>
                </a:lnTo>
                <a:lnTo>
                  <a:pt x="400" y="224"/>
                </a:lnTo>
                <a:lnTo>
                  <a:pt x="400" y="225"/>
                </a:lnTo>
                <a:lnTo>
                  <a:pt x="401" y="225"/>
                </a:lnTo>
                <a:lnTo>
                  <a:pt x="401" y="224"/>
                </a:lnTo>
                <a:lnTo>
                  <a:pt x="400" y="224"/>
                </a:lnTo>
                <a:lnTo>
                  <a:pt x="400" y="223"/>
                </a:lnTo>
                <a:lnTo>
                  <a:pt x="400" y="222"/>
                </a:lnTo>
                <a:lnTo>
                  <a:pt x="401" y="221"/>
                </a:lnTo>
                <a:lnTo>
                  <a:pt x="402" y="221"/>
                </a:lnTo>
                <a:lnTo>
                  <a:pt x="403" y="221"/>
                </a:lnTo>
                <a:lnTo>
                  <a:pt x="404" y="221"/>
                </a:lnTo>
                <a:lnTo>
                  <a:pt x="405" y="220"/>
                </a:lnTo>
                <a:lnTo>
                  <a:pt x="406" y="220"/>
                </a:lnTo>
                <a:lnTo>
                  <a:pt x="407" y="219"/>
                </a:lnTo>
                <a:lnTo>
                  <a:pt x="407" y="218"/>
                </a:lnTo>
                <a:lnTo>
                  <a:pt x="408" y="218"/>
                </a:lnTo>
                <a:lnTo>
                  <a:pt x="409" y="217"/>
                </a:lnTo>
                <a:lnTo>
                  <a:pt x="409" y="216"/>
                </a:lnTo>
                <a:lnTo>
                  <a:pt x="410" y="215"/>
                </a:lnTo>
                <a:lnTo>
                  <a:pt x="411" y="214"/>
                </a:lnTo>
                <a:lnTo>
                  <a:pt x="411" y="213"/>
                </a:lnTo>
                <a:lnTo>
                  <a:pt x="412" y="212"/>
                </a:lnTo>
                <a:lnTo>
                  <a:pt x="412" y="211"/>
                </a:lnTo>
                <a:lnTo>
                  <a:pt x="412" y="210"/>
                </a:lnTo>
                <a:lnTo>
                  <a:pt x="412" y="209"/>
                </a:lnTo>
                <a:lnTo>
                  <a:pt x="412" y="208"/>
                </a:lnTo>
                <a:lnTo>
                  <a:pt x="412" y="207"/>
                </a:lnTo>
                <a:lnTo>
                  <a:pt x="412" y="206"/>
                </a:lnTo>
                <a:lnTo>
                  <a:pt x="413" y="206"/>
                </a:lnTo>
                <a:lnTo>
                  <a:pt x="413" y="205"/>
                </a:lnTo>
                <a:lnTo>
                  <a:pt x="412" y="204"/>
                </a:lnTo>
                <a:lnTo>
                  <a:pt x="413" y="203"/>
                </a:lnTo>
                <a:lnTo>
                  <a:pt x="413" y="202"/>
                </a:lnTo>
                <a:lnTo>
                  <a:pt x="413" y="201"/>
                </a:lnTo>
                <a:lnTo>
                  <a:pt x="413" y="200"/>
                </a:lnTo>
                <a:lnTo>
                  <a:pt x="414" y="200"/>
                </a:lnTo>
                <a:lnTo>
                  <a:pt x="413" y="199"/>
                </a:lnTo>
                <a:lnTo>
                  <a:pt x="412" y="198"/>
                </a:lnTo>
                <a:lnTo>
                  <a:pt x="412" y="197"/>
                </a:lnTo>
                <a:lnTo>
                  <a:pt x="412" y="195"/>
                </a:lnTo>
                <a:lnTo>
                  <a:pt x="411" y="195"/>
                </a:lnTo>
                <a:lnTo>
                  <a:pt x="410" y="195"/>
                </a:lnTo>
                <a:lnTo>
                  <a:pt x="410" y="194"/>
                </a:lnTo>
                <a:lnTo>
                  <a:pt x="410" y="193"/>
                </a:lnTo>
                <a:lnTo>
                  <a:pt x="409" y="193"/>
                </a:lnTo>
                <a:lnTo>
                  <a:pt x="409" y="192"/>
                </a:lnTo>
                <a:lnTo>
                  <a:pt x="408" y="192"/>
                </a:lnTo>
                <a:lnTo>
                  <a:pt x="408" y="191"/>
                </a:lnTo>
                <a:lnTo>
                  <a:pt x="407" y="191"/>
                </a:lnTo>
                <a:lnTo>
                  <a:pt x="406" y="190"/>
                </a:lnTo>
                <a:lnTo>
                  <a:pt x="405" y="190"/>
                </a:lnTo>
                <a:lnTo>
                  <a:pt x="404" y="190"/>
                </a:lnTo>
                <a:lnTo>
                  <a:pt x="403" y="190"/>
                </a:lnTo>
                <a:lnTo>
                  <a:pt x="402" y="188"/>
                </a:lnTo>
                <a:lnTo>
                  <a:pt x="403" y="187"/>
                </a:lnTo>
                <a:lnTo>
                  <a:pt x="403" y="186"/>
                </a:lnTo>
                <a:lnTo>
                  <a:pt x="402" y="185"/>
                </a:lnTo>
                <a:lnTo>
                  <a:pt x="403" y="184"/>
                </a:lnTo>
                <a:lnTo>
                  <a:pt x="403" y="183"/>
                </a:lnTo>
                <a:lnTo>
                  <a:pt x="403" y="182"/>
                </a:lnTo>
                <a:lnTo>
                  <a:pt x="403" y="181"/>
                </a:lnTo>
                <a:lnTo>
                  <a:pt x="403" y="179"/>
                </a:lnTo>
                <a:lnTo>
                  <a:pt x="403" y="178"/>
                </a:lnTo>
                <a:lnTo>
                  <a:pt x="404" y="178"/>
                </a:lnTo>
                <a:lnTo>
                  <a:pt x="406" y="179"/>
                </a:lnTo>
                <a:lnTo>
                  <a:pt x="407" y="179"/>
                </a:lnTo>
                <a:lnTo>
                  <a:pt x="408" y="179"/>
                </a:lnTo>
                <a:lnTo>
                  <a:pt x="409" y="179"/>
                </a:lnTo>
                <a:lnTo>
                  <a:pt x="408" y="178"/>
                </a:lnTo>
                <a:lnTo>
                  <a:pt x="408" y="177"/>
                </a:lnTo>
                <a:lnTo>
                  <a:pt x="408" y="176"/>
                </a:lnTo>
                <a:lnTo>
                  <a:pt x="407" y="176"/>
                </a:lnTo>
                <a:lnTo>
                  <a:pt x="407" y="175"/>
                </a:lnTo>
                <a:lnTo>
                  <a:pt x="408" y="175"/>
                </a:lnTo>
                <a:lnTo>
                  <a:pt x="408" y="174"/>
                </a:lnTo>
                <a:lnTo>
                  <a:pt x="409" y="174"/>
                </a:lnTo>
                <a:lnTo>
                  <a:pt x="409" y="173"/>
                </a:lnTo>
                <a:lnTo>
                  <a:pt x="409" y="172"/>
                </a:lnTo>
                <a:lnTo>
                  <a:pt x="409" y="171"/>
                </a:lnTo>
                <a:lnTo>
                  <a:pt x="408" y="171"/>
                </a:lnTo>
                <a:lnTo>
                  <a:pt x="407" y="170"/>
                </a:lnTo>
                <a:lnTo>
                  <a:pt x="408" y="170"/>
                </a:lnTo>
                <a:lnTo>
                  <a:pt x="407" y="170"/>
                </a:lnTo>
                <a:lnTo>
                  <a:pt x="406" y="170"/>
                </a:lnTo>
                <a:lnTo>
                  <a:pt x="405" y="170"/>
                </a:lnTo>
                <a:lnTo>
                  <a:pt x="405" y="169"/>
                </a:lnTo>
                <a:lnTo>
                  <a:pt x="405" y="168"/>
                </a:lnTo>
                <a:lnTo>
                  <a:pt x="405" y="166"/>
                </a:lnTo>
                <a:lnTo>
                  <a:pt x="405" y="165"/>
                </a:lnTo>
                <a:lnTo>
                  <a:pt x="406" y="165"/>
                </a:lnTo>
                <a:lnTo>
                  <a:pt x="407" y="165"/>
                </a:lnTo>
                <a:lnTo>
                  <a:pt x="408" y="164"/>
                </a:lnTo>
                <a:lnTo>
                  <a:pt x="408" y="163"/>
                </a:lnTo>
                <a:lnTo>
                  <a:pt x="407" y="162"/>
                </a:lnTo>
                <a:lnTo>
                  <a:pt x="407" y="161"/>
                </a:lnTo>
                <a:lnTo>
                  <a:pt x="406" y="161"/>
                </a:lnTo>
                <a:lnTo>
                  <a:pt x="406" y="160"/>
                </a:lnTo>
                <a:lnTo>
                  <a:pt x="406" y="159"/>
                </a:lnTo>
                <a:lnTo>
                  <a:pt x="407" y="158"/>
                </a:lnTo>
                <a:lnTo>
                  <a:pt x="406" y="157"/>
                </a:lnTo>
                <a:lnTo>
                  <a:pt x="405" y="157"/>
                </a:lnTo>
                <a:lnTo>
                  <a:pt x="405" y="156"/>
                </a:lnTo>
                <a:lnTo>
                  <a:pt x="404" y="156"/>
                </a:lnTo>
                <a:lnTo>
                  <a:pt x="404" y="155"/>
                </a:lnTo>
                <a:lnTo>
                  <a:pt x="404" y="154"/>
                </a:lnTo>
                <a:lnTo>
                  <a:pt x="404" y="153"/>
                </a:lnTo>
                <a:lnTo>
                  <a:pt x="405" y="153"/>
                </a:lnTo>
                <a:lnTo>
                  <a:pt x="405" y="152"/>
                </a:lnTo>
                <a:lnTo>
                  <a:pt x="404" y="152"/>
                </a:lnTo>
                <a:lnTo>
                  <a:pt x="403" y="152"/>
                </a:lnTo>
                <a:lnTo>
                  <a:pt x="403" y="151"/>
                </a:lnTo>
                <a:lnTo>
                  <a:pt x="403" y="150"/>
                </a:lnTo>
                <a:lnTo>
                  <a:pt x="404" y="149"/>
                </a:lnTo>
                <a:lnTo>
                  <a:pt x="403" y="148"/>
                </a:lnTo>
                <a:lnTo>
                  <a:pt x="404" y="148"/>
                </a:lnTo>
                <a:lnTo>
                  <a:pt x="404" y="147"/>
                </a:lnTo>
                <a:lnTo>
                  <a:pt x="404" y="148"/>
                </a:lnTo>
                <a:lnTo>
                  <a:pt x="405" y="147"/>
                </a:lnTo>
                <a:lnTo>
                  <a:pt x="406" y="147"/>
                </a:lnTo>
                <a:lnTo>
                  <a:pt x="406" y="146"/>
                </a:lnTo>
                <a:lnTo>
                  <a:pt x="407" y="146"/>
                </a:lnTo>
                <a:lnTo>
                  <a:pt x="407" y="145"/>
                </a:lnTo>
                <a:lnTo>
                  <a:pt x="407" y="144"/>
                </a:lnTo>
                <a:lnTo>
                  <a:pt x="408" y="145"/>
                </a:lnTo>
                <a:lnTo>
                  <a:pt x="409" y="145"/>
                </a:lnTo>
                <a:lnTo>
                  <a:pt x="409" y="144"/>
                </a:lnTo>
                <a:lnTo>
                  <a:pt x="409" y="143"/>
                </a:lnTo>
                <a:lnTo>
                  <a:pt x="410" y="142"/>
                </a:lnTo>
                <a:lnTo>
                  <a:pt x="411" y="142"/>
                </a:lnTo>
                <a:lnTo>
                  <a:pt x="412" y="142"/>
                </a:lnTo>
                <a:lnTo>
                  <a:pt x="412" y="143"/>
                </a:lnTo>
                <a:lnTo>
                  <a:pt x="412" y="144"/>
                </a:lnTo>
                <a:lnTo>
                  <a:pt x="413" y="144"/>
                </a:lnTo>
                <a:lnTo>
                  <a:pt x="414" y="144"/>
                </a:lnTo>
                <a:lnTo>
                  <a:pt x="414" y="143"/>
                </a:lnTo>
                <a:lnTo>
                  <a:pt x="414" y="142"/>
                </a:lnTo>
                <a:lnTo>
                  <a:pt x="415" y="142"/>
                </a:lnTo>
                <a:lnTo>
                  <a:pt x="416" y="143"/>
                </a:lnTo>
                <a:lnTo>
                  <a:pt x="417" y="143"/>
                </a:lnTo>
                <a:lnTo>
                  <a:pt x="419" y="143"/>
                </a:lnTo>
                <a:lnTo>
                  <a:pt x="419" y="142"/>
                </a:lnTo>
                <a:lnTo>
                  <a:pt x="420" y="143"/>
                </a:lnTo>
                <a:lnTo>
                  <a:pt x="421" y="143"/>
                </a:lnTo>
                <a:lnTo>
                  <a:pt x="422" y="143"/>
                </a:lnTo>
                <a:lnTo>
                  <a:pt x="423" y="144"/>
                </a:lnTo>
                <a:lnTo>
                  <a:pt x="423" y="145"/>
                </a:lnTo>
                <a:lnTo>
                  <a:pt x="423" y="146"/>
                </a:lnTo>
                <a:lnTo>
                  <a:pt x="424" y="146"/>
                </a:lnTo>
                <a:lnTo>
                  <a:pt x="425" y="146"/>
                </a:lnTo>
                <a:lnTo>
                  <a:pt x="425" y="147"/>
                </a:lnTo>
                <a:lnTo>
                  <a:pt x="425" y="148"/>
                </a:lnTo>
                <a:lnTo>
                  <a:pt x="426" y="149"/>
                </a:lnTo>
                <a:lnTo>
                  <a:pt x="427" y="151"/>
                </a:lnTo>
                <a:lnTo>
                  <a:pt x="427" y="152"/>
                </a:lnTo>
                <a:lnTo>
                  <a:pt x="428" y="152"/>
                </a:lnTo>
                <a:lnTo>
                  <a:pt x="428" y="153"/>
                </a:lnTo>
                <a:lnTo>
                  <a:pt x="428" y="154"/>
                </a:lnTo>
                <a:lnTo>
                  <a:pt x="429" y="154"/>
                </a:lnTo>
                <a:lnTo>
                  <a:pt x="429" y="155"/>
                </a:lnTo>
                <a:lnTo>
                  <a:pt x="430" y="155"/>
                </a:lnTo>
                <a:lnTo>
                  <a:pt x="430" y="156"/>
                </a:lnTo>
                <a:lnTo>
                  <a:pt x="430" y="157"/>
                </a:lnTo>
                <a:lnTo>
                  <a:pt x="430" y="158"/>
                </a:lnTo>
                <a:lnTo>
                  <a:pt x="431" y="158"/>
                </a:lnTo>
                <a:lnTo>
                  <a:pt x="432" y="157"/>
                </a:lnTo>
                <a:lnTo>
                  <a:pt x="432" y="156"/>
                </a:lnTo>
                <a:lnTo>
                  <a:pt x="432" y="155"/>
                </a:lnTo>
                <a:lnTo>
                  <a:pt x="432" y="154"/>
                </a:lnTo>
                <a:lnTo>
                  <a:pt x="432" y="153"/>
                </a:lnTo>
                <a:lnTo>
                  <a:pt x="432" y="152"/>
                </a:lnTo>
                <a:lnTo>
                  <a:pt x="432" y="151"/>
                </a:lnTo>
                <a:lnTo>
                  <a:pt x="431" y="151"/>
                </a:lnTo>
                <a:lnTo>
                  <a:pt x="432" y="150"/>
                </a:lnTo>
                <a:lnTo>
                  <a:pt x="432" y="149"/>
                </a:lnTo>
                <a:lnTo>
                  <a:pt x="433" y="149"/>
                </a:lnTo>
                <a:lnTo>
                  <a:pt x="433" y="148"/>
                </a:lnTo>
                <a:lnTo>
                  <a:pt x="434" y="149"/>
                </a:lnTo>
                <a:lnTo>
                  <a:pt x="435" y="148"/>
                </a:lnTo>
                <a:lnTo>
                  <a:pt x="436" y="148"/>
                </a:lnTo>
                <a:lnTo>
                  <a:pt x="437" y="148"/>
                </a:lnTo>
                <a:lnTo>
                  <a:pt x="438" y="149"/>
                </a:lnTo>
                <a:lnTo>
                  <a:pt x="439" y="149"/>
                </a:lnTo>
                <a:lnTo>
                  <a:pt x="440" y="149"/>
                </a:lnTo>
                <a:lnTo>
                  <a:pt x="441" y="149"/>
                </a:lnTo>
                <a:lnTo>
                  <a:pt x="442" y="149"/>
                </a:lnTo>
                <a:lnTo>
                  <a:pt x="443" y="149"/>
                </a:lnTo>
                <a:lnTo>
                  <a:pt x="443" y="150"/>
                </a:lnTo>
                <a:lnTo>
                  <a:pt x="443" y="151"/>
                </a:lnTo>
                <a:lnTo>
                  <a:pt x="444" y="151"/>
                </a:lnTo>
                <a:lnTo>
                  <a:pt x="444" y="152"/>
                </a:lnTo>
                <a:lnTo>
                  <a:pt x="445" y="152"/>
                </a:lnTo>
                <a:lnTo>
                  <a:pt x="445" y="153"/>
                </a:lnTo>
                <a:lnTo>
                  <a:pt x="445" y="154"/>
                </a:lnTo>
                <a:lnTo>
                  <a:pt x="446" y="154"/>
                </a:lnTo>
                <a:lnTo>
                  <a:pt x="446" y="155"/>
                </a:lnTo>
                <a:lnTo>
                  <a:pt x="447" y="155"/>
                </a:lnTo>
                <a:lnTo>
                  <a:pt x="448" y="156"/>
                </a:lnTo>
                <a:lnTo>
                  <a:pt x="449" y="157"/>
                </a:lnTo>
                <a:lnTo>
                  <a:pt x="450" y="157"/>
                </a:lnTo>
                <a:lnTo>
                  <a:pt x="450" y="158"/>
                </a:lnTo>
                <a:lnTo>
                  <a:pt x="451" y="159"/>
                </a:lnTo>
                <a:lnTo>
                  <a:pt x="452" y="159"/>
                </a:lnTo>
                <a:lnTo>
                  <a:pt x="452" y="160"/>
                </a:lnTo>
                <a:lnTo>
                  <a:pt x="453" y="162"/>
                </a:lnTo>
                <a:lnTo>
                  <a:pt x="454" y="162"/>
                </a:lnTo>
                <a:lnTo>
                  <a:pt x="454" y="163"/>
                </a:lnTo>
                <a:lnTo>
                  <a:pt x="455" y="164"/>
                </a:lnTo>
                <a:lnTo>
                  <a:pt x="456" y="165"/>
                </a:lnTo>
                <a:lnTo>
                  <a:pt x="456" y="166"/>
                </a:lnTo>
                <a:lnTo>
                  <a:pt x="457" y="166"/>
                </a:lnTo>
                <a:lnTo>
                  <a:pt x="457" y="165"/>
                </a:lnTo>
                <a:lnTo>
                  <a:pt x="458" y="164"/>
                </a:lnTo>
                <a:lnTo>
                  <a:pt x="458" y="163"/>
                </a:lnTo>
                <a:lnTo>
                  <a:pt x="459" y="163"/>
                </a:lnTo>
                <a:lnTo>
                  <a:pt x="459" y="162"/>
                </a:lnTo>
                <a:lnTo>
                  <a:pt x="460" y="161"/>
                </a:lnTo>
                <a:lnTo>
                  <a:pt x="460" y="159"/>
                </a:lnTo>
                <a:lnTo>
                  <a:pt x="460" y="158"/>
                </a:lnTo>
                <a:lnTo>
                  <a:pt x="461" y="157"/>
                </a:lnTo>
                <a:lnTo>
                  <a:pt x="462" y="157"/>
                </a:lnTo>
                <a:lnTo>
                  <a:pt x="462" y="156"/>
                </a:lnTo>
                <a:lnTo>
                  <a:pt x="463" y="155"/>
                </a:lnTo>
                <a:lnTo>
                  <a:pt x="463" y="154"/>
                </a:lnTo>
                <a:lnTo>
                  <a:pt x="462" y="153"/>
                </a:lnTo>
                <a:lnTo>
                  <a:pt x="463" y="152"/>
                </a:lnTo>
                <a:lnTo>
                  <a:pt x="465" y="152"/>
                </a:lnTo>
                <a:lnTo>
                  <a:pt x="466" y="151"/>
                </a:lnTo>
                <a:lnTo>
                  <a:pt x="466" y="150"/>
                </a:lnTo>
                <a:lnTo>
                  <a:pt x="467" y="150"/>
                </a:lnTo>
                <a:lnTo>
                  <a:pt x="467" y="149"/>
                </a:lnTo>
                <a:lnTo>
                  <a:pt x="467" y="148"/>
                </a:lnTo>
                <a:lnTo>
                  <a:pt x="468" y="148"/>
                </a:lnTo>
                <a:lnTo>
                  <a:pt x="468" y="147"/>
                </a:lnTo>
                <a:lnTo>
                  <a:pt x="468" y="146"/>
                </a:lnTo>
                <a:lnTo>
                  <a:pt x="467" y="146"/>
                </a:lnTo>
                <a:lnTo>
                  <a:pt x="468" y="146"/>
                </a:lnTo>
                <a:lnTo>
                  <a:pt x="468" y="145"/>
                </a:lnTo>
                <a:lnTo>
                  <a:pt x="469" y="145"/>
                </a:lnTo>
                <a:lnTo>
                  <a:pt x="469" y="144"/>
                </a:lnTo>
                <a:lnTo>
                  <a:pt x="469" y="143"/>
                </a:lnTo>
                <a:lnTo>
                  <a:pt x="468" y="142"/>
                </a:lnTo>
                <a:lnTo>
                  <a:pt x="467" y="142"/>
                </a:lnTo>
                <a:lnTo>
                  <a:pt x="466" y="141"/>
                </a:lnTo>
                <a:lnTo>
                  <a:pt x="466" y="140"/>
                </a:lnTo>
                <a:lnTo>
                  <a:pt x="465" y="140"/>
                </a:lnTo>
                <a:lnTo>
                  <a:pt x="463" y="140"/>
                </a:lnTo>
                <a:lnTo>
                  <a:pt x="462" y="140"/>
                </a:lnTo>
                <a:lnTo>
                  <a:pt x="462" y="139"/>
                </a:lnTo>
                <a:lnTo>
                  <a:pt x="461" y="139"/>
                </a:lnTo>
                <a:lnTo>
                  <a:pt x="461" y="138"/>
                </a:lnTo>
                <a:lnTo>
                  <a:pt x="460" y="138"/>
                </a:lnTo>
                <a:lnTo>
                  <a:pt x="460" y="137"/>
                </a:lnTo>
                <a:lnTo>
                  <a:pt x="460" y="136"/>
                </a:lnTo>
                <a:lnTo>
                  <a:pt x="460" y="135"/>
                </a:lnTo>
                <a:lnTo>
                  <a:pt x="460" y="134"/>
                </a:lnTo>
                <a:lnTo>
                  <a:pt x="460" y="133"/>
                </a:lnTo>
                <a:lnTo>
                  <a:pt x="461" y="132"/>
                </a:lnTo>
                <a:lnTo>
                  <a:pt x="461" y="131"/>
                </a:lnTo>
                <a:lnTo>
                  <a:pt x="461" y="130"/>
                </a:lnTo>
                <a:lnTo>
                  <a:pt x="461" y="129"/>
                </a:lnTo>
                <a:lnTo>
                  <a:pt x="462" y="128"/>
                </a:lnTo>
                <a:lnTo>
                  <a:pt x="463" y="128"/>
                </a:lnTo>
                <a:lnTo>
                  <a:pt x="463" y="127"/>
                </a:lnTo>
                <a:lnTo>
                  <a:pt x="463" y="126"/>
                </a:lnTo>
                <a:lnTo>
                  <a:pt x="464" y="125"/>
                </a:lnTo>
                <a:lnTo>
                  <a:pt x="464" y="124"/>
                </a:lnTo>
                <a:lnTo>
                  <a:pt x="465" y="124"/>
                </a:lnTo>
                <a:lnTo>
                  <a:pt x="465" y="123"/>
                </a:lnTo>
                <a:lnTo>
                  <a:pt x="465" y="122"/>
                </a:lnTo>
                <a:lnTo>
                  <a:pt x="466" y="122"/>
                </a:lnTo>
                <a:lnTo>
                  <a:pt x="467" y="122"/>
                </a:lnTo>
                <a:lnTo>
                  <a:pt x="467" y="121"/>
                </a:lnTo>
                <a:lnTo>
                  <a:pt x="468" y="121"/>
                </a:lnTo>
                <a:lnTo>
                  <a:pt x="469" y="121"/>
                </a:lnTo>
                <a:lnTo>
                  <a:pt x="470" y="121"/>
                </a:lnTo>
                <a:lnTo>
                  <a:pt x="473" y="121"/>
                </a:lnTo>
                <a:lnTo>
                  <a:pt x="473" y="120"/>
                </a:lnTo>
                <a:lnTo>
                  <a:pt x="473" y="119"/>
                </a:lnTo>
                <a:lnTo>
                  <a:pt x="473" y="117"/>
                </a:lnTo>
                <a:lnTo>
                  <a:pt x="473" y="116"/>
                </a:lnTo>
                <a:lnTo>
                  <a:pt x="474" y="115"/>
                </a:lnTo>
                <a:lnTo>
                  <a:pt x="474" y="114"/>
                </a:lnTo>
                <a:lnTo>
                  <a:pt x="473" y="113"/>
                </a:lnTo>
                <a:lnTo>
                  <a:pt x="474" y="112"/>
                </a:lnTo>
                <a:lnTo>
                  <a:pt x="474" y="111"/>
                </a:lnTo>
                <a:lnTo>
                  <a:pt x="474" y="110"/>
                </a:lnTo>
                <a:lnTo>
                  <a:pt x="474" y="109"/>
                </a:lnTo>
                <a:lnTo>
                  <a:pt x="473" y="109"/>
                </a:lnTo>
                <a:lnTo>
                  <a:pt x="473" y="108"/>
                </a:lnTo>
                <a:lnTo>
                  <a:pt x="474" y="108"/>
                </a:lnTo>
                <a:lnTo>
                  <a:pt x="474" y="107"/>
                </a:lnTo>
                <a:lnTo>
                  <a:pt x="475" y="107"/>
                </a:lnTo>
                <a:lnTo>
                  <a:pt x="476" y="107"/>
                </a:lnTo>
                <a:lnTo>
                  <a:pt x="477" y="107"/>
                </a:lnTo>
                <a:lnTo>
                  <a:pt x="477" y="108"/>
                </a:lnTo>
                <a:lnTo>
                  <a:pt x="478" y="108"/>
                </a:lnTo>
                <a:lnTo>
                  <a:pt x="479" y="107"/>
                </a:lnTo>
                <a:lnTo>
                  <a:pt x="480" y="107"/>
                </a:lnTo>
                <a:lnTo>
                  <a:pt x="480" y="106"/>
                </a:lnTo>
                <a:lnTo>
                  <a:pt x="480" y="105"/>
                </a:lnTo>
                <a:lnTo>
                  <a:pt x="480" y="104"/>
                </a:lnTo>
                <a:lnTo>
                  <a:pt x="480" y="102"/>
                </a:lnTo>
                <a:lnTo>
                  <a:pt x="481" y="102"/>
                </a:lnTo>
                <a:lnTo>
                  <a:pt x="481" y="101"/>
                </a:lnTo>
                <a:lnTo>
                  <a:pt x="482" y="101"/>
                </a:lnTo>
                <a:lnTo>
                  <a:pt x="482" y="102"/>
                </a:lnTo>
                <a:lnTo>
                  <a:pt x="483" y="103"/>
                </a:lnTo>
                <a:lnTo>
                  <a:pt x="485" y="104"/>
                </a:lnTo>
                <a:lnTo>
                  <a:pt x="486" y="104"/>
                </a:lnTo>
                <a:lnTo>
                  <a:pt x="485" y="105"/>
                </a:lnTo>
                <a:lnTo>
                  <a:pt x="485" y="106"/>
                </a:lnTo>
                <a:lnTo>
                  <a:pt x="486" y="106"/>
                </a:lnTo>
                <a:lnTo>
                  <a:pt x="487" y="107"/>
                </a:lnTo>
                <a:lnTo>
                  <a:pt x="487" y="108"/>
                </a:lnTo>
                <a:lnTo>
                  <a:pt x="488" y="108"/>
                </a:lnTo>
                <a:lnTo>
                  <a:pt x="488" y="109"/>
                </a:lnTo>
                <a:lnTo>
                  <a:pt x="488" y="110"/>
                </a:lnTo>
                <a:lnTo>
                  <a:pt x="487" y="112"/>
                </a:lnTo>
                <a:lnTo>
                  <a:pt x="487" y="113"/>
                </a:lnTo>
                <a:lnTo>
                  <a:pt x="487" y="114"/>
                </a:lnTo>
                <a:lnTo>
                  <a:pt x="487" y="115"/>
                </a:lnTo>
                <a:lnTo>
                  <a:pt x="487" y="116"/>
                </a:lnTo>
                <a:lnTo>
                  <a:pt x="487" y="117"/>
                </a:lnTo>
                <a:lnTo>
                  <a:pt x="488" y="117"/>
                </a:lnTo>
                <a:lnTo>
                  <a:pt x="488" y="118"/>
                </a:lnTo>
                <a:lnTo>
                  <a:pt x="489" y="118"/>
                </a:lnTo>
                <a:lnTo>
                  <a:pt x="490" y="118"/>
                </a:lnTo>
                <a:lnTo>
                  <a:pt x="490" y="119"/>
                </a:lnTo>
                <a:lnTo>
                  <a:pt x="489" y="120"/>
                </a:lnTo>
                <a:lnTo>
                  <a:pt x="489" y="121"/>
                </a:lnTo>
                <a:lnTo>
                  <a:pt x="490" y="122"/>
                </a:lnTo>
                <a:lnTo>
                  <a:pt x="492" y="122"/>
                </a:lnTo>
                <a:lnTo>
                  <a:pt x="491" y="122"/>
                </a:lnTo>
                <a:lnTo>
                  <a:pt x="490" y="123"/>
                </a:lnTo>
                <a:lnTo>
                  <a:pt x="489" y="123"/>
                </a:lnTo>
                <a:lnTo>
                  <a:pt x="488" y="124"/>
                </a:lnTo>
                <a:lnTo>
                  <a:pt x="488" y="125"/>
                </a:lnTo>
                <a:lnTo>
                  <a:pt x="489" y="125"/>
                </a:lnTo>
                <a:lnTo>
                  <a:pt x="488" y="126"/>
                </a:lnTo>
                <a:lnTo>
                  <a:pt x="488" y="127"/>
                </a:lnTo>
                <a:lnTo>
                  <a:pt x="487" y="127"/>
                </a:lnTo>
                <a:lnTo>
                  <a:pt x="487" y="128"/>
                </a:lnTo>
                <a:lnTo>
                  <a:pt x="486" y="128"/>
                </a:lnTo>
                <a:lnTo>
                  <a:pt x="485" y="129"/>
                </a:lnTo>
                <a:lnTo>
                  <a:pt x="485" y="130"/>
                </a:lnTo>
                <a:lnTo>
                  <a:pt x="485" y="131"/>
                </a:lnTo>
                <a:lnTo>
                  <a:pt x="484" y="132"/>
                </a:lnTo>
                <a:lnTo>
                  <a:pt x="485" y="132"/>
                </a:lnTo>
                <a:lnTo>
                  <a:pt x="485" y="133"/>
                </a:lnTo>
                <a:lnTo>
                  <a:pt x="484" y="133"/>
                </a:lnTo>
                <a:lnTo>
                  <a:pt x="484" y="134"/>
                </a:lnTo>
                <a:lnTo>
                  <a:pt x="484" y="136"/>
                </a:lnTo>
                <a:lnTo>
                  <a:pt x="483" y="137"/>
                </a:lnTo>
                <a:lnTo>
                  <a:pt x="484" y="137"/>
                </a:lnTo>
                <a:lnTo>
                  <a:pt x="484" y="138"/>
                </a:lnTo>
                <a:lnTo>
                  <a:pt x="484" y="139"/>
                </a:lnTo>
                <a:lnTo>
                  <a:pt x="483" y="139"/>
                </a:lnTo>
                <a:lnTo>
                  <a:pt x="482" y="139"/>
                </a:lnTo>
                <a:lnTo>
                  <a:pt x="481" y="139"/>
                </a:lnTo>
                <a:lnTo>
                  <a:pt x="481" y="140"/>
                </a:lnTo>
                <a:lnTo>
                  <a:pt x="481" y="141"/>
                </a:lnTo>
                <a:lnTo>
                  <a:pt x="480" y="141"/>
                </a:lnTo>
                <a:lnTo>
                  <a:pt x="479" y="141"/>
                </a:lnTo>
                <a:lnTo>
                  <a:pt x="479" y="142"/>
                </a:lnTo>
                <a:lnTo>
                  <a:pt x="479" y="143"/>
                </a:lnTo>
                <a:lnTo>
                  <a:pt x="478" y="143"/>
                </a:lnTo>
                <a:lnTo>
                  <a:pt x="478" y="144"/>
                </a:lnTo>
                <a:lnTo>
                  <a:pt x="477" y="143"/>
                </a:lnTo>
                <a:lnTo>
                  <a:pt x="477" y="142"/>
                </a:lnTo>
                <a:lnTo>
                  <a:pt x="476" y="142"/>
                </a:lnTo>
                <a:lnTo>
                  <a:pt x="476" y="143"/>
                </a:lnTo>
                <a:lnTo>
                  <a:pt x="475" y="143"/>
                </a:lnTo>
                <a:lnTo>
                  <a:pt x="474" y="143"/>
                </a:lnTo>
                <a:lnTo>
                  <a:pt x="474" y="144"/>
                </a:lnTo>
                <a:lnTo>
                  <a:pt x="472" y="144"/>
                </a:lnTo>
                <a:lnTo>
                  <a:pt x="472" y="145"/>
                </a:lnTo>
                <a:lnTo>
                  <a:pt x="472" y="146"/>
                </a:lnTo>
                <a:lnTo>
                  <a:pt x="472" y="147"/>
                </a:lnTo>
                <a:lnTo>
                  <a:pt x="474" y="149"/>
                </a:lnTo>
                <a:lnTo>
                  <a:pt x="475" y="149"/>
                </a:lnTo>
                <a:lnTo>
                  <a:pt x="476" y="150"/>
                </a:lnTo>
                <a:lnTo>
                  <a:pt x="477" y="151"/>
                </a:lnTo>
                <a:lnTo>
                  <a:pt x="478" y="152"/>
                </a:lnTo>
                <a:lnTo>
                  <a:pt x="479" y="154"/>
                </a:lnTo>
                <a:lnTo>
                  <a:pt x="479" y="155"/>
                </a:lnTo>
                <a:lnTo>
                  <a:pt x="480" y="156"/>
                </a:lnTo>
                <a:lnTo>
                  <a:pt x="479" y="156"/>
                </a:lnTo>
                <a:lnTo>
                  <a:pt x="479" y="159"/>
                </a:lnTo>
                <a:lnTo>
                  <a:pt x="479" y="160"/>
                </a:lnTo>
                <a:lnTo>
                  <a:pt x="479" y="162"/>
                </a:lnTo>
                <a:lnTo>
                  <a:pt x="478" y="162"/>
                </a:lnTo>
                <a:lnTo>
                  <a:pt x="477" y="162"/>
                </a:lnTo>
                <a:lnTo>
                  <a:pt x="477" y="164"/>
                </a:lnTo>
                <a:lnTo>
                  <a:pt x="478" y="164"/>
                </a:lnTo>
                <a:lnTo>
                  <a:pt x="479" y="164"/>
                </a:lnTo>
                <a:lnTo>
                  <a:pt x="479" y="165"/>
                </a:lnTo>
                <a:lnTo>
                  <a:pt x="480" y="165"/>
                </a:lnTo>
                <a:lnTo>
                  <a:pt x="481" y="165"/>
                </a:lnTo>
                <a:lnTo>
                  <a:pt x="481" y="166"/>
                </a:lnTo>
                <a:lnTo>
                  <a:pt x="482" y="166"/>
                </a:lnTo>
                <a:lnTo>
                  <a:pt x="483" y="165"/>
                </a:lnTo>
                <a:lnTo>
                  <a:pt x="483" y="164"/>
                </a:lnTo>
                <a:lnTo>
                  <a:pt x="483" y="163"/>
                </a:lnTo>
                <a:lnTo>
                  <a:pt x="484" y="162"/>
                </a:lnTo>
                <a:lnTo>
                  <a:pt x="485" y="161"/>
                </a:lnTo>
                <a:lnTo>
                  <a:pt x="486" y="161"/>
                </a:lnTo>
                <a:lnTo>
                  <a:pt x="487" y="161"/>
                </a:lnTo>
                <a:lnTo>
                  <a:pt x="488" y="160"/>
                </a:lnTo>
                <a:lnTo>
                  <a:pt x="488" y="159"/>
                </a:lnTo>
                <a:lnTo>
                  <a:pt x="489" y="157"/>
                </a:lnTo>
                <a:lnTo>
                  <a:pt x="489" y="156"/>
                </a:lnTo>
                <a:lnTo>
                  <a:pt x="489" y="155"/>
                </a:lnTo>
                <a:lnTo>
                  <a:pt x="490" y="155"/>
                </a:lnTo>
                <a:lnTo>
                  <a:pt x="492" y="156"/>
                </a:lnTo>
                <a:lnTo>
                  <a:pt x="492" y="155"/>
                </a:lnTo>
                <a:lnTo>
                  <a:pt x="493" y="155"/>
                </a:lnTo>
                <a:lnTo>
                  <a:pt x="494" y="154"/>
                </a:lnTo>
                <a:lnTo>
                  <a:pt x="495" y="154"/>
                </a:lnTo>
                <a:lnTo>
                  <a:pt x="496" y="154"/>
                </a:lnTo>
                <a:lnTo>
                  <a:pt x="497" y="154"/>
                </a:lnTo>
                <a:lnTo>
                  <a:pt x="499" y="155"/>
                </a:lnTo>
                <a:lnTo>
                  <a:pt x="500" y="154"/>
                </a:lnTo>
                <a:lnTo>
                  <a:pt x="501" y="154"/>
                </a:lnTo>
                <a:lnTo>
                  <a:pt x="501" y="155"/>
                </a:lnTo>
                <a:lnTo>
                  <a:pt x="502" y="155"/>
                </a:lnTo>
                <a:lnTo>
                  <a:pt x="503" y="155"/>
                </a:lnTo>
                <a:lnTo>
                  <a:pt x="503" y="154"/>
                </a:lnTo>
                <a:lnTo>
                  <a:pt x="504" y="154"/>
                </a:lnTo>
                <a:lnTo>
                  <a:pt x="504" y="155"/>
                </a:lnTo>
                <a:lnTo>
                  <a:pt x="505" y="155"/>
                </a:lnTo>
                <a:lnTo>
                  <a:pt x="505" y="154"/>
                </a:lnTo>
                <a:lnTo>
                  <a:pt x="506" y="154"/>
                </a:lnTo>
                <a:lnTo>
                  <a:pt x="506" y="153"/>
                </a:lnTo>
                <a:lnTo>
                  <a:pt x="506" y="152"/>
                </a:lnTo>
                <a:lnTo>
                  <a:pt x="507" y="152"/>
                </a:lnTo>
                <a:lnTo>
                  <a:pt x="506" y="152"/>
                </a:lnTo>
                <a:lnTo>
                  <a:pt x="506" y="151"/>
                </a:lnTo>
                <a:lnTo>
                  <a:pt x="506" y="150"/>
                </a:lnTo>
                <a:lnTo>
                  <a:pt x="507" y="150"/>
                </a:lnTo>
                <a:lnTo>
                  <a:pt x="507" y="149"/>
                </a:lnTo>
                <a:lnTo>
                  <a:pt x="507" y="148"/>
                </a:lnTo>
                <a:lnTo>
                  <a:pt x="507" y="147"/>
                </a:lnTo>
                <a:lnTo>
                  <a:pt x="508" y="147"/>
                </a:lnTo>
                <a:lnTo>
                  <a:pt x="508" y="146"/>
                </a:lnTo>
                <a:lnTo>
                  <a:pt x="508" y="145"/>
                </a:lnTo>
                <a:lnTo>
                  <a:pt x="508" y="144"/>
                </a:lnTo>
                <a:lnTo>
                  <a:pt x="508" y="143"/>
                </a:lnTo>
                <a:lnTo>
                  <a:pt x="508" y="142"/>
                </a:lnTo>
                <a:lnTo>
                  <a:pt x="509" y="142"/>
                </a:lnTo>
                <a:lnTo>
                  <a:pt x="509" y="143"/>
                </a:lnTo>
                <a:lnTo>
                  <a:pt x="509" y="144"/>
                </a:lnTo>
                <a:lnTo>
                  <a:pt x="509" y="143"/>
                </a:lnTo>
                <a:lnTo>
                  <a:pt x="509" y="144"/>
                </a:lnTo>
                <a:lnTo>
                  <a:pt x="510" y="144"/>
                </a:lnTo>
                <a:lnTo>
                  <a:pt x="511" y="144"/>
                </a:lnTo>
                <a:lnTo>
                  <a:pt x="512" y="145"/>
                </a:lnTo>
                <a:lnTo>
                  <a:pt x="512" y="146"/>
                </a:lnTo>
                <a:lnTo>
                  <a:pt x="513" y="146"/>
                </a:lnTo>
                <a:lnTo>
                  <a:pt x="513" y="147"/>
                </a:lnTo>
                <a:lnTo>
                  <a:pt x="513" y="148"/>
                </a:lnTo>
                <a:lnTo>
                  <a:pt x="513" y="149"/>
                </a:lnTo>
                <a:lnTo>
                  <a:pt x="514" y="149"/>
                </a:lnTo>
                <a:lnTo>
                  <a:pt x="515" y="150"/>
                </a:lnTo>
                <a:lnTo>
                  <a:pt x="516" y="150"/>
                </a:lnTo>
                <a:lnTo>
                  <a:pt x="516" y="151"/>
                </a:lnTo>
                <a:lnTo>
                  <a:pt x="517" y="150"/>
                </a:lnTo>
                <a:lnTo>
                  <a:pt x="517" y="151"/>
                </a:lnTo>
                <a:lnTo>
                  <a:pt x="518" y="151"/>
                </a:lnTo>
                <a:lnTo>
                  <a:pt x="518" y="152"/>
                </a:lnTo>
                <a:lnTo>
                  <a:pt x="519" y="151"/>
                </a:lnTo>
                <a:lnTo>
                  <a:pt x="519" y="150"/>
                </a:lnTo>
                <a:lnTo>
                  <a:pt x="519" y="149"/>
                </a:lnTo>
                <a:lnTo>
                  <a:pt x="520" y="148"/>
                </a:lnTo>
                <a:lnTo>
                  <a:pt x="519" y="147"/>
                </a:lnTo>
                <a:lnTo>
                  <a:pt x="519" y="146"/>
                </a:lnTo>
                <a:lnTo>
                  <a:pt x="519" y="145"/>
                </a:lnTo>
                <a:lnTo>
                  <a:pt x="519" y="144"/>
                </a:lnTo>
                <a:lnTo>
                  <a:pt x="519" y="143"/>
                </a:lnTo>
                <a:lnTo>
                  <a:pt x="518" y="142"/>
                </a:lnTo>
                <a:lnTo>
                  <a:pt x="518" y="140"/>
                </a:lnTo>
                <a:lnTo>
                  <a:pt x="518" y="139"/>
                </a:lnTo>
                <a:lnTo>
                  <a:pt x="517" y="139"/>
                </a:lnTo>
                <a:lnTo>
                  <a:pt x="517" y="138"/>
                </a:lnTo>
                <a:lnTo>
                  <a:pt x="517" y="137"/>
                </a:lnTo>
                <a:lnTo>
                  <a:pt x="517" y="136"/>
                </a:lnTo>
                <a:lnTo>
                  <a:pt x="518" y="136"/>
                </a:lnTo>
                <a:lnTo>
                  <a:pt x="519" y="136"/>
                </a:lnTo>
                <a:lnTo>
                  <a:pt x="519" y="135"/>
                </a:lnTo>
                <a:lnTo>
                  <a:pt x="520" y="135"/>
                </a:lnTo>
                <a:lnTo>
                  <a:pt x="520" y="134"/>
                </a:lnTo>
                <a:lnTo>
                  <a:pt x="521" y="134"/>
                </a:lnTo>
                <a:lnTo>
                  <a:pt x="521" y="133"/>
                </a:lnTo>
                <a:lnTo>
                  <a:pt x="522" y="133"/>
                </a:lnTo>
                <a:lnTo>
                  <a:pt x="522" y="132"/>
                </a:lnTo>
                <a:lnTo>
                  <a:pt x="521" y="132"/>
                </a:lnTo>
                <a:lnTo>
                  <a:pt x="521" y="131"/>
                </a:lnTo>
                <a:lnTo>
                  <a:pt x="522" y="131"/>
                </a:lnTo>
                <a:lnTo>
                  <a:pt x="522" y="130"/>
                </a:lnTo>
                <a:lnTo>
                  <a:pt x="523" y="130"/>
                </a:lnTo>
                <a:lnTo>
                  <a:pt x="524" y="130"/>
                </a:lnTo>
                <a:lnTo>
                  <a:pt x="524" y="129"/>
                </a:lnTo>
                <a:lnTo>
                  <a:pt x="525" y="129"/>
                </a:lnTo>
                <a:lnTo>
                  <a:pt x="525" y="128"/>
                </a:lnTo>
                <a:lnTo>
                  <a:pt x="524" y="128"/>
                </a:lnTo>
                <a:lnTo>
                  <a:pt x="524" y="127"/>
                </a:lnTo>
                <a:lnTo>
                  <a:pt x="525" y="127"/>
                </a:lnTo>
                <a:lnTo>
                  <a:pt x="525" y="126"/>
                </a:lnTo>
                <a:lnTo>
                  <a:pt x="526" y="126"/>
                </a:lnTo>
                <a:lnTo>
                  <a:pt x="526" y="127"/>
                </a:lnTo>
                <a:lnTo>
                  <a:pt x="526" y="128"/>
                </a:lnTo>
                <a:lnTo>
                  <a:pt x="527" y="128"/>
                </a:lnTo>
                <a:lnTo>
                  <a:pt x="528" y="127"/>
                </a:lnTo>
                <a:lnTo>
                  <a:pt x="529" y="127"/>
                </a:lnTo>
                <a:lnTo>
                  <a:pt x="530" y="128"/>
                </a:lnTo>
                <a:lnTo>
                  <a:pt x="530" y="129"/>
                </a:lnTo>
                <a:lnTo>
                  <a:pt x="531" y="129"/>
                </a:lnTo>
                <a:lnTo>
                  <a:pt x="532" y="129"/>
                </a:lnTo>
                <a:lnTo>
                  <a:pt x="533" y="128"/>
                </a:lnTo>
                <a:lnTo>
                  <a:pt x="533" y="127"/>
                </a:lnTo>
                <a:lnTo>
                  <a:pt x="534" y="127"/>
                </a:lnTo>
                <a:lnTo>
                  <a:pt x="534" y="128"/>
                </a:lnTo>
                <a:lnTo>
                  <a:pt x="535" y="129"/>
                </a:lnTo>
                <a:lnTo>
                  <a:pt x="535" y="130"/>
                </a:lnTo>
                <a:lnTo>
                  <a:pt x="536" y="130"/>
                </a:lnTo>
                <a:lnTo>
                  <a:pt x="536" y="129"/>
                </a:lnTo>
                <a:lnTo>
                  <a:pt x="536" y="128"/>
                </a:lnTo>
                <a:lnTo>
                  <a:pt x="536" y="127"/>
                </a:lnTo>
                <a:lnTo>
                  <a:pt x="537" y="127"/>
                </a:lnTo>
                <a:lnTo>
                  <a:pt x="538" y="128"/>
                </a:lnTo>
                <a:lnTo>
                  <a:pt x="539" y="128"/>
                </a:lnTo>
                <a:lnTo>
                  <a:pt x="539" y="127"/>
                </a:lnTo>
                <a:lnTo>
                  <a:pt x="540" y="127"/>
                </a:lnTo>
                <a:lnTo>
                  <a:pt x="540" y="126"/>
                </a:lnTo>
                <a:lnTo>
                  <a:pt x="540" y="125"/>
                </a:lnTo>
                <a:lnTo>
                  <a:pt x="541" y="125"/>
                </a:lnTo>
                <a:lnTo>
                  <a:pt x="542" y="125"/>
                </a:lnTo>
                <a:lnTo>
                  <a:pt x="543" y="124"/>
                </a:lnTo>
                <a:lnTo>
                  <a:pt x="544" y="124"/>
                </a:lnTo>
                <a:lnTo>
                  <a:pt x="544" y="123"/>
                </a:lnTo>
                <a:lnTo>
                  <a:pt x="544" y="122"/>
                </a:lnTo>
                <a:lnTo>
                  <a:pt x="545" y="122"/>
                </a:lnTo>
                <a:lnTo>
                  <a:pt x="546" y="122"/>
                </a:lnTo>
                <a:lnTo>
                  <a:pt x="546" y="123"/>
                </a:lnTo>
                <a:lnTo>
                  <a:pt x="547" y="123"/>
                </a:lnTo>
                <a:lnTo>
                  <a:pt x="547" y="122"/>
                </a:lnTo>
                <a:lnTo>
                  <a:pt x="546" y="121"/>
                </a:lnTo>
                <a:lnTo>
                  <a:pt x="545" y="121"/>
                </a:lnTo>
                <a:lnTo>
                  <a:pt x="545" y="120"/>
                </a:lnTo>
                <a:lnTo>
                  <a:pt x="546" y="120"/>
                </a:lnTo>
                <a:lnTo>
                  <a:pt x="547" y="120"/>
                </a:lnTo>
                <a:lnTo>
                  <a:pt x="547" y="121"/>
                </a:lnTo>
                <a:lnTo>
                  <a:pt x="547" y="122"/>
                </a:lnTo>
                <a:lnTo>
                  <a:pt x="548" y="122"/>
                </a:lnTo>
                <a:lnTo>
                  <a:pt x="548" y="123"/>
                </a:lnTo>
                <a:lnTo>
                  <a:pt x="548" y="122"/>
                </a:lnTo>
                <a:lnTo>
                  <a:pt x="548" y="121"/>
                </a:lnTo>
                <a:lnTo>
                  <a:pt x="547" y="120"/>
                </a:lnTo>
                <a:lnTo>
                  <a:pt x="547" y="119"/>
                </a:lnTo>
                <a:lnTo>
                  <a:pt x="546" y="119"/>
                </a:lnTo>
                <a:lnTo>
                  <a:pt x="545" y="118"/>
                </a:lnTo>
                <a:lnTo>
                  <a:pt x="545" y="117"/>
                </a:lnTo>
                <a:lnTo>
                  <a:pt x="546" y="116"/>
                </a:lnTo>
                <a:lnTo>
                  <a:pt x="546" y="115"/>
                </a:lnTo>
                <a:lnTo>
                  <a:pt x="546" y="114"/>
                </a:lnTo>
                <a:lnTo>
                  <a:pt x="545" y="114"/>
                </a:lnTo>
                <a:lnTo>
                  <a:pt x="545" y="113"/>
                </a:lnTo>
                <a:lnTo>
                  <a:pt x="545" y="112"/>
                </a:lnTo>
                <a:lnTo>
                  <a:pt x="546" y="112"/>
                </a:lnTo>
                <a:lnTo>
                  <a:pt x="547" y="112"/>
                </a:lnTo>
                <a:lnTo>
                  <a:pt x="548" y="112"/>
                </a:lnTo>
                <a:lnTo>
                  <a:pt x="548" y="111"/>
                </a:lnTo>
                <a:lnTo>
                  <a:pt x="548" y="110"/>
                </a:lnTo>
                <a:lnTo>
                  <a:pt x="547" y="110"/>
                </a:lnTo>
                <a:lnTo>
                  <a:pt x="546" y="109"/>
                </a:lnTo>
                <a:lnTo>
                  <a:pt x="545" y="108"/>
                </a:lnTo>
                <a:lnTo>
                  <a:pt x="545" y="107"/>
                </a:lnTo>
                <a:lnTo>
                  <a:pt x="544" y="106"/>
                </a:lnTo>
                <a:lnTo>
                  <a:pt x="543" y="106"/>
                </a:lnTo>
                <a:lnTo>
                  <a:pt x="542" y="106"/>
                </a:lnTo>
                <a:lnTo>
                  <a:pt x="541" y="106"/>
                </a:lnTo>
                <a:lnTo>
                  <a:pt x="541" y="105"/>
                </a:lnTo>
                <a:lnTo>
                  <a:pt x="540" y="105"/>
                </a:lnTo>
                <a:lnTo>
                  <a:pt x="540" y="104"/>
                </a:lnTo>
                <a:lnTo>
                  <a:pt x="539" y="104"/>
                </a:lnTo>
                <a:lnTo>
                  <a:pt x="538" y="104"/>
                </a:lnTo>
                <a:lnTo>
                  <a:pt x="537" y="103"/>
                </a:lnTo>
                <a:lnTo>
                  <a:pt x="536" y="103"/>
                </a:lnTo>
                <a:lnTo>
                  <a:pt x="535" y="102"/>
                </a:lnTo>
                <a:lnTo>
                  <a:pt x="534" y="102"/>
                </a:lnTo>
                <a:lnTo>
                  <a:pt x="534" y="101"/>
                </a:lnTo>
                <a:lnTo>
                  <a:pt x="534" y="100"/>
                </a:lnTo>
                <a:lnTo>
                  <a:pt x="534" y="99"/>
                </a:lnTo>
                <a:lnTo>
                  <a:pt x="533" y="98"/>
                </a:lnTo>
                <a:lnTo>
                  <a:pt x="533" y="97"/>
                </a:lnTo>
                <a:lnTo>
                  <a:pt x="532" y="96"/>
                </a:lnTo>
                <a:lnTo>
                  <a:pt x="532" y="95"/>
                </a:lnTo>
                <a:lnTo>
                  <a:pt x="532" y="94"/>
                </a:lnTo>
                <a:lnTo>
                  <a:pt x="531" y="94"/>
                </a:lnTo>
                <a:lnTo>
                  <a:pt x="532" y="93"/>
                </a:lnTo>
                <a:lnTo>
                  <a:pt x="532" y="91"/>
                </a:lnTo>
                <a:lnTo>
                  <a:pt x="533" y="89"/>
                </a:lnTo>
                <a:lnTo>
                  <a:pt x="534" y="88"/>
                </a:lnTo>
                <a:lnTo>
                  <a:pt x="534" y="87"/>
                </a:lnTo>
                <a:lnTo>
                  <a:pt x="534" y="86"/>
                </a:lnTo>
                <a:lnTo>
                  <a:pt x="534" y="85"/>
                </a:lnTo>
                <a:lnTo>
                  <a:pt x="533" y="85"/>
                </a:lnTo>
                <a:lnTo>
                  <a:pt x="532" y="86"/>
                </a:lnTo>
                <a:lnTo>
                  <a:pt x="532" y="87"/>
                </a:lnTo>
                <a:lnTo>
                  <a:pt x="531" y="88"/>
                </a:lnTo>
                <a:lnTo>
                  <a:pt x="530" y="88"/>
                </a:lnTo>
                <a:lnTo>
                  <a:pt x="529" y="88"/>
                </a:lnTo>
                <a:lnTo>
                  <a:pt x="528" y="88"/>
                </a:lnTo>
                <a:lnTo>
                  <a:pt x="528" y="86"/>
                </a:lnTo>
                <a:lnTo>
                  <a:pt x="529" y="86"/>
                </a:lnTo>
                <a:lnTo>
                  <a:pt x="529" y="85"/>
                </a:lnTo>
                <a:lnTo>
                  <a:pt x="530" y="85"/>
                </a:lnTo>
                <a:lnTo>
                  <a:pt x="530" y="84"/>
                </a:lnTo>
                <a:lnTo>
                  <a:pt x="531" y="84"/>
                </a:lnTo>
                <a:lnTo>
                  <a:pt x="532" y="84"/>
                </a:lnTo>
                <a:lnTo>
                  <a:pt x="532" y="83"/>
                </a:lnTo>
                <a:lnTo>
                  <a:pt x="532" y="82"/>
                </a:lnTo>
                <a:lnTo>
                  <a:pt x="531" y="80"/>
                </a:lnTo>
                <a:lnTo>
                  <a:pt x="530" y="80"/>
                </a:lnTo>
                <a:lnTo>
                  <a:pt x="530" y="79"/>
                </a:lnTo>
                <a:lnTo>
                  <a:pt x="529" y="79"/>
                </a:lnTo>
                <a:lnTo>
                  <a:pt x="529" y="78"/>
                </a:lnTo>
                <a:lnTo>
                  <a:pt x="528" y="78"/>
                </a:lnTo>
                <a:lnTo>
                  <a:pt x="527" y="78"/>
                </a:lnTo>
                <a:lnTo>
                  <a:pt x="526" y="78"/>
                </a:lnTo>
                <a:lnTo>
                  <a:pt x="524" y="78"/>
                </a:lnTo>
                <a:lnTo>
                  <a:pt x="524" y="77"/>
                </a:lnTo>
                <a:lnTo>
                  <a:pt x="524" y="76"/>
                </a:lnTo>
                <a:lnTo>
                  <a:pt x="525" y="75"/>
                </a:lnTo>
                <a:lnTo>
                  <a:pt x="526" y="75"/>
                </a:lnTo>
                <a:lnTo>
                  <a:pt x="526" y="74"/>
                </a:lnTo>
                <a:lnTo>
                  <a:pt x="527" y="73"/>
                </a:lnTo>
                <a:lnTo>
                  <a:pt x="527" y="72"/>
                </a:lnTo>
                <a:lnTo>
                  <a:pt x="527" y="71"/>
                </a:lnTo>
                <a:lnTo>
                  <a:pt x="526" y="70"/>
                </a:lnTo>
                <a:lnTo>
                  <a:pt x="526" y="69"/>
                </a:lnTo>
                <a:lnTo>
                  <a:pt x="525" y="69"/>
                </a:lnTo>
                <a:lnTo>
                  <a:pt x="525" y="68"/>
                </a:lnTo>
                <a:lnTo>
                  <a:pt x="524" y="68"/>
                </a:lnTo>
                <a:lnTo>
                  <a:pt x="523" y="67"/>
                </a:lnTo>
                <a:lnTo>
                  <a:pt x="523" y="66"/>
                </a:lnTo>
                <a:lnTo>
                  <a:pt x="522" y="65"/>
                </a:lnTo>
                <a:lnTo>
                  <a:pt x="521" y="64"/>
                </a:lnTo>
                <a:lnTo>
                  <a:pt x="521" y="63"/>
                </a:lnTo>
                <a:lnTo>
                  <a:pt x="520" y="62"/>
                </a:lnTo>
                <a:lnTo>
                  <a:pt x="520" y="61"/>
                </a:lnTo>
                <a:lnTo>
                  <a:pt x="519" y="60"/>
                </a:lnTo>
                <a:lnTo>
                  <a:pt x="519" y="59"/>
                </a:lnTo>
                <a:lnTo>
                  <a:pt x="518" y="59"/>
                </a:lnTo>
                <a:lnTo>
                  <a:pt x="517" y="58"/>
                </a:lnTo>
                <a:lnTo>
                  <a:pt x="516" y="57"/>
                </a:lnTo>
                <a:lnTo>
                  <a:pt x="516" y="56"/>
                </a:lnTo>
                <a:lnTo>
                  <a:pt x="515" y="56"/>
                </a:lnTo>
                <a:lnTo>
                  <a:pt x="514" y="55"/>
                </a:lnTo>
                <a:lnTo>
                  <a:pt x="513" y="55"/>
                </a:lnTo>
                <a:lnTo>
                  <a:pt x="513" y="54"/>
                </a:lnTo>
                <a:lnTo>
                  <a:pt x="514" y="54"/>
                </a:lnTo>
                <a:lnTo>
                  <a:pt x="514" y="53"/>
                </a:lnTo>
                <a:lnTo>
                  <a:pt x="515" y="53"/>
                </a:lnTo>
                <a:lnTo>
                  <a:pt x="517" y="52"/>
                </a:lnTo>
                <a:lnTo>
                  <a:pt x="518" y="53"/>
                </a:lnTo>
                <a:lnTo>
                  <a:pt x="518" y="54"/>
                </a:lnTo>
                <a:lnTo>
                  <a:pt x="518" y="53"/>
                </a:lnTo>
                <a:lnTo>
                  <a:pt x="519" y="53"/>
                </a:lnTo>
                <a:lnTo>
                  <a:pt x="520" y="53"/>
                </a:lnTo>
                <a:lnTo>
                  <a:pt x="520" y="54"/>
                </a:lnTo>
                <a:lnTo>
                  <a:pt x="521" y="55"/>
                </a:lnTo>
                <a:lnTo>
                  <a:pt x="522" y="54"/>
                </a:lnTo>
                <a:lnTo>
                  <a:pt x="522" y="55"/>
                </a:lnTo>
                <a:lnTo>
                  <a:pt x="521" y="55"/>
                </a:lnTo>
                <a:lnTo>
                  <a:pt x="521" y="56"/>
                </a:lnTo>
                <a:lnTo>
                  <a:pt x="522" y="56"/>
                </a:lnTo>
                <a:lnTo>
                  <a:pt x="522" y="55"/>
                </a:lnTo>
                <a:lnTo>
                  <a:pt x="523" y="55"/>
                </a:lnTo>
                <a:lnTo>
                  <a:pt x="524" y="55"/>
                </a:lnTo>
                <a:lnTo>
                  <a:pt x="525" y="55"/>
                </a:lnTo>
                <a:lnTo>
                  <a:pt x="524" y="55"/>
                </a:lnTo>
                <a:lnTo>
                  <a:pt x="523" y="55"/>
                </a:lnTo>
                <a:lnTo>
                  <a:pt x="523" y="54"/>
                </a:lnTo>
                <a:lnTo>
                  <a:pt x="524" y="54"/>
                </a:lnTo>
                <a:lnTo>
                  <a:pt x="525" y="54"/>
                </a:lnTo>
                <a:lnTo>
                  <a:pt x="525" y="53"/>
                </a:lnTo>
                <a:lnTo>
                  <a:pt x="525" y="52"/>
                </a:lnTo>
                <a:lnTo>
                  <a:pt x="526" y="52"/>
                </a:lnTo>
                <a:lnTo>
                  <a:pt x="526" y="53"/>
                </a:lnTo>
                <a:lnTo>
                  <a:pt x="526" y="54"/>
                </a:lnTo>
                <a:lnTo>
                  <a:pt x="525" y="54"/>
                </a:lnTo>
                <a:lnTo>
                  <a:pt x="526" y="54"/>
                </a:lnTo>
                <a:lnTo>
                  <a:pt x="526" y="55"/>
                </a:lnTo>
                <a:lnTo>
                  <a:pt x="527" y="55"/>
                </a:lnTo>
                <a:lnTo>
                  <a:pt x="526" y="54"/>
                </a:lnTo>
                <a:lnTo>
                  <a:pt x="527" y="54"/>
                </a:lnTo>
                <a:lnTo>
                  <a:pt x="527" y="53"/>
                </a:lnTo>
                <a:lnTo>
                  <a:pt x="527" y="52"/>
                </a:lnTo>
                <a:lnTo>
                  <a:pt x="528" y="52"/>
                </a:lnTo>
                <a:lnTo>
                  <a:pt x="529" y="52"/>
                </a:lnTo>
                <a:lnTo>
                  <a:pt x="529" y="53"/>
                </a:lnTo>
                <a:lnTo>
                  <a:pt x="530" y="53"/>
                </a:lnTo>
                <a:lnTo>
                  <a:pt x="531" y="52"/>
                </a:lnTo>
                <a:lnTo>
                  <a:pt x="531" y="51"/>
                </a:lnTo>
                <a:lnTo>
                  <a:pt x="532" y="51"/>
                </a:lnTo>
                <a:lnTo>
                  <a:pt x="533" y="51"/>
                </a:lnTo>
                <a:lnTo>
                  <a:pt x="533" y="52"/>
                </a:lnTo>
                <a:lnTo>
                  <a:pt x="532" y="53"/>
                </a:lnTo>
                <a:lnTo>
                  <a:pt x="532" y="54"/>
                </a:lnTo>
                <a:lnTo>
                  <a:pt x="532" y="55"/>
                </a:lnTo>
                <a:lnTo>
                  <a:pt x="533" y="54"/>
                </a:lnTo>
                <a:lnTo>
                  <a:pt x="533" y="53"/>
                </a:lnTo>
                <a:lnTo>
                  <a:pt x="534" y="53"/>
                </a:lnTo>
                <a:lnTo>
                  <a:pt x="535" y="54"/>
                </a:lnTo>
                <a:lnTo>
                  <a:pt x="535" y="55"/>
                </a:lnTo>
                <a:lnTo>
                  <a:pt x="536" y="55"/>
                </a:lnTo>
                <a:lnTo>
                  <a:pt x="536" y="54"/>
                </a:lnTo>
                <a:lnTo>
                  <a:pt x="537" y="53"/>
                </a:lnTo>
                <a:lnTo>
                  <a:pt x="537" y="54"/>
                </a:lnTo>
                <a:lnTo>
                  <a:pt x="538" y="55"/>
                </a:lnTo>
                <a:lnTo>
                  <a:pt x="539" y="54"/>
                </a:lnTo>
                <a:lnTo>
                  <a:pt x="540" y="54"/>
                </a:lnTo>
                <a:lnTo>
                  <a:pt x="540" y="55"/>
                </a:lnTo>
                <a:lnTo>
                  <a:pt x="540" y="54"/>
                </a:lnTo>
                <a:lnTo>
                  <a:pt x="541" y="54"/>
                </a:lnTo>
                <a:lnTo>
                  <a:pt x="541" y="51"/>
                </a:lnTo>
                <a:lnTo>
                  <a:pt x="541" y="50"/>
                </a:lnTo>
                <a:lnTo>
                  <a:pt x="541" y="49"/>
                </a:lnTo>
                <a:lnTo>
                  <a:pt x="542" y="48"/>
                </a:lnTo>
                <a:lnTo>
                  <a:pt x="542" y="47"/>
                </a:lnTo>
                <a:lnTo>
                  <a:pt x="543" y="46"/>
                </a:lnTo>
                <a:lnTo>
                  <a:pt x="544" y="45"/>
                </a:lnTo>
                <a:lnTo>
                  <a:pt x="544" y="44"/>
                </a:lnTo>
                <a:lnTo>
                  <a:pt x="544" y="43"/>
                </a:lnTo>
                <a:lnTo>
                  <a:pt x="544" y="42"/>
                </a:lnTo>
                <a:lnTo>
                  <a:pt x="545" y="41"/>
                </a:lnTo>
                <a:lnTo>
                  <a:pt x="546" y="40"/>
                </a:lnTo>
                <a:lnTo>
                  <a:pt x="547" y="40"/>
                </a:lnTo>
                <a:lnTo>
                  <a:pt x="548" y="41"/>
                </a:lnTo>
                <a:lnTo>
                  <a:pt x="549" y="41"/>
                </a:lnTo>
                <a:lnTo>
                  <a:pt x="551" y="41"/>
                </a:lnTo>
                <a:lnTo>
                  <a:pt x="552" y="41"/>
                </a:lnTo>
                <a:lnTo>
                  <a:pt x="553" y="41"/>
                </a:lnTo>
                <a:lnTo>
                  <a:pt x="554" y="40"/>
                </a:lnTo>
                <a:lnTo>
                  <a:pt x="555" y="40"/>
                </a:lnTo>
                <a:lnTo>
                  <a:pt x="556" y="40"/>
                </a:lnTo>
                <a:lnTo>
                  <a:pt x="557" y="40"/>
                </a:lnTo>
                <a:lnTo>
                  <a:pt x="558" y="40"/>
                </a:lnTo>
                <a:lnTo>
                  <a:pt x="559" y="40"/>
                </a:lnTo>
                <a:lnTo>
                  <a:pt x="559" y="39"/>
                </a:lnTo>
                <a:lnTo>
                  <a:pt x="559" y="38"/>
                </a:lnTo>
                <a:lnTo>
                  <a:pt x="560" y="38"/>
                </a:lnTo>
                <a:lnTo>
                  <a:pt x="561" y="38"/>
                </a:lnTo>
                <a:lnTo>
                  <a:pt x="562" y="38"/>
                </a:lnTo>
                <a:lnTo>
                  <a:pt x="563" y="38"/>
                </a:lnTo>
                <a:lnTo>
                  <a:pt x="564" y="38"/>
                </a:lnTo>
                <a:lnTo>
                  <a:pt x="565" y="39"/>
                </a:lnTo>
                <a:lnTo>
                  <a:pt x="565" y="40"/>
                </a:lnTo>
                <a:lnTo>
                  <a:pt x="566" y="40"/>
                </a:lnTo>
                <a:lnTo>
                  <a:pt x="567" y="40"/>
                </a:lnTo>
                <a:lnTo>
                  <a:pt x="568" y="40"/>
                </a:lnTo>
                <a:lnTo>
                  <a:pt x="568" y="41"/>
                </a:lnTo>
                <a:lnTo>
                  <a:pt x="568" y="42"/>
                </a:lnTo>
                <a:lnTo>
                  <a:pt x="569" y="42"/>
                </a:lnTo>
                <a:lnTo>
                  <a:pt x="569" y="41"/>
                </a:lnTo>
                <a:lnTo>
                  <a:pt x="569" y="40"/>
                </a:lnTo>
                <a:lnTo>
                  <a:pt x="569" y="39"/>
                </a:lnTo>
                <a:lnTo>
                  <a:pt x="570" y="39"/>
                </a:lnTo>
                <a:lnTo>
                  <a:pt x="570" y="38"/>
                </a:lnTo>
                <a:lnTo>
                  <a:pt x="569" y="38"/>
                </a:lnTo>
                <a:lnTo>
                  <a:pt x="569" y="37"/>
                </a:lnTo>
                <a:lnTo>
                  <a:pt x="570" y="37"/>
                </a:lnTo>
                <a:lnTo>
                  <a:pt x="569" y="37"/>
                </a:lnTo>
                <a:lnTo>
                  <a:pt x="569" y="36"/>
                </a:lnTo>
                <a:lnTo>
                  <a:pt x="568" y="36"/>
                </a:lnTo>
                <a:lnTo>
                  <a:pt x="567" y="37"/>
                </a:lnTo>
                <a:lnTo>
                  <a:pt x="567" y="36"/>
                </a:lnTo>
                <a:lnTo>
                  <a:pt x="567" y="35"/>
                </a:lnTo>
                <a:lnTo>
                  <a:pt x="566" y="34"/>
                </a:lnTo>
                <a:lnTo>
                  <a:pt x="565" y="34"/>
                </a:lnTo>
                <a:lnTo>
                  <a:pt x="564" y="33"/>
                </a:lnTo>
                <a:lnTo>
                  <a:pt x="563" y="33"/>
                </a:lnTo>
                <a:lnTo>
                  <a:pt x="563" y="32"/>
                </a:lnTo>
                <a:lnTo>
                  <a:pt x="563" y="31"/>
                </a:lnTo>
                <a:lnTo>
                  <a:pt x="564" y="31"/>
                </a:lnTo>
                <a:lnTo>
                  <a:pt x="564" y="30"/>
                </a:lnTo>
                <a:lnTo>
                  <a:pt x="565" y="30"/>
                </a:lnTo>
                <a:lnTo>
                  <a:pt x="566" y="30"/>
                </a:lnTo>
                <a:lnTo>
                  <a:pt x="566" y="29"/>
                </a:lnTo>
                <a:lnTo>
                  <a:pt x="567" y="29"/>
                </a:lnTo>
                <a:lnTo>
                  <a:pt x="568" y="30"/>
                </a:lnTo>
                <a:lnTo>
                  <a:pt x="568" y="29"/>
                </a:lnTo>
                <a:lnTo>
                  <a:pt x="568" y="28"/>
                </a:lnTo>
                <a:lnTo>
                  <a:pt x="569" y="28"/>
                </a:lnTo>
                <a:lnTo>
                  <a:pt x="569" y="27"/>
                </a:lnTo>
                <a:lnTo>
                  <a:pt x="569" y="26"/>
                </a:lnTo>
                <a:lnTo>
                  <a:pt x="570" y="26"/>
                </a:lnTo>
                <a:lnTo>
                  <a:pt x="570" y="27"/>
                </a:lnTo>
                <a:lnTo>
                  <a:pt x="571" y="27"/>
                </a:lnTo>
                <a:lnTo>
                  <a:pt x="572" y="26"/>
                </a:lnTo>
                <a:lnTo>
                  <a:pt x="573" y="26"/>
                </a:lnTo>
                <a:lnTo>
                  <a:pt x="573" y="24"/>
                </a:lnTo>
                <a:lnTo>
                  <a:pt x="574" y="24"/>
                </a:lnTo>
                <a:lnTo>
                  <a:pt x="575" y="24"/>
                </a:lnTo>
                <a:lnTo>
                  <a:pt x="575" y="23"/>
                </a:lnTo>
                <a:lnTo>
                  <a:pt x="576" y="22"/>
                </a:lnTo>
                <a:lnTo>
                  <a:pt x="577" y="21"/>
                </a:lnTo>
                <a:lnTo>
                  <a:pt x="578" y="21"/>
                </a:lnTo>
                <a:lnTo>
                  <a:pt x="579" y="21"/>
                </a:lnTo>
                <a:lnTo>
                  <a:pt x="580" y="21"/>
                </a:lnTo>
                <a:lnTo>
                  <a:pt x="581" y="21"/>
                </a:lnTo>
                <a:lnTo>
                  <a:pt x="582" y="21"/>
                </a:lnTo>
                <a:lnTo>
                  <a:pt x="582" y="20"/>
                </a:lnTo>
                <a:lnTo>
                  <a:pt x="582" y="19"/>
                </a:lnTo>
                <a:lnTo>
                  <a:pt x="582" y="18"/>
                </a:lnTo>
                <a:lnTo>
                  <a:pt x="583" y="18"/>
                </a:lnTo>
                <a:lnTo>
                  <a:pt x="583" y="17"/>
                </a:lnTo>
                <a:lnTo>
                  <a:pt x="584" y="17"/>
                </a:lnTo>
                <a:lnTo>
                  <a:pt x="584" y="16"/>
                </a:lnTo>
                <a:lnTo>
                  <a:pt x="586" y="16"/>
                </a:lnTo>
                <a:lnTo>
                  <a:pt x="587" y="16"/>
                </a:lnTo>
                <a:lnTo>
                  <a:pt x="588" y="16"/>
                </a:lnTo>
                <a:lnTo>
                  <a:pt x="588" y="17"/>
                </a:lnTo>
                <a:lnTo>
                  <a:pt x="589" y="17"/>
                </a:lnTo>
                <a:lnTo>
                  <a:pt x="590" y="17"/>
                </a:lnTo>
                <a:lnTo>
                  <a:pt x="590" y="16"/>
                </a:lnTo>
                <a:lnTo>
                  <a:pt x="590" y="15"/>
                </a:lnTo>
                <a:lnTo>
                  <a:pt x="591" y="15"/>
                </a:lnTo>
                <a:lnTo>
                  <a:pt x="591" y="14"/>
                </a:lnTo>
                <a:lnTo>
                  <a:pt x="591" y="13"/>
                </a:lnTo>
                <a:lnTo>
                  <a:pt x="591" y="12"/>
                </a:lnTo>
                <a:lnTo>
                  <a:pt x="592" y="11"/>
                </a:lnTo>
                <a:lnTo>
                  <a:pt x="593" y="11"/>
                </a:lnTo>
                <a:lnTo>
                  <a:pt x="596" y="11"/>
                </a:lnTo>
                <a:lnTo>
                  <a:pt x="597" y="11"/>
                </a:lnTo>
                <a:lnTo>
                  <a:pt x="597" y="12"/>
                </a:lnTo>
                <a:lnTo>
                  <a:pt x="599" y="13"/>
                </a:lnTo>
                <a:lnTo>
                  <a:pt x="600" y="13"/>
                </a:lnTo>
                <a:lnTo>
                  <a:pt x="601" y="14"/>
                </a:lnTo>
                <a:lnTo>
                  <a:pt x="600" y="14"/>
                </a:lnTo>
                <a:lnTo>
                  <a:pt x="600" y="15"/>
                </a:lnTo>
                <a:lnTo>
                  <a:pt x="601" y="15"/>
                </a:lnTo>
                <a:lnTo>
                  <a:pt x="601" y="16"/>
                </a:lnTo>
                <a:close/>
              </a:path>
            </a:pathLst>
          </a:custGeom>
          <a:solidFill>
            <a:srgbClr val="B8CDE2"/>
          </a:solidFill>
          <a:ln w="2520">
            <a:solidFill>
              <a:srgbClr val="FFFFFF"/>
            </a:solidFill>
            <a:round/>
          </a:ln>
        </p:spPr>
        <p:txBody>
          <a:bodyPr lIns="1080" tIns="1080" rIns="1080" bIns="108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06" name=""/>
          <p:cNvSpPr/>
          <p:nvPr/>
        </p:nvSpPr>
        <p:spPr>
          <a:xfrm>
            <a:off x="5111280" y="1749960"/>
            <a:ext cx="2160" cy="2520"/>
          </a:xfrm>
          <a:custGeom>
            <a:avLst/>
            <a:gdLst/>
            <a:ahLst/>
            <a:rect l="0" t="0" r="r" b="b"/>
            <a:pathLst>
              <a:path w="6" h="7">
                <a:moveTo>
                  <a:pt x="5" y="4"/>
                </a:moveTo>
                <a:lnTo>
                  <a:pt x="3" y="4"/>
                </a:lnTo>
                <a:lnTo>
                  <a:pt x="3" y="5"/>
                </a:lnTo>
                <a:lnTo>
                  <a:pt x="3" y="7"/>
                </a:lnTo>
                <a:lnTo>
                  <a:pt x="2" y="7"/>
                </a:lnTo>
                <a:lnTo>
                  <a:pt x="2" y="5"/>
                </a:lnTo>
                <a:lnTo>
                  <a:pt x="2" y="4"/>
                </a:lnTo>
                <a:lnTo>
                  <a:pt x="1" y="3"/>
                </a:lnTo>
                <a:lnTo>
                  <a:pt x="0" y="3"/>
                </a:lnTo>
                <a:lnTo>
                  <a:pt x="1" y="2"/>
                </a:lnTo>
                <a:lnTo>
                  <a:pt x="2" y="2"/>
                </a:lnTo>
                <a:lnTo>
                  <a:pt x="3" y="2"/>
                </a:lnTo>
                <a:lnTo>
                  <a:pt x="3" y="0"/>
                </a:lnTo>
                <a:lnTo>
                  <a:pt x="6" y="0"/>
                </a:lnTo>
                <a:lnTo>
                  <a:pt x="6" y="2"/>
                </a:lnTo>
                <a:lnTo>
                  <a:pt x="5" y="2"/>
                </a:lnTo>
                <a:lnTo>
                  <a:pt x="5" y="3"/>
                </a:lnTo>
                <a:lnTo>
                  <a:pt x="5" y="4"/>
                </a:lnTo>
                <a:close/>
              </a:path>
            </a:pathLst>
          </a:custGeom>
          <a:solidFill>
            <a:srgbClr val="C2C2BF"/>
          </a:solidFill>
          <a:ln w="2520">
            <a:solidFill>
              <a:srgbClr val="FFFFFF"/>
            </a:solidFill>
            <a:round/>
          </a:ln>
        </p:spPr>
        <p:txBody>
          <a:bodyPr lIns="1080" tIns="1080" rIns="1080" bIns="108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07" name=""/>
          <p:cNvSpPr/>
          <p:nvPr/>
        </p:nvSpPr>
        <p:spPr>
          <a:xfrm>
            <a:off x="5139000" y="1749960"/>
            <a:ext cx="360" cy="720"/>
          </a:xfrm>
          <a:custGeom>
            <a:avLst/>
            <a:gdLst/>
            <a:ahLst/>
            <a:rect l="0" t="0" r="r" b="b"/>
            <a:pathLst>
              <a:path w="1" h="2">
                <a:moveTo>
                  <a:pt x="0" y="2"/>
                </a:moveTo>
                <a:lnTo>
                  <a:pt x="1" y="0"/>
                </a:lnTo>
                <a:lnTo>
                  <a:pt x="1" y="1"/>
                </a:lnTo>
                <a:lnTo>
                  <a:pt x="1" y="2"/>
                </a:lnTo>
                <a:lnTo>
                  <a:pt x="0" y="2"/>
                </a:lnTo>
                <a:close/>
              </a:path>
            </a:pathLst>
          </a:custGeom>
          <a:solidFill>
            <a:srgbClr val="C2C2BF"/>
          </a:solidFill>
          <a:ln w="2520">
            <a:solidFill>
              <a:srgbClr val="FFFFFF"/>
            </a:solidFill>
            <a:round/>
          </a:ln>
        </p:spPr>
        <p:txBody>
          <a:bodyPr lIns="1080" tIns="-360" rIns="1080" bIns="-3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08" name=""/>
          <p:cNvSpPr/>
          <p:nvPr/>
        </p:nvSpPr>
        <p:spPr>
          <a:xfrm>
            <a:off x="5115600" y="1747800"/>
            <a:ext cx="360" cy="360"/>
          </a:xfrm>
          <a:custGeom>
            <a:avLst/>
            <a:gdLst/>
            <a:ahLst/>
            <a:rect l="0" t="0" r="r" b="b"/>
            <a:pathLst>
              <a:path w="1" h="1">
                <a:moveTo>
                  <a:pt x="1" y="0"/>
                </a:moveTo>
                <a:lnTo>
                  <a:pt x="0" y="0"/>
                </a:lnTo>
                <a:lnTo>
                  <a:pt x="0" y="1"/>
                </a:lnTo>
                <a:lnTo>
                  <a:pt x="0" y="0"/>
                </a:lnTo>
                <a:lnTo>
                  <a:pt x="1" y="0"/>
                </a:lnTo>
                <a:close/>
              </a:path>
            </a:pathLst>
          </a:custGeom>
          <a:solidFill>
            <a:srgbClr val="C2C2BF"/>
          </a:solidFill>
          <a:ln w="2520">
            <a:solidFill>
              <a:srgbClr val="FFFFFF"/>
            </a:solidFill>
            <a:round/>
          </a:ln>
        </p:spPr>
        <p:txBody>
          <a:bodyPr lIns="1080" tIns="-720" rIns="1080" bIns="-7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09" name=""/>
          <p:cNvSpPr/>
          <p:nvPr/>
        </p:nvSpPr>
        <p:spPr>
          <a:xfrm>
            <a:off x="5119560" y="1747440"/>
            <a:ext cx="1440" cy="720"/>
          </a:xfrm>
          <a:custGeom>
            <a:avLst/>
            <a:gdLst/>
            <a:ahLst/>
            <a:rect l="0" t="0" r="r" b="b"/>
            <a:pathLst>
              <a:path w="4" h="2">
                <a:moveTo>
                  <a:pt x="2" y="0"/>
                </a:moveTo>
                <a:lnTo>
                  <a:pt x="4" y="0"/>
                </a:lnTo>
                <a:lnTo>
                  <a:pt x="2" y="2"/>
                </a:lnTo>
                <a:lnTo>
                  <a:pt x="0" y="2"/>
                </a:lnTo>
                <a:lnTo>
                  <a:pt x="0" y="0"/>
                </a:lnTo>
                <a:lnTo>
                  <a:pt x="2" y="0"/>
                </a:lnTo>
                <a:close/>
              </a:path>
            </a:pathLst>
          </a:custGeom>
          <a:solidFill>
            <a:srgbClr val="C2C2BF"/>
          </a:solidFill>
          <a:ln w="2520">
            <a:solidFill>
              <a:srgbClr val="FFFFFF"/>
            </a:solidFill>
            <a:round/>
          </a:ln>
        </p:spPr>
        <p:txBody>
          <a:bodyPr lIns="1080" tIns="-360" rIns="1080" bIns="-3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10" name=""/>
          <p:cNvSpPr/>
          <p:nvPr/>
        </p:nvSpPr>
        <p:spPr>
          <a:xfrm>
            <a:off x="5114880" y="1747440"/>
            <a:ext cx="360" cy="0"/>
          </a:xfrm>
          <a:custGeom>
            <a:avLst/>
            <a:gdLst/>
            <a:ahLst/>
            <a:rect l="0" t="0" r="r" b="b"/>
            <a:pathLst>
              <a:path w="1" h="0">
                <a:moveTo>
                  <a:pt x="1" y="0"/>
                </a:moveTo>
                <a:lnTo>
                  <a:pt x="0" y="0"/>
                </a:lnTo>
                <a:lnTo>
                  <a:pt x="1" y="0"/>
                </a:lnTo>
                <a:close/>
              </a:path>
            </a:pathLst>
          </a:custGeom>
          <a:solidFill>
            <a:srgbClr val="C2C2BF"/>
          </a:solidFill>
          <a:ln w="2520">
            <a:solidFill>
              <a:srgbClr val="FFFFFF"/>
            </a:solidFill>
            <a:round/>
          </a:ln>
        </p:spPr>
        <p:txBody>
          <a:bodyPr lIns="1080" tIns="-1080" rIns="1080" bIns="-108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11" name=""/>
          <p:cNvSpPr/>
          <p:nvPr/>
        </p:nvSpPr>
        <p:spPr>
          <a:xfrm>
            <a:off x="5121720" y="1746720"/>
            <a:ext cx="1440" cy="1800"/>
          </a:xfrm>
          <a:custGeom>
            <a:avLst/>
            <a:gdLst/>
            <a:ahLst/>
            <a:rect l="0" t="0" r="r" b="b"/>
            <a:pathLst>
              <a:path w="4" h="5">
                <a:moveTo>
                  <a:pt x="4" y="0"/>
                </a:moveTo>
                <a:lnTo>
                  <a:pt x="4" y="2"/>
                </a:lnTo>
                <a:lnTo>
                  <a:pt x="4" y="3"/>
                </a:lnTo>
                <a:lnTo>
                  <a:pt x="4" y="5"/>
                </a:lnTo>
                <a:lnTo>
                  <a:pt x="4" y="3"/>
                </a:lnTo>
                <a:lnTo>
                  <a:pt x="2" y="3"/>
                </a:lnTo>
                <a:lnTo>
                  <a:pt x="2" y="2"/>
                </a:lnTo>
                <a:lnTo>
                  <a:pt x="0" y="2"/>
                </a:lnTo>
                <a:lnTo>
                  <a:pt x="2" y="2"/>
                </a:lnTo>
                <a:lnTo>
                  <a:pt x="2" y="0"/>
                </a:lnTo>
                <a:lnTo>
                  <a:pt x="4" y="0"/>
                </a:lnTo>
                <a:close/>
              </a:path>
            </a:pathLst>
          </a:custGeom>
          <a:solidFill>
            <a:srgbClr val="C2C2BF"/>
          </a:solidFill>
          <a:ln w="2520">
            <a:solidFill>
              <a:srgbClr val="FFFFFF"/>
            </a:solidFill>
            <a:round/>
          </a:ln>
        </p:spPr>
        <p:txBody>
          <a:bodyPr lIns="1080" tIns="720" rIns="1080" bIns="7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12" name=""/>
          <p:cNvSpPr/>
          <p:nvPr/>
        </p:nvSpPr>
        <p:spPr>
          <a:xfrm>
            <a:off x="5114880" y="1742400"/>
            <a:ext cx="1800" cy="1080"/>
          </a:xfrm>
          <a:custGeom>
            <a:avLst/>
            <a:gdLst/>
            <a:ahLst/>
            <a:rect l="0" t="0" r="r" b="b"/>
            <a:pathLst>
              <a:path w="5" h="3">
                <a:moveTo>
                  <a:pt x="5" y="2"/>
                </a:moveTo>
                <a:lnTo>
                  <a:pt x="5" y="3"/>
                </a:lnTo>
                <a:lnTo>
                  <a:pt x="3" y="3"/>
                </a:lnTo>
                <a:lnTo>
                  <a:pt x="2" y="3"/>
                </a:lnTo>
                <a:lnTo>
                  <a:pt x="0" y="3"/>
                </a:lnTo>
                <a:lnTo>
                  <a:pt x="2" y="3"/>
                </a:lnTo>
                <a:lnTo>
                  <a:pt x="2" y="2"/>
                </a:lnTo>
                <a:lnTo>
                  <a:pt x="3" y="2"/>
                </a:lnTo>
                <a:lnTo>
                  <a:pt x="3" y="0"/>
                </a:lnTo>
                <a:lnTo>
                  <a:pt x="5" y="0"/>
                </a:lnTo>
                <a:lnTo>
                  <a:pt x="5" y="2"/>
                </a:lnTo>
                <a:lnTo>
                  <a:pt x="5" y="3"/>
                </a:lnTo>
                <a:lnTo>
                  <a:pt x="5" y="2"/>
                </a:lnTo>
                <a:close/>
              </a:path>
            </a:pathLst>
          </a:custGeom>
          <a:solidFill>
            <a:srgbClr val="C2C2BF"/>
          </a:solidFill>
          <a:ln w="2520">
            <a:solidFill>
              <a:srgbClr val="FFFFFF"/>
            </a:solidFill>
            <a:round/>
          </a:ln>
        </p:spPr>
        <p:txBody>
          <a:bodyPr lIns="1080" tIns="0" rIns="108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13" name=""/>
          <p:cNvSpPr/>
          <p:nvPr/>
        </p:nvSpPr>
        <p:spPr>
          <a:xfrm>
            <a:off x="5113440" y="1741680"/>
            <a:ext cx="1800" cy="2520"/>
          </a:xfrm>
          <a:custGeom>
            <a:avLst/>
            <a:gdLst/>
            <a:ahLst/>
            <a:rect l="0" t="0" r="r" b="b"/>
            <a:pathLst>
              <a:path w="5" h="7">
                <a:moveTo>
                  <a:pt x="1" y="1"/>
                </a:moveTo>
                <a:lnTo>
                  <a:pt x="2" y="1"/>
                </a:lnTo>
                <a:lnTo>
                  <a:pt x="4" y="1"/>
                </a:lnTo>
                <a:lnTo>
                  <a:pt x="4" y="2"/>
                </a:lnTo>
                <a:lnTo>
                  <a:pt x="4" y="3"/>
                </a:lnTo>
                <a:lnTo>
                  <a:pt x="4" y="4"/>
                </a:lnTo>
                <a:lnTo>
                  <a:pt x="4" y="3"/>
                </a:lnTo>
                <a:lnTo>
                  <a:pt x="5" y="3"/>
                </a:lnTo>
                <a:lnTo>
                  <a:pt x="5" y="4"/>
                </a:lnTo>
                <a:lnTo>
                  <a:pt x="4" y="4"/>
                </a:lnTo>
                <a:lnTo>
                  <a:pt x="4" y="6"/>
                </a:lnTo>
                <a:lnTo>
                  <a:pt x="2" y="6"/>
                </a:lnTo>
                <a:lnTo>
                  <a:pt x="2" y="7"/>
                </a:lnTo>
                <a:lnTo>
                  <a:pt x="1" y="7"/>
                </a:lnTo>
                <a:lnTo>
                  <a:pt x="1" y="6"/>
                </a:lnTo>
                <a:lnTo>
                  <a:pt x="1" y="4"/>
                </a:lnTo>
                <a:lnTo>
                  <a:pt x="1" y="3"/>
                </a:lnTo>
                <a:lnTo>
                  <a:pt x="1" y="1"/>
                </a:lnTo>
                <a:lnTo>
                  <a:pt x="0" y="1"/>
                </a:lnTo>
                <a:lnTo>
                  <a:pt x="0" y="0"/>
                </a:lnTo>
                <a:lnTo>
                  <a:pt x="1" y="0"/>
                </a:lnTo>
                <a:lnTo>
                  <a:pt x="1" y="1"/>
                </a:lnTo>
                <a:close/>
              </a:path>
            </a:pathLst>
          </a:custGeom>
          <a:solidFill>
            <a:srgbClr val="C2C2BF"/>
          </a:solidFill>
          <a:ln w="2520">
            <a:solidFill>
              <a:srgbClr val="FFFFFF"/>
            </a:solidFill>
            <a:round/>
          </a:ln>
        </p:spPr>
        <p:txBody>
          <a:bodyPr lIns="1080" tIns="1080" rIns="1080" bIns="108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14" name=""/>
          <p:cNvSpPr/>
          <p:nvPr/>
        </p:nvSpPr>
        <p:spPr>
          <a:xfrm>
            <a:off x="5105880" y="1742040"/>
            <a:ext cx="1440" cy="1440"/>
          </a:xfrm>
          <a:custGeom>
            <a:avLst/>
            <a:gdLst/>
            <a:ahLst/>
            <a:rect l="0" t="0" r="r" b="b"/>
            <a:pathLst>
              <a:path w="4" h="4">
                <a:moveTo>
                  <a:pt x="2" y="4"/>
                </a:moveTo>
                <a:lnTo>
                  <a:pt x="0" y="4"/>
                </a:lnTo>
                <a:lnTo>
                  <a:pt x="2" y="4"/>
                </a:lnTo>
                <a:lnTo>
                  <a:pt x="2" y="2"/>
                </a:lnTo>
                <a:lnTo>
                  <a:pt x="2" y="0"/>
                </a:lnTo>
                <a:lnTo>
                  <a:pt x="2" y="2"/>
                </a:lnTo>
                <a:lnTo>
                  <a:pt x="4" y="2"/>
                </a:lnTo>
                <a:lnTo>
                  <a:pt x="4" y="4"/>
                </a:lnTo>
                <a:lnTo>
                  <a:pt x="2" y="4"/>
                </a:lnTo>
                <a:close/>
              </a:path>
            </a:pathLst>
          </a:custGeom>
          <a:solidFill>
            <a:srgbClr val="C2C2BF"/>
          </a:solidFill>
          <a:ln w="2520">
            <a:solidFill>
              <a:srgbClr val="FFFFFF"/>
            </a:solidFill>
            <a:round/>
          </a:ln>
        </p:spPr>
        <p:txBody>
          <a:bodyPr lIns="1080" tIns="360" rIns="1080" bIns="3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15" name=""/>
          <p:cNvSpPr/>
          <p:nvPr/>
        </p:nvSpPr>
        <p:spPr>
          <a:xfrm>
            <a:off x="5113800" y="1737000"/>
            <a:ext cx="1800" cy="1080"/>
          </a:xfrm>
          <a:custGeom>
            <a:avLst/>
            <a:gdLst/>
            <a:ahLst/>
            <a:rect l="0" t="0" r="r" b="b"/>
            <a:pathLst>
              <a:path w="5" h="3">
                <a:moveTo>
                  <a:pt x="3" y="1"/>
                </a:moveTo>
                <a:lnTo>
                  <a:pt x="3" y="3"/>
                </a:lnTo>
                <a:lnTo>
                  <a:pt x="1" y="3"/>
                </a:lnTo>
                <a:lnTo>
                  <a:pt x="0" y="3"/>
                </a:lnTo>
                <a:lnTo>
                  <a:pt x="0" y="1"/>
                </a:lnTo>
                <a:lnTo>
                  <a:pt x="0" y="3"/>
                </a:lnTo>
                <a:lnTo>
                  <a:pt x="1" y="3"/>
                </a:lnTo>
                <a:lnTo>
                  <a:pt x="1" y="1"/>
                </a:lnTo>
                <a:lnTo>
                  <a:pt x="3" y="1"/>
                </a:lnTo>
                <a:lnTo>
                  <a:pt x="3" y="0"/>
                </a:lnTo>
                <a:lnTo>
                  <a:pt x="4" y="0"/>
                </a:lnTo>
                <a:lnTo>
                  <a:pt x="5" y="0"/>
                </a:lnTo>
                <a:lnTo>
                  <a:pt x="4" y="0"/>
                </a:lnTo>
                <a:lnTo>
                  <a:pt x="4" y="1"/>
                </a:lnTo>
                <a:lnTo>
                  <a:pt x="3" y="1"/>
                </a:lnTo>
                <a:close/>
              </a:path>
            </a:pathLst>
          </a:custGeom>
          <a:solidFill>
            <a:srgbClr val="C2C2BF"/>
          </a:solidFill>
          <a:ln w="2520">
            <a:solidFill>
              <a:srgbClr val="FFFFFF"/>
            </a:solidFill>
            <a:round/>
          </a:ln>
        </p:spPr>
        <p:txBody>
          <a:bodyPr lIns="1080" tIns="0" rIns="108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16" name=""/>
          <p:cNvSpPr/>
          <p:nvPr/>
        </p:nvSpPr>
        <p:spPr>
          <a:xfrm>
            <a:off x="5134680" y="1732320"/>
            <a:ext cx="3960" cy="3600"/>
          </a:xfrm>
          <a:custGeom>
            <a:avLst/>
            <a:gdLst/>
            <a:ahLst/>
            <a:rect l="0" t="0" r="r" b="b"/>
            <a:pathLst>
              <a:path w="11" h="10">
                <a:moveTo>
                  <a:pt x="10" y="1"/>
                </a:moveTo>
                <a:lnTo>
                  <a:pt x="10" y="2"/>
                </a:lnTo>
                <a:lnTo>
                  <a:pt x="9" y="2"/>
                </a:lnTo>
                <a:lnTo>
                  <a:pt x="9" y="3"/>
                </a:lnTo>
                <a:lnTo>
                  <a:pt x="8" y="3"/>
                </a:lnTo>
                <a:lnTo>
                  <a:pt x="8" y="4"/>
                </a:lnTo>
                <a:lnTo>
                  <a:pt x="9" y="4"/>
                </a:lnTo>
                <a:lnTo>
                  <a:pt x="8" y="4"/>
                </a:lnTo>
                <a:lnTo>
                  <a:pt x="7" y="4"/>
                </a:lnTo>
                <a:lnTo>
                  <a:pt x="7" y="5"/>
                </a:lnTo>
                <a:lnTo>
                  <a:pt x="8" y="5"/>
                </a:lnTo>
                <a:lnTo>
                  <a:pt x="8" y="6"/>
                </a:lnTo>
                <a:lnTo>
                  <a:pt x="7" y="6"/>
                </a:lnTo>
                <a:lnTo>
                  <a:pt x="8" y="6"/>
                </a:lnTo>
                <a:lnTo>
                  <a:pt x="7" y="5"/>
                </a:lnTo>
                <a:lnTo>
                  <a:pt x="7" y="6"/>
                </a:lnTo>
                <a:lnTo>
                  <a:pt x="6" y="7"/>
                </a:lnTo>
                <a:lnTo>
                  <a:pt x="5" y="7"/>
                </a:lnTo>
                <a:lnTo>
                  <a:pt x="5" y="6"/>
                </a:lnTo>
                <a:lnTo>
                  <a:pt x="4" y="7"/>
                </a:lnTo>
                <a:lnTo>
                  <a:pt x="4" y="9"/>
                </a:lnTo>
                <a:lnTo>
                  <a:pt x="4" y="10"/>
                </a:lnTo>
                <a:lnTo>
                  <a:pt x="3" y="10"/>
                </a:lnTo>
                <a:lnTo>
                  <a:pt x="3" y="9"/>
                </a:lnTo>
                <a:lnTo>
                  <a:pt x="1" y="9"/>
                </a:lnTo>
                <a:lnTo>
                  <a:pt x="1" y="10"/>
                </a:lnTo>
                <a:lnTo>
                  <a:pt x="0" y="10"/>
                </a:lnTo>
                <a:lnTo>
                  <a:pt x="0" y="9"/>
                </a:lnTo>
                <a:lnTo>
                  <a:pt x="1" y="7"/>
                </a:lnTo>
                <a:lnTo>
                  <a:pt x="3" y="6"/>
                </a:lnTo>
                <a:lnTo>
                  <a:pt x="4" y="5"/>
                </a:lnTo>
                <a:lnTo>
                  <a:pt x="5" y="4"/>
                </a:lnTo>
                <a:lnTo>
                  <a:pt x="6" y="3"/>
                </a:lnTo>
                <a:lnTo>
                  <a:pt x="8" y="2"/>
                </a:lnTo>
                <a:lnTo>
                  <a:pt x="8" y="1"/>
                </a:lnTo>
                <a:lnTo>
                  <a:pt x="9" y="1"/>
                </a:lnTo>
                <a:lnTo>
                  <a:pt x="9" y="0"/>
                </a:lnTo>
                <a:lnTo>
                  <a:pt x="10" y="0"/>
                </a:lnTo>
                <a:lnTo>
                  <a:pt x="11" y="0"/>
                </a:lnTo>
                <a:lnTo>
                  <a:pt x="11" y="1"/>
                </a:lnTo>
                <a:lnTo>
                  <a:pt x="10" y="1"/>
                </a:lnTo>
                <a:close/>
              </a:path>
            </a:pathLst>
          </a:custGeom>
          <a:solidFill>
            <a:srgbClr val="C2C2BF"/>
          </a:solidFill>
          <a:ln w="2520">
            <a:solidFill>
              <a:srgbClr val="FFFFFF"/>
            </a:solidFill>
            <a:round/>
          </a:ln>
        </p:spPr>
        <p:txBody>
          <a:bodyPr lIns="1080" tIns="1080" rIns="1080" bIns="108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17" name=""/>
          <p:cNvSpPr/>
          <p:nvPr/>
        </p:nvSpPr>
        <p:spPr>
          <a:xfrm>
            <a:off x="5114880" y="1731240"/>
            <a:ext cx="6480" cy="5400"/>
          </a:xfrm>
          <a:custGeom>
            <a:avLst/>
            <a:gdLst/>
            <a:ahLst/>
            <a:rect l="0" t="0" r="r" b="b"/>
            <a:pathLst>
              <a:path w="18" h="15">
                <a:moveTo>
                  <a:pt x="12" y="0"/>
                </a:moveTo>
                <a:lnTo>
                  <a:pt x="12" y="1"/>
                </a:lnTo>
                <a:lnTo>
                  <a:pt x="14" y="2"/>
                </a:lnTo>
                <a:lnTo>
                  <a:pt x="15" y="2"/>
                </a:lnTo>
                <a:lnTo>
                  <a:pt x="15" y="1"/>
                </a:lnTo>
                <a:lnTo>
                  <a:pt x="16" y="2"/>
                </a:lnTo>
                <a:lnTo>
                  <a:pt x="16" y="3"/>
                </a:lnTo>
                <a:lnTo>
                  <a:pt x="16" y="4"/>
                </a:lnTo>
                <a:lnTo>
                  <a:pt x="17" y="5"/>
                </a:lnTo>
                <a:lnTo>
                  <a:pt x="18" y="5"/>
                </a:lnTo>
                <a:lnTo>
                  <a:pt x="18" y="6"/>
                </a:lnTo>
                <a:lnTo>
                  <a:pt x="17" y="6"/>
                </a:lnTo>
                <a:lnTo>
                  <a:pt x="16" y="7"/>
                </a:lnTo>
                <a:lnTo>
                  <a:pt x="16" y="6"/>
                </a:lnTo>
                <a:lnTo>
                  <a:pt x="16" y="5"/>
                </a:lnTo>
                <a:lnTo>
                  <a:pt x="15" y="5"/>
                </a:lnTo>
                <a:lnTo>
                  <a:pt x="15" y="6"/>
                </a:lnTo>
                <a:lnTo>
                  <a:pt x="14" y="6"/>
                </a:lnTo>
                <a:lnTo>
                  <a:pt x="12" y="6"/>
                </a:lnTo>
                <a:lnTo>
                  <a:pt x="11" y="6"/>
                </a:lnTo>
                <a:lnTo>
                  <a:pt x="11" y="7"/>
                </a:lnTo>
                <a:lnTo>
                  <a:pt x="10" y="8"/>
                </a:lnTo>
                <a:lnTo>
                  <a:pt x="8" y="9"/>
                </a:lnTo>
                <a:lnTo>
                  <a:pt x="8" y="10"/>
                </a:lnTo>
                <a:lnTo>
                  <a:pt x="7" y="11"/>
                </a:lnTo>
                <a:lnTo>
                  <a:pt x="7" y="12"/>
                </a:lnTo>
                <a:lnTo>
                  <a:pt x="8" y="12"/>
                </a:lnTo>
                <a:lnTo>
                  <a:pt x="8" y="11"/>
                </a:lnTo>
                <a:lnTo>
                  <a:pt x="8" y="12"/>
                </a:lnTo>
                <a:lnTo>
                  <a:pt x="8" y="13"/>
                </a:lnTo>
                <a:lnTo>
                  <a:pt x="7" y="13"/>
                </a:lnTo>
                <a:lnTo>
                  <a:pt x="6" y="13"/>
                </a:lnTo>
                <a:lnTo>
                  <a:pt x="5" y="15"/>
                </a:lnTo>
                <a:lnTo>
                  <a:pt x="4" y="15"/>
                </a:lnTo>
                <a:lnTo>
                  <a:pt x="4" y="13"/>
                </a:lnTo>
                <a:lnTo>
                  <a:pt x="4" y="12"/>
                </a:lnTo>
                <a:lnTo>
                  <a:pt x="3" y="12"/>
                </a:lnTo>
                <a:lnTo>
                  <a:pt x="2" y="12"/>
                </a:lnTo>
                <a:lnTo>
                  <a:pt x="1" y="12"/>
                </a:lnTo>
                <a:lnTo>
                  <a:pt x="1" y="11"/>
                </a:lnTo>
                <a:lnTo>
                  <a:pt x="1" y="10"/>
                </a:lnTo>
                <a:lnTo>
                  <a:pt x="0" y="10"/>
                </a:lnTo>
                <a:lnTo>
                  <a:pt x="0" y="11"/>
                </a:lnTo>
                <a:lnTo>
                  <a:pt x="0" y="10"/>
                </a:lnTo>
                <a:lnTo>
                  <a:pt x="0" y="9"/>
                </a:lnTo>
                <a:lnTo>
                  <a:pt x="1" y="9"/>
                </a:lnTo>
                <a:lnTo>
                  <a:pt x="1" y="10"/>
                </a:lnTo>
                <a:lnTo>
                  <a:pt x="2" y="10"/>
                </a:lnTo>
                <a:lnTo>
                  <a:pt x="2" y="11"/>
                </a:lnTo>
                <a:lnTo>
                  <a:pt x="1" y="11"/>
                </a:lnTo>
                <a:lnTo>
                  <a:pt x="1" y="12"/>
                </a:lnTo>
                <a:lnTo>
                  <a:pt x="2" y="12"/>
                </a:lnTo>
                <a:lnTo>
                  <a:pt x="2" y="11"/>
                </a:lnTo>
                <a:lnTo>
                  <a:pt x="3" y="11"/>
                </a:lnTo>
                <a:lnTo>
                  <a:pt x="3" y="12"/>
                </a:lnTo>
                <a:lnTo>
                  <a:pt x="4" y="12"/>
                </a:lnTo>
                <a:lnTo>
                  <a:pt x="5" y="12"/>
                </a:lnTo>
                <a:lnTo>
                  <a:pt x="5" y="11"/>
                </a:lnTo>
                <a:lnTo>
                  <a:pt x="4" y="11"/>
                </a:lnTo>
                <a:lnTo>
                  <a:pt x="5" y="11"/>
                </a:lnTo>
                <a:lnTo>
                  <a:pt x="6" y="11"/>
                </a:lnTo>
                <a:lnTo>
                  <a:pt x="7" y="11"/>
                </a:lnTo>
                <a:lnTo>
                  <a:pt x="7" y="10"/>
                </a:lnTo>
                <a:lnTo>
                  <a:pt x="6" y="10"/>
                </a:lnTo>
                <a:lnTo>
                  <a:pt x="7" y="10"/>
                </a:lnTo>
                <a:lnTo>
                  <a:pt x="7" y="9"/>
                </a:lnTo>
                <a:lnTo>
                  <a:pt x="7" y="8"/>
                </a:lnTo>
                <a:lnTo>
                  <a:pt x="6" y="8"/>
                </a:lnTo>
                <a:lnTo>
                  <a:pt x="5" y="8"/>
                </a:lnTo>
                <a:lnTo>
                  <a:pt x="5" y="9"/>
                </a:lnTo>
                <a:lnTo>
                  <a:pt x="3" y="9"/>
                </a:lnTo>
                <a:lnTo>
                  <a:pt x="2" y="9"/>
                </a:lnTo>
                <a:lnTo>
                  <a:pt x="2" y="8"/>
                </a:lnTo>
                <a:lnTo>
                  <a:pt x="3" y="8"/>
                </a:lnTo>
                <a:lnTo>
                  <a:pt x="4" y="7"/>
                </a:lnTo>
                <a:lnTo>
                  <a:pt x="3" y="7"/>
                </a:lnTo>
                <a:lnTo>
                  <a:pt x="3" y="6"/>
                </a:lnTo>
                <a:lnTo>
                  <a:pt x="3" y="7"/>
                </a:lnTo>
                <a:lnTo>
                  <a:pt x="2" y="7"/>
                </a:lnTo>
                <a:lnTo>
                  <a:pt x="1" y="7"/>
                </a:lnTo>
                <a:lnTo>
                  <a:pt x="2" y="6"/>
                </a:lnTo>
                <a:lnTo>
                  <a:pt x="2" y="5"/>
                </a:lnTo>
                <a:lnTo>
                  <a:pt x="1" y="5"/>
                </a:lnTo>
                <a:lnTo>
                  <a:pt x="1" y="4"/>
                </a:lnTo>
                <a:lnTo>
                  <a:pt x="2" y="4"/>
                </a:lnTo>
                <a:lnTo>
                  <a:pt x="3" y="4"/>
                </a:lnTo>
                <a:lnTo>
                  <a:pt x="4" y="3"/>
                </a:lnTo>
                <a:lnTo>
                  <a:pt x="4" y="4"/>
                </a:lnTo>
                <a:lnTo>
                  <a:pt x="4" y="5"/>
                </a:lnTo>
                <a:lnTo>
                  <a:pt x="4" y="6"/>
                </a:lnTo>
                <a:lnTo>
                  <a:pt x="5" y="6"/>
                </a:lnTo>
                <a:lnTo>
                  <a:pt x="5" y="5"/>
                </a:lnTo>
                <a:lnTo>
                  <a:pt x="6" y="5"/>
                </a:lnTo>
                <a:lnTo>
                  <a:pt x="6" y="4"/>
                </a:lnTo>
                <a:lnTo>
                  <a:pt x="7" y="4"/>
                </a:lnTo>
                <a:lnTo>
                  <a:pt x="7" y="3"/>
                </a:lnTo>
                <a:lnTo>
                  <a:pt x="6" y="2"/>
                </a:lnTo>
                <a:lnTo>
                  <a:pt x="6" y="1"/>
                </a:lnTo>
                <a:lnTo>
                  <a:pt x="7" y="1"/>
                </a:lnTo>
                <a:lnTo>
                  <a:pt x="7" y="2"/>
                </a:lnTo>
                <a:lnTo>
                  <a:pt x="8" y="1"/>
                </a:lnTo>
                <a:lnTo>
                  <a:pt x="9" y="1"/>
                </a:lnTo>
                <a:lnTo>
                  <a:pt x="8" y="1"/>
                </a:lnTo>
                <a:lnTo>
                  <a:pt x="8" y="3"/>
                </a:lnTo>
                <a:lnTo>
                  <a:pt x="9" y="3"/>
                </a:lnTo>
                <a:lnTo>
                  <a:pt x="9" y="4"/>
                </a:lnTo>
                <a:lnTo>
                  <a:pt x="9" y="3"/>
                </a:lnTo>
                <a:lnTo>
                  <a:pt x="10" y="3"/>
                </a:lnTo>
                <a:lnTo>
                  <a:pt x="10" y="2"/>
                </a:lnTo>
                <a:lnTo>
                  <a:pt x="9" y="2"/>
                </a:lnTo>
                <a:lnTo>
                  <a:pt x="10" y="1"/>
                </a:lnTo>
                <a:lnTo>
                  <a:pt x="10" y="2"/>
                </a:lnTo>
                <a:lnTo>
                  <a:pt x="10" y="3"/>
                </a:lnTo>
                <a:lnTo>
                  <a:pt x="11" y="3"/>
                </a:lnTo>
                <a:lnTo>
                  <a:pt x="11" y="2"/>
                </a:lnTo>
                <a:lnTo>
                  <a:pt x="11" y="1"/>
                </a:lnTo>
                <a:lnTo>
                  <a:pt x="11" y="0"/>
                </a:lnTo>
                <a:lnTo>
                  <a:pt x="12" y="0"/>
                </a:lnTo>
                <a:close/>
              </a:path>
            </a:pathLst>
          </a:custGeom>
          <a:solidFill>
            <a:srgbClr val="C2C2BF"/>
          </a:solidFill>
          <a:ln w="2520">
            <a:solidFill>
              <a:srgbClr val="FFFFFF"/>
            </a:solidFill>
            <a:round/>
          </a:ln>
        </p:spPr>
        <p:txBody>
          <a:bodyPr lIns="1080" tIns="1080" rIns="1080" bIns="108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18" name=""/>
          <p:cNvSpPr/>
          <p:nvPr/>
        </p:nvSpPr>
        <p:spPr>
          <a:xfrm>
            <a:off x="5111640" y="1730160"/>
            <a:ext cx="2880" cy="4680"/>
          </a:xfrm>
          <a:custGeom>
            <a:avLst/>
            <a:gdLst/>
            <a:ahLst/>
            <a:rect l="0" t="0" r="r" b="b"/>
            <a:pathLst>
              <a:path w="8" h="13">
                <a:moveTo>
                  <a:pt x="6" y="1"/>
                </a:moveTo>
                <a:lnTo>
                  <a:pt x="7" y="1"/>
                </a:lnTo>
                <a:lnTo>
                  <a:pt x="8" y="1"/>
                </a:lnTo>
                <a:lnTo>
                  <a:pt x="8" y="2"/>
                </a:lnTo>
                <a:lnTo>
                  <a:pt x="7" y="2"/>
                </a:lnTo>
                <a:lnTo>
                  <a:pt x="6" y="2"/>
                </a:lnTo>
                <a:lnTo>
                  <a:pt x="5" y="3"/>
                </a:lnTo>
                <a:lnTo>
                  <a:pt x="6" y="4"/>
                </a:lnTo>
                <a:lnTo>
                  <a:pt x="6" y="5"/>
                </a:lnTo>
                <a:lnTo>
                  <a:pt x="6" y="6"/>
                </a:lnTo>
                <a:lnTo>
                  <a:pt x="6" y="7"/>
                </a:lnTo>
                <a:lnTo>
                  <a:pt x="5" y="7"/>
                </a:lnTo>
                <a:lnTo>
                  <a:pt x="5" y="8"/>
                </a:lnTo>
                <a:lnTo>
                  <a:pt x="6" y="8"/>
                </a:lnTo>
                <a:lnTo>
                  <a:pt x="6" y="9"/>
                </a:lnTo>
                <a:lnTo>
                  <a:pt x="5" y="9"/>
                </a:lnTo>
                <a:lnTo>
                  <a:pt x="6" y="9"/>
                </a:lnTo>
                <a:lnTo>
                  <a:pt x="6" y="10"/>
                </a:lnTo>
                <a:lnTo>
                  <a:pt x="6" y="11"/>
                </a:lnTo>
                <a:lnTo>
                  <a:pt x="5" y="11"/>
                </a:lnTo>
                <a:lnTo>
                  <a:pt x="4" y="11"/>
                </a:lnTo>
                <a:lnTo>
                  <a:pt x="3" y="11"/>
                </a:lnTo>
                <a:lnTo>
                  <a:pt x="3" y="13"/>
                </a:lnTo>
                <a:lnTo>
                  <a:pt x="2" y="11"/>
                </a:lnTo>
                <a:lnTo>
                  <a:pt x="2" y="13"/>
                </a:lnTo>
                <a:lnTo>
                  <a:pt x="0" y="13"/>
                </a:lnTo>
                <a:lnTo>
                  <a:pt x="0" y="11"/>
                </a:lnTo>
                <a:lnTo>
                  <a:pt x="2" y="11"/>
                </a:lnTo>
                <a:lnTo>
                  <a:pt x="2" y="10"/>
                </a:lnTo>
                <a:lnTo>
                  <a:pt x="3" y="10"/>
                </a:lnTo>
                <a:lnTo>
                  <a:pt x="3" y="11"/>
                </a:lnTo>
                <a:lnTo>
                  <a:pt x="4" y="11"/>
                </a:lnTo>
                <a:lnTo>
                  <a:pt x="4" y="10"/>
                </a:lnTo>
                <a:lnTo>
                  <a:pt x="4" y="9"/>
                </a:lnTo>
                <a:lnTo>
                  <a:pt x="5" y="9"/>
                </a:lnTo>
                <a:lnTo>
                  <a:pt x="4" y="8"/>
                </a:lnTo>
                <a:lnTo>
                  <a:pt x="3" y="8"/>
                </a:lnTo>
                <a:lnTo>
                  <a:pt x="3" y="7"/>
                </a:lnTo>
                <a:lnTo>
                  <a:pt x="4" y="7"/>
                </a:lnTo>
                <a:lnTo>
                  <a:pt x="4" y="6"/>
                </a:lnTo>
                <a:lnTo>
                  <a:pt x="4" y="5"/>
                </a:lnTo>
                <a:lnTo>
                  <a:pt x="5" y="5"/>
                </a:lnTo>
                <a:lnTo>
                  <a:pt x="4" y="5"/>
                </a:lnTo>
                <a:lnTo>
                  <a:pt x="4" y="4"/>
                </a:lnTo>
                <a:lnTo>
                  <a:pt x="3" y="4"/>
                </a:lnTo>
                <a:lnTo>
                  <a:pt x="4" y="4"/>
                </a:lnTo>
                <a:lnTo>
                  <a:pt x="4" y="3"/>
                </a:lnTo>
                <a:lnTo>
                  <a:pt x="3" y="3"/>
                </a:lnTo>
                <a:lnTo>
                  <a:pt x="3" y="2"/>
                </a:lnTo>
                <a:lnTo>
                  <a:pt x="4" y="2"/>
                </a:lnTo>
                <a:lnTo>
                  <a:pt x="4" y="1"/>
                </a:lnTo>
                <a:lnTo>
                  <a:pt x="4" y="0"/>
                </a:lnTo>
                <a:lnTo>
                  <a:pt x="5" y="0"/>
                </a:lnTo>
                <a:lnTo>
                  <a:pt x="5" y="1"/>
                </a:lnTo>
                <a:lnTo>
                  <a:pt x="6" y="1"/>
                </a:lnTo>
                <a:close/>
              </a:path>
            </a:pathLst>
          </a:custGeom>
          <a:solidFill>
            <a:srgbClr val="C2C2BF"/>
          </a:solidFill>
          <a:ln w="2520">
            <a:solidFill>
              <a:srgbClr val="FFFFFF"/>
            </a:solidFill>
            <a:round/>
          </a:ln>
        </p:spPr>
        <p:txBody>
          <a:bodyPr lIns="1080" tIns="1080" rIns="1080" bIns="108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19" name=""/>
          <p:cNvSpPr/>
          <p:nvPr/>
        </p:nvSpPr>
        <p:spPr>
          <a:xfrm>
            <a:off x="5116680" y="1730880"/>
            <a:ext cx="1080" cy="1440"/>
          </a:xfrm>
          <a:custGeom>
            <a:avLst/>
            <a:gdLst/>
            <a:ahLst/>
            <a:rect l="0" t="0" r="r" b="b"/>
            <a:pathLst>
              <a:path w="3" h="4">
                <a:moveTo>
                  <a:pt x="3" y="0"/>
                </a:moveTo>
                <a:lnTo>
                  <a:pt x="3" y="2"/>
                </a:lnTo>
                <a:lnTo>
                  <a:pt x="1" y="2"/>
                </a:lnTo>
                <a:lnTo>
                  <a:pt x="1" y="4"/>
                </a:lnTo>
                <a:lnTo>
                  <a:pt x="1" y="2"/>
                </a:lnTo>
                <a:lnTo>
                  <a:pt x="0" y="2"/>
                </a:lnTo>
                <a:lnTo>
                  <a:pt x="1" y="0"/>
                </a:lnTo>
                <a:lnTo>
                  <a:pt x="3" y="0"/>
                </a:lnTo>
                <a:close/>
              </a:path>
            </a:pathLst>
          </a:custGeom>
          <a:solidFill>
            <a:srgbClr val="C2C2BF"/>
          </a:solidFill>
          <a:ln w="2520">
            <a:solidFill>
              <a:srgbClr val="FFFFFF"/>
            </a:solidFill>
            <a:round/>
          </a:ln>
        </p:spPr>
        <p:txBody>
          <a:bodyPr lIns="1080" tIns="360" rIns="1080" bIns="3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20" name=""/>
          <p:cNvSpPr/>
          <p:nvPr/>
        </p:nvSpPr>
        <p:spPr>
          <a:xfrm>
            <a:off x="5112720" y="1729800"/>
            <a:ext cx="360" cy="360"/>
          </a:xfrm>
          <a:custGeom>
            <a:avLst/>
            <a:gdLst/>
            <a:ahLst/>
            <a:rect l="0" t="0" r="r" b="b"/>
            <a:pathLst>
              <a:path w="1" h="1">
                <a:moveTo>
                  <a:pt x="1" y="0"/>
                </a:moveTo>
                <a:lnTo>
                  <a:pt x="1" y="1"/>
                </a:lnTo>
                <a:lnTo>
                  <a:pt x="0" y="1"/>
                </a:lnTo>
                <a:lnTo>
                  <a:pt x="1" y="1"/>
                </a:lnTo>
                <a:lnTo>
                  <a:pt x="1" y="0"/>
                </a:lnTo>
                <a:close/>
              </a:path>
            </a:pathLst>
          </a:custGeom>
          <a:solidFill>
            <a:srgbClr val="C2C2BF"/>
          </a:solidFill>
          <a:ln w="2520">
            <a:solidFill>
              <a:srgbClr val="FFFFFF"/>
            </a:solidFill>
            <a:round/>
          </a:ln>
        </p:spPr>
        <p:txBody>
          <a:bodyPr lIns="1080" tIns="-720" rIns="1080" bIns="-7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21" name=""/>
          <p:cNvSpPr/>
          <p:nvPr/>
        </p:nvSpPr>
        <p:spPr>
          <a:xfrm>
            <a:off x="5114520" y="1728360"/>
            <a:ext cx="2880" cy="2880"/>
          </a:xfrm>
          <a:custGeom>
            <a:avLst/>
            <a:gdLst/>
            <a:ahLst/>
            <a:rect l="0" t="0" r="r" b="b"/>
            <a:pathLst>
              <a:path w="8" h="8">
                <a:moveTo>
                  <a:pt x="4" y="1"/>
                </a:moveTo>
                <a:lnTo>
                  <a:pt x="5" y="1"/>
                </a:lnTo>
                <a:lnTo>
                  <a:pt x="6" y="1"/>
                </a:lnTo>
                <a:lnTo>
                  <a:pt x="6" y="3"/>
                </a:lnTo>
                <a:lnTo>
                  <a:pt x="8" y="4"/>
                </a:lnTo>
                <a:lnTo>
                  <a:pt x="8" y="5"/>
                </a:lnTo>
                <a:lnTo>
                  <a:pt x="6" y="5"/>
                </a:lnTo>
                <a:lnTo>
                  <a:pt x="6" y="6"/>
                </a:lnTo>
                <a:lnTo>
                  <a:pt x="5" y="6"/>
                </a:lnTo>
                <a:lnTo>
                  <a:pt x="6" y="6"/>
                </a:lnTo>
                <a:lnTo>
                  <a:pt x="6" y="7"/>
                </a:lnTo>
                <a:lnTo>
                  <a:pt x="6" y="6"/>
                </a:lnTo>
                <a:lnTo>
                  <a:pt x="8" y="6"/>
                </a:lnTo>
                <a:lnTo>
                  <a:pt x="8" y="7"/>
                </a:lnTo>
                <a:lnTo>
                  <a:pt x="6" y="7"/>
                </a:lnTo>
                <a:lnTo>
                  <a:pt x="6" y="8"/>
                </a:lnTo>
                <a:lnTo>
                  <a:pt x="5" y="8"/>
                </a:lnTo>
                <a:lnTo>
                  <a:pt x="5" y="7"/>
                </a:lnTo>
                <a:lnTo>
                  <a:pt x="5" y="6"/>
                </a:lnTo>
                <a:lnTo>
                  <a:pt x="4" y="5"/>
                </a:lnTo>
                <a:lnTo>
                  <a:pt x="3" y="5"/>
                </a:lnTo>
                <a:lnTo>
                  <a:pt x="3" y="4"/>
                </a:lnTo>
                <a:lnTo>
                  <a:pt x="3" y="3"/>
                </a:lnTo>
                <a:lnTo>
                  <a:pt x="2" y="3"/>
                </a:lnTo>
                <a:lnTo>
                  <a:pt x="2" y="4"/>
                </a:lnTo>
                <a:lnTo>
                  <a:pt x="1" y="4"/>
                </a:lnTo>
                <a:lnTo>
                  <a:pt x="1" y="5"/>
                </a:lnTo>
                <a:lnTo>
                  <a:pt x="0" y="5"/>
                </a:lnTo>
                <a:lnTo>
                  <a:pt x="0" y="4"/>
                </a:lnTo>
                <a:lnTo>
                  <a:pt x="0" y="3"/>
                </a:lnTo>
                <a:lnTo>
                  <a:pt x="1" y="3"/>
                </a:lnTo>
                <a:lnTo>
                  <a:pt x="1" y="1"/>
                </a:lnTo>
                <a:lnTo>
                  <a:pt x="2" y="1"/>
                </a:lnTo>
                <a:lnTo>
                  <a:pt x="3" y="1"/>
                </a:lnTo>
                <a:lnTo>
                  <a:pt x="3" y="0"/>
                </a:lnTo>
                <a:lnTo>
                  <a:pt x="3" y="1"/>
                </a:lnTo>
                <a:lnTo>
                  <a:pt x="4" y="1"/>
                </a:lnTo>
                <a:close/>
              </a:path>
            </a:pathLst>
          </a:custGeom>
          <a:solidFill>
            <a:srgbClr val="C2C2BF"/>
          </a:solidFill>
          <a:ln w="2520">
            <a:solidFill>
              <a:srgbClr val="FFFFFF"/>
            </a:solidFill>
            <a:round/>
          </a:ln>
        </p:spPr>
        <p:txBody>
          <a:bodyPr lIns="1080" tIns="1080" rIns="1080" bIns="108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22" name=""/>
          <p:cNvSpPr/>
          <p:nvPr/>
        </p:nvSpPr>
        <p:spPr>
          <a:xfrm>
            <a:off x="5115600" y="1724760"/>
            <a:ext cx="1440" cy="1440"/>
          </a:xfrm>
          <a:custGeom>
            <a:avLst/>
            <a:gdLst/>
            <a:ahLst/>
            <a:rect l="0" t="0" r="r" b="b"/>
            <a:pathLst>
              <a:path w="4" h="4">
                <a:moveTo>
                  <a:pt x="2" y="3"/>
                </a:moveTo>
                <a:lnTo>
                  <a:pt x="2" y="4"/>
                </a:lnTo>
                <a:lnTo>
                  <a:pt x="1" y="4"/>
                </a:lnTo>
                <a:lnTo>
                  <a:pt x="0" y="4"/>
                </a:lnTo>
                <a:lnTo>
                  <a:pt x="1" y="3"/>
                </a:lnTo>
                <a:lnTo>
                  <a:pt x="2" y="0"/>
                </a:lnTo>
                <a:lnTo>
                  <a:pt x="4" y="1"/>
                </a:lnTo>
                <a:lnTo>
                  <a:pt x="4" y="3"/>
                </a:lnTo>
                <a:lnTo>
                  <a:pt x="2" y="3"/>
                </a:lnTo>
                <a:close/>
              </a:path>
            </a:pathLst>
          </a:custGeom>
          <a:solidFill>
            <a:srgbClr val="C2C2BF"/>
          </a:solidFill>
          <a:ln w="2520">
            <a:solidFill>
              <a:srgbClr val="FFFFFF"/>
            </a:solidFill>
            <a:round/>
          </a:ln>
        </p:spPr>
        <p:txBody>
          <a:bodyPr lIns="1080" tIns="360" rIns="1080" bIns="3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23" name=""/>
          <p:cNvSpPr/>
          <p:nvPr/>
        </p:nvSpPr>
        <p:spPr>
          <a:xfrm>
            <a:off x="5213880" y="1792800"/>
            <a:ext cx="720" cy="720"/>
          </a:xfrm>
          <a:custGeom>
            <a:avLst/>
            <a:gdLst/>
            <a:ahLst/>
            <a:rect l="0" t="0" r="r" b="b"/>
            <a:pathLst>
              <a:path w="2" h="2">
                <a:moveTo>
                  <a:pt x="2" y="2"/>
                </a:moveTo>
                <a:lnTo>
                  <a:pt x="0" y="2"/>
                </a:lnTo>
                <a:lnTo>
                  <a:pt x="0" y="0"/>
                </a:lnTo>
                <a:lnTo>
                  <a:pt x="2" y="0"/>
                </a:lnTo>
                <a:lnTo>
                  <a:pt x="2" y="2"/>
                </a:lnTo>
                <a:close/>
              </a:path>
            </a:pathLst>
          </a:custGeom>
          <a:solidFill>
            <a:srgbClr val="C2C2BF"/>
          </a:solidFill>
          <a:ln w="2520">
            <a:solidFill>
              <a:srgbClr val="FFFFFF"/>
            </a:solidFill>
            <a:round/>
          </a:ln>
        </p:spPr>
        <p:txBody>
          <a:bodyPr lIns="1080" tIns="-360" rIns="1080" bIns="-3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24" name=""/>
          <p:cNvSpPr/>
          <p:nvPr/>
        </p:nvSpPr>
        <p:spPr>
          <a:xfrm>
            <a:off x="5208480" y="1787040"/>
            <a:ext cx="5040" cy="4680"/>
          </a:xfrm>
          <a:custGeom>
            <a:avLst/>
            <a:gdLst/>
            <a:ahLst/>
            <a:rect l="0" t="0" r="r" b="b"/>
            <a:pathLst>
              <a:path w="14" h="13">
                <a:moveTo>
                  <a:pt x="2" y="3"/>
                </a:moveTo>
                <a:lnTo>
                  <a:pt x="3" y="3"/>
                </a:lnTo>
                <a:lnTo>
                  <a:pt x="4" y="3"/>
                </a:lnTo>
                <a:lnTo>
                  <a:pt x="5" y="2"/>
                </a:lnTo>
                <a:lnTo>
                  <a:pt x="6" y="2"/>
                </a:lnTo>
                <a:lnTo>
                  <a:pt x="7" y="2"/>
                </a:lnTo>
                <a:lnTo>
                  <a:pt x="9" y="2"/>
                </a:lnTo>
                <a:lnTo>
                  <a:pt x="9" y="0"/>
                </a:lnTo>
                <a:lnTo>
                  <a:pt x="9" y="2"/>
                </a:lnTo>
                <a:lnTo>
                  <a:pt x="9" y="3"/>
                </a:lnTo>
                <a:lnTo>
                  <a:pt x="9" y="4"/>
                </a:lnTo>
                <a:lnTo>
                  <a:pt x="10" y="4"/>
                </a:lnTo>
                <a:lnTo>
                  <a:pt x="10" y="5"/>
                </a:lnTo>
                <a:lnTo>
                  <a:pt x="9" y="5"/>
                </a:lnTo>
                <a:lnTo>
                  <a:pt x="9" y="6"/>
                </a:lnTo>
                <a:lnTo>
                  <a:pt x="10" y="6"/>
                </a:lnTo>
                <a:lnTo>
                  <a:pt x="10" y="7"/>
                </a:lnTo>
                <a:lnTo>
                  <a:pt x="11" y="7"/>
                </a:lnTo>
                <a:lnTo>
                  <a:pt x="11" y="8"/>
                </a:lnTo>
                <a:lnTo>
                  <a:pt x="12" y="8"/>
                </a:lnTo>
                <a:lnTo>
                  <a:pt x="13" y="8"/>
                </a:lnTo>
                <a:lnTo>
                  <a:pt x="14" y="8"/>
                </a:lnTo>
                <a:lnTo>
                  <a:pt x="14" y="9"/>
                </a:lnTo>
                <a:lnTo>
                  <a:pt x="14" y="10"/>
                </a:lnTo>
                <a:lnTo>
                  <a:pt x="14" y="11"/>
                </a:lnTo>
                <a:lnTo>
                  <a:pt x="13" y="13"/>
                </a:lnTo>
                <a:lnTo>
                  <a:pt x="12" y="11"/>
                </a:lnTo>
                <a:lnTo>
                  <a:pt x="11" y="13"/>
                </a:lnTo>
                <a:lnTo>
                  <a:pt x="11" y="11"/>
                </a:lnTo>
                <a:lnTo>
                  <a:pt x="10" y="11"/>
                </a:lnTo>
                <a:lnTo>
                  <a:pt x="10" y="10"/>
                </a:lnTo>
                <a:lnTo>
                  <a:pt x="9" y="10"/>
                </a:lnTo>
                <a:lnTo>
                  <a:pt x="9" y="9"/>
                </a:lnTo>
                <a:lnTo>
                  <a:pt x="7" y="9"/>
                </a:lnTo>
                <a:lnTo>
                  <a:pt x="6" y="9"/>
                </a:lnTo>
                <a:lnTo>
                  <a:pt x="6" y="10"/>
                </a:lnTo>
                <a:lnTo>
                  <a:pt x="5" y="10"/>
                </a:lnTo>
                <a:lnTo>
                  <a:pt x="4" y="9"/>
                </a:lnTo>
                <a:lnTo>
                  <a:pt x="4" y="8"/>
                </a:lnTo>
                <a:lnTo>
                  <a:pt x="3" y="8"/>
                </a:lnTo>
                <a:lnTo>
                  <a:pt x="2" y="7"/>
                </a:lnTo>
                <a:lnTo>
                  <a:pt x="1" y="7"/>
                </a:lnTo>
                <a:lnTo>
                  <a:pt x="1" y="6"/>
                </a:lnTo>
                <a:lnTo>
                  <a:pt x="2" y="6"/>
                </a:lnTo>
                <a:lnTo>
                  <a:pt x="2" y="5"/>
                </a:lnTo>
                <a:lnTo>
                  <a:pt x="1" y="5"/>
                </a:lnTo>
                <a:lnTo>
                  <a:pt x="1" y="4"/>
                </a:lnTo>
                <a:lnTo>
                  <a:pt x="0" y="4"/>
                </a:lnTo>
                <a:lnTo>
                  <a:pt x="0" y="3"/>
                </a:lnTo>
                <a:lnTo>
                  <a:pt x="1" y="3"/>
                </a:lnTo>
                <a:lnTo>
                  <a:pt x="2" y="3"/>
                </a:lnTo>
                <a:close/>
              </a:path>
            </a:pathLst>
          </a:custGeom>
          <a:solidFill>
            <a:srgbClr val="C2C2BF"/>
          </a:solidFill>
          <a:ln w="2520">
            <a:solidFill>
              <a:srgbClr val="FFFFFF"/>
            </a:solidFill>
            <a:round/>
          </a:ln>
        </p:spPr>
        <p:txBody>
          <a:bodyPr lIns="1080" tIns="1080" rIns="1080" bIns="108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25" name=""/>
          <p:cNvSpPr/>
          <p:nvPr/>
        </p:nvSpPr>
        <p:spPr>
          <a:xfrm>
            <a:off x="5157720" y="1783440"/>
            <a:ext cx="1800" cy="1800"/>
          </a:xfrm>
          <a:custGeom>
            <a:avLst/>
            <a:gdLst/>
            <a:ahLst/>
            <a:rect l="0" t="0" r="r" b="b"/>
            <a:pathLst>
              <a:path w="5" h="5">
                <a:moveTo>
                  <a:pt x="0" y="5"/>
                </a:moveTo>
                <a:lnTo>
                  <a:pt x="0" y="3"/>
                </a:lnTo>
                <a:lnTo>
                  <a:pt x="0" y="2"/>
                </a:lnTo>
                <a:lnTo>
                  <a:pt x="0" y="1"/>
                </a:lnTo>
                <a:lnTo>
                  <a:pt x="1" y="0"/>
                </a:lnTo>
                <a:lnTo>
                  <a:pt x="2" y="0"/>
                </a:lnTo>
                <a:lnTo>
                  <a:pt x="4" y="0"/>
                </a:lnTo>
                <a:lnTo>
                  <a:pt x="5" y="0"/>
                </a:lnTo>
                <a:lnTo>
                  <a:pt x="5" y="1"/>
                </a:lnTo>
                <a:lnTo>
                  <a:pt x="4" y="1"/>
                </a:lnTo>
                <a:lnTo>
                  <a:pt x="4" y="2"/>
                </a:lnTo>
                <a:lnTo>
                  <a:pt x="2" y="2"/>
                </a:lnTo>
                <a:lnTo>
                  <a:pt x="2" y="3"/>
                </a:lnTo>
                <a:lnTo>
                  <a:pt x="1" y="5"/>
                </a:lnTo>
                <a:lnTo>
                  <a:pt x="0" y="5"/>
                </a:lnTo>
                <a:close/>
              </a:path>
            </a:pathLst>
          </a:custGeom>
          <a:solidFill>
            <a:srgbClr val="C2C2BF"/>
          </a:solidFill>
          <a:ln w="2520">
            <a:solidFill>
              <a:srgbClr val="FFFFFF"/>
            </a:solidFill>
            <a:round/>
          </a:ln>
        </p:spPr>
        <p:txBody>
          <a:bodyPr lIns="1080" tIns="720" rIns="1080" bIns="7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26" name=""/>
          <p:cNvSpPr/>
          <p:nvPr/>
        </p:nvSpPr>
        <p:spPr>
          <a:xfrm>
            <a:off x="5151600" y="1772280"/>
            <a:ext cx="3240" cy="2880"/>
          </a:xfrm>
          <a:custGeom>
            <a:avLst/>
            <a:gdLst/>
            <a:ahLst/>
            <a:rect l="0" t="0" r="r" b="b"/>
            <a:pathLst>
              <a:path w="9" h="8">
                <a:moveTo>
                  <a:pt x="4" y="1"/>
                </a:moveTo>
                <a:lnTo>
                  <a:pt x="4" y="2"/>
                </a:lnTo>
                <a:lnTo>
                  <a:pt x="5" y="2"/>
                </a:lnTo>
                <a:lnTo>
                  <a:pt x="5" y="3"/>
                </a:lnTo>
                <a:lnTo>
                  <a:pt x="6" y="4"/>
                </a:lnTo>
                <a:lnTo>
                  <a:pt x="7" y="5"/>
                </a:lnTo>
                <a:lnTo>
                  <a:pt x="9" y="8"/>
                </a:lnTo>
                <a:lnTo>
                  <a:pt x="8" y="8"/>
                </a:lnTo>
                <a:lnTo>
                  <a:pt x="7" y="7"/>
                </a:lnTo>
                <a:lnTo>
                  <a:pt x="7" y="5"/>
                </a:lnTo>
                <a:lnTo>
                  <a:pt x="5" y="3"/>
                </a:lnTo>
                <a:lnTo>
                  <a:pt x="4" y="3"/>
                </a:lnTo>
                <a:lnTo>
                  <a:pt x="4" y="2"/>
                </a:lnTo>
                <a:lnTo>
                  <a:pt x="3" y="1"/>
                </a:lnTo>
                <a:lnTo>
                  <a:pt x="1" y="1"/>
                </a:lnTo>
                <a:lnTo>
                  <a:pt x="0" y="0"/>
                </a:lnTo>
                <a:lnTo>
                  <a:pt x="1" y="0"/>
                </a:lnTo>
                <a:lnTo>
                  <a:pt x="3" y="0"/>
                </a:lnTo>
                <a:lnTo>
                  <a:pt x="3" y="1"/>
                </a:lnTo>
                <a:lnTo>
                  <a:pt x="4" y="1"/>
                </a:lnTo>
                <a:close/>
              </a:path>
            </a:pathLst>
          </a:custGeom>
          <a:solidFill>
            <a:srgbClr val="C2C2BF"/>
          </a:solidFill>
          <a:ln w="2520">
            <a:solidFill>
              <a:srgbClr val="FFFFFF"/>
            </a:solidFill>
            <a:round/>
          </a:ln>
        </p:spPr>
        <p:txBody>
          <a:bodyPr lIns="1080" tIns="1080" rIns="1080" bIns="108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27" name=""/>
          <p:cNvSpPr/>
          <p:nvPr/>
        </p:nvSpPr>
        <p:spPr>
          <a:xfrm>
            <a:off x="5202360" y="1761120"/>
            <a:ext cx="2520" cy="2160"/>
          </a:xfrm>
          <a:custGeom>
            <a:avLst/>
            <a:gdLst/>
            <a:ahLst/>
            <a:rect l="0" t="0" r="r" b="b"/>
            <a:pathLst>
              <a:path w="7" h="6">
                <a:moveTo>
                  <a:pt x="5" y="0"/>
                </a:moveTo>
                <a:lnTo>
                  <a:pt x="6" y="0"/>
                </a:lnTo>
                <a:lnTo>
                  <a:pt x="7" y="0"/>
                </a:lnTo>
                <a:lnTo>
                  <a:pt x="7" y="2"/>
                </a:lnTo>
                <a:lnTo>
                  <a:pt x="7" y="3"/>
                </a:lnTo>
                <a:lnTo>
                  <a:pt x="7" y="4"/>
                </a:lnTo>
                <a:lnTo>
                  <a:pt x="6" y="4"/>
                </a:lnTo>
                <a:lnTo>
                  <a:pt x="6" y="5"/>
                </a:lnTo>
                <a:lnTo>
                  <a:pt x="7" y="5"/>
                </a:lnTo>
                <a:lnTo>
                  <a:pt x="7" y="6"/>
                </a:lnTo>
                <a:lnTo>
                  <a:pt x="6" y="6"/>
                </a:lnTo>
                <a:lnTo>
                  <a:pt x="5" y="5"/>
                </a:lnTo>
                <a:lnTo>
                  <a:pt x="4" y="5"/>
                </a:lnTo>
                <a:lnTo>
                  <a:pt x="3" y="5"/>
                </a:lnTo>
                <a:lnTo>
                  <a:pt x="3" y="4"/>
                </a:lnTo>
                <a:lnTo>
                  <a:pt x="3" y="3"/>
                </a:lnTo>
                <a:lnTo>
                  <a:pt x="1" y="3"/>
                </a:lnTo>
                <a:lnTo>
                  <a:pt x="1" y="2"/>
                </a:lnTo>
                <a:lnTo>
                  <a:pt x="0" y="2"/>
                </a:lnTo>
                <a:lnTo>
                  <a:pt x="0" y="0"/>
                </a:lnTo>
                <a:lnTo>
                  <a:pt x="3" y="0"/>
                </a:lnTo>
                <a:lnTo>
                  <a:pt x="4" y="0"/>
                </a:lnTo>
                <a:lnTo>
                  <a:pt x="5" y="0"/>
                </a:lnTo>
                <a:close/>
              </a:path>
            </a:pathLst>
          </a:custGeom>
          <a:solidFill>
            <a:srgbClr val="C2C2BF"/>
          </a:solidFill>
          <a:ln w="2520">
            <a:solidFill>
              <a:srgbClr val="FFFFFF"/>
            </a:solidFill>
            <a:round/>
          </a:ln>
        </p:spPr>
        <p:txBody>
          <a:bodyPr lIns="1080" tIns="1080" rIns="1080" bIns="108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28" name=""/>
          <p:cNvSpPr/>
          <p:nvPr/>
        </p:nvSpPr>
        <p:spPr>
          <a:xfrm>
            <a:off x="5204520" y="1761840"/>
            <a:ext cx="0" cy="0"/>
          </a:xfrm>
          <a:custGeom>
            <a:avLst/>
            <a:gdLst/>
            <a:ahLst/>
            <a:rect l="0" t="0" r="r" b="b"/>
            <a:pathLst>
              <a:path w="0" h="0">
                <a:moveTo>
                  <a:pt x="0" y="0"/>
                </a:moveTo>
                <a:lnTo>
                  <a:pt x="0" y="0"/>
                </a:lnTo>
                <a:close/>
              </a:path>
            </a:pathLst>
          </a:custGeom>
          <a:solidFill>
            <a:srgbClr val="C2C2BF"/>
          </a:solidFill>
          <a:ln w="2520">
            <a:solidFill>
              <a:srgbClr val="FFFFFF"/>
            </a:solidFill>
            <a:round/>
          </a:ln>
        </p:spPr>
        <p:txBody>
          <a:bodyPr lIns="1080" tIns="-1080" rIns="1080" bIns="-108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29" name=""/>
          <p:cNvSpPr/>
          <p:nvPr/>
        </p:nvSpPr>
        <p:spPr>
          <a:xfrm>
            <a:off x="5139720" y="1744200"/>
            <a:ext cx="360" cy="1080"/>
          </a:xfrm>
          <a:custGeom>
            <a:avLst/>
            <a:gdLst/>
            <a:ahLst/>
            <a:rect l="0" t="0" r="r" b="b"/>
            <a:pathLst>
              <a:path w="1" h="3">
                <a:moveTo>
                  <a:pt x="0" y="3"/>
                </a:moveTo>
                <a:lnTo>
                  <a:pt x="0" y="2"/>
                </a:lnTo>
                <a:lnTo>
                  <a:pt x="1" y="2"/>
                </a:lnTo>
                <a:lnTo>
                  <a:pt x="1" y="1"/>
                </a:lnTo>
                <a:lnTo>
                  <a:pt x="1" y="0"/>
                </a:lnTo>
                <a:lnTo>
                  <a:pt x="1" y="1"/>
                </a:lnTo>
                <a:lnTo>
                  <a:pt x="1" y="2"/>
                </a:lnTo>
                <a:lnTo>
                  <a:pt x="1" y="3"/>
                </a:lnTo>
                <a:lnTo>
                  <a:pt x="0" y="3"/>
                </a:lnTo>
                <a:close/>
              </a:path>
            </a:pathLst>
          </a:custGeom>
          <a:solidFill>
            <a:srgbClr val="C2C2BF"/>
          </a:solidFill>
          <a:ln w="2520">
            <a:solidFill>
              <a:srgbClr val="FFFFFF"/>
            </a:solidFill>
            <a:round/>
          </a:ln>
        </p:spPr>
        <p:txBody>
          <a:bodyPr lIns="1080" tIns="0" rIns="108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30" name=""/>
          <p:cNvSpPr/>
          <p:nvPr/>
        </p:nvSpPr>
        <p:spPr>
          <a:xfrm>
            <a:off x="5140440" y="1731960"/>
            <a:ext cx="360" cy="0"/>
          </a:xfrm>
          <a:custGeom>
            <a:avLst/>
            <a:gdLst/>
            <a:ahLst/>
            <a:rect l="0" t="0" r="r" b="b"/>
            <a:pathLst>
              <a:path w="1" h="0">
                <a:moveTo>
                  <a:pt x="0" y="0"/>
                </a:moveTo>
                <a:lnTo>
                  <a:pt x="1" y="0"/>
                </a:lnTo>
                <a:lnTo>
                  <a:pt x="0" y="0"/>
                </a:lnTo>
                <a:close/>
              </a:path>
            </a:pathLst>
          </a:custGeom>
          <a:solidFill>
            <a:srgbClr val="C2C2BF"/>
          </a:solidFill>
          <a:ln w="2520">
            <a:solidFill>
              <a:srgbClr val="FFFFFF"/>
            </a:solidFill>
            <a:round/>
          </a:ln>
        </p:spPr>
        <p:txBody>
          <a:bodyPr lIns="1080" tIns="-1080" rIns="1080" bIns="-108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31" name=""/>
          <p:cNvSpPr/>
          <p:nvPr/>
        </p:nvSpPr>
        <p:spPr>
          <a:xfrm>
            <a:off x="5139000" y="1724760"/>
            <a:ext cx="720" cy="2160"/>
          </a:xfrm>
          <a:custGeom>
            <a:avLst/>
            <a:gdLst/>
            <a:ahLst/>
            <a:rect l="0" t="0" r="r" b="b"/>
            <a:pathLst>
              <a:path w="2" h="6">
                <a:moveTo>
                  <a:pt x="0" y="5"/>
                </a:moveTo>
                <a:lnTo>
                  <a:pt x="0" y="4"/>
                </a:lnTo>
                <a:lnTo>
                  <a:pt x="0" y="3"/>
                </a:lnTo>
                <a:lnTo>
                  <a:pt x="2" y="1"/>
                </a:lnTo>
                <a:lnTo>
                  <a:pt x="2" y="0"/>
                </a:lnTo>
                <a:lnTo>
                  <a:pt x="2" y="1"/>
                </a:lnTo>
                <a:lnTo>
                  <a:pt x="2" y="3"/>
                </a:lnTo>
                <a:lnTo>
                  <a:pt x="2" y="4"/>
                </a:lnTo>
                <a:lnTo>
                  <a:pt x="2" y="5"/>
                </a:lnTo>
                <a:lnTo>
                  <a:pt x="2" y="6"/>
                </a:lnTo>
                <a:lnTo>
                  <a:pt x="0" y="5"/>
                </a:lnTo>
                <a:close/>
              </a:path>
            </a:pathLst>
          </a:custGeom>
          <a:solidFill>
            <a:srgbClr val="C2C2BF"/>
          </a:solidFill>
          <a:ln w="2520">
            <a:solidFill>
              <a:srgbClr val="FFFFFF"/>
            </a:solidFill>
            <a:round/>
          </a:ln>
        </p:spPr>
        <p:txBody>
          <a:bodyPr lIns="1080" tIns="1080" rIns="1080" bIns="108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32" name=""/>
          <p:cNvSpPr/>
          <p:nvPr/>
        </p:nvSpPr>
        <p:spPr>
          <a:xfrm>
            <a:off x="5139360" y="1721880"/>
            <a:ext cx="720" cy="1440"/>
          </a:xfrm>
          <a:custGeom>
            <a:avLst/>
            <a:gdLst/>
            <a:ahLst/>
            <a:rect l="0" t="0" r="r" b="b"/>
            <a:pathLst>
              <a:path w="2" h="4">
                <a:moveTo>
                  <a:pt x="2" y="3"/>
                </a:moveTo>
                <a:lnTo>
                  <a:pt x="2" y="4"/>
                </a:lnTo>
                <a:lnTo>
                  <a:pt x="0" y="4"/>
                </a:lnTo>
                <a:lnTo>
                  <a:pt x="0" y="1"/>
                </a:lnTo>
                <a:lnTo>
                  <a:pt x="2" y="0"/>
                </a:lnTo>
                <a:lnTo>
                  <a:pt x="2" y="3"/>
                </a:lnTo>
                <a:close/>
              </a:path>
            </a:pathLst>
          </a:custGeom>
          <a:solidFill>
            <a:srgbClr val="C2C2BF"/>
          </a:solidFill>
          <a:ln w="2520">
            <a:solidFill>
              <a:srgbClr val="FFFFFF"/>
            </a:solidFill>
            <a:round/>
          </a:ln>
        </p:spPr>
        <p:txBody>
          <a:bodyPr lIns="1080" tIns="360" rIns="1080" bIns="3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33" name=""/>
          <p:cNvSpPr/>
          <p:nvPr/>
        </p:nvSpPr>
        <p:spPr>
          <a:xfrm>
            <a:off x="5138640" y="1641600"/>
            <a:ext cx="68760" cy="159480"/>
          </a:xfrm>
          <a:custGeom>
            <a:avLst/>
            <a:gdLst/>
            <a:ahLst/>
            <a:rect l="0" t="0" r="r" b="b"/>
            <a:pathLst>
              <a:path w="191" h="443">
                <a:moveTo>
                  <a:pt x="134" y="1"/>
                </a:moveTo>
                <a:lnTo>
                  <a:pt x="134" y="0"/>
                </a:lnTo>
                <a:lnTo>
                  <a:pt x="135" y="0"/>
                </a:lnTo>
                <a:lnTo>
                  <a:pt x="136" y="0"/>
                </a:lnTo>
                <a:lnTo>
                  <a:pt x="136" y="1"/>
                </a:lnTo>
                <a:lnTo>
                  <a:pt x="137" y="1"/>
                </a:lnTo>
                <a:lnTo>
                  <a:pt x="138" y="1"/>
                </a:lnTo>
                <a:lnTo>
                  <a:pt x="140" y="2"/>
                </a:lnTo>
                <a:lnTo>
                  <a:pt x="141" y="2"/>
                </a:lnTo>
                <a:lnTo>
                  <a:pt x="141" y="3"/>
                </a:lnTo>
                <a:lnTo>
                  <a:pt x="142" y="3"/>
                </a:lnTo>
                <a:lnTo>
                  <a:pt x="142" y="4"/>
                </a:lnTo>
                <a:lnTo>
                  <a:pt x="143" y="5"/>
                </a:lnTo>
                <a:lnTo>
                  <a:pt x="143" y="6"/>
                </a:lnTo>
                <a:lnTo>
                  <a:pt x="143" y="7"/>
                </a:lnTo>
                <a:lnTo>
                  <a:pt x="144" y="7"/>
                </a:lnTo>
                <a:lnTo>
                  <a:pt x="145" y="7"/>
                </a:lnTo>
                <a:lnTo>
                  <a:pt x="145" y="8"/>
                </a:lnTo>
                <a:lnTo>
                  <a:pt x="145" y="9"/>
                </a:lnTo>
                <a:lnTo>
                  <a:pt x="146" y="9"/>
                </a:lnTo>
                <a:lnTo>
                  <a:pt x="147" y="10"/>
                </a:lnTo>
                <a:lnTo>
                  <a:pt x="148" y="10"/>
                </a:lnTo>
                <a:lnTo>
                  <a:pt x="149" y="10"/>
                </a:lnTo>
                <a:lnTo>
                  <a:pt x="150" y="9"/>
                </a:lnTo>
                <a:lnTo>
                  <a:pt x="151" y="8"/>
                </a:lnTo>
                <a:lnTo>
                  <a:pt x="151" y="9"/>
                </a:lnTo>
                <a:lnTo>
                  <a:pt x="150" y="10"/>
                </a:lnTo>
                <a:lnTo>
                  <a:pt x="150" y="11"/>
                </a:lnTo>
                <a:lnTo>
                  <a:pt x="150" y="12"/>
                </a:lnTo>
                <a:lnTo>
                  <a:pt x="150" y="13"/>
                </a:lnTo>
                <a:lnTo>
                  <a:pt x="151" y="13"/>
                </a:lnTo>
                <a:lnTo>
                  <a:pt x="151" y="12"/>
                </a:lnTo>
                <a:lnTo>
                  <a:pt x="152" y="13"/>
                </a:lnTo>
                <a:lnTo>
                  <a:pt x="153" y="13"/>
                </a:lnTo>
                <a:lnTo>
                  <a:pt x="153" y="14"/>
                </a:lnTo>
                <a:lnTo>
                  <a:pt x="154" y="14"/>
                </a:lnTo>
                <a:lnTo>
                  <a:pt x="155" y="14"/>
                </a:lnTo>
                <a:lnTo>
                  <a:pt x="156" y="14"/>
                </a:lnTo>
                <a:lnTo>
                  <a:pt x="156" y="15"/>
                </a:lnTo>
                <a:lnTo>
                  <a:pt x="157" y="15"/>
                </a:lnTo>
                <a:lnTo>
                  <a:pt x="158" y="15"/>
                </a:lnTo>
                <a:lnTo>
                  <a:pt x="158" y="16"/>
                </a:lnTo>
                <a:lnTo>
                  <a:pt x="159" y="16"/>
                </a:lnTo>
                <a:lnTo>
                  <a:pt x="158" y="17"/>
                </a:lnTo>
                <a:lnTo>
                  <a:pt x="157" y="17"/>
                </a:lnTo>
                <a:lnTo>
                  <a:pt x="157" y="18"/>
                </a:lnTo>
                <a:lnTo>
                  <a:pt x="158" y="18"/>
                </a:lnTo>
                <a:lnTo>
                  <a:pt x="158" y="17"/>
                </a:lnTo>
                <a:lnTo>
                  <a:pt x="159" y="16"/>
                </a:lnTo>
                <a:lnTo>
                  <a:pt x="159" y="15"/>
                </a:lnTo>
                <a:lnTo>
                  <a:pt x="160" y="15"/>
                </a:lnTo>
                <a:lnTo>
                  <a:pt x="160" y="14"/>
                </a:lnTo>
                <a:lnTo>
                  <a:pt x="161" y="14"/>
                </a:lnTo>
                <a:lnTo>
                  <a:pt x="161" y="15"/>
                </a:lnTo>
                <a:lnTo>
                  <a:pt x="162" y="15"/>
                </a:lnTo>
                <a:lnTo>
                  <a:pt x="163" y="15"/>
                </a:lnTo>
                <a:lnTo>
                  <a:pt x="164" y="14"/>
                </a:lnTo>
                <a:lnTo>
                  <a:pt x="165" y="15"/>
                </a:lnTo>
                <a:lnTo>
                  <a:pt x="164" y="15"/>
                </a:lnTo>
                <a:lnTo>
                  <a:pt x="164" y="16"/>
                </a:lnTo>
                <a:lnTo>
                  <a:pt x="165" y="16"/>
                </a:lnTo>
                <a:lnTo>
                  <a:pt x="166" y="16"/>
                </a:lnTo>
                <a:lnTo>
                  <a:pt x="167" y="16"/>
                </a:lnTo>
                <a:lnTo>
                  <a:pt x="166" y="16"/>
                </a:lnTo>
                <a:lnTo>
                  <a:pt x="166" y="17"/>
                </a:lnTo>
                <a:lnTo>
                  <a:pt x="167" y="17"/>
                </a:lnTo>
                <a:lnTo>
                  <a:pt x="168" y="17"/>
                </a:lnTo>
                <a:lnTo>
                  <a:pt x="168" y="16"/>
                </a:lnTo>
                <a:lnTo>
                  <a:pt x="169" y="16"/>
                </a:lnTo>
                <a:lnTo>
                  <a:pt x="170" y="16"/>
                </a:lnTo>
                <a:lnTo>
                  <a:pt x="172" y="17"/>
                </a:lnTo>
                <a:lnTo>
                  <a:pt x="173" y="16"/>
                </a:lnTo>
                <a:lnTo>
                  <a:pt x="174" y="16"/>
                </a:lnTo>
                <a:lnTo>
                  <a:pt x="175" y="16"/>
                </a:lnTo>
                <a:lnTo>
                  <a:pt x="176" y="16"/>
                </a:lnTo>
                <a:lnTo>
                  <a:pt x="177" y="16"/>
                </a:lnTo>
                <a:lnTo>
                  <a:pt x="178" y="15"/>
                </a:lnTo>
                <a:lnTo>
                  <a:pt x="178" y="16"/>
                </a:lnTo>
                <a:lnTo>
                  <a:pt x="178" y="17"/>
                </a:lnTo>
                <a:lnTo>
                  <a:pt x="179" y="17"/>
                </a:lnTo>
                <a:lnTo>
                  <a:pt x="179" y="18"/>
                </a:lnTo>
                <a:lnTo>
                  <a:pt x="178" y="18"/>
                </a:lnTo>
                <a:lnTo>
                  <a:pt x="178" y="19"/>
                </a:lnTo>
                <a:lnTo>
                  <a:pt x="178" y="20"/>
                </a:lnTo>
                <a:lnTo>
                  <a:pt x="178" y="21"/>
                </a:lnTo>
                <a:lnTo>
                  <a:pt x="179" y="21"/>
                </a:lnTo>
                <a:lnTo>
                  <a:pt x="179" y="22"/>
                </a:lnTo>
                <a:lnTo>
                  <a:pt x="180" y="22"/>
                </a:lnTo>
                <a:lnTo>
                  <a:pt x="181" y="23"/>
                </a:lnTo>
                <a:lnTo>
                  <a:pt x="181" y="24"/>
                </a:lnTo>
                <a:lnTo>
                  <a:pt x="181" y="25"/>
                </a:lnTo>
                <a:lnTo>
                  <a:pt x="181" y="26"/>
                </a:lnTo>
                <a:lnTo>
                  <a:pt x="182" y="26"/>
                </a:lnTo>
                <a:lnTo>
                  <a:pt x="182" y="27"/>
                </a:lnTo>
                <a:lnTo>
                  <a:pt x="182" y="28"/>
                </a:lnTo>
                <a:lnTo>
                  <a:pt x="183" y="28"/>
                </a:lnTo>
                <a:lnTo>
                  <a:pt x="184" y="28"/>
                </a:lnTo>
                <a:lnTo>
                  <a:pt x="186" y="27"/>
                </a:lnTo>
                <a:lnTo>
                  <a:pt x="187" y="27"/>
                </a:lnTo>
                <a:lnTo>
                  <a:pt x="188" y="27"/>
                </a:lnTo>
                <a:lnTo>
                  <a:pt x="189" y="27"/>
                </a:lnTo>
                <a:lnTo>
                  <a:pt x="189" y="28"/>
                </a:lnTo>
                <a:lnTo>
                  <a:pt x="190" y="28"/>
                </a:lnTo>
                <a:lnTo>
                  <a:pt x="190" y="27"/>
                </a:lnTo>
                <a:lnTo>
                  <a:pt x="191" y="27"/>
                </a:lnTo>
                <a:lnTo>
                  <a:pt x="191" y="28"/>
                </a:lnTo>
                <a:lnTo>
                  <a:pt x="191" y="29"/>
                </a:lnTo>
                <a:lnTo>
                  <a:pt x="190" y="29"/>
                </a:lnTo>
                <a:lnTo>
                  <a:pt x="190" y="30"/>
                </a:lnTo>
                <a:lnTo>
                  <a:pt x="189" y="30"/>
                </a:lnTo>
                <a:lnTo>
                  <a:pt x="189" y="31"/>
                </a:lnTo>
                <a:lnTo>
                  <a:pt x="188" y="32"/>
                </a:lnTo>
                <a:lnTo>
                  <a:pt x="187" y="32"/>
                </a:lnTo>
                <a:lnTo>
                  <a:pt x="186" y="32"/>
                </a:lnTo>
                <a:lnTo>
                  <a:pt x="186" y="33"/>
                </a:lnTo>
                <a:lnTo>
                  <a:pt x="184" y="33"/>
                </a:lnTo>
                <a:lnTo>
                  <a:pt x="183" y="34"/>
                </a:lnTo>
                <a:lnTo>
                  <a:pt x="182" y="35"/>
                </a:lnTo>
                <a:lnTo>
                  <a:pt x="182" y="36"/>
                </a:lnTo>
                <a:lnTo>
                  <a:pt x="181" y="37"/>
                </a:lnTo>
                <a:lnTo>
                  <a:pt x="180" y="38"/>
                </a:lnTo>
                <a:lnTo>
                  <a:pt x="179" y="39"/>
                </a:lnTo>
                <a:lnTo>
                  <a:pt x="179" y="40"/>
                </a:lnTo>
                <a:lnTo>
                  <a:pt x="178" y="40"/>
                </a:lnTo>
                <a:lnTo>
                  <a:pt x="179" y="41"/>
                </a:lnTo>
                <a:lnTo>
                  <a:pt x="178" y="42"/>
                </a:lnTo>
                <a:lnTo>
                  <a:pt x="178" y="43"/>
                </a:lnTo>
                <a:lnTo>
                  <a:pt x="177" y="44"/>
                </a:lnTo>
                <a:lnTo>
                  <a:pt x="176" y="46"/>
                </a:lnTo>
                <a:lnTo>
                  <a:pt x="175" y="46"/>
                </a:lnTo>
                <a:lnTo>
                  <a:pt x="175" y="48"/>
                </a:lnTo>
                <a:lnTo>
                  <a:pt x="174" y="49"/>
                </a:lnTo>
                <a:lnTo>
                  <a:pt x="174" y="50"/>
                </a:lnTo>
                <a:lnTo>
                  <a:pt x="174" y="51"/>
                </a:lnTo>
                <a:lnTo>
                  <a:pt x="174" y="52"/>
                </a:lnTo>
                <a:lnTo>
                  <a:pt x="174" y="54"/>
                </a:lnTo>
                <a:lnTo>
                  <a:pt x="173" y="54"/>
                </a:lnTo>
                <a:lnTo>
                  <a:pt x="173" y="56"/>
                </a:lnTo>
                <a:lnTo>
                  <a:pt x="174" y="58"/>
                </a:lnTo>
                <a:lnTo>
                  <a:pt x="174" y="59"/>
                </a:lnTo>
                <a:lnTo>
                  <a:pt x="174" y="60"/>
                </a:lnTo>
                <a:lnTo>
                  <a:pt x="174" y="61"/>
                </a:lnTo>
                <a:lnTo>
                  <a:pt x="174" y="62"/>
                </a:lnTo>
                <a:lnTo>
                  <a:pt x="174" y="63"/>
                </a:lnTo>
                <a:lnTo>
                  <a:pt x="175" y="64"/>
                </a:lnTo>
                <a:lnTo>
                  <a:pt x="175" y="65"/>
                </a:lnTo>
                <a:lnTo>
                  <a:pt x="175" y="66"/>
                </a:lnTo>
                <a:lnTo>
                  <a:pt x="176" y="67"/>
                </a:lnTo>
                <a:lnTo>
                  <a:pt x="177" y="68"/>
                </a:lnTo>
                <a:lnTo>
                  <a:pt x="177" y="69"/>
                </a:lnTo>
                <a:lnTo>
                  <a:pt x="176" y="69"/>
                </a:lnTo>
                <a:lnTo>
                  <a:pt x="175" y="70"/>
                </a:lnTo>
                <a:lnTo>
                  <a:pt x="176" y="70"/>
                </a:lnTo>
                <a:lnTo>
                  <a:pt x="177" y="70"/>
                </a:lnTo>
                <a:lnTo>
                  <a:pt x="178" y="70"/>
                </a:lnTo>
                <a:lnTo>
                  <a:pt x="178" y="71"/>
                </a:lnTo>
                <a:lnTo>
                  <a:pt x="178" y="72"/>
                </a:lnTo>
                <a:lnTo>
                  <a:pt x="178" y="73"/>
                </a:lnTo>
                <a:lnTo>
                  <a:pt x="178" y="74"/>
                </a:lnTo>
                <a:lnTo>
                  <a:pt x="179" y="75"/>
                </a:lnTo>
                <a:lnTo>
                  <a:pt x="179" y="76"/>
                </a:lnTo>
                <a:lnTo>
                  <a:pt x="179" y="77"/>
                </a:lnTo>
                <a:lnTo>
                  <a:pt x="180" y="77"/>
                </a:lnTo>
                <a:lnTo>
                  <a:pt x="180" y="78"/>
                </a:lnTo>
                <a:lnTo>
                  <a:pt x="181" y="79"/>
                </a:lnTo>
                <a:lnTo>
                  <a:pt x="182" y="80"/>
                </a:lnTo>
                <a:lnTo>
                  <a:pt x="182" y="82"/>
                </a:lnTo>
                <a:lnTo>
                  <a:pt x="183" y="82"/>
                </a:lnTo>
                <a:lnTo>
                  <a:pt x="186" y="83"/>
                </a:lnTo>
                <a:lnTo>
                  <a:pt x="187" y="83"/>
                </a:lnTo>
                <a:lnTo>
                  <a:pt x="186" y="83"/>
                </a:lnTo>
                <a:lnTo>
                  <a:pt x="184" y="83"/>
                </a:lnTo>
                <a:lnTo>
                  <a:pt x="183" y="83"/>
                </a:lnTo>
                <a:lnTo>
                  <a:pt x="182" y="83"/>
                </a:lnTo>
                <a:lnTo>
                  <a:pt x="182" y="84"/>
                </a:lnTo>
                <a:lnTo>
                  <a:pt x="183" y="84"/>
                </a:lnTo>
                <a:lnTo>
                  <a:pt x="183" y="85"/>
                </a:lnTo>
                <a:lnTo>
                  <a:pt x="184" y="85"/>
                </a:lnTo>
                <a:lnTo>
                  <a:pt x="186" y="86"/>
                </a:lnTo>
                <a:lnTo>
                  <a:pt x="184" y="86"/>
                </a:lnTo>
                <a:lnTo>
                  <a:pt x="184" y="87"/>
                </a:lnTo>
                <a:lnTo>
                  <a:pt x="184" y="88"/>
                </a:lnTo>
                <a:lnTo>
                  <a:pt x="186" y="89"/>
                </a:lnTo>
                <a:lnTo>
                  <a:pt x="186" y="90"/>
                </a:lnTo>
                <a:lnTo>
                  <a:pt x="187" y="92"/>
                </a:lnTo>
                <a:lnTo>
                  <a:pt x="186" y="92"/>
                </a:lnTo>
                <a:lnTo>
                  <a:pt x="186" y="93"/>
                </a:lnTo>
                <a:lnTo>
                  <a:pt x="183" y="94"/>
                </a:lnTo>
                <a:lnTo>
                  <a:pt x="182" y="94"/>
                </a:lnTo>
                <a:lnTo>
                  <a:pt x="182" y="95"/>
                </a:lnTo>
                <a:lnTo>
                  <a:pt x="182" y="96"/>
                </a:lnTo>
                <a:lnTo>
                  <a:pt x="182" y="97"/>
                </a:lnTo>
                <a:lnTo>
                  <a:pt x="183" y="97"/>
                </a:lnTo>
                <a:lnTo>
                  <a:pt x="184" y="97"/>
                </a:lnTo>
                <a:lnTo>
                  <a:pt x="184" y="98"/>
                </a:lnTo>
                <a:lnTo>
                  <a:pt x="184" y="99"/>
                </a:lnTo>
                <a:lnTo>
                  <a:pt x="183" y="99"/>
                </a:lnTo>
                <a:lnTo>
                  <a:pt x="183" y="100"/>
                </a:lnTo>
                <a:lnTo>
                  <a:pt x="182" y="101"/>
                </a:lnTo>
                <a:lnTo>
                  <a:pt x="181" y="101"/>
                </a:lnTo>
                <a:lnTo>
                  <a:pt x="181" y="102"/>
                </a:lnTo>
                <a:lnTo>
                  <a:pt x="181" y="103"/>
                </a:lnTo>
                <a:lnTo>
                  <a:pt x="181" y="104"/>
                </a:lnTo>
                <a:lnTo>
                  <a:pt x="180" y="105"/>
                </a:lnTo>
                <a:lnTo>
                  <a:pt x="179" y="105"/>
                </a:lnTo>
                <a:lnTo>
                  <a:pt x="179" y="106"/>
                </a:lnTo>
                <a:lnTo>
                  <a:pt x="179" y="107"/>
                </a:lnTo>
                <a:lnTo>
                  <a:pt x="179" y="108"/>
                </a:lnTo>
                <a:lnTo>
                  <a:pt x="179" y="111"/>
                </a:lnTo>
                <a:lnTo>
                  <a:pt x="179" y="112"/>
                </a:lnTo>
                <a:lnTo>
                  <a:pt x="179" y="113"/>
                </a:lnTo>
                <a:lnTo>
                  <a:pt x="179" y="115"/>
                </a:lnTo>
                <a:lnTo>
                  <a:pt x="178" y="116"/>
                </a:lnTo>
                <a:lnTo>
                  <a:pt x="178" y="118"/>
                </a:lnTo>
                <a:lnTo>
                  <a:pt x="178" y="119"/>
                </a:lnTo>
                <a:lnTo>
                  <a:pt x="178" y="120"/>
                </a:lnTo>
                <a:lnTo>
                  <a:pt x="178" y="121"/>
                </a:lnTo>
                <a:lnTo>
                  <a:pt x="179" y="121"/>
                </a:lnTo>
                <a:lnTo>
                  <a:pt x="179" y="123"/>
                </a:lnTo>
                <a:lnTo>
                  <a:pt x="178" y="123"/>
                </a:lnTo>
                <a:lnTo>
                  <a:pt x="177" y="123"/>
                </a:lnTo>
                <a:lnTo>
                  <a:pt x="177" y="125"/>
                </a:lnTo>
                <a:lnTo>
                  <a:pt x="177" y="126"/>
                </a:lnTo>
                <a:lnTo>
                  <a:pt x="176" y="126"/>
                </a:lnTo>
                <a:lnTo>
                  <a:pt x="176" y="127"/>
                </a:lnTo>
                <a:lnTo>
                  <a:pt x="176" y="128"/>
                </a:lnTo>
                <a:lnTo>
                  <a:pt x="176" y="129"/>
                </a:lnTo>
                <a:lnTo>
                  <a:pt x="175" y="130"/>
                </a:lnTo>
                <a:lnTo>
                  <a:pt x="175" y="131"/>
                </a:lnTo>
                <a:lnTo>
                  <a:pt x="174" y="131"/>
                </a:lnTo>
                <a:lnTo>
                  <a:pt x="173" y="132"/>
                </a:lnTo>
                <a:lnTo>
                  <a:pt x="173" y="133"/>
                </a:lnTo>
                <a:lnTo>
                  <a:pt x="173" y="134"/>
                </a:lnTo>
                <a:lnTo>
                  <a:pt x="172" y="134"/>
                </a:lnTo>
                <a:lnTo>
                  <a:pt x="172" y="135"/>
                </a:lnTo>
                <a:lnTo>
                  <a:pt x="171" y="136"/>
                </a:lnTo>
                <a:lnTo>
                  <a:pt x="170" y="136"/>
                </a:lnTo>
                <a:lnTo>
                  <a:pt x="170" y="137"/>
                </a:lnTo>
                <a:lnTo>
                  <a:pt x="169" y="137"/>
                </a:lnTo>
                <a:lnTo>
                  <a:pt x="169" y="138"/>
                </a:lnTo>
                <a:lnTo>
                  <a:pt x="169" y="139"/>
                </a:lnTo>
                <a:lnTo>
                  <a:pt x="168" y="139"/>
                </a:lnTo>
                <a:lnTo>
                  <a:pt x="168" y="140"/>
                </a:lnTo>
                <a:lnTo>
                  <a:pt x="168" y="141"/>
                </a:lnTo>
                <a:lnTo>
                  <a:pt x="168" y="142"/>
                </a:lnTo>
                <a:lnTo>
                  <a:pt x="169" y="142"/>
                </a:lnTo>
                <a:lnTo>
                  <a:pt x="169" y="143"/>
                </a:lnTo>
                <a:lnTo>
                  <a:pt x="170" y="145"/>
                </a:lnTo>
                <a:lnTo>
                  <a:pt x="170" y="146"/>
                </a:lnTo>
                <a:lnTo>
                  <a:pt x="169" y="148"/>
                </a:lnTo>
                <a:lnTo>
                  <a:pt x="168" y="150"/>
                </a:lnTo>
                <a:lnTo>
                  <a:pt x="167" y="150"/>
                </a:lnTo>
                <a:lnTo>
                  <a:pt x="167" y="151"/>
                </a:lnTo>
                <a:lnTo>
                  <a:pt x="166" y="151"/>
                </a:lnTo>
                <a:lnTo>
                  <a:pt x="166" y="152"/>
                </a:lnTo>
                <a:lnTo>
                  <a:pt x="166" y="153"/>
                </a:lnTo>
                <a:lnTo>
                  <a:pt x="165" y="154"/>
                </a:lnTo>
                <a:lnTo>
                  <a:pt x="165" y="155"/>
                </a:lnTo>
                <a:lnTo>
                  <a:pt x="166" y="155"/>
                </a:lnTo>
                <a:lnTo>
                  <a:pt x="166" y="156"/>
                </a:lnTo>
                <a:lnTo>
                  <a:pt x="166" y="158"/>
                </a:lnTo>
                <a:lnTo>
                  <a:pt x="167" y="158"/>
                </a:lnTo>
                <a:lnTo>
                  <a:pt x="167" y="159"/>
                </a:lnTo>
                <a:lnTo>
                  <a:pt x="168" y="160"/>
                </a:lnTo>
                <a:lnTo>
                  <a:pt x="169" y="161"/>
                </a:lnTo>
                <a:lnTo>
                  <a:pt x="170" y="161"/>
                </a:lnTo>
                <a:lnTo>
                  <a:pt x="171" y="162"/>
                </a:lnTo>
                <a:lnTo>
                  <a:pt x="171" y="163"/>
                </a:lnTo>
                <a:lnTo>
                  <a:pt x="170" y="164"/>
                </a:lnTo>
                <a:lnTo>
                  <a:pt x="170" y="165"/>
                </a:lnTo>
                <a:lnTo>
                  <a:pt x="169" y="166"/>
                </a:lnTo>
                <a:lnTo>
                  <a:pt x="168" y="166"/>
                </a:lnTo>
                <a:lnTo>
                  <a:pt x="168" y="167"/>
                </a:lnTo>
                <a:lnTo>
                  <a:pt x="167" y="169"/>
                </a:lnTo>
                <a:lnTo>
                  <a:pt x="167" y="170"/>
                </a:lnTo>
                <a:lnTo>
                  <a:pt x="167" y="171"/>
                </a:lnTo>
                <a:lnTo>
                  <a:pt x="168" y="171"/>
                </a:lnTo>
                <a:lnTo>
                  <a:pt x="168" y="173"/>
                </a:lnTo>
                <a:lnTo>
                  <a:pt x="168" y="174"/>
                </a:lnTo>
                <a:lnTo>
                  <a:pt x="168" y="175"/>
                </a:lnTo>
                <a:lnTo>
                  <a:pt x="168" y="176"/>
                </a:lnTo>
                <a:lnTo>
                  <a:pt x="168" y="177"/>
                </a:lnTo>
                <a:lnTo>
                  <a:pt x="168" y="182"/>
                </a:lnTo>
                <a:lnTo>
                  <a:pt x="168" y="183"/>
                </a:lnTo>
                <a:lnTo>
                  <a:pt x="168" y="184"/>
                </a:lnTo>
                <a:lnTo>
                  <a:pt x="168" y="185"/>
                </a:lnTo>
                <a:lnTo>
                  <a:pt x="167" y="185"/>
                </a:lnTo>
                <a:lnTo>
                  <a:pt x="167" y="186"/>
                </a:lnTo>
                <a:lnTo>
                  <a:pt x="167" y="188"/>
                </a:lnTo>
                <a:lnTo>
                  <a:pt x="167" y="189"/>
                </a:lnTo>
                <a:lnTo>
                  <a:pt x="166" y="189"/>
                </a:lnTo>
                <a:lnTo>
                  <a:pt x="166" y="191"/>
                </a:lnTo>
                <a:lnTo>
                  <a:pt x="166" y="193"/>
                </a:lnTo>
                <a:lnTo>
                  <a:pt x="167" y="193"/>
                </a:lnTo>
                <a:lnTo>
                  <a:pt x="167" y="194"/>
                </a:lnTo>
                <a:lnTo>
                  <a:pt x="167" y="195"/>
                </a:lnTo>
                <a:lnTo>
                  <a:pt x="167" y="196"/>
                </a:lnTo>
                <a:lnTo>
                  <a:pt x="167" y="197"/>
                </a:lnTo>
                <a:lnTo>
                  <a:pt x="167" y="198"/>
                </a:lnTo>
                <a:lnTo>
                  <a:pt x="166" y="199"/>
                </a:lnTo>
                <a:lnTo>
                  <a:pt x="166" y="200"/>
                </a:lnTo>
                <a:lnTo>
                  <a:pt x="165" y="201"/>
                </a:lnTo>
                <a:lnTo>
                  <a:pt x="165" y="202"/>
                </a:lnTo>
                <a:lnTo>
                  <a:pt x="166" y="203"/>
                </a:lnTo>
                <a:lnTo>
                  <a:pt x="166" y="204"/>
                </a:lnTo>
                <a:lnTo>
                  <a:pt x="166" y="205"/>
                </a:lnTo>
                <a:lnTo>
                  <a:pt x="166" y="207"/>
                </a:lnTo>
                <a:lnTo>
                  <a:pt x="166" y="208"/>
                </a:lnTo>
                <a:lnTo>
                  <a:pt x="166" y="209"/>
                </a:lnTo>
                <a:lnTo>
                  <a:pt x="165" y="210"/>
                </a:lnTo>
                <a:lnTo>
                  <a:pt x="165" y="212"/>
                </a:lnTo>
                <a:lnTo>
                  <a:pt x="165" y="213"/>
                </a:lnTo>
                <a:lnTo>
                  <a:pt x="165" y="214"/>
                </a:lnTo>
                <a:lnTo>
                  <a:pt x="165" y="216"/>
                </a:lnTo>
                <a:lnTo>
                  <a:pt x="166" y="216"/>
                </a:lnTo>
                <a:lnTo>
                  <a:pt x="166" y="218"/>
                </a:lnTo>
                <a:lnTo>
                  <a:pt x="165" y="218"/>
                </a:lnTo>
                <a:lnTo>
                  <a:pt x="165" y="219"/>
                </a:lnTo>
                <a:lnTo>
                  <a:pt x="166" y="219"/>
                </a:lnTo>
                <a:lnTo>
                  <a:pt x="165" y="219"/>
                </a:lnTo>
                <a:lnTo>
                  <a:pt x="165" y="220"/>
                </a:lnTo>
                <a:lnTo>
                  <a:pt x="165" y="221"/>
                </a:lnTo>
                <a:lnTo>
                  <a:pt x="164" y="222"/>
                </a:lnTo>
                <a:lnTo>
                  <a:pt x="164" y="223"/>
                </a:lnTo>
                <a:lnTo>
                  <a:pt x="164" y="224"/>
                </a:lnTo>
                <a:lnTo>
                  <a:pt x="164" y="225"/>
                </a:lnTo>
                <a:lnTo>
                  <a:pt x="164" y="227"/>
                </a:lnTo>
                <a:lnTo>
                  <a:pt x="164" y="228"/>
                </a:lnTo>
                <a:lnTo>
                  <a:pt x="165" y="229"/>
                </a:lnTo>
                <a:lnTo>
                  <a:pt x="165" y="230"/>
                </a:lnTo>
                <a:lnTo>
                  <a:pt x="166" y="230"/>
                </a:lnTo>
                <a:lnTo>
                  <a:pt x="166" y="231"/>
                </a:lnTo>
                <a:lnTo>
                  <a:pt x="166" y="232"/>
                </a:lnTo>
                <a:lnTo>
                  <a:pt x="165" y="233"/>
                </a:lnTo>
                <a:lnTo>
                  <a:pt x="165" y="234"/>
                </a:lnTo>
                <a:lnTo>
                  <a:pt x="165" y="237"/>
                </a:lnTo>
                <a:lnTo>
                  <a:pt x="165" y="238"/>
                </a:lnTo>
                <a:lnTo>
                  <a:pt x="165" y="239"/>
                </a:lnTo>
                <a:lnTo>
                  <a:pt x="164" y="239"/>
                </a:lnTo>
                <a:lnTo>
                  <a:pt x="164" y="241"/>
                </a:lnTo>
                <a:lnTo>
                  <a:pt x="164" y="242"/>
                </a:lnTo>
                <a:lnTo>
                  <a:pt x="164" y="243"/>
                </a:lnTo>
                <a:lnTo>
                  <a:pt x="163" y="244"/>
                </a:lnTo>
                <a:lnTo>
                  <a:pt x="164" y="245"/>
                </a:lnTo>
                <a:lnTo>
                  <a:pt x="164" y="246"/>
                </a:lnTo>
                <a:lnTo>
                  <a:pt x="163" y="246"/>
                </a:lnTo>
                <a:lnTo>
                  <a:pt x="164" y="246"/>
                </a:lnTo>
                <a:lnTo>
                  <a:pt x="164" y="249"/>
                </a:lnTo>
                <a:lnTo>
                  <a:pt x="164" y="251"/>
                </a:lnTo>
                <a:lnTo>
                  <a:pt x="164" y="252"/>
                </a:lnTo>
                <a:lnTo>
                  <a:pt x="164" y="253"/>
                </a:lnTo>
                <a:lnTo>
                  <a:pt x="163" y="254"/>
                </a:lnTo>
                <a:lnTo>
                  <a:pt x="162" y="254"/>
                </a:lnTo>
                <a:lnTo>
                  <a:pt x="162" y="255"/>
                </a:lnTo>
                <a:lnTo>
                  <a:pt x="161" y="256"/>
                </a:lnTo>
                <a:lnTo>
                  <a:pt x="161" y="257"/>
                </a:lnTo>
                <a:lnTo>
                  <a:pt x="160" y="258"/>
                </a:lnTo>
                <a:lnTo>
                  <a:pt x="160" y="259"/>
                </a:lnTo>
                <a:lnTo>
                  <a:pt x="160" y="261"/>
                </a:lnTo>
                <a:lnTo>
                  <a:pt x="160" y="264"/>
                </a:lnTo>
                <a:lnTo>
                  <a:pt x="160" y="265"/>
                </a:lnTo>
                <a:lnTo>
                  <a:pt x="161" y="265"/>
                </a:lnTo>
                <a:lnTo>
                  <a:pt x="160" y="266"/>
                </a:lnTo>
                <a:lnTo>
                  <a:pt x="160" y="267"/>
                </a:lnTo>
                <a:lnTo>
                  <a:pt x="159" y="267"/>
                </a:lnTo>
                <a:lnTo>
                  <a:pt x="158" y="268"/>
                </a:lnTo>
                <a:lnTo>
                  <a:pt x="158" y="269"/>
                </a:lnTo>
                <a:lnTo>
                  <a:pt x="158" y="270"/>
                </a:lnTo>
                <a:lnTo>
                  <a:pt x="159" y="270"/>
                </a:lnTo>
                <a:lnTo>
                  <a:pt x="159" y="271"/>
                </a:lnTo>
                <a:lnTo>
                  <a:pt x="159" y="272"/>
                </a:lnTo>
                <a:lnTo>
                  <a:pt x="160" y="273"/>
                </a:lnTo>
                <a:lnTo>
                  <a:pt x="160" y="275"/>
                </a:lnTo>
                <a:lnTo>
                  <a:pt x="160" y="276"/>
                </a:lnTo>
                <a:lnTo>
                  <a:pt x="160" y="277"/>
                </a:lnTo>
                <a:lnTo>
                  <a:pt x="160" y="278"/>
                </a:lnTo>
                <a:lnTo>
                  <a:pt x="161" y="278"/>
                </a:lnTo>
                <a:lnTo>
                  <a:pt x="162" y="278"/>
                </a:lnTo>
                <a:lnTo>
                  <a:pt x="162" y="279"/>
                </a:lnTo>
                <a:lnTo>
                  <a:pt x="161" y="279"/>
                </a:lnTo>
                <a:lnTo>
                  <a:pt x="161" y="280"/>
                </a:lnTo>
                <a:lnTo>
                  <a:pt x="160" y="280"/>
                </a:lnTo>
                <a:lnTo>
                  <a:pt x="160" y="279"/>
                </a:lnTo>
                <a:lnTo>
                  <a:pt x="160" y="280"/>
                </a:lnTo>
                <a:lnTo>
                  <a:pt x="160" y="281"/>
                </a:lnTo>
                <a:lnTo>
                  <a:pt x="159" y="282"/>
                </a:lnTo>
                <a:lnTo>
                  <a:pt x="158" y="283"/>
                </a:lnTo>
                <a:lnTo>
                  <a:pt x="157" y="283"/>
                </a:lnTo>
                <a:lnTo>
                  <a:pt x="156" y="284"/>
                </a:lnTo>
                <a:lnTo>
                  <a:pt x="156" y="285"/>
                </a:lnTo>
                <a:lnTo>
                  <a:pt x="155" y="287"/>
                </a:lnTo>
                <a:lnTo>
                  <a:pt x="155" y="289"/>
                </a:lnTo>
                <a:lnTo>
                  <a:pt x="155" y="290"/>
                </a:lnTo>
                <a:lnTo>
                  <a:pt x="155" y="291"/>
                </a:lnTo>
                <a:lnTo>
                  <a:pt x="155" y="292"/>
                </a:lnTo>
                <a:lnTo>
                  <a:pt x="155" y="293"/>
                </a:lnTo>
                <a:lnTo>
                  <a:pt x="154" y="297"/>
                </a:lnTo>
                <a:lnTo>
                  <a:pt x="153" y="298"/>
                </a:lnTo>
                <a:lnTo>
                  <a:pt x="153" y="299"/>
                </a:lnTo>
                <a:lnTo>
                  <a:pt x="152" y="300"/>
                </a:lnTo>
                <a:lnTo>
                  <a:pt x="152" y="301"/>
                </a:lnTo>
                <a:lnTo>
                  <a:pt x="152" y="302"/>
                </a:lnTo>
                <a:lnTo>
                  <a:pt x="151" y="302"/>
                </a:lnTo>
                <a:lnTo>
                  <a:pt x="150" y="303"/>
                </a:lnTo>
                <a:lnTo>
                  <a:pt x="150" y="304"/>
                </a:lnTo>
                <a:lnTo>
                  <a:pt x="150" y="305"/>
                </a:lnTo>
                <a:lnTo>
                  <a:pt x="148" y="309"/>
                </a:lnTo>
                <a:lnTo>
                  <a:pt x="148" y="310"/>
                </a:lnTo>
                <a:lnTo>
                  <a:pt x="148" y="311"/>
                </a:lnTo>
                <a:lnTo>
                  <a:pt x="147" y="312"/>
                </a:lnTo>
                <a:lnTo>
                  <a:pt x="146" y="313"/>
                </a:lnTo>
                <a:lnTo>
                  <a:pt x="146" y="314"/>
                </a:lnTo>
                <a:lnTo>
                  <a:pt x="145" y="314"/>
                </a:lnTo>
                <a:lnTo>
                  <a:pt x="144" y="315"/>
                </a:lnTo>
                <a:lnTo>
                  <a:pt x="143" y="315"/>
                </a:lnTo>
                <a:lnTo>
                  <a:pt x="142" y="316"/>
                </a:lnTo>
                <a:lnTo>
                  <a:pt x="142" y="317"/>
                </a:lnTo>
                <a:lnTo>
                  <a:pt x="141" y="317"/>
                </a:lnTo>
                <a:lnTo>
                  <a:pt x="141" y="319"/>
                </a:lnTo>
                <a:lnTo>
                  <a:pt x="141" y="320"/>
                </a:lnTo>
                <a:lnTo>
                  <a:pt x="142" y="320"/>
                </a:lnTo>
                <a:lnTo>
                  <a:pt x="143" y="321"/>
                </a:lnTo>
                <a:lnTo>
                  <a:pt x="143" y="322"/>
                </a:lnTo>
                <a:lnTo>
                  <a:pt x="143" y="323"/>
                </a:lnTo>
                <a:lnTo>
                  <a:pt x="143" y="324"/>
                </a:lnTo>
                <a:lnTo>
                  <a:pt x="142" y="324"/>
                </a:lnTo>
                <a:lnTo>
                  <a:pt x="142" y="325"/>
                </a:lnTo>
                <a:lnTo>
                  <a:pt x="141" y="326"/>
                </a:lnTo>
                <a:lnTo>
                  <a:pt x="142" y="327"/>
                </a:lnTo>
                <a:lnTo>
                  <a:pt x="142" y="328"/>
                </a:lnTo>
                <a:lnTo>
                  <a:pt x="141" y="329"/>
                </a:lnTo>
                <a:lnTo>
                  <a:pt x="141" y="330"/>
                </a:lnTo>
                <a:lnTo>
                  <a:pt x="140" y="330"/>
                </a:lnTo>
                <a:lnTo>
                  <a:pt x="140" y="331"/>
                </a:lnTo>
                <a:lnTo>
                  <a:pt x="139" y="331"/>
                </a:lnTo>
                <a:lnTo>
                  <a:pt x="139" y="332"/>
                </a:lnTo>
                <a:lnTo>
                  <a:pt x="138" y="332"/>
                </a:lnTo>
                <a:lnTo>
                  <a:pt x="138" y="333"/>
                </a:lnTo>
                <a:lnTo>
                  <a:pt x="137" y="333"/>
                </a:lnTo>
                <a:lnTo>
                  <a:pt x="137" y="334"/>
                </a:lnTo>
                <a:lnTo>
                  <a:pt x="136" y="335"/>
                </a:lnTo>
                <a:lnTo>
                  <a:pt x="136" y="336"/>
                </a:lnTo>
                <a:lnTo>
                  <a:pt x="135" y="336"/>
                </a:lnTo>
                <a:lnTo>
                  <a:pt x="134" y="337"/>
                </a:lnTo>
                <a:lnTo>
                  <a:pt x="133" y="337"/>
                </a:lnTo>
                <a:lnTo>
                  <a:pt x="132" y="338"/>
                </a:lnTo>
                <a:lnTo>
                  <a:pt x="131" y="338"/>
                </a:lnTo>
                <a:lnTo>
                  <a:pt x="131" y="339"/>
                </a:lnTo>
                <a:lnTo>
                  <a:pt x="130" y="340"/>
                </a:lnTo>
                <a:lnTo>
                  <a:pt x="130" y="341"/>
                </a:lnTo>
                <a:lnTo>
                  <a:pt x="129" y="341"/>
                </a:lnTo>
                <a:lnTo>
                  <a:pt x="129" y="342"/>
                </a:lnTo>
                <a:lnTo>
                  <a:pt x="128" y="342"/>
                </a:lnTo>
                <a:lnTo>
                  <a:pt x="127" y="342"/>
                </a:lnTo>
                <a:lnTo>
                  <a:pt x="127" y="343"/>
                </a:lnTo>
                <a:lnTo>
                  <a:pt x="126" y="344"/>
                </a:lnTo>
                <a:lnTo>
                  <a:pt x="126" y="345"/>
                </a:lnTo>
                <a:lnTo>
                  <a:pt x="126" y="346"/>
                </a:lnTo>
                <a:lnTo>
                  <a:pt x="125" y="346"/>
                </a:lnTo>
                <a:lnTo>
                  <a:pt x="125" y="347"/>
                </a:lnTo>
                <a:lnTo>
                  <a:pt x="125" y="348"/>
                </a:lnTo>
                <a:lnTo>
                  <a:pt x="125" y="353"/>
                </a:lnTo>
                <a:lnTo>
                  <a:pt x="125" y="354"/>
                </a:lnTo>
                <a:lnTo>
                  <a:pt x="124" y="355"/>
                </a:lnTo>
                <a:lnTo>
                  <a:pt x="123" y="356"/>
                </a:lnTo>
                <a:lnTo>
                  <a:pt x="123" y="357"/>
                </a:lnTo>
                <a:lnTo>
                  <a:pt x="122" y="358"/>
                </a:lnTo>
                <a:lnTo>
                  <a:pt x="122" y="359"/>
                </a:lnTo>
                <a:lnTo>
                  <a:pt x="122" y="360"/>
                </a:lnTo>
                <a:lnTo>
                  <a:pt x="122" y="361"/>
                </a:lnTo>
                <a:lnTo>
                  <a:pt x="122" y="362"/>
                </a:lnTo>
                <a:lnTo>
                  <a:pt x="121" y="363"/>
                </a:lnTo>
                <a:lnTo>
                  <a:pt x="121" y="364"/>
                </a:lnTo>
                <a:lnTo>
                  <a:pt x="121" y="365"/>
                </a:lnTo>
                <a:lnTo>
                  <a:pt x="121" y="366"/>
                </a:lnTo>
                <a:lnTo>
                  <a:pt x="121" y="367"/>
                </a:lnTo>
                <a:lnTo>
                  <a:pt x="121" y="368"/>
                </a:lnTo>
                <a:lnTo>
                  <a:pt x="121" y="369"/>
                </a:lnTo>
                <a:lnTo>
                  <a:pt x="120" y="370"/>
                </a:lnTo>
                <a:lnTo>
                  <a:pt x="120" y="371"/>
                </a:lnTo>
                <a:lnTo>
                  <a:pt x="120" y="372"/>
                </a:lnTo>
                <a:lnTo>
                  <a:pt x="120" y="373"/>
                </a:lnTo>
                <a:lnTo>
                  <a:pt x="120" y="374"/>
                </a:lnTo>
                <a:lnTo>
                  <a:pt x="120" y="375"/>
                </a:lnTo>
                <a:lnTo>
                  <a:pt x="120" y="376"/>
                </a:lnTo>
                <a:lnTo>
                  <a:pt x="119" y="376"/>
                </a:lnTo>
                <a:lnTo>
                  <a:pt x="119" y="377"/>
                </a:lnTo>
                <a:lnTo>
                  <a:pt x="119" y="378"/>
                </a:lnTo>
                <a:lnTo>
                  <a:pt x="119" y="379"/>
                </a:lnTo>
                <a:lnTo>
                  <a:pt x="119" y="380"/>
                </a:lnTo>
                <a:lnTo>
                  <a:pt x="118" y="380"/>
                </a:lnTo>
                <a:lnTo>
                  <a:pt x="118" y="381"/>
                </a:lnTo>
                <a:lnTo>
                  <a:pt x="118" y="384"/>
                </a:lnTo>
                <a:lnTo>
                  <a:pt x="118" y="385"/>
                </a:lnTo>
                <a:lnTo>
                  <a:pt x="117" y="385"/>
                </a:lnTo>
                <a:lnTo>
                  <a:pt x="117" y="386"/>
                </a:lnTo>
                <a:lnTo>
                  <a:pt x="117" y="387"/>
                </a:lnTo>
                <a:lnTo>
                  <a:pt x="117" y="388"/>
                </a:lnTo>
                <a:lnTo>
                  <a:pt x="117" y="389"/>
                </a:lnTo>
                <a:lnTo>
                  <a:pt x="117" y="391"/>
                </a:lnTo>
                <a:lnTo>
                  <a:pt x="117" y="392"/>
                </a:lnTo>
                <a:lnTo>
                  <a:pt x="117" y="393"/>
                </a:lnTo>
                <a:lnTo>
                  <a:pt x="117" y="394"/>
                </a:lnTo>
                <a:lnTo>
                  <a:pt x="118" y="395"/>
                </a:lnTo>
                <a:lnTo>
                  <a:pt x="118" y="396"/>
                </a:lnTo>
                <a:lnTo>
                  <a:pt x="118" y="399"/>
                </a:lnTo>
                <a:lnTo>
                  <a:pt x="119" y="405"/>
                </a:lnTo>
                <a:lnTo>
                  <a:pt x="120" y="405"/>
                </a:lnTo>
                <a:lnTo>
                  <a:pt x="121" y="411"/>
                </a:lnTo>
                <a:lnTo>
                  <a:pt x="121" y="412"/>
                </a:lnTo>
                <a:lnTo>
                  <a:pt x="120" y="413"/>
                </a:lnTo>
                <a:lnTo>
                  <a:pt x="120" y="414"/>
                </a:lnTo>
                <a:lnTo>
                  <a:pt x="121" y="415"/>
                </a:lnTo>
                <a:lnTo>
                  <a:pt x="121" y="416"/>
                </a:lnTo>
                <a:lnTo>
                  <a:pt x="122" y="416"/>
                </a:lnTo>
                <a:lnTo>
                  <a:pt x="122" y="417"/>
                </a:lnTo>
                <a:lnTo>
                  <a:pt x="121" y="419"/>
                </a:lnTo>
                <a:lnTo>
                  <a:pt x="121" y="420"/>
                </a:lnTo>
                <a:lnTo>
                  <a:pt x="122" y="420"/>
                </a:lnTo>
                <a:lnTo>
                  <a:pt x="122" y="421"/>
                </a:lnTo>
                <a:lnTo>
                  <a:pt x="122" y="422"/>
                </a:lnTo>
                <a:lnTo>
                  <a:pt x="122" y="423"/>
                </a:lnTo>
                <a:lnTo>
                  <a:pt x="123" y="423"/>
                </a:lnTo>
                <a:lnTo>
                  <a:pt x="123" y="424"/>
                </a:lnTo>
                <a:lnTo>
                  <a:pt x="123" y="425"/>
                </a:lnTo>
                <a:lnTo>
                  <a:pt x="124" y="425"/>
                </a:lnTo>
                <a:lnTo>
                  <a:pt x="123" y="425"/>
                </a:lnTo>
                <a:lnTo>
                  <a:pt x="123" y="426"/>
                </a:lnTo>
                <a:lnTo>
                  <a:pt x="122" y="426"/>
                </a:lnTo>
                <a:lnTo>
                  <a:pt x="122" y="427"/>
                </a:lnTo>
                <a:lnTo>
                  <a:pt x="121" y="429"/>
                </a:lnTo>
                <a:lnTo>
                  <a:pt x="121" y="430"/>
                </a:lnTo>
                <a:lnTo>
                  <a:pt x="120" y="431"/>
                </a:lnTo>
                <a:lnTo>
                  <a:pt x="119" y="431"/>
                </a:lnTo>
                <a:lnTo>
                  <a:pt x="118" y="432"/>
                </a:lnTo>
                <a:lnTo>
                  <a:pt x="118" y="433"/>
                </a:lnTo>
                <a:lnTo>
                  <a:pt x="118" y="434"/>
                </a:lnTo>
                <a:lnTo>
                  <a:pt x="118" y="435"/>
                </a:lnTo>
                <a:lnTo>
                  <a:pt x="118" y="436"/>
                </a:lnTo>
                <a:lnTo>
                  <a:pt x="118" y="437"/>
                </a:lnTo>
                <a:lnTo>
                  <a:pt x="119" y="438"/>
                </a:lnTo>
                <a:lnTo>
                  <a:pt x="119" y="439"/>
                </a:lnTo>
                <a:lnTo>
                  <a:pt x="120" y="439"/>
                </a:lnTo>
                <a:lnTo>
                  <a:pt x="121" y="440"/>
                </a:lnTo>
                <a:lnTo>
                  <a:pt x="121" y="441"/>
                </a:lnTo>
                <a:lnTo>
                  <a:pt x="122" y="442"/>
                </a:lnTo>
                <a:lnTo>
                  <a:pt x="122" y="443"/>
                </a:lnTo>
                <a:lnTo>
                  <a:pt x="121" y="443"/>
                </a:lnTo>
                <a:lnTo>
                  <a:pt x="120" y="443"/>
                </a:lnTo>
                <a:lnTo>
                  <a:pt x="120" y="442"/>
                </a:lnTo>
                <a:lnTo>
                  <a:pt x="120" y="441"/>
                </a:lnTo>
                <a:lnTo>
                  <a:pt x="119" y="441"/>
                </a:lnTo>
                <a:lnTo>
                  <a:pt x="118" y="441"/>
                </a:lnTo>
                <a:lnTo>
                  <a:pt x="118" y="440"/>
                </a:lnTo>
                <a:lnTo>
                  <a:pt x="117" y="440"/>
                </a:lnTo>
                <a:lnTo>
                  <a:pt x="117" y="439"/>
                </a:lnTo>
                <a:lnTo>
                  <a:pt x="116" y="439"/>
                </a:lnTo>
                <a:lnTo>
                  <a:pt x="115" y="439"/>
                </a:lnTo>
                <a:lnTo>
                  <a:pt x="114" y="439"/>
                </a:lnTo>
                <a:lnTo>
                  <a:pt x="113" y="439"/>
                </a:lnTo>
                <a:lnTo>
                  <a:pt x="111" y="438"/>
                </a:lnTo>
                <a:lnTo>
                  <a:pt x="110" y="438"/>
                </a:lnTo>
                <a:lnTo>
                  <a:pt x="110" y="437"/>
                </a:lnTo>
                <a:lnTo>
                  <a:pt x="109" y="437"/>
                </a:lnTo>
                <a:lnTo>
                  <a:pt x="108" y="437"/>
                </a:lnTo>
                <a:lnTo>
                  <a:pt x="108" y="438"/>
                </a:lnTo>
                <a:lnTo>
                  <a:pt x="107" y="439"/>
                </a:lnTo>
                <a:lnTo>
                  <a:pt x="107" y="440"/>
                </a:lnTo>
                <a:lnTo>
                  <a:pt x="107" y="442"/>
                </a:lnTo>
                <a:lnTo>
                  <a:pt x="107" y="443"/>
                </a:lnTo>
                <a:lnTo>
                  <a:pt x="106" y="443"/>
                </a:lnTo>
                <a:lnTo>
                  <a:pt x="105" y="443"/>
                </a:lnTo>
                <a:lnTo>
                  <a:pt x="104" y="442"/>
                </a:lnTo>
                <a:lnTo>
                  <a:pt x="103" y="441"/>
                </a:lnTo>
                <a:lnTo>
                  <a:pt x="103" y="440"/>
                </a:lnTo>
                <a:lnTo>
                  <a:pt x="103" y="439"/>
                </a:lnTo>
                <a:lnTo>
                  <a:pt x="103" y="438"/>
                </a:lnTo>
                <a:lnTo>
                  <a:pt x="103" y="437"/>
                </a:lnTo>
                <a:lnTo>
                  <a:pt x="103" y="436"/>
                </a:lnTo>
                <a:lnTo>
                  <a:pt x="103" y="435"/>
                </a:lnTo>
                <a:lnTo>
                  <a:pt x="102" y="435"/>
                </a:lnTo>
                <a:lnTo>
                  <a:pt x="102" y="434"/>
                </a:lnTo>
                <a:lnTo>
                  <a:pt x="100" y="433"/>
                </a:lnTo>
                <a:lnTo>
                  <a:pt x="99" y="432"/>
                </a:lnTo>
                <a:lnTo>
                  <a:pt x="99" y="431"/>
                </a:lnTo>
                <a:lnTo>
                  <a:pt x="98" y="431"/>
                </a:lnTo>
                <a:lnTo>
                  <a:pt x="98" y="430"/>
                </a:lnTo>
                <a:lnTo>
                  <a:pt x="98" y="429"/>
                </a:lnTo>
                <a:lnTo>
                  <a:pt x="99" y="429"/>
                </a:lnTo>
                <a:lnTo>
                  <a:pt x="99" y="428"/>
                </a:lnTo>
                <a:lnTo>
                  <a:pt x="99" y="427"/>
                </a:lnTo>
                <a:lnTo>
                  <a:pt x="99" y="426"/>
                </a:lnTo>
                <a:lnTo>
                  <a:pt x="100" y="426"/>
                </a:lnTo>
                <a:lnTo>
                  <a:pt x="100" y="425"/>
                </a:lnTo>
                <a:lnTo>
                  <a:pt x="100" y="424"/>
                </a:lnTo>
                <a:lnTo>
                  <a:pt x="99" y="423"/>
                </a:lnTo>
                <a:lnTo>
                  <a:pt x="99" y="422"/>
                </a:lnTo>
                <a:lnTo>
                  <a:pt x="100" y="422"/>
                </a:lnTo>
                <a:lnTo>
                  <a:pt x="101" y="421"/>
                </a:lnTo>
                <a:lnTo>
                  <a:pt x="100" y="420"/>
                </a:lnTo>
                <a:lnTo>
                  <a:pt x="100" y="419"/>
                </a:lnTo>
                <a:lnTo>
                  <a:pt x="99" y="418"/>
                </a:lnTo>
                <a:lnTo>
                  <a:pt x="99" y="417"/>
                </a:lnTo>
                <a:lnTo>
                  <a:pt x="95" y="409"/>
                </a:lnTo>
                <a:lnTo>
                  <a:pt x="95" y="408"/>
                </a:lnTo>
                <a:lnTo>
                  <a:pt x="95" y="407"/>
                </a:lnTo>
                <a:lnTo>
                  <a:pt x="94" y="407"/>
                </a:lnTo>
                <a:lnTo>
                  <a:pt x="94" y="406"/>
                </a:lnTo>
                <a:lnTo>
                  <a:pt x="93" y="406"/>
                </a:lnTo>
                <a:lnTo>
                  <a:pt x="93" y="405"/>
                </a:lnTo>
                <a:lnTo>
                  <a:pt x="92" y="404"/>
                </a:lnTo>
                <a:lnTo>
                  <a:pt x="91" y="403"/>
                </a:lnTo>
                <a:lnTo>
                  <a:pt x="90" y="403"/>
                </a:lnTo>
                <a:lnTo>
                  <a:pt x="90" y="402"/>
                </a:lnTo>
                <a:lnTo>
                  <a:pt x="90" y="403"/>
                </a:lnTo>
                <a:lnTo>
                  <a:pt x="90" y="402"/>
                </a:lnTo>
                <a:lnTo>
                  <a:pt x="89" y="402"/>
                </a:lnTo>
                <a:lnTo>
                  <a:pt x="89" y="401"/>
                </a:lnTo>
                <a:lnTo>
                  <a:pt x="89" y="400"/>
                </a:lnTo>
                <a:lnTo>
                  <a:pt x="89" y="399"/>
                </a:lnTo>
                <a:lnTo>
                  <a:pt x="88" y="399"/>
                </a:lnTo>
                <a:lnTo>
                  <a:pt x="88" y="398"/>
                </a:lnTo>
                <a:lnTo>
                  <a:pt x="88" y="397"/>
                </a:lnTo>
                <a:lnTo>
                  <a:pt x="88" y="396"/>
                </a:lnTo>
                <a:lnTo>
                  <a:pt x="87" y="396"/>
                </a:lnTo>
                <a:lnTo>
                  <a:pt x="87" y="395"/>
                </a:lnTo>
                <a:lnTo>
                  <a:pt x="86" y="395"/>
                </a:lnTo>
                <a:lnTo>
                  <a:pt x="86" y="394"/>
                </a:lnTo>
                <a:lnTo>
                  <a:pt x="85" y="394"/>
                </a:lnTo>
                <a:lnTo>
                  <a:pt x="85" y="393"/>
                </a:lnTo>
                <a:lnTo>
                  <a:pt x="84" y="393"/>
                </a:lnTo>
                <a:lnTo>
                  <a:pt x="83" y="392"/>
                </a:lnTo>
                <a:lnTo>
                  <a:pt x="82" y="392"/>
                </a:lnTo>
                <a:lnTo>
                  <a:pt x="82" y="391"/>
                </a:lnTo>
                <a:lnTo>
                  <a:pt x="81" y="390"/>
                </a:lnTo>
                <a:lnTo>
                  <a:pt x="81" y="389"/>
                </a:lnTo>
                <a:lnTo>
                  <a:pt x="80" y="389"/>
                </a:lnTo>
                <a:lnTo>
                  <a:pt x="79" y="389"/>
                </a:lnTo>
                <a:lnTo>
                  <a:pt x="79" y="388"/>
                </a:lnTo>
                <a:lnTo>
                  <a:pt x="78" y="388"/>
                </a:lnTo>
                <a:lnTo>
                  <a:pt x="77" y="387"/>
                </a:lnTo>
                <a:lnTo>
                  <a:pt x="76" y="387"/>
                </a:lnTo>
                <a:lnTo>
                  <a:pt x="74" y="386"/>
                </a:lnTo>
                <a:lnTo>
                  <a:pt x="73" y="386"/>
                </a:lnTo>
                <a:lnTo>
                  <a:pt x="72" y="386"/>
                </a:lnTo>
                <a:lnTo>
                  <a:pt x="72" y="385"/>
                </a:lnTo>
                <a:lnTo>
                  <a:pt x="70" y="385"/>
                </a:lnTo>
                <a:lnTo>
                  <a:pt x="69" y="385"/>
                </a:lnTo>
                <a:lnTo>
                  <a:pt x="69" y="384"/>
                </a:lnTo>
                <a:lnTo>
                  <a:pt x="68" y="384"/>
                </a:lnTo>
                <a:lnTo>
                  <a:pt x="67" y="384"/>
                </a:lnTo>
                <a:lnTo>
                  <a:pt x="66" y="383"/>
                </a:lnTo>
                <a:lnTo>
                  <a:pt x="65" y="383"/>
                </a:lnTo>
                <a:lnTo>
                  <a:pt x="64" y="383"/>
                </a:lnTo>
                <a:lnTo>
                  <a:pt x="64" y="382"/>
                </a:lnTo>
                <a:lnTo>
                  <a:pt x="63" y="382"/>
                </a:lnTo>
                <a:lnTo>
                  <a:pt x="62" y="382"/>
                </a:lnTo>
                <a:lnTo>
                  <a:pt x="62" y="381"/>
                </a:lnTo>
                <a:lnTo>
                  <a:pt x="61" y="381"/>
                </a:lnTo>
                <a:lnTo>
                  <a:pt x="61" y="380"/>
                </a:lnTo>
                <a:lnTo>
                  <a:pt x="60" y="380"/>
                </a:lnTo>
                <a:lnTo>
                  <a:pt x="60" y="379"/>
                </a:lnTo>
                <a:lnTo>
                  <a:pt x="59" y="379"/>
                </a:lnTo>
                <a:lnTo>
                  <a:pt x="59" y="378"/>
                </a:lnTo>
                <a:lnTo>
                  <a:pt x="58" y="378"/>
                </a:lnTo>
                <a:lnTo>
                  <a:pt x="57" y="378"/>
                </a:lnTo>
                <a:lnTo>
                  <a:pt x="57" y="379"/>
                </a:lnTo>
                <a:lnTo>
                  <a:pt x="56" y="379"/>
                </a:lnTo>
                <a:lnTo>
                  <a:pt x="55" y="379"/>
                </a:lnTo>
                <a:lnTo>
                  <a:pt x="55" y="378"/>
                </a:lnTo>
                <a:lnTo>
                  <a:pt x="54" y="378"/>
                </a:lnTo>
                <a:lnTo>
                  <a:pt x="53" y="377"/>
                </a:lnTo>
                <a:lnTo>
                  <a:pt x="51" y="376"/>
                </a:lnTo>
                <a:lnTo>
                  <a:pt x="50" y="376"/>
                </a:lnTo>
                <a:lnTo>
                  <a:pt x="49" y="376"/>
                </a:lnTo>
                <a:lnTo>
                  <a:pt x="48" y="375"/>
                </a:lnTo>
                <a:lnTo>
                  <a:pt x="47" y="374"/>
                </a:lnTo>
                <a:lnTo>
                  <a:pt x="46" y="374"/>
                </a:lnTo>
                <a:lnTo>
                  <a:pt x="46" y="373"/>
                </a:lnTo>
                <a:lnTo>
                  <a:pt x="45" y="372"/>
                </a:lnTo>
                <a:lnTo>
                  <a:pt x="44" y="372"/>
                </a:lnTo>
                <a:lnTo>
                  <a:pt x="44" y="371"/>
                </a:lnTo>
                <a:lnTo>
                  <a:pt x="45" y="371"/>
                </a:lnTo>
                <a:lnTo>
                  <a:pt x="46" y="372"/>
                </a:lnTo>
                <a:lnTo>
                  <a:pt x="46" y="373"/>
                </a:lnTo>
                <a:lnTo>
                  <a:pt x="46" y="372"/>
                </a:lnTo>
                <a:lnTo>
                  <a:pt x="47" y="372"/>
                </a:lnTo>
                <a:lnTo>
                  <a:pt x="46" y="371"/>
                </a:lnTo>
                <a:lnTo>
                  <a:pt x="44" y="370"/>
                </a:lnTo>
                <a:lnTo>
                  <a:pt x="44" y="369"/>
                </a:lnTo>
                <a:lnTo>
                  <a:pt x="43" y="369"/>
                </a:lnTo>
                <a:lnTo>
                  <a:pt x="42" y="368"/>
                </a:lnTo>
                <a:lnTo>
                  <a:pt x="41" y="368"/>
                </a:lnTo>
                <a:lnTo>
                  <a:pt x="41" y="367"/>
                </a:lnTo>
                <a:lnTo>
                  <a:pt x="40" y="366"/>
                </a:lnTo>
                <a:lnTo>
                  <a:pt x="40" y="365"/>
                </a:lnTo>
                <a:lnTo>
                  <a:pt x="39" y="365"/>
                </a:lnTo>
                <a:lnTo>
                  <a:pt x="39" y="364"/>
                </a:lnTo>
                <a:lnTo>
                  <a:pt x="40" y="365"/>
                </a:lnTo>
                <a:lnTo>
                  <a:pt x="40" y="364"/>
                </a:lnTo>
                <a:lnTo>
                  <a:pt x="40" y="363"/>
                </a:lnTo>
                <a:lnTo>
                  <a:pt x="39" y="363"/>
                </a:lnTo>
                <a:lnTo>
                  <a:pt x="40" y="363"/>
                </a:lnTo>
                <a:lnTo>
                  <a:pt x="39" y="363"/>
                </a:lnTo>
                <a:lnTo>
                  <a:pt x="39" y="364"/>
                </a:lnTo>
                <a:lnTo>
                  <a:pt x="38" y="363"/>
                </a:lnTo>
                <a:lnTo>
                  <a:pt x="37" y="364"/>
                </a:lnTo>
                <a:lnTo>
                  <a:pt x="37" y="363"/>
                </a:lnTo>
                <a:lnTo>
                  <a:pt x="36" y="362"/>
                </a:lnTo>
                <a:lnTo>
                  <a:pt x="35" y="362"/>
                </a:lnTo>
                <a:lnTo>
                  <a:pt x="35" y="361"/>
                </a:lnTo>
                <a:lnTo>
                  <a:pt x="34" y="361"/>
                </a:lnTo>
                <a:lnTo>
                  <a:pt x="34" y="360"/>
                </a:lnTo>
                <a:lnTo>
                  <a:pt x="34" y="359"/>
                </a:lnTo>
                <a:lnTo>
                  <a:pt x="34" y="358"/>
                </a:lnTo>
                <a:lnTo>
                  <a:pt x="34" y="357"/>
                </a:lnTo>
                <a:lnTo>
                  <a:pt x="35" y="357"/>
                </a:lnTo>
                <a:lnTo>
                  <a:pt x="36" y="356"/>
                </a:lnTo>
                <a:lnTo>
                  <a:pt x="36" y="355"/>
                </a:lnTo>
                <a:lnTo>
                  <a:pt x="36" y="354"/>
                </a:lnTo>
                <a:lnTo>
                  <a:pt x="36" y="353"/>
                </a:lnTo>
                <a:lnTo>
                  <a:pt x="36" y="352"/>
                </a:lnTo>
                <a:lnTo>
                  <a:pt x="35" y="352"/>
                </a:lnTo>
                <a:lnTo>
                  <a:pt x="35" y="353"/>
                </a:lnTo>
                <a:lnTo>
                  <a:pt x="34" y="353"/>
                </a:lnTo>
                <a:lnTo>
                  <a:pt x="34" y="352"/>
                </a:lnTo>
                <a:lnTo>
                  <a:pt x="34" y="351"/>
                </a:lnTo>
                <a:lnTo>
                  <a:pt x="33" y="351"/>
                </a:lnTo>
                <a:lnTo>
                  <a:pt x="33" y="350"/>
                </a:lnTo>
                <a:lnTo>
                  <a:pt x="32" y="350"/>
                </a:lnTo>
                <a:lnTo>
                  <a:pt x="32" y="349"/>
                </a:lnTo>
                <a:lnTo>
                  <a:pt x="32" y="348"/>
                </a:lnTo>
                <a:lnTo>
                  <a:pt x="31" y="348"/>
                </a:lnTo>
                <a:lnTo>
                  <a:pt x="31" y="347"/>
                </a:lnTo>
                <a:lnTo>
                  <a:pt x="30" y="346"/>
                </a:lnTo>
                <a:lnTo>
                  <a:pt x="29" y="344"/>
                </a:lnTo>
                <a:lnTo>
                  <a:pt x="28" y="343"/>
                </a:lnTo>
                <a:lnTo>
                  <a:pt x="28" y="342"/>
                </a:lnTo>
                <a:lnTo>
                  <a:pt x="27" y="342"/>
                </a:lnTo>
                <a:lnTo>
                  <a:pt x="27" y="341"/>
                </a:lnTo>
                <a:lnTo>
                  <a:pt x="26" y="341"/>
                </a:lnTo>
                <a:lnTo>
                  <a:pt x="25" y="340"/>
                </a:lnTo>
                <a:lnTo>
                  <a:pt x="26" y="340"/>
                </a:lnTo>
                <a:lnTo>
                  <a:pt x="26" y="339"/>
                </a:lnTo>
                <a:lnTo>
                  <a:pt x="25" y="338"/>
                </a:lnTo>
                <a:lnTo>
                  <a:pt x="24" y="337"/>
                </a:lnTo>
                <a:lnTo>
                  <a:pt x="24" y="336"/>
                </a:lnTo>
                <a:lnTo>
                  <a:pt x="23" y="335"/>
                </a:lnTo>
                <a:lnTo>
                  <a:pt x="23" y="334"/>
                </a:lnTo>
                <a:lnTo>
                  <a:pt x="23" y="333"/>
                </a:lnTo>
                <a:lnTo>
                  <a:pt x="22" y="332"/>
                </a:lnTo>
                <a:lnTo>
                  <a:pt x="22" y="331"/>
                </a:lnTo>
                <a:lnTo>
                  <a:pt x="21" y="331"/>
                </a:lnTo>
                <a:lnTo>
                  <a:pt x="21" y="330"/>
                </a:lnTo>
                <a:lnTo>
                  <a:pt x="20" y="329"/>
                </a:lnTo>
                <a:lnTo>
                  <a:pt x="20" y="328"/>
                </a:lnTo>
                <a:lnTo>
                  <a:pt x="20" y="326"/>
                </a:lnTo>
                <a:lnTo>
                  <a:pt x="20" y="325"/>
                </a:lnTo>
                <a:lnTo>
                  <a:pt x="19" y="324"/>
                </a:lnTo>
                <a:lnTo>
                  <a:pt x="19" y="323"/>
                </a:lnTo>
                <a:lnTo>
                  <a:pt x="18" y="322"/>
                </a:lnTo>
                <a:lnTo>
                  <a:pt x="17" y="321"/>
                </a:lnTo>
                <a:lnTo>
                  <a:pt x="17" y="320"/>
                </a:lnTo>
                <a:lnTo>
                  <a:pt x="16" y="320"/>
                </a:lnTo>
                <a:lnTo>
                  <a:pt x="16" y="319"/>
                </a:lnTo>
                <a:lnTo>
                  <a:pt x="15" y="319"/>
                </a:lnTo>
                <a:lnTo>
                  <a:pt x="15" y="318"/>
                </a:lnTo>
                <a:lnTo>
                  <a:pt x="14" y="318"/>
                </a:lnTo>
                <a:lnTo>
                  <a:pt x="12" y="317"/>
                </a:lnTo>
                <a:lnTo>
                  <a:pt x="11" y="317"/>
                </a:lnTo>
                <a:lnTo>
                  <a:pt x="10" y="316"/>
                </a:lnTo>
                <a:lnTo>
                  <a:pt x="8" y="315"/>
                </a:lnTo>
                <a:lnTo>
                  <a:pt x="7" y="315"/>
                </a:lnTo>
                <a:lnTo>
                  <a:pt x="7" y="314"/>
                </a:lnTo>
                <a:lnTo>
                  <a:pt x="6" y="314"/>
                </a:lnTo>
                <a:lnTo>
                  <a:pt x="5" y="314"/>
                </a:lnTo>
                <a:lnTo>
                  <a:pt x="5" y="313"/>
                </a:lnTo>
                <a:lnTo>
                  <a:pt x="4" y="313"/>
                </a:lnTo>
                <a:lnTo>
                  <a:pt x="3" y="313"/>
                </a:lnTo>
                <a:lnTo>
                  <a:pt x="3" y="312"/>
                </a:lnTo>
                <a:lnTo>
                  <a:pt x="2" y="312"/>
                </a:lnTo>
                <a:lnTo>
                  <a:pt x="2" y="313"/>
                </a:lnTo>
                <a:lnTo>
                  <a:pt x="1" y="313"/>
                </a:lnTo>
                <a:lnTo>
                  <a:pt x="1" y="311"/>
                </a:lnTo>
                <a:lnTo>
                  <a:pt x="1" y="310"/>
                </a:lnTo>
                <a:lnTo>
                  <a:pt x="0" y="309"/>
                </a:lnTo>
                <a:lnTo>
                  <a:pt x="0" y="308"/>
                </a:lnTo>
                <a:lnTo>
                  <a:pt x="0" y="307"/>
                </a:lnTo>
                <a:lnTo>
                  <a:pt x="0" y="306"/>
                </a:lnTo>
                <a:lnTo>
                  <a:pt x="1" y="305"/>
                </a:lnTo>
                <a:lnTo>
                  <a:pt x="2" y="305"/>
                </a:lnTo>
                <a:lnTo>
                  <a:pt x="1" y="305"/>
                </a:lnTo>
                <a:lnTo>
                  <a:pt x="1" y="306"/>
                </a:lnTo>
                <a:lnTo>
                  <a:pt x="1" y="307"/>
                </a:lnTo>
                <a:lnTo>
                  <a:pt x="2" y="305"/>
                </a:lnTo>
                <a:lnTo>
                  <a:pt x="4" y="304"/>
                </a:lnTo>
                <a:lnTo>
                  <a:pt x="5" y="303"/>
                </a:lnTo>
                <a:lnTo>
                  <a:pt x="6" y="303"/>
                </a:lnTo>
                <a:lnTo>
                  <a:pt x="5" y="303"/>
                </a:lnTo>
                <a:lnTo>
                  <a:pt x="5" y="302"/>
                </a:lnTo>
                <a:lnTo>
                  <a:pt x="5" y="301"/>
                </a:lnTo>
                <a:lnTo>
                  <a:pt x="4" y="301"/>
                </a:lnTo>
                <a:lnTo>
                  <a:pt x="3" y="298"/>
                </a:lnTo>
                <a:lnTo>
                  <a:pt x="3" y="297"/>
                </a:lnTo>
                <a:lnTo>
                  <a:pt x="3" y="296"/>
                </a:lnTo>
                <a:lnTo>
                  <a:pt x="2" y="296"/>
                </a:lnTo>
                <a:lnTo>
                  <a:pt x="3" y="296"/>
                </a:lnTo>
                <a:lnTo>
                  <a:pt x="3" y="295"/>
                </a:lnTo>
                <a:lnTo>
                  <a:pt x="3" y="294"/>
                </a:lnTo>
                <a:lnTo>
                  <a:pt x="3" y="293"/>
                </a:lnTo>
                <a:lnTo>
                  <a:pt x="4" y="293"/>
                </a:lnTo>
                <a:lnTo>
                  <a:pt x="4" y="292"/>
                </a:lnTo>
                <a:lnTo>
                  <a:pt x="3" y="292"/>
                </a:lnTo>
                <a:lnTo>
                  <a:pt x="3" y="291"/>
                </a:lnTo>
                <a:lnTo>
                  <a:pt x="3" y="290"/>
                </a:lnTo>
                <a:lnTo>
                  <a:pt x="3" y="289"/>
                </a:lnTo>
                <a:lnTo>
                  <a:pt x="4" y="290"/>
                </a:lnTo>
                <a:lnTo>
                  <a:pt x="3" y="290"/>
                </a:lnTo>
                <a:lnTo>
                  <a:pt x="4" y="290"/>
                </a:lnTo>
                <a:lnTo>
                  <a:pt x="4" y="291"/>
                </a:lnTo>
                <a:lnTo>
                  <a:pt x="5" y="291"/>
                </a:lnTo>
                <a:lnTo>
                  <a:pt x="5" y="290"/>
                </a:lnTo>
                <a:lnTo>
                  <a:pt x="5" y="289"/>
                </a:lnTo>
                <a:lnTo>
                  <a:pt x="5" y="288"/>
                </a:lnTo>
                <a:lnTo>
                  <a:pt x="5" y="287"/>
                </a:lnTo>
                <a:lnTo>
                  <a:pt x="6" y="287"/>
                </a:lnTo>
                <a:lnTo>
                  <a:pt x="6" y="286"/>
                </a:lnTo>
                <a:lnTo>
                  <a:pt x="5" y="286"/>
                </a:lnTo>
                <a:lnTo>
                  <a:pt x="5" y="285"/>
                </a:lnTo>
                <a:lnTo>
                  <a:pt x="6" y="285"/>
                </a:lnTo>
                <a:lnTo>
                  <a:pt x="7" y="284"/>
                </a:lnTo>
                <a:lnTo>
                  <a:pt x="6" y="284"/>
                </a:lnTo>
                <a:lnTo>
                  <a:pt x="5" y="285"/>
                </a:lnTo>
                <a:lnTo>
                  <a:pt x="4" y="285"/>
                </a:lnTo>
                <a:lnTo>
                  <a:pt x="4" y="284"/>
                </a:lnTo>
                <a:lnTo>
                  <a:pt x="4" y="283"/>
                </a:lnTo>
                <a:lnTo>
                  <a:pt x="4" y="282"/>
                </a:lnTo>
                <a:lnTo>
                  <a:pt x="4" y="281"/>
                </a:lnTo>
                <a:lnTo>
                  <a:pt x="5" y="281"/>
                </a:lnTo>
                <a:lnTo>
                  <a:pt x="5" y="282"/>
                </a:lnTo>
                <a:lnTo>
                  <a:pt x="6" y="281"/>
                </a:lnTo>
                <a:lnTo>
                  <a:pt x="5" y="281"/>
                </a:lnTo>
                <a:lnTo>
                  <a:pt x="4" y="281"/>
                </a:lnTo>
                <a:lnTo>
                  <a:pt x="5" y="280"/>
                </a:lnTo>
                <a:lnTo>
                  <a:pt x="5" y="279"/>
                </a:lnTo>
                <a:lnTo>
                  <a:pt x="5" y="278"/>
                </a:lnTo>
                <a:lnTo>
                  <a:pt x="6" y="277"/>
                </a:lnTo>
                <a:lnTo>
                  <a:pt x="6" y="276"/>
                </a:lnTo>
                <a:lnTo>
                  <a:pt x="7" y="276"/>
                </a:lnTo>
                <a:lnTo>
                  <a:pt x="7" y="275"/>
                </a:lnTo>
                <a:lnTo>
                  <a:pt x="6" y="275"/>
                </a:lnTo>
                <a:lnTo>
                  <a:pt x="5" y="275"/>
                </a:lnTo>
                <a:lnTo>
                  <a:pt x="5" y="274"/>
                </a:lnTo>
                <a:lnTo>
                  <a:pt x="6" y="273"/>
                </a:lnTo>
                <a:lnTo>
                  <a:pt x="6" y="272"/>
                </a:lnTo>
                <a:lnTo>
                  <a:pt x="7" y="271"/>
                </a:lnTo>
                <a:lnTo>
                  <a:pt x="7" y="272"/>
                </a:lnTo>
                <a:lnTo>
                  <a:pt x="6" y="273"/>
                </a:lnTo>
                <a:lnTo>
                  <a:pt x="7" y="273"/>
                </a:lnTo>
                <a:lnTo>
                  <a:pt x="7" y="272"/>
                </a:lnTo>
                <a:lnTo>
                  <a:pt x="8" y="272"/>
                </a:lnTo>
                <a:lnTo>
                  <a:pt x="8" y="273"/>
                </a:lnTo>
                <a:lnTo>
                  <a:pt x="9" y="273"/>
                </a:lnTo>
                <a:lnTo>
                  <a:pt x="9" y="272"/>
                </a:lnTo>
                <a:lnTo>
                  <a:pt x="9" y="271"/>
                </a:lnTo>
                <a:lnTo>
                  <a:pt x="9" y="270"/>
                </a:lnTo>
                <a:lnTo>
                  <a:pt x="8" y="270"/>
                </a:lnTo>
                <a:lnTo>
                  <a:pt x="7" y="270"/>
                </a:lnTo>
                <a:lnTo>
                  <a:pt x="6" y="270"/>
                </a:lnTo>
                <a:lnTo>
                  <a:pt x="8" y="269"/>
                </a:lnTo>
                <a:lnTo>
                  <a:pt x="9" y="269"/>
                </a:lnTo>
                <a:lnTo>
                  <a:pt x="10" y="268"/>
                </a:lnTo>
                <a:lnTo>
                  <a:pt x="9" y="268"/>
                </a:lnTo>
                <a:lnTo>
                  <a:pt x="9" y="267"/>
                </a:lnTo>
                <a:lnTo>
                  <a:pt x="9" y="266"/>
                </a:lnTo>
                <a:lnTo>
                  <a:pt x="8" y="267"/>
                </a:lnTo>
                <a:lnTo>
                  <a:pt x="7" y="266"/>
                </a:lnTo>
                <a:lnTo>
                  <a:pt x="7" y="264"/>
                </a:lnTo>
                <a:lnTo>
                  <a:pt x="8" y="264"/>
                </a:lnTo>
                <a:lnTo>
                  <a:pt x="7" y="264"/>
                </a:lnTo>
                <a:lnTo>
                  <a:pt x="7" y="263"/>
                </a:lnTo>
                <a:lnTo>
                  <a:pt x="7" y="262"/>
                </a:lnTo>
                <a:lnTo>
                  <a:pt x="7" y="261"/>
                </a:lnTo>
                <a:lnTo>
                  <a:pt x="6" y="261"/>
                </a:lnTo>
                <a:lnTo>
                  <a:pt x="5" y="261"/>
                </a:lnTo>
                <a:lnTo>
                  <a:pt x="5" y="262"/>
                </a:lnTo>
                <a:lnTo>
                  <a:pt x="5" y="261"/>
                </a:lnTo>
                <a:lnTo>
                  <a:pt x="5" y="260"/>
                </a:lnTo>
                <a:lnTo>
                  <a:pt x="6" y="260"/>
                </a:lnTo>
                <a:lnTo>
                  <a:pt x="6" y="259"/>
                </a:lnTo>
                <a:lnTo>
                  <a:pt x="6" y="258"/>
                </a:lnTo>
                <a:lnTo>
                  <a:pt x="6" y="257"/>
                </a:lnTo>
                <a:lnTo>
                  <a:pt x="7" y="257"/>
                </a:lnTo>
                <a:lnTo>
                  <a:pt x="7" y="256"/>
                </a:lnTo>
                <a:lnTo>
                  <a:pt x="6" y="255"/>
                </a:lnTo>
                <a:lnTo>
                  <a:pt x="5" y="256"/>
                </a:lnTo>
                <a:lnTo>
                  <a:pt x="4" y="257"/>
                </a:lnTo>
                <a:lnTo>
                  <a:pt x="3" y="257"/>
                </a:lnTo>
                <a:lnTo>
                  <a:pt x="2" y="256"/>
                </a:lnTo>
                <a:lnTo>
                  <a:pt x="2" y="255"/>
                </a:lnTo>
                <a:lnTo>
                  <a:pt x="2" y="253"/>
                </a:lnTo>
                <a:lnTo>
                  <a:pt x="5" y="253"/>
                </a:lnTo>
                <a:lnTo>
                  <a:pt x="5" y="252"/>
                </a:lnTo>
                <a:lnTo>
                  <a:pt x="6" y="252"/>
                </a:lnTo>
                <a:lnTo>
                  <a:pt x="6" y="251"/>
                </a:lnTo>
                <a:lnTo>
                  <a:pt x="5" y="251"/>
                </a:lnTo>
                <a:lnTo>
                  <a:pt x="5" y="250"/>
                </a:lnTo>
                <a:lnTo>
                  <a:pt x="4" y="250"/>
                </a:lnTo>
                <a:lnTo>
                  <a:pt x="4" y="249"/>
                </a:lnTo>
                <a:lnTo>
                  <a:pt x="4" y="247"/>
                </a:lnTo>
                <a:lnTo>
                  <a:pt x="4" y="246"/>
                </a:lnTo>
                <a:lnTo>
                  <a:pt x="3" y="246"/>
                </a:lnTo>
                <a:lnTo>
                  <a:pt x="3" y="244"/>
                </a:lnTo>
                <a:lnTo>
                  <a:pt x="3" y="243"/>
                </a:lnTo>
                <a:lnTo>
                  <a:pt x="4" y="243"/>
                </a:lnTo>
                <a:lnTo>
                  <a:pt x="3" y="243"/>
                </a:lnTo>
                <a:lnTo>
                  <a:pt x="3" y="242"/>
                </a:lnTo>
                <a:lnTo>
                  <a:pt x="3" y="241"/>
                </a:lnTo>
                <a:lnTo>
                  <a:pt x="2" y="240"/>
                </a:lnTo>
                <a:lnTo>
                  <a:pt x="2" y="238"/>
                </a:lnTo>
                <a:lnTo>
                  <a:pt x="2" y="237"/>
                </a:lnTo>
                <a:lnTo>
                  <a:pt x="2" y="236"/>
                </a:lnTo>
                <a:lnTo>
                  <a:pt x="3" y="235"/>
                </a:lnTo>
                <a:lnTo>
                  <a:pt x="3" y="234"/>
                </a:lnTo>
                <a:lnTo>
                  <a:pt x="3" y="233"/>
                </a:lnTo>
                <a:lnTo>
                  <a:pt x="4" y="232"/>
                </a:lnTo>
                <a:lnTo>
                  <a:pt x="4" y="231"/>
                </a:lnTo>
                <a:lnTo>
                  <a:pt x="5" y="230"/>
                </a:lnTo>
                <a:lnTo>
                  <a:pt x="5" y="229"/>
                </a:lnTo>
                <a:lnTo>
                  <a:pt x="6" y="229"/>
                </a:lnTo>
                <a:lnTo>
                  <a:pt x="4" y="229"/>
                </a:lnTo>
                <a:lnTo>
                  <a:pt x="4" y="228"/>
                </a:lnTo>
                <a:lnTo>
                  <a:pt x="4" y="227"/>
                </a:lnTo>
                <a:lnTo>
                  <a:pt x="4" y="226"/>
                </a:lnTo>
                <a:lnTo>
                  <a:pt x="4" y="224"/>
                </a:lnTo>
                <a:lnTo>
                  <a:pt x="4" y="222"/>
                </a:lnTo>
                <a:lnTo>
                  <a:pt x="5" y="222"/>
                </a:lnTo>
                <a:lnTo>
                  <a:pt x="7" y="221"/>
                </a:lnTo>
                <a:lnTo>
                  <a:pt x="7" y="220"/>
                </a:lnTo>
                <a:lnTo>
                  <a:pt x="7" y="218"/>
                </a:lnTo>
                <a:lnTo>
                  <a:pt x="8" y="218"/>
                </a:lnTo>
                <a:lnTo>
                  <a:pt x="8" y="217"/>
                </a:lnTo>
                <a:lnTo>
                  <a:pt x="9" y="217"/>
                </a:lnTo>
                <a:lnTo>
                  <a:pt x="8" y="217"/>
                </a:lnTo>
                <a:lnTo>
                  <a:pt x="7" y="217"/>
                </a:lnTo>
                <a:lnTo>
                  <a:pt x="7" y="218"/>
                </a:lnTo>
                <a:lnTo>
                  <a:pt x="6" y="220"/>
                </a:lnTo>
                <a:lnTo>
                  <a:pt x="6" y="221"/>
                </a:lnTo>
                <a:lnTo>
                  <a:pt x="5" y="221"/>
                </a:lnTo>
                <a:lnTo>
                  <a:pt x="5" y="222"/>
                </a:lnTo>
                <a:lnTo>
                  <a:pt x="4" y="222"/>
                </a:lnTo>
                <a:lnTo>
                  <a:pt x="3" y="222"/>
                </a:lnTo>
                <a:lnTo>
                  <a:pt x="3" y="221"/>
                </a:lnTo>
                <a:lnTo>
                  <a:pt x="3" y="220"/>
                </a:lnTo>
                <a:lnTo>
                  <a:pt x="4" y="218"/>
                </a:lnTo>
                <a:lnTo>
                  <a:pt x="4" y="217"/>
                </a:lnTo>
                <a:lnTo>
                  <a:pt x="3" y="217"/>
                </a:lnTo>
                <a:lnTo>
                  <a:pt x="3" y="216"/>
                </a:lnTo>
                <a:lnTo>
                  <a:pt x="5" y="214"/>
                </a:lnTo>
                <a:lnTo>
                  <a:pt x="6" y="214"/>
                </a:lnTo>
                <a:lnTo>
                  <a:pt x="6" y="213"/>
                </a:lnTo>
                <a:lnTo>
                  <a:pt x="8" y="213"/>
                </a:lnTo>
                <a:lnTo>
                  <a:pt x="8" y="212"/>
                </a:lnTo>
                <a:lnTo>
                  <a:pt x="8" y="211"/>
                </a:lnTo>
                <a:lnTo>
                  <a:pt x="8" y="212"/>
                </a:lnTo>
                <a:lnTo>
                  <a:pt x="10" y="212"/>
                </a:lnTo>
                <a:lnTo>
                  <a:pt x="10" y="213"/>
                </a:lnTo>
                <a:lnTo>
                  <a:pt x="11" y="212"/>
                </a:lnTo>
                <a:lnTo>
                  <a:pt x="11" y="211"/>
                </a:lnTo>
                <a:lnTo>
                  <a:pt x="12" y="211"/>
                </a:lnTo>
                <a:lnTo>
                  <a:pt x="12" y="210"/>
                </a:lnTo>
                <a:lnTo>
                  <a:pt x="13" y="210"/>
                </a:lnTo>
                <a:lnTo>
                  <a:pt x="12" y="209"/>
                </a:lnTo>
                <a:lnTo>
                  <a:pt x="11" y="209"/>
                </a:lnTo>
                <a:lnTo>
                  <a:pt x="11" y="208"/>
                </a:lnTo>
                <a:lnTo>
                  <a:pt x="11" y="207"/>
                </a:lnTo>
                <a:lnTo>
                  <a:pt x="11" y="208"/>
                </a:lnTo>
                <a:lnTo>
                  <a:pt x="12" y="208"/>
                </a:lnTo>
                <a:lnTo>
                  <a:pt x="12" y="207"/>
                </a:lnTo>
                <a:lnTo>
                  <a:pt x="12" y="206"/>
                </a:lnTo>
                <a:lnTo>
                  <a:pt x="13" y="207"/>
                </a:lnTo>
                <a:lnTo>
                  <a:pt x="13" y="206"/>
                </a:lnTo>
                <a:lnTo>
                  <a:pt x="14" y="206"/>
                </a:lnTo>
                <a:lnTo>
                  <a:pt x="15" y="205"/>
                </a:lnTo>
                <a:lnTo>
                  <a:pt x="15" y="204"/>
                </a:lnTo>
                <a:lnTo>
                  <a:pt x="15" y="203"/>
                </a:lnTo>
                <a:lnTo>
                  <a:pt x="15" y="202"/>
                </a:lnTo>
                <a:lnTo>
                  <a:pt x="16" y="201"/>
                </a:lnTo>
                <a:lnTo>
                  <a:pt x="16" y="200"/>
                </a:lnTo>
                <a:lnTo>
                  <a:pt x="16" y="199"/>
                </a:lnTo>
                <a:lnTo>
                  <a:pt x="17" y="199"/>
                </a:lnTo>
                <a:lnTo>
                  <a:pt x="17" y="198"/>
                </a:lnTo>
                <a:lnTo>
                  <a:pt x="17" y="197"/>
                </a:lnTo>
                <a:lnTo>
                  <a:pt x="15" y="197"/>
                </a:lnTo>
                <a:lnTo>
                  <a:pt x="15" y="196"/>
                </a:lnTo>
                <a:lnTo>
                  <a:pt x="17" y="193"/>
                </a:lnTo>
                <a:lnTo>
                  <a:pt x="17" y="192"/>
                </a:lnTo>
                <a:lnTo>
                  <a:pt x="17" y="191"/>
                </a:lnTo>
                <a:lnTo>
                  <a:pt x="17" y="190"/>
                </a:lnTo>
                <a:lnTo>
                  <a:pt x="18" y="190"/>
                </a:lnTo>
                <a:lnTo>
                  <a:pt x="19" y="189"/>
                </a:lnTo>
                <a:lnTo>
                  <a:pt x="19" y="188"/>
                </a:lnTo>
                <a:lnTo>
                  <a:pt x="20" y="187"/>
                </a:lnTo>
                <a:lnTo>
                  <a:pt x="20" y="186"/>
                </a:lnTo>
                <a:lnTo>
                  <a:pt x="20" y="185"/>
                </a:lnTo>
                <a:lnTo>
                  <a:pt x="21" y="184"/>
                </a:lnTo>
                <a:lnTo>
                  <a:pt x="21" y="183"/>
                </a:lnTo>
                <a:lnTo>
                  <a:pt x="22" y="182"/>
                </a:lnTo>
                <a:lnTo>
                  <a:pt x="24" y="181"/>
                </a:lnTo>
                <a:lnTo>
                  <a:pt x="24" y="180"/>
                </a:lnTo>
                <a:lnTo>
                  <a:pt x="25" y="180"/>
                </a:lnTo>
                <a:lnTo>
                  <a:pt x="25" y="179"/>
                </a:lnTo>
                <a:lnTo>
                  <a:pt x="25" y="178"/>
                </a:lnTo>
                <a:lnTo>
                  <a:pt x="26" y="178"/>
                </a:lnTo>
                <a:lnTo>
                  <a:pt x="26" y="177"/>
                </a:lnTo>
                <a:lnTo>
                  <a:pt x="26" y="176"/>
                </a:lnTo>
                <a:lnTo>
                  <a:pt x="27" y="176"/>
                </a:lnTo>
                <a:lnTo>
                  <a:pt x="28" y="175"/>
                </a:lnTo>
                <a:lnTo>
                  <a:pt x="27" y="175"/>
                </a:lnTo>
                <a:lnTo>
                  <a:pt x="27" y="174"/>
                </a:lnTo>
                <a:lnTo>
                  <a:pt x="27" y="172"/>
                </a:lnTo>
                <a:lnTo>
                  <a:pt x="27" y="171"/>
                </a:lnTo>
                <a:lnTo>
                  <a:pt x="28" y="171"/>
                </a:lnTo>
                <a:lnTo>
                  <a:pt x="27" y="171"/>
                </a:lnTo>
                <a:lnTo>
                  <a:pt x="26" y="171"/>
                </a:lnTo>
                <a:lnTo>
                  <a:pt x="25" y="171"/>
                </a:lnTo>
                <a:lnTo>
                  <a:pt x="25" y="172"/>
                </a:lnTo>
                <a:lnTo>
                  <a:pt x="25" y="174"/>
                </a:lnTo>
                <a:lnTo>
                  <a:pt x="24" y="174"/>
                </a:lnTo>
                <a:lnTo>
                  <a:pt x="24" y="175"/>
                </a:lnTo>
                <a:lnTo>
                  <a:pt x="23" y="175"/>
                </a:lnTo>
                <a:lnTo>
                  <a:pt x="23" y="176"/>
                </a:lnTo>
                <a:lnTo>
                  <a:pt x="22" y="176"/>
                </a:lnTo>
                <a:lnTo>
                  <a:pt x="21" y="176"/>
                </a:lnTo>
                <a:lnTo>
                  <a:pt x="21" y="175"/>
                </a:lnTo>
                <a:lnTo>
                  <a:pt x="23" y="171"/>
                </a:lnTo>
                <a:lnTo>
                  <a:pt x="24" y="171"/>
                </a:lnTo>
                <a:lnTo>
                  <a:pt x="25" y="171"/>
                </a:lnTo>
                <a:lnTo>
                  <a:pt x="25" y="170"/>
                </a:lnTo>
                <a:lnTo>
                  <a:pt x="25" y="169"/>
                </a:lnTo>
                <a:lnTo>
                  <a:pt x="25" y="168"/>
                </a:lnTo>
                <a:lnTo>
                  <a:pt x="26" y="167"/>
                </a:lnTo>
                <a:lnTo>
                  <a:pt x="26" y="166"/>
                </a:lnTo>
                <a:lnTo>
                  <a:pt x="27" y="166"/>
                </a:lnTo>
                <a:lnTo>
                  <a:pt x="29" y="166"/>
                </a:lnTo>
                <a:lnTo>
                  <a:pt x="30" y="166"/>
                </a:lnTo>
                <a:lnTo>
                  <a:pt x="30" y="165"/>
                </a:lnTo>
                <a:lnTo>
                  <a:pt x="29" y="165"/>
                </a:lnTo>
                <a:lnTo>
                  <a:pt x="29" y="164"/>
                </a:lnTo>
                <a:lnTo>
                  <a:pt x="30" y="164"/>
                </a:lnTo>
                <a:lnTo>
                  <a:pt x="30" y="163"/>
                </a:lnTo>
                <a:lnTo>
                  <a:pt x="31" y="163"/>
                </a:lnTo>
                <a:lnTo>
                  <a:pt x="31" y="162"/>
                </a:lnTo>
                <a:lnTo>
                  <a:pt x="31" y="161"/>
                </a:lnTo>
                <a:lnTo>
                  <a:pt x="32" y="160"/>
                </a:lnTo>
                <a:lnTo>
                  <a:pt x="31" y="159"/>
                </a:lnTo>
                <a:lnTo>
                  <a:pt x="30" y="159"/>
                </a:lnTo>
                <a:lnTo>
                  <a:pt x="29" y="159"/>
                </a:lnTo>
                <a:lnTo>
                  <a:pt x="29" y="158"/>
                </a:lnTo>
                <a:lnTo>
                  <a:pt x="29" y="157"/>
                </a:lnTo>
                <a:lnTo>
                  <a:pt x="30" y="157"/>
                </a:lnTo>
                <a:lnTo>
                  <a:pt x="30" y="156"/>
                </a:lnTo>
                <a:lnTo>
                  <a:pt x="31" y="153"/>
                </a:lnTo>
                <a:lnTo>
                  <a:pt x="31" y="151"/>
                </a:lnTo>
                <a:lnTo>
                  <a:pt x="32" y="152"/>
                </a:lnTo>
                <a:lnTo>
                  <a:pt x="32" y="151"/>
                </a:lnTo>
                <a:lnTo>
                  <a:pt x="32" y="150"/>
                </a:lnTo>
                <a:lnTo>
                  <a:pt x="32" y="149"/>
                </a:lnTo>
                <a:lnTo>
                  <a:pt x="33" y="149"/>
                </a:lnTo>
                <a:lnTo>
                  <a:pt x="32" y="151"/>
                </a:lnTo>
                <a:lnTo>
                  <a:pt x="32" y="152"/>
                </a:lnTo>
                <a:lnTo>
                  <a:pt x="32" y="153"/>
                </a:lnTo>
                <a:lnTo>
                  <a:pt x="32" y="154"/>
                </a:lnTo>
                <a:lnTo>
                  <a:pt x="31" y="154"/>
                </a:lnTo>
                <a:lnTo>
                  <a:pt x="30" y="156"/>
                </a:lnTo>
                <a:lnTo>
                  <a:pt x="30" y="158"/>
                </a:lnTo>
                <a:lnTo>
                  <a:pt x="31" y="158"/>
                </a:lnTo>
                <a:lnTo>
                  <a:pt x="31" y="157"/>
                </a:lnTo>
                <a:lnTo>
                  <a:pt x="31" y="156"/>
                </a:lnTo>
                <a:lnTo>
                  <a:pt x="31" y="155"/>
                </a:lnTo>
                <a:lnTo>
                  <a:pt x="32" y="155"/>
                </a:lnTo>
                <a:lnTo>
                  <a:pt x="33" y="156"/>
                </a:lnTo>
                <a:lnTo>
                  <a:pt x="32" y="155"/>
                </a:lnTo>
                <a:lnTo>
                  <a:pt x="33" y="153"/>
                </a:lnTo>
                <a:lnTo>
                  <a:pt x="34" y="150"/>
                </a:lnTo>
                <a:lnTo>
                  <a:pt x="34" y="151"/>
                </a:lnTo>
                <a:lnTo>
                  <a:pt x="34" y="152"/>
                </a:lnTo>
                <a:lnTo>
                  <a:pt x="34" y="151"/>
                </a:lnTo>
                <a:lnTo>
                  <a:pt x="35" y="151"/>
                </a:lnTo>
                <a:lnTo>
                  <a:pt x="35" y="150"/>
                </a:lnTo>
                <a:lnTo>
                  <a:pt x="34" y="150"/>
                </a:lnTo>
                <a:lnTo>
                  <a:pt x="34" y="149"/>
                </a:lnTo>
                <a:lnTo>
                  <a:pt x="35" y="149"/>
                </a:lnTo>
                <a:lnTo>
                  <a:pt x="35" y="148"/>
                </a:lnTo>
                <a:lnTo>
                  <a:pt x="34" y="149"/>
                </a:lnTo>
                <a:lnTo>
                  <a:pt x="33" y="149"/>
                </a:lnTo>
                <a:lnTo>
                  <a:pt x="33" y="148"/>
                </a:lnTo>
                <a:lnTo>
                  <a:pt x="33" y="147"/>
                </a:lnTo>
                <a:lnTo>
                  <a:pt x="34" y="147"/>
                </a:lnTo>
                <a:lnTo>
                  <a:pt x="34" y="146"/>
                </a:lnTo>
                <a:lnTo>
                  <a:pt x="34" y="145"/>
                </a:lnTo>
                <a:lnTo>
                  <a:pt x="35" y="146"/>
                </a:lnTo>
                <a:lnTo>
                  <a:pt x="36" y="146"/>
                </a:lnTo>
                <a:lnTo>
                  <a:pt x="37" y="146"/>
                </a:lnTo>
                <a:lnTo>
                  <a:pt x="37" y="143"/>
                </a:lnTo>
                <a:lnTo>
                  <a:pt x="36" y="143"/>
                </a:lnTo>
                <a:lnTo>
                  <a:pt x="37" y="142"/>
                </a:lnTo>
                <a:lnTo>
                  <a:pt x="37" y="141"/>
                </a:lnTo>
                <a:lnTo>
                  <a:pt x="37" y="140"/>
                </a:lnTo>
                <a:lnTo>
                  <a:pt x="38" y="140"/>
                </a:lnTo>
                <a:lnTo>
                  <a:pt x="38" y="139"/>
                </a:lnTo>
                <a:lnTo>
                  <a:pt x="39" y="138"/>
                </a:lnTo>
                <a:lnTo>
                  <a:pt x="39" y="137"/>
                </a:lnTo>
                <a:lnTo>
                  <a:pt x="39" y="136"/>
                </a:lnTo>
                <a:lnTo>
                  <a:pt x="39" y="135"/>
                </a:lnTo>
                <a:lnTo>
                  <a:pt x="40" y="134"/>
                </a:lnTo>
                <a:lnTo>
                  <a:pt x="40" y="133"/>
                </a:lnTo>
                <a:lnTo>
                  <a:pt x="41" y="132"/>
                </a:lnTo>
                <a:lnTo>
                  <a:pt x="41" y="131"/>
                </a:lnTo>
                <a:lnTo>
                  <a:pt x="42" y="130"/>
                </a:lnTo>
                <a:lnTo>
                  <a:pt x="42" y="129"/>
                </a:lnTo>
                <a:lnTo>
                  <a:pt x="42" y="128"/>
                </a:lnTo>
                <a:lnTo>
                  <a:pt x="43" y="127"/>
                </a:lnTo>
                <a:lnTo>
                  <a:pt x="44" y="127"/>
                </a:lnTo>
                <a:lnTo>
                  <a:pt x="45" y="125"/>
                </a:lnTo>
                <a:lnTo>
                  <a:pt x="45" y="124"/>
                </a:lnTo>
                <a:lnTo>
                  <a:pt x="46" y="121"/>
                </a:lnTo>
                <a:lnTo>
                  <a:pt x="47" y="120"/>
                </a:lnTo>
                <a:lnTo>
                  <a:pt x="47" y="119"/>
                </a:lnTo>
                <a:lnTo>
                  <a:pt x="48" y="116"/>
                </a:lnTo>
                <a:lnTo>
                  <a:pt x="48" y="115"/>
                </a:lnTo>
                <a:lnTo>
                  <a:pt x="49" y="114"/>
                </a:lnTo>
                <a:lnTo>
                  <a:pt x="49" y="113"/>
                </a:lnTo>
                <a:lnTo>
                  <a:pt x="49" y="112"/>
                </a:lnTo>
                <a:lnTo>
                  <a:pt x="49" y="111"/>
                </a:lnTo>
                <a:lnTo>
                  <a:pt x="49" y="110"/>
                </a:lnTo>
                <a:lnTo>
                  <a:pt x="50" y="110"/>
                </a:lnTo>
                <a:lnTo>
                  <a:pt x="50" y="109"/>
                </a:lnTo>
                <a:lnTo>
                  <a:pt x="50" y="108"/>
                </a:lnTo>
                <a:lnTo>
                  <a:pt x="50" y="107"/>
                </a:lnTo>
                <a:lnTo>
                  <a:pt x="50" y="106"/>
                </a:lnTo>
                <a:lnTo>
                  <a:pt x="50" y="105"/>
                </a:lnTo>
                <a:lnTo>
                  <a:pt x="51" y="105"/>
                </a:lnTo>
                <a:lnTo>
                  <a:pt x="51" y="104"/>
                </a:lnTo>
                <a:lnTo>
                  <a:pt x="52" y="104"/>
                </a:lnTo>
                <a:lnTo>
                  <a:pt x="54" y="103"/>
                </a:lnTo>
                <a:lnTo>
                  <a:pt x="55" y="103"/>
                </a:lnTo>
                <a:lnTo>
                  <a:pt x="56" y="103"/>
                </a:lnTo>
                <a:lnTo>
                  <a:pt x="56" y="104"/>
                </a:lnTo>
                <a:lnTo>
                  <a:pt x="56" y="103"/>
                </a:lnTo>
                <a:lnTo>
                  <a:pt x="55" y="102"/>
                </a:lnTo>
                <a:lnTo>
                  <a:pt x="54" y="102"/>
                </a:lnTo>
                <a:lnTo>
                  <a:pt x="54" y="101"/>
                </a:lnTo>
                <a:lnTo>
                  <a:pt x="55" y="101"/>
                </a:lnTo>
                <a:lnTo>
                  <a:pt x="55" y="99"/>
                </a:lnTo>
                <a:lnTo>
                  <a:pt x="56" y="97"/>
                </a:lnTo>
                <a:lnTo>
                  <a:pt x="57" y="96"/>
                </a:lnTo>
                <a:lnTo>
                  <a:pt x="58" y="96"/>
                </a:lnTo>
                <a:lnTo>
                  <a:pt x="59" y="96"/>
                </a:lnTo>
                <a:lnTo>
                  <a:pt x="60" y="95"/>
                </a:lnTo>
                <a:lnTo>
                  <a:pt x="61" y="95"/>
                </a:lnTo>
                <a:lnTo>
                  <a:pt x="61" y="94"/>
                </a:lnTo>
                <a:lnTo>
                  <a:pt x="62" y="94"/>
                </a:lnTo>
                <a:lnTo>
                  <a:pt x="62" y="93"/>
                </a:lnTo>
                <a:lnTo>
                  <a:pt x="63" y="93"/>
                </a:lnTo>
                <a:lnTo>
                  <a:pt x="63" y="92"/>
                </a:lnTo>
                <a:lnTo>
                  <a:pt x="64" y="92"/>
                </a:lnTo>
                <a:lnTo>
                  <a:pt x="65" y="90"/>
                </a:lnTo>
                <a:lnTo>
                  <a:pt x="65" y="89"/>
                </a:lnTo>
                <a:lnTo>
                  <a:pt x="65" y="87"/>
                </a:lnTo>
                <a:lnTo>
                  <a:pt x="66" y="86"/>
                </a:lnTo>
                <a:lnTo>
                  <a:pt x="66" y="85"/>
                </a:lnTo>
                <a:lnTo>
                  <a:pt x="67" y="84"/>
                </a:lnTo>
                <a:lnTo>
                  <a:pt x="68" y="84"/>
                </a:lnTo>
                <a:lnTo>
                  <a:pt x="69" y="84"/>
                </a:lnTo>
                <a:lnTo>
                  <a:pt x="69" y="83"/>
                </a:lnTo>
                <a:lnTo>
                  <a:pt x="69" y="82"/>
                </a:lnTo>
                <a:lnTo>
                  <a:pt x="69" y="80"/>
                </a:lnTo>
                <a:lnTo>
                  <a:pt x="70" y="80"/>
                </a:lnTo>
                <a:lnTo>
                  <a:pt x="70" y="78"/>
                </a:lnTo>
                <a:lnTo>
                  <a:pt x="69" y="76"/>
                </a:lnTo>
                <a:lnTo>
                  <a:pt x="69" y="75"/>
                </a:lnTo>
                <a:lnTo>
                  <a:pt x="69" y="74"/>
                </a:lnTo>
                <a:lnTo>
                  <a:pt x="68" y="74"/>
                </a:lnTo>
                <a:lnTo>
                  <a:pt x="68" y="73"/>
                </a:lnTo>
                <a:lnTo>
                  <a:pt x="68" y="72"/>
                </a:lnTo>
                <a:lnTo>
                  <a:pt x="68" y="71"/>
                </a:lnTo>
                <a:lnTo>
                  <a:pt x="69" y="70"/>
                </a:lnTo>
                <a:lnTo>
                  <a:pt x="69" y="69"/>
                </a:lnTo>
                <a:lnTo>
                  <a:pt x="70" y="69"/>
                </a:lnTo>
                <a:lnTo>
                  <a:pt x="70" y="70"/>
                </a:lnTo>
                <a:lnTo>
                  <a:pt x="71" y="70"/>
                </a:lnTo>
                <a:lnTo>
                  <a:pt x="71" y="69"/>
                </a:lnTo>
                <a:lnTo>
                  <a:pt x="71" y="68"/>
                </a:lnTo>
                <a:lnTo>
                  <a:pt x="70" y="68"/>
                </a:lnTo>
                <a:lnTo>
                  <a:pt x="70" y="67"/>
                </a:lnTo>
                <a:lnTo>
                  <a:pt x="71" y="67"/>
                </a:lnTo>
                <a:lnTo>
                  <a:pt x="71" y="66"/>
                </a:lnTo>
                <a:lnTo>
                  <a:pt x="71" y="65"/>
                </a:lnTo>
                <a:lnTo>
                  <a:pt x="72" y="65"/>
                </a:lnTo>
                <a:lnTo>
                  <a:pt x="72" y="64"/>
                </a:lnTo>
                <a:lnTo>
                  <a:pt x="72" y="63"/>
                </a:lnTo>
                <a:lnTo>
                  <a:pt x="72" y="62"/>
                </a:lnTo>
                <a:lnTo>
                  <a:pt x="73" y="62"/>
                </a:lnTo>
                <a:lnTo>
                  <a:pt x="73" y="61"/>
                </a:lnTo>
                <a:lnTo>
                  <a:pt x="73" y="60"/>
                </a:lnTo>
                <a:lnTo>
                  <a:pt x="73" y="59"/>
                </a:lnTo>
                <a:lnTo>
                  <a:pt x="73" y="58"/>
                </a:lnTo>
                <a:lnTo>
                  <a:pt x="74" y="57"/>
                </a:lnTo>
                <a:lnTo>
                  <a:pt x="75" y="57"/>
                </a:lnTo>
                <a:lnTo>
                  <a:pt x="75" y="56"/>
                </a:lnTo>
                <a:lnTo>
                  <a:pt x="75" y="55"/>
                </a:lnTo>
                <a:lnTo>
                  <a:pt x="76" y="54"/>
                </a:lnTo>
                <a:lnTo>
                  <a:pt x="76" y="53"/>
                </a:lnTo>
                <a:lnTo>
                  <a:pt x="77" y="52"/>
                </a:lnTo>
                <a:lnTo>
                  <a:pt x="77" y="51"/>
                </a:lnTo>
                <a:lnTo>
                  <a:pt x="77" y="50"/>
                </a:lnTo>
                <a:lnTo>
                  <a:pt x="77" y="48"/>
                </a:lnTo>
                <a:lnTo>
                  <a:pt x="78" y="47"/>
                </a:lnTo>
                <a:lnTo>
                  <a:pt x="78" y="46"/>
                </a:lnTo>
                <a:lnTo>
                  <a:pt x="79" y="46"/>
                </a:lnTo>
                <a:lnTo>
                  <a:pt x="79" y="45"/>
                </a:lnTo>
                <a:lnTo>
                  <a:pt x="80" y="43"/>
                </a:lnTo>
                <a:lnTo>
                  <a:pt x="81" y="42"/>
                </a:lnTo>
                <a:lnTo>
                  <a:pt x="82" y="42"/>
                </a:lnTo>
                <a:lnTo>
                  <a:pt x="82" y="41"/>
                </a:lnTo>
                <a:lnTo>
                  <a:pt x="84" y="40"/>
                </a:lnTo>
                <a:lnTo>
                  <a:pt x="84" y="39"/>
                </a:lnTo>
                <a:lnTo>
                  <a:pt x="85" y="39"/>
                </a:lnTo>
                <a:lnTo>
                  <a:pt x="85" y="38"/>
                </a:lnTo>
                <a:lnTo>
                  <a:pt x="87" y="37"/>
                </a:lnTo>
                <a:lnTo>
                  <a:pt x="88" y="37"/>
                </a:lnTo>
                <a:lnTo>
                  <a:pt x="89" y="36"/>
                </a:lnTo>
                <a:lnTo>
                  <a:pt x="90" y="36"/>
                </a:lnTo>
                <a:lnTo>
                  <a:pt x="91" y="36"/>
                </a:lnTo>
                <a:lnTo>
                  <a:pt x="92" y="35"/>
                </a:lnTo>
                <a:lnTo>
                  <a:pt x="93" y="35"/>
                </a:lnTo>
                <a:lnTo>
                  <a:pt x="94" y="33"/>
                </a:lnTo>
                <a:lnTo>
                  <a:pt x="95" y="33"/>
                </a:lnTo>
                <a:lnTo>
                  <a:pt x="96" y="32"/>
                </a:lnTo>
                <a:lnTo>
                  <a:pt x="97" y="32"/>
                </a:lnTo>
                <a:lnTo>
                  <a:pt x="97" y="31"/>
                </a:lnTo>
                <a:lnTo>
                  <a:pt x="98" y="31"/>
                </a:lnTo>
                <a:lnTo>
                  <a:pt x="98" y="30"/>
                </a:lnTo>
                <a:lnTo>
                  <a:pt x="99" y="30"/>
                </a:lnTo>
                <a:lnTo>
                  <a:pt x="100" y="30"/>
                </a:lnTo>
                <a:lnTo>
                  <a:pt x="100" y="29"/>
                </a:lnTo>
                <a:lnTo>
                  <a:pt x="101" y="29"/>
                </a:lnTo>
                <a:lnTo>
                  <a:pt x="102" y="28"/>
                </a:lnTo>
                <a:lnTo>
                  <a:pt x="103" y="28"/>
                </a:lnTo>
                <a:lnTo>
                  <a:pt x="103" y="29"/>
                </a:lnTo>
                <a:lnTo>
                  <a:pt x="105" y="29"/>
                </a:lnTo>
                <a:lnTo>
                  <a:pt x="105" y="28"/>
                </a:lnTo>
                <a:lnTo>
                  <a:pt x="106" y="28"/>
                </a:lnTo>
                <a:lnTo>
                  <a:pt x="107" y="27"/>
                </a:lnTo>
                <a:lnTo>
                  <a:pt x="108" y="27"/>
                </a:lnTo>
                <a:lnTo>
                  <a:pt x="109" y="27"/>
                </a:lnTo>
                <a:lnTo>
                  <a:pt x="110" y="27"/>
                </a:lnTo>
                <a:lnTo>
                  <a:pt x="111" y="27"/>
                </a:lnTo>
                <a:lnTo>
                  <a:pt x="111" y="26"/>
                </a:lnTo>
                <a:lnTo>
                  <a:pt x="112" y="26"/>
                </a:lnTo>
                <a:lnTo>
                  <a:pt x="113" y="25"/>
                </a:lnTo>
                <a:lnTo>
                  <a:pt x="114" y="24"/>
                </a:lnTo>
                <a:lnTo>
                  <a:pt x="115" y="24"/>
                </a:lnTo>
                <a:lnTo>
                  <a:pt x="117" y="23"/>
                </a:lnTo>
                <a:lnTo>
                  <a:pt x="117" y="22"/>
                </a:lnTo>
                <a:lnTo>
                  <a:pt x="116" y="22"/>
                </a:lnTo>
                <a:lnTo>
                  <a:pt x="117" y="21"/>
                </a:lnTo>
                <a:lnTo>
                  <a:pt x="118" y="21"/>
                </a:lnTo>
                <a:lnTo>
                  <a:pt x="118" y="20"/>
                </a:lnTo>
                <a:lnTo>
                  <a:pt x="119" y="19"/>
                </a:lnTo>
                <a:lnTo>
                  <a:pt x="120" y="20"/>
                </a:lnTo>
                <a:lnTo>
                  <a:pt x="121" y="20"/>
                </a:lnTo>
                <a:lnTo>
                  <a:pt x="122" y="20"/>
                </a:lnTo>
                <a:lnTo>
                  <a:pt x="122" y="21"/>
                </a:lnTo>
                <a:lnTo>
                  <a:pt x="123" y="22"/>
                </a:lnTo>
                <a:lnTo>
                  <a:pt x="124" y="22"/>
                </a:lnTo>
                <a:lnTo>
                  <a:pt x="124" y="23"/>
                </a:lnTo>
                <a:lnTo>
                  <a:pt x="124" y="24"/>
                </a:lnTo>
                <a:lnTo>
                  <a:pt x="125" y="25"/>
                </a:lnTo>
                <a:lnTo>
                  <a:pt x="125" y="24"/>
                </a:lnTo>
                <a:lnTo>
                  <a:pt x="125" y="23"/>
                </a:lnTo>
                <a:lnTo>
                  <a:pt x="124" y="22"/>
                </a:lnTo>
                <a:lnTo>
                  <a:pt x="124" y="21"/>
                </a:lnTo>
                <a:lnTo>
                  <a:pt x="123" y="20"/>
                </a:lnTo>
                <a:lnTo>
                  <a:pt x="123" y="19"/>
                </a:lnTo>
                <a:lnTo>
                  <a:pt x="122" y="19"/>
                </a:lnTo>
                <a:lnTo>
                  <a:pt x="121" y="19"/>
                </a:lnTo>
                <a:lnTo>
                  <a:pt x="121" y="18"/>
                </a:lnTo>
                <a:lnTo>
                  <a:pt x="120" y="18"/>
                </a:lnTo>
                <a:lnTo>
                  <a:pt x="119" y="18"/>
                </a:lnTo>
                <a:lnTo>
                  <a:pt x="118" y="18"/>
                </a:lnTo>
                <a:lnTo>
                  <a:pt x="118" y="17"/>
                </a:lnTo>
                <a:lnTo>
                  <a:pt x="119" y="17"/>
                </a:lnTo>
                <a:lnTo>
                  <a:pt x="119" y="16"/>
                </a:lnTo>
                <a:lnTo>
                  <a:pt x="119" y="15"/>
                </a:lnTo>
                <a:lnTo>
                  <a:pt x="120" y="14"/>
                </a:lnTo>
                <a:lnTo>
                  <a:pt x="120" y="13"/>
                </a:lnTo>
                <a:lnTo>
                  <a:pt x="121" y="13"/>
                </a:lnTo>
                <a:lnTo>
                  <a:pt x="121" y="11"/>
                </a:lnTo>
                <a:lnTo>
                  <a:pt x="121" y="10"/>
                </a:lnTo>
                <a:lnTo>
                  <a:pt x="121" y="9"/>
                </a:lnTo>
                <a:lnTo>
                  <a:pt x="122" y="9"/>
                </a:lnTo>
                <a:lnTo>
                  <a:pt x="122" y="8"/>
                </a:lnTo>
                <a:lnTo>
                  <a:pt x="123" y="8"/>
                </a:lnTo>
                <a:lnTo>
                  <a:pt x="124" y="8"/>
                </a:lnTo>
                <a:lnTo>
                  <a:pt x="124" y="7"/>
                </a:lnTo>
                <a:lnTo>
                  <a:pt x="124" y="6"/>
                </a:lnTo>
                <a:lnTo>
                  <a:pt x="125" y="5"/>
                </a:lnTo>
                <a:lnTo>
                  <a:pt x="126" y="4"/>
                </a:lnTo>
                <a:lnTo>
                  <a:pt x="127" y="4"/>
                </a:lnTo>
                <a:lnTo>
                  <a:pt x="128" y="3"/>
                </a:lnTo>
                <a:lnTo>
                  <a:pt x="127" y="3"/>
                </a:lnTo>
                <a:lnTo>
                  <a:pt x="127" y="2"/>
                </a:lnTo>
                <a:lnTo>
                  <a:pt x="128" y="2"/>
                </a:lnTo>
                <a:lnTo>
                  <a:pt x="128" y="3"/>
                </a:lnTo>
                <a:lnTo>
                  <a:pt x="129" y="3"/>
                </a:lnTo>
                <a:lnTo>
                  <a:pt x="130" y="2"/>
                </a:lnTo>
                <a:lnTo>
                  <a:pt x="130" y="1"/>
                </a:lnTo>
                <a:lnTo>
                  <a:pt x="131" y="1"/>
                </a:lnTo>
                <a:lnTo>
                  <a:pt x="132" y="1"/>
                </a:lnTo>
                <a:lnTo>
                  <a:pt x="134" y="1"/>
                </a:lnTo>
                <a:close/>
              </a:path>
            </a:pathLst>
          </a:custGeom>
          <a:solidFill>
            <a:srgbClr val="C2C2BF"/>
          </a:solidFill>
          <a:ln w="2520">
            <a:solidFill>
              <a:srgbClr val="FFFFFF"/>
            </a:solidFill>
            <a:round/>
          </a:ln>
        </p:spPr>
        <p:txBody>
          <a:bodyPr lIns="1080" tIns="1080" rIns="1080" bIns="108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34" name=""/>
          <p:cNvSpPr/>
          <p:nvPr/>
        </p:nvSpPr>
        <p:spPr>
          <a:xfrm>
            <a:off x="5141880" y="1716840"/>
            <a:ext cx="1080" cy="1440"/>
          </a:xfrm>
          <a:custGeom>
            <a:avLst/>
            <a:gdLst/>
            <a:ahLst/>
            <a:rect l="0" t="0" r="r" b="b"/>
            <a:pathLst>
              <a:path w="3" h="4">
                <a:moveTo>
                  <a:pt x="3" y="2"/>
                </a:moveTo>
                <a:lnTo>
                  <a:pt x="3" y="4"/>
                </a:lnTo>
                <a:lnTo>
                  <a:pt x="1" y="4"/>
                </a:lnTo>
                <a:lnTo>
                  <a:pt x="0" y="2"/>
                </a:lnTo>
                <a:lnTo>
                  <a:pt x="0" y="0"/>
                </a:lnTo>
                <a:lnTo>
                  <a:pt x="0" y="2"/>
                </a:lnTo>
                <a:lnTo>
                  <a:pt x="1" y="2"/>
                </a:lnTo>
                <a:lnTo>
                  <a:pt x="3" y="2"/>
                </a:lnTo>
                <a:close/>
              </a:path>
            </a:pathLst>
          </a:custGeom>
          <a:solidFill>
            <a:srgbClr val="C2C2BF"/>
          </a:solidFill>
          <a:ln w="2520">
            <a:solidFill>
              <a:srgbClr val="FFFFFF"/>
            </a:solidFill>
            <a:round/>
          </a:ln>
        </p:spPr>
        <p:txBody>
          <a:bodyPr lIns="1080" tIns="360" rIns="1080" bIns="3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35" name=""/>
          <p:cNvSpPr/>
          <p:nvPr/>
        </p:nvSpPr>
        <p:spPr>
          <a:xfrm>
            <a:off x="5145840" y="1704600"/>
            <a:ext cx="2520" cy="1800"/>
          </a:xfrm>
          <a:custGeom>
            <a:avLst/>
            <a:gdLst/>
            <a:ahLst/>
            <a:rect l="0" t="0" r="r" b="b"/>
            <a:pathLst>
              <a:path w="7" h="5">
                <a:moveTo>
                  <a:pt x="0" y="5"/>
                </a:moveTo>
                <a:lnTo>
                  <a:pt x="1" y="1"/>
                </a:lnTo>
                <a:lnTo>
                  <a:pt x="2" y="1"/>
                </a:lnTo>
                <a:lnTo>
                  <a:pt x="3" y="1"/>
                </a:lnTo>
                <a:lnTo>
                  <a:pt x="5" y="0"/>
                </a:lnTo>
                <a:lnTo>
                  <a:pt x="6" y="0"/>
                </a:lnTo>
                <a:lnTo>
                  <a:pt x="7" y="0"/>
                </a:lnTo>
                <a:lnTo>
                  <a:pt x="7" y="1"/>
                </a:lnTo>
                <a:lnTo>
                  <a:pt x="6" y="2"/>
                </a:lnTo>
                <a:lnTo>
                  <a:pt x="6" y="4"/>
                </a:lnTo>
                <a:lnTo>
                  <a:pt x="5" y="4"/>
                </a:lnTo>
                <a:lnTo>
                  <a:pt x="5" y="5"/>
                </a:lnTo>
                <a:lnTo>
                  <a:pt x="3" y="5"/>
                </a:lnTo>
                <a:lnTo>
                  <a:pt x="0" y="5"/>
                </a:lnTo>
                <a:close/>
              </a:path>
            </a:pathLst>
          </a:custGeom>
          <a:solidFill>
            <a:srgbClr val="C2C2BF"/>
          </a:solidFill>
          <a:ln w="2520">
            <a:solidFill>
              <a:srgbClr val="FFFFFF"/>
            </a:solidFill>
            <a:round/>
          </a:ln>
        </p:spPr>
        <p:txBody>
          <a:bodyPr lIns="1080" tIns="720" rIns="1080" bIns="7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36" name=""/>
          <p:cNvSpPr/>
          <p:nvPr/>
        </p:nvSpPr>
        <p:spPr>
          <a:xfrm>
            <a:off x="5205600" y="1659240"/>
            <a:ext cx="1800" cy="1440"/>
          </a:xfrm>
          <a:custGeom>
            <a:avLst/>
            <a:gdLst/>
            <a:ahLst/>
            <a:rect l="0" t="0" r="r" b="b"/>
            <a:pathLst>
              <a:path w="5" h="4">
                <a:moveTo>
                  <a:pt x="1" y="4"/>
                </a:moveTo>
                <a:lnTo>
                  <a:pt x="0" y="4"/>
                </a:lnTo>
                <a:lnTo>
                  <a:pt x="0" y="2"/>
                </a:lnTo>
                <a:lnTo>
                  <a:pt x="1" y="2"/>
                </a:lnTo>
                <a:lnTo>
                  <a:pt x="1" y="0"/>
                </a:lnTo>
                <a:lnTo>
                  <a:pt x="3" y="0"/>
                </a:lnTo>
                <a:lnTo>
                  <a:pt x="4" y="0"/>
                </a:lnTo>
                <a:lnTo>
                  <a:pt x="4" y="2"/>
                </a:lnTo>
                <a:lnTo>
                  <a:pt x="5" y="4"/>
                </a:lnTo>
                <a:lnTo>
                  <a:pt x="4" y="4"/>
                </a:lnTo>
                <a:lnTo>
                  <a:pt x="3" y="4"/>
                </a:lnTo>
                <a:lnTo>
                  <a:pt x="1" y="4"/>
                </a:lnTo>
                <a:close/>
              </a:path>
            </a:pathLst>
          </a:custGeom>
          <a:solidFill>
            <a:srgbClr val="C2C2BF"/>
          </a:solidFill>
          <a:ln w="2520">
            <a:solidFill>
              <a:srgbClr val="FFFFFF"/>
            </a:solidFill>
            <a:round/>
          </a:ln>
        </p:spPr>
        <p:txBody>
          <a:bodyPr lIns="1080" tIns="360" rIns="1080" bIns="3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37" name=""/>
          <p:cNvSpPr/>
          <p:nvPr/>
        </p:nvSpPr>
        <p:spPr>
          <a:xfrm>
            <a:off x="5195880" y="1646280"/>
            <a:ext cx="1080" cy="1440"/>
          </a:xfrm>
          <a:custGeom>
            <a:avLst/>
            <a:gdLst/>
            <a:ahLst/>
            <a:rect l="0" t="0" r="r" b="b"/>
            <a:pathLst>
              <a:path w="3" h="4">
                <a:moveTo>
                  <a:pt x="0" y="2"/>
                </a:moveTo>
                <a:lnTo>
                  <a:pt x="0" y="0"/>
                </a:lnTo>
                <a:lnTo>
                  <a:pt x="1" y="0"/>
                </a:lnTo>
                <a:lnTo>
                  <a:pt x="3" y="2"/>
                </a:lnTo>
                <a:lnTo>
                  <a:pt x="0" y="4"/>
                </a:lnTo>
                <a:lnTo>
                  <a:pt x="0" y="2"/>
                </a:lnTo>
                <a:close/>
              </a:path>
            </a:pathLst>
          </a:custGeom>
          <a:solidFill>
            <a:srgbClr val="C2C2BF"/>
          </a:solidFill>
          <a:ln w="2520">
            <a:solidFill>
              <a:srgbClr val="FFFFFF"/>
            </a:solidFill>
            <a:round/>
          </a:ln>
        </p:spPr>
        <p:txBody>
          <a:bodyPr lIns="1080" tIns="360" rIns="1080" bIns="3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38" name=""/>
          <p:cNvSpPr/>
          <p:nvPr/>
        </p:nvSpPr>
        <p:spPr>
          <a:xfrm>
            <a:off x="5263200" y="1605600"/>
            <a:ext cx="1440" cy="1080"/>
          </a:xfrm>
          <a:custGeom>
            <a:avLst/>
            <a:gdLst/>
            <a:ahLst/>
            <a:rect l="0" t="0" r="r" b="b"/>
            <a:pathLst>
              <a:path w="4" h="3">
                <a:moveTo>
                  <a:pt x="4" y="2"/>
                </a:moveTo>
                <a:lnTo>
                  <a:pt x="3" y="2"/>
                </a:lnTo>
                <a:lnTo>
                  <a:pt x="2" y="2"/>
                </a:lnTo>
                <a:lnTo>
                  <a:pt x="2" y="3"/>
                </a:lnTo>
                <a:lnTo>
                  <a:pt x="0" y="3"/>
                </a:lnTo>
                <a:lnTo>
                  <a:pt x="0" y="2"/>
                </a:lnTo>
                <a:lnTo>
                  <a:pt x="0" y="0"/>
                </a:lnTo>
                <a:lnTo>
                  <a:pt x="2" y="0"/>
                </a:lnTo>
                <a:lnTo>
                  <a:pt x="4" y="0"/>
                </a:lnTo>
                <a:lnTo>
                  <a:pt x="4" y="2"/>
                </a:lnTo>
                <a:close/>
              </a:path>
            </a:pathLst>
          </a:custGeom>
          <a:solidFill>
            <a:srgbClr val="C2C2BF"/>
          </a:solidFill>
          <a:ln w="2520">
            <a:solidFill>
              <a:srgbClr val="FFFFFF"/>
            </a:solidFill>
            <a:round/>
          </a:ln>
        </p:spPr>
        <p:txBody>
          <a:bodyPr lIns="1080" tIns="0" rIns="108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39" name=""/>
          <p:cNvSpPr/>
          <p:nvPr/>
        </p:nvSpPr>
        <p:spPr>
          <a:xfrm>
            <a:off x="5268960" y="1596960"/>
            <a:ext cx="720" cy="720"/>
          </a:xfrm>
          <a:custGeom>
            <a:avLst/>
            <a:gdLst/>
            <a:ahLst/>
            <a:rect l="0" t="0" r="r" b="b"/>
            <a:pathLst>
              <a:path w="2" h="2">
                <a:moveTo>
                  <a:pt x="0" y="2"/>
                </a:moveTo>
                <a:lnTo>
                  <a:pt x="0" y="0"/>
                </a:lnTo>
                <a:lnTo>
                  <a:pt x="2" y="0"/>
                </a:lnTo>
                <a:lnTo>
                  <a:pt x="2" y="2"/>
                </a:lnTo>
                <a:lnTo>
                  <a:pt x="0" y="2"/>
                </a:lnTo>
                <a:close/>
              </a:path>
            </a:pathLst>
          </a:custGeom>
          <a:solidFill>
            <a:srgbClr val="C2C2BF"/>
          </a:solidFill>
          <a:ln w="2520">
            <a:solidFill>
              <a:srgbClr val="FFFFFF"/>
            </a:solidFill>
            <a:round/>
          </a:ln>
        </p:spPr>
        <p:txBody>
          <a:bodyPr lIns="1080" tIns="-360" rIns="1080" bIns="-3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40" name=""/>
          <p:cNvSpPr/>
          <p:nvPr/>
        </p:nvSpPr>
        <p:spPr>
          <a:xfrm>
            <a:off x="4909320" y="972000"/>
            <a:ext cx="46800" cy="80280"/>
          </a:xfrm>
          <a:custGeom>
            <a:avLst/>
            <a:gdLst/>
            <a:ahLst/>
            <a:rect l="0" t="0" r="r" b="b"/>
            <a:pathLst>
              <a:path w="130" h="223">
                <a:moveTo>
                  <a:pt x="53" y="0"/>
                </a:moveTo>
                <a:lnTo>
                  <a:pt x="54" y="0"/>
                </a:lnTo>
                <a:lnTo>
                  <a:pt x="55" y="1"/>
                </a:lnTo>
                <a:lnTo>
                  <a:pt x="56" y="1"/>
                </a:lnTo>
                <a:lnTo>
                  <a:pt x="57" y="2"/>
                </a:lnTo>
                <a:lnTo>
                  <a:pt x="58" y="2"/>
                </a:lnTo>
                <a:lnTo>
                  <a:pt x="59" y="2"/>
                </a:lnTo>
                <a:lnTo>
                  <a:pt x="60" y="2"/>
                </a:lnTo>
                <a:lnTo>
                  <a:pt x="61" y="2"/>
                </a:lnTo>
                <a:lnTo>
                  <a:pt x="62" y="1"/>
                </a:lnTo>
                <a:lnTo>
                  <a:pt x="63" y="2"/>
                </a:lnTo>
                <a:lnTo>
                  <a:pt x="64" y="2"/>
                </a:lnTo>
                <a:lnTo>
                  <a:pt x="64" y="1"/>
                </a:lnTo>
                <a:lnTo>
                  <a:pt x="65" y="2"/>
                </a:lnTo>
                <a:lnTo>
                  <a:pt x="65" y="3"/>
                </a:lnTo>
                <a:lnTo>
                  <a:pt x="64" y="5"/>
                </a:lnTo>
                <a:lnTo>
                  <a:pt x="65" y="6"/>
                </a:lnTo>
                <a:lnTo>
                  <a:pt x="66" y="6"/>
                </a:lnTo>
                <a:lnTo>
                  <a:pt x="66" y="7"/>
                </a:lnTo>
                <a:lnTo>
                  <a:pt x="66" y="8"/>
                </a:lnTo>
                <a:lnTo>
                  <a:pt x="67" y="9"/>
                </a:lnTo>
                <a:lnTo>
                  <a:pt x="68" y="9"/>
                </a:lnTo>
                <a:lnTo>
                  <a:pt x="68" y="8"/>
                </a:lnTo>
                <a:lnTo>
                  <a:pt x="69" y="9"/>
                </a:lnTo>
                <a:lnTo>
                  <a:pt x="70" y="10"/>
                </a:lnTo>
                <a:lnTo>
                  <a:pt x="71" y="11"/>
                </a:lnTo>
                <a:lnTo>
                  <a:pt x="72" y="11"/>
                </a:lnTo>
                <a:lnTo>
                  <a:pt x="72" y="12"/>
                </a:lnTo>
                <a:lnTo>
                  <a:pt x="72" y="13"/>
                </a:lnTo>
                <a:lnTo>
                  <a:pt x="73" y="13"/>
                </a:lnTo>
                <a:lnTo>
                  <a:pt x="74" y="13"/>
                </a:lnTo>
                <a:lnTo>
                  <a:pt x="74" y="14"/>
                </a:lnTo>
                <a:lnTo>
                  <a:pt x="74" y="15"/>
                </a:lnTo>
                <a:lnTo>
                  <a:pt x="75" y="16"/>
                </a:lnTo>
                <a:lnTo>
                  <a:pt x="74" y="16"/>
                </a:lnTo>
                <a:lnTo>
                  <a:pt x="74" y="17"/>
                </a:lnTo>
                <a:lnTo>
                  <a:pt x="74" y="18"/>
                </a:lnTo>
                <a:lnTo>
                  <a:pt x="75" y="18"/>
                </a:lnTo>
                <a:lnTo>
                  <a:pt x="75" y="17"/>
                </a:lnTo>
                <a:lnTo>
                  <a:pt x="76" y="17"/>
                </a:lnTo>
                <a:lnTo>
                  <a:pt x="77" y="18"/>
                </a:lnTo>
                <a:lnTo>
                  <a:pt x="77" y="19"/>
                </a:lnTo>
                <a:lnTo>
                  <a:pt x="78" y="19"/>
                </a:lnTo>
                <a:lnTo>
                  <a:pt x="78" y="18"/>
                </a:lnTo>
                <a:lnTo>
                  <a:pt x="78" y="17"/>
                </a:lnTo>
                <a:lnTo>
                  <a:pt x="79" y="17"/>
                </a:lnTo>
                <a:lnTo>
                  <a:pt x="80" y="17"/>
                </a:lnTo>
                <a:lnTo>
                  <a:pt x="80" y="18"/>
                </a:lnTo>
                <a:lnTo>
                  <a:pt x="81" y="19"/>
                </a:lnTo>
                <a:lnTo>
                  <a:pt x="82" y="19"/>
                </a:lnTo>
                <a:lnTo>
                  <a:pt x="83" y="19"/>
                </a:lnTo>
                <a:lnTo>
                  <a:pt x="84" y="19"/>
                </a:lnTo>
                <a:lnTo>
                  <a:pt x="84" y="18"/>
                </a:lnTo>
                <a:lnTo>
                  <a:pt x="85" y="18"/>
                </a:lnTo>
                <a:lnTo>
                  <a:pt x="85" y="19"/>
                </a:lnTo>
                <a:lnTo>
                  <a:pt x="85" y="20"/>
                </a:lnTo>
                <a:lnTo>
                  <a:pt x="86" y="20"/>
                </a:lnTo>
                <a:lnTo>
                  <a:pt x="87" y="21"/>
                </a:lnTo>
                <a:lnTo>
                  <a:pt x="87" y="22"/>
                </a:lnTo>
                <a:lnTo>
                  <a:pt x="87" y="23"/>
                </a:lnTo>
                <a:lnTo>
                  <a:pt x="86" y="23"/>
                </a:lnTo>
                <a:lnTo>
                  <a:pt x="85" y="23"/>
                </a:lnTo>
                <a:lnTo>
                  <a:pt x="85" y="24"/>
                </a:lnTo>
                <a:lnTo>
                  <a:pt x="85" y="25"/>
                </a:lnTo>
                <a:lnTo>
                  <a:pt x="85" y="27"/>
                </a:lnTo>
                <a:lnTo>
                  <a:pt x="86" y="27"/>
                </a:lnTo>
                <a:lnTo>
                  <a:pt x="86" y="26"/>
                </a:lnTo>
                <a:lnTo>
                  <a:pt x="87" y="26"/>
                </a:lnTo>
                <a:lnTo>
                  <a:pt x="88" y="25"/>
                </a:lnTo>
                <a:lnTo>
                  <a:pt x="89" y="26"/>
                </a:lnTo>
                <a:lnTo>
                  <a:pt x="90" y="27"/>
                </a:lnTo>
                <a:lnTo>
                  <a:pt x="90" y="28"/>
                </a:lnTo>
                <a:lnTo>
                  <a:pt x="90" y="29"/>
                </a:lnTo>
                <a:lnTo>
                  <a:pt x="90" y="30"/>
                </a:lnTo>
                <a:lnTo>
                  <a:pt x="90" y="31"/>
                </a:lnTo>
                <a:lnTo>
                  <a:pt x="90" y="32"/>
                </a:lnTo>
                <a:lnTo>
                  <a:pt x="89" y="33"/>
                </a:lnTo>
                <a:lnTo>
                  <a:pt x="87" y="32"/>
                </a:lnTo>
                <a:lnTo>
                  <a:pt x="87" y="33"/>
                </a:lnTo>
                <a:lnTo>
                  <a:pt x="86" y="33"/>
                </a:lnTo>
                <a:lnTo>
                  <a:pt x="85" y="32"/>
                </a:lnTo>
                <a:lnTo>
                  <a:pt x="85" y="33"/>
                </a:lnTo>
                <a:lnTo>
                  <a:pt x="84" y="33"/>
                </a:lnTo>
                <a:lnTo>
                  <a:pt x="83" y="32"/>
                </a:lnTo>
                <a:lnTo>
                  <a:pt x="82" y="31"/>
                </a:lnTo>
                <a:lnTo>
                  <a:pt x="81" y="31"/>
                </a:lnTo>
                <a:lnTo>
                  <a:pt x="80" y="32"/>
                </a:lnTo>
                <a:lnTo>
                  <a:pt x="79" y="32"/>
                </a:lnTo>
                <a:lnTo>
                  <a:pt x="80" y="33"/>
                </a:lnTo>
                <a:lnTo>
                  <a:pt x="79" y="34"/>
                </a:lnTo>
                <a:lnTo>
                  <a:pt x="78" y="34"/>
                </a:lnTo>
                <a:lnTo>
                  <a:pt x="77" y="34"/>
                </a:lnTo>
                <a:lnTo>
                  <a:pt x="76" y="34"/>
                </a:lnTo>
                <a:lnTo>
                  <a:pt x="75" y="34"/>
                </a:lnTo>
                <a:lnTo>
                  <a:pt x="74" y="34"/>
                </a:lnTo>
                <a:lnTo>
                  <a:pt x="73" y="34"/>
                </a:lnTo>
                <a:lnTo>
                  <a:pt x="73" y="33"/>
                </a:lnTo>
                <a:lnTo>
                  <a:pt x="72" y="33"/>
                </a:lnTo>
                <a:lnTo>
                  <a:pt x="71" y="31"/>
                </a:lnTo>
                <a:lnTo>
                  <a:pt x="70" y="31"/>
                </a:lnTo>
                <a:lnTo>
                  <a:pt x="70" y="32"/>
                </a:lnTo>
                <a:lnTo>
                  <a:pt x="69" y="32"/>
                </a:lnTo>
                <a:lnTo>
                  <a:pt x="69" y="31"/>
                </a:lnTo>
                <a:lnTo>
                  <a:pt x="69" y="32"/>
                </a:lnTo>
                <a:lnTo>
                  <a:pt x="68" y="32"/>
                </a:lnTo>
                <a:lnTo>
                  <a:pt x="67" y="32"/>
                </a:lnTo>
                <a:lnTo>
                  <a:pt x="66" y="31"/>
                </a:lnTo>
                <a:lnTo>
                  <a:pt x="66" y="32"/>
                </a:lnTo>
                <a:lnTo>
                  <a:pt x="65" y="32"/>
                </a:lnTo>
                <a:lnTo>
                  <a:pt x="65" y="33"/>
                </a:lnTo>
                <a:lnTo>
                  <a:pt x="66" y="33"/>
                </a:lnTo>
                <a:lnTo>
                  <a:pt x="66" y="34"/>
                </a:lnTo>
                <a:lnTo>
                  <a:pt x="67" y="34"/>
                </a:lnTo>
                <a:lnTo>
                  <a:pt x="66" y="34"/>
                </a:lnTo>
                <a:lnTo>
                  <a:pt x="66" y="35"/>
                </a:lnTo>
                <a:lnTo>
                  <a:pt x="66" y="37"/>
                </a:lnTo>
                <a:lnTo>
                  <a:pt x="66" y="38"/>
                </a:lnTo>
                <a:lnTo>
                  <a:pt x="65" y="38"/>
                </a:lnTo>
                <a:lnTo>
                  <a:pt x="65" y="39"/>
                </a:lnTo>
                <a:lnTo>
                  <a:pt x="64" y="38"/>
                </a:lnTo>
                <a:lnTo>
                  <a:pt x="64" y="39"/>
                </a:lnTo>
                <a:lnTo>
                  <a:pt x="64" y="40"/>
                </a:lnTo>
                <a:lnTo>
                  <a:pt x="64" y="41"/>
                </a:lnTo>
                <a:lnTo>
                  <a:pt x="65" y="41"/>
                </a:lnTo>
                <a:lnTo>
                  <a:pt x="65" y="42"/>
                </a:lnTo>
                <a:lnTo>
                  <a:pt x="64" y="42"/>
                </a:lnTo>
                <a:lnTo>
                  <a:pt x="63" y="43"/>
                </a:lnTo>
                <a:lnTo>
                  <a:pt x="64" y="43"/>
                </a:lnTo>
                <a:lnTo>
                  <a:pt x="64" y="42"/>
                </a:lnTo>
                <a:lnTo>
                  <a:pt x="64" y="43"/>
                </a:lnTo>
                <a:lnTo>
                  <a:pt x="64" y="44"/>
                </a:lnTo>
                <a:lnTo>
                  <a:pt x="64" y="45"/>
                </a:lnTo>
                <a:lnTo>
                  <a:pt x="64" y="46"/>
                </a:lnTo>
                <a:lnTo>
                  <a:pt x="65" y="46"/>
                </a:lnTo>
                <a:lnTo>
                  <a:pt x="65" y="45"/>
                </a:lnTo>
                <a:lnTo>
                  <a:pt x="65" y="46"/>
                </a:lnTo>
                <a:lnTo>
                  <a:pt x="66" y="48"/>
                </a:lnTo>
                <a:lnTo>
                  <a:pt x="66" y="49"/>
                </a:lnTo>
                <a:lnTo>
                  <a:pt x="67" y="50"/>
                </a:lnTo>
                <a:lnTo>
                  <a:pt x="68" y="50"/>
                </a:lnTo>
                <a:lnTo>
                  <a:pt x="68" y="52"/>
                </a:lnTo>
                <a:lnTo>
                  <a:pt x="68" y="53"/>
                </a:lnTo>
                <a:lnTo>
                  <a:pt x="69" y="54"/>
                </a:lnTo>
                <a:lnTo>
                  <a:pt x="70" y="56"/>
                </a:lnTo>
                <a:lnTo>
                  <a:pt x="71" y="57"/>
                </a:lnTo>
                <a:lnTo>
                  <a:pt x="71" y="58"/>
                </a:lnTo>
                <a:lnTo>
                  <a:pt x="70" y="58"/>
                </a:lnTo>
                <a:lnTo>
                  <a:pt x="70" y="59"/>
                </a:lnTo>
                <a:lnTo>
                  <a:pt x="70" y="60"/>
                </a:lnTo>
                <a:lnTo>
                  <a:pt x="70" y="61"/>
                </a:lnTo>
                <a:lnTo>
                  <a:pt x="71" y="61"/>
                </a:lnTo>
                <a:lnTo>
                  <a:pt x="70" y="62"/>
                </a:lnTo>
                <a:lnTo>
                  <a:pt x="69" y="62"/>
                </a:lnTo>
                <a:lnTo>
                  <a:pt x="70" y="62"/>
                </a:lnTo>
                <a:lnTo>
                  <a:pt x="70" y="63"/>
                </a:lnTo>
                <a:lnTo>
                  <a:pt x="71" y="63"/>
                </a:lnTo>
                <a:lnTo>
                  <a:pt x="71" y="62"/>
                </a:lnTo>
                <a:lnTo>
                  <a:pt x="71" y="63"/>
                </a:lnTo>
                <a:lnTo>
                  <a:pt x="72" y="63"/>
                </a:lnTo>
                <a:lnTo>
                  <a:pt x="73" y="63"/>
                </a:lnTo>
                <a:lnTo>
                  <a:pt x="74" y="63"/>
                </a:lnTo>
                <a:lnTo>
                  <a:pt x="74" y="64"/>
                </a:lnTo>
                <a:lnTo>
                  <a:pt x="75" y="64"/>
                </a:lnTo>
                <a:lnTo>
                  <a:pt x="75" y="65"/>
                </a:lnTo>
                <a:lnTo>
                  <a:pt x="74" y="65"/>
                </a:lnTo>
                <a:lnTo>
                  <a:pt x="75" y="65"/>
                </a:lnTo>
                <a:lnTo>
                  <a:pt x="75" y="66"/>
                </a:lnTo>
                <a:lnTo>
                  <a:pt x="74" y="66"/>
                </a:lnTo>
                <a:lnTo>
                  <a:pt x="74" y="67"/>
                </a:lnTo>
                <a:lnTo>
                  <a:pt x="75" y="67"/>
                </a:lnTo>
                <a:lnTo>
                  <a:pt x="75" y="68"/>
                </a:lnTo>
                <a:lnTo>
                  <a:pt x="76" y="69"/>
                </a:lnTo>
                <a:lnTo>
                  <a:pt x="77" y="69"/>
                </a:lnTo>
                <a:lnTo>
                  <a:pt x="78" y="69"/>
                </a:lnTo>
                <a:lnTo>
                  <a:pt x="79" y="69"/>
                </a:lnTo>
                <a:lnTo>
                  <a:pt x="80" y="69"/>
                </a:lnTo>
                <a:lnTo>
                  <a:pt x="80" y="70"/>
                </a:lnTo>
                <a:lnTo>
                  <a:pt x="80" y="69"/>
                </a:lnTo>
                <a:lnTo>
                  <a:pt x="81" y="69"/>
                </a:lnTo>
                <a:lnTo>
                  <a:pt x="81" y="70"/>
                </a:lnTo>
                <a:lnTo>
                  <a:pt x="81" y="71"/>
                </a:lnTo>
                <a:lnTo>
                  <a:pt x="82" y="72"/>
                </a:lnTo>
                <a:lnTo>
                  <a:pt x="82" y="73"/>
                </a:lnTo>
                <a:lnTo>
                  <a:pt x="83" y="73"/>
                </a:lnTo>
                <a:lnTo>
                  <a:pt x="83" y="74"/>
                </a:lnTo>
                <a:lnTo>
                  <a:pt x="83" y="76"/>
                </a:lnTo>
                <a:lnTo>
                  <a:pt x="84" y="77"/>
                </a:lnTo>
                <a:lnTo>
                  <a:pt x="83" y="77"/>
                </a:lnTo>
                <a:lnTo>
                  <a:pt x="83" y="78"/>
                </a:lnTo>
                <a:lnTo>
                  <a:pt x="82" y="78"/>
                </a:lnTo>
                <a:lnTo>
                  <a:pt x="82" y="79"/>
                </a:lnTo>
                <a:lnTo>
                  <a:pt x="83" y="79"/>
                </a:lnTo>
                <a:lnTo>
                  <a:pt x="82" y="79"/>
                </a:lnTo>
                <a:lnTo>
                  <a:pt x="82" y="80"/>
                </a:lnTo>
                <a:lnTo>
                  <a:pt x="81" y="80"/>
                </a:lnTo>
                <a:lnTo>
                  <a:pt x="81" y="81"/>
                </a:lnTo>
                <a:lnTo>
                  <a:pt x="82" y="81"/>
                </a:lnTo>
                <a:lnTo>
                  <a:pt x="82" y="82"/>
                </a:lnTo>
                <a:lnTo>
                  <a:pt x="81" y="82"/>
                </a:lnTo>
                <a:lnTo>
                  <a:pt x="81" y="81"/>
                </a:lnTo>
                <a:lnTo>
                  <a:pt x="81" y="82"/>
                </a:lnTo>
                <a:lnTo>
                  <a:pt x="80" y="83"/>
                </a:lnTo>
                <a:lnTo>
                  <a:pt x="80" y="82"/>
                </a:lnTo>
                <a:lnTo>
                  <a:pt x="80" y="83"/>
                </a:lnTo>
                <a:lnTo>
                  <a:pt x="80" y="84"/>
                </a:lnTo>
                <a:lnTo>
                  <a:pt x="81" y="84"/>
                </a:lnTo>
                <a:lnTo>
                  <a:pt x="81" y="83"/>
                </a:lnTo>
                <a:lnTo>
                  <a:pt x="82" y="83"/>
                </a:lnTo>
                <a:lnTo>
                  <a:pt x="81" y="83"/>
                </a:lnTo>
                <a:lnTo>
                  <a:pt x="82" y="83"/>
                </a:lnTo>
                <a:lnTo>
                  <a:pt x="82" y="84"/>
                </a:lnTo>
                <a:lnTo>
                  <a:pt x="83" y="84"/>
                </a:lnTo>
                <a:lnTo>
                  <a:pt x="83" y="85"/>
                </a:lnTo>
                <a:lnTo>
                  <a:pt x="83" y="86"/>
                </a:lnTo>
                <a:lnTo>
                  <a:pt x="84" y="86"/>
                </a:lnTo>
                <a:lnTo>
                  <a:pt x="85" y="86"/>
                </a:lnTo>
                <a:lnTo>
                  <a:pt x="85" y="85"/>
                </a:lnTo>
                <a:lnTo>
                  <a:pt x="85" y="84"/>
                </a:lnTo>
                <a:lnTo>
                  <a:pt x="86" y="84"/>
                </a:lnTo>
                <a:lnTo>
                  <a:pt x="87" y="85"/>
                </a:lnTo>
                <a:lnTo>
                  <a:pt x="88" y="85"/>
                </a:lnTo>
                <a:lnTo>
                  <a:pt x="89" y="86"/>
                </a:lnTo>
                <a:lnTo>
                  <a:pt x="89" y="87"/>
                </a:lnTo>
                <a:lnTo>
                  <a:pt x="88" y="87"/>
                </a:lnTo>
                <a:lnTo>
                  <a:pt x="87" y="87"/>
                </a:lnTo>
                <a:lnTo>
                  <a:pt x="87" y="86"/>
                </a:lnTo>
                <a:lnTo>
                  <a:pt x="87" y="87"/>
                </a:lnTo>
                <a:lnTo>
                  <a:pt x="87" y="88"/>
                </a:lnTo>
                <a:lnTo>
                  <a:pt x="89" y="88"/>
                </a:lnTo>
                <a:lnTo>
                  <a:pt x="88" y="88"/>
                </a:lnTo>
                <a:lnTo>
                  <a:pt x="89" y="89"/>
                </a:lnTo>
                <a:lnTo>
                  <a:pt x="89" y="90"/>
                </a:lnTo>
                <a:lnTo>
                  <a:pt x="90" y="90"/>
                </a:lnTo>
                <a:lnTo>
                  <a:pt x="90" y="91"/>
                </a:lnTo>
                <a:lnTo>
                  <a:pt x="91" y="90"/>
                </a:lnTo>
                <a:lnTo>
                  <a:pt x="92" y="90"/>
                </a:lnTo>
                <a:lnTo>
                  <a:pt x="92" y="89"/>
                </a:lnTo>
                <a:lnTo>
                  <a:pt x="93" y="89"/>
                </a:lnTo>
                <a:lnTo>
                  <a:pt x="93" y="88"/>
                </a:lnTo>
                <a:lnTo>
                  <a:pt x="92" y="88"/>
                </a:lnTo>
                <a:lnTo>
                  <a:pt x="92" y="87"/>
                </a:lnTo>
                <a:lnTo>
                  <a:pt x="92" y="86"/>
                </a:lnTo>
                <a:lnTo>
                  <a:pt x="91" y="86"/>
                </a:lnTo>
                <a:lnTo>
                  <a:pt x="92" y="85"/>
                </a:lnTo>
                <a:lnTo>
                  <a:pt x="93" y="85"/>
                </a:lnTo>
                <a:lnTo>
                  <a:pt x="93" y="84"/>
                </a:lnTo>
                <a:lnTo>
                  <a:pt x="92" y="83"/>
                </a:lnTo>
                <a:lnTo>
                  <a:pt x="93" y="82"/>
                </a:lnTo>
                <a:lnTo>
                  <a:pt x="94" y="82"/>
                </a:lnTo>
                <a:lnTo>
                  <a:pt x="95" y="82"/>
                </a:lnTo>
                <a:lnTo>
                  <a:pt x="96" y="82"/>
                </a:lnTo>
                <a:lnTo>
                  <a:pt x="96" y="81"/>
                </a:lnTo>
                <a:lnTo>
                  <a:pt x="97" y="81"/>
                </a:lnTo>
                <a:lnTo>
                  <a:pt x="98" y="81"/>
                </a:lnTo>
                <a:lnTo>
                  <a:pt x="99" y="81"/>
                </a:lnTo>
                <a:lnTo>
                  <a:pt x="99" y="82"/>
                </a:lnTo>
                <a:lnTo>
                  <a:pt x="100" y="82"/>
                </a:lnTo>
                <a:lnTo>
                  <a:pt x="101" y="82"/>
                </a:lnTo>
                <a:lnTo>
                  <a:pt x="103" y="82"/>
                </a:lnTo>
                <a:lnTo>
                  <a:pt x="104" y="81"/>
                </a:lnTo>
                <a:lnTo>
                  <a:pt x="105" y="80"/>
                </a:lnTo>
                <a:lnTo>
                  <a:pt x="106" y="81"/>
                </a:lnTo>
                <a:lnTo>
                  <a:pt x="107" y="81"/>
                </a:lnTo>
                <a:lnTo>
                  <a:pt x="108" y="81"/>
                </a:lnTo>
                <a:lnTo>
                  <a:pt x="109" y="81"/>
                </a:lnTo>
                <a:lnTo>
                  <a:pt x="110" y="81"/>
                </a:lnTo>
                <a:lnTo>
                  <a:pt x="110" y="82"/>
                </a:lnTo>
                <a:lnTo>
                  <a:pt x="111" y="82"/>
                </a:lnTo>
                <a:lnTo>
                  <a:pt x="112" y="83"/>
                </a:lnTo>
                <a:lnTo>
                  <a:pt x="111" y="83"/>
                </a:lnTo>
                <a:lnTo>
                  <a:pt x="111" y="84"/>
                </a:lnTo>
                <a:lnTo>
                  <a:pt x="111" y="85"/>
                </a:lnTo>
                <a:lnTo>
                  <a:pt x="110" y="86"/>
                </a:lnTo>
                <a:lnTo>
                  <a:pt x="110" y="87"/>
                </a:lnTo>
                <a:lnTo>
                  <a:pt x="110" y="88"/>
                </a:lnTo>
                <a:lnTo>
                  <a:pt x="110" y="89"/>
                </a:lnTo>
                <a:lnTo>
                  <a:pt x="110" y="90"/>
                </a:lnTo>
                <a:lnTo>
                  <a:pt x="111" y="90"/>
                </a:lnTo>
                <a:lnTo>
                  <a:pt x="110" y="91"/>
                </a:lnTo>
                <a:lnTo>
                  <a:pt x="109" y="92"/>
                </a:lnTo>
                <a:lnTo>
                  <a:pt x="109" y="94"/>
                </a:lnTo>
                <a:lnTo>
                  <a:pt x="109" y="95"/>
                </a:lnTo>
                <a:lnTo>
                  <a:pt x="110" y="95"/>
                </a:lnTo>
                <a:lnTo>
                  <a:pt x="110" y="96"/>
                </a:lnTo>
                <a:lnTo>
                  <a:pt x="110" y="97"/>
                </a:lnTo>
                <a:lnTo>
                  <a:pt x="109" y="97"/>
                </a:lnTo>
                <a:lnTo>
                  <a:pt x="108" y="97"/>
                </a:lnTo>
                <a:lnTo>
                  <a:pt x="108" y="99"/>
                </a:lnTo>
                <a:lnTo>
                  <a:pt x="108" y="101"/>
                </a:lnTo>
                <a:lnTo>
                  <a:pt x="108" y="102"/>
                </a:lnTo>
                <a:lnTo>
                  <a:pt x="108" y="103"/>
                </a:lnTo>
                <a:lnTo>
                  <a:pt x="108" y="105"/>
                </a:lnTo>
                <a:lnTo>
                  <a:pt x="107" y="105"/>
                </a:lnTo>
                <a:lnTo>
                  <a:pt x="106" y="105"/>
                </a:lnTo>
                <a:lnTo>
                  <a:pt x="106" y="106"/>
                </a:lnTo>
                <a:lnTo>
                  <a:pt x="107" y="106"/>
                </a:lnTo>
                <a:lnTo>
                  <a:pt x="108" y="106"/>
                </a:lnTo>
                <a:lnTo>
                  <a:pt x="108" y="107"/>
                </a:lnTo>
                <a:lnTo>
                  <a:pt x="108" y="108"/>
                </a:lnTo>
                <a:lnTo>
                  <a:pt x="108" y="109"/>
                </a:lnTo>
                <a:lnTo>
                  <a:pt x="108" y="110"/>
                </a:lnTo>
                <a:lnTo>
                  <a:pt x="108" y="109"/>
                </a:lnTo>
                <a:lnTo>
                  <a:pt x="107" y="109"/>
                </a:lnTo>
                <a:lnTo>
                  <a:pt x="106" y="109"/>
                </a:lnTo>
                <a:lnTo>
                  <a:pt x="105" y="109"/>
                </a:lnTo>
                <a:lnTo>
                  <a:pt x="104" y="110"/>
                </a:lnTo>
                <a:lnTo>
                  <a:pt x="103" y="110"/>
                </a:lnTo>
                <a:lnTo>
                  <a:pt x="103" y="111"/>
                </a:lnTo>
                <a:lnTo>
                  <a:pt x="101" y="111"/>
                </a:lnTo>
                <a:lnTo>
                  <a:pt x="101" y="112"/>
                </a:lnTo>
                <a:lnTo>
                  <a:pt x="103" y="112"/>
                </a:lnTo>
                <a:lnTo>
                  <a:pt x="103" y="113"/>
                </a:lnTo>
                <a:lnTo>
                  <a:pt x="104" y="113"/>
                </a:lnTo>
                <a:lnTo>
                  <a:pt x="104" y="112"/>
                </a:lnTo>
                <a:lnTo>
                  <a:pt x="105" y="112"/>
                </a:lnTo>
                <a:lnTo>
                  <a:pt x="106" y="112"/>
                </a:lnTo>
                <a:lnTo>
                  <a:pt x="106" y="113"/>
                </a:lnTo>
                <a:lnTo>
                  <a:pt x="106" y="112"/>
                </a:lnTo>
                <a:lnTo>
                  <a:pt x="106" y="113"/>
                </a:lnTo>
                <a:lnTo>
                  <a:pt x="107" y="112"/>
                </a:lnTo>
                <a:lnTo>
                  <a:pt x="107" y="111"/>
                </a:lnTo>
                <a:lnTo>
                  <a:pt x="107" y="110"/>
                </a:lnTo>
                <a:lnTo>
                  <a:pt x="108" y="111"/>
                </a:lnTo>
                <a:lnTo>
                  <a:pt x="108" y="112"/>
                </a:lnTo>
                <a:lnTo>
                  <a:pt x="108" y="113"/>
                </a:lnTo>
                <a:lnTo>
                  <a:pt x="107" y="113"/>
                </a:lnTo>
                <a:lnTo>
                  <a:pt x="107" y="114"/>
                </a:lnTo>
                <a:lnTo>
                  <a:pt x="107" y="115"/>
                </a:lnTo>
                <a:lnTo>
                  <a:pt x="108" y="115"/>
                </a:lnTo>
                <a:lnTo>
                  <a:pt x="107" y="116"/>
                </a:lnTo>
                <a:lnTo>
                  <a:pt x="108" y="116"/>
                </a:lnTo>
                <a:lnTo>
                  <a:pt x="108" y="115"/>
                </a:lnTo>
                <a:lnTo>
                  <a:pt x="109" y="115"/>
                </a:lnTo>
                <a:lnTo>
                  <a:pt x="110" y="115"/>
                </a:lnTo>
                <a:lnTo>
                  <a:pt x="111" y="115"/>
                </a:lnTo>
                <a:lnTo>
                  <a:pt x="112" y="115"/>
                </a:lnTo>
                <a:lnTo>
                  <a:pt x="112" y="116"/>
                </a:lnTo>
                <a:lnTo>
                  <a:pt x="113" y="116"/>
                </a:lnTo>
                <a:lnTo>
                  <a:pt x="113" y="117"/>
                </a:lnTo>
                <a:lnTo>
                  <a:pt x="113" y="116"/>
                </a:lnTo>
                <a:lnTo>
                  <a:pt x="114" y="116"/>
                </a:lnTo>
                <a:lnTo>
                  <a:pt x="115" y="116"/>
                </a:lnTo>
                <a:lnTo>
                  <a:pt x="116" y="116"/>
                </a:lnTo>
                <a:lnTo>
                  <a:pt x="117" y="116"/>
                </a:lnTo>
                <a:lnTo>
                  <a:pt x="118" y="116"/>
                </a:lnTo>
                <a:lnTo>
                  <a:pt x="119" y="116"/>
                </a:lnTo>
                <a:lnTo>
                  <a:pt x="120" y="116"/>
                </a:lnTo>
                <a:lnTo>
                  <a:pt x="120" y="117"/>
                </a:lnTo>
                <a:lnTo>
                  <a:pt x="120" y="118"/>
                </a:lnTo>
                <a:lnTo>
                  <a:pt x="121" y="118"/>
                </a:lnTo>
                <a:lnTo>
                  <a:pt x="122" y="118"/>
                </a:lnTo>
                <a:lnTo>
                  <a:pt x="122" y="119"/>
                </a:lnTo>
                <a:lnTo>
                  <a:pt x="124" y="119"/>
                </a:lnTo>
                <a:lnTo>
                  <a:pt x="125" y="119"/>
                </a:lnTo>
                <a:lnTo>
                  <a:pt x="125" y="118"/>
                </a:lnTo>
                <a:lnTo>
                  <a:pt x="126" y="118"/>
                </a:lnTo>
                <a:lnTo>
                  <a:pt x="126" y="119"/>
                </a:lnTo>
                <a:lnTo>
                  <a:pt x="126" y="120"/>
                </a:lnTo>
                <a:lnTo>
                  <a:pt x="126" y="121"/>
                </a:lnTo>
                <a:lnTo>
                  <a:pt x="127" y="121"/>
                </a:lnTo>
                <a:lnTo>
                  <a:pt x="127" y="122"/>
                </a:lnTo>
                <a:lnTo>
                  <a:pt x="129" y="122"/>
                </a:lnTo>
                <a:lnTo>
                  <a:pt x="130" y="122"/>
                </a:lnTo>
                <a:lnTo>
                  <a:pt x="130" y="125"/>
                </a:lnTo>
                <a:lnTo>
                  <a:pt x="130" y="126"/>
                </a:lnTo>
                <a:lnTo>
                  <a:pt x="129" y="126"/>
                </a:lnTo>
                <a:lnTo>
                  <a:pt x="128" y="126"/>
                </a:lnTo>
                <a:lnTo>
                  <a:pt x="127" y="126"/>
                </a:lnTo>
                <a:lnTo>
                  <a:pt x="128" y="127"/>
                </a:lnTo>
                <a:lnTo>
                  <a:pt x="127" y="127"/>
                </a:lnTo>
                <a:lnTo>
                  <a:pt x="126" y="127"/>
                </a:lnTo>
                <a:lnTo>
                  <a:pt x="125" y="127"/>
                </a:lnTo>
                <a:lnTo>
                  <a:pt x="124" y="128"/>
                </a:lnTo>
                <a:lnTo>
                  <a:pt x="123" y="128"/>
                </a:lnTo>
                <a:lnTo>
                  <a:pt x="122" y="128"/>
                </a:lnTo>
                <a:lnTo>
                  <a:pt x="121" y="129"/>
                </a:lnTo>
                <a:lnTo>
                  <a:pt x="120" y="129"/>
                </a:lnTo>
                <a:lnTo>
                  <a:pt x="119" y="129"/>
                </a:lnTo>
                <a:lnTo>
                  <a:pt x="120" y="130"/>
                </a:lnTo>
                <a:lnTo>
                  <a:pt x="120" y="131"/>
                </a:lnTo>
                <a:lnTo>
                  <a:pt x="121" y="133"/>
                </a:lnTo>
                <a:lnTo>
                  <a:pt x="120" y="133"/>
                </a:lnTo>
                <a:lnTo>
                  <a:pt x="119" y="134"/>
                </a:lnTo>
                <a:lnTo>
                  <a:pt x="117" y="130"/>
                </a:lnTo>
                <a:lnTo>
                  <a:pt x="116" y="130"/>
                </a:lnTo>
                <a:lnTo>
                  <a:pt x="112" y="133"/>
                </a:lnTo>
                <a:lnTo>
                  <a:pt x="114" y="135"/>
                </a:lnTo>
                <a:lnTo>
                  <a:pt x="114" y="136"/>
                </a:lnTo>
                <a:lnTo>
                  <a:pt x="113" y="135"/>
                </a:lnTo>
                <a:lnTo>
                  <a:pt x="113" y="134"/>
                </a:lnTo>
                <a:lnTo>
                  <a:pt x="112" y="134"/>
                </a:lnTo>
                <a:lnTo>
                  <a:pt x="112" y="135"/>
                </a:lnTo>
                <a:lnTo>
                  <a:pt x="113" y="135"/>
                </a:lnTo>
                <a:lnTo>
                  <a:pt x="113" y="136"/>
                </a:lnTo>
                <a:lnTo>
                  <a:pt x="112" y="136"/>
                </a:lnTo>
                <a:lnTo>
                  <a:pt x="111" y="134"/>
                </a:lnTo>
                <a:lnTo>
                  <a:pt x="111" y="135"/>
                </a:lnTo>
                <a:lnTo>
                  <a:pt x="112" y="136"/>
                </a:lnTo>
                <a:lnTo>
                  <a:pt x="112" y="137"/>
                </a:lnTo>
                <a:lnTo>
                  <a:pt x="111" y="136"/>
                </a:lnTo>
                <a:lnTo>
                  <a:pt x="110" y="135"/>
                </a:lnTo>
                <a:lnTo>
                  <a:pt x="109" y="135"/>
                </a:lnTo>
                <a:lnTo>
                  <a:pt x="109" y="136"/>
                </a:lnTo>
                <a:lnTo>
                  <a:pt x="108" y="136"/>
                </a:lnTo>
                <a:lnTo>
                  <a:pt x="109" y="137"/>
                </a:lnTo>
                <a:lnTo>
                  <a:pt x="109" y="136"/>
                </a:lnTo>
                <a:lnTo>
                  <a:pt x="109" y="137"/>
                </a:lnTo>
                <a:lnTo>
                  <a:pt x="110" y="137"/>
                </a:lnTo>
                <a:lnTo>
                  <a:pt x="109" y="137"/>
                </a:lnTo>
                <a:lnTo>
                  <a:pt x="108" y="137"/>
                </a:lnTo>
                <a:lnTo>
                  <a:pt x="108" y="138"/>
                </a:lnTo>
                <a:lnTo>
                  <a:pt x="108" y="139"/>
                </a:lnTo>
                <a:lnTo>
                  <a:pt x="107" y="140"/>
                </a:lnTo>
                <a:lnTo>
                  <a:pt x="106" y="139"/>
                </a:lnTo>
                <a:lnTo>
                  <a:pt x="106" y="140"/>
                </a:lnTo>
                <a:lnTo>
                  <a:pt x="105" y="141"/>
                </a:lnTo>
                <a:lnTo>
                  <a:pt x="107" y="142"/>
                </a:lnTo>
                <a:lnTo>
                  <a:pt x="111" y="145"/>
                </a:lnTo>
                <a:lnTo>
                  <a:pt x="111" y="146"/>
                </a:lnTo>
                <a:lnTo>
                  <a:pt x="109" y="149"/>
                </a:lnTo>
                <a:lnTo>
                  <a:pt x="107" y="148"/>
                </a:lnTo>
                <a:lnTo>
                  <a:pt x="106" y="148"/>
                </a:lnTo>
                <a:lnTo>
                  <a:pt x="103" y="147"/>
                </a:lnTo>
                <a:lnTo>
                  <a:pt x="101" y="147"/>
                </a:lnTo>
                <a:lnTo>
                  <a:pt x="99" y="147"/>
                </a:lnTo>
                <a:lnTo>
                  <a:pt x="99" y="148"/>
                </a:lnTo>
                <a:lnTo>
                  <a:pt x="100" y="149"/>
                </a:lnTo>
                <a:lnTo>
                  <a:pt x="103" y="149"/>
                </a:lnTo>
                <a:lnTo>
                  <a:pt x="105" y="150"/>
                </a:lnTo>
                <a:lnTo>
                  <a:pt x="106" y="150"/>
                </a:lnTo>
                <a:lnTo>
                  <a:pt x="108" y="151"/>
                </a:lnTo>
                <a:lnTo>
                  <a:pt x="110" y="156"/>
                </a:lnTo>
                <a:lnTo>
                  <a:pt x="110" y="157"/>
                </a:lnTo>
                <a:lnTo>
                  <a:pt x="111" y="157"/>
                </a:lnTo>
                <a:lnTo>
                  <a:pt x="112" y="157"/>
                </a:lnTo>
                <a:lnTo>
                  <a:pt x="112" y="158"/>
                </a:lnTo>
                <a:lnTo>
                  <a:pt x="112" y="159"/>
                </a:lnTo>
                <a:lnTo>
                  <a:pt x="111" y="159"/>
                </a:lnTo>
                <a:lnTo>
                  <a:pt x="112" y="161"/>
                </a:lnTo>
                <a:lnTo>
                  <a:pt x="112" y="162"/>
                </a:lnTo>
                <a:lnTo>
                  <a:pt x="111" y="162"/>
                </a:lnTo>
                <a:lnTo>
                  <a:pt x="110" y="162"/>
                </a:lnTo>
                <a:lnTo>
                  <a:pt x="108" y="161"/>
                </a:lnTo>
                <a:lnTo>
                  <a:pt x="108" y="160"/>
                </a:lnTo>
                <a:lnTo>
                  <a:pt x="108" y="159"/>
                </a:lnTo>
                <a:lnTo>
                  <a:pt x="108" y="158"/>
                </a:lnTo>
                <a:lnTo>
                  <a:pt x="107" y="158"/>
                </a:lnTo>
                <a:lnTo>
                  <a:pt x="107" y="157"/>
                </a:lnTo>
                <a:lnTo>
                  <a:pt x="106" y="153"/>
                </a:lnTo>
                <a:lnTo>
                  <a:pt x="104" y="153"/>
                </a:lnTo>
                <a:lnTo>
                  <a:pt x="105" y="154"/>
                </a:lnTo>
                <a:lnTo>
                  <a:pt x="105" y="156"/>
                </a:lnTo>
                <a:lnTo>
                  <a:pt x="106" y="156"/>
                </a:lnTo>
                <a:lnTo>
                  <a:pt x="106" y="157"/>
                </a:lnTo>
                <a:lnTo>
                  <a:pt x="106" y="158"/>
                </a:lnTo>
                <a:lnTo>
                  <a:pt x="107" y="159"/>
                </a:lnTo>
                <a:lnTo>
                  <a:pt x="107" y="160"/>
                </a:lnTo>
                <a:lnTo>
                  <a:pt x="107" y="161"/>
                </a:lnTo>
                <a:lnTo>
                  <a:pt x="108" y="162"/>
                </a:lnTo>
                <a:lnTo>
                  <a:pt x="107" y="162"/>
                </a:lnTo>
                <a:lnTo>
                  <a:pt x="106" y="162"/>
                </a:lnTo>
                <a:lnTo>
                  <a:pt x="105" y="161"/>
                </a:lnTo>
                <a:lnTo>
                  <a:pt x="104" y="161"/>
                </a:lnTo>
                <a:lnTo>
                  <a:pt x="103" y="161"/>
                </a:lnTo>
                <a:lnTo>
                  <a:pt x="101" y="161"/>
                </a:lnTo>
                <a:lnTo>
                  <a:pt x="100" y="161"/>
                </a:lnTo>
                <a:lnTo>
                  <a:pt x="100" y="160"/>
                </a:lnTo>
                <a:lnTo>
                  <a:pt x="100" y="161"/>
                </a:lnTo>
                <a:lnTo>
                  <a:pt x="100" y="162"/>
                </a:lnTo>
                <a:lnTo>
                  <a:pt x="101" y="162"/>
                </a:lnTo>
                <a:lnTo>
                  <a:pt x="103" y="162"/>
                </a:lnTo>
                <a:lnTo>
                  <a:pt x="104" y="163"/>
                </a:lnTo>
                <a:lnTo>
                  <a:pt x="105" y="163"/>
                </a:lnTo>
                <a:lnTo>
                  <a:pt x="106" y="163"/>
                </a:lnTo>
                <a:lnTo>
                  <a:pt x="107" y="163"/>
                </a:lnTo>
                <a:lnTo>
                  <a:pt x="109" y="163"/>
                </a:lnTo>
                <a:lnTo>
                  <a:pt x="110" y="163"/>
                </a:lnTo>
                <a:lnTo>
                  <a:pt x="110" y="164"/>
                </a:lnTo>
                <a:lnTo>
                  <a:pt x="111" y="164"/>
                </a:lnTo>
                <a:lnTo>
                  <a:pt x="114" y="164"/>
                </a:lnTo>
                <a:lnTo>
                  <a:pt x="117" y="165"/>
                </a:lnTo>
                <a:lnTo>
                  <a:pt x="117" y="166"/>
                </a:lnTo>
                <a:lnTo>
                  <a:pt x="117" y="167"/>
                </a:lnTo>
                <a:lnTo>
                  <a:pt x="112" y="166"/>
                </a:lnTo>
                <a:lnTo>
                  <a:pt x="111" y="166"/>
                </a:lnTo>
                <a:lnTo>
                  <a:pt x="105" y="164"/>
                </a:lnTo>
                <a:lnTo>
                  <a:pt x="104" y="164"/>
                </a:lnTo>
                <a:lnTo>
                  <a:pt x="103" y="164"/>
                </a:lnTo>
                <a:lnTo>
                  <a:pt x="101" y="164"/>
                </a:lnTo>
                <a:lnTo>
                  <a:pt x="100" y="163"/>
                </a:lnTo>
                <a:lnTo>
                  <a:pt x="100" y="162"/>
                </a:lnTo>
                <a:lnTo>
                  <a:pt x="100" y="161"/>
                </a:lnTo>
                <a:lnTo>
                  <a:pt x="99" y="162"/>
                </a:lnTo>
                <a:lnTo>
                  <a:pt x="99" y="163"/>
                </a:lnTo>
                <a:lnTo>
                  <a:pt x="100" y="163"/>
                </a:lnTo>
                <a:lnTo>
                  <a:pt x="100" y="164"/>
                </a:lnTo>
                <a:lnTo>
                  <a:pt x="101" y="164"/>
                </a:lnTo>
                <a:lnTo>
                  <a:pt x="103" y="165"/>
                </a:lnTo>
                <a:lnTo>
                  <a:pt x="106" y="166"/>
                </a:lnTo>
                <a:lnTo>
                  <a:pt x="107" y="166"/>
                </a:lnTo>
                <a:lnTo>
                  <a:pt x="107" y="168"/>
                </a:lnTo>
                <a:lnTo>
                  <a:pt x="108" y="169"/>
                </a:lnTo>
                <a:lnTo>
                  <a:pt x="108" y="167"/>
                </a:lnTo>
                <a:lnTo>
                  <a:pt x="112" y="168"/>
                </a:lnTo>
                <a:lnTo>
                  <a:pt x="112" y="169"/>
                </a:lnTo>
                <a:lnTo>
                  <a:pt x="113" y="170"/>
                </a:lnTo>
                <a:lnTo>
                  <a:pt x="113" y="168"/>
                </a:lnTo>
                <a:lnTo>
                  <a:pt x="116" y="168"/>
                </a:lnTo>
                <a:lnTo>
                  <a:pt x="115" y="172"/>
                </a:lnTo>
                <a:lnTo>
                  <a:pt x="114" y="174"/>
                </a:lnTo>
                <a:lnTo>
                  <a:pt x="115" y="175"/>
                </a:lnTo>
                <a:lnTo>
                  <a:pt x="115" y="176"/>
                </a:lnTo>
                <a:lnTo>
                  <a:pt x="112" y="175"/>
                </a:lnTo>
                <a:lnTo>
                  <a:pt x="111" y="175"/>
                </a:lnTo>
                <a:lnTo>
                  <a:pt x="111" y="174"/>
                </a:lnTo>
                <a:lnTo>
                  <a:pt x="108" y="174"/>
                </a:lnTo>
                <a:lnTo>
                  <a:pt x="104" y="173"/>
                </a:lnTo>
                <a:lnTo>
                  <a:pt x="104" y="174"/>
                </a:lnTo>
                <a:lnTo>
                  <a:pt x="103" y="174"/>
                </a:lnTo>
                <a:lnTo>
                  <a:pt x="101" y="174"/>
                </a:lnTo>
                <a:lnTo>
                  <a:pt x="98" y="173"/>
                </a:lnTo>
                <a:lnTo>
                  <a:pt x="98" y="174"/>
                </a:lnTo>
                <a:lnTo>
                  <a:pt x="99" y="174"/>
                </a:lnTo>
                <a:lnTo>
                  <a:pt x="100" y="175"/>
                </a:lnTo>
                <a:lnTo>
                  <a:pt x="101" y="175"/>
                </a:lnTo>
                <a:lnTo>
                  <a:pt x="103" y="175"/>
                </a:lnTo>
                <a:lnTo>
                  <a:pt x="104" y="175"/>
                </a:lnTo>
                <a:lnTo>
                  <a:pt x="106" y="176"/>
                </a:lnTo>
                <a:lnTo>
                  <a:pt x="107" y="176"/>
                </a:lnTo>
                <a:lnTo>
                  <a:pt x="106" y="178"/>
                </a:lnTo>
                <a:lnTo>
                  <a:pt x="105" y="178"/>
                </a:lnTo>
                <a:lnTo>
                  <a:pt x="104" y="178"/>
                </a:lnTo>
                <a:lnTo>
                  <a:pt x="99" y="177"/>
                </a:lnTo>
                <a:lnTo>
                  <a:pt x="99" y="179"/>
                </a:lnTo>
                <a:lnTo>
                  <a:pt x="106" y="180"/>
                </a:lnTo>
                <a:lnTo>
                  <a:pt x="105" y="182"/>
                </a:lnTo>
                <a:lnTo>
                  <a:pt x="101" y="181"/>
                </a:lnTo>
                <a:lnTo>
                  <a:pt x="96" y="180"/>
                </a:lnTo>
                <a:lnTo>
                  <a:pt x="95" y="180"/>
                </a:lnTo>
                <a:lnTo>
                  <a:pt x="95" y="179"/>
                </a:lnTo>
                <a:lnTo>
                  <a:pt x="94" y="181"/>
                </a:lnTo>
                <a:lnTo>
                  <a:pt x="93" y="181"/>
                </a:lnTo>
                <a:lnTo>
                  <a:pt x="92" y="184"/>
                </a:lnTo>
                <a:lnTo>
                  <a:pt x="91" y="186"/>
                </a:lnTo>
                <a:lnTo>
                  <a:pt x="91" y="187"/>
                </a:lnTo>
                <a:lnTo>
                  <a:pt x="91" y="189"/>
                </a:lnTo>
                <a:lnTo>
                  <a:pt x="90" y="189"/>
                </a:lnTo>
                <a:lnTo>
                  <a:pt x="90" y="190"/>
                </a:lnTo>
                <a:lnTo>
                  <a:pt x="91" y="190"/>
                </a:lnTo>
                <a:lnTo>
                  <a:pt x="91" y="191"/>
                </a:lnTo>
                <a:lnTo>
                  <a:pt x="92" y="191"/>
                </a:lnTo>
                <a:lnTo>
                  <a:pt x="91" y="191"/>
                </a:lnTo>
                <a:lnTo>
                  <a:pt x="91" y="192"/>
                </a:lnTo>
                <a:lnTo>
                  <a:pt x="92" y="193"/>
                </a:lnTo>
                <a:lnTo>
                  <a:pt x="93" y="192"/>
                </a:lnTo>
                <a:lnTo>
                  <a:pt x="93" y="194"/>
                </a:lnTo>
                <a:lnTo>
                  <a:pt x="94" y="195"/>
                </a:lnTo>
                <a:lnTo>
                  <a:pt x="94" y="198"/>
                </a:lnTo>
                <a:lnTo>
                  <a:pt x="95" y="198"/>
                </a:lnTo>
                <a:lnTo>
                  <a:pt x="95" y="195"/>
                </a:lnTo>
                <a:lnTo>
                  <a:pt x="95" y="194"/>
                </a:lnTo>
                <a:lnTo>
                  <a:pt x="96" y="192"/>
                </a:lnTo>
                <a:lnTo>
                  <a:pt x="101" y="191"/>
                </a:lnTo>
                <a:lnTo>
                  <a:pt x="101" y="192"/>
                </a:lnTo>
                <a:lnTo>
                  <a:pt x="103" y="196"/>
                </a:lnTo>
                <a:lnTo>
                  <a:pt x="104" y="196"/>
                </a:lnTo>
                <a:lnTo>
                  <a:pt x="104" y="192"/>
                </a:lnTo>
                <a:lnTo>
                  <a:pt x="105" y="192"/>
                </a:lnTo>
                <a:lnTo>
                  <a:pt x="107" y="202"/>
                </a:lnTo>
                <a:lnTo>
                  <a:pt x="107" y="203"/>
                </a:lnTo>
                <a:lnTo>
                  <a:pt x="95" y="205"/>
                </a:lnTo>
                <a:lnTo>
                  <a:pt x="95" y="203"/>
                </a:lnTo>
                <a:lnTo>
                  <a:pt x="92" y="204"/>
                </a:lnTo>
                <a:lnTo>
                  <a:pt x="92" y="205"/>
                </a:lnTo>
                <a:lnTo>
                  <a:pt x="92" y="206"/>
                </a:lnTo>
                <a:lnTo>
                  <a:pt x="93" y="206"/>
                </a:lnTo>
                <a:lnTo>
                  <a:pt x="93" y="208"/>
                </a:lnTo>
                <a:lnTo>
                  <a:pt x="94" y="208"/>
                </a:lnTo>
                <a:lnTo>
                  <a:pt x="95" y="208"/>
                </a:lnTo>
                <a:lnTo>
                  <a:pt x="95" y="209"/>
                </a:lnTo>
                <a:lnTo>
                  <a:pt x="95" y="210"/>
                </a:lnTo>
                <a:lnTo>
                  <a:pt x="95" y="211"/>
                </a:lnTo>
                <a:lnTo>
                  <a:pt x="94" y="211"/>
                </a:lnTo>
                <a:lnTo>
                  <a:pt x="93" y="211"/>
                </a:lnTo>
                <a:lnTo>
                  <a:pt x="92" y="211"/>
                </a:lnTo>
                <a:lnTo>
                  <a:pt x="92" y="212"/>
                </a:lnTo>
                <a:lnTo>
                  <a:pt x="91" y="212"/>
                </a:lnTo>
                <a:lnTo>
                  <a:pt x="90" y="212"/>
                </a:lnTo>
                <a:lnTo>
                  <a:pt x="89" y="212"/>
                </a:lnTo>
                <a:lnTo>
                  <a:pt x="89" y="211"/>
                </a:lnTo>
                <a:lnTo>
                  <a:pt x="89" y="212"/>
                </a:lnTo>
                <a:lnTo>
                  <a:pt x="88" y="212"/>
                </a:lnTo>
                <a:lnTo>
                  <a:pt x="88" y="213"/>
                </a:lnTo>
                <a:lnTo>
                  <a:pt x="89" y="213"/>
                </a:lnTo>
                <a:lnTo>
                  <a:pt x="87" y="214"/>
                </a:lnTo>
                <a:lnTo>
                  <a:pt x="87" y="213"/>
                </a:lnTo>
                <a:lnTo>
                  <a:pt x="87" y="212"/>
                </a:lnTo>
                <a:lnTo>
                  <a:pt x="86" y="212"/>
                </a:lnTo>
                <a:lnTo>
                  <a:pt x="86" y="213"/>
                </a:lnTo>
                <a:lnTo>
                  <a:pt x="85" y="212"/>
                </a:lnTo>
                <a:lnTo>
                  <a:pt x="84" y="212"/>
                </a:lnTo>
                <a:lnTo>
                  <a:pt x="83" y="212"/>
                </a:lnTo>
                <a:lnTo>
                  <a:pt x="82" y="212"/>
                </a:lnTo>
                <a:lnTo>
                  <a:pt x="82" y="213"/>
                </a:lnTo>
                <a:lnTo>
                  <a:pt x="83" y="213"/>
                </a:lnTo>
                <a:lnTo>
                  <a:pt x="82" y="213"/>
                </a:lnTo>
                <a:lnTo>
                  <a:pt x="81" y="214"/>
                </a:lnTo>
                <a:lnTo>
                  <a:pt x="79" y="214"/>
                </a:lnTo>
                <a:lnTo>
                  <a:pt x="79" y="215"/>
                </a:lnTo>
                <a:lnTo>
                  <a:pt x="78" y="215"/>
                </a:lnTo>
                <a:lnTo>
                  <a:pt x="77" y="216"/>
                </a:lnTo>
                <a:lnTo>
                  <a:pt x="76" y="217"/>
                </a:lnTo>
                <a:lnTo>
                  <a:pt x="76" y="216"/>
                </a:lnTo>
                <a:lnTo>
                  <a:pt x="75" y="217"/>
                </a:lnTo>
                <a:lnTo>
                  <a:pt x="75" y="218"/>
                </a:lnTo>
                <a:lnTo>
                  <a:pt x="76" y="218"/>
                </a:lnTo>
                <a:lnTo>
                  <a:pt x="75" y="219"/>
                </a:lnTo>
                <a:lnTo>
                  <a:pt x="74" y="219"/>
                </a:lnTo>
                <a:lnTo>
                  <a:pt x="74" y="220"/>
                </a:lnTo>
                <a:lnTo>
                  <a:pt x="73" y="220"/>
                </a:lnTo>
                <a:lnTo>
                  <a:pt x="72" y="221"/>
                </a:lnTo>
                <a:lnTo>
                  <a:pt x="72" y="220"/>
                </a:lnTo>
                <a:lnTo>
                  <a:pt x="72" y="219"/>
                </a:lnTo>
                <a:lnTo>
                  <a:pt x="72" y="218"/>
                </a:lnTo>
                <a:lnTo>
                  <a:pt x="71" y="219"/>
                </a:lnTo>
                <a:lnTo>
                  <a:pt x="71" y="220"/>
                </a:lnTo>
                <a:lnTo>
                  <a:pt x="71" y="221"/>
                </a:lnTo>
                <a:lnTo>
                  <a:pt x="70" y="221"/>
                </a:lnTo>
                <a:lnTo>
                  <a:pt x="69" y="221"/>
                </a:lnTo>
                <a:lnTo>
                  <a:pt x="68" y="221"/>
                </a:lnTo>
                <a:lnTo>
                  <a:pt x="67" y="222"/>
                </a:lnTo>
                <a:lnTo>
                  <a:pt x="66" y="223"/>
                </a:lnTo>
                <a:lnTo>
                  <a:pt x="66" y="222"/>
                </a:lnTo>
                <a:lnTo>
                  <a:pt x="66" y="221"/>
                </a:lnTo>
                <a:lnTo>
                  <a:pt x="65" y="221"/>
                </a:lnTo>
                <a:lnTo>
                  <a:pt x="65" y="222"/>
                </a:lnTo>
                <a:lnTo>
                  <a:pt x="64" y="222"/>
                </a:lnTo>
                <a:lnTo>
                  <a:pt x="63" y="223"/>
                </a:lnTo>
                <a:lnTo>
                  <a:pt x="62" y="223"/>
                </a:lnTo>
                <a:lnTo>
                  <a:pt x="62" y="222"/>
                </a:lnTo>
                <a:lnTo>
                  <a:pt x="61" y="223"/>
                </a:lnTo>
                <a:lnTo>
                  <a:pt x="60" y="222"/>
                </a:lnTo>
                <a:lnTo>
                  <a:pt x="59" y="220"/>
                </a:lnTo>
                <a:lnTo>
                  <a:pt x="60" y="220"/>
                </a:lnTo>
                <a:lnTo>
                  <a:pt x="61" y="219"/>
                </a:lnTo>
                <a:lnTo>
                  <a:pt x="60" y="220"/>
                </a:lnTo>
                <a:lnTo>
                  <a:pt x="59" y="220"/>
                </a:lnTo>
                <a:lnTo>
                  <a:pt x="60" y="218"/>
                </a:lnTo>
                <a:lnTo>
                  <a:pt x="61" y="218"/>
                </a:lnTo>
                <a:lnTo>
                  <a:pt x="61" y="217"/>
                </a:lnTo>
                <a:lnTo>
                  <a:pt x="60" y="216"/>
                </a:lnTo>
                <a:lnTo>
                  <a:pt x="60" y="215"/>
                </a:lnTo>
                <a:lnTo>
                  <a:pt x="59" y="215"/>
                </a:lnTo>
                <a:lnTo>
                  <a:pt x="58" y="215"/>
                </a:lnTo>
                <a:lnTo>
                  <a:pt x="58" y="214"/>
                </a:lnTo>
                <a:lnTo>
                  <a:pt x="57" y="214"/>
                </a:lnTo>
                <a:lnTo>
                  <a:pt x="57" y="213"/>
                </a:lnTo>
                <a:lnTo>
                  <a:pt x="57" y="212"/>
                </a:lnTo>
                <a:lnTo>
                  <a:pt x="56" y="212"/>
                </a:lnTo>
                <a:lnTo>
                  <a:pt x="56" y="213"/>
                </a:lnTo>
                <a:lnTo>
                  <a:pt x="56" y="214"/>
                </a:lnTo>
                <a:lnTo>
                  <a:pt x="55" y="214"/>
                </a:lnTo>
                <a:lnTo>
                  <a:pt x="55" y="215"/>
                </a:lnTo>
                <a:lnTo>
                  <a:pt x="54" y="216"/>
                </a:lnTo>
                <a:lnTo>
                  <a:pt x="52" y="216"/>
                </a:lnTo>
                <a:lnTo>
                  <a:pt x="52" y="217"/>
                </a:lnTo>
                <a:lnTo>
                  <a:pt x="51" y="217"/>
                </a:lnTo>
                <a:lnTo>
                  <a:pt x="51" y="216"/>
                </a:lnTo>
                <a:lnTo>
                  <a:pt x="51" y="217"/>
                </a:lnTo>
                <a:lnTo>
                  <a:pt x="51" y="216"/>
                </a:lnTo>
                <a:lnTo>
                  <a:pt x="50" y="216"/>
                </a:lnTo>
                <a:lnTo>
                  <a:pt x="50" y="217"/>
                </a:lnTo>
                <a:lnTo>
                  <a:pt x="50" y="218"/>
                </a:lnTo>
                <a:lnTo>
                  <a:pt x="49" y="218"/>
                </a:lnTo>
                <a:lnTo>
                  <a:pt x="49" y="219"/>
                </a:lnTo>
                <a:lnTo>
                  <a:pt x="48" y="219"/>
                </a:lnTo>
                <a:lnTo>
                  <a:pt x="47" y="219"/>
                </a:lnTo>
                <a:lnTo>
                  <a:pt x="47" y="220"/>
                </a:lnTo>
                <a:lnTo>
                  <a:pt x="47" y="221"/>
                </a:lnTo>
                <a:lnTo>
                  <a:pt x="46" y="221"/>
                </a:lnTo>
                <a:lnTo>
                  <a:pt x="45" y="221"/>
                </a:lnTo>
                <a:lnTo>
                  <a:pt x="45" y="220"/>
                </a:lnTo>
                <a:lnTo>
                  <a:pt x="45" y="219"/>
                </a:lnTo>
                <a:lnTo>
                  <a:pt x="44" y="219"/>
                </a:lnTo>
                <a:lnTo>
                  <a:pt x="44" y="220"/>
                </a:lnTo>
                <a:lnTo>
                  <a:pt x="44" y="219"/>
                </a:lnTo>
                <a:lnTo>
                  <a:pt x="43" y="219"/>
                </a:lnTo>
                <a:lnTo>
                  <a:pt x="42" y="219"/>
                </a:lnTo>
                <a:lnTo>
                  <a:pt x="42" y="218"/>
                </a:lnTo>
                <a:lnTo>
                  <a:pt x="42" y="217"/>
                </a:lnTo>
                <a:lnTo>
                  <a:pt x="41" y="216"/>
                </a:lnTo>
                <a:lnTo>
                  <a:pt x="41" y="215"/>
                </a:lnTo>
                <a:lnTo>
                  <a:pt x="40" y="215"/>
                </a:lnTo>
                <a:lnTo>
                  <a:pt x="40" y="214"/>
                </a:lnTo>
                <a:lnTo>
                  <a:pt x="40" y="213"/>
                </a:lnTo>
                <a:lnTo>
                  <a:pt x="40" y="212"/>
                </a:lnTo>
                <a:lnTo>
                  <a:pt x="40" y="211"/>
                </a:lnTo>
                <a:lnTo>
                  <a:pt x="40" y="210"/>
                </a:lnTo>
                <a:lnTo>
                  <a:pt x="41" y="210"/>
                </a:lnTo>
                <a:lnTo>
                  <a:pt x="41" y="209"/>
                </a:lnTo>
                <a:lnTo>
                  <a:pt x="40" y="209"/>
                </a:lnTo>
                <a:lnTo>
                  <a:pt x="39" y="209"/>
                </a:lnTo>
                <a:lnTo>
                  <a:pt x="40" y="209"/>
                </a:lnTo>
                <a:lnTo>
                  <a:pt x="39" y="209"/>
                </a:lnTo>
                <a:lnTo>
                  <a:pt x="38" y="209"/>
                </a:lnTo>
                <a:lnTo>
                  <a:pt x="38" y="208"/>
                </a:lnTo>
                <a:lnTo>
                  <a:pt x="38" y="209"/>
                </a:lnTo>
                <a:lnTo>
                  <a:pt x="38" y="208"/>
                </a:lnTo>
                <a:lnTo>
                  <a:pt x="38" y="206"/>
                </a:lnTo>
                <a:lnTo>
                  <a:pt x="35" y="207"/>
                </a:lnTo>
                <a:lnTo>
                  <a:pt x="35" y="209"/>
                </a:lnTo>
                <a:lnTo>
                  <a:pt x="34" y="209"/>
                </a:lnTo>
                <a:lnTo>
                  <a:pt x="33" y="209"/>
                </a:lnTo>
                <a:lnTo>
                  <a:pt x="33" y="208"/>
                </a:lnTo>
                <a:lnTo>
                  <a:pt x="30" y="209"/>
                </a:lnTo>
                <a:lnTo>
                  <a:pt x="29" y="209"/>
                </a:lnTo>
                <a:lnTo>
                  <a:pt x="29" y="210"/>
                </a:lnTo>
                <a:lnTo>
                  <a:pt x="27" y="210"/>
                </a:lnTo>
                <a:lnTo>
                  <a:pt x="27" y="211"/>
                </a:lnTo>
                <a:lnTo>
                  <a:pt x="26" y="211"/>
                </a:lnTo>
                <a:lnTo>
                  <a:pt x="26" y="210"/>
                </a:lnTo>
                <a:lnTo>
                  <a:pt x="25" y="210"/>
                </a:lnTo>
                <a:lnTo>
                  <a:pt x="25" y="211"/>
                </a:lnTo>
                <a:lnTo>
                  <a:pt x="24" y="211"/>
                </a:lnTo>
                <a:lnTo>
                  <a:pt x="23" y="211"/>
                </a:lnTo>
                <a:lnTo>
                  <a:pt x="22" y="211"/>
                </a:lnTo>
                <a:lnTo>
                  <a:pt x="22" y="210"/>
                </a:lnTo>
                <a:lnTo>
                  <a:pt x="21" y="210"/>
                </a:lnTo>
                <a:lnTo>
                  <a:pt x="22" y="210"/>
                </a:lnTo>
                <a:lnTo>
                  <a:pt x="22" y="209"/>
                </a:lnTo>
                <a:lnTo>
                  <a:pt x="21" y="209"/>
                </a:lnTo>
                <a:lnTo>
                  <a:pt x="21" y="208"/>
                </a:lnTo>
                <a:lnTo>
                  <a:pt x="21" y="207"/>
                </a:lnTo>
                <a:lnTo>
                  <a:pt x="20" y="207"/>
                </a:lnTo>
                <a:lnTo>
                  <a:pt x="20" y="206"/>
                </a:lnTo>
                <a:lnTo>
                  <a:pt x="21" y="206"/>
                </a:lnTo>
                <a:lnTo>
                  <a:pt x="21" y="205"/>
                </a:lnTo>
                <a:lnTo>
                  <a:pt x="21" y="204"/>
                </a:lnTo>
                <a:lnTo>
                  <a:pt x="20" y="204"/>
                </a:lnTo>
                <a:lnTo>
                  <a:pt x="20" y="203"/>
                </a:lnTo>
                <a:lnTo>
                  <a:pt x="20" y="204"/>
                </a:lnTo>
                <a:lnTo>
                  <a:pt x="19" y="204"/>
                </a:lnTo>
                <a:lnTo>
                  <a:pt x="17" y="204"/>
                </a:lnTo>
                <a:lnTo>
                  <a:pt x="14" y="204"/>
                </a:lnTo>
                <a:lnTo>
                  <a:pt x="13" y="204"/>
                </a:lnTo>
                <a:lnTo>
                  <a:pt x="13" y="205"/>
                </a:lnTo>
                <a:lnTo>
                  <a:pt x="12" y="205"/>
                </a:lnTo>
                <a:lnTo>
                  <a:pt x="11" y="205"/>
                </a:lnTo>
                <a:lnTo>
                  <a:pt x="10" y="205"/>
                </a:lnTo>
                <a:lnTo>
                  <a:pt x="10" y="204"/>
                </a:lnTo>
                <a:lnTo>
                  <a:pt x="9" y="203"/>
                </a:lnTo>
                <a:lnTo>
                  <a:pt x="8" y="204"/>
                </a:lnTo>
                <a:lnTo>
                  <a:pt x="8" y="203"/>
                </a:lnTo>
                <a:lnTo>
                  <a:pt x="8" y="201"/>
                </a:lnTo>
                <a:lnTo>
                  <a:pt x="8" y="200"/>
                </a:lnTo>
                <a:lnTo>
                  <a:pt x="7" y="200"/>
                </a:lnTo>
                <a:lnTo>
                  <a:pt x="7" y="199"/>
                </a:lnTo>
                <a:lnTo>
                  <a:pt x="7" y="198"/>
                </a:lnTo>
                <a:lnTo>
                  <a:pt x="7" y="197"/>
                </a:lnTo>
                <a:lnTo>
                  <a:pt x="7" y="196"/>
                </a:lnTo>
                <a:lnTo>
                  <a:pt x="7" y="194"/>
                </a:lnTo>
                <a:lnTo>
                  <a:pt x="7" y="193"/>
                </a:lnTo>
                <a:lnTo>
                  <a:pt x="7" y="194"/>
                </a:lnTo>
                <a:lnTo>
                  <a:pt x="7" y="193"/>
                </a:lnTo>
                <a:lnTo>
                  <a:pt x="7" y="192"/>
                </a:lnTo>
                <a:lnTo>
                  <a:pt x="6" y="191"/>
                </a:lnTo>
                <a:lnTo>
                  <a:pt x="5" y="191"/>
                </a:lnTo>
                <a:lnTo>
                  <a:pt x="4" y="191"/>
                </a:lnTo>
                <a:lnTo>
                  <a:pt x="4" y="190"/>
                </a:lnTo>
                <a:lnTo>
                  <a:pt x="4" y="189"/>
                </a:lnTo>
                <a:lnTo>
                  <a:pt x="4" y="188"/>
                </a:lnTo>
                <a:lnTo>
                  <a:pt x="4" y="187"/>
                </a:lnTo>
                <a:lnTo>
                  <a:pt x="4" y="186"/>
                </a:lnTo>
                <a:lnTo>
                  <a:pt x="4" y="185"/>
                </a:lnTo>
                <a:lnTo>
                  <a:pt x="3" y="185"/>
                </a:lnTo>
                <a:lnTo>
                  <a:pt x="2" y="185"/>
                </a:lnTo>
                <a:lnTo>
                  <a:pt x="2" y="184"/>
                </a:lnTo>
                <a:lnTo>
                  <a:pt x="2" y="181"/>
                </a:lnTo>
                <a:lnTo>
                  <a:pt x="2" y="180"/>
                </a:lnTo>
                <a:lnTo>
                  <a:pt x="2" y="179"/>
                </a:lnTo>
                <a:lnTo>
                  <a:pt x="3" y="178"/>
                </a:lnTo>
                <a:lnTo>
                  <a:pt x="3" y="177"/>
                </a:lnTo>
                <a:lnTo>
                  <a:pt x="3" y="176"/>
                </a:lnTo>
                <a:lnTo>
                  <a:pt x="3" y="175"/>
                </a:lnTo>
                <a:lnTo>
                  <a:pt x="4" y="174"/>
                </a:lnTo>
                <a:lnTo>
                  <a:pt x="4" y="173"/>
                </a:lnTo>
                <a:lnTo>
                  <a:pt x="5" y="172"/>
                </a:lnTo>
                <a:lnTo>
                  <a:pt x="5" y="171"/>
                </a:lnTo>
                <a:lnTo>
                  <a:pt x="5" y="170"/>
                </a:lnTo>
                <a:lnTo>
                  <a:pt x="5" y="169"/>
                </a:lnTo>
                <a:lnTo>
                  <a:pt x="5" y="167"/>
                </a:lnTo>
                <a:lnTo>
                  <a:pt x="4" y="167"/>
                </a:lnTo>
                <a:lnTo>
                  <a:pt x="5" y="165"/>
                </a:lnTo>
                <a:lnTo>
                  <a:pt x="6" y="165"/>
                </a:lnTo>
                <a:lnTo>
                  <a:pt x="7" y="165"/>
                </a:lnTo>
                <a:lnTo>
                  <a:pt x="7" y="164"/>
                </a:lnTo>
                <a:lnTo>
                  <a:pt x="7" y="163"/>
                </a:lnTo>
                <a:lnTo>
                  <a:pt x="8" y="163"/>
                </a:lnTo>
                <a:lnTo>
                  <a:pt x="8" y="164"/>
                </a:lnTo>
                <a:lnTo>
                  <a:pt x="7" y="164"/>
                </a:lnTo>
                <a:lnTo>
                  <a:pt x="7" y="165"/>
                </a:lnTo>
                <a:lnTo>
                  <a:pt x="8" y="165"/>
                </a:lnTo>
                <a:lnTo>
                  <a:pt x="8" y="164"/>
                </a:lnTo>
                <a:lnTo>
                  <a:pt x="9" y="164"/>
                </a:lnTo>
                <a:lnTo>
                  <a:pt x="10" y="164"/>
                </a:lnTo>
                <a:lnTo>
                  <a:pt x="11" y="164"/>
                </a:lnTo>
                <a:lnTo>
                  <a:pt x="11" y="165"/>
                </a:lnTo>
                <a:lnTo>
                  <a:pt x="12" y="164"/>
                </a:lnTo>
                <a:lnTo>
                  <a:pt x="13" y="164"/>
                </a:lnTo>
                <a:lnTo>
                  <a:pt x="15" y="164"/>
                </a:lnTo>
                <a:lnTo>
                  <a:pt x="15" y="163"/>
                </a:lnTo>
                <a:lnTo>
                  <a:pt x="16" y="163"/>
                </a:lnTo>
                <a:lnTo>
                  <a:pt x="16" y="162"/>
                </a:lnTo>
                <a:lnTo>
                  <a:pt x="16" y="161"/>
                </a:lnTo>
                <a:lnTo>
                  <a:pt x="15" y="161"/>
                </a:lnTo>
                <a:lnTo>
                  <a:pt x="16" y="161"/>
                </a:lnTo>
                <a:lnTo>
                  <a:pt x="17" y="161"/>
                </a:lnTo>
                <a:lnTo>
                  <a:pt x="17" y="160"/>
                </a:lnTo>
                <a:lnTo>
                  <a:pt x="17" y="159"/>
                </a:lnTo>
                <a:lnTo>
                  <a:pt x="18" y="158"/>
                </a:lnTo>
                <a:lnTo>
                  <a:pt x="18" y="156"/>
                </a:lnTo>
                <a:lnTo>
                  <a:pt x="19" y="156"/>
                </a:lnTo>
                <a:lnTo>
                  <a:pt x="19" y="155"/>
                </a:lnTo>
                <a:lnTo>
                  <a:pt x="20" y="155"/>
                </a:lnTo>
                <a:lnTo>
                  <a:pt x="20" y="154"/>
                </a:lnTo>
                <a:lnTo>
                  <a:pt x="19" y="154"/>
                </a:lnTo>
                <a:lnTo>
                  <a:pt x="19" y="153"/>
                </a:lnTo>
                <a:lnTo>
                  <a:pt x="20" y="153"/>
                </a:lnTo>
                <a:lnTo>
                  <a:pt x="19" y="152"/>
                </a:lnTo>
                <a:lnTo>
                  <a:pt x="19" y="151"/>
                </a:lnTo>
                <a:lnTo>
                  <a:pt x="18" y="151"/>
                </a:lnTo>
                <a:lnTo>
                  <a:pt x="18" y="150"/>
                </a:lnTo>
                <a:lnTo>
                  <a:pt x="17" y="150"/>
                </a:lnTo>
                <a:lnTo>
                  <a:pt x="16" y="150"/>
                </a:lnTo>
                <a:lnTo>
                  <a:pt x="15" y="150"/>
                </a:lnTo>
                <a:lnTo>
                  <a:pt x="14" y="150"/>
                </a:lnTo>
                <a:lnTo>
                  <a:pt x="13" y="150"/>
                </a:lnTo>
                <a:lnTo>
                  <a:pt x="14" y="150"/>
                </a:lnTo>
                <a:lnTo>
                  <a:pt x="14" y="149"/>
                </a:lnTo>
                <a:lnTo>
                  <a:pt x="13" y="149"/>
                </a:lnTo>
                <a:lnTo>
                  <a:pt x="13" y="148"/>
                </a:lnTo>
                <a:lnTo>
                  <a:pt x="13" y="147"/>
                </a:lnTo>
                <a:lnTo>
                  <a:pt x="13" y="146"/>
                </a:lnTo>
                <a:lnTo>
                  <a:pt x="13" y="145"/>
                </a:lnTo>
                <a:lnTo>
                  <a:pt x="13" y="144"/>
                </a:lnTo>
                <a:lnTo>
                  <a:pt x="12" y="144"/>
                </a:lnTo>
                <a:lnTo>
                  <a:pt x="12" y="142"/>
                </a:lnTo>
                <a:lnTo>
                  <a:pt x="13" y="142"/>
                </a:lnTo>
                <a:lnTo>
                  <a:pt x="14" y="142"/>
                </a:lnTo>
                <a:lnTo>
                  <a:pt x="13" y="141"/>
                </a:lnTo>
                <a:lnTo>
                  <a:pt x="13" y="140"/>
                </a:lnTo>
                <a:lnTo>
                  <a:pt x="14" y="140"/>
                </a:lnTo>
                <a:lnTo>
                  <a:pt x="14" y="141"/>
                </a:lnTo>
                <a:lnTo>
                  <a:pt x="15" y="141"/>
                </a:lnTo>
                <a:lnTo>
                  <a:pt x="15" y="140"/>
                </a:lnTo>
                <a:lnTo>
                  <a:pt x="14" y="140"/>
                </a:lnTo>
                <a:lnTo>
                  <a:pt x="14" y="139"/>
                </a:lnTo>
                <a:lnTo>
                  <a:pt x="13" y="139"/>
                </a:lnTo>
                <a:lnTo>
                  <a:pt x="13" y="138"/>
                </a:lnTo>
                <a:lnTo>
                  <a:pt x="13" y="137"/>
                </a:lnTo>
                <a:lnTo>
                  <a:pt x="13" y="136"/>
                </a:lnTo>
                <a:lnTo>
                  <a:pt x="12" y="135"/>
                </a:lnTo>
                <a:lnTo>
                  <a:pt x="13" y="135"/>
                </a:lnTo>
                <a:lnTo>
                  <a:pt x="13" y="134"/>
                </a:lnTo>
                <a:lnTo>
                  <a:pt x="12" y="133"/>
                </a:lnTo>
                <a:lnTo>
                  <a:pt x="12" y="132"/>
                </a:lnTo>
                <a:lnTo>
                  <a:pt x="12" y="131"/>
                </a:lnTo>
                <a:lnTo>
                  <a:pt x="13" y="131"/>
                </a:lnTo>
                <a:lnTo>
                  <a:pt x="13" y="130"/>
                </a:lnTo>
                <a:lnTo>
                  <a:pt x="13" y="129"/>
                </a:lnTo>
                <a:lnTo>
                  <a:pt x="13" y="128"/>
                </a:lnTo>
                <a:lnTo>
                  <a:pt x="13" y="127"/>
                </a:lnTo>
                <a:lnTo>
                  <a:pt x="13" y="126"/>
                </a:lnTo>
                <a:lnTo>
                  <a:pt x="12" y="126"/>
                </a:lnTo>
                <a:lnTo>
                  <a:pt x="11" y="126"/>
                </a:lnTo>
                <a:lnTo>
                  <a:pt x="11" y="125"/>
                </a:lnTo>
                <a:lnTo>
                  <a:pt x="11" y="124"/>
                </a:lnTo>
                <a:lnTo>
                  <a:pt x="12" y="124"/>
                </a:lnTo>
                <a:lnTo>
                  <a:pt x="11" y="124"/>
                </a:lnTo>
                <a:lnTo>
                  <a:pt x="10" y="124"/>
                </a:lnTo>
                <a:lnTo>
                  <a:pt x="10" y="125"/>
                </a:lnTo>
                <a:lnTo>
                  <a:pt x="9" y="126"/>
                </a:lnTo>
                <a:lnTo>
                  <a:pt x="8" y="126"/>
                </a:lnTo>
                <a:lnTo>
                  <a:pt x="7" y="127"/>
                </a:lnTo>
                <a:lnTo>
                  <a:pt x="7" y="126"/>
                </a:lnTo>
                <a:lnTo>
                  <a:pt x="7" y="125"/>
                </a:lnTo>
                <a:lnTo>
                  <a:pt x="6" y="125"/>
                </a:lnTo>
                <a:lnTo>
                  <a:pt x="6" y="124"/>
                </a:lnTo>
                <a:lnTo>
                  <a:pt x="7" y="124"/>
                </a:lnTo>
                <a:lnTo>
                  <a:pt x="8" y="123"/>
                </a:lnTo>
                <a:lnTo>
                  <a:pt x="7" y="123"/>
                </a:lnTo>
                <a:lnTo>
                  <a:pt x="7" y="124"/>
                </a:lnTo>
                <a:lnTo>
                  <a:pt x="6" y="123"/>
                </a:lnTo>
                <a:lnTo>
                  <a:pt x="6" y="122"/>
                </a:lnTo>
                <a:lnTo>
                  <a:pt x="7" y="122"/>
                </a:lnTo>
                <a:lnTo>
                  <a:pt x="8" y="121"/>
                </a:lnTo>
                <a:lnTo>
                  <a:pt x="7" y="120"/>
                </a:lnTo>
                <a:lnTo>
                  <a:pt x="7" y="119"/>
                </a:lnTo>
                <a:lnTo>
                  <a:pt x="7" y="118"/>
                </a:lnTo>
                <a:lnTo>
                  <a:pt x="7" y="117"/>
                </a:lnTo>
                <a:lnTo>
                  <a:pt x="8" y="117"/>
                </a:lnTo>
                <a:lnTo>
                  <a:pt x="8" y="116"/>
                </a:lnTo>
                <a:lnTo>
                  <a:pt x="9" y="115"/>
                </a:lnTo>
                <a:lnTo>
                  <a:pt x="10" y="115"/>
                </a:lnTo>
                <a:lnTo>
                  <a:pt x="10" y="114"/>
                </a:lnTo>
                <a:lnTo>
                  <a:pt x="9" y="113"/>
                </a:lnTo>
                <a:lnTo>
                  <a:pt x="8" y="113"/>
                </a:lnTo>
                <a:lnTo>
                  <a:pt x="7" y="113"/>
                </a:lnTo>
                <a:lnTo>
                  <a:pt x="7" y="114"/>
                </a:lnTo>
                <a:lnTo>
                  <a:pt x="6" y="114"/>
                </a:lnTo>
                <a:lnTo>
                  <a:pt x="5" y="114"/>
                </a:lnTo>
                <a:lnTo>
                  <a:pt x="5" y="113"/>
                </a:lnTo>
                <a:lnTo>
                  <a:pt x="4" y="112"/>
                </a:lnTo>
                <a:lnTo>
                  <a:pt x="4" y="113"/>
                </a:lnTo>
                <a:lnTo>
                  <a:pt x="3" y="113"/>
                </a:lnTo>
                <a:lnTo>
                  <a:pt x="2" y="113"/>
                </a:lnTo>
                <a:lnTo>
                  <a:pt x="2" y="112"/>
                </a:lnTo>
                <a:lnTo>
                  <a:pt x="2" y="113"/>
                </a:lnTo>
                <a:lnTo>
                  <a:pt x="2" y="112"/>
                </a:lnTo>
                <a:lnTo>
                  <a:pt x="2" y="111"/>
                </a:lnTo>
                <a:lnTo>
                  <a:pt x="1" y="111"/>
                </a:lnTo>
                <a:lnTo>
                  <a:pt x="1" y="110"/>
                </a:lnTo>
                <a:lnTo>
                  <a:pt x="2" y="110"/>
                </a:lnTo>
                <a:lnTo>
                  <a:pt x="2" y="109"/>
                </a:lnTo>
                <a:lnTo>
                  <a:pt x="3" y="109"/>
                </a:lnTo>
                <a:lnTo>
                  <a:pt x="4" y="108"/>
                </a:lnTo>
                <a:lnTo>
                  <a:pt x="3" y="106"/>
                </a:lnTo>
                <a:lnTo>
                  <a:pt x="3" y="105"/>
                </a:lnTo>
                <a:lnTo>
                  <a:pt x="4" y="104"/>
                </a:lnTo>
                <a:lnTo>
                  <a:pt x="4" y="102"/>
                </a:lnTo>
                <a:lnTo>
                  <a:pt x="4" y="101"/>
                </a:lnTo>
                <a:lnTo>
                  <a:pt x="3" y="101"/>
                </a:lnTo>
                <a:lnTo>
                  <a:pt x="3" y="102"/>
                </a:lnTo>
                <a:lnTo>
                  <a:pt x="2" y="102"/>
                </a:lnTo>
                <a:lnTo>
                  <a:pt x="1" y="101"/>
                </a:lnTo>
                <a:lnTo>
                  <a:pt x="1" y="100"/>
                </a:lnTo>
                <a:lnTo>
                  <a:pt x="0" y="100"/>
                </a:lnTo>
                <a:lnTo>
                  <a:pt x="0" y="99"/>
                </a:lnTo>
                <a:lnTo>
                  <a:pt x="0" y="98"/>
                </a:lnTo>
                <a:lnTo>
                  <a:pt x="1" y="97"/>
                </a:lnTo>
                <a:lnTo>
                  <a:pt x="2" y="96"/>
                </a:lnTo>
                <a:lnTo>
                  <a:pt x="1" y="95"/>
                </a:lnTo>
                <a:lnTo>
                  <a:pt x="0" y="94"/>
                </a:lnTo>
                <a:lnTo>
                  <a:pt x="1" y="93"/>
                </a:lnTo>
                <a:lnTo>
                  <a:pt x="1" y="94"/>
                </a:lnTo>
                <a:lnTo>
                  <a:pt x="1" y="93"/>
                </a:lnTo>
                <a:lnTo>
                  <a:pt x="0" y="93"/>
                </a:lnTo>
                <a:lnTo>
                  <a:pt x="1" y="92"/>
                </a:lnTo>
                <a:lnTo>
                  <a:pt x="1" y="93"/>
                </a:lnTo>
                <a:lnTo>
                  <a:pt x="2" y="93"/>
                </a:lnTo>
                <a:lnTo>
                  <a:pt x="2" y="92"/>
                </a:lnTo>
                <a:lnTo>
                  <a:pt x="1" y="91"/>
                </a:lnTo>
                <a:lnTo>
                  <a:pt x="2" y="90"/>
                </a:lnTo>
                <a:lnTo>
                  <a:pt x="2" y="91"/>
                </a:lnTo>
                <a:lnTo>
                  <a:pt x="3" y="91"/>
                </a:lnTo>
                <a:lnTo>
                  <a:pt x="3" y="90"/>
                </a:lnTo>
                <a:lnTo>
                  <a:pt x="4" y="90"/>
                </a:lnTo>
                <a:lnTo>
                  <a:pt x="3" y="90"/>
                </a:lnTo>
                <a:lnTo>
                  <a:pt x="3" y="89"/>
                </a:lnTo>
                <a:lnTo>
                  <a:pt x="2" y="89"/>
                </a:lnTo>
                <a:lnTo>
                  <a:pt x="2" y="88"/>
                </a:lnTo>
                <a:lnTo>
                  <a:pt x="3" y="87"/>
                </a:lnTo>
                <a:lnTo>
                  <a:pt x="3" y="86"/>
                </a:lnTo>
                <a:lnTo>
                  <a:pt x="4" y="86"/>
                </a:lnTo>
                <a:lnTo>
                  <a:pt x="5" y="86"/>
                </a:lnTo>
                <a:lnTo>
                  <a:pt x="4" y="86"/>
                </a:lnTo>
                <a:lnTo>
                  <a:pt x="4" y="85"/>
                </a:lnTo>
                <a:lnTo>
                  <a:pt x="4" y="84"/>
                </a:lnTo>
                <a:lnTo>
                  <a:pt x="5" y="84"/>
                </a:lnTo>
                <a:lnTo>
                  <a:pt x="5" y="83"/>
                </a:lnTo>
                <a:lnTo>
                  <a:pt x="6" y="83"/>
                </a:lnTo>
                <a:lnTo>
                  <a:pt x="7" y="83"/>
                </a:lnTo>
                <a:lnTo>
                  <a:pt x="7" y="82"/>
                </a:lnTo>
                <a:lnTo>
                  <a:pt x="8" y="82"/>
                </a:lnTo>
                <a:lnTo>
                  <a:pt x="9" y="82"/>
                </a:lnTo>
                <a:lnTo>
                  <a:pt x="9" y="81"/>
                </a:lnTo>
                <a:lnTo>
                  <a:pt x="10" y="81"/>
                </a:lnTo>
                <a:lnTo>
                  <a:pt x="9" y="80"/>
                </a:lnTo>
                <a:lnTo>
                  <a:pt x="10" y="80"/>
                </a:lnTo>
                <a:lnTo>
                  <a:pt x="10" y="79"/>
                </a:lnTo>
                <a:lnTo>
                  <a:pt x="10" y="78"/>
                </a:lnTo>
                <a:lnTo>
                  <a:pt x="12" y="78"/>
                </a:lnTo>
                <a:lnTo>
                  <a:pt x="13" y="78"/>
                </a:lnTo>
                <a:lnTo>
                  <a:pt x="14" y="78"/>
                </a:lnTo>
                <a:lnTo>
                  <a:pt x="14" y="79"/>
                </a:lnTo>
                <a:lnTo>
                  <a:pt x="13" y="79"/>
                </a:lnTo>
                <a:lnTo>
                  <a:pt x="13" y="80"/>
                </a:lnTo>
                <a:lnTo>
                  <a:pt x="13" y="81"/>
                </a:lnTo>
                <a:lnTo>
                  <a:pt x="14" y="81"/>
                </a:lnTo>
                <a:lnTo>
                  <a:pt x="14" y="82"/>
                </a:lnTo>
                <a:lnTo>
                  <a:pt x="15" y="82"/>
                </a:lnTo>
                <a:lnTo>
                  <a:pt x="15" y="83"/>
                </a:lnTo>
                <a:lnTo>
                  <a:pt x="14" y="83"/>
                </a:lnTo>
                <a:lnTo>
                  <a:pt x="14" y="84"/>
                </a:lnTo>
                <a:lnTo>
                  <a:pt x="15" y="84"/>
                </a:lnTo>
                <a:lnTo>
                  <a:pt x="15" y="85"/>
                </a:lnTo>
                <a:lnTo>
                  <a:pt x="15" y="86"/>
                </a:lnTo>
                <a:lnTo>
                  <a:pt x="16" y="86"/>
                </a:lnTo>
                <a:lnTo>
                  <a:pt x="16" y="85"/>
                </a:lnTo>
                <a:lnTo>
                  <a:pt x="17" y="85"/>
                </a:lnTo>
                <a:lnTo>
                  <a:pt x="17" y="86"/>
                </a:lnTo>
                <a:lnTo>
                  <a:pt x="18" y="86"/>
                </a:lnTo>
                <a:lnTo>
                  <a:pt x="19" y="85"/>
                </a:lnTo>
                <a:lnTo>
                  <a:pt x="20" y="84"/>
                </a:lnTo>
                <a:lnTo>
                  <a:pt x="21" y="84"/>
                </a:lnTo>
                <a:lnTo>
                  <a:pt x="22" y="84"/>
                </a:lnTo>
                <a:lnTo>
                  <a:pt x="23" y="84"/>
                </a:lnTo>
                <a:lnTo>
                  <a:pt x="25" y="84"/>
                </a:lnTo>
                <a:lnTo>
                  <a:pt x="26" y="85"/>
                </a:lnTo>
                <a:lnTo>
                  <a:pt x="28" y="86"/>
                </a:lnTo>
                <a:lnTo>
                  <a:pt x="29" y="86"/>
                </a:lnTo>
                <a:lnTo>
                  <a:pt x="30" y="86"/>
                </a:lnTo>
                <a:lnTo>
                  <a:pt x="31" y="87"/>
                </a:lnTo>
                <a:lnTo>
                  <a:pt x="32" y="87"/>
                </a:lnTo>
                <a:lnTo>
                  <a:pt x="33" y="87"/>
                </a:lnTo>
                <a:lnTo>
                  <a:pt x="33" y="86"/>
                </a:lnTo>
                <a:lnTo>
                  <a:pt x="34" y="86"/>
                </a:lnTo>
                <a:lnTo>
                  <a:pt x="34" y="85"/>
                </a:lnTo>
                <a:lnTo>
                  <a:pt x="34" y="84"/>
                </a:lnTo>
                <a:lnTo>
                  <a:pt x="35" y="84"/>
                </a:lnTo>
                <a:lnTo>
                  <a:pt x="36" y="84"/>
                </a:lnTo>
                <a:lnTo>
                  <a:pt x="36" y="83"/>
                </a:lnTo>
                <a:lnTo>
                  <a:pt x="35" y="83"/>
                </a:lnTo>
                <a:lnTo>
                  <a:pt x="35" y="82"/>
                </a:lnTo>
                <a:lnTo>
                  <a:pt x="34" y="81"/>
                </a:lnTo>
                <a:lnTo>
                  <a:pt x="34" y="80"/>
                </a:lnTo>
                <a:lnTo>
                  <a:pt x="35" y="80"/>
                </a:lnTo>
                <a:lnTo>
                  <a:pt x="35" y="79"/>
                </a:lnTo>
                <a:lnTo>
                  <a:pt x="35" y="78"/>
                </a:lnTo>
                <a:lnTo>
                  <a:pt x="35" y="77"/>
                </a:lnTo>
                <a:lnTo>
                  <a:pt x="35" y="76"/>
                </a:lnTo>
                <a:lnTo>
                  <a:pt x="34" y="74"/>
                </a:lnTo>
                <a:lnTo>
                  <a:pt x="34" y="73"/>
                </a:lnTo>
                <a:lnTo>
                  <a:pt x="34" y="72"/>
                </a:lnTo>
                <a:lnTo>
                  <a:pt x="34" y="73"/>
                </a:lnTo>
                <a:lnTo>
                  <a:pt x="33" y="72"/>
                </a:lnTo>
                <a:lnTo>
                  <a:pt x="32" y="72"/>
                </a:lnTo>
                <a:lnTo>
                  <a:pt x="33" y="72"/>
                </a:lnTo>
                <a:lnTo>
                  <a:pt x="32" y="71"/>
                </a:lnTo>
                <a:lnTo>
                  <a:pt x="32" y="70"/>
                </a:lnTo>
                <a:lnTo>
                  <a:pt x="33" y="70"/>
                </a:lnTo>
                <a:lnTo>
                  <a:pt x="34" y="70"/>
                </a:lnTo>
                <a:lnTo>
                  <a:pt x="33" y="69"/>
                </a:lnTo>
                <a:lnTo>
                  <a:pt x="33" y="68"/>
                </a:lnTo>
                <a:lnTo>
                  <a:pt x="34" y="68"/>
                </a:lnTo>
                <a:lnTo>
                  <a:pt x="35" y="68"/>
                </a:lnTo>
                <a:lnTo>
                  <a:pt x="36" y="67"/>
                </a:lnTo>
                <a:lnTo>
                  <a:pt x="37" y="67"/>
                </a:lnTo>
                <a:lnTo>
                  <a:pt x="37" y="66"/>
                </a:lnTo>
                <a:lnTo>
                  <a:pt x="36" y="65"/>
                </a:lnTo>
                <a:lnTo>
                  <a:pt x="35" y="65"/>
                </a:lnTo>
                <a:lnTo>
                  <a:pt x="35" y="64"/>
                </a:lnTo>
                <a:lnTo>
                  <a:pt x="34" y="64"/>
                </a:lnTo>
                <a:lnTo>
                  <a:pt x="34" y="63"/>
                </a:lnTo>
                <a:lnTo>
                  <a:pt x="34" y="62"/>
                </a:lnTo>
                <a:lnTo>
                  <a:pt x="33" y="62"/>
                </a:lnTo>
                <a:lnTo>
                  <a:pt x="32" y="62"/>
                </a:lnTo>
                <a:lnTo>
                  <a:pt x="32" y="61"/>
                </a:lnTo>
                <a:lnTo>
                  <a:pt x="32" y="60"/>
                </a:lnTo>
                <a:lnTo>
                  <a:pt x="31" y="60"/>
                </a:lnTo>
                <a:lnTo>
                  <a:pt x="32" y="59"/>
                </a:lnTo>
                <a:lnTo>
                  <a:pt x="32" y="60"/>
                </a:lnTo>
                <a:lnTo>
                  <a:pt x="32" y="59"/>
                </a:lnTo>
                <a:lnTo>
                  <a:pt x="33" y="59"/>
                </a:lnTo>
                <a:lnTo>
                  <a:pt x="34" y="58"/>
                </a:lnTo>
                <a:lnTo>
                  <a:pt x="35" y="58"/>
                </a:lnTo>
                <a:lnTo>
                  <a:pt x="35" y="57"/>
                </a:lnTo>
                <a:lnTo>
                  <a:pt x="36" y="57"/>
                </a:lnTo>
                <a:lnTo>
                  <a:pt x="37" y="57"/>
                </a:lnTo>
                <a:lnTo>
                  <a:pt x="37" y="58"/>
                </a:lnTo>
                <a:lnTo>
                  <a:pt x="38" y="58"/>
                </a:lnTo>
                <a:lnTo>
                  <a:pt x="38" y="57"/>
                </a:lnTo>
                <a:lnTo>
                  <a:pt x="39" y="57"/>
                </a:lnTo>
                <a:lnTo>
                  <a:pt x="40" y="57"/>
                </a:lnTo>
                <a:lnTo>
                  <a:pt x="41" y="57"/>
                </a:lnTo>
                <a:lnTo>
                  <a:pt x="40" y="56"/>
                </a:lnTo>
                <a:lnTo>
                  <a:pt x="41" y="56"/>
                </a:lnTo>
                <a:lnTo>
                  <a:pt x="41" y="55"/>
                </a:lnTo>
                <a:lnTo>
                  <a:pt x="40" y="54"/>
                </a:lnTo>
                <a:lnTo>
                  <a:pt x="40" y="53"/>
                </a:lnTo>
                <a:lnTo>
                  <a:pt x="39" y="53"/>
                </a:lnTo>
                <a:lnTo>
                  <a:pt x="38" y="54"/>
                </a:lnTo>
                <a:lnTo>
                  <a:pt x="37" y="54"/>
                </a:lnTo>
                <a:lnTo>
                  <a:pt x="36" y="54"/>
                </a:lnTo>
                <a:lnTo>
                  <a:pt x="35" y="53"/>
                </a:lnTo>
                <a:lnTo>
                  <a:pt x="34" y="53"/>
                </a:lnTo>
                <a:lnTo>
                  <a:pt x="33" y="53"/>
                </a:lnTo>
                <a:lnTo>
                  <a:pt x="32" y="53"/>
                </a:lnTo>
                <a:lnTo>
                  <a:pt x="32" y="52"/>
                </a:lnTo>
                <a:lnTo>
                  <a:pt x="32" y="53"/>
                </a:lnTo>
                <a:lnTo>
                  <a:pt x="31" y="53"/>
                </a:lnTo>
                <a:lnTo>
                  <a:pt x="31" y="52"/>
                </a:lnTo>
                <a:lnTo>
                  <a:pt x="30" y="52"/>
                </a:lnTo>
                <a:lnTo>
                  <a:pt x="30" y="51"/>
                </a:lnTo>
                <a:lnTo>
                  <a:pt x="30" y="50"/>
                </a:lnTo>
                <a:lnTo>
                  <a:pt x="29" y="50"/>
                </a:lnTo>
                <a:lnTo>
                  <a:pt x="29" y="49"/>
                </a:lnTo>
                <a:lnTo>
                  <a:pt x="30" y="49"/>
                </a:lnTo>
                <a:lnTo>
                  <a:pt x="30" y="48"/>
                </a:lnTo>
                <a:lnTo>
                  <a:pt x="29" y="48"/>
                </a:lnTo>
                <a:lnTo>
                  <a:pt x="29" y="47"/>
                </a:lnTo>
                <a:lnTo>
                  <a:pt x="28" y="47"/>
                </a:lnTo>
                <a:lnTo>
                  <a:pt x="28" y="46"/>
                </a:lnTo>
                <a:lnTo>
                  <a:pt x="29" y="45"/>
                </a:lnTo>
                <a:lnTo>
                  <a:pt x="29" y="44"/>
                </a:lnTo>
                <a:lnTo>
                  <a:pt x="29" y="45"/>
                </a:lnTo>
                <a:lnTo>
                  <a:pt x="29" y="44"/>
                </a:lnTo>
                <a:lnTo>
                  <a:pt x="29" y="43"/>
                </a:lnTo>
                <a:lnTo>
                  <a:pt x="29" y="42"/>
                </a:lnTo>
                <a:lnTo>
                  <a:pt x="30" y="42"/>
                </a:lnTo>
                <a:lnTo>
                  <a:pt x="30" y="41"/>
                </a:lnTo>
                <a:lnTo>
                  <a:pt x="31" y="41"/>
                </a:lnTo>
                <a:lnTo>
                  <a:pt x="31" y="40"/>
                </a:lnTo>
                <a:lnTo>
                  <a:pt x="31" y="39"/>
                </a:lnTo>
                <a:lnTo>
                  <a:pt x="32" y="39"/>
                </a:lnTo>
                <a:lnTo>
                  <a:pt x="32" y="38"/>
                </a:lnTo>
                <a:lnTo>
                  <a:pt x="32" y="37"/>
                </a:lnTo>
                <a:lnTo>
                  <a:pt x="33" y="37"/>
                </a:lnTo>
                <a:lnTo>
                  <a:pt x="32" y="36"/>
                </a:lnTo>
                <a:lnTo>
                  <a:pt x="32" y="35"/>
                </a:lnTo>
                <a:lnTo>
                  <a:pt x="32" y="34"/>
                </a:lnTo>
                <a:lnTo>
                  <a:pt x="31" y="32"/>
                </a:lnTo>
                <a:lnTo>
                  <a:pt x="31" y="31"/>
                </a:lnTo>
                <a:lnTo>
                  <a:pt x="31" y="30"/>
                </a:lnTo>
                <a:lnTo>
                  <a:pt x="30" y="29"/>
                </a:lnTo>
                <a:lnTo>
                  <a:pt x="30" y="28"/>
                </a:lnTo>
                <a:lnTo>
                  <a:pt x="31" y="27"/>
                </a:lnTo>
                <a:lnTo>
                  <a:pt x="32" y="27"/>
                </a:lnTo>
                <a:lnTo>
                  <a:pt x="33" y="27"/>
                </a:lnTo>
                <a:lnTo>
                  <a:pt x="34" y="27"/>
                </a:lnTo>
                <a:lnTo>
                  <a:pt x="33" y="26"/>
                </a:lnTo>
                <a:lnTo>
                  <a:pt x="33" y="25"/>
                </a:lnTo>
                <a:lnTo>
                  <a:pt x="32" y="25"/>
                </a:lnTo>
                <a:lnTo>
                  <a:pt x="32" y="24"/>
                </a:lnTo>
                <a:lnTo>
                  <a:pt x="32" y="23"/>
                </a:lnTo>
                <a:lnTo>
                  <a:pt x="33" y="23"/>
                </a:lnTo>
                <a:lnTo>
                  <a:pt x="34" y="22"/>
                </a:lnTo>
                <a:lnTo>
                  <a:pt x="35" y="21"/>
                </a:lnTo>
                <a:lnTo>
                  <a:pt x="35" y="20"/>
                </a:lnTo>
                <a:lnTo>
                  <a:pt x="36" y="20"/>
                </a:lnTo>
                <a:lnTo>
                  <a:pt x="37" y="20"/>
                </a:lnTo>
                <a:lnTo>
                  <a:pt x="38" y="20"/>
                </a:lnTo>
                <a:lnTo>
                  <a:pt x="39" y="19"/>
                </a:lnTo>
                <a:lnTo>
                  <a:pt x="40" y="19"/>
                </a:lnTo>
                <a:lnTo>
                  <a:pt x="41" y="18"/>
                </a:lnTo>
                <a:lnTo>
                  <a:pt x="41" y="17"/>
                </a:lnTo>
                <a:lnTo>
                  <a:pt x="41" y="16"/>
                </a:lnTo>
                <a:lnTo>
                  <a:pt x="42" y="16"/>
                </a:lnTo>
                <a:lnTo>
                  <a:pt x="43" y="16"/>
                </a:lnTo>
                <a:lnTo>
                  <a:pt x="43" y="17"/>
                </a:lnTo>
                <a:lnTo>
                  <a:pt x="44" y="17"/>
                </a:lnTo>
                <a:lnTo>
                  <a:pt x="44" y="16"/>
                </a:lnTo>
                <a:lnTo>
                  <a:pt x="45" y="16"/>
                </a:lnTo>
                <a:lnTo>
                  <a:pt x="45" y="15"/>
                </a:lnTo>
                <a:lnTo>
                  <a:pt x="46" y="13"/>
                </a:lnTo>
                <a:lnTo>
                  <a:pt x="45" y="13"/>
                </a:lnTo>
                <a:lnTo>
                  <a:pt x="45" y="12"/>
                </a:lnTo>
                <a:lnTo>
                  <a:pt x="44" y="11"/>
                </a:lnTo>
                <a:lnTo>
                  <a:pt x="45" y="11"/>
                </a:lnTo>
                <a:lnTo>
                  <a:pt x="46" y="11"/>
                </a:lnTo>
                <a:lnTo>
                  <a:pt x="48" y="10"/>
                </a:lnTo>
                <a:lnTo>
                  <a:pt x="49" y="9"/>
                </a:lnTo>
                <a:lnTo>
                  <a:pt x="50" y="9"/>
                </a:lnTo>
                <a:lnTo>
                  <a:pt x="49" y="8"/>
                </a:lnTo>
                <a:lnTo>
                  <a:pt x="48" y="8"/>
                </a:lnTo>
                <a:lnTo>
                  <a:pt x="48" y="9"/>
                </a:lnTo>
                <a:lnTo>
                  <a:pt x="47" y="9"/>
                </a:lnTo>
                <a:lnTo>
                  <a:pt x="47" y="8"/>
                </a:lnTo>
                <a:lnTo>
                  <a:pt x="47" y="7"/>
                </a:lnTo>
                <a:lnTo>
                  <a:pt x="48" y="7"/>
                </a:lnTo>
                <a:lnTo>
                  <a:pt x="47" y="7"/>
                </a:lnTo>
                <a:lnTo>
                  <a:pt x="46" y="6"/>
                </a:lnTo>
                <a:lnTo>
                  <a:pt x="46" y="5"/>
                </a:lnTo>
                <a:lnTo>
                  <a:pt x="47" y="5"/>
                </a:lnTo>
                <a:lnTo>
                  <a:pt x="48" y="5"/>
                </a:lnTo>
                <a:lnTo>
                  <a:pt x="48" y="4"/>
                </a:lnTo>
                <a:lnTo>
                  <a:pt x="47" y="4"/>
                </a:lnTo>
                <a:lnTo>
                  <a:pt x="48" y="3"/>
                </a:lnTo>
                <a:lnTo>
                  <a:pt x="49" y="3"/>
                </a:lnTo>
                <a:lnTo>
                  <a:pt x="50" y="2"/>
                </a:lnTo>
                <a:lnTo>
                  <a:pt x="49" y="2"/>
                </a:lnTo>
                <a:lnTo>
                  <a:pt x="49" y="1"/>
                </a:lnTo>
                <a:lnTo>
                  <a:pt x="50" y="1"/>
                </a:lnTo>
                <a:lnTo>
                  <a:pt x="52" y="0"/>
                </a:lnTo>
                <a:lnTo>
                  <a:pt x="53" y="0"/>
                </a:lnTo>
                <a:close/>
              </a:path>
            </a:pathLst>
          </a:custGeom>
          <a:solidFill>
            <a:srgbClr val="F2E3DA"/>
          </a:solidFill>
          <a:ln w="2520">
            <a:solidFill>
              <a:srgbClr val="FFFFFF"/>
            </a:solidFill>
            <a:round/>
          </a:ln>
        </p:spPr>
        <p:txBody>
          <a:bodyPr lIns="1080" tIns="1080" rIns="1080" bIns="108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41" name=""/>
          <p:cNvSpPr/>
          <p:nvPr/>
        </p:nvSpPr>
        <p:spPr>
          <a:xfrm>
            <a:off x="3480120" y="1112760"/>
            <a:ext cx="780120" cy="484200"/>
          </a:xfrm>
          <a:custGeom>
            <a:avLst/>
            <a:gdLst/>
            <a:ahLst/>
            <a:rect l="0" t="0" r="r" b="b"/>
            <a:pathLst>
              <a:path w="2167" h="1345">
                <a:moveTo>
                  <a:pt x="1138" y="37"/>
                </a:moveTo>
                <a:lnTo>
                  <a:pt x="1139" y="37"/>
                </a:lnTo>
                <a:lnTo>
                  <a:pt x="1139" y="36"/>
                </a:lnTo>
                <a:lnTo>
                  <a:pt x="1139" y="37"/>
                </a:lnTo>
                <a:lnTo>
                  <a:pt x="1140" y="37"/>
                </a:lnTo>
                <a:lnTo>
                  <a:pt x="1140" y="38"/>
                </a:lnTo>
                <a:lnTo>
                  <a:pt x="1141" y="38"/>
                </a:lnTo>
                <a:lnTo>
                  <a:pt x="1141" y="37"/>
                </a:lnTo>
                <a:lnTo>
                  <a:pt x="1142" y="37"/>
                </a:lnTo>
                <a:lnTo>
                  <a:pt x="1144" y="37"/>
                </a:lnTo>
                <a:lnTo>
                  <a:pt x="1144" y="38"/>
                </a:lnTo>
                <a:lnTo>
                  <a:pt x="1146" y="38"/>
                </a:lnTo>
                <a:lnTo>
                  <a:pt x="1147" y="37"/>
                </a:lnTo>
                <a:lnTo>
                  <a:pt x="1147" y="38"/>
                </a:lnTo>
                <a:lnTo>
                  <a:pt x="1148" y="38"/>
                </a:lnTo>
                <a:lnTo>
                  <a:pt x="1147" y="39"/>
                </a:lnTo>
                <a:lnTo>
                  <a:pt x="1147" y="40"/>
                </a:lnTo>
                <a:lnTo>
                  <a:pt x="1147" y="41"/>
                </a:lnTo>
                <a:lnTo>
                  <a:pt x="1148" y="41"/>
                </a:lnTo>
                <a:lnTo>
                  <a:pt x="1149" y="42"/>
                </a:lnTo>
                <a:lnTo>
                  <a:pt x="1150" y="42"/>
                </a:lnTo>
                <a:lnTo>
                  <a:pt x="1150" y="41"/>
                </a:lnTo>
                <a:lnTo>
                  <a:pt x="1151" y="41"/>
                </a:lnTo>
                <a:lnTo>
                  <a:pt x="1151" y="42"/>
                </a:lnTo>
                <a:lnTo>
                  <a:pt x="1152" y="42"/>
                </a:lnTo>
                <a:lnTo>
                  <a:pt x="1154" y="43"/>
                </a:lnTo>
                <a:lnTo>
                  <a:pt x="1154" y="42"/>
                </a:lnTo>
                <a:lnTo>
                  <a:pt x="1155" y="42"/>
                </a:lnTo>
                <a:lnTo>
                  <a:pt x="1156" y="41"/>
                </a:lnTo>
                <a:lnTo>
                  <a:pt x="1156" y="42"/>
                </a:lnTo>
                <a:lnTo>
                  <a:pt x="1157" y="42"/>
                </a:lnTo>
                <a:lnTo>
                  <a:pt x="1158" y="42"/>
                </a:lnTo>
                <a:lnTo>
                  <a:pt x="1158" y="43"/>
                </a:lnTo>
                <a:lnTo>
                  <a:pt x="1158" y="44"/>
                </a:lnTo>
                <a:lnTo>
                  <a:pt x="1158" y="45"/>
                </a:lnTo>
                <a:lnTo>
                  <a:pt x="1159" y="45"/>
                </a:lnTo>
                <a:lnTo>
                  <a:pt x="1159" y="46"/>
                </a:lnTo>
                <a:lnTo>
                  <a:pt x="1160" y="46"/>
                </a:lnTo>
                <a:lnTo>
                  <a:pt x="1160" y="47"/>
                </a:lnTo>
                <a:lnTo>
                  <a:pt x="1160" y="48"/>
                </a:lnTo>
                <a:lnTo>
                  <a:pt x="1160" y="49"/>
                </a:lnTo>
                <a:lnTo>
                  <a:pt x="1159" y="49"/>
                </a:lnTo>
                <a:lnTo>
                  <a:pt x="1160" y="49"/>
                </a:lnTo>
                <a:lnTo>
                  <a:pt x="1160" y="50"/>
                </a:lnTo>
                <a:lnTo>
                  <a:pt x="1159" y="51"/>
                </a:lnTo>
                <a:lnTo>
                  <a:pt x="1160" y="52"/>
                </a:lnTo>
                <a:lnTo>
                  <a:pt x="1161" y="52"/>
                </a:lnTo>
                <a:lnTo>
                  <a:pt x="1161" y="53"/>
                </a:lnTo>
                <a:lnTo>
                  <a:pt x="1162" y="53"/>
                </a:lnTo>
                <a:lnTo>
                  <a:pt x="1163" y="53"/>
                </a:lnTo>
                <a:lnTo>
                  <a:pt x="1163" y="54"/>
                </a:lnTo>
                <a:lnTo>
                  <a:pt x="1163" y="55"/>
                </a:lnTo>
                <a:lnTo>
                  <a:pt x="1164" y="55"/>
                </a:lnTo>
                <a:lnTo>
                  <a:pt x="1164" y="56"/>
                </a:lnTo>
                <a:lnTo>
                  <a:pt x="1165" y="56"/>
                </a:lnTo>
                <a:lnTo>
                  <a:pt x="1167" y="57"/>
                </a:lnTo>
                <a:lnTo>
                  <a:pt x="1169" y="58"/>
                </a:lnTo>
                <a:lnTo>
                  <a:pt x="1169" y="59"/>
                </a:lnTo>
                <a:lnTo>
                  <a:pt x="1168" y="59"/>
                </a:lnTo>
                <a:lnTo>
                  <a:pt x="1169" y="59"/>
                </a:lnTo>
                <a:lnTo>
                  <a:pt x="1168" y="59"/>
                </a:lnTo>
                <a:lnTo>
                  <a:pt x="1168" y="60"/>
                </a:lnTo>
                <a:lnTo>
                  <a:pt x="1169" y="60"/>
                </a:lnTo>
                <a:lnTo>
                  <a:pt x="1169" y="61"/>
                </a:lnTo>
                <a:lnTo>
                  <a:pt x="1169" y="62"/>
                </a:lnTo>
                <a:lnTo>
                  <a:pt x="1169" y="63"/>
                </a:lnTo>
                <a:lnTo>
                  <a:pt x="1171" y="64"/>
                </a:lnTo>
                <a:lnTo>
                  <a:pt x="1171" y="66"/>
                </a:lnTo>
                <a:lnTo>
                  <a:pt x="1172" y="67"/>
                </a:lnTo>
                <a:lnTo>
                  <a:pt x="1173" y="67"/>
                </a:lnTo>
                <a:lnTo>
                  <a:pt x="1174" y="67"/>
                </a:lnTo>
                <a:lnTo>
                  <a:pt x="1175" y="66"/>
                </a:lnTo>
                <a:lnTo>
                  <a:pt x="1175" y="65"/>
                </a:lnTo>
                <a:lnTo>
                  <a:pt x="1175" y="64"/>
                </a:lnTo>
                <a:lnTo>
                  <a:pt x="1175" y="63"/>
                </a:lnTo>
                <a:lnTo>
                  <a:pt x="1176" y="63"/>
                </a:lnTo>
                <a:lnTo>
                  <a:pt x="1176" y="62"/>
                </a:lnTo>
                <a:lnTo>
                  <a:pt x="1177" y="61"/>
                </a:lnTo>
                <a:lnTo>
                  <a:pt x="1178" y="61"/>
                </a:lnTo>
                <a:lnTo>
                  <a:pt x="1179" y="61"/>
                </a:lnTo>
                <a:lnTo>
                  <a:pt x="1180" y="60"/>
                </a:lnTo>
                <a:lnTo>
                  <a:pt x="1181" y="60"/>
                </a:lnTo>
                <a:lnTo>
                  <a:pt x="1182" y="59"/>
                </a:lnTo>
                <a:lnTo>
                  <a:pt x="1183" y="61"/>
                </a:lnTo>
                <a:lnTo>
                  <a:pt x="1184" y="61"/>
                </a:lnTo>
                <a:lnTo>
                  <a:pt x="1185" y="61"/>
                </a:lnTo>
                <a:lnTo>
                  <a:pt x="1186" y="61"/>
                </a:lnTo>
                <a:lnTo>
                  <a:pt x="1187" y="60"/>
                </a:lnTo>
                <a:lnTo>
                  <a:pt x="1188" y="60"/>
                </a:lnTo>
                <a:lnTo>
                  <a:pt x="1189" y="60"/>
                </a:lnTo>
                <a:lnTo>
                  <a:pt x="1190" y="60"/>
                </a:lnTo>
                <a:lnTo>
                  <a:pt x="1190" y="61"/>
                </a:lnTo>
                <a:lnTo>
                  <a:pt x="1190" y="62"/>
                </a:lnTo>
                <a:lnTo>
                  <a:pt x="1191" y="62"/>
                </a:lnTo>
                <a:lnTo>
                  <a:pt x="1191" y="64"/>
                </a:lnTo>
                <a:lnTo>
                  <a:pt x="1191" y="65"/>
                </a:lnTo>
                <a:lnTo>
                  <a:pt x="1192" y="65"/>
                </a:lnTo>
                <a:lnTo>
                  <a:pt x="1192" y="66"/>
                </a:lnTo>
                <a:lnTo>
                  <a:pt x="1193" y="66"/>
                </a:lnTo>
                <a:lnTo>
                  <a:pt x="1193" y="67"/>
                </a:lnTo>
                <a:lnTo>
                  <a:pt x="1194" y="67"/>
                </a:lnTo>
                <a:lnTo>
                  <a:pt x="1195" y="67"/>
                </a:lnTo>
                <a:lnTo>
                  <a:pt x="1195" y="68"/>
                </a:lnTo>
                <a:lnTo>
                  <a:pt x="1196" y="68"/>
                </a:lnTo>
                <a:lnTo>
                  <a:pt x="1196" y="67"/>
                </a:lnTo>
                <a:lnTo>
                  <a:pt x="1196" y="68"/>
                </a:lnTo>
                <a:lnTo>
                  <a:pt x="1197" y="68"/>
                </a:lnTo>
                <a:lnTo>
                  <a:pt x="1198" y="68"/>
                </a:lnTo>
                <a:lnTo>
                  <a:pt x="1199" y="69"/>
                </a:lnTo>
                <a:lnTo>
                  <a:pt x="1200" y="69"/>
                </a:lnTo>
                <a:lnTo>
                  <a:pt x="1200" y="70"/>
                </a:lnTo>
                <a:lnTo>
                  <a:pt x="1201" y="70"/>
                </a:lnTo>
                <a:lnTo>
                  <a:pt x="1201" y="71"/>
                </a:lnTo>
                <a:lnTo>
                  <a:pt x="1201" y="72"/>
                </a:lnTo>
                <a:lnTo>
                  <a:pt x="1202" y="72"/>
                </a:lnTo>
                <a:lnTo>
                  <a:pt x="1202" y="71"/>
                </a:lnTo>
                <a:lnTo>
                  <a:pt x="1202" y="72"/>
                </a:lnTo>
                <a:lnTo>
                  <a:pt x="1203" y="72"/>
                </a:lnTo>
                <a:lnTo>
                  <a:pt x="1203" y="73"/>
                </a:lnTo>
                <a:lnTo>
                  <a:pt x="1204" y="73"/>
                </a:lnTo>
                <a:lnTo>
                  <a:pt x="1205" y="73"/>
                </a:lnTo>
                <a:lnTo>
                  <a:pt x="1206" y="73"/>
                </a:lnTo>
                <a:lnTo>
                  <a:pt x="1206" y="74"/>
                </a:lnTo>
                <a:lnTo>
                  <a:pt x="1206" y="75"/>
                </a:lnTo>
                <a:lnTo>
                  <a:pt x="1206" y="76"/>
                </a:lnTo>
                <a:lnTo>
                  <a:pt x="1208" y="78"/>
                </a:lnTo>
                <a:lnTo>
                  <a:pt x="1210" y="78"/>
                </a:lnTo>
                <a:lnTo>
                  <a:pt x="1211" y="78"/>
                </a:lnTo>
                <a:lnTo>
                  <a:pt x="1211" y="77"/>
                </a:lnTo>
                <a:lnTo>
                  <a:pt x="1212" y="77"/>
                </a:lnTo>
                <a:lnTo>
                  <a:pt x="1213" y="77"/>
                </a:lnTo>
                <a:lnTo>
                  <a:pt x="1213" y="78"/>
                </a:lnTo>
                <a:lnTo>
                  <a:pt x="1214" y="78"/>
                </a:lnTo>
                <a:lnTo>
                  <a:pt x="1215" y="78"/>
                </a:lnTo>
                <a:lnTo>
                  <a:pt x="1216" y="78"/>
                </a:lnTo>
                <a:lnTo>
                  <a:pt x="1216" y="77"/>
                </a:lnTo>
                <a:lnTo>
                  <a:pt x="1217" y="77"/>
                </a:lnTo>
                <a:lnTo>
                  <a:pt x="1217" y="76"/>
                </a:lnTo>
                <a:lnTo>
                  <a:pt x="1218" y="76"/>
                </a:lnTo>
                <a:lnTo>
                  <a:pt x="1218" y="75"/>
                </a:lnTo>
                <a:lnTo>
                  <a:pt x="1219" y="75"/>
                </a:lnTo>
                <a:lnTo>
                  <a:pt x="1219" y="74"/>
                </a:lnTo>
                <a:lnTo>
                  <a:pt x="1220" y="74"/>
                </a:lnTo>
                <a:lnTo>
                  <a:pt x="1220" y="75"/>
                </a:lnTo>
                <a:lnTo>
                  <a:pt x="1221" y="75"/>
                </a:lnTo>
                <a:lnTo>
                  <a:pt x="1221" y="76"/>
                </a:lnTo>
                <a:lnTo>
                  <a:pt x="1221" y="77"/>
                </a:lnTo>
                <a:lnTo>
                  <a:pt x="1221" y="78"/>
                </a:lnTo>
                <a:lnTo>
                  <a:pt x="1222" y="78"/>
                </a:lnTo>
                <a:lnTo>
                  <a:pt x="1222" y="79"/>
                </a:lnTo>
                <a:lnTo>
                  <a:pt x="1223" y="79"/>
                </a:lnTo>
                <a:lnTo>
                  <a:pt x="1223" y="80"/>
                </a:lnTo>
                <a:lnTo>
                  <a:pt x="1222" y="80"/>
                </a:lnTo>
                <a:lnTo>
                  <a:pt x="1223" y="80"/>
                </a:lnTo>
                <a:lnTo>
                  <a:pt x="1223" y="81"/>
                </a:lnTo>
                <a:lnTo>
                  <a:pt x="1223" y="82"/>
                </a:lnTo>
                <a:lnTo>
                  <a:pt x="1224" y="83"/>
                </a:lnTo>
                <a:lnTo>
                  <a:pt x="1225" y="84"/>
                </a:lnTo>
                <a:lnTo>
                  <a:pt x="1226" y="84"/>
                </a:lnTo>
                <a:lnTo>
                  <a:pt x="1226" y="83"/>
                </a:lnTo>
                <a:lnTo>
                  <a:pt x="1227" y="83"/>
                </a:lnTo>
                <a:lnTo>
                  <a:pt x="1228" y="83"/>
                </a:lnTo>
                <a:lnTo>
                  <a:pt x="1229" y="83"/>
                </a:lnTo>
                <a:lnTo>
                  <a:pt x="1229" y="84"/>
                </a:lnTo>
                <a:lnTo>
                  <a:pt x="1230" y="84"/>
                </a:lnTo>
                <a:lnTo>
                  <a:pt x="1231" y="84"/>
                </a:lnTo>
                <a:lnTo>
                  <a:pt x="1231" y="85"/>
                </a:lnTo>
                <a:lnTo>
                  <a:pt x="1232" y="85"/>
                </a:lnTo>
                <a:lnTo>
                  <a:pt x="1232" y="86"/>
                </a:lnTo>
                <a:lnTo>
                  <a:pt x="1232" y="87"/>
                </a:lnTo>
                <a:lnTo>
                  <a:pt x="1233" y="87"/>
                </a:lnTo>
                <a:lnTo>
                  <a:pt x="1234" y="87"/>
                </a:lnTo>
                <a:lnTo>
                  <a:pt x="1235" y="87"/>
                </a:lnTo>
                <a:lnTo>
                  <a:pt x="1235" y="88"/>
                </a:lnTo>
                <a:lnTo>
                  <a:pt x="1236" y="88"/>
                </a:lnTo>
                <a:lnTo>
                  <a:pt x="1237" y="89"/>
                </a:lnTo>
                <a:lnTo>
                  <a:pt x="1237" y="90"/>
                </a:lnTo>
                <a:lnTo>
                  <a:pt x="1237" y="91"/>
                </a:lnTo>
                <a:lnTo>
                  <a:pt x="1238" y="92"/>
                </a:lnTo>
                <a:lnTo>
                  <a:pt x="1238" y="93"/>
                </a:lnTo>
                <a:lnTo>
                  <a:pt x="1239" y="93"/>
                </a:lnTo>
                <a:lnTo>
                  <a:pt x="1240" y="93"/>
                </a:lnTo>
                <a:lnTo>
                  <a:pt x="1240" y="94"/>
                </a:lnTo>
                <a:lnTo>
                  <a:pt x="1241" y="94"/>
                </a:lnTo>
                <a:lnTo>
                  <a:pt x="1241" y="95"/>
                </a:lnTo>
                <a:lnTo>
                  <a:pt x="1241" y="96"/>
                </a:lnTo>
                <a:lnTo>
                  <a:pt x="1242" y="96"/>
                </a:lnTo>
                <a:lnTo>
                  <a:pt x="1243" y="96"/>
                </a:lnTo>
                <a:lnTo>
                  <a:pt x="1243" y="97"/>
                </a:lnTo>
                <a:lnTo>
                  <a:pt x="1244" y="97"/>
                </a:lnTo>
                <a:lnTo>
                  <a:pt x="1244" y="98"/>
                </a:lnTo>
                <a:lnTo>
                  <a:pt x="1245" y="98"/>
                </a:lnTo>
                <a:lnTo>
                  <a:pt x="1245" y="99"/>
                </a:lnTo>
                <a:lnTo>
                  <a:pt x="1246" y="99"/>
                </a:lnTo>
                <a:lnTo>
                  <a:pt x="1247" y="99"/>
                </a:lnTo>
                <a:lnTo>
                  <a:pt x="1247" y="100"/>
                </a:lnTo>
                <a:lnTo>
                  <a:pt x="1248" y="100"/>
                </a:lnTo>
                <a:lnTo>
                  <a:pt x="1248" y="99"/>
                </a:lnTo>
                <a:lnTo>
                  <a:pt x="1249" y="99"/>
                </a:lnTo>
                <a:lnTo>
                  <a:pt x="1250" y="99"/>
                </a:lnTo>
                <a:lnTo>
                  <a:pt x="1250" y="100"/>
                </a:lnTo>
                <a:lnTo>
                  <a:pt x="1251" y="100"/>
                </a:lnTo>
                <a:lnTo>
                  <a:pt x="1251" y="101"/>
                </a:lnTo>
                <a:lnTo>
                  <a:pt x="1252" y="101"/>
                </a:lnTo>
                <a:lnTo>
                  <a:pt x="1252" y="102"/>
                </a:lnTo>
                <a:lnTo>
                  <a:pt x="1253" y="102"/>
                </a:lnTo>
                <a:lnTo>
                  <a:pt x="1253" y="103"/>
                </a:lnTo>
                <a:lnTo>
                  <a:pt x="1254" y="103"/>
                </a:lnTo>
                <a:lnTo>
                  <a:pt x="1254" y="104"/>
                </a:lnTo>
                <a:lnTo>
                  <a:pt x="1255" y="104"/>
                </a:lnTo>
                <a:lnTo>
                  <a:pt x="1255" y="105"/>
                </a:lnTo>
                <a:lnTo>
                  <a:pt x="1256" y="105"/>
                </a:lnTo>
                <a:lnTo>
                  <a:pt x="1256" y="104"/>
                </a:lnTo>
                <a:lnTo>
                  <a:pt x="1256" y="105"/>
                </a:lnTo>
                <a:lnTo>
                  <a:pt x="1257" y="105"/>
                </a:lnTo>
                <a:lnTo>
                  <a:pt x="1257" y="106"/>
                </a:lnTo>
                <a:lnTo>
                  <a:pt x="1258" y="106"/>
                </a:lnTo>
                <a:lnTo>
                  <a:pt x="1259" y="106"/>
                </a:lnTo>
                <a:lnTo>
                  <a:pt x="1259" y="107"/>
                </a:lnTo>
                <a:lnTo>
                  <a:pt x="1260" y="107"/>
                </a:lnTo>
                <a:lnTo>
                  <a:pt x="1261" y="107"/>
                </a:lnTo>
                <a:lnTo>
                  <a:pt x="1262" y="107"/>
                </a:lnTo>
                <a:lnTo>
                  <a:pt x="1263" y="107"/>
                </a:lnTo>
                <a:lnTo>
                  <a:pt x="1263" y="108"/>
                </a:lnTo>
                <a:lnTo>
                  <a:pt x="1264" y="108"/>
                </a:lnTo>
                <a:lnTo>
                  <a:pt x="1263" y="108"/>
                </a:lnTo>
                <a:lnTo>
                  <a:pt x="1262" y="108"/>
                </a:lnTo>
                <a:lnTo>
                  <a:pt x="1261" y="108"/>
                </a:lnTo>
                <a:lnTo>
                  <a:pt x="1260" y="108"/>
                </a:lnTo>
                <a:lnTo>
                  <a:pt x="1260" y="109"/>
                </a:lnTo>
                <a:lnTo>
                  <a:pt x="1259" y="109"/>
                </a:lnTo>
                <a:lnTo>
                  <a:pt x="1258" y="109"/>
                </a:lnTo>
                <a:lnTo>
                  <a:pt x="1258" y="110"/>
                </a:lnTo>
                <a:lnTo>
                  <a:pt x="1257" y="110"/>
                </a:lnTo>
                <a:lnTo>
                  <a:pt x="1256" y="110"/>
                </a:lnTo>
                <a:lnTo>
                  <a:pt x="1256" y="111"/>
                </a:lnTo>
                <a:lnTo>
                  <a:pt x="1256" y="112"/>
                </a:lnTo>
                <a:lnTo>
                  <a:pt x="1255" y="112"/>
                </a:lnTo>
                <a:lnTo>
                  <a:pt x="1253" y="112"/>
                </a:lnTo>
                <a:lnTo>
                  <a:pt x="1253" y="113"/>
                </a:lnTo>
                <a:lnTo>
                  <a:pt x="1252" y="113"/>
                </a:lnTo>
                <a:lnTo>
                  <a:pt x="1251" y="113"/>
                </a:lnTo>
                <a:lnTo>
                  <a:pt x="1249" y="113"/>
                </a:lnTo>
                <a:lnTo>
                  <a:pt x="1247" y="113"/>
                </a:lnTo>
                <a:lnTo>
                  <a:pt x="1246" y="113"/>
                </a:lnTo>
                <a:lnTo>
                  <a:pt x="1245" y="113"/>
                </a:lnTo>
                <a:lnTo>
                  <a:pt x="1244" y="113"/>
                </a:lnTo>
                <a:lnTo>
                  <a:pt x="1243" y="113"/>
                </a:lnTo>
                <a:lnTo>
                  <a:pt x="1242" y="113"/>
                </a:lnTo>
                <a:lnTo>
                  <a:pt x="1241" y="113"/>
                </a:lnTo>
                <a:lnTo>
                  <a:pt x="1240" y="113"/>
                </a:lnTo>
                <a:lnTo>
                  <a:pt x="1239" y="113"/>
                </a:lnTo>
                <a:lnTo>
                  <a:pt x="1238" y="113"/>
                </a:lnTo>
                <a:lnTo>
                  <a:pt x="1238" y="112"/>
                </a:lnTo>
                <a:lnTo>
                  <a:pt x="1237" y="112"/>
                </a:lnTo>
                <a:lnTo>
                  <a:pt x="1236" y="112"/>
                </a:lnTo>
                <a:lnTo>
                  <a:pt x="1236" y="111"/>
                </a:lnTo>
                <a:lnTo>
                  <a:pt x="1235" y="111"/>
                </a:lnTo>
                <a:lnTo>
                  <a:pt x="1234" y="111"/>
                </a:lnTo>
                <a:lnTo>
                  <a:pt x="1234" y="110"/>
                </a:lnTo>
                <a:lnTo>
                  <a:pt x="1234" y="109"/>
                </a:lnTo>
                <a:lnTo>
                  <a:pt x="1233" y="109"/>
                </a:lnTo>
                <a:lnTo>
                  <a:pt x="1233" y="110"/>
                </a:lnTo>
                <a:lnTo>
                  <a:pt x="1232" y="110"/>
                </a:lnTo>
                <a:lnTo>
                  <a:pt x="1232" y="111"/>
                </a:lnTo>
                <a:lnTo>
                  <a:pt x="1231" y="111"/>
                </a:lnTo>
                <a:lnTo>
                  <a:pt x="1231" y="112"/>
                </a:lnTo>
                <a:lnTo>
                  <a:pt x="1231" y="113"/>
                </a:lnTo>
                <a:lnTo>
                  <a:pt x="1232" y="114"/>
                </a:lnTo>
                <a:lnTo>
                  <a:pt x="1233" y="115"/>
                </a:lnTo>
                <a:lnTo>
                  <a:pt x="1233" y="116"/>
                </a:lnTo>
                <a:lnTo>
                  <a:pt x="1233" y="117"/>
                </a:lnTo>
                <a:lnTo>
                  <a:pt x="1232" y="118"/>
                </a:lnTo>
                <a:lnTo>
                  <a:pt x="1233" y="118"/>
                </a:lnTo>
                <a:lnTo>
                  <a:pt x="1232" y="119"/>
                </a:lnTo>
                <a:lnTo>
                  <a:pt x="1232" y="120"/>
                </a:lnTo>
                <a:lnTo>
                  <a:pt x="1233" y="121"/>
                </a:lnTo>
                <a:lnTo>
                  <a:pt x="1233" y="122"/>
                </a:lnTo>
                <a:lnTo>
                  <a:pt x="1232" y="122"/>
                </a:lnTo>
                <a:lnTo>
                  <a:pt x="1232" y="123"/>
                </a:lnTo>
                <a:lnTo>
                  <a:pt x="1231" y="123"/>
                </a:lnTo>
                <a:lnTo>
                  <a:pt x="1231" y="124"/>
                </a:lnTo>
                <a:lnTo>
                  <a:pt x="1231" y="125"/>
                </a:lnTo>
                <a:lnTo>
                  <a:pt x="1231" y="126"/>
                </a:lnTo>
                <a:lnTo>
                  <a:pt x="1232" y="126"/>
                </a:lnTo>
                <a:lnTo>
                  <a:pt x="1232" y="127"/>
                </a:lnTo>
                <a:lnTo>
                  <a:pt x="1233" y="127"/>
                </a:lnTo>
                <a:lnTo>
                  <a:pt x="1234" y="128"/>
                </a:lnTo>
                <a:lnTo>
                  <a:pt x="1235" y="129"/>
                </a:lnTo>
                <a:lnTo>
                  <a:pt x="1236" y="129"/>
                </a:lnTo>
                <a:lnTo>
                  <a:pt x="1237" y="129"/>
                </a:lnTo>
                <a:lnTo>
                  <a:pt x="1238" y="129"/>
                </a:lnTo>
                <a:lnTo>
                  <a:pt x="1239" y="130"/>
                </a:lnTo>
                <a:lnTo>
                  <a:pt x="1241" y="131"/>
                </a:lnTo>
                <a:lnTo>
                  <a:pt x="1242" y="132"/>
                </a:lnTo>
                <a:lnTo>
                  <a:pt x="1243" y="132"/>
                </a:lnTo>
                <a:lnTo>
                  <a:pt x="1243" y="133"/>
                </a:lnTo>
                <a:lnTo>
                  <a:pt x="1243" y="134"/>
                </a:lnTo>
                <a:lnTo>
                  <a:pt x="1242" y="134"/>
                </a:lnTo>
                <a:lnTo>
                  <a:pt x="1242" y="133"/>
                </a:lnTo>
                <a:lnTo>
                  <a:pt x="1241" y="133"/>
                </a:lnTo>
                <a:lnTo>
                  <a:pt x="1241" y="134"/>
                </a:lnTo>
                <a:lnTo>
                  <a:pt x="1242" y="134"/>
                </a:lnTo>
                <a:lnTo>
                  <a:pt x="1242" y="135"/>
                </a:lnTo>
                <a:lnTo>
                  <a:pt x="1242" y="136"/>
                </a:lnTo>
                <a:lnTo>
                  <a:pt x="1243" y="136"/>
                </a:lnTo>
                <a:lnTo>
                  <a:pt x="1243" y="135"/>
                </a:lnTo>
                <a:lnTo>
                  <a:pt x="1244" y="135"/>
                </a:lnTo>
                <a:lnTo>
                  <a:pt x="1245" y="135"/>
                </a:lnTo>
                <a:lnTo>
                  <a:pt x="1245" y="136"/>
                </a:lnTo>
                <a:lnTo>
                  <a:pt x="1246" y="136"/>
                </a:lnTo>
                <a:lnTo>
                  <a:pt x="1247" y="136"/>
                </a:lnTo>
                <a:lnTo>
                  <a:pt x="1247" y="137"/>
                </a:lnTo>
                <a:lnTo>
                  <a:pt x="1248" y="137"/>
                </a:lnTo>
                <a:lnTo>
                  <a:pt x="1248" y="136"/>
                </a:lnTo>
                <a:lnTo>
                  <a:pt x="1249" y="136"/>
                </a:lnTo>
                <a:lnTo>
                  <a:pt x="1250" y="137"/>
                </a:lnTo>
                <a:lnTo>
                  <a:pt x="1251" y="137"/>
                </a:lnTo>
                <a:lnTo>
                  <a:pt x="1252" y="137"/>
                </a:lnTo>
                <a:lnTo>
                  <a:pt x="1252" y="138"/>
                </a:lnTo>
                <a:lnTo>
                  <a:pt x="1253" y="138"/>
                </a:lnTo>
                <a:lnTo>
                  <a:pt x="1253" y="139"/>
                </a:lnTo>
                <a:lnTo>
                  <a:pt x="1253" y="138"/>
                </a:lnTo>
                <a:lnTo>
                  <a:pt x="1254" y="138"/>
                </a:lnTo>
                <a:lnTo>
                  <a:pt x="1255" y="138"/>
                </a:lnTo>
                <a:lnTo>
                  <a:pt x="1256" y="138"/>
                </a:lnTo>
                <a:lnTo>
                  <a:pt x="1256" y="139"/>
                </a:lnTo>
                <a:lnTo>
                  <a:pt x="1257" y="139"/>
                </a:lnTo>
                <a:lnTo>
                  <a:pt x="1258" y="139"/>
                </a:lnTo>
                <a:lnTo>
                  <a:pt x="1260" y="139"/>
                </a:lnTo>
                <a:lnTo>
                  <a:pt x="1261" y="139"/>
                </a:lnTo>
                <a:lnTo>
                  <a:pt x="1261" y="138"/>
                </a:lnTo>
                <a:lnTo>
                  <a:pt x="1262" y="138"/>
                </a:lnTo>
                <a:lnTo>
                  <a:pt x="1262" y="139"/>
                </a:lnTo>
                <a:lnTo>
                  <a:pt x="1263" y="139"/>
                </a:lnTo>
                <a:lnTo>
                  <a:pt x="1264" y="139"/>
                </a:lnTo>
                <a:lnTo>
                  <a:pt x="1265" y="139"/>
                </a:lnTo>
                <a:lnTo>
                  <a:pt x="1266" y="139"/>
                </a:lnTo>
                <a:lnTo>
                  <a:pt x="1267" y="139"/>
                </a:lnTo>
                <a:lnTo>
                  <a:pt x="1268" y="141"/>
                </a:lnTo>
                <a:lnTo>
                  <a:pt x="1267" y="141"/>
                </a:lnTo>
                <a:lnTo>
                  <a:pt x="1267" y="142"/>
                </a:lnTo>
                <a:lnTo>
                  <a:pt x="1266" y="143"/>
                </a:lnTo>
                <a:lnTo>
                  <a:pt x="1265" y="143"/>
                </a:lnTo>
                <a:lnTo>
                  <a:pt x="1265" y="144"/>
                </a:lnTo>
                <a:lnTo>
                  <a:pt x="1265" y="146"/>
                </a:lnTo>
                <a:lnTo>
                  <a:pt x="1264" y="146"/>
                </a:lnTo>
                <a:lnTo>
                  <a:pt x="1263" y="146"/>
                </a:lnTo>
                <a:lnTo>
                  <a:pt x="1263" y="147"/>
                </a:lnTo>
                <a:lnTo>
                  <a:pt x="1264" y="148"/>
                </a:lnTo>
                <a:lnTo>
                  <a:pt x="1264" y="149"/>
                </a:lnTo>
                <a:lnTo>
                  <a:pt x="1264" y="150"/>
                </a:lnTo>
                <a:lnTo>
                  <a:pt x="1264" y="151"/>
                </a:lnTo>
                <a:lnTo>
                  <a:pt x="1264" y="152"/>
                </a:lnTo>
                <a:lnTo>
                  <a:pt x="1263" y="152"/>
                </a:lnTo>
                <a:lnTo>
                  <a:pt x="1262" y="152"/>
                </a:lnTo>
                <a:lnTo>
                  <a:pt x="1262" y="151"/>
                </a:lnTo>
                <a:lnTo>
                  <a:pt x="1261" y="151"/>
                </a:lnTo>
                <a:lnTo>
                  <a:pt x="1261" y="152"/>
                </a:lnTo>
                <a:lnTo>
                  <a:pt x="1260" y="152"/>
                </a:lnTo>
                <a:lnTo>
                  <a:pt x="1260" y="153"/>
                </a:lnTo>
                <a:lnTo>
                  <a:pt x="1261" y="153"/>
                </a:lnTo>
                <a:lnTo>
                  <a:pt x="1261" y="154"/>
                </a:lnTo>
                <a:lnTo>
                  <a:pt x="1260" y="155"/>
                </a:lnTo>
                <a:lnTo>
                  <a:pt x="1260" y="156"/>
                </a:lnTo>
                <a:lnTo>
                  <a:pt x="1259" y="157"/>
                </a:lnTo>
                <a:lnTo>
                  <a:pt x="1259" y="158"/>
                </a:lnTo>
                <a:lnTo>
                  <a:pt x="1260" y="158"/>
                </a:lnTo>
                <a:lnTo>
                  <a:pt x="1260" y="159"/>
                </a:lnTo>
                <a:lnTo>
                  <a:pt x="1259" y="159"/>
                </a:lnTo>
                <a:lnTo>
                  <a:pt x="1259" y="160"/>
                </a:lnTo>
                <a:lnTo>
                  <a:pt x="1259" y="161"/>
                </a:lnTo>
                <a:lnTo>
                  <a:pt x="1259" y="163"/>
                </a:lnTo>
                <a:lnTo>
                  <a:pt x="1259" y="164"/>
                </a:lnTo>
                <a:lnTo>
                  <a:pt x="1258" y="164"/>
                </a:lnTo>
                <a:lnTo>
                  <a:pt x="1258" y="165"/>
                </a:lnTo>
                <a:lnTo>
                  <a:pt x="1257" y="165"/>
                </a:lnTo>
                <a:lnTo>
                  <a:pt x="1257" y="164"/>
                </a:lnTo>
                <a:lnTo>
                  <a:pt x="1257" y="165"/>
                </a:lnTo>
                <a:lnTo>
                  <a:pt x="1256" y="165"/>
                </a:lnTo>
                <a:lnTo>
                  <a:pt x="1256" y="166"/>
                </a:lnTo>
                <a:lnTo>
                  <a:pt x="1257" y="166"/>
                </a:lnTo>
                <a:lnTo>
                  <a:pt x="1257" y="167"/>
                </a:lnTo>
                <a:lnTo>
                  <a:pt x="1257" y="169"/>
                </a:lnTo>
                <a:lnTo>
                  <a:pt x="1257" y="170"/>
                </a:lnTo>
                <a:lnTo>
                  <a:pt x="1258" y="170"/>
                </a:lnTo>
                <a:lnTo>
                  <a:pt x="1258" y="171"/>
                </a:lnTo>
                <a:lnTo>
                  <a:pt x="1258" y="172"/>
                </a:lnTo>
                <a:lnTo>
                  <a:pt x="1259" y="172"/>
                </a:lnTo>
                <a:lnTo>
                  <a:pt x="1259" y="173"/>
                </a:lnTo>
                <a:lnTo>
                  <a:pt x="1259" y="174"/>
                </a:lnTo>
                <a:lnTo>
                  <a:pt x="1258" y="174"/>
                </a:lnTo>
                <a:lnTo>
                  <a:pt x="1257" y="175"/>
                </a:lnTo>
                <a:lnTo>
                  <a:pt x="1256" y="175"/>
                </a:lnTo>
                <a:lnTo>
                  <a:pt x="1256" y="174"/>
                </a:lnTo>
                <a:lnTo>
                  <a:pt x="1255" y="174"/>
                </a:lnTo>
                <a:lnTo>
                  <a:pt x="1254" y="174"/>
                </a:lnTo>
                <a:lnTo>
                  <a:pt x="1253" y="174"/>
                </a:lnTo>
                <a:lnTo>
                  <a:pt x="1253" y="175"/>
                </a:lnTo>
                <a:lnTo>
                  <a:pt x="1252" y="176"/>
                </a:lnTo>
                <a:lnTo>
                  <a:pt x="1252" y="177"/>
                </a:lnTo>
                <a:lnTo>
                  <a:pt x="1252" y="178"/>
                </a:lnTo>
                <a:lnTo>
                  <a:pt x="1251" y="178"/>
                </a:lnTo>
                <a:lnTo>
                  <a:pt x="1251" y="179"/>
                </a:lnTo>
                <a:lnTo>
                  <a:pt x="1252" y="179"/>
                </a:lnTo>
                <a:lnTo>
                  <a:pt x="1252" y="180"/>
                </a:lnTo>
                <a:lnTo>
                  <a:pt x="1251" y="180"/>
                </a:lnTo>
                <a:lnTo>
                  <a:pt x="1251" y="182"/>
                </a:lnTo>
                <a:lnTo>
                  <a:pt x="1252" y="182"/>
                </a:lnTo>
                <a:lnTo>
                  <a:pt x="1251" y="183"/>
                </a:lnTo>
                <a:lnTo>
                  <a:pt x="1252" y="183"/>
                </a:lnTo>
                <a:lnTo>
                  <a:pt x="1252" y="184"/>
                </a:lnTo>
                <a:lnTo>
                  <a:pt x="1253" y="184"/>
                </a:lnTo>
                <a:lnTo>
                  <a:pt x="1254" y="184"/>
                </a:lnTo>
                <a:lnTo>
                  <a:pt x="1255" y="184"/>
                </a:lnTo>
                <a:lnTo>
                  <a:pt x="1255" y="185"/>
                </a:lnTo>
                <a:lnTo>
                  <a:pt x="1256" y="186"/>
                </a:lnTo>
                <a:lnTo>
                  <a:pt x="1256" y="187"/>
                </a:lnTo>
                <a:lnTo>
                  <a:pt x="1257" y="187"/>
                </a:lnTo>
                <a:lnTo>
                  <a:pt x="1257" y="188"/>
                </a:lnTo>
                <a:lnTo>
                  <a:pt x="1256" y="187"/>
                </a:lnTo>
                <a:lnTo>
                  <a:pt x="1254" y="187"/>
                </a:lnTo>
                <a:lnTo>
                  <a:pt x="1254" y="188"/>
                </a:lnTo>
                <a:lnTo>
                  <a:pt x="1254" y="189"/>
                </a:lnTo>
                <a:lnTo>
                  <a:pt x="1253" y="189"/>
                </a:lnTo>
                <a:lnTo>
                  <a:pt x="1253" y="190"/>
                </a:lnTo>
                <a:lnTo>
                  <a:pt x="1252" y="190"/>
                </a:lnTo>
                <a:lnTo>
                  <a:pt x="1252" y="191"/>
                </a:lnTo>
                <a:lnTo>
                  <a:pt x="1251" y="191"/>
                </a:lnTo>
                <a:lnTo>
                  <a:pt x="1251" y="192"/>
                </a:lnTo>
                <a:lnTo>
                  <a:pt x="1250" y="192"/>
                </a:lnTo>
                <a:lnTo>
                  <a:pt x="1249" y="192"/>
                </a:lnTo>
                <a:lnTo>
                  <a:pt x="1249" y="193"/>
                </a:lnTo>
                <a:lnTo>
                  <a:pt x="1249" y="194"/>
                </a:lnTo>
                <a:lnTo>
                  <a:pt x="1248" y="194"/>
                </a:lnTo>
                <a:lnTo>
                  <a:pt x="1248" y="195"/>
                </a:lnTo>
                <a:lnTo>
                  <a:pt x="1247" y="195"/>
                </a:lnTo>
                <a:lnTo>
                  <a:pt x="1247" y="194"/>
                </a:lnTo>
                <a:lnTo>
                  <a:pt x="1246" y="194"/>
                </a:lnTo>
                <a:lnTo>
                  <a:pt x="1245" y="193"/>
                </a:lnTo>
                <a:lnTo>
                  <a:pt x="1243" y="193"/>
                </a:lnTo>
                <a:lnTo>
                  <a:pt x="1242" y="193"/>
                </a:lnTo>
                <a:lnTo>
                  <a:pt x="1242" y="194"/>
                </a:lnTo>
                <a:lnTo>
                  <a:pt x="1241" y="194"/>
                </a:lnTo>
                <a:lnTo>
                  <a:pt x="1240" y="195"/>
                </a:lnTo>
                <a:lnTo>
                  <a:pt x="1239" y="195"/>
                </a:lnTo>
                <a:lnTo>
                  <a:pt x="1238" y="196"/>
                </a:lnTo>
                <a:lnTo>
                  <a:pt x="1237" y="197"/>
                </a:lnTo>
                <a:lnTo>
                  <a:pt x="1236" y="197"/>
                </a:lnTo>
                <a:lnTo>
                  <a:pt x="1235" y="197"/>
                </a:lnTo>
                <a:lnTo>
                  <a:pt x="1234" y="197"/>
                </a:lnTo>
                <a:lnTo>
                  <a:pt x="1234" y="198"/>
                </a:lnTo>
                <a:lnTo>
                  <a:pt x="1233" y="198"/>
                </a:lnTo>
                <a:lnTo>
                  <a:pt x="1232" y="198"/>
                </a:lnTo>
                <a:lnTo>
                  <a:pt x="1231" y="198"/>
                </a:lnTo>
                <a:lnTo>
                  <a:pt x="1230" y="198"/>
                </a:lnTo>
                <a:lnTo>
                  <a:pt x="1229" y="198"/>
                </a:lnTo>
                <a:lnTo>
                  <a:pt x="1228" y="198"/>
                </a:lnTo>
                <a:lnTo>
                  <a:pt x="1227" y="199"/>
                </a:lnTo>
                <a:lnTo>
                  <a:pt x="1227" y="200"/>
                </a:lnTo>
                <a:lnTo>
                  <a:pt x="1228" y="200"/>
                </a:lnTo>
                <a:lnTo>
                  <a:pt x="1228" y="201"/>
                </a:lnTo>
                <a:lnTo>
                  <a:pt x="1228" y="203"/>
                </a:lnTo>
                <a:lnTo>
                  <a:pt x="1228" y="204"/>
                </a:lnTo>
                <a:lnTo>
                  <a:pt x="1227" y="204"/>
                </a:lnTo>
                <a:lnTo>
                  <a:pt x="1226" y="205"/>
                </a:lnTo>
                <a:lnTo>
                  <a:pt x="1226" y="206"/>
                </a:lnTo>
                <a:lnTo>
                  <a:pt x="1226" y="207"/>
                </a:lnTo>
                <a:lnTo>
                  <a:pt x="1225" y="207"/>
                </a:lnTo>
                <a:lnTo>
                  <a:pt x="1225" y="208"/>
                </a:lnTo>
                <a:lnTo>
                  <a:pt x="1226" y="208"/>
                </a:lnTo>
                <a:lnTo>
                  <a:pt x="1226" y="209"/>
                </a:lnTo>
                <a:lnTo>
                  <a:pt x="1227" y="209"/>
                </a:lnTo>
                <a:lnTo>
                  <a:pt x="1228" y="209"/>
                </a:lnTo>
                <a:lnTo>
                  <a:pt x="1229" y="209"/>
                </a:lnTo>
                <a:lnTo>
                  <a:pt x="1229" y="210"/>
                </a:lnTo>
                <a:lnTo>
                  <a:pt x="1228" y="210"/>
                </a:lnTo>
                <a:lnTo>
                  <a:pt x="1228" y="211"/>
                </a:lnTo>
                <a:lnTo>
                  <a:pt x="1227" y="211"/>
                </a:lnTo>
                <a:lnTo>
                  <a:pt x="1226" y="212"/>
                </a:lnTo>
                <a:lnTo>
                  <a:pt x="1225" y="212"/>
                </a:lnTo>
                <a:lnTo>
                  <a:pt x="1224" y="212"/>
                </a:lnTo>
                <a:lnTo>
                  <a:pt x="1223" y="212"/>
                </a:lnTo>
                <a:lnTo>
                  <a:pt x="1223" y="213"/>
                </a:lnTo>
                <a:lnTo>
                  <a:pt x="1222" y="213"/>
                </a:lnTo>
                <a:lnTo>
                  <a:pt x="1222" y="214"/>
                </a:lnTo>
                <a:lnTo>
                  <a:pt x="1221" y="214"/>
                </a:lnTo>
                <a:lnTo>
                  <a:pt x="1220" y="214"/>
                </a:lnTo>
                <a:lnTo>
                  <a:pt x="1219" y="216"/>
                </a:lnTo>
                <a:lnTo>
                  <a:pt x="1220" y="216"/>
                </a:lnTo>
                <a:lnTo>
                  <a:pt x="1220" y="217"/>
                </a:lnTo>
                <a:lnTo>
                  <a:pt x="1221" y="217"/>
                </a:lnTo>
                <a:lnTo>
                  <a:pt x="1221" y="218"/>
                </a:lnTo>
                <a:lnTo>
                  <a:pt x="1222" y="218"/>
                </a:lnTo>
                <a:lnTo>
                  <a:pt x="1222" y="219"/>
                </a:lnTo>
                <a:lnTo>
                  <a:pt x="1222" y="220"/>
                </a:lnTo>
                <a:lnTo>
                  <a:pt x="1222" y="221"/>
                </a:lnTo>
                <a:lnTo>
                  <a:pt x="1222" y="222"/>
                </a:lnTo>
                <a:lnTo>
                  <a:pt x="1223" y="222"/>
                </a:lnTo>
                <a:lnTo>
                  <a:pt x="1223" y="223"/>
                </a:lnTo>
                <a:lnTo>
                  <a:pt x="1224" y="224"/>
                </a:lnTo>
                <a:lnTo>
                  <a:pt x="1224" y="225"/>
                </a:lnTo>
                <a:lnTo>
                  <a:pt x="1224" y="227"/>
                </a:lnTo>
                <a:lnTo>
                  <a:pt x="1224" y="228"/>
                </a:lnTo>
                <a:lnTo>
                  <a:pt x="1225" y="229"/>
                </a:lnTo>
                <a:lnTo>
                  <a:pt x="1226" y="229"/>
                </a:lnTo>
                <a:lnTo>
                  <a:pt x="1226" y="230"/>
                </a:lnTo>
                <a:lnTo>
                  <a:pt x="1228" y="231"/>
                </a:lnTo>
                <a:lnTo>
                  <a:pt x="1229" y="231"/>
                </a:lnTo>
                <a:lnTo>
                  <a:pt x="1230" y="231"/>
                </a:lnTo>
                <a:lnTo>
                  <a:pt x="1231" y="231"/>
                </a:lnTo>
                <a:lnTo>
                  <a:pt x="1231" y="232"/>
                </a:lnTo>
                <a:lnTo>
                  <a:pt x="1231" y="233"/>
                </a:lnTo>
                <a:lnTo>
                  <a:pt x="1232" y="233"/>
                </a:lnTo>
                <a:lnTo>
                  <a:pt x="1231" y="233"/>
                </a:lnTo>
                <a:lnTo>
                  <a:pt x="1231" y="234"/>
                </a:lnTo>
                <a:lnTo>
                  <a:pt x="1231" y="235"/>
                </a:lnTo>
                <a:lnTo>
                  <a:pt x="1231" y="236"/>
                </a:lnTo>
                <a:lnTo>
                  <a:pt x="1231" y="237"/>
                </a:lnTo>
                <a:lnTo>
                  <a:pt x="1231" y="238"/>
                </a:lnTo>
                <a:lnTo>
                  <a:pt x="1231" y="239"/>
                </a:lnTo>
                <a:lnTo>
                  <a:pt x="1230" y="239"/>
                </a:lnTo>
                <a:lnTo>
                  <a:pt x="1229" y="239"/>
                </a:lnTo>
                <a:lnTo>
                  <a:pt x="1229" y="240"/>
                </a:lnTo>
                <a:lnTo>
                  <a:pt x="1230" y="240"/>
                </a:lnTo>
                <a:lnTo>
                  <a:pt x="1230" y="241"/>
                </a:lnTo>
                <a:lnTo>
                  <a:pt x="1230" y="242"/>
                </a:lnTo>
                <a:lnTo>
                  <a:pt x="1229" y="243"/>
                </a:lnTo>
                <a:lnTo>
                  <a:pt x="1229" y="244"/>
                </a:lnTo>
                <a:lnTo>
                  <a:pt x="1228" y="244"/>
                </a:lnTo>
                <a:lnTo>
                  <a:pt x="1228" y="245"/>
                </a:lnTo>
                <a:lnTo>
                  <a:pt x="1227" y="245"/>
                </a:lnTo>
                <a:lnTo>
                  <a:pt x="1227" y="246"/>
                </a:lnTo>
                <a:lnTo>
                  <a:pt x="1228" y="247"/>
                </a:lnTo>
                <a:lnTo>
                  <a:pt x="1228" y="248"/>
                </a:lnTo>
                <a:lnTo>
                  <a:pt x="1227" y="250"/>
                </a:lnTo>
                <a:lnTo>
                  <a:pt x="1226" y="251"/>
                </a:lnTo>
                <a:lnTo>
                  <a:pt x="1226" y="252"/>
                </a:lnTo>
                <a:lnTo>
                  <a:pt x="1226" y="253"/>
                </a:lnTo>
                <a:lnTo>
                  <a:pt x="1225" y="253"/>
                </a:lnTo>
                <a:lnTo>
                  <a:pt x="1225" y="254"/>
                </a:lnTo>
                <a:lnTo>
                  <a:pt x="1225" y="255"/>
                </a:lnTo>
                <a:lnTo>
                  <a:pt x="1225" y="257"/>
                </a:lnTo>
                <a:lnTo>
                  <a:pt x="1226" y="258"/>
                </a:lnTo>
                <a:lnTo>
                  <a:pt x="1227" y="258"/>
                </a:lnTo>
                <a:lnTo>
                  <a:pt x="1227" y="259"/>
                </a:lnTo>
                <a:lnTo>
                  <a:pt x="1226" y="260"/>
                </a:lnTo>
                <a:lnTo>
                  <a:pt x="1226" y="261"/>
                </a:lnTo>
                <a:lnTo>
                  <a:pt x="1227" y="261"/>
                </a:lnTo>
                <a:lnTo>
                  <a:pt x="1227" y="260"/>
                </a:lnTo>
                <a:lnTo>
                  <a:pt x="1229" y="261"/>
                </a:lnTo>
                <a:lnTo>
                  <a:pt x="1230" y="261"/>
                </a:lnTo>
                <a:lnTo>
                  <a:pt x="1231" y="261"/>
                </a:lnTo>
                <a:lnTo>
                  <a:pt x="1231" y="262"/>
                </a:lnTo>
                <a:lnTo>
                  <a:pt x="1230" y="262"/>
                </a:lnTo>
                <a:lnTo>
                  <a:pt x="1230" y="263"/>
                </a:lnTo>
                <a:lnTo>
                  <a:pt x="1231" y="263"/>
                </a:lnTo>
                <a:lnTo>
                  <a:pt x="1232" y="263"/>
                </a:lnTo>
                <a:lnTo>
                  <a:pt x="1232" y="262"/>
                </a:lnTo>
                <a:lnTo>
                  <a:pt x="1233" y="262"/>
                </a:lnTo>
                <a:lnTo>
                  <a:pt x="1233" y="263"/>
                </a:lnTo>
                <a:lnTo>
                  <a:pt x="1234" y="263"/>
                </a:lnTo>
                <a:lnTo>
                  <a:pt x="1234" y="262"/>
                </a:lnTo>
                <a:lnTo>
                  <a:pt x="1235" y="262"/>
                </a:lnTo>
                <a:lnTo>
                  <a:pt x="1236" y="262"/>
                </a:lnTo>
                <a:lnTo>
                  <a:pt x="1237" y="261"/>
                </a:lnTo>
                <a:lnTo>
                  <a:pt x="1238" y="261"/>
                </a:lnTo>
                <a:lnTo>
                  <a:pt x="1239" y="260"/>
                </a:lnTo>
                <a:lnTo>
                  <a:pt x="1239" y="259"/>
                </a:lnTo>
                <a:lnTo>
                  <a:pt x="1240" y="259"/>
                </a:lnTo>
                <a:lnTo>
                  <a:pt x="1241" y="260"/>
                </a:lnTo>
                <a:lnTo>
                  <a:pt x="1242" y="261"/>
                </a:lnTo>
                <a:lnTo>
                  <a:pt x="1243" y="261"/>
                </a:lnTo>
                <a:lnTo>
                  <a:pt x="1243" y="262"/>
                </a:lnTo>
                <a:lnTo>
                  <a:pt x="1244" y="261"/>
                </a:lnTo>
                <a:lnTo>
                  <a:pt x="1245" y="261"/>
                </a:lnTo>
                <a:lnTo>
                  <a:pt x="1246" y="261"/>
                </a:lnTo>
                <a:lnTo>
                  <a:pt x="1247" y="261"/>
                </a:lnTo>
                <a:lnTo>
                  <a:pt x="1247" y="260"/>
                </a:lnTo>
                <a:lnTo>
                  <a:pt x="1248" y="260"/>
                </a:lnTo>
                <a:lnTo>
                  <a:pt x="1249" y="261"/>
                </a:lnTo>
                <a:lnTo>
                  <a:pt x="1250" y="261"/>
                </a:lnTo>
                <a:lnTo>
                  <a:pt x="1250" y="262"/>
                </a:lnTo>
                <a:lnTo>
                  <a:pt x="1250" y="263"/>
                </a:lnTo>
                <a:lnTo>
                  <a:pt x="1251" y="263"/>
                </a:lnTo>
                <a:lnTo>
                  <a:pt x="1250" y="263"/>
                </a:lnTo>
                <a:lnTo>
                  <a:pt x="1250" y="264"/>
                </a:lnTo>
                <a:lnTo>
                  <a:pt x="1250" y="265"/>
                </a:lnTo>
                <a:lnTo>
                  <a:pt x="1251" y="265"/>
                </a:lnTo>
                <a:lnTo>
                  <a:pt x="1251" y="266"/>
                </a:lnTo>
                <a:lnTo>
                  <a:pt x="1250" y="266"/>
                </a:lnTo>
                <a:lnTo>
                  <a:pt x="1250" y="268"/>
                </a:lnTo>
                <a:lnTo>
                  <a:pt x="1249" y="268"/>
                </a:lnTo>
                <a:lnTo>
                  <a:pt x="1250" y="268"/>
                </a:lnTo>
                <a:lnTo>
                  <a:pt x="1251" y="268"/>
                </a:lnTo>
                <a:lnTo>
                  <a:pt x="1252" y="269"/>
                </a:lnTo>
                <a:lnTo>
                  <a:pt x="1253" y="270"/>
                </a:lnTo>
                <a:lnTo>
                  <a:pt x="1253" y="271"/>
                </a:lnTo>
                <a:lnTo>
                  <a:pt x="1252" y="271"/>
                </a:lnTo>
                <a:lnTo>
                  <a:pt x="1252" y="272"/>
                </a:lnTo>
                <a:lnTo>
                  <a:pt x="1253" y="272"/>
                </a:lnTo>
                <a:lnTo>
                  <a:pt x="1253" y="274"/>
                </a:lnTo>
                <a:lnTo>
                  <a:pt x="1252" y="274"/>
                </a:lnTo>
                <a:lnTo>
                  <a:pt x="1252" y="275"/>
                </a:lnTo>
                <a:lnTo>
                  <a:pt x="1253" y="275"/>
                </a:lnTo>
                <a:lnTo>
                  <a:pt x="1254" y="276"/>
                </a:lnTo>
                <a:lnTo>
                  <a:pt x="1254" y="277"/>
                </a:lnTo>
                <a:lnTo>
                  <a:pt x="1253" y="277"/>
                </a:lnTo>
                <a:lnTo>
                  <a:pt x="1252" y="277"/>
                </a:lnTo>
                <a:lnTo>
                  <a:pt x="1251" y="277"/>
                </a:lnTo>
                <a:lnTo>
                  <a:pt x="1250" y="278"/>
                </a:lnTo>
                <a:lnTo>
                  <a:pt x="1249" y="278"/>
                </a:lnTo>
                <a:lnTo>
                  <a:pt x="1249" y="279"/>
                </a:lnTo>
                <a:lnTo>
                  <a:pt x="1250" y="279"/>
                </a:lnTo>
                <a:lnTo>
                  <a:pt x="1249" y="280"/>
                </a:lnTo>
                <a:lnTo>
                  <a:pt x="1248" y="280"/>
                </a:lnTo>
                <a:lnTo>
                  <a:pt x="1248" y="281"/>
                </a:lnTo>
                <a:lnTo>
                  <a:pt x="1247" y="281"/>
                </a:lnTo>
                <a:lnTo>
                  <a:pt x="1247" y="282"/>
                </a:lnTo>
                <a:lnTo>
                  <a:pt x="1246" y="284"/>
                </a:lnTo>
                <a:lnTo>
                  <a:pt x="1245" y="284"/>
                </a:lnTo>
                <a:lnTo>
                  <a:pt x="1244" y="284"/>
                </a:lnTo>
                <a:lnTo>
                  <a:pt x="1243" y="283"/>
                </a:lnTo>
                <a:lnTo>
                  <a:pt x="1242" y="283"/>
                </a:lnTo>
                <a:lnTo>
                  <a:pt x="1242" y="284"/>
                </a:lnTo>
                <a:lnTo>
                  <a:pt x="1241" y="284"/>
                </a:lnTo>
                <a:lnTo>
                  <a:pt x="1240" y="284"/>
                </a:lnTo>
                <a:lnTo>
                  <a:pt x="1240" y="285"/>
                </a:lnTo>
                <a:lnTo>
                  <a:pt x="1239" y="285"/>
                </a:lnTo>
                <a:lnTo>
                  <a:pt x="1238" y="285"/>
                </a:lnTo>
                <a:lnTo>
                  <a:pt x="1238" y="286"/>
                </a:lnTo>
                <a:lnTo>
                  <a:pt x="1238" y="287"/>
                </a:lnTo>
                <a:lnTo>
                  <a:pt x="1237" y="287"/>
                </a:lnTo>
                <a:lnTo>
                  <a:pt x="1237" y="288"/>
                </a:lnTo>
                <a:lnTo>
                  <a:pt x="1237" y="289"/>
                </a:lnTo>
                <a:lnTo>
                  <a:pt x="1238" y="289"/>
                </a:lnTo>
                <a:lnTo>
                  <a:pt x="1238" y="290"/>
                </a:lnTo>
                <a:lnTo>
                  <a:pt x="1238" y="291"/>
                </a:lnTo>
                <a:lnTo>
                  <a:pt x="1237" y="293"/>
                </a:lnTo>
                <a:lnTo>
                  <a:pt x="1236" y="293"/>
                </a:lnTo>
                <a:lnTo>
                  <a:pt x="1236" y="294"/>
                </a:lnTo>
                <a:lnTo>
                  <a:pt x="1237" y="294"/>
                </a:lnTo>
                <a:lnTo>
                  <a:pt x="1238" y="295"/>
                </a:lnTo>
                <a:lnTo>
                  <a:pt x="1238" y="296"/>
                </a:lnTo>
                <a:lnTo>
                  <a:pt x="1239" y="297"/>
                </a:lnTo>
                <a:lnTo>
                  <a:pt x="1240" y="297"/>
                </a:lnTo>
                <a:lnTo>
                  <a:pt x="1241" y="298"/>
                </a:lnTo>
                <a:lnTo>
                  <a:pt x="1241" y="297"/>
                </a:lnTo>
                <a:lnTo>
                  <a:pt x="1242" y="297"/>
                </a:lnTo>
                <a:lnTo>
                  <a:pt x="1242" y="298"/>
                </a:lnTo>
                <a:lnTo>
                  <a:pt x="1243" y="299"/>
                </a:lnTo>
                <a:lnTo>
                  <a:pt x="1243" y="300"/>
                </a:lnTo>
                <a:lnTo>
                  <a:pt x="1242" y="301"/>
                </a:lnTo>
                <a:lnTo>
                  <a:pt x="1242" y="302"/>
                </a:lnTo>
                <a:lnTo>
                  <a:pt x="1242" y="303"/>
                </a:lnTo>
                <a:lnTo>
                  <a:pt x="1241" y="303"/>
                </a:lnTo>
                <a:lnTo>
                  <a:pt x="1240" y="303"/>
                </a:lnTo>
                <a:lnTo>
                  <a:pt x="1240" y="304"/>
                </a:lnTo>
                <a:lnTo>
                  <a:pt x="1240" y="305"/>
                </a:lnTo>
                <a:lnTo>
                  <a:pt x="1240" y="306"/>
                </a:lnTo>
                <a:lnTo>
                  <a:pt x="1241" y="307"/>
                </a:lnTo>
                <a:lnTo>
                  <a:pt x="1242" y="308"/>
                </a:lnTo>
                <a:lnTo>
                  <a:pt x="1243" y="309"/>
                </a:lnTo>
                <a:lnTo>
                  <a:pt x="1243" y="310"/>
                </a:lnTo>
                <a:lnTo>
                  <a:pt x="1243" y="311"/>
                </a:lnTo>
                <a:lnTo>
                  <a:pt x="1243" y="312"/>
                </a:lnTo>
                <a:lnTo>
                  <a:pt x="1242" y="312"/>
                </a:lnTo>
                <a:lnTo>
                  <a:pt x="1242" y="313"/>
                </a:lnTo>
                <a:lnTo>
                  <a:pt x="1243" y="313"/>
                </a:lnTo>
                <a:lnTo>
                  <a:pt x="1243" y="314"/>
                </a:lnTo>
                <a:lnTo>
                  <a:pt x="1242" y="315"/>
                </a:lnTo>
                <a:lnTo>
                  <a:pt x="1242" y="316"/>
                </a:lnTo>
                <a:lnTo>
                  <a:pt x="1242" y="317"/>
                </a:lnTo>
                <a:lnTo>
                  <a:pt x="1242" y="318"/>
                </a:lnTo>
                <a:lnTo>
                  <a:pt x="1242" y="319"/>
                </a:lnTo>
                <a:lnTo>
                  <a:pt x="1241" y="319"/>
                </a:lnTo>
                <a:lnTo>
                  <a:pt x="1241" y="320"/>
                </a:lnTo>
                <a:lnTo>
                  <a:pt x="1242" y="320"/>
                </a:lnTo>
                <a:lnTo>
                  <a:pt x="1242" y="321"/>
                </a:lnTo>
                <a:lnTo>
                  <a:pt x="1242" y="322"/>
                </a:lnTo>
                <a:lnTo>
                  <a:pt x="1242" y="323"/>
                </a:lnTo>
                <a:lnTo>
                  <a:pt x="1242" y="324"/>
                </a:lnTo>
                <a:lnTo>
                  <a:pt x="1241" y="324"/>
                </a:lnTo>
                <a:lnTo>
                  <a:pt x="1241" y="325"/>
                </a:lnTo>
                <a:lnTo>
                  <a:pt x="1242" y="325"/>
                </a:lnTo>
                <a:lnTo>
                  <a:pt x="1242" y="326"/>
                </a:lnTo>
                <a:lnTo>
                  <a:pt x="1241" y="326"/>
                </a:lnTo>
                <a:lnTo>
                  <a:pt x="1241" y="327"/>
                </a:lnTo>
                <a:lnTo>
                  <a:pt x="1240" y="327"/>
                </a:lnTo>
                <a:lnTo>
                  <a:pt x="1240" y="328"/>
                </a:lnTo>
                <a:lnTo>
                  <a:pt x="1239" y="329"/>
                </a:lnTo>
                <a:lnTo>
                  <a:pt x="1239" y="330"/>
                </a:lnTo>
                <a:lnTo>
                  <a:pt x="1240" y="331"/>
                </a:lnTo>
                <a:lnTo>
                  <a:pt x="1241" y="331"/>
                </a:lnTo>
                <a:lnTo>
                  <a:pt x="1241" y="333"/>
                </a:lnTo>
                <a:lnTo>
                  <a:pt x="1240" y="333"/>
                </a:lnTo>
                <a:lnTo>
                  <a:pt x="1241" y="334"/>
                </a:lnTo>
                <a:lnTo>
                  <a:pt x="1242" y="335"/>
                </a:lnTo>
                <a:lnTo>
                  <a:pt x="1244" y="335"/>
                </a:lnTo>
                <a:lnTo>
                  <a:pt x="1244" y="336"/>
                </a:lnTo>
                <a:lnTo>
                  <a:pt x="1244" y="337"/>
                </a:lnTo>
                <a:lnTo>
                  <a:pt x="1245" y="337"/>
                </a:lnTo>
                <a:lnTo>
                  <a:pt x="1245" y="338"/>
                </a:lnTo>
                <a:lnTo>
                  <a:pt x="1245" y="339"/>
                </a:lnTo>
                <a:lnTo>
                  <a:pt x="1244" y="339"/>
                </a:lnTo>
                <a:lnTo>
                  <a:pt x="1244" y="340"/>
                </a:lnTo>
                <a:lnTo>
                  <a:pt x="1243" y="340"/>
                </a:lnTo>
                <a:lnTo>
                  <a:pt x="1242" y="341"/>
                </a:lnTo>
                <a:lnTo>
                  <a:pt x="1241" y="341"/>
                </a:lnTo>
                <a:lnTo>
                  <a:pt x="1241" y="342"/>
                </a:lnTo>
                <a:lnTo>
                  <a:pt x="1240" y="342"/>
                </a:lnTo>
                <a:lnTo>
                  <a:pt x="1239" y="343"/>
                </a:lnTo>
                <a:lnTo>
                  <a:pt x="1239" y="344"/>
                </a:lnTo>
                <a:lnTo>
                  <a:pt x="1239" y="345"/>
                </a:lnTo>
                <a:lnTo>
                  <a:pt x="1240" y="345"/>
                </a:lnTo>
                <a:lnTo>
                  <a:pt x="1240" y="346"/>
                </a:lnTo>
                <a:lnTo>
                  <a:pt x="1240" y="347"/>
                </a:lnTo>
                <a:lnTo>
                  <a:pt x="1240" y="348"/>
                </a:lnTo>
                <a:lnTo>
                  <a:pt x="1239" y="348"/>
                </a:lnTo>
                <a:lnTo>
                  <a:pt x="1239" y="349"/>
                </a:lnTo>
                <a:lnTo>
                  <a:pt x="1239" y="350"/>
                </a:lnTo>
                <a:lnTo>
                  <a:pt x="1238" y="351"/>
                </a:lnTo>
                <a:lnTo>
                  <a:pt x="1238" y="352"/>
                </a:lnTo>
                <a:lnTo>
                  <a:pt x="1237" y="352"/>
                </a:lnTo>
                <a:lnTo>
                  <a:pt x="1238" y="353"/>
                </a:lnTo>
                <a:lnTo>
                  <a:pt x="1237" y="354"/>
                </a:lnTo>
                <a:lnTo>
                  <a:pt x="1237" y="355"/>
                </a:lnTo>
                <a:lnTo>
                  <a:pt x="1236" y="355"/>
                </a:lnTo>
                <a:lnTo>
                  <a:pt x="1236" y="356"/>
                </a:lnTo>
                <a:lnTo>
                  <a:pt x="1235" y="356"/>
                </a:lnTo>
                <a:lnTo>
                  <a:pt x="1236" y="357"/>
                </a:lnTo>
                <a:lnTo>
                  <a:pt x="1236" y="358"/>
                </a:lnTo>
                <a:lnTo>
                  <a:pt x="1236" y="359"/>
                </a:lnTo>
                <a:lnTo>
                  <a:pt x="1235" y="359"/>
                </a:lnTo>
                <a:lnTo>
                  <a:pt x="1234" y="360"/>
                </a:lnTo>
                <a:lnTo>
                  <a:pt x="1233" y="360"/>
                </a:lnTo>
                <a:lnTo>
                  <a:pt x="1233" y="361"/>
                </a:lnTo>
                <a:lnTo>
                  <a:pt x="1232" y="361"/>
                </a:lnTo>
                <a:lnTo>
                  <a:pt x="1231" y="360"/>
                </a:lnTo>
                <a:lnTo>
                  <a:pt x="1230" y="360"/>
                </a:lnTo>
                <a:lnTo>
                  <a:pt x="1229" y="361"/>
                </a:lnTo>
                <a:lnTo>
                  <a:pt x="1229" y="362"/>
                </a:lnTo>
                <a:lnTo>
                  <a:pt x="1229" y="364"/>
                </a:lnTo>
                <a:lnTo>
                  <a:pt x="1228" y="364"/>
                </a:lnTo>
                <a:lnTo>
                  <a:pt x="1228" y="363"/>
                </a:lnTo>
                <a:lnTo>
                  <a:pt x="1227" y="363"/>
                </a:lnTo>
                <a:lnTo>
                  <a:pt x="1226" y="363"/>
                </a:lnTo>
                <a:lnTo>
                  <a:pt x="1225" y="363"/>
                </a:lnTo>
                <a:lnTo>
                  <a:pt x="1225" y="362"/>
                </a:lnTo>
                <a:lnTo>
                  <a:pt x="1224" y="362"/>
                </a:lnTo>
                <a:lnTo>
                  <a:pt x="1223" y="362"/>
                </a:lnTo>
                <a:lnTo>
                  <a:pt x="1222" y="362"/>
                </a:lnTo>
                <a:lnTo>
                  <a:pt x="1222" y="363"/>
                </a:lnTo>
                <a:lnTo>
                  <a:pt x="1222" y="364"/>
                </a:lnTo>
                <a:lnTo>
                  <a:pt x="1221" y="364"/>
                </a:lnTo>
                <a:lnTo>
                  <a:pt x="1221" y="365"/>
                </a:lnTo>
                <a:lnTo>
                  <a:pt x="1220" y="365"/>
                </a:lnTo>
                <a:lnTo>
                  <a:pt x="1219" y="365"/>
                </a:lnTo>
                <a:lnTo>
                  <a:pt x="1219" y="366"/>
                </a:lnTo>
                <a:lnTo>
                  <a:pt x="1218" y="366"/>
                </a:lnTo>
                <a:lnTo>
                  <a:pt x="1218" y="365"/>
                </a:lnTo>
                <a:lnTo>
                  <a:pt x="1218" y="366"/>
                </a:lnTo>
                <a:lnTo>
                  <a:pt x="1217" y="367"/>
                </a:lnTo>
                <a:lnTo>
                  <a:pt x="1217" y="369"/>
                </a:lnTo>
                <a:lnTo>
                  <a:pt x="1217" y="370"/>
                </a:lnTo>
                <a:lnTo>
                  <a:pt x="1217" y="371"/>
                </a:lnTo>
                <a:lnTo>
                  <a:pt x="1216" y="371"/>
                </a:lnTo>
                <a:lnTo>
                  <a:pt x="1215" y="371"/>
                </a:lnTo>
                <a:lnTo>
                  <a:pt x="1215" y="372"/>
                </a:lnTo>
                <a:lnTo>
                  <a:pt x="1215" y="373"/>
                </a:lnTo>
                <a:lnTo>
                  <a:pt x="1216" y="373"/>
                </a:lnTo>
                <a:lnTo>
                  <a:pt x="1216" y="374"/>
                </a:lnTo>
                <a:lnTo>
                  <a:pt x="1216" y="375"/>
                </a:lnTo>
                <a:lnTo>
                  <a:pt x="1217" y="376"/>
                </a:lnTo>
                <a:lnTo>
                  <a:pt x="1217" y="377"/>
                </a:lnTo>
                <a:lnTo>
                  <a:pt x="1218" y="377"/>
                </a:lnTo>
                <a:lnTo>
                  <a:pt x="1218" y="378"/>
                </a:lnTo>
                <a:lnTo>
                  <a:pt x="1218" y="379"/>
                </a:lnTo>
                <a:lnTo>
                  <a:pt x="1219" y="380"/>
                </a:lnTo>
                <a:lnTo>
                  <a:pt x="1218" y="380"/>
                </a:lnTo>
                <a:lnTo>
                  <a:pt x="1218" y="381"/>
                </a:lnTo>
                <a:lnTo>
                  <a:pt x="1218" y="382"/>
                </a:lnTo>
                <a:lnTo>
                  <a:pt x="1218" y="383"/>
                </a:lnTo>
                <a:lnTo>
                  <a:pt x="1218" y="384"/>
                </a:lnTo>
                <a:lnTo>
                  <a:pt x="1219" y="384"/>
                </a:lnTo>
                <a:lnTo>
                  <a:pt x="1220" y="385"/>
                </a:lnTo>
                <a:lnTo>
                  <a:pt x="1221" y="386"/>
                </a:lnTo>
                <a:lnTo>
                  <a:pt x="1221" y="387"/>
                </a:lnTo>
                <a:lnTo>
                  <a:pt x="1222" y="387"/>
                </a:lnTo>
                <a:lnTo>
                  <a:pt x="1222" y="388"/>
                </a:lnTo>
                <a:lnTo>
                  <a:pt x="1222" y="389"/>
                </a:lnTo>
                <a:lnTo>
                  <a:pt x="1223" y="390"/>
                </a:lnTo>
                <a:lnTo>
                  <a:pt x="1224" y="391"/>
                </a:lnTo>
                <a:lnTo>
                  <a:pt x="1225" y="391"/>
                </a:lnTo>
                <a:lnTo>
                  <a:pt x="1225" y="392"/>
                </a:lnTo>
                <a:lnTo>
                  <a:pt x="1225" y="393"/>
                </a:lnTo>
                <a:lnTo>
                  <a:pt x="1225" y="394"/>
                </a:lnTo>
                <a:lnTo>
                  <a:pt x="1226" y="394"/>
                </a:lnTo>
                <a:lnTo>
                  <a:pt x="1226" y="395"/>
                </a:lnTo>
                <a:lnTo>
                  <a:pt x="1227" y="395"/>
                </a:lnTo>
                <a:lnTo>
                  <a:pt x="1226" y="396"/>
                </a:lnTo>
                <a:lnTo>
                  <a:pt x="1227" y="396"/>
                </a:lnTo>
                <a:lnTo>
                  <a:pt x="1227" y="397"/>
                </a:lnTo>
                <a:lnTo>
                  <a:pt x="1227" y="398"/>
                </a:lnTo>
                <a:lnTo>
                  <a:pt x="1228" y="398"/>
                </a:lnTo>
                <a:lnTo>
                  <a:pt x="1229" y="398"/>
                </a:lnTo>
                <a:lnTo>
                  <a:pt x="1230" y="398"/>
                </a:lnTo>
                <a:lnTo>
                  <a:pt x="1231" y="398"/>
                </a:lnTo>
                <a:lnTo>
                  <a:pt x="1232" y="398"/>
                </a:lnTo>
                <a:lnTo>
                  <a:pt x="1233" y="398"/>
                </a:lnTo>
                <a:lnTo>
                  <a:pt x="1233" y="399"/>
                </a:lnTo>
                <a:lnTo>
                  <a:pt x="1234" y="399"/>
                </a:lnTo>
                <a:lnTo>
                  <a:pt x="1234" y="400"/>
                </a:lnTo>
                <a:lnTo>
                  <a:pt x="1234" y="401"/>
                </a:lnTo>
                <a:lnTo>
                  <a:pt x="1234" y="402"/>
                </a:lnTo>
                <a:lnTo>
                  <a:pt x="1235" y="402"/>
                </a:lnTo>
                <a:lnTo>
                  <a:pt x="1235" y="403"/>
                </a:lnTo>
                <a:lnTo>
                  <a:pt x="1235" y="404"/>
                </a:lnTo>
                <a:lnTo>
                  <a:pt x="1236" y="404"/>
                </a:lnTo>
                <a:lnTo>
                  <a:pt x="1236" y="405"/>
                </a:lnTo>
                <a:lnTo>
                  <a:pt x="1237" y="405"/>
                </a:lnTo>
                <a:lnTo>
                  <a:pt x="1237" y="406"/>
                </a:lnTo>
                <a:lnTo>
                  <a:pt x="1237" y="407"/>
                </a:lnTo>
                <a:lnTo>
                  <a:pt x="1238" y="407"/>
                </a:lnTo>
                <a:lnTo>
                  <a:pt x="1239" y="407"/>
                </a:lnTo>
                <a:lnTo>
                  <a:pt x="1240" y="407"/>
                </a:lnTo>
                <a:lnTo>
                  <a:pt x="1241" y="407"/>
                </a:lnTo>
                <a:lnTo>
                  <a:pt x="1241" y="408"/>
                </a:lnTo>
                <a:lnTo>
                  <a:pt x="1241" y="409"/>
                </a:lnTo>
                <a:lnTo>
                  <a:pt x="1239" y="410"/>
                </a:lnTo>
                <a:lnTo>
                  <a:pt x="1239" y="411"/>
                </a:lnTo>
                <a:lnTo>
                  <a:pt x="1238" y="412"/>
                </a:lnTo>
                <a:lnTo>
                  <a:pt x="1237" y="413"/>
                </a:lnTo>
                <a:lnTo>
                  <a:pt x="1237" y="414"/>
                </a:lnTo>
                <a:lnTo>
                  <a:pt x="1237" y="415"/>
                </a:lnTo>
                <a:lnTo>
                  <a:pt x="1237" y="416"/>
                </a:lnTo>
                <a:lnTo>
                  <a:pt x="1238" y="416"/>
                </a:lnTo>
                <a:lnTo>
                  <a:pt x="1239" y="416"/>
                </a:lnTo>
                <a:lnTo>
                  <a:pt x="1240" y="416"/>
                </a:lnTo>
                <a:lnTo>
                  <a:pt x="1241" y="417"/>
                </a:lnTo>
                <a:lnTo>
                  <a:pt x="1242" y="417"/>
                </a:lnTo>
                <a:lnTo>
                  <a:pt x="1243" y="418"/>
                </a:lnTo>
                <a:lnTo>
                  <a:pt x="1244" y="418"/>
                </a:lnTo>
                <a:lnTo>
                  <a:pt x="1244" y="419"/>
                </a:lnTo>
                <a:lnTo>
                  <a:pt x="1244" y="420"/>
                </a:lnTo>
                <a:lnTo>
                  <a:pt x="1245" y="421"/>
                </a:lnTo>
                <a:lnTo>
                  <a:pt x="1244" y="421"/>
                </a:lnTo>
                <a:lnTo>
                  <a:pt x="1244" y="422"/>
                </a:lnTo>
                <a:lnTo>
                  <a:pt x="1245" y="422"/>
                </a:lnTo>
                <a:lnTo>
                  <a:pt x="1245" y="423"/>
                </a:lnTo>
                <a:lnTo>
                  <a:pt x="1246" y="423"/>
                </a:lnTo>
                <a:lnTo>
                  <a:pt x="1246" y="424"/>
                </a:lnTo>
                <a:lnTo>
                  <a:pt x="1245" y="425"/>
                </a:lnTo>
                <a:lnTo>
                  <a:pt x="1245" y="426"/>
                </a:lnTo>
                <a:lnTo>
                  <a:pt x="1244" y="426"/>
                </a:lnTo>
                <a:lnTo>
                  <a:pt x="1245" y="427"/>
                </a:lnTo>
                <a:lnTo>
                  <a:pt x="1245" y="428"/>
                </a:lnTo>
                <a:lnTo>
                  <a:pt x="1244" y="429"/>
                </a:lnTo>
                <a:lnTo>
                  <a:pt x="1244" y="430"/>
                </a:lnTo>
                <a:lnTo>
                  <a:pt x="1243" y="430"/>
                </a:lnTo>
                <a:lnTo>
                  <a:pt x="1243" y="431"/>
                </a:lnTo>
                <a:lnTo>
                  <a:pt x="1243" y="432"/>
                </a:lnTo>
                <a:lnTo>
                  <a:pt x="1243" y="433"/>
                </a:lnTo>
                <a:lnTo>
                  <a:pt x="1242" y="433"/>
                </a:lnTo>
                <a:lnTo>
                  <a:pt x="1242" y="434"/>
                </a:lnTo>
                <a:lnTo>
                  <a:pt x="1243" y="435"/>
                </a:lnTo>
                <a:lnTo>
                  <a:pt x="1242" y="436"/>
                </a:lnTo>
                <a:lnTo>
                  <a:pt x="1242" y="437"/>
                </a:lnTo>
                <a:lnTo>
                  <a:pt x="1243" y="438"/>
                </a:lnTo>
                <a:lnTo>
                  <a:pt x="1243" y="439"/>
                </a:lnTo>
                <a:lnTo>
                  <a:pt x="1243" y="440"/>
                </a:lnTo>
                <a:lnTo>
                  <a:pt x="1244" y="440"/>
                </a:lnTo>
                <a:lnTo>
                  <a:pt x="1244" y="441"/>
                </a:lnTo>
                <a:lnTo>
                  <a:pt x="1245" y="442"/>
                </a:lnTo>
                <a:lnTo>
                  <a:pt x="1246" y="442"/>
                </a:lnTo>
                <a:lnTo>
                  <a:pt x="1246" y="443"/>
                </a:lnTo>
                <a:lnTo>
                  <a:pt x="1247" y="443"/>
                </a:lnTo>
                <a:lnTo>
                  <a:pt x="1248" y="443"/>
                </a:lnTo>
                <a:lnTo>
                  <a:pt x="1248" y="444"/>
                </a:lnTo>
                <a:lnTo>
                  <a:pt x="1247" y="444"/>
                </a:lnTo>
                <a:lnTo>
                  <a:pt x="1248" y="444"/>
                </a:lnTo>
                <a:lnTo>
                  <a:pt x="1249" y="444"/>
                </a:lnTo>
                <a:lnTo>
                  <a:pt x="1249" y="445"/>
                </a:lnTo>
                <a:lnTo>
                  <a:pt x="1250" y="445"/>
                </a:lnTo>
                <a:lnTo>
                  <a:pt x="1251" y="445"/>
                </a:lnTo>
                <a:lnTo>
                  <a:pt x="1251" y="446"/>
                </a:lnTo>
                <a:lnTo>
                  <a:pt x="1251" y="450"/>
                </a:lnTo>
                <a:lnTo>
                  <a:pt x="1251" y="451"/>
                </a:lnTo>
                <a:lnTo>
                  <a:pt x="1251" y="452"/>
                </a:lnTo>
                <a:lnTo>
                  <a:pt x="1250" y="452"/>
                </a:lnTo>
                <a:lnTo>
                  <a:pt x="1250" y="453"/>
                </a:lnTo>
                <a:lnTo>
                  <a:pt x="1251" y="453"/>
                </a:lnTo>
                <a:lnTo>
                  <a:pt x="1251" y="454"/>
                </a:lnTo>
                <a:lnTo>
                  <a:pt x="1252" y="454"/>
                </a:lnTo>
                <a:lnTo>
                  <a:pt x="1252" y="455"/>
                </a:lnTo>
                <a:lnTo>
                  <a:pt x="1253" y="455"/>
                </a:lnTo>
                <a:lnTo>
                  <a:pt x="1254" y="455"/>
                </a:lnTo>
                <a:lnTo>
                  <a:pt x="1255" y="456"/>
                </a:lnTo>
                <a:lnTo>
                  <a:pt x="1256" y="456"/>
                </a:lnTo>
                <a:lnTo>
                  <a:pt x="1256" y="457"/>
                </a:lnTo>
                <a:lnTo>
                  <a:pt x="1257" y="457"/>
                </a:lnTo>
                <a:lnTo>
                  <a:pt x="1258" y="457"/>
                </a:lnTo>
                <a:lnTo>
                  <a:pt x="1258" y="458"/>
                </a:lnTo>
                <a:lnTo>
                  <a:pt x="1259" y="458"/>
                </a:lnTo>
                <a:lnTo>
                  <a:pt x="1260" y="458"/>
                </a:lnTo>
                <a:lnTo>
                  <a:pt x="1260" y="459"/>
                </a:lnTo>
                <a:lnTo>
                  <a:pt x="1261" y="459"/>
                </a:lnTo>
                <a:lnTo>
                  <a:pt x="1262" y="459"/>
                </a:lnTo>
                <a:lnTo>
                  <a:pt x="1263" y="459"/>
                </a:lnTo>
                <a:lnTo>
                  <a:pt x="1264" y="459"/>
                </a:lnTo>
                <a:lnTo>
                  <a:pt x="1264" y="460"/>
                </a:lnTo>
                <a:lnTo>
                  <a:pt x="1264" y="461"/>
                </a:lnTo>
                <a:lnTo>
                  <a:pt x="1265" y="461"/>
                </a:lnTo>
                <a:lnTo>
                  <a:pt x="1266" y="461"/>
                </a:lnTo>
                <a:lnTo>
                  <a:pt x="1266" y="462"/>
                </a:lnTo>
                <a:lnTo>
                  <a:pt x="1267" y="463"/>
                </a:lnTo>
                <a:lnTo>
                  <a:pt x="1267" y="464"/>
                </a:lnTo>
                <a:lnTo>
                  <a:pt x="1267" y="465"/>
                </a:lnTo>
                <a:lnTo>
                  <a:pt x="1268" y="465"/>
                </a:lnTo>
                <a:lnTo>
                  <a:pt x="1268" y="466"/>
                </a:lnTo>
                <a:lnTo>
                  <a:pt x="1268" y="467"/>
                </a:lnTo>
                <a:lnTo>
                  <a:pt x="1269" y="468"/>
                </a:lnTo>
                <a:lnTo>
                  <a:pt x="1269" y="469"/>
                </a:lnTo>
                <a:lnTo>
                  <a:pt x="1269" y="470"/>
                </a:lnTo>
                <a:lnTo>
                  <a:pt x="1270" y="470"/>
                </a:lnTo>
                <a:lnTo>
                  <a:pt x="1270" y="471"/>
                </a:lnTo>
                <a:lnTo>
                  <a:pt x="1270" y="472"/>
                </a:lnTo>
                <a:lnTo>
                  <a:pt x="1271" y="472"/>
                </a:lnTo>
                <a:lnTo>
                  <a:pt x="1271" y="473"/>
                </a:lnTo>
                <a:lnTo>
                  <a:pt x="1271" y="474"/>
                </a:lnTo>
                <a:lnTo>
                  <a:pt x="1272" y="475"/>
                </a:lnTo>
                <a:lnTo>
                  <a:pt x="1272" y="476"/>
                </a:lnTo>
                <a:lnTo>
                  <a:pt x="1272" y="477"/>
                </a:lnTo>
                <a:lnTo>
                  <a:pt x="1273" y="477"/>
                </a:lnTo>
                <a:lnTo>
                  <a:pt x="1272" y="478"/>
                </a:lnTo>
                <a:lnTo>
                  <a:pt x="1272" y="479"/>
                </a:lnTo>
                <a:lnTo>
                  <a:pt x="1273" y="479"/>
                </a:lnTo>
                <a:lnTo>
                  <a:pt x="1273" y="480"/>
                </a:lnTo>
                <a:lnTo>
                  <a:pt x="1274" y="480"/>
                </a:lnTo>
                <a:lnTo>
                  <a:pt x="1274" y="481"/>
                </a:lnTo>
                <a:lnTo>
                  <a:pt x="1275" y="481"/>
                </a:lnTo>
                <a:lnTo>
                  <a:pt x="1275" y="482"/>
                </a:lnTo>
                <a:lnTo>
                  <a:pt x="1276" y="482"/>
                </a:lnTo>
                <a:lnTo>
                  <a:pt x="1275" y="482"/>
                </a:lnTo>
                <a:lnTo>
                  <a:pt x="1276" y="483"/>
                </a:lnTo>
                <a:lnTo>
                  <a:pt x="1277" y="483"/>
                </a:lnTo>
                <a:lnTo>
                  <a:pt x="1277" y="484"/>
                </a:lnTo>
                <a:lnTo>
                  <a:pt x="1278" y="485"/>
                </a:lnTo>
                <a:lnTo>
                  <a:pt x="1279" y="485"/>
                </a:lnTo>
                <a:lnTo>
                  <a:pt x="1280" y="485"/>
                </a:lnTo>
                <a:lnTo>
                  <a:pt x="1281" y="485"/>
                </a:lnTo>
                <a:lnTo>
                  <a:pt x="1283" y="486"/>
                </a:lnTo>
                <a:lnTo>
                  <a:pt x="1284" y="486"/>
                </a:lnTo>
                <a:lnTo>
                  <a:pt x="1286" y="486"/>
                </a:lnTo>
                <a:lnTo>
                  <a:pt x="1287" y="486"/>
                </a:lnTo>
                <a:lnTo>
                  <a:pt x="1288" y="486"/>
                </a:lnTo>
                <a:lnTo>
                  <a:pt x="1289" y="486"/>
                </a:lnTo>
                <a:lnTo>
                  <a:pt x="1289" y="487"/>
                </a:lnTo>
                <a:lnTo>
                  <a:pt x="1289" y="488"/>
                </a:lnTo>
                <a:lnTo>
                  <a:pt x="1290" y="488"/>
                </a:lnTo>
                <a:lnTo>
                  <a:pt x="1290" y="489"/>
                </a:lnTo>
                <a:lnTo>
                  <a:pt x="1291" y="489"/>
                </a:lnTo>
                <a:lnTo>
                  <a:pt x="1292" y="489"/>
                </a:lnTo>
                <a:lnTo>
                  <a:pt x="1292" y="490"/>
                </a:lnTo>
                <a:lnTo>
                  <a:pt x="1293" y="490"/>
                </a:lnTo>
                <a:lnTo>
                  <a:pt x="1294" y="490"/>
                </a:lnTo>
                <a:lnTo>
                  <a:pt x="1294" y="491"/>
                </a:lnTo>
                <a:lnTo>
                  <a:pt x="1295" y="491"/>
                </a:lnTo>
                <a:lnTo>
                  <a:pt x="1296" y="492"/>
                </a:lnTo>
                <a:lnTo>
                  <a:pt x="1296" y="493"/>
                </a:lnTo>
                <a:lnTo>
                  <a:pt x="1296" y="494"/>
                </a:lnTo>
                <a:lnTo>
                  <a:pt x="1297" y="494"/>
                </a:lnTo>
                <a:lnTo>
                  <a:pt x="1299" y="495"/>
                </a:lnTo>
                <a:lnTo>
                  <a:pt x="1299" y="496"/>
                </a:lnTo>
                <a:lnTo>
                  <a:pt x="1300" y="497"/>
                </a:lnTo>
                <a:lnTo>
                  <a:pt x="1301" y="498"/>
                </a:lnTo>
                <a:lnTo>
                  <a:pt x="1301" y="499"/>
                </a:lnTo>
                <a:lnTo>
                  <a:pt x="1302" y="500"/>
                </a:lnTo>
                <a:lnTo>
                  <a:pt x="1303" y="500"/>
                </a:lnTo>
                <a:lnTo>
                  <a:pt x="1304" y="501"/>
                </a:lnTo>
                <a:lnTo>
                  <a:pt x="1304" y="502"/>
                </a:lnTo>
                <a:lnTo>
                  <a:pt x="1307" y="504"/>
                </a:lnTo>
                <a:lnTo>
                  <a:pt x="1308" y="505"/>
                </a:lnTo>
                <a:lnTo>
                  <a:pt x="1308" y="506"/>
                </a:lnTo>
                <a:lnTo>
                  <a:pt x="1310" y="506"/>
                </a:lnTo>
                <a:lnTo>
                  <a:pt x="1311" y="506"/>
                </a:lnTo>
                <a:lnTo>
                  <a:pt x="1312" y="506"/>
                </a:lnTo>
                <a:lnTo>
                  <a:pt x="1313" y="506"/>
                </a:lnTo>
                <a:lnTo>
                  <a:pt x="1315" y="507"/>
                </a:lnTo>
                <a:lnTo>
                  <a:pt x="1315" y="508"/>
                </a:lnTo>
                <a:lnTo>
                  <a:pt x="1316" y="508"/>
                </a:lnTo>
                <a:lnTo>
                  <a:pt x="1317" y="509"/>
                </a:lnTo>
                <a:lnTo>
                  <a:pt x="1318" y="509"/>
                </a:lnTo>
                <a:lnTo>
                  <a:pt x="1318" y="510"/>
                </a:lnTo>
                <a:lnTo>
                  <a:pt x="1319" y="510"/>
                </a:lnTo>
                <a:lnTo>
                  <a:pt x="1320" y="510"/>
                </a:lnTo>
                <a:lnTo>
                  <a:pt x="1321" y="510"/>
                </a:lnTo>
                <a:lnTo>
                  <a:pt x="1322" y="510"/>
                </a:lnTo>
                <a:lnTo>
                  <a:pt x="1322" y="511"/>
                </a:lnTo>
                <a:lnTo>
                  <a:pt x="1323" y="511"/>
                </a:lnTo>
                <a:lnTo>
                  <a:pt x="1324" y="511"/>
                </a:lnTo>
                <a:lnTo>
                  <a:pt x="1325" y="511"/>
                </a:lnTo>
                <a:lnTo>
                  <a:pt x="1326" y="511"/>
                </a:lnTo>
                <a:lnTo>
                  <a:pt x="1327" y="511"/>
                </a:lnTo>
                <a:lnTo>
                  <a:pt x="1327" y="512"/>
                </a:lnTo>
                <a:lnTo>
                  <a:pt x="1328" y="513"/>
                </a:lnTo>
                <a:lnTo>
                  <a:pt x="1328" y="514"/>
                </a:lnTo>
                <a:lnTo>
                  <a:pt x="1328" y="515"/>
                </a:lnTo>
                <a:lnTo>
                  <a:pt x="1329" y="515"/>
                </a:lnTo>
                <a:lnTo>
                  <a:pt x="1329" y="514"/>
                </a:lnTo>
                <a:lnTo>
                  <a:pt x="1330" y="514"/>
                </a:lnTo>
                <a:lnTo>
                  <a:pt x="1330" y="513"/>
                </a:lnTo>
                <a:lnTo>
                  <a:pt x="1330" y="512"/>
                </a:lnTo>
                <a:lnTo>
                  <a:pt x="1331" y="512"/>
                </a:lnTo>
                <a:lnTo>
                  <a:pt x="1332" y="511"/>
                </a:lnTo>
                <a:lnTo>
                  <a:pt x="1333" y="511"/>
                </a:lnTo>
                <a:lnTo>
                  <a:pt x="1333" y="512"/>
                </a:lnTo>
                <a:lnTo>
                  <a:pt x="1334" y="512"/>
                </a:lnTo>
                <a:lnTo>
                  <a:pt x="1335" y="512"/>
                </a:lnTo>
                <a:lnTo>
                  <a:pt x="1336" y="512"/>
                </a:lnTo>
                <a:lnTo>
                  <a:pt x="1338" y="512"/>
                </a:lnTo>
                <a:lnTo>
                  <a:pt x="1339" y="513"/>
                </a:lnTo>
                <a:lnTo>
                  <a:pt x="1340" y="513"/>
                </a:lnTo>
                <a:lnTo>
                  <a:pt x="1340" y="512"/>
                </a:lnTo>
                <a:lnTo>
                  <a:pt x="1341" y="513"/>
                </a:lnTo>
                <a:lnTo>
                  <a:pt x="1341" y="514"/>
                </a:lnTo>
                <a:lnTo>
                  <a:pt x="1342" y="514"/>
                </a:lnTo>
                <a:lnTo>
                  <a:pt x="1342" y="513"/>
                </a:lnTo>
                <a:lnTo>
                  <a:pt x="1342" y="514"/>
                </a:lnTo>
                <a:lnTo>
                  <a:pt x="1342" y="515"/>
                </a:lnTo>
                <a:lnTo>
                  <a:pt x="1343" y="515"/>
                </a:lnTo>
                <a:lnTo>
                  <a:pt x="1342" y="515"/>
                </a:lnTo>
                <a:lnTo>
                  <a:pt x="1343" y="515"/>
                </a:lnTo>
                <a:lnTo>
                  <a:pt x="1343" y="516"/>
                </a:lnTo>
                <a:lnTo>
                  <a:pt x="1344" y="516"/>
                </a:lnTo>
                <a:lnTo>
                  <a:pt x="1344" y="515"/>
                </a:lnTo>
                <a:lnTo>
                  <a:pt x="1345" y="515"/>
                </a:lnTo>
                <a:lnTo>
                  <a:pt x="1346" y="515"/>
                </a:lnTo>
                <a:lnTo>
                  <a:pt x="1346" y="514"/>
                </a:lnTo>
                <a:lnTo>
                  <a:pt x="1347" y="514"/>
                </a:lnTo>
                <a:lnTo>
                  <a:pt x="1347" y="515"/>
                </a:lnTo>
                <a:lnTo>
                  <a:pt x="1348" y="515"/>
                </a:lnTo>
                <a:lnTo>
                  <a:pt x="1348" y="516"/>
                </a:lnTo>
                <a:lnTo>
                  <a:pt x="1349" y="517"/>
                </a:lnTo>
                <a:lnTo>
                  <a:pt x="1350" y="518"/>
                </a:lnTo>
                <a:lnTo>
                  <a:pt x="1351" y="518"/>
                </a:lnTo>
                <a:lnTo>
                  <a:pt x="1351" y="519"/>
                </a:lnTo>
                <a:lnTo>
                  <a:pt x="1352" y="520"/>
                </a:lnTo>
                <a:lnTo>
                  <a:pt x="1353" y="520"/>
                </a:lnTo>
                <a:lnTo>
                  <a:pt x="1353" y="521"/>
                </a:lnTo>
                <a:lnTo>
                  <a:pt x="1354" y="521"/>
                </a:lnTo>
                <a:lnTo>
                  <a:pt x="1354" y="520"/>
                </a:lnTo>
                <a:lnTo>
                  <a:pt x="1354" y="519"/>
                </a:lnTo>
                <a:lnTo>
                  <a:pt x="1354" y="518"/>
                </a:lnTo>
                <a:lnTo>
                  <a:pt x="1355" y="518"/>
                </a:lnTo>
                <a:lnTo>
                  <a:pt x="1356" y="518"/>
                </a:lnTo>
                <a:lnTo>
                  <a:pt x="1356" y="517"/>
                </a:lnTo>
                <a:lnTo>
                  <a:pt x="1356" y="516"/>
                </a:lnTo>
                <a:lnTo>
                  <a:pt x="1357" y="516"/>
                </a:lnTo>
                <a:lnTo>
                  <a:pt x="1358" y="516"/>
                </a:lnTo>
                <a:lnTo>
                  <a:pt x="1358" y="517"/>
                </a:lnTo>
                <a:lnTo>
                  <a:pt x="1359" y="517"/>
                </a:lnTo>
                <a:lnTo>
                  <a:pt x="1359" y="516"/>
                </a:lnTo>
                <a:lnTo>
                  <a:pt x="1360" y="516"/>
                </a:lnTo>
                <a:lnTo>
                  <a:pt x="1360" y="515"/>
                </a:lnTo>
                <a:lnTo>
                  <a:pt x="1361" y="514"/>
                </a:lnTo>
                <a:lnTo>
                  <a:pt x="1362" y="515"/>
                </a:lnTo>
                <a:lnTo>
                  <a:pt x="1363" y="514"/>
                </a:lnTo>
                <a:lnTo>
                  <a:pt x="1363" y="513"/>
                </a:lnTo>
                <a:lnTo>
                  <a:pt x="1365" y="513"/>
                </a:lnTo>
                <a:lnTo>
                  <a:pt x="1366" y="513"/>
                </a:lnTo>
                <a:lnTo>
                  <a:pt x="1367" y="513"/>
                </a:lnTo>
                <a:lnTo>
                  <a:pt x="1367" y="514"/>
                </a:lnTo>
                <a:lnTo>
                  <a:pt x="1368" y="514"/>
                </a:lnTo>
                <a:lnTo>
                  <a:pt x="1368" y="515"/>
                </a:lnTo>
                <a:lnTo>
                  <a:pt x="1368" y="516"/>
                </a:lnTo>
                <a:lnTo>
                  <a:pt x="1369" y="516"/>
                </a:lnTo>
                <a:lnTo>
                  <a:pt x="1369" y="515"/>
                </a:lnTo>
                <a:lnTo>
                  <a:pt x="1370" y="516"/>
                </a:lnTo>
                <a:lnTo>
                  <a:pt x="1370" y="517"/>
                </a:lnTo>
                <a:lnTo>
                  <a:pt x="1371" y="517"/>
                </a:lnTo>
                <a:lnTo>
                  <a:pt x="1371" y="518"/>
                </a:lnTo>
                <a:lnTo>
                  <a:pt x="1372" y="518"/>
                </a:lnTo>
                <a:lnTo>
                  <a:pt x="1372" y="519"/>
                </a:lnTo>
                <a:lnTo>
                  <a:pt x="1374" y="519"/>
                </a:lnTo>
                <a:lnTo>
                  <a:pt x="1375" y="519"/>
                </a:lnTo>
                <a:lnTo>
                  <a:pt x="1375" y="520"/>
                </a:lnTo>
                <a:lnTo>
                  <a:pt x="1376" y="520"/>
                </a:lnTo>
                <a:lnTo>
                  <a:pt x="1377" y="520"/>
                </a:lnTo>
                <a:lnTo>
                  <a:pt x="1378" y="520"/>
                </a:lnTo>
                <a:lnTo>
                  <a:pt x="1378" y="521"/>
                </a:lnTo>
                <a:lnTo>
                  <a:pt x="1379" y="521"/>
                </a:lnTo>
                <a:lnTo>
                  <a:pt x="1380" y="522"/>
                </a:lnTo>
                <a:lnTo>
                  <a:pt x="1380" y="523"/>
                </a:lnTo>
                <a:lnTo>
                  <a:pt x="1381" y="523"/>
                </a:lnTo>
                <a:lnTo>
                  <a:pt x="1382" y="523"/>
                </a:lnTo>
                <a:lnTo>
                  <a:pt x="1383" y="524"/>
                </a:lnTo>
                <a:lnTo>
                  <a:pt x="1384" y="524"/>
                </a:lnTo>
                <a:lnTo>
                  <a:pt x="1384" y="525"/>
                </a:lnTo>
                <a:lnTo>
                  <a:pt x="1384" y="526"/>
                </a:lnTo>
                <a:lnTo>
                  <a:pt x="1385" y="526"/>
                </a:lnTo>
                <a:lnTo>
                  <a:pt x="1385" y="525"/>
                </a:lnTo>
                <a:lnTo>
                  <a:pt x="1387" y="525"/>
                </a:lnTo>
                <a:lnTo>
                  <a:pt x="1387" y="524"/>
                </a:lnTo>
                <a:lnTo>
                  <a:pt x="1387" y="523"/>
                </a:lnTo>
                <a:lnTo>
                  <a:pt x="1389" y="523"/>
                </a:lnTo>
                <a:lnTo>
                  <a:pt x="1389" y="522"/>
                </a:lnTo>
                <a:lnTo>
                  <a:pt x="1390" y="522"/>
                </a:lnTo>
                <a:lnTo>
                  <a:pt x="1390" y="521"/>
                </a:lnTo>
                <a:lnTo>
                  <a:pt x="1391" y="521"/>
                </a:lnTo>
                <a:lnTo>
                  <a:pt x="1392" y="521"/>
                </a:lnTo>
                <a:lnTo>
                  <a:pt x="1392" y="522"/>
                </a:lnTo>
                <a:lnTo>
                  <a:pt x="1393" y="523"/>
                </a:lnTo>
                <a:lnTo>
                  <a:pt x="1393" y="522"/>
                </a:lnTo>
                <a:lnTo>
                  <a:pt x="1394" y="522"/>
                </a:lnTo>
                <a:lnTo>
                  <a:pt x="1394" y="523"/>
                </a:lnTo>
                <a:lnTo>
                  <a:pt x="1395" y="523"/>
                </a:lnTo>
                <a:lnTo>
                  <a:pt x="1396" y="524"/>
                </a:lnTo>
                <a:lnTo>
                  <a:pt x="1396" y="525"/>
                </a:lnTo>
                <a:lnTo>
                  <a:pt x="1397" y="525"/>
                </a:lnTo>
                <a:lnTo>
                  <a:pt x="1397" y="526"/>
                </a:lnTo>
                <a:lnTo>
                  <a:pt x="1397" y="527"/>
                </a:lnTo>
                <a:lnTo>
                  <a:pt x="1397" y="528"/>
                </a:lnTo>
                <a:lnTo>
                  <a:pt x="1397" y="529"/>
                </a:lnTo>
                <a:lnTo>
                  <a:pt x="1398" y="529"/>
                </a:lnTo>
                <a:lnTo>
                  <a:pt x="1397" y="530"/>
                </a:lnTo>
                <a:lnTo>
                  <a:pt x="1398" y="530"/>
                </a:lnTo>
                <a:lnTo>
                  <a:pt x="1399" y="530"/>
                </a:lnTo>
                <a:lnTo>
                  <a:pt x="1399" y="531"/>
                </a:lnTo>
                <a:lnTo>
                  <a:pt x="1399" y="532"/>
                </a:lnTo>
                <a:lnTo>
                  <a:pt x="1402" y="533"/>
                </a:lnTo>
                <a:lnTo>
                  <a:pt x="1403" y="533"/>
                </a:lnTo>
                <a:lnTo>
                  <a:pt x="1404" y="534"/>
                </a:lnTo>
                <a:lnTo>
                  <a:pt x="1405" y="534"/>
                </a:lnTo>
                <a:lnTo>
                  <a:pt x="1405" y="535"/>
                </a:lnTo>
                <a:lnTo>
                  <a:pt x="1406" y="536"/>
                </a:lnTo>
                <a:lnTo>
                  <a:pt x="1407" y="536"/>
                </a:lnTo>
                <a:lnTo>
                  <a:pt x="1407" y="537"/>
                </a:lnTo>
                <a:lnTo>
                  <a:pt x="1408" y="538"/>
                </a:lnTo>
                <a:lnTo>
                  <a:pt x="1409" y="539"/>
                </a:lnTo>
                <a:lnTo>
                  <a:pt x="1409" y="540"/>
                </a:lnTo>
                <a:lnTo>
                  <a:pt x="1411" y="540"/>
                </a:lnTo>
                <a:lnTo>
                  <a:pt x="1412" y="540"/>
                </a:lnTo>
                <a:lnTo>
                  <a:pt x="1412" y="541"/>
                </a:lnTo>
                <a:lnTo>
                  <a:pt x="1413" y="541"/>
                </a:lnTo>
                <a:lnTo>
                  <a:pt x="1413" y="542"/>
                </a:lnTo>
                <a:lnTo>
                  <a:pt x="1414" y="542"/>
                </a:lnTo>
                <a:lnTo>
                  <a:pt x="1415" y="543"/>
                </a:lnTo>
                <a:lnTo>
                  <a:pt x="1416" y="543"/>
                </a:lnTo>
                <a:lnTo>
                  <a:pt x="1416" y="544"/>
                </a:lnTo>
                <a:lnTo>
                  <a:pt x="1417" y="544"/>
                </a:lnTo>
                <a:lnTo>
                  <a:pt x="1417" y="545"/>
                </a:lnTo>
                <a:lnTo>
                  <a:pt x="1418" y="545"/>
                </a:lnTo>
                <a:lnTo>
                  <a:pt x="1418" y="546"/>
                </a:lnTo>
                <a:lnTo>
                  <a:pt x="1419" y="546"/>
                </a:lnTo>
                <a:lnTo>
                  <a:pt x="1420" y="547"/>
                </a:lnTo>
                <a:lnTo>
                  <a:pt x="1421" y="546"/>
                </a:lnTo>
                <a:lnTo>
                  <a:pt x="1422" y="546"/>
                </a:lnTo>
                <a:lnTo>
                  <a:pt x="1423" y="546"/>
                </a:lnTo>
                <a:lnTo>
                  <a:pt x="1423" y="547"/>
                </a:lnTo>
                <a:lnTo>
                  <a:pt x="1424" y="547"/>
                </a:lnTo>
                <a:lnTo>
                  <a:pt x="1425" y="547"/>
                </a:lnTo>
                <a:lnTo>
                  <a:pt x="1425" y="548"/>
                </a:lnTo>
                <a:lnTo>
                  <a:pt x="1425" y="549"/>
                </a:lnTo>
                <a:lnTo>
                  <a:pt x="1425" y="550"/>
                </a:lnTo>
                <a:lnTo>
                  <a:pt x="1426" y="551"/>
                </a:lnTo>
                <a:lnTo>
                  <a:pt x="1426" y="552"/>
                </a:lnTo>
                <a:lnTo>
                  <a:pt x="1426" y="553"/>
                </a:lnTo>
                <a:lnTo>
                  <a:pt x="1427" y="553"/>
                </a:lnTo>
                <a:lnTo>
                  <a:pt x="1428" y="553"/>
                </a:lnTo>
                <a:lnTo>
                  <a:pt x="1429" y="553"/>
                </a:lnTo>
                <a:lnTo>
                  <a:pt x="1430" y="553"/>
                </a:lnTo>
                <a:lnTo>
                  <a:pt x="1430" y="554"/>
                </a:lnTo>
                <a:lnTo>
                  <a:pt x="1430" y="555"/>
                </a:lnTo>
                <a:lnTo>
                  <a:pt x="1430" y="556"/>
                </a:lnTo>
                <a:lnTo>
                  <a:pt x="1429" y="556"/>
                </a:lnTo>
                <a:lnTo>
                  <a:pt x="1430" y="556"/>
                </a:lnTo>
                <a:lnTo>
                  <a:pt x="1430" y="557"/>
                </a:lnTo>
                <a:lnTo>
                  <a:pt x="1430" y="558"/>
                </a:lnTo>
                <a:lnTo>
                  <a:pt x="1431" y="558"/>
                </a:lnTo>
                <a:lnTo>
                  <a:pt x="1431" y="557"/>
                </a:lnTo>
                <a:lnTo>
                  <a:pt x="1432" y="557"/>
                </a:lnTo>
                <a:lnTo>
                  <a:pt x="1432" y="558"/>
                </a:lnTo>
                <a:lnTo>
                  <a:pt x="1432" y="559"/>
                </a:lnTo>
                <a:lnTo>
                  <a:pt x="1432" y="560"/>
                </a:lnTo>
                <a:lnTo>
                  <a:pt x="1433" y="560"/>
                </a:lnTo>
                <a:lnTo>
                  <a:pt x="1433" y="561"/>
                </a:lnTo>
                <a:lnTo>
                  <a:pt x="1433" y="562"/>
                </a:lnTo>
                <a:lnTo>
                  <a:pt x="1434" y="563"/>
                </a:lnTo>
                <a:lnTo>
                  <a:pt x="1435" y="563"/>
                </a:lnTo>
                <a:lnTo>
                  <a:pt x="1435" y="564"/>
                </a:lnTo>
                <a:lnTo>
                  <a:pt x="1434" y="564"/>
                </a:lnTo>
                <a:lnTo>
                  <a:pt x="1435" y="565"/>
                </a:lnTo>
                <a:lnTo>
                  <a:pt x="1436" y="565"/>
                </a:lnTo>
                <a:lnTo>
                  <a:pt x="1437" y="565"/>
                </a:lnTo>
                <a:lnTo>
                  <a:pt x="1438" y="565"/>
                </a:lnTo>
                <a:lnTo>
                  <a:pt x="1439" y="565"/>
                </a:lnTo>
                <a:lnTo>
                  <a:pt x="1439" y="564"/>
                </a:lnTo>
                <a:lnTo>
                  <a:pt x="1440" y="564"/>
                </a:lnTo>
                <a:lnTo>
                  <a:pt x="1441" y="564"/>
                </a:lnTo>
                <a:lnTo>
                  <a:pt x="1441" y="565"/>
                </a:lnTo>
                <a:lnTo>
                  <a:pt x="1442" y="565"/>
                </a:lnTo>
                <a:lnTo>
                  <a:pt x="1443" y="565"/>
                </a:lnTo>
                <a:lnTo>
                  <a:pt x="1443" y="564"/>
                </a:lnTo>
                <a:lnTo>
                  <a:pt x="1443" y="563"/>
                </a:lnTo>
                <a:lnTo>
                  <a:pt x="1443" y="562"/>
                </a:lnTo>
                <a:lnTo>
                  <a:pt x="1444" y="561"/>
                </a:lnTo>
                <a:lnTo>
                  <a:pt x="1445" y="561"/>
                </a:lnTo>
                <a:lnTo>
                  <a:pt x="1445" y="562"/>
                </a:lnTo>
                <a:lnTo>
                  <a:pt x="1446" y="562"/>
                </a:lnTo>
                <a:lnTo>
                  <a:pt x="1446" y="561"/>
                </a:lnTo>
                <a:lnTo>
                  <a:pt x="1447" y="561"/>
                </a:lnTo>
                <a:lnTo>
                  <a:pt x="1448" y="561"/>
                </a:lnTo>
                <a:lnTo>
                  <a:pt x="1448" y="562"/>
                </a:lnTo>
                <a:lnTo>
                  <a:pt x="1449" y="562"/>
                </a:lnTo>
                <a:lnTo>
                  <a:pt x="1450" y="562"/>
                </a:lnTo>
                <a:lnTo>
                  <a:pt x="1451" y="562"/>
                </a:lnTo>
                <a:lnTo>
                  <a:pt x="1452" y="561"/>
                </a:lnTo>
                <a:lnTo>
                  <a:pt x="1453" y="561"/>
                </a:lnTo>
                <a:lnTo>
                  <a:pt x="1453" y="560"/>
                </a:lnTo>
                <a:lnTo>
                  <a:pt x="1454" y="560"/>
                </a:lnTo>
                <a:lnTo>
                  <a:pt x="1455" y="559"/>
                </a:lnTo>
                <a:lnTo>
                  <a:pt x="1456" y="559"/>
                </a:lnTo>
                <a:lnTo>
                  <a:pt x="1456" y="560"/>
                </a:lnTo>
                <a:lnTo>
                  <a:pt x="1456" y="561"/>
                </a:lnTo>
                <a:lnTo>
                  <a:pt x="1457" y="561"/>
                </a:lnTo>
                <a:lnTo>
                  <a:pt x="1458" y="561"/>
                </a:lnTo>
                <a:lnTo>
                  <a:pt x="1459" y="561"/>
                </a:lnTo>
                <a:lnTo>
                  <a:pt x="1459" y="562"/>
                </a:lnTo>
                <a:lnTo>
                  <a:pt x="1460" y="562"/>
                </a:lnTo>
                <a:lnTo>
                  <a:pt x="1461" y="562"/>
                </a:lnTo>
                <a:lnTo>
                  <a:pt x="1462" y="563"/>
                </a:lnTo>
                <a:lnTo>
                  <a:pt x="1462" y="564"/>
                </a:lnTo>
                <a:lnTo>
                  <a:pt x="1463" y="564"/>
                </a:lnTo>
                <a:lnTo>
                  <a:pt x="1463" y="565"/>
                </a:lnTo>
                <a:lnTo>
                  <a:pt x="1464" y="566"/>
                </a:lnTo>
                <a:lnTo>
                  <a:pt x="1464" y="567"/>
                </a:lnTo>
                <a:lnTo>
                  <a:pt x="1464" y="569"/>
                </a:lnTo>
                <a:lnTo>
                  <a:pt x="1463" y="569"/>
                </a:lnTo>
                <a:lnTo>
                  <a:pt x="1462" y="569"/>
                </a:lnTo>
                <a:lnTo>
                  <a:pt x="1461" y="570"/>
                </a:lnTo>
                <a:lnTo>
                  <a:pt x="1460" y="570"/>
                </a:lnTo>
                <a:lnTo>
                  <a:pt x="1460" y="571"/>
                </a:lnTo>
                <a:lnTo>
                  <a:pt x="1460" y="572"/>
                </a:lnTo>
                <a:lnTo>
                  <a:pt x="1461" y="572"/>
                </a:lnTo>
                <a:lnTo>
                  <a:pt x="1461" y="573"/>
                </a:lnTo>
                <a:lnTo>
                  <a:pt x="1461" y="574"/>
                </a:lnTo>
                <a:lnTo>
                  <a:pt x="1461" y="575"/>
                </a:lnTo>
                <a:lnTo>
                  <a:pt x="1460" y="576"/>
                </a:lnTo>
                <a:lnTo>
                  <a:pt x="1460" y="577"/>
                </a:lnTo>
                <a:lnTo>
                  <a:pt x="1460" y="578"/>
                </a:lnTo>
                <a:lnTo>
                  <a:pt x="1461" y="578"/>
                </a:lnTo>
                <a:lnTo>
                  <a:pt x="1461" y="579"/>
                </a:lnTo>
                <a:lnTo>
                  <a:pt x="1461" y="580"/>
                </a:lnTo>
                <a:lnTo>
                  <a:pt x="1462" y="580"/>
                </a:lnTo>
                <a:lnTo>
                  <a:pt x="1463" y="580"/>
                </a:lnTo>
                <a:lnTo>
                  <a:pt x="1463" y="581"/>
                </a:lnTo>
                <a:lnTo>
                  <a:pt x="1465" y="581"/>
                </a:lnTo>
                <a:lnTo>
                  <a:pt x="1465" y="582"/>
                </a:lnTo>
                <a:lnTo>
                  <a:pt x="1466" y="582"/>
                </a:lnTo>
                <a:lnTo>
                  <a:pt x="1467" y="582"/>
                </a:lnTo>
                <a:lnTo>
                  <a:pt x="1467" y="581"/>
                </a:lnTo>
                <a:lnTo>
                  <a:pt x="1468" y="581"/>
                </a:lnTo>
                <a:lnTo>
                  <a:pt x="1469" y="581"/>
                </a:lnTo>
                <a:lnTo>
                  <a:pt x="1469" y="580"/>
                </a:lnTo>
                <a:lnTo>
                  <a:pt x="1470" y="580"/>
                </a:lnTo>
                <a:lnTo>
                  <a:pt x="1470" y="579"/>
                </a:lnTo>
                <a:lnTo>
                  <a:pt x="1471" y="579"/>
                </a:lnTo>
                <a:lnTo>
                  <a:pt x="1472" y="579"/>
                </a:lnTo>
                <a:lnTo>
                  <a:pt x="1473" y="579"/>
                </a:lnTo>
                <a:lnTo>
                  <a:pt x="1473" y="580"/>
                </a:lnTo>
                <a:lnTo>
                  <a:pt x="1474" y="581"/>
                </a:lnTo>
                <a:lnTo>
                  <a:pt x="1476" y="581"/>
                </a:lnTo>
                <a:lnTo>
                  <a:pt x="1476" y="580"/>
                </a:lnTo>
                <a:lnTo>
                  <a:pt x="1476" y="579"/>
                </a:lnTo>
                <a:lnTo>
                  <a:pt x="1476" y="578"/>
                </a:lnTo>
                <a:lnTo>
                  <a:pt x="1478" y="579"/>
                </a:lnTo>
                <a:lnTo>
                  <a:pt x="1479" y="579"/>
                </a:lnTo>
                <a:lnTo>
                  <a:pt x="1479" y="580"/>
                </a:lnTo>
                <a:lnTo>
                  <a:pt x="1480" y="580"/>
                </a:lnTo>
                <a:lnTo>
                  <a:pt x="1481" y="581"/>
                </a:lnTo>
                <a:lnTo>
                  <a:pt x="1482" y="581"/>
                </a:lnTo>
                <a:lnTo>
                  <a:pt x="1482" y="580"/>
                </a:lnTo>
                <a:lnTo>
                  <a:pt x="1483" y="580"/>
                </a:lnTo>
                <a:lnTo>
                  <a:pt x="1484" y="579"/>
                </a:lnTo>
                <a:lnTo>
                  <a:pt x="1486" y="579"/>
                </a:lnTo>
                <a:lnTo>
                  <a:pt x="1487" y="579"/>
                </a:lnTo>
                <a:lnTo>
                  <a:pt x="1487" y="580"/>
                </a:lnTo>
                <a:lnTo>
                  <a:pt x="1488" y="580"/>
                </a:lnTo>
                <a:lnTo>
                  <a:pt x="1487" y="580"/>
                </a:lnTo>
                <a:lnTo>
                  <a:pt x="1488" y="580"/>
                </a:lnTo>
                <a:lnTo>
                  <a:pt x="1488" y="581"/>
                </a:lnTo>
                <a:lnTo>
                  <a:pt x="1489" y="581"/>
                </a:lnTo>
                <a:lnTo>
                  <a:pt x="1489" y="582"/>
                </a:lnTo>
                <a:lnTo>
                  <a:pt x="1490" y="582"/>
                </a:lnTo>
                <a:lnTo>
                  <a:pt x="1491" y="582"/>
                </a:lnTo>
                <a:lnTo>
                  <a:pt x="1491" y="583"/>
                </a:lnTo>
                <a:lnTo>
                  <a:pt x="1492" y="583"/>
                </a:lnTo>
                <a:lnTo>
                  <a:pt x="1492" y="582"/>
                </a:lnTo>
                <a:lnTo>
                  <a:pt x="1493" y="583"/>
                </a:lnTo>
                <a:lnTo>
                  <a:pt x="1494" y="584"/>
                </a:lnTo>
                <a:lnTo>
                  <a:pt x="1496" y="584"/>
                </a:lnTo>
                <a:lnTo>
                  <a:pt x="1497" y="585"/>
                </a:lnTo>
                <a:lnTo>
                  <a:pt x="1498" y="585"/>
                </a:lnTo>
                <a:lnTo>
                  <a:pt x="1499" y="585"/>
                </a:lnTo>
                <a:lnTo>
                  <a:pt x="1499" y="584"/>
                </a:lnTo>
                <a:lnTo>
                  <a:pt x="1500" y="584"/>
                </a:lnTo>
                <a:lnTo>
                  <a:pt x="1500" y="585"/>
                </a:lnTo>
                <a:lnTo>
                  <a:pt x="1501" y="585"/>
                </a:lnTo>
                <a:lnTo>
                  <a:pt x="1501" y="584"/>
                </a:lnTo>
                <a:lnTo>
                  <a:pt x="1502" y="584"/>
                </a:lnTo>
                <a:lnTo>
                  <a:pt x="1502" y="585"/>
                </a:lnTo>
                <a:lnTo>
                  <a:pt x="1503" y="586"/>
                </a:lnTo>
                <a:lnTo>
                  <a:pt x="1504" y="586"/>
                </a:lnTo>
                <a:lnTo>
                  <a:pt x="1505" y="586"/>
                </a:lnTo>
                <a:lnTo>
                  <a:pt x="1505" y="587"/>
                </a:lnTo>
                <a:lnTo>
                  <a:pt x="1506" y="587"/>
                </a:lnTo>
                <a:lnTo>
                  <a:pt x="1507" y="587"/>
                </a:lnTo>
                <a:lnTo>
                  <a:pt x="1508" y="587"/>
                </a:lnTo>
                <a:lnTo>
                  <a:pt x="1508" y="586"/>
                </a:lnTo>
                <a:lnTo>
                  <a:pt x="1509" y="586"/>
                </a:lnTo>
                <a:lnTo>
                  <a:pt x="1510" y="585"/>
                </a:lnTo>
                <a:lnTo>
                  <a:pt x="1510" y="584"/>
                </a:lnTo>
                <a:lnTo>
                  <a:pt x="1510" y="583"/>
                </a:lnTo>
                <a:lnTo>
                  <a:pt x="1511" y="583"/>
                </a:lnTo>
                <a:lnTo>
                  <a:pt x="1511" y="582"/>
                </a:lnTo>
                <a:lnTo>
                  <a:pt x="1512" y="582"/>
                </a:lnTo>
                <a:lnTo>
                  <a:pt x="1512" y="583"/>
                </a:lnTo>
                <a:lnTo>
                  <a:pt x="1513" y="583"/>
                </a:lnTo>
                <a:lnTo>
                  <a:pt x="1514" y="584"/>
                </a:lnTo>
                <a:lnTo>
                  <a:pt x="1515" y="584"/>
                </a:lnTo>
                <a:lnTo>
                  <a:pt x="1515" y="585"/>
                </a:lnTo>
                <a:lnTo>
                  <a:pt x="1516" y="585"/>
                </a:lnTo>
                <a:lnTo>
                  <a:pt x="1517" y="585"/>
                </a:lnTo>
                <a:lnTo>
                  <a:pt x="1517" y="586"/>
                </a:lnTo>
                <a:lnTo>
                  <a:pt x="1518" y="586"/>
                </a:lnTo>
                <a:lnTo>
                  <a:pt x="1519" y="587"/>
                </a:lnTo>
                <a:lnTo>
                  <a:pt x="1520" y="588"/>
                </a:lnTo>
                <a:lnTo>
                  <a:pt x="1520" y="589"/>
                </a:lnTo>
                <a:lnTo>
                  <a:pt x="1521" y="589"/>
                </a:lnTo>
                <a:lnTo>
                  <a:pt x="1522" y="589"/>
                </a:lnTo>
                <a:lnTo>
                  <a:pt x="1523" y="588"/>
                </a:lnTo>
                <a:lnTo>
                  <a:pt x="1524" y="588"/>
                </a:lnTo>
                <a:lnTo>
                  <a:pt x="1525" y="589"/>
                </a:lnTo>
                <a:lnTo>
                  <a:pt x="1526" y="589"/>
                </a:lnTo>
                <a:lnTo>
                  <a:pt x="1526" y="590"/>
                </a:lnTo>
                <a:lnTo>
                  <a:pt x="1527" y="590"/>
                </a:lnTo>
                <a:lnTo>
                  <a:pt x="1527" y="591"/>
                </a:lnTo>
                <a:lnTo>
                  <a:pt x="1528" y="591"/>
                </a:lnTo>
                <a:lnTo>
                  <a:pt x="1528" y="592"/>
                </a:lnTo>
                <a:lnTo>
                  <a:pt x="1529" y="592"/>
                </a:lnTo>
                <a:lnTo>
                  <a:pt x="1529" y="593"/>
                </a:lnTo>
                <a:lnTo>
                  <a:pt x="1530" y="593"/>
                </a:lnTo>
                <a:lnTo>
                  <a:pt x="1531" y="592"/>
                </a:lnTo>
                <a:lnTo>
                  <a:pt x="1532" y="592"/>
                </a:lnTo>
                <a:lnTo>
                  <a:pt x="1533" y="592"/>
                </a:lnTo>
                <a:lnTo>
                  <a:pt x="1534" y="592"/>
                </a:lnTo>
                <a:lnTo>
                  <a:pt x="1534" y="593"/>
                </a:lnTo>
                <a:lnTo>
                  <a:pt x="1535" y="592"/>
                </a:lnTo>
                <a:lnTo>
                  <a:pt x="1536" y="592"/>
                </a:lnTo>
                <a:lnTo>
                  <a:pt x="1537" y="592"/>
                </a:lnTo>
                <a:lnTo>
                  <a:pt x="1537" y="591"/>
                </a:lnTo>
                <a:lnTo>
                  <a:pt x="1538" y="591"/>
                </a:lnTo>
                <a:lnTo>
                  <a:pt x="1538" y="592"/>
                </a:lnTo>
                <a:lnTo>
                  <a:pt x="1539" y="592"/>
                </a:lnTo>
                <a:lnTo>
                  <a:pt x="1540" y="592"/>
                </a:lnTo>
                <a:lnTo>
                  <a:pt x="1541" y="592"/>
                </a:lnTo>
                <a:lnTo>
                  <a:pt x="1542" y="592"/>
                </a:lnTo>
                <a:lnTo>
                  <a:pt x="1542" y="591"/>
                </a:lnTo>
                <a:lnTo>
                  <a:pt x="1543" y="590"/>
                </a:lnTo>
                <a:lnTo>
                  <a:pt x="1544" y="590"/>
                </a:lnTo>
                <a:lnTo>
                  <a:pt x="1544" y="589"/>
                </a:lnTo>
                <a:lnTo>
                  <a:pt x="1544" y="590"/>
                </a:lnTo>
                <a:lnTo>
                  <a:pt x="1545" y="590"/>
                </a:lnTo>
                <a:lnTo>
                  <a:pt x="1546" y="590"/>
                </a:lnTo>
                <a:lnTo>
                  <a:pt x="1546" y="593"/>
                </a:lnTo>
                <a:lnTo>
                  <a:pt x="1546" y="594"/>
                </a:lnTo>
                <a:lnTo>
                  <a:pt x="1546" y="595"/>
                </a:lnTo>
                <a:lnTo>
                  <a:pt x="1547" y="595"/>
                </a:lnTo>
                <a:lnTo>
                  <a:pt x="1548" y="596"/>
                </a:lnTo>
                <a:lnTo>
                  <a:pt x="1548" y="597"/>
                </a:lnTo>
                <a:lnTo>
                  <a:pt x="1547" y="598"/>
                </a:lnTo>
                <a:lnTo>
                  <a:pt x="1548" y="598"/>
                </a:lnTo>
                <a:lnTo>
                  <a:pt x="1548" y="599"/>
                </a:lnTo>
                <a:lnTo>
                  <a:pt x="1548" y="600"/>
                </a:lnTo>
                <a:lnTo>
                  <a:pt x="1548" y="601"/>
                </a:lnTo>
                <a:lnTo>
                  <a:pt x="1549" y="602"/>
                </a:lnTo>
                <a:lnTo>
                  <a:pt x="1548" y="602"/>
                </a:lnTo>
                <a:lnTo>
                  <a:pt x="1548" y="603"/>
                </a:lnTo>
                <a:lnTo>
                  <a:pt x="1549" y="603"/>
                </a:lnTo>
                <a:lnTo>
                  <a:pt x="1549" y="604"/>
                </a:lnTo>
                <a:lnTo>
                  <a:pt x="1549" y="605"/>
                </a:lnTo>
                <a:lnTo>
                  <a:pt x="1550" y="605"/>
                </a:lnTo>
                <a:lnTo>
                  <a:pt x="1551" y="605"/>
                </a:lnTo>
                <a:lnTo>
                  <a:pt x="1551" y="604"/>
                </a:lnTo>
                <a:lnTo>
                  <a:pt x="1552" y="604"/>
                </a:lnTo>
                <a:lnTo>
                  <a:pt x="1553" y="604"/>
                </a:lnTo>
                <a:lnTo>
                  <a:pt x="1554" y="604"/>
                </a:lnTo>
                <a:lnTo>
                  <a:pt x="1555" y="604"/>
                </a:lnTo>
                <a:lnTo>
                  <a:pt x="1555" y="603"/>
                </a:lnTo>
                <a:lnTo>
                  <a:pt x="1556" y="604"/>
                </a:lnTo>
                <a:lnTo>
                  <a:pt x="1557" y="604"/>
                </a:lnTo>
                <a:lnTo>
                  <a:pt x="1558" y="604"/>
                </a:lnTo>
                <a:lnTo>
                  <a:pt x="1559" y="604"/>
                </a:lnTo>
                <a:lnTo>
                  <a:pt x="1560" y="603"/>
                </a:lnTo>
                <a:lnTo>
                  <a:pt x="1560" y="602"/>
                </a:lnTo>
                <a:lnTo>
                  <a:pt x="1560" y="601"/>
                </a:lnTo>
                <a:lnTo>
                  <a:pt x="1561" y="601"/>
                </a:lnTo>
                <a:lnTo>
                  <a:pt x="1562" y="601"/>
                </a:lnTo>
                <a:lnTo>
                  <a:pt x="1563" y="601"/>
                </a:lnTo>
                <a:lnTo>
                  <a:pt x="1563" y="602"/>
                </a:lnTo>
                <a:lnTo>
                  <a:pt x="1564" y="602"/>
                </a:lnTo>
                <a:lnTo>
                  <a:pt x="1564" y="603"/>
                </a:lnTo>
                <a:lnTo>
                  <a:pt x="1565" y="603"/>
                </a:lnTo>
                <a:lnTo>
                  <a:pt x="1566" y="603"/>
                </a:lnTo>
                <a:lnTo>
                  <a:pt x="1567" y="603"/>
                </a:lnTo>
                <a:lnTo>
                  <a:pt x="1568" y="603"/>
                </a:lnTo>
                <a:lnTo>
                  <a:pt x="1568" y="602"/>
                </a:lnTo>
                <a:lnTo>
                  <a:pt x="1569" y="603"/>
                </a:lnTo>
                <a:lnTo>
                  <a:pt x="1570" y="604"/>
                </a:lnTo>
                <a:lnTo>
                  <a:pt x="1569" y="604"/>
                </a:lnTo>
                <a:lnTo>
                  <a:pt x="1569" y="605"/>
                </a:lnTo>
                <a:lnTo>
                  <a:pt x="1569" y="606"/>
                </a:lnTo>
                <a:lnTo>
                  <a:pt x="1570" y="606"/>
                </a:lnTo>
                <a:lnTo>
                  <a:pt x="1570" y="607"/>
                </a:lnTo>
                <a:lnTo>
                  <a:pt x="1570" y="608"/>
                </a:lnTo>
                <a:lnTo>
                  <a:pt x="1571" y="608"/>
                </a:lnTo>
                <a:lnTo>
                  <a:pt x="1572" y="608"/>
                </a:lnTo>
                <a:lnTo>
                  <a:pt x="1573" y="608"/>
                </a:lnTo>
                <a:lnTo>
                  <a:pt x="1573" y="609"/>
                </a:lnTo>
                <a:lnTo>
                  <a:pt x="1574" y="609"/>
                </a:lnTo>
                <a:lnTo>
                  <a:pt x="1574" y="610"/>
                </a:lnTo>
                <a:lnTo>
                  <a:pt x="1574" y="611"/>
                </a:lnTo>
                <a:lnTo>
                  <a:pt x="1575" y="611"/>
                </a:lnTo>
                <a:lnTo>
                  <a:pt x="1575" y="612"/>
                </a:lnTo>
                <a:lnTo>
                  <a:pt x="1575" y="613"/>
                </a:lnTo>
                <a:lnTo>
                  <a:pt x="1574" y="614"/>
                </a:lnTo>
                <a:lnTo>
                  <a:pt x="1574" y="615"/>
                </a:lnTo>
                <a:lnTo>
                  <a:pt x="1575" y="615"/>
                </a:lnTo>
                <a:lnTo>
                  <a:pt x="1576" y="615"/>
                </a:lnTo>
                <a:lnTo>
                  <a:pt x="1577" y="615"/>
                </a:lnTo>
                <a:lnTo>
                  <a:pt x="1577" y="616"/>
                </a:lnTo>
                <a:lnTo>
                  <a:pt x="1578" y="617"/>
                </a:lnTo>
                <a:lnTo>
                  <a:pt x="1579" y="617"/>
                </a:lnTo>
                <a:lnTo>
                  <a:pt x="1580" y="618"/>
                </a:lnTo>
                <a:lnTo>
                  <a:pt x="1580" y="619"/>
                </a:lnTo>
                <a:lnTo>
                  <a:pt x="1580" y="620"/>
                </a:lnTo>
                <a:lnTo>
                  <a:pt x="1581" y="620"/>
                </a:lnTo>
                <a:lnTo>
                  <a:pt x="1581" y="621"/>
                </a:lnTo>
                <a:lnTo>
                  <a:pt x="1581" y="622"/>
                </a:lnTo>
                <a:lnTo>
                  <a:pt x="1582" y="622"/>
                </a:lnTo>
                <a:lnTo>
                  <a:pt x="1582" y="621"/>
                </a:lnTo>
                <a:lnTo>
                  <a:pt x="1583" y="620"/>
                </a:lnTo>
                <a:lnTo>
                  <a:pt x="1584" y="620"/>
                </a:lnTo>
                <a:lnTo>
                  <a:pt x="1585" y="620"/>
                </a:lnTo>
                <a:lnTo>
                  <a:pt x="1585" y="619"/>
                </a:lnTo>
                <a:lnTo>
                  <a:pt x="1585" y="618"/>
                </a:lnTo>
                <a:lnTo>
                  <a:pt x="1585" y="619"/>
                </a:lnTo>
                <a:lnTo>
                  <a:pt x="1588" y="619"/>
                </a:lnTo>
                <a:lnTo>
                  <a:pt x="1588" y="618"/>
                </a:lnTo>
                <a:lnTo>
                  <a:pt x="1589" y="618"/>
                </a:lnTo>
                <a:lnTo>
                  <a:pt x="1589" y="619"/>
                </a:lnTo>
                <a:lnTo>
                  <a:pt x="1590" y="619"/>
                </a:lnTo>
                <a:lnTo>
                  <a:pt x="1590" y="620"/>
                </a:lnTo>
                <a:lnTo>
                  <a:pt x="1590" y="621"/>
                </a:lnTo>
                <a:lnTo>
                  <a:pt x="1591" y="622"/>
                </a:lnTo>
                <a:lnTo>
                  <a:pt x="1591" y="623"/>
                </a:lnTo>
                <a:lnTo>
                  <a:pt x="1591" y="624"/>
                </a:lnTo>
                <a:lnTo>
                  <a:pt x="1591" y="625"/>
                </a:lnTo>
                <a:lnTo>
                  <a:pt x="1591" y="626"/>
                </a:lnTo>
                <a:lnTo>
                  <a:pt x="1592" y="627"/>
                </a:lnTo>
                <a:lnTo>
                  <a:pt x="1593" y="626"/>
                </a:lnTo>
                <a:lnTo>
                  <a:pt x="1594" y="626"/>
                </a:lnTo>
                <a:lnTo>
                  <a:pt x="1594" y="627"/>
                </a:lnTo>
                <a:lnTo>
                  <a:pt x="1594" y="628"/>
                </a:lnTo>
                <a:lnTo>
                  <a:pt x="1594" y="629"/>
                </a:lnTo>
                <a:lnTo>
                  <a:pt x="1595" y="629"/>
                </a:lnTo>
                <a:lnTo>
                  <a:pt x="1595" y="630"/>
                </a:lnTo>
                <a:lnTo>
                  <a:pt x="1596" y="630"/>
                </a:lnTo>
                <a:lnTo>
                  <a:pt x="1597" y="629"/>
                </a:lnTo>
                <a:lnTo>
                  <a:pt x="1598" y="629"/>
                </a:lnTo>
                <a:lnTo>
                  <a:pt x="1599" y="629"/>
                </a:lnTo>
                <a:lnTo>
                  <a:pt x="1600" y="629"/>
                </a:lnTo>
                <a:lnTo>
                  <a:pt x="1600" y="628"/>
                </a:lnTo>
                <a:lnTo>
                  <a:pt x="1601" y="627"/>
                </a:lnTo>
                <a:lnTo>
                  <a:pt x="1602" y="627"/>
                </a:lnTo>
                <a:lnTo>
                  <a:pt x="1603" y="627"/>
                </a:lnTo>
                <a:lnTo>
                  <a:pt x="1603" y="626"/>
                </a:lnTo>
                <a:lnTo>
                  <a:pt x="1604" y="626"/>
                </a:lnTo>
                <a:lnTo>
                  <a:pt x="1605" y="626"/>
                </a:lnTo>
                <a:lnTo>
                  <a:pt x="1605" y="625"/>
                </a:lnTo>
                <a:lnTo>
                  <a:pt x="1606" y="625"/>
                </a:lnTo>
                <a:lnTo>
                  <a:pt x="1607" y="625"/>
                </a:lnTo>
                <a:lnTo>
                  <a:pt x="1607" y="624"/>
                </a:lnTo>
                <a:lnTo>
                  <a:pt x="1608" y="623"/>
                </a:lnTo>
                <a:lnTo>
                  <a:pt x="1608" y="622"/>
                </a:lnTo>
                <a:lnTo>
                  <a:pt x="1607" y="622"/>
                </a:lnTo>
                <a:lnTo>
                  <a:pt x="1608" y="622"/>
                </a:lnTo>
                <a:lnTo>
                  <a:pt x="1609" y="622"/>
                </a:lnTo>
                <a:lnTo>
                  <a:pt x="1609" y="621"/>
                </a:lnTo>
                <a:lnTo>
                  <a:pt x="1610" y="620"/>
                </a:lnTo>
                <a:lnTo>
                  <a:pt x="1611" y="619"/>
                </a:lnTo>
                <a:lnTo>
                  <a:pt x="1612" y="619"/>
                </a:lnTo>
                <a:lnTo>
                  <a:pt x="1613" y="620"/>
                </a:lnTo>
                <a:lnTo>
                  <a:pt x="1614" y="620"/>
                </a:lnTo>
                <a:lnTo>
                  <a:pt x="1615" y="620"/>
                </a:lnTo>
                <a:lnTo>
                  <a:pt x="1616" y="619"/>
                </a:lnTo>
                <a:lnTo>
                  <a:pt x="1618" y="619"/>
                </a:lnTo>
                <a:lnTo>
                  <a:pt x="1618" y="620"/>
                </a:lnTo>
                <a:lnTo>
                  <a:pt x="1619" y="620"/>
                </a:lnTo>
                <a:lnTo>
                  <a:pt x="1620" y="620"/>
                </a:lnTo>
                <a:lnTo>
                  <a:pt x="1620" y="621"/>
                </a:lnTo>
                <a:lnTo>
                  <a:pt x="1621" y="621"/>
                </a:lnTo>
                <a:lnTo>
                  <a:pt x="1621" y="622"/>
                </a:lnTo>
                <a:lnTo>
                  <a:pt x="1622" y="621"/>
                </a:lnTo>
                <a:lnTo>
                  <a:pt x="1623" y="622"/>
                </a:lnTo>
                <a:lnTo>
                  <a:pt x="1624" y="623"/>
                </a:lnTo>
                <a:lnTo>
                  <a:pt x="1625" y="623"/>
                </a:lnTo>
                <a:lnTo>
                  <a:pt x="1627" y="623"/>
                </a:lnTo>
                <a:lnTo>
                  <a:pt x="1628" y="625"/>
                </a:lnTo>
                <a:lnTo>
                  <a:pt x="1629" y="625"/>
                </a:lnTo>
                <a:lnTo>
                  <a:pt x="1629" y="626"/>
                </a:lnTo>
                <a:lnTo>
                  <a:pt x="1629" y="627"/>
                </a:lnTo>
                <a:lnTo>
                  <a:pt x="1628" y="628"/>
                </a:lnTo>
                <a:lnTo>
                  <a:pt x="1629" y="628"/>
                </a:lnTo>
                <a:lnTo>
                  <a:pt x="1630" y="629"/>
                </a:lnTo>
                <a:lnTo>
                  <a:pt x="1631" y="629"/>
                </a:lnTo>
                <a:lnTo>
                  <a:pt x="1631" y="630"/>
                </a:lnTo>
                <a:lnTo>
                  <a:pt x="1631" y="631"/>
                </a:lnTo>
                <a:lnTo>
                  <a:pt x="1631" y="632"/>
                </a:lnTo>
                <a:lnTo>
                  <a:pt x="1631" y="633"/>
                </a:lnTo>
                <a:lnTo>
                  <a:pt x="1631" y="634"/>
                </a:lnTo>
                <a:lnTo>
                  <a:pt x="1631" y="635"/>
                </a:lnTo>
                <a:lnTo>
                  <a:pt x="1631" y="636"/>
                </a:lnTo>
                <a:lnTo>
                  <a:pt x="1631" y="635"/>
                </a:lnTo>
                <a:lnTo>
                  <a:pt x="1632" y="635"/>
                </a:lnTo>
                <a:lnTo>
                  <a:pt x="1633" y="635"/>
                </a:lnTo>
                <a:lnTo>
                  <a:pt x="1634" y="635"/>
                </a:lnTo>
                <a:lnTo>
                  <a:pt x="1635" y="635"/>
                </a:lnTo>
                <a:lnTo>
                  <a:pt x="1636" y="635"/>
                </a:lnTo>
                <a:lnTo>
                  <a:pt x="1636" y="636"/>
                </a:lnTo>
                <a:lnTo>
                  <a:pt x="1636" y="637"/>
                </a:lnTo>
                <a:lnTo>
                  <a:pt x="1637" y="637"/>
                </a:lnTo>
                <a:lnTo>
                  <a:pt x="1637" y="636"/>
                </a:lnTo>
                <a:lnTo>
                  <a:pt x="1638" y="635"/>
                </a:lnTo>
                <a:lnTo>
                  <a:pt x="1639" y="635"/>
                </a:lnTo>
                <a:lnTo>
                  <a:pt x="1640" y="635"/>
                </a:lnTo>
                <a:lnTo>
                  <a:pt x="1641" y="635"/>
                </a:lnTo>
                <a:lnTo>
                  <a:pt x="1641" y="634"/>
                </a:lnTo>
                <a:lnTo>
                  <a:pt x="1642" y="634"/>
                </a:lnTo>
                <a:lnTo>
                  <a:pt x="1643" y="635"/>
                </a:lnTo>
                <a:lnTo>
                  <a:pt x="1643" y="636"/>
                </a:lnTo>
                <a:lnTo>
                  <a:pt x="1643" y="638"/>
                </a:lnTo>
                <a:lnTo>
                  <a:pt x="1644" y="638"/>
                </a:lnTo>
                <a:lnTo>
                  <a:pt x="1645" y="638"/>
                </a:lnTo>
                <a:lnTo>
                  <a:pt x="1646" y="638"/>
                </a:lnTo>
                <a:lnTo>
                  <a:pt x="1646" y="639"/>
                </a:lnTo>
                <a:lnTo>
                  <a:pt x="1647" y="639"/>
                </a:lnTo>
                <a:lnTo>
                  <a:pt x="1647" y="640"/>
                </a:lnTo>
                <a:lnTo>
                  <a:pt x="1648" y="640"/>
                </a:lnTo>
                <a:lnTo>
                  <a:pt x="1649" y="640"/>
                </a:lnTo>
                <a:lnTo>
                  <a:pt x="1649" y="639"/>
                </a:lnTo>
                <a:lnTo>
                  <a:pt x="1650" y="639"/>
                </a:lnTo>
                <a:lnTo>
                  <a:pt x="1651" y="639"/>
                </a:lnTo>
                <a:lnTo>
                  <a:pt x="1651" y="638"/>
                </a:lnTo>
                <a:lnTo>
                  <a:pt x="1651" y="637"/>
                </a:lnTo>
                <a:lnTo>
                  <a:pt x="1652" y="637"/>
                </a:lnTo>
                <a:lnTo>
                  <a:pt x="1652" y="638"/>
                </a:lnTo>
                <a:lnTo>
                  <a:pt x="1653" y="638"/>
                </a:lnTo>
                <a:lnTo>
                  <a:pt x="1654" y="638"/>
                </a:lnTo>
                <a:lnTo>
                  <a:pt x="1655" y="638"/>
                </a:lnTo>
                <a:lnTo>
                  <a:pt x="1655" y="639"/>
                </a:lnTo>
                <a:lnTo>
                  <a:pt x="1655" y="638"/>
                </a:lnTo>
                <a:lnTo>
                  <a:pt x="1655" y="639"/>
                </a:lnTo>
                <a:lnTo>
                  <a:pt x="1656" y="639"/>
                </a:lnTo>
                <a:lnTo>
                  <a:pt x="1657" y="640"/>
                </a:lnTo>
                <a:lnTo>
                  <a:pt x="1657" y="641"/>
                </a:lnTo>
                <a:lnTo>
                  <a:pt x="1658" y="642"/>
                </a:lnTo>
                <a:lnTo>
                  <a:pt x="1659" y="642"/>
                </a:lnTo>
                <a:lnTo>
                  <a:pt x="1660" y="643"/>
                </a:lnTo>
                <a:lnTo>
                  <a:pt x="1661" y="643"/>
                </a:lnTo>
                <a:lnTo>
                  <a:pt x="1662" y="642"/>
                </a:lnTo>
                <a:lnTo>
                  <a:pt x="1662" y="641"/>
                </a:lnTo>
                <a:lnTo>
                  <a:pt x="1664" y="641"/>
                </a:lnTo>
                <a:lnTo>
                  <a:pt x="1665" y="641"/>
                </a:lnTo>
                <a:lnTo>
                  <a:pt x="1665" y="640"/>
                </a:lnTo>
                <a:lnTo>
                  <a:pt x="1666" y="639"/>
                </a:lnTo>
                <a:lnTo>
                  <a:pt x="1666" y="638"/>
                </a:lnTo>
                <a:lnTo>
                  <a:pt x="1665" y="638"/>
                </a:lnTo>
                <a:lnTo>
                  <a:pt x="1665" y="637"/>
                </a:lnTo>
                <a:lnTo>
                  <a:pt x="1666" y="636"/>
                </a:lnTo>
                <a:lnTo>
                  <a:pt x="1666" y="635"/>
                </a:lnTo>
                <a:lnTo>
                  <a:pt x="1667" y="634"/>
                </a:lnTo>
                <a:lnTo>
                  <a:pt x="1668" y="634"/>
                </a:lnTo>
                <a:lnTo>
                  <a:pt x="1668" y="633"/>
                </a:lnTo>
                <a:lnTo>
                  <a:pt x="1670" y="634"/>
                </a:lnTo>
                <a:lnTo>
                  <a:pt x="1671" y="634"/>
                </a:lnTo>
                <a:lnTo>
                  <a:pt x="1672" y="634"/>
                </a:lnTo>
                <a:lnTo>
                  <a:pt x="1673" y="634"/>
                </a:lnTo>
                <a:lnTo>
                  <a:pt x="1674" y="634"/>
                </a:lnTo>
                <a:lnTo>
                  <a:pt x="1675" y="635"/>
                </a:lnTo>
                <a:lnTo>
                  <a:pt x="1676" y="635"/>
                </a:lnTo>
                <a:lnTo>
                  <a:pt x="1677" y="636"/>
                </a:lnTo>
                <a:lnTo>
                  <a:pt x="1678" y="635"/>
                </a:lnTo>
                <a:lnTo>
                  <a:pt x="1678" y="634"/>
                </a:lnTo>
                <a:lnTo>
                  <a:pt x="1679" y="633"/>
                </a:lnTo>
                <a:lnTo>
                  <a:pt x="1680" y="633"/>
                </a:lnTo>
                <a:lnTo>
                  <a:pt x="1682" y="633"/>
                </a:lnTo>
                <a:lnTo>
                  <a:pt x="1683" y="633"/>
                </a:lnTo>
                <a:lnTo>
                  <a:pt x="1684" y="633"/>
                </a:lnTo>
                <a:lnTo>
                  <a:pt x="1685" y="633"/>
                </a:lnTo>
                <a:lnTo>
                  <a:pt x="1685" y="634"/>
                </a:lnTo>
                <a:lnTo>
                  <a:pt x="1685" y="635"/>
                </a:lnTo>
                <a:lnTo>
                  <a:pt x="1686" y="634"/>
                </a:lnTo>
                <a:lnTo>
                  <a:pt x="1687" y="633"/>
                </a:lnTo>
                <a:lnTo>
                  <a:pt x="1688" y="632"/>
                </a:lnTo>
                <a:lnTo>
                  <a:pt x="1688" y="631"/>
                </a:lnTo>
                <a:lnTo>
                  <a:pt x="1688" y="630"/>
                </a:lnTo>
                <a:lnTo>
                  <a:pt x="1688" y="629"/>
                </a:lnTo>
                <a:lnTo>
                  <a:pt x="1689" y="628"/>
                </a:lnTo>
                <a:lnTo>
                  <a:pt x="1689" y="627"/>
                </a:lnTo>
                <a:lnTo>
                  <a:pt x="1689" y="626"/>
                </a:lnTo>
                <a:lnTo>
                  <a:pt x="1690" y="626"/>
                </a:lnTo>
                <a:lnTo>
                  <a:pt x="1690" y="625"/>
                </a:lnTo>
                <a:lnTo>
                  <a:pt x="1690" y="624"/>
                </a:lnTo>
                <a:lnTo>
                  <a:pt x="1691" y="625"/>
                </a:lnTo>
                <a:lnTo>
                  <a:pt x="1691" y="626"/>
                </a:lnTo>
                <a:lnTo>
                  <a:pt x="1691" y="627"/>
                </a:lnTo>
                <a:lnTo>
                  <a:pt x="1692" y="627"/>
                </a:lnTo>
                <a:lnTo>
                  <a:pt x="1694" y="629"/>
                </a:lnTo>
                <a:lnTo>
                  <a:pt x="1694" y="630"/>
                </a:lnTo>
                <a:lnTo>
                  <a:pt x="1695" y="630"/>
                </a:lnTo>
                <a:lnTo>
                  <a:pt x="1695" y="629"/>
                </a:lnTo>
                <a:lnTo>
                  <a:pt x="1696" y="629"/>
                </a:lnTo>
                <a:lnTo>
                  <a:pt x="1697" y="629"/>
                </a:lnTo>
                <a:lnTo>
                  <a:pt x="1697" y="628"/>
                </a:lnTo>
                <a:lnTo>
                  <a:pt x="1697" y="627"/>
                </a:lnTo>
                <a:lnTo>
                  <a:pt x="1697" y="626"/>
                </a:lnTo>
                <a:lnTo>
                  <a:pt x="1697" y="625"/>
                </a:lnTo>
                <a:lnTo>
                  <a:pt x="1697" y="624"/>
                </a:lnTo>
                <a:lnTo>
                  <a:pt x="1698" y="624"/>
                </a:lnTo>
                <a:lnTo>
                  <a:pt x="1699" y="624"/>
                </a:lnTo>
                <a:lnTo>
                  <a:pt x="1699" y="625"/>
                </a:lnTo>
                <a:lnTo>
                  <a:pt x="1700" y="626"/>
                </a:lnTo>
                <a:lnTo>
                  <a:pt x="1701" y="626"/>
                </a:lnTo>
                <a:lnTo>
                  <a:pt x="1701" y="625"/>
                </a:lnTo>
                <a:lnTo>
                  <a:pt x="1702" y="625"/>
                </a:lnTo>
                <a:lnTo>
                  <a:pt x="1702" y="626"/>
                </a:lnTo>
                <a:lnTo>
                  <a:pt x="1703" y="626"/>
                </a:lnTo>
                <a:lnTo>
                  <a:pt x="1704" y="626"/>
                </a:lnTo>
                <a:lnTo>
                  <a:pt x="1705" y="626"/>
                </a:lnTo>
                <a:lnTo>
                  <a:pt x="1706" y="626"/>
                </a:lnTo>
                <a:lnTo>
                  <a:pt x="1706" y="625"/>
                </a:lnTo>
                <a:lnTo>
                  <a:pt x="1707" y="625"/>
                </a:lnTo>
                <a:lnTo>
                  <a:pt x="1708" y="624"/>
                </a:lnTo>
                <a:lnTo>
                  <a:pt x="1708" y="623"/>
                </a:lnTo>
                <a:lnTo>
                  <a:pt x="1709" y="623"/>
                </a:lnTo>
                <a:lnTo>
                  <a:pt x="1710" y="623"/>
                </a:lnTo>
                <a:lnTo>
                  <a:pt x="1711" y="623"/>
                </a:lnTo>
                <a:lnTo>
                  <a:pt x="1712" y="623"/>
                </a:lnTo>
                <a:lnTo>
                  <a:pt x="1712" y="622"/>
                </a:lnTo>
                <a:lnTo>
                  <a:pt x="1712" y="621"/>
                </a:lnTo>
                <a:lnTo>
                  <a:pt x="1711" y="621"/>
                </a:lnTo>
                <a:lnTo>
                  <a:pt x="1712" y="621"/>
                </a:lnTo>
                <a:lnTo>
                  <a:pt x="1713" y="621"/>
                </a:lnTo>
                <a:lnTo>
                  <a:pt x="1713" y="620"/>
                </a:lnTo>
                <a:lnTo>
                  <a:pt x="1713" y="619"/>
                </a:lnTo>
                <a:lnTo>
                  <a:pt x="1713" y="618"/>
                </a:lnTo>
                <a:lnTo>
                  <a:pt x="1714" y="617"/>
                </a:lnTo>
                <a:lnTo>
                  <a:pt x="1714" y="618"/>
                </a:lnTo>
                <a:lnTo>
                  <a:pt x="1715" y="619"/>
                </a:lnTo>
                <a:lnTo>
                  <a:pt x="1716" y="620"/>
                </a:lnTo>
                <a:lnTo>
                  <a:pt x="1717" y="621"/>
                </a:lnTo>
                <a:lnTo>
                  <a:pt x="1717" y="622"/>
                </a:lnTo>
                <a:lnTo>
                  <a:pt x="1718" y="622"/>
                </a:lnTo>
                <a:lnTo>
                  <a:pt x="1718" y="623"/>
                </a:lnTo>
                <a:lnTo>
                  <a:pt x="1719" y="624"/>
                </a:lnTo>
                <a:lnTo>
                  <a:pt x="1720" y="625"/>
                </a:lnTo>
                <a:lnTo>
                  <a:pt x="1721" y="626"/>
                </a:lnTo>
                <a:lnTo>
                  <a:pt x="1722" y="626"/>
                </a:lnTo>
                <a:lnTo>
                  <a:pt x="1721" y="626"/>
                </a:lnTo>
                <a:lnTo>
                  <a:pt x="1721" y="627"/>
                </a:lnTo>
                <a:lnTo>
                  <a:pt x="1722" y="627"/>
                </a:lnTo>
                <a:lnTo>
                  <a:pt x="1722" y="628"/>
                </a:lnTo>
                <a:lnTo>
                  <a:pt x="1723" y="628"/>
                </a:lnTo>
                <a:lnTo>
                  <a:pt x="1724" y="628"/>
                </a:lnTo>
                <a:lnTo>
                  <a:pt x="1725" y="628"/>
                </a:lnTo>
                <a:lnTo>
                  <a:pt x="1725" y="629"/>
                </a:lnTo>
                <a:lnTo>
                  <a:pt x="1726" y="630"/>
                </a:lnTo>
                <a:lnTo>
                  <a:pt x="1726" y="631"/>
                </a:lnTo>
                <a:lnTo>
                  <a:pt x="1727" y="632"/>
                </a:lnTo>
                <a:lnTo>
                  <a:pt x="1727" y="633"/>
                </a:lnTo>
                <a:lnTo>
                  <a:pt x="1727" y="634"/>
                </a:lnTo>
                <a:lnTo>
                  <a:pt x="1728" y="634"/>
                </a:lnTo>
                <a:lnTo>
                  <a:pt x="1729" y="634"/>
                </a:lnTo>
                <a:lnTo>
                  <a:pt x="1730" y="635"/>
                </a:lnTo>
                <a:lnTo>
                  <a:pt x="1731" y="636"/>
                </a:lnTo>
                <a:lnTo>
                  <a:pt x="1731" y="637"/>
                </a:lnTo>
                <a:lnTo>
                  <a:pt x="1730" y="637"/>
                </a:lnTo>
                <a:lnTo>
                  <a:pt x="1729" y="637"/>
                </a:lnTo>
                <a:lnTo>
                  <a:pt x="1728" y="637"/>
                </a:lnTo>
                <a:lnTo>
                  <a:pt x="1728" y="638"/>
                </a:lnTo>
                <a:lnTo>
                  <a:pt x="1729" y="638"/>
                </a:lnTo>
                <a:lnTo>
                  <a:pt x="1729" y="639"/>
                </a:lnTo>
                <a:lnTo>
                  <a:pt x="1729" y="638"/>
                </a:lnTo>
                <a:lnTo>
                  <a:pt x="1730" y="638"/>
                </a:lnTo>
                <a:lnTo>
                  <a:pt x="1730" y="639"/>
                </a:lnTo>
                <a:lnTo>
                  <a:pt x="1731" y="639"/>
                </a:lnTo>
                <a:lnTo>
                  <a:pt x="1731" y="640"/>
                </a:lnTo>
                <a:lnTo>
                  <a:pt x="1731" y="641"/>
                </a:lnTo>
                <a:lnTo>
                  <a:pt x="1731" y="642"/>
                </a:lnTo>
                <a:lnTo>
                  <a:pt x="1732" y="643"/>
                </a:lnTo>
                <a:lnTo>
                  <a:pt x="1733" y="644"/>
                </a:lnTo>
                <a:lnTo>
                  <a:pt x="1734" y="645"/>
                </a:lnTo>
                <a:lnTo>
                  <a:pt x="1735" y="645"/>
                </a:lnTo>
                <a:lnTo>
                  <a:pt x="1736" y="645"/>
                </a:lnTo>
                <a:lnTo>
                  <a:pt x="1736" y="646"/>
                </a:lnTo>
                <a:lnTo>
                  <a:pt x="1737" y="647"/>
                </a:lnTo>
                <a:lnTo>
                  <a:pt x="1739" y="647"/>
                </a:lnTo>
                <a:lnTo>
                  <a:pt x="1740" y="647"/>
                </a:lnTo>
                <a:lnTo>
                  <a:pt x="1741" y="647"/>
                </a:lnTo>
                <a:lnTo>
                  <a:pt x="1741" y="646"/>
                </a:lnTo>
                <a:lnTo>
                  <a:pt x="1741" y="647"/>
                </a:lnTo>
                <a:lnTo>
                  <a:pt x="1742" y="648"/>
                </a:lnTo>
                <a:lnTo>
                  <a:pt x="1742" y="649"/>
                </a:lnTo>
                <a:lnTo>
                  <a:pt x="1742" y="650"/>
                </a:lnTo>
                <a:lnTo>
                  <a:pt x="1742" y="651"/>
                </a:lnTo>
                <a:lnTo>
                  <a:pt x="1743" y="652"/>
                </a:lnTo>
                <a:lnTo>
                  <a:pt x="1742" y="652"/>
                </a:lnTo>
                <a:lnTo>
                  <a:pt x="1742" y="653"/>
                </a:lnTo>
                <a:lnTo>
                  <a:pt x="1743" y="653"/>
                </a:lnTo>
                <a:lnTo>
                  <a:pt x="1743" y="654"/>
                </a:lnTo>
                <a:lnTo>
                  <a:pt x="1744" y="655"/>
                </a:lnTo>
                <a:lnTo>
                  <a:pt x="1745" y="655"/>
                </a:lnTo>
                <a:lnTo>
                  <a:pt x="1746" y="655"/>
                </a:lnTo>
                <a:lnTo>
                  <a:pt x="1746" y="656"/>
                </a:lnTo>
                <a:lnTo>
                  <a:pt x="1746" y="655"/>
                </a:lnTo>
                <a:lnTo>
                  <a:pt x="1747" y="655"/>
                </a:lnTo>
                <a:lnTo>
                  <a:pt x="1748" y="655"/>
                </a:lnTo>
                <a:lnTo>
                  <a:pt x="1748" y="656"/>
                </a:lnTo>
                <a:lnTo>
                  <a:pt x="1750" y="656"/>
                </a:lnTo>
                <a:lnTo>
                  <a:pt x="1751" y="655"/>
                </a:lnTo>
                <a:lnTo>
                  <a:pt x="1751" y="654"/>
                </a:lnTo>
                <a:lnTo>
                  <a:pt x="1752" y="655"/>
                </a:lnTo>
                <a:lnTo>
                  <a:pt x="1753" y="655"/>
                </a:lnTo>
                <a:lnTo>
                  <a:pt x="1753" y="656"/>
                </a:lnTo>
                <a:lnTo>
                  <a:pt x="1754" y="656"/>
                </a:lnTo>
                <a:lnTo>
                  <a:pt x="1755" y="656"/>
                </a:lnTo>
                <a:lnTo>
                  <a:pt x="1755" y="657"/>
                </a:lnTo>
                <a:lnTo>
                  <a:pt x="1756" y="657"/>
                </a:lnTo>
                <a:lnTo>
                  <a:pt x="1757" y="658"/>
                </a:lnTo>
                <a:lnTo>
                  <a:pt x="1758" y="658"/>
                </a:lnTo>
                <a:lnTo>
                  <a:pt x="1758" y="659"/>
                </a:lnTo>
                <a:lnTo>
                  <a:pt x="1759" y="660"/>
                </a:lnTo>
                <a:lnTo>
                  <a:pt x="1759" y="661"/>
                </a:lnTo>
                <a:lnTo>
                  <a:pt x="1760" y="661"/>
                </a:lnTo>
                <a:lnTo>
                  <a:pt x="1760" y="660"/>
                </a:lnTo>
                <a:lnTo>
                  <a:pt x="1761" y="660"/>
                </a:lnTo>
                <a:lnTo>
                  <a:pt x="1762" y="660"/>
                </a:lnTo>
                <a:lnTo>
                  <a:pt x="1763" y="660"/>
                </a:lnTo>
                <a:lnTo>
                  <a:pt x="1764" y="660"/>
                </a:lnTo>
                <a:lnTo>
                  <a:pt x="1764" y="661"/>
                </a:lnTo>
                <a:lnTo>
                  <a:pt x="1765" y="660"/>
                </a:lnTo>
                <a:lnTo>
                  <a:pt x="1766" y="660"/>
                </a:lnTo>
                <a:lnTo>
                  <a:pt x="1765" y="660"/>
                </a:lnTo>
                <a:lnTo>
                  <a:pt x="1765" y="659"/>
                </a:lnTo>
                <a:lnTo>
                  <a:pt x="1766" y="659"/>
                </a:lnTo>
                <a:lnTo>
                  <a:pt x="1767" y="659"/>
                </a:lnTo>
                <a:lnTo>
                  <a:pt x="1768" y="659"/>
                </a:lnTo>
                <a:lnTo>
                  <a:pt x="1768" y="660"/>
                </a:lnTo>
                <a:lnTo>
                  <a:pt x="1768" y="661"/>
                </a:lnTo>
                <a:lnTo>
                  <a:pt x="1769" y="661"/>
                </a:lnTo>
                <a:lnTo>
                  <a:pt x="1770" y="661"/>
                </a:lnTo>
                <a:lnTo>
                  <a:pt x="1770" y="660"/>
                </a:lnTo>
                <a:lnTo>
                  <a:pt x="1771" y="660"/>
                </a:lnTo>
                <a:lnTo>
                  <a:pt x="1772" y="660"/>
                </a:lnTo>
                <a:lnTo>
                  <a:pt x="1772" y="661"/>
                </a:lnTo>
                <a:lnTo>
                  <a:pt x="1773" y="661"/>
                </a:lnTo>
                <a:lnTo>
                  <a:pt x="1774" y="661"/>
                </a:lnTo>
                <a:lnTo>
                  <a:pt x="1774" y="660"/>
                </a:lnTo>
                <a:lnTo>
                  <a:pt x="1775" y="660"/>
                </a:lnTo>
                <a:lnTo>
                  <a:pt x="1775" y="661"/>
                </a:lnTo>
                <a:lnTo>
                  <a:pt x="1775" y="662"/>
                </a:lnTo>
                <a:lnTo>
                  <a:pt x="1776" y="662"/>
                </a:lnTo>
                <a:lnTo>
                  <a:pt x="1776" y="663"/>
                </a:lnTo>
                <a:lnTo>
                  <a:pt x="1776" y="664"/>
                </a:lnTo>
                <a:lnTo>
                  <a:pt x="1777" y="664"/>
                </a:lnTo>
                <a:lnTo>
                  <a:pt x="1777" y="665"/>
                </a:lnTo>
                <a:lnTo>
                  <a:pt x="1778" y="665"/>
                </a:lnTo>
                <a:lnTo>
                  <a:pt x="1779" y="666"/>
                </a:lnTo>
                <a:lnTo>
                  <a:pt x="1778" y="667"/>
                </a:lnTo>
                <a:lnTo>
                  <a:pt x="1777" y="667"/>
                </a:lnTo>
                <a:lnTo>
                  <a:pt x="1775" y="667"/>
                </a:lnTo>
                <a:lnTo>
                  <a:pt x="1774" y="667"/>
                </a:lnTo>
                <a:lnTo>
                  <a:pt x="1773" y="667"/>
                </a:lnTo>
                <a:lnTo>
                  <a:pt x="1773" y="668"/>
                </a:lnTo>
                <a:lnTo>
                  <a:pt x="1772" y="668"/>
                </a:lnTo>
                <a:lnTo>
                  <a:pt x="1771" y="668"/>
                </a:lnTo>
                <a:lnTo>
                  <a:pt x="1770" y="668"/>
                </a:lnTo>
                <a:lnTo>
                  <a:pt x="1769" y="668"/>
                </a:lnTo>
                <a:lnTo>
                  <a:pt x="1768" y="668"/>
                </a:lnTo>
                <a:lnTo>
                  <a:pt x="1767" y="668"/>
                </a:lnTo>
                <a:lnTo>
                  <a:pt x="1766" y="668"/>
                </a:lnTo>
                <a:lnTo>
                  <a:pt x="1765" y="668"/>
                </a:lnTo>
                <a:lnTo>
                  <a:pt x="1764" y="668"/>
                </a:lnTo>
                <a:lnTo>
                  <a:pt x="1763" y="668"/>
                </a:lnTo>
                <a:lnTo>
                  <a:pt x="1762" y="668"/>
                </a:lnTo>
                <a:lnTo>
                  <a:pt x="1761" y="668"/>
                </a:lnTo>
                <a:lnTo>
                  <a:pt x="1761" y="669"/>
                </a:lnTo>
                <a:lnTo>
                  <a:pt x="1760" y="670"/>
                </a:lnTo>
                <a:lnTo>
                  <a:pt x="1759" y="671"/>
                </a:lnTo>
                <a:lnTo>
                  <a:pt x="1759" y="672"/>
                </a:lnTo>
                <a:lnTo>
                  <a:pt x="1759" y="673"/>
                </a:lnTo>
                <a:lnTo>
                  <a:pt x="1759" y="674"/>
                </a:lnTo>
                <a:lnTo>
                  <a:pt x="1760" y="675"/>
                </a:lnTo>
                <a:lnTo>
                  <a:pt x="1761" y="676"/>
                </a:lnTo>
                <a:lnTo>
                  <a:pt x="1762" y="676"/>
                </a:lnTo>
                <a:lnTo>
                  <a:pt x="1763" y="676"/>
                </a:lnTo>
                <a:lnTo>
                  <a:pt x="1764" y="676"/>
                </a:lnTo>
                <a:lnTo>
                  <a:pt x="1764" y="675"/>
                </a:lnTo>
                <a:lnTo>
                  <a:pt x="1765" y="675"/>
                </a:lnTo>
                <a:lnTo>
                  <a:pt x="1767" y="675"/>
                </a:lnTo>
                <a:lnTo>
                  <a:pt x="1767" y="674"/>
                </a:lnTo>
                <a:lnTo>
                  <a:pt x="1768" y="674"/>
                </a:lnTo>
                <a:lnTo>
                  <a:pt x="1769" y="674"/>
                </a:lnTo>
                <a:lnTo>
                  <a:pt x="1770" y="674"/>
                </a:lnTo>
                <a:lnTo>
                  <a:pt x="1771" y="673"/>
                </a:lnTo>
                <a:lnTo>
                  <a:pt x="1772" y="673"/>
                </a:lnTo>
                <a:lnTo>
                  <a:pt x="1773" y="673"/>
                </a:lnTo>
                <a:lnTo>
                  <a:pt x="1773" y="672"/>
                </a:lnTo>
                <a:lnTo>
                  <a:pt x="1773" y="671"/>
                </a:lnTo>
                <a:lnTo>
                  <a:pt x="1774" y="670"/>
                </a:lnTo>
                <a:lnTo>
                  <a:pt x="1774" y="669"/>
                </a:lnTo>
                <a:lnTo>
                  <a:pt x="1774" y="670"/>
                </a:lnTo>
                <a:lnTo>
                  <a:pt x="1775" y="670"/>
                </a:lnTo>
                <a:lnTo>
                  <a:pt x="1776" y="670"/>
                </a:lnTo>
                <a:lnTo>
                  <a:pt x="1776" y="671"/>
                </a:lnTo>
                <a:lnTo>
                  <a:pt x="1776" y="672"/>
                </a:lnTo>
                <a:lnTo>
                  <a:pt x="1776" y="673"/>
                </a:lnTo>
                <a:lnTo>
                  <a:pt x="1777" y="673"/>
                </a:lnTo>
                <a:lnTo>
                  <a:pt x="1777" y="674"/>
                </a:lnTo>
                <a:lnTo>
                  <a:pt x="1776" y="674"/>
                </a:lnTo>
                <a:lnTo>
                  <a:pt x="1776" y="675"/>
                </a:lnTo>
                <a:lnTo>
                  <a:pt x="1776" y="676"/>
                </a:lnTo>
                <a:lnTo>
                  <a:pt x="1777" y="676"/>
                </a:lnTo>
                <a:lnTo>
                  <a:pt x="1777" y="677"/>
                </a:lnTo>
                <a:lnTo>
                  <a:pt x="1777" y="678"/>
                </a:lnTo>
                <a:lnTo>
                  <a:pt x="1777" y="679"/>
                </a:lnTo>
                <a:lnTo>
                  <a:pt x="1777" y="680"/>
                </a:lnTo>
                <a:lnTo>
                  <a:pt x="1777" y="681"/>
                </a:lnTo>
                <a:lnTo>
                  <a:pt x="1777" y="682"/>
                </a:lnTo>
                <a:lnTo>
                  <a:pt x="1777" y="683"/>
                </a:lnTo>
                <a:lnTo>
                  <a:pt x="1778" y="684"/>
                </a:lnTo>
                <a:lnTo>
                  <a:pt x="1777" y="684"/>
                </a:lnTo>
                <a:lnTo>
                  <a:pt x="1778" y="685"/>
                </a:lnTo>
                <a:lnTo>
                  <a:pt x="1779" y="685"/>
                </a:lnTo>
                <a:lnTo>
                  <a:pt x="1779" y="686"/>
                </a:lnTo>
                <a:lnTo>
                  <a:pt x="1778" y="686"/>
                </a:lnTo>
                <a:lnTo>
                  <a:pt x="1778" y="687"/>
                </a:lnTo>
                <a:lnTo>
                  <a:pt x="1779" y="688"/>
                </a:lnTo>
                <a:lnTo>
                  <a:pt x="1779" y="689"/>
                </a:lnTo>
                <a:lnTo>
                  <a:pt x="1779" y="690"/>
                </a:lnTo>
                <a:lnTo>
                  <a:pt x="1780" y="690"/>
                </a:lnTo>
                <a:lnTo>
                  <a:pt x="1781" y="691"/>
                </a:lnTo>
                <a:lnTo>
                  <a:pt x="1782" y="691"/>
                </a:lnTo>
                <a:lnTo>
                  <a:pt x="1782" y="692"/>
                </a:lnTo>
                <a:lnTo>
                  <a:pt x="1782" y="693"/>
                </a:lnTo>
                <a:lnTo>
                  <a:pt x="1783" y="693"/>
                </a:lnTo>
                <a:lnTo>
                  <a:pt x="1784" y="693"/>
                </a:lnTo>
                <a:lnTo>
                  <a:pt x="1785" y="693"/>
                </a:lnTo>
                <a:lnTo>
                  <a:pt x="1785" y="692"/>
                </a:lnTo>
                <a:lnTo>
                  <a:pt x="1785" y="693"/>
                </a:lnTo>
                <a:lnTo>
                  <a:pt x="1786" y="693"/>
                </a:lnTo>
                <a:lnTo>
                  <a:pt x="1786" y="694"/>
                </a:lnTo>
                <a:lnTo>
                  <a:pt x="1787" y="694"/>
                </a:lnTo>
                <a:lnTo>
                  <a:pt x="1788" y="693"/>
                </a:lnTo>
                <a:lnTo>
                  <a:pt x="1787" y="693"/>
                </a:lnTo>
                <a:lnTo>
                  <a:pt x="1787" y="692"/>
                </a:lnTo>
                <a:lnTo>
                  <a:pt x="1787" y="691"/>
                </a:lnTo>
                <a:lnTo>
                  <a:pt x="1788" y="690"/>
                </a:lnTo>
                <a:lnTo>
                  <a:pt x="1789" y="689"/>
                </a:lnTo>
                <a:lnTo>
                  <a:pt x="1789" y="690"/>
                </a:lnTo>
                <a:lnTo>
                  <a:pt x="1790" y="690"/>
                </a:lnTo>
                <a:lnTo>
                  <a:pt x="1790" y="689"/>
                </a:lnTo>
                <a:lnTo>
                  <a:pt x="1791" y="689"/>
                </a:lnTo>
                <a:lnTo>
                  <a:pt x="1791" y="690"/>
                </a:lnTo>
                <a:lnTo>
                  <a:pt x="1792" y="690"/>
                </a:lnTo>
                <a:lnTo>
                  <a:pt x="1792" y="689"/>
                </a:lnTo>
                <a:lnTo>
                  <a:pt x="1792" y="690"/>
                </a:lnTo>
                <a:lnTo>
                  <a:pt x="1793" y="691"/>
                </a:lnTo>
                <a:lnTo>
                  <a:pt x="1794" y="691"/>
                </a:lnTo>
                <a:lnTo>
                  <a:pt x="1794" y="692"/>
                </a:lnTo>
                <a:lnTo>
                  <a:pt x="1794" y="693"/>
                </a:lnTo>
                <a:lnTo>
                  <a:pt x="1795" y="693"/>
                </a:lnTo>
                <a:lnTo>
                  <a:pt x="1796" y="693"/>
                </a:lnTo>
                <a:lnTo>
                  <a:pt x="1796" y="694"/>
                </a:lnTo>
                <a:lnTo>
                  <a:pt x="1795" y="694"/>
                </a:lnTo>
                <a:lnTo>
                  <a:pt x="1795" y="695"/>
                </a:lnTo>
                <a:lnTo>
                  <a:pt x="1795" y="696"/>
                </a:lnTo>
                <a:lnTo>
                  <a:pt x="1795" y="697"/>
                </a:lnTo>
                <a:lnTo>
                  <a:pt x="1794" y="697"/>
                </a:lnTo>
                <a:lnTo>
                  <a:pt x="1795" y="698"/>
                </a:lnTo>
                <a:lnTo>
                  <a:pt x="1796" y="699"/>
                </a:lnTo>
                <a:lnTo>
                  <a:pt x="1796" y="700"/>
                </a:lnTo>
                <a:lnTo>
                  <a:pt x="1796" y="701"/>
                </a:lnTo>
                <a:lnTo>
                  <a:pt x="1796" y="703"/>
                </a:lnTo>
                <a:lnTo>
                  <a:pt x="1796" y="704"/>
                </a:lnTo>
                <a:lnTo>
                  <a:pt x="1796" y="705"/>
                </a:lnTo>
                <a:lnTo>
                  <a:pt x="1796" y="706"/>
                </a:lnTo>
                <a:lnTo>
                  <a:pt x="1795" y="706"/>
                </a:lnTo>
                <a:lnTo>
                  <a:pt x="1794" y="706"/>
                </a:lnTo>
                <a:lnTo>
                  <a:pt x="1794" y="707"/>
                </a:lnTo>
                <a:lnTo>
                  <a:pt x="1793" y="707"/>
                </a:lnTo>
                <a:lnTo>
                  <a:pt x="1792" y="708"/>
                </a:lnTo>
                <a:lnTo>
                  <a:pt x="1792" y="709"/>
                </a:lnTo>
                <a:lnTo>
                  <a:pt x="1792" y="710"/>
                </a:lnTo>
                <a:lnTo>
                  <a:pt x="1793" y="710"/>
                </a:lnTo>
                <a:lnTo>
                  <a:pt x="1793" y="711"/>
                </a:lnTo>
                <a:lnTo>
                  <a:pt x="1794" y="711"/>
                </a:lnTo>
                <a:lnTo>
                  <a:pt x="1795" y="712"/>
                </a:lnTo>
                <a:lnTo>
                  <a:pt x="1795" y="713"/>
                </a:lnTo>
                <a:lnTo>
                  <a:pt x="1794" y="713"/>
                </a:lnTo>
                <a:lnTo>
                  <a:pt x="1794" y="714"/>
                </a:lnTo>
                <a:lnTo>
                  <a:pt x="1793" y="714"/>
                </a:lnTo>
                <a:lnTo>
                  <a:pt x="1793" y="713"/>
                </a:lnTo>
                <a:lnTo>
                  <a:pt x="1792" y="713"/>
                </a:lnTo>
                <a:lnTo>
                  <a:pt x="1792" y="712"/>
                </a:lnTo>
                <a:lnTo>
                  <a:pt x="1792" y="713"/>
                </a:lnTo>
                <a:lnTo>
                  <a:pt x="1791" y="713"/>
                </a:lnTo>
                <a:lnTo>
                  <a:pt x="1790" y="713"/>
                </a:lnTo>
                <a:lnTo>
                  <a:pt x="1789" y="713"/>
                </a:lnTo>
                <a:lnTo>
                  <a:pt x="1788" y="714"/>
                </a:lnTo>
                <a:lnTo>
                  <a:pt x="1787" y="715"/>
                </a:lnTo>
                <a:lnTo>
                  <a:pt x="1787" y="716"/>
                </a:lnTo>
                <a:lnTo>
                  <a:pt x="1786" y="716"/>
                </a:lnTo>
                <a:lnTo>
                  <a:pt x="1786" y="717"/>
                </a:lnTo>
                <a:lnTo>
                  <a:pt x="1786" y="718"/>
                </a:lnTo>
                <a:lnTo>
                  <a:pt x="1786" y="720"/>
                </a:lnTo>
                <a:lnTo>
                  <a:pt x="1785" y="720"/>
                </a:lnTo>
                <a:lnTo>
                  <a:pt x="1784" y="720"/>
                </a:lnTo>
                <a:lnTo>
                  <a:pt x="1784" y="721"/>
                </a:lnTo>
                <a:lnTo>
                  <a:pt x="1785" y="722"/>
                </a:lnTo>
                <a:lnTo>
                  <a:pt x="1786" y="723"/>
                </a:lnTo>
                <a:lnTo>
                  <a:pt x="1787" y="723"/>
                </a:lnTo>
                <a:lnTo>
                  <a:pt x="1788" y="724"/>
                </a:lnTo>
                <a:lnTo>
                  <a:pt x="1789" y="724"/>
                </a:lnTo>
                <a:lnTo>
                  <a:pt x="1789" y="725"/>
                </a:lnTo>
                <a:lnTo>
                  <a:pt x="1789" y="726"/>
                </a:lnTo>
                <a:lnTo>
                  <a:pt x="1789" y="727"/>
                </a:lnTo>
                <a:lnTo>
                  <a:pt x="1790" y="728"/>
                </a:lnTo>
                <a:lnTo>
                  <a:pt x="1790" y="729"/>
                </a:lnTo>
                <a:lnTo>
                  <a:pt x="1790" y="730"/>
                </a:lnTo>
                <a:lnTo>
                  <a:pt x="1790" y="731"/>
                </a:lnTo>
                <a:lnTo>
                  <a:pt x="1791" y="732"/>
                </a:lnTo>
                <a:lnTo>
                  <a:pt x="1791" y="735"/>
                </a:lnTo>
                <a:lnTo>
                  <a:pt x="1792" y="736"/>
                </a:lnTo>
                <a:lnTo>
                  <a:pt x="1793" y="736"/>
                </a:lnTo>
                <a:lnTo>
                  <a:pt x="1794" y="738"/>
                </a:lnTo>
                <a:lnTo>
                  <a:pt x="1794" y="739"/>
                </a:lnTo>
                <a:lnTo>
                  <a:pt x="1793" y="739"/>
                </a:lnTo>
                <a:lnTo>
                  <a:pt x="1793" y="740"/>
                </a:lnTo>
                <a:lnTo>
                  <a:pt x="1794" y="740"/>
                </a:lnTo>
                <a:lnTo>
                  <a:pt x="1795" y="741"/>
                </a:lnTo>
                <a:lnTo>
                  <a:pt x="1796" y="741"/>
                </a:lnTo>
                <a:lnTo>
                  <a:pt x="1796" y="742"/>
                </a:lnTo>
                <a:lnTo>
                  <a:pt x="1796" y="743"/>
                </a:lnTo>
                <a:lnTo>
                  <a:pt x="1797" y="743"/>
                </a:lnTo>
                <a:lnTo>
                  <a:pt x="1798" y="745"/>
                </a:lnTo>
                <a:lnTo>
                  <a:pt x="1798" y="747"/>
                </a:lnTo>
                <a:lnTo>
                  <a:pt x="1801" y="748"/>
                </a:lnTo>
                <a:lnTo>
                  <a:pt x="1803" y="749"/>
                </a:lnTo>
                <a:lnTo>
                  <a:pt x="1804" y="749"/>
                </a:lnTo>
                <a:lnTo>
                  <a:pt x="1805" y="748"/>
                </a:lnTo>
                <a:lnTo>
                  <a:pt x="1806" y="748"/>
                </a:lnTo>
                <a:lnTo>
                  <a:pt x="1806" y="747"/>
                </a:lnTo>
                <a:lnTo>
                  <a:pt x="1806" y="746"/>
                </a:lnTo>
                <a:lnTo>
                  <a:pt x="1806" y="745"/>
                </a:lnTo>
                <a:lnTo>
                  <a:pt x="1807" y="745"/>
                </a:lnTo>
                <a:lnTo>
                  <a:pt x="1808" y="746"/>
                </a:lnTo>
                <a:lnTo>
                  <a:pt x="1809" y="745"/>
                </a:lnTo>
                <a:lnTo>
                  <a:pt x="1810" y="744"/>
                </a:lnTo>
                <a:lnTo>
                  <a:pt x="1810" y="743"/>
                </a:lnTo>
                <a:lnTo>
                  <a:pt x="1821" y="747"/>
                </a:lnTo>
                <a:lnTo>
                  <a:pt x="1823" y="748"/>
                </a:lnTo>
                <a:lnTo>
                  <a:pt x="1826" y="749"/>
                </a:lnTo>
                <a:lnTo>
                  <a:pt x="1827" y="750"/>
                </a:lnTo>
                <a:lnTo>
                  <a:pt x="1828" y="751"/>
                </a:lnTo>
                <a:lnTo>
                  <a:pt x="1828" y="752"/>
                </a:lnTo>
                <a:lnTo>
                  <a:pt x="1828" y="753"/>
                </a:lnTo>
                <a:lnTo>
                  <a:pt x="1828" y="754"/>
                </a:lnTo>
                <a:lnTo>
                  <a:pt x="1829" y="756"/>
                </a:lnTo>
                <a:lnTo>
                  <a:pt x="1829" y="757"/>
                </a:lnTo>
                <a:lnTo>
                  <a:pt x="1830" y="758"/>
                </a:lnTo>
                <a:lnTo>
                  <a:pt x="1831" y="759"/>
                </a:lnTo>
                <a:lnTo>
                  <a:pt x="1832" y="758"/>
                </a:lnTo>
                <a:lnTo>
                  <a:pt x="1834" y="756"/>
                </a:lnTo>
                <a:lnTo>
                  <a:pt x="1835" y="755"/>
                </a:lnTo>
                <a:lnTo>
                  <a:pt x="1835" y="753"/>
                </a:lnTo>
                <a:lnTo>
                  <a:pt x="1835" y="752"/>
                </a:lnTo>
                <a:lnTo>
                  <a:pt x="1836" y="749"/>
                </a:lnTo>
                <a:lnTo>
                  <a:pt x="1837" y="747"/>
                </a:lnTo>
                <a:lnTo>
                  <a:pt x="1838" y="746"/>
                </a:lnTo>
                <a:lnTo>
                  <a:pt x="1841" y="742"/>
                </a:lnTo>
                <a:lnTo>
                  <a:pt x="1843" y="742"/>
                </a:lnTo>
                <a:lnTo>
                  <a:pt x="1846" y="742"/>
                </a:lnTo>
                <a:lnTo>
                  <a:pt x="1849" y="743"/>
                </a:lnTo>
                <a:lnTo>
                  <a:pt x="1850" y="743"/>
                </a:lnTo>
                <a:lnTo>
                  <a:pt x="1851" y="744"/>
                </a:lnTo>
                <a:lnTo>
                  <a:pt x="1850" y="747"/>
                </a:lnTo>
                <a:lnTo>
                  <a:pt x="1850" y="749"/>
                </a:lnTo>
                <a:lnTo>
                  <a:pt x="1851" y="749"/>
                </a:lnTo>
                <a:lnTo>
                  <a:pt x="1852" y="749"/>
                </a:lnTo>
                <a:lnTo>
                  <a:pt x="1854" y="753"/>
                </a:lnTo>
                <a:lnTo>
                  <a:pt x="1855" y="754"/>
                </a:lnTo>
                <a:lnTo>
                  <a:pt x="1856" y="755"/>
                </a:lnTo>
                <a:lnTo>
                  <a:pt x="1858" y="756"/>
                </a:lnTo>
                <a:lnTo>
                  <a:pt x="1861" y="758"/>
                </a:lnTo>
                <a:lnTo>
                  <a:pt x="1862" y="758"/>
                </a:lnTo>
                <a:lnTo>
                  <a:pt x="1862" y="759"/>
                </a:lnTo>
                <a:lnTo>
                  <a:pt x="1863" y="760"/>
                </a:lnTo>
                <a:lnTo>
                  <a:pt x="1865" y="760"/>
                </a:lnTo>
                <a:lnTo>
                  <a:pt x="1866" y="761"/>
                </a:lnTo>
                <a:lnTo>
                  <a:pt x="1866" y="762"/>
                </a:lnTo>
                <a:lnTo>
                  <a:pt x="1866" y="763"/>
                </a:lnTo>
                <a:lnTo>
                  <a:pt x="1866" y="766"/>
                </a:lnTo>
                <a:lnTo>
                  <a:pt x="1866" y="768"/>
                </a:lnTo>
                <a:lnTo>
                  <a:pt x="1865" y="770"/>
                </a:lnTo>
                <a:lnTo>
                  <a:pt x="1866" y="772"/>
                </a:lnTo>
                <a:lnTo>
                  <a:pt x="1866" y="773"/>
                </a:lnTo>
                <a:lnTo>
                  <a:pt x="1867" y="773"/>
                </a:lnTo>
                <a:lnTo>
                  <a:pt x="1868" y="773"/>
                </a:lnTo>
                <a:lnTo>
                  <a:pt x="1869" y="772"/>
                </a:lnTo>
                <a:lnTo>
                  <a:pt x="1870" y="772"/>
                </a:lnTo>
                <a:lnTo>
                  <a:pt x="1870" y="773"/>
                </a:lnTo>
                <a:lnTo>
                  <a:pt x="1871" y="773"/>
                </a:lnTo>
                <a:lnTo>
                  <a:pt x="1872" y="773"/>
                </a:lnTo>
                <a:lnTo>
                  <a:pt x="1873" y="772"/>
                </a:lnTo>
                <a:lnTo>
                  <a:pt x="1872" y="771"/>
                </a:lnTo>
                <a:lnTo>
                  <a:pt x="1873" y="770"/>
                </a:lnTo>
                <a:lnTo>
                  <a:pt x="1874" y="770"/>
                </a:lnTo>
                <a:lnTo>
                  <a:pt x="1874" y="768"/>
                </a:lnTo>
                <a:lnTo>
                  <a:pt x="1874" y="767"/>
                </a:lnTo>
                <a:lnTo>
                  <a:pt x="1874" y="766"/>
                </a:lnTo>
                <a:lnTo>
                  <a:pt x="1875" y="766"/>
                </a:lnTo>
                <a:lnTo>
                  <a:pt x="1876" y="766"/>
                </a:lnTo>
                <a:lnTo>
                  <a:pt x="1877" y="765"/>
                </a:lnTo>
                <a:lnTo>
                  <a:pt x="1876" y="763"/>
                </a:lnTo>
                <a:lnTo>
                  <a:pt x="1877" y="763"/>
                </a:lnTo>
                <a:lnTo>
                  <a:pt x="1877" y="761"/>
                </a:lnTo>
                <a:lnTo>
                  <a:pt x="1876" y="760"/>
                </a:lnTo>
                <a:lnTo>
                  <a:pt x="1876" y="758"/>
                </a:lnTo>
                <a:lnTo>
                  <a:pt x="1875" y="757"/>
                </a:lnTo>
                <a:lnTo>
                  <a:pt x="1875" y="756"/>
                </a:lnTo>
                <a:lnTo>
                  <a:pt x="1875" y="755"/>
                </a:lnTo>
                <a:lnTo>
                  <a:pt x="1876" y="754"/>
                </a:lnTo>
                <a:lnTo>
                  <a:pt x="1874" y="752"/>
                </a:lnTo>
                <a:lnTo>
                  <a:pt x="1873" y="752"/>
                </a:lnTo>
                <a:lnTo>
                  <a:pt x="1872" y="751"/>
                </a:lnTo>
                <a:lnTo>
                  <a:pt x="1871" y="751"/>
                </a:lnTo>
                <a:lnTo>
                  <a:pt x="1870" y="751"/>
                </a:lnTo>
                <a:lnTo>
                  <a:pt x="1870" y="750"/>
                </a:lnTo>
                <a:lnTo>
                  <a:pt x="1870" y="749"/>
                </a:lnTo>
                <a:lnTo>
                  <a:pt x="1871" y="749"/>
                </a:lnTo>
                <a:lnTo>
                  <a:pt x="1871" y="748"/>
                </a:lnTo>
                <a:lnTo>
                  <a:pt x="1871" y="746"/>
                </a:lnTo>
                <a:lnTo>
                  <a:pt x="1871" y="745"/>
                </a:lnTo>
                <a:lnTo>
                  <a:pt x="1871" y="744"/>
                </a:lnTo>
                <a:lnTo>
                  <a:pt x="1872" y="742"/>
                </a:lnTo>
                <a:lnTo>
                  <a:pt x="1873" y="742"/>
                </a:lnTo>
                <a:lnTo>
                  <a:pt x="1874" y="742"/>
                </a:lnTo>
                <a:lnTo>
                  <a:pt x="1874" y="741"/>
                </a:lnTo>
                <a:lnTo>
                  <a:pt x="1874" y="740"/>
                </a:lnTo>
                <a:lnTo>
                  <a:pt x="1875" y="738"/>
                </a:lnTo>
                <a:lnTo>
                  <a:pt x="1875" y="737"/>
                </a:lnTo>
                <a:lnTo>
                  <a:pt x="1874" y="737"/>
                </a:lnTo>
                <a:lnTo>
                  <a:pt x="1874" y="736"/>
                </a:lnTo>
                <a:lnTo>
                  <a:pt x="1873" y="734"/>
                </a:lnTo>
                <a:lnTo>
                  <a:pt x="1873" y="733"/>
                </a:lnTo>
                <a:lnTo>
                  <a:pt x="1874" y="733"/>
                </a:lnTo>
                <a:lnTo>
                  <a:pt x="1875" y="733"/>
                </a:lnTo>
                <a:lnTo>
                  <a:pt x="1875" y="734"/>
                </a:lnTo>
                <a:lnTo>
                  <a:pt x="1876" y="734"/>
                </a:lnTo>
                <a:lnTo>
                  <a:pt x="1878" y="732"/>
                </a:lnTo>
                <a:lnTo>
                  <a:pt x="1879" y="731"/>
                </a:lnTo>
                <a:lnTo>
                  <a:pt x="1880" y="731"/>
                </a:lnTo>
                <a:lnTo>
                  <a:pt x="1882" y="732"/>
                </a:lnTo>
                <a:lnTo>
                  <a:pt x="1883" y="732"/>
                </a:lnTo>
                <a:lnTo>
                  <a:pt x="1884" y="733"/>
                </a:lnTo>
                <a:lnTo>
                  <a:pt x="1891" y="734"/>
                </a:lnTo>
                <a:lnTo>
                  <a:pt x="1892" y="733"/>
                </a:lnTo>
                <a:lnTo>
                  <a:pt x="1894" y="733"/>
                </a:lnTo>
                <a:lnTo>
                  <a:pt x="1895" y="733"/>
                </a:lnTo>
                <a:lnTo>
                  <a:pt x="1895" y="734"/>
                </a:lnTo>
                <a:lnTo>
                  <a:pt x="1896" y="737"/>
                </a:lnTo>
                <a:lnTo>
                  <a:pt x="1896" y="738"/>
                </a:lnTo>
                <a:lnTo>
                  <a:pt x="1895" y="739"/>
                </a:lnTo>
                <a:lnTo>
                  <a:pt x="1896" y="740"/>
                </a:lnTo>
                <a:lnTo>
                  <a:pt x="1896" y="742"/>
                </a:lnTo>
                <a:lnTo>
                  <a:pt x="1896" y="743"/>
                </a:lnTo>
                <a:lnTo>
                  <a:pt x="1896" y="745"/>
                </a:lnTo>
                <a:lnTo>
                  <a:pt x="1897" y="745"/>
                </a:lnTo>
                <a:lnTo>
                  <a:pt x="1898" y="746"/>
                </a:lnTo>
                <a:lnTo>
                  <a:pt x="1898" y="747"/>
                </a:lnTo>
                <a:lnTo>
                  <a:pt x="1898" y="748"/>
                </a:lnTo>
                <a:lnTo>
                  <a:pt x="1898" y="749"/>
                </a:lnTo>
                <a:lnTo>
                  <a:pt x="1898" y="750"/>
                </a:lnTo>
                <a:lnTo>
                  <a:pt x="1901" y="752"/>
                </a:lnTo>
                <a:lnTo>
                  <a:pt x="1901" y="753"/>
                </a:lnTo>
                <a:lnTo>
                  <a:pt x="1902" y="754"/>
                </a:lnTo>
                <a:lnTo>
                  <a:pt x="1903" y="754"/>
                </a:lnTo>
                <a:lnTo>
                  <a:pt x="1904" y="755"/>
                </a:lnTo>
                <a:lnTo>
                  <a:pt x="1905" y="756"/>
                </a:lnTo>
                <a:lnTo>
                  <a:pt x="1906" y="756"/>
                </a:lnTo>
                <a:lnTo>
                  <a:pt x="1906" y="757"/>
                </a:lnTo>
                <a:lnTo>
                  <a:pt x="1907" y="758"/>
                </a:lnTo>
                <a:lnTo>
                  <a:pt x="1908" y="759"/>
                </a:lnTo>
                <a:lnTo>
                  <a:pt x="1909" y="760"/>
                </a:lnTo>
                <a:lnTo>
                  <a:pt x="1910" y="760"/>
                </a:lnTo>
                <a:lnTo>
                  <a:pt x="1910" y="761"/>
                </a:lnTo>
                <a:lnTo>
                  <a:pt x="1911" y="762"/>
                </a:lnTo>
                <a:lnTo>
                  <a:pt x="1912" y="762"/>
                </a:lnTo>
                <a:lnTo>
                  <a:pt x="1915" y="760"/>
                </a:lnTo>
                <a:lnTo>
                  <a:pt x="1916" y="760"/>
                </a:lnTo>
                <a:lnTo>
                  <a:pt x="1917" y="759"/>
                </a:lnTo>
                <a:lnTo>
                  <a:pt x="1918" y="760"/>
                </a:lnTo>
                <a:lnTo>
                  <a:pt x="1918" y="761"/>
                </a:lnTo>
                <a:lnTo>
                  <a:pt x="1919" y="762"/>
                </a:lnTo>
                <a:lnTo>
                  <a:pt x="1920" y="763"/>
                </a:lnTo>
                <a:lnTo>
                  <a:pt x="1921" y="764"/>
                </a:lnTo>
                <a:lnTo>
                  <a:pt x="1923" y="763"/>
                </a:lnTo>
                <a:lnTo>
                  <a:pt x="1922" y="762"/>
                </a:lnTo>
                <a:lnTo>
                  <a:pt x="1923" y="761"/>
                </a:lnTo>
                <a:lnTo>
                  <a:pt x="1924" y="761"/>
                </a:lnTo>
                <a:lnTo>
                  <a:pt x="1925" y="762"/>
                </a:lnTo>
                <a:lnTo>
                  <a:pt x="1926" y="763"/>
                </a:lnTo>
                <a:lnTo>
                  <a:pt x="1926" y="764"/>
                </a:lnTo>
                <a:lnTo>
                  <a:pt x="1927" y="765"/>
                </a:lnTo>
                <a:lnTo>
                  <a:pt x="1928" y="766"/>
                </a:lnTo>
                <a:lnTo>
                  <a:pt x="1929" y="768"/>
                </a:lnTo>
                <a:lnTo>
                  <a:pt x="1930" y="769"/>
                </a:lnTo>
                <a:lnTo>
                  <a:pt x="1931" y="769"/>
                </a:lnTo>
                <a:lnTo>
                  <a:pt x="1933" y="769"/>
                </a:lnTo>
                <a:lnTo>
                  <a:pt x="1934" y="768"/>
                </a:lnTo>
                <a:lnTo>
                  <a:pt x="1934" y="767"/>
                </a:lnTo>
                <a:lnTo>
                  <a:pt x="1935" y="766"/>
                </a:lnTo>
                <a:lnTo>
                  <a:pt x="1936" y="765"/>
                </a:lnTo>
                <a:lnTo>
                  <a:pt x="1937" y="765"/>
                </a:lnTo>
                <a:lnTo>
                  <a:pt x="1938" y="766"/>
                </a:lnTo>
                <a:lnTo>
                  <a:pt x="1939" y="766"/>
                </a:lnTo>
                <a:lnTo>
                  <a:pt x="1940" y="765"/>
                </a:lnTo>
                <a:lnTo>
                  <a:pt x="1941" y="763"/>
                </a:lnTo>
                <a:lnTo>
                  <a:pt x="1940" y="761"/>
                </a:lnTo>
                <a:lnTo>
                  <a:pt x="1939" y="761"/>
                </a:lnTo>
                <a:lnTo>
                  <a:pt x="1939" y="760"/>
                </a:lnTo>
                <a:lnTo>
                  <a:pt x="1938" y="758"/>
                </a:lnTo>
                <a:lnTo>
                  <a:pt x="1937" y="756"/>
                </a:lnTo>
                <a:lnTo>
                  <a:pt x="1937" y="755"/>
                </a:lnTo>
                <a:lnTo>
                  <a:pt x="1937" y="754"/>
                </a:lnTo>
                <a:lnTo>
                  <a:pt x="1937" y="753"/>
                </a:lnTo>
                <a:lnTo>
                  <a:pt x="1934" y="751"/>
                </a:lnTo>
                <a:lnTo>
                  <a:pt x="1934" y="750"/>
                </a:lnTo>
                <a:lnTo>
                  <a:pt x="1934" y="748"/>
                </a:lnTo>
                <a:lnTo>
                  <a:pt x="1934" y="745"/>
                </a:lnTo>
                <a:lnTo>
                  <a:pt x="1934" y="744"/>
                </a:lnTo>
                <a:lnTo>
                  <a:pt x="1935" y="743"/>
                </a:lnTo>
                <a:lnTo>
                  <a:pt x="1936" y="744"/>
                </a:lnTo>
                <a:lnTo>
                  <a:pt x="1937" y="744"/>
                </a:lnTo>
                <a:lnTo>
                  <a:pt x="1938" y="744"/>
                </a:lnTo>
                <a:lnTo>
                  <a:pt x="1938" y="743"/>
                </a:lnTo>
                <a:lnTo>
                  <a:pt x="1939" y="742"/>
                </a:lnTo>
                <a:lnTo>
                  <a:pt x="1939" y="741"/>
                </a:lnTo>
                <a:lnTo>
                  <a:pt x="1940" y="741"/>
                </a:lnTo>
                <a:lnTo>
                  <a:pt x="1940" y="740"/>
                </a:lnTo>
                <a:lnTo>
                  <a:pt x="1939" y="740"/>
                </a:lnTo>
                <a:lnTo>
                  <a:pt x="1939" y="739"/>
                </a:lnTo>
                <a:lnTo>
                  <a:pt x="1938" y="739"/>
                </a:lnTo>
                <a:lnTo>
                  <a:pt x="1937" y="738"/>
                </a:lnTo>
                <a:lnTo>
                  <a:pt x="1936" y="736"/>
                </a:lnTo>
                <a:lnTo>
                  <a:pt x="1937" y="735"/>
                </a:lnTo>
                <a:lnTo>
                  <a:pt x="1936" y="735"/>
                </a:lnTo>
                <a:lnTo>
                  <a:pt x="1936" y="734"/>
                </a:lnTo>
                <a:lnTo>
                  <a:pt x="1934" y="734"/>
                </a:lnTo>
                <a:lnTo>
                  <a:pt x="1934" y="732"/>
                </a:lnTo>
                <a:lnTo>
                  <a:pt x="1934" y="730"/>
                </a:lnTo>
                <a:lnTo>
                  <a:pt x="1933" y="729"/>
                </a:lnTo>
                <a:lnTo>
                  <a:pt x="1933" y="728"/>
                </a:lnTo>
                <a:lnTo>
                  <a:pt x="1933" y="727"/>
                </a:lnTo>
                <a:lnTo>
                  <a:pt x="1934" y="727"/>
                </a:lnTo>
                <a:lnTo>
                  <a:pt x="1934" y="726"/>
                </a:lnTo>
                <a:lnTo>
                  <a:pt x="1933" y="726"/>
                </a:lnTo>
                <a:lnTo>
                  <a:pt x="1933" y="725"/>
                </a:lnTo>
                <a:lnTo>
                  <a:pt x="1931" y="724"/>
                </a:lnTo>
                <a:lnTo>
                  <a:pt x="1932" y="723"/>
                </a:lnTo>
                <a:lnTo>
                  <a:pt x="1933" y="723"/>
                </a:lnTo>
                <a:lnTo>
                  <a:pt x="1933" y="724"/>
                </a:lnTo>
                <a:lnTo>
                  <a:pt x="1934" y="724"/>
                </a:lnTo>
                <a:lnTo>
                  <a:pt x="1934" y="725"/>
                </a:lnTo>
                <a:lnTo>
                  <a:pt x="1934" y="724"/>
                </a:lnTo>
                <a:lnTo>
                  <a:pt x="1935" y="724"/>
                </a:lnTo>
                <a:lnTo>
                  <a:pt x="1936" y="724"/>
                </a:lnTo>
                <a:lnTo>
                  <a:pt x="1936" y="725"/>
                </a:lnTo>
                <a:lnTo>
                  <a:pt x="1937" y="725"/>
                </a:lnTo>
                <a:lnTo>
                  <a:pt x="1938" y="725"/>
                </a:lnTo>
                <a:lnTo>
                  <a:pt x="1939" y="724"/>
                </a:lnTo>
                <a:lnTo>
                  <a:pt x="1940" y="724"/>
                </a:lnTo>
                <a:lnTo>
                  <a:pt x="1940" y="725"/>
                </a:lnTo>
                <a:lnTo>
                  <a:pt x="1941" y="725"/>
                </a:lnTo>
                <a:lnTo>
                  <a:pt x="1942" y="726"/>
                </a:lnTo>
                <a:lnTo>
                  <a:pt x="1943" y="727"/>
                </a:lnTo>
                <a:lnTo>
                  <a:pt x="1944" y="727"/>
                </a:lnTo>
                <a:lnTo>
                  <a:pt x="1944" y="728"/>
                </a:lnTo>
                <a:lnTo>
                  <a:pt x="1945" y="728"/>
                </a:lnTo>
                <a:lnTo>
                  <a:pt x="1945" y="729"/>
                </a:lnTo>
                <a:lnTo>
                  <a:pt x="1944" y="729"/>
                </a:lnTo>
                <a:lnTo>
                  <a:pt x="1944" y="730"/>
                </a:lnTo>
                <a:lnTo>
                  <a:pt x="1945" y="730"/>
                </a:lnTo>
                <a:lnTo>
                  <a:pt x="1945" y="731"/>
                </a:lnTo>
                <a:lnTo>
                  <a:pt x="1946" y="731"/>
                </a:lnTo>
                <a:lnTo>
                  <a:pt x="1946" y="732"/>
                </a:lnTo>
                <a:lnTo>
                  <a:pt x="1947" y="731"/>
                </a:lnTo>
                <a:lnTo>
                  <a:pt x="1947" y="730"/>
                </a:lnTo>
                <a:lnTo>
                  <a:pt x="1946" y="729"/>
                </a:lnTo>
                <a:lnTo>
                  <a:pt x="1947" y="728"/>
                </a:lnTo>
                <a:lnTo>
                  <a:pt x="1948" y="728"/>
                </a:lnTo>
                <a:lnTo>
                  <a:pt x="1949" y="727"/>
                </a:lnTo>
                <a:lnTo>
                  <a:pt x="1949" y="726"/>
                </a:lnTo>
                <a:lnTo>
                  <a:pt x="1950" y="726"/>
                </a:lnTo>
                <a:lnTo>
                  <a:pt x="1951" y="726"/>
                </a:lnTo>
                <a:lnTo>
                  <a:pt x="1952" y="727"/>
                </a:lnTo>
                <a:lnTo>
                  <a:pt x="1952" y="728"/>
                </a:lnTo>
                <a:lnTo>
                  <a:pt x="1953" y="728"/>
                </a:lnTo>
                <a:lnTo>
                  <a:pt x="1955" y="729"/>
                </a:lnTo>
                <a:lnTo>
                  <a:pt x="1956" y="729"/>
                </a:lnTo>
                <a:lnTo>
                  <a:pt x="1956" y="728"/>
                </a:lnTo>
                <a:lnTo>
                  <a:pt x="1957" y="728"/>
                </a:lnTo>
                <a:lnTo>
                  <a:pt x="1957" y="727"/>
                </a:lnTo>
                <a:lnTo>
                  <a:pt x="1958" y="727"/>
                </a:lnTo>
                <a:lnTo>
                  <a:pt x="1958" y="726"/>
                </a:lnTo>
                <a:lnTo>
                  <a:pt x="1957" y="726"/>
                </a:lnTo>
                <a:lnTo>
                  <a:pt x="1957" y="725"/>
                </a:lnTo>
                <a:lnTo>
                  <a:pt x="1956" y="725"/>
                </a:lnTo>
                <a:lnTo>
                  <a:pt x="1955" y="725"/>
                </a:lnTo>
                <a:lnTo>
                  <a:pt x="1955" y="724"/>
                </a:lnTo>
                <a:lnTo>
                  <a:pt x="1955" y="723"/>
                </a:lnTo>
                <a:lnTo>
                  <a:pt x="1955" y="722"/>
                </a:lnTo>
                <a:lnTo>
                  <a:pt x="1955" y="721"/>
                </a:lnTo>
                <a:lnTo>
                  <a:pt x="1956" y="720"/>
                </a:lnTo>
                <a:lnTo>
                  <a:pt x="1957" y="720"/>
                </a:lnTo>
                <a:lnTo>
                  <a:pt x="1958" y="720"/>
                </a:lnTo>
                <a:lnTo>
                  <a:pt x="1959" y="720"/>
                </a:lnTo>
                <a:lnTo>
                  <a:pt x="1960" y="720"/>
                </a:lnTo>
                <a:lnTo>
                  <a:pt x="1961" y="720"/>
                </a:lnTo>
                <a:lnTo>
                  <a:pt x="1962" y="720"/>
                </a:lnTo>
                <a:lnTo>
                  <a:pt x="1963" y="720"/>
                </a:lnTo>
                <a:lnTo>
                  <a:pt x="1963" y="721"/>
                </a:lnTo>
                <a:lnTo>
                  <a:pt x="1964" y="722"/>
                </a:lnTo>
                <a:lnTo>
                  <a:pt x="1965" y="722"/>
                </a:lnTo>
                <a:lnTo>
                  <a:pt x="1966" y="723"/>
                </a:lnTo>
                <a:lnTo>
                  <a:pt x="1967" y="723"/>
                </a:lnTo>
                <a:lnTo>
                  <a:pt x="1968" y="723"/>
                </a:lnTo>
                <a:lnTo>
                  <a:pt x="1969" y="723"/>
                </a:lnTo>
                <a:lnTo>
                  <a:pt x="1970" y="723"/>
                </a:lnTo>
                <a:lnTo>
                  <a:pt x="1972" y="724"/>
                </a:lnTo>
                <a:lnTo>
                  <a:pt x="1973" y="724"/>
                </a:lnTo>
                <a:lnTo>
                  <a:pt x="1976" y="724"/>
                </a:lnTo>
                <a:lnTo>
                  <a:pt x="1977" y="725"/>
                </a:lnTo>
                <a:lnTo>
                  <a:pt x="1977" y="724"/>
                </a:lnTo>
                <a:lnTo>
                  <a:pt x="1977" y="725"/>
                </a:lnTo>
                <a:lnTo>
                  <a:pt x="1978" y="725"/>
                </a:lnTo>
                <a:lnTo>
                  <a:pt x="1978" y="726"/>
                </a:lnTo>
                <a:lnTo>
                  <a:pt x="1979" y="727"/>
                </a:lnTo>
                <a:lnTo>
                  <a:pt x="1980" y="727"/>
                </a:lnTo>
                <a:lnTo>
                  <a:pt x="1980" y="726"/>
                </a:lnTo>
                <a:lnTo>
                  <a:pt x="1980" y="725"/>
                </a:lnTo>
                <a:lnTo>
                  <a:pt x="1981" y="724"/>
                </a:lnTo>
                <a:lnTo>
                  <a:pt x="1982" y="723"/>
                </a:lnTo>
                <a:lnTo>
                  <a:pt x="1983" y="723"/>
                </a:lnTo>
                <a:lnTo>
                  <a:pt x="1983" y="724"/>
                </a:lnTo>
                <a:lnTo>
                  <a:pt x="1984" y="724"/>
                </a:lnTo>
                <a:lnTo>
                  <a:pt x="1984" y="725"/>
                </a:lnTo>
                <a:lnTo>
                  <a:pt x="1985" y="725"/>
                </a:lnTo>
                <a:lnTo>
                  <a:pt x="1986" y="725"/>
                </a:lnTo>
                <a:lnTo>
                  <a:pt x="1987" y="725"/>
                </a:lnTo>
                <a:lnTo>
                  <a:pt x="1987" y="724"/>
                </a:lnTo>
                <a:lnTo>
                  <a:pt x="1987" y="722"/>
                </a:lnTo>
                <a:lnTo>
                  <a:pt x="1986" y="721"/>
                </a:lnTo>
                <a:lnTo>
                  <a:pt x="1986" y="720"/>
                </a:lnTo>
                <a:lnTo>
                  <a:pt x="1985" y="720"/>
                </a:lnTo>
                <a:lnTo>
                  <a:pt x="1984" y="719"/>
                </a:lnTo>
                <a:lnTo>
                  <a:pt x="1984" y="718"/>
                </a:lnTo>
                <a:lnTo>
                  <a:pt x="1985" y="718"/>
                </a:lnTo>
                <a:lnTo>
                  <a:pt x="1985" y="717"/>
                </a:lnTo>
                <a:lnTo>
                  <a:pt x="1986" y="716"/>
                </a:lnTo>
                <a:lnTo>
                  <a:pt x="1987" y="717"/>
                </a:lnTo>
                <a:lnTo>
                  <a:pt x="1987" y="718"/>
                </a:lnTo>
                <a:lnTo>
                  <a:pt x="1987" y="719"/>
                </a:lnTo>
                <a:lnTo>
                  <a:pt x="1988" y="719"/>
                </a:lnTo>
                <a:lnTo>
                  <a:pt x="1988" y="720"/>
                </a:lnTo>
                <a:lnTo>
                  <a:pt x="1989" y="720"/>
                </a:lnTo>
                <a:lnTo>
                  <a:pt x="1989" y="721"/>
                </a:lnTo>
                <a:lnTo>
                  <a:pt x="1990" y="721"/>
                </a:lnTo>
                <a:lnTo>
                  <a:pt x="1991" y="721"/>
                </a:lnTo>
                <a:lnTo>
                  <a:pt x="1991" y="722"/>
                </a:lnTo>
                <a:lnTo>
                  <a:pt x="1992" y="721"/>
                </a:lnTo>
                <a:lnTo>
                  <a:pt x="1993" y="721"/>
                </a:lnTo>
                <a:lnTo>
                  <a:pt x="1994" y="721"/>
                </a:lnTo>
                <a:lnTo>
                  <a:pt x="1994" y="722"/>
                </a:lnTo>
                <a:lnTo>
                  <a:pt x="1995" y="721"/>
                </a:lnTo>
                <a:lnTo>
                  <a:pt x="1994" y="720"/>
                </a:lnTo>
                <a:lnTo>
                  <a:pt x="1994" y="719"/>
                </a:lnTo>
                <a:lnTo>
                  <a:pt x="1994" y="718"/>
                </a:lnTo>
                <a:lnTo>
                  <a:pt x="1994" y="717"/>
                </a:lnTo>
                <a:lnTo>
                  <a:pt x="1995" y="716"/>
                </a:lnTo>
                <a:lnTo>
                  <a:pt x="1995" y="715"/>
                </a:lnTo>
                <a:lnTo>
                  <a:pt x="1996" y="715"/>
                </a:lnTo>
                <a:lnTo>
                  <a:pt x="1996" y="714"/>
                </a:lnTo>
                <a:lnTo>
                  <a:pt x="1995" y="714"/>
                </a:lnTo>
                <a:lnTo>
                  <a:pt x="1994" y="714"/>
                </a:lnTo>
                <a:lnTo>
                  <a:pt x="1993" y="714"/>
                </a:lnTo>
                <a:lnTo>
                  <a:pt x="1993" y="713"/>
                </a:lnTo>
                <a:lnTo>
                  <a:pt x="1992" y="713"/>
                </a:lnTo>
                <a:lnTo>
                  <a:pt x="1992" y="711"/>
                </a:lnTo>
                <a:lnTo>
                  <a:pt x="1992" y="710"/>
                </a:lnTo>
                <a:lnTo>
                  <a:pt x="1991" y="709"/>
                </a:lnTo>
                <a:lnTo>
                  <a:pt x="1991" y="707"/>
                </a:lnTo>
                <a:lnTo>
                  <a:pt x="1993" y="704"/>
                </a:lnTo>
                <a:lnTo>
                  <a:pt x="1993" y="703"/>
                </a:lnTo>
                <a:lnTo>
                  <a:pt x="1993" y="702"/>
                </a:lnTo>
                <a:lnTo>
                  <a:pt x="1993" y="701"/>
                </a:lnTo>
                <a:lnTo>
                  <a:pt x="1994" y="701"/>
                </a:lnTo>
                <a:lnTo>
                  <a:pt x="1994" y="700"/>
                </a:lnTo>
                <a:lnTo>
                  <a:pt x="1994" y="699"/>
                </a:lnTo>
                <a:lnTo>
                  <a:pt x="1994" y="698"/>
                </a:lnTo>
                <a:lnTo>
                  <a:pt x="1994" y="697"/>
                </a:lnTo>
                <a:lnTo>
                  <a:pt x="1995" y="696"/>
                </a:lnTo>
                <a:lnTo>
                  <a:pt x="1995" y="695"/>
                </a:lnTo>
                <a:lnTo>
                  <a:pt x="1995" y="694"/>
                </a:lnTo>
                <a:lnTo>
                  <a:pt x="1995" y="693"/>
                </a:lnTo>
                <a:lnTo>
                  <a:pt x="1996" y="693"/>
                </a:lnTo>
                <a:lnTo>
                  <a:pt x="1997" y="693"/>
                </a:lnTo>
                <a:lnTo>
                  <a:pt x="1997" y="692"/>
                </a:lnTo>
                <a:lnTo>
                  <a:pt x="1998" y="692"/>
                </a:lnTo>
                <a:lnTo>
                  <a:pt x="1999" y="692"/>
                </a:lnTo>
                <a:lnTo>
                  <a:pt x="2000" y="692"/>
                </a:lnTo>
                <a:lnTo>
                  <a:pt x="2001" y="692"/>
                </a:lnTo>
                <a:lnTo>
                  <a:pt x="2001" y="693"/>
                </a:lnTo>
                <a:lnTo>
                  <a:pt x="2001" y="694"/>
                </a:lnTo>
                <a:lnTo>
                  <a:pt x="2001" y="695"/>
                </a:lnTo>
                <a:lnTo>
                  <a:pt x="2002" y="695"/>
                </a:lnTo>
                <a:lnTo>
                  <a:pt x="2002" y="696"/>
                </a:lnTo>
                <a:lnTo>
                  <a:pt x="2003" y="696"/>
                </a:lnTo>
                <a:lnTo>
                  <a:pt x="2004" y="696"/>
                </a:lnTo>
                <a:lnTo>
                  <a:pt x="2005" y="696"/>
                </a:lnTo>
                <a:lnTo>
                  <a:pt x="2005" y="695"/>
                </a:lnTo>
                <a:lnTo>
                  <a:pt x="2006" y="695"/>
                </a:lnTo>
                <a:lnTo>
                  <a:pt x="2006" y="694"/>
                </a:lnTo>
                <a:lnTo>
                  <a:pt x="2007" y="694"/>
                </a:lnTo>
                <a:lnTo>
                  <a:pt x="2008" y="694"/>
                </a:lnTo>
                <a:lnTo>
                  <a:pt x="2009" y="694"/>
                </a:lnTo>
                <a:lnTo>
                  <a:pt x="2009" y="693"/>
                </a:lnTo>
                <a:lnTo>
                  <a:pt x="2009" y="692"/>
                </a:lnTo>
                <a:lnTo>
                  <a:pt x="2009" y="691"/>
                </a:lnTo>
                <a:lnTo>
                  <a:pt x="2010" y="690"/>
                </a:lnTo>
                <a:lnTo>
                  <a:pt x="2009" y="690"/>
                </a:lnTo>
                <a:lnTo>
                  <a:pt x="2009" y="689"/>
                </a:lnTo>
                <a:lnTo>
                  <a:pt x="2008" y="689"/>
                </a:lnTo>
                <a:lnTo>
                  <a:pt x="2009" y="688"/>
                </a:lnTo>
                <a:lnTo>
                  <a:pt x="2009" y="686"/>
                </a:lnTo>
                <a:lnTo>
                  <a:pt x="2009" y="685"/>
                </a:lnTo>
                <a:lnTo>
                  <a:pt x="2009" y="684"/>
                </a:lnTo>
                <a:lnTo>
                  <a:pt x="2009" y="683"/>
                </a:lnTo>
                <a:lnTo>
                  <a:pt x="2009" y="682"/>
                </a:lnTo>
                <a:lnTo>
                  <a:pt x="2008" y="681"/>
                </a:lnTo>
                <a:lnTo>
                  <a:pt x="2008" y="680"/>
                </a:lnTo>
                <a:lnTo>
                  <a:pt x="2008" y="679"/>
                </a:lnTo>
                <a:lnTo>
                  <a:pt x="2007" y="678"/>
                </a:lnTo>
                <a:lnTo>
                  <a:pt x="2007" y="677"/>
                </a:lnTo>
                <a:lnTo>
                  <a:pt x="2007" y="676"/>
                </a:lnTo>
                <a:lnTo>
                  <a:pt x="2006" y="676"/>
                </a:lnTo>
                <a:lnTo>
                  <a:pt x="2005" y="676"/>
                </a:lnTo>
                <a:lnTo>
                  <a:pt x="2005" y="675"/>
                </a:lnTo>
                <a:lnTo>
                  <a:pt x="2004" y="675"/>
                </a:lnTo>
                <a:lnTo>
                  <a:pt x="2003" y="675"/>
                </a:lnTo>
                <a:lnTo>
                  <a:pt x="2002" y="675"/>
                </a:lnTo>
                <a:lnTo>
                  <a:pt x="2002" y="674"/>
                </a:lnTo>
                <a:lnTo>
                  <a:pt x="2002" y="673"/>
                </a:lnTo>
                <a:lnTo>
                  <a:pt x="2003" y="673"/>
                </a:lnTo>
                <a:lnTo>
                  <a:pt x="2003" y="671"/>
                </a:lnTo>
                <a:lnTo>
                  <a:pt x="2004" y="671"/>
                </a:lnTo>
                <a:lnTo>
                  <a:pt x="2005" y="670"/>
                </a:lnTo>
                <a:lnTo>
                  <a:pt x="2006" y="669"/>
                </a:lnTo>
                <a:lnTo>
                  <a:pt x="2007" y="668"/>
                </a:lnTo>
                <a:lnTo>
                  <a:pt x="2007" y="667"/>
                </a:lnTo>
                <a:lnTo>
                  <a:pt x="2008" y="667"/>
                </a:lnTo>
                <a:lnTo>
                  <a:pt x="2007" y="666"/>
                </a:lnTo>
                <a:lnTo>
                  <a:pt x="2006" y="666"/>
                </a:lnTo>
                <a:lnTo>
                  <a:pt x="2006" y="665"/>
                </a:lnTo>
                <a:lnTo>
                  <a:pt x="2005" y="665"/>
                </a:lnTo>
                <a:lnTo>
                  <a:pt x="2004" y="665"/>
                </a:lnTo>
                <a:lnTo>
                  <a:pt x="2004" y="664"/>
                </a:lnTo>
                <a:lnTo>
                  <a:pt x="2004" y="665"/>
                </a:lnTo>
                <a:lnTo>
                  <a:pt x="2003" y="665"/>
                </a:lnTo>
                <a:lnTo>
                  <a:pt x="2002" y="665"/>
                </a:lnTo>
                <a:lnTo>
                  <a:pt x="2002" y="664"/>
                </a:lnTo>
                <a:lnTo>
                  <a:pt x="2001" y="664"/>
                </a:lnTo>
                <a:lnTo>
                  <a:pt x="2002" y="664"/>
                </a:lnTo>
                <a:lnTo>
                  <a:pt x="2002" y="663"/>
                </a:lnTo>
                <a:lnTo>
                  <a:pt x="2002" y="662"/>
                </a:lnTo>
                <a:lnTo>
                  <a:pt x="2002" y="661"/>
                </a:lnTo>
                <a:lnTo>
                  <a:pt x="2003" y="660"/>
                </a:lnTo>
                <a:lnTo>
                  <a:pt x="2003" y="659"/>
                </a:lnTo>
                <a:lnTo>
                  <a:pt x="2004" y="658"/>
                </a:lnTo>
                <a:lnTo>
                  <a:pt x="2005" y="658"/>
                </a:lnTo>
                <a:lnTo>
                  <a:pt x="2005" y="659"/>
                </a:lnTo>
                <a:lnTo>
                  <a:pt x="2006" y="660"/>
                </a:lnTo>
                <a:lnTo>
                  <a:pt x="2006" y="661"/>
                </a:lnTo>
                <a:lnTo>
                  <a:pt x="2007" y="661"/>
                </a:lnTo>
                <a:lnTo>
                  <a:pt x="2008" y="660"/>
                </a:lnTo>
                <a:lnTo>
                  <a:pt x="2009" y="659"/>
                </a:lnTo>
                <a:lnTo>
                  <a:pt x="2010" y="659"/>
                </a:lnTo>
                <a:lnTo>
                  <a:pt x="2011" y="659"/>
                </a:lnTo>
                <a:lnTo>
                  <a:pt x="2011" y="658"/>
                </a:lnTo>
                <a:lnTo>
                  <a:pt x="2011" y="657"/>
                </a:lnTo>
                <a:lnTo>
                  <a:pt x="2012" y="657"/>
                </a:lnTo>
                <a:lnTo>
                  <a:pt x="2013" y="657"/>
                </a:lnTo>
                <a:lnTo>
                  <a:pt x="2013" y="656"/>
                </a:lnTo>
                <a:lnTo>
                  <a:pt x="2014" y="656"/>
                </a:lnTo>
                <a:lnTo>
                  <a:pt x="2015" y="656"/>
                </a:lnTo>
                <a:lnTo>
                  <a:pt x="2016" y="657"/>
                </a:lnTo>
                <a:lnTo>
                  <a:pt x="2016" y="658"/>
                </a:lnTo>
                <a:lnTo>
                  <a:pt x="2016" y="659"/>
                </a:lnTo>
                <a:lnTo>
                  <a:pt x="2017" y="660"/>
                </a:lnTo>
                <a:lnTo>
                  <a:pt x="2016" y="660"/>
                </a:lnTo>
                <a:lnTo>
                  <a:pt x="2016" y="661"/>
                </a:lnTo>
                <a:lnTo>
                  <a:pt x="2017" y="661"/>
                </a:lnTo>
                <a:lnTo>
                  <a:pt x="2017" y="662"/>
                </a:lnTo>
                <a:lnTo>
                  <a:pt x="2019" y="662"/>
                </a:lnTo>
                <a:lnTo>
                  <a:pt x="2019" y="663"/>
                </a:lnTo>
                <a:lnTo>
                  <a:pt x="2020" y="663"/>
                </a:lnTo>
                <a:lnTo>
                  <a:pt x="2020" y="664"/>
                </a:lnTo>
                <a:lnTo>
                  <a:pt x="2021" y="664"/>
                </a:lnTo>
                <a:lnTo>
                  <a:pt x="2021" y="663"/>
                </a:lnTo>
                <a:lnTo>
                  <a:pt x="2021" y="664"/>
                </a:lnTo>
                <a:lnTo>
                  <a:pt x="2022" y="664"/>
                </a:lnTo>
                <a:lnTo>
                  <a:pt x="2022" y="665"/>
                </a:lnTo>
                <a:lnTo>
                  <a:pt x="2023" y="665"/>
                </a:lnTo>
                <a:lnTo>
                  <a:pt x="2024" y="664"/>
                </a:lnTo>
                <a:lnTo>
                  <a:pt x="2024" y="663"/>
                </a:lnTo>
                <a:lnTo>
                  <a:pt x="2025" y="664"/>
                </a:lnTo>
                <a:lnTo>
                  <a:pt x="2026" y="664"/>
                </a:lnTo>
                <a:lnTo>
                  <a:pt x="2027" y="664"/>
                </a:lnTo>
                <a:lnTo>
                  <a:pt x="2027" y="665"/>
                </a:lnTo>
                <a:lnTo>
                  <a:pt x="2028" y="665"/>
                </a:lnTo>
                <a:lnTo>
                  <a:pt x="2029" y="665"/>
                </a:lnTo>
                <a:lnTo>
                  <a:pt x="2030" y="665"/>
                </a:lnTo>
                <a:lnTo>
                  <a:pt x="2030" y="664"/>
                </a:lnTo>
                <a:lnTo>
                  <a:pt x="2030" y="665"/>
                </a:lnTo>
                <a:lnTo>
                  <a:pt x="2031" y="665"/>
                </a:lnTo>
                <a:lnTo>
                  <a:pt x="2032" y="665"/>
                </a:lnTo>
                <a:lnTo>
                  <a:pt x="2032" y="666"/>
                </a:lnTo>
                <a:lnTo>
                  <a:pt x="2033" y="666"/>
                </a:lnTo>
                <a:lnTo>
                  <a:pt x="2034" y="666"/>
                </a:lnTo>
                <a:lnTo>
                  <a:pt x="2034" y="665"/>
                </a:lnTo>
                <a:lnTo>
                  <a:pt x="2034" y="666"/>
                </a:lnTo>
                <a:lnTo>
                  <a:pt x="2035" y="666"/>
                </a:lnTo>
                <a:lnTo>
                  <a:pt x="2036" y="666"/>
                </a:lnTo>
                <a:lnTo>
                  <a:pt x="2038" y="667"/>
                </a:lnTo>
                <a:lnTo>
                  <a:pt x="2039" y="666"/>
                </a:lnTo>
                <a:lnTo>
                  <a:pt x="2040" y="665"/>
                </a:lnTo>
                <a:lnTo>
                  <a:pt x="2040" y="666"/>
                </a:lnTo>
                <a:lnTo>
                  <a:pt x="2041" y="666"/>
                </a:lnTo>
                <a:lnTo>
                  <a:pt x="2044" y="666"/>
                </a:lnTo>
                <a:lnTo>
                  <a:pt x="2045" y="666"/>
                </a:lnTo>
                <a:lnTo>
                  <a:pt x="2046" y="666"/>
                </a:lnTo>
                <a:lnTo>
                  <a:pt x="2048" y="666"/>
                </a:lnTo>
                <a:lnTo>
                  <a:pt x="2048" y="667"/>
                </a:lnTo>
                <a:lnTo>
                  <a:pt x="2049" y="668"/>
                </a:lnTo>
                <a:lnTo>
                  <a:pt x="2050" y="667"/>
                </a:lnTo>
                <a:lnTo>
                  <a:pt x="2051" y="667"/>
                </a:lnTo>
                <a:lnTo>
                  <a:pt x="2052" y="667"/>
                </a:lnTo>
                <a:lnTo>
                  <a:pt x="2052" y="668"/>
                </a:lnTo>
                <a:lnTo>
                  <a:pt x="2052" y="669"/>
                </a:lnTo>
                <a:lnTo>
                  <a:pt x="2052" y="670"/>
                </a:lnTo>
                <a:lnTo>
                  <a:pt x="2053" y="670"/>
                </a:lnTo>
                <a:lnTo>
                  <a:pt x="2054" y="670"/>
                </a:lnTo>
                <a:lnTo>
                  <a:pt x="2055" y="670"/>
                </a:lnTo>
                <a:lnTo>
                  <a:pt x="2056" y="670"/>
                </a:lnTo>
                <a:lnTo>
                  <a:pt x="2057" y="671"/>
                </a:lnTo>
                <a:lnTo>
                  <a:pt x="2058" y="671"/>
                </a:lnTo>
                <a:lnTo>
                  <a:pt x="2058" y="672"/>
                </a:lnTo>
                <a:lnTo>
                  <a:pt x="2059" y="672"/>
                </a:lnTo>
                <a:lnTo>
                  <a:pt x="2060" y="672"/>
                </a:lnTo>
                <a:lnTo>
                  <a:pt x="2060" y="673"/>
                </a:lnTo>
                <a:lnTo>
                  <a:pt x="2061" y="672"/>
                </a:lnTo>
                <a:lnTo>
                  <a:pt x="2062" y="672"/>
                </a:lnTo>
                <a:lnTo>
                  <a:pt x="2062" y="673"/>
                </a:lnTo>
                <a:lnTo>
                  <a:pt x="2063" y="672"/>
                </a:lnTo>
                <a:lnTo>
                  <a:pt x="2064" y="673"/>
                </a:lnTo>
                <a:lnTo>
                  <a:pt x="2065" y="673"/>
                </a:lnTo>
                <a:lnTo>
                  <a:pt x="2066" y="673"/>
                </a:lnTo>
                <a:lnTo>
                  <a:pt x="2066" y="674"/>
                </a:lnTo>
                <a:lnTo>
                  <a:pt x="2067" y="674"/>
                </a:lnTo>
                <a:lnTo>
                  <a:pt x="2067" y="675"/>
                </a:lnTo>
                <a:lnTo>
                  <a:pt x="2068" y="675"/>
                </a:lnTo>
                <a:lnTo>
                  <a:pt x="2068" y="676"/>
                </a:lnTo>
                <a:lnTo>
                  <a:pt x="2069" y="676"/>
                </a:lnTo>
                <a:lnTo>
                  <a:pt x="2069" y="675"/>
                </a:lnTo>
                <a:lnTo>
                  <a:pt x="2070" y="675"/>
                </a:lnTo>
                <a:lnTo>
                  <a:pt x="2071" y="676"/>
                </a:lnTo>
                <a:lnTo>
                  <a:pt x="2072" y="676"/>
                </a:lnTo>
                <a:lnTo>
                  <a:pt x="2072" y="677"/>
                </a:lnTo>
                <a:lnTo>
                  <a:pt x="2073" y="677"/>
                </a:lnTo>
                <a:lnTo>
                  <a:pt x="2074" y="678"/>
                </a:lnTo>
                <a:lnTo>
                  <a:pt x="2075" y="678"/>
                </a:lnTo>
                <a:lnTo>
                  <a:pt x="2075" y="679"/>
                </a:lnTo>
                <a:lnTo>
                  <a:pt x="2076" y="680"/>
                </a:lnTo>
                <a:lnTo>
                  <a:pt x="2076" y="681"/>
                </a:lnTo>
                <a:lnTo>
                  <a:pt x="2077" y="681"/>
                </a:lnTo>
                <a:lnTo>
                  <a:pt x="2078" y="681"/>
                </a:lnTo>
                <a:lnTo>
                  <a:pt x="2079" y="682"/>
                </a:lnTo>
                <a:lnTo>
                  <a:pt x="2079" y="683"/>
                </a:lnTo>
                <a:lnTo>
                  <a:pt x="2080" y="683"/>
                </a:lnTo>
                <a:lnTo>
                  <a:pt x="2081" y="683"/>
                </a:lnTo>
                <a:lnTo>
                  <a:pt x="2080" y="684"/>
                </a:lnTo>
                <a:lnTo>
                  <a:pt x="2080" y="685"/>
                </a:lnTo>
                <a:lnTo>
                  <a:pt x="2081" y="685"/>
                </a:lnTo>
                <a:lnTo>
                  <a:pt x="2082" y="685"/>
                </a:lnTo>
                <a:lnTo>
                  <a:pt x="2083" y="685"/>
                </a:lnTo>
                <a:lnTo>
                  <a:pt x="2083" y="686"/>
                </a:lnTo>
                <a:lnTo>
                  <a:pt x="2083" y="687"/>
                </a:lnTo>
                <a:lnTo>
                  <a:pt x="2084" y="687"/>
                </a:lnTo>
                <a:lnTo>
                  <a:pt x="2085" y="686"/>
                </a:lnTo>
                <a:lnTo>
                  <a:pt x="2085" y="685"/>
                </a:lnTo>
                <a:lnTo>
                  <a:pt x="2086" y="685"/>
                </a:lnTo>
                <a:lnTo>
                  <a:pt x="2086" y="686"/>
                </a:lnTo>
                <a:lnTo>
                  <a:pt x="2086" y="687"/>
                </a:lnTo>
                <a:lnTo>
                  <a:pt x="2087" y="687"/>
                </a:lnTo>
                <a:lnTo>
                  <a:pt x="2087" y="688"/>
                </a:lnTo>
                <a:lnTo>
                  <a:pt x="2087" y="689"/>
                </a:lnTo>
                <a:lnTo>
                  <a:pt x="2088" y="689"/>
                </a:lnTo>
                <a:lnTo>
                  <a:pt x="2089" y="689"/>
                </a:lnTo>
                <a:lnTo>
                  <a:pt x="2091" y="690"/>
                </a:lnTo>
                <a:lnTo>
                  <a:pt x="2091" y="691"/>
                </a:lnTo>
                <a:lnTo>
                  <a:pt x="2092" y="691"/>
                </a:lnTo>
                <a:lnTo>
                  <a:pt x="2092" y="692"/>
                </a:lnTo>
                <a:lnTo>
                  <a:pt x="2092" y="691"/>
                </a:lnTo>
                <a:lnTo>
                  <a:pt x="2093" y="691"/>
                </a:lnTo>
                <a:lnTo>
                  <a:pt x="2093" y="692"/>
                </a:lnTo>
                <a:lnTo>
                  <a:pt x="2093" y="693"/>
                </a:lnTo>
                <a:lnTo>
                  <a:pt x="2094" y="693"/>
                </a:lnTo>
                <a:lnTo>
                  <a:pt x="2095" y="693"/>
                </a:lnTo>
                <a:lnTo>
                  <a:pt x="2095" y="694"/>
                </a:lnTo>
                <a:lnTo>
                  <a:pt x="2094" y="695"/>
                </a:lnTo>
                <a:lnTo>
                  <a:pt x="2094" y="696"/>
                </a:lnTo>
                <a:lnTo>
                  <a:pt x="2094" y="697"/>
                </a:lnTo>
                <a:lnTo>
                  <a:pt x="2095" y="701"/>
                </a:lnTo>
                <a:lnTo>
                  <a:pt x="2095" y="703"/>
                </a:lnTo>
                <a:lnTo>
                  <a:pt x="2096" y="704"/>
                </a:lnTo>
                <a:lnTo>
                  <a:pt x="2095" y="704"/>
                </a:lnTo>
                <a:lnTo>
                  <a:pt x="2095" y="705"/>
                </a:lnTo>
                <a:lnTo>
                  <a:pt x="2094" y="705"/>
                </a:lnTo>
                <a:lnTo>
                  <a:pt x="2095" y="706"/>
                </a:lnTo>
                <a:lnTo>
                  <a:pt x="2095" y="707"/>
                </a:lnTo>
                <a:lnTo>
                  <a:pt x="2094" y="708"/>
                </a:lnTo>
                <a:lnTo>
                  <a:pt x="2095" y="708"/>
                </a:lnTo>
                <a:lnTo>
                  <a:pt x="2095" y="709"/>
                </a:lnTo>
                <a:lnTo>
                  <a:pt x="2096" y="709"/>
                </a:lnTo>
                <a:lnTo>
                  <a:pt x="2097" y="710"/>
                </a:lnTo>
                <a:lnTo>
                  <a:pt x="2098" y="711"/>
                </a:lnTo>
                <a:lnTo>
                  <a:pt x="2099" y="713"/>
                </a:lnTo>
                <a:lnTo>
                  <a:pt x="2099" y="714"/>
                </a:lnTo>
                <a:lnTo>
                  <a:pt x="2099" y="715"/>
                </a:lnTo>
                <a:lnTo>
                  <a:pt x="2100" y="715"/>
                </a:lnTo>
                <a:lnTo>
                  <a:pt x="2100" y="716"/>
                </a:lnTo>
                <a:lnTo>
                  <a:pt x="2100" y="717"/>
                </a:lnTo>
                <a:lnTo>
                  <a:pt x="2101" y="717"/>
                </a:lnTo>
                <a:lnTo>
                  <a:pt x="2101" y="718"/>
                </a:lnTo>
                <a:lnTo>
                  <a:pt x="2101" y="719"/>
                </a:lnTo>
                <a:lnTo>
                  <a:pt x="2102" y="719"/>
                </a:lnTo>
                <a:lnTo>
                  <a:pt x="2102" y="720"/>
                </a:lnTo>
                <a:lnTo>
                  <a:pt x="2101" y="720"/>
                </a:lnTo>
                <a:lnTo>
                  <a:pt x="2102" y="720"/>
                </a:lnTo>
                <a:lnTo>
                  <a:pt x="2102" y="721"/>
                </a:lnTo>
                <a:lnTo>
                  <a:pt x="2102" y="723"/>
                </a:lnTo>
                <a:lnTo>
                  <a:pt x="2103" y="723"/>
                </a:lnTo>
                <a:lnTo>
                  <a:pt x="2103" y="724"/>
                </a:lnTo>
                <a:lnTo>
                  <a:pt x="2103" y="725"/>
                </a:lnTo>
                <a:lnTo>
                  <a:pt x="2104" y="725"/>
                </a:lnTo>
                <a:lnTo>
                  <a:pt x="2105" y="725"/>
                </a:lnTo>
                <a:lnTo>
                  <a:pt x="2106" y="727"/>
                </a:lnTo>
                <a:lnTo>
                  <a:pt x="2106" y="728"/>
                </a:lnTo>
                <a:lnTo>
                  <a:pt x="2107" y="728"/>
                </a:lnTo>
                <a:lnTo>
                  <a:pt x="2108" y="728"/>
                </a:lnTo>
                <a:lnTo>
                  <a:pt x="2108" y="729"/>
                </a:lnTo>
                <a:lnTo>
                  <a:pt x="2109" y="730"/>
                </a:lnTo>
                <a:lnTo>
                  <a:pt x="2110" y="731"/>
                </a:lnTo>
                <a:lnTo>
                  <a:pt x="2111" y="732"/>
                </a:lnTo>
                <a:lnTo>
                  <a:pt x="2111" y="733"/>
                </a:lnTo>
                <a:lnTo>
                  <a:pt x="2112" y="733"/>
                </a:lnTo>
                <a:lnTo>
                  <a:pt x="2112" y="734"/>
                </a:lnTo>
                <a:lnTo>
                  <a:pt x="2112" y="735"/>
                </a:lnTo>
                <a:lnTo>
                  <a:pt x="2112" y="736"/>
                </a:lnTo>
                <a:lnTo>
                  <a:pt x="2112" y="737"/>
                </a:lnTo>
                <a:lnTo>
                  <a:pt x="2113" y="737"/>
                </a:lnTo>
                <a:lnTo>
                  <a:pt x="2114" y="737"/>
                </a:lnTo>
                <a:lnTo>
                  <a:pt x="2114" y="738"/>
                </a:lnTo>
                <a:lnTo>
                  <a:pt x="2115" y="738"/>
                </a:lnTo>
                <a:lnTo>
                  <a:pt x="2115" y="739"/>
                </a:lnTo>
                <a:lnTo>
                  <a:pt x="2115" y="740"/>
                </a:lnTo>
                <a:lnTo>
                  <a:pt x="2114" y="740"/>
                </a:lnTo>
                <a:lnTo>
                  <a:pt x="2114" y="741"/>
                </a:lnTo>
                <a:lnTo>
                  <a:pt x="2115" y="741"/>
                </a:lnTo>
                <a:lnTo>
                  <a:pt x="2115" y="742"/>
                </a:lnTo>
                <a:lnTo>
                  <a:pt x="2114" y="742"/>
                </a:lnTo>
                <a:lnTo>
                  <a:pt x="2114" y="743"/>
                </a:lnTo>
                <a:lnTo>
                  <a:pt x="2115" y="743"/>
                </a:lnTo>
                <a:lnTo>
                  <a:pt x="2115" y="745"/>
                </a:lnTo>
                <a:lnTo>
                  <a:pt x="2114" y="745"/>
                </a:lnTo>
                <a:lnTo>
                  <a:pt x="2114" y="746"/>
                </a:lnTo>
                <a:lnTo>
                  <a:pt x="2113" y="747"/>
                </a:lnTo>
                <a:lnTo>
                  <a:pt x="2114" y="748"/>
                </a:lnTo>
                <a:lnTo>
                  <a:pt x="2115" y="748"/>
                </a:lnTo>
                <a:lnTo>
                  <a:pt x="2114" y="750"/>
                </a:lnTo>
                <a:lnTo>
                  <a:pt x="2113" y="751"/>
                </a:lnTo>
                <a:lnTo>
                  <a:pt x="2112" y="751"/>
                </a:lnTo>
                <a:lnTo>
                  <a:pt x="2111" y="751"/>
                </a:lnTo>
                <a:lnTo>
                  <a:pt x="2110" y="753"/>
                </a:lnTo>
                <a:lnTo>
                  <a:pt x="2111" y="754"/>
                </a:lnTo>
                <a:lnTo>
                  <a:pt x="2112" y="755"/>
                </a:lnTo>
                <a:lnTo>
                  <a:pt x="2112" y="756"/>
                </a:lnTo>
                <a:lnTo>
                  <a:pt x="2112" y="757"/>
                </a:lnTo>
                <a:lnTo>
                  <a:pt x="2112" y="758"/>
                </a:lnTo>
                <a:lnTo>
                  <a:pt x="2113" y="758"/>
                </a:lnTo>
                <a:lnTo>
                  <a:pt x="2113" y="759"/>
                </a:lnTo>
                <a:lnTo>
                  <a:pt x="2112" y="759"/>
                </a:lnTo>
                <a:lnTo>
                  <a:pt x="2112" y="760"/>
                </a:lnTo>
                <a:lnTo>
                  <a:pt x="2112" y="762"/>
                </a:lnTo>
                <a:lnTo>
                  <a:pt x="2113" y="762"/>
                </a:lnTo>
                <a:lnTo>
                  <a:pt x="2114" y="762"/>
                </a:lnTo>
                <a:lnTo>
                  <a:pt x="2115" y="762"/>
                </a:lnTo>
                <a:lnTo>
                  <a:pt x="2114" y="763"/>
                </a:lnTo>
                <a:lnTo>
                  <a:pt x="2114" y="764"/>
                </a:lnTo>
                <a:lnTo>
                  <a:pt x="2115" y="765"/>
                </a:lnTo>
                <a:lnTo>
                  <a:pt x="2116" y="766"/>
                </a:lnTo>
                <a:lnTo>
                  <a:pt x="2117" y="767"/>
                </a:lnTo>
                <a:lnTo>
                  <a:pt x="2116" y="767"/>
                </a:lnTo>
                <a:lnTo>
                  <a:pt x="2116" y="768"/>
                </a:lnTo>
                <a:lnTo>
                  <a:pt x="2117" y="769"/>
                </a:lnTo>
                <a:lnTo>
                  <a:pt x="2118" y="768"/>
                </a:lnTo>
                <a:lnTo>
                  <a:pt x="2120" y="770"/>
                </a:lnTo>
                <a:lnTo>
                  <a:pt x="2120" y="772"/>
                </a:lnTo>
                <a:lnTo>
                  <a:pt x="2121" y="774"/>
                </a:lnTo>
                <a:lnTo>
                  <a:pt x="2122" y="777"/>
                </a:lnTo>
                <a:lnTo>
                  <a:pt x="2124" y="778"/>
                </a:lnTo>
                <a:lnTo>
                  <a:pt x="2124" y="777"/>
                </a:lnTo>
                <a:lnTo>
                  <a:pt x="2125" y="777"/>
                </a:lnTo>
                <a:lnTo>
                  <a:pt x="2125" y="778"/>
                </a:lnTo>
                <a:lnTo>
                  <a:pt x="2125" y="779"/>
                </a:lnTo>
                <a:lnTo>
                  <a:pt x="2125" y="780"/>
                </a:lnTo>
                <a:lnTo>
                  <a:pt x="2126" y="781"/>
                </a:lnTo>
                <a:lnTo>
                  <a:pt x="2126" y="782"/>
                </a:lnTo>
                <a:lnTo>
                  <a:pt x="2125" y="782"/>
                </a:lnTo>
                <a:lnTo>
                  <a:pt x="2126" y="783"/>
                </a:lnTo>
                <a:lnTo>
                  <a:pt x="2125" y="784"/>
                </a:lnTo>
                <a:lnTo>
                  <a:pt x="2125" y="785"/>
                </a:lnTo>
                <a:lnTo>
                  <a:pt x="2125" y="786"/>
                </a:lnTo>
                <a:lnTo>
                  <a:pt x="2126" y="787"/>
                </a:lnTo>
                <a:lnTo>
                  <a:pt x="2127" y="788"/>
                </a:lnTo>
                <a:lnTo>
                  <a:pt x="2128" y="788"/>
                </a:lnTo>
                <a:lnTo>
                  <a:pt x="2129" y="789"/>
                </a:lnTo>
                <a:lnTo>
                  <a:pt x="2128" y="789"/>
                </a:lnTo>
                <a:lnTo>
                  <a:pt x="2129" y="790"/>
                </a:lnTo>
                <a:lnTo>
                  <a:pt x="2129" y="791"/>
                </a:lnTo>
                <a:lnTo>
                  <a:pt x="2130" y="791"/>
                </a:lnTo>
                <a:lnTo>
                  <a:pt x="2130" y="792"/>
                </a:lnTo>
                <a:lnTo>
                  <a:pt x="2131" y="794"/>
                </a:lnTo>
                <a:lnTo>
                  <a:pt x="2132" y="794"/>
                </a:lnTo>
                <a:lnTo>
                  <a:pt x="2133" y="794"/>
                </a:lnTo>
                <a:lnTo>
                  <a:pt x="2134" y="795"/>
                </a:lnTo>
                <a:lnTo>
                  <a:pt x="2134" y="796"/>
                </a:lnTo>
                <a:lnTo>
                  <a:pt x="2135" y="797"/>
                </a:lnTo>
                <a:lnTo>
                  <a:pt x="2136" y="798"/>
                </a:lnTo>
                <a:lnTo>
                  <a:pt x="2138" y="800"/>
                </a:lnTo>
                <a:lnTo>
                  <a:pt x="2139" y="801"/>
                </a:lnTo>
                <a:lnTo>
                  <a:pt x="2140" y="801"/>
                </a:lnTo>
                <a:lnTo>
                  <a:pt x="2140" y="802"/>
                </a:lnTo>
                <a:lnTo>
                  <a:pt x="2139" y="802"/>
                </a:lnTo>
                <a:lnTo>
                  <a:pt x="2139" y="803"/>
                </a:lnTo>
                <a:lnTo>
                  <a:pt x="2140" y="803"/>
                </a:lnTo>
                <a:lnTo>
                  <a:pt x="2141" y="805"/>
                </a:lnTo>
                <a:lnTo>
                  <a:pt x="2144" y="808"/>
                </a:lnTo>
                <a:lnTo>
                  <a:pt x="2146" y="809"/>
                </a:lnTo>
                <a:lnTo>
                  <a:pt x="2149" y="811"/>
                </a:lnTo>
                <a:lnTo>
                  <a:pt x="2149" y="812"/>
                </a:lnTo>
                <a:lnTo>
                  <a:pt x="2150" y="813"/>
                </a:lnTo>
                <a:lnTo>
                  <a:pt x="2151" y="814"/>
                </a:lnTo>
                <a:lnTo>
                  <a:pt x="2153" y="815"/>
                </a:lnTo>
                <a:lnTo>
                  <a:pt x="2153" y="816"/>
                </a:lnTo>
                <a:lnTo>
                  <a:pt x="2154" y="816"/>
                </a:lnTo>
                <a:lnTo>
                  <a:pt x="2155" y="817"/>
                </a:lnTo>
                <a:lnTo>
                  <a:pt x="2155" y="818"/>
                </a:lnTo>
                <a:lnTo>
                  <a:pt x="2154" y="818"/>
                </a:lnTo>
                <a:lnTo>
                  <a:pt x="2154" y="819"/>
                </a:lnTo>
                <a:lnTo>
                  <a:pt x="2155" y="820"/>
                </a:lnTo>
                <a:lnTo>
                  <a:pt x="2156" y="820"/>
                </a:lnTo>
                <a:lnTo>
                  <a:pt x="2157" y="821"/>
                </a:lnTo>
                <a:lnTo>
                  <a:pt x="2157" y="822"/>
                </a:lnTo>
                <a:lnTo>
                  <a:pt x="2158" y="823"/>
                </a:lnTo>
                <a:lnTo>
                  <a:pt x="2158" y="824"/>
                </a:lnTo>
                <a:lnTo>
                  <a:pt x="2159" y="824"/>
                </a:lnTo>
                <a:lnTo>
                  <a:pt x="2158" y="825"/>
                </a:lnTo>
                <a:lnTo>
                  <a:pt x="2157" y="826"/>
                </a:lnTo>
                <a:lnTo>
                  <a:pt x="2156" y="827"/>
                </a:lnTo>
                <a:lnTo>
                  <a:pt x="2156" y="828"/>
                </a:lnTo>
                <a:lnTo>
                  <a:pt x="2155" y="829"/>
                </a:lnTo>
                <a:lnTo>
                  <a:pt x="2154" y="829"/>
                </a:lnTo>
                <a:lnTo>
                  <a:pt x="2153" y="829"/>
                </a:lnTo>
                <a:lnTo>
                  <a:pt x="2153" y="830"/>
                </a:lnTo>
                <a:lnTo>
                  <a:pt x="2151" y="831"/>
                </a:lnTo>
                <a:lnTo>
                  <a:pt x="2150" y="832"/>
                </a:lnTo>
                <a:lnTo>
                  <a:pt x="2150" y="833"/>
                </a:lnTo>
                <a:lnTo>
                  <a:pt x="2150" y="835"/>
                </a:lnTo>
                <a:lnTo>
                  <a:pt x="2149" y="836"/>
                </a:lnTo>
                <a:lnTo>
                  <a:pt x="2148" y="838"/>
                </a:lnTo>
                <a:lnTo>
                  <a:pt x="2147" y="839"/>
                </a:lnTo>
                <a:lnTo>
                  <a:pt x="2146" y="839"/>
                </a:lnTo>
                <a:lnTo>
                  <a:pt x="2146" y="840"/>
                </a:lnTo>
                <a:lnTo>
                  <a:pt x="2145" y="840"/>
                </a:lnTo>
                <a:lnTo>
                  <a:pt x="2144" y="839"/>
                </a:lnTo>
                <a:lnTo>
                  <a:pt x="2142" y="837"/>
                </a:lnTo>
                <a:lnTo>
                  <a:pt x="2142" y="836"/>
                </a:lnTo>
                <a:lnTo>
                  <a:pt x="2142" y="835"/>
                </a:lnTo>
                <a:lnTo>
                  <a:pt x="2142" y="834"/>
                </a:lnTo>
                <a:lnTo>
                  <a:pt x="2141" y="833"/>
                </a:lnTo>
                <a:lnTo>
                  <a:pt x="2139" y="832"/>
                </a:lnTo>
                <a:lnTo>
                  <a:pt x="2139" y="831"/>
                </a:lnTo>
                <a:lnTo>
                  <a:pt x="2138" y="830"/>
                </a:lnTo>
                <a:lnTo>
                  <a:pt x="2138" y="828"/>
                </a:lnTo>
                <a:lnTo>
                  <a:pt x="2137" y="828"/>
                </a:lnTo>
                <a:lnTo>
                  <a:pt x="2136" y="828"/>
                </a:lnTo>
                <a:lnTo>
                  <a:pt x="2134" y="828"/>
                </a:lnTo>
                <a:lnTo>
                  <a:pt x="2133" y="827"/>
                </a:lnTo>
                <a:lnTo>
                  <a:pt x="2132" y="827"/>
                </a:lnTo>
                <a:lnTo>
                  <a:pt x="2131" y="828"/>
                </a:lnTo>
                <a:lnTo>
                  <a:pt x="2130" y="829"/>
                </a:lnTo>
                <a:lnTo>
                  <a:pt x="2130" y="830"/>
                </a:lnTo>
                <a:lnTo>
                  <a:pt x="2129" y="831"/>
                </a:lnTo>
                <a:lnTo>
                  <a:pt x="2129" y="833"/>
                </a:lnTo>
                <a:lnTo>
                  <a:pt x="2128" y="836"/>
                </a:lnTo>
                <a:lnTo>
                  <a:pt x="2127" y="836"/>
                </a:lnTo>
                <a:lnTo>
                  <a:pt x="2127" y="838"/>
                </a:lnTo>
                <a:lnTo>
                  <a:pt x="2127" y="840"/>
                </a:lnTo>
                <a:lnTo>
                  <a:pt x="2127" y="841"/>
                </a:lnTo>
                <a:lnTo>
                  <a:pt x="2128" y="841"/>
                </a:lnTo>
                <a:lnTo>
                  <a:pt x="2129" y="841"/>
                </a:lnTo>
                <a:lnTo>
                  <a:pt x="2129" y="842"/>
                </a:lnTo>
                <a:lnTo>
                  <a:pt x="2129" y="843"/>
                </a:lnTo>
                <a:lnTo>
                  <a:pt x="2129" y="844"/>
                </a:lnTo>
                <a:lnTo>
                  <a:pt x="2128" y="845"/>
                </a:lnTo>
                <a:lnTo>
                  <a:pt x="2128" y="846"/>
                </a:lnTo>
                <a:lnTo>
                  <a:pt x="2127" y="846"/>
                </a:lnTo>
                <a:lnTo>
                  <a:pt x="2126" y="846"/>
                </a:lnTo>
                <a:lnTo>
                  <a:pt x="2126" y="847"/>
                </a:lnTo>
                <a:lnTo>
                  <a:pt x="2127" y="847"/>
                </a:lnTo>
                <a:lnTo>
                  <a:pt x="2127" y="848"/>
                </a:lnTo>
                <a:lnTo>
                  <a:pt x="2128" y="848"/>
                </a:lnTo>
                <a:lnTo>
                  <a:pt x="2130" y="848"/>
                </a:lnTo>
                <a:lnTo>
                  <a:pt x="2131" y="848"/>
                </a:lnTo>
                <a:lnTo>
                  <a:pt x="2131" y="849"/>
                </a:lnTo>
                <a:lnTo>
                  <a:pt x="2132" y="850"/>
                </a:lnTo>
                <a:lnTo>
                  <a:pt x="2133" y="850"/>
                </a:lnTo>
                <a:lnTo>
                  <a:pt x="2133" y="851"/>
                </a:lnTo>
                <a:lnTo>
                  <a:pt x="2134" y="852"/>
                </a:lnTo>
                <a:lnTo>
                  <a:pt x="2135" y="853"/>
                </a:lnTo>
                <a:lnTo>
                  <a:pt x="2135" y="854"/>
                </a:lnTo>
                <a:lnTo>
                  <a:pt x="2136" y="854"/>
                </a:lnTo>
                <a:lnTo>
                  <a:pt x="2137" y="855"/>
                </a:lnTo>
                <a:lnTo>
                  <a:pt x="2138" y="856"/>
                </a:lnTo>
                <a:lnTo>
                  <a:pt x="2138" y="861"/>
                </a:lnTo>
                <a:lnTo>
                  <a:pt x="2139" y="863"/>
                </a:lnTo>
                <a:lnTo>
                  <a:pt x="2140" y="863"/>
                </a:lnTo>
                <a:lnTo>
                  <a:pt x="2140" y="864"/>
                </a:lnTo>
                <a:lnTo>
                  <a:pt x="2139" y="864"/>
                </a:lnTo>
                <a:lnTo>
                  <a:pt x="2140" y="865"/>
                </a:lnTo>
                <a:lnTo>
                  <a:pt x="2142" y="868"/>
                </a:lnTo>
                <a:lnTo>
                  <a:pt x="2143" y="868"/>
                </a:lnTo>
                <a:lnTo>
                  <a:pt x="2144" y="868"/>
                </a:lnTo>
                <a:lnTo>
                  <a:pt x="2145" y="870"/>
                </a:lnTo>
                <a:lnTo>
                  <a:pt x="2146" y="870"/>
                </a:lnTo>
                <a:lnTo>
                  <a:pt x="2146" y="871"/>
                </a:lnTo>
                <a:lnTo>
                  <a:pt x="2147" y="873"/>
                </a:lnTo>
                <a:lnTo>
                  <a:pt x="2147" y="874"/>
                </a:lnTo>
                <a:lnTo>
                  <a:pt x="2147" y="875"/>
                </a:lnTo>
                <a:lnTo>
                  <a:pt x="2146" y="876"/>
                </a:lnTo>
                <a:lnTo>
                  <a:pt x="2146" y="877"/>
                </a:lnTo>
                <a:lnTo>
                  <a:pt x="2146" y="878"/>
                </a:lnTo>
                <a:lnTo>
                  <a:pt x="2145" y="879"/>
                </a:lnTo>
                <a:lnTo>
                  <a:pt x="2145" y="880"/>
                </a:lnTo>
                <a:lnTo>
                  <a:pt x="2145" y="881"/>
                </a:lnTo>
                <a:lnTo>
                  <a:pt x="2144" y="881"/>
                </a:lnTo>
                <a:lnTo>
                  <a:pt x="2144" y="882"/>
                </a:lnTo>
                <a:lnTo>
                  <a:pt x="2143" y="884"/>
                </a:lnTo>
                <a:lnTo>
                  <a:pt x="2143" y="885"/>
                </a:lnTo>
                <a:lnTo>
                  <a:pt x="2143" y="886"/>
                </a:lnTo>
                <a:lnTo>
                  <a:pt x="2144" y="887"/>
                </a:lnTo>
                <a:lnTo>
                  <a:pt x="2145" y="888"/>
                </a:lnTo>
                <a:lnTo>
                  <a:pt x="2146" y="889"/>
                </a:lnTo>
                <a:lnTo>
                  <a:pt x="2147" y="889"/>
                </a:lnTo>
                <a:lnTo>
                  <a:pt x="2149" y="891"/>
                </a:lnTo>
                <a:lnTo>
                  <a:pt x="2150" y="892"/>
                </a:lnTo>
                <a:lnTo>
                  <a:pt x="2151" y="892"/>
                </a:lnTo>
                <a:lnTo>
                  <a:pt x="2151" y="893"/>
                </a:lnTo>
                <a:lnTo>
                  <a:pt x="2151" y="894"/>
                </a:lnTo>
                <a:lnTo>
                  <a:pt x="2151" y="895"/>
                </a:lnTo>
                <a:lnTo>
                  <a:pt x="2152" y="895"/>
                </a:lnTo>
                <a:lnTo>
                  <a:pt x="2153" y="895"/>
                </a:lnTo>
                <a:lnTo>
                  <a:pt x="2153" y="896"/>
                </a:lnTo>
                <a:lnTo>
                  <a:pt x="2154" y="896"/>
                </a:lnTo>
                <a:lnTo>
                  <a:pt x="2153" y="897"/>
                </a:lnTo>
                <a:lnTo>
                  <a:pt x="2153" y="898"/>
                </a:lnTo>
                <a:lnTo>
                  <a:pt x="2154" y="899"/>
                </a:lnTo>
                <a:lnTo>
                  <a:pt x="2155" y="900"/>
                </a:lnTo>
                <a:lnTo>
                  <a:pt x="2156" y="901"/>
                </a:lnTo>
                <a:lnTo>
                  <a:pt x="2157" y="901"/>
                </a:lnTo>
                <a:lnTo>
                  <a:pt x="2158" y="902"/>
                </a:lnTo>
                <a:lnTo>
                  <a:pt x="2161" y="903"/>
                </a:lnTo>
                <a:lnTo>
                  <a:pt x="2162" y="904"/>
                </a:lnTo>
                <a:lnTo>
                  <a:pt x="2162" y="907"/>
                </a:lnTo>
                <a:lnTo>
                  <a:pt x="2162" y="908"/>
                </a:lnTo>
                <a:lnTo>
                  <a:pt x="2162" y="909"/>
                </a:lnTo>
                <a:lnTo>
                  <a:pt x="2161" y="909"/>
                </a:lnTo>
                <a:lnTo>
                  <a:pt x="2161" y="910"/>
                </a:lnTo>
                <a:lnTo>
                  <a:pt x="2160" y="910"/>
                </a:lnTo>
                <a:lnTo>
                  <a:pt x="2159" y="910"/>
                </a:lnTo>
                <a:lnTo>
                  <a:pt x="2159" y="911"/>
                </a:lnTo>
                <a:lnTo>
                  <a:pt x="2158" y="911"/>
                </a:lnTo>
                <a:lnTo>
                  <a:pt x="2158" y="912"/>
                </a:lnTo>
                <a:lnTo>
                  <a:pt x="2157" y="912"/>
                </a:lnTo>
                <a:lnTo>
                  <a:pt x="2156" y="912"/>
                </a:lnTo>
                <a:lnTo>
                  <a:pt x="2155" y="912"/>
                </a:lnTo>
                <a:lnTo>
                  <a:pt x="2155" y="913"/>
                </a:lnTo>
                <a:lnTo>
                  <a:pt x="2155" y="914"/>
                </a:lnTo>
                <a:lnTo>
                  <a:pt x="2156" y="916"/>
                </a:lnTo>
                <a:lnTo>
                  <a:pt x="2156" y="918"/>
                </a:lnTo>
                <a:lnTo>
                  <a:pt x="2156" y="919"/>
                </a:lnTo>
                <a:lnTo>
                  <a:pt x="2157" y="920"/>
                </a:lnTo>
                <a:lnTo>
                  <a:pt x="2157" y="922"/>
                </a:lnTo>
                <a:lnTo>
                  <a:pt x="2156" y="923"/>
                </a:lnTo>
                <a:lnTo>
                  <a:pt x="2157" y="924"/>
                </a:lnTo>
                <a:lnTo>
                  <a:pt x="2157" y="925"/>
                </a:lnTo>
                <a:lnTo>
                  <a:pt x="2158" y="925"/>
                </a:lnTo>
                <a:lnTo>
                  <a:pt x="2158" y="926"/>
                </a:lnTo>
                <a:lnTo>
                  <a:pt x="2159" y="926"/>
                </a:lnTo>
                <a:lnTo>
                  <a:pt x="2158" y="927"/>
                </a:lnTo>
                <a:lnTo>
                  <a:pt x="2158" y="928"/>
                </a:lnTo>
                <a:lnTo>
                  <a:pt x="2157" y="929"/>
                </a:lnTo>
                <a:lnTo>
                  <a:pt x="2157" y="931"/>
                </a:lnTo>
                <a:lnTo>
                  <a:pt x="2158" y="931"/>
                </a:lnTo>
                <a:lnTo>
                  <a:pt x="2158" y="932"/>
                </a:lnTo>
                <a:lnTo>
                  <a:pt x="2157" y="933"/>
                </a:lnTo>
                <a:lnTo>
                  <a:pt x="2157" y="934"/>
                </a:lnTo>
                <a:lnTo>
                  <a:pt x="2157" y="935"/>
                </a:lnTo>
                <a:lnTo>
                  <a:pt x="2157" y="936"/>
                </a:lnTo>
                <a:lnTo>
                  <a:pt x="2157" y="937"/>
                </a:lnTo>
                <a:lnTo>
                  <a:pt x="2158" y="937"/>
                </a:lnTo>
                <a:lnTo>
                  <a:pt x="2158" y="938"/>
                </a:lnTo>
                <a:lnTo>
                  <a:pt x="2158" y="939"/>
                </a:lnTo>
                <a:lnTo>
                  <a:pt x="2158" y="940"/>
                </a:lnTo>
                <a:lnTo>
                  <a:pt x="2158" y="941"/>
                </a:lnTo>
                <a:lnTo>
                  <a:pt x="2160" y="944"/>
                </a:lnTo>
                <a:lnTo>
                  <a:pt x="2160" y="945"/>
                </a:lnTo>
                <a:lnTo>
                  <a:pt x="2160" y="946"/>
                </a:lnTo>
                <a:lnTo>
                  <a:pt x="2160" y="947"/>
                </a:lnTo>
                <a:lnTo>
                  <a:pt x="2160" y="948"/>
                </a:lnTo>
                <a:lnTo>
                  <a:pt x="2160" y="950"/>
                </a:lnTo>
                <a:lnTo>
                  <a:pt x="2161" y="951"/>
                </a:lnTo>
                <a:lnTo>
                  <a:pt x="2161" y="952"/>
                </a:lnTo>
                <a:lnTo>
                  <a:pt x="2160" y="954"/>
                </a:lnTo>
                <a:lnTo>
                  <a:pt x="2160" y="955"/>
                </a:lnTo>
                <a:lnTo>
                  <a:pt x="2159" y="956"/>
                </a:lnTo>
                <a:lnTo>
                  <a:pt x="2160" y="956"/>
                </a:lnTo>
                <a:lnTo>
                  <a:pt x="2160" y="957"/>
                </a:lnTo>
                <a:lnTo>
                  <a:pt x="2160" y="958"/>
                </a:lnTo>
                <a:lnTo>
                  <a:pt x="2159" y="959"/>
                </a:lnTo>
                <a:lnTo>
                  <a:pt x="2159" y="960"/>
                </a:lnTo>
                <a:lnTo>
                  <a:pt x="2160" y="960"/>
                </a:lnTo>
                <a:lnTo>
                  <a:pt x="2161" y="961"/>
                </a:lnTo>
                <a:lnTo>
                  <a:pt x="2161" y="962"/>
                </a:lnTo>
                <a:lnTo>
                  <a:pt x="2161" y="963"/>
                </a:lnTo>
                <a:lnTo>
                  <a:pt x="2160" y="964"/>
                </a:lnTo>
                <a:lnTo>
                  <a:pt x="2160" y="965"/>
                </a:lnTo>
                <a:lnTo>
                  <a:pt x="2160" y="966"/>
                </a:lnTo>
                <a:lnTo>
                  <a:pt x="2161" y="966"/>
                </a:lnTo>
                <a:lnTo>
                  <a:pt x="2161" y="967"/>
                </a:lnTo>
                <a:lnTo>
                  <a:pt x="2161" y="968"/>
                </a:lnTo>
                <a:lnTo>
                  <a:pt x="2160" y="968"/>
                </a:lnTo>
                <a:lnTo>
                  <a:pt x="2160" y="969"/>
                </a:lnTo>
                <a:lnTo>
                  <a:pt x="2159" y="969"/>
                </a:lnTo>
                <a:lnTo>
                  <a:pt x="2159" y="970"/>
                </a:lnTo>
                <a:lnTo>
                  <a:pt x="2159" y="973"/>
                </a:lnTo>
                <a:lnTo>
                  <a:pt x="2160" y="974"/>
                </a:lnTo>
                <a:lnTo>
                  <a:pt x="2161" y="975"/>
                </a:lnTo>
                <a:lnTo>
                  <a:pt x="2161" y="976"/>
                </a:lnTo>
                <a:lnTo>
                  <a:pt x="2161" y="977"/>
                </a:lnTo>
                <a:lnTo>
                  <a:pt x="2160" y="978"/>
                </a:lnTo>
                <a:lnTo>
                  <a:pt x="2160" y="979"/>
                </a:lnTo>
                <a:lnTo>
                  <a:pt x="2160" y="980"/>
                </a:lnTo>
                <a:lnTo>
                  <a:pt x="2160" y="981"/>
                </a:lnTo>
                <a:lnTo>
                  <a:pt x="2161" y="981"/>
                </a:lnTo>
                <a:lnTo>
                  <a:pt x="2161" y="982"/>
                </a:lnTo>
                <a:lnTo>
                  <a:pt x="2160" y="982"/>
                </a:lnTo>
                <a:lnTo>
                  <a:pt x="2160" y="983"/>
                </a:lnTo>
                <a:lnTo>
                  <a:pt x="2160" y="984"/>
                </a:lnTo>
                <a:lnTo>
                  <a:pt x="2162" y="984"/>
                </a:lnTo>
                <a:lnTo>
                  <a:pt x="2163" y="985"/>
                </a:lnTo>
                <a:lnTo>
                  <a:pt x="2163" y="986"/>
                </a:lnTo>
                <a:lnTo>
                  <a:pt x="2162" y="987"/>
                </a:lnTo>
                <a:lnTo>
                  <a:pt x="2162" y="988"/>
                </a:lnTo>
                <a:lnTo>
                  <a:pt x="2163" y="988"/>
                </a:lnTo>
                <a:lnTo>
                  <a:pt x="2163" y="989"/>
                </a:lnTo>
                <a:lnTo>
                  <a:pt x="2164" y="990"/>
                </a:lnTo>
                <a:lnTo>
                  <a:pt x="2165" y="992"/>
                </a:lnTo>
                <a:lnTo>
                  <a:pt x="2165" y="993"/>
                </a:lnTo>
                <a:lnTo>
                  <a:pt x="2166" y="993"/>
                </a:lnTo>
                <a:lnTo>
                  <a:pt x="2165" y="995"/>
                </a:lnTo>
                <a:lnTo>
                  <a:pt x="2165" y="996"/>
                </a:lnTo>
                <a:lnTo>
                  <a:pt x="2165" y="997"/>
                </a:lnTo>
                <a:lnTo>
                  <a:pt x="2165" y="998"/>
                </a:lnTo>
                <a:lnTo>
                  <a:pt x="2165" y="1003"/>
                </a:lnTo>
                <a:lnTo>
                  <a:pt x="2165" y="1004"/>
                </a:lnTo>
                <a:lnTo>
                  <a:pt x="2166" y="1009"/>
                </a:lnTo>
                <a:lnTo>
                  <a:pt x="2166" y="1010"/>
                </a:lnTo>
                <a:lnTo>
                  <a:pt x="2165" y="1011"/>
                </a:lnTo>
                <a:lnTo>
                  <a:pt x="2166" y="1012"/>
                </a:lnTo>
                <a:lnTo>
                  <a:pt x="2167" y="1012"/>
                </a:lnTo>
                <a:lnTo>
                  <a:pt x="2167" y="1013"/>
                </a:lnTo>
                <a:lnTo>
                  <a:pt x="2167" y="1014"/>
                </a:lnTo>
                <a:lnTo>
                  <a:pt x="2166" y="1014"/>
                </a:lnTo>
                <a:lnTo>
                  <a:pt x="2166" y="1015"/>
                </a:lnTo>
                <a:lnTo>
                  <a:pt x="2165" y="1016"/>
                </a:lnTo>
                <a:lnTo>
                  <a:pt x="2165" y="1017"/>
                </a:lnTo>
                <a:lnTo>
                  <a:pt x="2165" y="1018"/>
                </a:lnTo>
                <a:lnTo>
                  <a:pt x="2164" y="1019"/>
                </a:lnTo>
                <a:lnTo>
                  <a:pt x="2163" y="1020"/>
                </a:lnTo>
                <a:lnTo>
                  <a:pt x="2163" y="1021"/>
                </a:lnTo>
                <a:lnTo>
                  <a:pt x="2163" y="1022"/>
                </a:lnTo>
                <a:lnTo>
                  <a:pt x="2162" y="1023"/>
                </a:lnTo>
                <a:lnTo>
                  <a:pt x="2161" y="1025"/>
                </a:lnTo>
                <a:lnTo>
                  <a:pt x="2161" y="1026"/>
                </a:lnTo>
                <a:lnTo>
                  <a:pt x="2161" y="1027"/>
                </a:lnTo>
                <a:lnTo>
                  <a:pt x="2160" y="1027"/>
                </a:lnTo>
                <a:lnTo>
                  <a:pt x="2160" y="1028"/>
                </a:lnTo>
                <a:lnTo>
                  <a:pt x="2161" y="1029"/>
                </a:lnTo>
                <a:lnTo>
                  <a:pt x="2161" y="1031"/>
                </a:lnTo>
                <a:lnTo>
                  <a:pt x="2160" y="1032"/>
                </a:lnTo>
                <a:lnTo>
                  <a:pt x="2159" y="1035"/>
                </a:lnTo>
                <a:lnTo>
                  <a:pt x="2159" y="1036"/>
                </a:lnTo>
                <a:lnTo>
                  <a:pt x="2159" y="1037"/>
                </a:lnTo>
                <a:lnTo>
                  <a:pt x="2158" y="1037"/>
                </a:lnTo>
                <a:lnTo>
                  <a:pt x="2158" y="1038"/>
                </a:lnTo>
                <a:lnTo>
                  <a:pt x="2158" y="1039"/>
                </a:lnTo>
                <a:lnTo>
                  <a:pt x="2158" y="1042"/>
                </a:lnTo>
                <a:lnTo>
                  <a:pt x="2157" y="1042"/>
                </a:lnTo>
                <a:lnTo>
                  <a:pt x="2157" y="1043"/>
                </a:lnTo>
                <a:lnTo>
                  <a:pt x="2157" y="1045"/>
                </a:lnTo>
                <a:lnTo>
                  <a:pt x="2157" y="1047"/>
                </a:lnTo>
                <a:lnTo>
                  <a:pt x="2157" y="1048"/>
                </a:lnTo>
                <a:lnTo>
                  <a:pt x="2157" y="1049"/>
                </a:lnTo>
                <a:lnTo>
                  <a:pt x="2158" y="1050"/>
                </a:lnTo>
                <a:lnTo>
                  <a:pt x="2158" y="1051"/>
                </a:lnTo>
                <a:lnTo>
                  <a:pt x="2159" y="1052"/>
                </a:lnTo>
                <a:lnTo>
                  <a:pt x="2159" y="1053"/>
                </a:lnTo>
                <a:lnTo>
                  <a:pt x="2159" y="1054"/>
                </a:lnTo>
                <a:lnTo>
                  <a:pt x="2160" y="1055"/>
                </a:lnTo>
                <a:lnTo>
                  <a:pt x="2160" y="1056"/>
                </a:lnTo>
                <a:lnTo>
                  <a:pt x="2161" y="1056"/>
                </a:lnTo>
                <a:lnTo>
                  <a:pt x="2161" y="1057"/>
                </a:lnTo>
                <a:lnTo>
                  <a:pt x="2161" y="1059"/>
                </a:lnTo>
                <a:lnTo>
                  <a:pt x="2162" y="1059"/>
                </a:lnTo>
                <a:lnTo>
                  <a:pt x="2161" y="1059"/>
                </a:lnTo>
                <a:lnTo>
                  <a:pt x="2162" y="1060"/>
                </a:lnTo>
                <a:lnTo>
                  <a:pt x="2163" y="1060"/>
                </a:lnTo>
                <a:lnTo>
                  <a:pt x="2162" y="1062"/>
                </a:lnTo>
                <a:lnTo>
                  <a:pt x="2162" y="1063"/>
                </a:lnTo>
                <a:lnTo>
                  <a:pt x="2162" y="1065"/>
                </a:lnTo>
                <a:lnTo>
                  <a:pt x="2162" y="1068"/>
                </a:lnTo>
                <a:lnTo>
                  <a:pt x="2162" y="1070"/>
                </a:lnTo>
                <a:lnTo>
                  <a:pt x="2163" y="1071"/>
                </a:lnTo>
                <a:lnTo>
                  <a:pt x="2163" y="1072"/>
                </a:lnTo>
                <a:lnTo>
                  <a:pt x="2162" y="1073"/>
                </a:lnTo>
                <a:lnTo>
                  <a:pt x="2162" y="1074"/>
                </a:lnTo>
                <a:lnTo>
                  <a:pt x="2162" y="1075"/>
                </a:lnTo>
                <a:lnTo>
                  <a:pt x="2163" y="1075"/>
                </a:lnTo>
                <a:lnTo>
                  <a:pt x="2163" y="1076"/>
                </a:lnTo>
                <a:lnTo>
                  <a:pt x="2162" y="1076"/>
                </a:lnTo>
                <a:lnTo>
                  <a:pt x="2162" y="1077"/>
                </a:lnTo>
                <a:lnTo>
                  <a:pt x="2163" y="1078"/>
                </a:lnTo>
                <a:lnTo>
                  <a:pt x="2163" y="1079"/>
                </a:lnTo>
                <a:lnTo>
                  <a:pt x="2162" y="1079"/>
                </a:lnTo>
                <a:lnTo>
                  <a:pt x="2162" y="1080"/>
                </a:lnTo>
                <a:lnTo>
                  <a:pt x="2163" y="1082"/>
                </a:lnTo>
                <a:lnTo>
                  <a:pt x="2163" y="1083"/>
                </a:lnTo>
                <a:lnTo>
                  <a:pt x="2163" y="1084"/>
                </a:lnTo>
                <a:lnTo>
                  <a:pt x="2162" y="1084"/>
                </a:lnTo>
                <a:lnTo>
                  <a:pt x="2162" y="1085"/>
                </a:lnTo>
                <a:lnTo>
                  <a:pt x="2163" y="1090"/>
                </a:lnTo>
                <a:lnTo>
                  <a:pt x="2163" y="1091"/>
                </a:lnTo>
                <a:lnTo>
                  <a:pt x="2163" y="1092"/>
                </a:lnTo>
                <a:lnTo>
                  <a:pt x="2163" y="1093"/>
                </a:lnTo>
                <a:lnTo>
                  <a:pt x="2162" y="1094"/>
                </a:lnTo>
                <a:lnTo>
                  <a:pt x="2162" y="1095"/>
                </a:lnTo>
                <a:lnTo>
                  <a:pt x="2163" y="1095"/>
                </a:lnTo>
                <a:lnTo>
                  <a:pt x="2164" y="1095"/>
                </a:lnTo>
                <a:lnTo>
                  <a:pt x="2164" y="1096"/>
                </a:lnTo>
                <a:lnTo>
                  <a:pt x="2165" y="1098"/>
                </a:lnTo>
                <a:lnTo>
                  <a:pt x="2165" y="1099"/>
                </a:lnTo>
                <a:lnTo>
                  <a:pt x="2166" y="1101"/>
                </a:lnTo>
                <a:lnTo>
                  <a:pt x="2167" y="1102"/>
                </a:lnTo>
                <a:lnTo>
                  <a:pt x="2167" y="1103"/>
                </a:lnTo>
                <a:lnTo>
                  <a:pt x="2167" y="1104"/>
                </a:lnTo>
                <a:lnTo>
                  <a:pt x="2167" y="1105"/>
                </a:lnTo>
                <a:lnTo>
                  <a:pt x="2164" y="1105"/>
                </a:lnTo>
                <a:lnTo>
                  <a:pt x="2163" y="1106"/>
                </a:lnTo>
                <a:lnTo>
                  <a:pt x="2162" y="1106"/>
                </a:lnTo>
                <a:lnTo>
                  <a:pt x="2159" y="1106"/>
                </a:lnTo>
                <a:lnTo>
                  <a:pt x="2158" y="1106"/>
                </a:lnTo>
                <a:lnTo>
                  <a:pt x="2157" y="1107"/>
                </a:lnTo>
                <a:lnTo>
                  <a:pt x="2155" y="1107"/>
                </a:lnTo>
                <a:lnTo>
                  <a:pt x="2153" y="1106"/>
                </a:lnTo>
                <a:lnTo>
                  <a:pt x="2152" y="1106"/>
                </a:lnTo>
                <a:lnTo>
                  <a:pt x="2151" y="1106"/>
                </a:lnTo>
                <a:lnTo>
                  <a:pt x="2151" y="1109"/>
                </a:lnTo>
                <a:lnTo>
                  <a:pt x="2150" y="1109"/>
                </a:lnTo>
                <a:lnTo>
                  <a:pt x="2150" y="1110"/>
                </a:lnTo>
                <a:lnTo>
                  <a:pt x="2149" y="1110"/>
                </a:lnTo>
                <a:lnTo>
                  <a:pt x="2149" y="1111"/>
                </a:lnTo>
                <a:lnTo>
                  <a:pt x="2149" y="1113"/>
                </a:lnTo>
                <a:lnTo>
                  <a:pt x="2150" y="1116"/>
                </a:lnTo>
                <a:lnTo>
                  <a:pt x="2151" y="1117"/>
                </a:lnTo>
                <a:lnTo>
                  <a:pt x="2152" y="1119"/>
                </a:lnTo>
                <a:lnTo>
                  <a:pt x="2153" y="1120"/>
                </a:lnTo>
                <a:lnTo>
                  <a:pt x="2154" y="1123"/>
                </a:lnTo>
                <a:lnTo>
                  <a:pt x="2154" y="1125"/>
                </a:lnTo>
                <a:lnTo>
                  <a:pt x="2154" y="1126"/>
                </a:lnTo>
                <a:lnTo>
                  <a:pt x="2154" y="1128"/>
                </a:lnTo>
                <a:lnTo>
                  <a:pt x="2154" y="1129"/>
                </a:lnTo>
                <a:lnTo>
                  <a:pt x="2153" y="1129"/>
                </a:lnTo>
                <a:lnTo>
                  <a:pt x="2152" y="1129"/>
                </a:lnTo>
                <a:lnTo>
                  <a:pt x="2148" y="1131"/>
                </a:lnTo>
                <a:lnTo>
                  <a:pt x="2148" y="1133"/>
                </a:lnTo>
                <a:lnTo>
                  <a:pt x="2146" y="1134"/>
                </a:lnTo>
                <a:lnTo>
                  <a:pt x="2145" y="1134"/>
                </a:lnTo>
                <a:lnTo>
                  <a:pt x="2144" y="1135"/>
                </a:lnTo>
                <a:lnTo>
                  <a:pt x="2143" y="1139"/>
                </a:lnTo>
                <a:lnTo>
                  <a:pt x="2143" y="1141"/>
                </a:lnTo>
                <a:lnTo>
                  <a:pt x="2143" y="1143"/>
                </a:lnTo>
                <a:lnTo>
                  <a:pt x="2142" y="1144"/>
                </a:lnTo>
                <a:lnTo>
                  <a:pt x="2142" y="1147"/>
                </a:lnTo>
                <a:lnTo>
                  <a:pt x="2146" y="1149"/>
                </a:lnTo>
                <a:lnTo>
                  <a:pt x="2147" y="1149"/>
                </a:lnTo>
                <a:lnTo>
                  <a:pt x="2148" y="1149"/>
                </a:lnTo>
                <a:lnTo>
                  <a:pt x="2148" y="1150"/>
                </a:lnTo>
                <a:lnTo>
                  <a:pt x="2149" y="1151"/>
                </a:lnTo>
                <a:lnTo>
                  <a:pt x="2148" y="1151"/>
                </a:lnTo>
                <a:lnTo>
                  <a:pt x="2147" y="1152"/>
                </a:lnTo>
                <a:lnTo>
                  <a:pt x="2148" y="1153"/>
                </a:lnTo>
                <a:lnTo>
                  <a:pt x="2148" y="1154"/>
                </a:lnTo>
                <a:lnTo>
                  <a:pt x="2148" y="1155"/>
                </a:lnTo>
                <a:lnTo>
                  <a:pt x="2147" y="1155"/>
                </a:lnTo>
                <a:lnTo>
                  <a:pt x="2145" y="1155"/>
                </a:lnTo>
                <a:lnTo>
                  <a:pt x="2144" y="1155"/>
                </a:lnTo>
                <a:lnTo>
                  <a:pt x="2143" y="1155"/>
                </a:lnTo>
                <a:lnTo>
                  <a:pt x="2142" y="1155"/>
                </a:lnTo>
                <a:lnTo>
                  <a:pt x="2142" y="1156"/>
                </a:lnTo>
                <a:lnTo>
                  <a:pt x="2142" y="1157"/>
                </a:lnTo>
                <a:lnTo>
                  <a:pt x="2141" y="1158"/>
                </a:lnTo>
                <a:lnTo>
                  <a:pt x="2139" y="1158"/>
                </a:lnTo>
                <a:lnTo>
                  <a:pt x="2139" y="1157"/>
                </a:lnTo>
                <a:lnTo>
                  <a:pt x="2137" y="1156"/>
                </a:lnTo>
                <a:lnTo>
                  <a:pt x="2136" y="1157"/>
                </a:lnTo>
                <a:lnTo>
                  <a:pt x="2135" y="1157"/>
                </a:lnTo>
                <a:lnTo>
                  <a:pt x="2135" y="1158"/>
                </a:lnTo>
                <a:lnTo>
                  <a:pt x="2134" y="1158"/>
                </a:lnTo>
                <a:lnTo>
                  <a:pt x="2133" y="1157"/>
                </a:lnTo>
                <a:lnTo>
                  <a:pt x="2132" y="1155"/>
                </a:lnTo>
                <a:lnTo>
                  <a:pt x="2132" y="1152"/>
                </a:lnTo>
                <a:lnTo>
                  <a:pt x="2132" y="1151"/>
                </a:lnTo>
                <a:lnTo>
                  <a:pt x="2132" y="1149"/>
                </a:lnTo>
                <a:lnTo>
                  <a:pt x="2132" y="1146"/>
                </a:lnTo>
                <a:lnTo>
                  <a:pt x="2131" y="1143"/>
                </a:lnTo>
                <a:lnTo>
                  <a:pt x="2131" y="1141"/>
                </a:lnTo>
                <a:lnTo>
                  <a:pt x="2131" y="1140"/>
                </a:lnTo>
                <a:lnTo>
                  <a:pt x="2131" y="1138"/>
                </a:lnTo>
                <a:lnTo>
                  <a:pt x="2130" y="1135"/>
                </a:lnTo>
                <a:lnTo>
                  <a:pt x="2129" y="1132"/>
                </a:lnTo>
                <a:lnTo>
                  <a:pt x="2128" y="1131"/>
                </a:lnTo>
                <a:lnTo>
                  <a:pt x="2126" y="1130"/>
                </a:lnTo>
                <a:lnTo>
                  <a:pt x="2125" y="1131"/>
                </a:lnTo>
                <a:lnTo>
                  <a:pt x="2124" y="1132"/>
                </a:lnTo>
                <a:lnTo>
                  <a:pt x="2123" y="1132"/>
                </a:lnTo>
                <a:lnTo>
                  <a:pt x="2122" y="1133"/>
                </a:lnTo>
                <a:lnTo>
                  <a:pt x="2121" y="1134"/>
                </a:lnTo>
                <a:lnTo>
                  <a:pt x="2120" y="1134"/>
                </a:lnTo>
                <a:lnTo>
                  <a:pt x="2120" y="1135"/>
                </a:lnTo>
                <a:lnTo>
                  <a:pt x="2119" y="1135"/>
                </a:lnTo>
                <a:lnTo>
                  <a:pt x="2118" y="1135"/>
                </a:lnTo>
                <a:lnTo>
                  <a:pt x="2117" y="1134"/>
                </a:lnTo>
                <a:lnTo>
                  <a:pt x="2114" y="1133"/>
                </a:lnTo>
                <a:lnTo>
                  <a:pt x="2113" y="1133"/>
                </a:lnTo>
                <a:lnTo>
                  <a:pt x="2112" y="1134"/>
                </a:lnTo>
                <a:lnTo>
                  <a:pt x="2112" y="1133"/>
                </a:lnTo>
                <a:lnTo>
                  <a:pt x="2111" y="1133"/>
                </a:lnTo>
                <a:lnTo>
                  <a:pt x="2111" y="1134"/>
                </a:lnTo>
                <a:lnTo>
                  <a:pt x="2111" y="1136"/>
                </a:lnTo>
                <a:lnTo>
                  <a:pt x="2112" y="1138"/>
                </a:lnTo>
                <a:lnTo>
                  <a:pt x="2112" y="1139"/>
                </a:lnTo>
                <a:lnTo>
                  <a:pt x="2113" y="1139"/>
                </a:lnTo>
                <a:lnTo>
                  <a:pt x="2114" y="1139"/>
                </a:lnTo>
                <a:lnTo>
                  <a:pt x="2114" y="1140"/>
                </a:lnTo>
                <a:lnTo>
                  <a:pt x="2113" y="1140"/>
                </a:lnTo>
                <a:lnTo>
                  <a:pt x="2113" y="1141"/>
                </a:lnTo>
                <a:lnTo>
                  <a:pt x="2112" y="1144"/>
                </a:lnTo>
                <a:lnTo>
                  <a:pt x="2112" y="1145"/>
                </a:lnTo>
                <a:lnTo>
                  <a:pt x="2113" y="1148"/>
                </a:lnTo>
                <a:lnTo>
                  <a:pt x="2113" y="1149"/>
                </a:lnTo>
                <a:lnTo>
                  <a:pt x="2114" y="1151"/>
                </a:lnTo>
                <a:lnTo>
                  <a:pt x="2113" y="1151"/>
                </a:lnTo>
                <a:lnTo>
                  <a:pt x="2113" y="1152"/>
                </a:lnTo>
                <a:lnTo>
                  <a:pt x="2113" y="1153"/>
                </a:lnTo>
                <a:lnTo>
                  <a:pt x="2112" y="1154"/>
                </a:lnTo>
                <a:lnTo>
                  <a:pt x="2112" y="1155"/>
                </a:lnTo>
                <a:lnTo>
                  <a:pt x="2113" y="1156"/>
                </a:lnTo>
                <a:lnTo>
                  <a:pt x="2113" y="1158"/>
                </a:lnTo>
                <a:lnTo>
                  <a:pt x="2114" y="1159"/>
                </a:lnTo>
                <a:lnTo>
                  <a:pt x="2115" y="1160"/>
                </a:lnTo>
                <a:lnTo>
                  <a:pt x="2114" y="1161"/>
                </a:lnTo>
                <a:lnTo>
                  <a:pt x="2114" y="1162"/>
                </a:lnTo>
                <a:lnTo>
                  <a:pt x="2115" y="1162"/>
                </a:lnTo>
                <a:lnTo>
                  <a:pt x="2115" y="1164"/>
                </a:lnTo>
                <a:lnTo>
                  <a:pt x="2115" y="1165"/>
                </a:lnTo>
                <a:lnTo>
                  <a:pt x="2114" y="1166"/>
                </a:lnTo>
                <a:lnTo>
                  <a:pt x="2113" y="1168"/>
                </a:lnTo>
                <a:lnTo>
                  <a:pt x="2112" y="1168"/>
                </a:lnTo>
                <a:lnTo>
                  <a:pt x="2111" y="1168"/>
                </a:lnTo>
                <a:lnTo>
                  <a:pt x="2110" y="1169"/>
                </a:lnTo>
                <a:lnTo>
                  <a:pt x="2109" y="1170"/>
                </a:lnTo>
                <a:lnTo>
                  <a:pt x="2109" y="1171"/>
                </a:lnTo>
                <a:lnTo>
                  <a:pt x="2107" y="1171"/>
                </a:lnTo>
                <a:lnTo>
                  <a:pt x="2106" y="1171"/>
                </a:lnTo>
                <a:lnTo>
                  <a:pt x="2105" y="1171"/>
                </a:lnTo>
                <a:lnTo>
                  <a:pt x="2105" y="1173"/>
                </a:lnTo>
                <a:lnTo>
                  <a:pt x="2105" y="1174"/>
                </a:lnTo>
                <a:lnTo>
                  <a:pt x="2106" y="1177"/>
                </a:lnTo>
                <a:lnTo>
                  <a:pt x="2107" y="1178"/>
                </a:lnTo>
                <a:lnTo>
                  <a:pt x="2107" y="1179"/>
                </a:lnTo>
                <a:lnTo>
                  <a:pt x="2107" y="1180"/>
                </a:lnTo>
                <a:lnTo>
                  <a:pt x="2107" y="1183"/>
                </a:lnTo>
                <a:lnTo>
                  <a:pt x="2107" y="1185"/>
                </a:lnTo>
                <a:lnTo>
                  <a:pt x="2108" y="1188"/>
                </a:lnTo>
                <a:lnTo>
                  <a:pt x="2108" y="1190"/>
                </a:lnTo>
                <a:lnTo>
                  <a:pt x="2107" y="1192"/>
                </a:lnTo>
                <a:lnTo>
                  <a:pt x="2106" y="1193"/>
                </a:lnTo>
                <a:lnTo>
                  <a:pt x="2106" y="1195"/>
                </a:lnTo>
                <a:lnTo>
                  <a:pt x="2107" y="1196"/>
                </a:lnTo>
                <a:lnTo>
                  <a:pt x="2108" y="1196"/>
                </a:lnTo>
                <a:lnTo>
                  <a:pt x="2109" y="1197"/>
                </a:lnTo>
                <a:lnTo>
                  <a:pt x="2112" y="1198"/>
                </a:lnTo>
                <a:lnTo>
                  <a:pt x="2112" y="1200"/>
                </a:lnTo>
                <a:lnTo>
                  <a:pt x="2112" y="1201"/>
                </a:lnTo>
                <a:lnTo>
                  <a:pt x="2113" y="1202"/>
                </a:lnTo>
                <a:lnTo>
                  <a:pt x="2113" y="1203"/>
                </a:lnTo>
                <a:lnTo>
                  <a:pt x="2114" y="1204"/>
                </a:lnTo>
                <a:lnTo>
                  <a:pt x="2115" y="1206"/>
                </a:lnTo>
                <a:lnTo>
                  <a:pt x="2115" y="1207"/>
                </a:lnTo>
                <a:lnTo>
                  <a:pt x="2115" y="1208"/>
                </a:lnTo>
                <a:lnTo>
                  <a:pt x="2116" y="1210"/>
                </a:lnTo>
                <a:lnTo>
                  <a:pt x="2117" y="1211"/>
                </a:lnTo>
                <a:lnTo>
                  <a:pt x="2118" y="1212"/>
                </a:lnTo>
                <a:lnTo>
                  <a:pt x="2118" y="1213"/>
                </a:lnTo>
                <a:lnTo>
                  <a:pt x="2118" y="1214"/>
                </a:lnTo>
                <a:lnTo>
                  <a:pt x="2118" y="1215"/>
                </a:lnTo>
                <a:lnTo>
                  <a:pt x="2119" y="1215"/>
                </a:lnTo>
                <a:lnTo>
                  <a:pt x="2119" y="1216"/>
                </a:lnTo>
                <a:lnTo>
                  <a:pt x="2120" y="1217"/>
                </a:lnTo>
                <a:lnTo>
                  <a:pt x="2119" y="1217"/>
                </a:lnTo>
                <a:lnTo>
                  <a:pt x="2119" y="1219"/>
                </a:lnTo>
                <a:lnTo>
                  <a:pt x="2117" y="1219"/>
                </a:lnTo>
                <a:lnTo>
                  <a:pt x="2116" y="1219"/>
                </a:lnTo>
                <a:lnTo>
                  <a:pt x="2115" y="1220"/>
                </a:lnTo>
                <a:lnTo>
                  <a:pt x="2114" y="1223"/>
                </a:lnTo>
                <a:lnTo>
                  <a:pt x="2115" y="1223"/>
                </a:lnTo>
                <a:lnTo>
                  <a:pt x="2115" y="1224"/>
                </a:lnTo>
                <a:lnTo>
                  <a:pt x="2114" y="1226"/>
                </a:lnTo>
                <a:lnTo>
                  <a:pt x="2114" y="1228"/>
                </a:lnTo>
                <a:lnTo>
                  <a:pt x="2114" y="1230"/>
                </a:lnTo>
                <a:lnTo>
                  <a:pt x="2112" y="1232"/>
                </a:lnTo>
                <a:lnTo>
                  <a:pt x="2111" y="1233"/>
                </a:lnTo>
                <a:lnTo>
                  <a:pt x="2110" y="1233"/>
                </a:lnTo>
                <a:lnTo>
                  <a:pt x="2109" y="1232"/>
                </a:lnTo>
                <a:lnTo>
                  <a:pt x="2108" y="1232"/>
                </a:lnTo>
                <a:lnTo>
                  <a:pt x="2107" y="1233"/>
                </a:lnTo>
                <a:lnTo>
                  <a:pt x="2106" y="1235"/>
                </a:lnTo>
                <a:lnTo>
                  <a:pt x="2105" y="1236"/>
                </a:lnTo>
                <a:lnTo>
                  <a:pt x="2104" y="1236"/>
                </a:lnTo>
                <a:lnTo>
                  <a:pt x="2104" y="1237"/>
                </a:lnTo>
                <a:lnTo>
                  <a:pt x="2104" y="1238"/>
                </a:lnTo>
                <a:lnTo>
                  <a:pt x="2102" y="1237"/>
                </a:lnTo>
                <a:lnTo>
                  <a:pt x="2099" y="1235"/>
                </a:lnTo>
                <a:lnTo>
                  <a:pt x="2096" y="1235"/>
                </a:lnTo>
                <a:lnTo>
                  <a:pt x="2094" y="1236"/>
                </a:lnTo>
                <a:lnTo>
                  <a:pt x="2092" y="1237"/>
                </a:lnTo>
                <a:lnTo>
                  <a:pt x="2092" y="1238"/>
                </a:lnTo>
                <a:lnTo>
                  <a:pt x="2091" y="1239"/>
                </a:lnTo>
                <a:lnTo>
                  <a:pt x="2090" y="1240"/>
                </a:lnTo>
                <a:lnTo>
                  <a:pt x="2089" y="1240"/>
                </a:lnTo>
                <a:lnTo>
                  <a:pt x="2088" y="1239"/>
                </a:lnTo>
                <a:lnTo>
                  <a:pt x="2087" y="1239"/>
                </a:lnTo>
                <a:lnTo>
                  <a:pt x="2086" y="1239"/>
                </a:lnTo>
                <a:lnTo>
                  <a:pt x="2086" y="1238"/>
                </a:lnTo>
                <a:lnTo>
                  <a:pt x="2086" y="1239"/>
                </a:lnTo>
                <a:lnTo>
                  <a:pt x="2085" y="1239"/>
                </a:lnTo>
                <a:lnTo>
                  <a:pt x="2084" y="1240"/>
                </a:lnTo>
                <a:lnTo>
                  <a:pt x="2085" y="1240"/>
                </a:lnTo>
                <a:lnTo>
                  <a:pt x="2085" y="1241"/>
                </a:lnTo>
                <a:lnTo>
                  <a:pt x="2084" y="1242"/>
                </a:lnTo>
                <a:lnTo>
                  <a:pt x="2082" y="1243"/>
                </a:lnTo>
                <a:lnTo>
                  <a:pt x="2081" y="1244"/>
                </a:lnTo>
                <a:lnTo>
                  <a:pt x="2078" y="1244"/>
                </a:lnTo>
                <a:lnTo>
                  <a:pt x="2077" y="1244"/>
                </a:lnTo>
                <a:lnTo>
                  <a:pt x="2077" y="1243"/>
                </a:lnTo>
                <a:lnTo>
                  <a:pt x="2077" y="1242"/>
                </a:lnTo>
                <a:lnTo>
                  <a:pt x="2077" y="1238"/>
                </a:lnTo>
                <a:lnTo>
                  <a:pt x="2077" y="1236"/>
                </a:lnTo>
                <a:lnTo>
                  <a:pt x="2076" y="1234"/>
                </a:lnTo>
                <a:lnTo>
                  <a:pt x="2075" y="1234"/>
                </a:lnTo>
                <a:lnTo>
                  <a:pt x="2076" y="1232"/>
                </a:lnTo>
                <a:lnTo>
                  <a:pt x="2076" y="1231"/>
                </a:lnTo>
                <a:lnTo>
                  <a:pt x="2076" y="1230"/>
                </a:lnTo>
                <a:lnTo>
                  <a:pt x="2077" y="1230"/>
                </a:lnTo>
                <a:lnTo>
                  <a:pt x="2077" y="1228"/>
                </a:lnTo>
                <a:lnTo>
                  <a:pt x="2077" y="1226"/>
                </a:lnTo>
                <a:lnTo>
                  <a:pt x="2076" y="1223"/>
                </a:lnTo>
                <a:lnTo>
                  <a:pt x="2074" y="1220"/>
                </a:lnTo>
                <a:lnTo>
                  <a:pt x="2071" y="1216"/>
                </a:lnTo>
                <a:lnTo>
                  <a:pt x="2071" y="1215"/>
                </a:lnTo>
                <a:lnTo>
                  <a:pt x="2071" y="1214"/>
                </a:lnTo>
                <a:lnTo>
                  <a:pt x="2071" y="1213"/>
                </a:lnTo>
                <a:lnTo>
                  <a:pt x="2071" y="1212"/>
                </a:lnTo>
                <a:lnTo>
                  <a:pt x="2070" y="1211"/>
                </a:lnTo>
                <a:lnTo>
                  <a:pt x="2069" y="1210"/>
                </a:lnTo>
                <a:lnTo>
                  <a:pt x="2069" y="1209"/>
                </a:lnTo>
                <a:lnTo>
                  <a:pt x="2069" y="1208"/>
                </a:lnTo>
                <a:lnTo>
                  <a:pt x="2069" y="1207"/>
                </a:lnTo>
                <a:lnTo>
                  <a:pt x="2068" y="1206"/>
                </a:lnTo>
                <a:lnTo>
                  <a:pt x="2067" y="1206"/>
                </a:lnTo>
                <a:lnTo>
                  <a:pt x="2067" y="1207"/>
                </a:lnTo>
                <a:lnTo>
                  <a:pt x="2066" y="1207"/>
                </a:lnTo>
                <a:lnTo>
                  <a:pt x="2065" y="1208"/>
                </a:lnTo>
                <a:lnTo>
                  <a:pt x="2064" y="1208"/>
                </a:lnTo>
                <a:lnTo>
                  <a:pt x="2063" y="1208"/>
                </a:lnTo>
                <a:lnTo>
                  <a:pt x="2062" y="1209"/>
                </a:lnTo>
                <a:lnTo>
                  <a:pt x="2061" y="1209"/>
                </a:lnTo>
                <a:lnTo>
                  <a:pt x="2061" y="1211"/>
                </a:lnTo>
                <a:lnTo>
                  <a:pt x="2060" y="1210"/>
                </a:lnTo>
                <a:lnTo>
                  <a:pt x="2059" y="1210"/>
                </a:lnTo>
                <a:lnTo>
                  <a:pt x="2058" y="1210"/>
                </a:lnTo>
                <a:lnTo>
                  <a:pt x="2058" y="1211"/>
                </a:lnTo>
                <a:lnTo>
                  <a:pt x="2058" y="1213"/>
                </a:lnTo>
                <a:lnTo>
                  <a:pt x="2058" y="1214"/>
                </a:lnTo>
                <a:lnTo>
                  <a:pt x="2059" y="1214"/>
                </a:lnTo>
                <a:lnTo>
                  <a:pt x="2059" y="1215"/>
                </a:lnTo>
                <a:lnTo>
                  <a:pt x="2060" y="1215"/>
                </a:lnTo>
                <a:lnTo>
                  <a:pt x="2061" y="1217"/>
                </a:lnTo>
                <a:lnTo>
                  <a:pt x="2062" y="1219"/>
                </a:lnTo>
                <a:lnTo>
                  <a:pt x="2062" y="1221"/>
                </a:lnTo>
                <a:lnTo>
                  <a:pt x="2063" y="1222"/>
                </a:lnTo>
                <a:lnTo>
                  <a:pt x="2064" y="1224"/>
                </a:lnTo>
                <a:lnTo>
                  <a:pt x="2064" y="1225"/>
                </a:lnTo>
                <a:lnTo>
                  <a:pt x="2064" y="1226"/>
                </a:lnTo>
                <a:lnTo>
                  <a:pt x="2063" y="1226"/>
                </a:lnTo>
                <a:lnTo>
                  <a:pt x="2061" y="1226"/>
                </a:lnTo>
                <a:lnTo>
                  <a:pt x="2060" y="1227"/>
                </a:lnTo>
                <a:lnTo>
                  <a:pt x="2057" y="1228"/>
                </a:lnTo>
                <a:lnTo>
                  <a:pt x="2054" y="1228"/>
                </a:lnTo>
                <a:lnTo>
                  <a:pt x="2053" y="1229"/>
                </a:lnTo>
                <a:lnTo>
                  <a:pt x="2052" y="1229"/>
                </a:lnTo>
                <a:lnTo>
                  <a:pt x="2052" y="1233"/>
                </a:lnTo>
                <a:lnTo>
                  <a:pt x="2053" y="1233"/>
                </a:lnTo>
                <a:lnTo>
                  <a:pt x="2052" y="1235"/>
                </a:lnTo>
                <a:lnTo>
                  <a:pt x="2051" y="1235"/>
                </a:lnTo>
                <a:lnTo>
                  <a:pt x="2050" y="1237"/>
                </a:lnTo>
                <a:lnTo>
                  <a:pt x="2048" y="1237"/>
                </a:lnTo>
                <a:lnTo>
                  <a:pt x="2048" y="1236"/>
                </a:lnTo>
                <a:lnTo>
                  <a:pt x="2048" y="1235"/>
                </a:lnTo>
                <a:lnTo>
                  <a:pt x="2047" y="1235"/>
                </a:lnTo>
                <a:lnTo>
                  <a:pt x="2045" y="1234"/>
                </a:lnTo>
                <a:lnTo>
                  <a:pt x="2044" y="1234"/>
                </a:lnTo>
                <a:lnTo>
                  <a:pt x="2044" y="1233"/>
                </a:lnTo>
                <a:lnTo>
                  <a:pt x="2044" y="1232"/>
                </a:lnTo>
                <a:lnTo>
                  <a:pt x="2044" y="1231"/>
                </a:lnTo>
                <a:lnTo>
                  <a:pt x="2044" y="1230"/>
                </a:lnTo>
                <a:lnTo>
                  <a:pt x="2043" y="1230"/>
                </a:lnTo>
                <a:lnTo>
                  <a:pt x="2042" y="1229"/>
                </a:lnTo>
                <a:lnTo>
                  <a:pt x="2040" y="1229"/>
                </a:lnTo>
                <a:lnTo>
                  <a:pt x="2040" y="1230"/>
                </a:lnTo>
                <a:lnTo>
                  <a:pt x="2039" y="1230"/>
                </a:lnTo>
                <a:lnTo>
                  <a:pt x="2039" y="1231"/>
                </a:lnTo>
                <a:lnTo>
                  <a:pt x="2038" y="1231"/>
                </a:lnTo>
                <a:lnTo>
                  <a:pt x="2037" y="1231"/>
                </a:lnTo>
                <a:lnTo>
                  <a:pt x="2037" y="1230"/>
                </a:lnTo>
                <a:lnTo>
                  <a:pt x="2036" y="1230"/>
                </a:lnTo>
                <a:lnTo>
                  <a:pt x="2035" y="1229"/>
                </a:lnTo>
                <a:lnTo>
                  <a:pt x="2035" y="1228"/>
                </a:lnTo>
                <a:lnTo>
                  <a:pt x="2035" y="1227"/>
                </a:lnTo>
                <a:lnTo>
                  <a:pt x="2035" y="1226"/>
                </a:lnTo>
                <a:lnTo>
                  <a:pt x="2035" y="1225"/>
                </a:lnTo>
                <a:lnTo>
                  <a:pt x="2036" y="1224"/>
                </a:lnTo>
                <a:lnTo>
                  <a:pt x="2036" y="1223"/>
                </a:lnTo>
                <a:lnTo>
                  <a:pt x="2036" y="1222"/>
                </a:lnTo>
                <a:lnTo>
                  <a:pt x="2036" y="1220"/>
                </a:lnTo>
                <a:lnTo>
                  <a:pt x="2035" y="1220"/>
                </a:lnTo>
                <a:lnTo>
                  <a:pt x="2035" y="1219"/>
                </a:lnTo>
                <a:lnTo>
                  <a:pt x="2034" y="1218"/>
                </a:lnTo>
                <a:lnTo>
                  <a:pt x="2033" y="1217"/>
                </a:lnTo>
                <a:lnTo>
                  <a:pt x="2031" y="1216"/>
                </a:lnTo>
                <a:lnTo>
                  <a:pt x="2030" y="1216"/>
                </a:lnTo>
                <a:lnTo>
                  <a:pt x="2029" y="1215"/>
                </a:lnTo>
                <a:lnTo>
                  <a:pt x="2030" y="1215"/>
                </a:lnTo>
                <a:lnTo>
                  <a:pt x="2030" y="1214"/>
                </a:lnTo>
                <a:lnTo>
                  <a:pt x="2031" y="1214"/>
                </a:lnTo>
                <a:lnTo>
                  <a:pt x="2031" y="1213"/>
                </a:lnTo>
                <a:lnTo>
                  <a:pt x="2030" y="1213"/>
                </a:lnTo>
                <a:lnTo>
                  <a:pt x="2029" y="1213"/>
                </a:lnTo>
                <a:lnTo>
                  <a:pt x="2029" y="1212"/>
                </a:lnTo>
                <a:lnTo>
                  <a:pt x="2028" y="1212"/>
                </a:lnTo>
                <a:lnTo>
                  <a:pt x="2028" y="1211"/>
                </a:lnTo>
                <a:lnTo>
                  <a:pt x="2027" y="1210"/>
                </a:lnTo>
                <a:lnTo>
                  <a:pt x="2026" y="1209"/>
                </a:lnTo>
                <a:lnTo>
                  <a:pt x="2026" y="1208"/>
                </a:lnTo>
                <a:lnTo>
                  <a:pt x="2025" y="1207"/>
                </a:lnTo>
                <a:lnTo>
                  <a:pt x="2024" y="1207"/>
                </a:lnTo>
                <a:lnTo>
                  <a:pt x="2021" y="1207"/>
                </a:lnTo>
                <a:lnTo>
                  <a:pt x="2020" y="1207"/>
                </a:lnTo>
                <a:lnTo>
                  <a:pt x="2019" y="1208"/>
                </a:lnTo>
                <a:lnTo>
                  <a:pt x="2018" y="1209"/>
                </a:lnTo>
                <a:lnTo>
                  <a:pt x="2018" y="1210"/>
                </a:lnTo>
                <a:lnTo>
                  <a:pt x="2018" y="1211"/>
                </a:lnTo>
                <a:lnTo>
                  <a:pt x="2017" y="1211"/>
                </a:lnTo>
                <a:lnTo>
                  <a:pt x="2016" y="1211"/>
                </a:lnTo>
                <a:lnTo>
                  <a:pt x="2015" y="1210"/>
                </a:lnTo>
                <a:lnTo>
                  <a:pt x="2014" y="1210"/>
                </a:lnTo>
                <a:lnTo>
                  <a:pt x="2013" y="1211"/>
                </a:lnTo>
                <a:lnTo>
                  <a:pt x="2012" y="1211"/>
                </a:lnTo>
                <a:lnTo>
                  <a:pt x="2012" y="1210"/>
                </a:lnTo>
                <a:lnTo>
                  <a:pt x="2011" y="1208"/>
                </a:lnTo>
                <a:lnTo>
                  <a:pt x="2011" y="1207"/>
                </a:lnTo>
                <a:lnTo>
                  <a:pt x="2011" y="1206"/>
                </a:lnTo>
                <a:lnTo>
                  <a:pt x="2010" y="1205"/>
                </a:lnTo>
                <a:lnTo>
                  <a:pt x="2009" y="1204"/>
                </a:lnTo>
                <a:lnTo>
                  <a:pt x="2008" y="1204"/>
                </a:lnTo>
                <a:lnTo>
                  <a:pt x="2007" y="1204"/>
                </a:lnTo>
                <a:lnTo>
                  <a:pt x="2007" y="1202"/>
                </a:lnTo>
                <a:lnTo>
                  <a:pt x="2006" y="1201"/>
                </a:lnTo>
                <a:lnTo>
                  <a:pt x="2007" y="1200"/>
                </a:lnTo>
                <a:lnTo>
                  <a:pt x="2007" y="1199"/>
                </a:lnTo>
                <a:lnTo>
                  <a:pt x="2006" y="1199"/>
                </a:lnTo>
                <a:lnTo>
                  <a:pt x="2006" y="1198"/>
                </a:lnTo>
                <a:lnTo>
                  <a:pt x="2006" y="1197"/>
                </a:lnTo>
                <a:lnTo>
                  <a:pt x="2007" y="1196"/>
                </a:lnTo>
                <a:lnTo>
                  <a:pt x="2007" y="1195"/>
                </a:lnTo>
                <a:lnTo>
                  <a:pt x="2007" y="1194"/>
                </a:lnTo>
                <a:lnTo>
                  <a:pt x="2007" y="1193"/>
                </a:lnTo>
                <a:lnTo>
                  <a:pt x="2007" y="1192"/>
                </a:lnTo>
                <a:lnTo>
                  <a:pt x="2006" y="1191"/>
                </a:lnTo>
                <a:lnTo>
                  <a:pt x="2005" y="1190"/>
                </a:lnTo>
                <a:lnTo>
                  <a:pt x="2005" y="1189"/>
                </a:lnTo>
                <a:lnTo>
                  <a:pt x="2004" y="1188"/>
                </a:lnTo>
                <a:lnTo>
                  <a:pt x="2002" y="1187"/>
                </a:lnTo>
                <a:lnTo>
                  <a:pt x="2002" y="1186"/>
                </a:lnTo>
                <a:lnTo>
                  <a:pt x="2002" y="1185"/>
                </a:lnTo>
                <a:lnTo>
                  <a:pt x="2001" y="1185"/>
                </a:lnTo>
                <a:lnTo>
                  <a:pt x="2000" y="1185"/>
                </a:lnTo>
                <a:lnTo>
                  <a:pt x="2000" y="1184"/>
                </a:lnTo>
                <a:lnTo>
                  <a:pt x="1999" y="1184"/>
                </a:lnTo>
                <a:lnTo>
                  <a:pt x="1999" y="1183"/>
                </a:lnTo>
                <a:lnTo>
                  <a:pt x="1998" y="1183"/>
                </a:lnTo>
                <a:lnTo>
                  <a:pt x="1997" y="1183"/>
                </a:lnTo>
                <a:lnTo>
                  <a:pt x="1996" y="1183"/>
                </a:lnTo>
                <a:lnTo>
                  <a:pt x="1995" y="1184"/>
                </a:lnTo>
                <a:lnTo>
                  <a:pt x="1995" y="1185"/>
                </a:lnTo>
                <a:lnTo>
                  <a:pt x="1994" y="1185"/>
                </a:lnTo>
                <a:lnTo>
                  <a:pt x="1993" y="1185"/>
                </a:lnTo>
                <a:lnTo>
                  <a:pt x="1992" y="1185"/>
                </a:lnTo>
                <a:lnTo>
                  <a:pt x="1992" y="1184"/>
                </a:lnTo>
                <a:lnTo>
                  <a:pt x="1992" y="1183"/>
                </a:lnTo>
                <a:lnTo>
                  <a:pt x="1991" y="1182"/>
                </a:lnTo>
                <a:lnTo>
                  <a:pt x="1991" y="1181"/>
                </a:lnTo>
                <a:lnTo>
                  <a:pt x="1990" y="1181"/>
                </a:lnTo>
                <a:lnTo>
                  <a:pt x="1989" y="1181"/>
                </a:lnTo>
                <a:lnTo>
                  <a:pt x="1988" y="1182"/>
                </a:lnTo>
                <a:lnTo>
                  <a:pt x="1987" y="1183"/>
                </a:lnTo>
                <a:lnTo>
                  <a:pt x="1986" y="1183"/>
                </a:lnTo>
                <a:lnTo>
                  <a:pt x="1986" y="1184"/>
                </a:lnTo>
                <a:lnTo>
                  <a:pt x="1985" y="1185"/>
                </a:lnTo>
                <a:lnTo>
                  <a:pt x="1983" y="1186"/>
                </a:lnTo>
                <a:lnTo>
                  <a:pt x="1983" y="1187"/>
                </a:lnTo>
                <a:lnTo>
                  <a:pt x="1982" y="1187"/>
                </a:lnTo>
                <a:lnTo>
                  <a:pt x="1981" y="1187"/>
                </a:lnTo>
                <a:lnTo>
                  <a:pt x="1981" y="1188"/>
                </a:lnTo>
                <a:lnTo>
                  <a:pt x="1981" y="1189"/>
                </a:lnTo>
                <a:lnTo>
                  <a:pt x="1981" y="1191"/>
                </a:lnTo>
                <a:lnTo>
                  <a:pt x="1982" y="1192"/>
                </a:lnTo>
                <a:lnTo>
                  <a:pt x="1982" y="1193"/>
                </a:lnTo>
                <a:lnTo>
                  <a:pt x="1982" y="1194"/>
                </a:lnTo>
                <a:lnTo>
                  <a:pt x="1981" y="1195"/>
                </a:lnTo>
                <a:lnTo>
                  <a:pt x="1980" y="1195"/>
                </a:lnTo>
                <a:lnTo>
                  <a:pt x="1980" y="1196"/>
                </a:lnTo>
                <a:lnTo>
                  <a:pt x="1980" y="1197"/>
                </a:lnTo>
                <a:lnTo>
                  <a:pt x="1980" y="1198"/>
                </a:lnTo>
                <a:lnTo>
                  <a:pt x="1980" y="1199"/>
                </a:lnTo>
                <a:lnTo>
                  <a:pt x="1979" y="1199"/>
                </a:lnTo>
                <a:lnTo>
                  <a:pt x="1978" y="1200"/>
                </a:lnTo>
                <a:lnTo>
                  <a:pt x="1977" y="1201"/>
                </a:lnTo>
                <a:lnTo>
                  <a:pt x="1977" y="1202"/>
                </a:lnTo>
                <a:lnTo>
                  <a:pt x="1978" y="1203"/>
                </a:lnTo>
                <a:lnTo>
                  <a:pt x="1978" y="1204"/>
                </a:lnTo>
                <a:lnTo>
                  <a:pt x="1978" y="1205"/>
                </a:lnTo>
                <a:lnTo>
                  <a:pt x="1978" y="1206"/>
                </a:lnTo>
                <a:lnTo>
                  <a:pt x="1979" y="1206"/>
                </a:lnTo>
                <a:lnTo>
                  <a:pt x="1979" y="1207"/>
                </a:lnTo>
                <a:lnTo>
                  <a:pt x="1980" y="1207"/>
                </a:lnTo>
                <a:lnTo>
                  <a:pt x="1981" y="1208"/>
                </a:lnTo>
                <a:lnTo>
                  <a:pt x="1981" y="1209"/>
                </a:lnTo>
                <a:lnTo>
                  <a:pt x="1980" y="1210"/>
                </a:lnTo>
                <a:lnTo>
                  <a:pt x="1979" y="1210"/>
                </a:lnTo>
                <a:lnTo>
                  <a:pt x="1978" y="1210"/>
                </a:lnTo>
                <a:lnTo>
                  <a:pt x="1977" y="1210"/>
                </a:lnTo>
                <a:lnTo>
                  <a:pt x="1976" y="1210"/>
                </a:lnTo>
                <a:lnTo>
                  <a:pt x="1975" y="1211"/>
                </a:lnTo>
                <a:lnTo>
                  <a:pt x="1975" y="1212"/>
                </a:lnTo>
                <a:lnTo>
                  <a:pt x="1975" y="1213"/>
                </a:lnTo>
                <a:lnTo>
                  <a:pt x="1976" y="1214"/>
                </a:lnTo>
                <a:lnTo>
                  <a:pt x="1975" y="1214"/>
                </a:lnTo>
                <a:lnTo>
                  <a:pt x="1975" y="1215"/>
                </a:lnTo>
                <a:lnTo>
                  <a:pt x="1974" y="1215"/>
                </a:lnTo>
                <a:lnTo>
                  <a:pt x="1973" y="1215"/>
                </a:lnTo>
                <a:lnTo>
                  <a:pt x="1972" y="1214"/>
                </a:lnTo>
                <a:lnTo>
                  <a:pt x="1971" y="1213"/>
                </a:lnTo>
                <a:lnTo>
                  <a:pt x="1971" y="1212"/>
                </a:lnTo>
                <a:lnTo>
                  <a:pt x="1970" y="1212"/>
                </a:lnTo>
                <a:lnTo>
                  <a:pt x="1969" y="1212"/>
                </a:lnTo>
                <a:lnTo>
                  <a:pt x="1968" y="1213"/>
                </a:lnTo>
                <a:lnTo>
                  <a:pt x="1967" y="1213"/>
                </a:lnTo>
                <a:lnTo>
                  <a:pt x="1967" y="1214"/>
                </a:lnTo>
                <a:lnTo>
                  <a:pt x="1967" y="1215"/>
                </a:lnTo>
                <a:lnTo>
                  <a:pt x="1968" y="1215"/>
                </a:lnTo>
                <a:lnTo>
                  <a:pt x="1968" y="1216"/>
                </a:lnTo>
                <a:lnTo>
                  <a:pt x="1968" y="1217"/>
                </a:lnTo>
                <a:lnTo>
                  <a:pt x="1968" y="1218"/>
                </a:lnTo>
                <a:lnTo>
                  <a:pt x="1966" y="1219"/>
                </a:lnTo>
                <a:lnTo>
                  <a:pt x="1965" y="1219"/>
                </a:lnTo>
                <a:lnTo>
                  <a:pt x="1964" y="1219"/>
                </a:lnTo>
                <a:lnTo>
                  <a:pt x="1963" y="1219"/>
                </a:lnTo>
                <a:lnTo>
                  <a:pt x="1962" y="1218"/>
                </a:lnTo>
                <a:lnTo>
                  <a:pt x="1961" y="1219"/>
                </a:lnTo>
                <a:lnTo>
                  <a:pt x="1961" y="1220"/>
                </a:lnTo>
                <a:lnTo>
                  <a:pt x="1961" y="1221"/>
                </a:lnTo>
                <a:lnTo>
                  <a:pt x="1961" y="1222"/>
                </a:lnTo>
                <a:lnTo>
                  <a:pt x="1961" y="1223"/>
                </a:lnTo>
                <a:lnTo>
                  <a:pt x="1962" y="1223"/>
                </a:lnTo>
                <a:lnTo>
                  <a:pt x="1962" y="1225"/>
                </a:lnTo>
                <a:lnTo>
                  <a:pt x="1962" y="1226"/>
                </a:lnTo>
                <a:lnTo>
                  <a:pt x="1961" y="1226"/>
                </a:lnTo>
                <a:lnTo>
                  <a:pt x="1961" y="1227"/>
                </a:lnTo>
                <a:lnTo>
                  <a:pt x="1961" y="1228"/>
                </a:lnTo>
                <a:lnTo>
                  <a:pt x="1961" y="1229"/>
                </a:lnTo>
                <a:lnTo>
                  <a:pt x="1960" y="1230"/>
                </a:lnTo>
                <a:lnTo>
                  <a:pt x="1958" y="1230"/>
                </a:lnTo>
                <a:lnTo>
                  <a:pt x="1958" y="1231"/>
                </a:lnTo>
                <a:lnTo>
                  <a:pt x="1958" y="1232"/>
                </a:lnTo>
                <a:lnTo>
                  <a:pt x="1959" y="1233"/>
                </a:lnTo>
                <a:lnTo>
                  <a:pt x="1959" y="1234"/>
                </a:lnTo>
                <a:lnTo>
                  <a:pt x="1959" y="1235"/>
                </a:lnTo>
                <a:lnTo>
                  <a:pt x="1958" y="1235"/>
                </a:lnTo>
                <a:lnTo>
                  <a:pt x="1958" y="1236"/>
                </a:lnTo>
                <a:lnTo>
                  <a:pt x="1956" y="1237"/>
                </a:lnTo>
                <a:lnTo>
                  <a:pt x="1955" y="1237"/>
                </a:lnTo>
                <a:lnTo>
                  <a:pt x="1955" y="1238"/>
                </a:lnTo>
                <a:lnTo>
                  <a:pt x="1954" y="1240"/>
                </a:lnTo>
                <a:lnTo>
                  <a:pt x="1955" y="1241"/>
                </a:lnTo>
                <a:lnTo>
                  <a:pt x="1956" y="1242"/>
                </a:lnTo>
                <a:lnTo>
                  <a:pt x="1957" y="1242"/>
                </a:lnTo>
                <a:lnTo>
                  <a:pt x="1958" y="1242"/>
                </a:lnTo>
                <a:lnTo>
                  <a:pt x="1959" y="1242"/>
                </a:lnTo>
                <a:lnTo>
                  <a:pt x="1960" y="1241"/>
                </a:lnTo>
                <a:lnTo>
                  <a:pt x="1962" y="1241"/>
                </a:lnTo>
                <a:lnTo>
                  <a:pt x="1963" y="1241"/>
                </a:lnTo>
                <a:lnTo>
                  <a:pt x="1962" y="1242"/>
                </a:lnTo>
                <a:lnTo>
                  <a:pt x="1962" y="1243"/>
                </a:lnTo>
                <a:lnTo>
                  <a:pt x="1962" y="1244"/>
                </a:lnTo>
                <a:lnTo>
                  <a:pt x="1962" y="1245"/>
                </a:lnTo>
                <a:lnTo>
                  <a:pt x="1963" y="1245"/>
                </a:lnTo>
                <a:lnTo>
                  <a:pt x="1963" y="1246"/>
                </a:lnTo>
                <a:lnTo>
                  <a:pt x="1964" y="1246"/>
                </a:lnTo>
                <a:lnTo>
                  <a:pt x="1965" y="1247"/>
                </a:lnTo>
                <a:lnTo>
                  <a:pt x="1966" y="1247"/>
                </a:lnTo>
                <a:lnTo>
                  <a:pt x="1966" y="1248"/>
                </a:lnTo>
                <a:lnTo>
                  <a:pt x="1965" y="1249"/>
                </a:lnTo>
                <a:lnTo>
                  <a:pt x="1964" y="1250"/>
                </a:lnTo>
                <a:lnTo>
                  <a:pt x="1963" y="1250"/>
                </a:lnTo>
                <a:lnTo>
                  <a:pt x="1963" y="1251"/>
                </a:lnTo>
                <a:lnTo>
                  <a:pt x="1963" y="1252"/>
                </a:lnTo>
                <a:lnTo>
                  <a:pt x="1962" y="1252"/>
                </a:lnTo>
                <a:lnTo>
                  <a:pt x="1962" y="1253"/>
                </a:lnTo>
                <a:lnTo>
                  <a:pt x="1962" y="1254"/>
                </a:lnTo>
                <a:lnTo>
                  <a:pt x="1961" y="1254"/>
                </a:lnTo>
                <a:lnTo>
                  <a:pt x="1961" y="1255"/>
                </a:lnTo>
                <a:lnTo>
                  <a:pt x="1961" y="1257"/>
                </a:lnTo>
                <a:lnTo>
                  <a:pt x="1961" y="1258"/>
                </a:lnTo>
                <a:lnTo>
                  <a:pt x="1961" y="1259"/>
                </a:lnTo>
                <a:lnTo>
                  <a:pt x="1962" y="1260"/>
                </a:lnTo>
                <a:lnTo>
                  <a:pt x="1963" y="1260"/>
                </a:lnTo>
                <a:lnTo>
                  <a:pt x="1962" y="1260"/>
                </a:lnTo>
                <a:lnTo>
                  <a:pt x="1962" y="1261"/>
                </a:lnTo>
                <a:lnTo>
                  <a:pt x="1961" y="1261"/>
                </a:lnTo>
                <a:lnTo>
                  <a:pt x="1960" y="1261"/>
                </a:lnTo>
                <a:lnTo>
                  <a:pt x="1961" y="1263"/>
                </a:lnTo>
                <a:lnTo>
                  <a:pt x="1962" y="1264"/>
                </a:lnTo>
                <a:lnTo>
                  <a:pt x="1962" y="1265"/>
                </a:lnTo>
                <a:lnTo>
                  <a:pt x="1961" y="1265"/>
                </a:lnTo>
                <a:lnTo>
                  <a:pt x="1960" y="1265"/>
                </a:lnTo>
                <a:lnTo>
                  <a:pt x="1960" y="1266"/>
                </a:lnTo>
                <a:lnTo>
                  <a:pt x="1959" y="1266"/>
                </a:lnTo>
                <a:lnTo>
                  <a:pt x="1958" y="1266"/>
                </a:lnTo>
                <a:lnTo>
                  <a:pt x="1958" y="1265"/>
                </a:lnTo>
                <a:lnTo>
                  <a:pt x="1957" y="1265"/>
                </a:lnTo>
                <a:lnTo>
                  <a:pt x="1955" y="1265"/>
                </a:lnTo>
                <a:lnTo>
                  <a:pt x="1955" y="1264"/>
                </a:lnTo>
                <a:lnTo>
                  <a:pt x="1955" y="1263"/>
                </a:lnTo>
                <a:lnTo>
                  <a:pt x="1955" y="1262"/>
                </a:lnTo>
                <a:lnTo>
                  <a:pt x="1954" y="1261"/>
                </a:lnTo>
                <a:lnTo>
                  <a:pt x="1954" y="1260"/>
                </a:lnTo>
                <a:lnTo>
                  <a:pt x="1953" y="1260"/>
                </a:lnTo>
                <a:lnTo>
                  <a:pt x="1952" y="1260"/>
                </a:lnTo>
                <a:lnTo>
                  <a:pt x="1951" y="1260"/>
                </a:lnTo>
                <a:lnTo>
                  <a:pt x="1950" y="1261"/>
                </a:lnTo>
                <a:lnTo>
                  <a:pt x="1949" y="1261"/>
                </a:lnTo>
                <a:lnTo>
                  <a:pt x="1948" y="1261"/>
                </a:lnTo>
                <a:lnTo>
                  <a:pt x="1948" y="1262"/>
                </a:lnTo>
                <a:lnTo>
                  <a:pt x="1947" y="1262"/>
                </a:lnTo>
                <a:lnTo>
                  <a:pt x="1946" y="1262"/>
                </a:lnTo>
                <a:lnTo>
                  <a:pt x="1946" y="1263"/>
                </a:lnTo>
                <a:lnTo>
                  <a:pt x="1945" y="1263"/>
                </a:lnTo>
                <a:lnTo>
                  <a:pt x="1945" y="1264"/>
                </a:lnTo>
                <a:lnTo>
                  <a:pt x="1944" y="1264"/>
                </a:lnTo>
                <a:lnTo>
                  <a:pt x="1944" y="1265"/>
                </a:lnTo>
                <a:lnTo>
                  <a:pt x="1943" y="1265"/>
                </a:lnTo>
                <a:lnTo>
                  <a:pt x="1943" y="1266"/>
                </a:lnTo>
                <a:lnTo>
                  <a:pt x="1942" y="1266"/>
                </a:lnTo>
                <a:lnTo>
                  <a:pt x="1941" y="1267"/>
                </a:lnTo>
                <a:lnTo>
                  <a:pt x="1940" y="1268"/>
                </a:lnTo>
                <a:lnTo>
                  <a:pt x="1939" y="1268"/>
                </a:lnTo>
                <a:lnTo>
                  <a:pt x="1939" y="1269"/>
                </a:lnTo>
                <a:lnTo>
                  <a:pt x="1939" y="1270"/>
                </a:lnTo>
                <a:lnTo>
                  <a:pt x="1938" y="1270"/>
                </a:lnTo>
                <a:lnTo>
                  <a:pt x="1937" y="1270"/>
                </a:lnTo>
                <a:lnTo>
                  <a:pt x="1937" y="1271"/>
                </a:lnTo>
                <a:lnTo>
                  <a:pt x="1936" y="1272"/>
                </a:lnTo>
                <a:lnTo>
                  <a:pt x="1935" y="1272"/>
                </a:lnTo>
                <a:lnTo>
                  <a:pt x="1935" y="1273"/>
                </a:lnTo>
                <a:lnTo>
                  <a:pt x="1934" y="1273"/>
                </a:lnTo>
                <a:lnTo>
                  <a:pt x="1933" y="1273"/>
                </a:lnTo>
                <a:lnTo>
                  <a:pt x="1932" y="1274"/>
                </a:lnTo>
                <a:lnTo>
                  <a:pt x="1931" y="1275"/>
                </a:lnTo>
                <a:lnTo>
                  <a:pt x="1930" y="1275"/>
                </a:lnTo>
                <a:lnTo>
                  <a:pt x="1929" y="1275"/>
                </a:lnTo>
                <a:lnTo>
                  <a:pt x="1928" y="1275"/>
                </a:lnTo>
                <a:lnTo>
                  <a:pt x="1928" y="1276"/>
                </a:lnTo>
                <a:lnTo>
                  <a:pt x="1928" y="1278"/>
                </a:lnTo>
                <a:lnTo>
                  <a:pt x="1928" y="1279"/>
                </a:lnTo>
                <a:lnTo>
                  <a:pt x="1928" y="1280"/>
                </a:lnTo>
                <a:lnTo>
                  <a:pt x="1927" y="1281"/>
                </a:lnTo>
                <a:lnTo>
                  <a:pt x="1927" y="1280"/>
                </a:lnTo>
                <a:lnTo>
                  <a:pt x="1927" y="1279"/>
                </a:lnTo>
                <a:lnTo>
                  <a:pt x="1927" y="1278"/>
                </a:lnTo>
                <a:lnTo>
                  <a:pt x="1926" y="1277"/>
                </a:lnTo>
                <a:lnTo>
                  <a:pt x="1926" y="1276"/>
                </a:lnTo>
                <a:lnTo>
                  <a:pt x="1926" y="1275"/>
                </a:lnTo>
                <a:lnTo>
                  <a:pt x="1926" y="1274"/>
                </a:lnTo>
                <a:lnTo>
                  <a:pt x="1925" y="1274"/>
                </a:lnTo>
                <a:lnTo>
                  <a:pt x="1925" y="1273"/>
                </a:lnTo>
                <a:lnTo>
                  <a:pt x="1924" y="1273"/>
                </a:lnTo>
                <a:lnTo>
                  <a:pt x="1924" y="1272"/>
                </a:lnTo>
                <a:lnTo>
                  <a:pt x="1923" y="1272"/>
                </a:lnTo>
                <a:lnTo>
                  <a:pt x="1923" y="1271"/>
                </a:lnTo>
                <a:lnTo>
                  <a:pt x="1923" y="1270"/>
                </a:lnTo>
                <a:lnTo>
                  <a:pt x="1922" y="1270"/>
                </a:lnTo>
                <a:lnTo>
                  <a:pt x="1921" y="1270"/>
                </a:lnTo>
                <a:lnTo>
                  <a:pt x="1921" y="1271"/>
                </a:lnTo>
                <a:lnTo>
                  <a:pt x="1920" y="1271"/>
                </a:lnTo>
                <a:lnTo>
                  <a:pt x="1920" y="1270"/>
                </a:lnTo>
                <a:lnTo>
                  <a:pt x="1919" y="1270"/>
                </a:lnTo>
                <a:lnTo>
                  <a:pt x="1919" y="1271"/>
                </a:lnTo>
                <a:lnTo>
                  <a:pt x="1918" y="1271"/>
                </a:lnTo>
                <a:lnTo>
                  <a:pt x="1917" y="1271"/>
                </a:lnTo>
                <a:lnTo>
                  <a:pt x="1917" y="1270"/>
                </a:lnTo>
                <a:lnTo>
                  <a:pt x="1917" y="1269"/>
                </a:lnTo>
                <a:lnTo>
                  <a:pt x="1916" y="1269"/>
                </a:lnTo>
                <a:lnTo>
                  <a:pt x="1916" y="1268"/>
                </a:lnTo>
                <a:lnTo>
                  <a:pt x="1915" y="1267"/>
                </a:lnTo>
                <a:lnTo>
                  <a:pt x="1915" y="1266"/>
                </a:lnTo>
                <a:lnTo>
                  <a:pt x="1915" y="1265"/>
                </a:lnTo>
                <a:lnTo>
                  <a:pt x="1914" y="1265"/>
                </a:lnTo>
                <a:lnTo>
                  <a:pt x="1914" y="1264"/>
                </a:lnTo>
                <a:lnTo>
                  <a:pt x="1913" y="1264"/>
                </a:lnTo>
                <a:lnTo>
                  <a:pt x="1913" y="1263"/>
                </a:lnTo>
                <a:lnTo>
                  <a:pt x="1912" y="1263"/>
                </a:lnTo>
                <a:lnTo>
                  <a:pt x="1911" y="1263"/>
                </a:lnTo>
                <a:lnTo>
                  <a:pt x="1911" y="1262"/>
                </a:lnTo>
                <a:lnTo>
                  <a:pt x="1910" y="1261"/>
                </a:lnTo>
                <a:lnTo>
                  <a:pt x="1909" y="1261"/>
                </a:lnTo>
                <a:lnTo>
                  <a:pt x="1908" y="1261"/>
                </a:lnTo>
                <a:lnTo>
                  <a:pt x="1907" y="1261"/>
                </a:lnTo>
                <a:lnTo>
                  <a:pt x="1906" y="1261"/>
                </a:lnTo>
                <a:lnTo>
                  <a:pt x="1905" y="1261"/>
                </a:lnTo>
                <a:lnTo>
                  <a:pt x="1904" y="1261"/>
                </a:lnTo>
                <a:lnTo>
                  <a:pt x="1902" y="1261"/>
                </a:lnTo>
                <a:lnTo>
                  <a:pt x="1901" y="1261"/>
                </a:lnTo>
                <a:lnTo>
                  <a:pt x="1901" y="1260"/>
                </a:lnTo>
                <a:lnTo>
                  <a:pt x="1900" y="1260"/>
                </a:lnTo>
                <a:lnTo>
                  <a:pt x="1900" y="1259"/>
                </a:lnTo>
                <a:lnTo>
                  <a:pt x="1899" y="1259"/>
                </a:lnTo>
                <a:lnTo>
                  <a:pt x="1898" y="1259"/>
                </a:lnTo>
                <a:lnTo>
                  <a:pt x="1898" y="1258"/>
                </a:lnTo>
                <a:lnTo>
                  <a:pt x="1897" y="1257"/>
                </a:lnTo>
                <a:lnTo>
                  <a:pt x="1897" y="1256"/>
                </a:lnTo>
                <a:lnTo>
                  <a:pt x="1896" y="1256"/>
                </a:lnTo>
                <a:lnTo>
                  <a:pt x="1896" y="1255"/>
                </a:lnTo>
                <a:lnTo>
                  <a:pt x="1896" y="1254"/>
                </a:lnTo>
                <a:lnTo>
                  <a:pt x="1895" y="1253"/>
                </a:lnTo>
                <a:lnTo>
                  <a:pt x="1894" y="1253"/>
                </a:lnTo>
                <a:lnTo>
                  <a:pt x="1893" y="1253"/>
                </a:lnTo>
                <a:lnTo>
                  <a:pt x="1892" y="1253"/>
                </a:lnTo>
                <a:lnTo>
                  <a:pt x="1892" y="1252"/>
                </a:lnTo>
                <a:lnTo>
                  <a:pt x="1891" y="1252"/>
                </a:lnTo>
                <a:lnTo>
                  <a:pt x="1891" y="1251"/>
                </a:lnTo>
                <a:lnTo>
                  <a:pt x="1890" y="1251"/>
                </a:lnTo>
                <a:lnTo>
                  <a:pt x="1889" y="1251"/>
                </a:lnTo>
                <a:lnTo>
                  <a:pt x="1888" y="1250"/>
                </a:lnTo>
                <a:lnTo>
                  <a:pt x="1887" y="1249"/>
                </a:lnTo>
                <a:lnTo>
                  <a:pt x="1886" y="1249"/>
                </a:lnTo>
                <a:lnTo>
                  <a:pt x="1885" y="1249"/>
                </a:lnTo>
                <a:lnTo>
                  <a:pt x="1884" y="1250"/>
                </a:lnTo>
                <a:lnTo>
                  <a:pt x="1884" y="1249"/>
                </a:lnTo>
                <a:lnTo>
                  <a:pt x="1883" y="1249"/>
                </a:lnTo>
                <a:lnTo>
                  <a:pt x="1882" y="1249"/>
                </a:lnTo>
                <a:lnTo>
                  <a:pt x="1882" y="1248"/>
                </a:lnTo>
                <a:lnTo>
                  <a:pt x="1881" y="1248"/>
                </a:lnTo>
                <a:lnTo>
                  <a:pt x="1881" y="1247"/>
                </a:lnTo>
                <a:lnTo>
                  <a:pt x="1880" y="1247"/>
                </a:lnTo>
                <a:lnTo>
                  <a:pt x="1880" y="1246"/>
                </a:lnTo>
                <a:lnTo>
                  <a:pt x="1880" y="1245"/>
                </a:lnTo>
                <a:lnTo>
                  <a:pt x="1879" y="1244"/>
                </a:lnTo>
                <a:lnTo>
                  <a:pt x="1878" y="1243"/>
                </a:lnTo>
                <a:lnTo>
                  <a:pt x="1878" y="1242"/>
                </a:lnTo>
                <a:lnTo>
                  <a:pt x="1878" y="1241"/>
                </a:lnTo>
                <a:lnTo>
                  <a:pt x="1878" y="1240"/>
                </a:lnTo>
                <a:lnTo>
                  <a:pt x="1877" y="1239"/>
                </a:lnTo>
                <a:lnTo>
                  <a:pt x="1877" y="1238"/>
                </a:lnTo>
                <a:lnTo>
                  <a:pt x="1876" y="1237"/>
                </a:lnTo>
                <a:lnTo>
                  <a:pt x="1875" y="1237"/>
                </a:lnTo>
                <a:lnTo>
                  <a:pt x="1874" y="1237"/>
                </a:lnTo>
                <a:lnTo>
                  <a:pt x="1873" y="1236"/>
                </a:lnTo>
                <a:lnTo>
                  <a:pt x="1873" y="1235"/>
                </a:lnTo>
                <a:lnTo>
                  <a:pt x="1872" y="1234"/>
                </a:lnTo>
                <a:lnTo>
                  <a:pt x="1871" y="1234"/>
                </a:lnTo>
                <a:lnTo>
                  <a:pt x="1870" y="1234"/>
                </a:lnTo>
                <a:lnTo>
                  <a:pt x="1869" y="1233"/>
                </a:lnTo>
                <a:lnTo>
                  <a:pt x="1869" y="1232"/>
                </a:lnTo>
                <a:lnTo>
                  <a:pt x="1868" y="1232"/>
                </a:lnTo>
                <a:lnTo>
                  <a:pt x="1867" y="1232"/>
                </a:lnTo>
                <a:lnTo>
                  <a:pt x="1866" y="1232"/>
                </a:lnTo>
                <a:lnTo>
                  <a:pt x="1865" y="1232"/>
                </a:lnTo>
                <a:lnTo>
                  <a:pt x="1864" y="1233"/>
                </a:lnTo>
                <a:lnTo>
                  <a:pt x="1864" y="1232"/>
                </a:lnTo>
                <a:lnTo>
                  <a:pt x="1863" y="1232"/>
                </a:lnTo>
                <a:lnTo>
                  <a:pt x="1863" y="1229"/>
                </a:lnTo>
                <a:lnTo>
                  <a:pt x="1863" y="1226"/>
                </a:lnTo>
                <a:lnTo>
                  <a:pt x="1862" y="1226"/>
                </a:lnTo>
                <a:lnTo>
                  <a:pt x="1861" y="1223"/>
                </a:lnTo>
                <a:lnTo>
                  <a:pt x="1860" y="1222"/>
                </a:lnTo>
                <a:lnTo>
                  <a:pt x="1859" y="1221"/>
                </a:lnTo>
                <a:lnTo>
                  <a:pt x="1857" y="1220"/>
                </a:lnTo>
                <a:lnTo>
                  <a:pt x="1856" y="1220"/>
                </a:lnTo>
                <a:lnTo>
                  <a:pt x="1855" y="1220"/>
                </a:lnTo>
                <a:lnTo>
                  <a:pt x="1854" y="1221"/>
                </a:lnTo>
                <a:lnTo>
                  <a:pt x="1853" y="1221"/>
                </a:lnTo>
                <a:lnTo>
                  <a:pt x="1853" y="1222"/>
                </a:lnTo>
                <a:lnTo>
                  <a:pt x="1853" y="1223"/>
                </a:lnTo>
                <a:lnTo>
                  <a:pt x="1853" y="1224"/>
                </a:lnTo>
                <a:lnTo>
                  <a:pt x="1853" y="1225"/>
                </a:lnTo>
                <a:lnTo>
                  <a:pt x="1851" y="1225"/>
                </a:lnTo>
                <a:lnTo>
                  <a:pt x="1850" y="1224"/>
                </a:lnTo>
                <a:lnTo>
                  <a:pt x="1849" y="1224"/>
                </a:lnTo>
                <a:lnTo>
                  <a:pt x="1848" y="1224"/>
                </a:lnTo>
                <a:lnTo>
                  <a:pt x="1847" y="1223"/>
                </a:lnTo>
                <a:lnTo>
                  <a:pt x="1846" y="1223"/>
                </a:lnTo>
                <a:lnTo>
                  <a:pt x="1845" y="1223"/>
                </a:lnTo>
                <a:lnTo>
                  <a:pt x="1844" y="1222"/>
                </a:lnTo>
                <a:lnTo>
                  <a:pt x="1843" y="1222"/>
                </a:lnTo>
                <a:lnTo>
                  <a:pt x="1842" y="1221"/>
                </a:lnTo>
                <a:lnTo>
                  <a:pt x="1841" y="1220"/>
                </a:lnTo>
                <a:lnTo>
                  <a:pt x="1841" y="1218"/>
                </a:lnTo>
                <a:lnTo>
                  <a:pt x="1841" y="1217"/>
                </a:lnTo>
                <a:lnTo>
                  <a:pt x="1841" y="1216"/>
                </a:lnTo>
                <a:lnTo>
                  <a:pt x="1841" y="1213"/>
                </a:lnTo>
                <a:lnTo>
                  <a:pt x="1841" y="1212"/>
                </a:lnTo>
                <a:lnTo>
                  <a:pt x="1841" y="1210"/>
                </a:lnTo>
                <a:lnTo>
                  <a:pt x="1840" y="1210"/>
                </a:lnTo>
                <a:lnTo>
                  <a:pt x="1839" y="1210"/>
                </a:lnTo>
                <a:lnTo>
                  <a:pt x="1837" y="1209"/>
                </a:lnTo>
                <a:lnTo>
                  <a:pt x="1835" y="1209"/>
                </a:lnTo>
                <a:lnTo>
                  <a:pt x="1834" y="1210"/>
                </a:lnTo>
                <a:lnTo>
                  <a:pt x="1833" y="1210"/>
                </a:lnTo>
                <a:lnTo>
                  <a:pt x="1832" y="1210"/>
                </a:lnTo>
                <a:lnTo>
                  <a:pt x="1831" y="1210"/>
                </a:lnTo>
                <a:lnTo>
                  <a:pt x="1828" y="1210"/>
                </a:lnTo>
                <a:lnTo>
                  <a:pt x="1827" y="1210"/>
                </a:lnTo>
                <a:lnTo>
                  <a:pt x="1825" y="1210"/>
                </a:lnTo>
                <a:lnTo>
                  <a:pt x="1823" y="1210"/>
                </a:lnTo>
                <a:lnTo>
                  <a:pt x="1822" y="1210"/>
                </a:lnTo>
                <a:lnTo>
                  <a:pt x="1821" y="1210"/>
                </a:lnTo>
                <a:lnTo>
                  <a:pt x="1820" y="1210"/>
                </a:lnTo>
                <a:lnTo>
                  <a:pt x="1819" y="1210"/>
                </a:lnTo>
                <a:lnTo>
                  <a:pt x="1818" y="1211"/>
                </a:lnTo>
                <a:lnTo>
                  <a:pt x="1817" y="1212"/>
                </a:lnTo>
                <a:lnTo>
                  <a:pt x="1816" y="1212"/>
                </a:lnTo>
                <a:lnTo>
                  <a:pt x="1814" y="1212"/>
                </a:lnTo>
                <a:lnTo>
                  <a:pt x="1811" y="1212"/>
                </a:lnTo>
                <a:lnTo>
                  <a:pt x="1809" y="1211"/>
                </a:lnTo>
                <a:lnTo>
                  <a:pt x="1808" y="1211"/>
                </a:lnTo>
                <a:lnTo>
                  <a:pt x="1807" y="1211"/>
                </a:lnTo>
                <a:lnTo>
                  <a:pt x="1807" y="1210"/>
                </a:lnTo>
                <a:lnTo>
                  <a:pt x="1806" y="1210"/>
                </a:lnTo>
                <a:lnTo>
                  <a:pt x="1806" y="1209"/>
                </a:lnTo>
                <a:lnTo>
                  <a:pt x="1805" y="1209"/>
                </a:lnTo>
                <a:lnTo>
                  <a:pt x="1805" y="1208"/>
                </a:lnTo>
                <a:lnTo>
                  <a:pt x="1805" y="1207"/>
                </a:lnTo>
                <a:lnTo>
                  <a:pt x="1804" y="1207"/>
                </a:lnTo>
                <a:lnTo>
                  <a:pt x="1804" y="1206"/>
                </a:lnTo>
                <a:lnTo>
                  <a:pt x="1803" y="1206"/>
                </a:lnTo>
                <a:lnTo>
                  <a:pt x="1803" y="1205"/>
                </a:lnTo>
                <a:lnTo>
                  <a:pt x="1802" y="1205"/>
                </a:lnTo>
                <a:lnTo>
                  <a:pt x="1801" y="1205"/>
                </a:lnTo>
                <a:lnTo>
                  <a:pt x="1800" y="1205"/>
                </a:lnTo>
                <a:lnTo>
                  <a:pt x="1799" y="1205"/>
                </a:lnTo>
                <a:lnTo>
                  <a:pt x="1799" y="1204"/>
                </a:lnTo>
                <a:lnTo>
                  <a:pt x="1799" y="1203"/>
                </a:lnTo>
                <a:lnTo>
                  <a:pt x="1799" y="1201"/>
                </a:lnTo>
                <a:lnTo>
                  <a:pt x="1799" y="1200"/>
                </a:lnTo>
                <a:lnTo>
                  <a:pt x="1799" y="1199"/>
                </a:lnTo>
                <a:lnTo>
                  <a:pt x="1798" y="1199"/>
                </a:lnTo>
                <a:lnTo>
                  <a:pt x="1797" y="1199"/>
                </a:lnTo>
                <a:lnTo>
                  <a:pt x="1797" y="1198"/>
                </a:lnTo>
                <a:lnTo>
                  <a:pt x="1797" y="1197"/>
                </a:lnTo>
                <a:lnTo>
                  <a:pt x="1796" y="1197"/>
                </a:lnTo>
                <a:lnTo>
                  <a:pt x="1795" y="1197"/>
                </a:lnTo>
                <a:lnTo>
                  <a:pt x="1794" y="1198"/>
                </a:lnTo>
                <a:lnTo>
                  <a:pt x="1793" y="1198"/>
                </a:lnTo>
                <a:lnTo>
                  <a:pt x="1792" y="1197"/>
                </a:lnTo>
                <a:lnTo>
                  <a:pt x="1791" y="1197"/>
                </a:lnTo>
                <a:lnTo>
                  <a:pt x="1790" y="1197"/>
                </a:lnTo>
                <a:lnTo>
                  <a:pt x="1789" y="1198"/>
                </a:lnTo>
                <a:lnTo>
                  <a:pt x="1788" y="1199"/>
                </a:lnTo>
                <a:lnTo>
                  <a:pt x="1787" y="1199"/>
                </a:lnTo>
                <a:lnTo>
                  <a:pt x="1786" y="1200"/>
                </a:lnTo>
                <a:lnTo>
                  <a:pt x="1785" y="1200"/>
                </a:lnTo>
                <a:lnTo>
                  <a:pt x="1785" y="1199"/>
                </a:lnTo>
                <a:lnTo>
                  <a:pt x="1784" y="1199"/>
                </a:lnTo>
                <a:lnTo>
                  <a:pt x="1784" y="1198"/>
                </a:lnTo>
                <a:lnTo>
                  <a:pt x="1783" y="1198"/>
                </a:lnTo>
                <a:lnTo>
                  <a:pt x="1782" y="1198"/>
                </a:lnTo>
                <a:lnTo>
                  <a:pt x="1782" y="1199"/>
                </a:lnTo>
                <a:lnTo>
                  <a:pt x="1781" y="1198"/>
                </a:lnTo>
                <a:lnTo>
                  <a:pt x="1780" y="1198"/>
                </a:lnTo>
                <a:lnTo>
                  <a:pt x="1779" y="1199"/>
                </a:lnTo>
                <a:lnTo>
                  <a:pt x="1778" y="1199"/>
                </a:lnTo>
                <a:lnTo>
                  <a:pt x="1777" y="1199"/>
                </a:lnTo>
                <a:lnTo>
                  <a:pt x="1776" y="1200"/>
                </a:lnTo>
                <a:lnTo>
                  <a:pt x="1774" y="1200"/>
                </a:lnTo>
                <a:lnTo>
                  <a:pt x="1773" y="1200"/>
                </a:lnTo>
                <a:lnTo>
                  <a:pt x="1772" y="1200"/>
                </a:lnTo>
                <a:lnTo>
                  <a:pt x="1772" y="1201"/>
                </a:lnTo>
                <a:lnTo>
                  <a:pt x="1771" y="1201"/>
                </a:lnTo>
                <a:lnTo>
                  <a:pt x="1770" y="1202"/>
                </a:lnTo>
                <a:lnTo>
                  <a:pt x="1769" y="1202"/>
                </a:lnTo>
                <a:lnTo>
                  <a:pt x="1769" y="1203"/>
                </a:lnTo>
                <a:lnTo>
                  <a:pt x="1768" y="1203"/>
                </a:lnTo>
                <a:lnTo>
                  <a:pt x="1767" y="1203"/>
                </a:lnTo>
                <a:lnTo>
                  <a:pt x="1767" y="1204"/>
                </a:lnTo>
                <a:lnTo>
                  <a:pt x="1766" y="1204"/>
                </a:lnTo>
                <a:lnTo>
                  <a:pt x="1765" y="1204"/>
                </a:lnTo>
                <a:lnTo>
                  <a:pt x="1764" y="1205"/>
                </a:lnTo>
                <a:lnTo>
                  <a:pt x="1763" y="1205"/>
                </a:lnTo>
                <a:lnTo>
                  <a:pt x="1762" y="1206"/>
                </a:lnTo>
                <a:lnTo>
                  <a:pt x="1761" y="1206"/>
                </a:lnTo>
                <a:lnTo>
                  <a:pt x="1760" y="1206"/>
                </a:lnTo>
                <a:lnTo>
                  <a:pt x="1759" y="1207"/>
                </a:lnTo>
                <a:lnTo>
                  <a:pt x="1758" y="1207"/>
                </a:lnTo>
                <a:lnTo>
                  <a:pt x="1757" y="1208"/>
                </a:lnTo>
                <a:lnTo>
                  <a:pt x="1756" y="1208"/>
                </a:lnTo>
                <a:lnTo>
                  <a:pt x="1755" y="1208"/>
                </a:lnTo>
                <a:lnTo>
                  <a:pt x="1754" y="1208"/>
                </a:lnTo>
                <a:lnTo>
                  <a:pt x="1753" y="1208"/>
                </a:lnTo>
                <a:lnTo>
                  <a:pt x="1753" y="1209"/>
                </a:lnTo>
                <a:lnTo>
                  <a:pt x="1752" y="1209"/>
                </a:lnTo>
                <a:lnTo>
                  <a:pt x="1751" y="1209"/>
                </a:lnTo>
                <a:lnTo>
                  <a:pt x="1750" y="1209"/>
                </a:lnTo>
                <a:lnTo>
                  <a:pt x="1749" y="1209"/>
                </a:lnTo>
                <a:lnTo>
                  <a:pt x="1748" y="1209"/>
                </a:lnTo>
                <a:lnTo>
                  <a:pt x="1747" y="1209"/>
                </a:lnTo>
                <a:lnTo>
                  <a:pt x="1746" y="1209"/>
                </a:lnTo>
                <a:lnTo>
                  <a:pt x="1745" y="1210"/>
                </a:lnTo>
                <a:lnTo>
                  <a:pt x="1744" y="1210"/>
                </a:lnTo>
                <a:lnTo>
                  <a:pt x="1743" y="1211"/>
                </a:lnTo>
                <a:lnTo>
                  <a:pt x="1742" y="1211"/>
                </a:lnTo>
                <a:lnTo>
                  <a:pt x="1741" y="1211"/>
                </a:lnTo>
                <a:lnTo>
                  <a:pt x="1741" y="1212"/>
                </a:lnTo>
                <a:lnTo>
                  <a:pt x="1740" y="1212"/>
                </a:lnTo>
                <a:lnTo>
                  <a:pt x="1740" y="1213"/>
                </a:lnTo>
                <a:lnTo>
                  <a:pt x="1739" y="1213"/>
                </a:lnTo>
                <a:lnTo>
                  <a:pt x="1738" y="1214"/>
                </a:lnTo>
                <a:lnTo>
                  <a:pt x="1738" y="1215"/>
                </a:lnTo>
                <a:lnTo>
                  <a:pt x="1737" y="1216"/>
                </a:lnTo>
                <a:lnTo>
                  <a:pt x="1737" y="1217"/>
                </a:lnTo>
                <a:lnTo>
                  <a:pt x="1737" y="1218"/>
                </a:lnTo>
                <a:lnTo>
                  <a:pt x="1736" y="1219"/>
                </a:lnTo>
                <a:lnTo>
                  <a:pt x="1736" y="1220"/>
                </a:lnTo>
                <a:lnTo>
                  <a:pt x="1735" y="1221"/>
                </a:lnTo>
                <a:lnTo>
                  <a:pt x="1735" y="1222"/>
                </a:lnTo>
                <a:lnTo>
                  <a:pt x="1735" y="1223"/>
                </a:lnTo>
                <a:lnTo>
                  <a:pt x="1734" y="1224"/>
                </a:lnTo>
                <a:lnTo>
                  <a:pt x="1734" y="1225"/>
                </a:lnTo>
                <a:lnTo>
                  <a:pt x="1733" y="1226"/>
                </a:lnTo>
                <a:lnTo>
                  <a:pt x="1732" y="1226"/>
                </a:lnTo>
                <a:lnTo>
                  <a:pt x="1732" y="1227"/>
                </a:lnTo>
                <a:lnTo>
                  <a:pt x="1731" y="1227"/>
                </a:lnTo>
                <a:lnTo>
                  <a:pt x="1730" y="1227"/>
                </a:lnTo>
                <a:lnTo>
                  <a:pt x="1729" y="1228"/>
                </a:lnTo>
                <a:lnTo>
                  <a:pt x="1729" y="1229"/>
                </a:lnTo>
                <a:lnTo>
                  <a:pt x="1728" y="1230"/>
                </a:lnTo>
                <a:lnTo>
                  <a:pt x="1727" y="1230"/>
                </a:lnTo>
                <a:lnTo>
                  <a:pt x="1727" y="1231"/>
                </a:lnTo>
                <a:lnTo>
                  <a:pt x="1726" y="1231"/>
                </a:lnTo>
                <a:lnTo>
                  <a:pt x="1726" y="1232"/>
                </a:lnTo>
                <a:lnTo>
                  <a:pt x="1725" y="1233"/>
                </a:lnTo>
                <a:lnTo>
                  <a:pt x="1724" y="1234"/>
                </a:lnTo>
                <a:lnTo>
                  <a:pt x="1724" y="1235"/>
                </a:lnTo>
                <a:lnTo>
                  <a:pt x="1722" y="1237"/>
                </a:lnTo>
                <a:lnTo>
                  <a:pt x="1720" y="1239"/>
                </a:lnTo>
                <a:lnTo>
                  <a:pt x="1719" y="1239"/>
                </a:lnTo>
                <a:lnTo>
                  <a:pt x="1718" y="1240"/>
                </a:lnTo>
                <a:lnTo>
                  <a:pt x="1716" y="1240"/>
                </a:lnTo>
                <a:lnTo>
                  <a:pt x="1716" y="1241"/>
                </a:lnTo>
                <a:lnTo>
                  <a:pt x="1715" y="1241"/>
                </a:lnTo>
                <a:lnTo>
                  <a:pt x="1714" y="1241"/>
                </a:lnTo>
                <a:lnTo>
                  <a:pt x="1713" y="1241"/>
                </a:lnTo>
                <a:lnTo>
                  <a:pt x="1712" y="1242"/>
                </a:lnTo>
                <a:lnTo>
                  <a:pt x="1711" y="1242"/>
                </a:lnTo>
                <a:lnTo>
                  <a:pt x="1710" y="1243"/>
                </a:lnTo>
                <a:lnTo>
                  <a:pt x="1709" y="1243"/>
                </a:lnTo>
                <a:lnTo>
                  <a:pt x="1708" y="1243"/>
                </a:lnTo>
                <a:lnTo>
                  <a:pt x="1707" y="1244"/>
                </a:lnTo>
                <a:lnTo>
                  <a:pt x="1706" y="1244"/>
                </a:lnTo>
                <a:lnTo>
                  <a:pt x="1705" y="1245"/>
                </a:lnTo>
                <a:lnTo>
                  <a:pt x="1704" y="1245"/>
                </a:lnTo>
                <a:lnTo>
                  <a:pt x="1703" y="1245"/>
                </a:lnTo>
                <a:lnTo>
                  <a:pt x="1703" y="1246"/>
                </a:lnTo>
                <a:lnTo>
                  <a:pt x="1702" y="1246"/>
                </a:lnTo>
                <a:lnTo>
                  <a:pt x="1701" y="1246"/>
                </a:lnTo>
                <a:lnTo>
                  <a:pt x="1701" y="1247"/>
                </a:lnTo>
                <a:lnTo>
                  <a:pt x="1700" y="1247"/>
                </a:lnTo>
                <a:lnTo>
                  <a:pt x="1699" y="1247"/>
                </a:lnTo>
                <a:lnTo>
                  <a:pt x="1698" y="1247"/>
                </a:lnTo>
                <a:lnTo>
                  <a:pt x="1697" y="1247"/>
                </a:lnTo>
                <a:lnTo>
                  <a:pt x="1697" y="1248"/>
                </a:lnTo>
                <a:lnTo>
                  <a:pt x="1696" y="1248"/>
                </a:lnTo>
                <a:lnTo>
                  <a:pt x="1694" y="1248"/>
                </a:lnTo>
                <a:lnTo>
                  <a:pt x="1693" y="1248"/>
                </a:lnTo>
                <a:lnTo>
                  <a:pt x="1692" y="1248"/>
                </a:lnTo>
                <a:lnTo>
                  <a:pt x="1692" y="1249"/>
                </a:lnTo>
                <a:lnTo>
                  <a:pt x="1691" y="1249"/>
                </a:lnTo>
                <a:lnTo>
                  <a:pt x="1690" y="1250"/>
                </a:lnTo>
                <a:lnTo>
                  <a:pt x="1689" y="1250"/>
                </a:lnTo>
                <a:lnTo>
                  <a:pt x="1688" y="1250"/>
                </a:lnTo>
                <a:lnTo>
                  <a:pt x="1687" y="1250"/>
                </a:lnTo>
                <a:lnTo>
                  <a:pt x="1686" y="1251"/>
                </a:lnTo>
                <a:lnTo>
                  <a:pt x="1686" y="1250"/>
                </a:lnTo>
                <a:lnTo>
                  <a:pt x="1685" y="1250"/>
                </a:lnTo>
                <a:lnTo>
                  <a:pt x="1685" y="1251"/>
                </a:lnTo>
                <a:lnTo>
                  <a:pt x="1684" y="1251"/>
                </a:lnTo>
                <a:lnTo>
                  <a:pt x="1684" y="1250"/>
                </a:lnTo>
                <a:lnTo>
                  <a:pt x="1683" y="1250"/>
                </a:lnTo>
                <a:lnTo>
                  <a:pt x="1682" y="1251"/>
                </a:lnTo>
                <a:lnTo>
                  <a:pt x="1682" y="1252"/>
                </a:lnTo>
                <a:lnTo>
                  <a:pt x="1681" y="1252"/>
                </a:lnTo>
                <a:lnTo>
                  <a:pt x="1681" y="1253"/>
                </a:lnTo>
                <a:lnTo>
                  <a:pt x="1680" y="1253"/>
                </a:lnTo>
                <a:lnTo>
                  <a:pt x="1679" y="1252"/>
                </a:lnTo>
                <a:lnTo>
                  <a:pt x="1678" y="1252"/>
                </a:lnTo>
                <a:lnTo>
                  <a:pt x="1677" y="1252"/>
                </a:lnTo>
                <a:lnTo>
                  <a:pt x="1676" y="1252"/>
                </a:lnTo>
                <a:lnTo>
                  <a:pt x="1676" y="1251"/>
                </a:lnTo>
                <a:lnTo>
                  <a:pt x="1675" y="1251"/>
                </a:lnTo>
                <a:lnTo>
                  <a:pt x="1674" y="1251"/>
                </a:lnTo>
                <a:lnTo>
                  <a:pt x="1673" y="1251"/>
                </a:lnTo>
                <a:lnTo>
                  <a:pt x="1672" y="1251"/>
                </a:lnTo>
                <a:lnTo>
                  <a:pt x="1671" y="1251"/>
                </a:lnTo>
                <a:lnTo>
                  <a:pt x="1671" y="1252"/>
                </a:lnTo>
                <a:lnTo>
                  <a:pt x="1670" y="1252"/>
                </a:lnTo>
                <a:lnTo>
                  <a:pt x="1669" y="1252"/>
                </a:lnTo>
                <a:lnTo>
                  <a:pt x="1668" y="1252"/>
                </a:lnTo>
                <a:lnTo>
                  <a:pt x="1667" y="1252"/>
                </a:lnTo>
                <a:lnTo>
                  <a:pt x="1667" y="1253"/>
                </a:lnTo>
                <a:lnTo>
                  <a:pt x="1666" y="1253"/>
                </a:lnTo>
                <a:lnTo>
                  <a:pt x="1666" y="1252"/>
                </a:lnTo>
                <a:lnTo>
                  <a:pt x="1665" y="1252"/>
                </a:lnTo>
                <a:lnTo>
                  <a:pt x="1664" y="1251"/>
                </a:lnTo>
                <a:lnTo>
                  <a:pt x="1663" y="1251"/>
                </a:lnTo>
                <a:lnTo>
                  <a:pt x="1663" y="1250"/>
                </a:lnTo>
                <a:lnTo>
                  <a:pt x="1664" y="1250"/>
                </a:lnTo>
                <a:lnTo>
                  <a:pt x="1664" y="1249"/>
                </a:lnTo>
                <a:lnTo>
                  <a:pt x="1663" y="1249"/>
                </a:lnTo>
                <a:lnTo>
                  <a:pt x="1662" y="1249"/>
                </a:lnTo>
                <a:lnTo>
                  <a:pt x="1662" y="1248"/>
                </a:lnTo>
                <a:lnTo>
                  <a:pt x="1661" y="1248"/>
                </a:lnTo>
                <a:lnTo>
                  <a:pt x="1660" y="1248"/>
                </a:lnTo>
                <a:lnTo>
                  <a:pt x="1659" y="1248"/>
                </a:lnTo>
                <a:lnTo>
                  <a:pt x="1658" y="1248"/>
                </a:lnTo>
                <a:lnTo>
                  <a:pt x="1657" y="1249"/>
                </a:lnTo>
                <a:lnTo>
                  <a:pt x="1656" y="1249"/>
                </a:lnTo>
                <a:lnTo>
                  <a:pt x="1656" y="1250"/>
                </a:lnTo>
                <a:lnTo>
                  <a:pt x="1657" y="1250"/>
                </a:lnTo>
                <a:lnTo>
                  <a:pt x="1656" y="1251"/>
                </a:lnTo>
                <a:lnTo>
                  <a:pt x="1656" y="1252"/>
                </a:lnTo>
                <a:lnTo>
                  <a:pt x="1655" y="1252"/>
                </a:lnTo>
                <a:lnTo>
                  <a:pt x="1655" y="1251"/>
                </a:lnTo>
                <a:lnTo>
                  <a:pt x="1654" y="1251"/>
                </a:lnTo>
                <a:lnTo>
                  <a:pt x="1654" y="1252"/>
                </a:lnTo>
                <a:lnTo>
                  <a:pt x="1653" y="1252"/>
                </a:lnTo>
                <a:lnTo>
                  <a:pt x="1652" y="1252"/>
                </a:lnTo>
                <a:lnTo>
                  <a:pt x="1651" y="1252"/>
                </a:lnTo>
                <a:lnTo>
                  <a:pt x="1650" y="1252"/>
                </a:lnTo>
                <a:lnTo>
                  <a:pt x="1649" y="1252"/>
                </a:lnTo>
                <a:lnTo>
                  <a:pt x="1648" y="1252"/>
                </a:lnTo>
                <a:lnTo>
                  <a:pt x="1646" y="1253"/>
                </a:lnTo>
                <a:lnTo>
                  <a:pt x="1644" y="1253"/>
                </a:lnTo>
                <a:lnTo>
                  <a:pt x="1644" y="1254"/>
                </a:lnTo>
                <a:lnTo>
                  <a:pt x="1643" y="1254"/>
                </a:lnTo>
                <a:lnTo>
                  <a:pt x="1642" y="1255"/>
                </a:lnTo>
                <a:lnTo>
                  <a:pt x="1642" y="1256"/>
                </a:lnTo>
                <a:lnTo>
                  <a:pt x="1641" y="1256"/>
                </a:lnTo>
                <a:lnTo>
                  <a:pt x="1640" y="1256"/>
                </a:lnTo>
                <a:lnTo>
                  <a:pt x="1639" y="1257"/>
                </a:lnTo>
                <a:lnTo>
                  <a:pt x="1638" y="1257"/>
                </a:lnTo>
                <a:lnTo>
                  <a:pt x="1637" y="1257"/>
                </a:lnTo>
                <a:lnTo>
                  <a:pt x="1634" y="1257"/>
                </a:lnTo>
                <a:lnTo>
                  <a:pt x="1633" y="1257"/>
                </a:lnTo>
                <a:lnTo>
                  <a:pt x="1632" y="1257"/>
                </a:lnTo>
                <a:lnTo>
                  <a:pt x="1631" y="1257"/>
                </a:lnTo>
                <a:lnTo>
                  <a:pt x="1631" y="1258"/>
                </a:lnTo>
                <a:lnTo>
                  <a:pt x="1631" y="1260"/>
                </a:lnTo>
                <a:lnTo>
                  <a:pt x="1631" y="1261"/>
                </a:lnTo>
                <a:lnTo>
                  <a:pt x="1630" y="1261"/>
                </a:lnTo>
                <a:lnTo>
                  <a:pt x="1629" y="1262"/>
                </a:lnTo>
                <a:lnTo>
                  <a:pt x="1628" y="1262"/>
                </a:lnTo>
                <a:lnTo>
                  <a:pt x="1627" y="1262"/>
                </a:lnTo>
                <a:lnTo>
                  <a:pt x="1627" y="1263"/>
                </a:lnTo>
                <a:lnTo>
                  <a:pt x="1626" y="1263"/>
                </a:lnTo>
                <a:lnTo>
                  <a:pt x="1626" y="1264"/>
                </a:lnTo>
                <a:lnTo>
                  <a:pt x="1625" y="1265"/>
                </a:lnTo>
                <a:lnTo>
                  <a:pt x="1624" y="1265"/>
                </a:lnTo>
                <a:lnTo>
                  <a:pt x="1624" y="1266"/>
                </a:lnTo>
                <a:lnTo>
                  <a:pt x="1623" y="1266"/>
                </a:lnTo>
                <a:lnTo>
                  <a:pt x="1623" y="1267"/>
                </a:lnTo>
                <a:lnTo>
                  <a:pt x="1622" y="1268"/>
                </a:lnTo>
                <a:lnTo>
                  <a:pt x="1621" y="1268"/>
                </a:lnTo>
                <a:lnTo>
                  <a:pt x="1620" y="1268"/>
                </a:lnTo>
                <a:lnTo>
                  <a:pt x="1619" y="1269"/>
                </a:lnTo>
                <a:lnTo>
                  <a:pt x="1618" y="1269"/>
                </a:lnTo>
                <a:lnTo>
                  <a:pt x="1617" y="1269"/>
                </a:lnTo>
                <a:lnTo>
                  <a:pt x="1616" y="1269"/>
                </a:lnTo>
                <a:lnTo>
                  <a:pt x="1615" y="1269"/>
                </a:lnTo>
                <a:lnTo>
                  <a:pt x="1615" y="1270"/>
                </a:lnTo>
                <a:lnTo>
                  <a:pt x="1614" y="1270"/>
                </a:lnTo>
                <a:lnTo>
                  <a:pt x="1613" y="1270"/>
                </a:lnTo>
                <a:lnTo>
                  <a:pt x="1612" y="1270"/>
                </a:lnTo>
                <a:lnTo>
                  <a:pt x="1611" y="1271"/>
                </a:lnTo>
                <a:lnTo>
                  <a:pt x="1609" y="1271"/>
                </a:lnTo>
                <a:lnTo>
                  <a:pt x="1608" y="1272"/>
                </a:lnTo>
                <a:lnTo>
                  <a:pt x="1607" y="1272"/>
                </a:lnTo>
                <a:lnTo>
                  <a:pt x="1607" y="1273"/>
                </a:lnTo>
                <a:lnTo>
                  <a:pt x="1606" y="1273"/>
                </a:lnTo>
                <a:lnTo>
                  <a:pt x="1605" y="1274"/>
                </a:lnTo>
                <a:lnTo>
                  <a:pt x="1604" y="1275"/>
                </a:lnTo>
                <a:lnTo>
                  <a:pt x="1603" y="1275"/>
                </a:lnTo>
                <a:lnTo>
                  <a:pt x="1603" y="1276"/>
                </a:lnTo>
                <a:lnTo>
                  <a:pt x="1602" y="1276"/>
                </a:lnTo>
                <a:lnTo>
                  <a:pt x="1602" y="1277"/>
                </a:lnTo>
                <a:lnTo>
                  <a:pt x="1601" y="1277"/>
                </a:lnTo>
                <a:lnTo>
                  <a:pt x="1600" y="1277"/>
                </a:lnTo>
                <a:lnTo>
                  <a:pt x="1599" y="1277"/>
                </a:lnTo>
                <a:lnTo>
                  <a:pt x="1599" y="1278"/>
                </a:lnTo>
                <a:lnTo>
                  <a:pt x="1598" y="1278"/>
                </a:lnTo>
                <a:lnTo>
                  <a:pt x="1598" y="1279"/>
                </a:lnTo>
                <a:lnTo>
                  <a:pt x="1597" y="1279"/>
                </a:lnTo>
                <a:lnTo>
                  <a:pt x="1596" y="1280"/>
                </a:lnTo>
                <a:lnTo>
                  <a:pt x="1595" y="1281"/>
                </a:lnTo>
                <a:lnTo>
                  <a:pt x="1594" y="1282"/>
                </a:lnTo>
                <a:lnTo>
                  <a:pt x="1593" y="1282"/>
                </a:lnTo>
                <a:lnTo>
                  <a:pt x="1592" y="1284"/>
                </a:lnTo>
                <a:lnTo>
                  <a:pt x="1591" y="1284"/>
                </a:lnTo>
                <a:lnTo>
                  <a:pt x="1590" y="1285"/>
                </a:lnTo>
                <a:lnTo>
                  <a:pt x="1589" y="1286"/>
                </a:lnTo>
                <a:lnTo>
                  <a:pt x="1588" y="1286"/>
                </a:lnTo>
                <a:lnTo>
                  <a:pt x="1587" y="1287"/>
                </a:lnTo>
                <a:lnTo>
                  <a:pt x="1586" y="1287"/>
                </a:lnTo>
                <a:lnTo>
                  <a:pt x="1585" y="1288"/>
                </a:lnTo>
                <a:lnTo>
                  <a:pt x="1585" y="1289"/>
                </a:lnTo>
                <a:lnTo>
                  <a:pt x="1584" y="1289"/>
                </a:lnTo>
                <a:lnTo>
                  <a:pt x="1583" y="1290"/>
                </a:lnTo>
                <a:lnTo>
                  <a:pt x="1582" y="1291"/>
                </a:lnTo>
                <a:lnTo>
                  <a:pt x="1581" y="1292"/>
                </a:lnTo>
                <a:lnTo>
                  <a:pt x="1580" y="1292"/>
                </a:lnTo>
                <a:lnTo>
                  <a:pt x="1577" y="1296"/>
                </a:lnTo>
                <a:lnTo>
                  <a:pt x="1576" y="1296"/>
                </a:lnTo>
                <a:lnTo>
                  <a:pt x="1575" y="1297"/>
                </a:lnTo>
                <a:lnTo>
                  <a:pt x="1574" y="1298"/>
                </a:lnTo>
                <a:lnTo>
                  <a:pt x="1573" y="1299"/>
                </a:lnTo>
                <a:lnTo>
                  <a:pt x="1573" y="1300"/>
                </a:lnTo>
                <a:lnTo>
                  <a:pt x="1572" y="1300"/>
                </a:lnTo>
                <a:lnTo>
                  <a:pt x="1571" y="1301"/>
                </a:lnTo>
                <a:lnTo>
                  <a:pt x="1570" y="1302"/>
                </a:lnTo>
                <a:lnTo>
                  <a:pt x="1569" y="1303"/>
                </a:lnTo>
                <a:lnTo>
                  <a:pt x="1569" y="1304"/>
                </a:lnTo>
                <a:lnTo>
                  <a:pt x="1568" y="1304"/>
                </a:lnTo>
                <a:lnTo>
                  <a:pt x="1567" y="1305"/>
                </a:lnTo>
                <a:lnTo>
                  <a:pt x="1566" y="1306"/>
                </a:lnTo>
                <a:lnTo>
                  <a:pt x="1565" y="1307"/>
                </a:lnTo>
                <a:lnTo>
                  <a:pt x="1564" y="1308"/>
                </a:lnTo>
                <a:lnTo>
                  <a:pt x="1563" y="1309"/>
                </a:lnTo>
                <a:lnTo>
                  <a:pt x="1562" y="1309"/>
                </a:lnTo>
                <a:lnTo>
                  <a:pt x="1562" y="1310"/>
                </a:lnTo>
                <a:lnTo>
                  <a:pt x="1561" y="1311"/>
                </a:lnTo>
                <a:lnTo>
                  <a:pt x="1560" y="1311"/>
                </a:lnTo>
                <a:lnTo>
                  <a:pt x="1559" y="1312"/>
                </a:lnTo>
                <a:lnTo>
                  <a:pt x="1559" y="1313"/>
                </a:lnTo>
                <a:lnTo>
                  <a:pt x="1558" y="1313"/>
                </a:lnTo>
                <a:lnTo>
                  <a:pt x="1558" y="1314"/>
                </a:lnTo>
                <a:lnTo>
                  <a:pt x="1557" y="1315"/>
                </a:lnTo>
                <a:lnTo>
                  <a:pt x="1556" y="1316"/>
                </a:lnTo>
                <a:lnTo>
                  <a:pt x="1555" y="1317"/>
                </a:lnTo>
                <a:lnTo>
                  <a:pt x="1554" y="1318"/>
                </a:lnTo>
                <a:lnTo>
                  <a:pt x="1553" y="1319"/>
                </a:lnTo>
                <a:lnTo>
                  <a:pt x="1553" y="1320"/>
                </a:lnTo>
                <a:lnTo>
                  <a:pt x="1552" y="1320"/>
                </a:lnTo>
                <a:lnTo>
                  <a:pt x="1552" y="1321"/>
                </a:lnTo>
                <a:lnTo>
                  <a:pt x="1552" y="1322"/>
                </a:lnTo>
                <a:lnTo>
                  <a:pt x="1552" y="1323"/>
                </a:lnTo>
                <a:lnTo>
                  <a:pt x="1552" y="1324"/>
                </a:lnTo>
                <a:lnTo>
                  <a:pt x="1552" y="1325"/>
                </a:lnTo>
                <a:lnTo>
                  <a:pt x="1552" y="1326"/>
                </a:lnTo>
                <a:lnTo>
                  <a:pt x="1552" y="1327"/>
                </a:lnTo>
                <a:lnTo>
                  <a:pt x="1552" y="1329"/>
                </a:lnTo>
                <a:lnTo>
                  <a:pt x="1551" y="1329"/>
                </a:lnTo>
                <a:lnTo>
                  <a:pt x="1551" y="1330"/>
                </a:lnTo>
                <a:lnTo>
                  <a:pt x="1551" y="1331"/>
                </a:lnTo>
                <a:lnTo>
                  <a:pt x="1551" y="1332"/>
                </a:lnTo>
                <a:lnTo>
                  <a:pt x="1550" y="1334"/>
                </a:lnTo>
                <a:lnTo>
                  <a:pt x="1549" y="1336"/>
                </a:lnTo>
                <a:lnTo>
                  <a:pt x="1548" y="1337"/>
                </a:lnTo>
                <a:lnTo>
                  <a:pt x="1547" y="1337"/>
                </a:lnTo>
                <a:lnTo>
                  <a:pt x="1546" y="1337"/>
                </a:lnTo>
                <a:lnTo>
                  <a:pt x="1544" y="1337"/>
                </a:lnTo>
                <a:lnTo>
                  <a:pt x="1542" y="1337"/>
                </a:lnTo>
                <a:lnTo>
                  <a:pt x="1541" y="1337"/>
                </a:lnTo>
                <a:lnTo>
                  <a:pt x="1540" y="1338"/>
                </a:lnTo>
                <a:lnTo>
                  <a:pt x="1539" y="1338"/>
                </a:lnTo>
                <a:lnTo>
                  <a:pt x="1537" y="1338"/>
                </a:lnTo>
                <a:lnTo>
                  <a:pt x="1536" y="1338"/>
                </a:lnTo>
                <a:lnTo>
                  <a:pt x="1535" y="1339"/>
                </a:lnTo>
                <a:lnTo>
                  <a:pt x="1534" y="1339"/>
                </a:lnTo>
                <a:lnTo>
                  <a:pt x="1533" y="1340"/>
                </a:lnTo>
                <a:lnTo>
                  <a:pt x="1532" y="1340"/>
                </a:lnTo>
                <a:lnTo>
                  <a:pt x="1531" y="1341"/>
                </a:lnTo>
                <a:lnTo>
                  <a:pt x="1530" y="1341"/>
                </a:lnTo>
                <a:lnTo>
                  <a:pt x="1529" y="1342"/>
                </a:lnTo>
                <a:lnTo>
                  <a:pt x="1528" y="1342"/>
                </a:lnTo>
                <a:lnTo>
                  <a:pt x="1527" y="1342"/>
                </a:lnTo>
                <a:lnTo>
                  <a:pt x="1525" y="1343"/>
                </a:lnTo>
                <a:lnTo>
                  <a:pt x="1524" y="1343"/>
                </a:lnTo>
                <a:lnTo>
                  <a:pt x="1523" y="1343"/>
                </a:lnTo>
                <a:lnTo>
                  <a:pt x="1522" y="1344"/>
                </a:lnTo>
                <a:lnTo>
                  <a:pt x="1521" y="1344"/>
                </a:lnTo>
                <a:lnTo>
                  <a:pt x="1520" y="1344"/>
                </a:lnTo>
                <a:lnTo>
                  <a:pt x="1519" y="1344"/>
                </a:lnTo>
                <a:lnTo>
                  <a:pt x="1517" y="1344"/>
                </a:lnTo>
                <a:lnTo>
                  <a:pt x="1516" y="1344"/>
                </a:lnTo>
                <a:lnTo>
                  <a:pt x="1515" y="1344"/>
                </a:lnTo>
                <a:lnTo>
                  <a:pt x="1514" y="1344"/>
                </a:lnTo>
                <a:lnTo>
                  <a:pt x="1513" y="1344"/>
                </a:lnTo>
                <a:lnTo>
                  <a:pt x="1510" y="1344"/>
                </a:lnTo>
                <a:lnTo>
                  <a:pt x="1509" y="1345"/>
                </a:lnTo>
                <a:lnTo>
                  <a:pt x="1508" y="1345"/>
                </a:lnTo>
                <a:lnTo>
                  <a:pt x="1508" y="1344"/>
                </a:lnTo>
                <a:lnTo>
                  <a:pt x="1506" y="1344"/>
                </a:lnTo>
                <a:lnTo>
                  <a:pt x="1505" y="1345"/>
                </a:lnTo>
                <a:lnTo>
                  <a:pt x="1504" y="1344"/>
                </a:lnTo>
                <a:lnTo>
                  <a:pt x="1503" y="1344"/>
                </a:lnTo>
                <a:lnTo>
                  <a:pt x="1501" y="1344"/>
                </a:lnTo>
                <a:lnTo>
                  <a:pt x="1500" y="1344"/>
                </a:lnTo>
                <a:lnTo>
                  <a:pt x="1499" y="1344"/>
                </a:lnTo>
                <a:lnTo>
                  <a:pt x="1498" y="1344"/>
                </a:lnTo>
                <a:lnTo>
                  <a:pt x="1497" y="1344"/>
                </a:lnTo>
                <a:lnTo>
                  <a:pt x="1497" y="1343"/>
                </a:lnTo>
                <a:lnTo>
                  <a:pt x="1496" y="1343"/>
                </a:lnTo>
                <a:lnTo>
                  <a:pt x="1495" y="1343"/>
                </a:lnTo>
                <a:lnTo>
                  <a:pt x="1490" y="1343"/>
                </a:lnTo>
                <a:lnTo>
                  <a:pt x="1489" y="1343"/>
                </a:lnTo>
                <a:lnTo>
                  <a:pt x="1483" y="1343"/>
                </a:lnTo>
                <a:lnTo>
                  <a:pt x="1482" y="1343"/>
                </a:lnTo>
                <a:lnTo>
                  <a:pt x="1479" y="1343"/>
                </a:lnTo>
                <a:lnTo>
                  <a:pt x="1478" y="1343"/>
                </a:lnTo>
                <a:lnTo>
                  <a:pt x="1477" y="1344"/>
                </a:lnTo>
                <a:lnTo>
                  <a:pt x="1475" y="1344"/>
                </a:lnTo>
                <a:lnTo>
                  <a:pt x="1473" y="1344"/>
                </a:lnTo>
                <a:lnTo>
                  <a:pt x="1472" y="1344"/>
                </a:lnTo>
                <a:lnTo>
                  <a:pt x="1471" y="1344"/>
                </a:lnTo>
                <a:lnTo>
                  <a:pt x="1470" y="1344"/>
                </a:lnTo>
                <a:lnTo>
                  <a:pt x="1469" y="1344"/>
                </a:lnTo>
                <a:lnTo>
                  <a:pt x="1468" y="1344"/>
                </a:lnTo>
                <a:lnTo>
                  <a:pt x="1467" y="1344"/>
                </a:lnTo>
                <a:lnTo>
                  <a:pt x="1466" y="1344"/>
                </a:lnTo>
                <a:lnTo>
                  <a:pt x="1465" y="1344"/>
                </a:lnTo>
                <a:lnTo>
                  <a:pt x="1463" y="1344"/>
                </a:lnTo>
                <a:lnTo>
                  <a:pt x="1460" y="1344"/>
                </a:lnTo>
                <a:lnTo>
                  <a:pt x="1459" y="1344"/>
                </a:lnTo>
                <a:lnTo>
                  <a:pt x="1458" y="1343"/>
                </a:lnTo>
                <a:lnTo>
                  <a:pt x="1457" y="1343"/>
                </a:lnTo>
                <a:lnTo>
                  <a:pt x="1455" y="1342"/>
                </a:lnTo>
                <a:lnTo>
                  <a:pt x="1454" y="1342"/>
                </a:lnTo>
                <a:lnTo>
                  <a:pt x="1454" y="1341"/>
                </a:lnTo>
                <a:lnTo>
                  <a:pt x="1453" y="1341"/>
                </a:lnTo>
                <a:lnTo>
                  <a:pt x="1452" y="1340"/>
                </a:lnTo>
                <a:lnTo>
                  <a:pt x="1451" y="1340"/>
                </a:lnTo>
                <a:lnTo>
                  <a:pt x="1449" y="1339"/>
                </a:lnTo>
                <a:lnTo>
                  <a:pt x="1448" y="1339"/>
                </a:lnTo>
                <a:lnTo>
                  <a:pt x="1447" y="1339"/>
                </a:lnTo>
                <a:lnTo>
                  <a:pt x="1446" y="1338"/>
                </a:lnTo>
                <a:lnTo>
                  <a:pt x="1445" y="1338"/>
                </a:lnTo>
                <a:lnTo>
                  <a:pt x="1444" y="1338"/>
                </a:lnTo>
                <a:lnTo>
                  <a:pt x="1443" y="1337"/>
                </a:lnTo>
                <a:lnTo>
                  <a:pt x="1442" y="1337"/>
                </a:lnTo>
                <a:lnTo>
                  <a:pt x="1441" y="1337"/>
                </a:lnTo>
                <a:lnTo>
                  <a:pt x="1440" y="1337"/>
                </a:lnTo>
                <a:lnTo>
                  <a:pt x="1439" y="1337"/>
                </a:lnTo>
                <a:lnTo>
                  <a:pt x="1438" y="1337"/>
                </a:lnTo>
                <a:lnTo>
                  <a:pt x="1437" y="1337"/>
                </a:lnTo>
                <a:lnTo>
                  <a:pt x="1437" y="1338"/>
                </a:lnTo>
                <a:lnTo>
                  <a:pt x="1436" y="1338"/>
                </a:lnTo>
                <a:lnTo>
                  <a:pt x="1435" y="1338"/>
                </a:lnTo>
                <a:lnTo>
                  <a:pt x="1434" y="1338"/>
                </a:lnTo>
                <a:lnTo>
                  <a:pt x="1433" y="1338"/>
                </a:lnTo>
                <a:lnTo>
                  <a:pt x="1433" y="1339"/>
                </a:lnTo>
                <a:lnTo>
                  <a:pt x="1432" y="1339"/>
                </a:lnTo>
                <a:lnTo>
                  <a:pt x="1431" y="1339"/>
                </a:lnTo>
                <a:lnTo>
                  <a:pt x="1429" y="1339"/>
                </a:lnTo>
                <a:lnTo>
                  <a:pt x="1428" y="1338"/>
                </a:lnTo>
                <a:lnTo>
                  <a:pt x="1427" y="1337"/>
                </a:lnTo>
                <a:lnTo>
                  <a:pt x="1426" y="1337"/>
                </a:lnTo>
                <a:lnTo>
                  <a:pt x="1425" y="1336"/>
                </a:lnTo>
                <a:lnTo>
                  <a:pt x="1424" y="1336"/>
                </a:lnTo>
                <a:lnTo>
                  <a:pt x="1424" y="1335"/>
                </a:lnTo>
                <a:lnTo>
                  <a:pt x="1423" y="1335"/>
                </a:lnTo>
                <a:lnTo>
                  <a:pt x="1422" y="1335"/>
                </a:lnTo>
                <a:lnTo>
                  <a:pt x="1422" y="1334"/>
                </a:lnTo>
                <a:lnTo>
                  <a:pt x="1420" y="1334"/>
                </a:lnTo>
                <a:lnTo>
                  <a:pt x="1420" y="1333"/>
                </a:lnTo>
                <a:lnTo>
                  <a:pt x="1419" y="1332"/>
                </a:lnTo>
                <a:lnTo>
                  <a:pt x="1418" y="1332"/>
                </a:lnTo>
                <a:lnTo>
                  <a:pt x="1417" y="1331"/>
                </a:lnTo>
                <a:lnTo>
                  <a:pt x="1416" y="1330"/>
                </a:lnTo>
                <a:lnTo>
                  <a:pt x="1415" y="1330"/>
                </a:lnTo>
                <a:lnTo>
                  <a:pt x="1414" y="1330"/>
                </a:lnTo>
                <a:lnTo>
                  <a:pt x="1404" y="1330"/>
                </a:lnTo>
                <a:lnTo>
                  <a:pt x="1403" y="1330"/>
                </a:lnTo>
                <a:lnTo>
                  <a:pt x="1402" y="1330"/>
                </a:lnTo>
                <a:lnTo>
                  <a:pt x="1401" y="1330"/>
                </a:lnTo>
                <a:lnTo>
                  <a:pt x="1400" y="1330"/>
                </a:lnTo>
                <a:lnTo>
                  <a:pt x="1399" y="1331"/>
                </a:lnTo>
                <a:lnTo>
                  <a:pt x="1398" y="1331"/>
                </a:lnTo>
                <a:lnTo>
                  <a:pt x="1397" y="1331"/>
                </a:lnTo>
                <a:lnTo>
                  <a:pt x="1396" y="1332"/>
                </a:lnTo>
                <a:lnTo>
                  <a:pt x="1395" y="1332"/>
                </a:lnTo>
                <a:lnTo>
                  <a:pt x="1394" y="1332"/>
                </a:lnTo>
                <a:lnTo>
                  <a:pt x="1393" y="1332"/>
                </a:lnTo>
                <a:lnTo>
                  <a:pt x="1392" y="1332"/>
                </a:lnTo>
                <a:lnTo>
                  <a:pt x="1391" y="1332"/>
                </a:lnTo>
                <a:lnTo>
                  <a:pt x="1390" y="1332"/>
                </a:lnTo>
                <a:lnTo>
                  <a:pt x="1389" y="1332"/>
                </a:lnTo>
                <a:lnTo>
                  <a:pt x="1388" y="1333"/>
                </a:lnTo>
                <a:lnTo>
                  <a:pt x="1387" y="1333"/>
                </a:lnTo>
                <a:lnTo>
                  <a:pt x="1386" y="1333"/>
                </a:lnTo>
                <a:lnTo>
                  <a:pt x="1385" y="1333"/>
                </a:lnTo>
                <a:lnTo>
                  <a:pt x="1382" y="1333"/>
                </a:lnTo>
                <a:lnTo>
                  <a:pt x="1381" y="1333"/>
                </a:lnTo>
                <a:lnTo>
                  <a:pt x="1380" y="1333"/>
                </a:lnTo>
                <a:lnTo>
                  <a:pt x="1379" y="1333"/>
                </a:lnTo>
                <a:lnTo>
                  <a:pt x="1378" y="1333"/>
                </a:lnTo>
                <a:lnTo>
                  <a:pt x="1377" y="1333"/>
                </a:lnTo>
                <a:lnTo>
                  <a:pt x="1376" y="1333"/>
                </a:lnTo>
                <a:lnTo>
                  <a:pt x="1376" y="1334"/>
                </a:lnTo>
                <a:lnTo>
                  <a:pt x="1373" y="1334"/>
                </a:lnTo>
                <a:lnTo>
                  <a:pt x="1372" y="1334"/>
                </a:lnTo>
                <a:lnTo>
                  <a:pt x="1371" y="1334"/>
                </a:lnTo>
                <a:lnTo>
                  <a:pt x="1370" y="1334"/>
                </a:lnTo>
                <a:lnTo>
                  <a:pt x="1369" y="1334"/>
                </a:lnTo>
                <a:lnTo>
                  <a:pt x="1368" y="1334"/>
                </a:lnTo>
                <a:lnTo>
                  <a:pt x="1367" y="1334"/>
                </a:lnTo>
                <a:lnTo>
                  <a:pt x="1366" y="1334"/>
                </a:lnTo>
                <a:lnTo>
                  <a:pt x="1366" y="1335"/>
                </a:lnTo>
                <a:lnTo>
                  <a:pt x="1365" y="1335"/>
                </a:lnTo>
                <a:lnTo>
                  <a:pt x="1364" y="1335"/>
                </a:lnTo>
                <a:lnTo>
                  <a:pt x="1362" y="1335"/>
                </a:lnTo>
                <a:lnTo>
                  <a:pt x="1361" y="1335"/>
                </a:lnTo>
                <a:lnTo>
                  <a:pt x="1359" y="1335"/>
                </a:lnTo>
                <a:lnTo>
                  <a:pt x="1359" y="1336"/>
                </a:lnTo>
                <a:lnTo>
                  <a:pt x="1358" y="1336"/>
                </a:lnTo>
                <a:lnTo>
                  <a:pt x="1357" y="1336"/>
                </a:lnTo>
                <a:lnTo>
                  <a:pt x="1356" y="1336"/>
                </a:lnTo>
                <a:lnTo>
                  <a:pt x="1355" y="1335"/>
                </a:lnTo>
                <a:lnTo>
                  <a:pt x="1354" y="1335"/>
                </a:lnTo>
                <a:lnTo>
                  <a:pt x="1353" y="1335"/>
                </a:lnTo>
                <a:lnTo>
                  <a:pt x="1352" y="1335"/>
                </a:lnTo>
                <a:lnTo>
                  <a:pt x="1351" y="1335"/>
                </a:lnTo>
                <a:lnTo>
                  <a:pt x="1350" y="1335"/>
                </a:lnTo>
                <a:lnTo>
                  <a:pt x="1349" y="1335"/>
                </a:lnTo>
                <a:lnTo>
                  <a:pt x="1348" y="1335"/>
                </a:lnTo>
                <a:lnTo>
                  <a:pt x="1349" y="1334"/>
                </a:lnTo>
                <a:lnTo>
                  <a:pt x="1350" y="1333"/>
                </a:lnTo>
                <a:lnTo>
                  <a:pt x="1351" y="1332"/>
                </a:lnTo>
                <a:lnTo>
                  <a:pt x="1351" y="1331"/>
                </a:lnTo>
                <a:lnTo>
                  <a:pt x="1352" y="1330"/>
                </a:lnTo>
                <a:lnTo>
                  <a:pt x="1352" y="1329"/>
                </a:lnTo>
                <a:lnTo>
                  <a:pt x="1352" y="1328"/>
                </a:lnTo>
                <a:lnTo>
                  <a:pt x="1353" y="1327"/>
                </a:lnTo>
                <a:lnTo>
                  <a:pt x="1353" y="1326"/>
                </a:lnTo>
                <a:lnTo>
                  <a:pt x="1353" y="1325"/>
                </a:lnTo>
                <a:lnTo>
                  <a:pt x="1353" y="1324"/>
                </a:lnTo>
                <a:lnTo>
                  <a:pt x="1353" y="1323"/>
                </a:lnTo>
                <a:lnTo>
                  <a:pt x="1354" y="1322"/>
                </a:lnTo>
                <a:lnTo>
                  <a:pt x="1354" y="1321"/>
                </a:lnTo>
                <a:lnTo>
                  <a:pt x="1354" y="1320"/>
                </a:lnTo>
                <a:lnTo>
                  <a:pt x="1354" y="1319"/>
                </a:lnTo>
                <a:lnTo>
                  <a:pt x="1353" y="1319"/>
                </a:lnTo>
                <a:lnTo>
                  <a:pt x="1353" y="1318"/>
                </a:lnTo>
                <a:lnTo>
                  <a:pt x="1353" y="1316"/>
                </a:lnTo>
                <a:lnTo>
                  <a:pt x="1353" y="1315"/>
                </a:lnTo>
                <a:lnTo>
                  <a:pt x="1352" y="1315"/>
                </a:lnTo>
                <a:lnTo>
                  <a:pt x="1352" y="1314"/>
                </a:lnTo>
                <a:lnTo>
                  <a:pt x="1351" y="1314"/>
                </a:lnTo>
                <a:lnTo>
                  <a:pt x="1350" y="1313"/>
                </a:lnTo>
                <a:lnTo>
                  <a:pt x="1350" y="1312"/>
                </a:lnTo>
                <a:lnTo>
                  <a:pt x="1351" y="1312"/>
                </a:lnTo>
                <a:lnTo>
                  <a:pt x="1351" y="1311"/>
                </a:lnTo>
                <a:lnTo>
                  <a:pt x="1351" y="1310"/>
                </a:lnTo>
                <a:lnTo>
                  <a:pt x="1350" y="1310"/>
                </a:lnTo>
                <a:lnTo>
                  <a:pt x="1349" y="1310"/>
                </a:lnTo>
                <a:lnTo>
                  <a:pt x="1349" y="1309"/>
                </a:lnTo>
                <a:lnTo>
                  <a:pt x="1348" y="1309"/>
                </a:lnTo>
                <a:lnTo>
                  <a:pt x="1347" y="1309"/>
                </a:lnTo>
                <a:lnTo>
                  <a:pt x="1347" y="1308"/>
                </a:lnTo>
                <a:lnTo>
                  <a:pt x="1346" y="1307"/>
                </a:lnTo>
                <a:lnTo>
                  <a:pt x="1347" y="1307"/>
                </a:lnTo>
                <a:lnTo>
                  <a:pt x="1347" y="1306"/>
                </a:lnTo>
                <a:lnTo>
                  <a:pt x="1346" y="1306"/>
                </a:lnTo>
                <a:lnTo>
                  <a:pt x="1346" y="1305"/>
                </a:lnTo>
                <a:lnTo>
                  <a:pt x="1346" y="1304"/>
                </a:lnTo>
                <a:lnTo>
                  <a:pt x="1346" y="1303"/>
                </a:lnTo>
                <a:lnTo>
                  <a:pt x="1346" y="1302"/>
                </a:lnTo>
                <a:lnTo>
                  <a:pt x="1346" y="1301"/>
                </a:lnTo>
                <a:lnTo>
                  <a:pt x="1346" y="1300"/>
                </a:lnTo>
                <a:lnTo>
                  <a:pt x="1347" y="1299"/>
                </a:lnTo>
                <a:lnTo>
                  <a:pt x="1347" y="1298"/>
                </a:lnTo>
                <a:lnTo>
                  <a:pt x="1348" y="1298"/>
                </a:lnTo>
                <a:lnTo>
                  <a:pt x="1348" y="1297"/>
                </a:lnTo>
                <a:lnTo>
                  <a:pt x="1347" y="1296"/>
                </a:lnTo>
                <a:lnTo>
                  <a:pt x="1348" y="1296"/>
                </a:lnTo>
                <a:lnTo>
                  <a:pt x="1348" y="1295"/>
                </a:lnTo>
                <a:lnTo>
                  <a:pt x="1347" y="1295"/>
                </a:lnTo>
                <a:lnTo>
                  <a:pt x="1347" y="1294"/>
                </a:lnTo>
                <a:lnTo>
                  <a:pt x="1347" y="1293"/>
                </a:lnTo>
                <a:lnTo>
                  <a:pt x="1348" y="1293"/>
                </a:lnTo>
                <a:lnTo>
                  <a:pt x="1348" y="1292"/>
                </a:lnTo>
                <a:lnTo>
                  <a:pt x="1349" y="1292"/>
                </a:lnTo>
                <a:lnTo>
                  <a:pt x="1350" y="1292"/>
                </a:lnTo>
                <a:lnTo>
                  <a:pt x="1351" y="1292"/>
                </a:lnTo>
                <a:lnTo>
                  <a:pt x="1351" y="1291"/>
                </a:lnTo>
                <a:lnTo>
                  <a:pt x="1351" y="1290"/>
                </a:lnTo>
                <a:lnTo>
                  <a:pt x="1351" y="1289"/>
                </a:lnTo>
                <a:lnTo>
                  <a:pt x="1352" y="1289"/>
                </a:lnTo>
                <a:lnTo>
                  <a:pt x="1352" y="1288"/>
                </a:lnTo>
                <a:lnTo>
                  <a:pt x="1353" y="1288"/>
                </a:lnTo>
                <a:lnTo>
                  <a:pt x="1353" y="1287"/>
                </a:lnTo>
                <a:lnTo>
                  <a:pt x="1353" y="1286"/>
                </a:lnTo>
                <a:lnTo>
                  <a:pt x="1353" y="1285"/>
                </a:lnTo>
                <a:lnTo>
                  <a:pt x="1353" y="1284"/>
                </a:lnTo>
                <a:lnTo>
                  <a:pt x="1352" y="1284"/>
                </a:lnTo>
                <a:lnTo>
                  <a:pt x="1352" y="1283"/>
                </a:lnTo>
                <a:lnTo>
                  <a:pt x="1351" y="1283"/>
                </a:lnTo>
                <a:lnTo>
                  <a:pt x="1350" y="1283"/>
                </a:lnTo>
                <a:lnTo>
                  <a:pt x="1350" y="1282"/>
                </a:lnTo>
                <a:lnTo>
                  <a:pt x="1351" y="1282"/>
                </a:lnTo>
                <a:lnTo>
                  <a:pt x="1351" y="1281"/>
                </a:lnTo>
                <a:lnTo>
                  <a:pt x="1352" y="1281"/>
                </a:lnTo>
                <a:lnTo>
                  <a:pt x="1353" y="1281"/>
                </a:lnTo>
                <a:lnTo>
                  <a:pt x="1353" y="1280"/>
                </a:lnTo>
                <a:lnTo>
                  <a:pt x="1354" y="1280"/>
                </a:lnTo>
                <a:lnTo>
                  <a:pt x="1355" y="1281"/>
                </a:lnTo>
                <a:lnTo>
                  <a:pt x="1356" y="1281"/>
                </a:lnTo>
                <a:lnTo>
                  <a:pt x="1356" y="1282"/>
                </a:lnTo>
                <a:lnTo>
                  <a:pt x="1356" y="1281"/>
                </a:lnTo>
                <a:lnTo>
                  <a:pt x="1357" y="1282"/>
                </a:lnTo>
                <a:lnTo>
                  <a:pt x="1358" y="1282"/>
                </a:lnTo>
                <a:lnTo>
                  <a:pt x="1359" y="1282"/>
                </a:lnTo>
                <a:lnTo>
                  <a:pt x="1360" y="1281"/>
                </a:lnTo>
                <a:lnTo>
                  <a:pt x="1360" y="1280"/>
                </a:lnTo>
                <a:lnTo>
                  <a:pt x="1359" y="1279"/>
                </a:lnTo>
                <a:lnTo>
                  <a:pt x="1359" y="1278"/>
                </a:lnTo>
                <a:lnTo>
                  <a:pt x="1359" y="1277"/>
                </a:lnTo>
                <a:lnTo>
                  <a:pt x="1359" y="1276"/>
                </a:lnTo>
                <a:lnTo>
                  <a:pt x="1358" y="1275"/>
                </a:lnTo>
                <a:lnTo>
                  <a:pt x="1358" y="1274"/>
                </a:lnTo>
                <a:lnTo>
                  <a:pt x="1357" y="1273"/>
                </a:lnTo>
                <a:lnTo>
                  <a:pt x="1357" y="1272"/>
                </a:lnTo>
                <a:lnTo>
                  <a:pt x="1357" y="1271"/>
                </a:lnTo>
                <a:lnTo>
                  <a:pt x="1356" y="1271"/>
                </a:lnTo>
                <a:lnTo>
                  <a:pt x="1356" y="1270"/>
                </a:lnTo>
                <a:lnTo>
                  <a:pt x="1356" y="1269"/>
                </a:lnTo>
                <a:lnTo>
                  <a:pt x="1356" y="1268"/>
                </a:lnTo>
                <a:lnTo>
                  <a:pt x="1355" y="1268"/>
                </a:lnTo>
                <a:lnTo>
                  <a:pt x="1355" y="1267"/>
                </a:lnTo>
                <a:lnTo>
                  <a:pt x="1355" y="1266"/>
                </a:lnTo>
                <a:lnTo>
                  <a:pt x="1355" y="1265"/>
                </a:lnTo>
                <a:lnTo>
                  <a:pt x="1354" y="1265"/>
                </a:lnTo>
                <a:lnTo>
                  <a:pt x="1354" y="1264"/>
                </a:lnTo>
                <a:lnTo>
                  <a:pt x="1354" y="1263"/>
                </a:lnTo>
                <a:lnTo>
                  <a:pt x="1354" y="1262"/>
                </a:lnTo>
                <a:lnTo>
                  <a:pt x="1354" y="1261"/>
                </a:lnTo>
                <a:lnTo>
                  <a:pt x="1353" y="1261"/>
                </a:lnTo>
                <a:lnTo>
                  <a:pt x="1353" y="1260"/>
                </a:lnTo>
                <a:lnTo>
                  <a:pt x="1352" y="1259"/>
                </a:lnTo>
                <a:lnTo>
                  <a:pt x="1351" y="1259"/>
                </a:lnTo>
                <a:lnTo>
                  <a:pt x="1351" y="1258"/>
                </a:lnTo>
                <a:lnTo>
                  <a:pt x="1351" y="1257"/>
                </a:lnTo>
                <a:lnTo>
                  <a:pt x="1351" y="1256"/>
                </a:lnTo>
                <a:lnTo>
                  <a:pt x="1351" y="1255"/>
                </a:lnTo>
                <a:lnTo>
                  <a:pt x="1351" y="1254"/>
                </a:lnTo>
                <a:lnTo>
                  <a:pt x="1350" y="1254"/>
                </a:lnTo>
                <a:lnTo>
                  <a:pt x="1350" y="1253"/>
                </a:lnTo>
                <a:lnTo>
                  <a:pt x="1350" y="1254"/>
                </a:lnTo>
                <a:lnTo>
                  <a:pt x="1349" y="1254"/>
                </a:lnTo>
                <a:lnTo>
                  <a:pt x="1349" y="1255"/>
                </a:lnTo>
                <a:lnTo>
                  <a:pt x="1348" y="1255"/>
                </a:lnTo>
                <a:lnTo>
                  <a:pt x="1347" y="1256"/>
                </a:lnTo>
                <a:lnTo>
                  <a:pt x="1344" y="1257"/>
                </a:lnTo>
                <a:lnTo>
                  <a:pt x="1343" y="1257"/>
                </a:lnTo>
                <a:lnTo>
                  <a:pt x="1342" y="1257"/>
                </a:lnTo>
                <a:lnTo>
                  <a:pt x="1341" y="1257"/>
                </a:lnTo>
                <a:lnTo>
                  <a:pt x="1340" y="1257"/>
                </a:lnTo>
                <a:lnTo>
                  <a:pt x="1338" y="1256"/>
                </a:lnTo>
                <a:lnTo>
                  <a:pt x="1337" y="1256"/>
                </a:lnTo>
                <a:lnTo>
                  <a:pt x="1336" y="1257"/>
                </a:lnTo>
                <a:lnTo>
                  <a:pt x="1335" y="1257"/>
                </a:lnTo>
                <a:lnTo>
                  <a:pt x="1334" y="1257"/>
                </a:lnTo>
                <a:lnTo>
                  <a:pt x="1333" y="1257"/>
                </a:lnTo>
                <a:lnTo>
                  <a:pt x="1331" y="1257"/>
                </a:lnTo>
                <a:lnTo>
                  <a:pt x="1330" y="1257"/>
                </a:lnTo>
                <a:lnTo>
                  <a:pt x="1328" y="1258"/>
                </a:lnTo>
                <a:lnTo>
                  <a:pt x="1327" y="1258"/>
                </a:lnTo>
                <a:lnTo>
                  <a:pt x="1327" y="1259"/>
                </a:lnTo>
                <a:lnTo>
                  <a:pt x="1326" y="1259"/>
                </a:lnTo>
                <a:lnTo>
                  <a:pt x="1325" y="1259"/>
                </a:lnTo>
                <a:lnTo>
                  <a:pt x="1324" y="1258"/>
                </a:lnTo>
                <a:lnTo>
                  <a:pt x="1323" y="1258"/>
                </a:lnTo>
                <a:lnTo>
                  <a:pt x="1322" y="1258"/>
                </a:lnTo>
                <a:lnTo>
                  <a:pt x="1322" y="1257"/>
                </a:lnTo>
                <a:lnTo>
                  <a:pt x="1323" y="1257"/>
                </a:lnTo>
                <a:lnTo>
                  <a:pt x="1324" y="1256"/>
                </a:lnTo>
                <a:lnTo>
                  <a:pt x="1325" y="1256"/>
                </a:lnTo>
                <a:lnTo>
                  <a:pt x="1325" y="1255"/>
                </a:lnTo>
                <a:lnTo>
                  <a:pt x="1324" y="1255"/>
                </a:lnTo>
                <a:lnTo>
                  <a:pt x="1323" y="1254"/>
                </a:lnTo>
                <a:lnTo>
                  <a:pt x="1322" y="1253"/>
                </a:lnTo>
                <a:lnTo>
                  <a:pt x="1321" y="1252"/>
                </a:lnTo>
                <a:lnTo>
                  <a:pt x="1320" y="1251"/>
                </a:lnTo>
                <a:lnTo>
                  <a:pt x="1319" y="1250"/>
                </a:lnTo>
                <a:lnTo>
                  <a:pt x="1318" y="1250"/>
                </a:lnTo>
                <a:lnTo>
                  <a:pt x="1317" y="1250"/>
                </a:lnTo>
                <a:lnTo>
                  <a:pt x="1316" y="1249"/>
                </a:lnTo>
                <a:lnTo>
                  <a:pt x="1315" y="1249"/>
                </a:lnTo>
                <a:lnTo>
                  <a:pt x="1314" y="1249"/>
                </a:lnTo>
                <a:lnTo>
                  <a:pt x="1313" y="1248"/>
                </a:lnTo>
                <a:lnTo>
                  <a:pt x="1312" y="1247"/>
                </a:lnTo>
                <a:lnTo>
                  <a:pt x="1311" y="1246"/>
                </a:lnTo>
                <a:lnTo>
                  <a:pt x="1311" y="1245"/>
                </a:lnTo>
                <a:lnTo>
                  <a:pt x="1310" y="1244"/>
                </a:lnTo>
                <a:lnTo>
                  <a:pt x="1309" y="1244"/>
                </a:lnTo>
                <a:lnTo>
                  <a:pt x="1308" y="1243"/>
                </a:lnTo>
                <a:lnTo>
                  <a:pt x="1307" y="1243"/>
                </a:lnTo>
                <a:lnTo>
                  <a:pt x="1307" y="1242"/>
                </a:lnTo>
                <a:lnTo>
                  <a:pt x="1307" y="1241"/>
                </a:lnTo>
                <a:lnTo>
                  <a:pt x="1307" y="1240"/>
                </a:lnTo>
                <a:lnTo>
                  <a:pt x="1306" y="1240"/>
                </a:lnTo>
                <a:lnTo>
                  <a:pt x="1305" y="1240"/>
                </a:lnTo>
                <a:lnTo>
                  <a:pt x="1304" y="1240"/>
                </a:lnTo>
                <a:lnTo>
                  <a:pt x="1304" y="1239"/>
                </a:lnTo>
                <a:lnTo>
                  <a:pt x="1304" y="1238"/>
                </a:lnTo>
                <a:lnTo>
                  <a:pt x="1303" y="1238"/>
                </a:lnTo>
                <a:lnTo>
                  <a:pt x="1304" y="1237"/>
                </a:lnTo>
                <a:lnTo>
                  <a:pt x="1304" y="1236"/>
                </a:lnTo>
                <a:lnTo>
                  <a:pt x="1303" y="1236"/>
                </a:lnTo>
                <a:lnTo>
                  <a:pt x="1303" y="1235"/>
                </a:lnTo>
                <a:lnTo>
                  <a:pt x="1302" y="1234"/>
                </a:lnTo>
                <a:lnTo>
                  <a:pt x="1302" y="1233"/>
                </a:lnTo>
                <a:lnTo>
                  <a:pt x="1303" y="1233"/>
                </a:lnTo>
                <a:lnTo>
                  <a:pt x="1303" y="1232"/>
                </a:lnTo>
                <a:lnTo>
                  <a:pt x="1304" y="1232"/>
                </a:lnTo>
                <a:lnTo>
                  <a:pt x="1304" y="1231"/>
                </a:lnTo>
                <a:lnTo>
                  <a:pt x="1305" y="1231"/>
                </a:lnTo>
                <a:lnTo>
                  <a:pt x="1304" y="1231"/>
                </a:lnTo>
                <a:lnTo>
                  <a:pt x="1304" y="1230"/>
                </a:lnTo>
                <a:lnTo>
                  <a:pt x="1303" y="1229"/>
                </a:lnTo>
                <a:lnTo>
                  <a:pt x="1303" y="1228"/>
                </a:lnTo>
                <a:lnTo>
                  <a:pt x="1303" y="1227"/>
                </a:lnTo>
                <a:lnTo>
                  <a:pt x="1303" y="1226"/>
                </a:lnTo>
                <a:lnTo>
                  <a:pt x="1304" y="1225"/>
                </a:lnTo>
                <a:lnTo>
                  <a:pt x="1304" y="1224"/>
                </a:lnTo>
                <a:lnTo>
                  <a:pt x="1305" y="1224"/>
                </a:lnTo>
                <a:lnTo>
                  <a:pt x="1306" y="1223"/>
                </a:lnTo>
                <a:lnTo>
                  <a:pt x="1307" y="1223"/>
                </a:lnTo>
                <a:lnTo>
                  <a:pt x="1307" y="1222"/>
                </a:lnTo>
                <a:lnTo>
                  <a:pt x="1308" y="1222"/>
                </a:lnTo>
                <a:lnTo>
                  <a:pt x="1308" y="1221"/>
                </a:lnTo>
                <a:lnTo>
                  <a:pt x="1309" y="1221"/>
                </a:lnTo>
                <a:lnTo>
                  <a:pt x="1310" y="1221"/>
                </a:lnTo>
                <a:lnTo>
                  <a:pt x="1310" y="1220"/>
                </a:lnTo>
                <a:lnTo>
                  <a:pt x="1311" y="1220"/>
                </a:lnTo>
                <a:lnTo>
                  <a:pt x="1311" y="1219"/>
                </a:lnTo>
                <a:lnTo>
                  <a:pt x="1311" y="1218"/>
                </a:lnTo>
                <a:lnTo>
                  <a:pt x="1312" y="1218"/>
                </a:lnTo>
                <a:lnTo>
                  <a:pt x="1312" y="1217"/>
                </a:lnTo>
                <a:lnTo>
                  <a:pt x="1312" y="1216"/>
                </a:lnTo>
                <a:lnTo>
                  <a:pt x="1313" y="1216"/>
                </a:lnTo>
                <a:lnTo>
                  <a:pt x="1313" y="1215"/>
                </a:lnTo>
                <a:lnTo>
                  <a:pt x="1313" y="1214"/>
                </a:lnTo>
                <a:lnTo>
                  <a:pt x="1313" y="1213"/>
                </a:lnTo>
                <a:lnTo>
                  <a:pt x="1314" y="1213"/>
                </a:lnTo>
                <a:lnTo>
                  <a:pt x="1314" y="1212"/>
                </a:lnTo>
                <a:lnTo>
                  <a:pt x="1314" y="1211"/>
                </a:lnTo>
                <a:lnTo>
                  <a:pt x="1314" y="1210"/>
                </a:lnTo>
                <a:lnTo>
                  <a:pt x="1314" y="1209"/>
                </a:lnTo>
                <a:lnTo>
                  <a:pt x="1313" y="1209"/>
                </a:lnTo>
                <a:lnTo>
                  <a:pt x="1314" y="1208"/>
                </a:lnTo>
                <a:lnTo>
                  <a:pt x="1313" y="1208"/>
                </a:lnTo>
                <a:lnTo>
                  <a:pt x="1313" y="1207"/>
                </a:lnTo>
                <a:lnTo>
                  <a:pt x="1314" y="1207"/>
                </a:lnTo>
                <a:lnTo>
                  <a:pt x="1314" y="1206"/>
                </a:lnTo>
                <a:lnTo>
                  <a:pt x="1313" y="1206"/>
                </a:lnTo>
                <a:lnTo>
                  <a:pt x="1313" y="1205"/>
                </a:lnTo>
                <a:lnTo>
                  <a:pt x="1312" y="1205"/>
                </a:lnTo>
                <a:lnTo>
                  <a:pt x="1312" y="1204"/>
                </a:lnTo>
                <a:lnTo>
                  <a:pt x="1311" y="1204"/>
                </a:lnTo>
                <a:lnTo>
                  <a:pt x="1311" y="1203"/>
                </a:lnTo>
                <a:lnTo>
                  <a:pt x="1310" y="1203"/>
                </a:lnTo>
                <a:lnTo>
                  <a:pt x="1310" y="1204"/>
                </a:lnTo>
                <a:lnTo>
                  <a:pt x="1309" y="1204"/>
                </a:lnTo>
                <a:lnTo>
                  <a:pt x="1308" y="1204"/>
                </a:lnTo>
                <a:lnTo>
                  <a:pt x="1308" y="1205"/>
                </a:lnTo>
                <a:lnTo>
                  <a:pt x="1307" y="1205"/>
                </a:lnTo>
                <a:lnTo>
                  <a:pt x="1307" y="1204"/>
                </a:lnTo>
                <a:lnTo>
                  <a:pt x="1306" y="1204"/>
                </a:lnTo>
                <a:lnTo>
                  <a:pt x="1306" y="1203"/>
                </a:lnTo>
                <a:lnTo>
                  <a:pt x="1305" y="1203"/>
                </a:lnTo>
                <a:lnTo>
                  <a:pt x="1304" y="1203"/>
                </a:lnTo>
                <a:lnTo>
                  <a:pt x="1304" y="1202"/>
                </a:lnTo>
                <a:lnTo>
                  <a:pt x="1303" y="1202"/>
                </a:lnTo>
                <a:lnTo>
                  <a:pt x="1304" y="1202"/>
                </a:lnTo>
                <a:lnTo>
                  <a:pt x="1304" y="1201"/>
                </a:lnTo>
                <a:lnTo>
                  <a:pt x="1305" y="1200"/>
                </a:lnTo>
                <a:lnTo>
                  <a:pt x="1305" y="1199"/>
                </a:lnTo>
                <a:lnTo>
                  <a:pt x="1306" y="1199"/>
                </a:lnTo>
                <a:lnTo>
                  <a:pt x="1306" y="1198"/>
                </a:lnTo>
                <a:lnTo>
                  <a:pt x="1307" y="1198"/>
                </a:lnTo>
                <a:lnTo>
                  <a:pt x="1308" y="1198"/>
                </a:lnTo>
                <a:lnTo>
                  <a:pt x="1309" y="1198"/>
                </a:lnTo>
                <a:lnTo>
                  <a:pt x="1309" y="1199"/>
                </a:lnTo>
                <a:lnTo>
                  <a:pt x="1310" y="1199"/>
                </a:lnTo>
                <a:lnTo>
                  <a:pt x="1311" y="1199"/>
                </a:lnTo>
                <a:lnTo>
                  <a:pt x="1311" y="1198"/>
                </a:lnTo>
                <a:lnTo>
                  <a:pt x="1311" y="1199"/>
                </a:lnTo>
                <a:lnTo>
                  <a:pt x="1312" y="1199"/>
                </a:lnTo>
                <a:lnTo>
                  <a:pt x="1313" y="1199"/>
                </a:lnTo>
                <a:lnTo>
                  <a:pt x="1313" y="1198"/>
                </a:lnTo>
                <a:lnTo>
                  <a:pt x="1313" y="1197"/>
                </a:lnTo>
                <a:lnTo>
                  <a:pt x="1313" y="1196"/>
                </a:lnTo>
                <a:lnTo>
                  <a:pt x="1313" y="1195"/>
                </a:lnTo>
                <a:lnTo>
                  <a:pt x="1312" y="1195"/>
                </a:lnTo>
                <a:lnTo>
                  <a:pt x="1312" y="1194"/>
                </a:lnTo>
                <a:lnTo>
                  <a:pt x="1311" y="1194"/>
                </a:lnTo>
                <a:lnTo>
                  <a:pt x="1311" y="1193"/>
                </a:lnTo>
                <a:lnTo>
                  <a:pt x="1311" y="1192"/>
                </a:lnTo>
                <a:lnTo>
                  <a:pt x="1310" y="1192"/>
                </a:lnTo>
                <a:lnTo>
                  <a:pt x="1310" y="1193"/>
                </a:lnTo>
                <a:lnTo>
                  <a:pt x="1309" y="1193"/>
                </a:lnTo>
                <a:lnTo>
                  <a:pt x="1308" y="1193"/>
                </a:lnTo>
                <a:lnTo>
                  <a:pt x="1308" y="1194"/>
                </a:lnTo>
                <a:lnTo>
                  <a:pt x="1307" y="1193"/>
                </a:lnTo>
                <a:lnTo>
                  <a:pt x="1307" y="1194"/>
                </a:lnTo>
                <a:lnTo>
                  <a:pt x="1307" y="1193"/>
                </a:lnTo>
                <a:lnTo>
                  <a:pt x="1306" y="1193"/>
                </a:lnTo>
                <a:lnTo>
                  <a:pt x="1306" y="1192"/>
                </a:lnTo>
                <a:lnTo>
                  <a:pt x="1306" y="1191"/>
                </a:lnTo>
                <a:lnTo>
                  <a:pt x="1306" y="1190"/>
                </a:lnTo>
                <a:lnTo>
                  <a:pt x="1305" y="1190"/>
                </a:lnTo>
                <a:lnTo>
                  <a:pt x="1304" y="1190"/>
                </a:lnTo>
                <a:lnTo>
                  <a:pt x="1303" y="1189"/>
                </a:lnTo>
                <a:lnTo>
                  <a:pt x="1303" y="1188"/>
                </a:lnTo>
                <a:lnTo>
                  <a:pt x="1302" y="1188"/>
                </a:lnTo>
                <a:lnTo>
                  <a:pt x="1302" y="1187"/>
                </a:lnTo>
                <a:lnTo>
                  <a:pt x="1300" y="1187"/>
                </a:lnTo>
                <a:lnTo>
                  <a:pt x="1299" y="1186"/>
                </a:lnTo>
                <a:lnTo>
                  <a:pt x="1299" y="1185"/>
                </a:lnTo>
                <a:lnTo>
                  <a:pt x="1300" y="1185"/>
                </a:lnTo>
                <a:lnTo>
                  <a:pt x="1300" y="1184"/>
                </a:lnTo>
                <a:lnTo>
                  <a:pt x="1300" y="1183"/>
                </a:lnTo>
                <a:lnTo>
                  <a:pt x="1300" y="1182"/>
                </a:lnTo>
                <a:lnTo>
                  <a:pt x="1299" y="1182"/>
                </a:lnTo>
                <a:lnTo>
                  <a:pt x="1299" y="1181"/>
                </a:lnTo>
                <a:lnTo>
                  <a:pt x="1298" y="1180"/>
                </a:lnTo>
                <a:lnTo>
                  <a:pt x="1298" y="1179"/>
                </a:lnTo>
                <a:lnTo>
                  <a:pt x="1298" y="1178"/>
                </a:lnTo>
                <a:lnTo>
                  <a:pt x="1297" y="1178"/>
                </a:lnTo>
                <a:lnTo>
                  <a:pt x="1297" y="1177"/>
                </a:lnTo>
                <a:lnTo>
                  <a:pt x="1296" y="1177"/>
                </a:lnTo>
                <a:lnTo>
                  <a:pt x="1296" y="1178"/>
                </a:lnTo>
                <a:lnTo>
                  <a:pt x="1295" y="1178"/>
                </a:lnTo>
                <a:lnTo>
                  <a:pt x="1294" y="1177"/>
                </a:lnTo>
                <a:lnTo>
                  <a:pt x="1295" y="1177"/>
                </a:lnTo>
                <a:lnTo>
                  <a:pt x="1295" y="1176"/>
                </a:lnTo>
                <a:lnTo>
                  <a:pt x="1294" y="1176"/>
                </a:lnTo>
                <a:lnTo>
                  <a:pt x="1293" y="1176"/>
                </a:lnTo>
                <a:lnTo>
                  <a:pt x="1292" y="1176"/>
                </a:lnTo>
                <a:lnTo>
                  <a:pt x="1292" y="1175"/>
                </a:lnTo>
                <a:lnTo>
                  <a:pt x="1292" y="1176"/>
                </a:lnTo>
                <a:lnTo>
                  <a:pt x="1292" y="1175"/>
                </a:lnTo>
                <a:lnTo>
                  <a:pt x="1292" y="1174"/>
                </a:lnTo>
                <a:lnTo>
                  <a:pt x="1291" y="1174"/>
                </a:lnTo>
                <a:lnTo>
                  <a:pt x="1290" y="1174"/>
                </a:lnTo>
                <a:lnTo>
                  <a:pt x="1289" y="1173"/>
                </a:lnTo>
                <a:lnTo>
                  <a:pt x="1289" y="1172"/>
                </a:lnTo>
                <a:lnTo>
                  <a:pt x="1288" y="1172"/>
                </a:lnTo>
                <a:lnTo>
                  <a:pt x="1288" y="1171"/>
                </a:lnTo>
                <a:lnTo>
                  <a:pt x="1287" y="1171"/>
                </a:lnTo>
                <a:lnTo>
                  <a:pt x="1286" y="1171"/>
                </a:lnTo>
                <a:lnTo>
                  <a:pt x="1285" y="1171"/>
                </a:lnTo>
                <a:lnTo>
                  <a:pt x="1285" y="1170"/>
                </a:lnTo>
                <a:lnTo>
                  <a:pt x="1285" y="1169"/>
                </a:lnTo>
                <a:lnTo>
                  <a:pt x="1285" y="1168"/>
                </a:lnTo>
                <a:lnTo>
                  <a:pt x="1284" y="1168"/>
                </a:lnTo>
                <a:lnTo>
                  <a:pt x="1284" y="1169"/>
                </a:lnTo>
                <a:lnTo>
                  <a:pt x="1283" y="1168"/>
                </a:lnTo>
                <a:lnTo>
                  <a:pt x="1283" y="1169"/>
                </a:lnTo>
                <a:lnTo>
                  <a:pt x="1283" y="1168"/>
                </a:lnTo>
                <a:lnTo>
                  <a:pt x="1282" y="1168"/>
                </a:lnTo>
                <a:lnTo>
                  <a:pt x="1282" y="1169"/>
                </a:lnTo>
                <a:lnTo>
                  <a:pt x="1281" y="1169"/>
                </a:lnTo>
                <a:lnTo>
                  <a:pt x="1281" y="1170"/>
                </a:lnTo>
                <a:lnTo>
                  <a:pt x="1282" y="1170"/>
                </a:lnTo>
                <a:lnTo>
                  <a:pt x="1282" y="1171"/>
                </a:lnTo>
                <a:lnTo>
                  <a:pt x="1281" y="1171"/>
                </a:lnTo>
                <a:lnTo>
                  <a:pt x="1281" y="1172"/>
                </a:lnTo>
                <a:lnTo>
                  <a:pt x="1280" y="1173"/>
                </a:lnTo>
                <a:lnTo>
                  <a:pt x="1280" y="1172"/>
                </a:lnTo>
                <a:lnTo>
                  <a:pt x="1279" y="1172"/>
                </a:lnTo>
                <a:lnTo>
                  <a:pt x="1279" y="1173"/>
                </a:lnTo>
                <a:lnTo>
                  <a:pt x="1278" y="1173"/>
                </a:lnTo>
                <a:lnTo>
                  <a:pt x="1278" y="1174"/>
                </a:lnTo>
                <a:lnTo>
                  <a:pt x="1277" y="1174"/>
                </a:lnTo>
                <a:lnTo>
                  <a:pt x="1277" y="1175"/>
                </a:lnTo>
                <a:lnTo>
                  <a:pt x="1277" y="1176"/>
                </a:lnTo>
                <a:lnTo>
                  <a:pt x="1276" y="1176"/>
                </a:lnTo>
                <a:lnTo>
                  <a:pt x="1276" y="1177"/>
                </a:lnTo>
                <a:lnTo>
                  <a:pt x="1275" y="1177"/>
                </a:lnTo>
                <a:lnTo>
                  <a:pt x="1275" y="1178"/>
                </a:lnTo>
                <a:lnTo>
                  <a:pt x="1275" y="1179"/>
                </a:lnTo>
                <a:lnTo>
                  <a:pt x="1274" y="1179"/>
                </a:lnTo>
                <a:lnTo>
                  <a:pt x="1273" y="1179"/>
                </a:lnTo>
                <a:lnTo>
                  <a:pt x="1273" y="1178"/>
                </a:lnTo>
                <a:lnTo>
                  <a:pt x="1272" y="1178"/>
                </a:lnTo>
                <a:lnTo>
                  <a:pt x="1271" y="1177"/>
                </a:lnTo>
                <a:lnTo>
                  <a:pt x="1271" y="1176"/>
                </a:lnTo>
                <a:lnTo>
                  <a:pt x="1270" y="1176"/>
                </a:lnTo>
                <a:lnTo>
                  <a:pt x="1269" y="1176"/>
                </a:lnTo>
                <a:lnTo>
                  <a:pt x="1269" y="1177"/>
                </a:lnTo>
                <a:lnTo>
                  <a:pt x="1268" y="1176"/>
                </a:lnTo>
                <a:lnTo>
                  <a:pt x="1267" y="1176"/>
                </a:lnTo>
                <a:lnTo>
                  <a:pt x="1266" y="1177"/>
                </a:lnTo>
                <a:lnTo>
                  <a:pt x="1265" y="1177"/>
                </a:lnTo>
                <a:lnTo>
                  <a:pt x="1265" y="1178"/>
                </a:lnTo>
                <a:lnTo>
                  <a:pt x="1265" y="1177"/>
                </a:lnTo>
                <a:lnTo>
                  <a:pt x="1263" y="1177"/>
                </a:lnTo>
                <a:lnTo>
                  <a:pt x="1263" y="1178"/>
                </a:lnTo>
                <a:lnTo>
                  <a:pt x="1264" y="1178"/>
                </a:lnTo>
                <a:lnTo>
                  <a:pt x="1264" y="1179"/>
                </a:lnTo>
                <a:lnTo>
                  <a:pt x="1264" y="1180"/>
                </a:lnTo>
                <a:lnTo>
                  <a:pt x="1264" y="1181"/>
                </a:lnTo>
                <a:lnTo>
                  <a:pt x="1263" y="1181"/>
                </a:lnTo>
                <a:lnTo>
                  <a:pt x="1263" y="1182"/>
                </a:lnTo>
                <a:lnTo>
                  <a:pt x="1261" y="1183"/>
                </a:lnTo>
                <a:lnTo>
                  <a:pt x="1260" y="1183"/>
                </a:lnTo>
                <a:lnTo>
                  <a:pt x="1259" y="1183"/>
                </a:lnTo>
                <a:lnTo>
                  <a:pt x="1259" y="1184"/>
                </a:lnTo>
                <a:lnTo>
                  <a:pt x="1259" y="1185"/>
                </a:lnTo>
                <a:lnTo>
                  <a:pt x="1258" y="1185"/>
                </a:lnTo>
                <a:lnTo>
                  <a:pt x="1257" y="1185"/>
                </a:lnTo>
                <a:lnTo>
                  <a:pt x="1257" y="1186"/>
                </a:lnTo>
                <a:lnTo>
                  <a:pt x="1256" y="1186"/>
                </a:lnTo>
                <a:lnTo>
                  <a:pt x="1255" y="1186"/>
                </a:lnTo>
                <a:lnTo>
                  <a:pt x="1254" y="1187"/>
                </a:lnTo>
                <a:lnTo>
                  <a:pt x="1253" y="1187"/>
                </a:lnTo>
                <a:lnTo>
                  <a:pt x="1252" y="1188"/>
                </a:lnTo>
                <a:lnTo>
                  <a:pt x="1252" y="1189"/>
                </a:lnTo>
                <a:lnTo>
                  <a:pt x="1252" y="1190"/>
                </a:lnTo>
                <a:lnTo>
                  <a:pt x="1251" y="1190"/>
                </a:lnTo>
                <a:lnTo>
                  <a:pt x="1251" y="1191"/>
                </a:lnTo>
                <a:lnTo>
                  <a:pt x="1250" y="1191"/>
                </a:lnTo>
                <a:lnTo>
                  <a:pt x="1249" y="1191"/>
                </a:lnTo>
                <a:lnTo>
                  <a:pt x="1248" y="1190"/>
                </a:lnTo>
                <a:lnTo>
                  <a:pt x="1247" y="1190"/>
                </a:lnTo>
                <a:lnTo>
                  <a:pt x="1246" y="1190"/>
                </a:lnTo>
                <a:lnTo>
                  <a:pt x="1246" y="1191"/>
                </a:lnTo>
                <a:lnTo>
                  <a:pt x="1245" y="1191"/>
                </a:lnTo>
                <a:lnTo>
                  <a:pt x="1244" y="1192"/>
                </a:lnTo>
                <a:lnTo>
                  <a:pt x="1243" y="1192"/>
                </a:lnTo>
                <a:lnTo>
                  <a:pt x="1243" y="1193"/>
                </a:lnTo>
                <a:lnTo>
                  <a:pt x="1242" y="1193"/>
                </a:lnTo>
                <a:lnTo>
                  <a:pt x="1241" y="1193"/>
                </a:lnTo>
                <a:lnTo>
                  <a:pt x="1240" y="1192"/>
                </a:lnTo>
                <a:lnTo>
                  <a:pt x="1238" y="1192"/>
                </a:lnTo>
                <a:lnTo>
                  <a:pt x="1237" y="1192"/>
                </a:lnTo>
                <a:lnTo>
                  <a:pt x="1237" y="1191"/>
                </a:lnTo>
                <a:lnTo>
                  <a:pt x="1236" y="1191"/>
                </a:lnTo>
                <a:lnTo>
                  <a:pt x="1235" y="1191"/>
                </a:lnTo>
                <a:lnTo>
                  <a:pt x="1234" y="1191"/>
                </a:lnTo>
                <a:lnTo>
                  <a:pt x="1234" y="1190"/>
                </a:lnTo>
                <a:lnTo>
                  <a:pt x="1233" y="1190"/>
                </a:lnTo>
                <a:lnTo>
                  <a:pt x="1232" y="1190"/>
                </a:lnTo>
                <a:lnTo>
                  <a:pt x="1232" y="1189"/>
                </a:lnTo>
                <a:lnTo>
                  <a:pt x="1231" y="1189"/>
                </a:lnTo>
                <a:lnTo>
                  <a:pt x="1231" y="1188"/>
                </a:lnTo>
                <a:lnTo>
                  <a:pt x="1230" y="1188"/>
                </a:lnTo>
                <a:lnTo>
                  <a:pt x="1230" y="1189"/>
                </a:lnTo>
                <a:lnTo>
                  <a:pt x="1229" y="1189"/>
                </a:lnTo>
                <a:lnTo>
                  <a:pt x="1229" y="1188"/>
                </a:lnTo>
                <a:lnTo>
                  <a:pt x="1228" y="1187"/>
                </a:lnTo>
                <a:lnTo>
                  <a:pt x="1228" y="1186"/>
                </a:lnTo>
                <a:lnTo>
                  <a:pt x="1227" y="1186"/>
                </a:lnTo>
                <a:lnTo>
                  <a:pt x="1227" y="1185"/>
                </a:lnTo>
                <a:lnTo>
                  <a:pt x="1227" y="1184"/>
                </a:lnTo>
                <a:lnTo>
                  <a:pt x="1227" y="1183"/>
                </a:lnTo>
                <a:lnTo>
                  <a:pt x="1226" y="1183"/>
                </a:lnTo>
                <a:lnTo>
                  <a:pt x="1225" y="1183"/>
                </a:lnTo>
                <a:lnTo>
                  <a:pt x="1224" y="1183"/>
                </a:lnTo>
                <a:lnTo>
                  <a:pt x="1225" y="1183"/>
                </a:lnTo>
                <a:lnTo>
                  <a:pt x="1225" y="1182"/>
                </a:lnTo>
                <a:lnTo>
                  <a:pt x="1224" y="1182"/>
                </a:lnTo>
                <a:lnTo>
                  <a:pt x="1224" y="1180"/>
                </a:lnTo>
                <a:lnTo>
                  <a:pt x="1224" y="1179"/>
                </a:lnTo>
                <a:lnTo>
                  <a:pt x="1223" y="1179"/>
                </a:lnTo>
                <a:lnTo>
                  <a:pt x="1223" y="1178"/>
                </a:lnTo>
                <a:lnTo>
                  <a:pt x="1223" y="1177"/>
                </a:lnTo>
                <a:lnTo>
                  <a:pt x="1223" y="1176"/>
                </a:lnTo>
                <a:lnTo>
                  <a:pt x="1223" y="1175"/>
                </a:lnTo>
                <a:lnTo>
                  <a:pt x="1222" y="1175"/>
                </a:lnTo>
                <a:lnTo>
                  <a:pt x="1222" y="1174"/>
                </a:lnTo>
                <a:lnTo>
                  <a:pt x="1222" y="1172"/>
                </a:lnTo>
                <a:lnTo>
                  <a:pt x="1223" y="1172"/>
                </a:lnTo>
                <a:lnTo>
                  <a:pt x="1223" y="1171"/>
                </a:lnTo>
                <a:lnTo>
                  <a:pt x="1223" y="1170"/>
                </a:lnTo>
                <a:lnTo>
                  <a:pt x="1223" y="1169"/>
                </a:lnTo>
                <a:lnTo>
                  <a:pt x="1224" y="1169"/>
                </a:lnTo>
                <a:lnTo>
                  <a:pt x="1224" y="1168"/>
                </a:lnTo>
                <a:lnTo>
                  <a:pt x="1225" y="1168"/>
                </a:lnTo>
                <a:lnTo>
                  <a:pt x="1225" y="1167"/>
                </a:lnTo>
                <a:lnTo>
                  <a:pt x="1224" y="1167"/>
                </a:lnTo>
                <a:lnTo>
                  <a:pt x="1224" y="1166"/>
                </a:lnTo>
                <a:lnTo>
                  <a:pt x="1224" y="1165"/>
                </a:lnTo>
                <a:lnTo>
                  <a:pt x="1224" y="1164"/>
                </a:lnTo>
                <a:lnTo>
                  <a:pt x="1225" y="1164"/>
                </a:lnTo>
                <a:lnTo>
                  <a:pt x="1225" y="1163"/>
                </a:lnTo>
                <a:lnTo>
                  <a:pt x="1224" y="1163"/>
                </a:lnTo>
                <a:lnTo>
                  <a:pt x="1224" y="1162"/>
                </a:lnTo>
                <a:lnTo>
                  <a:pt x="1223" y="1162"/>
                </a:lnTo>
                <a:lnTo>
                  <a:pt x="1223" y="1163"/>
                </a:lnTo>
                <a:lnTo>
                  <a:pt x="1222" y="1163"/>
                </a:lnTo>
                <a:lnTo>
                  <a:pt x="1222" y="1162"/>
                </a:lnTo>
                <a:lnTo>
                  <a:pt x="1221" y="1162"/>
                </a:lnTo>
                <a:lnTo>
                  <a:pt x="1220" y="1162"/>
                </a:lnTo>
                <a:lnTo>
                  <a:pt x="1220" y="1161"/>
                </a:lnTo>
                <a:lnTo>
                  <a:pt x="1219" y="1161"/>
                </a:lnTo>
                <a:lnTo>
                  <a:pt x="1218" y="1161"/>
                </a:lnTo>
                <a:lnTo>
                  <a:pt x="1218" y="1160"/>
                </a:lnTo>
                <a:lnTo>
                  <a:pt x="1217" y="1160"/>
                </a:lnTo>
                <a:lnTo>
                  <a:pt x="1217" y="1159"/>
                </a:lnTo>
                <a:lnTo>
                  <a:pt x="1216" y="1159"/>
                </a:lnTo>
                <a:lnTo>
                  <a:pt x="1217" y="1159"/>
                </a:lnTo>
                <a:lnTo>
                  <a:pt x="1217" y="1158"/>
                </a:lnTo>
                <a:lnTo>
                  <a:pt x="1216" y="1158"/>
                </a:lnTo>
                <a:lnTo>
                  <a:pt x="1215" y="1158"/>
                </a:lnTo>
                <a:lnTo>
                  <a:pt x="1214" y="1158"/>
                </a:lnTo>
                <a:lnTo>
                  <a:pt x="1214" y="1157"/>
                </a:lnTo>
                <a:lnTo>
                  <a:pt x="1214" y="1156"/>
                </a:lnTo>
                <a:lnTo>
                  <a:pt x="1213" y="1156"/>
                </a:lnTo>
                <a:lnTo>
                  <a:pt x="1212" y="1157"/>
                </a:lnTo>
                <a:lnTo>
                  <a:pt x="1212" y="1158"/>
                </a:lnTo>
                <a:lnTo>
                  <a:pt x="1211" y="1158"/>
                </a:lnTo>
                <a:lnTo>
                  <a:pt x="1210" y="1158"/>
                </a:lnTo>
                <a:lnTo>
                  <a:pt x="1210" y="1159"/>
                </a:lnTo>
                <a:lnTo>
                  <a:pt x="1209" y="1159"/>
                </a:lnTo>
                <a:lnTo>
                  <a:pt x="1208" y="1159"/>
                </a:lnTo>
                <a:lnTo>
                  <a:pt x="1207" y="1159"/>
                </a:lnTo>
                <a:lnTo>
                  <a:pt x="1207" y="1160"/>
                </a:lnTo>
                <a:lnTo>
                  <a:pt x="1206" y="1160"/>
                </a:lnTo>
                <a:lnTo>
                  <a:pt x="1206" y="1159"/>
                </a:lnTo>
                <a:lnTo>
                  <a:pt x="1206" y="1160"/>
                </a:lnTo>
                <a:lnTo>
                  <a:pt x="1205" y="1160"/>
                </a:lnTo>
                <a:lnTo>
                  <a:pt x="1205" y="1159"/>
                </a:lnTo>
                <a:lnTo>
                  <a:pt x="1204" y="1159"/>
                </a:lnTo>
                <a:lnTo>
                  <a:pt x="1204" y="1160"/>
                </a:lnTo>
                <a:lnTo>
                  <a:pt x="1203" y="1160"/>
                </a:lnTo>
                <a:lnTo>
                  <a:pt x="1202" y="1160"/>
                </a:lnTo>
                <a:lnTo>
                  <a:pt x="1202" y="1161"/>
                </a:lnTo>
                <a:lnTo>
                  <a:pt x="1201" y="1161"/>
                </a:lnTo>
                <a:lnTo>
                  <a:pt x="1201" y="1162"/>
                </a:lnTo>
                <a:lnTo>
                  <a:pt x="1200" y="1162"/>
                </a:lnTo>
                <a:lnTo>
                  <a:pt x="1200" y="1161"/>
                </a:lnTo>
                <a:lnTo>
                  <a:pt x="1199" y="1161"/>
                </a:lnTo>
                <a:lnTo>
                  <a:pt x="1199" y="1160"/>
                </a:lnTo>
                <a:lnTo>
                  <a:pt x="1199" y="1159"/>
                </a:lnTo>
                <a:lnTo>
                  <a:pt x="1198" y="1159"/>
                </a:lnTo>
                <a:lnTo>
                  <a:pt x="1198" y="1158"/>
                </a:lnTo>
                <a:lnTo>
                  <a:pt x="1197" y="1158"/>
                </a:lnTo>
                <a:lnTo>
                  <a:pt x="1196" y="1158"/>
                </a:lnTo>
                <a:lnTo>
                  <a:pt x="1196" y="1157"/>
                </a:lnTo>
                <a:lnTo>
                  <a:pt x="1195" y="1157"/>
                </a:lnTo>
                <a:lnTo>
                  <a:pt x="1194" y="1156"/>
                </a:lnTo>
                <a:lnTo>
                  <a:pt x="1193" y="1156"/>
                </a:lnTo>
                <a:lnTo>
                  <a:pt x="1193" y="1155"/>
                </a:lnTo>
                <a:lnTo>
                  <a:pt x="1192" y="1155"/>
                </a:lnTo>
                <a:lnTo>
                  <a:pt x="1191" y="1155"/>
                </a:lnTo>
                <a:lnTo>
                  <a:pt x="1191" y="1156"/>
                </a:lnTo>
                <a:lnTo>
                  <a:pt x="1190" y="1156"/>
                </a:lnTo>
                <a:lnTo>
                  <a:pt x="1190" y="1157"/>
                </a:lnTo>
                <a:lnTo>
                  <a:pt x="1189" y="1157"/>
                </a:lnTo>
                <a:lnTo>
                  <a:pt x="1189" y="1156"/>
                </a:lnTo>
                <a:lnTo>
                  <a:pt x="1189" y="1157"/>
                </a:lnTo>
                <a:lnTo>
                  <a:pt x="1187" y="1157"/>
                </a:lnTo>
                <a:lnTo>
                  <a:pt x="1187" y="1156"/>
                </a:lnTo>
                <a:lnTo>
                  <a:pt x="1187" y="1157"/>
                </a:lnTo>
                <a:lnTo>
                  <a:pt x="1187" y="1156"/>
                </a:lnTo>
                <a:lnTo>
                  <a:pt x="1187" y="1157"/>
                </a:lnTo>
                <a:lnTo>
                  <a:pt x="1186" y="1156"/>
                </a:lnTo>
                <a:lnTo>
                  <a:pt x="1185" y="1156"/>
                </a:lnTo>
                <a:lnTo>
                  <a:pt x="1185" y="1155"/>
                </a:lnTo>
                <a:lnTo>
                  <a:pt x="1185" y="1154"/>
                </a:lnTo>
                <a:lnTo>
                  <a:pt x="1184" y="1154"/>
                </a:lnTo>
                <a:lnTo>
                  <a:pt x="1183" y="1154"/>
                </a:lnTo>
                <a:lnTo>
                  <a:pt x="1183" y="1153"/>
                </a:lnTo>
                <a:lnTo>
                  <a:pt x="1182" y="1153"/>
                </a:lnTo>
                <a:lnTo>
                  <a:pt x="1181" y="1153"/>
                </a:lnTo>
                <a:lnTo>
                  <a:pt x="1180" y="1153"/>
                </a:lnTo>
                <a:lnTo>
                  <a:pt x="1179" y="1153"/>
                </a:lnTo>
                <a:lnTo>
                  <a:pt x="1179" y="1154"/>
                </a:lnTo>
                <a:lnTo>
                  <a:pt x="1179" y="1153"/>
                </a:lnTo>
                <a:lnTo>
                  <a:pt x="1178" y="1153"/>
                </a:lnTo>
                <a:lnTo>
                  <a:pt x="1177" y="1153"/>
                </a:lnTo>
                <a:lnTo>
                  <a:pt x="1177" y="1152"/>
                </a:lnTo>
                <a:lnTo>
                  <a:pt x="1177" y="1151"/>
                </a:lnTo>
                <a:lnTo>
                  <a:pt x="1177" y="1150"/>
                </a:lnTo>
                <a:lnTo>
                  <a:pt x="1177" y="1149"/>
                </a:lnTo>
                <a:lnTo>
                  <a:pt x="1176" y="1149"/>
                </a:lnTo>
                <a:lnTo>
                  <a:pt x="1176" y="1148"/>
                </a:lnTo>
                <a:lnTo>
                  <a:pt x="1176" y="1147"/>
                </a:lnTo>
                <a:lnTo>
                  <a:pt x="1175" y="1147"/>
                </a:lnTo>
                <a:lnTo>
                  <a:pt x="1175" y="1146"/>
                </a:lnTo>
                <a:lnTo>
                  <a:pt x="1174" y="1146"/>
                </a:lnTo>
                <a:lnTo>
                  <a:pt x="1174" y="1145"/>
                </a:lnTo>
                <a:lnTo>
                  <a:pt x="1174" y="1144"/>
                </a:lnTo>
                <a:lnTo>
                  <a:pt x="1173" y="1144"/>
                </a:lnTo>
                <a:lnTo>
                  <a:pt x="1173" y="1143"/>
                </a:lnTo>
                <a:lnTo>
                  <a:pt x="1172" y="1143"/>
                </a:lnTo>
                <a:lnTo>
                  <a:pt x="1171" y="1143"/>
                </a:lnTo>
                <a:lnTo>
                  <a:pt x="1171" y="1142"/>
                </a:lnTo>
                <a:lnTo>
                  <a:pt x="1170" y="1142"/>
                </a:lnTo>
                <a:lnTo>
                  <a:pt x="1170" y="1141"/>
                </a:lnTo>
                <a:lnTo>
                  <a:pt x="1170" y="1140"/>
                </a:lnTo>
                <a:lnTo>
                  <a:pt x="1169" y="1140"/>
                </a:lnTo>
                <a:lnTo>
                  <a:pt x="1168" y="1140"/>
                </a:lnTo>
                <a:lnTo>
                  <a:pt x="1167" y="1140"/>
                </a:lnTo>
                <a:lnTo>
                  <a:pt x="1166" y="1140"/>
                </a:lnTo>
                <a:lnTo>
                  <a:pt x="1165" y="1140"/>
                </a:lnTo>
                <a:lnTo>
                  <a:pt x="1164" y="1140"/>
                </a:lnTo>
                <a:lnTo>
                  <a:pt x="1163" y="1140"/>
                </a:lnTo>
                <a:lnTo>
                  <a:pt x="1162" y="1140"/>
                </a:lnTo>
                <a:lnTo>
                  <a:pt x="1162" y="1141"/>
                </a:lnTo>
                <a:lnTo>
                  <a:pt x="1162" y="1140"/>
                </a:lnTo>
                <a:lnTo>
                  <a:pt x="1161" y="1140"/>
                </a:lnTo>
                <a:lnTo>
                  <a:pt x="1160" y="1140"/>
                </a:lnTo>
                <a:lnTo>
                  <a:pt x="1160" y="1139"/>
                </a:lnTo>
                <a:lnTo>
                  <a:pt x="1159" y="1138"/>
                </a:lnTo>
                <a:lnTo>
                  <a:pt x="1159" y="1137"/>
                </a:lnTo>
                <a:lnTo>
                  <a:pt x="1158" y="1137"/>
                </a:lnTo>
                <a:lnTo>
                  <a:pt x="1158" y="1136"/>
                </a:lnTo>
                <a:lnTo>
                  <a:pt x="1158" y="1135"/>
                </a:lnTo>
                <a:lnTo>
                  <a:pt x="1157" y="1134"/>
                </a:lnTo>
                <a:lnTo>
                  <a:pt x="1156" y="1134"/>
                </a:lnTo>
                <a:lnTo>
                  <a:pt x="1156" y="1133"/>
                </a:lnTo>
                <a:lnTo>
                  <a:pt x="1155" y="1133"/>
                </a:lnTo>
                <a:lnTo>
                  <a:pt x="1154" y="1133"/>
                </a:lnTo>
                <a:lnTo>
                  <a:pt x="1153" y="1132"/>
                </a:lnTo>
                <a:lnTo>
                  <a:pt x="1152" y="1132"/>
                </a:lnTo>
                <a:lnTo>
                  <a:pt x="1151" y="1133"/>
                </a:lnTo>
                <a:lnTo>
                  <a:pt x="1151" y="1134"/>
                </a:lnTo>
                <a:lnTo>
                  <a:pt x="1152" y="1134"/>
                </a:lnTo>
                <a:lnTo>
                  <a:pt x="1152" y="1135"/>
                </a:lnTo>
                <a:lnTo>
                  <a:pt x="1151" y="1135"/>
                </a:lnTo>
                <a:lnTo>
                  <a:pt x="1151" y="1136"/>
                </a:lnTo>
                <a:lnTo>
                  <a:pt x="1150" y="1136"/>
                </a:lnTo>
                <a:lnTo>
                  <a:pt x="1150" y="1137"/>
                </a:lnTo>
                <a:lnTo>
                  <a:pt x="1149" y="1137"/>
                </a:lnTo>
                <a:lnTo>
                  <a:pt x="1149" y="1138"/>
                </a:lnTo>
                <a:lnTo>
                  <a:pt x="1148" y="1138"/>
                </a:lnTo>
                <a:lnTo>
                  <a:pt x="1148" y="1139"/>
                </a:lnTo>
                <a:lnTo>
                  <a:pt x="1148" y="1138"/>
                </a:lnTo>
                <a:lnTo>
                  <a:pt x="1148" y="1137"/>
                </a:lnTo>
                <a:lnTo>
                  <a:pt x="1147" y="1137"/>
                </a:lnTo>
                <a:lnTo>
                  <a:pt x="1147" y="1136"/>
                </a:lnTo>
                <a:lnTo>
                  <a:pt x="1146" y="1136"/>
                </a:lnTo>
                <a:lnTo>
                  <a:pt x="1145" y="1136"/>
                </a:lnTo>
                <a:lnTo>
                  <a:pt x="1144" y="1136"/>
                </a:lnTo>
                <a:lnTo>
                  <a:pt x="1144" y="1137"/>
                </a:lnTo>
                <a:lnTo>
                  <a:pt x="1143" y="1137"/>
                </a:lnTo>
                <a:lnTo>
                  <a:pt x="1142" y="1138"/>
                </a:lnTo>
                <a:lnTo>
                  <a:pt x="1141" y="1138"/>
                </a:lnTo>
                <a:lnTo>
                  <a:pt x="1140" y="1138"/>
                </a:lnTo>
                <a:lnTo>
                  <a:pt x="1140" y="1137"/>
                </a:lnTo>
                <a:lnTo>
                  <a:pt x="1140" y="1136"/>
                </a:lnTo>
                <a:lnTo>
                  <a:pt x="1140" y="1135"/>
                </a:lnTo>
                <a:lnTo>
                  <a:pt x="1140" y="1134"/>
                </a:lnTo>
                <a:lnTo>
                  <a:pt x="1139" y="1134"/>
                </a:lnTo>
                <a:lnTo>
                  <a:pt x="1138" y="1134"/>
                </a:lnTo>
                <a:lnTo>
                  <a:pt x="1138" y="1133"/>
                </a:lnTo>
                <a:lnTo>
                  <a:pt x="1137" y="1133"/>
                </a:lnTo>
                <a:lnTo>
                  <a:pt x="1137" y="1132"/>
                </a:lnTo>
                <a:lnTo>
                  <a:pt x="1137" y="1131"/>
                </a:lnTo>
                <a:lnTo>
                  <a:pt x="1136" y="1131"/>
                </a:lnTo>
                <a:lnTo>
                  <a:pt x="1136" y="1130"/>
                </a:lnTo>
                <a:lnTo>
                  <a:pt x="1135" y="1130"/>
                </a:lnTo>
                <a:lnTo>
                  <a:pt x="1134" y="1130"/>
                </a:lnTo>
                <a:lnTo>
                  <a:pt x="1133" y="1130"/>
                </a:lnTo>
                <a:lnTo>
                  <a:pt x="1132" y="1130"/>
                </a:lnTo>
                <a:lnTo>
                  <a:pt x="1131" y="1130"/>
                </a:lnTo>
                <a:lnTo>
                  <a:pt x="1130" y="1130"/>
                </a:lnTo>
                <a:lnTo>
                  <a:pt x="1129" y="1130"/>
                </a:lnTo>
                <a:lnTo>
                  <a:pt x="1129" y="1129"/>
                </a:lnTo>
                <a:lnTo>
                  <a:pt x="1129" y="1130"/>
                </a:lnTo>
                <a:lnTo>
                  <a:pt x="1128" y="1130"/>
                </a:lnTo>
                <a:lnTo>
                  <a:pt x="1127" y="1130"/>
                </a:lnTo>
                <a:lnTo>
                  <a:pt x="1126" y="1130"/>
                </a:lnTo>
                <a:lnTo>
                  <a:pt x="1126" y="1129"/>
                </a:lnTo>
                <a:lnTo>
                  <a:pt x="1126" y="1128"/>
                </a:lnTo>
                <a:lnTo>
                  <a:pt x="1125" y="1128"/>
                </a:lnTo>
                <a:lnTo>
                  <a:pt x="1126" y="1128"/>
                </a:lnTo>
                <a:lnTo>
                  <a:pt x="1126" y="1127"/>
                </a:lnTo>
                <a:lnTo>
                  <a:pt x="1125" y="1127"/>
                </a:lnTo>
                <a:lnTo>
                  <a:pt x="1125" y="1126"/>
                </a:lnTo>
                <a:lnTo>
                  <a:pt x="1124" y="1126"/>
                </a:lnTo>
                <a:lnTo>
                  <a:pt x="1124" y="1124"/>
                </a:lnTo>
                <a:lnTo>
                  <a:pt x="1123" y="1124"/>
                </a:lnTo>
                <a:lnTo>
                  <a:pt x="1123" y="1123"/>
                </a:lnTo>
                <a:lnTo>
                  <a:pt x="1122" y="1123"/>
                </a:lnTo>
                <a:lnTo>
                  <a:pt x="1121" y="1123"/>
                </a:lnTo>
                <a:lnTo>
                  <a:pt x="1121" y="1124"/>
                </a:lnTo>
                <a:lnTo>
                  <a:pt x="1121" y="1123"/>
                </a:lnTo>
                <a:lnTo>
                  <a:pt x="1120" y="1123"/>
                </a:lnTo>
                <a:lnTo>
                  <a:pt x="1120" y="1122"/>
                </a:lnTo>
                <a:lnTo>
                  <a:pt x="1120" y="1121"/>
                </a:lnTo>
                <a:lnTo>
                  <a:pt x="1119" y="1121"/>
                </a:lnTo>
                <a:lnTo>
                  <a:pt x="1118" y="1121"/>
                </a:lnTo>
                <a:lnTo>
                  <a:pt x="1117" y="1121"/>
                </a:lnTo>
                <a:lnTo>
                  <a:pt x="1117" y="1120"/>
                </a:lnTo>
                <a:lnTo>
                  <a:pt x="1116" y="1120"/>
                </a:lnTo>
                <a:lnTo>
                  <a:pt x="1116" y="1121"/>
                </a:lnTo>
                <a:lnTo>
                  <a:pt x="1115" y="1121"/>
                </a:lnTo>
                <a:lnTo>
                  <a:pt x="1115" y="1122"/>
                </a:lnTo>
                <a:lnTo>
                  <a:pt x="1114" y="1122"/>
                </a:lnTo>
                <a:lnTo>
                  <a:pt x="1113" y="1122"/>
                </a:lnTo>
                <a:lnTo>
                  <a:pt x="1113" y="1123"/>
                </a:lnTo>
                <a:lnTo>
                  <a:pt x="1113" y="1122"/>
                </a:lnTo>
                <a:lnTo>
                  <a:pt x="1113" y="1123"/>
                </a:lnTo>
                <a:lnTo>
                  <a:pt x="1113" y="1124"/>
                </a:lnTo>
                <a:lnTo>
                  <a:pt x="1114" y="1124"/>
                </a:lnTo>
                <a:lnTo>
                  <a:pt x="1114" y="1125"/>
                </a:lnTo>
                <a:lnTo>
                  <a:pt x="1114" y="1126"/>
                </a:lnTo>
                <a:lnTo>
                  <a:pt x="1113" y="1126"/>
                </a:lnTo>
                <a:lnTo>
                  <a:pt x="1112" y="1126"/>
                </a:lnTo>
                <a:lnTo>
                  <a:pt x="1112" y="1127"/>
                </a:lnTo>
                <a:lnTo>
                  <a:pt x="1112" y="1126"/>
                </a:lnTo>
                <a:lnTo>
                  <a:pt x="1112" y="1127"/>
                </a:lnTo>
                <a:lnTo>
                  <a:pt x="1111" y="1127"/>
                </a:lnTo>
                <a:lnTo>
                  <a:pt x="1110" y="1127"/>
                </a:lnTo>
                <a:lnTo>
                  <a:pt x="1110" y="1126"/>
                </a:lnTo>
                <a:lnTo>
                  <a:pt x="1110" y="1127"/>
                </a:lnTo>
                <a:lnTo>
                  <a:pt x="1109" y="1127"/>
                </a:lnTo>
                <a:lnTo>
                  <a:pt x="1108" y="1127"/>
                </a:lnTo>
                <a:lnTo>
                  <a:pt x="1108" y="1128"/>
                </a:lnTo>
                <a:lnTo>
                  <a:pt x="1107" y="1128"/>
                </a:lnTo>
                <a:lnTo>
                  <a:pt x="1106" y="1128"/>
                </a:lnTo>
                <a:lnTo>
                  <a:pt x="1106" y="1127"/>
                </a:lnTo>
                <a:lnTo>
                  <a:pt x="1105" y="1127"/>
                </a:lnTo>
                <a:lnTo>
                  <a:pt x="1104" y="1127"/>
                </a:lnTo>
                <a:lnTo>
                  <a:pt x="1103" y="1127"/>
                </a:lnTo>
                <a:lnTo>
                  <a:pt x="1103" y="1126"/>
                </a:lnTo>
                <a:lnTo>
                  <a:pt x="1102" y="1126"/>
                </a:lnTo>
                <a:lnTo>
                  <a:pt x="1101" y="1126"/>
                </a:lnTo>
                <a:lnTo>
                  <a:pt x="1101" y="1127"/>
                </a:lnTo>
                <a:lnTo>
                  <a:pt x="1100" y="1127"/>
                </a:lnTo>
                <a:lnTo>
                  <a:pt x="1100" y="1128"/>
                </a:lnTo>
                <a:lnTo>
                  <a:pt x="1099" y="1128"/>
                </a:lnTo>
                <a:lnTo>
                  <a:pt x="1099" y="1127"/>
                </a:lnTo>
                <a:lnTo>
                  <a:pt x="1098" y="1127"/>
                </a:lnTo>
                <a:lnTo>
                  <a:pt x="1097" y="1127"/>
                </a:lnTo>
                <a:lnTo>
                  <a:pt x="1096" y="1127"/>
                </a:lnTo>
                <a:lnTo>
                  <a:pt x="1096" y="1128"/>
                </a:lnTo>
                <a:lnTo>
                  <a:pt x="1096" y="1127"/>
                </a:lnTo>
                <a:lnTo>
                  <a:pt x="1095" y="1127"/>
                </a:lnTo>
                <a:lnTo>
                  <a:pt x="1094" y="1127"/>
                </a:lnTo>
                <a:lnTo>
                  <a:pt x="1093" y="1127"/>
                </a:lnTo>
                <a:lnTo>
                  <a:pt x="1093" y="1128"/>
                </a:lnTo>
                <a:lnTo>
                  <a:pt x="1092" y="1128"/>
                </a:lnTo>
                <a:lnTo>
                  <a:pt x="1093" y="1128"/>
                </a:lnTo>
                <a:lnTo>
                  <a:pt x="1093" y="1129"/>
                </a:lnTo>
                <a:lnTo>
                  <a:pt x="1092" y="1129"/>
                </a:lnTo>
                <a:lnTo>
                  <a:pt x="1091" y="1129"/>
                </a:lnTo>
                <a:lnTo>
                  <a:pt x="1091" y="1130"/>
                </a:lnTo>
                <a:lnTo>
                  <a:pt x="1090" y="1130"/>
                </a:lnTo>
                <a:lnTo>
                  <a:pt x="1090" y="1131"/>
                </a:lnTo>
                <a:lnTo>
                  <a:pt x="1089" y="1131"/>
                </a:lnTo>
                <a:lnTo>
                  <a:pt x="1089" y="1132"/>
                </a:lnTo>
                <a:lnTo>
                  <a:pt x="1088" y="1132"/>
                </a:lnTo>
                <a:lnTo>
                  <a:pt x="1087" y="1132"/>
                </a:lnTo>
                <a:lnTo>
                  <a:pt x="1086" y="1132"/>
                </a:lnTo>
                <a:lnTo>
                  <a:pt x="1086" y="1134"/>
                </a:lnTo>
                <a:lnTo>
                  <a:pt x="1087" y="1134"/>
                </a:lnTo>
                <a:lnTo>
                  <a:pt x="1086" y="1134"/>
                </a:lnTo>
                <a:lnTo>
                  <a:pt x="1085" y="1134"/>
                </a:lnTo>
                <a:lnTo>
                  <a:pt x="1085" y="1135"/>
                </a:lnTo>
                <a:lnTo>
                  <a:pt x="1084" y="1135"/>
                </a:lnTo>
                <a:lnTo>
                  <a:pt x="1084" y="1136"/>
                </a:lnTo>
                <a:lnTo>
                  <a:pt x="1084" y="1135"/>
                </a:lnTo>
                <a:lnTo>
                  <a:pt x="1083" y="1135"/>
                </a:lnTo>
                <a:lnTo>
                  <a:pt x="1082" y="1135"/>
                </a:lnTo>
                <a:lnTo>
                  <a:pt x="1081" y="1135"/>
                </a:lnTo>
                <a:lnTo>
                  <a:pt x="1081" y="1136"/>
                </a:lnTo>
                <a:lnTo>
                  <a:pt x="1080" y="1136"/>
                </a:lnTo>
                <a:lnTo>
                  <a:pt x="1080" y="1137"/>
                </a:lnTo>
                <a:lnTo>
                  <a:pt x="1079" y="1137"/>
                </a:lnTo>
                <a:lnTo>
                  <a:pt x="1079" y="1138"/>
                </a:lnTo>
                <a:lnTo>
                  <a:pt x="1078" y="1138"/>
                </a:lnTo>
                <a:lnTo>
                  <a:pt x="1078" y="1139"/>
                </a:lnTo>
                <a:lnTo>
                  <a:pt x="1077" y="1139"/>
                </a:lnTo>
                <a:lnTo>
                  <a:pt x="1077" y="1140"/>
                </a:lnTo>
                <a:lnTo>
                  <a:pt x="1076" y="1140"/>
                </a:lnTo>
                <a:lnTo>
                  <a:pt x="1076" y="1141"/>
                </a:lnTo>
                <a:lnTo>
                  <a:pt x="1075" y="1141"/>
                </a:lnTo>
                <a:lnTo>
                  <a:pt x="1075" y="1142"/>
                </a:lnTo>
                <a:lnTo>
                  <a:pt x="1076" y="1143"/>
                </a:lnTo>
                <a:lnTo>
                  <a:pt x="1076" y="1144"/>
                </a:lnTo>
                <a:lnTo>
                  <a:pt x="1075" y="1144"/>
                </a:lnTo>
                <a:lnTo>
                  <a:pt x="1074" y="1144"/>
                </a:lnTo>
                <a:lnTo>
                  <a:pt x="1073" y="1144"/>
                </a:lnTo>
                <a:lnTo>
                  <a:pt x="1073" y="1145"/>
                </a:lnTo>
                <a:lnTo>
                  <a:pt x="1073" y="1146"/>
                </a:lnTo>
                <a:lnTo>
                  <a:pt x="1073" y="1147"/>
                </a:lnTo>
                <a:lnTo>
                  <a:pt x="1073" y="1148"/>
                </a:lnTo>
                <a:lnTo>
                  <a:pt x="1073" y="1149"/>
                </a:lnTo>
                <a:lnTo>
                  <a:pt x="1072" y="1149"/>
                </a:lnTo>
                <a:lnTo>
                  <a:pt x="1072" y="1150"/>
                </a:lnTo>
                <a:lnTo>
                  <a:pt x="1071" y="1150"/>
                </a:lnTo>
                <a:lnTo>
                  <a:pt x="1071" y="1151"/>
                </a:lnTo>
                <a:lnTo>
                  <a:pt x="1070" y="1151"/>
                </a:lnTo>
                <a:lnTo>
                  <a:pt x="1070" y="1152"/>
                </a:lnTo>
                <a:lnTo>
                  <a:pt x="1069" y="1152"/>
                </a:lnTo>
                <a:lnTo>
                  <a:pt x="1068" y="1152"/>
                </a:lnTo>
                <a:lnTo>
                  <a:pt x="1068" y="1153"/>
                </a:lnTo>
                <a:lnTo>
                  <a:pt x="1067" y="1153"/>
                </a:lnTo>
                <a:lnTo>
                  <a:pt x="1067" y="1154"/>
                </a:lnTo>
                <a:lnTo>
                  <a:pt x="1067" y="1155"/>
                </a:lnTo>
                <a:lnTo>
                  <a:pt x="1066" y="1155"/>
                </a:lnTo>
                <a:lnTo>
                  <a:pt x="1065" y="1155"/>
                </a:lnTo>
                <a:lnTo>
                  <a:pt x="1065" y="1156"/>
                </a:lnTo>
                <a:lnTo>
                  <a:pt x="1065" y="1157"/>
                </a:lnTo>
                <a:lnTo>
                  <a:pt x="1064" y="1157"/>
                </a:lnTo>
                <a:lnTo>
                  <a:pt x="1064" y="1158"/>
                </a:lnTo>
                <a:lnTo>
                  <a:pt x="1063" y="1159"/>
                </a:lnTo>
                <a:lnTo>
                  <a:pt x="1062" y="1159"/>
                </a:lnTo>
                <a:lnTo>
                  <a:pt x="1062" y="1160"/>
                </a:lnTo>
                <a:lnTo>
                  <a:pt x="1061" y="1160"/>
                </a:lnTo>
                <a:lnTo>
                  <a:pt x="1060" y="1160"/>
                </a:lnTo>
                <a:lnTo>
                  <a:pt x="1060" y="1161"/>
                </a:lnTo>
                <a:lnTo>
                  <a:pt x="1059" y="1161"/>
                </a:lnTo>
                <a:lnTo>
                  <a:pt x="1058" y="1161"/>
                </a:lnTo>
                <a:lnTo>
                  <a:pt x="1057" y="1161"/>
                </a:lnTo>
                <a:lnTo>
                  <a:pt x="1057" y="1162"/>
                </a:lnTo>
                <a:lnTo>
                  <a:pt x="1056" y="1162"/>
                </a:lnTo>
                <a:lnTo>
                  <a:pt x="1055" y="1162"/>
                </a:lnTo>
                <a:lnTo>
                  <a:pt x="1054" y="1162"/>
                </a:lnTo>
                <a:lnTo>
                  <a:pt x="1054" y="1161"/>
                </a:lnTo>
                <a:lnTo>
                  <a:pt x="1054" y="1162"/>
                </a:lnTo>
                <a:lnTo>
                  <a:pt x="1053" y="1162"/>
                </a:lnTo>
                <a:lnTo>
                  <a:pt x="1052" y="1162"/>
                </a:lnTo>
                <a:lnTo>
                  <a:pt x="1052" y="1163"/>
                </a:lnTo>
                <a:lnTo>
                  <a:pt x="1051" y="1163"/>
                </a:lnTo>
                <a:lnTo>
                  <a:pt x="1051" y="1164"/>
                </a:lnTo>
                <a:lnTo>
                  <a:pt x="1050" y="1164"/>
                </a:lnTo>
                <a:lnTo>
                  <a:pt x="1050" y="1165"/>
                </a:lnTo>
                <a:lnTo>
                  <a:pt x="1049" y="1166"/>
                </a:lnTo>
                <a:lnTo>
                  <a:pt x="1048" y="1167"/>
                </a:lnTo>
                <a:lnTo>
                  <a:pt x="1047" y="1167"/>
                </a:lnTo>
                <a:lnTo>
                  <a:pt x="1046" y="1167"/>
                </a:lnTo>
                <a:lnTo>
                  <a:pt x="1045" y="1167"/>
                </a:lnTo>
                <a:lnTo>
                  <a:pt x="1045" y="1168"/>
                </a:lnTo>
                <a:lnTo>
                  <a:pt x="1044" y="1169"/>
                </a:lnTo>
                <a:lnTo>
                  <a:pt x="1043" y="1169"/>
                </a:lnTo>
                <a:lnTo>
                  <a:pt x="1043" y="1170"/>
                </a:lnTo>
                <a:lnTo>
                  <a:pt x="1043" y="1171"/>
                </a:lnTo>
                <a:lnTo>
                  <a:pt x="1043" y="1172"/>
                </a:lnTo>
                <a:lnTo>
                  <a:pt x="1042" y="1172"/>
                </a:lnTo>
                <a:lnTo>
                  <a:pt x="1043" y="1172"/>
                </a:lnTo>
                <a:lnTo>
                  <a:pt x="1043" y="1174"/>
                </a:lnTo>
                <a:lnTo>
                  <a:pt x="1042" y="1174"/>
                </a:lnTo>
                <a:lnTo>
                  <a:pt x="1042" y="1175"/>
                </a:lnTo>
                <a:lnTo>
                  <a:pt x="1043" y="1175"/>
                </a:lnTo>
                <a:lnTo>
                  <a:pt x="1043" y="1176"/>
                </a:lnTo>
                <a:lnTo>
                  <a:pt x="1042" y="1176"/>
                </a:lnTo>
                <a:lnTo>
                  <a:pt x="1042" y="1177"/>
                </a:lnTo>
                <a:lnTo>
                  <a:pt x="1040" y="1177"/>
                </a:lnTo>
                <a:lnTo>
                  <a:pt x="1039" y="1177"/>
                </a:lnTo>
                <a:lnTo>
                  <a:pt x="1039" y="1178"/>
                </a:lnTo>
                <a:lnTo>
                  <a:pt x="1038" y="1178"/>
                </a:lnTo>
                <a:lnTo>
                  <a:pt x="1038" y="1179"/>
                </a:lnTo>
                <a:lnTo>
                  <a:pt x="1037" y="1179"/>
                </a:lnTo>
                <a:lnTo>
                  <a:pt x="1037" y="1180"/>
                </a:lnTo>
                <a:lnTo>
                  <a:pt x="1037" y="1181"/>
                </a:lnTo>
                <a:lnTo>
                  <a:pt x="1036" y="1181"/>
                </a:lnTo>
                <a:lnTo>
                  <a:pt x="1036" y="1182"/>
                </a:lnTo>
                <a:lnTo>
                  <a:pt x="1035" y="1182"/>
                </a:lnTo>
                <a:lnTo>
                  <a:pt x="1035" y="1183"/>
                </a:lnTo>
                <a:lnTo>
                  <a:pt x="1034" y="1183"/>
                </a:lnTo>
                <a:lnTo>
                  <a:pt x="1033" y="1184"/>
                </a:lnTo>
                <a:lnTo>
                  <a:pt x="1032" y="1184"/>
                </a:lnTo>
                <a:lnTo>
                  <a:pt x="1032" y="1185"/>
                </a:lnTo>
                <a:lnTo>
                  <a:pt x="1031" y="1185"/>
                </a:lnTo>
                <a:lnTo>
                  <a:pt x="1031" y="1186"/>
                </a:lnTo>
                <a:lnTo>
                  <a:pt x="1030" y="1187"/>
                </a:lnTo>
                <a:lnTo>
                  <a:pt x="1030" y="1188"/>
                </a:lnTo>
                <a:lnTo>
                  <a:pt x="1029" y="1188"/>
                </a:lnTo>
                <a:lnTo>
                  <a:pt x="1029" y="1189"/>
                </a:lnTo>
                <a:lnTo>
                  <a:pt x="1029" y="1190"/>
                </a:lnTo>
                <a:lnTo>
                  <a:pt x="1030" y="1190"/>
                </a:lnTo>
                <a:lnTo>
                  <a:pt x="1030" y="1191"/>
                </a:lnTo>
                <a:lnTo>
                  <a:pt x="1031" y="1191"/>
                </a:lnTo>
                <a:lnTo>
                  <a:pt x="1031" y="1192"/>
                </a:lnTo>
                <a:lnTo>
                  <a:pt x="1031" y="1193"/>
                </a:lnTo>
                <a:lnTo>
                  <a:pt x="1032" y="1193"/>
                </a:lnTo>
                <a:lnTo>
                  <a:pt x="1032" y="1194"/>
                </a:lnTo>
                <a:lnTo>
                  <a:pt x="1032" y="1195"/>
                </a:lnTo>
                <a:lnTo>
                  <a:pt x="1031" y="1195"/>
                </a:lnTo>
                <a:lnTo>
                  <a:pt x="1031" y="1196"/>
                </a:lnTo>
                <a:lnTo>
                  <a:pt x="1031" y="1197"/>
                </a:lnTo>
                <a:lnTo>
                  <a:pt x="1030" y="1197"/>
                </a:lnTo>
                <a:lnTo>
                  <a:pt x="1029" y="1197"/>
                </a:lnTo>
                <a:lnTo>
                  <a:pt x="1028" y="1197"/>
                </a:lnTo>
                <a:lnTo>
                  <a:pt x="1028" y="1198"/>
                </a:lnTo>
                <a:lnTo>
                  <a:pt x="1027" y="1198"/>
                </a:lnTo>
                <a:lnTo>
                  <a:pt x="1026" y="1198"/>
                </a:lnTo>
                <a:lnTo>
                  <a:pt x="1025" y="1198"/>
                </a:lnTo>
                <a:lnTo>
                  <a:pt x="1025" y="1199"/>
                </a:lnTo>
                <a:lnTo>
                  <a:pt x="1025" y="1200"/>
                </a:lnTo>
                <a:lnTo>
                  <a:pt x="1024" y="1200"/>
                </a:lnTo>
                <a:lnTo>
                  <a:pt x="1025" y="1201"/>
                </a:lnTo>
                <a:lnTo>
                  <a:pt x="1025" y="1202"/>
                </a:lnTo>
                <a:lnTo>
                  <a:pt x="1024" y="1202"/>
                </a:lnTo>
                <a:lnTo>
                  <a:pt x="1023" y="1202"/>
                </a:lnTo>
                <a:lnTo>
                  <a:pt x="1023" y="1203"/>
                </a:lnTo>
                <a:lnTo>
                  <a:pt x="1024" y="1203"/>
                </a:lnTo>
                <a:lnTo>
                  <a:pt x="1024" y="1204"/>
                </a:lnTo>
                <a:lnTo>
                  <a:pt x="1025" y="1204"/>
                </a:lnTo>
                <a:lnTo>
                  <a:pt x="1025" y="1205"/>
                </a:lnTo>
                <a:lnTo>
                  <a:pt x="1025" y="1207"/>
                </a:lnTo>
                <a:lnTo>
                  <a:pt x="1025" y="1208"/>
                </a:lnTo>
                <a:lnTo>
                  <a:pt x="1025" y="1209"/>
                </a:lnTo>
                <a:lnTo>
                  <a:pt x="1025" y="1210"/>
                </a:lnTo>
                <a:lnTo>
                  <a:pt x="1025" y="1211"/>
                </a:lnTo>
                <a:lnTo>
                  <a:pt x="1024" y="1211"/>
                </a:lnTo>
                <a:lnTo>
                  <a:pt x="1025" y="1212"/>
                </a:lnTo>
                <a:lnTo>
                  <a:pt x="1026" y="1213"/>
                </a:lnTo>
                <a:lnTo>
                  <a:pt x="1027" y="1214"/>
                </a:lnTo>
                <a:lnTo>
                  <a:pt x="1027" y="1215"/>
                </a:lnTo>
                <a:lnTo>
                  <a:pt x="1026" y="1216"/>
                </a:lnTo>
                <a:lnTo>
                  <a:pt x="1026" y="1217"/>
                </a:lnTo>
                <a:lnTo>
                  <a:pt x="1025" y="1218"/>
                </a:lnTo>
                <a:lnTo>
                  <a:pt x="1025" y="1219"/>
                </a:lnTo>
                <a:lnTo>
                  <a:pt x="1024" y="1219"/>
                </a:lnTo>
                <a:lnTo>
                  <a:pt x="1024" y="1220"/>
                </a:lnTo>
                <a:lnTo>
                  <a:pt x="1023" y="1221"/>
                </a:lnTo>
                <a:lnTo>
                  <a:pt x="1022" y="1222"/>
                </a:lnTo>
                <a:lnTo>
                  <a:pt x="1022" y="1223"/>
                </a:lnTo>
                <a:lnTo>
                  <a:pt x="1022" y="1224"/>
                </a:lnTo>
                <a:lnTo>
                  <a:pt x="1021" y="1224"/>
                </a:lnTo>
                <a:lnTo>
                  <a:pt x="1021" y="1225"/>
                </a:lnTo>
                <a:lnTo>
                  <a:pt x="1020" y="1226"/>
                </a:lnTo>
                <a:lnTo>
                  <a:pt x="1019" y="1227"/>
                </a:lnTo>
                <a:lnTo>
                  <a:pt x="1018" y="1228"/>
                </a:lnTo>
                <a:lnTo>
                  <a:pt x="1017" y="1229"/>
                </a:lnTo>
                <a:lnTo>
                  <a:pt x="1016" y="1230"/>
                </a:lnTo>
                <a:lnTo>
                  <a:pt x="1015" y="1230"/>
                </a:lnTo>
                <a:lnTo>
                  <a:pt x="1014" y="1230"/>
                </a:lnTo>
                <a:lnTo>
                  <a:pt x="1014" y="1231"/>
                </a:lnTo>
                <a:lnTo>
                  <a:pt x="1013" y="1231"/>
                </a:lnTo>
                <a:lnTo>
                  <a:pt x="1012" y="1231"/>
                </a:lnTo>
                <a:lnTo>
                  <a:pt x="1012" y="1232"/>
                </a:lnTo>
                <a:lnTo>
                  <a:pt x="1011" y="1232"/>
                </a:lnTo>
                <a:lnTo>
                  <a:pt x="1010" y="1233"/>
                </a:lnTo>
                <a:lnTo>
                  <a:pt x="1009" y="1234"/>
                </a:lnTo>
                <a:lnTo>
                  <a:pt x="1009" y="1235"/>
                </a:lnTo>
                <a:lnTo>
                  <a:pt x="1009" y="1236"/>
                </a:lnTo>
                <a:lnTo>
                  <a:pt x="1009" y="1237"/>
                </a:lnTo>
                <a:lnTo>
                  <a:pt x="1008" y="1238"/>
                </a:lnTo>
                <a:lnTo>
                  <a:pt x="1007" y="1238"/>
                </a:lnTo>
                <a:lnTo>
                  <a:pt x="1006" y="1238"/>
                </a:lnTo>
                <a:lnTo>
                  <a:pt x="1005" y="1237"/>
                </a:lnTo>
                <a:lnTo>
                  <a:pt x="1005" y="1236"/>
                </a:lnTo>
                <a:lnTo>
                  <a:pt x="1004" y="1235"/>
                </a:lnTo>
                <a:lnTo>
                  <a:pt x="1004" y="1234"/>
                </a:lnTo>
                <a:lnTo>
                  <a:pt x="1003" y="1234"/>
                </a:lnTo>
                <a:lnTo>
                  <a:pt x="1003" y="1233"/>
                </a:lnTo>
                <a:lnTo>
                  <a:pt x="1003" y="1232"/>
                </a:lnTo>
                <a:lnTo>
                  <a:pt x="1002" y="1232"/>
                </a:lnTo>
                <a:lnTo>
                  <a:pt x="1002" y="1231"/>
                </a:lnTo>
                <a:lnTo>
                  <a:pt x="1001" y="1231"/>
                </a:lnTo>
                <a:lnTo>
                  <a:pt x="1001" y="1230"/>
                </a:lnTo>
                <a:lnTo>
                  <a:pt x="1000" y="1230"/>
                </a:lnTo>
                <a:lnTo>
                  <a:pt x="1000" y="1229"/>
                </a:lnTo>
                <a:lnTo>
                  <a:pt x="999" y="1229"/>
                </a:lnTo>
                <a:lnTo>
                  <a:pt x="998" y="1229"/>
                </a:lnTo>
                <a:lnTo>
                  <a:pt x="998" y="1228"/>
                </a:lnTo>
                <a:lnTo>
                  <a:pt x="998" y="1227"/>
                </a:lnTo>
                <a:lnTo>
                  <a:pt x="999" y="1227"/>
                </a:lnTo>
                <a:lnTo>
                  <a:pt x="999" y="1226"/>
                </a:lnTo>
                <a:lnTo>
                  <a:pt x="1000" y="1225"/>
                </a:lnTo>
                <a:lnTo>
                  <a:pt x="1000" y="1224"/>
                </a:lnTo>
                <a:lnTo>
                  <a:pt x="1000" y="1223"/>
                </a:lnTo>
                <a:lnTo>
                  <a:pt x="1000" y="1222"/>
                </a:lnTo>
                <a:lnTo>
                  <a:pt x="999" y="1222"/>
                </a:lnTo>
                <a:lnTo>
                  <a:pt x="998" y="1221"/>
                </a:lnTo>
                <a:lnTo>
                  <a:pt x="997" y="1221"/>
                </a:lnTo>
                <a:lnTo>
                  <a:pt x="997" y="1220"/>
                </a:lnTo>
                <a:lnTo>
                  <a:pt x="996" y="1219"/>
                </a:lnTo>
                <a:lnTo>
                  <a:pt x="996" y="1218"/>
                </a:lnTo>
                <a:lnTo>
                  <a:pt x="996" y="1217"/>
                </a:lnTo>
                <a:lnTo>
                  <a:pt x="996" y="1216"/>
                </a:lnTo>
                <a:lnTo>
                  <a:pt x="995" y="1216"/>
                </a:lnTo>
                <a:lnTo>
                  <a:pt x="994" y="1216"/>
                </a:lnTo>
                <a:lnTo>
                  <a:pt x="994" y="1215"/>
                </a:lnTo>
                <a:lnTo>
                  <a:pt x="994" y="1214"/>
                </a:lnTo>
                <a:lnTo>
                  <a:pt x="995" y="1214"/>
                </a:lnTo>
                <a:lnTo>
                  <a:pt x="994" y="1214"/>
                </a:lnTo>
                <a:lnTo>
                  <a:pt x="995" y="1214"/>
                </a:lnTo>
                <a:lnTo>
                  <a:pt x="995" y="1213"/>
                </a:lnTo>
                <a:lnTo>
                  <a:pt x="994" y="1213"/>
                </a:lnTo>
                <a:lnTo>
                  <a:pt x="993" y="1213"/>
                </a:lnTo>
                <a:lnTo>
                  <a:pt x="992" y="1213"/>
                </a:lnTo>
                <a:lnTo>
                  <a:pt x="992" y="1214"/>
                </a:lnTo>
                <a:lnTo>
                  <a:pt x="992" y="1213"/>
                </a:lnTo>
                <a:lnTo>
                  <a:pt x="991" y="1213"/>
                </a:lnTo>
                <a:lnTo>
                  <a:pt x="991" y="1212"/>
                </a:lnTo>
                <a:lnTo>
                  <a:pt x="990" y="1212"/>
                </a:lnTo>
                <a:lnTo>
                  <a:pt x="990" y="1210"/>
                </a:lnTo>
                <a:lnTo>
                  <a:pt x="989" y="1210"/>
                </a:lnTo>
                <a:lnTo>
                  <a:pt x="989" y="1209"/>
                </a:lnTo>
                <a:lnTo>
                  <a:pt x="989" y="1208"/>
                </a:lnTo>
                <a:lnTo>
                  <a:pt x="989" y="1207"/>
                </a:lnTo>
                <a:lnTo>
                  <a:pt x="988" y="1207"/>
                </a:lnTo>
                <a:lnTo>
                  <a:pt x="988" y="1206"/>
                </a:lnTo>
                <a:lnTo>
                  <a:pt x="988" y="1205"/>
                </a:lnTo>
                <a:lnTo>
                  <a:pt x="988" y="1204"/>
                </a:lnTo>
                <a:lnTo>
                  <a:pt x="987" y="1204"/>
                </a:lnTo>
                <a:lnTo>
                  <a:pt x="988" y="1204"/>
                </a:lnTo>
                <a:lnTo>
                  <a:pt x="987" y="1203"/>
                </a:lnTo>
                <a:lnTo>
                  <a:pt x="987" y="1202"/>
                </a:lnTo>
                <a:lnTo>
                  <a:pt x="987" y="1201"/>
                </a:lnTo>
                <a:lnTo>
                  <a:pt x="988" y="1200"/>
                </a:lnTo>
                <a:lnTo>
                  <a:pt x="987" y="1200"/>
                </a:lnTo>
                <a:lnTo>
                  <a:pt x="987" y="1199"/>
                </a:lnTo>
                <a:lnTo>
                  <a:pt x="988" y="1199"/>
                </a:lnTo>
                <a:lnTo>
                  <a:pt x="988" y="1198"/>
                </a:lnTo>
                <a:lnTo>
                  <a:pt x="988" y="1197"/>
                </a:lnTo>
                <a:lnTo>
                  <a:pt x="988" y="1196"/>
                </a:lnTo>
                <a:lnTo>
                  <a:pt x="989" y="1196"/>
                </a:lnTo>
                <a:lnTo>
                  <a:pt x="989" y="1195"/>
                </a:lnTo>
                <a:lnTo>
                  <a:pt x="989" y="1194"/>
                </a:lnTo>
                <a:lnTo>
                  <a:pt x="990" y="1194"/>
                </a:lnTo>
                <a:lnTo>
                  <a:pt x="990" y="1193"/>
                </a:lnTo>
                <a:lnTo>
                  <a:pt x="989" y="1193"/>
                </a:lnTo>
                <a:lnTo>
                  <a:pt x="989" y="1194"/>
                </a:lnTo>
                <a:lnTo>
                  <a:pt x="989" y="1193"/>
                </a:lnTo>
                <a:lnTo>
                  <a:pt x="988" y="1193"/>
                </a:lnTo>
                <a:lnTo>
                  <a:pt x="988" y="1192"/>
                </a:lnTo>
                <a:lnTo>
                  <a:pt x="988" y="1191"/>
                </a:lnTo>
                <a:lnTo>
                  <a:pt x="988" y="1190"/>
                </a:lnTo>
                <a:lnTo>
                  <a:pt x="988" y="1189"/>
                </a:lnTo>
                <a:lnTo>
                  <a:pt x="987" y="1189"/>
                </a:lnTo>
                <a:lnTo>
                  <a:pt x="987" y="1188"/>
                </a:lnTo>
                <a:lnTo>
                  <a:pt x="988" y="1188"/>
                </a:lnTo>
                <a:lnTo>
                  <a:pt x="989" y="1188"/>
                </a:lnTo>
                <a:lnTo>
                  <a:pt x="990" y="1188"/>
                </a:lnTo>
                <a:lnTo>
                  <a:pt x="991" y="1188"/>
                </a:lnTo>
                <a:lnTo>
                  <a:pt x="991" y="1187"/>
                </a:lnTo>
                <a:lnTo>
                  <a:pt x="990" y="1187"/>
                </a:lnTo>
                <a:lnTo>
                  <a:pt x="991" y="1187"/>
                </a:lnTo>
                <a:lnTo>
                  <a:pt x="991" y="1186"/>
                </a:lnTo>
                <a:lnTo>
                  <a:pt x="992" y="1186"/>
                </a:lnTo>
                <a:lnTo>
                  <a:pt x="993" y="1186"/>
                </a:lnTo>
                <a:lnTo>
                  <a:pt x="993" y="1185"/>
                </a:lnTo>
                <a:lnTo>
                  <a:pt x="993" y="1184"/>
                </a:lnTo>
                <a:lnTo>
                  <a:pt x="993" y="1183"/>
                </a:lnTo>
                <a:lnTo>
                  <a:pt x="994" y="1183"/>
                </a:lnTo>
                <a:lnTo>
                  <a:pt x="994" y="1182"/>
                </a:lnTo>
                <a:lnTo>
                  <a:pt x="993" y="1182"/>
                </a:lnTo>
                <a:lnTo>
                  <a:pt x="993" y="1181"/>
                </a:lnTo>
                <a:lnTo>
                  <a:pt x="994" y="1181"/>
                </a:lnTo>
                <a:lnTo>
                  <a:pt x="994" y="1180"/>
                </a:lnTo>
                <a:lnTo>
                  <a:pt x="995" y="1179"/>
                </a:lnTo>
                <a:lnTo>
                  <a:pt x="995" y="1180"/>
                </a:lnTo>
                <a:lnTo>
                  <a:pt x="996" y="1180"/>
                </a:lnTo>
                <a:lnTo>
                  <a:pt x="996" y="1179"/>
                </a:lnTo>
                <a:lnTo>
                  <a:pt x="997" y="1179"/>
                </a:lnTo>
                <a:lnTo>
                  <a:pt x="997" y="1178"/>
                </a:lnTo>
                <a:lnTo>
                  <a:pt x="998" y="1178"/>
                </a:lnTo>
                <a:lnTo>
                  <a:pt x="999" y="1177"/>
                </a:lnTo>
                <a:lnTo>
                  <a:pt x="999" y="1176"/>
                </a:lnTo>
                <a:lnTo>
                  <a:pt x="999" y="1175"/>
                </a:lnTo>
                <a:lnTo>
                  <a:pt x="999" y="1174"/>
                </a:lnTo>
                <a:lnTo>
                  <a:pt x="999" y="1173"/>
                </a:lnTo>
                <a:lnTo>
                  <a:pt x="999" y="1172"/>
                </a:lnTo>
                <a:lnTo>
                  <a:pt x="999" y="1171"/>
                </a:lnTo>
                <a:lnTo>
                  <a:pt x="1000" y="1171"/>
                </a:lnTo>
                <a:lnTo>
                  <a:pt x="1001" y="1171"/>
                </a:lnTo>
                <a:lnTo>
                  <a:pt x="1001" y="1170"/>
                </a:lnTo>
                <a:lnTo>
                  <a:pt x="1001" y="1169"/>
                </a:lnTo>
                <a:lnTo>
                  <a:pt x="1002" y="1169"/>
                </a:lnTo>
                <a:lnTo>
                  <a:pt x="1002" y="1168"/>
                </a:lnTo>
                <a:lnTo>
                  <a:pt x="1002" y="1167"/>
                </a:lnTo>
                <a:lnTo>
                  <a:pt x="1002" y="1166"/>
                </a:lnTo>
                <a:lnTo>
                  <a:pt x="1001" y="1166"/>
                </a:lnTo>
                <a:lnTo>
                  <a:pt x="1002" y="1166"/>
                </a:lnTo>
                <a:lnTo>
                  <a:pt x="1001" y="1166"/>
                </a:lnTo>
                <a:lnTo>
                  <a:pt x="1002" y="1165"/>
                </a:lnTo>
                <a:lnTo>
                  <a:pt x="1002" y="1164"/>
                </a:lnTo>
                <a:lnTo>
                  <a:pt x="1002" y="1163"/>
                </a:lnTo>
                <a:lnTo>
                  <a:pt x="1002" y="1162"/>
                </a:lnTo>
                <a:lnTo>
                  <a:pt x="1003" y="1162"/>
                </a:lnTo>
                <a:lnTo>
                  <a:pt x="1003" y="1161"/>
                </a:lnTo>
                <a:lnTo>
                  <a:pt x="1003" y="1160"/>
                </a:lnTo>
                <a:lnTo>
                  <a:pt x="1003" y="1159"/>
                </a:lnTo>
                <a:lnTo>
                  <a:pt x="1003" y="1158"/>
                </a:lnTo>
                <a:lnTo>
                  <a:pt x="1004" y="1158"/>
                </a:lnTo>
                <a:lnTo>
                  <a:pt x="1005" y="1158"/>
                </a:lnTo>
                <a:lnTo>
                  <a:pt x="1005" y="1157"/>
                </a:lnTo>
                <a:lnTo>
                  <a:pt x="1006" y="1157"/>
                </a:lnTo>
                <a:lnTo>
                  <a:pt x="1006" y="1156"/>
                </a:lnTo>
                <a:lnTo>
                  <a:pt x="1006" y="1155"/>
                </a:lnTo>
                <a:lnTo>
                  <a:pt x="1006" y="1154"/>
                </a:lnTo>
                <a:lnTo>
                  <a:pt x="1007" y="1154"/>
                </a:lnTo>
                <a:lnTo>
                  <a:pt x="1007" y="1153"/>
                </a:lnTo>
                <a:lnTo>
                  <a:pt x="1007" y="1152"/>
                </a:lnTo>
                <a:lnTo>
                  <a:pt x="1007" y="1151"/>
                </a:lnTo>
                <a:lnTo>
                  <a:pt x="1007" y="1150"/>
                </a:lnTo>
                <a:lnTo>
                  <a:pt x="1007" y="1149"/>
                </a:lnTo>
                <a:lnTo>
                  <a:pt x="1007" y="1148"/>
                </a:lnTo>
                <a:lnTo>
                  <a:pt x="1006" y="1148"/>
                </a:lnTo>
                <a:lnTo>
                  <a:pt x="1006" y="1147"/>
                </a:lnTo>
                <a:lnTo>
                  <a:pt x="1006" y="1146"/>
                </a:lnTo>
                <a:lnTo>
                  <a:pt x="1007" y="1146"/>
                </a:lnTo>
                <a:lnTo>
                  <a:pt x="1006" y="1146"/>
                </a:lnTo>
                <a:lnTo>
                  <a:pt x="1006" y="1145"/>
                </a:lnTo>
                <a:lnTo>
                  <a:pt x="1006" y="1144"/>
                </a:lnTo>
                <a:lnTo>
                  <a:pt x="1005" y="1144"/>
                </a:lnTo>
                <a:lnTo>
                  <a:pt x="1004" y="1144"/>
                </a:lnTo>
                <a:lnTo>
                  <a:pt x="1003" y="1144"/>
                </a:lnTo>
                <a:lnTo>
                  <a:pt x="1003" y="1143"/>
                </a:lnTo>
                <a:lnTo>
                  <a:pt x="1003" y="1142"/>
                </a:lnTo>
                <a:lnTo>
                  <a:pt x="1004" y="1142"/>
                </a:lnTo>
                <a:lnTo>
                  <a:pt x="1004" y="1141"/>
                </a:lnTo>
                <a:lnTo>
                  <a:pt x="1004" y="1140"/>
                </a:lnTo>
                <a:lnTo>
                  <a:pt x="1004" y="1139"/>
                </a:lnTo>
                <a:lnTo>
                  <a:pt x="1004" y="1138"/>
                </a:lnTo>
                <a:lnTo>
                  <a:pt x="1005" y="1138"/>
                </a:lnTo>
                <a:lnTo>
                  <a:pt x="1004" y="1138"/>
                </a:lnTo>
                <a:lnTo>
                  <a:pt x="1005" y="1138"/>
                </a:lnTo>
                <a:lnTo>
                  <a:pt x="1005" y="1137"/>
                </a:lnTo>
                <a:lnTo>
                  <a:pt x="1005" y="1136"/>
                </a:lnTo>
                <a:lnTo>
                  <a:pt x="1005" y="1135"/>
                </a:lnTo>
                <a:lnTo>
                  <a:pt x="1004" y="1135"/>
                </a:lnTo>
                <a:lnTo>
                  <a:pt x="1004" y="1134"/>
                </a:lnTo>
                <a:lnTo>
                  <a:pt x="1005" y="1133"/>
                </a:lnTo>
                <a:lnTo>
                  <a:pt x="1005" y="1132"/>
                </a:lnTo>
                <a:lnTo>
                  <a:pt x="1004" y="1132"/>
                </a:lnTo>
                <a:lnTo>
                  <a:pt x="1003" y="1132"/>
                </a:lnTo>
                <a:lnTo>
                  <a:pt x="1003" y="1131"/>
                </a:lnTo>
                <a:lnTo>
                  <a:pt x="1002" y="1131"/>
                </a:lnTo>
                <a:lnTo>
                  <a:pt x="1002" y="1130"/>
                </a:lnTo>
                <a:lnTo>
                  <a:pt x="1001" y="1130"/>
                </a:lnTo>
                <a:lnTo>
                  <a:pt x="1001" y="1129"/>
                </a:lnTo>
                <a:lnTo>
                  <a:pt x="1001" y="1128"/>
                </a:lnTo>
                <a:lnTo>
                  <a:pt x="1000" y="1127"/>
                </a:lnTo>
                <a:lnTo>
                  <a:pt x="999" y="1127"/>
                </a:lnTo>
                <a:lnTo>
                  <a:pt x="999" y="1126"/>
                </a:lnTo>
                <a:lnTo>
                  <a:pt x="999" y="1127"/>
                </a:lnTo>
                <a:lnTo>
                  <a:pt x="999" y="1126"/>
                </a:lnTo>
                <a:lnTo>
                  <a:pt x="999" y="1125"/>
                </a:lnTo>
                <a:lnTo>
                  <a:pt x="998" y="1125"/>
                </a:lnTo>
                <a:lnTo>
                  <a:pt x="998" y="1124"/>
                </a:lnTo>
                <a:lnTo>
                  <a:pt x="997" y="1124"/>
                </a:lnTo>
                <a:lnTo>
                  <a:pt x="997" y="1123"/>
                </a:lnTo>
                <a:lnTo>
                  <a:pt x="996" y="1123"/>
                </a:lnTo>
                <a:lnTo>
                  <a:pt x="995" y="1123"/>
                </a:lnTo>
                <a:lnTo>
                  <a:pt x="994" y="1123"/>
                </a:lnTo>
                <a:lnTo>
                  <a:pt x="993" y="1123"/>
                </a:lnTo>
                <a:lnTo>
                  <a:pt x="992" y="1122"/>
                </a:lnTo>
                <a:lnTo>
                  <a:pt x="991" y="1122"/>
                </a:lnTo>
                <a:lnTo>
                  <a:pt x="990" y="1122"/>
                </a:lnTo>
                <a:lnTo>
                  <a:pt x="989" y="1122"/>
                </a:lnTo>
                <a:lnTo>
                  <a:pt x="988" y="1122"/>
                </a:lnTo>
                <a:lnTo>
                  <a:pt x="987" y="1122"/>
                </a:lnTo>
                <a:lnTo>
                  <a:pt x="987" y="1121"/>
                </a:lnTo>
                <a:lnTo>
                  <a:pt x="987" y="1120"/>
                </a:lnTo>
                <a:lnTo>
                  <a:pt x="986" y="1119"/>
                </a:lnTo>
                <a:lnTo>
                  <a:pt x="985" y="1118"/>
                </a:lnTo>
                <a:lnTo>
                  <a:pt x="985" y="1117"/>
                </a:lnTo>
                <a:lnTo>
                  <a:pt x="985" y="1116"/>
                </a:lnTo>
                <a:lnTo>
                  <a:pt x="984" y="1116"/>
                </a:lnTo>
                <a:lnTo>
                  <a:pt x="983" y="1116"/>
                </a:lnTo>
                <a:lnTo>
                  <a:pt x="983" y="1117"/>
                </a:lnTo>
                <a:lnTo>
                  <a:pt x="983" y="1118"/>
                </a:lnTo>
                <a:lnTo>
                  <a:pt x="982" y="1118"/>
                </a:lnTo>
                <a:lnTo>
                  <a:pt x="981" y="1118"/>
                </a:lnTo>
                <a:lnTo>
                  <a:pt x="980" y="1118"/>
                </a:lnTo>
                <a:lnTo>
                  <a:pt x="980" y="1119"/>
                </a:lnTo>
                <a:lnTo>
                  <a:pt x="981" y="1119"/>
                </a:lnTo>
                <a:lnTo>
                  <a:pt x="980" y="1119"/>
                </a:lnTo>
                <a:lnTo>
                  <a:pt x="979" y="1119"/>
                </a:lnTo>
                <a:lnTo>
                  <a:pt x="978" y="1119"/>
                </a:lnTo>
                <a:lnTo>
                  <a:pt x="977" y="1119"/>
                </a:lnTo>
                <a:lnTo>
                  <a:pt x="977" y="1118"/>
                </a:lnTo>
                <a:lnTo>
                  <a:pt x="976" y="1118"/>
                </a:lnTo>
                <a:lnTo>
                  <a:pt x="976" y="1119"/>
                </a:lnTo>
                <a:lnTo>
                  <a:pt x="975" y="1119"/>
                </a:lnTo>
                <a:lnTo>
                  <a:pt x="975" y="1120"/>
                </a:lnTo>
                <a:lnTo>
                  <a:pt x="975" y="1121"/>
                </a:lnTo>
                <a:lnTo>
                  <a:pt x="974" y="1122"/>
                </a:lnTo>
                <a:lnTo>
                  <a:pt x="974" y="1123"/>
                </a:lnTo>
                <a:lnTo>
                  <a:pt x="974" y="1124"/>
                </a:lnTo>
                <a:lnTo>
                  <a:pt x="973" y="1124"/>
                </a:lnTo>
                <a:lnTo>
                  <a:pt x="973" y="1125"/>
                </a:lnTo>
                <a:lnTo>
                  <a:pt x="972" y="1125"/>
                </a:lnTo>
                <a:lnTo>
                  <a:pt x="972" y="1124"/>
                </a:lnTo>
                <a:lnTo>
                  <a:pt x="971" y="1124"/>
                </a:lnTo>
                <a:lnTo>
                  <a:pt x="970" y="1124"/>
                </a:lnTo>
                <a:lnTo>
                  <a:pt x="970" y="1123"/>
                </a:lnTo>
                <a:lnTo>
                  <a:pt x="969" y="1123"/>
                </a:lnTo>
                <a:lnTo>
                  <a:pt x="969" y="1122"/>
                </a:lnTo>
                <a:lnTo>
                  <a:pt x="968" y="1122"/>
                </a:lnTo>
                <a:lnTo>
                  <a:pt x="967" y="1122"/>
                </a:lnTo>
                <a:lnTo>
                  <a:pt x="966" y="1122"/>
                </a:lnTo>
                <a:lnTo>
                  <a:pt x="966" y="1123"/>
                </a:lnTo>
                <a:lnTo>
                  <a:pt x="965" y="1123"/>
                </a:lnTo>
                <a:lnTo>
                  <a:pt x="965" y="1124"/>
                </a:lnTo>
                <a:lnTo>
                  <a:pt x="965" y="1125"/>
                </a:lnTo>
                <a:lnTo>
                  <a:pt x="964" y="1125"/>
                </a:lnTo>
                <a:lnTo>
                  <a:pt x="963" y="1125"/>
                </a:lnTo>
                <a:lnTo>
                  <a:pt x="963" y="1126"/>
                </a:lnTo>
                <a:lnTo>
                  <a:pt x="963" y="1125"/>
                </a:lnTo>
                <a:lnTo>
                  <a:pt x="962" y="1125"/>
                </a:lnTo>
                <a:lnTo>
                  <a:pt x="962" y="1126"/>
                </a:lnTo>
                <a:lnTo>
                  <a:pt x="961" y="1126"/>
                </a:lnTo>
                <a:lnTo>
                  <a:pt x="960" y="1126"/>
                </a:lnTo>
                <a:lnTo>
                  <a:pt x="959" y="1126"/>
                </a:lnTo>
                <a:lnTo>
                  <a:pt x="959" y="1127"/>
                </a:lnTo>
                <a:lnTo>
                  <a:pt x="958" y="1127"/>
                </a:lnTo>
                <a:lnTo>
                  <a:pt x="957" y="1127"/>
                </a:lnTo>
                <a:lnTo>
                  <a:pt x="957" y="1128"/>
                </a:lnTo>
                <a:lnTo>
                  <a:pt x="957" y="1129"/>
                </a:lnTo>
                <a:lnTo>
                  <a:pt x="956" y="1129"/>
                </a:lnTo>
                <a:lnTo>
                  <a:pt x="955" y="1129"/>
                </a:lnTo>
                <a:lnTo>
                  <a:pt x="954" y="1129"/>
                </a:lnTo>
                <a:lnTo>
                  <a:pt x="954" y="1128"/>
                </a:lnTo>
                <a:lnTo>
                  <a:pt x="953" y="1128"/>
                </a:lnTo>
                <a:lnTo>
                  <a:pt x="953" y="1127"/>
                </a:lnTo>
                <a:lnTo>
                  <a:pt x="952" y="1127"/>
                </a:lnTo>
                <a:lnTo>
                  <a:pt x="950" y="1127"/>
                </a:lnTo>
                <a:lnTo>
                  <a:pt x="949" y="1127"/>
                </a:lnTo>
                <a:lnTo>
                  <a:pt x="948" y="1127"/>
                </a:lnTo>
                <a:lnTo>
                  <a:pt x="948" y="1128"/>
                </a:lnTo>
                <a:lnTo>
                  <a:pt x="947" y="1128"/>
                </a:lnTo>
                <a:lnTo>
                  <a:pt x="946" y="1128"/>
                </a:lnTo>
                <a:lnTo>
                  <a:pt x="945" y="1128"/>
                </a:lnTo>
                <a:lnTo>
                  <a:pt x="945" y="1129"/>
                </a:lnTo>
                <a:lnTo>
                  <a:pt x="944" y="1129"/>
                </a:lnTo>
                <a:lnTo>
                  <a:pt x="943" y="1129"/>
                </a:lnTo>
                <a:lnTo>
                  <a:pt x="942" y="1129"/>
                </a:lnTo>
                <a:lnTo>
                  <a:pt x="941" y="1130"/>
                </a:lnTo>
                <a:lnTo>
                  <a:pt x="940" y="1129"/>
                </a:lnTo>
                <a:lnTo>
                  <a:pt x="940" y="1130"/>
                </a:lnTo>
                <a:lnTo>
                  <a:pt x="939" y="1130"/>
                </a:lnTo>
                <a:lnTo>
                  <a:pt x="939" y="1131"/>
                </a:lnTo>
                <a:lnTo>
                  <a:pt x="938" y="1131"/>
                </a:lnTo>
                <a:lnTo>
                  <a:pt x="938" y="1129"/>
                </a:lnTo>
                <a:lnTo>
                  <a:pt x="937" y="1128"/>
                </a:lnTo>
                <a:lnTo>
                  <a:pt x="937" y="1127"/>
                </a:lnTo>
                <a:lnTo>
                  <a:pt x="936" y="1127"/>
                </a:lnTo>
                <a:lnTo>
                  <a:pt x="936" y="1128"/>
                </a:lnTo>
                <a:lnTo>
                  <a:pt x="935" y="1128"/>
                </a:lnTo>
                <a:lnTo>
                  <a:pt x="934" y="1127"/>
                </a:lnTo>
                <a:lnTo>
                  <a:pt x="934" y="1128"/>
                </a:lnTo>
                <a:lnTo>
                  <a:pt x="934" y="1129"/>
                </a:lnTo>
                <a:lnTo>
                  <a:pt x="933" y="1129"/>
                </a:lnTo>
                <a:lnTo>
                  <a:pt x="933" y="1130"/>
                </a:lnTo>
                <a:lnTo>
                  <a:pt x="932" y="1130"/>
                </a:lnTo>
                <a:lnTo>
                  <a:pt x="932" y="1129"/>
                </a:lnTo>
                <a:lnTo>
                  <a:pt x="932" y="1130"/>
                </a:lnTo>
                <a:lnTo>
                  <a:pt x="931" y="1130"/>
                </a:lnTo>
                <a:lnTo>
                  <a:pt x="931" y="1129"/>
                </a:lnTo>
                <a:lnTo>
                  <a:pt x="930" y="1129"/>
                </a:lnTo>
                <a:lnTo>
                  <a:pt x="930" y="1128"/>
                </a:lnTo>
                <a:lnTo>
                  <a:pt x="929" y="1128"/>
                </a:lnTo>
                <a:lnTo>
                  <a:pt x="929" y="1127"/>
                </a:lnTo>
                <a:lnTo>
                  <a:pt x="928" y="1127"/>
                </a:lnTo>
                <a:lnTo>
                  <a:pt x="927" y="1127"/>
                </a:lnTo>
                <a:lnTo>
                  <a:pt x="927" y="1126"/>
                </a:lnTo>
                <a:lnTo>
                  <a:pt x="926" y="1126"/>
                </a:lnTo>
                <a:lnTo>
                  <a:pt x="926" y="1127"/>
                </a:lnTo>
                <a:lnTo>
                  <a:pt x="925" y="1127"/>
                </a:lnTo>
                <a:lnTo>
                  <a:pt x="925" y="1128"/>
                </a:lnTo>
                <a:lnTo>
                  <a:pt x="925" y="1129"/>
                </a:lnTo>
                <a:lnTo>
                  <a:pt x="925" y="1130"/>
                </a:lnTo>
                <a:lnTo>
                  <a:pt x="924" y="1130"/>
                </a:lnTo>
                <a:lnTo>
                  <a:pt x="924" y="1131"/>
                </a:lnTo>
                <a:lnTo>
                  <a:pt x="923" y="1131"/>
                </a:lnTo>
                <a:lnTo>
                  <a:pt x="923" y="1132"/>
                </a:lnTo>
                <a:lnTo>
                  <a:pt x="923" y="1133"/>
                </a:lnTo>
                <a:lnTo>
                  <a:pt x="923" y="1134"/>
                </a:lnTo>
                <a:lnTo>
                  <a:pt x="924" y="1134"/>
                </a:lnTo>
                <a:lnTo>
                  <a:pt x="924" y="1135"/>
                </a:lnTo>
                <a:lnTo>
                  <a:pt x="924" y="1136"/>
                </a:lnTo>
                <a:lnTo>
                  <a:pt x="923" y="1136"/>
                </a:lnTo>
                <a:lnTo>
                  <a:pt x="922" y="1137"/>
                </a:lnTo>
                <a:lnTo>
                  <a:pt x="921" y="1138"/>
                </a:lnTo>
                <a:lnTo>
                  <a:pt x="920" y="1138"/>
                </a:lnTo>
                <a:lnTo>
                  <a:pt x="919" y="1138"/>
                </a:lnTo>
                <a:lnTo>
                  <a:pt x="919" y="1137"/>
                </a:lnTo>
                <a:lnTo>
                  <a:pt x="919" y="1136"/>
                </a:lnTo>
                <a:lnTo>
                  <a:pt x="919" y="1135"/>
                </a:lnTo>
                <a:lnTo>
                  <a:pt x="919" y="1134"/>
                </a:lnTo>
                <a:lnTo>
                  <a:pt x="918" y="1134"/>
                </a:lnTo>
                <a:lnTo>
                  <a:pt x="919" y="1134"/>
                </a:lnTo>
                <a:lnTo>
                  <a:pt x="918" y="1134"/>
                </a:lnTo>
                <a:lnTo>
                  <a:pt x="917" y="1134"/>
                </a:lnTo>
                <a:lnTo>
                  <a:pt x="916" y="1134"/>
                </a:lnTo>
                <a:lnTo>
                  <a:pt x="915" y="1134"/>
                </a:lnTo>
                <a:lnTo>
                  <a:pt x="915" y="1133"/>
                </a:lnTo>
                <a:lnTo>
                  <a:pt x="914" y="1133"/>
                </a:lnTo>
                <a:lnTo>
                  <a:pt x="914" y="1132"/>
                </a:lnTo>
                <a:lnTo>
                  <a:pt x="913" y="1132"/>
                </a:lnTo>
                <a:lnTo>
                  <a:pt x="913" y="1131"/>
                </a:lnTo>
                <a:lnTo>
                  <a:pt x="912" y="1131"/>
                </a:lnTo>
                <a:lnTo>
                  <a:pt x="912" y="1132"/>
                </a:lnTo>
                <a:lnTo>
                  <a:pt x="911" y="1132"/>
                </a:lnTo>
                <a:lnTo>
                  <a:pt x="910" y="1132"/>
                </a:lnTo>
                <a:lnTo>
                  <a:pt x="909" y="1132"/>
                </a:lnTo>
                <a:lnTo>
                  <a:pt x="908" y="1132"/>
                </a:lnTo>
                <a:lnTo>
                  <a:pt x="908" y="1133"/>
                </a:lnTo>
                <a:lnTo>
                  <a:pt x="907" y="1133"/>
                </a:lnTo>
                <a:lnTo>
                  <a:pt x="907" y="1132"/>
                </a:lnTo>
                <a:lnTo>
                  <a:pt x="906" y="1132"/>
                </a:lnTo>
                <a:lnTo>
                  <a:pt x="905" y="1132"/>
                </a:lnTo>
                <a:lnTo>
                  <a:pt x="905" y="1131"/>
                </a:lnTo>
                <a:lnTo>
                  <a:pt x="905" y="1130"/>
                </a:lnTo>
                <a:lnTo>
                  <a:pt x="904" y="1130"/>
                </a:lnTo>
                <a:lnTo>
                  <a:pt x="904" y="1129"/>
                </a:lnTo>
                <a:lnTo>
                  <a:pt x="903" y="1129"/>
                </a:lnTo>
                <a:lnTo>
                  <a:pt x="902" y="1129"/>
                </a:lnTo>
                <a:lnTo>
                  <a:pt x="902" y="1128"/>
                </a:lnTo>
                <a:lnTo>
                  <a:pt x="900" y="1128"/>
                </a:lnTo>
                <a:lnTo>
                  <a:pt x="899" y="1128"/>
                </a:lnTo>
                <a:lnTo>
                  <a:pt x="898" y="1128"/>
                </a:lnTo>
                <a:lnTo>
                  <a:pt x="897" y="1128"/>
                </a:lnTo>
                <a:lnTo>
                  <a:pt x="896" y="1128"/>
                </a:lnTo>
                <a:lnTo>
                  <a:pt x="896" y="1127"/>
                </a:lnTo>
                <a:lnTo>
                  <a:pt x="895" y="1127"/>
                </a:lnTo>
                <a:lnTo>
                  <a:pt x="895" y="1128"/>
                </a:lnTo>
                <a:lnTo>
                  <a:pt x="894" y="1127"/>
                </a:lnTo>
                <a:lnTo>
                  <a:pt x="894" y="1126"/>
                </a:lnTo>
                <a:lnTo>
                  <a:pt x="894" y="1125"/>
                </a:lnTo>
                <a:lnTo>
                  <a:pt x="894" y="1124"/>
                </a:lnTo>
                <a:lnTo>
                  <a:pt x="894" y="1123"/>
                </a:lnTo>
                <a:lnTo>
                  <a:pt x="894" y="1122"/>
                </a:lnTo>
                <a:lnTo>
                  <a:pt x="893" y="1123"/>
                </a:lnTo>
                <a:lnTo>
                  <a:pt x="893" y="1122"/>
                </a:lnTo>
                <a:lnTo>
                  <a:pt x="892" y="1122"/>
                </a:lnTo>
                <a:lnTo>
                  <a:pt x="891" y="1122"/>
                </a:lnTo>
                <a:lnTo>
                  <a:pt x="891" y="1123"/>
                </a:lnTo>
                <a:lnTo>
                  <a:pt x="891" y="1124"/>
                </a:lnTo>
                <a:lnTo>
                  <a:pt x="890" y="1124"/>
                </a:lnTo>
                <a:lnTo>
                  <a:pt x="891" y="1124"/>
                </a:lnTo>
                <a:lnTo>
                  <a:pt x="891" y="1125"/>
                </a:lnTo>
                <a:lnTo>
                  <a:pt x="890" y="1125"/>
                </a:lnTo>
                <a:lnTo>
                  <a:pt x="890" y="1126"/>
                </a:lnTo>
                <a:lnTo>
                  <a:pt x="890" y="1125"/>
                </a:lnTo>
                <a:lnTo>
                  <a:pt x="889" y="1125"/>
                </a:lnTo>
                <a:lnTo>
                  <a:pt x="888" y="1125"/>
                </a:lnTo>
                <a:lnTo>
                  <a:pt x="888" y="1126"/>
                </a:lnTo>
                <a:lnTo>
                  <a:pt x="888" y="1127"/>
                </a:lnTo>
                <a:lnTo>
                  <a:pt x="887" y="1127"/>
                </a:lnTo>
                <a:lnTo>
                  <a:pt x="886" y="1127"/>
                </a:lnTo>
                <a:lnTo>
                  <a:pt x="885" y="1127"/>
                </a:lnTo>
                <a:lnTo>
                  <a:pt x="885" y="1128"/>
                </a:lnTo>
                <a:lnTo>
                  <a:pt x="885" y="1129"/>
                </a:lnTo>
                <a:lnTo>
                  <a:pt x="884" y="1129"/>
                </a:lnTo>
                <a:lnTo>
                  <a:pt x="884" y="1130"/>
                </a:lnTo>
                <a:lnTo>
                  <a:pt x="884" y="1131"/>
                </a:lnTo>
                <a:lnTo>
                  <a:pt x="884" y="1132"/>
                </a:lnTo>
                <a:lnTo>
                  <a:pt x="883" y="1132"/>
                </a:lnTo>
                <a:lnTo>
                  <a:pt x="882" y="1132"/>
                </a:lnTo>
                <a:lnTo>
                  <a:pt x="882" y="1133"/>
                </a:lnTo>
                <a:lnTo>
                  <a:pt x="881" y="1133"/>
                </a:lnTo>
                <a:lnTo>
                  <a:pt x="881" y="1134"/>
                </a:lnTo>
                <a:lnTo>
                  <a:pt x="880" y="1135"/>
                </a:lnTo>
                <a:lnTo>
                  <a:pt x="879" y="1135"/>
                </a:lnTo>
                <a:lnTo>
                  <a:pt x="879" y="1136"/>
                </a:lnTo>
                <a:lnTo>
                  <a:pt x="878" y="1136"/>
                </a:lnTo>
                <a:lnTo>
                  <a:pt x="878" y="1137"/>
                </a:lnTo>
                <a:lnTo>
                  <a:pt x="878" y="1138"/>
                </a:lnTo>
                <a:lnTo>
                  <a:pt x="877" y="1138"/>
                </a:lnTo>
                <a:lnTo>
                  <a:pt x="876" y="1138"/>
                </a:lnTo>
                <a:lnTo>
                  <a:pt x="875" y="1138"/>
                </a:lnTo>
                <a:lnTo>
                  <a:pt x="875" y="1137"/>
                </a:lnTo>
                <a:lnTo>
                  <a:pt x="874" y="1137"/>
                </a:lnTo>
                <a:lnTo>
                  <a:pt x="873" y="1137"/>
                </a:lnTo>
                <a:lnTo>
                  <a:pt x="872" y="1137"/>
                </a:lnTo>
                <a:lnTo>
                  <a:pt x="871" y="1137"/>
                </a:lnTo>
                <a:lnTo>
                  <a:pt x="870" y="1137"/>
                </a:lnTo>
                <a:lnTo>
                  <a:pt x="870" y="1136"/>
                </a:lnTo>
                <a:lnTo>
                  <a:pt x="870" y="1135"/>
                </a:lnTo>
                <a:lnTo>
                  <a:pt x="870" y="1134"/>
                </a:lnTo>
                <a:lnTo>
                  <a:pt x="871" y="1134"/>
                </a:lnTo>
                <a:lnTo>
                  <a:pt x="871" y="1133"/>
                </a:lnTo>
                <a:lnTo>
                  <a:pt x="870" y="1133"/>
                </a:lnTo>
                <a:lnTo>
                  <a:pt x="869" y="1133"/>
                </a:lnTo>
                <a:lnTo>
                  <a:pt x="868" y="1133"/>
                </a:lnTo>
                <a:lnTo>
                  <a:pt x="867" y="1133"/>
                </a:lnTo>
                <a:lnTo>
                  <a:pt x="867" y="1134"/>
                </a:lnTo>
                <a:lnTo>
                  <a:pt x="866" y="1134"/>
                </a:lnTo>
                <a:lnTo>
                  <a:pt x="865" y="1134"/>
                </a:lnTo>
                <a:lnTo>
                  <a:pt x="864" y="1135"/>
                </a:lnTo>
                <a:lnTo>
                  <a:pt x="863" y="1135"/>
                </a:lnTo>
                <a:lnTo>
                  <a:pt x="863" y="1134"/>
                </a:lnTo>
                <a:lnTo>
                  <a:pt x="862" y="1134"/>
                </a:lnTo>
                <a:lnTo>
                  <a:pt x="862" y="1133"/>
                </a:lnTo>
                <a:lnTo>
                  <a:pt x="862" y="1132"/>
                </a:lnTo>
                <a:lnTo>
                  <a:pt x="862" y="1131"/>
                </a:lnTo>
                <a:lnTo>
                  <a:pt x="862" y="1129"/>
                </a:lnTo>
                <a:lnTo>
                  <a:pt x="862" y="1128"/>
                </a:lnTo>
                <a:lnTo>
                  <a:pt x="861" y="1128"/>
                </a:lnTo>
                <a:lnTo>
                  <a:pt x="860" y="1128"/>
                </a:lnTo>
                <a:lnTo>
                  <a:pt x="860" y="1127"/>
                </a:lnTo>
                <a:lnTo>
                  <a:pt x="859" y="1127"/>
                </a:lnTo>
                <a:lnTo>
                  <a:pt x="858" y="1127"/>
                </a:lnTo>
                <a:lnTo>
                  <a:pt x="858" y="1128"/>
                </a:lnTo>
                <a:lnTo>
                  <a:pt x="857" y="1129"/>
                </a:lnTo>
                <a:lnTo>
                  <a:pt x="856" y="1129"/>
                </a:lnTo>
                <a:lnTo>
                  <a:pt x="856" y="1130"/>
                </a:lnTo>
                <a:lnTo>
                  <a:pt x="856" y="1129"/>
                </a:lnTo>
                <a:lnTo>
                  <a:pt x="855" y="1129"/>
                </a:lnTo>
                <a:lnTo>
                  <a:pt x="854" y="1129"/>
                </a:lnTo>
                <a:lnTo>
                  <a:pt x="853" y="1129"/>
                </a:lnTo>
                <a:lnTo>
                  <a:pt x="852" y="1129"/>
                </a:lnTo>
                <a:lnTo>
                  <a:pt x="851" y="1129"/>
                </a:lnTo>
                <a:lnTo>
                  <a:pt x="851" y="1128"/>
                </a:lnTo>
                <a:lnTo>
                  <a:pt x="851" y="1129"/>
                </a:lnTo>
                <a:lnTo>
                  <a:pt x="850" y="1129"/>
                </a:lnTo>
                <a:lnTo>
                  <a:pt x="849" y="1129"/>
                </a:lnTo>
                <a:lnTo>
                  <a:pt x="849" y="1130"/>
                </a:lnTo>
                <a:lnTo>
                  <a:pt x="848" y="1130"/>
                </a:lnTo>
                <a:lnTo>
                  <a:pt x="847" y="1130"/>
                </a:lnTo>
                <a:lnTo>
                  <a:pt x="847" y="1131"/>
                </a:lnTo>
                <a:lnTo>
                  <a:pt x="846" y="1131"/>
                </a:lnTo>
                <a:lnTo>
                  <a:pt x="846" y="1130"/>
                </a:lnTo>
                <a:lnTo>
                  <a:pt x="845" y="1130"/>
                </a:lnTo>
                <a:lnTo>
                  <a:pt x="844" y="1130"/>
                </a:lnTo>
                <a:lnTo>
                  <a:pt x="844" y="1129"/>
                </a:lnTo>
                <a:lnTo>
                  <a:pt x="843" y="1129"/>
                </a:lnTo>
                <a:lnTo>
                  <a:pt x="842" y="1129"/>
                </a:lnTo>
                <a:lnTo>
                  <a:pt x="842" y="1128"/>
                </a:lnTo>
                <a:lnTo>
                  <a:pt x="841" y="1128"/>
                </a:lnTo>
                <a:lnTo>
                  <a:pt x="842" y="1128"/>
                </a:lnTo>
                <a:lnTo>
                  <a:pt x="844" y="1128"/>
                </a:lnTo>
                <a:lnTo>
                  <a:pt x="845" y="1128"/>
                </a:lnTo>
                <a:lnTo>
                  <a:pt x="845" y="1127"/>
                </a:lnTo>
                <a:lnTo>
                  <a:pt x="844" y="1127"/>
                </a:lnTo>
                <a:lnTo>
                  <a:pt x="844" y="1126"/>
                </a:lnTo>
                <a:lnTo>
                  <a:pt x="844" y="1125"/>
                </a:lnTo>
                <a:lnTo>
                  <a:pt x="843" y="1125"/>
                </a:lnTo>
                <a:lnTo>
                  <a:pt x="842" y="1125"/>
                </a:lnTo>
                <a:lnTo>
                  <a:pt x="842" y="1126"/>
                </a:lnTo>
                <a:lnTo>
                  <a:pt x="841" y="1126"/>
                </a:lnTo>
                <a:lnTo>
                  <a:pt x="840" y="1126"/>
                </a:lnTo>
                <a:lnTo>
                  <a:pt x="839" y="1126"/>
                </a:lnTo>
                <a:lnTo>
                  <a:pt x="838" y="1126"/>
                </a:lnTo>
                <a:lnTo>
                  <a:pt x="838" y="1127"/>
                </a:lnTo>
                <a:lnTo>
                  <a:pt x="837" y="1127"/>
                </a:lnTo>
                <a:lnTo>
                  <a:pt x="837" y="1128"/>
                </a:lnTo>
                <a:lnTo>
                  <a:pt x="836" y="1128"/>
                </a:lnTo>
                <a:lnTo>
                  <a:pt x="835" y="1128"/>
                </a:lnTo>
                <a:lnTo>
                  <a:pt x="834" y="1128"/>
                </a:lnTo>
                <a:lnTo>
                  <a:pt x="834" y="1127"/>
                </a:lnTo>
                <a:lnTo>
                  <a:pt x="834" y="1128"/>
                </a:lnTo>
                <a:lnTo>
                  <a:pt x="833" y="1128"/>
                </a:lnTo>
                <a:lnTo>
                  <a:pt x="832" y="1128"/>
                </a:lnTo>
                <a:lnTo>
                  <a:pt x="832" y="1127"/>
                </a:lnTo>
                <a:lnTo>
                  <a:pt x="831" y="1127"/>
                </a:lnTo>
                <a:lnTo>
                  <a:pt x="831" y="1126"/>
                </a:lnTo>
                <a:lnTo>
                  <a:pt x="830" y="1126"/>
                </a:lnTo>
                <a:lnTo>
                  <a:pt x="830" y="1125"/>
                </a:lnTo>
                <a:lnTo>
                  <a:pt x="829" y="1125"/>
                </a:lnTo>
                <a:lnTo>
                  <a:pt x="829" y="1124"/>
                </a:lnTo>
                <a:lnTo>
                  <a:pt x="828" y="1124"/>
                </a:lnTo>
                <a:lnTo>
                  <a:pt x="827" y="1124"/>
                </a:lnTo>
                <a:lnTo>
                  <a:pt x="826" y="1124"/>
                </a:lnTo>
                <a:lnTo>
                  <a:pt x="826" y="1123"/>
                </a:lnTo>
                <a:lnTo>
                  <a:pt x="825" y="1123"/>
                </a:lnTo>
                <a:lnTo>
                  <a:pt x="825" y="1124"/>
                </a:lnTo>
                <a:lnTo>
                  <a:pt x="824" y="1124"/>
                </a:lnTo>
                <a:lnTo>
                  <a:pt x="823" y="1124"/>
                </a:lnTo>
                <a:lnTo>
                  <a:pt x="823" y="1125"/>
                </a:lnTo>
                <a:lnTo>
                  <a:pt x="822" y="1125"/>
                </a:lnTo>
                <a:lnTo>
                  <a:pt x="822" y="1126"/>
                </a:lnTo>
                <a:lnTo>
                  <a:pt x="821" y="1126"/>
                </a:lnTo>
                <a:lnTo>
                  <a:pt x="820" y="1126"/>
                </a:lnTo>
                <a:lnTo>
                  <a:pt x="819" y="1126"/>
                </a:lnTo>
                <a:lnTo>
                  <a:pt x="818" y="1126"/>
                </a:lnTo>
                <a:lnTo>
                  <a:pt x="817" y="1126"/>
                </a:lnTo>
                <a:lnTo>
                  <a:pt x="817" y="1125"/>
                </a:lnTo>
                <a:lnTo>
                  <a:pt x="816" y="1125"/>
                </a:lnTo>
                <a:lnTo>
                  <a:pt x="815" y="1125"/>
                </a:lnTo>
                <a:lnTo>
                  <a:pt x="814" y="1125"/>
                </a:lnTo>
                <a:lnTo>
                  <a:pt x="814" y="1124"/>
                </a:lnTo>
                <a:lnTo>
                  <a:pt x="813" y="1124"/>
                </a:lnTo>
                <a:lnTo>
                  <a:pt x="813" y="1123"/>
                </a:lnTo>
                <a:lnTo>
                  <a:pt x="812" y="1123"/>
                </a:lnTo>
                <a:lnTo>
                  <a:pt x="812" y="1122"/>
                </a:lnTo>
                <a:lnTo>
                  <a:pt x="811" y="1122"/>
                </a:lnTo>
                <a:lnTo>
                  <a:pt x="810" y="1123"/>
                </a:lnTo>
                <a:lnTo>
                  <a:pt x="810" y="1122"/>
                </a:lnTo>
                <a:lnTo>
                  <a:pt x="809" y="1122"/>
                </a:lnTo>
                <a:lnTo>
                  <a:pt x="809" y="1121"/>
                </a:lnTo>
                <a:lnTo>
                  <a:pt x="809" y="1120"/>
                </a:lnTo>
                <a:lnTo>
                  <a:pt x="809" y="1119"/>
                </a:lnTo>
                <a:lnTo>
                  <a:pt x="809" y="1118"/>
                </a:lnTo>
                <a:lnTo>
                  <a:pt x="809" y="1117"/>
                </a:lnTo>
                <a:lnTo>
                  <a:pt x="809" y="1116"/>
                </a:lnTo>
                <a:lnTo>
                  <a:pt x="808" y="1116"/>
                </a:lnTo>
                <a:lnTo>
                  <a:pt x="807" y="1116"/>
                </a:lnTo>
                <a:lnTo>
                  <a:pt x="807" y="1115"/>
                </a:lnTo>
                <a:lnTo>
                  <a:pt x="808" y="1115"/>
                </a:lnTo>
                <a:lnTo>
                  <a:pt x="807" y="1115"/>
                </a:lnTo>
                <a:lnTo>
                  <a:pt x="807" y="1114"/>
                </a:lnTo>
                <a:lnTo>
                  <a:pt x="807" y="1113"/>
                </a:lnTo>
                <a:lnTo>
                  <a:pt x="807" y="1112"/>
                </a:lnTo>
                <a:lnTo>
                  <a:pt x="807" y="1111"/>
                </a:lnTo>
                <a:lnTo>
                  <a:pt x="806" y="1111"/>
                </a:lnTo>
                <a:lnTo>
                  <a:pt x="806" y="1110"/>
                </a:lnTo>
                <a:lnTo>
                  <a:pt x="805" y="1110"/>
                </a:lnTo>
                <a:lnTo>
                  <a:pt x="805" y="1109"/>
                </a:lnTo>
                <a:lnTo>
                  <a:pt x="804" y="1109"/>
                </a:lnTo>
                <a:lnTo>
                  <a:pt x="804" y="1108"/>
                </a:lnTo>
                <a:lnTo>
                  <a:pt x="804" y="1107"/>
                </a:lnTo>
                <a:lnTo>
                  <a:pt x="804" y="1106"/>
                </a:lnTo>
                <a:lnTo>
                  <a:pt x="803" y="1106"/>
                </a:lnTo>
                <a:lnTo>
                  <a:pt x="802" y="1106"/>
                </a:lnTo>
                <a:lnTo>
                  <a:pt x="801" y="1106"/>
                </a:lnTo>
                <a:lnTo>
                  <a:pt x="801" y="1105"/>
                </a:lnTo>
                <a:lnTo>
                  <a:pt x="800" y="1105"/>
                </a:lnTo>
                <a:lnTo>
                  <a:pt x="799" y="1105"/>
                </a:lnTo>
                <a:lnTo>
                  <a:pt x="798" y="1105"/>
                </a:lnTo>
                <a:lnTo>
                  <a:pt x="797" y="1105"/>
                </a:lnTo>
                <a:lnTo>
                  <a:pt x="796" y="1105"/>
                </a:lnTo>
                <a:lnTo>
                  <a:pt x="796" y="1104"/>
                </a:lnTo>
                <a:lnTo>
                  <a:pt x="795" y="1104"/>
                </a:lnTo>
                <a:lnTo>
                  <a:pt x="794" y="1104"/>
                </a:lnTo>
                <a:lnTo>
                  <a:pt x="794" y="1103"/>
                </a:lnTo>
                <a:lnTo>
                  <a:pt x="793" y="1103"/>
                </a:lnTo>
                <a:lnTo>
                  <a:pt x="792" y="1103"/>
                </a:lnTo>
                <a:lnTo>
                  <a:pt x="792" y="1102"/>
                </a:lnTo>
                <a:lnTo>
                  <a:pt x="792" y="1101"/>
                </a:lnTo>
                <a:lnTo>
                  <a:pt x="792" y="1100"/>
                </a:lnTo>
                <a:lnTo>
                  <a:pt x="792" y="1099"/>
                </a:lnTo>
                <a:lnTo>
                  <a:pt x="791" y="1099"/>
                </a:lnTo>
                <a:lnTo>
                  <a:pt x="791" y="1098"/>
                </a:lnTo>
                <a:lnTo>
                  <a:pt x="790" y="1098"/>
                </a:lnTo>
                <a:lnTo>
                  <a:pt x="789" y="1098"/>
                </a:lnTo>
                <a:lnTo>
                  <a:pt x="789" y="1097"/>
                </a:lnTo>
                <a:lnTo>
                  <a:pt x="788" y="1097"/>
                </a:lnTo>
                <a:lnTo>
                  <a:pt x="787" y="1097"/>
                </a:lnTo>
                <a:lnTo>
                  <a:pt x="787" y="1096"/>
                </a:lnTo>
                <a:lnTo>
                  <a:pt x="787" y="1095"/>
                </a:lnTo>
                <a:lnTo>
                  <a:pt x="786" y="1095"/>
                </a:lnTo>
                <a:lnTo>
                  <a:pt x="786" y="1094"/>
                </a:lnTo>
                <a:lnTo>
                  <a:pt x="786" y="1093"/>
                </a:lnTo>
                <a:lnTo>
                  <a:pt x="785" y="1093"/>
                </a:lnTo>
                <a:lnTo>
                  <a:pt x="785" y="1092"/>
                </a:lnTo>
                <a:lnTo>
                  <a:pt x="784" y="1092"/>
                </a:lnTo>
                <a:lnTo>
                  <a:pt x="784" y="1093"/>
                </a:lnTo>
                <a:lnTo>
                  <a:pt x="783" y="1093"/>
                </a:lnTo>
                <a:lnTo>
                  <a:pt x="783" y="1094"/>
                </a:lnTo>
                <a:lnTo>
                  <a:pt x="783" y="1093"/>
                </a:lnTo>
                <a:lnTo>
                  <a:pt x="783" y="1094"/>
                </a:lnTo>
                <a:lnTo>
                  <a:pt x="782" y="1094"/>
                </a:lnTo>
                <a:lnTo>
                  <a:pt x="781" y="1094"/>
                </a:lnTo>
                <a:lnTo>
                  <a:pt x="781" y="1093"/>
                </a:lnTo>
                <a:lnTo>
                  <a:pt x="780" y="1093"/>
                </a:lnTo>
                <a:lnTo>
                  <a:pt x="779" y="1093"/>
                </a:lnTo>
                <a:lnTo>
                  <a:pt x="779" y="1092"/>
                </a:lnTo>
                <a:lnTo>
                  <a:pt x="778" y="1092"/>
                </a:lnTo>
                <a:lnTo>
                  <a:pt x="777" y="1092"/>
                </a:lnTo>
                <a:lnTo>
                  <a:pt x="777" y="1091"/>
                </a:lnTo>
                <a:lnTo>
                  <a:pt x="776" y="1091"/>
                </a:lnTo>
                <a:lnTo>
                  <a:pt x="777" y="1091"/>
                </a:lnTo>
                <a:lnTo>
                  <a:pt x="777" y="1090"/>
                </a:lnTo>
                <a:lnTo>
                  <a:pt x="776" y="1090"/>
                </a:lnTo>
                <a:lnTo>
                  <a:pt x="776" y="1089"/>
                </a:lnTo>
                <a:lnTo>
                  <a:pt x="776" y="1090"/>
                </a:lnTo>
                <a:lnTo>
                  <a:pt x="776" y="1089"/>
                </a:lnTo>
                <a:lnTo>
                  <a:pt x="775" y="1089"/>
                </a:lnTo>
                <a:lnTo>
                  <a:pt x="775" y="1090"/>
                </a:lnTo>
                <a:lnTo>
                  <a:pt x="774" y="1090"/>
                </a:lnTo>
                <a:lnTo>
                  <a:pt x="774" y="1089"/>
                </a:lnTo>
                <a:lnTo>
                  <a:pt x="773" y="1089"/>
                </a:lnTo>
                <a:lnTo>
                  <a:pt x="773" y="1088"/>
                </a:lnTo>
                <a:lnTo>
                  <a:pt x="774" y="1088"/>
                </a:lnTo>
                <a:lnTo>
                  <a:pt x="774" y="1087"/>
                </a:lnTo>
                <a:lnTo>
                  <a:pt x="774" y="1086"/>
                </a:lnTo>
                <a:lnTo>
                  <a:pt x="775" y="1085"/>
                </a:lnTo>
                <a:lnTo>
                  <a:pt x="776" y="1085"/>
                </a:lnTo>
                <a:lnTo>
                  <a:pt x="776" y="1084"/>
                </a:lnTo>
                <a:lnTo>
                  <a:pt x="775" y="1084"/>
                </a:lnTo>
                <a:lnTo>
                  <a:pt x="774" y="1084"/>
                </a:lnTo>
                <a:lnTo>
                  <a:pt x="774" y="1083"/>
                </a:lnTo>
                <a:lnTo>
                  <a:pt x="774" y="1082"/>
                </a:lnTo>
                <a:lnTo>
                  <a:pt x="774" y="1081"/>
                </a:lnTo>
                <a:lnTo>
                  <a:pt x="774" y="1080"/>
                </a:lnTo>
                <a:lnTo>
                  <a:pt x="773" y="1080"/>
                </a:lnTo>
                <a:lnTo>
                  <a:pt x="773" y="1081"/>
                </a:lnTo>
                <a:lnTo>
                  <a:pt x="773" y="1080"/>
                </a:lnTo>
                <a:lnTo>
                  <a:pt x="772" y="1080"/>
                </a:lnTo>
                <a:lnTo>
                  <a:pt x="771" y="1080"/>
                </a:lnTo>
                <a:lnTo>
                  <a:pt x="771" y="1079"/>
                </a:lnTo>
                <a:lnTo>
                  <a:pt x="771" y="1080"/>
                </a:lnTo>
                <a:lnTo>
                  <a:pt x="770" y="1080"/>
                </a:lnTo>
                <a:lnTo>
                  <a:pt x="770" y="1079"/>
                </a:lnTo>
                <a:lnTo>
                  <a:pt x="769" y="1079"/>
                </a:lnTo>
                <a:lnTo>
                  <a:pt x="768" y="1079"/>
                </a:lnTo>
                <a:lnTo>
                  <a:pt x="767" y="1079"/>
                </a:lnTo>
                <a:lnTo>
                  <a:pt x="766" y="1079"/>
                </a:lnTo>
                <a:lnTo>
                  <a:pt x="765" y="1079"/>
                </a:lnTo>
                <a:lnTo>
                  <a:pt x="765" y="1080"/>
                </a:lnTo>
                <a:lnTo>
                  <a:pt x="765" y="1081"/>
                </a:lnTo>
                <a:lnTo>
                  <a:pt x="764" y="1081"/>
                </a:lnTo>
                <a:lnTo>
                  <a:pt x="764" y="1082"/>
                </a:lnTo>
                <a:lnTo>
                  <a:pt x="763" y="1082"/>
                </a:lnTo>
                <a:lnTo>
                  <a:pt x="762" y="1082"/>
                </a:lnTo>
                <a:lnTo>
                  <a:pt x="761" y="1082"/>
                </a:lnTo>
                <a:lnTo>
                  <a:pt x="760" y="1082"/>
                </a:lnTo>
                <a:lnTo>
                  <a:pt x="759" y="1082"/>
                </a:lnTo>
                <a:lnTo>
                  <a:pt x="759" y="1081"/>
                </a:lnTo>
                <a:lnTo>
                  <a:pt x="758" y="1081"/>
                </a:lnTo>
                <a:lnTo>
                  <a:pt x="758" y="1080"/>
                </a:lnTo>
                <a:lnTo>
                  <a:pt x="759" y="1080"/>
                </a:lnTo>
                <a:lnTo>
                  <a:pt x="759" y="1079"/>
                </a:lnTo>
                <a:lnTo>
                  <a:pt x="759" y="1078"/>
                </a:lnTo>
                <a:lnTo>
                  <a:pt x="758" y="1078"/>
                </a:lnTo>
                <a:lnTo>
                  <a:pt x="758" y="1077"/>
                </a:lnTo>
                <a:lnTo>
                  <a:pt x="757" y="1077"/>
                </a:lnTo>
                <a:lnTo>
                  <a:pt x="756" y="1076"/>
                </a:lnTo>
                <a:lnTo>
                  <a:pt x="755" y="1076"/>
                </a:lnTo>
                <a:lnTo>
                  <a:pt x="754" y="1076"/>
                </a:lnTo>
                <a:lnTo>
                  <a:pt x="754" y="1077"/>
                </a:lnTo>
                <a:lnTo>
                  <a:pt x="754" y="1078"/>
                </a:lnTo>
                <a:lnTo>
                  <a:pt x="754" y="1079"/>
                </a:lnTo>
                <a:lnTo>
                  <a:pt x="753" y="1079"/>
                </a:lnTo>
                <a:lnTo>
                  <a:pt x="753" y="1080"/>
                </a:lnTo>
                <a:lnTo>
                  <a:pt x="753" y="1081"/>
                </a:lnTo>
                <a:lnTo>
                  <a:pt x="754" y="1081"/>
                </a:lnTo>
                <a:lnTo>
                  <a:pt x="753" y="1081"/>
                </a:lnTo>
                <a:lnTo>
                  <a:pt x="753" y="1082"/>
                </a:lnTo>
                <a:lnTo>
                  <a:pt x="752" y="1082"/>
                </a:lnTo>
                <a:lnTo>
                  <a:pt x="752" y="1083"/>
                </a:lnTo>
                <a:lnTo>
                  <a:pt x="751" y="1083"/>
                </a:lnTo>
                <a:lnTo>
                  <a:pt x="750" y="1083"/>
                </a:lnTo>
                <a:lnTo>
                  <a:pt x="749" y="1083"/>
                </a:lnTo>
                <a:lnTo>
                  <a:pt x="749" y="1084"/>
                </a:lnTo>
                <a:lnTo>
                  <a:pt x="750" y="1084"/>
                </a:lnTo>
                <a:lnTo>
                  <a:pt x="749" y="1084"/>
                </a:lnTo>
                <a:lnTo>
                  <a:pt x="749" y="1085"/>
                </a:lnTo>
                <a:lnTo>
                  <a:pt x="749" y="1086"/>
                </a:lnTo>
                <a:lnTo>
                  <a:pt x="748" y="1086"/>
                </a:lnTo>
                <a:lnTo>
                  <a:pt x="748" y="1087"/>
                </a:lnTo>
                <a:lnTo>
                  <a:pt x="747" y="1087"/>
                </a:lnTo>
                <a:lnTo>
                  <a:pt x="747" y="1088"/>
                </a:lnTo>
                <a:lnTo>
                  <a:pt x="747" y="1089"/>
                </a:lnTo>
                <a:lnTo>
                  <a:pt x="746" y="1089"/>
                </a:lnTo>
                <a:lnTo>
                  <a:pt x="746" y="1090"/>
                </a:lnTo>
                <a:lnTo>
                  <a:pt x="746" y="1091"/>
                </a:lnTo>
                <a:lnTo>
                  <a:pt x="746" y="1092"/>
                </a:lnTo>
                <a:lnTo>
                  <a:pt x="746" y="1093"/>
                </a:lnTo>
                <a:lnTo>
                  <a:pt x="745" y="1093"/>
                </a:lnTo>
                <a:lnTo>
                  <a:pt x="745" y="1094"/>
                </a:lnTo>
                <a:lnTo>
                  <a:pt x="743" y="1094"/>
                </a:lnTo>
                <a:lnTo>
                  <a:pt x="742" y="1094"/>
                </a:lnTo>
                <a:lnTo>
                  <a:pt x="742" y="1095"/>
                </a:lnTo>
                <a:lnTo>
                  <a:pt x="741" y="1095"/>
                </a:lnTo>
                <a:lnTo>
                  <a:pt x="740" y="1095"/>
                </a:lnTo>
                <a:lnTo>
                  <a:pt x="739" y="1095"/>
                </a:lnTo>
                <a:lnTo>
                  <a:pt x="740" y="1095"/>
                </a:lnTo>
                <a:lnTo>
                  <a:pt x="740" y="1096"/>
                </a:lnTo>
                <a:lnTo>
                  <a:pt x="740" y="1097"/>
                </a:lnTo>
                <a:lnTo>
                  <a:pt x="739" y="1097"/>
                </a:lnTo>
                <a:lnTo>
                  <a:pt x="739" y="1098"/>
                </a:lnTo>
                <a:lnTo>
                  <a:pt x="738" y="1098"/>
                </a:lnTo>
                <a:lnTo>
                  <a:pt x="737" y="1098"/>
                </a:lnTo>
                <a:lnTo>
                  <a:pt x="737" y="1099"/>
                </a:lnTo>
                <a:lnTo>
                  <a:pt x="736" y="1099"/>
                </a:lnTo>
                <a:lnTo>
                  <a:pt x="735" y="1099"/>
                </a:lnTo>
                <a:lnTo>
                  <a:pt x="733" y="1099"/>
                </a:lnTo>
                <a:lnTo>
                  <a:pt x="732" y="1099"/>
                </a:lnTo>
                <a:lnTo>
                  <a:pt x="732" y="1098"/>
                </a:lnTo>
                <a:lnTo>
                  <a:pt x="732" y="1097"/>
                </a:lnTo>
                <a:lnTo>
                  <a:pt x="732" y="1096"/>
                </a:lnTo>
                <a:lnTo>
                  <a:pt x="731" y="1096"/>
                </a:lnTo>
                <a:lnTo>
                  <a:pt x="731" y="1095"/>
                </a:lnTo>
                <a:lnTo>
                  <a:pt x="730" y="1095"/>
                </a:lnTo>
                <a:lnTo>
                  <a:pt x="730" y="1094"/>
                </a:lnTo>
                <a:lnTo>
                  <a:pt x="729" y="1094"/>
                </a:lnTo>
                <a:lnTo>
                  <a:pt x="729" y="1093"/>
                </a:lnTo>
                <a:lnTo>
                  <a:pt x="728" y="1093"/>
                </a:lnTo>
                <a:lnTo>
                  <a:pt x="727" y="1093"/>
                </a:lnTo>
                <a:lnTo>
                  <a:pt x="726" y="1093"/>
                </a:lnTo>
                <a:lnTo>
                  <a:pt x="726" y="1092"/>
                </a:lnTo>
                <a:lnTo>
                  <a:pt x="725" y="1092"/>
                </a:lnTo>
                <a:lnTo>
                  <a:pt x="725" y="1091"/>
                </a:lnTo>
                <a:lnTo>
                  <a:pt x="726" y="1091"/>
                </a:lnTo>
                <a:lnTo>
                  <a:pt x="725" y="1091"/>
                </a:lnTo>
                <a:lnTo>
                  <a:pt x="725" y="1090"/>
                </a:lnTo>
                <a:lnTo>
                  <a:pt x="726" y="1090"/>
                </a:lnTo>
                <a:lnTo>
                  <a:pt x="726" y="1089"/>
                </a:lnTo>
                <a:lnTo>
                  <a:pt x="725" y="1090"/>
                </a:lnTo>
                <a:lnTo>
                  <a:pt x="724" y="1090"/>
                </a:lnTo>
                <a:lnTo>
                  <a:pt x="724" y="1091"/>
                </a:lnTo>
                <a:lnTo>
                  <a:pt x="723" y="1091"/>
                </a:lnTo>
                <a:lnTo>
                  <a:pt x="722" y="1091"/>
                </a:lnTo>
                <a:lnTo>
                  <a:pt x="722" y="1090"/>
                </a:lnTo>
                <a:lnTo>
                  <a:pt x="722" y="1089"/>
                </a:lnTo>
                <a:lnTo>
                  <a:pt x="721" y="1089"/>
                </a:lnTo>
                <a:lnTo>
                  <a:pt x="722" y="1089"/>
                </a:lnTo>
                <a:lnTo>
                  <a:pt x="722" y="1088"/>
                </a:lnTo>
                <a:lnTo>
                  <a:pt x="721" y="1088"/>
                </a:lnTo>
                <a:lnTo>
                  <a:pt x="721" y="1087"/>
                </a:lnTo>
                <a:lnTo>
                  <a:pt x="720" y="1087"/>
                </a:lnTo>
                <a:lnTo>
                  <a:pt x="719" y="1087"/>
                </a:lnTo>
                <a:lnTo>
                  <a:pt x="719" y="1086"/>
                </a:lnTo>
                <a:lnTo>
                  <a:pt x="718" y="1086"/>
                </a:lnTo>
                <a:lnTo>
                  <a:pt x="717" y="1086"/>
                </a:lnTo>
                <a:lnTo>
                  <a:pt x="716" y="1086"/>
                </a:lnTo>
                <a:lnTo>
                  <a:pt x="715" y="1086"/>
                </a:lnTo>
                <a:lnTo>
                  <a:pt x="714" y="1086"/>
                </a:lnTo>
                <a:lnTo>
                  <a:pt x="714" y="1085"/>
                </a:lnTo>
                <a:lnTo>
                  <a:pt x="714" y="1084"/>
                </a:lnTo>
                <a:lnTo>
                  <a:pt x="714" y="1083"/>
                </a:lnTo>
                <a:lnTo>
                  <a:pt x="714" y="1082"/>
                </a:lnTo>
                <a:lnTo>
                  <a:pt x="714" y="1081"/>
                </a:lnTo>
                <a:lnTo>
                  <a:pt x="714" y="1080"/>
                </a:lnTo>
                <a:lnTo>
                  <a:pt x="715" y="1080"/>
                </a:lnTo>
                <a:lnTo>
                  <a:pt x="715" y="1079"/>
                </a:lnTo>
                <a:lnTo>
                  <a:pt x="715" y="1078"/>
                </a:lnTo>
                <a:lnTo>
                  <a:pt x="714" y="1078"/>
                </a:lnTo>
                <a:lnTo>
                  <a:pt x="714" y="1077"/>
                </a:lnTo>
                <a:lnTo>
                  <a:pt x="714" y="1076"/>
                </a:lnTo>
                <a:lnTo>
                  <a:pt x="715" y="1076"/>
                </a:lnTo>
                <a:lnTo>
                  <a:pt x="714" y="1076"/>
                </a:lnTo>
                <a:lnTo>
                  <a:pt x="714" y="1075"/>
                </a:lnTo>
                <a:lnTo>
                  <a:pt x="714" y="1074"/>
                </a:lnTo>
                <a:lnTo>
                  <a:pt x="714" y="1073"/>
                </a:lnTo>
                <a:lnTo>
                  <a:pt x="714" y="1072"/>
                </a:lnTo>
                <a:lnTo>
                  <a:pt x="714" y="1071"/>
                </a:lnTo>
                <a:lnTo>
                  <a:pt x="714" y="1070"/>
                </a:lnTo>
                <a:lnTo>
                  <a:pt x="716" y="1070"/>
                </a:lnTo>
                <a:lnTo>
                  <a:pt x="716" y="1071"/>
                </a:lnTo>
                <a:lnTo>
                  <a:pt x="716" y="1069"/>
                </a:lnTo>
                <a:lnTo>
                  <a:pt x="716" y="1068"/>
                </a:lnTo>
                <a:lnTo>
                  <a:pt x="716" y="1067"/>
                </a:lnTo>
                <a:lnTo>
                  <a:pt x="716" y="1066"/>
                </a:lnTo>
                <a:lnTo>
                  <a:pt x="715" y="1066"/>
                </a:lnTo>
                <a:lnTo>
                  <a:pt x="715" y="1065"/>
                </a:lnTo>
                <a:lnTo>
                  <a:pt x="714" y="1065"/>
                </a:lnTo>
                <a:lnTo>
                  <a:pt x="714" y="1064"/>
                </a:lnTo>
                <a:lnTo>
                  <a:pt x="715" y="1064"/>
                </a:lnTo>
                <a:lnTo>
                  <a:pt x="715" y="1063"/>
                </a:lnTo>
                <a:lnTo>
                  <a:pt x="715" y="1062"/>
                </a:lnTo>
                <a:lnTo>
                  <a:pt x="714" y="1062"/>
                </a:lnTo>
                <a:lnTo>
                  <a:pt x="714" y="1061"/>
                </a:lnTo>
                <a:lnTo>
                  <a:pt x="715" y="1061"/>
                </a:lnTo>
                <a:lnTo>
                  <a:pt x="714" y="1061"/>
                </a:lnTo>
                <a:lnTo>
                  <a:pt x="714" y="1060"/>
                </a:lnTo>
                <a:lnTo>
                  <a:pt x="713" y="1060"/>
                </a:lnTo>
                <a:lnTo>
                  <a:pt x="713" y="1061"/>
                </a:lnTo>
                <a:lnTo>
                  <a:pt x="713" y="1062"/>
                </a:lnTo>
                <a:lnTo>
                  <a:pt x="712" y="1062"/>
                </a:lnTo>
                <a:lnTo>
                  <a:pt x="713" y="1062"/>
                </a:lnTo>
                <a:lnTo>
                  <a:pt x="713" y="1063"/>
                </a:lnTo>
                <a:lnTo>
                  <a:pt x="712" y="1063"/>
                </a:lnTo>
                <a:lnTo>
                  <a:pt x="712" y="1064"/>
                </a:lnTo>
                <a:lnTo>
                  <a:pt x="713" y="1064"/>
                </a:lnTo>
                <a:lnTo>
                  <a:pt x="712" y="1064"/>
                </a:lnTo>
                <a:lnTo>
                  <a:pt x="711" y="1064"/>
                </a:lnTo>
                <a:lnTo>
                  <a:pt x="710" y="1064"/>
                </a:lnTo>
                <a:lnTo>
                  <a:pt x="710" y="1065"/>
                </a:lnTo>
                <a:lnTo>
                  <a:pt x="709" y="1065"/>
                </a:lnTo>
                <a:lnTo>
                  <a:pt x="708" y="1065"/>
                </a:lnTo>
                <a:lnTo>
                  <a:pt x="708" y="1066"/>
                </a:lnTo>
                <a:lnTo>
                  <a:pt x="707" y="1066"/>
                </a:lnTo>
                <a:lnTo>
                  <a:pt x="707" y="1067"/>
                </a:lnTo>
                <a:lnTo>
                  <a:pt x="706" y="1067"/>
                </a:lnTo>
                <a:lnTo>
                  <a:pt x="707" y="1067"/>
                </a:lnTo>
                <a:lnTo>
                  <a:pt x="706" y="1067"/>
                </a:lnTo>
                <a:lnTo>
                  <a:pt x="706" y="1068"/>
                </a:lnTo>
                <a:lnTo>
                  <a:pt x="705" y="1068"/>
                </a:lnTo>
                <a:lnTo>
                  <a:pt x="705" y="1069"/>
                </a:lnTo>
                <a:lnTo>
                  <a:pt x="704" y="1069"/>
                </a:lnTo>
                <a:lnTo>
                  <a:pt x="704" y="1068"/>
                </a:lnTo>
                <a:lnTo>
                  <a:pt x="703" y="1068"/>
                </a:lnTo>
                <a:lnTo>
                  <a:pt x="703" y="1069"/>
                </a:lnTo>
                <a:lnTo>
                  <a:pt x="703" y="1068"/>
                </a:lnTo>
                <a:lnTo>
                  <a:pt x="702" y="1068"/>
                </a:lnTo>
                <a:lnTo>
                  <a:pt x="701" y="1068"/>
                </a:lnTo>
                <a:lnTo>
                  <a:pt x="701" y="1069"/>
                </a:lnTo>
                <a:lnTo>
                  <a:pt x="701" y="1070"/>
                </a:lnTo>
                <a:lnTo>
                  <a:pt x="701" y="1071"/>
                </a:lnTo>
                <a:lnTo>
                  <a:pt x="701" y="1072"/>
                </a:lnTo>
                <a:lnTo>
                  <a:pt x="701" y="1073"/>
                </a:lnTo>
                <a:lnTo>
                  <a:pt x="701" y="1072"/>
                </a:lnTo>
                <a:lnTo>
                  <a:pt x="701" y="1073"/>
                </a:lnTo>
                <a:lnTo>
                  <a:pt x="700" y="1073"/>
                </a:lnTo>
                <a:lnTo>
                  <a:pt x="700" y="1074"/>
                </a:lnTo>
                <a:lnTo>
                  <a:pt x="700" y="1075"/>
                </a:lnTo>
                <a:lnTo>
                  <a:pt x="700" y="1076"/>
                </a:lnTo>
                <a:lnTo>
                  <a:pt x="700" y="1077"/>
                </a:lnTo>
                <a:lnTo>
                  <a:pt x="699" y="1077"/>
                </a:lnTo>
                <a:lnTo>
                  <a:pt x="699" y="1078"/>
                </a:lnTo>
                <a:lnTo>
                  <a:pt x="699" y="1079"/>
                </a:lnTo>
                <a:lnTo>
                  <a:pt x="700" y="1079"/>
                </a:lnTo>
                <a:lnTo>
                  <a:pt x="700" y="1080"/>
                </a:lnTo>
                <a:lnTo>
                  <a:pt x="700" y="1081"/>
                </a:lnTo>
                <a:lnTo>
                  <a:pt x="700" y="1082"/>
                </a:lnTo>
                <a:lnTo>
                  <a:pt x="700" y="1083"/>
                </a:lnTo>
                <a:lnTo>
                  <a:pt x="700" y="1084"/>
                </a:lnTo>
                <a:lnTo>
                  <a:pt x="700" y="1085"/>
                </a:lnTo>
                <a:lnTo>
                  <a:pt x="700" y="1086"/>
                </a:lnTo>
                <a:lnTo>
                  <a:pt x="700" y="1087"/>
                </a:lnTo>
                <a:lnTo>
                  <a:pt x="701" y="1087"/>
                </a:lnTo>
                <a:lnTo>
                  <a:pt x="701" y="1088"/>
                </a:lnTo>
                <a:lnTo>
                  <a:pt x="701" y="1089"/>
                </a:lnTo>
                <a:lnTo>
                  <a:pt x="702" y="1089"/>
                </a:lnTo>
                <a:lnTo>
                  <a:pt x="701" y="1089"/>
                </a:lnTo>
                <a:lnTo>
                  <a:pt x="701" y="1090"/>
                </a:lnTo>
                <a:lnTo>
                  <a:pt x="700" y="1090"/>
                </a:lnTo>
                <a:lnTo>
                  <a:pt x="699" y="1090"/>
                </a:lnTo>
                <a:lnTo>
                  <a:pt x="698" y="1090"/>
                </a:lnTo>
                <a:lnTo>
                  <a:pt x="697" y="1090"/>
                </a:lnTo>
                <a:lnTo>
                  <a:pt x="696" y="1090"/>
                </a:lnTo>
                <a:lnTo>
                  <a:pt x="696" y="1091"/>
                </a:lnTo>
                <a:lnTo>
                  <a:pt x="695" y="1091"/>
                </a:lnTo>
                <a:lnTo>
                  <a:pt x="694" y="1091"/>
                </a:lnTo>
                <a:lnTo>
                  <a:pt x="695" y="1091"/>
                </a:lnTo>
                <a:lnTo>
                  <a:pt x="695" y="1092"/>
                </a:lnTo>
                <a:lnTo>
                  <a:pt x="694" y="1092"/>
                </a:lnTo>
                <a:lnTo>
                  <a:pt x="693" y="1092"/>
                </a:lnTo>
                <a:lnTo>
                  <a:pt x="693" y="1091"/>
                </a:lnTo>
                <a:lnTo>
                  <a:pt x="692" y="1091"/>
                </a:lnTo>
                <a:lnTo>
                  <a:pt x="691" y="1091"/>
                </a:lnTo>
                <a:lnTo>
                  <a:pt x="690" y="1091"/>
                </a:lnTo>
                <a:lnTo>
                  <a:pt x="690" y="1090"/>
                </a:lnTo>
                <a:lnTo>
                  <a:pt x="689" y="1090"/>
                </a:lnTo>
                <a:lnTo>
                  <a:pt x="689" y="1089"/>
                </a:lnTo>
                <a:lnTo>
                  <a:pt x="688" y="1089"/>
                </a:lnTo>
                <a:lnTo>
                  <a:pt x="687" y="1089"/>
                </a:lnTo>
                <a:lnTo>
                  <a:pt x="686" y="1089"/>
                </a:lnTo>
                <a:lnTo>
                  <a:pt x="686" y="1088"/>
                </a:lnTo>
                <a:lnTo>
                  <a:pt x="685" y="1088"/>
                </a:lnTo>
                <a:lnTo>
                  <a:pt x="685" y="1087"/>
                </a:lnTo>
                <a:lnTo>
                  <a:pt x="684" y="1087"/>
                </a:lnTo>
                <a:lnTo>
                  <a:pt x="684" y="1086"/>
                </a:lnTo>
                <a:lnTo>
                  <a:pt x="683" y="1086"/>
                </a:lnTo>
                <a:lnTo>
                  <a:pt x="683" y="1085"/>
                </a:lnTo>
                <a:lnTo>
                  <a:pt x="682" y="1085"/>
                </a:lnTo>
                <a:lnTo>
                  <a:pt x="682" y="1084"/>
                </a:lnTo>
                <a:lnTo>
                  <a:pt x="683" y="1084"/>
                </a:lnTo>
                <a:lnTo>
                  <a:pt x="683" y="1083"/>
                </a:lnTo>
                <a:lnTo>
                  <a:pt x="683" y="1082"/>
                </a:lnTo>
                <a:lnTo>
                  <a:pt x="684" y="1082"/>
                </a:lnTo>
                <a:lnTo>
                  <a:pt x="684" y="1081"/>
                </a:lnTo>
                <a:lnTo>
                  <a:pt x="685" y="1081"/>
                </a:lnTo>
                <a:lnTo>
                  <a:pt x="685" y="1080"/>
                </a:lnTo>
                <a:lnTo>
                  <a:pt x="686" y="1080"/>
                </a:lnTo>
                <a:lnTo>
                  <a:pt x="686" y="1079"/>
                </a:lnTo>
                <a:lnTo>
                  <a:pt x="687" y="1079"/>
                </a:lnTo>
                <a:lnTo>
                  <a:pt x="687" y="1078"/>
                </a:lnTo>
                <a:lnTo>
                  <a:pt x="686" y="1078"/>
                </a:lnTo>
                <a:lnTo>
                  <a:pt x="687" y="1078"/>
                </a:lnTo>
                <a:lnTo>
                  <a:pt x="686" y="1078"/>
                </a:lnTo>
                <a:lnTo>
                  <a:pt x="686" y="1077"/>
                </a:lnTo>
                <a:lnTo>
                  <a:pt x="685" y="1077"/>
                </a:lnTo>
                <a:lnTo>
                  <a:pt x="685" y="1076"/>
                </a:lnTo>
                <a:lnTo>
                  <a:pt x="684" y="1075"/>
                </a:lnTo>
                <a:lnTo>
                  <a:pt x="684" y="1074"/>
                </a:lnTo>
                <a:lnTo>
                  <a:pt x="683" y="1074"/>
                </a:lnTo>
                <a:lnTo>
                  <a:pt x="682" y="1074"/>
                </a:lnTo>
                <a:lnTo>
                  <a:pt x="682" y="1073"/>
                </a:lnTo>
                <a:lnTo>
                  <a:pt x="682" y="1072"/>
                </a:lnTo>
                <a:lnTo>
                  <a:pt x="682" y="1071"/>
                </a:lnTo>
                <a:lnTo>
                  <a:pt x="681" y="1071"/>
                </a:lnTo>
                <a:lnTo>
                  <a:pt x="681" y="1070"/>
                </a:lnTo>
                <a:lnTo>
                  <a:pt x="680" y="1070"/>
                </a:lnTo>
                <a:lnTo>
                  <a:pt x="680" y="1069"/>
                </a:lnTo>
                <a:lnTo>
                  <a:pt x="679" y="1069"/>
                </a:lnTo>
                <a:lnTo>
                  <a:pt x="680" y="1069"/>
                </a:lnTo>
                <a:lnTo>
                  <a:pt x="680" y="1068"/>
                </a:lnTo>
                <a:lnTo>
                  <a:pt x="679" y="1068"/>
                </a:lnTo>
                <a:lnTo>
                  <a:pt x="679" y="1067"/>
                </a:lnTo>
                <a:lnTo>
                  <a:pt x="679" y="1066"/>
                </a:lnTo>
                <a:lnTo>
                  <a:pt x="680" y="1066"/>
                </a:lnTo>
                <a:lnTo>
                  <a:pt x="679" y="1066"/>
                </a:lnTo>
                <a:lnTo>
                  <a:pt x="680" y="1066"/>
                </a:lnTo>
                <a:lnTo>
                  <a:pt x="680" y="1065"/>
                </a:lnTo>
                <a:lnTo>
                  <a:pt x="681" y="1065"/>
                </a:lnTo>
                <a:lnTo>
                  <a:pt x="681" y="1064"/>
                </a:lnTo>
                <a:lnTo>
                  <a:pt x="680" y="1064"/>
                </a:lnTo>
                <a:lnTo>
                  <a:pt x="680" y="1063"/>
                </a:lnTo>
                <a:lnTo>
                  <a:pt x="681" y="1063"/>
                </a:lnTo>
                <a:lnTo>
                  <a:pt x="681" y="1062"/>
                </a:lnTo>
                <a:lnTo>
                  <a:pt x="680" y="1062"/>
                </a:lnTo>
                <a:lnTo>
                  <a:pt x="680" y="1061"/>
                </a:lnTo>
                <a:lnTo>
                  <a:pt x="679" y="1061"/>
                </a:lnTo>
                <a:lnTo>
                  <a:pt x="678" y="1060"/>
                </a:lnTo>
                <a:lnTo>
                  <a:pt x="678" y="1059"/>
                </a:lnTo>
                <a:lnTo>
                  <a:pt x="678" y="1058"/>
                </a:lnTo>
                <a:lnTo>
                  <a:pt x="678" y="1057"/>
                </a:lnTo>
                <a:lnTo>
                  <a:pt x="679" y="1057"/>
                </a:lnTo>
                <a:lnTo>
                  <a:pt x="678" y="1057"/>
                </a:lnTo>
                <a:lnTo>
                  <a:pt x="678" y="1056"/>
                </a:lnTo>
                <a:lnTo>
                  <a:pt x="677" y="1056"/>
                </a:lnTo>
                <a:lnTo>
                  <a:pt x="677" y="1055"/>
                </a:lnTo>
                <a:lnTo>
                  <a:pt x="677" y="1054"/>
                </a:lnTo>
                <a:lnTo>
                  <a:pt x="677" y="1052"/>
                </a:lnTo>
                <a:lnTo>
                  <a:pt x="677" y="1051"/>
                </a:lnTo>
                <a:lnTo>
                  <a:pt x="676" y="1051"/>
                </a:lnTo>
                <a:lnTo>
                  <a:pt x="675" y="1051"/>
                </a:lnTo>
                <a:lnTo>
                  <a:pt x="674" y="1051"/>
                </a:lnTo>
                <a:lnTo>
                  <a:pt x="674" y="1050"/>
                </a:lnTo>
                <a:lnTo>
                  <a:pt x="674" y="1049"/>
                </a:lnTo>
                <a:lnTo>
                  <a:pt x="674" y="1048"/>
                </a:lnTo>
                <a:lnTo>
                  <a:pt x="673" y="1048"/>
                </a:lnTo>
                <a:lnTo>
                  <a:pt x="673" y="1049"/>
                </a:lnTo>
                <a:lnTo>
                  <a:pt x="672" y="1049"/>
                </a:lnTo>
                <a:lnTo>
                  <a:pt x="672" y="1048"/>
                </a:lnTo>
                <a:lnTo>
                  <a:pt x="671" y="1048"/>
                </a:lnTo>
                <a:lnTo>
                  <a:pt x="671" y="1047"/>
                </a:lnTo>
                <a:lnTo>
                  <a:pt x="670" y="1047"/>
                </a:lnTo>
                <a:lnTo>
                  <a:pt x="669" y="1047"/>
                </a:lnTo>
                <a:lnTo>
                  <a:pt x="669" y="1046"/>
                </a:lnTo>
                <a:lnTo>
                  <a:pt x="670" y="1046"/>
                </a:lnTo>
                <a:lnTo>
                  <a:pt x="669" y="1046"/>
                </a:lnTo>
                <a:lnTo>
                  <a:pt x="669" y="1045"/>
                </a:lnTo>
                <a:lnTo>
                  <a:pt x="669" y="1044"/>
                </a:lnTo>
                <a:lnTo>
                  <a:pt x="668" y="1044"/>
                </a:lnTo>
                <a:lnTo>
                  <a:pt x="668" y="1043"/>
                </a:lnTo>
                <a:lnTo>
                  <a:pt x="667" y="1043"/>
                </a:lnTo>
                <a:lnTo>
                  <a:pt x="667" y="1041"/>
                </a:lnTo>
                <a:lnTo>
                  <a:pt x="668" y="1041"/>
                </a:lnTo>
                <a:lnTo>
                  <a:pt x="667" y="1041"/>
                </a:lnTo>
                <a:lnTo>
                  <a:pt x="667" y="1040"/>
                </a:lnTo>
                <a:lnTo>
                  <a:pt x="667" y="1039"/>
                </a:lnTo>
                <a:lnTo>
                  <a:pt x="667" y="1038"/>
                </a:lnTo>
                <a:lnTo>
                  <a:pt x="667" y="1037"/>
                </a:lnTo>
                <a:lnTo>
                  <a:pt x="667" y="1036"/>
                </a:lnTo>
                <a:lnTo>
                  <a:pt x="667" y="1035"/>
                </a:lnTo>
                <a:lnTo>
                  <a:pt x="667" y="1034"/>
                </a:lnTo>
                <a:lnTo>
                  <a:pt x="668" y="1034"/>
                </a:lnTo>
                <a:lnTo>
                  <a:pt x="668" y="1033"/>
                </a:lnTo>
                <a:lnTo>
                  <a:pt x="668" y="1032"/>
                </a:lnTo>
                <a:lnTo>
                  <a:pt x="668" y="1031"/>
                </a:lnTo>
                <a:lnTo>
                  <a:pt x="667" y="1031"/>
                </a:lnTo>
                <a:lnTo>
                  <a:pt x="667" y="1030"/>
                </a:lnTo>
                <a:lnTo>
                  <a:pt x="668" y="1030"/>
                </a:lnTo>
                <a:lnTo>
                  <a:pt x="668" y="1029"/>
                </a:lnTo>
                <a:lnTo>
                  <a:pt x="668" y="1028"/>
                </a:lnTo>
                <a:lnTo>
                  <a:pt x="668" y="1027"/>
                </a:lnTo>
                <a:lnTo>
                  <a:pt x="667" y="1027"/>
                </a:lnTo>
                <a:lnTo>
                  <a:pt x="667" y="1026"/>
                </a:lnTo>
                <a:lnTo>
                  <a:pt x="667" y="1025"/>
                </a:lnTo>
                <a:lnTo>
                  <a:pt x="668" y="1025"/>
                </a:lnTo>
                <a:lnTo>
                  <a:pt x="667" y="1025"/>
                </a:lnTo>
                <a:lnTo>
                  <a:pt x="667" y="1024"/>
                </a:lnTo>
                <a:lnTo>
                  <a:pt x="667" y="1023"/>
                </a:lnTo>
                <a:lnTo>
                  <a:pt x="666" y="1023"/>
                </a:lnTo>
                <a:lnTo>
                  <a:pt x="665" y="1023"/>
                </a:lnTo>
                <a:lnTo>
                  <a:pt x="664" y="1023"/>
                </a:lnTo>
                <a:lnTo>
                  <a:pt x="663" y="1027"/>
                </a:lnTo>
                <a:lnTo>
                  <a:pt x="662" y="1027"/>
                </a:lnTo>
                <a:lnTo>
                  <a:pt x="661" y="1027"/>
                </a:lnTo>
                <a:lnTo>
                  <a:pt x="661" y="1028"/>
                </a:lnTo>
                <a:lnTo>
                  <a:pt x="660" y="1028"/>
                </a:lnTo>
                <a:lnTo>
                  <a:pt x="660" y="1029"/>
                </a:lnTo>
                <a:lnTo>
                  <a:pt x="660" y="1030"/>
                </a:lnTo>
                <a:lnTo>
                  <a:pt x="659" y="1030"/>
                </a:lnTo>
                <a:lnTo>
                  <a:pt x="659" y="1031"/>
                </a:lnTo>
                <a:lnTo>
                  <a:pt x="659" y="1032"/>
                </a:lnTo>
                <a:lnTo>
                  <a:pt x="659" y="1033"/>
                </a:lnTo>
                <a:lnTo>
                  <a:pt x="658" y="1033"/>
                </a:lnTo>
                <a:lnTo>
                  <a:pt x="657" y="1034"/>
                </a:lnTo>
                <a:lnTo>
                  <a:pt x="657" y="1035"/>
                </a:lnTo>
                <a:lnTo>
                  <a:pt x="656" y="1035"/>
                </a:lnTo>
                <a:lnTo>
                  <a:pt x="656" y="1036"/>
                </a:lnTo>
                <a:lnTo>
                  <a:pt x="655" y="1036"/>
                </a:lnTo>
                <a:lnTo>
                  <a:pt x="654" y="1036"/>
                </a:lnTo>
                <a:lnTo>
                  <a:pt x="654" y="1037"/>
                </a:lnTo>
                <a:lnTo>
                  <a:pt x="653" y="1037"/>
                </a:lnTo>
                <a:lnTo>
                  <a:pt x="652" y="1037"/>
                </a:lnTo>
                <a:lnTo>
                  <a:pt x="652" y="1036"/>
                </a:lnTo>
                <a:lnTo>
                  <a:pt x="652" y="1035"/>
                </a:lnTo>
                <a:lnTo>
                  <a:pt x="652" y="1034"/>
                </a:lnTo>
                <a:lnTo>
                  <a:pt x="652" y="1033"/>
                </a:lnTo>
                <a:lnTo>
                  <a:pt x="652" y="1032"/>
                </a:lnTo>
                <a:lnTo>
                  <a:pt x="652" y="1031"/>
                </a:lnTo>
                <a:lnTo>
                  <a:pt x="653" y="1031"/>
                </a:lnTo>
                <a:lnTo>
                  <a:pt x="652" y="1031"/>
                </a:lnTo>
                <a:lnTo>
                  <a:pt x="652" y="1030"/>
                </a:lnTo>
                <a:lnTo>
                  <a:pt x="651" y="1030"/>
                </a:lnTo>
                <a:lnTo>
                  <a:pt x="650" y="1030"/>
                </a:lnTo>
                <a:lnTo>
                  <a:pt x="649" y="1030"/>
                </a:lnTo>
                <a:lnTo>
                  <a:pt x="649" y="1029"/>
                </a:lnTo>
                <a:lnTo>
                  <a:pt x="648" y="1029"/>
                </a:lnTo>
                <a:lnTo>
                  <a:pt x="647" y="1029"/>
                </a:lnTo>
                <a:lnTo>
                  <a:pt x="647" y="1028"/>
                </a:lnTo>
                <a:lnTo>
                  <a:pt x="646" y="1028"/>
                </a:lnTo>
                <a:lnTo>
                  <a:pt x="646" y="1027"/>
                </a:lnTo>
                <a:lnTo>
                  <a:pt x="645" y="1027"/>
                </a:lnTo>
                <a:lnTo>
                  <a:pt x="645" y="1026"/>
                </a:lnTo>
                <a:lnTo>
                  <a:pt x="644" y="1026"/>
                </a:lnTo>
                <a:lnTo>
                  <a:pt x="644" y="1025"/>
                </a:lnTo>
                <a:lnTo>
                  <a:pt x="643" y="1025"/>
                </a:lnTo>
                <a:lnTo>
                  <a:pt x="642" y="1025"/>
                </a:lnTo>
                <a:lnTo>
                  <a:pt x="641" y="1025"/>
                </a:lnTo>
                <a:lnTo>
                  <a:pt x="640" y="1025"/>
                </a:lnTo>
                <a:lnTo>
                  <a:pt x="640" y="1024"/>
                </a:lnTo>
                <a:lnTo>
                  <a:pt x="639" y="1024"/>
                </a:lnTo>
                <a:lnTo>
                  <a:pt x="638" y="1024"/>
                </a:lnTo>
                <a:lnTo>
                  <a:pt x="638" y="1023"/>
                </a:lnTo>
                <a:lnTo>
                  <a:pt x="638" y="1024"/>
                </a:lnTo>
                <a:lnTo>
                  <a:pt x="637" y="1023"/>
                </a:lnTo>
                <a:lnTo>
                  <a:pt x="637" y="1024"/>
                </a:lnTo>
                <a:lnTo>
                  <a:pt x="637" y="1023"/>
                </a:lnTo>
                <a:lnTo>
                  <a:pt x="636" y="1023"/>
                </a:lnTo>
                <a:lnTo>
                  <a:pt x="635" y="1023"/>
                </a:lnTo>
                <a:lnTo>
                  <a:pt x="635" y="1024"/>
                </a:lnTo>
                <a:lnTo>
                  <a:pt x="634" y="1024"/>
                </a:lnTo>
                <a:lnTo>
                  <a:pt x="633" y="1024"/>
                </a:lnTo>
                <a:lnTo>
                  <a:pt x="632" y="1024"/>
                </a:lnTo>
                <a:lnTo>
                  <a:pt x="632" y="1025"/>
                </a:lnTo>
                <a:lnTo>
                  <a:pt x="632" y="1026"/>
                </a:lnTo>
                <a:lnTo>
                  <a:pt x="631" y="1026"/>
                </a:lnTo>
                <a:lnTo>
                  <a:pt x="631" y="1027"/>
                </a:lnTo>
                <a:lnTo>
                  <a:pt x="630" y="1027"/>
                </a:lnTo>
                <a:lnTo>
                  <a:pt x="630" y="1028"/>
                </a:lnTo>
                <a:lnTo>
                  <a:pt x="629" y="1028"/>
                </a:lnTo>
                <a:lnTo>
                  <a:pt x="628" y="1029"/>
                </a:lnTo>
                <a:lnTo>
                  <a:pt x="627" y="1029"/>
                </a:lnTo>
                <a:lnTo>
                  <a:pt x="627" y="1028"/>
                </a:lnTo>
                <a:lnTo>
                  <a:pt x="626" y="1028"/>
                </a:lnTo>
                <a:lnTo>
                  <a:pt x="625" y="1028"/>
                </a:lnTo>
                <a:lnTo>
                  <a:pt x="625" y="1027"/>
                </a:lnTo>
                <a:lnTo>
                  <a:pt x="624" y="1027"/>
                </a:lnTo>
                <a:lnTo>
                  <a:pt x="624" y="1026"/>
                </a:lnTo>
                <a:lnTo>
                  <a:pt x="625" y="1026"/>
                </a:lnTo>
                <a:lnTo>
                  <a:pt x="625" y="1025"/>
                </a:lnTo>
                <a:lnTo>
                  <a:pt x="624" y="1025"/>
                </a:lnTo>
                <a:lnTo>
                  <a:pt x="623" y="1025"/>
                </a:lnTo>
                <a:lnTo>
                  <a:pt x="622" y="1025"/>
                </a:lnTo>
                <a:lnTo>
                  <a:pt x="622" y="1026"/>
                </a:lnTo>
                <a:lnTo>
                  <a:pt x="621" y="1026"/>
                </a:lnTo>
                <a:lnTo>
                  <a:pt x="619" y="1026"/>
                </a:lnTo>
                <a:lnTo>
                  <a:pt x="618" y="1026"/>
                </a:lnTo>
                <a:lnTo>
                  <a:pt x="617" y="1026"/>
                </a:lnTo>
                <a:lnTo>
                  <a:pt x="616" y="1026"/>
                </a:lnTo>
                <a:lnTo>
                  <a:pt x="616" y="1025"/>
                </a:lnTo>
                <a:lnTo>
                  <a:pt x="616" y="1024"/>
                </a:lnTo>
                <a:lnTo>
                  <a:pt x="615" y="1024"/>
                </a:lnTo>
                <a:lnTo>
                  <a:pt x="615" y="1025"/>
                </a:lnTo>
                <a:lnTo>
                  <a:pt x="614" y="1025"/>
                </a:lnTo>
                <a:lnTo>
                  <a:pt x="614" y="1024"/>
                </a:lnTo>
                <a:lnTo>
                  <a:pt x="614" y="1023"/>
                </a:lnTo>
                <a:lnTo>
                  <a:pt x="614" y="1022"/>
                </a:lnTo>
                <a:lnTo>
                  <a:pt x="613" y="1022"/>
                </a:lnTo>
                <a:lnTo>
                  <a:pt x="613" y="1021"/>
                </a:lnTo>
                <a:lnTo>
                  <a:pt x="613" y="1020"/>
                </a:lnTo>
                <a:lnTo>
                  <a:pt x="612" y="1020"/>
                </a:lnTo>
                <a:lnTo>
                  <a:pt x="611" y="1020"/>
                </a:lnTo>
                <a:lnTo>
                  <a:pt x="611" y="1019"/>
                </a:lnTo>
                <a:lnTo>
                  <a:pt x="610" y="1019"/>
                </a:lnTo>
                <a:lnTo>
                  <a:pt x="610" y="1018"/>
                </a:lnTo>
                <a:lnTo>
                  <a:pt x="610" y="1017"/>
                </a:lnTo>
                <a:lnTo>
                  <a:pt x="609" y="1017"/>
                </a:lnTo>
                <a:lnTo>
                  <a:pt x="609" y="1018"/>
                </a:lnTo>
                <a:lnTo>
                  <a:pt x="608" y="1018"/>
                </a:lnTo>
                <a:lnTo>
                  <a:pt x="608" y="1019"/>
                </a:lnTo>
                <a:lnTo>
                  <a:pt x="607" y="1019"/>
                </a:lnTo>
                <a:lnTo>
                  <a:pt x="606" y="1019"/>
                </a:lnTo>
                <a:lnTo>
                  <a:pt x="606" y="1018"/>
                </a:lnTo>
                <a:lnTo>
                  <a:pt x="605" y="1018"/>
                </a:lnTo>
                <a:lnTo>
                  <a:pt x="604" y="1018"/>
                </a:lnTo>
                <a:lnTo>
                  <a:pt x="604" y="1017"/>
                </a:lnTo>
                <a:lnTo>
                  <a:pt x="603" y="1017"/>
                </a:lnTo>
                <a:lnTo>
                  <a:pt x="602" y="1017"/>
                </a:lnTo>
                <a:lnTo>
                  <a:pt x="602" y="1016"/>
                </a:lnTo>
                <a:lnTo>
                  <a:pt x="601" y="1016"/>
                </a:lnTo>
                <a:lnTo>
                  <a:pt x="600" y="1016"/>
                </a:lnTo>
                <a:lnTo>
                  <a:pt x="600" y="1015"/>
                </a:lnTo>
                <a:lnTo>
                  <a:pt x="599" y="1015"/>
                </a:lnTo>
                <a:lnTo>
                  <a:pt x="599" y="1014"/>
                </a:lnTo>
                <a:lnTo>
                  <a:pt x="600" y="1014"/>
                </a:lnTo>
                <a:lnTo>
                  <a:pt x="600" y="1013"/>
                </a:lnTo>
                <a:lnTo>
                  <a:pt x="600" y="1012"/>
                </a:lnTo>
                <a:lnTo>
                  <a:pt x="601" y="1012"/>
                </a:lnTo>
                <a:lnTo>
                  <a:pt x="602" y="1011"/>
                </a:lnTo>
                <a:lnTo>
                  <a:pt x="602" y="1010"/>
                </a:lnTo>
                <a:lnTo>
                  <a:pt x="602" y="1009"/>
                </a:lnTo>
                <a:lnTo>
                  <a:pt x="603" y="1009"/>
                </a:lnTo>
                <a:lnTo>
                  <a:pt x="603" y="1008"/>
                </a:lnTo>
                <a:lnTo>
                  <a:pt x="602" y="1008"/>
                </a:lnTo>
                <a:lnTo>
                  <a:pt x="602" y="1007"/>
                </a:lnTo>
                <a:lnTo>
                  <a:pt x="602" y="1006"/>
                </a:lnTo>
                <a:lnTo>
                  <a:pt x="602" y="1004"/>
                </a:lnTo>
                <a:lnTo>
                  <a:pt x="602" y="1003"/>
                </a:lnTo>
                <a:lnTo>
                  <a:pt x="603" y="1003"/>
                </a:lnTo>
                <a:lnTo>
                  <a:pt x="603" y="1002"/>
                </a:lnTo>
                <a:lnTo>
                  <a:pt x="602" y="1002"/>
                </a:lnTo>
                <a:lnTo>
                  <a:pt x="601" y="1002"/>
                </a:lnTo>
                <a:lnTo>
                  <a:pt x="601" y="1001"/>
                </a:lnTo>
                <a:lnTo>
                  <a:pt x="601" y="1000"/>
                </a:lnTo>
                <a:lnTo>
                  <a:pt x="602" y="1000"/>
                </a:lnTo>
                <a:lnTo>
                  <a:pt x="602" y="999"/>
                </a:lnTo>
                <a:lnTo>
                  <a:pt x="603" y="999"/>
                </a:lnTo>
                <a:lnTo>
                  <a:pt x="603" y="998"/>
                </a:lnTo>
                <a:lnTo>
                  <a:pt x="604" y="998"/>
                </a:lnTo>
                <a:lnTo>
                  <a:pt x="604" y="997"/>
                </a:lnTo>
                <a:lnTo>
                  <a:pt x="605" y="997"/>
                </a:lnTo>
                <a:lnTo>
                  <a:pt x="606" y="997"/>
                </a:lnTo>
                <a:lnTo>
                  <a:pt x="606" y="998"/>
                </a:lnTo>
                <a:lnTo>
                  <a:pt x="606" y="997"/>
                </a:lnTo>
                <a:lnTo>
                  <a:pt x="606" y="998"/>
                </a:lnTo>
                <a:lnTo>
                  <a:pt x="607" y="998"/>
                </a:lnTo>
                <a:lnTo>
                  <a:pt x="607" y="997"/>
                </a:lnTo>
                <a:lnTo>
                  <a:pt x="608" y="997"/>
                </a:lnTo>
                <a:lnTo>
                  <a:pt x="609" y="997"/>
                </a:lnTo>
                <a:lnTo>
                  <a:pt x="609" y="996"/>
                </a:lnTo>
                <a:lnTo>
                  <a:pt x="609" y="995"/>
                </a:lnTo>
                <a:lnTo>
                  <a:pt x="610" y="995"/>
                </a:lnTo>
                <a:lnTo>
                  <a:pt x="610" y="994"/>
                </a:lnTo>
                <a:lnTo>
                  <a:pt x="610" y="993"/>
                </a:lnTo>
                <a:lnTo>
                  <a:pt x="610" y="992"/>
                </a:lnTo>
                <a:lnTo>
                  <a:pt x="611" y="992"/>
                </a:lnTo>
                <a:lnTo>
                  <a:pt x="612" y="992"/>
                </a:lnTo>
                <a:lnTo>
                  <a:pt x="612" y="993"/>
                </a:lnTo>
                <a:lnTo>
                  <a:pt x="613" y="993"/>
                </a:lnTo>
                <a:lnTo>
                  <a:pt x="613" y="992"/>
                </a:lnTo>
                <a:lnTo>
                  <a:pt x="613" y="991"/>
                </a:lnTo>
                <a:lnTo>
                  <a:pt x="613" y="990"/>
                </a:lnTo>
                <a:lnTo>
                  <a:pt x="614" y="990"/>
                </a:lnTo>
                <a:lnTo>
                  <a:pt x="613" y="990"/>
                </a:lnTo>
                <a:lnTo>
                  <a:pt x="613" y="989"/>
                </a:lnTo>
                <a:lnTo>
                  <a:pt x="614" y="989"/>
                </a:lnTo>
                <a:lnTo>
                  <a:pt x="614" y="988"/>
                </a:lnTo>
                <a:lnTo>
                  <a:pt x="614" y="987"/>
                </a:lnTo>
                <a:lnTo>
                  <a:pt x="613" y="987"/>
                </a:lnTo>
                <a:lnTo>
                  <a:pt x="613" y="986"/>
                </a:lnTo>
                <a:lnTo>
                  <a:pt x="614" y="986"/>
                </a:lnTo>
                <a:lnTo>
                  <a:pt x="614" y="985"/>
                </a:lnTo>
                <a:lnTo>
                  <a:pt x="613" y="985"/>
                </a:lnTo>
                <a:lnTo>
                  <a:pt x="613" y="984"/>
                </a:lnTo>
                <a:lnTo>
                  <a:pt x="614" y="984"/>
                </a:lnTo>
                <a:lnTo>
                  <a:pt x="615" y="984"/>
                </a:lnTo>
                <a:lnTo>
                  <a:pt x="615" y="983"/>
                </a:lnTo>
                <a:lnTo>
                  <a:pt x="616" y="983"/>
                </a:lnTo>
                <a:lnTo>
                  <a:pt x="616" y="982"/>
                </a:lnTo>
                <a:lnTo>
                  <a:pt x="616" y="981"/>
                </a:lnTo>
                <a:lnTo>
                  <a:pt x="617" y="981"/>
                </a:lnTo>
                <a:lnTo>
                  <a:pt x="616" y="981"/>
                </a:lnTo>
                <a:lnTo>
                  <a:pt x="616" y="980"/>
                </a:lnTo>
                <a:lnTo>
                  <a:pt x="615" y="980"/>
                </a:lnTo>
                <a:lnTo>
                  <a:pt x="615" y="979"/>
                </a:lnTo>
                <a:lnTo>
                  <a:pt x="616" y="979"/>
                </a:lnTo>
                <a:lnTo>
                  <a:pt x="615" y="979"/>
                </a:lnTo>
                <a:lnTo>
                  <a:pt x="615" y="978"/>
                </a:lnTo>
                <a:lnTo>
                  <a:pt x="614" y="978"/>
                </a:lnTo>
                <a:lnTo>
                  <a:pt x="613" y="978"/>
                </a:lnTo>
                <a:lnTo>
                  <a:pt x="612" y="978"/>
                </a:lnTo>
                <a:lnTo>
                  <a:pt x="612" y="977"/>
                </a:lnTo>
                <a:lnTo>
                  <a:pt x="612" y="976"/>
                </a:lnTo>
                <a:lnTo>
                  <a:pt x="611" y="976"/>
                </a:lnTo>
                <a:lnTo>
                  <a:pt x="612" y="976"/>
                </a:lnTo>
                <a:lnTo>
                  <a:pt x="611" y="976"/>
                </a:lnTo>
                <a:lnTo>
                  <a:pt x="611" y="975"/>
                </a:lnTo>
                <a:lnTo>
                  <a:pt x="610" y="975"/>
                </a:lnTo>
                <a:lnTo>
                  <a:pt x="610" y="973"/>
                </a:lnTo>
                <a:lnTo>
                  <a:pt x="610" y="972"/>
                </a:lnTo>
                <a:lnTo>
                  <a:pt x="609" y="972"/>
                </a:lnTo>
                <a:lnTo>
                  <a:pt x="608" y="972"/>
                </a:lnTo>
                <a:lnTo>
                  <a:pt x="607" y="972"/>
                </a:lnTo>
                <a:lnTo>
                  <a:pt x="606" y="972"/>
                </a:lnTo>
                <a:lnTo>
                  <a:pt x="606" y="973"/>
                </a:lnTo>
                <a:lnTo>
                  <a:pt x="605" y="973"/>
                </a:lnTo>
                <a:lnTo>
                  <a:pt x="604" y="973"/>
                </a:lnTo>
                <a:lnTo>
                  <a:pt x="604" y="972"/>
                </a:lnTo>
                <a:lnTo>
                  <a:pt x="604" y="971"/>
                </a:lnTo>
                <a:lnTo>
                  <a:pt x="603" y="971"/>
                </a:lnTo>
                <a:lnTo>
                  <a:pt x="602" y="971"/>
                </a:lnTo>
                <a:lnTo>
                  <a:pt x="602" y="972"/>
                </a:lnTo>
                <a:lnTo>
                  <a:pt x="600" y="972"/>
                </a:lnTo>
                <a:lnTo>
                  <a:pt x="600" y="973"/>
                </a:lnTo>
                <a:lnTo>
                  <a:pt x="599" y="973"/>
                </a:lnTo>
                <a:lnTo>
                  <a:pt x="599" y="974"/>
                </a:lnTo>
                <a:lnTo>
                  <a:pt x="598" y="974"/>
                </a:lnTo>
                <a:lnTo>
                  <a:pt x="598" y="975"/>
                </a:lnTo>
                <a:lnTo>
                  <a:pt x="597" y="975"/>
                </a:lnTo>
                <a:lnTo>
                  <a:pt x="596" y="975"/>
                </a:lnTo>
                <a:lnTo>
                  <a:pt x="596" y="976"/>
                </a:lnTo>
                <a:lnTo>
                  <a:pt x="596" y="975"/>
                </a:lnTo>
                <a:lnTo>
                  <a:pt x="596" y="976"/>
                </a:lnTo>
                <a:lnTo>
                  <a:pt x="595" y="976"/>
                </a:lnTo>
                <a:lnTo>
                  <a:pt x="595" y="977"/>
                </a:lnTo>
                <a:lnTo>
                  <a:pt x="594" y="977"/>
                </a:lnTo>
                <a:lnTo>
                  <a:pt x="594" y="978"/>
                </a:lnTo>
                <a:lnTo>
                  <a:pt x="593" y="978"/>
                </a:lnTo>
                <a:lnTo>
                  <a:pt x="593" y="979"/>
                </a:lnTo>
                <a:lnTo>
                  <a:pt x="593" y="980"/>
                </a:lnTo>
                <a:lnTo>
                  <a:pt x="592" y="980"/>
                </a:lnTo>
                <a:lnTo>
                  <a:pt x="592" y="981"/>
                </a:lnTo>
                <a:lnTo>
                  <a:pt x="591" y="981"/>
                </a:lnTo>
                <a:lnTo>
                  <a:pt x="589" y="981"/>
                </a:lnTo>
                <a:lnTo>
                  <a:pt x="588" y="981"/>
                </a:lnTo>
                <a:lnTo>
                  <a:pt x="588" y="979"/>
                </a:lnTo>
                <a:lnTo>
                  <a:pt x="587" y="979"/>
                </a:lnTo>
                <a:lnTo>
                  <a:pt x="586" y="979"/>
                </a:lnTo>
                <a:lnTo>
                  <a:pt x="585" y="979"/>
                </a:lnTo>
                <a:lnTo>
                  <a:pt x="584" y="979"/>
                </a:lnTo>
                <a:lnTo>
                  <a:pt x="583" y="979"/>
                </a:lnTo>
                <a:lnTo>
                  <a:pt x="582" y="979"/>
                </a:lnTo>
                <a:lnTo>
                  <a:pt x="581" y="979"/>
                </a:lnTo>
                <a:lnTo>
                  <a:pt x="581" y="980"/>
                </a:lnTo>
                <a:lnTo>
                  <a:pt x="580" y="980"/>
                </a:lnTo>
                <a:lnTo>
                  <a:pt x="579" y="980"/>
                </a:lnTo>
                <a:lnTo>
                  <a:pt x="579" y="979"/>
                </a:lnTo>
                <a:lnTo>
                  <a:pt x="579" y="980"/>
                </a:lnTo>
                <a:lnTo>
                  <a:pt x="578" y="980"/>
                </a:lnTo>
                <a:lnTo>
                  <a:pt x="577" y="980"/>
                </a:lnTo>
                <a:lnTo>
                  <a:pt x="576" y="979"/>
                </a:lnTo>
                <a:lnTo>
                  <a:pt x="575" y="979"/>
                </a:lnTo>
                <a:lnTo>
                  <a:pt x="575" y="978"/>
                </a:lnTo>
                <a:lnTo>
                  <a:pt x="573" y="977"/>
                </a:lnTo>
                <a:lnTo>
                  <a:pt x="573" y="976"/>
                </a:lnTo>
                <a:lnTo>
                  <a:pt x="572" y="976"/>
                </a:lnTo>
                <a:lnTo>
                  <a:pt x="572" y="975"/>
                </a:lnTo>
                <a:lnTo>
                  <a:pt x="571" y="975"/>
                </a:lnTo>
                <a:lnTo>
                  <a:pt x="571" y="974"/>
                </a:lnTo>
                <a:lnTo>
                  <a:pt x="570" y="974"/>
                </a:lnTo>
                <a:lnTo>
                  <a:pt x="569" y="974"/>
                </a:lnTo>
                <a:lnTo>
                  <a:pt x="569" y="973"/>
                </a:lnTo>
                <a:lnTo>
                  <a:pt x="569" y="974"/>
                </a:lnTo>
                <a:lnTo>
                  <a:pt x="569" y="973"/>
                </a:lnTo>
                <a:lnTo>
                  <a:pt x="568" y="973"/>
                </a:lnTo>
                <a:lnTo>
                  <a:pt x="567" y="973"/>
                </a:lnTo>
                <a:lnTo>
                  <a:pt x="567" y="972"/>
                </a:lnTo>
                <a:lnTo>
                  <a:pt x="566" y="972"/>
                </a:lnTo>
                <a:lnTo>
                  <a:pt x="565" y="972"/>
                </a:lnTo>
                <a:lnTo>
                  <a:pt x="565" y="971"/>
                </a:lnTo>
                <a:lnTo>
                  <a:pt x="564" y="971"/>
                </a:lnTo>
                <a:lnTo>
                  <a:pt x="564" y="970"/>
                </a:lnTo>
                <a:lnTo>
                  <a:pt x="563" y="970"/>
                </a:lnTo>
                <a:lnTo>
                  <a:pt x="563" y="969"/>
                </a:lnTo>
                <a:lnTo>
                  <a:pt x="562" y="969"/>
                </a:lnTo>
                <a:lnTo>
                  <a:pt x="561" y="969"/>
                </a:lnTo>
                <a:lnTo>
                  <a:pt x="561" y="968"/>
                </a:lnTo>
                <a:lnTo>
                  <a:pt x="562" y="968"/>
                </a:lnTo>
                <a:lnTo>
                  <a:pt x="562" y="967"/>
                </a:lnTo>
                <a:lnTo>
                  <a:pt x="562" y="966"/>
                </a:lnTo>
                <a:lnTo>
                  <a:pt x="563" y="966"/>
                </a:lnTo>
                <a:lnTo>
                  <a:pt x="563" y="965"/>
                </a:lnTo>
                <a:lnTo>
                  <a:pt x="563" y="964"/>
                </a:lnTo>
                <a:lnTo>
                  <a:pt x="562" y="964"/>
                </a:lnTo>
                <a:lnTo>
                  <a:pt x="562" y="963"/>
                </a:lnTo>
                <a:lnTo>
                  <a:pt x="561" y="963"/>
                </a:lnTo>
                <a:lnTo>
                  <a:pt x="560" y="963"/>
                </a:lnTo>
                <a:lnTo>
                  <a:pt x="560" y="962"/>
                </a:lnTo>
                <a:lnTo>
                  <a:pt x="560" y="961"/>
                </a:lnTo>
                <a:lnTo>
                  <a:pt x="560" y="960"/>
                </a:lnTo>
                <a:lnTo>
                  <a:pt x="559" y="960"/>
                </a:lnTo>
                <a:lnTo>
                  <a:pt x="559" y="959"/>
                </a:lnTo>
                <a:lnTo>
                  <a:pt x="558" y="959"/>
                </a:lnTo>
                <a:lnTo>
                  <a:pt x="558" y="958"/>
                </a:lnTo>
                <a:lnTo>
                  <a:pt x="559" y="958"/>
                </a:lnTo>
                <a:lnTo>
                  <a:pt x="559" y="957"/>
                </a:lnTo>
                <a:lnTo>
                  <a:pt x="558" y="957"/>
                </a:lnTo>
                <a:lnTo>
                  <a:pt x="558" y="956"/>
                </a:lnTo>
                <a:lnTo>
                  <a:pt x="558" y="955"/>
                </a:lnTo>
                <a:lnTo>
                  <a:pt x="557" y="955"/>
                </a:lnTo>
                <a:lnTo>
                  <a:pt x="557" y="954"/>
                </a:lnTo>
                <a:lnTo>
                  <a:pt x="556" y="954"/>
                </a:lnTo>
                <a:lnTo>
                  <a:pt x="555" y="954"/>
                </a:lnTo>
                <a:lnTo>
                  <a:pt x="554" y="954"/>
                </a:lnTo>
                <a:lnTo>
                  <a:pt x="553" y="954"/>
                </a:lnTo>
                <a:lnTo>
                  <a:pt x="553" y="953"/>
                </a:lnTo>
                <a:lnTo>
                  <a:pt x="552" y="953"/>
                </a:lnTo>
                <a:lnTo>
                  <a:pt x="551" y="953"/>
                </a:lnTo>
                <a:lnTo>
                  <a:pt x="550" y="953"/>
                </a:lnTo>
                <a:lnTo>
                  <a:pt x="550" y="952"/>
                </a:lnTo>
                <a:lnTo>
                  <a:pt x="549" y="952"/>
                </a:lnTo>
                <a:lnTo>
                  <a:pt x="549" y="951"/>
                </a:lnTo>
                <a:lnTo>
                  <a:pt x="548" y="951"/>
                </a:lnTo>
                <a:lnTo>
                  <a:pt x="547" y="951"/>
                </a:lnTo>
                <a:lnTo>
                  <a:pt x="546" y="951"/>
                </a:lnTo>
                <a:lnTo>
                  <a:pt x="545" y="951"/>
                </a:lnTo>
                <a:lnTo>
                  <a:pt x="545" y="950"/>
                </a:lnTo>
                <a:lnTo>
                  <a:pt x="544" y="950"/>
                </a:lnTo>
                <a:lnTo>
                  <a:pt x="543" y="950"/>
                </a:lnTo>
                <a:lnTo>
                  <a:pt x="543" y="951"/>
                </a:lnTo>
                <a:lnTo>
                  <a:pt x="542" y="951"/>
                </a:lnTo>
                <a:lnTo>
                  <a:pt x="541" y="951"/>
                </a:lnTo>
                <a:lnTo>
                  <a:pt x="541" y="950"/>
                </a:lnTo>
                <a:lnTo>
                  <a:pt x="541" y="949"/>
                </a:lnTo>
                <a:lnTo>
                  <a:pt x="540" y="949"/>
                </a:lnTo>
                <a:lnTo>
                  <a:pt x="539" y="949"/>
                </a:lnTo>
                <a:lnTo>
                  <a:pt x="539" y="948"/>
                </a:lnTo>
                <a:lnTo>
                  <a:pt x="539" y="947"/>
                </a:lnTo>
                <a:lnTo>
                  <a:pt x="538" y="947"/>
                </a:lnTo>
                <a:lnTo>
                  <a:pt x="538" y="946"/>
                </a:lnTo>
                <a:lnTo>
                  <a:pt x="537" y="946"/>
                </a:lnTo>
                <a:lnTo>
                  <a:pt x="536" y="945"/>
                </a:lnTo>
                <a:lnTo>
                  <a:pt x="537" y="945"/>
                </a:lnTo>
                <a:lnTo>
                  <a:pt x="538" y="944"/>
                </a:lnTo>
                <a:lnTo>
                  <a:pt x="538" y="943"/>
                </a:lnTo>
                <a:lnTo>
                  <a:pt x="538" y="942"/>
                </a:lnTo>
                <a:lnTo>
                  <a:pt x="537" y="942"/>
                </a:lnTo>
                <a:lnTo>
                  <a:pt x="537" y="941"/>
                </a:lnTo>
                <a:lnTo>
                  <a:pt x="537" y="940"/>
                </a:lnTo>
                <a:lnTo>
                  <a:pt x="537" y="939"/>
                </a:lnTo>
                <a:lnTo>
                  <a:pt x="538" y="939"/>
                </a:lnTo>
                <a:lnTo>
                  <a:pt x="537" y="939"/>
                </a:lnTo>
                <a:lnTo>
                  <a:pt x="537" y="938"/>
                </a:lnTo>
                <a:lnTo>
                  <a:pt x="536" y="937"/>
                </a:lnTo>
                <a:lnTo>
                  <a:pt x="536" y="938"/>
                </a:lnTo>
                <a:lnTo>
                  <a:pt x="535" y="938"/>
                </a:lnTo>
                <a:lnTo>
                  <a:pt x="535" y="937"/>
                </a:lnTo>
                <a:lnTo>
                  <a:pt x="534" y="937"/>
                </a:lnTo>
                <a:lnTo>
                  <a:pt x="534" y="936"/>
                </a:lnTo>
                <a:lnTo>
                  <a:pt x="535" y="936"/>
                </a:lnTo>
                <a:lnTo>
                  <a:pt x="536" y="936"/>
                </a:lnTo>
                <a:lnTo>
                  <a:pt x="536" y="935"/>
                </a:lnTo>
                <a:lnTo>
                  <a:pt x="536" y="934"/>
                </a:lnTo>
                <a:lnTo>
                  <a:pt x="535" y="934"/>
                </a:lnTo>
                <a:lnTo>
                  <a:pt x="535" y="933"/>
                </a:lnTo>
                <a:lnTo>
                  <a:pt x="534" y="933"/>
                </a:lnTo>
                <a:lnTo>
                  <a:pt x="533" y="933"/>
                </a:lnTo>
                <a:lnTo>
                  <a:pt x="533" y="932"/>
                </a:lnTo>
                <a:lnTo>
                  <a:pt x="532" y="932"/>
                </a:lnTo>
                <a:lnTo>
                  <a:pt x="530" y="932"/>
                </a:lnTo>
                <a:lnTo>
                  <a:pt x="530" y="931"/>
                </a:lnTo>
                <a:lnTo>
                  <a:pt x="529" y="931"/>
                </a:lnTo>
                <a:lnTo>
                  <a:pt x="529" y="930"/>
                </a:lnTo>
                <a:lnTo>
                  <a:pt x="529" y="931"/>
                </a:lnTo>
                <a:lnTo>
                  <a:pt x="528" y="931"/>
                </a:lnTo>
                <a:lnTo>
                  <a:pt x="527" y="931"/>
                </a:lnTo>
                <a:lnTo>
                  <a:pt x="526" y="930"/>
                </a:lnTo>
                <a:lnTo>
                  <a:pt x="525" y="930"/>
                </a:lnTo>
                <a:lnTo>
                  <a:pt x="524" y="930"/>
                </a:lnTo>
                <a:lnTo>
                  <a:pt x="524" y="929"/>
                </a:lnTo>
                <a:lnTo>
                  <a:pt x="523" y="929"/>
                </a:lnTo>
                <a:lnTo>
                  <a:pt x="523" y="928"/>
                </a:lnTo>
                <a:lnTo>
                  <a:pt x="523" y="927"/>
                </a:lnTo>
                <a:lnTo>
                  <a:pt x="522" y="927"/>
                </a:lnTo>
                <a:lnTo>
                  <a:pt x="522" y="926"/>
                </a:lnTo>
                <a:lnTo>
                  <a:pt x="521" y="926"/>
                </a:lnTo>
                <a:lnTo>
                  <a:pt x="521" y="925"/>
                </a:lnTo>
                <a:lnTo>
                  <a:pt x="521" y="926"/>
                </a:lnTo>
                <a:lnTo>
                  <a:pt x="520" y="926"/>
                </a:lnTo>
                <a:lnTo>
                  <a:pt x="519" y="926"/>
                </a:lnTo>
                <a:lnTo>
                  <a:pt x="518" y="926"/>
                </a:lnTo>
                <a:lnTo>
                  <a:pt x="518" y="925"/>
                </a:lnTo>
                <a:lnTo>
                  <a:pt x="517" y="925"/>
                </a:lnTo>
                <a:lnTo>
                  <a:pt x="517" y="924"/>
                </a:lnTo>
                <a:lnTo>
                  <a:pt x="517" y="923"/>
                </a:lnTo>
                <a:lnTo>
                  <a:pt x="517" y="922"/>
                </a:lnTo>
                <a:lnTo>
                  <a:pt x="517" y="921"/>
                </a:lnTo>
                <a:lnTo>
                  <a:pt x="518" y="921"/>
                </a:lnTo>
                <a:lnTo>
                  <a:pt x="518" y="920"/>
                </a:lnTo>
                <a:lnTo>
                  <a:pt x="518" y="919"/>
                </a:lnTo>
                <a:lnTo>
                  <a:pt x="519" y="919"/>
                </a:lnTo>
                <a:lnTo>
                  <a:pt x="519" y="918"/>
                </a:lnTo>
                <a:lnTo>
                  <a:pt x="519" y="917"/>
                </a:lnTo>
                <a:lnTo>
                  <a:pt x="520" y="917"/>
                </a:lnTo>
                <a:lnTo>
                  <a:pt x="520" y="916"/>
                </a:lnTo>
                <a:lnTo>
                  <a:pt x="520" y="915"/>
                </a:lnTo>
                <a:lnTo>
                  <a:pt x="521" y="915"/>
                </a:lnTo>
                <a:lnTo>
                  <a:pt x="521" y="914"/>
                </a:lnTo>
                <a:lnTo>
                  <a:pt x="521" y="913"/>
                </a:lnTo>
                <a:lnTo>
                  <a:pt x="521" y="912"/>
                </a:lnTo>
                <a:lnTo>
                  <a:pt x="522" y="912"/>
                </a:lnTo>
                <a:lnTo>
                  <a:pt x="522" y="911"/>
                </a:lnTo>
                <a:lnTo>
                  <a:pt x="523" y="910"/>
                </a:lnTo>
                <a:lnTo>
                  <a:pt x="523" y="909"/>
                </a:lnTo>
                <a:lnTo>
                  <a:pt x="523" y="908"/>
                </a:lnTo>
                <a:lnTo>
                  <a:pt x="523" y="907"/>
                </a:lnTo>
                <a:lnTo>
                  <a:pt x="523" y="906"/>
                </a:lnTo>
                <a:lnTo>
                  <a:pt x="522" y="906"/>
                </a:lnTo>
                <a:lnTo>
                  <a:pt x="521" y="905"/>
                </a:lnTo>
                <a:lnTo>
                  <a:pt x="520" y="905"/>
                </a:lnTo>
                <a:lnTo>
                  <a:pt x="520" y="904"/>
                </a:lnTo>
                <a:lnTo>
                  <a:pt x="519" y="904"/>
                </a:lnTo>
                <a:lnTo>
                  <a:pt x="519" y="905"/>
                </a:lnTo>
                <a:lnTo>
                  <a:pt x="518" y="905"/>
                </a:lnTo>
                <a:lnTo>
                  <a:pt x="517" y="905"/>
                </a:lnTo>
                <a:lnTo>
                  <a:pt x="517" y="904"/>
                </a:lnTo>
                <a:lnTo>
                  <a:pt x="517" y="903"/>
                </a:lnTo>
                <a:lnTo>
                  <a:pt x="517" y="902"/>
                </a:lnTo>
                <a:lnTo>
                  <a:pt x="517" y="901"/>
                </a:lnTo>
                <a:lnTo>
                  <a:pt x="518" y="901"/>
                </a:lnTo>
                <a:lnTo>
                  <a:pt x="518" y="900"/>
                </a:lnTo>
                <a:lnTo>
                  <a:pt x="519" y="900"/>
                </a:lnTo>
                <a:lnTo>
                  <a:pt x="519" y="899"/>
                </a:lnTo>
                <a:lnTo>
                  <a:pt x="519" y="898"/>
                </a:lnTo>
                <a:lnTo>
                  <a:pt x="520" y="898"/>
                </a:lnTo>
                <a:lnTo>
                  <a:pt x="520" y="896"/>
                </a:lnTo>
                <a:lnTo>
                  <a:pt x="520" y="895"/>
                </a:lnTo>
                <a:lnTo>
                  <a:pt x="519" y="895"/>
                </a:lnTo>
                <a:lnTo>
                  <a:pt x="518" y="894"/>
                </a:lnTo>
                <a:lnTo>
                  <a:pt x="518" y="893"/>
                </a:lnTo>
                <a:lnTo>
                  <a:pt x="518" y="892"/>
                </a:lnTo>
                <a:lnTo>
                  <a:pt x="518" y="891"/>
                </a:lnTo>
                <a:lnTo>
                  <a:pt x="518" y="890"/>
                </a:lnTo>
                <a:lnTo>
                  <a:pt x="518" y="889"/>
                </a:lnTo>
                <a:lnTo>
                  <a:pt x="518" y="888"/>
                </a:lnTo>
                <a:lnTo>
                  <a:pt x="518" y="887"/>
                </a:lnTo>
                <a:lnTo>
                  <a:pt x="518" y="886"/>
                </a:lnTo>
                <a:lnTo>
                  <a:pt x="519" y="885"/>
                </a:lnTo>
                <a:lnTo>
                  <a:pt x="520" y="885"/>
                </a:lnTo>
                <a:lnTo>
                  <a:pt x="520" y="884"/>
                </a:lnTo>
                <a:lnTo>
                  <a:pt x="521" y="884"/>
                </a:lnTo>
                <a:lnTo>
                  <a:pt x="521" y="885"/>
                </a:lnTo>
                <a:lnTo>
                  <a:pt x="521" y="884"/>
                </a:lnTo>
                <a:lnTo>
                  <a:pt x="522" y="884"/>
                </a:lnTo>
                <a:lnTo>
                  <a:pt x="523" y="884"/>
                </a:lnTo>
                <a:lnTo>
                  <a:pt x="523" y="883"/>
                </a:lnTo>
                <a:lnTo>
                  <a:pt x="523" y="882"/>
                </a:lnTo>
                <a:lnTo>
                  <a:pt x="523" y="881"/>
                </a:lnTo>
                <a:lnTo>
                  <a:pt x="524" y="881"/>
                </a:lnTo>
                <a:lnTo>
                  <a:pt x="524" y="880"/>
                </a:lnTo>
                <a:lnTo>
                  <a:pt x="523" y="880"/>
                </a:lnTo>
                <a:lnTo>
                  <a:pt x="522" y="880"/>
                </a:lnTo>
                <a:lnTo>
                  <a:pt x="521" y="880"/>
                </a:lnTo>
                <a:lnTo>
                  <a:pt x="520" y="880"/>
                </a:lnTo>
                <a:lnTo>
                  <a:pt x="520" y="879"/>
                </a:lnTo>
                <a:lnTo>
                  <a:pt x="519" y="879"/>
                </a:lnTo>
                <a:lnTo>
                  <a:pt x="518" y="879"/>
                </a:lnTo>
                <a:lnTo>
                  <a:pt x="517" y="879"/>
                </a:lnTo>
                <a:lnTo>
                  <a:pt x="517" y="880"/>
                </a:lnTo>
                <a:lnTo>
                  <a:pt x="516" y="879"/>
                </a:lnTo>
                <a:lnTo>
                  <a:pt x="515" y="878"/>
                </a:lnTo>
                <a:lnTo>
                  <a:pt x="514" y="878"/>
                </a:lnTo>
                <a:lnTo>
                  <a:pt x="514" y="877"/>
                </a:lnTo>
                <a:lnTo>
                  <a:pt x="515" y="876"/>
                </a:lnTo>
                <a:lnTo>
                  <a:pt x="514" y="876"/>
                </a:lnTo>
                <a:lnTo>
                  <a:pt x="515" y="876"/>
                </a:lnTo>
                <a:lnTo>
                  <a:pt x="515" y="875"/>
                </a:lnTo>
                <a:lnTo>
                  <a:pt x="516" y="875"/>
                </a:lnTo>
                <a:lnTo>
                  <a:pt x="516" y="874"/>
                </a:lnTo>
                <a:lnTo>
                  <a:pt x="515" y="874"/>
                </a:lnTo>
                <a:lnTo>
                  <a:pt x="516" y="874"/>
                </a:lnTo>
                <a:lnTo>
                  <a:pt x="515" y="874"/>
                </a:lnTo>
                <a:lnTo>
                  <a:pt x="515" y="873"/>
                </a:lnTo>
                <a:lnTo>
                  <a:pt x="514" y="873"/>
                </a:lnTo>
                <a:lnTo>
                  <a:pt x="514" y="872"/>
                </a:lnTo>
                <a:lnTo>
                  <a:pt x="513" y="872"/>
                </a:lnTo>
                <a:lnTo>
                  <a:pt x="513" y="871"/>
                </a:lnTo>
                <a:lnTo>
                  <a:pt x="512" y="871"/>
                </a:lnTo>
                <a:lnTo>
                  <a:pt x="512" y="872"/>
                </a:lnTo>
                <a:lnTo>
                  <a:pt x="511" y="872"/>
                </a:lnTo>
                <a:lnTo>
                  <a:pt x="510" y="872"/>
                </a:lnTo>
                <a:lnTo>
                  <a:pt x="510" y="871"/>
                </a:lnTo>
                <a:lnTo>
                  <a:pt x="509" y="871"/>
                </a:lnTo>
                <a:lnTo>
                  <a:pt x="509" y="870"/>
                </a:lnTo>
                <a:lnTo>
                  <a:pt x="508" y="870"/>
                </a:lnTo>
                <a:lnTo>
                  <a:pt x="508" y="869"/>
                </a:lnTo>
                <a:lnTo>
                  <a:pt x="507" y="869"/>
                </a:lnTo>
                <a:lnTo>
                  <a:pt x="507" y="870"/>
                </a:lnTo>
                <a:lnTo>
                  <a:pt x="506" y="870"/>
                </a:lnTo>
                <a:lnTo>
                  <a:pt x="506" y="871"/>
                </a:lnTo>
                <a:lnTo>
                  <a:pt x="506" y="870"/>
                </a:lnTo>
                <a:lnTo>
                  <a:pt x="505" y="870"/>
                </a:lnTo>
                <a:lnTo>
                  <a:pt x="504" y="870"/>
                </a:lnTo>
                <a:lnTo>
                  <a:pt x="504" y="869"/>
                </a:lnTo>
                <a:lnTo>
                  <a:pt x="503" y="869"/>
                </a:lnTo>
                <a:lnTo>
                  <a:pt x="502" y="869"/>
                </a:lnTo>
                <a:lnTo>
                  <a:pt x="502" y="868"/>
                </a:lnTo>
                <a:lnTo>
                  <a:pt x="503" y="868"/>
                </a:lnTo>
                <a:lnTo>
                  <a:pt x="503" y="867"/>
                </a:lnTo>
                <a:lnTo>
                  <a:pt x="504" y="867"/>
                </a:lnTo>
                <a:lnTo>
                  <a:pt x="503" y="867"/>
                </a:lnTo>
                <a:lnTo>
                  <a:pt x="503" y="866"/>
                </a:lnTo>
                <a:lnTo>
                  <a:pt x="503" y="865"/>
                </a:lnTo>
                <a:lnTo>
                  <a:pt x="502" y="865"/>
                </a:lnTo>
                <a:lnTo>
                  <a:pt x="501" y="864"/>
                </a:lnTo>
                <a:lnTo>
                  <a:pt x="500" y="864"/>
                </a:lnTo>
                <a:lnTo>
                  <a:pt x="499" y="864"/>
                </a:lnTo>
                <a:lnTo>
                  <a:pt x="498" y="865"/>
                </a:lnTo>
                <a:lnTo>
                  <a:pt x="497" y="865"/>
                </a:lnTo>
                <a:lnTo>
                  <a:pt x="497" y="864"/>
                </a:lnTo>
                <a:lnTo>
                  <a:pt x="496" y="864"/>
                </a:lnTo>
                <a:lnTo>
                  <a:pt x="495" y="864"/>
                </a:lnTo>
                <a:lnTo>
                  <a:pt x="495" y="863"/>
                </a:lnTo>
                <a:lnTo>
                  <a:pt x="494" y="863"/>
                </a:lnTo>
                <a:lnTo>
                  <a:pt x="493" y="863"/>
                </a:lnTo>
                <a:lnTo>
                  <a:pt x="493" y="864"/>
                </a:lnTo>
                <a:lnTo>
                  <a:pt x="492" y="864"/>
                </a:lnTo>
                <a:lnTo>
                  <a:pt x="492" y="863"/>
                </a:lnTo>
                <a:lnTo>
                  <a:pt x="491" y="863"/>
                </a:lnTo>
                <a:lnTo>
                  <a:pt x="491" y="864"/>
                </a:lnTo>
                <a:lnTo>
                  <a:pt x="490" y="864"/>
                </a:lnTo>
                <a:lnTo>
                  <a:pt x="489" y="864"/>
                </a:lnTo>
                <a:lnTo>
                  <a:pt x="488" y="864"/>
                </a:lnTo>
                <a:lnTo>
                  <a:pt x="487" y="865"/>
                </a:lnTo>
                <a:lnTo>
                  <a:pt x="486" y="865"/>
                </a:lnTo>
                <a:lnTo>
                  <a:pt x="485" y="865"/>
                </a:lnTo>
                <a:lnTo>
                  <a:pt x="485" y="864"/>
                </a:lnTo>
                <a:lnTo>
                  <a:pt x="485" y="865"/>
                </a:lnTo>
                <a:lnTo>
                  <a:pt x="485" y="864"/>
                </a:lnTo>
                <a:lnTo>
                  <a:pt x="484" y="864"/>
                </a:lnTo>
                <a:lnTo>
                  <a:pt x="483" y="864"/>
                </a:lnTo>
                <a:lnTo>
                  <a:pt x="482" y="864"/>
                </a:lnTo>
                <a:lnTo>
                  <a:pt x="482" y="865"/>
                </a:lnTo>
                <a:lnTo>
                  <a:pt x="482" y="866"/>
                </a:lnTo>
                <a:lnTo>
                  <a:pt x="481" y="866"/>
                </a:lnTo>
                <a:lnTo>
                  <a:pt x="480" y="866"/>
                </a:lnTo>
                <a:lnTo>
                  <a:pt x="480" y="867"/>
                </a:lnTo>
                <a:lnTo>
                  <a:pt x="480" y="868"/>
                </a:lnTo>
                <a:lnTo>
                  <a:pt x="480" y="869"/>
                </a:lnTo>
                <a:lnTo>
                  <a:pt x="481" y="869"/>
                </a:lnTo>
                <a:lnTo>
                  <a:pt x="480" y="869"/>
                </a:lnTo>
                <a:lnTo>
                  <a:pt x="480" y="870"/>
                </a:lnTo>
                <a:lnTo>
                  <a:pt x="479" y="870"/>
                </a:lnTo>
                <a:lnTo>
                  <a:pt x="478" y="870"/>
                </a:lnTo>
                <a:lnTo>
                  <a:pt x="477" y="870"/>
                </a:lnTo>
                <a:lnTo>
                  <a:pt x="476" y="870"/>
                </a:lnTo>
                <a:lnTo>
                  <a:pt x="475" y="870"/>
                </a:lnTo>
                <a:lnTo>
                  <a:pt x="474" y="870"/>
                </a:lnTo>
                <a:lnTo>
                  <a:pt x="474" y="869"/>
                </a:lnTo>
                <a:lnTo>
                  <a:pt x="474" y="870"/>
                </a:lnTo>
                <a:lnTo>
                  <a:pt x="474" y="869"/>
                </a:lnTo>
                <a:lnTo>
                  <a:pt x="473" y="869"/>
                </a:lnTo>
                <a:lnTo>
                  <a:pt x="472" y="869"/>
                </a:lnTo>
                <a:lnTo>
                  <a:pt x="471" y="869"/>
                </a:lnTo>
                <a:lnTo>
                  <a:pt x="470" y="869"/>
                </a:lnTo>
                <a:lnTo>
                  <a:pt x="469" y="869"/>
                </a:lnTo>
                <a:lnTo>
                  <a:pt x="469" y="870"/>
                </a:lnTo>
                <a:lnTo>
                  <a:pt x="468" y="870"/>
                </a:lnTo>
                <a:lnTo>
                  <a:pt x="468" y="871"/>
                </a:lnTo>
                <a:lnTo>
                  <a:pt x="467" y="871"/>
                </a:lnTo>
                <a:lnTo>
                  <a:pt x="467" y="872"/>
                </a:lnTo>
                <a:lnTo>
                  <a:pt x="466" y="872"/>
                </a:lnTo>
                <a:lnTo>
                  <a:pt x="465" y="872"/>
                </a:lnTo>
                <a:lnTo>
                  <a:pt x="464" y="872"/>
                </a:lnTo>
                <a:lnTo>
                  <a:pt x="463" y="872"/>
                </a:lnTo>
                <a:lnTo>
                  <a:pt x="463" y="873"/>
                </a:lnTo>
                <a:lnTo>
                  <a:pt x="463" y="874"/>
                </a:lnTo>
                <a:lnTo>
                  <a:pt x="463" y="875"/>
                </a:lnTo>
                <a:lnTo>
                  <a:pt x="463" y="876"/>
                </a:lnTo>
                <a:lnTo>
                  <a:pt x="462" y="876"/>
                </a:lnTo>
                <a:lnTo>
                  <a:pt x="462" y="877"/>
                </a:lnTo>
                <a:lnTo>
                  <a:pt x="461" y="877"/>
                </a:lnTo>
                <a:lnTo>
                  <a:pt x="460" y="877"/>
                </a:lnTo>
                <a:lnTo>
                  <a:pt x="460" y="878"/>
                </a:lnTo>
                <a:lnTo>
                  <a:pt x="459" y="878"/>
                </a:lnTo>
                <a:lnTo>
                  <a:pt x="459" y="877"/>
                </a:lnTo>
                <a:lnTo>
                  <a:pt x="459" y="876"/>
                </a:lnTo>
                <a:lnTo>
                  <a:pt x="458" y="876"/>
                </a:lnTo>
                <a:lnTo>
                  <a:pt x="458" y="875"/>
                </a:lnTo>
                <a:lnTo>
                  <a:pt x="458" y="874"/>
                </a:lnTo>
                <a:lnTo>
                  <a:pt x="457" y="874"/>
                </a:lnTo>
                <a:lnTo>
                  <a:pt x="456" y="875"/>
                </a:lnTo>
                <a:lnTo>
                  <a:pt x="455" y="875"/>
                </a:lnTo>
                <a:lnTo>
                  <a:pt x="455" y="874"/>
                </a:lnTo>
                <a:lnTo>
                  <a:pt x="454" y="874"/>
                </a:lnTo>
                <a:lnTo>
                  <a:pt x="454" y="873"/>
                </a:lnTo>
                <a:lnTo>
                  <a:pt x="454" y="872"/>
                </a:lnTo>
                <a:lnTo>
                  <a:pt x="454" y="871"/>
                </a:lnTo>
                <a:lnTo>
                  <a:pt x="454" y="870"/>
                </a:lnTo>
                <a:lnTo>
                  <a:pt x="453" y="870"/>
                </a:lnTo>
                <a:lnTo>
                  <a:pt x="452" y="870"/>
                </a:lnTo>
                <a:lnTo>
                  <a:pt x="451" y="870"/>
                </a:lnTo>
                <a:lnTo>
                  <a:pt x="450" y="870"/>
                </a:lnTo>
                <a:lnTo>
                  <a:pt x="450" y="869"/>
                </a:lnTo>
                <a:lnTo>
                  <a:pt x="450" y="868"/>
                </a:lnTo>
                <a:lnTo>
                  <a:pt x="449" y="868"/>
                </a:lnTo>
                <a:lnTo>
                  <a:pt x="449" y="867"/>
                </a:lnTo>
                <a:lnTo>
                  <a:pt x="449" y="866"/>
                </a:lnTo>
                <a:lnTo>
                  <a:pt x="449" y="865"/>
                </a:lnTo>
                <a:lnTo>
                  <a:pt x="450" y="865"/>
                </a:lnTo>
                <a:lnTo>
                  <a:pt x="449" y="865"/>
                </a:lnTo>
                <a:lnTo>
                  <a:pt x="449" y="864"/>
                </a:lnTo>
                <a:lnTo>
                  <a:pt x="449" y="863"/>
                </a:lnTo>
                <a:lnTo>
                  <a:pt x="449" y="862"/>
                </a:lnTo>
                <a:lnTo>
                  <a:pt x="448" y="862"/>
                </a:lnTo>
                <a:lnTo>
                  <a:pt x="448" y="861"/>
                </a:lnTo>
                <a:lnTo>
                  <a:pt x="447" y="861"/>
                </a:lnTo>
                <a:lnTo>
                  <a:pt x="447" y="860"/>
                </a:lnTo>
                <a:lnTo>
                  <a:pt x="447" y="859"/>
                </a:lnTo>
                <a:lnTo>
                  <a:pt x="446" y="859"/>
                </a:lnTo>
                <a:lnTo>
                  <a:pt x="446" y="858"/>
                </a:lnTo>
                <a:lnTo>
                  <a:pt x="446" y="859"/>
                </a:lnTo>
                <a:lnTo>
                  <a:pt x="445" y="859"/>
                </a:lnTo>
                <a:lnTo>
                  <a:pt x="444" y="859"/>
                </a:lnTo>
                <a:lnTo>
                  <a:pt x="444" y="858"/>
                </a:lnTo>
                <a:lnTo>
                  <a:pt x="444" y="857"/>
                </a:lnTo>
                <a:lnTo>
                  <a:pt x="444" y="856"/>
                </a:lnTo>
                <a:lnTo>
                  <a:pt x="443" y="856"/>
                </a:lnTo>
                <a:lnTo>
                  <a:pt x="444" y="856"/>
                </a:lnTo>
                <a:lnTo>
                  <a:pt x="443" y="856"/>
                </a:lnTo>
                <a:lnTo>
                  <a:pt x="443" y="855"/>
                </a:lnTo>
                <a:lnTo>
                  <a:pt x="443" y="854"/>
                </a:lnTo>
                <a:lnTo>
                  <a:pt x="442" y="854"/>
                </a:lnTo>
                <a:lnTo>
                  <a:pt x="443" y="854"/>
                </a:lnTo>
                <a:lnTo>
                  <a:pt x="443" y="853"/>
                </a:lnTo>
                <a:lnTo>
                  <a:pt x="443" y="852"/>
                </a:lnTo>
                <a:lnTo>
                  <a:pt x="444" y="852"/>
                </a:lnTo>
                <a:lnTo>
                  <a:pt x="444" y="851"/>
                </a:lnTo>
                <a:lnTo>
                  <a:pt x="444" y="850"/>
                </a:lnTo>
                <a:lnTo>
                  <a:pt x="444" y="849"/>
                </a:lnTo>
                <a:lnTo>
                  <a:pt x="443" y="849"/>
                </a:lnTo>
                <a:lnTo>
                  <a:pt x="443" y="848"/>
                </a:lnTo>
                <a:lnTo>
                  <a:pt x="442" y="848"/>
                </a:lnTo>
                <a:lnTo>
                  <a:pt x="442" y="847"/>
                </a:lnTo>
                <a:lnTo>
                  <a:pt x="441" y="847"/>
                </a:lnTo>
                <a:lnTo>
                  <a:pt x="442" y="847"/>
                </a:lnTo>
                <a:lnTo>
                  <a:pt x="442" y="846"/>
                </a:lnTo>
                <a:lnTo>
                  <a:pt x="441" y="846"/>
                </a:lnTo>
                <a:lnTo>
                  <a:pt x="442" y="846"/>
                </a:lnTo>
                <a:lnTo>
                  <a:pt x="442" y="845"/>
                </a:lnTo>
                <a:lnTo>
                  <a:pt x="442" y="844"/>
                </a:lnTo>
                <a:lnTo>
                  <a:pt x="443" y="844"/>
                </a:lnTo>
                <a:lnTo>
                  <a:pt x="443" y="843"/>
                </a:lnTo>
                <a:lnTo>
                  <a:pt x="443" y="842"/>
                </a:lnTo>
                <a:lnTo>
                  <a:pt x="444" y="842"/>
                </a:lnTo>
                <a:lnTo>
                  <a:pt x="444" y="841"/>
                </a:lnTo>
                <a:lnTo>
                  <a:pt x="443" y="841"/>
                </a:lnTo>
                <a:lnTo>
                  <a:pt x="443" y="839"/>
                </a:lnTo>
                <a:lnTo>
                  <a:pt x="442" y="839"/>
                </a:lnTo>
                <a:lnTo>
                  <a:pt x="441" y="839"/>
                </a:lnTo>
                <a:lnTo>
                  <a:pt x="441" y="838"/>
                </a:lnTo>
                <a:lnTo>
                  <a:pt x="440" y="838"/>
                </a:lnTo>
                <a:lnTo>
                  <a:pt x="439" y="838"/>
                </a:lnTo>
                <a:lnTo>
                  <a:pt x="439" y="837"/>
                </a:lnTo>
                <a:lnTo>
                  <a:pt x="439" y="836"/>
                </a:lnTo>
                <a:lnTo>
                  <a:pt x="438" y="836"/>
                </a:lnTo>
                <a:lnTo>
                  <a:pt x="438" y="835"/>
                </a:lnTo>
                <a:lnTo>
                  <a:pt x="439" y="835"/>
                </a:lnTo>
                <a:lnTo>
                  <a:pt x="439" y="834"/>
                </a:lnTo>
                <a:lnTo>
                  <a:pt x="438" y="834"/>
                </a:lnTo>
                <a:lnTo>
                  <a:pt x="437" y="834"/>
                </a:lnTo>
                <a:lnTo>
                  <a:pt x="437" y="833"/>
                </a:lnTo>
                <a:lnTo>
                  <a:pt x="437" y="832"/>
                </a:lnTo>
                <a:lnTo>
                  <a:pt x="436" y="832"/>
                </a:lnTo>
                <a:lnTo>
                  <a:pt x="437" y="832"/>
                </a:lnTo>
                <a:lnTo>
                  <a:pt x="437" y="831"/>
                </a:lnTo>
                <a:lnTo>
                  <a:pt x="437" y="830"/>
                </a:lnTo>
                <a:lnTo>
                  <a:pt x="438" y="830"/>
                </a:lnTo>
                <a:lnTo>
                  <a:pt x="438" y="829"/>
                </a:lnTo>
                <a:lnTo>
                  <a:pt x="437" y="829"/>
                </a:lnTo>
                <a:lnTo>
                  <a:pt x="438" y="829"/>
                </a:lnTo>
                <a:lnTo>
                  <a:pt x="438" y="828"/>
                </a:lnTo>
                <a:lnTo>
                  <a:pt x="437" y="828"/>
                </a:lnTo>
                <a:lnTo>
                  <a:pt x="437" y="827"/>
                </a:lnTo>
                <a:lnTo>
                  <a:pt x="436" y="827"/>
                </a:lnTo>
                <a:lnTo>
                  <a:pt x="435" y="827"/>
                </a:lnTo>
                <a:lnTo>
                  <a:pt x="435" y="826"/>
                </a:lnTo>
                <a:lnTo>
                  <a:pt x="434" y="826"/>
                </a:lnTo>
                <a:lnTo>
                  <a:pt x="433" y="826"/>
                </a:lnTo>
                <a:lnTo>
                  <a:pt x="432" y="826"/>
                </a:lnTo>
                <a:lnTo>
                  <a:pt x="431" y="826"/>
                </a:lnTo>
                <a:lnTo>
                  <a:pt x="430" y="826"/>
                </a:lnTo>
                <a:lnTo>
                  <a:pt x="430" y="825"/>
                </a:lnTo>
                <a:lnTo>
                  <a:pt x="429" y="825"/>
                </a:lnTo>
                <a:lnTo>
                  <a:pt x="430" y="825"/>
                </a:lnTo>
                <a:lnTo>
                  <a:pt x="430" y="824"/>
                </a:lnTo>
                <a:lnTo>
                  <a:pt x="430" y="823"/>
                </a:lnTo>
                <a:lnTo>
                  <a:pt x="430" y="822"/>
                </a:lnTo>
                <a:lnTo>
                  <a:pt x="430" y="821"/>
                </a:lnTo>
                <a:lnTo>
                  <a:pt x="429" y="821"/>
                </a:lnTo>
                <a:lnTo>
                  <a:pt x="429" y="820"/>
                </a:lnTo>
                <a:lnTo>
                  <a:pt x="429" y="819"/>
                </a:lnTo>
                <a:lnTo>
                  <a:pt x="430" y="819"/>
                </a:lnTo>
                <a:lnTo>
                  <a:pt x="430" y="818"/>
                </a:lnTo>
                <a:lnTo>
                  <a:pt x="430" y="819"/>
                </a:lnTo>
                <a:lnTo>
                  <a:pt x="431" y="819"/>
                </a:lnTo>
                <a:lnTo>
                  <a:pt x="431" y="818"/>
                </a:lnTo>
                <a:lnTo>
                  <a:pt x="431" y="819"/>
                </a:lnTo>
                <a:lnTo>
                  <a:pt x="432" y="819"/>
                </a:lnTo>
                <a:lnTo>
                  <a:pt x="433" y="819"/>
                </a:lnTo>
                <a:lnTo>
                  <a:pt x="433" y="818"/>
                </a:lnTo>
                <a:lnTo>
                  <a:pt x="433" y="817"/>
                </a:lnTo>
                <a:lnTo>
                  <a:pt x="432" y="817"/>
                </a:lnTo>
                <a:lnTo>
                  <a:pt x="431" y="817"/>
                </a:lnTo>
                <a:lnTo>
                  <a:pt x="431" y="816"/>
                </a:lnTo>
                <a:lnTo>
                  <a:pt x="430" y="816"/>
                </a:lnTo>
                <a:lnTo>
                  <a:pt x="430" y="815"/>
                </a:lnTo>
                <a:lnTo>
                  <a:pt x="429" y="815"/>
                </a:lnTo>
                <a:lnTo>
                  <a:pt x="428" y="815"/>
                </a:lnTo>
                <a:lnTo>
                  <a:pt x="427" y="815"/>
                </a:lnTo>
                <a:lnTo>
                  <a:pt x="427" y="814"/>
                </a:lnTo>
                <a:lnTo>
                  <a:pt x="427" y="813"/>
                </a:lnTo>
                <a:lnTo>
                  <a:pt x="426" y="813"/>
                </a:lnTo>
                <a:lnTo>
                  <a:pt x="427" y="812"/>
                </a:lnTo>
                <a:lnTo>
                  <a:pt x="427" y="811"/>
                </a:lnTo>
                <a:lnTo>
                  <a:pt x="426" y="811"/>
                </a:lnTo>
                <a:lnTo>
                  <a:pt x="426" y="810"/>
                </a:lnTo>
                <a:lnTo>
                  <a:pt x="425" y="810"/>
                </a:lnTo>
                <a:lnTo>
                  <a:pt x="425" y="811"/>
                </a:lnTo>
                <a:lnTo>
                  <a:pt x="425" y="810"/>
                </a:lnTo>
                <a:lnTo>
                  <a:pt x="424" y="810"/>
                </a:lnTo>
                <a:lnTo>
                  <a:pt x="424" y="811"/>
                </a:lnTo>
                <a:lnTo>
                  <a:pt x="423" y="811"/>
                </a:lnTo>
                <a:lnTo>
                  <a:pt x="423" y="812"/>
                </a:lnTo>
                <a:lnTo>
                  <a:pt x="422" y="812"/>
                </a:lnTo>
                <a:lnTo>
                  <a:pt x="422" y="811"/>
                </a:lnTo>
                <a:lnTo>
                  <a:pt x="421" y="811"/>
                </a:lnTo>
                <a:lnTo>
                  <a:pt x="420" y="811"/>
                </a:lnTo>
                <a:lnTo>
                  <a:pt x="420" y="810"/>
                </a:lnTo>
                <a:lnTo>
                  <a:pt x="421" y="810"/>
                </a:lnTo>
                <a:lnTo>
                  <a:pt x="421" y="809"/>
                </a:lnTo>
                <a:lnTo>
                  <a:pt x="422" y="809"/>
                </a:lnTo>
                <a:lnTo>
                  <a:pt x="422" y="808"/>
                </a:lnTo>
                <a:lnTo>
                  <a:pt x="421" y="808"/>
                </a:lnTo>
                <a:lnTo>
                  <a:pt x="420" y="808"/>
                </a:lnTo>
                <a:lnTo>
                  <a:pt x="420" y="807"/>
                </a:lnTo>
                <a:lnTo>
                  <a:pt x="419" y="807"/>
                </a:lnTo>
                <a:lnTo>
                  <a:pt x="418" y="807"/>
                </a:lnTo>
                <a:lnTo>
                  <a:pt x="417" y="807"/>
                </a:lnTo>
                <a:lnTo>
                  <a:pt x="417" y="806"/>
                </a:lnTo>
                <a:lnTo>
                  <a:pt x="416" y="806"/>
                </a:lnTo>
                <a:lnTo>
                  <a:pt x="416" y="807"/>
                </a:lnTo>
                <a:lnTo>
                  <a:pt x="415" y="807"/>
                </a:lnTo>
                <a:lnTo>
                  <a:pt x="413" y="807"/>
                </a:lnTo>
                <a:lnTo>
                  <a:pt x="413" y="808"/>
                </a:lnTo>
                <a:lnTo>
                  <a:pt x="412" y="808"/>
                </a:lnTo>
                <a:lnTo>
                  <a:pt x="412" y="807"/>
                </a:lnTo>
                <a:lnTo>
                  <a:pt x="411" y="807"/>
                </a:lnTo>
                <a:lnTo>
                  <a:pt x="411" y="806"/>
                </a:lnTo>
                <a:lnTo>
                  <a:pt x="411" y="805"/>
                </a:lnTo>
                <a:lnTo>
                  <a:pt x="410" y="805"/>
                </a:lnTo>
                <a:lnTo>
                  <a:pt x="410" y="804"/>
                </a:lnTo>
                <a:lnTo>
                  <a:pt x="410" y="805"/>
                </a:lnTo>
                <a:lnTo>
                  <a:pt x="410" y="804"/>
                </a:lnTo>
                <a:lnTo>
                  <a:pt x="409" y="804"/>
                </a:lnTo>
                <a:lnTo>
                  <a:pt x="409" y="803"/>
                </a:lnTo>
                <a:lnTo>
                  <a:pt x="409" y="802"/>
                </a:lnTo>
                <a:lnTo>
                  <a:pt x="409" y="801"/>
                </a:lnTo>
                <a:lnTo>
                  <a:pt x="408" y="801"/>
                </a:lnTo>
                <a:lnTo>
                  <a:pt x="408" y="800"/>
                </a:lnTo>
                <a:lnTo>
                  <a:pt x="408" y="801"/>
                </a:lnTo>
                <a:lnTo>
                  <a:pt x="407" y="801"/>
                </a:lnTo>
                <a:lnTo>
                  <a:pt x="407" y="800"/>
                </a:lnTo>
                <a:lnTo>
                  <a:pt x="407" y="799"/>
                </a:lnTo>
                <a:lnTo>
                  <a:pt x="406" y="799"/>
                </a:lnTo>
                <a:lnTo>
                  <a:pt x="407" y="799"/>
                </a:lnTo>
                <a:lnTo>
                  <a:pt x="407" y="798"/>
                </a:lnTo>
                <a:lnTo>
                  <a:pt x="406" y="798"/>
                </a:lnTo>
                <a:lnTo>
                  <a:pt x="406" y="797"/>
                </a:lnTo>
                <a:lnTo>
                  <a:pt x="406" y="798"/>
                </a:lnTo>
                <a:lnTo>
                  <a:pt x="405" y="798"/>
                </a:lnTo>
                <a:lnTo>
                  <a:pt x="404" y="798"/>
                </a:lnTo>
                <a:lnTo>
                  <a:pt x="404" y="797"/>
                </a:lnTo>
                <a:lnTo>
                  <a:pt x="403" y="797"/>
                </a:lnTo>
                <a:lnTo>
                  <a:pt x="402" y="797"/>
                </a:lnTo>
                <a:lnTo>
                  <a:pt x="402" y="798"/>
                </a:lnTo>
                <a:lnTo>
                  <a:pt x="401" y="798"/>
                </a:lnTo>
                <a:lnTo>
                  <a:pt x="400" y="798"/>
                </a:lnTo>
                <a:lnTo>
                  <a:pt x="400" y="797"/>
                </a:lnTo>
                <a:lnTo>
                  <a:pt x="399" y="797"/>
                </a:lnTo>
                <a:lnTo>
                  <a:pt x="399" y="796"/>
                </a:lnTo>
                <a:lnTo>
                  <a:pt x="400" y="796"/>
                </a:lnTo>
                <a:lnTo>
                  <a:pt x="399" y="796"/>
                </a:lnTo>
                <a:lnTo>
                  <a:pt x="399" y="795"/>
                </a:lnTo>
                <a:lnTo>
                  <a:pt x="400" y="795"/>
                </a:lnTo>
                <a:lnTo>
                  <a:pt x="400" y="794"/>
                </a:lnTo>
                <a:lnTo>
                  <a:pt x="400" y="793"/>
                </a:lnTo>
                <a:lnTo>
                  <a:pt x="400" y="792"/>
                </a:lnTo>
                <a:lnTo>
                  <a:pt x="399" y="792"/>
                </a:lnTo>
                <a:lnTo>
                  <a:pt x="398" y="792"/>
                </a:lnTo>
                <a:lnTo>
                  <a:pt x="398" y="791"/>
                </a:lnTo>
                <a:lnTo>
                  <a:pt x="397" y="791"/>
                </a:lnTo>
                <a:lnTo>
                  <a:pt x="396" y="791"/>
                </a:lnTo>
                <a:lnTo>
                  <a:pt x="396" y="792"/>
                </a:lnTo>
                <a:lnTo>
                  <a:pt x="396" y="791"/>
                </a:lnTo>
                <a:lnTo>
                  <a:pt x="395" y="791"/>
                </a:lnTo>
                <a:lnTo>
                  <a:pt x="394" y="791"/>
                </a:lnTo>
                <a:lnTo>
                  <a:pt x="394" y="792"/>
                </a:lnTo>
                <a:lnTo>
                  <a:pt x="393" y="792"/>
                </a:lnTo>
                <a:lnTo>
                  <a:pt x="392" y="792"/>
                </a:lnTo>
                <a:lnTo>
                  <a:pt x="391" y="792"/>
                </a:lnTo>
                <a:lnTo>
                  <a:pt x="390" y="792"/>
                </a:lnTo>
                <a:lnTo>
                  <a:pt x="389" y="792"/>
                </a:lnTo>
                <a:lnTo>
                  <a:pt x="389" y="791"/>
                </a:lnTo>
                <a:lnTo>
                  <a:pt x="388" y="791"/>
                </a:lnTo>
                <a:lnTo>
                  <a:pt x="387" y="791"/>
                </a:lnTo>
                <a:lnTo>
                  <a:pt x="387" y="790"/>
                </a:lnTo>
                <a:lnTo>
                  <a:pt x="386" y="790"/>
                </a:lnTo>
                <a:lnTo>
                  <a:pt x="386" y="789"/>
                </a:lnTo>
                <a:lnTo>
                  <a:pt x="386" y="788"/>
                </a:lnTo>
                <a:lnTo>
                  <a:pt x="387" y="788"/>
                </a:lnTo>
                <a:lnTo>
                  <a:pt x="387" y="787"/>
                </a:lnTo>
                <a:lnTo>
                  <a:pt x="386" y="786"/>
                </a:lnTo>
                <a:lnTo>
                  <a:pt x="385" y="786"/>
                </a:lnTo>
                <a:lnTo>
                  <a:pt x="384" y="786"/>
                </a:lnTo>
                <a:lnTo>
                  <a:pt x="383" y="786"/>
                </a:lnTo>
                <a:lnTo>
                  <a:pt x="383" y="785"/>
                </a:lnTo>
                <a:lnTo>
                  <a:pt x="382" y="785"/>
                </a:lnTo>
                <a:lnTo>
                  <a:pt x="382" y="784"/>
                </a:lnTo>
                <a:lnTo>
                  <a:pt x="381" y="784"/>
                </a:lnTo>
                <a:lnTo>
                  <a:pt x="382" y="784"/>
                </a:lnTo>
                <a:lnTo>
                  <a:pt x="382" y="783"/>
                </a:lnTo>
                <a:lnTo>
                  <a:pt x="382" y="782"/>
                </a:lnTo>
                <a:lnTo>
                  <a:pt x="382" y="781"/>
                </a:lnTo>
                <a:lnTo>
                  <a:pt x="382" y="780"/>
                </a:lnTo>
                <a:lnTo>
                  <a:pt x="381" y="780"/>
                </a:lnTo>
                <a:lnTo>
                  <a:pt x="381" y="779"/>
                </a:lnTo>
                <a:lnTo>
                  <a:pt x="380" y="779"/>
                </a:lnTo>
                <a:lnTo>
                  <a:pt x="380" y="778"/>
                </a:lnTo>
                <a:lnTo>
                  <a:pt x="378" y="778"/>
                </a:lnTo>
                <a:lnTo>
                  <a:pt x="378" y="779"/>
                </a:lnTo>
                <a:lnTo>
                  <a:pt x="378" y="778"/>
                </a:lnTo>
                <a:lnTo>
                  <a:pt x="377" y="778"/>
                </a:lnTo>
                <a:lnTo>
                  <a:pt x="376" y="778"/>
                </a:lnTo>
                <a:lnTo>
                  <a:pt x="375" y="779"/>
                </a:lnTo>
                <a:lnTo>
                  <a:pt x="375" y="778"/>
                </a:lnTo>
                <a:lnTo>
                  <a:pt x="374" y="778"/>
                </a:lnTo>
                <a:lnTo>
                  <a:pt x="375" y="778"/>
                </a:lnTo>
                <a:lnTo>
                  <a:pt x="375" y="777"/>
                </a:lnTo>
                <a:lnTo>
                  <a:pt x="374" y="777"/>
                </a:lnTo>
                <a:lnTo>
                  <a:pt x="375" y="777"/>
                </a:lnTo>
                <a:lnTo>
                  <a:pt x="375" y="776"/>
                </a:lnTo>
                <a:lnTo>
                  <a:pt x="376" y="776"/>
                </a:lnTo>
                <a:lnTo>
                  <a:pt x="376" y="775"/>
                </a:lnTo>
                <a:lnTo>
                  <a:pt x="376" y="774"/>
                </a:lnTo>
                <a:lnTo>
                  <a:pt x="377" y="774"/>
                </a:lnTo>
                <a:lnTo>
                  <a:pt x="377" y="775"/>
                </a:lnTo>
                <a:lnTo>
                  <a:pt x="378" y="775"/>
                </a:lnTo>
                <a:lnTo>
                  <a:pt x="378" y="774"/>
                </a:lnTo>
                <a:lnTo>
                  <a:pt x="379" y="774"/>
                </a:lnTo>
                <a:lnTo>
                  <a:pt x="380" y="774"/>
                </a:lnTo>
                <a:lnTo>
                  <a:pt x="380" y="773"/>
                </a:lnTo>
                <a:lnTo>
                  <a:pt x="381" y="773"/>
                </a:lnTo>
                <a:lnTo>
                  <a:pt x="381" y="772"/>
                </a:lnTo>
                <a:lnTo>
                  <a:pt x="380" y="772"/>
                </a:lnTo>
                <a:lnTo>
                  <a:pt x="380" y="771"/>
                </a:lnTo>
                <a:lnTo>
                  <a:pt x="380" y="770"/>
                </a:lnTo>
                <a:lnTo>
                  <a:pt x="380" y="769"/>
                </a:lnTo>
                <a:lnTo>
                  <a:pt x="379" y="769"/>
                </a:lnTo>
                <a:lnTo>
                  <a:pt x="378" y="769"/>
                </a:lnTo>
                <a:lnTo>
                  <a:pt x="378" y="768"/>
                </a:lnTo>
                <a:lnTo>
                  <a:pt x="378" y="767"/>
                </a:lnTo>
                <a:lnTo>
                  <a:pt x="377" y="767"/>
                </a:lnTo>
                <a:lnTo>
                  <a:pt x="376" y="767"/>
                </a:lnTo>
                <a:lnTo>
                  <a:pt x="376" y="768"/>
                </a:lnTo>
                <a:lnTo>
                  <a:pt x="375" y="768"/>
                </a:lnTo>
                <a:lnTo>
                  <a:pt x="375" y="767"/>
                </a:lnTo>
                <a:lnTo>
                  <a:pt x="374" y="767"/>
                </a:lnTo>
                <a:lnTo>
                  <a:pt x="374" y="768"/>
                </a:lnTo>
                <a:lnTo>
                  <a:pt x="374" y="767"/>
                </a:lnTo>
                <a:lnTo>
                  <a:pt x="373" y="767"/>
                </a:lnTo>
                <a:lnTo>
                  <a:pt x="373" y="768"/>
                </a:lnTo>
                <a:lnTo>
                  <a:pt x="372" y="768"/>
                </a:lnTo>
                <a:lnTo>
                  <a:pt x="371" y="768"/>
                </a:lnTo>
                <a:lnTo>
                  <a:pt x="370" y="768"/>
                </a:lnTo>
                <a:lnTo>
                  <a:pt x="370" y="767"/>
                </a:lnTo>
                <a:lnTo>
                  <a:pt x="369" y="767"/>
                </a:lnTo>
                <a:lnTo>
                  <a:pt x="369" y="766"/>
                </a:lnTo>
                <a:lnTo>
                  <a:pt x="370" y="766"/>
                </a:lnTo>
                <a:lnTo>
                  <a:pt x="371" y="766"/>
                </a:lnTo>
                <a:lnTo>
                  <a:pt x="371" y="765"/>
                </a:lnTo>
                <a:lnTo>
                  <a:pt x="372" y="765"/>
                </a:lnTo>
                <a:lnTo>
                  <a:pt x="372" y="764"/>
                </a:lnTo>
                <a:lnTo>
                  <a:pt x="372" y="763"/>
                </a:lnTo>
                <a:lnTo>
                  <a:pt x="371" y="763"/>
                </a:lnTo>
                <a:lnTo>
                  <a:pt x="371" y="762"/>
                </a:lnTo>
                <a:lnTo>
                  <a:pt x="370" y="762"/>
                </a:lnTo>
                <a:lnTo>
                  <a:pt x="370" y="761"/>
                </a:lnTo>
                <a:lnTo>
                  <a:pt x="369" y="761"/>
                </a:lnTo>
                <a:lnTo>
                  <a:pt x="369" y="760"/>
                </a:lnTo>
                <a:lnTo>
                  <a:pt x="369" y="759"/>
                </a:lnTo>
                <a:lnTo>
                  <a:pt x="368" y="759"/>
                </a:lnTo>
                <a:lnTo>
                  <a:pt x="368" y="758"/>
                </a:lnTo>
                <a:lnTo>
                  <a:pt x="368" y="757"/>
                </a:lnTo>
                <a:lnTo>
                  <a:pt x="368" y="756"/>
                </a:lnTo>
                <a:lnTo>
                  <a:pt x="368" y="755"/>
                </a:lnTo>
                <a:lnTo>
                  <a:pt x="367" y="755"/>
                </a:lnTo>
                <a:lnTo>
                  <a:pt x="366" y="755"/>
                </a:lnTo>
                <a:lnTo>
                  <a:pt x="366" y="754"/>
                </a:lnTo>
                <a:lnTo>
                  <a:pt x="366" y="753"/>
                </a:lnTo>
                <a:lnTo>
                  <a:pt x="366" y="752"/>
                </a:lnTo>
                <a:lnTo>
                  <a:pt x="366" y="751"/>
                </a:lnTo>
                <a:lnTo>
                  <a:pt x="366" y="750"/>
                </a:lnTo>
                <a:lnTo>
                  <a:pt x="365" y="750"/>
                </a:lnTo>
                <a:lnTo>
                  <a:pt x="365" y="749"/>
                </a:lnTo>
                <a:lnTo>
                  <a:pt x="364" y="749"/>
                </a:lnTo>
                <a:lnTo>
                  <a:pt x="364" y="748"/>
                </a:lnTo>
                <a:lnTo>
                  <a:pt x="363" y="748"/>
                </a:lnTo>
                <a:lnTo>
                  <a:pt x="362" y="749"/>
                </a:lnTo>
                <a:lnTo>
                  <a:pt x="362" y="750"/>
                </a:lnTo>
                <a:lnTo>
                  <a:pt x="361" y="750"/>
                </a:lnTo>
                <a:lnTo>
                  <a:pt x="360" y="750"/>
                </a:lnTo>
                <a:lnTo>
                  <a:pt x="359" y="750"/>
                </a:lnTo>
                <a:lnTo>
                  <a:pt x="358" y="749"/>
                </a:lnTo>
                <a:lnTo>
                  <a:pt x="358" y="748"/>
                </a:lnTo>
                <a:lnTo>
                  <a:pt x="357" y="748"/>
                </a:lnTo>
                <a:lnTo>
                  <a:pt x="357" y="747"/>
                </a:lnTo>
                <a:lnTo>
                  <a:pt x="358" y="747"/>
                </a:lnTo>
                <a:lnTo>
                  <a:pt x="358" y="746"/>
                </a:lnTo>
                <a:lnTo>
                  <a:pt x="357" y="746"/>
                </a:lnTo>
                <a:lnTo>
                  <a:pt x="357" y="745"/>
                </a:lnTo>
                <a:lnTo>
                  <a:pt x="356" y="745"/>
                </a:lnTo>
                <a:lnTo>
                  <a:pt x="355" y="745"/>
                </a:lnTo>
                <a:lnTo>
                  <a:pt x="355" y="744"/>
                </a:lnTo>
                <a:lnTo>
                  <a:pt x="354" y="744"/>
                </a:lnTo>
                <a:lnTo>
                  <a:pt x="354" y="743"/>
                </a:lnTo>
                <a:lnTo>
                  <a:pt x="353" y="743"/>
                </a:lnTo>
                <a:lnTo>
                  <a:pt x="353" y="742"/>
                </a:lnTo>
                <a:lnTo>
                  <a:pt x="352" y="742"/>
                </a:lnTo>
                <a:lnTo>
                  <a:pt x="352" y="741"/>
                </a:lnTo>
                <a:lnTo>
                  <a:pt x="352" y="740"/>
                </a:lnTo>
                <a:lnTo>
                  <a:pt x="351" y="740"/>
                </a:lnTo>
                <a:lnTo>
                  <a:pt x="351" y="739"/>
                </a:lnTo>
                <a:lnTo>
                  <a:pt x="350" y="739"/>
                </a:lnTo>
                <a:lnTo>
                  <a:pt x="350" y="738"/>
                </a:lnTo>
                <a:lnTo>
                  <a:pt x="349" y="738"/>
                </a:lnTo>
                <a:lnTo>
                  <a:pt x="349" y="737"/>
                </a:lnTo>
                <a:lnTo>
                  <a:pt x="348" y="737"/>
                </a:lnTo>
                <a:lnTo>
                  <a:pt x="348" y="738"/>
                </a:lnTo>
                <a:lnTo>
                  <a:pt x="348" y="739"/>
                </a:lnTo>
                <a:lnTo>
                  <a:pt x="347" y="739"/>
                </a:lnTo>
                <a:lnTo>
                  <a:pt x="346" y="739"/>
                </a:lnTo>
                <a:lnTo>
                  <a:pt x="346" y="738"/>
                </a:lnTo>
                <a:lnTo>
                  <a:pt x="346" y="737"/>
                </a:lnTo>
                <a:lnTo>
                  <a:pt x="345" y="737"/>
                </a:lnTo>
                <a:lnTo>
                  <a:pt x="345" y="736"/>
                </a:lnTo>
                <a:lnTo>
                  <a:pt x="345" y="735"/>
                </a:lnTo>
                <a:lnTo>
                  <a:pt x="345" y="734"/>
                </a:lnTo>
                <a:lnTo>
                  <a:pt x="344" y="734"/>
                </a:lnTo>
                <a:lnTo>
                  <a:pt x="344" y="733"/>
                </a:lnTo>
                <a:lnTo>
                  <a:pt x="343" y="733"/>
                </a:lnTo>
                <a:lnTo>
                  <a:pt x="343" y="734"/>
                </a:lnTo>
                <a:lnTo>
                  <a:pt x="342" y="734"/>
                </a:lnTo>
                <a:lnTo>
                  <a:pt x="341" y="734"/>
                </a:lnTo>
                <a:lnTo>
                  <a:pt x="340" y="734"/>
                </a:lnTo>
                <a:lnTo>
                  <a:pt x="340" y="733"/>
                </a:lnTo>
                <a:lnTo>
                  <a:pt x="339" y="733"/>
                </a:lnTo>
                <a:lnTo>
                  <a:pt x="339" y="732"/>
                </a:lnTo>
                <a:lnTo>
                  <a:pt x="339" y="731"/>
                </a:lnTo>
                <a:lnTo>
                  <a:pt x="339" y="730"/>
                </a:lnTo>
                <a:lnTo>
                  <a:pt x="338" y="730"/>
                </a:lnTo>
                <a:lnTo>
                  <a:pt x="337" y="730"/>
                </a:lnTo>
                <a:lnTo>
                  <a:pt x="337" y="729"/>
                </a:lnTo>
                <a:lnTo>
                  <a:pt x="336" y="729"/>
                </a:lnTo>
                <a:lnTo>
                  <a:pt x="336" y="728"/>
                </a:lnTo>
                <a:lnTo>
                  <a:pt x="335" y="728"/>
                </a:lnTo>
                <a:lnTo>
                  <a:pt x="334" y="728"/>
                </a:lnTo>
                <a:lnTo>
                  <a:pt x="334" y="729"/>
                </a:lnTo>
                <a:lnTo>
                  <a:pt x="334" y="728"/>
                </a:lnTo>
                <a:lnTo>
                  <a:pt x="333" y="728"/>
                </a:lnTo>
                <a:lnTo>
                  <a:pt x="332" y="728"/>
                </a:lnTo>
                <a:lnTo>
                  <a:pt x="331" y="728"/>
                </a:lnTo>
                <a:lnTo>
                  <a:pt x="330" y="728"/>
                </a:lnTo>
                <a:lnTo>
                  <a:pt x="330" y="727"/>
                </a:lnTo>
                <a:lnTo>
                  <a:pt x="329" y="727"/>
                </a:lnTo>
                <a:lnTo>
                  <a:pt x="327" y="727"/>
                </a:lnTo>
                <a:lnTo>
                  <a:pt x="327" y="726"/>
                </a:lnTo>
                <a:lnTo>
                  <a:pt x="327" y="725"/>
                </a:lnTo>
                <a:lnTo>
                  <a:pt x="328" y="725"/>
                </a:lnTo>
                <a:lnTo>
                  <a:pt x="328" y="724"/>
                </a:lnTo>
                <a:lnTo>
                  <a:pt x="329" y="724"/>
                </a:lnTo>
                <a:lnTo>
                  <a:pt x="329" y="723"/>
                </a:lnTo>
                <a:lnTo>
                  <a:pt x="330" y="723"/>
                </a:lnTo>
                <a:lnTo>
                  <a:pt x="330" y="722"/>
                </a:lnTo>
                <a:lnTo>
                  <a:pt x="330" y="721"/>
                </a:lnTo>
                <a:lnTo>
                  <a:pt x="329" y="721"/>
                </a:lnTo>
                <a:lnTo>
                  <a:pt x="329" y="720"/>
                </a:lnTo>
                <a:lnTo>
                  <a:pt x="330" y="720"/>
                </a:lnTo>
                <a:lnTo>
                  <a:pt x="330" y="719"/>
                </a:lnTo>
                <a:lnTo>
                  <a:pt x="331" y="719"/>
                </a:lnTo>
                <a:lnTo>
                  <a:pt x="332" y="719"/>
                </a:lnTo>
                <a:lnTo>
                  <a:pt x="332" y="718"/>
                </a:lnTo>
                <a:lnTo>
                  <a:pt x="333" y="718"/>
                </a:lnTo>
                <a:lnTo>
                  <a:pt x="333" y="717"/>
                </a:lnTo>
                <a:lnTo>
                  <a:pt x="334" y="717"/>
                </a:lnTo>
                <a:lnTo>
                  <a:pt x="334" y="716"/>
                </a:lnTo>
                <a:lnTo>
                  <a:pt x="333" y="716"/>
                </a:lnTo>
                <a:lnTo>
                  <a:pt x="332" y="716"/>
                </a:lnTo>
                <a:lnTo>
                  <a:pt x="331" y="715"/>
                </a:lnTo>
                <a:lnTo>
                  <a:pt x="332" y="715"/>
                </a:lnTo>
                <a:lnTo>
                  <a:pt x="332" y="714"/>
                </a:lnTo>
                <a:lnTo>
                  <a:pt x="332" y="713"/>
                </a:lnTo>
                <a:lnTo>
                  <a:pt x="333" y="713"/>
                </a:lnTo>
                <a:lnTo>
                  <a:pt x="333" y="712"/>
                </a:lnTo>
                <a:lnTo>
                  <a:pt x="332" y="712"/>
                </a:lnTo>
                <a:lnTo>
                  <a:pt x="332" y="711"/>
                </a:lnTo>
                <a:lnTo>
                  <a:pt x="330" y="711"/>
                </a:lnTo>
                <a:lnTo>
                  <a:pt x="329" y="711"/>
                </a:lnTo>
                <a:lnTo>
                  <a:pt x="329" y="710"/>
                </a:lnTo>
                <a:lnTo>
                  <a:pt x="328" y="710"/>
                </a:lnTo>
                <a:lnTo>
                  <a:pt x="328" y="709"/>
                </a:lnTo>
                <a:lnTo>
                  <a:pt x="328" y="708"/>
                </a:lnTo>
                <a:lnTo>
                  <a:pt x="327" y="708"/>
                </a:lnTo>
                <a:lnTo>
                  <a:pt x="328" y="708"/>
                </a:lnTo>
                <a:lnTo>
                  <a:pt x="327" y="708"/>
                </a:lnTo>
                <a:lnTo>
                  <a:pt x="328" y="708"/>
                </a:lnTo>
                <a:lnTo>
                  <a:pt x="327" y="707"/>
                </a:lnTo>
                <a:lnTo>
                  <a:pt x="328" y="707"/>
                </a:lnTo>
                <a:lnTo>
                  <a:pt x="328" y="706"/>
                </a:lnTo>
                <a:lnTo>
                  <a:pt x="327" y="706"/>
                </a:lnTo>
                <a:lnTo>
                  <a:pt x="326" y="706"/>
                </a:lnTo>
                <a:lnTo>
                  <a:pt x="326" y="705"/>
                </a:lnTo>
                <a:lnTo>
                  <a:pt x="325" y="705"/>
                </a:lnTo>
                <a:lnTo>
                  <a:pt x="326" y="705"/>
                </a:lnTo>
                <a:lnTo>
                  <a:pt x="325" y="705"/>
                </a:lnTo>
                <a:lnTo>
                  <a:pt x="325" y="704"/>
                </a:lnTo>
                <a:lnTo>
                  <a:pt x="325" y="703"/>
                </a:lnTo>
                <a:lnTo>
                  <a:pt x="326" y="703"/>
                </a:lnTo>
                <a:lnTo>
                  <a:pt x="326" y="702"/>
                </a:lnTo>
                <a:lnTo>
                  <a:pt x="326" y="701"/>
                </a:lnTo>
                <a:lnTo>
                  <a:pt x="327" y="701"/>
                </a:lnTo>
                <a:lnTo>
                  <a:pt x="328" y="701"/>
                </a:lnTo>
                <a:lnTo>
                  <a:pt x="327" y="701"/>
                </a:lnTo>
                <a:lnTo>
                  <a:pt x="327" y="700"/>
                </a:lnTo>
                <a:lnTo>
                  <a:pt x="328" y="700"/>
                </a:lnTo>
                <a:lnTo>
                  <a:pt x="328" y="699"/>
                </a:lnTo>
                <a:lnTo>
                  <a:pt x="327" y="699"/>
                </a:lnTo>
                <a:lnTo>
                  <a:pt x="328" y="699"/>
                </a:lnTo>
                <a:lnTo>
                  <a:pt x="328" y="698"/>
                </a:lnTo>
                <a:lnTo>
                  <a:pt x="328" y="697"/>
                </a:lnTo>
                <a:lnTo>
                  <a:pt x="329" y="697"/>
                </a:lnTo>
                <a:lnTo>
                  <a:pt x="329" y="696"/>
                </a:lnTo>
                <a:lnTo>
                  <a:pt x="330" y="696"/>
                </a:lnTo>
                <a:lnTo>
                  <a:pt x="330" y="695"/>
                </a:lnTo>
                <a:lnTo>
                  <a:pt x="329" y="695"/>
                </a:lnTo>
                <a:lnTo>
                  <a:pt x="330" y="694"/>
                </a:lnTo>
                <a:lnTo>
                  <a:pt x="329" y="694"/>
                </a:lnTo>
                <a:lnTo>
                  <a:pt x="329" y="693"/>
                </a:lnTo>
                <a:lnTo>
                  <a:pt x="330" y="693"/>
                </a:lnTo>
                <a:lnTo>
                  <a:pt x="329" y="693"/>
                </a:lnTo>
                <a:lnTo>
                  <a:pt x="329" y="692"/>
                </a:lnTo>
                <a:lnTo>
                  <a:pt x="329" y="691"/>
                </a:lnTo>
                <a:lnTo>
                  <a:pt x="329" y="690"/>
                </a:lnTo>
                <a:lnTo>
                  <a:pt x="329" y="689"/>
                </a:lnTo>
                <a:lnTo>
                  <a:pt x="328" y="689"/>
                </a:lnTo>
                <a:lnTo>
                  <a:pt x="328" y="690"/>
                </a:lnTo>
                <a:lnTo>
                  <a:pt x="328" y="689"/>
                </a:lnTo>
                <a:lnTo>
                  <a:pt x="327" y="689"/>
                </a:lnTo>
                <a:lnTo>
                  <a:pt x="327" y="688"/>
                </a:lnTo>
                <a:lnTo>
                  <a:pt x="326" y="688"/>
                </a:lnTo>
                <a:lnTo>
                  <a:pt x="325" y="688"/>
                </a:lnTo>
                <a:lnTo>
                  <a:pt x="324" y="688"/>
                </a:lnTo>
                <a:lnTo>
                  <a:pt x="324" y="689"/>
                </a:lnTo>
                <a:lnTo>
                  <a:pt x="323" y="689"/>
                </a:lnTo>
                <a:lnTo>
                  <a:pt x="323" y="690"/>
                </a:lnTo>
                <a:lnTo>
                  <a:pt x="322" y="690"/>
                </a:lnTo>
                <a:lnTo>
                  <a:pt x="322" y="689"/>
                </a:lnTo>
                <a:lnTo>
                  <a:pt x="321" y="689"/>
                </a:lnTo>
                <a:lnTo>
                  <a:pt x="320" y="689"/>
                </a:lnTo>
                <a:lnTo>
                  <a:pt x="320" y="688"/>
                </a:lnTo>
                <a:lnTo>
                  <a:pt x="319" y="688"/>
                </a:lnTo>
                <a:lnTo>
                  <a:pt x="318" y="688"/>
                </a:lnTo>
                <a:lnTo>
                  <a:pt x="318" y="689"/>
                </a:lnTo>
                <a:lnTo>
                  <a:pt x="318" y="690"/>
                </a:lnTo>
                <a:lnTo>
                  <a:pt x="317" y="690"/>
                </a:lnTo>
                <a:lnTo>
                  <a:pt x="316" y="690"/>
                </a:lnTo>
                <a:lnTo>
                  <a:pt x="315" y="690"/>
                </a:lnTo>
                <a:lnTo>
                  <a:pt x="315" y="689"/>
                </a:lnTo>
                <a:lnTo>
                  <a:pt x="314" y="689"/>
                </a:lnTo>
                <a:lnTo>
                  <a:pt x="314" y="688"/>
                </a:lnTo>
                <a:lnTo>
                  <a:pt x="314" y="687"/>
                </a:lnTo>
                <a:lnTo>
                  <a:pt x="313" y="687"/>
                </a:lnTo>
                <a:lnTo>
                  <a:pt x="313" y="686"/>
                </a:lnTo>
                <a:lnTo>
                  <a:pt x="314" y="686"/>
                </a:lnTo>
                <a:lnTo>
                  <a:pt x="313" y="686"/>
                </a:lnTo>
                <a:lnTo>
                  <a:pt x="313" y="685"/>
                </a:lnTo>
                <a:lnTo>
                  <a:pt x="312" y="685"/>
                </a:lnTo>
                <a:lnTo>
                  <a:pt x="312" y="684"/>
                </a:lnTo>
                <a:lnTo>
                  <a:pt x="312" y="685"/>
                </a:lnTo>
                <a:lnTo>
                  <a:pt x="311" y="685"/>
                </a:lnTo>
                <a:lnTo>
                  <a:pt x="311" y="686"/>
                </a:lnTo>
                <a:lnTo>
                  <a:pt x="311" y="685"/>
                </a:lnTo>
                <a:lnTo>
                  <a:pt x="310" y="685"/>
                </a:lnTo>
                <a:lnTo>
                  <a:pt x="309" y="685"/>
                </a:lnTo>
                <a:lnTo>
                  <a:pt x="308" y="685"/>
                </a:lnTo>
                <a:lnTo>
                  <a:pt x="308" y="684"/>
                </a:lnTo>
                <a:lnTo>
                  <a:pt x="307" y="684"/>
                </a:lnTo>
                <a:lnTo>
                  <a:pt x="307" y="683"/>
                </a:lnTo>
                <a:lnTo>
                  <a:pt x="306" y="683"/>
                </a:lnTo>
                <a:lnTo>
                  <a:pt x="306" y="682"/>
                </a:lnTo>
                <a:lnTo>
                  <a:pt x="305" y="682"/>
                </a:lnTo>
                <a:lnTo>
                  <a:pt x="305" y="681"/>
                </a:lnTo>
                <a:lnTo>
                  <a:pt x="305" y="680"/>
                </a:lnTo>
                <a:lnTo>
                  <a:pt x="304" y="680"/>
                </a:lnTo>
                <a:lnTo>
                  <a:pt x="303" y="680"/>
                </a:lnTo>
                <a:lnTo>
                  <a:pt x="303" y="679"/>
                </a:lnTo>
                <a:lnTo>
                  <a:pt x="302" y="680"/>
                </a:lnTo>
                <a:lnTo>
                  <a:pt x="301" y="680"/>
                </a:lnTo>
                <a:lnTo>
                  <a:pt x="301" y="679"/>
                </a:lnTo>
                <a:lnTo>
                  <a:pt x="300" y="679"/>
                </a:lnTo>
                <a:lnTo>
                  <a:pt x="299" y="679"/>
                </a:lnTo>
                <a:lnTo>
                  <a:pt x="299" y="678"/>
                </a:lnTo>
                <a:lnTo>
                  <a:pt x="298" y="678"/>
                </a:lnTo>
                <a:lnTo>
                  <a:pt x="298" y="677"/>
                </a:lnTo>
                <a:lnTo>
                  <a:pt x="297" y="677"/>
                </a:lnTo>
                <a:lnTo>
                  <a:pt x="296" y="677"/>
                </a:lnTo>
                <a:lnTo>
                  <a:pt x="295" y="677"/>
                </a:lnTo>
                <a:lnTo>
                  <a:pt x="294" y="677"/>
                </a:lnTo>
                <a:lnTo>
                  <a:pt x="294" y="676"/>
                </a:lnTo>
                <a:lnTo>
                  <a:pt x="293" y="676"/>
                </a:lnTo>
                <a:lnTo>
                  <a:pt x="292" y="676"/>
                </a:lnTo>
                <a:lnTo>
                  <a:pt x="292" y="675"/>
                </a:lnTo>
                <a:lnTo>
                  <a:pt x="291" y="675"/>
                </a:lnTo>
                <a:lnTo>
                  <a:pt x="291" y="674"/>
                </a:lnTo>
                <a:lnTo>
                  <a:pt x="290" y="674"/>
                </a:lnTo>
                <a:lnTo>
                  <a:pt x="290" y="673"/>
                </a:lnTo>
                <a:lnTo>
                  <a:pt x="290" y="672"/>
                </a:lnTo>
                <a:lnTo>
                  <a:pt x="289" y="672"/>
                </a:lnTo>
                <a:lnTo>
                  <a:pt x="288" y="671"/>
                </a:lnTo>
                <a:lnTo>
                  <a:pt x="287" y="670"/>
                </a:lnTo>
                <a:lnTo>
                  <a:pt x="287" y="669"/>
                </a:lnTo>
                <a:lnTo>
                  <a:pt x="286" y="669"/>
                </a:lnTo>
                <a:lnTo>
                  <a:pt x="285" y="669"/>
                </a:lnTo>
                <a:lnTo>
                  <a:pt x="285" y="668"/>
                </a:lnTo>
                <a:lnTo>
                  <a:pt x="284" y="668"/>
                </a:lnTo>
                <a:lnTo>
                  <a:pt x="283" y="668"/>
                </a:lnTo>
                <a:lnTo>
                  <a:pt x="283" y="667"/>
                </a:lnTo>
                <a:lnTo>
                  <a:pt x="282" y="666"/>
                </a:lnTo>
                <a:lnTo>
                  <a:pt x="281" y="666"/>
                </a:lnTo>
                <a:lnTo>
                  <a:pt x="281" y="665"/>
                </a:lnTo>
                <a:lnTo>
                  <a:pt x="280" y="665"/>
                </a:lnTo>
                <a:lnTo>
                  <a:pt x="279" y="665"/>
                </a:lnTo>
                <a:lnTo>
                  <a:pt x="279" y="668"/>
                </a:lnTo>
                <a:lnTo>
                  <a:pt x="278" y="668"/>
                </a:lnTo>
                <a:lnTo>
                  <a:pt x="278" y="669"/>
                </a:lnTo>
                <a:lnTo>
                  <a:pt x="277" y="669"/>
                </a:lnTo>
                <a:lnTo>
                  <a:pt x="276" y="668"/>
                </a:lnTo>
                <a:lnTo>
                  <a:pt x="275" y="668"/>
                </a:lnTo>
                <a:lnTo>
                  <a:pt x="275" y="667"/>
                </a:lnTo>
                <a:lnTo>
                  <a:pt x="275" y="666"/>
                </a:lnTo>
                <a:lnTo>
                  <a:pt x="274" y="666"/>
                </a:lnTo>
                <a:lnTo>
                  <a:pt x="273" y="666"/>
                </a:lnTo>
                <a:lnTo>
                  <a:pt x="272" y="666"/>
                </a:lnTo>
                <a:lnTo>
                  <a:pt x="272" y="667"/>
                </a:lnTo>
                <a:lnTo>
                  <a:pt x="272" y="668"/>
                </a:lnTo>
                <a:lnTo>
                  <a:pt x="271" y="668"/>
                </a:lnTo>
                <a:lnTo>
                  <a:pt x="271" y="669"/>
                </a:lnTo>
                <a:lnTo>
                  <a:pt x="271" y="670"/>
                </a:lnTo>
                <a:lnTo>
                  <a:pt x="271" y="671"/>
                </a:lnTo>
                <a:lnTo>
                  <a:pt x="270" y="671"/>
                </a:lnTo>
                <a:lnTo>
                  <a:pt x="270" y="672"/>
                </a:lnTo>
                <a:lnTo>
                  <a:pt x="271" y="672"/>
                </a:lnTo>
                <a:lnTo>
                  <a:pt x="271" y="673"/>
                </a:lnTo>
                <a:lnTo>
                  <a:pt x="270" y="673"/>
                </a:lnTo>
                <a:lnTo>
                  <a:pt x="270" y="672"/>
                </a:lnTo>
                <a:lnTo>
                  <a:pt x="269" y="672"/>
                </a:lnTo>
                <a:lnTo>
                  <a:pt x="268" y="672"/>
                </a:lnTo>
                <a:lnTo>
                  <a:pt x="267" y="672"/>
                </a:lnTo>
                <a:lnTo>
                  <a:pt x="267" y="671"/>
                </a:lnTo>
                <a:lnTo>
                  <a:pt x="266" y="671"/>
                </a:lnTo>
                <a:lnTo>
                  <a:pt x="266" y="670"/>
                </a:lnTo>
                <a:lnTo>
                  <a:pt x="265" y="670"/>
                </a:lnTo>
                <a:lnTo>
                  <a:pt x="264" y="670"/>
                </a:lnTo>
                <a:lnTo>
                  <a:pt x="263" y="669"/>
                </a:lnTo>
                <a:lnTo>
                  <a:pt x="263" y="668"/>
                </a:lnTo>
                <a:lnTo>
                  <a:pt x="263" y="667"/>
                </a:lnTo>
                <a:lnTo>
                  <a:pt x="262" y="667"/>
                </a:lnTo>
                <a:lnTo>
                  <a:pt x="262" y="666"/>
                </a:lnTo>
                <a:lnTo>
                  <a:pt x="261" y="666"/>
                </a:lnTo>
                <a:lnTo>
                  <a:pt x="261" y="665"/>
                </a:lnTo>
                <a:lnTo>
                  <a:pt x="260" y="665"/>
                </a:lnTo>
                <a:lnTo>
                  <a:pt x="260" y="664"/>
                </a:lnTo>
                <a:lnTo>
                  <a:pt x="259" y="664"/>
                </a:lnTo>
                <a:lnTo>
                  <a:pt x="259" y="665"/>
                </a:lnTo>
                <a:lnTo>
                  <a:pt x="259" y="664"/>
                </a:lnTo>
                <a:lnTo>
                  <a:pt x="259" y="663"/>
                </a:lnTo>
                <a:lnTo>
                  <a:pt x="258" y="663"/>
                </a:lnTo>
                <a:lnTo>
                  <a:pt x="257" y="663"/>
                </a:lnTo>
                <a:lnTo>
                  <a:pt x="256" y="663"/>
                </a:lnTo>
                <a:lnTo>
                  <a:pt x="256" y="664"/>
                </a:lnTo>
                <a:lnTo>
                  <a:pt x="256" y="665"/>
                </a:lnTo>
                <a:lnTo>
                  <a:pt x="255" y="665"/>
                </a:lnTo>
                <a:lnTo>
                  <a:pt x="255" y="666"/>
                </a:lnTo>
                <a:lnTo>
                  <a:pt x="256" y="666"/>
                </a:lnTo>
                <a:lnTo>
                  <a:pt x="256" y="667"/>
                </a:lnTo>
                <a:lnTo>
                  <a:pt x="257" y="667"/>
                </a:lnTo>
                <a:lnTo>
                  <a:pt x="257" y="668"/>
                </a:lnTo>
                <a:lnTo>
                  <a:pt x="258" y="668"/>
                </a:lnTo>
                <a:lnTo>
                  <a:pt x="257" y="668"/>
                </a:lnTo>
                <a:lnTo>
                  <a:pt x="257" y="669"/>
                </a:lnTo>
                <a:lnTo>
                  <a:pt x="256" y="669"/>
                </a:lnTo>
                <a:lnTo>
                  <a:pt x="255" y="669"/>
                </a:lnTo>
                <a:lnTo>
                  <a:pt x="254" y="669"/>
                </a:lnTo>
                <a:lnTo>
                  <a:pt x="253" y="669"/>
                </a:lnTo>
                <a:lnTo>
                  <a:pt x="254" y="669"/>
                </a:lnTo>
                <a:lnTo>
                  <a:pt x="254" y="670"/>
                </a:lnTo>
                <a:lnTo>
                  <a:pt x="254" y="671"/>
                </a:lnTo>
                <a:lnTo>
                  <a:pt x="254" y="672"/>
                </a:lnTo>
                <a:lnTo>
                  <a:pt x="253" y="672"/>
                </a:lnTo>
                <a:lnTo>
                  <a:pt x="253" y="673"/>
                </a:lnTo>
                <a:lnTo>
                  <a:pt x="254" y="673"/>
                </a:lnTo>
                <a:lnTo>
                  <a:pt x="253" y="673"/>
                </a:lnTo>
                <a:lnTo>
                  <a:pt x="253" y="674"/>
                </a:lnTo>
                <a:lnTo>
                  <a:pt x="252" y="674"/>
                </a:lnTo>
                <a:lnTo>
                  <a:pt x="252" y="675"/>
                </a:lnTo>
                <a:lnTo>
                  <a:pt x="253" y="676"/>
                </a:lnTo>
                <a:lnTo>
                  <a:pt x="254" y="676"/>
                </a:lnTo>
                <a:lnTo>
                  <a:pt x="254" y="677"/>
                </a:lnTo>
                <a:lnTo>
                  <a:pt x="254" y="678"/>
                </a:lnTo>
                <a:lnTo>
                  <a:pt x="253" y="678"/>
                </a:lnTo>
                <a:lnTo>
                  <a:pt x="253" y="679"/>
                </a:lnTo>
                <a:lnTo>
                  <a:pt x="252" y="679"/>
                </a:lnTo>
                <a:lnTo>
                  <a:pt x="252" y="680"/>
                </a:lnTo>
                <a:lnTo>
                  <a:pt x="251" y="680"/>
                </a:lnTo>
                <a:lnTo>
                  <a:pt x="252" y="680"/>
                </a:lnTo>
                <a:lnTo>
                  <a:pt x="253" y="680"/>
                </a:lnTo>
                <a:lnTo>
                  <a:pt x="253" y="681"/>
                </a:lnTo>
                <a:lnTo>
                  <a:pt x="252" y="682"/>
                </a:lnTo>
                <a:lnTo>
                  <a:pt x="252" y="683"/>
                </a:lnTo>
                <a:lnTo>
                  <a:pt x="251" y="683"/>
                </a:lnTo>
                <a:lnTo>
                  <a:pt x="250" y="683"/>
                </a:lnTo>
                <a:lnTo>
                  <a:pt x="250" y="684"/>
                </a:lnTo>
                <a:lnTo>
                  <a:pt x="249" y="684"/>
                </a:lnTo>
                <a:lnTo>
                  <a:pt x="250" y="684"/>
                </a:lnTo>
                <a:lnTo>
                  <a:pt x="250" y="685"/>
                </a:lnTo>
                <a:lnTo>
                  <a:pt x="249" y="686"/>
                </a:lnTo>
                <a:lnTo>
                  <a:pt x="249" y="687"/>
                </a:lnTo>
                <a:lnTo>
                  <a:pt x="249" y="688"/>
                </a:lnTo>
                <a:lnTo>
                  <a:pt x="249" y="689"/>
                </a:lnTo>
                <a:lnTo>
                  <a:pt x="248" y="689"/>
                </a:lnTo>
                <a:lnTo>
                  <a:pt x="248" y="690"/>
                </a:lnTo>
                <a:lnTo>
                  <a:pt x="247" y="690"/>
                </a:lnTo>
                <a:lnTo>
                  <a:pt x="246" y="690"/>
                </a:lnTo>
                <a:lnTo>
                  <a:pt x="246" y="691"/>
                </a:lnTo>
                <a:lnTo>
                  <a:pt x="245" y="691"/>
                </a:lnTo>
                <a:lnTo>
                  <a:pt x="245" y="692"/>
                </a:lnTo>
                <a:lnTo>
                  <a:pt x="244" y="692"/>
                </a:lnTo>
                <a:lnTo>
                  <a:pt x="243" y="692"/>
                </a:lnTo>
                <a:lnTo>
                  <a:pt x="242" y="692"/>
                </a:lnTo>
                <a:lnTo>
                  <a:pt x="242" y="693"/>
                </a:lnTo>
                <a:lnTo>
                  <a:pt x="241" y="693"/>
                </a:lnTo>
                <a:lnTo>
                  <a:pt x="241" y="694"/>
                </a:lnTo>
                <a:lnTo>
                  <a:pt x="240" y="694"/>
                </a:lnTo>
                <a:lnTo>
                  <a:pt x="240" y="695"/>
                </a:lnTo>
                <a:lnTo>
                  <a:pt x="239" y="695"/>
                </a:lnTo>
                <a:lnTo>
                  <a:pt x="239" y="694"/>
                </a:lnTo>
                <a:lnTo>
                  <a:pt x="238" y="694"/>
                </a:lnTo>
                <a:lnTo>
                  <a:pt x="238" y="693"/>
                </a:lnTo>
                <a:lnTo>
                  <a:pt x="238" y="692"/>
                </a:lnTo>
                <a:lnTo>
                  <a:pt x="237" y="692"/>
                </a:lnTo>
                <a:lnTo>
                  <a:pt x="237" y="693"/>
                </a:lnTo>
                <a:lnTo>
                  <a:pt x="236" y="693"/>
                </a:lnTo>
                <a:lnTo>
                  <a:pt x="235" y="693"/>
                </a:lnTo>
                <a:lnTo>
                  <a:pt x="234" y="693"/>
                </a:lnTo>
                <a:lnTo>
                  <a:pt x="233" y="693"/>
                </a:lnTo>
                <a:lnTo>
                  <a:pt x="232" y="693"/>
                </a:lnTo>
                <a:lnTo>
                  <a:pt x="232" y="694"/>
                </a:lnTo>
                <a:lnTo>
                  <a:pt x="232" y="695"/>
                </a:lnTo>
                <a:lnTo>
                  <a:pt x="233" y="695"/>
                </a:lnTo>
                <a:lnTo>
                  <a:pt x="233" y="696"/>
                </a:lnTo>
                <a:lnTo>
                  <a:pt x="233" y="697"/>
                </a:lnTo>
                <a:lnTo>
                  <a:pt x="234" y="697"/>
                </a:lnTo>
                <a:lnTo>
                  <a:pt x="234" y="698"/>
                </a:lnTo>
                <a:lnTo>
                  <a:pt x="234" y="699"/>
                </a:lnTo>
                <a:lnTo>
                  <a:pt x="234" y="700"/>
                </a:lnTo>
                <a:lnTo>
                  <a:pt x="234" y="701"/>
                </a:lnTo>
                <a:lnTo>
                  <a:pt x="233" y="701"/>
                </a:lnTo>
                <a:lnTo>
                  <a:pt x="233" y="702"/>
                </a:lnTo>
                <a:lnTo>
                  <a:pt x="233" y="703"/>
                </a:lnTo>
                <a:lnTo>
                  <a:pt x="233" y="704"/>
                </a:lnTo>
                <a:lnTo>
                  <a:pt x="232" y="704"/>
                </a:lnTo>
                <a:lnTo>
                  <a:pt x="232" y="705"/>
                </a:lnTo>
                <a:lnTo>
                  <a:pt x="231" y="705"/>
                </a:lnTo>
                <a:lnTo>
                  <a:pt x="231" y="706"/>
                </a:lnTo>
                <a:lnTo>
                  <a:pt x="230" y="707"/>
                </a:lnTo>
                <a:lnTo>
                  <a:pt x="229" y="707"/>
                </a:lnTo>
                <a:lnTo>
                  <a:pt x="228" y="707"/>
                </a:lnTo>
                <a:lnTo>
                  <a:pt x="227" y="707"/>
                </a:lnTo>
                <a:lnTo>
                  <a:pt x="226" y="708"/>
                </a:lnTo>
                <a:lnTo>
                  <a:pt x="227" y="708"/>
                </a:lnTo>
                <a:lnTo>
                  <a:pt x="227" y="709"/>
                </a:lnTo>
                <a:lnTo>
                  <a:pt x="228" y="709"/>
                </a:lnTo>
                <a:lnTo>
                  <a:pt x="228" y="710"/>
                </a:lnTo>
                <a:lnTo>
                  <a:pt x="227" y="710"/>
                </a:lnTo>
                <a:lnTo>
                  <a:pt x="226" y="710"/>
                </a:lnTo>
                <a:lnTo>
                  <a:pt x="225" y="710"/>
                </a:lnTo>
                <a:lnTo>
                  <a:pt x="224" y="710"/>
                </a:lnTo>
                <a:lnTo>
                  <a:pt x="223" y="710"/>
                </a:lnTo>
                <a:lnTo>
                  <a:pt x="223" y="709"/>
                </a:lnTo>
                <a:lnTo>
                  <a:pt x="223" y="708"/>
                </a:lnTo>
                <a:lnTo>
                  <a:pt x="222" y="708"/>
                </a:lnTo>
                <a:lnTo>
                  <a:pt x="221" y="708"/>
                </a:lnTo>
                <a:lnTo>
                  <a:pt x="220" y="708"/>
                </a:lnTo>
                <a:lnTo>
                  <a:pt x="220" y="709"/>
                </a:lnTo>
                <a:lnTo>
                  <a:pt x="220" y="708"/>
                </a:lnTo>
                <a:lnTo>
                  <a:pt x="219" y="708"/>
                </a:lnTo>
                <a:lnTo>
                  <a:pt x="218" y="708"/>
                </a:lnTo>
                <a:lnTo>
                  <a:pt x="217" y="708"/>
                </a:lnTo>
                <a:lnTo>
                  <a:pt x="216" y="708"/>
                </a:lnTo>
                <a:lnTo>
                  <a:pt x="216" y="707"/>
                </a:lnTo>
                <a:lnTo>
                  <a:pt x="215" y="707"/>
                </a:lnTo>
                <a:lnTo>
                  <a:pt x="214" y="707"/>
                </a:lnTo>
                <a:lnTo>
                  <a:pt x="214" y="706"/>
                </a:lnTo>
                <a:lnTo>
                  <a:pt x="214" y="705"/>
                </a:lnTo>
                <a:lnTo>
                  <a:pt x="214" y="704"/>
                </a:lnTo>
                <a:lnTo>
                  <a:pt x="213" y="704"/>
                </a:lnTo>
                <a:lnTo>
                  <a:pt x="213" y="703"/>
                </a:lnTo>
                <a:lnTo>
                  <a:pt x="213" y="702"/>
                </a:lnTo>
                <a:lnTo>
                  <a:pt x="212" y="702"/>
                </a:lnTo>
                <a:lnTo>
                  <a:pt x="212" y="701"/>
                </a:lnTo>
                <a:lnTo>
                  <a:pt x="211" y="701"/>
                </a:lnTo>
                <a:lnTo>
                  <a:pt x="212" y="700"/>
                </a:lnTo>
                <a:lnTo>
                  <a:pt x="213" y="699"/>
                </a:lnTo>
                <a:lnTo>
                  <a:pt x="213" y="698"/>
                </a:lnTo>
                <a:lnTo>
                  <a:pt x="214" y="698"/>
                </a:lnTo>
                <a:lnTo>
                  <a:pt x="214" y="697"/>
                </a:lnTo>
                <a:lnTo>
                  <a:pt x="214" y="696"/>
                </a:lnTo>
                <a:lnTo>
                  <a:pt x="213" y="695"/>
                </a:lnTo>
                <a:lnTo>
                  <a:pt x="212" y="695"/>
                </a:lnTo>
                <a:lnTo>
                  <a:pt x="212" y="694"/>
                </a:lnTo>
                <a:lnTo>
                  <a:pt x="212" y="693"/>
                </a:lnTo>
                <a:lnTo>
                  <a:pt x="213" y="693"/>
                </a:lnTo>
                <a:lnTo>
                  <a:pt x="213" y="692"/>
                </a:lnTo>
                <a:lnTo>
                  <a:pt x="212" y="692"/>
                </a:lnTo>
                <a:lnTo>
                  <a:pt x="212" y="691"/>
                </a:lnTo>
                <a:lnTo>
                  <a:pt x="213" y="691"/>
                </a:lnTo>
                <a:lnTo>
                  <a:pt x="213" y="690"/>
                </a:lnTo>
                <a:lnTo>
                  <a:pt x="213" y="689"/>
                </a:lnTo>
                <a:lnTo>
                  <a:pt x="213" y="688"/>
                </a:lnTo>
                <a:lnTo>
                  <a:pt x="213" y="687"/>
                </a:lnTo>
                <a:lnTo>
                  <a:pt x="212" y="687"/>
                </a:lnTo>
                <a:lnTo>
                  <a:pt x="212" y="686"/>
                </a:lnTo>
                <a:lnTo>
                  <a:pt x="211" y="686"/>
                </a:lnTo>
                <a:lnTo>
                  <a:pt x="211" y="685"/>
                </a:lnTo>
                <a:lnTo>
                  <a:pt x="211" y="684"/>
                </a:lnTo>
                <a:lnTo>
                  <a:pt x="210" y="684"/>
                </a:lnTo>
                <a:lnTo>
                  <a:pt x="210" y="683"/>
                </a:lnTo>
                <a:lnTo>
                  <a:pt x="210" y="682"/>
                </a:lnTo>
                <a:lnTo>
                  <a:pt x="210" y="681"/>
                </a:lnTo>
                <a:lnTo>
                  <a:pt x="209" y="681"/>
                </a:lnTo>
                <a:lnTo>
                  <a:pt x="210" y="681"/>
                </a:lnTo>
                <a:lnTo>
                  <a:pt x="211" y="681"/>
                </a:lnTo>
                <a:lnTo>
                  <a:pt x="211" y="680"/>
                </a:lnTo>
                <a:lnTo>
                  <a:pt x="211" y="679"/>
                </a:lnTo>
                <a:lnTo>
                  <a:pt x="210" y="679"/>
                </a:lnTo>
                <a:lnTo>
                  <a:pt x="210" y="678"/>
                </a:lnTo>
                <a:lnTo>
                  <a:pt x="210" y="677"/>
                </a:lnTo>
                <a:lnTo>
                  <a:pt x="210" y="676"/>
                </a:lnTo>
                <a:lnTo>
                  <a:pt x="211" y="675"/>
                </a:lnTo>
                <a:lnTo>
                  <a:pt x="210" y="674"/>
                </a:lnTo>
                <a:lnTo>
                  <a:pt x="209" y="674"/>
                </a:lnTo>
                <a:lnTo>
                  <a:pt x="209" y="673"/>
                </a:lnTo>
                <a:lnTo>
                  <a:pt x="209" y="672"/>
                </a:lnTo>
                <a:lnTo>
                  <a:pt x="208" y="672"/>
                </a:lnTo>
                <a:lnTo>
                  <a:pt x="208" y="671"/>
                </a:lnTo>
                <a:lnTo>
                  <a:pt x="207" y="671"/>
                </a:lnTo>
                <a:lnTo>
                  <a:pt x="206" y="671"/>
                </a:lnTo>
                <a:lnTo>
                  <a:pt x="206" y="670"/>
                </a:lnTo>
                <a:lnTo>
                  <a:pt x="205" y="670"/>
                </a:lnTo>
                <a:lnTo>
                  <a:pt x="204" y="670"/>
                </a:lnTo>
                <a:lnTo>
                  <a:pt x="203" y="670"/>
                </a:lnTo>
                <a:lnTo>
                  <a:pt x="202" y="670"/>
                </a:lnTo>
                <a:lnTo>
                  <a:pt x="201" y="670"/>
                </a:lnTo>
                <a:lnTo>
                  <a:pt x="200" y="670"/>
                </a:lnTo>
                <a:lnTo>
                  <a:pt x="200" y="669"/>
                </a:lnTo>
                <a:lnTo>
                  <a:pt x="201" y="669"/>
                </a:lnTo>
                <a:lnTo>
                  <a:pt x="201" y="668"/>
                </a:lnTo>
                <a:lnTo>
                  <a:pt x="201" y="667"/>
                </a:lnTo>
                <a:lnTo>
                  <a:pt x="200" y="667"/>
                </a:lnTo>
                <a:lnTo>
                  <a:pt x="200" y="666"/>
                </a:lnTo>
                <a:lnTo>
                  <a:pt x="199" y="666"/>
                </a:lnTo>
                <a:lnTo>
                  <a:pt x="199" y="665"/>
                </a:lnTo>
                <a:lnTo>
                  <a:pt x="199" y="664"/>
                </a:lnTo>
                <a:lnTo>
                  <a:pt x="198" y="664"/>
                </a:lnTo>
                <a:lnTo>
                  <a:pt x="197" y="664"/>
                </a:lnTo>
                <a:lnTo>
                  <a:pt x="196" y="664"/>
                </a:lnTo>
                <a:lnTo>
                  <a:pt x="196" y="663"/>
                </a:lnTo>
                <a:lnTo>
                  <a:pt x="195" y="663"/>
                </a:lnTo>
                <a:lnTo>
                  <a:pt x="195" y="662"/>
                </a:lnTo>
                <a:lnTo>
                  <a:pt x="194" y="662"/>
                </a:lnTo>
                <a:lnTo>
                  <a:pt x="194" y="661"/>
                </a:lnTo>
                <a:lnTo>
                  <a:pt x="193" y="661"/>
                </a:lnTo>
                <a:lnTo>
                  <a:pt x="192" y="661"/>
                </a:lnTo>
                <a:lnTo>
                  <a:pt x="191" y="661"/>
                </a:lnTo>
                <a:lnTo>
                  <a:pt x="191" y="660"/>
                </a:lnTo>
                <a:lnTo>
                  <a:pt x="190" y="660"/>
                </a:lnTo>
                <a:lnTo>
                  <a:pt x="190" y="659"/>
                </a:lnTo>
                <a:lnTo>
                  <a:pt x="189" y="659"/>
                </a:lnTo>
                <a:lnTo>
                  <a:pt x="189" y="658"/>
                </a:lnTo>
                <a:lnTo>
                  <a:pt x="188" y="657"/>
                </a:lnTo>
                <a:lnTo>
                  <a:pt x="188" y="656"/>
                </a:lnTo>
                <a:lnTo>
                  <a:pt x="188" y="655"/>
                </a:lnTo>
                <a:lnTo>
                  <a:pt x="187" y="655"/>
                </a:lnTo>
                <a:lnTo>
                  <a:pt x="187" y="654"/>
                </a:lnTo>
                <a:lnTo>
                  <a:pt x="187" y="653"/>
                </a:lnTo>
                <a:lnTo>
                  <a:pt x="186" y="653"/>
                </a:lnTo>
                <a:lnTo>
                  <a:pt x="186" y="652"/>
                </a:lnTo>
                <a:lnTo>
                  <a:pt x="186" y="651"/>
                </a:lnTo>
                <a:lnTo>
                  <a:pt x="185" y="651"/>
                </a:lnTo>
                <a:lnTo>
                  <a:pt x="185" y="650"/>
                </a:lnTo>
                <a:lnTo>
                  <a:pt x="185" y="649"/>
                </a:lnTo>
                <a:lnTo>
                  <a:pt x="184" y="649"/>
                </a:lnTo>
                <a:lnTo>
                  <a:pt x="184" y="648"/>
                </a:lnTo>
                <a:lnTo>
                  <a:pt x="184" y="647"/>
                </a:lnTo>
                <a:lnTo>
                  <a:pt x="183" y="647"/>
                </a:lnTo>
                <a:lnTo>
                  <a:pt x="183" y="646"/>
                </a:lnTo>
                <a:lnTo>
                  <a:pt x="182" y="646"/>
                </a:lnTo>
                <a:lnTo>
                  <a:pt x="182" y="645"/>
                </a:lnTo>
                <a:lnTo>
                  <a:pt x="181" y="645"/>
                </a:lnTo>
                <a:lnTo>
                  <a:pt x="180" y="645"/>
                </a:lnTo>
                <a:lnTo>
                  <a:pt x="179" y="645"/>
                </a:lnTo>
                <a:lnTo>
                  <a:pt x="179" y="644"/>
                </a:lnTo>
                <a:lnTo>
                  <a:pt x="180" y="644"/>
                </a:lnTo>
                <a:lnTo>
                  <a:pt x="179" y="644"/>
                </a:lnTo>
                <a:lnTo>
                  <a:pt x="179" y="643"/>
                </a:lnTo>
                <a:lnTo>
                  <a:pt x="179" y="642"/>
                </a:lnTo>
                <a:lnTo>
                  <a:pt x="178" y="642"/>
                </a:lnTo>
                <a:lnTo>
                  <a:pt x="178" y="641"/>
                </a:lnTo>
                <a:lnTo>
                  <a:pt x="177" y="641"/>
                </a:lnTo>
                <a:lnTo>
                  <a:pt x="177" y="640"/>
                </a:lnTo>
                <a:lnTo>
                  <a:pt x="176" y="640"/>
                </a:lnTo>
                <a:lnTo>
                  <a:pt x="176" y="639"/>
                </a:lnTo>
                <a:lnTo>
                  <a:pt x="175" y="639"/>
                </a:lnTo>
                <a:lnTo>
                  <a:pt x="175" y="638"/>
                </a:lnTo>
                <a:lnTo>
                  <a:pt x="174" y="638"/>
                </a:lnTo>
                <a:lnTo>
                  <a:pt x="174" y="637"/>
                </a:lnTo>
                <a:lnTo>
                  <a:pt x="173" y="637"/>
                </a:lnTo>
                <a:lnTo>
                  <a:pt x="173" y="636"/>
                </a:lnTo>
                <a:lnTo>
                  <a:pt x="173" y="635"/>
                </a:lnTo>
                <a:lnTo>
                  <a:pt x="172" y="635"/>
                </a:lnTo>
                <a:lnTo>
                  <a:pt x="171" y="636"/>
                </a:lnTo>
                <a:lnTo>
                  <a:pt x="171" y="635"/>
                </a:lnTo>
                <a:lnTo>
                  <a:pt x="170" y="635"/>
                </a:lnTo>
                <a:lnTo>
                  <a:pt x="169" y="635"/>
                </a:lnTo>
                <a:lnTo>
                  <a:pt x="168" y="635"/>
                </a:lnTo>
                <a:lnTo>
                  <a:pt x="168" y="636"/>
                </a:lnTo>
                <a:lnTo>
                  <a:pt x="167" y="636"/>
                </a:lnTo>
                <a:lnTo>
                  <a:pt x="166" y="636"/>
                </a:lnTo>
                <a:lnTo>
                  <a:pt x="166" y="637"/>
                </a:lnTo>
                <a:lnTo>
                  <a:pt x="165" y="637"/>
                </a:lnTo>
                <a:lnTo>
                  <a:pt x="165" y="636"/>
                </a:lnTo>
                <a:lnTo>
                  <a:pt x="164" y="636"/>
                </a:lnTo>
                <a:lnTo>
                  <a:pt x="164" y="635"/>
                </a:lnTo>
                <a:lnTo>
                  <a:pt x="164" y="633"/>
                </a:lnTo>
                <a:lnTo>
                  <a:pt x="163" y="633"/>
                </a:lnTo>
                <a:lnTo>
                  <a:pt x="163" y="632"/>
                </a:lnTo>
                <a:lnTo>
                  <a:pt x="162" y="632"/>
                </a:lnTo>
                <a:lnTo>
                  <a:pt x="162" y="631"/>
                </a:lnTo>
                <a:lnTo>
                  <a:pt x="162" y="630"/>
                </a:lnTo>
                <a:lnTo>
                  <a:pt x="161" y="630"/>
                </a:lnTo>
                <a:lnTo>
                  <a:pt x="160" y="630"/>
                </a:lnTo>
                <a:lnTo>
                  <a:pt x="159" y="630"/>
                </a:lnTo>
                <a:lnTo>
                  <a:pt x="159" y="629"/>
                </a:lnTo>
                <a:lnTo>
                  <a:pt x="158" y="629"/>
                </a:lnTo>
                <a:lnTo>
                  <a:pt x="157" y="628"/>
                </a:lnTo>
                <a:lnTo>
                  <a:pt x="156" y="628"/>
                </a:lnTo>
                <a:lnTo>
                  <a:pt x="156" y="627"/>
                </a:lnTo>
                <a:lnTo>
                  <a:pt x="156" y="626"/>
                </a:lnTo>
                <a:lnTo>
                  <a:pt x="155" y="626"/>
                </a:lnTo>
                <a:lnTo>
                  <a:pt x="155" y="625"/>
                </a:lnTo>
                <a:lnTo>
                  <a:pt x="154" y="625"/>
                </a:lnTo>
                <a:lnTo>
                  <a:pt x="154" y="624"/>
                </a:lnTo>
                <a:lnTo>
                  <a:pt x="154" y="623"/>
                </a:lnTo>
                <a:lnTo>
                  <a:pt x="153" y="623"/>
                </a:lnTo>
                <a:lnTo>
                  <a:pt x="153" y="624"/>
                </a:lnTo>
                <a:lnTo>
                  <a:pt x="152" y="624"/>
                </a:lnTo>
                <a:lnTo>
                  <a:pt x="151" y="624"/>
                </a:lnTo>
                <a:lnTo>
                  <a:pt x="151" y="623"/>
                </a:lnTo>
                <a:lnTo>
                  <a:pt x="150" y="623"/>
                </a:lnTo>
                <a:lnTo>
                  <a:pt x="150" y="622"/>
                </a:lnTo>
                <a:lnTo>
                  <a:pt x="149" y="622"/>
                </a:lnTo>
                <a:lnTo>
                  <a:pt x="148" y="622"/>
                </a:lnTo>
                <a:lnTo>
                  <a:pt x="147" y="622"/>
                </a:lnTo>
                <a:lnTo>
                  <a:pt x="146" y="622"/>
                </a:lnTo>
                <a:lnTo>
                  <a:pt x="146" y="621"/>
                </a:lnTo>
                <a:lnTo>
                  <a:pt x="146" y="620"/>
                </a:lnTo>
                <a:lnTo>
                  <a:pt x="145" y="619"/>
                </a:lnTo>
                <a:lnTo>
                  <a:pt x="145" y="618"/>
                </a:lnTo>
                <a:lnTo>
                  <a:pt x="144" y="618"/>
                </a:lnTo>
                <a:lnTo>
                  <a:pt x="145" y="618"/>
                </a:lnTo>
                <a:lnTo>
                  <a:pt x="145" y="617"/>
                </a:lnTo>
                <a:lnTo>
                  <a:pt x="145" y="616"/>
                </a:lnTo>
                <a:lnTo>
                  <a:pt x="144" y="616"/>
                </a:lnTo>
                <a:lnTo>
                  <a:pt x="144" y="615"/>
                </a:lnTo>
                <a:lnTo>
                  <a:pt x="143" y="615"/>
                </a:lnTo>
                <a:lnTo>
                  <a:pt x="142" y="615"/>
                </a:lnTo>
                <a:lnTo>
                  <a:pt x="142" y="614"/>
                </a:lnTo>
                <a:lnTo>
                  <a:pt x="142" y="615"/>
                </a:lnTo>
                <a:lnTo>
                  <a:pt x="142" y="614"/>
                </a:lnTo>
                <a:lnTo>
                  <a:pt x="141" y="614"/>
                </a:lnTo>
                <a:lnTo>
                  <a:pt x="140" y="614"/>
                </a:lnTo>
                <a:lnTo>
                  <a:pt x="139" y="614"/>
                </a:lnTo>
                <a:lnTo>
                  <a:pt x="138" y="614"/>
                </a:lnTo>
                <a:lnTo>
                  <a:pt x="138" y="613"/>
                </a:lnTo>
                <a:lnTo>
                  <a:pt x="137" y="613"/>
                </a:lnTo>
                <a:lnTo>
                  <a:pt x="137" y="612"/>
                </a:lnTo>
                <a:lnTo>
                  <a:pt x="136" y="612"/>
                </a:lnTo>
                <a:lnTo>
                  <a:pt x="136" y="611"/>
                </a:lnTo>
                <a:lnTo>
                  <a:pt x="135" y="611"/>
                </a:lnTo>
                <a:lnTo>
                  <a:pt x="134" y="611"/>
                </a:lnTo>
                <a:lnTo>
                  <a:pt x="134" y="610"/>
                </a:lnTo>
                <a:lnTo>
                  <a:pt x="133" y="610"/>
                </a:lnTo>
                <a:lnTo>
                  <a:pt x="132" y="610"/>
                </a:lnTo>
                <a:lnTo>
                  <a:pt x="131" y="610"/>
                </a:lnTo>
                <a:lnTo>
                  <a:pt x="130" y="610"/>
                </a:lnTo>
                <a:lnTo>
                  <a:pt x="130" y="611"/>
                </a:lnTo>
                <a:lnTo>
                  <a:pt x="129" y="611"/>
                </a:lnTo>
                <a:lnTo>
                  <a:pt x="129" y="610"/>
                </a:lnTo>
                <a:lnTo>
                  <a:pt x="128" y="610"/>
                </a:lnTo>
                <a:lnTo>
                  <a:pt x="127" y="610"/>
                </a:lnTo>
                <a:lnTo>
                  <a:pt x="127" y="611"/>
                </a:lnTo>
                <a:lnTo>
                  <a:pt x="126" y="611"/>
                </a:lnTo>
                <a:lnTo>
                  <a:pt x="126" y="612"/>
                </a:lnTo>
                <a:lnTo>
                  <a:pt x="125" y="612"/>
                </a:lnTo>
                <a:lnTo>
                  <a:pt x="125" y="611"/>
                </a:lnTo>
                <a:lnTo>
                  <a:pt x="124" y="611"/>
                </a:lnTo>
                <a:lnTo>
                  <a:pt x="123" y="610"/>
                </a:lnTo>
                <a:lnTo>
                  <a:pt x="123" y="609"/>
                </a:lnTo>
                <a:lnTo>
                  <a:pt x="122" y="609"/>
                </a:lnTo>
                <a:lnTo>
                  <a:pt x="121" y="609"/>
                </a:lnTo>
                <a:lnTo>
                  <a:pt x="121" y="608"/>
                </a:lnTo>
                <a:lnTo>
                  <a:pt x="121" y="607"/>
                </a:lnTo>
                <a:lnTo>
                  <a:pt x="121" y="606"/>
                </a:lnTo>
                <a:lnTo>
                  <a:pt x="120" y="606"/>
                </a:lnTo>
                <a:lnTo>
                  <a:pt x="120" y="605"/>
                </a:lnTo>
                <a:lnTo>
                  <a:pt x="119" y="605"/>
                </a:lnTo>
                <a:lnTo>
                  <a:pt x="118" y="605"/>
                </a:lnTo>
                <a:lnTo>
                  <a:pt x="118" y="604"/>
                </a:lnTo>
                <a:lnTo>
                  <a:pt x="117" y="604"/>
                </a:lnTo>
                <a:lnTo>
                  <a:pt x="117" y="603"/>
                </a:lnTo>
                <a:lnTo>
                  <a:pt x="117" y="602"/>
                </a:lnTo>
                <a:lnTo>
                  <a:pt x="117" y="601"/>
                </a:lnTo>
                <a:lnTo>
                  <a:pt x="117" y="600"/>
                </a:lnTo>
                <a:lnTo>
                  <a:pt x="117" y="599"/>
                </a:lnTo>
                <a:lnTo>
                  <a:pt x="117" y="598"/>
                </a:lnTo>
                <a:lnTo>
                  <a:pt x="116" y="598"/>
                </a:lnTo>
                <a:lnTo>
                  <a:pt x="116" y="597"/>
                </a:lnTo>
                <a:lnTo>
                  <a:pt x="116" y="596"/>
                </a:lnTo>
                <a:lnTo>
                  <a:pt x="116" y="595"/>
                </a:lnTo>
                <a:lnTo>
                  <a:pt x="115" y="595"/>
                </a:lnTo>
                <a:lnTo>
                  <a:pt x="115" y="594"/>
                </a:lnTo>
                <a:lnTo>
                  <a:pt x="115" y="593"/>
                </a:lnTo>
                <a:lnTo>
                  <a:pt x="114" y="593"/>
                </a:lnTo>
                <a:lnTo>
                  <a:pt x="114" y="592"/>
                </a:lnTo>
                <a:lnTo>
                  <a:pt x="113" y="592"/>
                </a:lnTo>
                <a:lnTo>
                  <a:pt x="112" y="592"/>
                </a:lnTo>
                <a:lnTo>
                  <a:pt x="112" y="591"/>
                </a:lnTo>
                <a:lnTo>
                  <a:pt x="111" y="591"/>
                </a:lnTo>
                <a:lnTo>
                  <a:pt x="111" y="590"/>
                </a:lnTo>
                <a:lnTo>
                  <a:pt x="111" y="589"/>
                </a:lnTo>
                <a:lnTo>
                  <a:pt x="112" y="589"/>
                </a:lnTo>
                <a:lnTo>
                  <a:pt x="113" y="589"/>
                </a:lnTo>
                <a:lnTo>
                  <a:pt x="113" y="588"/>
                </a:lnTo>
                <a:lnTo>
                  <a:pt x="113" y="587"/>
                </a:lnTo>
                <a:lnTo>
                  <a:pt x="113" y="586"/>
                </a:lnTo>
                <a:lnTo>
                  <a:pt x="113" y="585"/>
                </a:lnTo>
                <a:lnTo>
                  <a:pt x="112" y="585"/>
                </a:lnTo>
                <a:lnTo>
                  <a:pt x="112" y="584"/>
                </a:lnTo>
                <a:lnTo>
                  <a:pt x="112" y="583"/>
                </a:lnTo>
                <a:lnTo>
                  <a:pt x="112" y="582"/>
                </a:lnTo>
                <a:lnTo>
                  <a:pt x="113" y="582"/>
                </a:lnTo>
                <a:lnTo>
                  <a:pt x="113" y="581"/>
                </a:lnTo>
                <a:lnTo>
                  <a:pt x="113" y="580"/>
                </a:lnTo>
                <a:lnTo>
                  <a:pt x="113" y="579"/>
                </a:lnTo>
                <a:lnTo>
                  <a:pt x="114" y="579"/>
                </a:lnTo>
                <a:lnTo>
                  <a:pt x="113" y="579"/>
                </a:lnTo>
                <a:lnTo>
                  <a:pt x="112" y="579"/>
                </a:lnTo>
                <a:lnTo>
                  <a:pt x="112" y="578"/>
                </a:lnTo>
                <a:lnTo>
                  <a:pt x="112" y="577"/>
                </a:lnTo>
                <a:lnTo>
                  <a:pt x="111" y="577"/>
                </a:lnTo>
                <a:lnTo>
                  <a:pt x="111" y="576"/>
                </a:lnTo>
                <a:lnTo>
                  <a:pt x="110" y="576"/>
                </a:lnTo>
                <a:lnTo>
                  <a:pt x="110" y="575"/>
                </a:lnTo>
                <a:lnTo>
                  <a:pt x="109" y="575"/>
                </a:lnTo>
                <a:lnTo>
                  <a:pt x="108" y="575"/>
                </a:lnTo>
                <a:lnTo>
                  <a:pt x="108" y="574"/>
                </a:lnTo>
                <a:lnTo>
                  <a:pt x="108" y="573"/>
                </a:lnTo>
                <a:lnTo>
                  <a:pt x="108" y="572"/>
                </a:lnTo>
                <a:lnTo>
                  <a:pt x="108" y="573"/>
                </a:lnTo>
                <a:lnTo>
                  <a:pt x="109" y="573"/>
                </a:lnTo>
                <a:lnTo>
                  <a:pt x="110" y="573"/>
                </a:lnTo>
                <a:lnTo>
                  <a:pt x="110" y="572"/>
                </a:lnTo>
                <a:lnTo>
                  <a:pt x="110" y="571"/>
                </a:lnTo>
                <a:lnTo>
                  <a:pt x="110" y="570"/>
                </a:lnTo>
                <a:lnTo>
                  <a:pt x="109" y="570"/>
                </a:lnTo>
                <a:lnTo>
                  <a:pt x="109" y="569"/>
                </a:lnTo>
                <a:lnTo>
                  <a:pt x="109" y="568"/>
                </a:lnTo>
                <a:lnTo>
                  <a:pt x="109" y="567"/>
                </a:lnTo>
                <a:lnTo>
                  <a:pt x="108" y="567"/>
                </a:lnTo>
                <a:lnTo>
                  <a:pt x="108" y="566"/>
                </a:lnTo>
                <a:lnTo>
                  <a:pt x="107" y="566"/>
                </a:lnTo>
                <a:lnTo>
                  <a:pt x="106" y="566"/>
                </a:lnTo>
                <a:lnTo>
                  <a:pt x="105" y="566"/>
                </a:lnTo>
                <a:lnTo>
                  <a:pt x="105" y="567"/>
                </a:lnTo>
                <a:lnTo>
                  <a:pt x="104" y="567"/>
                </a:lnTo>
                <a:lnTo>
                  <a:pt x="103" y="567"/>
                </a:lnTo>
                <a:lnTo>
                  <a:pt x="102" y="567"/>
                </a:lnTo>
                <a:lnTo>
                  <a:pt x="102" y="566"/>
                </a:lnTo>
                <a:lnTo>
                  <a:pt x="102" y="565"/>
                </a:lnTo>
                <a:lnTo>
                  <a:pt x="102" y="564"/>
                </a:lnTo>
                <a:lnTo>
                  <a:pt x="101" y="564"/>
                </a:lnTo>
                <a:lnTo>
                  <a:pt x="101" y="563"/>
                </a:lnTo>
                <a:lnTo>
                  <a:pt x="101" y="562"/>
                </a:lnTo>
                <a:lnTo>
                  <a:pt x="101" y="561"/>
                </a:lnTo>
                <a:lnTo>
                  <a:pt x="100" y="561"/>
                </a:lnTo>
                <a:lnTo>
                  <a:pt x="100" y="560"/>
                </a:lnTo>
                <a:lnTo>
                  <a:pt x="101" y="560"/>
                </a:lnTo>
                <a:lnTo>
                  <a:pt x="100" y="559"/>
                </a:lnTo>
                <a:lnTo>
                  <a:pt x="100" y="558"/>
                </a:lnTo>
                <a:lnTo>
                  <a:pt x="99" y="558"/>
                </a:lnTo>
                <a:lnTo>
                  <a:pt x="99" y="557"/>
                </a:lnTo>
                <a:lnTo>
                  <a:pt x="99" y="556"/>
                </a:lnTo>
                <a:lnTo>
                  <a:pt x="99" y="555"/>
                </a:lnTo>
                <a:lnTo>
                  <a:pt x="99" y="554"/>
                </a:lnTo>
                <a:lnTo>
                  <a:pt x="98" y="554"/>
                </a:lnTo>
                <a:lnTo>
                  <a:pt x="98" y="553"/>
                </a:lnTo>
                <a:lnTo>
                  <a:pt x="97" y="552"/>
                </a:lnTo>
                <a:lnTo>
                  <a:pt x="96" y="553"/>
                </a:lnTo>
                <a:lnTo>
                  <a:pt x="96" y="552"/>
                </a:lnTo>
                <a:lnTo>
                  <a:pt x="95" y="552"/>
                </a:lnTo>
                <a:lnTo>
                  <a:pt x="94" y="552"/>
                </a:lnTo>
                <a:lnTo>
                  <a:pt x="94" y="551"/>
                </a:lnTo>
                <a:lnTo>
                  <a:pt x="93" y="551"/>
                </a:lnTo>
                <a:lnTo>
                  <a:pt x="93" y="550"/>
                </a:lnTo>
                <a:lnTo>
                  <a:pt x="93" y="549"/>
                </a:lnTo>
                <a:lnTo>
                  <a:pt x="92" y="549"/>
                </a:lnTo>
                <a:lnTo>
                  <a:pt x="93" y="548"/>
                </a:lnTo>
                <a:lnTo>
                  <a:pt x="92" y="548"/>
                </a:lnTo>
                <a:lnTo>
                  <a:pt x="92" y="547"/>
                </a:lnTo>
                <a:lnTo>
                  <a:pt x="91" y="547"/>
                </a:lnTo>
                <a:lnTo>
                  <a:pt x="91" y="546"/>
                </a:lnTo>
                <a:lnTo>
                  <a:pt x="90" y="546"/>
                </a:lnTo>
                <a:lnTo>
                  <a:pt x="90" y="545"/>
                </a:lnTo>
                <a:lnTo>
                  <a:pt x="89" y="545"/>
                </a:lnTo>
                <a:lnTo>
                  <a:pt x="89" y="546"/>
                </a:lnTo>
                <a:lnTo>
                  <a:pt x="89" y="547"/>
                </a:lnTo>
                <a:lnTo>
                  <a:pt x="89" y="548"/>
                </a:lnTo>
                <a:lnTo>
                  <a:pt x="88" y="548"/>
                </a:lnTo>
                <a:lnTo>
                  <a:pt x="87" y="548"/>
                </a:lnTo>
                <a:lnTo>
                  <a:pt x="86" y="548"/>
                </a:lnTo>
                <a:lnTo>
                  <a:pt x="85" y="548"/>
                </a:lnTo>
                <a:lnTo>
                  <a:pt x="84" y="548"/>
                </a:lnTo>
                <a:lnTo>
                  <a:pt x="83" y="548"/>
                </a:lnTo>
                <a:lnTo>
                  <a:pt x="83" y="549"/>
                </a:lnTo>
                <a:lnTo>
                  <a:pt x="82" y="549"/>
                </a:lnTo>
                <a:lnTo>
                  <a:pt x="81" y="549"/>
                </a:lnTo>
                <a:lnTo>
                  <a:pt x="81" y="550"/>
                </a:lnTo>
                <a:lnTo>
                  <a:pt x="81" y="549"/>
                </a:lnTo>
                <a:lnTo>
                  <a:pt x="81" y="548"/>
                </a:lnTo>
                <a:lnTo>
                  <a:pt x="80" y="548"/>
                </a:lnTo>
                <a:lnTo>
                  <a:pt x="79" y="548"/>
                </a:lnTo>
                <a:lnTo>
                  <a:pt x="79" y="547"/>
                </a:lnTo>
                <a:lnTo>
                  <a:pt x="78" y="547"/>
                </a:lnTo>
                <a:lnTo>
                  <a:pt x="78" y="546"/>
                </a:lnTo>
                <a:lnTo>
                  <a:pt x="77" y="546"/>
                </a:lnTo>
                <a:lnTo>
                  <a:pt x="77" y="545"/>
                </a:lnTo>
                <a:lnTo>
                  <a:pt x="77" y="544"/>
                </a:lnTo>
                <a:lnTo>
                  <a:pt x="75" y="544"/>
                </a:lnTo>
                <a:lnTo>
                  <a:pt x="75" y="543"/>
                </a:lnTo>
                <a:lnTo>
                  <a:pt x="75" y="542"/>
                </a:lnTo>
                <a:lnTo>
                  <a:pt x="74" y="542"/>
                </a:lnTo>
                <a:lnTo>
                  <a:pt x="74" y="541"/>
                </a:lnTo>
                <a:lnTo>
                  <a:pt x="73" y="540"/>
                </a:lnTo>
                <a:lnTo>
                  <a:pt x="73" y="539"/>
                </a:lnTo>
                <a:lnTo>
                  <a:pt x="74" y="539"/>
                </a:lnTo>
                <a:lnTo>
                  <a:pt x="74" y="538"/>
                </a:lnTo>
                <a:lnTo>
                  <a:pt x="73" y="537"/>
                </a:lnTo>
                <a:lnTo>
                  <a:pt x="73" y="536"/>
                </a:lnTo>
                <a:lnTo>
                  <a:pt x="73" y="535"/>
                </a:lnTo>
                <a:lnTo>
                  <a:pt x="72" y="535"/>
                </a:lnTo>
                <a:lnTo>
                  <a:pt x="71" y="535"/>
                </a:lnTo>
                <a:lnTo>
                  <a:pt x="71" y="534"/>
                </a:lnTo>
                <a:lnTo>
                  <a:pt x="70" y="534"/>
                </a:lnTo>
                <a:lnTo>
                  <a:pt x="70" y="533"/>
                </a:lnTo>
                <a:lnTo>
                  <a:pt x="69" y="533"/>
                </a:lnTo>
                <a:lnTo>
                  <a:pt x="69" y="534"/>
                </a:lnTo>
                <a:lnTo>
                  <a:pt x="68" y="534"/>
                </a:lnTo>
                <a:lnTo>
                  <a:pt x="68" y="533"/>
                </a:lnTo>
                <a:lnTo>
                  <a:pt x="68" y="534"/>
                </a:lnTo>
                <a:lnTo>
                  <a:pt x="67" y="534"/>
                </a:lnTo>
                <a:lnTo>
                  <a:pt x="66" y="534"/>
                </a:lnTo>
                <a:lnTo>
                  <a:pt x="65" y="534"/>
                </a:lnTo>
                <a:lnTo>
                  <a:pt x="64" y="534"/>
                </a:lnTo>
                <a:lnTo>
                  <a:pt x="65" y="533"/>
                </a:lnTo>
                <a:lnTo>
                  <a:pt x="64" y="533"/>
                </a:lnTo>
                <a:lnTo>
                  <a:pt x="65" y="533"/>
                </a:lnTo>
                <a:lnTo>
                  <a:pt x="65" y="532"/>
                </a:lnTo>
                <a:lnTo>
                  <a:pt x="64" y="532"/>
                </a:lnTo>
                <a:lnTo>
                  <a:pt x="65" y="532"/>
                </a:lnTo>
                <a:lnTo>
                  <a:pt x="64" y="532"/>
                </a:lnTo>
                <a:lnTo>
                  <a:pt x="64" y="531"/>
                </a:lnTo>
                <a:lnTo>
                  <a:pt x="65" y="531"/>
                </a:lnTo>
                <a:lnTo>
                  <a:pt x="65" y="530"/>
                </a:lnTo>
                <a:lnTo>
                  <a:pt x="64" y="530"/>
                </a:lnTo>
                <a:lnTo>
                  <a:pt x="65" y="530"/>
                </a:lnTo>
                <a:lnTo>
                  <a:pt x="65" y="529"/>
                </a:lnTo>
                <a:lnTo>
                  <a:pt x="65" y="528"/>
                </a:lnTo>
                <a:lnTo>
                  <a:pt x="65" y="527"/>
                </a:lnTo>
                <a:lnTo>
                  <a:pt x="64" y="527"/>
                </a:lnTo>
                <a:lnTo>
                  <a:pt x="63" y="527"/>
                </a:lnTo>
                <a:lnTo>
                  <a:pt x="62" y="527"/>
                </a:lnTo>
                <a:lnTo>
                  <a:pt x="61" y="527"/>
                </a:lnTo>
                <a:lnTo>
                  <a:pt x="61" y="528"/>
                </a:lnTo>
                <a:lnTo>
                  <a:pt x="61" y="529"/>
                </a:lnTo>
                <a:lnTo>
                  <a:pt x="60" y="529"/>
                </a:lnTo>
                <a:lnTo>
                  <a:pt x="59" y="529"/>
                </a:lnTo>
                <a:lnTo>
                  <a:pt x="59" y="530"/>
                </a:lnTo>
                <a:lnTo>
                  <a:pt x="58" y="530"/>
                </a:lnTo>
                <a:lnTo>
                  <a:pt x="57" y="530"/>
                </a:lnTo>
                <a:lnTo>
                  <a:pt x="57" y="531"/>
                </a:lnTo>
                <a:lnTo>
                  <a:pt x="57" y="530"/>
                </a:lnTo>
                <a:lnTo>
                  <a:pt x="56" y="530"/>
                </a:lnTo>
                <a:lnTo>
                  <a:pt x="56" y="531"/>
                </a:lnTo>
                <a:lnTo>
                  <a:pt x="55" y="531"/>
                </a:lnTo>
                <a:lnTo>
                  <a:pt x="55" y="530"/>
                </a:lnTo>
                <a:lnTo>
                  <a:pt x="54" y="530"/>
                </a:lnTo>
                <a:lnTo>
                  <a:pt x="54" y="531"/>
                </a:lnTo>
                <a:lnTo>
                  <a:pt x="54" y="530"/>
                </a:lnTo>
                <a:lnTo>
                  <a:pt x="54" y="531"/>
                </a:lnTo>
                <a:lnTo>
                  <a:pt x="53" y="531"/>
                </a:lnTo>
                <a:lnTo>
                  <a:pt x="52" y="531"/>
                </a:lnTo>
                <a:lnTo>
                  <a:pt x="52" y="532"/>
                </a:lnTo>
                <a:lnTo>
                  <a:pt x="52" y="533"/>
                </a:lnTo>
                <a:lnTo>
                  <a:pt x="52" y="534"/>
                </a:lnTo>
                <a:lnTo>
                  <a:pt x="53" y="534"/>
                </a:lnTo>
                <a:lnTo>
                  <a:pt x="53" y="535"/>
                </a:lnTo>
                <a:lnTo>
                  <a:pt x="53" y="536"/>
                </a:lnTo>
                <a:lnTo>
                  <a:pt x="52" y="536"/>
                </a:lnTo>
                <a:lnTo>
                  <a:pt x="52" y="537"/>
                </a:lnTo>
                <a:lnTo>
                  <a:pt x="53" y="537"/>
                </a:lnTo>
                <a:lnTo>
                  <a:pt x="52" y="537"/>
                </a:lnTo>
                <a:lnTo>
                  <a:pt x="52" y="538"/>
                </a:lnTo>
                <a:lnTo>
                  <a:pt x="52" y="539"/>
                </a:lnTo>
                <a:lnTo>
                  <a:pt x="51" y="539"/>
                </a:lnTo>
                <a:lnTo>
                  <a:pt x="50" y="539"/>
                </a:lnTo>
                <a:lnTo>
                  <a:pt x="50" y="538"/>
                </a:lnTo>
                <a:lnTo>
                  <a:pt x="49" y="538"/>
                </a:lnTo>
                <a:lnTo>
                  <a:pt x="49" y="537"/>
                </a:lnTo>
                <a:lnTo>
                  <a:pt x="48" y="537"/>
                </a:lnTo>
                <a:lnTo>
                  <a:pt x="47" y="537"/>
                </a:lnTo>
                <a:lnTo>
                  <a:pt x="46" y="537"/>
                </a:lnTo>
                <a:lnTo>
                  <a:pt x="45" y="537"/>
                </a:lnTo>
                <a:lnTo>
                  <a:pt x="45" y="538"/>
                </a:lnTo>
                <a:lnTo>
                  <a:pt x="44" y="538"/>
                </a:lnTo>
                <a:lnTo>
                  <a:pt x="43" y="538"/>
                </a:lnTo>
                <a:lnTo>
                  <a:pt x="42" y="538"/>
                </a:lnTo>
                <a:lnTo>
                  <a:pt x="42" y="537"/>
                </a:lnTo>
                <a:lnTo>
                  <a:pt x="41" y="537"/>
                </a:lnTo>
                <a:lnTo>
                  <a:pt x="41" y="536"/>
                </a:lnTo>
                <a:lnTo>
                  <a:pt x="40" y="536"/>
                </a:lnTo>
                <a:lnTo>
                  <a:pt x="41" y="536"/>
                </a:lnTo>
                <a:lnTo>
                  <a:pt x="41" y="535"/>
                </a:lnTo>
                <a:lnTo>
                  <a:pt x="40" y="535"/>
                </a:lnTo>
                <a:lnTo>
                  <a:pt x="40" y="534"/>
                </a:lnTo>
                <a:lnTo>
                  <a:pt x="40" y="533"/>
                </a:lnTo>
                <a:lnTo>
                  <a:pt x="41" y="533"/>
                </a:lnTo>
                <a:lnTo>
                  <a:pt x="41" y="532"/>
                </a:lnTo>
                <a:lnTo>
                  <a:pt x="40" y="532"/>
                </a:lnTo>
                <a:lnTo>
                  <a:pt x="40" y="531"/>
                </a:lnTo>
                <a:lnTo>
                  <a:pt x="41" y="531"/>
                </a:lnTo>
                <a:lnTo>
                  <a:pt x="41" y="530"/>
                </a:lnTo>
                <a:lnTo>
                  <a:pt x="40" y="530"/>
                </a:lnTo>
                <a:lnTo>
                  <a:pt x="40" y="529"/>
                </a:lnTo>
                <a:lnTo>
                  <a:pt x="39" y="529"/>
                </a:lnTo>
                <a:lnTo>
                  <a:pt x="39" y="528"/>
                </a:lnTo>
                <a:lnTo>
                  <a:pt x="38" y="528"/>
                </a:lnTo>
                <a:lnTo>
                  <a:pt x="38" y="527"/>
                </a:lnTo>
                <a:lnTo>
                  <a:pt x="37" y="527"/>
                </a:lnTo>
                <a:lnTo>
                  <a:pt x="37" y="528"/>
                </a:lnTo>
                <a:lnTo>
                  <a:pt x="36" y="528"/>
                </a:lnTo>
                <a:lnTo>
                  <a:pt x="35" y="529"/>
                </a:lnTo>
                <a:lnTo>
                  <a:pt x="34" y="528"/>
                </a:lnTo>
                <a:lnTo>
                  <a:pt x="33" y="528"/>
                </a:lnTo>
                <a:lnTo>
                  <a:pt x="32" y="528"/>
                </a:lnTo>
                <a:lnTo>
                  <a:pt x="31" y="528"/>
                </a:lnTo>
                <a:lnTo>
                  <a:pt x="30" y="528"/>
                </a:lnTo>
                <a:lnTo>
                  <a:pt x="29" y="528"/>
                </a:lnTo>
                <a:lnTo>
                  <a:pt x="29" y="527"/>
                </a:lnTo>
                <a:lnTo>
                  <a:pt x="28" y="527"/>
                </a:lnTo>
                <a:lnTo>
                  <a:pt x="28" y="526"/>
                </a:lnTo>
                <a:lnTo>
                  <a:pt x="27" y="526"/>
                </a:lnTo>
                <a:lnTo>
                  <a:pt x="27" y="525"/>
                </a:lnTo>
                <a:lnTo>
                  <a:pt x="27" y="524"/>
                </a:lnTo>
                <a:lnTo>
                  <a:pt x="27" y="523"/>
                </a:lnTo>
                <a:lnTo>
                  <a:pt x="26" y="523"/>
                </a:lnTo>
                <a:lnTo>
                  <a:pt x="26" y="522"/>
                </a:lnTo>
                <a:lnTo>
                  <a:pt x="25" y="522"/>
                </a:lnTo>
                <a:lnTo>
                  <a:pt x="25" y="521"/>
                </a:lnTo>
                <a:lnTo>
                  <a:pt x="24" y="521"/>
                </a:lnTo>
                <a:lnTo>
                  <a:pt x="23" y="521"/>
                </a:lnTo>
                <a:lnTo>
                  <a:pt x="23" y="520"/>
                </a:lnTo>
                <a:lnTo>
                  <a:pt x="22" y="520"/>
                </a:lnTo>
                <a:lnTo>
                  <a:pt x="21" y="520"/>
                </a:lnTo>
                <a:lnTo>
                  <a:pt x="21" y="519"/>
                </a:lnTo>
                <a:lnTo>
                  <a:pt x="21" y="518"/>
                </a:lnTo>
                <a:lnTo>
                  <a:pt x="21" y="517"/>
                </a:lnTo>
                <a:lnTo>
                  <a:pt x="20" y="517"/>
                </a:lnTo>
                <a:lnTo>
                  <a:pt x="20" y="516"/>
                </a:lnTo>
                <a:lnTo>
                  <a:pt x="20" y="515"/>
                </a:lnTo>
                <a:lnTo>
                  <a:pt x="21" y="515"/>
                </a:lnTo>
                <a:lnTo>
                  <a:pt x="21" y="514"/>
                </a:lnTo>
                <a:lnTo>
                  <a:pt x="21" y="513"/>
                </a:lnTo>
                <a:lnTo>
                  <a:pt x="21" y="512"/>
                </a:lnTo>
                <a:lnTo>
                  <a:pt x="20" y="512"/>
                </a:lnTo>
                <a:lnTo>
                  <a:pt x="20" y="511"/>
                </a:lnTo>
                <a:lnTo>
                  <a:pt x="19" y="511"/>
                </a:lnTo>
                <a:lnTo>
                  <a:pt x="19" y="510"/>
                </a:lnTo>
                <a:lnTo>
                  <a:pt x="19" y="509"/>
                </a:lnTo>
                <a:lnTo>
                  <a:pt x="20" y="509"/>
                </a:lnTo>
                <a:lnTo>
                  <a:pt x="20" y="508"/>
                </a:lnTo>
                <a:lnTo>
                  <a:pt x="21" y="508"/>
                </a:lnTo>
                <a:lnTo>
                  <a:pt x="21" y="507"/>
                </a:lnTo>
                <a:lnTo>
                  <a:pt x="22" y="507"/>
                </a:lnTo>
                <a:lnTo>
                  <a:pt x="22" y="506"/>
                </a:lnTo>
                <a:lnTo>
                  <a:pt x="23" y="506"/>
                </a:lnTo>
                <a:lnTo>
                  <a:pt x="23" y="505"/>
                </a:lnTo>
                <a:lnTo>
                  <a:pt x="23" y="504"/>
                </a:lnTo>
                <a:lnTo>
                  <a:pt x="24" y="504"/>
                </a:lnTo>
                <a:lnTo>
                  <a:pt x="23" y="504"/>
                </a:lnTo>
                <a:lnTo>
                  <a:pt x="24" y="504"/>
                </a:lnTo>
                <a:lnTo>
                  <a:pt x="24" y="503"/>
                </a:lnTo>
                <a:lnTo>
                  <a:pt x="23" y="503"/>
                </a:lnTo>
                <a:lnTo>
                  <a:pt x="24" y="503"/>
                </a:lnTo>
                <a:lnTo>
                  <a:pt x="23" y="503"/>
                </a:lnTo>
                <a:lnTo>
                  <a:pt x="24" y="502"/>
                </a:lnTo>
                <a:lnTo>
                  <a:pt x="23" y="502"/>
                </a:lnTo>
                <a:lnTo>
                  <a:pt x="23" y="501"/>
                </a:lnTo>
                <a:lnTo>
                  <a:pt x="22" y="501"/>
                </a:lnTo>
                <a:lnTo>
                  <a:pt x="21" y="501"/>
                </a:lnTo>
                <a:lnTo>
                  <a:pt x="21" y="500"/>
                </a:lnTo>
                <a:lnTo>
                  <a:pt x="21" y="499"/>
                </a:lnTo>
                <a:lnTo>
                  <a:pt x="20" y="498"/>
                </a:lnTo>
                <a:lnTo>
                  <a:pt x="20" y="497"/>
                </a:lnTo>
                <a:lnTo>
                  <a:pt x="21" y="497"/>
                </a:lnTo>
                <a:lnTo>
                  <a:pt x="21" y="496"/>
                </a:lnTo>
                <a:lnTo>
                  <a:pt x="20" y="496"/>
                </a:lnTo>
                <a:lnTo>
                  <a:pt x="19" y="496"/>
                </a:lnTo>
                <a:lnTo>
                  <a:pt x="19" y="495"/>
                </a:lnTo>
                <a:lnTo>
                  <a:pt x="19" y="494"/>
                </a:lnTo>
                <a:lnTo>
                  <a:pt x="18" y="494"/>
                </a:lnTo>
                <a:lnTo>
                  <a:pt x="19" y="494"/>
                </a:lnTo>
                <a:lnTo>
                  <a:pt x="19" y="493"/>
                </a:lnTo>
                <a:lnTo>
                  <a:pt x="19" y="492"/>
                </a:lnTo>
                <a:lnTo>
                  <a:pt x="19" y="491"/>
                </a:lnTo>
                <a:lnTo>
                  <a:pt x="18" y="491"/>
                </a:lnTo>
                <a:lnTo>
                  <a:pt x="18" y="490"/>
                </a:lnTo>
                <a:lnTo>
                  <a:pt x="17" y="490"/>
                </a:lnTo>
                <a:lnTo>
                  <a:pt x="17" y="489"/>
                </a:lnTo>
                <a:lnTo>
                  <a:pt x="16" y="488"/>
                </a:lnTo>
                <a:lnTo>
                  <a:pt x="16" y="487"/>
                </a:lnTo>
                <a:lnTo>
                  <a:pt x="16" y="486"/>
                </a:lnTo>
                <a:lnTo>
                  <a:pt x="16" y="485"/>
                </a:lnTo>
                <a:lnTo>
                  <a:pt x="16" y="484"/>
                </a:lnTo>
                <a:lnTo>
                  <a:pt x="16" y="483"/>
                </a:lnTo>
                <a:lnTo>
                  <a:pt x="15" y="482"/>
                </a:lnTo>
                <a:lnTo>
                  <a:pt x="15" y="481"/>
                </a:lnTo>
                <a:lnTo>
                  <a:pt x="14" y="481"/>
                </a:lnTo>
                <a:lnTo>
                  <a:pt x="14" y="482"/>
                </a:lnTo>
                <a:lnTo>
                  <a:pt x="14" y="483"/>
                </a:lnTo>
                <a:lnTo>
                  <a:pt x="14" y="484"/>
                </a:lnTo>
                <a:lnTo>
                  <a:pt x="13" y="484"/>
                </a:lnTo>
                <a:lnTo>
                  <a:pt x="13" y="483"/>
                </a:lnTo>
                <a:lnTo>
                  <a:pt x="12" y="483"/>
                </a:lnTo>
                <a:lnTo>
                  <a:pt x="11" y="483"/>
                </a:lnTo>
                <a:lnTo>
                  <a:pt x="10" y="483"/>
                </a:lnTo>
                <a:lnTo>
                  <a:pt x="10" y="482"/>
                </a:lnTo>
                <a:lnTo>
                  <a:pt x="10" y="481"/>
                </a:lnTo>
                <a:lnTo>
                  <a:pt x="9" y="481"/>
                </a:lnTo>
                <a:lnTo>
                  <a:pt x="8" y="481"/>
                </a:lnTo>
                <a:lnTo>
                  <a:pt x="7" y="481"/>
                </a:lnTo>
                <a:lnTo>
                  <a:pt x="7" y="480"/>
                </a:lnTo>
                <a:lnTo>
                  <a:pt x="6" y="480"/>
                </a:lnTo>
                <a:lnTo>
                  <a:pt x="6" y="479"/>
                </a:lnTo>
                <a:lnTo>
                  <a:pt x="6" y="478"/>
                </a:lnTo>
                <a:lnTo>
                  <a:pt x="6" y="477"/>
                </a:lnTo>
                <a:lnTo>
                  <a:pt x="5" y="477"/>
                </a:lnTo>
                <a:lnTo>
                  <a:pt x="6" y="477"/>
                </a:lnTo>
                <a:lnTo>
                  <a:pt x="6" y="476"/>
                </a:lnTo>
                <a:lnTo>
                  <a:pt x="6" y="475"/>
                </a:lnTo>
                <a:lnTo>
                  <a:pt x="5" y="475"/>
                </a:lnTo>
                <a:lnTo>
                  <a:pt x="6" y="475"/>
                </a:lnTo>
                <a:lnTo>
                  <a:pt x="6" y="474"/>
                </a:lnTo>
                <a:lnTo>
                  <a:pt x="6" y="473"/>
                </a:lnTo>
                <a:lnTo>
                  <a:pt x="5" y="473"/>
                </a:lnTo>
                <a:lnTo>
                  <a:pt x="5" y="472"/>
                </a:lnTo>
                <a:lnTo>
                  <a:pt x="5" y="471"/>
                </a:lnTo>
                <a:lnTo>
                  <a:pt x="6" y="471"/>
                </a:lnTo>
                <a:lnTo>
                  <a:pt x="6" y="470"/>
                </a:lnTo>
                <a:lnTo>
                  <a:pt x="6" y="469"/>
                </a:lnTo>
                <a:lnTo>
                  <a:pt x="7" y="469"/>
                </a:lnTo>
                <a:lnTo>
                  <a:pt x="7" y="468"/>
                </a:lnTo>
                <a:lnTo>
                  <a:pt x="7" y="467"/>
                </a:lnTo>
                <a:lnTo>
                  <a:pt x="8" y="467"/>
                </a:lnTo>
                <a:lnTo>
                  <a:pt x="9" y="467"/>
                </a:lnTo>
                <a:lnTo>
                  <a:pt x="9" y="466"/>
                </a:lnTo>
                <a:lnTo>
                  <a:pt x="10" y="466"/>
                </a:lnTo>
                <a:lnTo>
                  <a:pt x="10" y="465"/>
                </a:lnTo>
                <a:lnTo>
                  <a:pt x="11" y="465"/>
                </a:lnTo>
                <a:lnTo>
                  <a:pt x="11" y="464"/>
                </a:lnTo>
                <a:lnTo>
                  <a:pt x="12" y="464"/>
                </a:lnTo>
                <a:lnTo>
                  <a:pt x="12" y="463"/>
                </a:lnTo>
                <a:lnTo>
                  <a:pt x="13" y="463"/>
                </a:lnTo>
                <a:lnTo>
                  <a:pt x="12" y="463"/>
                </a:lnTo>
                <a:lnTo>
                  <a:pt x="13" y="463"/>
                </a:lnTo>
                <a:lnTo>
                  <a:pt x="12" y="463"/>
                </a:lnTo>
                <a:lnTo>
                  <a:pt x="12" y="462"/>
                </a:lnTo>
                <a:lnTo>
                  <a:pt x="11" y="462"/>
                </a:lnTo>
                <a:lnTo>
                  <a:pt x="11" y="461"/>
                </a:lnTo>
                <a:lnTo>
                  <a:pt x="11" y="460"/>
                </a:lnTo>
                <a:lnTo>
                  <a:pt x="10" y="460"/>
                </a:lnTo>
                <a:lnTo>
                  <a:pt x="11" y="460"/>
                </a:lnTo>
                <a:lnTo>
                  <a:pt x="10" y="460"/>
                </a:lnTo>
                <a:lnTo>
                  <a:pt x="10" y="459"/>
                </a:lnTo>
                <a:lnTo>
                  <a:pt x="10" y="458"/>
                </a:lnTo>
                <a:lnTo>
                  <a:pt x="10" y="457"/>
                </a:lnTo>
                <a:lnTo>
                  <a:pt x="9" y="457"/>
                </a:lnTo>
                <a:lnTo>
                  <a:pt x="8" y="457"/>
                </a:lnTo>
                <a:lnTo>
                  <a:pt x="7" y="457"/>
                </a:lnTo>
                <a:lnTo>
                  <a:pt x="7" y="456"/>
                </a:lnTo>
                <a:lnTo>
                  <a:pt x="6" y="456"/>
                </a:lnTo>
                <a:lnTo>
                  <a:pt x="7" y="456"/>
                </a:lnTo>
                <a:lnTo>
                  <a:pt x="7" y="455"/>
                </a:lnTo>
                <a:lnTo>
                  <a:pt x="6" y="455"/>
                </a:lnTo>
                <a:lnTo>
                  <a:pt x="7" y="455"/>
                </a:lnTo>
                <a:lnTo>
                  <a:pt x="7" y="454"/>
                </a:lnTo>
                <a:lnTo>
                  <a:pt x="7" y="453"/>
                </a:lnTo>
                <a:lnTo>
                  <a:pt x="7" y="452"/>
                </a:lnTo>
                <a:lnTo>
                  <a:pt x="8" y="452"/>
                </a:lnTo>
                <a:lnTo>
                  <a:pt x="8" y="451"/>
                </a:lnTo>
                <a:lnTo>
                  <a:pt x="9" y="450"/>
                </a:lnTo>
                <a:lnTo>
                  <a:pt x="10" y="450"/>
                </a:lnTo>
                <a:lnTo>
                  <a:pt x="10" y="449"/>
                </a:lnTo>
                <a:lnTo>
                  <a:pt x="10" y="450"/>
                </a:lnTo>
                <a:lnTo>
                  <a:pt x="11" y="450"/>
                </a:lnTo>
                <a:lnTo>
                  <a:pt x="12" y="450"/>
                </a:lnTo>
                <a:lnTo>
                  <a:pt x="12" y="449"/>
                </a:lnTo>
                <a:lnTo>
                  <a:pt x="13" y="449"/>
                </a:lnTo>
                <a:lnTo>
                  <a:pt x="13" y="450"/>
                </a:lnTo>
                <a:lnTo>
                  <a:pt x="14" y="450"/>
                </a:lnTo>
                <a:lnTo>
                  <a:pt x="14" y="449"/>
                </a:lnTo>
                <a:lnTo>
                  <a:pt x="15" y="449"/>
                </a:lnTo>
                <a:lnTo>
                  <a:pt x="15" y="448"/>
                </a:lnTo>
                <a:lnTo>
                  <a:pt x="16" y="448"/>
                </a:lnTo>
                <a:lnTo>
                  <a:pt x="17" y="448"/>
                </a:lnTo>
                <a:lnTo>
                  <a:pt x="18" y="448"/>
                </a:lnTo>
                <a:lnTo>
                  <a:pt x="18" y="447"/>
                </a:lnTo>
                <a:lnTo>
                  <a:pt x="19" y="447"/>
                </a:lnTo>
                <a:lnTo>
                  <a:pt x="20" y="447"/>
                </a:lnTo>
                <a:lnTo>
                  <a:pt x="20" y="446"/>
                </a:lnTo>
                <a:lnTo>
                  <a:pt x="21" y="446"/>
                </a:lnTo>
                <a:lnTo>
                  <a:pt x="21" y="445"/>
                </a:lnTo>
                <a:lnTo>
                  <a:pt x="22" y="445"/>
                </a:lnTo>
                <a:lnTo>
                  <a:pt x="23" y="445"/>
                </a:lnTo>
                <a:lnTo>
                  <a:pt x="23" y="444"/>
                </a:lnTo>
                <a:lnTo>
                  <a:pt x="23" y="442"/>
                </a:lnTo>
                <a:lnTo>
                  <a:pt x="22" y="442"/>
                </a:lnTo>
                <a:lnTo>
                  <a:pt x="22" y="441"/>
                </a:lnTo>
                <a:lnTo>
                  <a:pt x="22" y="440"/>
                </a:lnTo>
                <a:lnTo>
                  <a:pt x="21" y="440"/>
                </a:lnTo>
                <a:lnTo>
                  <a:pt x="21" y="439"/>
                </a:lnTo>
                <a:lnTo>
                  <a:pt x="20" y="439"/>
                </a:lnTo>
                <a:lnTo>
                  <a:pt x="20" y="438"/>
                </a:lnTo>
                <a:lnTo>
                  <a:pt x="20" y="436"/>
                </a:lnTo>
                <a:lnTo>
                  <a:pt x="20" y="435"/>
                </a:lnTo>
                <a:lnTo>
                  <a:pt x="21" y="435"/>
                </a:lnTo>
                <a:lnTo>
                  <a:pt x="21" y="434"/>
                </a:lnTo>
                <a:lnTo>
                  <a:pt x="21" y="433"/>
                </a:lnTo>
                <a:lnTo>
                  <a:pt x="20" y="433"/>
                </a:lnTo>
                <a:lnTo>
                  <a:pt x="20" y="434"/>
                </a:lnTo>
                <a:lnTo>
                  <a:pt x="19" y="434"/>
                </a:lnTo>
                <a:lnTo>
                  <a:pt x="19" y="433"/>
                </a:lnTo>
                <a:lnTo>
                  <a:pt x="18" y="433"/>
                </a:lnTo>
                <a:lnTo>
                  <a:pt x="17" y="433"/>
                </a:lnTo>
                <a:lnTo>
                  <a:pt x="16" y="433"/>
                </a:lnTo>
                <a:lnTo>
                  <a:pt x="16" y="432"/>
                </a:lnTo>
                <a:lnTo>
                  <a:pt x="16" y="431"/>
                </a:lnTo>
                <a:lnTo>
                  <a:pt x="17" y="430"/>
                </a:lnTo>
                <a:lnTo>
                  <a:pt x="16" y="430"/>
                </a:lnTo>
                <a:lnTo>
                  <a:pt x="16" y="429"/>
                </a:lnTo>
                <a:lnTo>
                  <a:pt x="16" y="428"/>
                </a:lnTo>
                <a:lnTo>
                  <a:pt x="16" y="427"/>
                </a:lnTo>
                <a:lnTo>
                  <a:pt x="16" y="426"/>
                </a:lnTo>
                <a:lnTo>
                  <a:pt x="15" y="426"/>
                </a:lnTo>
                <a:lnTo>
                  <a:pt x="16" y="426"/>
                </a:lnTo>
                <a:lnTo>
                  <a:pt x="15" y="426"/>
                </a:lnTo>
                <a:lnTo>
                  <a:pt x="15" y="425"/>
                </a:lnTo>
                <a:lnTo>
                  <a:pt x="16" y="425"/>
                </a:lnTo>
                <a:lnTo>
                  <a:pt x="15" y="425"/>
                </a:lnTo>
                <a:lnTo>
                  <a:pt x="15" y="424"/>
                </a:lnTo>
                <a:lnTo>
                  <a:pt x="16" y="424"/>
                </a:lnTo>
                <a:lnTo>
                  <a:pt x="16" y="423"/>
                </a:lnTo>
                <a:lnTo>
                  <a:pt x="15" y="423"/>
                </a:lnTo>
                <a:lnTo>
                  <a:pt x="15" y="422"/>
                </a:lnTo>
                <a:lnTo>
                  <a:pt x="16" y="422"/>
                </a:lnTo>
                <a:lnTo>
                  <a:pt x="16" y="421"/>
                </a:lnTo>
                <a:lnTo>
                  <a:pt x="15" y="421"/>
                </a:lnTo>
                <a:lnTo>
                  <a:pt x="15" y="420"/>
                </a:lnTo>
                <a:lnTo>
                  <a:pt x="14" y="419"/>
                </a:lnTo>
                <a:lnTo>
                  <a:pt x="14" y="418"/>
                </a:lnTo>
                <a:lnTo>
                  <a:pt x="14" y="417"/>
                </a:lnTo>
                <a:lnTo>
                  <a:pt x="13" y="417"/>
                </a:lnTo>
                <a:lnTo>
                  <a:pt x="12" y="417"/>
                </a:lnTo>
                <a:lnTo>
                  <a:pt x="12" y="416"/>
                </a:lnTo>
                <a:lnTo>
                  <a:pt x="12" y="415"/>
                </a:lnTo>
                <a:lnTo>
                  <a:pt x="11" y="415"/>
                </a:lnTo>
                <a:lnTo>
                  <a:pt x="11" y="414"/>
                </a:lnTo>
                <a:lnTo>
                  <a:pt x="10" y="413"/>
                </a:lnTo>
                <a:lnTo>
                  <a:pt x="10" y="412"/>
                </a:lnTo>
                <a:lnTo>
                  <a:pt x="10" y="411"/>
                </a:lnTo>
                <a:lnTo>
                  <a:pt x="11" y="410"/>
                </a:lnTo>
                <a:lnTo>
                  <a:pt x="11" y="409"/>
                </a:lnTo>
                <a:lnTo>
                  <a:pt x="12" y="409"/>
                </a:lnTo>
                <a:lnTo>
                  <a:pt x="12" y="408"/>
                </a:lnTo>
                <a:lnTo>
                  <a:pt x="13" y="408"/>
                </a:lnTo>
                <a:lnTo>
                  <a:pt x="13" y="407"/>
                </a:lnTo>
                <a:lnTo>
                  <a:pt x="14" y="407"/>
                </a:lnTo>
                <a:lnTo>
                  <a:pt x="15" y="407"/>
                </a:lnTo>
                <a:lnTo>
                  <a:pt x="15" y="406"/>
                </a:lnTo>
                <a:lnTo>
                  <a:pt x="16" y="406"/>
                </a:lnTo>
                <a:lnTo>
                  <a:pt x="17" y="406"/>
                </a:lnTo>
                <a:lnTo>
                  <a:pt x="18" y="406"/>
                </a:lnTo>
                <a:lnTo>
                  <a:pt x="19" y="406"/>
                </a:lnTo>
                <a:lnTo>
                  <a:pt x="20" y="406"/>
                </a:lnTo>
                <a:lnTo>
                  <a:pt x="21" y="406"/>
                </a:lnTo>
                <a:lnTo>
                  <a:pt x="22" y="406"/>
                </a:lnTo>
                <a:lnTo>
                  <a:pt x="23" y="405"/>
                </a:lnTo>
                <a:lnTo>
                  <a:pt x="22" y="405"/>
                </a:lnTo>
                <a:lnTo>
                  <a:pt x="22" y="404"/>
                </a:lnTo>
                <a:lnTo>
                  <a:pt x="23" y="404"/>
                </a:lnTo>
                <a:lnTo>
                  <a:pt x="24" y="403"/>
                </a:lnTo>
                <a:lnTo>
                  <a:pt x="24" y="402"/>
                </a:lnTo>
                <a:lnTo>
                  <a:pt x="25" y="402"/>
                </a:lnTo>
                <a:lnTo>
                  <a:pt x="26" y="402"/>
                </a:lnTo>
                <a:lnTo>
                  <a:pt x="26" y="401"/>
                </a:lnTo>
                <a:lnTo>
                  <a:pt x="26" y="400"/>
                </a:lnTo>
                <a:lnTo>
                  <a:pt x="27" y="400"/>
                </a:lnTo>
                <a:lnTo>
                  <a:pt x="27" y="399"/>
                </a:lnTo>
                <a:lnTo>
                  <a:pt x="26" y="399"/>
                </a:lnTo>
                <a:lnTo>
                  <a:pt x="25" y="398"/>
                </a:lnTo>
                <a:lnTo>
                  <a:pt x="24" y="398"/>
                </a:lnTo>
                <a:lnTo>
                  <a:pt x="24" y="397"/>
                </a:lnTo>
                <a:lnTo>
                  <a:pt x="24" y="396"/>
                </a:lnTo>
                <a:lnTo>
                  <a:pt x="24" y="395"/>
                </a:lnTo>
                <a:lnTo>
                  <a:pt x="23" y="395"/>
                </a:lnTo>
                <a:lnTo>
                  <a:pt x="23" y="394"/>
                </a:lnTo>
                <a:lnTo>
                  <a:pt x="22" y="394"/>
                </a:lnTo>
                <a:lnTo>
                  <a:pt x="22" y="393"/>
                </a:lnTo>
                <a:lnTo>
                  <a:pt x="22" y="392"/>
                </a:lnTo>
                <a:lnTo>
                  <a:pt x="21" y="392"/>
                </a:lnTo>
                <a:lnTo>
                  <a:pt x="21" y="391"/>
                </a:lnTo>
                <a:lnTo>
                  <a:pt x="20" y="391"/>
                </a:lnTo>
                <a:lnTo>
                  <a:pt x="19" y="391"/>
                </a:lnTo>
                <a:lnTo>
                  <a:pt x="19" y="390"/>
                </a:lnTo>
                <a:lnTo>
                  <a:pt x="18" y="390"/>
                </a:lnTo>
                <a:lnTo>
                  <a:pt x="18" y="389"/>
                </a:lnTo>
                <a:lnTo>
                  <a:pt x="17" y="389"/>
                </a:lnTo>
                <a:lnTo>
                  <a:pt x="17" y="388"/>
                </a:lnTo>
                <a:lnTo>
                  <a:pt x="16" y="388"/>
                </a:lnTo>
                <a:lnTo>
                  <a:pt x="16" y="387"/>
                </a:lnTo>
                <a:lnTo>
                  <a:pt x="15" y="387"/>
                </a:lnTo>
                <a:lnTo>
                  <a:pt x="15" y="386"/>
                </a:lnTo>
                <a:lnTo>
                  <a:pt x="14" y="386"/>
                </a:lnTo>
                <a:lnTo>
                  <a:pt x="13" y="386"/>
                </a:lnTo>
                <a:lnTo>
                  <a:pt x="13" y="385"/>
                </a:lnTo>
                <a:lnTo>
                  <a:pt x="12" y="385"/>
                </a:lnTo>
                <a:lnTo>
                  <a:pt x="12" y="384"/>
                </a:lnTo>
                <a:lnTo>
                  <a:pt x="11" y="384"/>
                </a:lnTo>
                <a:lnTo>
                  <a:pt x="12" y="384"/>
                </a:lnTo>
                <a:lnTo>
                  <a:pt x="12" y="383"/>
                </a:lnTo>
                <a:lnTo>
                  <a:pt x="12" y="382"/>
                </a:lnTo>
                <a:lnTo>
                  <a:pt x="13" y="382"/>
                </a:lnTo>
                <a:lnTo>
                  <a:pt x="13" y="381"/>
                </a:lnTo>
                <a:lnTo>
                  <a:pt x="14" y="381"/>
                </a:lnTo>
                <a:lnTo>
                  <a:pt x="13" y="381"/>
                </a:lnTo>
                <a:lnTo>
                  <a:pt x="13" y="380"/>
                </a:lnTo>
                <a:lnTo>
                  <a:pt x="13" y="379"/>
                </a:lnTo>
                <a:lnTo>
                  <a:pt x="12" y="379"/>
                </a:lnTo>
                <a:lnTo>
                  <a:pt x="11" y="379"/>
                </a:lnTo>
                <a:lnTo>
                  <a:pt x="10" y="379"/>
                </a:lnTo>
                <a:lnTo>
                  <a:pt x="9" y="379"/>
                </a:lnTo>
                <a:lnTo>
                  <a:pt x="8" y="379"/>
                </a:lnTo>
                <a:lnTo>
                  <a:pt x="8" y="378"/>
                </a:lnTo>
                <a:lnTo>
                  <a:pt x="8" y="379"/>
                </a:lnTo>
                <a:lnTo>
                  <a:pt x="6" y="379"/>
                </a:lnTo>
                <a:lnTo>
                  <a:pt x="6" y="378"/>
                </a:lnTo>
                <a:lnTo>
                  <a:pt x="7" y="378"/>
                </a:lnTo>
                <a:lnTo>
                  <a:pt x="7" y="377"/>
                </a:lnTo>
                <a:lnTo>
                  <a:pt x="7" y="376"/>
                </a:lnTo>
                <a:lnTo>
                  <a:pt x="8" y="376"/>
                </a:lnTo>
                <a:lnTo>
                  <a:pt x="8" y="375"/>
                </a:lnTo>
                <a:lnTo>
                  <a:pt x="8" y="374"/>
                </a:lnTo>
                <a:lnTo>
                  <a:pt x="9" y="374"/>
                </a:lnTo>
                <a:lnTo>
                  <a:pt x="9" y="373"/>
                </a:lnTo>
                <a:lnTo>
                  <a:pt x="8" y="373"/>
                </a:lnTo>
                <a:lnTo>
                  <a:pt x="8" y="372"/>
                </a:lnTo>
                <a:lnTo>
                  <a:pt x="8" y="371"/>
                </a:lnTo>
                <a:lnTo>
                  <a:pt x="7" y="371"/>
                </a:lnTo>
                <a:lnTo>
                  <a:pt x="7" y="370"/>
                </a:lnTo>
                <a:lnTo>
                  <a:pt x="7" y="369"/>
                </a:lnTo>
                <a:lnTo>
                  <a:pt x="7" y="368"/>
                </a:lnTo>
                <a:lnTo>
                  <a:pt x="7" y="367"/>
                </a:lnTo>
                <a:lnTo>
                  <a:pt x="7" y="366"/>
                </a:lnTo>
                <a:lnTo>
                  <a:pt x="6" y="366"/>
                </a:lnTo>
                <a:lnTo>
                  <a:pt x="5" y="366"/>
                </a:lnTo>
                <a:lnTo>
                  <a:pt x="5" y="367"/>
                </a:lnTo>
                <a:lnTo>
                  <a:pt x="4" y="367"/>
                </a:lnTo>
                <a:lnTo>
                  <a:pt x="3" y="367"/>
                </a:lnTo>
                <a:lnTo>
                  <a:pt x="2" y="367"/>
                </a:lnTo>
                <a:lnTo>
                  <a:pt x="2" y="368"/>
                </a:lnTo>
                <a:lnTo>
                  <a:pt x="2" y="367"/>
                </a:lnTo>
                <a:lnTo>
                  <a:pt x="1" y="367"/>
                </a:lnTo>
                <a:lnTo>
                  <a:pt x="1" y="366"/>
                </a:lnTo>
                <a:lnTo>
                  <a:pt x="1" y="365"/>
                </a:lnTo>
                <a:lnTo>
                  <a:pt x="0" y="365"/>
                </a:lnTo>
                <a:lnTo>
                  <a:pt x="0" y="364"/>
                </a:lnTo>
                <a:lnTo>
                  <a:pt x="1" y="364"/>
                </a:lnTo>
                <a:lnTo>
                  <a:pt x="1" y="363"/>
                </a:lnTo>
                <a:lnTo>
                  <a:pt x="1" y="362"/>
                </a:lnTo>
                <a:lnTo>
                  <a:pt x="1" y="361"/>
                </a:lnTo>
                <a:lnTo>
                  <a:pt x="1" y="360"/>
                </a:lnTo>
                <a:lnTo>
                  <a:pt x="1" y="359"/>
                </a:lnTo>
                <a:lnTo>
                  <a:pt x="1" y="358"/>
                </a:lnTo>
                <a:lnTo>
                  <a:pt x="0" y="358"/>
                </a:lnTo>
                <a:lnTo>
                  <a:pt x="0" y="357"/>
                </a:lnTo>
                <a:lnTo>
                  <a:pt x="1" y="356"/>
                </a:lnTo>
                <a:lnTo>
                  <a:pt x="2" y="356"/>
                </a:lnTo>
                <a:lnTo>
                  <a:pt x="3" y="356"/>
                </a:lnTo>
                <a:lnTo>
                  <a:pt x="3" y="355"/>
                </a:lnTo>
                <a:lnTo>
                  <a:pt x="4" y="355"/>
                </a:lnTo>
                <a:lnTo>
                  <a:pt x="5" y="355"/>
                </a:lnTo>
                <a:lnTo>
                  <a:pt x="5" y="354"/>
                </a:lnTo>
                <a:lnTo>
                  <a:pt x="5" y="355"/>
                </a:lnTo>
                <a:lnTo>
                  <a:pt x="6" y="355"/>
                </a:lnTo>
                <a:lnTo>
                  <a:pt x="6" y="354"/>
                </a:lnTo>
                <a:lnTo>
                  <a:pt x="6" y="353"/>
                </a:lnTo>
                <a:lnTo>
                  <a:pt x="7" y="353"/>
                </a:lnTo>
                <a:lnTo>
                  <a:pt x="8" y="353"/>
                </a:lnTo>
                <a:lnTo>
                  <a:pt x="8" y="352"/>
                </a:lnTo>
                <a:lnTo>
                  <a:pt x="9" y="352"/>
                </a:lnTo>
                <a:lnTo>
                  <a:pt x="9" y="351"/>
                </a:lnTo>
                <a:lnTo>
                  <a:pt x="8" y="351"/>
                </a:lnTo>
                <a:lnTo>
                  <a:pt x="9" y="351"/>
                </a:lnTo>
                <a:lnTo>
                  <a:pt x="9" y="350"/>
                </a:lnTo>
                <a:lnTo>
                  <a:pt x="9" y="349"/>
                </a:lnTo>
                <a:lnTo>
                  <a:pt x="10" y="349"/>
                </a:lnTo>
                <a:lnTo>
                  <a:pt x="10" y="348"/>
                </a:lnTo>
                <a:lnTo>
                  <a:pt x="11" y="348"/>
                </a:lnTo>
                <a:lnTo>
                  <a:pt x="10" y="348"/>
                </a:lnTo>
                <a:lnTo>
                  <a:pt x="11" y="348"/>
                </a:lnTo>
                <a:lnTo>
                  <a:pt x="11" y="347"/>
                </a:lnTo>
                <a:lnTo>
                  <a:pt x="12" y="347"/>
                </a:lnTo>
                <a:lnTo>
                  <a:pt x="12" y="346"/>
                </a:lnTo>
                <a:lnTo>
                  <a:pt x="12" y="345"/>
                </a:lnTo>
                <a:lnTo>
                  <a:pt x="12" y="344"/>
                </a:lnTo>
                <a:lnTo>
                  <a:pt x="11" y="344"/>
                </a:lnTo>
                <a:lnTo>
                  <a:pt x="10" y="344"/>
                </a:lnTo>
                <a:lnTo>
                  <a:pt x="10" y="343"/>
                </a:lnTo>
                <a:lnTo>
                  <a:pt x="10" y="342"/>
                </a:lnTo>
                <a:lnTo>
                  <a:pt x="10" y="341"/>
                </a:lnTo>
                <a:lnTo>
                  <a:pt x="11" y="341"/>
                </a:lnTo>
                <a:lnTo>
                  <a:pt x="11" y="340"/>
                </a:lnTo>
                <a:lnTo>
                  <a:pt x="11" y="339"/>
                </a:lnTo>
                <a:lnTo>
                  <a:pt x="11" y="338"/>
                </a:lnTo>
                <a:lnTo>
                  <a:pt x="10" y="338"/>
                </a:lnTo>
                <a:lnTo>
                  <a:pt x="10" y="337"/>
                </a:lnTo>
                <a:lnTo>
                  <a:pt x="10" y="336"/>
                </a:lnTo>
                <a:lnTo>
                  <a:pt x="9" y="336"/>
                </a:lnTo>
                <a:lnTo>
                  <a:pt x="9" y="335"/>
                </a:lnTo>
                <a:lnTo>
                  <a:pt x="10" y="335"/>
                </a:lnTo>
                <a:lnTo>
                  <a:pt x="10" y="334"/>
                </a:lnTo>
                <a:lnTo>
                  <a:pt x="11" y="334"/>
                </a:lnTo>
                <a:lnTo>
                  <a:pt x="11" y="333"/>
                </a:lnTo>
                <a:lnTo>
                  <a:pt x="12" y="333"/>
                </a:lnTo>
                <a:lnTo>
                  <a:pt x="12" y="332"/>
                </a:lnTo>
                <a:lnTo>
                  <a:pt x="12" y="331"/>
                </a:lnTo>
                <a:lnTo>
                  <a:pt x="12" y="330"/>
                </a:lnTo>
                <a:lnTo>
                  <a:pt x="13" y="330"/>
                </a:lnTo>
                <a:lnTo>
                  <a:pt x="13" y="329"/>
                </a:lnTo>
                <a:lnTo>
                  <a:pt x="13" y="328"/>
                </a:lnTo>
                <a:lnTo>
                  <a:pt x="12" y="328"/>
                </a:lnTo>
                <a:lnTo>
                  <a:pt x="12" y="327"/>
                </a:lnTo>
                <a:lnTo>
                  <a:pt x="12" y="326"/>
                </a:lnTo>
                <a:lnTo>
                  <a:pt x="11" y="326"/>
                </a:lnTo>
                <a:lnTo>
                  <a:pt x="11" y="325"/>
                </a:lnTo>
                <a:lnTo>
                  <a:pt x="12" y="325"/>
                </a:lnTo>
                <a:lnTo>
                  <a:pt x="12" y="324"/>
                </a:lnTo>
                <a:lnTo>
                  <a:pt x="11" y="324"/>
                </a:lnTo>
                <a:lnTo>
                  <a:pt x="11" y="323"/>
                </a:lnTo>
                <a:lnTo>
                  <a:pt x="11" y="322"/>
                </a:lnTo>
                <a:lnTo>
                  <a:pt x="10" y="322"/>
                </a:lnTo>
                <a:lnTo>
                  <a:pt x="10" y="321"/>
                </a:lnTo>
                <a:lnTo>
                  <a:pt x="10" y="320"/>
                </a:lnTo>
                <a:lnTo>
                  <a:pt x="10" y="319"/>
                </a:lnTo>
                <a:lnTo>
                  <a:pt x="10" y="318"/>
                </a:lnTo>
                <a:lnTo>
                  <a:pt x="9" y="318"/>
                </a:lnTo>
                <a:lnTo>
                  <a:pt x="9" y="317"/>
                </a:lnTo>
                <a:lnTo>
                  <a:pt x="9" y="316"/>
                </a:lnTo>
                <a:lnTo>
                  <a:pt x="8" y="316"/>
                </a:lnTo>
                <a:lnTo>
                  <a:pt x="8" y="315"/>
                </a:lnTo>
                <a:lnTo>
                  <a:pt x="8" y="314"/>
                </a:lnTo>
                <a:lnTo>
                  <a:pt x="9" y="314"/>
                </a:lnTo>
                <a:lnTo>
                  <a:pt x="10" y="314"/>
                </a:lnTo>
                <a:lnTo>
                  <a:pt x="10" y="313"/>
                </a:lnTo>
                <a:lnTo>
                  <a:pt x="10" y="312"/>
                </a:lnTo>
                <a:lnTo>
                  <a:pt x="11" y="312"/>
                </a:lnTo>
                <a:lnTo>
                  <a:pt x="11" y="311"/>
                </a:lnTo>
                <a:lnTo>
                  <a:pt x="12" y="311"/>
                </a:lnTo>
                <a:lnTo>
                  <a:pt x="13" y="311"/>
                </a:lnTo>
                <a:lnTo>
                  <a:pt x="14" y="311"/>
                </a:lnTo>
                <a:lnTo>
                  <a:pt x="15" y="311"/>
                </a:lnTo>
                <a:lnTo>
                  <a:pt x="16" y="311"/>
                </a:lnTo>
                <a:lnTo>
                  <a:pt x="17" y="311"/>
                </a:lnTo>
                <a:lnTo>
                  <a:pt x="18" y="312"/>
                </a:lnTo>
                <a:lnTo>
                  <a:pt x="19" y="312"/>
                </a:lnTo>
                <a:lnTo>
                  <a:pt x="19" y="311"/>
                </a:lnTo>
                <a:lnTo>
                  <a:pt x="20" y="311"/>
                </a:lnTo>
                <a:lnTo>
                  <a:pt x="20" y="312"/>
                </a:lnTo>
                <a:lnTo>
                  <a:pt x="21" y="312"/>
                </a:lnTo>
                <a:lnTo>
                  <a:pt x="21" y="311"/>
                </a:lnTo>
                <a:lnTo>
                  <a:pt x="22" y="310"/>
                </a:lnTo>
                <a:lnTo>
                  <a:pt x="23" y="310"/>
                </a:lnTo>
                <a:lnTo>
                  <a:pt x="23" y="309"/>
                </a:lnTo>
                <a:lnTo>
                  <a:pt x="23" y="308"/>
                </a:lnTo>
                <a:lnTo>
                  <a:pt x="24" y="308"/>
                </a:lnTo>
                <a:lnTo>
                  <a:pt x="25" y="308"/>
                </a:lnTo>
                <a:lnTo>
                  <a:pt x="25" y="307"/>
                </a:lnTo>
                <a:lnTo>
                  <a:pt x="25" y="308"/>
                </a:lnTo>
                <a:lnTo>
                  <a:pt x="24" y="308"/>
                </a:lnTo>
                <a:lnTo>
                  <a:pt x="24" y="309"/>
                </a:lnTo>
                <a:lnTo>
                  <a:pt x="25" y="309"/>
                </a:lnTo>
                <a:lnTo>
                  <a:pt x="26" y="309"/>
                </a:lnTo>
                <a:lnTo>
                  <a:pt x="26" y="308"/>
                </a:lnTo>
                <a:lnTo>
                  <a:pt x="27" y="308"/>
                </a:lnTo>
                <a:lnTo>
                  <a:pt x="27" y="309"/>
                </a:lnTo>
                <a:lnTo>
                  <a:pt x="28" y="309"/>
                </a:lnTo>
                <a:lnTo>
                  <a:pt x="28" y="308"/>
                </a:lnTo>
                <a:lnTo>
                  <a:pt x="28" y="309"/>
                </a:lnTo>
                <a:lnTo>
                  <a:pt x="29" y="309"/>
                </a:lnTo>
                <a:lnTo>
                  <a:pt x="29" y="308"/>
                </a:lnTo>
                <a:lnTo>
                  <a:pt x="29" y="309"/>
                </a:lnTo>
                <a:lnTo>
                  <a:pt x="30" y="309"/>
                </a:lnTo>
                <a:lnTo>
                  <a:pt x="30" y="308"/>
                </a:lnTo>
                <a:lnTo>
                  <a:pt x="30" y="307"/>
                </a:lnTo>
                <a:lnTo>
                  <a:pt x="31" y="307"/>
                </a:lnTo>
                <a:lnTo>
                  <a:pt x="32" y="307"/>
                </a:lnTo>
                <a:lnTo>
                  <a:pt x="33" y="307"/>
                </a:lnTo>
                <a:lnTo>
                  <a:pt x="33" y="308"/>
                </a:lnTo>
                <a:lnTo>
                  <a:pt x="34" y="308"/>
                </a:lnTo>
                <a:lnTo>
                  <a:pt x="34" y="309"/>
                </a:lnTo>
                <a:lnTo>
                  <a:pt x="35" y="309"/>
                </a:lnTo>
                <a:lnTo>
                  <a:pt x="36" y="309"/>
                </a:lnTo>
                <a:lnTo>
                  <a:pt x="36" y="308"/>
                </a:lnTo>
                <a:lnTo>
                  <a:pt x="36" y="307"/>
                </a:lnTo>
                <a:lnTo>
                  <a:pt x="37" y="307"/>
                </a:lnTo>
                <a:lnTo>
                  <a:pt x="38" y="307"/>
                </a:lnTo>
                <a:lnTo>
                  <a:pt x="39" y="307"/>
                </a:lnTo>
                <a:lnTo>
                  <a:pt x="39" y="306"/>
                </a:lnTo>
                <a:lnTo>
                  <a:pt x="41" y="306"/>
                </a:lnTo>
                <a:lnTo>
                  <a:pt x="42" y="306"/>
                </a:lnTo>
                <a:lnTo>
                  <a:pt x="42" y="305"/>
                </a:lnTo>
                <a:lnTo>
                  <a:pt x="43" y="305"/>
                </a:lnTo>
                <a:lnTo>
                  <a:pt x="43" y="304"/>
                </a:lnTo>
                <a:lnTo>
                  <a:pt x="44" y="304"/>
                </a:lnTo>
                <a:lnTo>
                  <a:pt x="45" y="304"/>
                </a:lnTo>
                <a:lnTo>
                  <a:pt x="46" y="304"/>
                </a:lnTo>
                <a:lnTo>
                  <a:pt x="47" y="303"/>
                </a:lnTo>
                <a:lnTo>
                  <a:pt x="47" y="302"/>
                </a:lnTo>
                <a:lnTo>
                  <a:pt x="47" y="303"/>
                </a:lnTo>
                <a:lnTo>
                  <a:pt x="48" y="303"/>
                </a:lnTo>
                <a:lnTo>
                  <a:pt x="48" y="302"/>
                </a:lnTo>
                <a:lnTo>
                  <a:pt x="49" y="302"/>
                </a:lnTo>
                <a:lnTo>
                  <a:pt x="49" y="303"/>
                </a:lnTo>
                <a:lnTo>
                  <a:pt x="50" y="303"/>
                </a:lnTo>
                <a:lnTo>
                  <a:pt x="50" y="304"/>
                </a:lnTo>
                <a:lnTo>
                  <a:pt x="49" y="304"/>
                </a:lnTo>
                <a:lnTo>
                  <a:pt x="49" y="305"/>
                </a:lnTo>
                <a:lnTo>
                  <a:pt x="50" y="305"/>
                </a:lnTo>
                <a:lnTo>
                  <a:pt x="50" y="306"/>
                </a:lnTo>
                <a:lnTo>
                  <a:pt x="49" y="306"/>
                </a:lnTo>
                <a:lnTo>
                  <a:pt x="49" y="307"/>
                </a:lnTo>
                <a:lnTo>
                  <a:pt x="49" y="308"/>
                </a:lnTo>
                <a:lnTo>
                  <a:pt x="48" y="308"/>
                </a:lnTo>
                <a:lnTo>
                  <a:pt x="48" y="309"/>
                </a:lnTo>
                <a:lnTo>
                  <a:pt x="48" y="310"/>
                </a:lnTo>
                <a:lnTo>
                  <a:pt x="49" y="310"/>
                </a:lnTo>
                <a:lnTo>
                  <a:pt x="49" y="311"/>
                </a:lnTo>
                <a:lnTo>
                  <a:pt x="48" y="311"/>
                </a:lnTo>
                <a:lnTo>
                  <a:pt x="49" y="312"/>
                </a:lnTo>
                <a:lnTo>
                  <a:pt x="50" y="312"/>
                </a:lnTo>
                <a:lnTo>
                  <a:pt x="50" y="313"/>
                </a:lnTo>
                <a:lnTo>
                  <a:pt x="50" y="315"/>
                </a:lnTo>
                <a:lnTo>
                  <a:pt x="51" y="315"/>
                </a:lnTo>
                <a:lnTo>
                  <a:pt x="51" y="316"/>
                </a:lnTo>
                <a:lnTo>
                  <a:pt x="50" y="316"/>
                </a:lnTo>
                <a:lnTo>
                  <a:pt x="50" y="317"/>
                </a:lnTo>
                <a:lnTo>
                  <a:pt x="50" y="318"/>
                </a:lnTo>
                <a:lnTo>
                  <a:pt x="49" y="318"/>
                </a:lnTo>
                <a:lnTo>
                  <a:pt x="49" y="319"/>
                </a:lnTo>
                <a:lnTo>
                  <a:pt x="48" y="319"/>
                </a:lnTo>
                <a:lnTo>
                  <a:pt x="47" y="319"/>
                </a:lnTo>
                <a:lnTo>
                  <a:pt x="47" y="320"/>
                </a:lnTo>
                <a:lnTo>
                  <a:pt x="47" y="321"/>
                </a:lnTo>
                <a:lnTo>
                  <a:pt x="46" y="321"/>
                </a:lnTo>
                <a:lnTo>
                  <a:pt x="47" y="321"/>
                </a:lnTo>
                <a:lnTo>
                  <a:pt x="47" y="322"/>
                </a:lnTo>
                <a:lnTo>
                  <a:pt x="46" y="322"/>
                </a:lnTo>
                <a:lnTo>
                  <a:pt x="47" y="323"/>
                </a:lnTo>
                <a:lnTo>
                  <a:pt x="47" y="324"/>
                </a:lnTo>
                <a:lnTo>
                  <a:pt x="47" y="325"/>
                </a:lnTo>
                <a:lnTo>
                  <a:pt x="46" y="325"/>
                </a:lnTo>
                <a:lnTo>
                  <a:pt x="47" y="325"/>
                </a:lnTo>
                <a:lnTo>
                  <a:pt x="47" y="326"/>
                </a:lnTo>
                <a:lnTo>
                  <a:pt x="46" y="326"/>
                </a:lnTo>
                <a:lnTo>
                  <a:pt x="47" y="326"/>
                </a:lnTo>
                <a:lnTo>
                  <a:pt x="46" y="326"/>
                </a:lnTo>
                <a:lnTo>
                  <a:pt x="46" y="327"/>
                </a:lnTo>
                <a:lnTo>
                  <a:pt x="47" y="327"/>
                </a:lnTo>
                <a:lnTo>
                  <a:pt x="47" y="328"/>
                </a:lnTo>
                <a:lnTo>
                  <a:pt x="47" y="329"/>
                </a:lnTo>
                <a:lnTo>
                  <a:pt x="47" y="330"/>
                </a:lnTo>
                <a:lnTo>
                  <a:pt x="46" y="330"/>
                </a:lnTo>
                <a:lnTo>
                  <a:pt x="46" y="332"/>
                </a:lnTo>
                <a:lnTo>
                  <a:pt x="46" y="333"/>
                </a:lnTo>
                <a:lnTo>
                  <a:pt x="47" y="333"/>
                </a:lnTo>
                <a:lnTo>
                  <a:pt x="47" y="334"/>
                </a:lnTo>
                <a:lnTo>
                  <a:pt x="48" y="334"/>
                </a:lnTo>
                <a:lnTo>
                  <a:pt x="47" y="335"/>
                </a:lnTo>
                <a:lnTo>
                  <a:pt x="48" y="335"/>
                </a:lnTo>
                <a:lnTo>
                  <a:pt x="48" y="336"/>
                </a:lnTo>
                <a:lnTo>
                  <a:pt x="47" y="336"/>
                </a:lnTo>
                <a:lnTo>
                  <a:pt x="48" y="336"/>
                </a:lnTo>
                <a:lnTo>
                  <a:pt x="48" y="337"/>
                </a:lnTo>
                <a:lnTo>
                  <a:pt x="48" y="338"/>
                </a:lnTo>
                <a:lnTo>
                  <a:pt x="47" y="338"/>
                </a:lnTo>
                <a:lnTo>
                  <a:pt x="48" y="338"/>
                </a:lnTo>
                <a:lnTo>
                  <a:pt x="48" y="339"/>
                </a:lnTo>
                <a:lnTo>
                  <a:pt x="48" y="340"/>
                </a:lnTo>
                <a:lnTo>
                  <a:pt x="49" y="340"/>
                </a:lnTo>
                <a:lnTo>
                  <a:pt x="50" y="340"/>
                </a:lnTo>
                <a:lnTo>
                  <a:pt x="50" y="341"/>
                </a:lnTo>
                <a:lnTo>
                  <a:pt x="49" y="341"/>
                </a:lnTo>
                <a:lnTo>
                  <a:pt x="49" y="342"/>
                </a:lnTo>
                <a:lnTo>
                  <a:pt x="50" y="342"/>
                </a:lnTo>
                <a:lnTo>
                  <a:pt x="50" y="343"/>
                </a:lnTo>
                <a:lnTo>
                  <a:pt x="51" y="343"/>
                </a:lnTo>
                <a:lnTo>
                  <a:pt x="52" y="343"/>
                </a:lnTo>
                <a:lnTo>
                  <a:pt x="53" y="343"/>
                </a:lnTo>
                <a:lnTo>
                  <a:pt x="53" y="344"/>
                </a:lnTo>
                <a:lnTo>
                  <a:pt x="53" y="345"/>
                </a:lnTo>
                <a:lnTo>
                  <a:pt x="54" y="345"/>
                </a:lnTo>
                <a:lnTo>
                  <a:pt x="54" y="346"/>
                </a:lnTo>
                <a:lnTo>
                  <a:pt x="55" y="346"/>
                </a:lnTo>
                <a:lnTo>
                  <a:pt x="55" y="345"/>
                </a:lnTo>
                <a:lnTo>
                  <a:pt x="55" y="346"/>
                </a:lnTo>
                <a:lnTo>
                  <a:pt x="56" y="346"/>
                </a:lnTo>
                <a:lnTo>
                  <a:pt x="56" y="347"/>
                </a:lnTo>
                <a:lnTo>
                  <a:pt x="56" y="348"/>
                </a:lnTo>
                <a:lnTo>
                  <a:pt x="55" y="348"/>
                </a:lnTo>
                <a:lnTo>
                  <a:pt x="55" y="349"/>
                </a:lnTo>
                <a:lnTo>
                  <a:pt x="56" y="349"/>
                </a:lnTo>
                <a:lnTo>
                  <a:pt x="56" y="350"/>
                </a:lnTo>
                <a:lnTo>
                  <a:pt x="57" y="351"/>
                </a:lnTo>
                <a:lnTo>
                  <a:pt x="58" y="351"/>
                </a:lnTo>
                <a:lnTo>
                  <a:pt x="58" y="352"/>
                </a:lnTo>
                <a:lnTo>
                  <a:pt x="58" y="353"/>
                </a:lnTo>
                <a:lnTo>
                  <a:pt x="59" y="353"/>
                </a:lnTo>
                <a:lnTo>
                  <a:pt x="59" y="354"/>
                </a:lnTo>
                <a:lnTo>
                  <a:pt x="60" y="354"/>
                </a:lnTo>
                <a:lnTo>
                  <a:pt x="60" y="355"/>
                </a:lnTo>
                <a:lnTo>
                  <a:pt x="61" y="356"/>
                </a:lnTo>
                <a:lnTo>
                  <a:pt x="61" y="355"/>
                </a:lnTo>
                <a:lnTo>
                  <a:pt x="62" y="355"/>
                </a:lnTo>
                <a:lnTo>
                  <a:pt x="62" y="354"/>
                </a:lnTo>
                <a:lnTo>
                  <a:pt x="63" y="354"/>
                </a:lnTo>
                <a:lnTo>
                  <a:pt x="63" y="353"/>
                </a:lnTo>
                <a:lnTo>
                  <a:pt x="64" y="353"/>
                </a:lnTo>
                <a:lnTo>
                  <a:pt x="64" y="352"/>
                </a:lnTo>
                <a:lnTo>
                  <a:pt x="65" y="352"/>
                </a:lnTo>
                <a:lnTo>
                  <a:pt x="66" y="352"/>
                </a:lnTo>
                <a:lnTo>
                  <a:pt x="66" y="351"/>
                </a:lnTo>
                <a:lnTo>
                  <a:pt x="67" y="351"/>
                </a:lnTo>
                <a:lnTo>
                  <a:pt x="68" y="351"/>
                </a:lnTo>
                <a:lnTo>
                  <a:pt x="68" y="352"/>
                </a:lnTo>
                <a:lnTo>
                  <a:pt x="69" y="352"/>
                </a:lnTo>
                <a:lnTo>
                  <a:pt x="70" y="352"/>
                </a:lnTo>
                <a:lnTo>
                  <a:pt x="71" y="352"/>
                </a:lnTo>
                <a:lnTo>
                  <a:pt x="72" y="352"/>
                </a:lnTo>
                <a:lnTo>
                  <a:pt x="73" y="352"/>
                </a:lnTo>
                <a:lnTo>
                  <a:pt x="73" y="353"/>
                </a:lnTo>
                <a:lnTo>
                  <a:pt x="74" y="353"/>
                </a:lnTo>
                <a:lnTo>
                  <a:pt x="74" y="354"/>
                </a:lnTo>
                <a:lnTo>
                  <a:pt x="74" y="355"/>
                </a:lnTo>
                <a:lnTo>
                  <a:pt x="75" y="355"/>
                </a:lnTo>
                <a:lnTo>
                  <a:pt x="77" y="355"/>
                </a:lnTo>
                <a:lnTo>
                  <a:pt x="77" y="354"/>
                </a:lnTo>
                <a:lnTo>
                  <a:pt x="77" y="353"/>
                </a:lnTo>
                <a:lnTo>
                  <a:pt x="78" y="353"/>
                </a:lnTo>
                <a:lnTo>
                  <a:pt x="77" y="353"/>
                </a:lnTo>
                <a:lnTo>
                  <a:pt x="77" y="352"/>
                </a:lnTo>
                <a:lnTo>
                  <a:pt x="78" y="352"/>
                </a:lnTo>
                <a:lnTo>
                  <a:pt x="78" y="351"/>
                </a:lnTo>
                <a:lnTo>
                  <a:pt x="78" y="350"/>
                </a:lnTo>
                <a:lnTo>
                  <a:pt x="79" y="350"/>
                </a:lnTo>
                <a:lnTo>
                  <a:pt x="80" y="350"/>
                </a:lnTo>
                <a:lnTo>
                  <a:pt x="81" y="350"/>
                </a:lnTo>
                <a:lnTo>
                  <a:pt x="81" y="349"/>
                </a:lnTo>
                <a:lnTo>
                  <a:pt x="81" y="348"/>
                </a:lnTo>
                <a:lnTo>
                  <a:pt x="81" y="347"/>
                </a:lnTo>
                <a:lnTo>
                  <a:pt x="80" y="347"/>
                </a:lnTo>
                <a:lnTo>
                  <a:pt x="81" y="347"/>
                </a:lnTo>
                <a:lnTo>
                  <a:pt x="81" y="346"/>
                </a:lnTo>
                <a:lnTo>
                  <a:pt x="81" y="345"/>
                </a:lnTo>
                <a:lnTo>
                  <a:pt x="82" y="345"/>
                </a:lnTo>
                <a:lnTo>
                  <a:pt x="82" y="344"/>
                </a:lnTo>
                <a:lnTo>
                  <a:pt x="83" y="344"/>
                </a:lnTo>
                <a:lnTo>
                  <a:pt x="83" y="343"/>
                </a:lnTo>
                <a:lnTo>
                  <a:pt x="83" y="342"/>
                </a:lnTo>
                <a:lnTo>
                  <a:pt x="84" y="342"/>
                </a:lnTo>
                <a:lnTo>
                  <a:pt x="85" y="343"/>
                </a:lnTo>
                <a:lnTo>
                  <a:pt x="85" y="342"/>
                </a:lnTo>
                <a:lnTo>
                  <a:pt x="86" y="342"/>
                </a:lnTo>
                <a:lnTo>
                  <a:pt x="86" y="341"/>
                </a:lnTo>
                <a:lnTo>
                  <a:pt x="87" y="341"/>
                </a:lnTo>
                <a:lnTo>
                  <a:pt x="88" y="341"/>
                </a:lnTo>
                <a:lnTo>
                  <a:pt x="89" y="341"/>
                </a:lnTo>
                <a:lnTo>
                  <a:pt x="89" y="340"/>
                </a:lnTo>
                <a:lnTo>
                  <a:pt x="90" y="340"/>
                </a:lnTo>
                <a:lnTo>
                  <a:pt x="90" y="339"/>
                </a:lnTo>
                <a:lnTo>
                  <a:pt x="91" y="339"/>
                </a:lnTo>
                <a:lnTo>
                  <a:pt x="91" y="340"/>
                </a:lnTo>
                <a:lnTo>
                  <a:pt x="92" y="340"/>
                </a:lnTo>
                <a:lnTo>
                  <a:pt x="93" y="340"/>
                </a:lnTo>
                <a:lnTo>
                  <a:pt x="93" y="341"/>
                </a:lnTo>
                <a:lnTo>
                  <a:pt x="94" y="341"/>
                </a:lnTo>
                <a:lnTo>
                  <a:pt x="94" y="340"/>
                </a:lnTo>
                <a:lnTo>
                  <a:pt x="94" y="339"/>
                </a:lnTo>
                <a:lnTo>
                  <a:pt x="95" y="339"/>
                </a:lnTo>
                <a:lnTo>
                  <a:pt x="95" y="340"/>
                </a:lnTo>
                <a:lnTo>
                  <a:pt x="96" y="340"/>
                </a:lnTo>
                <a:lnTo>
                  <a:pt x="96" y="341"/>
                </a:lnTo>
                <a:lnTo>
                  <a:pt x="97" y="341"/>
                </a:lnTo>
                <a:lnTo>
                  <a:pt x="97" y="340"/>
                </a:lnTo>
                <a:lnTo>
                  <a:pt x="97" y="339"/>
                </a:lnTo>
                <a:lnTo>
                  <a:pt x="98" y="339"/>
                </a:lnTo>
                <a:lnTo>
                  <a:pt x="98" y="338"/>
                </a:lnTo>
                <a:lnTo>
                  <a:pt x="98" y="339"/>
                </a:lnTo>
                <a:lnTo>
                  <a:pt x="99" y="339"/>
                </a:lnTo>
                <a:lnTo>
                  <a:pt x="99" y="338"/>
                </a:lnTo>
                <a:lnTo>
                  <a:pt x="100" y="338"/>
                </a:lnTo>
                <a:lnTo>
                  <a:pt x="100" y="337"/>
                </a:lnTo>
                <a:lnTo>
                  <a:pt x="101" y="337"/>
                </a:lnTo>
                <a:lnTo>
                  <a:pt x="101" y="336"/>
                </a:lnTo>
                <a:lnTo>
                  <a:pt x="100" y="336"/>
                </a:lnTo>
                <a:lnTo>
                  <a:pt x="100" y="335"/>
                </a:lnTo>
                <a:lnTo>
                  <a:pt x="101" y="335"/>
                </a:lnTo>
                <a:lnTo>
                  <a:pt x="102" y="334"/>
                </a:lnTo>
                <a:lnTo>
                  <a:pt x="102" y="333"/>
                </a:lnTo>
                <a:lnTo>
                  <a:pt x="103" y="333"/>
                </a:lnTo>
                <a:lnTo>
                  <a:pt x="104" y="333"/>
                </a:lnTo>
                <a:lnTo>
                  <a:pt x="103" y="332"/>
                </a:lnTo>
                <a:lnTo>
                  <a:pt x="104" y="332"/>
                </a:lnTo>
                <a:lnTo>
                  <a:pt x="104" y="331"/>
                </a:lnTo>
                <a:lnTo>
                  <a:pt x="104" y="332"/>
                </a:lnTo>
                <a:lnTo>
                  <a:pt x="105" y="332"/>
                </a:lnTo>
                <a:lnTo>
                  <a:pt x="105" y="331"/>
                </a:lnTo>
                <a:lnTo>
                  <a:pt x="105" y="330"/>
                </a:lnTo>
                <a:lnTo>
                  <a:pt x="105" y="329"/>
                </a:lnTo>
                <a:lnTo>
                  <a:pt x="105" y="328"/>
                </a:lnTo>
                <a:lnTo>
                  <a:pt x="105" y="327"/>
                </a:lnTo>
                <a:lnTo>
                  <a:pt x="106" y="327"/>
                </a:lnTo>
                <a:lnTo>
                  <a:pt x="106" y="326"/>
                </a:lnTo>
                <a:lnTo>
                  <a:pt x="105" y="326"/>
                </a:lnTo>
                <a:lnTo>
                  <a:pt x="105" y="325"/>
                </a:lnTo>
                <a:lnTo>
                  <a:pt x="105" y="324"/>
                </a:lnTo>
                <a:lnTo>
                  <a:pt x="104" y="324"/>
                </a:lnTo>
                <a:lnTo>
                  <a:pt x="104" y="323"/>
                </a:lnTo>
                <a:lnTo>
                  <a:pt x="105" y="323"/>
                </a:lnTo>
                <a:lnTo>
                  <a:pt x="104" y="323"/>
                </a:lnTo>
                <a:lnTo>
                  <a:pt x="104" y="322"/>
                </a:lnTo>
                <a:lnTo>
                  <a:pt x="104" y="321"/>
                </a:lnTo>
                <a:lnTo>
                  <a:pt x="104" y="320"/>
                </a:lnTo>
                <a:lnTo>
                  <a:pt x="105" y="320"/>
                </a:lnTo>
                <a:lnTo>
                  <a:pt x="106" y="320"/>
                </a:lnTo>
                <a:lnTo>
                  <a:pt x="105" y="320"/>
                </a:lnTo>
                <a:lnTo>
                  <a:pt x="106" y="320"/>
                </a:lnTo>
                <a:lnTo>
                  <a:pt x="106" y="319"/>
                </a:lnTo>
                <a:lnTo>
                  <a:pt x="107" y="319"/>
                </a:lnTo>
                <a:lnTo>
                  <a:pt x="107" y="318"/>
                </a:lnTo>
                <a:lnTo>
                  <a:pt x="106" y="318"/>
                </a:lnTo>
                <a:lnTo>
                  <a:pt x="106" y="317"/>
                </a:lnTo>
                <a:lnTo>
                  <a:pt x="107" y="317"/>
                </a:lnTo>
                <a:lnTo>
                  <a:pt x="108" y="317"/>
                </a:lnTo>
                <a:lnTo>
                  <a:pt x="108" y="316"/>
                </a:lnTo>
                <a:lnTo>
                  <a:pt x="109" y="315"/>
                </a:lnTo>
                <a:lnTo>
                  <a:pt x="108" y="315"/>
                </a:lnTo>
                <a:lnTo>
                  <a:pt x="108" y="314"/>
                </a:lnTo>
                <a:lnTo>
                  <a:pt x="108" y="313"/>
                </a:lnTo>
                <a:lnTo>
                  <a:pt x="108" y="312"/>
                </a:lnTo>
                <a:lnTo>
                  <a:pt x="108" y="311"/>
                </a:lnTo>
                <a:lnTo>
                  <a:pt x="108" y="310"/>
                </a:lnTo>
                <a:lnTo>
                  <a:pt x="108" y="309"/>
                </a:lnTo>
                <a:lnTo>
                  <a:pt x="108" y="308"/>
                </a:lnTo>
                <a:lnTo>
                  <a:pt x="107" y="307"/>
                </a:lnTo>
                <a:lnTo>
                  <a:pt x="106" y="307"/>
                </a:lnTo>
                <a:lnTo>
                  <a:pt x="106" y="306"/>
                </a:lnTo>
                <a:lnTo>
                  <a:pt x="105" y="306"/>
                </a:lnTo>
                <a:lnTo>
                  <a:pt x="104" y="307"/>
                </a:lnTo>
                <a:lnTo>
                  <a:pt x="104" y="306"/>
                </a:lnTo>
                <a:lnTo>
                  <a:pt x="103" y="306"/>
                </a:lnTo>
                <a:lnTo>
                  <a:pt x="103" y="305"/>
                </a:lnTo>
                <a:lnTo>
                  <a:pt x="104" y="305"/>
                </a:lnTo>
                <a:lnTo>
                  <a:pt x="103" y="305"/>
                </a:lnTo>
                <a:lnTo>
                  <a:pt x="104" y="305"/>
                </a:lnTo>
                <a:lnTo>
                  <a:pt x="104" y="304"/>
                </a:lnTo>
                <a:lnTo>
                  <a:pt x="104" y="303"/>
                </a:lnTo>
                <a:lnTo>
                  <a:pt x="105" y="303"/>
                </a:lnTo>
                <a:lnTo>
                  <a:pt x="105" y="302"/>
                </a:lnTo>
                <a:lnTo>
                  <a:pt x="105" y="301"/>
                </a:lnTo>
                <a:lnTo>
                  <a:pt x="105" y="300"/>
                </a:lnTo>
                <a:lnTo>
                  <a:pt x="105" y="299"/>
                </a:lnTo>
                <a:lnTo>
                  <a:pt x="106" y="299"/>
                </a:lnTo>
                <a:lnTo>
                  <a:pt x="106" y="298"/>
                </a:lnTo>
                <a:lnTo>
                  <a:pt x="106" y="297"/>
                </a:lnTo>
                <a:lnTo>
                  <a:pt x="106" y="296"/>
                </a:lnTo>
                <a:lnTo>
                  <a:pt x="107" y="296"/>
                </a:lnTo>
                <a:lnTo>
                  <a:pt x="107" y="295"/>
                </a:lnTo>
                <a:lnTo>
                  <a:pt x="107" y="294"/>
                </a:lnTo>
                <a:lnTo>
                  <a:pt x="107" y="293"/>
                </a:lnTo>
                <a:lnTo>
                  <a:pt x="107" y="292"/>
                </a:lnTo>
                <a:lnTo>
                  <a:pt x="108" y="292"/>
                </a:lnTo>
                <a:lnTo>
                  <a:pt x="108" y="291"/>
                </a:lnTo>
                <a:lnTo>
                  <a:pt x="108" y="290"/>
                </a:lnTo>
                <a:lnTo>
                  <a:pt x="109" y="290"/>
                </a:lnTo>
                <a:lnTo>
                  <a:pt x="110" y="288"/>
                </a:lnTo>
                <a:lnTo>
                  <a:pt x="111" y="288"/>
                </a:lnTo>
                <a:lnTo>
                  <a:pt x="111" y="287"/>
                </a:lnTo>
                <a:lnTo>
                  <a:pt x="112" y="287"/>
                </a:lnTo>
                <a:lnTo>
                  <a:pt x="111" y="287"/>
                </a:lnTo>
                <a:lnTo>
                  <a:pt x="111" y="286"/>
                </a:lnTo>
                <a:lnTo>
                  <a:pt x="110" y="285"/>
                </a:lnTo>
                <a:lnTo>
                  <a:pt x="110" y="284"/>
                </a:lnTo>
                <a:lnTo>
                  <a:pt x="109" y="284"/>
                </a:lnTo>
                <a:lnTo>
                  <a:pt x="109" y="283"/>
                </a:lnTo>
                <a:lnTo>
                  <a:pt x="109" y="284"/>
                </a:lnTo>
                <a:lnTo>
                  <a:pt x="108" y="284"/>
                </a:lnTo>
                <a:lnTo>
                  <a:pt x="108" y="283"/>
                </a:lnTo>
                <a:lnTo>
                  <a:pt x="107" y="283"/>
                </a:lnTo>
                <a:lnTo>
                  <a:pt x="107" y="282"/>
                </a:lnTo>
                <a:lnTo>
                  <a:pt x="107" y="281"/>
                </a:lnTo>
                <a:lnTo>
                  <a:pt x="106" y="281"/>
                </a:lnTo>
                <a:lnTo>
                  <a:pt x="106" y="280"/>
                </a:lnTo>
                <a:lnTo>
                  <a:pt x="105" y="280"/>
                </a:lnTo>
                <a:lnTo>
                  <a:pt x="105" y="279"/>
                </a:lnTo>
                <a:lnTo>
                  <a:pt x="105" y="278"/>
                </a:lnTo>
                <a:lnTo>
                  <a:pt x="104" y="278"/>
                </a:lnTo>
                <a:lnTo>
                  <a:pt x="104" y="277"/>
                </a:lnTo>
                <a:lnTo>
                  <a:pt x="105" y="277"/>
                </a:lnTo>
                <a:lnTo>
                  <a:pt x="105" y="276"/>
                </a:lnTo>
                <a:lnTo>
                  <a:pt x="104" y="276"/>
                </a:lnTo>
                <a:lnTo>
                  <a:pt x="104" y="275"/>
                </a:lnTo>
                <a:lnTo>
                  <a:pt x="104" y="274"/>
                </a:lnTo>
                <a:lnTo>
                  <a:pt x="104" y="273"/>
                </a:lnTo>
                <a:lnTo>
                  <a:pt x="104" y="272"/>
                </a:lnTo>
                <a:lnTo>
                  <a:pt x="105" y="272"/>
                </a:lnTo>
                <a:lnTo>
                  <a:pt x="105" y="271"/>
                </a:lnTo>
                <a:lnTo>
                  <a:pt x="105" y="270"/>
                </a:lnTo>
                <a:lnTo>
                  <a:pt x="105" y="269"/>
                </a:lnTo>
                <a:lnTo>
                  <a:pt x="105" y="268"/>
                </a:lnTo>
                <a:lnTo>
                  <a:pt x="105" y="266"/>
                </a:lnTo>
                <a:lnTo>
                  <a:pt x="105" y="264"/>
                </a:lnTo>
                <a:lnTo>
                  <a:pt x="105" y="262"/>
                </a:lnTo>
                <a:lnTo>
                  <a:pt x="106" y="262"/>
                </a:lnTo>
                <a:lnTo>
                  <a:pt x="106" y="261"/>
                </a:lnTo>
                <a:lnTo>
                  <a:pt x="106" y="260"/>
                </a:lnTo>
                <a:lnTo>
                  <a:pt x="107" y="260"/>
                </a:lnTo>
                <a:lnTo>
                  <a:pt x="107" y="259"/>
                </a:lnTo>
                <a:lnTo>
                  <a:pt x="107" y="258"/>
                </a:lnTo>
                <a:lnTo>
                  <a:pt x="108" y="257"/>
                </a:lnTo>
                <a:lnTo>
                  <a:pt x="108" y="256"/>
                </a:lnTo>
                <a:lnTo>
                  <a:pt x="109" y="256"/>
                </a:lnTo>
                <a:lnTo>
                  <a:pt x="109" y="255"/>
                </a:lnTo>
                <a:lnTo>
                  <a:pt x="110" y="255"/>
                </a:lnTo>
                <a:lnTo>
                  <a:pt x="110" y="254"/>
                </a:lnTo>
                <a:lnTo>
                  <a:pt x="109" y="254"/>
                </a:lnTo>
                <a:lnTo>
                  <a:pt x="109" y="253"/>
                </a:lnTo>
                <a:lnTo>
                  <a:pt x="108" y="253"/>
                </a:lnTo>
                <a:lnTo>
                  <a:pt x="108" y="252"/>
                </a:lnTo>
                <a:lnTo>
                  <a:pt x="108" y="251"/>
                </a:lnTo>
                <a:lnTo>
                  <a:pt x="108" y="250"/>
                </a:lnTo>
                <a:lnTo>
                  <a:pt x="107" y="250"/>
                </a:lnTo>
                <a:lnTo>
                  <a:pt x="106" y="250"/>
                </a:lnTo>
                <a:lnTo>
                  <a:pt x="105" y="250"/>
                </a:lnTo>
                <a:lnTo>
                  <a:pt x="105" y="249"/>
                </a:lnTo>
                <a:lnTo>
                  <a:pt x="104" y="249"/>
                </a:lnTo>
                <a:lnTo>
                  <a:pt x="104" y="248"/>
                </a:lnTo>
                <a:lnTo>
                  <a:pt x="104" y="247"/>
                </a:lnTo>
                <a:lnTo>
                  <a:pt x="103" y="247"/>
                </a:lnTo>
                <a:lnTo>
                  <a:pt x="103" y="246"/>
                </a:lnTo>
                <a:lnTo>
                  <a:pt x="102" y="246"/>
                </a:lnTo>
                <a:lnTo>
                  <a:pt x="102" y="245"/>
                </a:lnTo>
                <a:lnTo>
                  <a:pt x="102" y="244"/>
                </a:lnTo>
                <a:lnTo>
                  <a:pt x="103" y="244"/>
                </a:lnTo>
                <a:lnTo>
                  <a:pt x="103" y="243"/>
                </a:lnTo>
                <a:lnTo>
                  <a:pt x="104" y="243"/>
                </a:lnTo>
                <a:lnTo>
                  <a:pt x="103" y="243"/>
                </a:lnTo>
                <a:lnTo>
                  <a:pt x="103" y="242"/>
                </a:lnTo>
                <a:lnTo>
                  <a:pt x="102" y="242"/>
                </a:lnTo>
                <a:lnTo>
                  <a:pt x="102" y="241"/>
                </a:lnTo>
                <a:lnTo>
                  <a:pt x="102" y="240"/>
                </a:lnTo>
                <a:lnTo>
                  <a:pt x="101" y="240"/>
                </a:lnTo>
                <a:lnTo>
                  <a:pt x="100" y="240"/>
                </a:lnTo>
                <a:lnTo>
                  <a:pt x="100" y="239"/>
                </a:lnTo>
                <a:lnTo>
                  <a:pt x="100" y="238"/>
                </a:lnTo>
                <a:lnTo>
                  <a:pt x="101" y="237"/>
                </a:lnTo>
                <a:lnTo>
                  <a:pt x="101" y="236"/>
                </a:lnTo>
                <a:lnTo>
                  <a:pt x="100" y="236"/>
                </a:lnTo>
                <a:lnTo>
                  <a:pt x="101" y="236"/>
                </a:lnTo>
                <a:lnTo>
                  <a:pt x="101" y="235"/>
                </a:lnTo>
                <a:lnTo>
                  <a:pt x="101" y="234"/>
                </a:lnTo>
                <a:lnTo>
                  <a:pt x="100" y="234"/>
                </a:lnTo>
                <a:lnTo>
                  <a:pt x="100" y="233"/>
                </a:lnTo>
                <a:lnTo>
                  <a:pt x="101" y="233"/>
                </a:lnTo>
                <a:lnTo>
                  <a:pt x="101" y="232"/>
                </a:lnTo>
                <a:lnTo>
                  <a:pt x="100" y="232"/>
                </a:lnTo>
                <a:lnTo>
                  <a:pt x="99" y="232"/>
                </a:lnTo>
                <a:lnTo>
                  <a:pt x="99" y="231"/>
                </a:lnTo>
                <a:lnTo>
                  <a:pt x="98" y="231"/>
                </a:lnTo>
                <a:lnTo>
                  <a:pt x="97" y="231"/>
                </a:lnTo>
                <a:lnTo>
                  <a:pt x="97" y="230"/>
                </a:lnTo>
                <a:lnTo>
                  <a:pt x="96" y="230"/>
                </a:lnTo>
                <a:lnTo>
                  <a:pt x="96" y="229"/>
                </a:lnTo>
                <a:lnTo>
                  <a:pt x="95" y="229"/>
                </a:lnTo>
                <a:lnTo>
                  <a:pt x="95" y="228"/>
                </a:lnTo>
                <a:lnTo>
                  <a:pt x="95" y="227"/>
                </a:lnTo>
                <a:lnTo>
                  <a:pt x="95" y="226"/>
                </a:lnTo>
                <a:lnTo>
                  <a:pt x="95" y="225"/>
                </a:lnTo>
                <a:lnTo>
                  <a:pt x="94" y="225"/>
                </a:lnTo>
                <a:lnTo>
                  <a:pt x="95" y="224"/>
                </a:lnTo>
                <a:lnTo>
                  <a:pt x="95" y="223"/>
                </a:lnTo>
                <a:lnTo>
                  <a:pt x="94" y="223"/>
                </a:lnTo>
                <a:lnTo>
                  <a:pt x="94" y="222"/>
                </a:lnTo>
                <a:lnTo>
                  <a:pt x="94" y="221"/>
                </a:lnTo>
                <a:lnTo>
                  <a:pt x="93" y="221"/>
                </a:lnTo>
                <a:lnTo>
                  <a:pt x="93" y="220"/>
                </a:lnTo>
                <a:lnTo>
                  <a:pt x="92" y="220"/>
                </a:lnTo>
                <a:lnTo>
                  <a:pt x="92" y="219"/>
                </a:lnTo>
                <a:lnTo>
                  <a:pt x="92" y="218"/>
                </a:lnTo>
                <a:lnTo>
                  <a:pt x="91" y="218"/>
                </a:lnTo>
                <a:lnTo>
                  <a:pt x="91" y="217"/>
                </a:lnTo>
                <a:lnTo>
                  <a:pt x="90" y="217"/>
                </a:lnTo>
                <a:lnTo>
                  <a:pt x="89" y="217"/>
                </a:lnTo>
                <a:lnTo>
                  <a:pt x="89" y="216"/>
                </a:lnTo>
                <a:lnTo>
                  <a:pt x="88" y="216"/>
                </a:lnTo>
                <a:lnTo>
                  <a:pt x="87" y="216"/>
                </a:lnTo>
                <a:lnTo>
                  <a:pt x="86" y="216"/>
                </a:lnTo>
                <a:lnTo>
                  <a:pt x="86" y="215"/>
                </a:lnTo>
                <a:lnTo>
                  <a:pt x="85" y="215"/>
                </a:lnTo>
                <a:lnTo>
                  <a:pt x="86" y="215"/>
                </a:lnTo>
                <a:lnTo>
                  <a:pt x="85" y="215"/>
                </a:lnTo>
                <a:lnTo>
                  <a:pt x="85" y="214"/>
                </a:lnTo>
                <a:lnTo>
                  <a:pt x="85" y="213"/>
                </a:lnTo>
                <a:lnTo>
                  <a:pt x="85" y="212"/>
                </a:lnTo>
                <a:lnTo>
                  <a:pt x="86" y="212"/>
                </a:lnTo>
                <a:lnTo>
                  <a:pt x="85" y="212"/>
                </a:lnTo>
                <a:lnTo>
                  <a:pt x="85" y="211"/>
                </a:lnTo>
                <a:lnTo>
                  <a:pt x="85" y="210"/>
                </a:lnTo>
                <a:lnTo>
                  <a:pt x="84" y="210"/>
                </a:lnTo>
                <a:lnTo>
                  <a:pt x="84" y="209"/>
                </a:lnTo>
                <a:lnTo>
                  <a:pt x="84" y="208"/>
                </a:lnTo>
                <a:lnTo>
                  <a:pt x="84" y="207"/>
                </a:lnTo>
                <a:lnTo>
                  <a:pt x="84" y="206"/>
                </a:lnTo>
                <a:lnTo>
                  <a:pt x="85" y="206"/>
                </a:lnTo>
                <a:lnTo>
                  <a:pt x="84" y="205"/>
                </a:lnTo>
                <a:lnTo>
                  <a:pt x="83" y="204"/>
                </a:lnTo>
                <a:lnTo>
                  <a:pt x="83" y="203"/>
                </a:lnTo>
                <a:lnTo>
                  <a:pt x="82" y="202"/>
                </a:lnTo>
                <a:lnTo>
                  <a:pt x="82" y="201"/>
                </a:lnTo>
                <a:lnTo>
                  <a:pt x="82" y="200"/>
                </a:lnTo>
                <a:lnTo>
                  <a:pt x="82" y="199"/>
                </a:lnTo>
                <a:lnTo>
                  <a:pt x="81" y="199"/>
                </a:lnTo>
                <a:lnTo>
                  <a:pt x="81" y="198"/>
                </a:lnTo>
                <a:lnTo>
                  <a:pt x="81" y="197"/>
                </a:lnTo>
                <a:lnTo>
                  <a:pt x="80" y="196"/>
                </a:lnTo>
                <a:lnTo>
                  <a:pt x="80" y="195"/>
                </a:lnTo>
                <a:lnTo>
                  <a:pt x="79" y="195"/>
                </a:lnTo>
                <a:lnTo>
                  <a:pt x="79" y="194"/>
                </a:lnTo>
                <a:lnTo>
                  <a:pt x="79" y="193"/>
                </a:lnTo>
                <a:lnTo>
                  <a:pt x="80" y="193"/>
                </a:lnTo>
                <a:lnTo>
                  <a:pt x="80" y="192"/>
                </a:lnTo>
                <a:lnTo>
                  <a:pt x="81" y="192"/>
                </a:lnTo>
                <a:lnTo>
                  <a:pt x="81" y="191"/>
                </a:lnTo>
                <a:lnTo>
                  <a:pt x="81" y="190"/>
                </a:lnTo>
                <a:lnTo>
                  <a:pt x="81" y="189"/>
                </a:lnTo>
                <a:lnTo>
                  <a:pt x="82" y="189"/>
                </a:lnTo>
                <a:lnTo>
                  <a:pt x="82" y="188"/>
                </a:lnTo>
                <a:lnTo>
                  <a:pt x="83" y="188"/>
                </a:lnTo>
                <a:lnTo>
                  <a:pt x="83" y="187"/>
                </a:lnTo>
                <a:lnTo>
                  <a:pt x="84" y="187"/>
                </a:lnTo>
                <a:lnTo>
                  <a:pt x="83" y="186"/>
                </a:lnTo>
                <a:lnTo>
                  <a:pt x="82" y="186"/>
                </a:lnTo>
                <a:lnTo>
                  <a:pt x="80" y="186"/>
                </a:lnTo>
                <a:lnTo>
                  <a:pt x="79" y="186"/>
                </a:lnTo>
                <a:lnTo>
                  <a:pt x="79" y="185"/>
                </a:lnTo>
                <a:lnTo>
                  <a:pt x="79" y="184"/>
                </a:lnTo>
                <a:lnTo>
                  <a:pt x="78" y="184"/>
                </a:lnTo>
                <a:lnTo>
                  <a:pt x="78" y="183"/>
                </a:lnTo>
                <a:lnTo>
                  <a:pt x="78" y="182"/>
                </a:lnTo>
                <a:lnTo>
                  <a:pt x="78" y="181"/>
                </a:lnTo>
                <a:lnTo>
                  <a:pt x="77" y="181"/>
                </a:lnTo>
                <a:lnTo>
                  <a:pt x="77" y="180"/>
                </a:lnTo>
                <a:lnTo>
                  <a:pt x="77" y="179"/>
                </a:lnTo>
                <a:lnTo>
                  <a:pt x="78" y="179"/>
                </a:lnTo>
                <a:lnTo>
                  <a:pt x="79" y="179"/>
                </a:lnTo>
                <a:lnTo>
                  <a:pt x="80" y="179"/>
                </a:lnTo>
                <a:lnTo>
                  <a:pt x="81" y="179"/>
                </a:lnTo>
                <a:lnTo>
                  <a:pt x="82" y="179"/>
                </a:lnTo>
                <a:lnTo>
                  <a:pt x="82" y="178"/>
                </a:lnTo>
                <a:lnTo>
                  <a:pt x="83" y="179"/>
                </a:lnTo>
                <a:lnTo>
                  <a:pt x="84" y="179"/>
                </a:lnTo>
                <a:lnTo>
                  <a:pt x="85" y="178"/>
                </a:lnTo>
                <a:lnTo>
                  <a:pt x="87" y="177"/>
                </a:lnTo>
                <a:lnTo>
                  <a:pt x="88" y="176"/>
                </a:lnTo>
                <a:lnTo>
                  <a:pt x="89" y="176"/>
                </a:lnTo>
                <a:lnTo>
                  <a:pt x="90" y="175"/>
                </a:lnTo>
                <a:lnTo>
                  <a:pt x="91" y="175"/>
                </a:lnTo>
                <a:lnTo>
                  <a:pt x="90" y="175"/>
                </a:lnTo>
                <a:lnTo>
                  <a:pt x="90" y="174"/>
                </a:lnTo>
                <a:lnTo>
                  <a:pt x="90" y="173"/>
                </a:lnTo>
                <a:lnTo>
                  <a:pt x="89" y="173"/>
                </a:lnTo>
                <a:lnTo>
                  <a:pt x="90" y="172"/>
                </a:lnTo>
                <a:lnTo>
                  <a:pt x="89" y="172"/>
                </a:lnTo>
                <a:lnTo>
                  <a:pt x="89" y="171"/>
                </a:lnTo>
                <a:lnTo>
                  <a:pt x="89" y="170"/>
                </a:lnTo>
                <a:lnTo>
                  <a:pt x="89" y="169"/>
                </a:lnTo>
                <a:lnTo>
                  <a:pt x="89" y="168"/>
                </a:lnTo>
                <a:lnTo>
                  <a:pt x="89" y="167"/>
                </a:lnTo>
                <a:lnTo>
                  <a:pt x="89" y="166"/>
                </a:lnTo>
                <a:lnTo>
                  <a:pt x="89" y="165"/>
                </a:lnTo>
                <a:lnTo>
                  <a:pt x="90" y="165"/>
                </a:lnTo>
                <a:lnTo>
                  <a:pt x="90" y="164"/>
                </a:lnTo>
                <a:lnTo>
                  <a:pt x="90" y="163"/>
                </a:lnTo>
                <a:lnTo>
                  <a:pt x="91" y="163"/>
                </a:lnTo>
                <a:lnTo>
                  <a:pt x="91" y="162"/>
                </a:lnTo>
                <a:lnTo>
                  <a:pt x="91" y="161"/>
                </a:lnTo>
                <a:lnTo>
                  <a:pt x="92" y="161"/>
                </a:lnTo>
                <a:lnTo>
                  <a:pt x="92" y="160"/>
                </a:lnTo>
                <a:lnTo>
                  <a:pt x="92" y="159"/>
                </a:lnTo>
                <a:lnTo>
                  <a:pt x="92" y="158"/>
                </a:lnTo>
                <a:lnTo>
                  <a:pt x="92" y="156"/>
                </a:lnTo>
                <a:lnTo>
                  <a:pt x="92" y="155"/>
                </a:lnTo>
                <a:lnTo>
                  <a:pt x="92" y="154"/>
                </a:lnTo>
                <a:lnTo>
                  <a:pt x="92" y="153"/>
                </a:lnTo>
                <a:lnTo>
                  <a:pt x="93" y="153"/>
                </a:lnTo>
                <a:lnTo>
                  <a:pt x="93" y="152"/>
                </a:lnTo>
                <a:lnTo>
                  <a:pt x="94" y="152"/>
                </a:lnTo>
                <a:lnTo>
                  <a:pt x="94" y="151"/>
                </a:lnTo>
                <a:lnTo>
                  <a:pt x="94" y="150"/>
                </a:lnTo>
                <a:lnTo>
                  <a:pt x="93" y="150"/>
                </a:lnTo>
                <a:lnTo>
                  <a:pt x="92" y="150"/>
                </a:lnTo>
                <a:lnTo>
                  <a:pt x="92" y="149"/>
                </a:lnTo>
                <a:lnTo>
                  <a:pt x="93" y="149"/>
                </a:lnTo>
                <a:lnTo>
                  <a:pt x="92" y="149"/>
                </a:lnTo>
                <a:lnTo>
                  <a:pt x="91" y="149"/>
                </a:lnTo>
                <a:lnTo>
                  <a:pt x="91" y="148"/>
                </a:lnTo>
                <a:lnTo>
                  <a:pt x="92" y="148"/>
                </a:lnTo>
                <a:lnTo>
                  <a:pt x="92" y="147"/>
                </a:lnTo>
                <a:lnTo>
                  <a:pt x="92" y="146"/>
                </a:lnTo>
                <a:lnTo>
                  <a:pt x="92" y="145"/>
                </a:lnTo>
                <a:lnTo>
                  <a:pt x="93" y="145"/>
                </a:lnTo>
                <a:lnTo>
                  <a:pt x="92" y="145"/>
                </a:lnTo>
                <a:lnTo>
                  <a:pt x="92" y="144"/>
                </a:lnTo>
                <a:lnTo>
                  <a:pt x="93" y="144"/>
                </a:lnTo>
                <a:lnTo>
                  <a:pt x="93" y="143"/>
                </a:lnTo>
                <a:lnTo>
                  <a:pt x="94" y="142"/>
                </a:lnTo>
                <a:lnTo>
                  <a:pt x="94" y="141"/>
                </a:lnTo>
                <a:lnTo>
                  <a:pt x="94" y="140"/>
                </a:lnTo>
                <a:lnTo>
                  <a:pt x="95" y="140"/>
                </a:lnTo>
                <a:lnTo>
                  <a:pt x="95" y="139"/>
                </a:lnTo>
                <a:lnTo>
                  <a:pt x="95" y="138"/>
                </a:lnTo>
                <a:lnTo>
                  <a:pt x="94" y="138"/>
                </a:lnTo>
                <a:lnTo>
                  <a:pt x="94" y="137"/>
                </a:lnTo>
                <a:lnTo>
                  <a:pt x="94" y="136"/>
                </a:lnTo>
                <a:lnTo>
                  <a:pt x="93" y="136"/>
                </a:lnTo>
                <a:lnTo>
                  <a:pt x="92" y="136"/>
                </a:lnTo>
                <a:lnTo>
                  <a:pt x="92" y="135"/>
                </a:lnTo>
                <a:lnTo>
                  <a:pt x="92" y="134"/>
                </a:lnTo>
                <a:lnTo>
                  <a:pt x="91" y="134"/>
                </a:lnTo>
                <a:lnTo>
                  <a:pt x="90" y="134"/>
                </a:lnTo>
                <a:lnTo>
                  <a:pt x="89" y="134"/>
                </a:lnTo>
                <a:lnTo>
                  <a:pt x="89" y="133"/>
                </a:lnTo>
                <a:lnTo>
                  <a:pt x="88" y="133"/>
                </a:lnTo>
                <a:lnTo>
                  <a:pt x="87" y="133"/>
                </a:lnTo>
                <a:lnTo>
                  <a:pt x="87" y="132"/>
                </a:lnTo>
                <a:lnTo>
                  <a:pt x="87" y="131"/>
                </a:lnTo>
                <a:lnTo>
                  <a:pt x="88" y="131"/>
                </a:lnTo>
                <a:lnTo>
                  <a:pt x="88" y="130"/>
                </a:lnTo>
                <a:lnTo>
                  <a:pt x="88" y="129"/>
                </a:lnTo>
                <a:lnTo>
                  <a:pt x="89" y="129"/>
                </a:lnTo>
                <a:lnTo>
                  <a:pt x="90" y="129"/>
                </a:lnTo>
                <a:lnTo>
                  <a:pt x="89" y="128"/>
                </a:lnTo>
                <a:lnTo>
                  <a:pt x="89" y="127"/>
                </a:lnTo>
                <a:lnTo>
                  <a:pt x="90" y="126"/>
                </a:lnTo>
                <a:lnTo>
                  <a:pt x="90" y="125"/>
                </a:lnTo>
                <a:lnTo>
                  <a:pt x="91" y="125"/>
                </a:lnTo>
                <a:lnTo>
                  <a:pt x="91" y="126"/>
                </a:lnTo>
                <a:lnTo>
                  <a:pt x="92" y="126"/>
                </a:lnTo>
                <a:lnTo>
                  <a:pt x="91" y="126"/>
                </a:lnTo>
                <a:lnTo>
                  <a:pt x="91" y="127"/>
                </a:lnTo>
                <a:lnTo>
                  <a:pt x="92" y="127"/>
                </a:lnTo>
                <a:lnTo>
                  <a:pt x="93" y="127"/>
                </a:lnTo>
                <a:lnTo>
                  <a:pt x="93" y="126"/>
                </a:lnTo>
                <a:lnTo>
                  <a:pt x="95" y="126"/>
                </a:lnTo>
                <a:lnTo>
                  <a:pt x="95" y="127"/>
                </a:lnTo>
                <a:lnTo>
                  <a:pt x="96" y="127"/>
                </a:lnTo>
                <a:lnTo>
                  <a:pt x="97" y="127"/>
                </a:lnTo>
                <a:lnTo>
                  <a:pt x="98" y="127"/>
                </a:lnTo>
                <a:lnTo>
                  <a:pt x="99" y="127"/>
                </a:lnTo>
                <a:lnTo>
                  <a:pt x="100" y="127"/>
                </a:lnTo>
                <a:lnTo>
                  <a:pt x="100" y="126"/>
                </a:lnTo>
                <a:lnTo>
                  <a:pt x="101" y="126"/>
                </a:lnTo>
                <a:lnTo>
                  <a:pt x="102" y="125"/>
                </a:lnTo>
                <a:lnTo>
                  <a:pt x="103" y="125"/>
                </a:lnTo>
                <a:lnTo>
                  <a:pt x="104" y="125"/>
                </a:lnTo>
                <a:lnTo>
                  <a:pt x="104" y="124"/>
                </a:lnTo>
                <a:lnTo>
                  <a:pt x="104" y="123"/>
                </a:lnTo>
                <a:lnTo>
                  <a:pt x="105" y="123"/>
                </a:lnTo>
                <a:lnTo>
                  <a:pt x="106" y="123"/>
                </a:lnTo>
                <a:lnTo>
                  <a:pt x="106" y="124"/>
                </a:lnTo>
                <a:lnTo>
                  <a:pt x="107" y="124"/>
                </a:lnTo>
                <a:lnTo>
                  <a:pt x="107" y="125"/>
                </a:lnTo>
                <a:lnTo>
                  <a:pt x="108" y="125"/>
                </a:lnTo>
                <a:lnTo>
                  <a:pt x="108" y="126"/>
                </a:lnTo>
                <a:lnTo>
                  <a:pt x="108" y="125"/>
                </a:lnTo>
                <a:lnTo>
                  <a:pt x="109" y="125"/>
                </a:lnTo>
                <a:lnTo>
                  <a:pt x="109" y="124"/>
                </a:lnTo>
                <a:lnTo>
                  <a:pt x="110" y="124"/>
                </a:lnTo>
                <a:lnTo>
                  <a:pt x="111" y="124"/>
                </a:lnTo>
                <a:lnTo>
                  <a:pt x="112" y="124"/>
                </a:lnTo>
                <a:lnTo>
                  <a:pt x="112" y="123"/>
                </a:lnTo>
                <a:lnTo>
                  <a:pt x="112" y="122"/>
                </a:lnTo>
                <a:lnTo>
                  <a:pt x="113" y="122"/>
                </a:lnTo>
                <a:lnTo>
                  <a:pt x="113" y="121"/>
                </a:lnTo>
                <a:lnTo>
                  <a:pt x="113" y="122"/>
                </a:lnTo>
                <a:lnTo>
                  <a:pt x="114" y="122"/>
                </a:lnTo>
                <a:lnTo>
                  <a:pt x="114" y="123"/>
                </a:lnTo>
                <a:lnTo>
                  <a:pt x="114" y="124"/>
                </a:lnTo>
                <a:lnTo>
                  <a:pt x="115" y="124"/>
                </a:lnTo>
                <a:lnTo>
                  <a:pt x="116" y="124"/>
                </a:lnTo>
                <a:lnTo>
                  <a:pt x="116" y="125"/>
                </a:lnTo>
                <a:lnTo>
                  <a:pt x="116" y="126"/>
                </a:lnTo>
                <a:lnTo>
                  <a:pt x="117" y="125"/>
                </a:lnTo>
                <a:lnTo>
                  <a:pt x="117" y="124"/>
                </a:lnTo>
                <a:lnTo>
                  <a:pt x="118" y="124"/>
                </a:lnTo>
                <a:lnTo>
                  <a:pt x="118" y="125"/>
                </a:lnTo>
                <a:lnTo>
                  <a:pt x="119" y="124"/>
                </a:lnTo>
                <a:lnTo>
                  <a:pt x="119" y="123"/>
                </a:lnTo>
                <a:lnTo>
                  <a:pt x="119" y="122"/>
                </a:lnTo>
                <a:lnTo>
                  <a:pt x="120" y="122"/>
                </a:lnTo>
                <a:lnTo>
                  <a:pt x="120" y="121"/>
                </a:lnTo>
                <a:lnTo>
                  <a:pt x="121" y="120"/>
                </a:lnTo>
                <a:lnTo>
                  <a:pt x="121" y="119"/>
                </a:lnTo>
                <a:lnTo>
                  <a:pt x="121" y="118"/>
                </a:lnTo>
                <a:lnTo>
                  <a:pt x="122" y="118"/>
                </a:lnTo>
                <a:lnTo>
                  <a:pt x="122" y="117"/>
                </a:lnTo>
                <a:lnTo>
                  <a:pt x="123" y="116"/>
                </a:lnTo>
                <a:lnTo>
                  <a:pt x="124" y="116"/>
                </a:lnTo>
                <a:lnTo>
                  <a:pt x="124" y="115"/>
                </a:lnTo>
                <a:lnTo>
                  <a:pt x="125" y="115"/>
                </a:lnTo>
                <a:lnTo>
                  <a:pt x="125" y="114"/>
                </a:lnTo>
                <a:lnTo>
                  <a:pt x="126" y="114"/>
                </a:lnTo>
                <a:lnTo>
                  <a:pt x="126" y="113"/>
                </a:lnTo>
                <a:lnTo>
                  <a:pt x="126" y="112"/>
                </a:lnTo>
                <a:lnTo>
                  <a:pt x="127" y="112"/>
                </a:lnTo>
                <a:lnTo>
                  <a:pt x="127" y="111"/>
                </a:lnTo>
                <a:lnTo>
                  <a:pt x="127" y="110"/>
                </a:lnTo>
                <a:lnTo>
                  <a:pt x="128" y="110"/>
                </a:lnTo>
                <a:lnTo>
                  <a:pt x="128" y="109"/>
                </a:lnTo>
                <a:lnTo>
                  <a:pt x="129" y="109"/>
                </a:lnTo>
                <a:lnTo>
                  <a:pt x="129" y="108"/>
                </a:lnTo>
                <a:lnTo>
                  <a:pt x="129" y="107"/>
                </a:lnTo>
                <a:lnTo>
                  <a:pt x="129" y="106"/>
                </a:lnTo>
                <a:lnTo>
                  <a:pt x="130" y="106"/>
                </a:lnTo>
                <a:lnTo>
                  <a:pt x="131" y="106"/>
                </a:lnTo>
                <a:lnTo>
                  <a:pt x="132" y="106"/>
                </a:lnTo>
                <a:lnTo>
                  <a:pt x="132" y="107"/>
                </a:lnTo>
                <a:lnTo>
                  <a:pt x="134" y="107"/>
                </a:lnTo>
                <a:lnTo>
                  <a:pt x="135" y="107"/>
                </a:lnTo>
                <a:lnTo>
                  <a:pt x="136" y="107"/>
                </a:lnTo>
                <a:lnTo>
                  <a:pt x="136" y="106"/>
                </a:lnTo>
                <a:lnTo>
                  <a:pt x="137" y="106"/>
                </a:lnTo>
                <a:lnTo>
                  <a:pt x="136" y="106"/>
                </a:lnTo>
                <a:lnTo>
                  <a:pt x="137" y="106"/>
                </a:lnTo>
                <a:lnTo>
                  <a:pt x="136" y="106"/>
                </a:lnTo>
                <a:lnTo>
                  <a:pt x="136" y="105"/>
                </a:lnTo>
                <a:lnTo>
                  <a:pt x="137" y="105"/>
                </a:lnTo>
                <a:lnTo>
                  <a:pt x="137" y="104"/>
                </a:lnTo>
                <a:lnTo>
                  <a:pt x="138" y="103"/>
                </a:lnTo>
                <a:lnTo>
                  <a:pt x="139" y="102"/>
                </a:lnTo>
                <a:lnTo>
                  <a:pt x="139" y="99"/>
                </a:lnTo>
                <a:lnTo>
                  <a:pt x="140" y="98"/>
                </a:lnTo>
                <a:lnTo>
                  <a:pt x="142" y="95"/>
                </a:lnTo>
                <a:lnTo>
                  <a:pt x="143" y="96"/>
                </a:lnTo>
                <a:lnTo>
                  <a:pt x="145" y="95"/>
                </a:lnTo>
                <a:lnTo>
                  <a:pt x="146" y="95"/>
                </a:lnTo>
                <a:lnTo>
                  <a:pt x="148" y="95"/>
                </a:lnTo>
                <a:lnTo>
                  <a:pt x="150" y="95"/>
                </a:lnTo>
                <a:lnTo>
                  <a:pt x="150" y="94"/>
                </a:lnTo>
                <a:lnTo>
                  <a:pt x="151" y="94"/>
                </a:lnTo>
                <a:lnTo>
                  <a:pt x="152" y="93"/>
                </a:lnTo>
                <a:lnTo>
                  <a:pt x="152" y="94"/>
                </a:lnTo>
                <a:lnTo>
                  <a:pt x="152" y="95"/>
                </a:lnTo>
                <a:lnTo>
                  <a:pt x="152" y="96"/>
                </a:lnTo>
                <a:lnTo>
                  <a:pt x="153" y="96"/>
                </a:lnTo>
                <a:lnTo>
                  <a:pt x="154" y="96"/>
                </a:lnTo>
                <a:lnTo>
                  <a:pt x="154" y="97"/>
                </a:lnTo>
                <a:lnTo>
                  <a:pt x="155" y="97"/>
                </a:lnTo>
                <a:lnTo>
                  <a:pt x="154" y="98"/>
                </a:lnTo>
                <a:lnTo>
                  <a:pt x="155" y="99"/>
                </a:lnTo>
                <a:lnTo>
                  <a:pt x="156" y="99"/>
                </a:lnTo>
                <a:lnTo>
                  <a:pt x="157" y="99"/>
                </a:lnTo>
                <a:lnTo>
                  <a:pt x="158" y="99"/>
                </a:lnTo>
                <a:lnTo>
                  <a:pt x="159" y="99"/>
                </a:lnTo>
                <a:lnTo>
                  <a:pt x="160" y="100"/>
                </a:lnTo>
                <a:lnTo>
                  <a:pt x="162" y="99"/>
                </a:lnTo>
                <a:lnTo>
                  <a:pt x="162" y="98"/>
                </a:lnTo>
                <a:lnTo>
                  <a:pt x="163" y="98"/>
                </a:lnTo>
                <a:lnTo>
                  <a:pt x="165" y="98"/>
                </a:lnTo>
                <a:lnTo>
                  <a:pt x="167" y="98"/>
                </a:lnTo>
                <a:lnTo>
                  <a:pt x="167" y="99"/>
                </a:lnTo>
                <a:lnTo>
                  <a:pt x="168" y="99"/>
                </a:lnTo>
                <a:lnTo>
                  <a:pt x="169" y="99"/>
                </a:lnTo>
                <a:lnTo>
                  <a:pt x="170" y="99"/>
                </a:lnTo>
                <a:lnTo>
                  <a:pt x="171" y="99"/>
                </a:lnTo>
                <a:lnTo>
                  <a:pt x="171" y="100"/>
                </a:lnTo>
                <a:lnTo>
                  <a:pt x="171" y="101"/>
                </a:lnTo>
                <a:lnTo>
                  <a:pt x="172" y="101"/>
                </a:lnTo>
                <a:lnTo>
                  <a:pt x="173" y="101"/>
                </a:lnTo>
                <a:lnTo>
                  <a:pt x="174" y="101"/>
                </a:lnTo>
                <a:lnTo>
                  <a:pt x="175" y="101"/>
                </a:lnTo>
                <a:lnTo>
                  <a:pt x="177" y="101"/>
                </a:lnTo>
                <a:lnTo>
                  <a:pt x="177" y="100"/>
                </a:lnTo>
                <a:lnTo>
                  <a:pt x="178" y="100"/>
                </a:lnTo>
                <a:lnTo>
                  <a:pt x="180" y="101"/>
                </a:lnTo>
                <a:lnTo>
                  <a:pt x="181" y="102"/>
                </a:lnTo>
                <a:lnTo>
                  <a:pt x="182" y="102"/>
                </a:lnTo>
                <a:lnTo>
                  <a:pt x="183" y="101"/>
                </a:lnTo>
                <a:lnTo>
                  <a:pt x="184" y="102"/>
                </a:lnTo>
                <a:lnTo>
                  <a:pt x="185" y="102"/>
                </a:lnTo>
                <a:lnTo>
                  <a:pt x="185" y="103"/>
                </a:lnTo>
                <a:lnTo>
                  <a:pt x="190" y="102"/>
                </a:lnTo>
                <a:lnTo>
                  <a:pt x="191" y="101"/>
                </a:lnTo>
                <a:lnTo>
                  <a:pt x="191" y="100"/>
                </a:lnTo>
                <a:lnTo>
                  <a:pt x="192" y="100"/>
                </a:lnTo>
                <a:lnTo>
                  <a:pt x="192" y="101"/>
                </a:lnTo>
                <a:lnTo>
                  <a:pt x="193" y="101"/>
                </a:lnTo>
                <a:lnTo>
                  <a:pt x="193" y="102"/>
                </a:lnTo>
                <a:lnTo>
                  <a:pt x="193" y="103"/>
                </a:lnTo>
                <a:lnTo>
                  <a:pt x="194" y="103"/>
                </a:lnTo>
                <a:lnTo>
                  <a:pt x="196" y="103"/>
                </a:lnTo>
                <a:lnTo>
                  <a:pt x="197" y="103"/>
                </a:lnTo>
                <a:lnTo>
                  <a:pt x="198" y="103"/>
                </a:lnTo>
                <a:lnTo>
                  <a:pt x="198" y="104"/>
                </a:lnTo>
                <a:lnTo>
                  <a:pt x="198" y="105"/>
                </a:lnTo>
                <a:lnTo>
                  <a:pt x="199" y="106"/>
                </a:lnTo>
                <a:lnTo>
                  <a:pt x="200" y="106"/>
                </a:lnTo>
                <a:lnTo>
                  <a:pt x="201" y="106"/>
                </a:lnTo>
                <a:lnTo>
                  <a:pt x="202" y="106"/>
                </a:lnTo>
                <a:lnTo>
                  <a:pt x="203" y="106"/>
                </a:lnTo>
                <a:lnTo>
                  <a:pt x="204" y="107"/>
                </a:lnTo>
                <a:lnTo>
                  <a:pt x="205" y="107"/>
                </a:lnTo>
                <a:lnTo>
                  <a:pt x="205" y="106"/>
                </a:lnTo>
                <a:lnTo>
                  <a:pt x="206" y="106"/>
                </a:lnTo>
                <a:lnTo>
                  <a:pt x="206" y="105"/>
                </a:lnTo>
                <a:lnTo>
                  <a:pt x="206" y="104"/>
                </a:lnTo>
                <a:lnTo>
                  <a:pt x="208" y="103"/>
                </a:lnTo>
                <a:lnTo>
                  <a:pt x="209" y="103"/>
                </a:lnTo>
                <a:lnTo>
                  <a:pt x="209" y="104"/>
                </a:lnTo>
                <a:lnTo>
                  <a:pt x="209" y="105"/>
                </a:lnTo>
                <a:lnTo>
                  <a:pt x="210" y="106"/>
                </a:lnTo>
                <a:lnTo>
                  <a:pt x="211" y="106"/>
                </a:lnTo>
                <a:lnTo>
                  <a:pt x="213" y="106"/>
                </a:lnTo>
                <a:lnTo>
                  <a:pt x="215" y="106"/>
                </a:lnTo>
                <a:lnTo>
                  <a:pt x="216" y="106"/>
                </a:lnTo>
                <a:lnTo>
                  <a:pt x="217" y="106"/>
                </a:lnTo>
                <a:lnTo>
                  <a:pt x="217" y="107"/>
                </a:lnTo>
                <a:lnTo>
                  <a:pt x="218" y="106"/>
                </a:lnTo>
                <a:lnTo>
                  <a:pt x="219" y="106"/>
                </a:lnTo>
                <a:lnTo>
                  <a:pt x="219" y="105"/>
                </a:lnTo>
                <a:lnTo>
                  <a:pt x="220" y="105"/>
                </a:lnTo>
                <a:lnTo>
                  <a:pt x="220" y="106"/>
                </a:lnTo>
                <a:lnTo>
                  <a:pt x="221" y="106"/>
                </a:lnTo>
                <a:lnTo>
                  <a:pt x="221" y="105"/>
                </a:lnTo>
                <a:lnTo>
                  <a:pt x="221" y="104"/>
                </a:lnTo>
                <a:lnTo>
                  <a:pt x="221" y="103"/>
                </a:lnTo>
                <a:lnTo>
                  <a:pt x="222" y="103"/>
                </a:lnTo>
                <a:lnTo>
                  <a:pt x="223" y="103"/>
                </a:lnTo>
                <a:lnTo>
                  <a:pt x="224" y="103"/>
                </a:lnTo>
                <a:lnTo>
                  <a:pt x="224" y="102"/>
                </a:lnTo>
                <a:lnTo>
                  <a:pt x="225" y="101"/>
                </a:lnTo>
                <a:lnTo>
                  <a:pt x="224" y="101"/>
                </a:lnTo>
                <a:lnTo>
                  <a:pt x="224" y="100"/>
                </a:lnTo>
                <a:lnTo>
                  <a:pt x="225" y="100"/>
                </a:lnTo>
                <a:lnTo>
                  <a:pt x="225" y="101"/>
                </a:lnTo>
                <a:lnTo>
                  <a:pt x="226" y="101"/>
                </a:lnTo>
                <a:lnTo>
                  <a:pt x="226" y="100"/>
                </a:lnTo>
                <a:lnTo>
                  <a:pt x="225" y="99"/>
                </a:lnTo>
                <a:lnTo>
                  <a:pt x="224" y="99"/>
                </a:lnTo>
                <a:lnTo>
                  <a:pt x="225" y="98"/>
                </a:lnTo>
                <a:lnTo>
                  <a:pt x="225" y="97"/>
                </a:lnTo>
                <a:lnTo>
                  <a:pt x="225" y="96"/>
                </a:lnTo>
                <a:lnTo>
                  <a:pt x="226" y="96"/>
                </a:lnTo>
                <a:lnTo>
                  <a:pt x="227" y="95"/>
                </a:lnTo>
                <a:lnTo>
                  <a:pt x="228" y="95"/>
                </a:lnTo>
                <a:lnTo>
                  <a:pt x="227" y="95"/>
                </a:lnTo>
                <a:lnTo>
                  <a:pt x="227" y="94"/>
                </a:lnTo>
                <a:lnTo>
                  <a:pt x="228" y="93"/>
                </a:lnTo>
                <a:lnTo>
                  <a:pt x="229" y="92"/>
                </a:lnTo>
                <a:lnTo>
                  <a:pt x="229" y="91"/>
                </a:lnTo>
                <a:lnTo>
                  <a:pt x="232" y="91"/>
                </a:lnTo>
                <a:lnTo>
                  <a:pt x="232" y="90"/>
                </a:lnTo>
                <a:lnTo>
                  <a:pt x="232" y="89"/>
                </a:lnTo>
                <a:lnTo>
                  <a:pt x="232" y="88"/>
                </a:lnTo>
                <a:lnTo>
                  <a:pt x="233" y="88"/>
                </a:lnTo>
                <a:lnTo>
                  <a:pt x="233" y="87"/>
                </a:lnTo>
                <a:lnTo>
                  <a:pt x="232" y="87"/>
                </a:lnTo>
                <a:lnTo>
                  <a:pt x="232" y="86"/>
                </a:lnTo>
                <a:lnTo>
                  <a:pt x="231" y="86"/>
                </a:lnTo>
                <a:lnTo>
                  <a:pt x="231" y="85"/>
                </a:lnTo>
                <a:lnTo>
                  <a:pt x="231" y="84"/>
                </a:lnTo>
                <a:lnTo>
                  <a:pt x="233" y="83"/>
                </a:lnTo>
                <a:lnTo>
                  <a:pt x="234" y="83"/>
                </a:lnTo>
                <a:lnTo>
                  <a:pt x="235" y="83"/>
                </a:lnTo>
                <a:lnTo>
                  <a:pt x="236" y="83"/>
                </a:lnTo>
                <a:lnTo>
                  <a:pt x="236" y="82"/>
                </a:lnTo>
                <a:lnTo>
                  <a:pt x="236" y="80"/>
                </a:lnTo>
                <a:lnTo>
                  <a:pt x="236" y="79"/>
                </a:lnTo>
                <a:lnTo>
                  <a:pt x="236" y="77"/>
                </a:lnTo>
                <a:lnTo>
                  <a:pt x="238" y="75"/>
                </a:lnTo>
                <a:lnTo>
                  <a:pt x="240" y="73"/>
                </a:lnTo>
                <a:lnTo>
                  <a:pt x="240" y="72"/>
                </a:lnTo>
                <a:lnTo>
                  <a:pt x="241" y="72"/>
                </a:lnTo>
                <a:lnTo>
                  <a:pt x="241" y="71"/>
                </a:lnTo>
                <a:lnTo>
                  <a:pt x="242" y="70"/>
                </a:lnTo>
                <a:lnTo>
                  <a:pt x="243" y="69"/>
                </a:lnTo>
                <a:lnTo>
                  <a:pt x="243" y="68"/>
                </a:lnTo>
                <a:lnTo>
                  <a:pt x="244" y="66"/>
                </a:lnTo>
                <a:lnTo>
                  <a:pt x="243" y="66"/>
                </a:lnTo>
                <a:lnTo>
                  <a:pt x="243" y="63"/>
                </a:lnTo>
                <a:lnTo>
                  <a:pt x="243" y="62"/>
                </a:lnTo>
                <a:lnTo>
                  <a:pt x="244" y="62"/>
                </a:lnTo>
                <a:lnTo>
                  <a:pt x="246" y="62"/>
                </a:lnTo>
                <a:lnTo>
                  <a:pt x="247" y="62"/>
                </a:lnTo>
                <a:lnTo>
                  <a:pt x="248" y="63"/>
                </a:lnTo>
                <a:lnTo>
                  <a:pt x="249" y="64"/>
                </a:lnTo>
                <a:lnTo>
                  <a:pt x="251" y="63"/>
                </a:lnTo>
                <a:lnTo>
                  <a:pt x="251" y="62"/>
                </a:lnTo>
                <a:lnTo>
                  <a:pt x="251" y="61"/>
                </a:lnTo>
                <a:lnTo>
                  <a:pt x="251" y="60"/>
                </a:lnTo>
                <a:lnTo>
                  <a:pt x="252" y="60"/>
                </a:lnTo>
                <a:lnTo>
                  <a:pt x="252" y="59"/>
                </a:lnTo>
                <a:lnTo>
                  <a:pt x="253" y="59"/>
                </a:lnTo>
                <a:lnTo>
                  <a:pt x="254" y="59"/>
                </a:lnTo>
                <a:lnTo>
                  <a:pt x="255" y="59"/>
                </a:lnTo>
                <a:lnTo>
                  <a:pt x="256" y="59"/>
                </a:lnTo>
                <a:lnTo>
                  <a:pt x="256" y="58"/>
                </a:lnTo>
                <a:lnTo>
                  <a:pt x="256" y="57"/>
                </a:lnTo>
                <a:lnTo>
                  <a:pt x="256" y="56"/>
                </a:lnTo>
                <a:lnTo>
                  <a:pt x="257" y="56"/>
                </a:lnTo>
                <a:lnTo>
                  <a:pt x="257" y="55"/>
                </a:lnTo>
                <a:lnTo>
                  <a:pt x="257" y="54"/>
                </a:lnTo>
                <a:lnTo>
                  <a:pt x="257" y="53"/>
                </a:lnTo>
                <a:lnTo>
                  <a:pt x="256" y="53"/>
                </a:lnTo>
                <a:lnTo>
                  <a:pt x="256" y="52"/>
                </a:lnTo>
                <a:lnTo>
                  <a:pt x="257" y="50"/>
                </a:lnTo>
                <a:lnTo>
                  <a:pt x="257" y="49"/>
                </a:lnTo>
                <a:lnTo>
                  <a:pt x="259" y="49"/>
                </a:lnTo>
                <a:lnTo>
                  <a:pt x="259" y="48"/>
                </a:lnTo>
                <a:lnTo>
                  <a:pt x="258" y="48"/>
                </a:lnTo>
                <a:lnTo>
                  <a:pt x="258" y="47"/>
                </a:lnTo>
                <a:lnTo>
                  <a:pt x="258" y="46"/>
                </a:lnTo>
                <a:lnTo>
                  <a:pt x="259" y="46"/>
                </a:lnTo>
                <a:lnTo>
                  <a:pt x="260" y="44"/>
                </a:lnTo>
                <a:lnTo>
                  <a:pt x="260" y="43"/>
                </a:lnTo>
                <a:lnTo>
                  <a:pt x="259" y="43"/>
                </a:lnTo>
                <a:lnTo>
                  <a:pt x="259" y="42"/>
                </a:lnTo>
                <a:lnTo>
                  <a:pt x="262" y="40"/>
                </a:lnTo>
                <a:lnTo>
                  <a:pt x="263" y="40"/>
                </a:lnTo>
                <a:lnTo>
                  <a:pt x="265" y="38"/>
                </a:lnTo>
                <a:lnTo>
                  <a:pt x="266" y="39"/>
                </a:lnTo>
                <a:lnTo>
                  <a:pt x="267" y="40"/>
                </a:lnTo>
                <a:lnTo>
                  <a:pt x="268" y="40"/>
                </a:lnTo>
                <a:lnTo>
                  <a:pt x="269" y="40"/>
                </a:lnTo>
                <a:lnTo>
                  <a:pt x="272" y="39"/>
                </a:lnTo>
                <a:lnTo>
                  <a:pt x="273" y="39"/>
                </a:lnTo>
                <a:lnTo>
                  <a:pt x="278" y="36"/>
                </a:lnTo>
                <a:lnTo>
                  <a:pt x="280" y="36"/>
                </a:lnTo>
                <a:lnTo>
                  <a:pt x="280" y="35"/>
                </a:lnTo>
                <a:lnTo>
                  <a:pt x="281" y="35"/>
                </a:lnTo>
                <a:lnTo>
                  <a:pt x="281" y="34"/>
                </a:lnTo>
                <a:lnTo>
                  <a:pt x="282" y="34"/>
                </a:lnTo>
                <a:lnTo>
                  <a:pt x="283" y="34"/>
                </a:lnTo>
                <a:lnTo>
                  <a:pt x="283" y="33"/>
                </a:lnTo>
                <a:lnTo>
                  <a:pt x="284" y="33"/>
                </a:lnTo>
                <a:lnTo>
                  <a:pt x="284" y="32"/>
                </a:lnTo>
                <a:lnTo>
                  <a:pt x="283" y="32"/>
                </a:lnTo>
                <a:lnTo>
                  <a:pt x="283" y="31"/>
                </a:lnTo>
                <a:lnTo>
                  <a:pt x="283" y="29"/>
                </a:lnTo>
                <a:lnTo>
                  <a:pt x="285" y="29"/>
                </a:lnTo>
                <a:lnTo>
                  <a:pt x="286" y="29"/>
                </a:lnTo>
                <a:lnTo>
                  <a:pt x="287" y="29"/>
                </a:lnTo>
                <a:lnTo>
                  <a:pt x="287" y="28"/>
                </a:lnTo>
                <a:lnTo>
                  <a:pt x="287" y="27"/>
                </a:lnTo>
                <a:lnTo>
                  <a:pt x="288" y="27"/>
                </a:lnTo>
                <a:lnTo>
                  <a:pt x="289" y="27"/>
                </a:lnTo>
                <a:lnTo>
                  <a:pt x="290" y="28"/>
                </a:lnTo>
                <a:lnTo>
                  <a:pt x="290" y="27"/>
                </a:lnTo>
                <a:lnTo>
                  <a:pt x="291" y="27"/>
                </a:lnTo>
                <a:lnTo>
                  <a:pt x="292" y="27"/>
                </a:lnTo>
                <a:lnTo>
                  <a:pt x="293" y="28"/>
                </a:lnTo>
                <a:lnTo>
                  <a:pt x="294" y="29"/>
                </a:lnTo>
                <a:lnTo>
                  <a:pt x="295" y="29"/>
                </a:lnTo>
                <a:lnTo>
                  <a:pt x="296" y="29"/>
                </a:lnTo>
                <a:lnTo>
                  <a:pt x="297" y="29"/>
                </a:lnTo>
                <a:lnTo>
                  <a:pt x="298" y="29"/>
                </a:lnTo>
                <a:lnTo>
                  <a:pt x="298" y="30"/>
                </a:lnTo>
                <a:lnTo>
                  <a:pt x="298" y="29"/>
                </a:lnTo>
                <a:lnTo>
                  <a:pt x="298" y="28"/>
                </a:lnTo>
                <a:lnTo>
                  <a:pt x="297" y="27"/>
                </a:lnTo>
                <a:lnTo>
                  <a:pt x="296" y="26"/>
                </a:lnTo>
                <a:lnTo>
                  <a:pt x="296" y="25"/>
                </a:lnTo>
                <a:lnTo>
                  <a:pt x="296" y="24"/>
                </a:lnTo>
                <a:lnTo>
                  <a:pt x="295" y="21"/>
                </a:lnTo>
                <a:lnTo>
                  <a:pt x="294" y="21"/>
                </a:lnTo>
                <a:lnTo>
                  <a:pt x="294" y="20"/>
                </a:lnTo>
                <a:lnTo>
                  <a:pt x="293" y="18"/>
                </a:lnTo>
                <a:lnTo>
                  <a:pt x="292" y="18"/>
                </a:lnTo>
                <a:lnTo>
                  <a:pt x="292" y="16"/>
                </a:lnTo>
                <a:lnTo>
                  <a:pt x="293" y="14"/>
                </a:lnTo>
                <a:lnTo>
                  <a:pt x="294" y="12"/>
                </a:lnTo>
                <a:lnTo>
                  <a:pt x="294" y="11"/>
                </a:lnTo>
                <a:lnTo>
                  <a:pt x="295" y="9"/>
                </a:lnTo>
                <a:lnTo>
                  <a:pt x="296" y="8"/>
                </a:lnTo>
                <a:lnTo>
                  <a:pt x="297" y="7"/>
                </a:lnTo>
                <a:lnTo>
                  <a:pt x="298" y="7"/>
                </a:lnTo>
                <a:lnTo>
                  <a:pt x="298" y="6"/>
                </a:lnTo>
                <a:lnTo>
                  <a:pt x="299" y="5"/>
                </a:lnTo>
                <a:lnTo>
                  <a:pt x="300" y="5"/>
                </a:lnTo>
                <a:lnTo>
                  <a:pt x="301" y="6"/>
                </a:lnTo>
                <a:lnTo>
                  <a:pt x="302" y="6"/>
                </a:lnTo>
                <a:lnTo>
                  <a:pt x="303" y="6"/>
                </a:lnTo>
                <a:lnTo>
                  <a:pt x="305" y="6"/>
                </a:lnTo>
                <a:lnTo>
                  <a:pt x="306" y="6"/>
                </a:lnTo>
                <a:lnTo>
                  <a:pt x="307" y="5"/>
                </a:lnTo>
                <a:lnTo>
                  <a:pt x="307" y="4"/>
                </a:lnTo>
                <a:lnTo>
                  <a:pt x="309" y="3"/>
                </a:lnTo>
                <a:lnTo>
                  <a:pt x="310" y="3"/>
                </a:lnTo>
                <a:lnTo>
                  <a:pt x="311" y="1"/>
                </a:lnTo>
                <a:lnTo>
                  <a:pt x="312" y="0"/>
                </a:lnTo>
                <a:lnTo>
                  <a:pt x="313" y="0"/>
                </a:lnTo>
                <a:lnTo>
                  <a:pt x="314" y="1"/>
                </a:lnTo>
                <a:lnTo>
                  <a:pt x="313" y="2"/>
                </a:lnTo>
                <a:lnTo>
                  <a:pt x="313" y="3"/>
                </a:lnTo>
                <a:lnTo>
                  <a:pt x="313" y="4"/>
                </a:lnTo>
                <a:lnTo>
                  <a:pt x="314" y="5"/>
                </a:lnTo>
                <a:lnTo>
                  <a:pt x="315" y="5"/>
                </a:lnTo>
                <a:lnTo>
                  <a:pt x="316" y="6"/>
                </a:lnTo>
                <a:lnTo>
                  <a:pt x="318" y="7"/>
                </a:lnTo>
                <a:lnTo>
                  <a:pt x="318" y="8"/>
                </a:lnTo>
                <a:lnTo>
                  <a:pt x="318" y="9"/>
                </a:lnTo>
                <a:lnTo>
                  <a:pt x="319" y="9"/>
                </a:lnTo>
                <a:lnTo>
                  <a:pt x="321" y="9"/>
                </a:lnTo>
                <a:lnTo>
                  <a:pt x="321" y="8"/>
                </a:lnTo>
                <a:lnTo>
                  <a:pt x="322" y="8"/>
                </a:lnTo>
                <a:lnTo>
                  <a:pt x="322" y="9"/>
                </a:lnTo>
                <a:lnTo>
                  <a:pt x="323" y="9"/>
                </a:lnTo>
                <a:lnTo>
                  <a:pt x="324" y="10"/>
                </a:lnTo>
                <a:lnTo>
                  <a:pt x="324" y="11"/>
                </a:lnTo>
                <a:lnTo>
                  <a:pt x="325" y="11"/>
                </a:lnTo>
                <a:lnTo>
                  <a:pt x="327" y="10"/>
                </a:lnTo>
                <a:lnTo>
                  <a:pt x="328" y="9"/>
                </a:lnTo>
                <a:lnTo>
                  <a:pt x="329" y="10"/>
                </a:lnTo>
                <a:lnTo>
                  <a:pt x="330" y="10"/>
                </a:lnTo>
                <a:lnTo>
                  <a:pt x="330" y="12"/>
                </a:lnTo>
                <a:lnTo>
                  <a:pt x="331" y="13"/>
                </a:lnTo>
                <a:lnTo>
                  <a:pt x="333" y="12"/>
                </a:lnTo>
                <a:lnTo>
                  <a:pt x="334" y="12"/>
                </a:lnTo>
                <a:lnTo>
                  <a:pt x="334" y="13"/>
                </a:lnTo>
                <a:lnTo>
                  <a:pt x="334" y="14"/>
                </a:lnTo>
                <a:lnTo>
                  <a:pt x="333" y="14"/>
                </a:lnTo>
                <a:lnTo>
                  <a:pt x="333" y="15"/>
                </a:lnTo>
                <a:lnTo>
                  <a:pt x="334" y="16"/>
                </a:lnTo>
                <a:lnTo>
                  <a:pt x="335" y="17"/>
                </a:lnTo>
                <a:lnTo>
                  <a:pt x="336" y="18"/>
                </a:lnTo>
                <a:lnTo>
                  <a:pt x="335" y="19"/>
                </a:lnTo>
                <a:lnTo>
                  <a:pt x="335" y="20"/>
                </a:lnTo>
                <a:lnTo>
                  <a:pt x="334" y="20"/>
                </a:lnTo>
                <a:lnTo>
                  <a:pt x="335" y="21"/>
                </a:lnTo>
                <a:lnTo>
                  <a:pt x="336" y="21"/>
                </a:lnTo>
                <a:lnTo>
                  <a:pt x="338" y="22"/>
                </a:lnTo>
                <a:lnTo>
                  <a:pt x="339" y="22"/>
                </a:lnTo>
                <a:lnTo>
                  <a:pt x="341" y="23"/>
                </a:lnTo>
                <a:lnTo>
                  <a:pt x="342" y="23"/>
                </a:lnTo>
                <a:lnTo>
                  <a:pt x="345" y="23"/>
                </a:lnTo>
                <a:lnTo>
                  <a:pt x="349" y="23"/>
                </a:lnTo>
                <a:lnTo>
                  <a:pt x="349" y="24"/>
                </a:lnTo>
                <a:lnTo>
                  <a:pt x="350" y="24"/>
                </a:lnTo>
                <a:lnTo>
                  <a:pt x="351" y="24"/>
                </a:lnTo>
                <a:lnTo>
                  <a:pt x="352" y="24"/>
                </a:lnTo>
                <a:lnTo>
                  <a:pt x="353" y="25"/>
                </a:lnTo>
                <a:lnTo>
                  <a:pt x="354" y="26"/>
                </a:lnTo>
                <a:lnTo>
                  <a:pt x="354" y="27"/>
                </a:lnTo>
                <a:lnTo>
                  <a:pt x="354" y="28"/>
                </a:lnTo>
                <a:lnTo>
                  <a:pt x="355" y="28"/>
                </a:lnTo>
                <a:lnTo>
                  <a:pt x="357" y="28"/>
                </a:lnTo>
                <a:lnTo>
                  <a:pt x="358" y="28"/>
                </a:lnTo>
                <a:lnTo>
                  <a:pt x="358" y="27"/>
                </a:lnTo>
                <a:lnTo>
                  <a:pt x="359" y="27"/>
                </a:lnTo>
                <a:lnTo>
                  <a:pt x="359" y="28"/>
                </a:lnTo>
                <a:lnTo>
                  <a:pt x="360" y="29"/>
                </a:lnTo>
                <a:lnTo>
                  <a:pt x="360" y="30"/>
                </a:lnTo>
                <a:lnTo>
                  <a:pt x="362" y="31"/>
                </a:lnTo>
                <a:lnTo>
                  <a:pt x="363" y="31"/>
                </a:lnTo>
                <a:lnTo>
                  <a:pt x="364" y="32"/>
                </a:lnTo>
                <a:lnTo>
                  <a:pt x="365" y="32"/>
                </a:lnTo>
                <a:lnTo>
                  <a:pt x="365" y="31"/>
                </a:lnTo>
                <a:lnTo>
                  <a:pt x="366" y="32"/>
                </a:lnTo>
                <a:lnTo>
                  <a:pt x="368" y="33"/>
                </a:lnTo>
                <a:lnTo>
                  <a:pt x="368" y="32"/>
                </a:lnTo>
                <a:lnTo>
                  <a:pt x="367" y="32"/>
                </a:lnTo>
                <a:lnTo>
                  <a:pt x="367" y="30"/>
                </a:lnTo>
                <a:lnTo>
                  <a:pt x="366" y="29"/>
                </a:lnTo>
                <a:lnTo>
                  <a:pt x="367" y="29"/>
                </a:lnTo>
                <a:lnTo>
                  <a:pt x="368" y="29"/>
                </a:lnTo>
                <a:lnTo>
                  <a:pt x="369" y="29"/>
                </a:lnTo>
                <a:lnTo>
                  <a:pt x="370" y="29"/>
                </a:lnTo>
                <a:lnTo>
                  <a:pt x="370" y="28"/>
                </a:lnTo>
                <a:lnTo>
                  <a:pt x="371" y="26"/>
                </a:lnTo>
                <a:lnTo>
                  <a:pt x="371" y="25"/>
                </a:lnTo>
                <a:lnTo>
                  <a:pt x="370" y="25"/>
                </a:lnTo>
                <a:lnTo>
                  <a:pt x="370" y="24"/>
                </a:lnTo>
                <a:lnTo>
                  <a:pt x="371" y="23"/>
                </a:lnTo>
                <a:lnTo>
                  <a:pt x="373" y="22"/>
                </a:lnTo>
                <a:lnTo>
                  <a:pt x="373" y="21"/>
                </a:lnTo>
                <a:lnTo>
                  <a:pt x="374" y="21"/>
                </a:lnTo>
                <a:lnTo>
                  <a:pt x="374" y="22"/>
                </a:lnTo>
                <a:lnTo>
                  <a:pt x="375" y="22"/>
                </a:lnTo>
                <a:lnTo>
                  <a:pt x="376" y="22"/>
                </a:lnTo>
                <a:lnTo>
                  <a:pt x="377" y="22"/>
                </a:lnTo>
                <a:lnTo>
                  <a:pt x="378" y="21"/>
                </a:lnTo>
                <a:lnTo>
                  <a:pt x="378" y="22"/>
                </a:lnTo>
                <a:lnTo>
                  <a:pt x="378" y="23"/>
                </a:lnTo>
                <a:lnTo>
                  <a:pt x="378" y="24"/>
                </a:lnTo>
                <a:lnTo>
                  <a:pt x="377" y="24"/>
                </a:lnTo>
                <a:lnTo>
                  <a:pt x="377" y="25"/>
                </a:lnTo>
                <a:lnTo>
                  <a:pt x="378" y="25"/>
                </a:lnTo>
                <a:lnTo>
                  <a:pt x="379" y="25"/>
                </a:lnTo>
                <a:lnTo>
                  <a:pt x="380" y="25"/>
                </a:lnTo>
                <a:lnTo>
                  <a:pt x="380" y="26"/>
                </a:lnTo>
                <a:lnTo>
                  <a:pt x="380" y="27"/>
                </a:lnTo>
                <a:lnTo>
                  <a:pt x="382" y="29"/>
                </a:lnTo>
                <a:lnTo>
                  <a:pt x="385" y="29"/>
                </a:lnTo>
                <a:lnTo>
                  <a:pt x="386" y="29"/>
                </a:lnTo>
                <a:lnTo>
                  <a:pt x="387" y="30"/>
                </a:lnTo>
                <a:lnTo>
                  <a:pt x="387" y="31"/>
                </a:lnTo>
                <a:lnTo>
                  <a:pt x="387" y="32"/>
                </a:lnTo>
                <a:lnTo>
                  <a:pt x="387" y="36"/>
                </a:lnTo>
                <a:lnTo>
                  <a:pt x="388" y="36"/>
                </a:lnTo>
                <a:lnTo>
                  <a:pt x="389" y="35"/>
                </a:lnTo>
                <a:lnTo>
                  <a:pt x="390" y="35"/>
                </a:lnTo>
                <a:lnTo>
                  <a:pt x="391" y="35"/>
                </a:lnTo>
                <a:lnTo>
                  <a:pt x="391" y="36"/>
                </a:lnTo>
                <a:lnTo>
                  <a:pt x="392" y="36"/>
                </a:lnTo>
                <a:lnTo>
                  <a:pt x="392" y="37"/>
                </a:lnTo>
                <a:lnTo>
                  <a:pt x="392" y="36"/>
                </a:lnTo>
                <a:lnTo>
                  <a:pt x="393" y="35"/>
                </a:lnTo>
                <a:lnTo>
                  <a:pt x="393" y="34"/>
                </a:lnTo>
                <a:lnTo>
                  <a:pt x="394" y="34"/>
                </a:lnTo>
                <a:lnTo>
                  <a:pt x="397" y="35"/>
                </a:lnTo>
                <a:lnTo>
                  <a:pt x="397" y="36"/>
                </a:lnTo>
                <a:lnTo>
                  <a:pt x="398" y="36"/>
                </a:lnTo>
                <a:lnTo>
                  <a:pt x="399" y="36"/>
                </a:lnTo>
                <a:lnTo>
                  <a:pt x="399" y="35"/>
                </a:lnTo>
                <a:lnTo>
                  <a:pt x="400" y="35"/>
                </a:lnTo>
                <a:lnTo>
                  <a:pt x="401" y="36"/>
                </a:lnTo>
                <a:lnTo>
                  <a:pt x="402" y="36"/>
                </a:lnTo>
                <a:lnTo>
                  <a:pt x="403" y="35"/>
                </a:lnTo>
                <a:lnTo>
                  <a:pt x="403" y="36"/>
                </a:lnTo>
                <a:lnTo>
                  <a:pt x="404" y="36"/>
                </a:lnTo>
                <a:lnTo>
                  <a:pt x="404" y="37"/>
                </a:lnTo>
                <a:lnTo>
                  <a:pt x="405" y="38"/>
                </a:lnTo>
                <a:lnTo>
                  <a:pt x="406" y="38"/>
                </a:lnTo>
                <a:lnTo>
                  <a:pt x="407" y="38"/>
                </a:lnTo>
                <a:lnTo>
                  <a:pt x="407" y="39"/>
                </a:lnTo>
                <a:lnTo>
                  <a:pt x="408" y="39"/>
                </a:lnTo>
                <a:lnTo>
                  <a:pt x="409" y="39"/>
                </a:lnTo>
                <a:lnTo>
                  <a:pt x="411" y="40"/>
                </a:lnTo>
                <a:lnTo>
                  <a:pt x="411" y="41"/>
                </a:lnTo>
                <a:lnTo>
                  <a:pt x="411" y="42"/>
                </a:lnTo>
                <a:lnTo>
                  <a:pt x="411" y="43"/>
                </a:lnTo>
                <a:lnTo>
                  <a:pt x="413" y="46"/>
                </a:lnTo>
                <a:lnTo>
                  <a:pt x="414" y="46"/>
                </a:lnTo>
                <a:lnTo>
                  <a:pt x="415" y="47"/>
                </a:lnTo>
                <a:lnTo>
                  <a:pt x="415" y="48"/>
                </a:lnTo>
                <a:lnTo>
                  <a:pt x="415" y="49"/>
                </a:lnTo>
                <a:lnTo>
                  <a:pt x="414" y="50"/>
                </a:lnTo>
                <a:lnTo>
                  <a:pt x="414" y="51"/>
                </a:lnTo>
                <a:lnTo>
                  <a:pt x="414" y="52"/>
                </a:lnTo>
                <a:lnTo>
                  <a:pt x="414" y="53"/>
                </a:lnTo>
                <a:lnTo>
                  <a:pt x="415" y="54"/>
                </a:lnTo>
                <a:lnTo>
                  <a:pt x="416" y="54"/>
                </a:lnTo>
                <a:lnTo>
                  <a:pt x="418" y="54"/>
                </a:lnTo>
                <a:lnTo>
                  <a:pt x="419" y="54"/>
                </a:lnTo>
                <a:lnTo>
                  <a:pt x="419" y="55"/>
                </a:lnTo>
                <a:lnTo>
                  <a:pt x="420" y="55"/>
                </a:lnTo>
                <a:lnTo>
                  <a:pt x="421" y="56"/>
                </a:lnTo>
                <a:lnTo>
                  <a:pt x="422" y="56"/>
                </a:lnTo>
                <a:lnTo>
                  <a:pt x="424" y="56"/>
                </a:lnTo>
                <a:lnTo>
                  <a:pt x="425" y="56"/>
                </a:lnTo>
                <a:lnTo>
                  <a:pt x="426" y="56"/>
                </a:lnTo>
                <a:lnTo>
                  <a:pt x="426" y="57"/>
                </a:lnTo>
                <a:lnTo>
                  <a:pt x="428" y="58"/>
                </a:lnTo>
                <a:lnTo>
                  <a:pt x="432" y="58"/>
                </a:lnTo>
                <a:lnTo>
                  <a:pt x="433" y="58"/>
                </a:lnTo>
                <a:lnTo>
                  <a:pt x="433" y="57"/>
                </a:lnTo>
                <a:lnTo>
                  <a:pt x="434" y="57"/>
                </a:lnTo>
                <a:lnTo>
                  <a:pt x="435" y="57"/>
                </a:lnTo>
                <a:lnTo>
                  <a:pt x="436" y="56"/>
                </a:lnTo>
                <a:lnTo>
                  <a:pt x="438" y="56"/>
                </a:lnTo>
                <a:lnTo>
                  <a:pt x="439" y="56"/>
                </a:lnTo>
                <a:lnTo>
                  <a:pt x="440" y="56"/>
                </a:lnTo>
                <a:lnTo>
                  <a:pt x="441" y="56"/>
                </a:lnTo>
                <a:lnTo>
                  <a:pt x="443" y="56"/>
                </a:lnTo>
                <a:lnTo>
                  <a:pt x="444" y="56"/>
                </a:lnTo>
                <a:lnTo>
                  <a:pt x="445" y="56"/>
                </a:lnTo>
                <a:lnTo>
                  <a:pt x="446" y="57"/>
                </a:lnTo>
                <a:lnTo>
                  <a:pt x="447" y="57"/>
                </a:lnTo>
                <a:lnTo>
                  <a:pt x="447" y="58"/>
                </a:lnTo>
                <a:lnTo>
                  <a:pt x="450" y="59"/>
                </a:lnTo>
                <a:lnTo>
                  <a:pt x="451" y="59"/>
                </a:lnTo>
                <a:lnTo>
                  <a:pt x="452" y="59"/>
                </a:lnTo>
                <a:lnTo>
                  <a:pt x="454" y="58"/>
                </a:lnTo>
                <a:lnTo>
                  <a:pt x="455" y="58"/>
                </a:lnTo>
                <a:lnTo>
                  <a:pt x="456" y="59"/>
                </a:lnTo>
                <a:lnTo>
                  <a:pt x="457" y="59"/>
                </a:lnTo>
                <a:lnTo>
                  <a:pt x="458" y="59"/>
                </a:lnTo>
                <a:lnTo>
                  <a:pt x="459" y="59"/>
                </a:lnTo>
                <a:lnTo>
                  <a:pt x="459" y="58"/>
                </a:lnTo>
                <a:lnTo>
                  <a:pt x="459" y="57"/>
                </a:lnTo>
                <a:lnTo>
                  <a:pt x="460" y="56"/>
                </a:lnTo>
                <a:lnTo>
                  <a:pt x="461" y="55"/>
                </a:lnTo>
                <a:lnTo>
                  <a:pt x="462" y="55"/>
                </a:lnTo>
                <a:lnTo>
                  <a:pt x="463" y="55"/>
                </a:lnTo>
                <a:lnTo>
                  <a:pt x="464" y="56"/>
                </a:lnTo>
                <a:lnTo>
                  <a:pt x="465" y="56"/>
                </a:lnTo>
                <a:lnTo>
                  <a:pt x="467" y="56"/>
                </a:lnTo>
                <a:lnTo>
                  <a:pt x="468" y="56"/>
                </a:lnTo>
                <a:lnTo>
                  <a:pt x="468" y="55"/>
                </a:lnTo>
                <a:lnTo>
                  <a:pt x="470" y="55"/>
                </a:lnTo>
                <a:lnTo>
                  <a:pt x="471" y="54"/>
                </a:lnTo>
                <a:lnTo>
                  <a:pt x="472" y="52"/>
                </a:lnTo>
                <a:lnTo>
                  <a:pt x="473" y="51"/>
                </a:lnTo>
                <a:lnTo>
                  <a:pt x="472" y="51"/>
                </a:lnTo>
                <a:lnTo>
                  <a:pt x="472" y="45"/>
                </a:lnTo>
                <a:lnTo>
                  <a:pt x="472" y="44"/>
                </a:lnTo>
                <a:lnTo>
                  <a:pt x="472" y="41"/>
                </a:lnTo>
                <a:lnTo>
                  <a:pt x="473" y="39"/>
                </a:lnTo>
                <a:lnTo>
                  <a:pt x="474" y="39"/>
                </a:lnTo>
                <a:lnTo>
                  <a:pt x="475" y="39"/>
                </a:lnTo>
                <a:lnTo>
                  <a:pt x="477" y="40"/>
                </a:lnTo>
                <a:lnTo>
                  <a:pt x="478" y="40"/>
                </a:lnTo>
                <a:lnTo>
                  <a:pt x="479" y="39"/>
                </a:lnTo>
                <a:lnTo>
                  <a:pt x="481" y="38"/>
                </a:lnTo>
                <a:lnTo>
                  <a:pt x="482" y="38"/>
                </a:lnTo>
                <a:lnTo>
                  <a:pt x="484" y="38"/>
                </a:lnTo>
                <a:lnTo>
                  <a:pt x="485" y="38"/>
                </a:lnTo>
                <a:lnTo>
                  <a:pt x="486" y="37"/>
                </a:lnTo>
                <a:lnTo>
                  <a:pt x="486" y="36"/>
                </a:lnTo>
                <a:lnTo>
                  <a:pt x="487" y="36"/>
                </a:lnTo>
                <a:lnTo>
                  <a:pt x="488" y="36"/>
                </a:lnTo>
                <a:lnTo>
                  <a:pt x="488" y="37"/>
                </a:lnTo>
                <a:lnTo>
                  <a:pt x="488" y="38"/>
                </a:lnTo>
                <a:lnTo>
                  <a:pt x="489" y="38"/>
                </a:lnTo>
                <a:lnTo>
                  <a:pt x="490" y="38"/>
                </a:lnTo>
                <a:lnTo>
                  <a:pt x="490" y="37"/>
                </a:lnTo>
                <a:lnTo>
                  <a:pt x="490" y="35"/>
                </a:lnTo>
                <a:lnTo>
                  <a:pt x="491" y="34"/>
                </a:lnTo>
                <a:lnTo>
                  <a:pt x="492" y="34"/>
                </a:lnTo>
                <a:lnTo>
                  <a:pt x="493" y="34"/>
                </a:lnTo>
                <a:lnTo>
                  <a:pt x="494" y="34"/>
                </a:lnTo>
                <a:lnTo>
                  <a:pt x="494" y="35"/>
                </a:lnTo>
                <a:lnTo>
                  <a:pt x="496" y="35"/>
                </a:lnTo>
                <a:lnTo>
                  <a:pt x="497" y="35"/>
                </a:lnTo>
                <a:lnTo>
                  <a:pt x="498" y="34"/>
                </a:lnTo>
                <a:lnTo>
                  <a:pt x="499" y="33"/>
                </a:lnTo>
                <a:lnTo>
                  <a:pt x="499" y="32"/>
                </a:lnTo>
                <a:lnTo>
                  <a:pt x="500" y="32"/>
                </a:lnTo>
                <a:lnTo>
                  <a:pt x="501" y="32"/>
                </a:lnTo>
                <a:lnTo>
                  <a:pt x="501" y="33"/>
                </a:lnTo>
                <a:lnTo>
                  <a:pt x="501" y="34"/>
                </a:lnTo>
                <a:lnTo>
                  <a:pt x="502" y="34"/>
                </a:lnTo>
                <a:lnTo>
                  <a:pt x="503" y="34"/>
                </a:lnTo>
                <a:lnTo>
                  <a:pt x="504" y="34"/>
                </a:lnTo>
                <a:lnTo>
                  <a:pt x="505" y="34"/>
                </a:lnTo>
                <a:lnTo>
                  <a:pt x="506" y="33"/>
                </a:lnTo>
                <a:lnTo>
                  <a:pt x="506" y="32"/>
                </a:lnTo>
                <a:lnTo>
                  <a:pt x="508" y="31"/>
                </a:lnTo>
                <a:lnTo>
                  <a:pt x="507" y="30"/>
                </a:lnTo>
                <a:lnTo>
                  <a:pt x="507" y="29"/>
                </a:lnTo>
                <a:lnTo>
                  <a:pt x="507" y="28"/>
                </a:lnTo>
                <a:lnTo>
                  <a:pt x="508" y="28"/>
                </a:lnTo>
                <a:lnTo>
                  <a:pt x="509" y="28"/>
                </a:lnTo>
                <a:lnTo>
                  <a:pt x="510" y="26"/>
                </a:lnTo>
                <a:lnTo>
                  <a:pt x="510" y="23"/>
                </a:lnTo>
                <a:lnTo>
                  <a:pt x="510" y="22"/>
                </a:lnTo>
                <a:lnTo>
                  <a:pt x="509" y="22"/>
                </a:lnTo>
                <a:lnTo>
                  <a:pt x="510" y="20"/>
                </a:lnTo>
                <a:lnTo>
                  <a:pt x="511" y="20"/>
                </a:lnTo>
                <a:lnTo>
                  <a:pt x="512" y="21"/>
                </a:lnTo>
                <a:lnTo>
                  <a:pt x="513" y="21"/>
                </a:lnTo>
                <a:lnTo>
                  <a:pt x="516" y="22"/>
                </a:lnTo>
                <a:lnTo>
                  <a:pt x="516" y="21"/>
                </a:lnTo>
                <a:lnTo>
                  <a:pt x="517" y="21"/>
                </a:lnTo>
                <a:lnTo>
                  <a:pt x="517" y="19"/>
                </a:lnTo>
                <a:lnTo>
                  <a:pt x="517" y="18"/>
                </a:lnTo>
                <a:lnTo>
                  <a:pt x="518" y="17"/>
                </a:lnTo>
                <a:lnTo>
                  <a:pt x="519" y="16"/>
                </a:lnTo>
                <a:lnTo>
                  <a:pt x="519" y="15"/>
                </a:lnTo>
                <a:lnTo>
                  <a:pt x="520" y="15"/>
                </a:lnTo>
                <a:lnTo>
                  <a:pt x="521" y="15"/>
                </a:lnTo>
                <a:lnTo>
                  <a:pt x="523" y="15"/>
                </a:lnTo>
                <a:lnTo>
                  <a:pt x="524" y="16"/>
                </a:lnTo>
                <a:lnTo>
                  <a:pt x="525" y="16"/>
                </a:lnTo>
                <a:lnTo>
                  <a:pt x="526" y="16"/>
                </a:lnTo>
                <a:lnTo>
                  <a:pt x="528" y="17"/>
                </a:lnTo>
                <a:lnTo>
                  <a:pt x="528" y="18"/>
                </a:lnTo>
                <a:lnTo>
                  <a:pt x="528" y="19"/>
                </a:lnTo>
                <a:lnTo>
                  <a:pt x="529" y="19"/>
                </a:lnTo>
                <a:lnTo>
                  <a:pt x="531" y="19"/>
                </a:lnTo>
                <a:lnTo>
                  <a:pt x="532" y="19"/>
                </a:lnTo>
                <a:lnTo>
                  <a:pt x="532" y="18"/>
                </a:lnTo>
                <a:lnTo>
                  <a:pt x="534" y="19"/>
                </a:lnTo>
                <a:lnTo>
                  <a:pt x="535" y="20"/>
                </a:lnTo>
                <a:lnTo>
                  <a:pt x="536" y="21"/>
                </a:lnTo>
                <a:lnTo>
                  <a:pt x="537" y="21"/>
                </a:lnTo>
                <a:lnTo>
                  <a:pt x="538" y="21"/>
                </a:lnTo>
                <a:lnTo>
                  <a:pt x="539" y="21"/>
                </a:lnTo>
                <a:lnTo>
                  <a:pt x="540" y="22"/>
                </a:lnTo>
                <a:lnTo>
                  <a:pt x="540" y="23"/>
                </a:lnTo>
                <a:lnTo>
                  <a:pt x="541" y="23"/>
                </a:lnTo>
                <a:lnTo>
                  <a:pt x="541" y="24"/>
                </a:lnTo>
                <a:lnTo>
                  <a:pt x="541" y="23"/>
                </a:lnTo>
                <a:lnTo>
                  <a:pt x="542" y="23"/>
                </a:lnTo>
                <a:lnTo>
                  <a:pt x="542" y="24"/>
                </a:lnTo>
                <a:lnTo>
                  <a:pt x="542" y="25"/>
                </a:lnTo>
                <a:lnTo>
                  <a:pt x="542" y="26"/>
                </a:lnTo>
                <a:lnTo>
                  <a:pt x="544" y="26"/>
                </a:lnTo>
                <a:lnTo>
                  <a:pt x="545" y="26"/>
                </a:lnTo>
                <a:lnTo>
                  <a:pt x="545" y="27"/>
                </a:lnTo>
                <a:lnTo>
                  <a:pt x="546" y="27"/>
                </a:lnTo>
                <a:lnTo>
                  <a:pt x="546" y="28"/>
                </a:lnTo>
                <a:lnTo>
                  <a:pt x="547" y="28"/>
                </a:lnTo>
                <a:lnTo>
                  <a:pt x="547" y="29"/>
                </a:lnTo>
                <a:lnTo>
                  <a:pt x="548" y="31"/>
                </a:lnTo>
                <a:lnTo>
                  <a:pt x="549" y="32"/>
                </a:lnTo>
                <a:lnTo>
                  <a:pt x="550" y="32"/>
                </a:lnTo>
                <a:lnTo>
                  <a:pt x="550" y="31"/>
                </a:lnTo>
                <a:lnTo>
                  <a:pt x="551" y="30"/>
                </a:lnTo>
                <a:lnTo>
                  <a:pt x="552" y="30"/>
                </a:lnTo>
                <a:lnTo>
                  <a:pt x="553" y="30"/>
                </a:lnTo>
                <a:lnTo>
                  <a:pt x="554" y="30"/>
                </a:lnTo>
                <a:lnTo>
                  <a:pt x="555" y="29"/>
                </a:lnTo>
                <a:lnTo>
                  <a:pt x="556" y="27"/>
                </a:lnTo>
                <a:lnTo>
                  <a:pt x="557" y="27"/>
                </a:lnTo>
                <a:lnTo>
                  <a:pt x="557" y="26"/>
                </a:lnTo>
                <a:lnTo>
                  <a:pt x="558" y="27"/>
                </a:lnTo>
                <a:lnTo>
                  <a:pt x="560" y="29"/>
                </a:lnTo>
                <a:lnTo>
                  <a:pt x="561" y="29"/>
                </a:lnTo>
                <a:lnTo>
                  <a:pt x="562" y="28"/>
                </a:lnTo>
                <a:lnTo>
                  <a:pt x="563" y="28"/>
                </a:lnTo>
                <a:lnTo>
                  <a:pt x="565" y="28"/>
                </a:lnTo>
                <a:lnTo>
                  <a:pt x="565" y="29"/>
                </a:lnTo>
                <a:lnTo>
                  <a:pt x="566" y="30"/>
                </a:lnTo>
                <a:lnTo>
                  <a:pt x="567" y="30"/>
                </a:lnTo>
                <a:lnTo>
                  <a:pt x="571" y="31"/>
                </a:lnTo>
                <a:lnTo>
                  <a:pt x="572" y="31"/>
                </a:lnTo>
                <a:lnTo>
                  <a:pt x="574" y="33"/>
                </a:lnTo>
                <a:lnTo>
                  <a:pt x="574" y="34"/>
                </a:lnTo>
                <a:lnTo>
                  <a:pt x="573" y="34"/>
                </a:lnTo>
                <a:lnTo>
                  <a:pt x="572" y="35"/>
                </a:lnTo>
                <a:lnTo>
                  <a:pt x="572" y="36"/>
                </a:lnTo>
                <a:lnTo>
                  <a:pt x="572" y="37"/>
                </a:lnTo>
                <a:lnTo>
                  <a:pt x="571" y="37"/>
                </a:lnTo>
                <a:lnTo>
                  <a:pt x="571" y="38"/>
                </a:lnTo>
                <a:lnTo>
                  <a:pt x="572" y="38"/>
                </a:lnTo>
                <a:lnTo>
                  <a:pt x="572" y="39"/>
                </a:lnTo>
                <a:lnTo>
                  <a:pt x="573" y="39"/>
                </a:lnTo>
                <a:lnTo>
                  <a:pt x="573" y="40"/>
                </a:lnTo>
                <a:lnTo>
                  <a:pt x="573" y="41"/>
                </a:lnTo>
                <a:lnTo>
                  <a:pt x="573" y="42"/>
                </a:lnTo>
                <a:lnTo>
                  <a:pt x="572" y="43"/>
                </a:lnTo>
                <a:lnTo>
                  <a:pt x="573" y="44"/>
                </a:lnTo>
                <a:lnTo>
                  <a:pt x="573" y="45"/>
                </a:lnTo>
                <a:lnTo>
                  <a:pt x="572" y="45"/>
                </a:lnTo>
                <a:lnTo>
                  <a:pt x="572" y="46"/>
                </a:lnTo>
                <a:lnTo>
                  <a:pt x="572" y="48"/>
                </a:lnTo>
                <a:lnTo>
                  <a:pt x="572" y="49"/>
                </a:lnTo>
                <a:lnTo>
                  <a:pt x="571" y="49"/>
                </a:lnTo>
                <a:lnTo>
                  <a:pt x="570" y="49"/>
                </a:lnTo>
                <a:lnTo>
                  <a:pt x="570" y="50"/>
                </a:lnTo>
                <a:lnTo>
                  <a:pt x="571" y="50"/>
                </a:lnTo>
                <a:lnTo>
                  <a:pt x="571" y="51"/>
                </a:lnTo>
                <a:lnTo>
                  <a:pt x="571" y="52"/>
                </a:lnTo>
                <a:lnTo>
                  <a:pt x="571" y="53"/>
                </a:lnTo>
                <a:lnTo>
                  <a:pt x="571" y="54"/>
                </a:lnTo>
                <a:lnTo>
                  <a:pt x="571" y="55"/>
                </a:lnTo>
                <a:lnTo>
                  <a:pt x="572" y="55"/>
                </a:lnTo>
                <a:lnTo>
                  <a:pt x="572" y="56"/>
                </a:lnTo>
                <a:lnTo>
                  <a:pt x="572" y="58"/>
                </a:lnTo>
                <a:lnTo>
                  <a:pt x="573" y="58"/>
                </a:lnTo>
                <a:lnTo>
                  <a:pt x="574" y="58"/>
                </a:lnTo>
                <a:lnTo>
                  <a:pt x="575" y="58"/>
                </a:lnTo>
                <a:lnTo>
                  <a:pt x="576" y="59"/>
                </a:lnTo>
                <a:lnTo>
                  <a:pt x="577" y="59"/>
                </a:lnTo>
                <a:lnTo>
                  <a:pt x="577" y="60"/>
                </a:lnTo>
                <a:lnTo>
                  <a:pt x="578" y="62"/>
                </a:lnTo>
                <a:lnTo>
                  <a:pt x="578" y="63"/>
                </a:lnTo>
                <a:lnTo>
                  <a:pt x="578" y="65"/>
                </a:lnTo>
                <a:lnTo>
                  <a:pt x="578" y="66"/>
                </a:lnTo>
                <a:lnTo>
                  <a:pt x="579" y="67"/>
                </a:lnTo>
                <a:lnTo>
                  <a:pt x="580" y="67"/>
                </a:lnTo>
                <a:lnTo>
                  <a:pt x="580" y="68"/>
                </a:lnTo>
                <a:lnTo>
                  <a:pt x="580" y="69"/>
                </a:lnTo>
                <a:lnTo>
                  <a:pt x="580" y="70"/>
                </a:lnTo>
                <a:lnTo>
                  <a:pt x="581" y="71"/>
                </a:lnTo>
                <a:lnTo>
                  <a:pt x="582" y="71"/>
                </a:lnTo>
                <a:lnTo>
                  <a:pt x="583" y="71"/>
                </a:lnTo>
                <a:lnTo>
                  <a:pt x="584" y="71"/>
                </a:lnTo>
                <a:lnTo>
                  <a:pt x="584" y="72"/>
                </a:lnTo>
                <a:lnTo>
                  <a:pt x="585" y="72"/>
                </a:lnTo>
                <a:lnTo>
                  <a:pt x="586" y="73"/>
                </a:lnTo>
                <a:lnTo>
                  <a:pt x="587" y="73"/>
                </a:lnTo>
                <a:lnTo>
                  <a:pt x="589" y="73"/>
                </a:lnTo>
                <a:lnTo>
                  <a:pt x="590" y="73"/>
                </a:lnTo>
                <a:lnTo>
                  <a:pt x="590" y="72"/>
                </a:lnTo>
                <a:lnTo>
                  <a:pt x="592" y="72"/>
                </a:lnTo>
                <a:lnTo>
                  <a:pt x="593" y="72"/>
                </a:lnTo>
                <a:lnTo>
                  <a:pt x="593" y="71"/>
                </a:lnTo>
                <a:lnTo>
                  <a:pt x="594" y="70"/>
                </a:lnTo>
                <a:lnTo>
                  <a:pt x="595" y="71"/>
                </a:lnTo>
                <a:lnTo>
                  <a:pt x="595" y="72"/>
                </a:lnTo>
                <a:lnTo>
                  <a:pt x="596" y="73"/>
                </a:lnTo>
                <a:lnTo>
                  <a:pt x="597" y="73"/>
                </a:lnTo>
                <a:lnTo>
                  <a:pt x="598" y="74"/>
                </a:lnTo>
                <a:lnTo>
                  <a:pt x="598" y="75"/>
                </a:lnTo>
                <a:lnTo>
                  <a:pt x="599" y="75"/>
                </a:lnTo>
                <a:lnTo>
                  <a:pt x="601" y="76"/>
                </a:lnTo>
                <a:lnTo>
                  <a:pt x="603" y="76"/>
                </a:lnTo>
                <a:lnTo>
                  <a:pt x="604" y="76"/>
                </a:lnTo>
                <a:lnTo>
                  <a:pt x="606" y="77"/>
                </a:lnTo>
                <a:lnTo>
                  <a:pt x="605" y="77"/>
                </a:lnTo>
                <a:lnTo>
                  <a:pt x="605" y="78"/>
                </a:lnTo>
                <a:lnTo>
                  <a:pt x="605" y="79"/>
                </a:lnTo>
                <a:lnTo>
                  <a:pt x="606" y="79"/>
                </a:lnTo>
                <a:lnTo>
                  <a:pt x="606" y="80"/>
                </a:lnTo>
                <a:lnTo>
                  <a:pt x="610" y="80"/>
                </a:lnTo>
                <a:lnTo>
                  <a:pt x="611" y="80"/>
                </a:lnTo>
                <a:lnTo>
                  <a:pt x="613" y="80"/>
                </a:lnTo>
                <a:lnTo>
                  <a:pt x="614" y="80"/>
                </a:lnTo>
                <a:lnTo>
                  <a:pt x="614" y="81"/>
                </a:lnTo>
                <a:lnTo>
                  <a:pt x="615" y="82"/>
                </a:lnTo>
                <a:lnTo>
                  <a:pt x="616" y="82"/>
                </a:lnTo>
                <a:lnTo>
                  <a:pt x="617" y="82"/>
                </a:lnTo>
                <a:lnTo>
                  <a:pt x="617" y="83"/>
                </a:lnTo>
                <a:lnTo>
                  <a:pt x="617" y="84"/>
                </a:lnTo>
                <a:lnTo>
                  <a:pt x="618" y="84"/>
                </a:lnTo>
                <a:lnTo>
                  <a:pt x="619" y="84"/>
                </a:lnTo>
                <a:lnTo>
                  <a:pt x="620" y="84"/>
                </a:lnTo>
                <a:lnTo>
                  <a:pt x="621" y="84"/>
                </a:lnTo>
                <a:lnTo>
                  <a:pt x="622" y="84"/>
                </a:lnTo>
                <a:lnTo>
                  <a:pt x="622" y="85"/>
                </a:lnTo>
                <a:lnTo>
                  <a:pt x="623" y="85"/>
                </a:lnTo>
                <a:lnTo>
                  <a:pt x="622" y="85"/>
                </a:lnTo>
                <a:lnTo>
                  <a:pt x="622" y="86"/>
                </a:lnTo>
                <a:lnTo>
                  <a:pt x="621" y="86"/>
                </a:lnTo>
                <a:lnTo>
                  <a:pt x="621" y="87"/>
                </a:lnTo>
                <a:lnTo>
                  <a:pt x="622" y="87"/>
                </a:lnTo>
                <a:lnTo>
                  <a:pt x="623" y="87"/>
                </a:lnTo>
                <a:lnTo>
                  <a:pt x="626" y="87"/>
                </a:lnTo>
                <a:lnTo>
                  <a:pt x="629" y="88"/>
                </a:lnTo>
                <a:lnTo>
                  <a:pt x="629" y="89"/>
                </a:lnTo>
                <a:lnTo>
                  <a:pt x="629" y="90"/>
                </a:lnTo>
                <a:lnTo>
                  <a:pt x="631" y="90"/>
                </a:lnTo>
                <a:lnTo>
                  <a:pt x="632" y="90"/>
                </a:lnTo>
                <a:lnTo>
                  <a:pt x="633" y="89"/>
                </a:lnTo>
                <a:lnTo>
                  <a:pt x="635" y="89"/>
                </a:lnTo>
                <a:lnTo>
                  <a:pt x="637" y="88"/>
                </a:lnTo>
                <a:lnTo>
                  <a:pt x="638" y="88"/>
                </a:lnTo>
                <a:lnTo>
                  <a:pt x="641" y="88"/>
                </a:lnTo>
                <a:lnTo>
                  <a:pt x="642" y="88"/>
                </a:lnTo>
                <a:lnTo>
                  <a:pt x="642" y="89"/>
                </a:lnTo>
                <a:lnTo>
                  <a:pt x="643" y="89"/>
                </a:lnTo>
                <a:lnTo>
                  <a:pt x="644" y="89"/>
                </a:lnTo>
                <a:lnTo>
                  <a:pt x="645" y="90"/>
                </a:lnTo>
                <a:lnTo>
                  <a:pt x="646" y="90"/>
                </a:lnTo>
                <a:lnTo>
                  <a:pt x="647" y="90"/>
                </a:lnTo>
                <a:lnTo>
                  <a:pt x="648" y="90"/>
                </a:lnTo>
                <a:lnTo>
                  <a:pt x="648" y="91"/>
                </a:lnTo>
                <a:lnTo>
                  <a:pt x="648" y="92"/>
                </a:lnTo>
                <a:lnTo>
                  <a:pt x="649" y="92"/>
                </a:lnTo>
                <a:lnTo>
                  <a:pt x="650" y="92"/>
                </a:lnTo>
                <a:lnTo>
                  <a:pt x="651" y="92"/>
                </a:lnTo>
                <a:lnTo>
                  <a:pt x="651" y="91"/>
                </a:lnTo>
                <a:lnTo>
                  <a:pt x="652" y="91"/>
                </a:lnTo>
                <a:lnTo>
                  <a:pt x="652" y="92"/>
                </a:lnTo>
                <a:lnTo>
                  <a:pt x="653" y="92"/>
                </a:lnTo>
                <a:lnTo>
                  <a:pt x="654" y="92"/>
                </a:lnTo>
                <a:lnTo>
                  <a:pt x="657" y="92"/>
                </a:lnTo>
                <a:lnTo>
                  <a:pt x="658" y="91"/>
                </a:lnTo>
                <a:lnTo>
                  <a:pt x="658" y="90"/>
                </a:lnTo>
                <a:lnTo>
                  <a:pt x="659" y="90"/>
                </a:lnTo>
                <a:lnTo>
                  <a:pt x="658" y="90"/>
                </a:lnTo>
                <a:lnTo>
                  <a:pt x="658" y="89"/>
                </a:lnTo>
                <a:lnTo>
                  <a:pt x="659" y="89"/>
                </a:lnTo>
                <a:lnTo>
                  <a:pt x="660" y="87"/>
                </a:lnTo>
                <a:lnTo>
                  <a:pt x="662" y="87"/>
                </a:lnTo>
                <a:lnTo>
                  <a:pt x="663" y="87"/>
                </a:lnTo>
                <a:lnTo>
                  <a:pt x="663" y="88"/>
                </a:lnTo>
                <a:lnTo>
                  <a:pt x="664" y="88"/>
                </a:lnTo>
                <a:lnTo>
                  <a:pt x="665" y="88"/>
                </a:lnTo>
                <a:lnTo>
                  <a:pt x="667" y="88"/>
                </a:lnTo>
                <a:lnTo>
                  <a:pt x="670" y="88"/>
                </a:lnTo>
                <a:lnTo>
                  <a:pt x="671" y="87"/>
                </a:lnTo>
                <a:lnTo>
                  <a:pt x="672" y="88"/>
                </a:lnTo>
                <a:lnTo>
                  <a:pt x="672" y="89"/>
                </a:lnTo>
                <a:lnTo>
                  <a:pt x="673" y="89"/>
                </a:lnTo>
                <a:lnTo>
                  <a:pt x="673" y="90"/>
                </a:lnTo>
                <a:lnTo>
                  <a:pt x="674" y="90"/>
                </a:lnTo>
                <a:lnTo>
                  <a:pt x="675" y="89"/>
                </a:lnTo>
                <a:lnTo>
                  <a:pt x="676" y="89"/>
                </a:lnTo>
                <a:lnTo>
                  <a:pt x="676" y="90"/>
                </a:lnTo>
                <a:lnTo>
                  <a:pt x="677" y="90"/>
                </a:lnTo>
                <a:lnTo>
                  <a:pt x="677" y="92"/>
                </a:lnTo>
                <a:lnTo>
                  <a:pt x="678" y="92"/>
                </a:lnTo>
                <a:lnTo>
                  <a:pt x="678" y="93"/>
                </a:lnTo>
                <a:lnTo>
                  <a:pt x="678" y="94"/>
                </a:lnTo>
                <a:lnTo>
                  <a:pt x="678" y="95"/>
                </a:lnTo>
                <a:lnTo>
                  <a:pt x="678" y="96"/>
                </a:lnTo>
                <a:lnTo>
                  <a:pt x="678" y="97"/>
                </a:lnTo>
                <a:lnTo>
                  <a:pt x="679" y="97"/>
                </a:lnTo>
                <a:lnTo>
                  <a:pt x="680" y="97"/>
                </a:lnTo>
                <a:lnTo>
                  <a:pt x="681" y="96"/>
                </a:lnTo>
                <a:lnTo>
                  <a:pt x="682" y="96"/>
                </a:lnTo>
                <a:lnTo>
                  <a:pt x="683" y="96"/>
                </a:lnTo>
                <a:lnTo>
                  <a:pt x="684" y="96"/>
                </a:lnTo>
                <a:lnTo>
                  <a:pt x="685" y="98"/>
                </a:lnTo>
                <a:lnTo>
                  <a:pt x="685" y="99"/>
                </a:lnTo>
                <a:lnTo>
                  <a:pt x="686" y="99"/>
                </a:lnTo>
                <a:lnTo>
                  <a:pt x="687" y="99"/>
                </a:lnTo>
                <a:lnTo>
                  <a:pt x="688" y="99"/>
                </a:lnTo>
                <a:lnTo>
                  <a:pt x="689" y="98"/>
                </a:lnTo>
                <a:lnTo>
                  <a:pt x="690" y="97"/>
                </a:lnTo>
                <a:lnTo>
                  <a:pt x="692" y="97"/>
                </a:lnTo>
                <a:lnTo>
                  <a:pt x="692" y="96"/>
                </a:lnTo>
                <a:lnTo>
                  <a:pt x="693" y="96"/>
                </a:lnTo>
                <a:lnTo>
                  <a:pt x="694" y="96"/>
                </a:lnTo>
                <a:lnTo>
                  <a:pt x="695" y="96"/>
                </a:lnTo>
                <a:lnTo>
                  <a:pt x="695" y="95"/>
                </a:lnTo>
                <a:lnTo>
                  <a:pt x="696" y="95"/>
                </a:lnTo>
                <a:lnTo>
                  <a:pt x="697" y="95"/>
                </a:lnTo>
                <a:lnTo>
                  <a:pt x="698" y="95"/>
                </a:lnTo>
                <a:lnTo>
                  <a:pt x="699" y="95"/>
                </a:lnTo>
                <a:lnTo>
                  <a:pt x="700" y="95"/>
                </a:lnTo>
                <a:lnTo>
                  <a:pt x="702" y="95"/>
                </a:lnTo>
                <a:lnTo>
                  <a:pt x="703" y="95"/>
                </a:lnTo>
                <a:lnTo>
                  <a:pt x="704" y="95"/>
                </a:lnTo>
                <a:lnTo>
                  <a:pt x="705" y="95"/>
                </a:lnTo>
                <a:lnTo>
                  <a:pt x="705" y="94"/>
                </a:lnTo>
                <a:lnTo>
                  <a:pt x="706" y="94"/>
                </a:lnTo>
                <a:lnTo>
                  <a:pt x="707" y="94"/>
                </a:lnTo>
                <a:lnTo>
                  <a:pt x="707" y="93"/>
                </a:lnTo>
                <a:lnTo>
                  <a:pt x="708" y="93"/>
                </a:lnTo>
                <a:lnTo>
                  <a:pt x="709" y="93"/>
                </a:lnTo>
                <a:lnTo>
                  <a:pt x="710" y="93"/>
                </a:lnTo>
                <a:lnTo>
                  <a:pt x="711" y="93"/>
                </a:lnTo>
                <a:lnTo>
                  <a:pt x="711" y="92"/>
                </a:lnTo>
                <a:lnTo>
                  <a:pt x="712" y="92"/>
                </a:lnTo>
                <a:lnTo>
                  <a:pt x="714" y="91"/>
                </a:lnTo>
                <a:lnTo>
                  <a:pt x="715" y="91"/>
                </a:lnTo>
                <a:lnTo>
                  <a:pt x="716" y="91"/>
                </a:lnTo>
                <a:lnTo>
                  <a:pt x="717" y="90"/>
                </a:lnTo>
                <a:lnTo>
                  <a:pt x="718" y="90"/>
                </a:lnTo>
                <a:lnTo>
                  <a:pt x="718" y="89"/>
                </a:lnTo>
                <a:lnTo>
                  <a:pt x="719" y="88"/>
                </a:lnTo>
                <a:lnTo>
                  <a:pt x="719" y="87"/>
                </a:lnTo>
                <a:lnTo>
                  <a:pt x="720" y="87"/>
                </a:lnTo>
                <a:lnTo>
                  <a:pt x="720" y="86"/>
                </a:lnTo>
                <a:lnTo>
                  <a:pt x="721" y="86"/>
                </a:lnTo>
                <a:lnTo>
                  <a:pt x="721" y="85"/>
                </a:lnTo>
                <a:lnTo>
                  <a:pt x="721" y="84"/>
                </a:lnTo>
                <a:lnTo>
                  <a:pt x="720" y="84"/>
                </a:lnTo>
                <a:lnTo>
                  <a:pt x="720" y="83"/>
                </a:lnTo>
                <a:lnTo>
                  <a:pt x="719" y="83"/>
                </a:lnTo>
                <a:lnTo>
                  <a:pt x="719" y="82"/>
                </a:lnTo>
                <a:lnTo>
                  <a:pt x="719" y="81"/>
                </a:lnTo>
                <a:lnTo>
                  <a:pt x="719" y="80"/>
                </a:lnTo>
                <a:lnTo>
                  <a:pt x="720" y="80"/>
                </a:lnTo>
                <a:lnTo>
                  <a:pt x="721" y="80"/>
                </a:lnTo>
                <a:lnTo>
                  <a:pt x="722" y="80"/>
                </a:lnTo>
                <a:lnTo>
                  <a:pt x="723" y="80"/>
                </a:lnTo>
                <a:lnTo>
                  <a:pt x="724" y="80"/>
                </a:lnTo>
                <a:lnTo>
                  <a:pt x="725" y="80"/>
                </a:lnTo>
                <a:lnTo>
                  <a:pt x="726" y="80"/>
                </a:lnTo>
                <a:lnTo>
                  <a:pt x="727" y="80"/>
                </a:lnTo>
                <a:lnTo>
                  <a:pt x="728" y="80"/>
                </a:lnTo>
                <a:lnTo>
                  <a:pt x="729" y="79"/>
                </a:lnTo>
                <a:lnTo>
                  <a:pt x="730" y="79"/>
                </a:lnTo>
                <a:lnTo>
                  <a:pt x="731" y="79"/>
                </a:lnTo>
                <a:lnTo>
                  <a:pt x="732" y="78"/>
                </a:lnTo>
                <a:lnTo>
                  <a:pt x="734" y="78"/>
                </a:lnTo>
                <a:lnTo>
                  <a:pt x="736" y="79"/>
                </a:lnTo>
                <a:lnTo>
                  <a:pt x="737" y="79"/>
                </a:lnTo>
                <a:lnTo>
                  <a:pt x="738" y="79"/>
                </a:lnTo>
                <a:lnTo>
                  <a:pt x="739" y="79"/>
                </a:lnTo>
                <a:lnTo>
                  <a:pt x="740" y="78"/>
                </a:lnTo>
                <a:lnTo>
                  <a:pt x="741" y="78"/>
                </a:lnTo>
                <a:lnTo>
                  <a:pt x="742" y="78"/>
                </a:lnTo>
                <a:lnTo>
                  <a:pt x="743" y="78"/>
                </a:lnTo>
                <a:lnTo>
                  <a:pt x="744" y="78"/>
                </a:lnTo>
                <a:lnTo>
                  <a:pt x="746" y="77"/>
                </a:lnTo>
                <a:lnTo>
                  <a:pt x="747" y="77"/>
                </a:lnTo>
                <a:lnTo>
                  <a:pt x="747" y="78"/>
                </a:lnTo>
                <a:lnTo>
                  <a:pt x="748" y="78"/>
                </a:lnTo>
                <a:lnTo>
                  <a:pt x="749" y="78"/>
                </a:lnTo>
                <a:lnTo>
                  <a:pt x="750" y="78"/>
                </a:lnTo>
                <a:lnTo>
                  <a:pt x="751" y="78"/>
                </a:lnTo>
                <a:lnTo>
                  <a:pt x="752" y="77"/>
                </a:lnTo>
                <a:lnTo>
                  <a:pt x="752" y="78"/>
                </a:lnTo>
                <a:lnTo>
                  <a:pt x="753" y="78"/>
                </a:lnTo>
                <a:lnTo>
                  <a:pt x="753" y="77"/>
                </a:lnTo>
                <a:lnTo>
                  <a:pt x="754" y="77"/>
                </a:lnTo>
                <a:lnTo>
                  <a:pt x="755" y="76"/>
                </a:lnTo>
                <a:lnTo>
                  <a:pt x="756" y="76"/>
                </a:lnTo>
                <a:lnTo>
                  <a:pt x="757" y="75"/>
                </a:lnTo>
                <a:lnTo>
                  <a:pt x="758" y="76"/>
                </a:lnTo>
                <a:lnTo>
                  <a:pt x="759" y="76"/>
                </a:lnTo>
                <a:lnTo>
                  <a:pt x="759" y="75"/>
                </a:lnTo>
                <a:lnTo>
                  <a:pt x="760" y="75"/>
                </a:lnTo>
                <a:lnTo>
                  <a:pt x="761" y="75"/>
                </a:lnTo>
                <a:lnTo>
                  <a:pt x="762" y="74"/>
                </a:lnTo>
                <a:lnTo>
                  <a:pt x="763" y="74"/>
                </a:lnTo>
                <a:lnTo>
                  <a:pt x="764" y="74"/>
                </a:lnTo>
                <a:lnTo>
                  <a:pt x="764" y="73"/>
                </a:lnTo>
                <a:lnTo>
                  <a:pt x="766" y="73"/>
                </a:lnTo>
                <a:lnTo>
                  <a:pt x="767" y="73"/>
                </a:lnTo>
                <a:lnTo>
                  <a:pt x="768" y="73"/>
                </a:lnTo>
                <a:lnTo>
                  <a:pt x="770" y="72"/>
                </a:lnTo>
                <a:lnTo>
                  <a:pt x="771" y="72"/>
                </a:lnTo>
                <a:lnTo>
                  <a:pt x="772" y="72"/>
                </a:lnTo>
                <a:lnTo>
                  <a:pt x="774" y="72"/>
                </a:lnTo>
                <a:lnTo>
                  <a:pt x="775" y="72"/>
                </a:lnTo>
                <a:lnTo>
                  <a:pt x="776" y="71"/>
                </a:lnTo>
                <a:lnTo>
                  <a:pt x="778" y="69"/>
                </a:lnTo>
                <a:lnTo>
                  <a:pt x="780" y="68"/>
                </a:lnTo>
                <a:lnTo>
                  <a:pt x="781" y="68"/>
                </a:lnTo>
                <a:lnTo>
                  <a:pt x="782" y="68"/>
                </a:lnTo>
                <a:lnTo>
                  <a:pt x="783" y="67"/>
                </a:lnTo>
                <a:lnTo>
                  <a:pt x="784" y="67"/>
                </a:lnTo>
                <a:lnTo>
                  <a:pt x="786" y="67"/>
                </a:lnTo>
                <a:lnTo>
                  <a:pt x="786" y="68"/>
                </a:lnTo>
                <a:lnTo>
                  <a:pt x="787" y="68"/>
                </a:lnTo>
                <a:lnTo>
                  <a:pt x="788" y="68"/>
                </a:lnTo>
                <a:lnTo>
                  <a:pt x="788" y="69"/>
                </a:lnTo>
                <a:lnTo>
                  <a:pt x="789" y="69"/>
                </a:lnTo>
                <a:lnTo>
                  <a:pt x="790" y="69"/>
                </a:lnTo>
                <a:lnTo>
                  <a:pt x="791" y="70"/>
                </a:lnTo>
                <a:lnTo>
                  <a:pt x="793" y="70"/>
                </a:lnTo>
                <a:lnTo>
                  <a:pt x="794" y="70"/>
                </a:lnTo>
                <a:lnTo>
                  <a:pt x="795" y="70"/>
                </a:lnTo>
                <a:lnTo>
                  <a:pt x="796" y="70"/>
                </a:lnTo>
                <a:lnTo>
                  <a:pt x="797" y="70"/>
                </a:lnTo>
                <a:lnTo>
                  <a:pt x="798" y="69"/>
                </a:lnTo>
                <a:lnTo>
                  <a:pt x="800" y="69"/>
                </a:lnTo>
                <a:lnTo>
                  <a:pt x="801" y="69"/>
                </a:lnTo>
                <a:lnTo>
                  <a:pt x="802" y="69"/>
                </a:lnTo>
                <a:lnTo>
                  <a:pt x="803" y="69"/>
                </a:lnTo>
                <a:lnTo>
                  <a:pt x="803" y="68"/>
                </a:lnTo>
                <a:lnTo>
                  <a:pt x="803" y="67"/>
                </a:lnTo>
                <a:lnTo>
                  <a:pt x="804" y="67"/>
                </a:lnTo>
                <a:lnTo>
                  <a:pt x="805" y="68"/>
                </a:lnTo>
                <a:lnTo>
                  <a:pt x="806" y="68"/>
                </a:lnTo>
                <a:lnTo>
                  <a:pt x="807" y="68"/>
                </a:lnTo>
                <a:lnTo>
                  <a:pt x="807" y="67"/>
                </a:lnTo>
                <a:lnTo>
                  <a:pt x="808" y="67"/>
                </a:lnTo>
                <a:lnTo>
                  <a:pt x="810" y="67"/>
                </a:lnTo>
                <a:lnTo>
                  <a:pt x="810" y="68"/>
                </a:lnTo>
                <a:lnTo>
                  <a:pt x="809" y="68"/>
                </a:lnTo>
                <a:lnTo>
                  <a:pt x="809" y="69"/>
                </a:lnTo>
                <a:lnTo>
                  <a:pt x="810" y="70"/>
                </a:lnTo>
                <a:lnTo>
                  <a:pt x="811" y="70"/>
                </a:lnTo>
                <a:lnTo>
                  <a:pt x="811" y="71"/>
                </a:lnTo>
                <a:lnTo>
                  <a:pt x="812" y="71"/>
                </a:lnTo>
                <a:lnTo>
                  <a:pt x="813" y="72"/>
                </a:lnTo>
                <a:lnTo>
                  <a:pt x="814" y="72"/>
                </a:lnTo>
                <a:lnTo>
                  <a:pt x="814" y="73"/>
                </a:lnTo>
                <a:lnTo>
                  <a:pt x="815" y="73"/>
                </a:lnTo>
                <a:lnTo>
                  <a:pt x="816" y="75"/>
                </a:lnTo>
                <a:lnTo>
                  <a:pt x="816" y="76"/>
                </a:lnTo>
                <a:lnTo>
                  <a:pt x="817" y="77"/>
                </a:lnTo>
                <a:lnTo>
                  <a:pt x="816" y="79"/>
                </a:lnTo>
                <a:lnTo>
                  <a:pt x="816" y="80"/>
                </a:lnTo>
                <a:lnTo>
                  <a:pt x="817" y="80"/>
                </a:lnTo>
                <a:lnTo>
                  <a:pt x="818" y="81"/>
                </a:lnTo>
                <a:lnTo>
                  <a:pt x="819" y="81"/>
                </a:lnTo>
                <a:lnTo>
                  <a:pt x="820" y="82"/>
                </a:lnTo>
                <a:lnTo>
                  <a:pt x="822" y="83"/>
                </a:lnTo>
                <a:lnTo>
                  <a:pt x="823" y="83"/>
                </a:lnTo>
                <a:lnTo>
                  <a:pt x="824" y="84"/>
                </a:lnTo>
                <a:lnTo>
                  <a:pt x="825" y="84"/>
                </a:lnTo>
                <a:lnTo>
                  <a:pt x="827" y="85"/>
                </a:lnTo>
                <a:lnTo>
                  <a:pt x="828" y="85"/>
                </a:lnTo>
                <a:lnTo>
                  <a:pt x="829" y="85"/>
                </a:lnTo>
                <a:lnTo>
                  <a:pt x="830" y="85"/>
                </a:lnTo>
                <a:lnTo>
                  <a:pt x="831" y="86"/>
                </a:lnTo>
                <a:lnTo>
                  <a:pt x="831" y="87"/>
                </a:lnTo>
                <a:lnTo>
                  <a:pt x="831" y="88"/>
                </a:lnTo>
                <a:lnTo>
                  <a:pt x="832" y="89"/>
                </a:lnTo>
                <a:lnTo>
                  <a:pt x="833" y="90"/>
                </a:lnTo>
                <a:lnTo>
                  <a:pt x="833" y="91"/>
                </a:lnTo>
                <a:lnTo>
                  <a:pt x="834" y="91"/>
                </a:lnTo>
                <a:lnTo>
                  <a:pt x="834" y="92"/>
                </a:lnTo>
                <a:lnTo>
                  <a:pt x="835" y="92"/>
                </a:lnTo>
                <a:lnTo>
                  <a:pt x="836" y="92"/>
                </a:lnTo>
                <a:lnTo>
                  <a:pt x="837" y="92"/>
                </a:lnTo>
                <a:lnTo>
                  <a:pt x="838" y="92"/>
                </a:lnTo>
                <a:lnTo>
                  <a:pt x="839" y="91"/>
                </a:lnTo>
                <a:lnTo>
                  <a:pt x="839" y="92"/>
                </a:lnTo>
                <a:lnTo>
                  <a:pt x="839" y="91"/>
                </a:lnTo>
                <a:lnTo>
                  <a:pt x="840" y="91"/>
                </a:lnTo>
                <a:lnTo>
                  <a:pt x="840" y="90"/>
                </a:lnTo>
                <a:lnTo>
                  <a:pt x="841" y="90"/>
                </a:lnTo>
                <a:lnTo>
                  <a:pt x="841" y="89"/>
                </a:lnTo>
                <a:lnTo>
                  <a:pt x="841" y="88"/>
                </a:lnTo>
                <a:lnTo>
                  <a:pt x="842" y="88"/>
                </a:lnTo>
                <a:lnTo>
                  <a:pt x="842" y="87"/>
                </a:lnTo>
                <a:lnTo>
                  <a:pt x="842" y="86"/>
                </a:lnTo>
                <a:lnTo>
                  <a:pt x="843" y="86"/>
                </a:lnTo>
                <a:lnTo>
                  <a:pt x="843" y="85"/>
                </a:lnTo>
                <a:lnTo>
                  <a:pt x="844" y="85"/>
                </a:lnTo>
                <a:lnTo>
                  <a:pt x="844" y="84"/>
                </a:lnTo>
                <a:lnTo>
                  <a:pt x="845" y="83"/>
                </a:lnTo>
                <a:lnTo>
                  <a:pt x="845" y="82"/>
                </a:lnTo>
                <a:lnTo>
                  <a:pt x="846" y="82"/>
                </a:lnTo>
                <a:lnTo>
                  <a:pt x="847" y="82"/>
                </a:lnTo>
                <a:lnTo>
                  <a:pt x="848" y="82"/>
                </a:lnTo>
                <a:lnTo>
                  <a:pt x="849" y="81"/>
                </a:lnTo>
                <a:lnTo>
                  <a:pt x="850" y="80"/>
                </a:lnTo>
                <a:lnTo>
                  <a:pt x="851" y="80"/>
                </a:lnTo>
                <a:lnTo>
                  <a:pt x="852" y="81"/>
                </a:lnTo>
                <a:lnTo>
                  <a:pt x="853" y="80"/>
                </a:lnTo>
                <a:lnTo>
                  <a:pt x="854" y="80"/>
                </a:lnTo>
                <a:lnTo>
                  <a:pt x="855" y="80"/>
                </a:lnTo>
                <a:lnTo>
                  <a:pt x="855" y="79"/>
                </a:lnTo>
                <a:lnTo>
                  <a:pt x="856" y="80"/>
                </a:lnTo>
                <a:lnTo>
                  <a:pt x="856" y="79"/>
                </a:lnTo>
                <a:lnTo>
                  <a:pt x="857" y="79"/>
                </a:lnTo>
                <a:lnTo>
                  <a:pt x="858" y="79"/>
                </a:lnTo>
                <a:lnTo>
                  <a:pt x="859" y="80"/>
                </a:lnTo>
                <a:lnTo>
                  <a:pt x="860" y="80"/>
                </a:lnTo>
                <a:lnTo>
                  <a:pt x="861" y="80"/>
                </a:lnTo>
                <a:lnTo>
                  <a:pt x="861" y="79"/>
                </a:lnTo>
                <a:lnTo>
                  <a:pt x="862" y="79"/>
                </a:lnTo>
                <a:lnTo>
                  <a:pt x="863" y="79"/>
                </a:lnTo>
                <a:lnTo>
                  <a:pt x="863" y="80"/>
                </a:lnTo>
                <a:lnTo>
                  <a:pt x="864" y="80"/>
                </a:lnTo>
                <a:lnTo>
                  <a:pt x="865" y="80"/>
                </a:lnTo>
                <a:lnTo>
                  <a:pt x="867" y="80"/>
                </a:lnTo>
                <a:lnTo>
                  <a:pt x="869" y="80"/>
                </a:lnTo>
                <a:lnTo>
                  <a:pt x="870" y="80"/>
                </a:lnTo>
                <a:lnTo>
                  <a:pt x="871" y="80"/>
                </a:lnTo>
                <a:lnTo>
                  <a:pt x="872" y="80"/>
                </a:lnTo>
                <a:lnTo>
                  <a:pt x="873" y="81"/>
                </a:lnTo>
                <a:lnTo>
                  <a:pt x="874" y="81"/>
                </a:lnTo>
                <a:lnTo>
                  <a:pt x="875" y="81"/>
                </a:lnTo>
                <a:lnTo>
                  <a:pt x="876" y="82"/>
                </a:lnTo>
                <a:lnTo>
                  <a:pt x="877" y="82"/>
                </a:lnTo>
                <a:lnTo>
                  <a:pt x="877" y="81"/>
                </a:lnTo>
                <a:lnTo>
                  <a:pt x="878" y="81"/>
                </a:lnTo>
                <a:lnTo>
                  <a:pt x="879" y="81"/>
                </a:lnTo>
                <a:lnTo>
                  <a:pt x="879" y="80"/>
                </a:lnTo>
                <a:lnTo>
                  <a:pt x="881" y="79"/>
                </a:lnTo>
                <a:lnTo>
                  <a:pt x="881" y="78"/>
                </a:lnTo>
                <a:lnTo>
                  <a:pt x="882" y="78"/>
                </a:lnTo>
                <a:lnTo>
                  <a:pt x="883" y="78"/>
                </a:lnTo>
                <a:lnTo>
                  <a:pt x="883" y="77"/>
                </a:lnTo>
                <a:lnTo>
                  <a:pt x="884" y="77"/>
                </a:lnTo>
                <a:lnTo>
                  <a:pt x="884" y="76"/>
                </a:lnTo>
                <a:lnTo>
                  <a:pt x="885" y="76"/>
                </a:lnTo>
                <a:lnTo>
                  <a:pt x="886" y="76"/>
                </a:lnTo>
                <a:lnTo>
                  <a:pt x="886" y="75"/>
                </a:lnTo>
                <a:lnTo>
                  <a:pt x="887" y="75"/>
                </a:lnTo>
                <a:lnTo>
                  <a:pt x="888" y="75"/>
                </a:lnTo>
                <a:lnTo>
                  <a:pt x="888" y="76"/>
                </a:lnTo>
                <a:lnTo>
                  <a:pt x="889" y="76"/>
                </a:lnTo>
                <a:lnTo>
                  <a:pt x="889" y="75"/>
                </a:lnTo>
                <a:lnTo>
                  <a:pt x="890" y="74"/>
                </a:lnTo>
                <a:lnTo>
                  <a:pt x="891" y="74"/>
                </a:lnTo>
                <a:lnTo>
                  <a:pt x="892" y="74"/>
                </a:lnTo>
                <a:lnTo>
                  <a:pt x="892" y="73"/>
                </a:lnTo>
                <a:lnTo>
                  <a:pt x="893" y="72"/>
                </a:lnTo>
                <a:lnTo>
                  <a:pt x="894" y="71"/>
                </a:lnTo>
                <a:lnTo>
                  <a:pt x="894" y="70"/>
                </a:lnTo>
                <a:lnTo>
                  <a:pt x="894" y="69"/>
                </a:lnTo>
                <a:lnTo>
                  <a:pt x="894" y="68"/>
                </a:lnTo>
                <a:lnTo>
                  <a:pt x="895" y="67"/>
                </a:lnTo>
                <a:lnTo>
                  <a:pt x="896" y="66"/>
                </a:lnTo>
                <a:lnTo>
                  <a:pt x="897" y="66"/>
                </a:lnTo>
                <a:lnTo>
                  <a:pt x="898" y="65"/>
                </a:lnTo>
                <a:lnTo>
                  <a:pt x="898" y="64"/>
                </a:lnTo>
                <a:lnTo>
                  <a:pt x="899" y="63"/>
                </a:lnTo>
                <a:lnTo>
                  <a:pt x="899" y="62"/>
                </a:lnTo>
                <a:lnTo>
                  <a:pt x="899" y="61"/>
                </a:lnTo>
                <a:lnTo>
                  <a:pt x="900" y="60"/>
                </a:lnTo>
                <a:lnTo>
                  <a:pt x="900" y="59"/>
                </a:lnTo>
                <a:lnTo>
                  <a:pt x="901" y="59"/>
                </a:lnTo>
                <a:lnTo>
                  <a:pt x="901" y="58"/>
                </a:lnTo>
                <a:lnTo>
                  <a:pt x="902" y="58"/>
                </a:lnTo>
                <a:lnTo>
                  <a:pt x="902" y="57"/>
                </a:lnTo>
                <a:lnTo>
                  <a:pt x="903" y="57"/>
                </a:lnTo>
                <a:lnTo>
                  <a:pt x="904" y="57"/>
                </a:lnTo>
                <a:lnTo>
                  <a:pt x="905" y="57"/>
                </a:lnTo>
                <a:lnTo>
                  <a:pt x="905" y="55"/>
                </a:lnTo>
                <a:lnTo>
                  <a:pt x="906" y="54"/>
                </a:lnTo>
                <a:lnTo>
                  <a:pt x="908" y="54"/>
                </a:lnTo>
                <a:lnTo>
                  <a:pt x="908" y="53"/>
                </a:lnTo>
                <a:lnTo>
                  <a:pt x="908" y="52"/>
                </a:lnTo>
                <a:lnTo>
                  <a:pt x="908" y="51"/>
                </a:lnTo>
                <a:lnTo>
                  <a:pt x="907" y="51"/>
                </a:lnTo>
                <a:lnTo>
                  <a:pt x="907" y="50"/>
                </a:lnTo>
                <a:lnTo>
                  <a:pt x="907" y="49"/>
                </a:lnTo>
                <a:lnTo>
                  <a:pt x="907" y="48"/>
                </a:lnTo>
                <a:lnTo>
                  <a:pt x="908" y="48"/>
                </a:lnTo>
                <a:lnTo>
                  <a:pt x="908" y="47"/>
                </a:lnTo>
                <a:lnTo>
                  <a:pt x="908" y="46"/>
                </a:lnTo>
                <a:lnTo>
                  <a:pt x="908" y="45"/>
                </a:lnTo>
                <a:lnTo>
                  <a:pt x="909" y="44"/>
                </a:lnTo>
                <a:lnTo>
                  <a:pt x="909" y="43"/>
                </a:lnTo>
                <a:lnTo>
                  <a:pt x="909" y="42"/>
                </a:lnTo>
                <a:lnTo>
                  <a:pt x="909" y="41"/>
                </a:lnTo>
                <a:lnTo>
                  <a:pt x="910" y="41"/>
                </a:lnTo>
                <a:lnTo>
                  <a:pt x="911" y="41"/>
                </a:lnTo>
                <a:lnTo>
                  <a:pt x="912" y="41"/>
                </a:lnTo>
                <a:lnTo>
                  <a:pt x="913" y="41"/>
                </a:lnTo>
                <a:lnTo>
                  <a:pt x="914" y="41"/>
                </a:lnTo>
                <a:lnTo>
                  <a:pt x="915" y="41"/>
                </a:lnTo>
                <a:lnTo>
                  <a:pt x="916" y="40"/>
                </a:lnTo>
                <a:lnTo>
                  <a:pt x="917" y="40"/>
                </a:lnTo>
                <a:lnTo>
                  <a:pt x="918" y="40"/>
                </a:lnTo>
                <a:lnTo>
                  <a:pt x="918" y="39"/>
                </a:lnTo>
                <a:lnTo>
                  <a:pt x="919" y="39"/>
                </a:lnTo>
                <a:lnTo>
                  <a:pt x="919" y="38"/>
                </a:lnTo>
                <a:lnTo>
                  <a:pt x="920" y="38"/>
                </a:lnTo>
                <a:lnTo>
                  <a:pt x="921" y="38"/>
                </a:lnTo>
                <a:lnTo>
                  <a:pt x="922" y="39"/>
                </a:lnTo>
                <a:lnTo>
                  <a:pt x="923" y="39"/>
                </a:lnTo>
                <a:lnTo>
                  <a:pt x="923" y="40"/>
                </a:lnTo>
                <a:lnTo>
                  <a:pt x="924" y="40"/>
                </a:lnTo>
                <a:lnTo>
                  <a:pt x="925" y="40"/>
                </a:lnTo>
                <a:lnTo>
                  <a:pt x="926" y="40"/>
                </a:lnTo>
                <a:lnTo>
                  <a:pt x="926" y="41"/>
                </a:lnTo>
                <a:lnTo>
                  <a:pt x="926" y="40"/>
                </a:lnTo>
                <a:lnTo>
                  <a:pt x="927" y="40"/>
                </a:lnTo>
                <a:lnTo>
                  <a:pt x="928" y="40"/>
                </a:lnTo>
                <a:lnTo>
                  <a:pt x="928" y="39"/>
                </a:lnTo>
                <a:lnTo>
                  <a:pt x="929" y="39"/>
                </a:lnTo>
                <a:lnTo>
                  <a:pt x="929" y="38"/>
                </a:lnTo>
                <a:lnTo>
                  <a:pt x="929" y="37"/>
                </a:lnTo>
                <a:lnTo>
                  <a:pt x="930" y="37"/>
                </a:lnTo>
                <a:lnTo>
                  <a:pt x="931" y="37"/>
                </a:lnTo>
                <a:lnTo>
                  <a:pt x="931" y="36"/>
                </a:lnTo>
                <a:lnTo>
                  <a:pt x="932" y="36"/>
                </a:lnTo>
                <a:lnTo>
                  <a:pt x="933" y="36"/>
                </a:lnTo>
                <a:lnTo>
                  <a:pt x="934" y="36"/>
                </a:lnTo>
                <a:lnTo>
                  <a:pt x="936" y="36"/>
                </a:lnTo>
                <a:lnTo>
                  <a:pt x="936" y="35"/>
                </a:lnTo>
                <a:lnTo>
                  <a:pt x="937" y="34"/>
                </a:lnTo>
                <a:lnTo>
                  <a:pt x="938" y="34"/>
                </a:lnTo>
                <a:lnTo>
                  <a:pt x="938" y="35"/>
                </a:lnTo>
                <a:lnTo>
                  <a:pt x="938" y="36"/>
                </a:lnTo>
                <a:lnTo>
                  <a:pt x="939" y="36"/>
                </a:lnTo>
                <a:lnTo>
                  <a:pt x="940" y="37"/>
                </a:lnTo>
                <a:lnTo>
                  <a:pt x="941" y="37"/>
                </a:lnTo>
                <a:lnTo>
                  <a:pt x="941" y="38"/>
                </a:lnTo>
                <a:lnTo>
                  <a:pt x="942" y="38"/>
                </a:lnTo>
                <a:lnTo>
                  <a:pt x="942" y="39"/>
                </a:lnTo>
                <a:lnTo>
                  <a:pt x="943" y="39"/>
                </a:lnTo>
                <a:lnTo>
                  <a:pt x="943" y="38"/>
                </a:lnTo>
                <a:lnTo>
                  <a:pt x="944" y="39"/>
                </a:lnTo>
                <a:lnTo>
                  <a:pt x="944" y="38"/>
                </a:lnTo>
                <a:lnTo>
                  <a:pt x="944" y="39"/>
                </a:lnTo>
                <a:lnTo>
                  <a:pt x="945" y="39"/>
                </a:lnTo>
                <a:lnTo>
                  <a:pt x="945" y="38"/>
                </a:lnTo>
                <a:lnTo>
                  <a:pt x="944" y="38"/>
                </a:lnTo>
                <a:lnTo>
                  <a:pt x="944" y="37"/>
                </a:lnTo>
                <a:lnTo>
                  <a:pt x="945" y="37"/>
                </a:lnTo>
                <a:lnTo>
                  <a:pt x="945" y="36"/>
                </a:lnTo>
                <a:lnTo>
                  <a:pt x="946" y="35"/>
                </a:lnTo>
                <a:lnTo>
                  <a:pt x="946" y="36"/>
                </a:lnTo>
                <a:lnTo>
                  <a:pt x="947" y="36"/>
                </a:lnTo>
                <a:lnTo>
                  <a:pt x="948" y="36"/>
                </a:lnTo>
                <a:lnTo>
                  <a:pt x="948" y="37"/>
                </a:lnTo>
                <a:lnTo>
                  <a:pt x="949" y="37"/>
                </a:lnTo>
                <a:lnTo>
                  <a:pt x="950" y="37"/>
                </a:lnTo>
                <a:lnTo>
                  <a:pt x="951" y="37"/>
                </a:lnTo>
                <a:lnTo>
                  <a:pt x="951" y="38"/>
                </a:lnTo>
                <a:lnTo>
                  <a:pt x="951" y="37"/>
                </a:lnTo>
                <a:lnTo>
                  <a:pt x="952" y="37"/>
                </a:lnTo>
                <a:lnTo>
                  <a:pt x="952" y="38"/>
                </a:lnTo>
                <a:lnTo>
                  <a:pt x="953" y="38"/>
                </a:lnTo>
                <a:lnTo>
                  <a:pt x="953" y="37"/>
                </a:lnTo>
                <a:lnTo>
                  <a:pt x="954" y="37"/>
                </a:lnTo>
                <a:lnTo>
                  <a:pt x="954" y="38"/>
                </a:lnTo>
                <a:lnTo>
                  <a:pt x="955" y="38"/>
                </a:lnTo>
                <a:lnTo>
                  <a:pt x="955" y="37"/>
                </a:lnTo>
                <a:lnTo>
                  <a:pt x="956" y="37"/>
                </a:lnTo>
                <a:lnTo>
                  <a:pt x="957" y="37"/>
                </a:lnTo>
                <a:lnTo>
                  <a:pt x="958" y="37"/>
                </a:lnTo>
                <a:lnTo>
                  <a:pt x="959" y="37"/>
                </a:lnTo>
                <a:lnTo>
                  <a:pt x="959" y="36"/>
                </a:lnTo>
                <a:lnTo>
                  <a:pt x="959" y="35"/>
                </a:lnTo>
                <a:lnTo>
                  <a:pt x="960" y="36"/>
                </a:lnTo>
                <a:lnTo>
                  <a:pt x="961" y="36"/>
                </a:lnTo>
                <a:lnTo>
                  <a:pt x="962" y="36"/>
                </a:lnTo>
                <a:lnTo>
                  <a:pt x="963" y="36"/>
                </a:lnTo>
                <a:lnTo>
                  <a:pt x="964" y="36"/>
                </a:lnTo>
                <a:lnTo>
                  <a:pt x="964" y="35"/>
                </a:lnTo>
                <a:lnTo>
                  <a:pt x="964" y="34"/>
                </a:lnTo>
                <a:lnTo>
                  <a:pt x="965" y="34"/>
                </a:lnTo>
                <a:lnTo>
                  <a:pt x="966" y="34"/>
                </a:lnTo>
                <a:lnTo>
                  <a:pt x="966" y="35"/>
                </a:lnTo>
                <a:lnTo>
                  <a:pt x="966" y="34"/>
                </a:lnTo>
                <a:lnTo>
                  <a:pt x="967" y="34"/>
                </a:lnTo>
                <a:lnTo>
                  <a:pt x="968" y="33"/>
                </a:lnTo>
                <a:lnTo>
                  <a:pt x="968" y="32"/>
                </a:lnTo>
                <a:lnTo>
                  <a:pt x="969" y="32"/>
                </a:lnTo>
                <a:lnTo>
                  <a:pt x="969" y="31"/>
                </a:lnTo>
                <a:lnTo>
                  <a:pt x="970" y="31"/>
                </a:lnTo>
                <a:lnTo>
                  <a:pt x="970" y="32"/>
                </a:lnTo>
                <a:lnTo>
                  <a:pt x="971" y="31"/>
                </a:lnTo>
                <a:lnTo>
                  <a:pt x="972" y="31"/>
                </a:lnTo>
                <a:lnTo>
                  <a:pt x="973" y="31"/>
                </a:lnTo>
                <a:lnTo>
                  <a:pt x="974" y="31"/>
                </a:lnTo>
                <a:lnTo>
                  <a:pt x="974" y="32"/>
                </a:lnTo>
                <a:lnTo>
                  <a:pt x="975" y="32"/>
                </a:lnTo>
                <a:lnTo>
                  <a:pt x="976" y="32"/>
                </a:lnTo>
                <a:lnTo>
                  <a:pt x="976" y="33"/>
                </a:lnTo>
                <a:lnTo>
                  <a:pt x="977" y="33"/>
                </a:lnTo>
                <a:lnTo>
                  <a:pt x="978" y="33"/>
                </a:lnTo>
                <a:lnTo>
                  <a:pt x="979" y="33"/>
                </a:lnTo>
                <a:lnTo>
                  <a:pt x="979" y="32"/>
                </a:lnTo>
                <a:lnTo>
                  <a:pt x="980" y="32"/>
                </a:lnTo>
                <a:lnTo>
                  <a:pt x="981" y="32"/>
                </a:lnTo>
                <a:lnTo>
                  <a:pt x="981" y="33"/>
                </a:lnTo>
                <a:lnTo>
                  <a:pt x="981" y="34"/>
                </a:lnTo>
                <a:lnTo>
                  <a:pt x="982" y="34"/>
                </a:lnTo>
                <a:lnTo>
                  <a:pt x="982" y="35"/>
                </a:lnTo>
                <a:lnTo>
                  <a:pt x="982" y="36"/>
                </a:lnTo>
                <a:lnTo>
                  <a:pt x="983" y="36"/>
                </a:lnTo>
                <a:lnTo>
                  <a:pt x="983" y="37"/>
                </a:lnTo>
                <a:lnTo>
                  <a:pt x="983" y="38"/>
                </a:lnTo>
                <a:lnTo>
                  <a:pt x="984" y="38"/>
                </a:lnTo>
                <a:lnTo>
                  <a:pt x="984" y="37"/>
                </a:lnTo>
                <a:lnTo>
                  <a:pt x="986" y="37"/>
                </a:lnTo>
                <a:lnTo>
                  <a:pt x="986" y="38"/>
                </a:lnTo>
                <a:lnTo>
                  <a:pt x="987" y="38"/>
                </a:lnTo>
                <a:lnTo>
                  <a:pt x="988" y="37"/>
                </a:lnTo>
                <a:lnTo>
                  <a:pt x="988" y="36"/>
                </a:lnTo>
                <a:lnTo>
                  <a:pt x="989" y="36"/>
                </a:lnTo>
                <a:lnTo>
                  <a:pt x="989" y="35"/>
                </a:lnTo>
                <a:lnTo>
                  <a:pt x="990" y="35"/>
                </a:lnTo>
                <a:lnTo>
                  <a:pt x="991" y="36"/>
                </a:lnTo>
                <a:lnTo>
                  <a:pt x="992" y="36"/>
                </a:lnTo>
                <a:lnTo>
                  <a:pt x="992" y="35"/>
                </a:lnTo>
                <a:lnTo>
                  <a:pt x="993" y="35"/>
                </a:lnTo>
                <a:lnTo>
                  <a:pt x="994" y="35"/>
                </a:lnTo>
                <a:lnTo>
                  <a:pt x="995" y="35"/>
                </a:lnTo>
                <a:lnTo>
                  <a:pt x="996" y="35"/>
                </a:lnTo>
                <a:lnTo>
                  <a:pt x="997" y="36"/>
                </a:lnTo>
                <a:lnTo>
                  <a:pt x="998" y="36"/>
                </a:lnTo>
                <a:lnTo>
                  <a:pt x="999" y="36"/>
                </a:lnTo>
                <a:lnTo>
                  <a:pt x="999" y="37"/>
                </a:lnTo>
                <a:lnTo>
                  <a:pt x="1000" y="37"/>
                </a:lnTo>
                <a:lnTo>
                  <a:pt x="1000" y="36"/>
                </a:lnTo>
                <a:lnTo>
                  <a:pt x="1001" y="36"/>
                </a:lnTo>
                <a:lnTo>
                  <a:pt x="1002" y="36"/>
                </a:lnTo>
                <a:lnTo>
                  <a:pt x="1003" y="36"/>
                </a:lnTo>
                <a:lnTo>
                  <a:pt x="1003" y="35"/>
                </a:lnTo>
                <a:lnTo>
                  <a:pt x="1003" y="36"/>
                </a:lnTo>
                <a:lnTo>
                  <a:pt x="1004" y="36"/>
                </a:lnTo>
                <a:lnTo>
                  <a:pt x="1005" y="36"/>
                </a:lnTo>
                <a:lnTo>
                  <a:pt x="1005" y="37"/>
                </a:lnTo>
                <a:lnTo>
                  <a:pt x="1006" y="37"/>
                </a:lnTo>
                <a:lnTo>
                  <a:pt x="1007" y="38"/>
                </a:lnTo>
                <a:lnTo>
                  <a:pt x="1008" y="38"/>
                </a:lnTo>
                <a:lnTo>
                  <a:pt x="1009" y="38"/>
                </a:lnTo>
                <a:lnTo>
                  <a:pt x="1010" y="38"/>
                </a:lnTo>
                <a:lnTo>
                  <a:pt x="1011" y="37"/>
                </a:lnTo>
                <a:lnTo>
                  <a:pt x="1011" y="36"/>
                </a:lnTo>
                <a:lnTo>
                  <a:pt x="1011" y="35"/>
                </a:lnTo>
                <a:lnTo>
                  <a:pt x="1012" y="35"/>
                </a:lnTo>
                <a:lnTo>
                  <a:pt x="1013" y="34"/>
                </a:lnTo>
                <a:lnTo>
                  <a:pt x="1014" y="33"/>
                </a:lnTo>
                <a:lnTo>
                  <a:pt x="1015" y="32"/>
                </a:lnTo>
                <a:lnTo>
                  <a:pt x="1016" y="32"/>
                </a:lnTo>
                <a:lnTo>
                  <a:pt x="1018" y="32"/>
                </a:lnTo>
                <a:lnTo>
                  <a:pt x="1019" y="32"/>
                </a:lnTo>
                <a:lnTo>
                  <a:pt x="1019" y="31"/>
                </a:lnTo>
                <a:lnTo>
                  <a:pt x="1020" y="31"/>
                </a:lnTo>
                <a:lnTo>
                  <a:pt x="1021" y="31"/>
                </a:lnTo>
                <a:lnTo>
                  <a:pt x="1022" y="31"/>
                </a:lnTo>
                <a:lnTo>
                  <a:pt x="1022" y="32"/>
                </a:lnTo>
                <a:lnTo>
                  <a:pt x="1023" y="32"/>
                </a:lnTo>
                <a:lnTo>
                  <a:pt x="1023" y="33"/>
                </a:lnTo>
                <a:lnTo>
                  <a:pt x="1023" y="32"/>
                </a:lnTo>
                <a:lnTo>
                  <a:pt x="1024" y="32"/>
                </a:lnTo>
                <a:lnTo>
                  <a:pt x="1025" y="32"/>
                </a:lnTo>
                <a:lnTo>
                  <a:pt x="1026" y="33"/>
                </a:lnTo>
                <a:lnTo>
                  <a:pt x="1027" y="33"/>
                </a:lnTo>
                <a:lnTo>
                  <a:pt x="1027" y="32"/>
                </a:lnTo>
                <a:lnTo>
                  <a:pt x="1028" y="32"/>
                </a:lnTo>
                <a:lnTo>
                  <a:pt x="1030" y="30"/>
                </a:lnTo>
                <a:lnTo>
                  <a:pt x="1031" y="30"/>
                </a:lnTo>
                <a:lnTo>
                  <a:pt x="1031" y="29"/>
                </a:lnTo>
                <a:lnTo>
                  <a:pt x="1032" y="29"/>
                </a:lnTo>
                <a:lnTo>
                  <a:pt x="1032" y="28"/>
                </a:lnTo>
                <a:lnTo>
                  <a:pt x="1033" y="28"/>
                </a:lnTo>
                <a:lnTo>
                  <a:pt x="1034" y="27"/>
                </a:lnTo>
                <a:lnTo>
                  <a:pt x="1034" y="26"/>
                </a:lnTo>
                <a:lnTo>
                  <a:pt x="1035" y="26"/>
                </a:lnTo>
                <a:lnTo>
                  <a:pt x="1035" y="27"/>
                </a:lnTo>
                <a:lnTo>
                  <a:pt x="1036" y="27"/>
                </a:lnTo>
                <a:lnTo>
                  <a:pt x="1037" y="27"/>
                </a:lnTo>
                <a:lnTo>
                  <a:pt x="1038" y="27"/>
                </a:lnTo>
                <a:lnTo>
                  <a:pt x="1039" y="27"/>
                </a:lnTo>
                <a:lnTo>
                  <a:pt x="1040" y="27"/>
                </a:lnTo>
                <a:lnTo>
                  <a:pt x="1040" y="26"/>
                </a:lnTo>
                <a:lnTo>
                  <a:pt x="1041" y="27"/>
                </a:lnTo>
                <a:lnTo>
                  <a:pt x="1041" y="28"/>
                </a:lnTo>
                <a:lnTo>
                  <a:pt x="1042" y="28"/>
                </a:lnTo>
                <a:lnTo>
                  <a:pt x="1043" y="28"/>
                </a:lnTo>
                <a:lnTo>
                  <a:pt x="1043" y="29"/>
                </a:lnTo>
                <a:lnTo>
                  <a:pt x="1043" y="30"/>
                </a:lnTo>
                <a:lnTo>
                  <a:pt x="1043" y="32"/>
                </a:lnTo>
                <a:lnTo>
                  <a:pt x="1043" y="33"/>
                </a:lnTo>
                <a:lnTo>
                  <a:pt x="1043" y="34"/>
                </a:lnTo>
                <a:lnTo>
                  <a:pt x="1043" y="36"/>
                </a:lnTo>
                <a:lnTo>
                  <a:pt x="1044" y="36"/>
                </a:lnTo>
                <a:lnTo>
                  <a:pt x="1044" y="37"/>
                </a:lnTo>
                <a:lnTo>
                  <a:pt x="1045" y="37"/>
                </a:lnTo>
                <a:lnTo>
                  <a:pt x="1046" y="37"/>
                </a:lnTo>
                <a:lnTo>
                  <a:pt x="1047" y="37"/>
                </a:lnTo>
                <a:lnTo>
                  <a:pt x="1048" y="37"/>
                </a:lnTo>
                <a:lnTo>
                  <a:pt x="1048" y="38"/>
                </a:lnTo>
                <a:lnTo>
                  <a:pt x="1049" y="38"/>
                </a:lnTo>
                <a:lnTo>
                  <a:pt x="1050" y="38"/>
                </a:lnTo>
                <a:lnTo>
                  <a:pt x="1051" y="39"/>
                </a:lnTo>
                <a:lnTo>
                  <a:pt x="1052" y="39"/>
                </a:lnTo>
                <a:lnTo>
                  <a:pt x="1052" y="40"/>
                </a:lnTo>
                <a:lnTo>
                  <a:pt x="1053" y="40"/>
                </a:lnTo>
                <a:lnTo>
                  <a:pt x="1053" y="39"/>
                </a:lnTo>
                <a:lnTo>
                  <a:pt x="1054" y="39"/>
                </a:lnTo>
                <a:lnTo>
                  <a:pt x="1055" y="39"/>
                </a:lnTo>
                <a:lnTo>
                  <a:pt x="1056" y="39"/>
                </a:lnTo>
                <a:lnTo>
                  <a:pt x="1056" y="38"/>
                </a:lnTo>
                <a:lnTo>
                  <a:pt x="1057" y="38"/>
                </a:lnTo>
                <a:lnTo>
                  <a:pt x="1058" y="38"/>
                </a:lnTo>
                <a:lnTo>
                  <a:pt x="1059" y="38"/>
                </a:lnTo>
                <a:lnTo>
                  <a:pt x="1059" y="39"/>
                </a:lnTo>
                <a:lnTo>
                  <a:pt x="1060" y="39"/>
                </a:lnTo>
                <a:lnTo>
                  <a:pt x="1061" y="38"/>
                </a:lnTo>
                <a:lnTo>
                  <a:pt x="1061" y="37"/>
                </a:lnTo>
                <a:lnTo>
                  <a:pt x="1062" y="37"/>
                </a:lnTo>
                <a:lnTo>
                  <a:pt x="1062" y="38"/>
                </a:lnTo>
                <a:lnTo>
                  <a:pt x="1062" y="37"/>
                </a:lnTo>
                <a:lnTo>
                  <a:pt x="1063" y="37"/>
                </a:lnTo>
                <a:lnTo>
                  <a:pt x="1063" y="38"/>
                </a:lnTo>
                <a:lnTo>
                  <a:pt x="1064" y="38"/>
                </a:lnTo>
                <a:lnTo>
                  <a:pt x="1065" y="38"/>
                </a:lnTo>
                <a:lnTo>
                  <a:pt x="1066" y="38"/>
                </a:lnTo>
                <a:lnTo>
                  <a:pt x="1067" y="38"/>
                </a:lnTo>
                <a:lnTo>
                  <a:pt x="1067" y="37"/>
                </a:lnTo>
                <a:lnTo>
                  <a:pt x="1068" y="37"/>
                </a:lnTo>
                <a:lnTo>
                  <a:pt x="1069" y="37"/>
                </a:lnTo>
                <a:lnTo>
                  <a:pt x="1070" y="37"/>
                </a:lnTo>
                <a:lnTo>
                  <a:pt x="1071" y="37"/>
                </a:lnTo>
                <a:lnTo>
                  <a:pt x="1071" y="38"/>
                </a:lnTo>
                <a:lnTo>
                  <a:pt x="1072" y="38"/>
                </a:lnTo>
                <a:lnTo>
                  <a:pt x="1073" y="38"/>
                </a:lnTo>
                <a:lnTo>
                  <a:pt x="1073" y="39"/>
                </a:lnTo>
                <a:lnTo>
                  <a:pt x="1074" y="39"/>
                </a:lnTo>
                <a:lnTo>
                  <a:pt x="1075" y="39"/>
                </a:lnTo>
                <a:lnTo>
                  <a:pt x="1076" y="39"/>
                </a:lnTo>
                <a:lnTo>
                  <a:pt x="1077" y="39"/>
                </a:lnTo>
                <a:lnTo>
                  <a:pt x="1078" y="38"/>
                </a:lnTo>
                <a:lnTo>
                  <a:pt x="1079" y="39"/>
                </a:lnTo>
                <a:lnTo>
                  <a:pt x="1079" y="38"/>
                </a:lnTo>
                <a:lnTo>
                  <a:pt x="1080" y="38"/>
                </a:lnTo>
                <a:lnTo>
                  <a:pt x="1080" y="39"/>
                </a:lnTo>
                <a:lnTo>
                  <a:pt x="1081" y="39"/>
                </a:lnTo>
                <a:lnTo>
                  <a:pt x="1082" y="39"/>
                </a:lnTo>
                <a:lnTo>
                  <a:pt x="1083" y="39"/>
                </a:lnTo>
                <a:lnTo>
                  <a:pt x="1083" y="38"/>
                </a:lnTo>
                <a:lnTo>
                  <a:pt x="1084" y="38"/>
                </a:lnTo>
                <a:lnTo>
                  <a:pt x="1084" y="39"/>
                </a:lnTo>
                <a:lnTo>
                  <a:pt x="1085" y="39"/>
                </a:lnTo>
                <a:lnTo>
                  <a:pt x="1086" y="39"/>
                </a:lnTo>
                <a:lnTo>
                  <a:pt x="1089" y="39"/>
                </a:lnTo>
                <a:lnTo>
                  <a:pt x="1090" y="39"/>
                </a:lnTo>
                <a:lnTo>
                  <a:pt x="1090" y="38"/>
                </a:lnTo>
                <a:lnTo>
                  <a:pt x="1091" y="38"/>
                </a:lnTo>
                <a:lnTo>
                  <a:pt x="1091" y="39"/>
                </a:lnTo>
                <a:lnTo>
                  <a:pt x="1092" y="39"/>
                </a:lnTo>
                <a:lnTo>
                  <a:pt x="1093" y="39"/>
                </a:lnTo>
                <a:lnTo>
                  <a:pt x="1094" y="39"/>
                </a:lnTo>
                <a:lnTo>
                  <a:pt x="1095" y="38"/>
                </a:lnTo>
                <a:lnTo>
                  <a:pt x="1095" y="37"/>
                </a:lnTo>
                <a:lnTo>
                  <a:pt x="1095" y="36"/>
                </a:lnTo>
                <a:lnTo>
                  <a:pt x="1095" y="35"/>
                </a:lnTo>
                <a:lnTo>
                  <a:pt x="1096" y="35"/>
                </a:lnTo>
                <a:lnTo>
                  <a:pt x="1096" y="36"/>
                </a:lnTo>
                <a:lnTo>
                  <a:pt x="1097" y="36"/>
                </a:lnTo>
                <a:lnTo>
                  <a:pt x="1098" y="36"/>
                </a:lnTo>
                <a:lnTo>
                  <a:pt x="1099" y="36"/>
                </a:lnTo>
                <a:lnTo>
                  <a:pt x="1101" y="36"/>
                </a:lnTo>
                <a:lnTo>
                  <a:pt x="1102" y="37"/>
                </a:lnTo>
                <a:lnTo>
                  <a:pt x="1103" y="37"/>
                </a:lnTo>
                <a:lnTo>
                  <a:pt x="1104" y="37"/>
                </a:lnTo>
                <a:lnTo>
                  <a:pt x="1105" y="37"/>
                </a:lnTo>
                <a:lnTo>
                  <a:pt x="1106" y="37"/>
                </a:lnTo>
                <a:lnTo>
                  <a:pt x="1107" y="37"/>
                </a:lnTo>
                <a:lnTo>
                  <a:pt x="1108" y="38"/>
                </a:lnTo>
                <a:lnTo>
                  <a:pt x="1109" y="38"/>
                </a:lnTo>
                <a:lnTo>
                  <a:pt x="1110" y="38"/>
                </a:lnTo>
                <a:lnTo>
                  <a:pt x="1111" y="38"/>
                </a:lnTo>
                <a:lnTo>
                  <a:pt x="1112" y="38"/>
                </a:lnTo>
                <a:lnTo>
                  <a:pt x="1114" y="38"/>
                </a:lnTo>
                <a:lnTo>
                  <a:pt x="1115" y="38"/>
                </a:lnTo>
                <a:lnTo>
                  <a:pt x="1116" y="37"/>
                </a:lnTo>
                <a:lnTo>
                  <a:pt x="1116" y="36"/>
                </a:lnTo>
                <a:lnTo>
                  <a:pt x="1117" y="36"/>
                </a:lnTo>
                <a:lnTo>
                  <a:pt x="1118" y="36"/>
                </a:lnTo>
                <a:lnTo>
                  <a:pt x="1118" y="37"/>
                </a:lnTo>
                <a:lnTo>
                  <a:pt x="1119" y="37"/>
                </a:lnTo>
                <a:lnTo>
                  <a:pt x="1120" y="37"/>
                </a:lnTo>
                <a:lnTo>
                  <a:pt x="1120" y="38"/>
                </a:lnTo>
                <a:lnTo>
                  <a:pt x="1120" y="37"/>
                </a:lnTo>
                <a:lnTo>
                  <a:pt x="1121" y="37"/>
                </a:lnTo>
                <a:lnTo>
                  <a:pt x="1122" y="36"/>
                </a:lnTo>
                <a:lnTo>
                  <a:pt x="1123" y="35"/>
                </a:lnTo>
                <a:lnTo>
                  <a:pt x="1124" y="35"/>
                </a:lnTo>
                <a:lnTo>
                  <a:pt x="1126" y="35"/>
                </a:lnTo>
                <a:lnTo>
                  <a:pt x="1126" y="36"/>
                </a:lnTo>
                <a:lnTo>
                  <a:pt x="1127" y="36"/>
                </a:lnTo>
                <a:lnTo>
                  <a:pt x="1128" y="36"/>
                </a:lnTo>
                <a:lnTo>
                  <a:pt x="1128" y="37"/>
                </a:lnTo>
                <a:lnTo>
                  <a:pt x="1129" y="37"/>
                </a:lnTo>
                <a:lnTo>
                  <a:pt x="1130" y="37"/>
                </a:lnTo>
                <a:lnTo>
                  <a:pt x="1131" y="37"/>
                </a:lnTo>
                <a:lnTo>
                  <a:pt x="1132" y="37"/>
                </a:lnTo>
                <a:lnTo>
                  <a:pt x="1132" y="38"/>
                </a:lnTo>
                <a:lnTo>
                  <a:pt x="1133" y="38"/>
                </a:lnTo>
                <a:lnTo>
                  <a:pt x="1134" y="38"/>
                </a:lnTo>
                <a:lnTo>
                  <a:pt x="1135" y="38"/>
                </a:lnTo>
                <a:lnTo>
                  <a:pt x="1135" y="39"/>
                </a:lnTo>
                <a:lnTo>
                  <a:pt x="1136" y="39"/>
                </a:lnTo>
                <a:lnTo>
                  <a:pt x="1136" y="38"/>
                </a:lnTo>
                <a:lnTo>
                  <a:pt x="1136" y="37"/>
                </a:lnTo>
                <a:lnTo>
                  <a:pt x="1135" y="37"/>
                </a:lnTo>
                <a:lnTo>
                  <a:pt x="1135" y="36"/>
                </a:lnTo>
                <a:lnTo>
                  <a:pt x="1136" y="36"/>
                </a:lnTo>
                <a:lnTo>
                  <a:pt x="1137" y="36"/>
                </a:lnTo>
                <a:lnTo>
                  <a:pt x="1137" y="35"/>
                </a:lnTo>
                <a:lnTo>
                  <a:pt x="1137" y="36"/>
                </a:lnTo>
                <a:lnTo>
                  <a:pt x="1138" y="36"/>
                </a:lnTo>
                <a:lnTo>
                  <a:pt x="1138" y="37"/>
                </a:lnTo>
                <a:close/>
              </a:path>
            </a:pathLst>
          </a:custGeom>
          <a:solidFill>
            <a:srgbClr val="D7653E"/>
          </a:solidFill>
          <a:ln w="2520">
            <a:solidFill>
              <a:srgbClr val="FFFFFF"/>
            </a:solidFill>
            <a:round/>
          </a:ln>
        </p:spPr>
        <p:txBody>
          <a:bodyPr lIns="1080" tIns="1080" rIns="1080" bIns="108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242" name=""/>
          <p:cNvSpPr/>
          <p:nvPr/>
        </p:nvSpPr>
        <p:spPr>
          <a:xfrm>
            <a:off x="3401640" y="534600"/>
            <a:ext cx="804600" cy="627120"/>
          </a:xfrm>
          <a:custGeom>
            <a:avLst/>
            <a:gdLst/>
            <a:ahLst/>
            <a:rect l="0" t="0" r="r" b="b"/>
            <a:pathLst>
              <a:path w="2235" h="1742">
                <a:moveTo>
                  <a:pt x="2235" y="933"/>
                </a:moveTo>
                <a:lnTo>
                  <a:pt x="2232" y="934"/>
                </a:lnTo>
                <a:lnTo>
                  <a:pt x="2231" y="935"/>
                </a:lnTo>
                <a:lnTo>
                  <a:pt x="2230" y="936"/>
                </a:lnTo>
                <a:lnTo>
                  <a:pt x="2229" y="936"/>
                </a:lnTo>
                <a:lnTo>
                  <a:pt x="2228" y="936"/>
                </a:lnTo>
                <a:lnTo>
                  <a:pt x="2228" y="937"/>
                </a:lnTo>
                <a:lnTo>
                  <a:pt x="2227" y="937"/>
                </a:lnTo>
                <a:lnTo>
                  <a:pt x="2226" y="937"/>
                </a:lnTo>
                <a:lnTo>
                  <a:pt x="2226" y="938"/>
                </a:lnTo>
                <a:lnTo>
                  <a:pt x="2225" y="938"/>
                </a:lnTo>
                <a:lnTo>
                  <a:pt x="2224" y="938"/>
                </a:lnTo>
                <a:lnTo>
                  <a:pt x="2223" y="939"/>
                </a:lnTo>
                <a:lnTo>
                  <a:pt x="2222" y="939"/>
                </a:lnTo>
                <a:lnTo>
                  <a:pt x="2221" y="940"/>
                </a:lnTo>
                <a:lnTo>
                  <a:pt x="2219" y="941"/>
                </a:lnTo>
                <a:lnTo>
                  <a:pt x="2218" y="942"/>
                </a:lnTo>
                <a:lnTo>
                  <a:pt x="2215" y="943"/>
                </a:lnTo>
                <a:lnTo>
                  <a:pt x="2214" y="943"/>
                </a:lnTo>
                <a:lnTo>
                  <a:pt x="2213" y="943"/>
                </a:lnTo>
                <a:lnTo>
                  <a:pt x="2212" y="945"/>
                </a:lnTo>
                <a:lnTo>
                  <a:pt x="2210" y="945"/>
                </a:lnTo>
                <a:lnTo>
                  <a:pt x="2209" y="945"/>
                </a:lnTo>
                <a:lnTo>
                  <a:pt x="2207" y="946"/>
                </a:lnTo>
                <a:lnTo>
                  <a:pt x="2204" y="950"/>
                </a:lnTo>
                <a:lnTo>
                  <a:pt x="2203" y="950"/>
                </a:lnTo>
                <a:lnTo>
                  <a:pt x="2203" y="951"/>
                </a:lnTo>
                <a:lnTo>
                  <a:pt x="2202" y="951"/>
                </a:lnTo>
                <a:lnTo>
                  <a:pt x="2202" y="952"/>
                </a:lnTo>
                <a:lnTo>
                  <a:pt x="2201" y="952"/>
                </a:lnTo>
                <a:lnTo>
                  <a:pt x="2200" y="953"/>
                </a:lnTo>
                <a:lnTo>
                  <a:pt x="2199" y="953"/>
                </a:lnTo>
                <a:lnTo>
                  <a:pt x="2199" y="954"/>
                </a:lnTo>
                <a:lnTo>
                  <a:pt x="2197" y="961"/>
                </a:lnTo>
                <a:lnTo>
                  <a:pt x="2195" y="964"/>
                </a:lnTo>
                <a:lnTo>
                  <a:pt x="2195" y="965"/>
                </a:lnTo>
                <a:lnTo>
                  <a:pt x="2193" y="967"/>
                </a:lnTo>
                <a:lnTo>
                  <a:pt x="2195" y="968"/>
                </a:lnTo>
                <a:lnTo>
                  <a:pt x="2201" y="970"/>
                </a:lnTo>
                <a:lnTo>
                  <a:pt x="2198" y="978"/>
                </a:lnTo>
                <a:lnTo>
                  <a:pt x="2198" y="982"/>
                </a:lnTo>
                <a:lnTo>
                  <a:pt x="2209" y="997"/>
                </a:lnTo>
                <a:lnTo>
                  <a:pt x="2205" y="1000"/>
                </a:lnTo>
                <a:lnTo>
                  <a:pt x="2202" y="1003"/>
                </a:lnTo>
                <a:lnTo>
                  <a:pt x="2199" y="1005"/>
                </a:lnTo>
                <a:lnTo>
                  <a:pt x="2204" y="1018"/>
                </a:lnTo>
                <a:lnTo>
                  <a:pt x="2203" y="1021"/>
                </a:lnTo>
                <a:lnTo>
                  <a:pt x="2203" y="1022"/>
                </a:lnTo>
                <a:lnTo>
                  <a:pt x="2203" y="1023"/>
                </a:lnTo>
                <a:lnTo>
                  <a:pt x="2202" y="1023"/>
                </a:lnTo>
                <a:lnTo>
                  <a:pt x="2202" y="1024"/>
                </a:lnTo>
                <a:lnTo>
                  <a:pt x="2201" y="1025"/>
                </a:lnTo>
                <a:lnTo>
                  <a:pt x="2201" y="1026"/>
                </a:lnTo>
                <a:lnTo>
                  <a:pt x="2201" y="1027"/>
                </a:lnTo>
                <a:lnTo>
                  <a:pt x="2200" y="1027"/>
                </a:lnTo>
                <a:lnTo>
                  <a:pt x="2200" y="1028"/>
                </a:lnTo>
                <a:lnTo>
                  <a:pt x="2199" y="1028"/>
                </a:lnTo>
                <a:lnTo>
                  <a:pt x="2197" y="1030"/>
                </a:lnTo>
                <a:lnTo>
                  <a:pt x="2194" y="1033"/>
                </a:lnTo>
                <a:lnTo>
                  <a:pt x="2193" y="1033"/>
                </a:lnTo>
                <a:lnTo>
                  <a:pt x="2193" y="1034"/>
                </a:lnTo>
                <a:lnTo>
                  <a:pt x="2192" y="1034"/>
                </a:lnTo>
                <a:lnTo>
                  <a:pt x="2191" y="1035"/>
                </a:lnTo>
                <a:lnTo>
                  <a:pt x="2190" y="1035"/>
                </a:lnTo>
                <a:lnTo>
                  <a:pt x="2189" y="1035"/>
                </a:lnTo>
                <a:lnTo>
                  <a:pt x="2189" y="1036"/>
                </a:lnTo>
                <a:lnTo>
                  <a:pt x="2188" y="1036"/>
                </a:lnTo>
                <a:lnTo>
                  <a:pt x="2187" y="1036"/>
                </a:lnTo>
                <a:lnTo>
                  <a:pt x="2185" y="1037"/>
                </a:lnTo>
                <a:lnTo>
                  <a:pt x="2184" y="1038"/>
                </a:lnTo>
                <a:lnTo>
                  <a:pt x="2183" y="1038"/>
                </a:lnTo>
                <a:lnTo>
                  <a:pt x="2180" y="1039"/>
                </a:lnTo>
                <a:lnTo>
                  <a:pt x="2179" y="1040"/>
                </a:lnTo>
                <a:lnTo>
                  <a:pt x="2177" y="1040"/>
                </a:lnTo>
                <a:lnTo>
                  <a:pt x="2176" y="1041"/>
                </a:lnTo>
                <a:lnTo>
                  <a:pt x="2175" y="1042"/>
                </a:lnTo>
                <a:lnTo>
                  <a:pt x="2174" y="1042"/>
                </a:lnTo>
                <a:lnTo>
                  <a:pt x="2173" y="1042"/>
                </a:lnTo>
                <a:lnTo>
                  <a:pt x="2172" y="1042"/>
                </a:lnTo>
                <a:lnTo>
                  <a:pt x="2170" y="1042"/>
                </a:lnTo>
                <a:lnTo>
                  <a:pt x="2169" y="1042"/>
                </a:lnTo>
                <a:lnTo>
                  <a:pt x="2168" y="1043"/>
                </a:lnTo>
                <a:lnTo>
                  <a:pt x="2166" y="1043"/>
                </a:lnTo>
                <a:lnTo>
                  <a:pt x="2164" y="1043"/>
                </a:lnTo>
                <a:lnTo>
                  <a:pt x="2162" y="1043"/>
                </a:lnTo>
                <a:lnTo>
                  <a:pt x="2161" y="1043"/>
                </a:lnTo>
                <a:lnTo>
                  <a:pt x="2160" y="1043"/>
                </a:lnTo>
                <a:lnTo>
                  <a:pt x="2159" y="1043"/>
                </a:lnTo>
                <a:lnTo>
                  <a:pt x="2157" y="1043"/>
                </a:lnTo>
                <a:lnTo>
                  <a:pt x="2155" y="1043"/>
                </a:lnTo>
                <a:lnTo>
                  <a:pt x="2154" y="1044"/>
                </a:lnTo>
                <a:lnTo>
                  <a:pt x="2153" y="1045"/>
                </a:lnTo>
                <a:lnTo>
                  <a:pt x="2152" y="1045"/>
                </a:lnTo>
                <a:lnTo>
                  <a:pt x="2151" y="1046"/>
                </a:lnTo>
                <a:lnTo>
                  <a:pt x="2150" y="1046"/>
                </a:lnTo>
                <a:lnTo>
                  <a:pt x="2149" y="1046"/>
                </a:lnTo>
                <a:lnTo>
                  <a:pt x="2148" y="1046"/>
                </a:lnTo>
                <a:lnTo>
                  <a:pt x="2147" y="1046"/>
                </a:lnTo>
                <a:lnTo>
                  <a:pt x="2147" y="1047"/>
                </a:lnTo>
                <a:lnTo>
                  <a:pt x="2145" y="1048"/>
                </a:lnTo>
                <a:lnTo>
                  <a:pt x="2144" y="1049"/>
                </a:lnTo>
                <a:lnTo>
                  <a:pt x="2143" y="1049"/>
                </a:lnTo>
                <a:lnTo>
                  <a:pt x="2142" y="1050"/>
                </a:lnTo>
                <a:lnTo>
                  <a:pt x="2141" y="1051"/>
                </a:lnTo>
                <a:lnTo>
                  <a:pt x="2140" y="1051"/>
                </a:lnTo>
                <a:lnTo>
                  <a:pt x="2140" y="1052"/>
                </a:lnTo>
                <a:lnTo>
                  <a:pt x="2138" y="1052"/>
                </a:lnTo>
                <a:lnTo>
                  <a:pt x="2137" y="1053"/>
                </a:lnTo>
                <a:lnTo>
                  <a:pt x="2134" y="1055"/>
                </a:lnTo>
                <a:lnTo>
                  <a:pt x="2133" y="1056"/>
                </a:lnTo>
                <a:lnTo>
                  <a:pt x="2132" y="1057"/>
                </a:lnTo>
                <a:lnTo>
                  <a:pt x="2130" y="1058"/>
                </a:lnTo>
                <a:lnTo>
                  <a:pt x="2129" y="1058"/>
                </a:lnTo>
                <a:lnTo>
                  <a:pt x="2128" y="1059"/>
                </a:lnTo>
                <a:lnTo>
                  <a:pt x="2127" y="1060"/>
                </a:lnTo>
                <a:lnTo>
                  <a:pt x="2126" y="1061"/>
                </a:lnTo>
                <a:lnTo>
                  <a:pt x="2124" y="1062"/>
                </a:lnTo>
                <a:lnTo>
                  <a:pt x="2124" y="1063"/>
                </a:lnTo>
                <a:lnTo>
                  <a:pt x="2123" y="1063"/>
                </a:lnTo>
                <a:lnTo>
                  <a:pt x="2123" y="1064"/>
                </a:lnTo>
                <a:lnTo>
                  <a:pt x="2122" y="1065"/>
                </a:lnTo>
                <a:lnTo>
                  <a:pt x="2122" y="1066"/>
                </a:lnTo>
                <a:lnTo>
                  <a:pt x="2122" y="1067"/>
                </a:lnTo>
                <a:lnTo>
                  <a:pt x="2121" y="1068"/>
                </a:lnTo>
                <a:lnTo>
                  <a:pt x="2120" y="1070"/>
                </a:lnTo>
                <a:lnTo>
                  <a:pt x="2120" y="1071"/>
                </a:lnTo>
                <a:lnTo>
                  <a:pt x="2119" y="1073"/>
                </a:lnTo>
                <a:lnTo>
                  <a:pt x="2119" y="1074"/>
                </a:lnTo>
                <a:lnTo>
                  <a:pt x="2118" y="1074"/>
                </a:lnTo>
                <a:lnTo>
                  <a:pt x="2118" y="1073"/>
                </a:lnTo>
                <a:lnTo>
                  <a:pt x="2117" y="1072"/>
                </a:lnTo>
                <a:lnTo>
                  <a:pt x="2115" y="1068"/>
                </a:lnTo>
                <a:lnTo>
                  <a:pt x="2114" y="1068"/>
                </a:lnTo>
                <a:lnTo>
                  <a:pt x="2113" y="1063"/>
                </a:lnTo>
                <a:lnTo>
                  <a:pt x="2113" y="1062"/>
                </a:lnTo>
                <a:lnTo>
                  <a:pt x="2112" y="1061"/>
                </a:lnTo>
                <a:lnTo>
                  <a:pt x="2112" y="1060"/>
                </a:lnTo>
                <a:lnTo>
                  <a:pt x="2112" y="1059"/>
                </a:lnTo>
                <a:lnTo>
                  <a:pt x="2111" y="1059"/>
                </a:lnTo>
                <a:lnTo>
                  <a:pt x="2111" y="1058"/>
                </a:lnTo>
                <a:lnTo>
                  <a:pt x="2110" y="1056"/>
                </a:lnTo>
                <a:lnTo>
                  <a:pt x="2110" y="1055"/>
                </a:lnTo>
                <a:lnTo>
                  <a:pt x="2110" y="1054"/>
                </a:lnTo>
                <a:lnTo>
                  <a:pt x="2111" y="1054"/>
                </a:lnTo>
                <a:lnTo>
                  <a:pt x="2111" y="1053"/>
                </a:lnTo>
                <a:lnTo>
                  <a:pt x="2109" y="1052"/>
                </a:lnTo>
                <a:lnTo>
                  <a:pt x="2109" y="1051"/>
                </a:lnTo>
                <a:lnTo>
                  <a:pt x="2108" y="1049"/>
                </a:lnTo>
                <a:lnTo>
                  <a:pt x="2107" y="1048"/>
                </a:lnTo>
                <a:lnTo>
                  <a:pt x="2106" y="1047"/>
                </a:lnTo>
                <a:lnTo>
                  <a:pt x="2106" y="1046"/>
                </a:lnTo>
                <a:lnTo>
                  <a:pt x="2106" y="1045"/>
                </a:lnTo>
                <a:lnTo>
                  <a:pt x="2103" y="1046"/>
                </a:lnTo>
                <a:lnTo>
                  <a:pt x="2093" y="1050"/>
                </a:lnTo>
                <a:lnTo>
                  <a:pt x="2089" y="1051"/>
                </a:lnTo>
                <a:lnTo>
                  <a:pt x="2079" y="1056"/>
                </a:lnTo>
                <a:lnTo>
                  <a:pt x="2075" y="1061"/>
                </a:lnTo>
                <a:lnTo>
                  <a:pt x="2073" y="1062"/>
                </a:lnTo>
                <a:lnTo>
                  <a:pt x="2069" y="1068"/>
                </a:lnTo>
                <a:lnTo>
                  <a:pt x="2066" y="1072"/>
                </a:lnTo>
                <a:lnTo>
                  <a:pt x="2062" y="1073"/>
                </a:lnTo>
                <a:lnTo>
                  <a:pt x="2045" y="1074"/>
                </a:lnTo>
                <a:lnTo>
                  <a:pt x="2019" y="1094"/>
                </a:lnTo>
                <a:lnTo>
                  <a:pt x="2009" y="1101"/>
                </a:lnTo>
                <a:lnTo>
                  <a:pt x="1990" y="1120"/>
                </a:lnTo>
                <a:lnTo>
                  <a:pt x="1989" y="1121"/>
                </a:lnTo>
                <a:lnTo>
                  <a:pt x="1978" y="1136"/>
                </a:lnTo>
                <a:lnTo>
                  <a:pt x="1968" y="1149"/>
                </a:lnTo>
                <a:lnTo>
                  <a:pt x="1967" y="1160"/>
                </a:lnTo>
                <a:lnTo>
                  <a:pt x="1960" y="1176"/>
                </a:lnTo>
                <a:lnTo>
                  <a:pt x="1935" y="1175"/>
                </a:lnTo>
                <a:lnTo>
                  <a:pt x="1935" y="1176"/>
                </a:lnTo>
                <a:lnTo>
                  <a:pt x="1919" y="1176"/>
                </a:lnTo>
                <a:lnTo>
                  <a:pt x="1886" y="1178"/>
                </a:lnTo>
                <a:lnTo>
                  <a:pt x="1879" y="1179"/>
                </a:lnTo>
                <a:lnTo>
                  <a:pt x="1878" y="1180"/>
                </a:lnTo>
                <a:lnTo>
                  <a:pt x="1876" y="1199"/>
                </a:lnTo>
                <a:lnTo>
                  <a:pt x="1875" y="1202"/>
                </a:lnTo>
                <a:lnTo>
                  <a:pt x="1872" y="1212"/>
                </a:lnTo>
                <a:lnTo>
                  <a:pt x="1868" y="1219"/>
                </a:lnTo>
                <a:lnTo>
                  <a:pt x="1859" y="1231"/>
                </a:lnTo>
                <a:lnTo>
                  <a:pt x="1854" y="1251"/>
                </a:lnTo>
                <a:lnTo>
                  <a:pt x="1851" y="1263"/>
                </a:lnTo>
                <a:lnTo>
                  <a:pt x="1851" y="1264"/>
                </a:lnTo>
                <a:lnTo>
                  <a:pt x="1850" y="1268"/>
                </a:lnTo>
                <a:lnTo>
                  <a:pt x="1848" y="1272"/>
                </a:lnTo>
                <a:lnTo>
                  <a:pt x="1847" y="1275"/>
                </a:lnTo>
                <a:lnTo>
                  <a:pt x="1843" y="1287"/>
                </a:lnTo>
                <a:lnTo>
                  <a:pt x="1841" y="1293"/>
                </a:lnTo>
                <a:lnTo>
                  <a:pt x="1841" y="1294"/>
                </a:lnTo>
                <a:lnTo>
                  <a:pt x="1834" y="1312"/>
                </a:lnTo>
                <a:lnTo>
                  <a:pt x="1833" y="1314"/>
                </a:lnTo>
                <a:lnTo>
                  <a:pt x="1820" y="1330"/>
                </a:lnTo>
                <a:lnTo>
                  <a:pt x="1813" y="1336"/>
                </a:lnTo>
                <a:lnTo>
                  <a:pt x="1806" y="1341"/>
                </a:lnTo>
                <a:lnTo>
                  <a:pt x="1805" y="1341"/>
                </a:lnTo>
                <a:lnTo>
                  <a:pt x="1805" y="1342"/>
                </a:lnTo>
                <a:lnTo>
                  <a:pt x="1804" y="1342"/>
                </a:lnTo>
                <a:lnTo>
                  <a:pt x="1802" y="1343"/>
                </a:lnTo>
                <a:lnTo>
                  <a:pt x="1802" y="1344"/>
                </a:lnTo>
                <a:lnTo>
                  <a:pt x="1800" y="1344"/>
                </a:lnTo>
                <a:lnTo>
                  <a:pt x="1800" y="1345"/>
                </a:lnTo>
                <a:lnTo>
                  <a:pt x="1800" y="1347"/>
                </a:lnTo>
                <a:lnTo>
                  <a:pt x="1800" y="1349"/>
                </a:lnTo>
                <a:lnTo>
                  <a:pt x="1800" y="1351"/>
                </a:lnTo>
                <a:lnTo>
                  <a:pt x="1799" y="1351"/>
                </a:lnTo>
                <a:lnTo>
                  <a:pt x="1799" y="1352"/>
                </a:lnTo>
                <a:lnTo>
                  <a:pt x="1799" y="1355"/>
                </a:lnTo>
                <a:lnTo>
                  <a:pt x="1799" y="1356"/>
                </a:lnTo>
                <a:lnTo>
                  <a:pt x="1799" y="1357"/>
                </a:lnTo>
                <a:lnTo>
                  <a:pt x="1799" y="1358"/>
                </a:lnTo>
                <a:lnTo>
                  <a:pt x="1800" y="1358"/>
                </a:lnTo>
                <a:lnTo>
                  <a:pt x="1800" y="1359"/>
                </a:lnTo>
                <a:lnTo>
                  <a:pt x="1800" y="1360"/>
                </a:lnTo>
                <a:lnTo>
                  <a:pt x="1799" y="1360"/>
                </a:lnTo>
                <a:lnTo>
                  <a:pt x="1800" y="1360"/>
                </a:lnTo>
                <a:lnTo>
                  <a:pt x="1800" y="1361"/>
                </a:lnTo>
                <a:lnTo>
                  <a:pt x="1800" y="1362"/>
                </a:lnTo>
                <a:lnTo>
                  <a:pt x="1800" y="1363"/>
                </a:lnTo>
                <a:lnTo>
                  <a:pt x="1800" y="1364"/>
                </a:lnTo>
                <a:lnTo>
                  <a:pt x="1799" y="1364"/>
                </a:lnTo>
                <a:lnTo>
                  <a:pt x="1799" y="1365"/>
                </a:lnTo>
                <a:lnTo>
                  <a:pt x="1799" y="1367"/>
                </a:lnTo>
                <a:lnTo>
                  <a:pt x="1800" y="1368"/>
                </a:lnTo>
                <a:lnTo>
                  <a:pt x="1801" y="1368"/>
                </a:lnTo>
                <a:lnTo>
                  <a:pt x="1802" y="1368"/>
                </a:lnTo>
                <a:lnTo>
                  <a:pt x="1803" y="1369"/>
                </a:lnTo>
                <a:lnTo>
                  <a:pt x="1803" y="1370"/>
                </a:lnTo>
                <a:lnTo>
                  <a:pt x="1803" y="1371"/>
                </a:lnTo>
                <a:lnTo>
                  <a:pt x="1803" y="1372"/>
                </a:lnTo>
                <a:lnTo>
                  <a:pt x="1804" y="1373"/>
                </a:lnTo>
                <a:lnTo>
                  <a:pt x="1804" y="1374"/>
                </a:lnTo>
                <a:lnTo>
                  <a:pt x="1804" y="1375"/>
                </a:lnTo>
                <a:lnTo>
                  <a:pt x="1803" y="1375"/>
                </a:lnTo>
                <a:lnTo>
                  <a:pt x="1802" y="1375"/>
                </a:lnTo>
                <a:lnTo>
                  <a:pt x="1801" y="1375"/>
                </a:lnTo>
                <a:lnTo>
                  <a:pt x="1801" y="1376"/>
                </a:lnTo>
                <a:lnTo>
                  <a:pt x="1800" y="1376"/>
                </a:lnTo>
                <a:lnTo>
                  <a:pt x="1799" y="1376"/>
                </a:lnTo>
                <a:lnTo>
                  <a:pt x="1797" y="1376"/>
                </a:lnTo>
                <a:lnTo>
                  <a:pt x="1796" y="1376"/>
                </a:lnTo>
                <a:lnTo>
                  <a:pt x="1796" y="1375"/>
                </a:lnTo>
                <a:lnTo>
                  <a:pt x="1795" y="1375"/>
                </a:lnTo>
                <a:lnTo>
                  <a:pt x="1794" y="1375"/>
                </a:lnTo>
                <a:lnTo>
                  <a:pt x="1793" y="1375"/>
                </a:lnTo>
                <a:lnTo>
                  <a:pt x="1791" y="1375"/>
                </a:lnTo>
                <a:lnTo>
                  <a:pt x="1790" y="1374"/>
                </a:lnTo>
                <a:lnTo>
                  <a:pt x="1788" y="1374"/>
                </a:lnTo>
                <a:lnTo>
                  <a:pt x="1788" y="1375"/>
                </a:lnTo>
                <a:lnTo>
                  <a:pt x="1787" y="1375"/>
                </a:lnTo>
                <a:lnTo>
                  <a:pt x="1786" y="1375"/>
                </a:lnTo>
                <a:lnTo>
                  <a:pt x="1785" y="1375"/>
                </a:lnTo>
                <a:lnTo>
                  <a:pt x="1784" y="1375"/>
                </a:lnTo>
                <a:lnTo>
                  <a:pt x="1784" y="1376"/>
                </a:lnTo>
                <a:lnTo>
                  <a:pt x="1783" y="1376"/>
                </a:lnTo>
                <a:lnTo>
                  <a:pt x="1782" y="1376"/>
                </a:lnTo>
                <a:lnTo>
                  <a:pt x="1781" y="1376"/>
                </a:lnTo>
                <a:lnTo>
                  <a:pt x="1780" y="1377"/>
                </a:lnTo>
                <a:lnTo>
                  <a:pt x="1780" y="1378"/>
                </a:lnTo>
                <a:lnTo>
                  <a:pt x="1779" y="1379"/>
                </a:lnTo>
                <a:lnTo>
                  <a:pt x="1779" y="1378"/>
                </a:lnTo>
                <a:lnTo>
                  <a:pt x="1778" y="1378"/>
                </a:lnTo>
                <a:lnTo>
                  <a:pt x="1777" y="1378"/>
                </a:lnTo>
                <a:lnTo>
                  <a:pt x="1776" y="1378"/>
                </a:lnTo>
                <a:lnTo>
                  <a:pt x="1775" y="1378"/>
                </a:lnTo>
                <a:lnTo>
                  <a:pt x="1774" y="1378"/>
                </a:lnTo>
                <a:lnTo>
                  <a:pt x="1773" y="1377"/>
                </a:lnTo>
                <a:lnTo>
                  <a:pt x="1772" y="1378"/>
                </a:lnTo>
                <a:lnTo>
                  <a:pt x="1771" y="1378"/>
                </a:lnTo>
                <a:lnTo>
                  <a:pt x="1770" y="1378"/>
                </a:lnTo>
                <a:lnTo>
                  <a:pt x="1769" y="1378"/>
                </a:lnTo>
                <a:lnTo>
                  <a:pt x="1768" y="1378"/>
                </a:lnTo>
                <a:lnTo>
                  <a:pt x="1767" y="1378"/>
                </a:lnTo>
                <a:lnTo>
                  <a:pt x="1766" y="1378"/>
                </a:lnTo>
                <a:lnTo>
                  <a:pt x="1765" y="1378"/>
                </a:lnTo>
                <a:lnTo>
                  <a:pt x="1765" y="1379"/>
                </a:lnTo>
                <a:lnTo>
                  <a:pt x="1764" y="1379"/>
                </a:lnTo>
                <a:lnTo>
                  <a:pt x="1763" y="1379"/>
                </a:lnTo>
                <a:lnTo>
                  <a:pt x="1762" y="1379"/>
                </a:lnTo>
                <a:lnTo>
                  <a:pt x="1761" y="1379"/>
                </a:lnTo>
                <a:lnTo>
                  <a:pt x="1760" y="1379"/>
                </a:lnTo>
                <a:lnTo>
                  <a:pt x="1759" y="1379"/>
                </a:lnTo>
                <a:lnTo>
                  <a:pt x="1758" y="1380"/>
                </a:lnTo>
                <a:lnTo>
                  <a:pt x="1757" y="1380"/>
                </a:lnTo>
                <a:lnTo>
                  <a:pt x="1756" y="1381"/>
                </a:lnTo>
                <a:lnTo>
                  <a:pt x="1755" y="1381"/>
                </a:lnTo>
                <a:lnTo>
                  <a:pt x="1754" y="1381"/>
                </a:lnTo>
                <a:lnTo>
                  <a:pt x="1754" y="1382"/>
                </a:lnTo>
                <a:lnTo>
                  <a:pt x="1753" y="1382"/>
                </a:lnTo>
                <a:lnTo>
                  <a:pt x="1751" y="1383"/>
                </a:lnTo>
                <a:lnTo>
                  <a:pt x="1750" y="1383"/>
                </a:lnTo>
                <a:lnTo>
                  <a:pt x="1749" y="1383"/>
                </a:lnTo>
                <a:lnTo>
                  <a:pt x="1749" y="1385"/>
                </a:lnTo>
                <a:lnTo>
                  <a:pt x="1748" y="1385"/>
                </a:lnTo>
                <a:lnTo>
                  <a:pt x="1747" y="1385"/>
                </a:lnTo>
                <a:lnTo>
                  <a:pt x="1746" y="1385"/>
                </a:lnTo>
                <a:lnTo>
                  <a:pt x="1745" y="1385"/>
                </a:lnTo>
                <a:lnTo>
                  <a:pt x="1744" y="1385"/>
                </a:lnTo>
                <a:lnTo>
                  <a:pt x="1743" y="1385"/>
                </a:lnTo>
                <a:lnTo>
                  <a:pt x="1742" y="1385"/>
                </a:lnTo>
                <a:lnTo>
                  <a:pt x="1741" y="1385"/>
                </a:lnTo>
                <a:lnTo>
                  <a:pt x="1740" y="1386"/>
                </a:lnTo>
                <a:lnTo>
                  <a:pt x="1739" y="1386"/>
                </a:lnTo>
                <a:lnTo>
                  <a:pt x="1738" y="1386"/>
                </a:lnTo>
                <a:lnTo>
                  <a:pt x="1737" y="1385"/>
                </a:lnTo>
                <a:lnTo>
                  <a:pt x="1736" y="1385"/>
                </a:lnTo>
                <a:lnTo>
                  <a:pt x="1735" y="1385"/>
                </a:lnTo>
                <a:lnTo>
                  <a:pt x="1734" y="1385"/>
                </a:lnTo>
                <a:lnTo>
                  <a:pt x="1733" y="1385"/>
                </a:lnTo>
                <a:lnTo>
                  <a:pt x="1733" y="1384"/>
                </a:lnTo>
                <a:lnTo>
                  <a:pt x="1731" y="1384"/>
                </a:lnTo>
                <a:lnTo>
                  <a:pt x="1729" y="1385"/>
                </a:lnTo>
                <a:lnTo>
                  <a:pt x="1729" y="1386"/>
                </a:lnTo>
                <a:lnTo>
                  <a:pt x="1728" y="1386"/>
                </a:lnTo>
                <a:lnTo>
                  <a:pt x="1728" y="1385"/>
                </a:lnTo>
                <a:lnTo>
                  <a:pt x="1727" y="1385"/>
                </a:lnTo>
                <a:lnTo>
                  <a:pt x="1727" y="1386"/>
                </a:lnTo>
                <a:lnTo>
                  <a:pt x="1726" y="1385"/>
                </a:lnTo>
                <a:lnTo>
                  <a:pt x="1725" y="1385"/>
                </a:lnTo>
                <a:lnTo>
                  <a:pt x="1725" y="1386"/>
                </a:lnTo>
                <a:lnTo>
                  <a:pt x="1724" y="1386"/>
                </a:lnTo>
                <a:lnTo>
                  <a:pt x="1723" y="1386"/>
                </a:lnTo>
                <a:lnTo>
                  <a:pt x="1723" y="1387"/>
                </a:lnTo>
                <a:lnTo>
                  <a:pt x="1722" y="1387"/>
                </a:lnTo>
                <a:lnTo>
                  <a:pt x="1721" y="1387"/>
                </a:lnTo>
                <a:lnTo>
                  <a:pt x="1720" y="1387"/>
                </a:lnTo>
                <a:lnTo>
                  <a:pt x="1719" y="1387"/>
                </a:lnTo>
                <a:lnTo>
                  <a:pt x="1718" y="1387"/>
                </a:lnTo>
                <a:lnTo>
                  <a:pt x="1717" y="1387"/>
                </a:lnTo>
                <a:lnTo>
                  <a:pt x="1716" y="1388"/>
                </a:lnTo>
                <a:lnTo>
                  <a:pt x="1715" y="1388"/>
                </a:lnTo>
                <a:lnTo>
                  <a:pt x="1715" y="1387"/>
                </a:lnTo>
                <a:lnTo>
                  <a:pt x="1714" y="1388"/>
                </a:lnTo>
                <a:lnTo>
                  <a:pt x="1713" y="1388"/>
                </a:lnTo>
                <a:lnTo>
                  <a:pt x="1712" y="1388"/>
                </a:lnTo>
                <a:lnTo>
                  <a:pt x="1711" y="1388"/>
                </a:lnTo>
                <a:lnTo>
                  <a:pt x="1710" y="1388"/>
                </a:lnTo>
                <a:lnTo>
                  <a:pt x="1709" y="1388"/>
                </a:lnTo>
                <a:lnTo>
                  <a:pt x="1708" y="1388"/>
                </a:lnTo>
                <a:lnTo>
                  <a:pt x="1707" y="1388"/>
                </a:lnTo>
                <a:lnTo>
                  <a:pt x="1706" y="1388"/>
                </a:lnTo>
                <a:lnTo>
                  <a:pt x="1705" y="1388"/>
                </a:lnTo>
                <a:lnTo>
                  <a:pt x="1705" y="1389"/>
                </a:lnTo>
                <a:lnTo>
                  <a:pt x="1704" y="1389"/>
                </a:lnTo>
                <a:lnTo>
                  <a:pt x="1703" y="1389"/>
                </a:lnTo>
                <a:lnTo>
                  <a:pt x="1702" y="1389"/>
                </a:lnTo>
                <a:lnTo>
                  <a:pt x="1702" y="1390"/>
                </a:lnTo>
                <a:lnTo>
                  <a:pt x="1701" y="1390"/>
                </a:lnTo>
                <a:lnTo>
                  <a:pt x="1700" y="1390"/>
                </a:lnTo>
                <a:lnTo>
                  <a:pt x="1699" y="1390"/>
                </a:lnTo>
                <a:lnTo>
                  <a:pt x="1698" y="1390"/>
                </a:lnTo>
                <a:lnTo>
                  <a:pt x="1698" y="1391"/>
                </a:lnTo>
                <a:lnTo>
                  <a:pt x="1697" y="1391"/>
                </a:lnTo>
                <a:lnTo>
                  <a:pt x="1697" y="1392"/>
                </a:lnTo>
                <a:lnTo>
                  <a:pt x="1696" y="1392"/>
                </a:lnTo>
                <a:lnTo>
                  <a:pt x="1696" y="1393"/>
                </a:lnTo>
                <a:lnTo>
                  <a:pt x="1695" y="1393"/>
                </a:lnTo>
                <a:lnTo>
                  <a:pt x="1695" y="1392"/>
                </a:lnTo>
                <a:lnTo>
                  <a:pt x="1694" y="1392"/>
                </a:lnTo>
                <a:lnTo>
                  <a:pt x="1693" y="1392"/>
                </a:lnTo>
                <a:lnTo>
                  <a:pt x="1693" y="1393"/>
                </a:lnTo>
                <a:lnTo>
                  <a:pt x="1692" y="1393"/>
                </a:lnTo>
                <a:lnTo>
                  <a:pt x="1692" y="1394"/>
                </a:lnTo>
                <a:lnTo>
                  <a:pt x="1691" y="1394"/>
                </a:lnTo>
                <a:lnTo>
                  <a:pt x="1690" y="1395"/>
                </a:lnTo>
                <a:lnTo>
                  <a:pt x="1689" y="1395"/>
                </a:lnTo>
                <a:lnTo>
                  <a:pt x="1689" y="1394"/>
                </a:lnTo>
                <a:lnTo>
                  <a:pt x="1688" y="1394"/>
                </a:lnTo>
                <a:lnTo>
                  <a:pt x="1687" y="1394"/>
                </a:lnTo>
                <a:lnTo>
                  <a:pt x="1686" y="1394"/>
                </a:lnTo>
                <a:lnTo>
                  <a:pt x="1685" y="1393"/>
                </a:lnTo>
                <a:lnTo>
                  <a:pt x="1684" y="1393"/>
                </a:lnTo>
                <a:lnTo>
                  <a:pt x="1683" y="1394"/>
                </a:lnTo>
                <a:lnTo>
                  <a:pt x="1682" y="1394"/>
                </a:lnTo>
                <a:lnTo>
                  <a:pt x="1681" y="1394"/>
                </a:lnTo>
                <a:lnTo>
                  <a:pt x="1680" y="1395"/>
                </a:lnTo>
                <a:lnTo>
                  <a:pt x="1679" y="1395"/>
                </a:lnTo>
                <a:lnTo>
                  <a:pt x="1677" y="1395"/>
                </a:lnTo>
                <a:lnTo>
                  <a:pt x="1676" y="1396"/>
                </a:lnTo>
                <a:lnTo>
                  <a:pt x="1675" y="1396"/>
                </a:lnTo>
                <a:lnTo>
                  <a:pt x="1674" y="1396"/>
                </a:lnTo>
                <a:lnTo>
                  <a:pt x="1673" y="1396"/>
                </a:lnTo>
                <a:lnTo>
                  <a:pt x="1672" y="1396"/>
                </a:lnTo>
                <a:lnTo>
                  <a:pt x="1672" y="1397"/>
                </a:lnTo>
                <a:lnTo>
                  <a:pt x="1671" y="1397"/>
                </a:lnTo>
                <a:lnTo>
                  <a:pt x="1670" y="1397"/>
                </a:lnTo>
                <a:lnTo>
                  <a:pt x="1669" y="1397"/>
                </a:lnTo>
                <a:lnTo>
                  <a:pt x="1667" y="1397"/>
                </a:lnTo>
                <a:lnTo>
                  <a:pt x="1666" y="1397"/>
                </a:lnTo>
                <a:lnTo>
                  <a:pt x="1665" y="1397"/>
                </a:lnTo>
                <a:lnTo>
                  <a:pt x="1664" y="1397"/>
                </a:lnTo>
                <a:lnTo>
                  <a:pt x="1663" y="1397"/>
                </a:lnTo>
                <a:lnTo>
                  <a:pt x="1662" y="1397"/>
                </a:lnTo>
                <a:lnTo>
                  <a:pt x="1661" y="1397"/>
                </a:lnTo>
                <a:lnTo>
                  <a:pt x="1660" y="1397"/>
                </a:lnTo>
                <a:lnTo>
                  <a:pt x="1659" y="1397"/>
                </a:lnTo>
                <a:lnTo>
                  <a:pt x="1658" y="1397"/>
                </a:lnTo>
                <a:lnTo>
                  <a:pt x="1657" y="1396"/>
                </a:lnTo>
                <a:lnTo>
                  <a:pt x="1656" y="1397"/>
                </a:lnTo>
                <a:lnTo>
                  <a:pt x="1655" y="1397"/>
                </a:lnTo>
                <a:lnTo>
                  <a:pt x="1654" y="1397"/>
                </a:lnTo>
                <a:lnTo>
                  <a:pt x="1653" y="1397"/>
                </a:lnTo>
                <a:lnTo>
                  <a:pt x="1652" y="1397"/>
                </a:lnTo>
                <a:lnTo>
                  <a:pt x="1651" y="1397"/>
                </a:lnTo>
                <a:lnTo>
                  <a:pt x="1650" y="1397"/>
                </a:lnTo>
                <a:lnTo>
                  <a:pt x="1650" y="1398"/>
                </a:lnTo>
                <a:lnTo>
                  <a:pt x="1649" y="1398"/>
                </a:lnTo>
                <a:lnTo>
                  <a:pt x="1647" y="1398"/>
                </a:lnTo>
                <a:lnTo>
                  <a:pt x="1646" y="1398"/>
                </a:lnTo>
                <a:lnTo>
                  <a:pt x="1645" y="1398"/>
                </a:lnTo>
                <a:lnTo>
                  <a:pt x="1644" y="1398"/>
                </a:lnTo>
                <a:lnTo>
                  <a:pt x="1643" y="1398"/>
                </a:lnTo>
                <a:lnTo>
                  <a:pt x="1643" y="1399"/>
                </a:lnTo>
                <a:lnTo>
                  <a:pt x="1642" y="1399"/>
                </a:lnTo>
                <a:lnTo>
                  <a:pt x="1641" y="1399"/>
                </a:lnTo>
                <a:lnTo>
                  <a:pt x="1640" y="1399"/>
                </a:lnTo>
                <a:lnTo>
                  <a:pt x="1640" y="1398"/>
                </a:lnTo>
                <a:lnTo>
                  <a:pt x="1639" y="1398"/>
                </a:lnTo>
                <a:lnTo>
                  <a:pt x="1638" y="1398"/>
                </a:lnTo>
                <a:lnTo>
                  <a:pt x="1636" y="1399"/>
                </a:lnTo>
                <a:lnTo>
                  <a:pt x="1635" y="1398"/>
                </a:lnTo>
                <a:lnTo>
                  <a:pt x="1634" y="1398"/>
                </a:lnTo>
                <a:lnTo>
                  <a:pt x="1633" y="1398"/>
                </a:lnTo>
                <a:lnTo>
                  <a:pt x="1632" y="1398"/>
                </a:lnTo>
                <a:lnTo>
                  <a:pt x="1631" y="1398"/>
                </a:lnTo>
                <a:lnTo>
                  <a:pt x="1631" y="1397"/>
                </a:lnTo>
                <a:lnTo>
                  <a:pt x="1630" y="1397"/>
                </a:lnTo>
                <a:lnTo>
                  <a:pt x="1629" y="1396"/>
                </a:lnTo>
                <a:lnTo>
                  <a:pt x="1628" y="1396"/>
                </a:lnTo>
                <a:lnTo>
                  <a:pt x="1627" y="1396"/>
                </a:lnTo>
                <a:lnTo>
                  <a:pt x="1626" y="1395"/>
                </a:lnTo>
                <a:lnTo>
                  <a:pt x="1625" y="1395"/>
                </a:lnTo>
                <a:lnTo>
                  <a:pt x="1624" y="1395"/>
                </a:lnTo>
                <a:lnTo>
                  <a:pt x="1624" y="1396"/>
                </a:lnTo>
                <a:lnTo>
                  <a:pt x="1622" y="1396"/>
                </a:lnTo>
                <a:lnTo>
                  <a:pt x="1623" y="1397"/>
                </a:lnTo>
                <a:lnTo>
                  <a:pt x="1623" y="1398"/>
                </a:lnTo>
                <a:lnTo>
                  <a:pt x="1624" y="1399"/>
                </a:lnTo>
                <a:lnTo>
                  <a:pt x="1624" y="1400"/>
                </a:lnTo>
                <a:lnTo>
                  <a:pt x="1623" y="1400"/>
                </a:lnTo>
                <a:lnTo>
                  <a:pt x="1622" y="1401"/>
                </a:lnTo>
                <a:lnTo>
                  <a:pt x="1621" y="1401"/>
                </a:lnTo>
                <a:lnTo>
                  <a:pt x="1621" y="1402"/>
                </a:lnTo>
                <a:lnTo>
                  <a:pt x="1620" y="1402"/>
                </a:lnTo>
                <a:lnTo>
                  <a:pt x="1620" y="1403"/>
                </a:lnTo>
                <a:lnTo>
                  <a:pt x="1620" y="1404"/>
                </a:lnTo>
                <a:lnTo>
                  <a:pt x="1620" y="1405"/>
                </a:lnTo>
                <a:lnTo>
                  <a:pt x="1620" y="1404"/>
                </a:lnTo>
                <a:lnTo>
                  <a:pt x="1619" y="1404"/>
                </a:lnTo>
                <a:lnTo>
                  <a:pt x="1619" y="1405"/>
                </a:lnTo>
                <a:lnTo>
                  <a:pt x="1618" y="1405"/>
                </a:lnTo>
                <a:lnTo>
                  <a:pt x="1616" y="1405"/>
                </a:lnTo>
                <a:lnTo>
                  <a:pt x="1616" y="1404"/>
                </a:lnTo>
                <a:lnTo>
                  <a:pt x="1615" y="1404"/>
                </a:lnTo>
                <a:lnTo>
                  <a:pt x="1614" y="1405"/>
                </a:lnTo>
                <a:lnTo>
                  <a:pt x="1613" y="1405"/>
                </a:lnTo>
                <a:lnTo>
                  <a:pt x="1613" y="1406"/>
                </a:lnTo>
                <a:lnTo>
                  <a:pt x="1612" y="1405"/>
                </a:lnTo>
                <a:lnTo>
                  <a:pt x="1612" y="1406"/>
                </a:lnTo>
                <a:lnTo>
                  <a:pt x="1612" y="1407"/>
                </a:lnTo>
                <a:lnTo>
                  <a:pt x="1611" y="1408"/>
                </a:lnTo>
                <a:lnTo>
                  <a:pt x="1609" y="1408"/>
                </a:lnTo>
                <a:lnTo>
                  <a:pt x="1608" y="1408"/>
                </a:lnTo>
                <a:lnTo>
                  <a:pt x="1607" y="1408"/>
                </a:lnTo>
                <a:lnTo>
                  <a:pt x="1606" y="1408"/>
                </a:lnTo>
                <a:lnTo>
                  <a:pt x="1605" y="1408"/>
                </a:lnTo>
                <a:lnTo>
                  <a:pt x="1604" y="1408"/>
                </a:lnTo>
                <a:lnTo>
                  <a:pt x="1604" y="1409"/>
                </a:lnTo>
                <a:lnTo>
                  <a:pt x="1604" y="1410"/>
                </a:lnTo>
                <a:lnTo>
                  <a:pt x="1604" y="1411"/>
                </a:lnTo>
                <a:lnTo>
                  <a:pt x="1604" y="1412"/>
                </a:lnTo>
                <a:lnTo>
                  <a:pt x="1602" y="1413"/>
                </a:lnTo>
                <a:lnTo>
                  <a:pt x="1601" y="1413"/>
                </a:lnTo>
                <a:lnTo>
                  <a:pt x="1600" y="1414"/>
                </a:lnTo>
                <a:lnTo>
                  <a:pt x="1600" y="1415"/>
                </a:lnTo>
                <a:lnTo>
                  <a:pt x="1599" y="1415"/>
                </a:lnTo>
                <a:lnTo>
                  <a:pt x="1597" y="1415"/>
                </a:lnTo>
                <a:lnTo>
                  <a:pt x="1596" y="1416"/>
                </a:lnTo>
                <a:lnTo>
                  <a:pt x="1595" y="1416"/>
                </a:lnTo>
                <a:lnTo>
                  <a:pt x="1595" y="1415"/>
                </a:lnTo>
                <a:lnTo>
                  <a:pt x="1594" y="1415"/>
                </a:lnTo>
                <a:lnTo>
                  <a:pt x="1593" y="1416"/>
                </a:lnTo>
                <a:lnTo>
                  <a:pt x="1592" y="1415"/>
                </a:lnTo>
                <a:lnTo>
                  <a:pt x="1591" y="1415"/>
                </a:lnTo>
                <a:lnTo>
                  <a:pt x="1590" y="1414"/>
                </a:lnTo>
                <a:lnTo>
                  <a:pt x="1589" y="1414"/>
                </a:lnTo>
                <a:lnTo>
                  <a:pt x="1588" y="1414"/>
                </a:lnTo>
                <a:lnTo>
                  <a:pt x="1588" y="1413"/>
                </a:lnTo>
                <a:lnTo>
                  <a:pt x="1589" y="1413"/>
                </a:lnTo>
                <a:lnTo>
                  <a:pt x="1588" y="1412"/>
                </a:lnTo>
                <a:lnTo>
                  <a:pt x="1587" y="1412"/>
                </a:lnTo>
                <a:lnTo>
                  <a:pt x="1586" y="1412"/>
                </a:lnTo>
                <a:lnTo>
                  <a:pt x="1584" y="1412"/>
                </a:lnTo>
                <a:lnTo>
                  <a:pt x="1584" y="1413"/>
                </a:lnTo>
                <a:lnTo>
                  <a:pt x="1583" y="1413"/>
                </a:lnTo>
                <a:lnTo>
                  <a:pt x="1582" y="1413"/>
                </a:lnTo>
                <a:lnTo>
                  <a:pt x="1581" y="1412"/>
                </a:lnTo>
                <a:lnTo>
                  <a:pt x="1580" y="1412"/>
                </a:lnTo>
                <a:lnTo>
                  <a:pt x="1579" y="1412"/>
                </a:lnTo>
                <a:lnTo>
                  <a:pt x="1578" y="1412"/>
                </a:lnTo>
                <a:lnTo>
                  <a:pt x="1577" y="1412"/>
                </a:lnTo>
                <a:lnTo>
                  <a:pt x="1576" y="1412"/>
                </a:lnTo>
                <a:lnTo>
                  <a:pt x="1575" y="1411"/>
                </a:lnTo>
                <a:lnTo>
                  <a:pt x="1572" y="1411"/>
                </a:lnTo>
                <a:lnTo>
                  <a:pt x="1571" y="1411"/>
                </a:lnTo>
                <a:lnTo>
                  <a:pt x="1570" y="1411"/>
                </a:lnTo>
                <a:lnTo>
                  <a:pt x="1570" y="1412"/>
                </a:lnTo>
                <a:lnTo>
                  <a:pt x="1569" y="1412"/>
                </a:lnTo>
                <a:lnTo>
                  <a:pt x="1569" y="1413"/>
                </a:lnTo>
                <a:lnTo>
                  <a:pt x="1568" y="1413"/>
                </a:lnTo>
                <a:lnTo>
                  <a:pt x="1568" y="1416"/>
                </a:lnTo>
                <a:lnTo>
                  <a:pt x="1568" y="1417"/>
                </a:lnTo>
                <a:lnTo>
                  <a:pt x="1568" y="1418"/>
                </a:lnTo>
                <a:lnTo>
                  <a:pt x="1567" y="1419"/>
                </a:lnTo>
                <a:lnTo>
                  <a:pt x="1568" y="1420"/>
                </a:lnTo>
                <a:lnTo>
                  <a:pt x="1568" y="1421"/>
                </a:lnTo>
                <a:lnTo>
                  <a:pt x="1569" y="1423"/>
                </a:lnTo>
                <a:lnTo>
                  <a:pt x="1570" y="1423"/>
                </a:lnTo>
                <a:lnTo>
                  <a:pt x="1570" y="1422"/>
                </a:lnTo>
                <a:lnTo>
                  <a:pt x="1572" y="1423"/>
                </a:lnTo>
                <a:lnTo>
                  <a:pt x="1573" y="1423"/>
                </a:lnTo>
                <a:lnTo>
                  <a:pt x="1573" y="1424"/>
                </a:lnTo>
                <a:lnTo>
                  <a:pt x="1574" y="1424"/>
                </a:lnTo>
                <a:lnTo>
                  <a:pt x="1573" y="1424"/>
                </a:lnTo>
                <a:lnTo>
                  <a:pt x="1573" y="1425"/>
                </a:lnTo>
                <a:lnTo>
                  <a:pt x="1573" y="1426"/>
                </a:lnTo>
                <a:lnTo>
                  <a:pt x="1572" y="1426"/>
                </a:lnTo>
                <a:lnTo>
                  <a:pt x="1572" y="1427"/>
                </a:lnTo>
                <a:lnTo>
                  <a:pt x="1571" y="1429"/>
                </a:lnTo>
                <a:lnTo>
                  <a:pt x="1571" y="1428"/>
                </a:lnTo>
                <a:lnTo>
                  <a:pt x="1570" y="1428"/>
                </a:lnTo>
                <a:lnTo>
                  <a:pt x="1569" y="1428"/>
                </a:lnTo>
                <a:lnTo>
                  <a:pt x="1569" y="1429"/>
                </a:lnTo>
                <a:lnTo>
                  <a:pt x="1570" y="1429"/>
                </a:lnTo>
                <a:lnTo>
                  <a:pt x="1570" y="1430"/>
                </a:lnTo>
                <a:lnTo>
                  <a:pt x="1569" y="1431"/>
                </a:lnTo>
                <a:lnTo>
                  <a:pt x="1569" y="1432"/>
                </a:lnTo>
                <a:lnTo>
                  <a:pt x="1573" y="1437"/>
                </a:lnTo>
                <a:lnTo>
                  <a:pt x="1573" y="1438"/>
                </a:lnTo>
                <a:lnTo>
                  <a:pt x="1574" y="1439"/>
                </a:lnTo>
                <a:lnTo>
                  <a:pt x="1575" y="1439"/>
                </a:lnTo>
                <a:lnTo>
                  <a:pt x="1576" y="1441"/>
                </a:lnTo>
                <a:lnTo>
                  <a:pt x="1579" y="1444"/>
                </a:lnTo>
                <a:lnTo>
                  <a:pt x="1580" y="1445"/>
                </a:lnTo>
                <a:lnTo>
                  <a:pt x="1580" y="1446"/>
                </a:lnTo>
                <a:lnTo>
                  <a:pt x="1584" y="1447"/>
                </a:lnTo>
                <a:lnTo>
                  <a:pt x="1586" y="1447"/>
                </a:lnTo>
                <a:lnTo>
                  <a:pt x="1587" y="1448"/>
                </a:lnTo>
                <a:lnTo>
                  <a:pt x="1588" y="1448"/>
                </a:lnTo>
                <a:lnTo>
                  <a:pt x="1589" y="1443"/>
                </a:lnTo>
                <a:lnTo>
                  <a:pt x="1589" y="1441"/>
                </a:lnTo>
                <a:lnTo>
                  <a:pt x="1589" y="1440"/>
                </a:lnTo>
                <a:lnTo>
                  <a:pt x="1590" y="1439"/>
                </a:lnTo>
                <a:lnTo>
                  <a:pt x="1591" y="1439"/>
                </a:lnTo>
                <a:lnTo>
                  <a:pt x="1592" y="1439"/>
                </a:lnTo>
                <a:lnTo>
                  <a:pt x="1593" y="1439"/>
                </a:lnTo>
                <a:lnTo>
                  <a:pt x="1594" y="1438"/>
                </a:lnTo>
                <a:lnTo>
                  <a:pt x="1595" y="1438"/>
                </a:lnTo>
                <a:lnTo>
                  <a:pt x="1597" y="1439"/>
                </a:lnTo>
                <a:lnTo>
                  <a:pt x="1598" y="1439"/>
                </a:lnTo>
                <a:lnTo>
                  <a:pt x="1601" y="1439"/>
                </a:lnTo>
                <a:lnTo>
                  <a:pt x="1603" y="1439"/>
                </a:lnTo>
                <a:lnTo>
                  <a:pt x="1604" y="1439"/>
                </a:lnTo>
                <a:lnTo>
                  <a:pt x="1605" y="1439"/>
                </a:lnTo>
                <a:lnTo>
                  <a:pt x="1607" y="1439"/>
                </a:lnTo>
                <a:lnTo>
                  <a:pt x="1606" y="1441"/>
                </a:lnTo>
                <a:lnTo>
                  <a:pt x="1606" y="1444"/>
                </a:lnTo>
                <a:lnTo>
                  <a:pt x="1605" y="1444"/>
                </a:lnTo>
                <a:lnTo>
                  <a:pt x="1605" y="1445"/>
                </a:lnTo>
                <a:lnTo>
                  <a:pt x="1605" y="1446"/>
                </a:lnTo>
                <a:lnTo>
                  <a:pt x="1604" y="1448"/>
                </a:lnTo>
                <a:lnTo>
                  <a:pt x="1604" y="1451"/>
                </a:lnTo>
                <a:lnTo>
                  <a:pt x="1603" y="1452"/>
                </a:lnTo>
                <a:lnTo>
                  <a:pt x="1603" y="1453"/>
                </a:lnTo>
                <a:lnTo>
                  <a:pt x="1603" y="1454"/>
                </a:lnTo>
                <a:lnTo>
                  <a:pt x="1603" y="1455"/>
                </a:lnTo>
                <a:lnTo>
                  <a:pt x="1603" y="1456"/>
                </a:lnTo>
                <a:lnTo>
                  <a:pt x="1602" y="1459"/>
                </a:lnTo>
                <a:lnTo>
                  <a:pt x="1602" y="1463"/>
                </a:lnTo>
                <a:lnTo>
                  <a:pt x="1601" y="1468"/>
                </a:lnTo>
                <a:lnTo>
                  <a:pt x="1601" y="1471"/>
                </a:lnTo>
                <a:lnTo>
                  <a:pt x="1600" y="1475"/>
                </a:lnTo>
                <a:lnTo>
                  <a:pt x="1600" y="1478"/>
                </a:lnTo>
                <a:lnTo>
                  <a:pt x="1599" y="1480"/>
                </a:lnTo>
                <a:lnTo>
                  <a:pt x="1599" y="1482"/>
                </a:lnTo>
                <a:lnTo>
                  <a:pt x="1599" y="1483"/>
                </a:lnTo>
                <a:lnTo>
                  <a:pt x="1599" y="1485"/>
                </a:lnTo>
                <a:lnTo>
                  <a:pt x="1599" y="1486"/>
                </a:lnTo>
                <a:lnTo>
                  <a:pt x="1598" y="1487"/>
                </a:lnTo>
                <a:lnTo>
                  <a:pt x="1598" y="1490"/>
                </a:lnTo>
                <a:lnTo>
                  <a:pt x="1598" y="1491"/>
                </a:lnTo>
                <a:lnTo>
                  <a:pt x="1597" y="1494"/>
                </a:lnTo>
                <a:lnTo>
                  <a:pt x="1597" y="1495"/>
                </a:lnTo>
                <a:lnTo>
                  <a:pt x="1597" y="1496"/>
                </a:lnTo>
                <a:lnTo>
                  <a:pt x="1597" y="1498"/>
                </a:lnTo>
                <a:lnTo>
                  <a:pt x="1596" y="1502"/>
                </a:lnTo>
                <a:lnTo>
                  <a:pt x="1596" y="1503"/>
                </a:lnTo>
                <a:lnTo>
                  <a:pt x="1596" y="1505"/>
                </a:lnTo>
                <a:lnTo>
                  <a:pt x="1596" y="1508"/>
                </a:lnTo>
                <a:lnTo>
                  <a:pt x="1595" y="1509"/>
                </a:lnTo>
                <a:lnTo>
                  <a:pt x="1595" y="1513"/>
                </a:lnTo>
                <a:lnTo>
                  <a:pt x="1595" y="1515"/>
                </a:lnTo>
                <a:lnTo>
                  <a:pt x="1594" y="1515"/>
                </a:lnTo>
                <a:lnTo>
                  <a:pt x="1595" y="1515"/>
                </a:lnTo>
                <a:lnTo>
                  <a:pt x="1595" y="1516"/>
                </a:lnTo>
                <a:lnTo>
                  <a:pt x="1595" y="1515"/>
                </a:lnTo>
                <a:lnTo>
                  <a:pt x="1596" y="1515"/>
                </a:lnTo>
                <a:lnTo>
                  <a:pt x="1596" y="1516"/>
                </a:lnTo>
                <a:lnTo>
                  <a:pt x="1597" y="1516"/>
                </a:lnTo>
                <a:lnTo>
                  <a:pt x="1598" y="1516"/>
                </a:lnTo>
                <a:lnTo>
                  <a:pt x="1598" y="1517"/>
                </a:lnTo>
                <a:lnTo>
                  <a:pt x="1599" y="1517"/>
                </a:lnTo>
                <a:lnTo>
                  <a:pt x="1600" y="1517"/>
                </a:lnTo>
                <a:lnTo>
                  <a:pt x="1600" y="1518"/>
                </a:lnTo>
                <a:lnTo>
                  <a:pt x="1600" y="1519"/>
                </a:lnTo>
                <a:lnTo>
                  <a:pt x="1601" y="1520"/>
                </a:lnTo>
                <a:lnTo>
                  <a:pt x="1602" y="1520"/>
                </a:lnTo>
                <a:lnTo>
                  <a:pt x="1603" y="1520"/>
                </a:lnTo>
                <a:lnTo>
                  <a:pt x="1603" y="1521"/>
                </a:lnTo>
                <a:lnTo>
                  <a:pt x="1604" y="1521"/>
                </a:lnTo>
                <a:lnTo>
                  <a:pt x="1605" y="1521"/>
                </a:lnTo>
                <a:lnTo>
                  <a:pt x="1606" y="1521"/>
                </a:lnTo>
                <a:lnTo>
                  <a:pt x="1607" y="1521"/>
                </a:lnTo>
                <a:lnTo>
                  <a:pt x="1608" y="1521"/>
                </a:lnTo>
                <a:lnTo>
                  <a:pt x="1608" y="1522"/>
                </a:lnTo>
                <a:lnTo>
                  <a:pt x="1609" y="1522"/>
                </a:lnTo>
                <a:lnTo>
                  <a:pt x="1609" y="1523"/>
                </a:lnTo>
                <a:lnTo>
                  <a:pt x="1609" y="1524"/>
                </a:lnTo>
                <a:lnTo>
                  <a:pt x="1610" y="1524"/>
                </a:lnTo>
                <a:lnTo>
                  <a:pt x="1611" y="1525"/>
                </a:lnTo>
                <a:lnTo>
                  <a:pt x="1612" y="1525"/>
                </a:lnTo>
                <a:lnTo>
                  <a:pt x="1613" y="1525"/>
                </a:lnTo>
                <a:lnTo>
                  <a:pt x="1614" y="1526"/>
                </a:lnTo>
                <a:lnTo>
                  <a:pt x="1614" y="1527"/>
                </a:lnTo>
                <a:lnTo>
                  <a:pt x="1615" y="1527"/>
                </a:lnTo>
                <a:lnTo>
                  <a:pt x="1615" y="1528"/>
                </a:lnTo>
                <a:lnTo>
                  <a:pt x="1616" y="1528"/>
                </a:lnTo>
                <a:lnTo>
                  <a:pt x="1616" y="1529"/>
                </a:lnTo>
                <a:lnTo>
                  <a:pt x="1617" y="1529"/>
                </a:lnTo>
                <a:lnTo>
                  <a:pt x="1618" y="1529"/>
                </a:lnTo>
                <a:lnTo>
                  <a:pt x="1618" y="1530"/>
                </a:lnTo>
                <a:lnTo>
                  <a:pt x="1619" y="1530"/>
                </a:lnTo>
                <a:lnTo>
                  <a:pt x="1619" y="1531"/>
                </a:lnTo>
                <a:lnTo>
                  <a:pt x="1620" y="1531"/>
                </a:lnTo>
                <a:lnTo>
                  <a:pt x="1620" y="1532"/>
                </a:lnTo>
                <a:lnTo>
                  <a:pt x="1621" y="1532"/>
                </a:lnTo>
                <a:lnTo>
                  <a:pt x="1621" y="1533"/>
                </a:lnTo>
                <a:lnTo>
                  <a:pt x="1622" y="1533"/>
                </a:lnTo>
                <a:lnTo>
                  <a:pt x="1622" y="1534"/>
                </a:lnTo>
                <a:lnTo>
                  <a:pt x="1622" y="1535"/>
                </a:lnTo>
                <a:lnTo>
                  <a:pt x="1623" y="1536"/>
                </a:lnTo>
                <a:lnTo>
                  <a:pt x="1624" y="1536"/>
                </a:lnTo>
                <a:lnTo>
                  <a:pt x="1625" y="1536"/>
                </a:lnTo>
                <a:lnTo>
                  <a:pt x="1625" y="1537"/>
                </a:lnTo>
                <a:lnTo>
                  <a:pt x="1625" y="1538"/>
                </a:lnTo>
                <a:lnTo>
                  <a:pt x="1626" y="1538"/>
                </a:lnTo>
                <a:lnTo>
                  <a:pt x="1627" y="1540"/>
                </a:lnTo>
                <a:lnTo>
                  <a:pt x="1628" y="1541"/>
                </a:lnTo>
                <a:lnTo>
                  <a:pt x="1627" y="1542"/>
                </a:lnTo>
                <a:lnTo>
                  <a:pt x="1626" y="1542"/>
                </a:lnTo>
                <a:lnTo>
                  <a:pt x="1626" y="1543"/>
                </a:lnTo>
                <a:lnTo>
                  <a:pt x="1625" y="1544"/>
                </a:lnTo>
                <a:lnTo>
                  <a:pt x="1625" y="1546"/>
                </a:lnTo>
                <a:lnTo>
                  <a:pt x="1626" y="1546"/>
                </a:lnTo>
                <a:lnTo>
                  <a:pt x="1627" y="1546"/>
                </a:lnTo>
                <a:lnTo>
                  <a:pt x="1627" y="1547"/>
                </a:lnTo>
                <a:lnTo>
                  <a:pt x="1628" y="1548"/>
                </a:lnTo>
                <a:lnTo>
                  <a:pt x="1629" y="1548"/>
                </a:lnTo>
                <a:lnTo>
                  <a:pt x="1630" y="1549"/>
                </a:lnTo>
                <a:lnTo>
                  <a:pt x="1630" y="1550"/>
                </a:lnTo>
                <a:lnTo>
                  <a:pt x="1631" y="1550"/>
                </a:lnTo>
                <a:lnTo>
                  <a:pt x="1631" y="1551"/>
                </a:lnTo>
                <a:lnTo>
                  <a:pt x="1632" y="1551"/>
                </a:lnTo>
                <a:lnTo>
                  <a:pt x="1632" y="1552"/>
                </a:lnTo>
                <a:lnTo>
                  <a:pt x="1632" y="1553"/>
                </a:lnTo>
                <a:lnTo>
                  <a:pt x="1631" y="1553"/>
                </a:lnTo>
                <a:lnTo>
                  <a:pt x="1632" y="1554"/>
                </a:lnTo>
                <a:lnTo>
                  <a:pt x="1633" y="1554"/>
                </a:lnTo>
                <a:lnTo>
                  <a:pt x="1634" y="1554"/>
                </a:lnTo>
                <a:lnTo>
                  <a:pt x="1635" y="1554"/>
                </a:lnTo>
                <a:lnTo>
                  <a:pt x="1636" y="1554"/>
                </a:lnTo>
                <a:lnTo>
                  <a:pt x="1637" y="1554"/>
                </a:lnTo>
                <a:lnTo>
                  <a:pt x="1637" y="1553"/>
                </a:lnTo>
                <a:lnTo>
                  <a:pt x="1638" y="1553"/>
                </a:lnTo>
                <a:lnTo>
                  <a:pt x="1639" y="1553"/>
                </a:lnTo>
                <a:lnTo>
                  <a:pt x="1640" y="1553"/>
                </a:lnTo>
                <a:lnTo>
                  <a:pt x="1641" y="1554"/>
                </a:lnTo>
                <a:lnTo>
                  <a:pt x="1642" y="1554"/>
                </a:lnTo>
                <a:lnTo>
                  <a:pt x="1643" y="1555"/>
                </a:lnTo>
                <a:lnTo>
                  <a:pt x="1644" y="1556"/>
                </a:lnTo>
                <a:lnTo>
                  <a:pt x="1645" y="1556"/>
                </a:lnTo>
                <a:lnTo>
                  <a:pt x="1645" y="1557"/>
                </a:lnTo>
                <a:lnTo>
                  <a:pt x="1645" y="1558"/>
                </a:lnTo>
                <a:lnTo>
                  <a:pt x="1646" y="1559"/>
                </a:lnTo>
                <a:lnTo>
                  <a:pt x="1647" y="1560"/>
                </a:lnTo>
                <a:lnTo>
                  <a:pt x="1647" y="1561"/>
                </a:lnTo>
                <a:lnTo>
                  <a:pt x="1647" y="1562"/>
                </a:lnTo>
                <a:lnTo>
                  <a:pt x="1647" y="1563"/>
                </a:lnTo>
                <a:lnTo>
                  <a:pt x="1647" y="1564"/>
                </a:lnTo>
                <a:lnTo>
                  <a:pt x="1647" y="1565"/>
                </a:lnTo>
                <a:lnTo>
                  <a:pt x="1647" y="1566"/>
                </a:lnTo>
                <a:lnTo>
                  <a:pt x="1647" y="1569"/>
                </a:lnTo>
                <a:lnTo>
                  <a:pt x="1647" y="1570"/>
                </a:lnTo>
                <a:lnTo>
                  <a:pt x="1648" y="1570"/>
                </a:lnTo>
                <a:lnTo>
                  <a:pt x="1648" y="1571"/>
                </a:lnTo>
                <a:lnTo>
                  <a:pt x="1647" y="1571"/>
                </a:lnTo>
                <a:lnTo>
                  <a:pt x="1648" y="1572"/>
                </a:lnTo>
                <a:lnTo>
                  <a:pt x="1649" y="1573"/>
                </a:lnTo>
                <a:lnTo>
                  <a:pt x="1648" y="1573"/>
                </a:lnTo>
                <a:lnTo>
                  <a:pt x="1648" y="1574"/>
                </a:lnTo>
                <a:lnTo>
                  <a:pt x="1648" y="1575"/>
                </a:lnTo>
                <a:lnTo>
                  <a:pt x="1648" y="1576"/>
                </a:lnTo>
                <a:lnTo>
                  <a:pt x="1648" y="1577"/>
                </a:lnTo>
                <a:lnTo>
                  <a:pt x="1649" y="1578"/>
                </a:lnTo>
                <a:lnTo>
                  <a:pt x="1650" y="1578"/>
                </a:lnTo>
                <a:lnTo>
                  <a:pt x="1650" y="1579"/>
                </a:lnTo>
                <a:lnTo>
                  <a:pt x="1651" y="1579"/>
                </a:lnTo>
                <a:lnTo>
                  <a:pt x="1651" y="1580"/>
                </a:lnTo>
                <a:lnTo>
                  <a:pt x="1651" y="1581"/>
                </a:lnTo>
                <a:lnTo>
                  <a:pt x="1651" y="1582"/>
                </a:lnTo>
                <a:lnTo>
                  <a:pt x="1651" y="1583"/>
                </a:lnTo>
                <a:lnTo>
                  <a:pt x="1652" y="1583"/>
                </a:lnTo>
                <a:lnTo>
                  <a:pt x="1653" y="1583"/>
                </a:lnTo>
                <a:lnTo>
                  <a:pt x="1653" y="1584"/>
                </a:lnTo>
                <a:lnTo>
                  <a:pt x="1653" y="1585"/>
                </a:lnTo>
                <a:lnTo>
                  <a:pt x="1652" y="1585"/>
                </a:lnTo>
                <a:lnTo>
                  <a:pt x="1652" y="1586"/>
                </a:lnTo>
                <a:lnTo>
                  <a:pt x="1652" y="1587"/>
                </a:lnTo>
                <a:lnTo>
                  <a:pt x="1652" y="1588"/>
                </a:lnTo>
                <a:lnTo>
                  <a:pt x="1652" y="1589"/>
                </a:lnTo>
                <a:lnTo>
                  <a:pt x="1652" y="1590"/>
                </a:lnTo>
                <a:lnTo>
                  <a:pt x="1652" y="1591"/>
                </a:lnTo>
                <a:lnTo>
                  <a:pt x="1652" y="1592"/>
                </a:lnTo>
                <a:lnTo>
                  <a:pt x="1651" y="1593"/>
                </a:lnTo>
                <a:lnTo>
                  <a:pt x="1652" y="1593"/>
                </a:lnTo>
                <a:lnTo>
                  <a:pt x="1653" y="1594"/>
                </a:lnTo>
                <a:lnTo>
                  <a:pt x="1654" y="1594"/>
                </a:lnTo>
                <a:lnTo>
                  <a:pt x="1654" y="1595"/>
                </a:lnTo>
                <a:lnTo>
                  <a:pt x="1655" y="1595"/>
                </a:lnTo>
                <a:lnTo>
                  <a:pt x="1655" y="1596"/>
                </a:lnTo>
                <a:lnTo>
                  <a:pt x="1656" y="1597"/>
                </a:lnTo>
                <a:lnTo>
                  <a:pt x="1657" y="1597"/>
                </a:lnTo>
                <a:lnTo>
                  <a:pt x="1658" y="1597"/>
                </a:lnTo>
                <a:lnTo>
                  <a:pt x="1658" y="1598"/>
                </a:lnTo>
                <a:lnTo>
                  <a:pt x="1658" y="1599"/>
                </a:lnTo>
                <a:lnTo>
                  <a:pt x="1659" y="1599"/>
                </a:lnTo>
                <a:lnTo>
                  <a:pt x="1659" y="1600"/>
                </a:lnTo>
                <a:lnTo>
                  <a:pt x="1659" y="1601"/>
                </a:lnTo>
                <a:lnTo>
                  <a:pt x="1659" y="1602"/>
                </a:lnTo>
                <a:lnTo>
                  <a:pt x="1659" y="1603"/>
                </a:lnTo>
                <a:lnTo>
                  <a:pt x="1659" y="1604"/>
                </a:lnTo>
                <a:lnTo>
                  <a:pt x="1659" y="1605"/>
                </a:lnTo>
                <a:lnTo>
                  <a:pt x="1659" y="1606"/>
                </a:lnTo>
                <a:lnTo>
                  <a:pt x="1659" y="1607"/>
                </a:lnTo>
                <a:lnTo>
                  <a:pt x="1659" y="1608"/>
                </a:lnTo>
                <a:lnTo>
                  <a:pt x="1660" y="1608"/>
                </a:lnTo>
                <a:lnTo>
                  <a:pt x="1660" y="1609"/>
                </a:lnTo>
                <a:lnTo>
                  <a:pt x="1661" y="1610"/>
                </a:lnTo>
                <a:lnTo>
                  <a:pt x="1660" y="1610"/>
                </a:lnTo>
                <a:lnTo>
                  <a:pt x="1660" y="1612"/>
                </a:lnTo>
                <a:lnTo>
                  <a:pt x="1660" y="1613"/>
                </a:lnTo>
                <a:lnTo>
                  <a:pt x="1659" y="1613"/>
                </a:lnTo>
                <a:lnTo>
                  <a:pt x="1659" y="1614"/>
                </a:lnTo>
                <a:lnTo>
                  <a:pt x="1658" y="1615"/>
                </a:lnTo>
                <a:lnTo>
                  <a:pt x="1659" y="1616"/>
                </a:lnTo>
                <a:lnTo>
                  <a:pt x="1660" y="1616"/>
                </a:lnTo>
                <a:lnTo>
                  <a:pt x="1660" y="1617"/>
                </a:lnTo>
                <a:lnTo>
                  <a:pt x="1660" y="1618"/>
                </a:lnTo>
                <a:lnTo>
                  <a:pt x="1660" y="1619"/>
                </a:lnTo>
                <a:lnTo>
                  <a:pt x="1659" y="1619"/>
                </a:lnTo>
                <a:lnTo>
                  <a:pt x="1656" y="1619"/>
                </a:lnTo>
                <a:lnTo>
                  <a:pt x="1655" y="1619"/>
                </a:lnTo>
                <a:lnTo>
                  <a:pt x="1654" y="1618"/>
                </a:lnTo>
                <a:lnTo>
                  <a:pt x="1653" y="1618"/>
                </a:lnTo>
                <a:lnTo>
                  <a:pt x="1653" y="1619"/>
                </a:lnTo>
                <a:lnTo>
                  <a:pt x="1652" y="1619"/>
                </a:lnTo>
                <a:lnTo>
                  <a:pt x="1650" y="1619"/>
                </a:lnTo>
                <a:lnTo>
                  <a:pt x="1650" y="1618"/>
                </a:lnTo>
                <a:lnTo>
                  <a:pt x="1649" y="1618"/>
                </a:lnTo>
                <a:lnTo>
                  <a:pt x="1648" y="1616"/>
                </a:lnTo>
                <a:lnTo>
                  <a:pt x="1647" y="1616"/>
                </a:lnTo>
                <a:lnTo>
                  <a:pt x="1646" y="1616"/>
                </a:lnTo>
                <a:lnTo>
                  <a:pt x="1645" y="1617"/>
                </a:lnTo>
                <a:lnTo>
                  <a:pt x="1644" y="1617"/>
                </a:lnTo>
                <a:lnTo>
                  <a:pt x="1643" y="1617"/>
                </a:lnTo>
                <a:lnTo>
                  <a:pt x="1642" y="1618"/>
                </a:lnTo>
                <a:lnTo>
                  <a:pt x="1642" y="1619"/>
                </a:lnTo>
                <a:lnTo>
                  <a:pt x="1642" y="1620"/>
                </a:lnTo>
                <a:lnTo>
                  <a:pt x="1641" y="1621"/>
                </a:lnTo>
                <a:lnTo>
                  <a:pt x="1640" y="1622"/>
                </a:lnTo>
                <a:lnTo>
                  <a:pt x="1639" y="1622"/>
                </a:lnTo>
                <a:lnTo>
                  <a:pt x="1638" y="1622"/>
                </a:lnTo>
                <a:lnTo>
                  <a:pt x="1637" y="1622"/>
                </a:lnTo>
                <a:lnTo>
                  <a:pt x="1636" y="1622"/>
                </a:lnTo>
                <a:lnTo>
                  <a:pt x="1635" y="1622"/>
                </a:lnTo>
                <a:lnTo>
                  <a:pt x="1633" y="1622"/>
                </a:lnTo>
                <a:lnTo>
                  <a:pt x="1632" y="1623"/>
                </a:lnTo>
                <a:lnTo>
                  <a:pt x="1632" y="1624"/>
                </a:lnTo>
                <a:lnTo>
                  <a:pt x="1632" y="1625"/>
                </a:lnTo>
                <a:lnTo>
                  <a:pt x="1631" y="1626"/>
                </a:lnTo>
                <a:lnTo>
                  <a:pt x="1631" y="1627"/>
                </a:lnTo>
                <a:lnTo>
                  <a:pt x="1631" y="1626"/>
                </a:lnTo>
                <a:lnTo>
                  <a:pt x="1630" y="1626"/>
                </a:lnTo>
                <a:lnTo>
                  <a:pt x="1630" y="1627"/>
                </a:lnTo>
                <a:lnTo>
                  <a:pt x="1629" y="1627"/>
                </a:lnTo>
                <a:lnTo>
                  <a:pt x="1628" y="1627"/>
                </a:lnTo>
                <a:lnTo>
                  <a:pt x="1627" y="1627"/>
                </a:lnTo>
                <a:lnTo>
                  <a:pt x="1626" y="1628"/>
                </a:lnTo>
                <a:lnTo>
                  <a:pt x="1625" y="1628"/>
                </a:lnTo>
                <a:lnTo>
                  <a:pt x="1624" y="1627"/>
                </a:lnTo>
                <a:lnTo>
                  <a:pt x="1623" y="1627"/>
                </a:lnTo>
                <a:lnTo>
                  <a:pt x="1622" y="1627"/>
                </a:lnTo>
                <a:lnTo>
                  <a:pt x="1621" y="1626"/>
                </a:lnTo>
                <a:lnTo>
                  <a:pt x="1620" y="1626"/>
                </a:lnTo>
                <a:lnTo>
                  <a:pt x="1619" y="1626"/>
                </a:lnTo>
                <a:lnTo>
                  <a:pt x="1618" y="1626"/>
                </a:lnTo>
                <a:lnTo>
                  <a:pt x="1617" y="1626"/>
                </a:lnTo>
                <a:lnTo>
                  <a:pt x="1616" y="1626"/>
                </a:lnTo>
                <a:lnTo>
                  <a:pt x="1615" y="1626"/>
                </a:lnTo>
                <a:lnTo>
                  <a:pt x="1615" y="1625"/>
                </a:lnTo>
                <a:lnTo>
                  <a:pt x="1614" y="1625"/>
                </a:lnTo>
                <a:lnTo>
                  <a:pt x="1613" y="1625"/>
                </a:lnTo>
                <a:lnTo>
                  <a:pt x="1613" y="1626"/>
                </a:lnTo>
                <a:lnTo>
                  <a:pt x="1612" y="1626"/>
                </a:lnTo>
                <a:lnTo>
                  <a:pt x="1611" y="1627"/>
                </a:lnTo>
                <a:lnTo>
                  <a:pt x="1610" y="1627"/>
                </a:lnTo>
                <a:lnTo>
                  <a:pt x="1609" y="1628"/>
                </a:lnTo>
                <a:lnTo>
                  <a:pt x="1608" y="1629"/>
                </a:lnTo>
                <a:lnTo>
                  <a:pt x="1608" y="1630"/>
                </a:lnTo>
                <a:lnTo>
                  <a:pt x="1607" y="1630"/>
                </a:lnTo>
                <a:lnTo>
                  <a:pt x="1607" y="1631"/>
                </a:lnTo>
                <a:lnTo>
                  <a:pt x="1606" y="1631"/>
                </a:lnTo>
                <a:lnTo>
                  <a:pt x="1606" y="1632"/>
                </a:lnTo>
                <a:lnTo>
                  <a:pt x="1605" y="1633"/>
                </a:lnTo>
                <a:lnTo>
                  <a:pt x="1605" y="1634"/>
                </a:lnTo>
                <a:lnTo>
                  <a:pt x="1604" y="1634"/>
                </a:lnTo>
                <a:lnTo>
                  <a:pt x="1604" y="1635"/>
                </a:lnTo>
                <a:lnTo>
                  <a:pt x="1603" y="1635"/>
                </a:lnTo>
                <a:lnTo>
                  <a:pt x="1602" y="1635"/>
                </a:lnTo>
                <a:lnTo>
                  <a:pt x="1602" y="1636"/>
                </a:lnTo>
                <a:lnTo>
                  <a:pt x="1601" y="1636"/>
                </a:lnTo>
                <a:lnTo>
                  <a:pt x="1600" y="1636"/>
                </a:lnTo>
                <a:lnTo>
                  <a:pt x="1600" y="1635"/>
                </a:lnTo>
                <a:lnTo>
                  <a:pt x="1599" y="1635"/>
                </a:lnTo>
                <a:lnTo>
                  <a:pt x="1599" y="1636"/>
                </a:lnTo>
                <a:lnTo>
                  <a:pt x="1598" y="1636"/>
                </a:lnTo>
                <a:lnTo>
                  <a:pt x="1598" y="1637"/>
                </a:lnTo>
                <a:lnTo>
                  <a:pt x="1598" y="1638"/>
                </a:lnTo>
                <a:lnTo>
                  <a:pt x="1597" y="1639"/>
                </a:lnTo>
                <a:lnTo>
                  <a:pt x="1597" y="1640"/>
                </a:lnTo>
                <a:lnTo>
                  <a:pt x="1597" y="1641"/>
                </a:lnTo>
                <a:lnTo>
                  <a:pt x="1597" y="1642"/>
                </a:lnTo>
                <a:lnTo>
                  <a:pt x="1597" y="1643"/>
                </a:lnTo>
                <a:lnTo>
                  <a:pt x="1597" y="1644"/>
                </a:lnTo>
                <a:lnTo>
                  <a:pt x="1597" y="1645"/>
                </a:lnTo>
                <a:lnTo>
                  <a:pt x="1597" y="1646"/>
                </a:lnTo>
                <a:lnTo>
                  <a:pt x="1597" y="1647"/>
                </a:lnTo>
                <a:lnTo>
                  <a:pt x="1598" y="1647"/>
                </a:lnTo>
                <a:lnTo>
                  <a:pt x="1599" y="1648"/>
                </a:lnTo>
                <a:lnTo>
                  <a:pt x="1599" y="1649"/>
                </a:lnTo>
                <a:lnTo>
                  <a:pt x="1599" y="1650"/>
                </a:lnTo>
                <a:lnTo>
                  <a:pt x="1598" y="1650"/>
                </a:lnTo>
                <a:lnTo>
                  <a:pt x="1596" y="1650"/>
                </a:lnTo>
                <a:lnTo>
                  <a:pt x="1595" y="1651"/>
                </a:lnTo>
                <a:lnTo>
                  <a:pt x="1595" y="1652"/>
                </a:lnTo>
                <a:lnTo>
                  <a:pt x="1595" y="1653"/>
                </a:lnTo>
                <a:lnTo>
                  <a:pt x="1594" y="1653"/>
                </a:lnTo>
                <a:lnTo>
                  <a:pt x="1594" y="1654"/>
                </a:lnTo>
                <a:lnTo>
                  <a:pt x="1594" y="1655"/>
                </a:lnTo>
                <a:lnTo>
                  <a:pt x="1593" y="1656"/>
                </a:lnTo>
                <a:lnTo>
                  <a:pt x="1593" y="1657"/>
                </a:lnTo>
                <a:lnTo>
                  <a:pt x="1594" y="1657"/>
                </a:lnTo>
                <a:lnTo>
                  <a:pt x="1594" y="1656"/>
                </a:lnTo>
                <a:lnTo>
                  <a:pt x="1594" y="1657"/>
                </a:lnTo>
                <a:lnTo>
                  <a:pt x="1595" y="1657"/>
                </a:lnTo>
                <a:lnTo>
                  <a:pt x="1595" y="1658"/>
                </a:lnTo>
                <a:lnTo>
                  <a:pt x="1595" y="1659"/>
                </a:lnTo>
                <a:lnTo>
                  <a:pt x="1595" y="1660"/>
                </a:lnTo>
                <a:lnTo>
                  <a:pt x="1595" y="1661"/>
                </a:lnTo>
                <a:lnTo>
                  <a:pt x="1595" y="1662"/>
                </a:lnTo>
                <a:lnTo>
                  <a:pt x="1594" y="1662"/>
                </a:lnTo>
                <a:lnTo>
                  <a:pt x="1594" y="1663"/>
                </a:lnTo>
                <a:lnTo>
                  <a:pt x="1594" y="1664"/>
                </a:lnTo>
                <a:lnTo>
                  <a:pt x="1594" y="1665"/>
                </a:lnTo>
                <a:lnTo>
                  <a:pt x="1595" y="1666"/>
                </a:lnTo>
                <a:lnTo>
                  <a:pt x="1595" y="1667"/>
                </a:lnTo>
                <a:lnTo>
                  <a:pt x="1596" y="1667"/>
                </a:lnTo>
                <a:lnTo>
                  <a:pt x="1597" y="1667"/>
                </a:lnTo>
                <a:lnTo>
                  <a:pt x="1598" y="1667"/>
                </a:lnTo>
                <a:lnTo>
                  <a:pt x="1599" y="1668"/>
                </a:lnTo>
                <a:lnTo>
                  <a:pt x="1600" y="1668"/>
                </a:lnTo>
                <a:lnTo>
                  <a:pt x="1601" y="1668"/>
                </a:lnTo>
                <a:lnTo>
                  <a:pt x="1602" y="1668"/>
                </a:lnTo>
                <a:lnTo>
                  <a:pt x="1603" y="1668"/>
                </a:lnTo>
                <a:lnTo>
                  <a:pt x="1603" y="1669"/>
                </a:lnTo>
                <a:lnTo>
                  <a:pt x="1602" y="1670"/>
                </a:lnTo>
                <a:lnTo>
                  <a:pt x="1602" y="1671"/>
                </a:lnTo>
                <a:lnTo>
                  <a:pt x="1603" y="1671"/>
                </a:lnTo>
                <a:lnTo>
                  <a:pt x="1604" y="1671"/>
                </a:lnTo>
                <a:lnTo>
                  <a:pt x="1605" y="1671"/>
                </a:lnTo>
                <a:lnTo>
                  <a:pt x="1606" y="1671"/>
                </a:lnTo>
                <a:lnTo>
                  <a:pt x="1606" y="1672"/>
                </a:lnTo>
                <a:lnTo>
                  <a:pt x="1607" y="1672"/>
                </a:lnTo>
                <a:lnTo>
                  <a:pt x="1608" y="1672"/>
                </a:lnTo>
                <a:lnTo>
                  <a:pt x="1609" y="1672"/>
                </a:lnTo>
                <a:lnTo>
                  <a:pt x="1610" y="1672"/>
                </a:lnTo>
                <a:lnTo>
                  <a:pt x="1611" y="1672"/>
                </a:lnTo>
                <a:lnTo>
                  <a:pt x="1611" y="1673"/>
                </a:lnTo>
                <a:lnTo>
                  <a:pt x="1612" y="1673"/>
                </a:lnTo>
                <a:lnTo>
                  <a:pt x="1611" y="1673"/>
                </a:lnTo>
                <a:lnTo>
                  <a:pt x="1612" y="1673"/>
                </a:lnTo>
                <a:lnTo>
                  <a:pt x="1612" y="1674"/>
                </a:lnTo>
                <a:lnTo>
                  <a:pt x="1613" y="1674"/>
                </a:lnTo>
                <a:lnTo>
                  <a:pt x="1613" y="1673"/>
                </a:lnTo>
                <a:lnTo>
                  <a:pt x="1614" y="1673"/>
                </a:lnTo>
                <a:lnTo>
                  <a:pt x="1614" y="1674"/>
                </a:lnTo>
                <a:lnTo>
                  <a:pt x="1615" y="1674"/>
                </a:lnTo>
                <a:lnTo>
                  <a:pt x="1616" y="1674"/>
                </a:lnTo>
                <a:lnTo>
                  <a:pt x="1617" y="1675"/>
                </a:lnTo>
                <a:lnTo>
                  <a:pt x="1618" y="1675"/>
                </a:lnTo>
                <a:lnTo>
                  <a:pt x="1619" y="1676"/>
                </a:lnTo>
                <a:lnTo>
                  <a:pt x="1620" y="1676"/>
                </a:lnTo>
                <a:lnTo>
                  <a:pt x="1621" y="1676"/>
                </a:lnTo>
                <a:lnTo>
                  <a:pt x="1621" y="1677"/>
                </a:lnTo>
                <a:lnTo>
                  <a:pt x="1622" y="1677"/>
                </a:lnTo>
                <a:lnTo>
                  <a:pt x="1622" y="1678"/>
                </a:lnTo>
                <a:lnTo>
                  <a:pt x="1623" y="1678"/>
                </a:lnTo>
                <a:lnTo>
                  <a:pt x="1624" y="1678"/>
                </a:lnTo>
                <a:lnTo>
                  <a:pt x="1623" y="1679"/>
                </a:lnTo>
                <a:lnTo>
                  <a:pt x="1623" y="1680"/>
                </a:lnTo>
                <a:lnTo>
                  <a:pt x="1622" y="1680"/>
                </a:lnTo>
                <a:lnTo>
                  <a:pt x="1622" y="1681"/>
                </a:lnTo>
                <a:lnTo>
                  <a:pt x="1623" y="1682"/>
                </a:lnTo>
                <a:lnTo>
                  <a:pt x="1623" y="1683"/>
                </a:lnTo>
                <a:lnTo>
                  <a:pt x="1622" y="1684"/>
                </a:lnTo>
                <a:lnTo>
                  <a:pt x="1623" y="1684"/>
                </a:lnTo>
                <a:lnTo>
                  <a:pt x="1623" y="1685"/>
                </a:lnTo>
                <a:lnTo>
                  <a:pt x="1622" y="1685"/>
                </a:lnTo>
                <a:lnTo>
                  <a:pt x="1622" y="1686"/>
                </a:lnTo>
                <a:lnTo>
                  <a:pt x="1622" y="1687"/>
                </a:lnTo>
                <a:lnTo>
                  <a:pt x="1621" y="1688"/>
                </a:lnTo>
                <a:lnTo>
                  <a:pt x="1621" y="1689"/>
                </a:lnTo>
                <a:lnTo>
                  <a:pt x="1621" y="1690"/>
                </a:lnTo>
                <a:lnTo>
                  <a:pt x="1622" y="1690"/>
                </a:lnTo>
                <a:lnTo>
                  <a:pt x="1623" y="1690"/>
                </a:lnTo>
                <a:lnTo>
                  <a:pt x="1623" y="1691"/>
                </a:lnTo>
                <a:lnTo>
                  <a:pt x="1624" y="1691"/>
                </a:lnTo>
                <a:lnTo>
                  <a:pt x="1623" y="1692"/>
                </a:lnTo>
                <a:lnTo>
                  <a:pt x="1622" y="1693"/>
                </a:lnTo>
                <a:lnTo>
                  <a:pt x="1622" y="1694"/>
                </a:lnTo>
                <a:lnTo>
                  <a:pt x="1622" y="1695"/>
                </a:lnTo>
                <a:lnTo>
                  <a:pt x="1621" y="1695"/>
                </a:lnTo>
                <a:lnTo>
                  <a:pt x="1621" y="1696"/>
                </a:lnTo>
                <a:lnTo>
                  <a:pt x="1622" y="1697"/>
                </a:lnTo>
                <a:lnTo>
                  <a:pt x="1621" y="1697"/>
                </a:lnTo>
                <a:lnTo>
                  <a:pt x="1621" y="1698"/>
                </a:lnTo>
                <a:lnTo>
                  <a:pt x="1620" y="1699"/>
                </a:lnTo>
                <a:lnTo>
                  <a:pt x="1620" y="1700"/>
                </a:lnTo>
                <a:lnTo>
                  <a:pt x="1620" y="1701"/>
                </a:lnTo>
                <a:lnTo>
                  <a:pt x="1620" y="1702"/>
                </a:lnTo>
                <a:lnTo>
                  <a:pt x="1620" y="1703"/>
                </a:lnTo>
                <a:lnTo>
                  <a:pt x="1619" y="1703"/>
                </a:lnTo>
                <a:lnTo>
                  <a:pt x="1619" y="1704"/>
                </a:lnTo>
                <a:lnTo>
                  <a:pt x="1619" y="1705"/>
                </a:lnTo>
                <a:lnTo>
                  <a:pt x="1620" y="1705"/>
                </a:lnTo>
                <a:lnTo>
                  <a:pt x="1620" y="1706"/>
                </a:lnTo>
                <a:lnTo>
                  <a:pt x="1621" y="1707"/>
                </a:lnTo>
                <a:lnTo>
                  <a:pt x="1621" y="1708"/>
                </a:lnTo>
                <a:lnTo>
                  <a:pt x="1622" y="1708"/>
                </a:lnTo>
                <a:lnTo>
                  <a:pt x="1623" y="1708"/>
                </a:lnTo>
                <a:lnTo>
                  <a:pt x="1623" y="1709"/>
                </a:lnTo>
                <a:lnTo>
                  <a:pt x="1624" y="1709"/>
                </a:lnTo>
                <a:lnTo>
                  <a:pt x="1624" y="1710"/>
                </a:lnTo>
                <a:lnTo>
                  <a:pt x="1623" y="1710"/>
                </a:lnTo>
                <a:lnTo>
                  <a:pt x="1622" y="1711"/>
                </a:lnTo>
                <a:lnTo>
                  <a:pt x="1621" y="1712"/>
                </a:lnTo>
                <a:lnTo>
                  <a:pt x="1620" y="1713"/>
                </a:lnTo>
                <a:lnTo>
                  <a:pt x="1620" y="1714"/>
                </a:lnTo>
                <a:lnTo>
                  <a:pt x="1619" y="1714"/>
                </a:lnTo>
                <a:lnTo>
                  <a:pt x="1619" y="1715"/>
                </a:lnTo>
                <a:lnTo>
                  <a:pt x="1620" y="1716"/>
                </a:lnTo>
                <a:lnTo>
                  <a:pt x="1621" y="1717"/>
                </a:lnTo>
                <a:lnTo>
                  <a:pt x="1622" y="1718"/>
                </a:lnTo>
                <a:lnTo>
                  <a:pt x="1623" y="1718"/>
                </a:lnTo>
                <a:lnTo>
                  <a:pt x="1624" y="1719"/>
                </a:lnTo>
                <a:lnTo>
                  <a:pt x="1624" y="1720"/>
                </a:lnTo>
                <a:lnTo>
                  <a:pt x="1624" y="1721"/>
                </a:lnTo>
                <a:lnTo>
                  <a:pt x="1624" y="1722"/>
                </a:lnTo>
                <a:lnTo>
                  <a:pt x="1623" y="1722"/>
                </a:lnTo>
                <a:lnTo>
                  <a:pt x="1623" y="1723"/>
                </a:lnTo>
                <a:lnTo>
                  <a:pt x="1623" y="1724"/>
                </a:lnTo>
                <a:lnTo>
                  <a:pt x="1624" y="1724"/>
                </a:lnTo>
                <a:lnTo>
                  <a:pt x="1624" y="1725"/>
                </a:lnTo>
                <a:lnTo>
                  <a:pt x="1623" y="1726"/>
                </a:lnTo>
                <a:lnTo>
                  <a:pt x="1623" y="1727"/>
                </a:lnTo>
                <a:lnTo>
                  <a:pt x="1624" y="1727"/>
                </a:lnTo>
                <a:lnTo>
                  <a:pt x="1624" y="1728"/>
                </a:lnTo>
                <a:lnTo>
                  <a:pt x="1624" y="1729"/>
                </a:lnTo>
                <a:lnTo>
                  <a:pt x="1625" y="1729"/>
                </a:lnTo>
                <a:lnTo>
                  <a:pt x="1625" y="1730"/>
                </a:lnTo>
                <a:lnTo>
                  <a:pt x="1624" y="1731"/>
                </a:lnTo>
                <a:lnTo>
                  <a:pt x="1624" y="1732"/>
                </a:lnTo>
                <a:lnTo>
                  <a:pt x="1625" y="1732"/>
                </a:lnTo>
                <a:lnTo>
                  <a:pt x="1625" y="1733"/>
                </a:lnTo>
                <a:lnTo>
                  <a:pt x="1625" y="1734"/>
                </a:lnTo>
                <a:lnTo>
                  <a:pt x="1624" y="1734"/>
                </a:lnTo>
                <a:lnTo>
                  <a:pt x="1623" y="1735"/>
                </a:lnTo>
                <a:lnTo>
                  <a:pt x="1623" y="1736"/>
                </a:lnTo>
                <a:lnTo>
                  <a:pt x="1621" y="1736"/>
                </a:lnTo>
                <a:lnTo>
                  <a:pt x="1620" y="1736"/>
                </a:lnTo>
                <a:lnTo>
                  <a:pt x="1619" y="1736"/>
                </a:lnTo>
                <a:lnTo>
                  <a:pt x="1619" y="1735"/>
                </a:lnTo>
                <a:lnTo>
                  <a:pt x="1618" y="1735"/>
                </a:lnTo>
                <a:lnTo>
                  <a:pt x="1617" y="1735"/>
                </a:lnTo>
                <a:lnTo>
                  <a:pt x="1616" y="1735"/>
                </a:lnTo>
                <a:lnTo>
                  <a:pt x="1616" y="1734"/>
                </a:lnTo>
                <a:lnTo>
                  <a:pt x="1615" y="1734"/>
                </a:lnTo>
                <a:lnTo>
                  <a:pt x="1614" y="1733"/>
                </a:lnTo>
                <a:lnTo>
                  <a:pt x="1613" y="1733"/>
                </a:lnTo>
                <a:lnTo>
                  <a:pt x="1612" y="1733"/>
                </a:lnTo>
                <a:lnTo>
                  <a:pt x="1612" y="1732"/>
                </a:lnTo>
                <a:lnTo>
                  <a:pt x="1611" y="1732"/>
                </a:lnTo>
                <a:lnTo>
                  <a:pt x="1610" y="1732"/>
                </a:lnTo>
                <a:lnTo>
                  <a:pt x="1610" y="1733"/>
                </a:lnTo>
                <a:lnTo>
                  <a:pt x="1609" y="1733"/>
                </a:lnTo>
                <a:lnTo>
                  <a:pt x="1608" y="1733"/>
                </a:lnTo>
                <a:lnTo>
                  <a:pt x="1608" y="1734"/>
                </a:lnTo>
                <a:lnTo>
                  <a:pt x="1608" y="1735"/>
                </a:lnTo>
                <a:lnTo>
                  <a:pt x="1607" y="1736"/>
                </a:lnTo>
                <a:lnTo>
                  <a:pt x="1607" y="1737"/>
                </a:lnTo>
                <a:lnTo>
                  <a:pt x="1606" y="1737"/>
                </a:lnTo>
                <a:lnTo>
                  <a:pt x="1606" y="1738"/>
                </a:lnTo>
                <a:lnTo>
                  <a:pt x="1605" y="1739"/>
                </a:lnTo>
                <a:lnTo>
                  <a:pt x="1605" y="1740"/>
                </a:lnTo>
                <a:lnTo>
                  <a:pt x="1604" y="1740"/>
                </a:lnTo>
                <a:lnTo>
                  <a:pt x="1603" y="1741"/>
                </a:lnTo>
                <a:lnTo>
                  <a:pt x="1602" y="1741"/>
                </a:lnTo>
                <a:lnTo>
                  <a:pt x="1601" y="1741"/>
                </a:lnTo>
                <a:lnTo>
                  <a:pt x="1600" y="1741"/>
                </a:lnTo>
                <a:lnTo>
                  <a:pt x="1599" y="1741"/>
                </a:lnTo>
                <a:lnTo>
                  <a:pt x="1597" y="1741"/>
                </a:lnTo>
                <a:lnTo>
                  <a:pt x="1596" y="1742"/>
                </a:lnTo>
                <a:lnTo>
                  <a:pt x="1595" y="1742"/>
                </a:lnTo>
                <a:lnTo>
                  <a:pt x="1595" y="1741"/>
                </a:lnTo>
                <a:lnTo>
                  <a:pt x="1594" y="1741"/>
                </a:lnTo>
                <a:lnTo>
                  <a:pt x="1594" y="1740"/>
                </a:lnTo>
                <a:lnTo>
                  <a:pt x="1593" y="1740"/>
                </a:lnTo>
                <a:lnTo>
                  <a:pt x="1592" y="1739"/>
                </a:lnTo>
                <a:lnTo>
                  <a:pt x="1592" y="1738"/>
                </a:lnTo>
                <a:lnTo>
                  <a:pt x="1593" y="1738"/>
                </a:lnTo>
                <a:lnTo>
                  <a:pt x="1592" y="1738"/>
                </a:lnTo>
                <a:lnTo>
                  <a:pt x="1591" y="1738"/>
                </a:lnTo>
                <a:lnTo>
                  <a:pt x="1591" y="1737"/>
                </a:lnTo>
                <a:lnTo>
                  <a:pt x="1591" y="1736"/>
                </a:lnTo>
                <a:lnTo>
                  <a:pt x="1590" y="1736"/>
                </a:lnTo>
                <a:lnTo>
                  <a:pt x="1590" y="1735"/>
                </a:lnTo>
                <a:lnTo>
                  <a:pt x="1590" y="1734"/>
                </a:lnTo>
                <a:lnTo>
                  <a:pt x="1589" y="1733"/>
                </a:lnTo>
                <a:lnTo>
                  <a:pt x="1589" y="1732"/>
                </a:lnTo>
                <a:lnTo>
                  <a:pt x="1589" y="1731"/>
                </a:lnTo>
                <a:lnTo>
                  <a:pt x="1588" y="1731"/>
                </a:lnTo>
                <a:lnTo>
                  <a:pt x="1587" y="1730"/>
                </a:lnTo>
                <a:lnTo>
                  <a:pt x="1586" y="1730"/>
                </a:lnTo>
                <a:lnTo>
                  <a:pt x="1586" y="1729"/>
                </a:lnTo>
                <a:lnTo>
                  <a:pt x="1585" y="1729"/>
                </a:lnTo>
                <a:lnTo>
                  <a:pt x="1584" y="1729"/>
                </a:lnTo>
                <a:lnTo>
                  <a:pt x="1584" y="1728"/>
                </a:lnTo>
                <a:lnTo>
                  <a:pt x="1583" y="1727"/>
                </a:lnTo>
                <a:lnTo>
                  <a:pt x="1582" y="1726"/>
                </a:lnTo>
                <a:lnTo>
                  <a:pt x="1581" y="1725"/>
                </a:lnTo>
                <a:lnTo>
                  <a:pt x="1580" y="1724"/>
                </a:lnTo>
                <a:lnTo>
                  <a:pt x="1578" y="1724"/>
                </a:lnTo>
                <a:lnTo>
                  <a:pt x="1577" y="1724"/>
                </a:lnTo>
                <a:lnTo>
                  <a:pt x="1576" y="1724"/>
                </a:lnTo>
                <a:lnTo>
                  <a:pt x="1575" y="1724"/>
                </a:lnTo>
                <a:lnTo>
                  <a:pt x="1574" y="1724"/>
                </a:lnTo>
                <a:lnTo>
                  <a:pt x="1572" y="1724"/>
                </a:lnTo>
                <a:lnTo>
                  <a:pt x="1572" y="1723"/>
                </a:lnTo>
                <a:lnTo>
                  <a:pt x="1571" y="1723"/>
                </a:lnTo>
                <a:lnTo>
                  <a:pt x="1570" y="1723"/>
                </a:lnTo>
                <a:lnTo>
                  <a:pt x="1569" y="1723"/>
                </a:lnTo>
                <a:lnTo>
                  <a:pt x="1569" y="1722"/>
                </a:lnTo>
                <a:lnTo>
                  <a:pt x="1568" y="1721"/>
                </a:lnTo>
                <a:lnTo>
                  <a:pt x="1566" y="1720"/>
                </a:lnTo>
                <a:lnTo>
                  <a:pt x="1565" y="1720"/>
                </a:lnTo>
                <a:lnTo>
                  <a:pt x="1564" y="1720"/>
                </a:lnTo>
                <a:lnTo>
                  <a:pt x="1562" y="1720"/>
                </a:lnTo>
                <a:lnTo>
                  <a:pt x="1561" y="1721"/>
                </a:lnTo>
                <a:lnTo>
                  <a:pt x="1560" y="1722"/>
                </a:lnTo>
                <a:lnTo>
                  <a:pt x="1558" y="1721"/>
                </a:lnTo>
                <a:lnTo>
                  <a:pt x="1557" y="1721"/>
                </a:lnTo>
                <a:lnTo>
                  <a:pt x="1556" y="1721"/>
                </a:lnTo>
                <a:lnTo>
                  <a:pt x="1555" y="1720"/>
                </a:lnTo>
                <a:lnTo>
                  <a:pt x="1554" y="1720"/>
                </a:lnTo>
                <a:lnTo>
                  <a:pt x="1553" y="1719"/>
                </a:lnTo>
                <a:lnTo>
                  <a:pt x="1552" y="1719"/>
                </a:lnTo>
                <a:lnTo>
                  <a:pt x="1550" y="1718"/>
                </a:lnTo>
                <a:lnTo>
                  <a:pt x="1549" y="1718"/>
                </a:lnTo>
                <a:lnTo>
                  <a:pt x="1548" y="1718"/>
                </a:lnTo>
                <a:lnTo>
                  <a:pt x="1547" y="1718"/>
                </a:lnTo>
                <a:lnTo>
                  <a:pt x="1546" y="1718"/>
                </a:lnTo>
                <a:lnTo>
                  <a:pt x="1546" y="1717"/>
                </a:lnTo>
                <a:lnTo>
                  <a:pt x="1546" y="1716"/>
                </a:lnTo>
                <a:lnTo>
                  <a:pt x="1545" y="1716"/>
                </a:lnTo>
                <a:lnTo>
                  <a:pt x="1544" y="1715"/>
                </a:lnTo>
                <a:lnTo>
                  <a:pt x="1543" y="1715"/>
                </a:lnTo>
                <a:lnTo>
                  <a:pt x="1542" y="1715"/>
                </a:lnTo>
                <a:lnTo>
                  <a:pt x="1541" y="1715"/>
                </a:lnTo>
                <a:lnTo>
                  <a:pt x="1540" y="1715"/>
                </a:lnTo>
                <a:lnTo>
                  <a:pt x="1540" y="1714"/>
                </a:lnTo>
                <a:lnTo>
                  <a:pt x="1539" y="1714"/>
                </a:lnTo>
                <a:lnTo>
                  <a:pt x="1538" y="1715"/>
                </a:lnTo>
                <a:lnTo>
                  <a:pt x="1537" y="1715"/>
                </a:lnTo>
                <a:lnTo>
                  <a:pt x="1537" y="1714"/>
                </a:lnTo>
                <a:lnTo>
                  <a:pt x="1536" y="1714"/>
                </a:lnTo>
                <a:lnTo>
                  <a:pt x="1536" y="1713"/>
                </a:lnTo>
                <a:lnTo>
                  <a:pt x="1535" y="1713"/>
                </a:lnTo>
                <a:lnTo>
                  <a:pt x="1534" y="1712"/>
                </a:lnTo>
                <a:lnTo>
                  <a:pt x="1534" y="1711"/>
                </a:lnTo>
                <a:lnTo>
                  <a:pt x="1533" y="1710"/>
                </a:lnTo>
                <a:lnTo>
                  <a:pt x="1532" y="1710"/>
                </a:lnTo>
                <a:lnTo>
                  <a:pt x="1530" y="1710"/>
                </a:lnTo>
                <a:lnTo>
                  <a:pt x="1530" y="1709"/>
                </a:lnTo>
                <a:lnTo>
                  <a:pt x="1529" y="1709"/>
                </a:lnTo>
                <a:lnTo>
                  <a:pt x="1528" y="1709"/>
                </a:lnTo>
                <a:lnTo>
                  <a:pt x="1528" y="1708"/>
                </a:lnTo>
                <a:lnTo>
                  <a:pt x="1528" y="1707"/>
                </a:lnTo>
                <a:lnTo>
                  <a:pt x="1527" y="1707"/>
                </a:lnTo>
                <a:lnTo>
                  <a:pt x="1526" y="1706"/>
                </a:lnTo>
                <a:lnTo>
                  <a:pt x="1526" y="1705"/>
                </a:lnTo>
                <a:lnTo>
                  <a:pt x="1526" y="1704"/>
                </a:lnTo>
                <a:lnTo>
                  <a:pt x="1527" y="1703"/>
                </a:lnTo>
                <a:lnTo>
                  <a:pt x="1528" y="1702"/>
                </a:lnTo>
                <a:lnTo>
                  <a:pt x="1527" y="1702"/>
                </a:lnTo>
                <a:lnTo>
                  <a:pt x="1526" y="1701"/>
                </a:lnTo>
                <a:lnTo>
                  <a:pt x="1525" y="1701"/>
                </a:lnTo>
                <a:lnTo>
                  <a:pt x="1524" y="1701"/>
                </a:lnTo>
                <a:lnTo>
                  <a:pt x="1523" y="1700"/>
                </a:lnTo>
                <a:lnTo>
                  <a:pt x="1522" y="1700"/>
                </a:lnTo>
                <a:lnTo>
                  <a:pt x="1522" y="1699"/>
                </a:lnTo>
                <a:lnTo>
                  <a:pt x="1521" y="1699"/>
                </a:lnTo>
                <a:lnTo>
                  <a:pt x="1520" y="1699"/>
                </a:lnTo>
                <a:lnTo>
                  <a:pt x="1519" y="1699"/>
                </a:lnTo>
                <a:lnTo>
                  <a:pt x="1519" y="1698"/>
                </a:lnTo>
                <a:lnTo>
                  <a:pt x="1519" y="1697"/>
                </a:lnTo>
                <a:lnTo>
                  <a:pt x="1519" y="1696"/>
                </a:lnTo>
                <a:lnTo>
                  <a:pt x="1518" y="1696"/>
                </a:lnTo>
                <a:lnTo>
                  <a:pt x="1517" y="1696"/>
                </a:lnTo>
                <a:lnTo>
                  <a:pt x="1516" y="1696"/>
                </a:lnTo>
                <a:lnTo>
                  <a:pt x="1515" y="1696"/>
                </a:lnTo>
                <a:lnTo>
                  <a:pt x="1515" y="1695"/>
                </a:lnTo>
                <a:lnTo>
                  <a:pt x="1514" y="1695"/>
                </a:lnTo>
                <a:lnTo>
                  <a:pt x="1514" y="1696"/>
                </a:lnTo>
                <a:lnTo>
                  <a:pt x="1515" y="1696"/>
                </a:lnTo>
                <a:lnTo>
                  <a:pt x="1515" y="1697"/>
                </a:lnTo>
                <a:lnTo>
                  <a:pt x="1516" y="1697"/>
                </a:lnTo>
                <a:lnTo>
                  <a:pt x="1516" y="1698"/>
                </a:lnTo>
                <a:lnTo>
                  <a:pt x="1517" y="1698"/>
                </a:lnTo>
                <a:lnTo>
                  <a:pt x="1517" y="1699"/>
                </a:lnTo>
                <a:lnTo>
                  <a:pt x="1516" y="1700"/>
                </a:lnTo>
                <a:lnTo>
                  <a:pt x="1516" y="1701"/>
                </a:lnTo>
                <a:lnTo>
                  <a:pt x="1516" y="1702"/>
                </a:lnTo>
                <a:lnTo>
                  <a:pt x="1515" y="1703"/>
                </a:lnTo>
                <a:lnTo>
                  <a:pt x="1515" y="1704"/>
                </a:lnTo>
                <a:lnTo>
                  <a:pt x="1514" y="1705"/>
                </a:lnTo>
                <a:lnTo>
                  <a:pt x="1514" y="1706"/>
                </a:lnTo>
                <a:lnTo>
                  <a:pt x="1514" y="1707"/>
                </a:lnTo>
                <a:lnTo>
                  <a:pt x="1514" y="1708"/>
                </a:lnTo>
                <a:lnTo>
                  <a:pt x="1513" y="1708"/>
                </a:lnTo>
                <a:lnTo>
                  <a:pt x="1513" y="1709"/>
                </a:lnTo>
                <a:lnTo>
                  <a:pt x="1512" y="1709"/>
                </a:lnTo>
                <a:lnTo>
                  <a:pt x="1512" y="1710"/>
                </a:lnTo>
                <a:lnTo>
                  <a:pt x="1511" y="1710"/>
                </a:lnTo>
                <a:lnTo>
                  <a:pt x="1510" y="1711"/>
                </a:lnTo>
                <a:lnTo>
                  <a:pt x="1509" y="1711"/>
                </a:lnTo>
                <a:lnTo>
                  <a:pt x="1508" y="1711"/>
                </a:lnTo>
                <a:lnTo>
                  <a:pt x="1508" y="1712"/>
                </a:lnTo>
                <a:lnTo>
                  <a:pt x="1507" y="1712"/>
                </a:lnTo>
                <a:lnTo>
                  <a:pt x="1506" y="1712"/>
                </a:lnTo>
                <a:lnTo>
                  <a:pt x="1506" y="1713"/>
                </a:lnTo>
                <a:lnTo>
                  <a:pt x="1505" y="1713"/>
                </a:lnTo>
                <a:lnTo>
                  <a:pt x="1505" y="1714"/>
                </a:lnTo>
                <a:lnTo>
                  <a:pt x="1505" y="1715"/>
                </a:lnTo>
                <a:lnTo>
                  <a:pt x="1506" y="1716"/>
                </a:lnTo>
                <a:lnTo>
                  <a:pt x="1506" y="1718"/>
                </a:lnTo>
                <a:lnTo>
                  <a:pt x="1505" y="1718"/>
                </a:lnTo>
                <a:lnTo>
                  <a:pt x="1505" y="1719"/>
                </a:lnTo>
                <a:lnTo>
                  <a:pt x="1505" y="1720"/>
                </a:lnTo>
                <a:lnTo>
                  <a:pt x="1505" y="1722"/>
                </a:lnTo>
                <a:lnTo>
                  <a:pt x="1504" y="1722"/>
                </a:lnTo>
                <a:lnTo>
                  <a:pt x="1504" y="1721"/>
                </a:lnTo>
                <a:lnTo>
                  <a:pt x="1503" y="1720"/>
                </a:lnTo>
                <a:lnTo>
                  <a:pt x="1502" y="1720"/>
                </a:lnTo>
                <a:lnTo>
                  <a:pt x="1501" y="1720"/>
                </a:lnTo>
                <a:lnTo>
                  <a:pt x="1501" y="1719"/>
                </a:lnTo>
                <a:lnTo>
                  <a:pt x="1501" y="1720"/>
                </a:lnTo>
                <a:lnTo>
                  <a:pt x="1500" y="1720"/>
                </a:lnTo>
                <a:lnTo>
                  <a:pt x="1499" y="1720"/>
                </a:lnTo>
                <a:lnTo>
                  <a:pt x="1498" y="1719"/>
                </a:lnTo>
                <a:lnTo>
                  <a:pt x="1497" y="1719"/>
                </a:lnTo>
                <a:lnTo>
                  <a:pt x="1496" y="1719"/>
                </a:lnTo>
                <a:lnTo>
                  <a:pt x="1496" y="1718"/>
                </a:lnTo>
                <a:lnTo>
                  <a:pt x="1496" y="1719"/>
                </a:lnTo>
                <a:lnTo>
                  <a:pt x="1495" y="1719"/>
                </a:lnTo>
                <a:lnTo>
                  <a:pt x="1494" y="1719"/>
                </a:lnTo>
                <a:lnTo>
                  <a:pt x="1494" y="1718"/>
                </a:lnTo>
                <a:lnTo>
                  <a:pt x="1493" y="1718"/>
                </a:lnTo>
                <a:lnTo>
                  <a:pt x="1493" y="1719"/>
                </a:lnTo>
                <a:lnTo>
                  <a:pt x="1493" y="1718"/>
                </a:lnTo>
                <a:lnTo>
                  <a:pt x="1492" y="1718"/>
                </a:lnTo>
                <a:lnTo>
                  <a:pt x="1491" y="1718"/>
                </a:lnTo>
                <a:lnTo>
                  <a:pt x="1491" y="1719"/>
                </a:lnTo>
                <a:lnTo>
                  <a:pt x="1490" y="1719"/>
                </a:lnTo>
                <a:lnTo>
                  <a:pt x="1489" y="1719"/>
                </a:lnTo>
                <a:lnTo>
                  <a:pt x="1488" y="1718"/>
                </a:lnTo>
                <a:lnTo>
                  <a:pt x="1487" y="1718"/>
                </a:lnTo>
                <a:lnTo>
                  <a:pt x="1487" y="1717"/>
                </a:lnTo>
                <a:lnTo>
                  <a:pt x="1487" y="1718"/>
                </a:lnTo>
                <a:lnTo>
                  <a:pt x="1486" y="1718"/>
                </a:lnTo>
                <a:lnTo>
                  <a:pt x="1486" y="1717"/>
                </a:lnTo>
                <a:lnTo>
                  <a:pt x="1485" y="1717"/>
                </a:lnTo>
                <a:lnTo>
                  <a:pt x="1484" y="1717"/>
                </a:lnTo>
                <a:lnTo>
                  <a:pt x="1484" y="1716"/>
                </a:lnTo>
                <a:lnTo>
                  <a:pt x="1483" y="1716"/>
                </a:lnTo>
                <a:lnTo>
                  <a:pt x="1483" y="1715"/>
                </a:lnTo>
                <a:lnTo>
                  <a:pt x="1482" y="1715"/>
                </a:lnTo>
                <a:lnTo>
                  <a:pt x="1481" y="1715"/>
                </a:lnTo>
                <a:lnTo>
                  <a:pt x="1481" y="1714"/>
                </a:lnTo>
                <a:lnTo>
                  <a:pt x="1480" y="1714"/>
                </a:lnTo>
                <a:lnTo>
                  <a:pt x="1479" y="1714"/>
                </a:lnTo>
                <a:lnTo>
                  <a:pt x="1478" y="1714"/>
                </a:lnTo>
                <a:lnTo>
                  <a:pt x="1477" y="1714"/>
                </a:lnTo>
                <a:lnTo>
                  <a:pt x="1477" y="1713"/>
                </a:lnTo>
                <a:lnTo>
                  <a:pt x="1476" y="1713"/>
                </a:lnTo>
                <a:lnTo>
                  <a:pt x="1475" y="1713"/>
                </a:lnTo>
                <a:lnTo>
                  <a:pt x="1475" y="1712"/>
                </a:lnTo>
                <a:lnTo>
                  <a:pt x="1474" y="1712"/>
                </a:lnTo>
                <a:lnTo>
                  <a:pt x="1474" y="1711"/>
                </a:lnTo>
                <a:lnTo>
                  <a:pt x="1474" y="1712"/>
                </a:lnTo>
                <a:lnTo>
                  <a:pt x="1473" y="1712"/>
                </a:lnTo>
                <a:lnTo>
                  <a:pt x="1473" y="1711"/>
                </a:lnTo>
                <a:lnTo>
                  <a:pt x="1472" y="1711"/>
                </a:lnTo>
                <a:lnTo>
                  <a:pt x="1472" y="1710"/>
                </a:lnTo>
                <a:lnTo>
                  <a:pt x="1471" y="1710"/>
                </a:lnTo>
                <a:lnTo>
                  <a:pt x="1471" y="1709"/>
                </a:lnTo>
                <a:lnTo>
                  <a:pt x="1470" y="1709"/>
                </a:lnTo>
                <a:lnTo>
                  <a:pt x="1470" y="1708"/>
                </a:lnTo>
                <a:lnTo>
                  <a:pt x="1469" y="1708"/>
                </a:lnTo>
                <a:lnTo>
                  <a:pt x="1469" y="1707"/>
                </a:lnTo>
                <a:lnTo>
                  <a:pt x="1468" y="1707"/>
                </a:lnTo>
                <a:lnTo>
                  <a:pt x="1468" y="1706"/>
                </a:lnTo>
                <a:lnTo>
                  <a:pt x="1467" y="1706"/>
                </a:lnTo>
                <a:lnTo>
                  <a:pt x="1466" y="1706"/>
                </a:lnTo>
                <a:lnTo>
                  <a:pt x="1466" y="1707"/>
                </a:lnTo>
                <a:lnTo>
                  <a:pt x="1465" y="1707"/>
                </a:lnTo>
                <a:lnTo>
                  <a:pt x="1465" y="1706"/>
                </a:lnTo>
                <a:lnTo>
                  <a:pt x="1464" y="1706"/>
                </a:lnTo>
                <a:lnTo>
                  <a:pt x="1463" y="1706"/>
                </a:lnTo>
                <a:lnTo>
                  <a:pt x="1463" y="1705"/>
                </a:lnTo>
                <a:lnTo>
                  <a:pt x="1462" y="1705"/>
                </a:lnTo>
                <a:lnTo>
                  <a:pt x="1462" y="1704"/>
                </a:lnTo>
                <a:lnTo>
                  <a:pt x="1461" y="1704"/>
                </a:lnTo>
                <a:lnTo>
                  <a:pt x="1461" y="1703"/>
                </a:lnTo>
                <a:lnTo>
                  <a:pt x="1460" y="1703"/>
                </a:lnTo>
                <a:lnTo>
                  <a:pt x="1459" y="1703"/>
                </a:lnTo>
                <a:lnTo>
                  <a:pt x="1459" y="1702"/>
                </a:lnTo>
                <a:lnTo>
                  <a:pt x="1459" y="1701"/>
                </a:lnTo>
                <a:lnTo>
                  <a:pt x="1458" y="1701"/>
                </a:lnTo>
                <a:lnTo>
                  <a:pt x="1458" y="1700"/>
                </a:lnTo>
                <a:lnTo>
                  <a:pt x="1457" y="1700"/>
                </a:lnTo>
                <a:lnTo>
                  <a:pt x="1456" y="1700"/>
                </a:lnTo>
                <a:lnTo>
                  <a:pt x="1456" y="1699"/>
                </a:lnTo>
                <a:lnTo>
                  <a:pt x="1455" y="1698"/>
                </a:lnTo>
                <a:lnTo>
                  <a:pt x="1455" y="1697"/>
                </a:lnTo>
                <a:lnTo>
                  <a:pt x="1455" y="1696"/>
                </a:lnTo>
                <a:lnTo>
                  <a:pt x="1454" y="1695"/>
                </a:lnTo>
                <a:lnTo>
                  <a:pt x="1453" y="1695"/>
                </a:lnTo>
                <a:lnTo>
                  <a:pt x="1453" y="1694"/>
                </a:lnTo>
                <a:lnTo>
                  <a:pt x="1452" y="1694"/>
                </a:lnTo>
                <a:lnTo>
                  <a:pt x="1451" y="1694"/>
                </a:lnTo>
                <a:lnTo>
                  <a:pt x="1450" y="1694"/>
                </a:lnTo>
                <a:lnTo>
                  <a:pt x="1450" y="1693"/>
                </a:lnTo>
                <a:lnTo>
                  <a:pt x="1450" y="1692"/>
                </a:lnTo>
                <a:lnTo>
                  <a:pt x="1449" y="1692"/>
                </a:lnTo>
                <a:lnTo>
                  <a:pt x="1449" y="1691"/>
                </a:lnTo>
                <a:lnTo>
                  <a:pt x="1448" y="1691"/>
                </a:lnTo>
                <a:lnTo>
                  <a:pt x="1447" y="1691"/>
                </a:lnTo>
                <a:lnTo>
                  <a:pt x="1447" y="1690"/>
                </a:lnTo>
                <a:lnTo>
                  <a:pt x="1446" y="1690"/>
                </a:lnTo>
                <a:lnTo>
                  <a:pt x="1445" y="1690"/>
                </a:lnTo>
                <a:lnTo>
                  <a:pt x="1444" y="1690"/>
                </a:lnTo>
                <a:lnTo>
                  <a:pt x="1444" y="1691"/>
                </a:lnTo>
                <a:lnTo>
                  <a:pt x="1443" y="1691"/>
                </a:lnTo>
                <a:lnTo>
                  <a:pt x="1442" y="1690"/>
                </a:lnTo>
                <a:lnTo>
                  <a:pt x="1441" y="1689"/>
                </a:lnTo>
                <a:lnTo>
                  <a:pt x="1441" y="1688"/>
                </a:lnTo>
                <a:lnTo>
                  <a:pt x="1441" y="1687"/>
                </a:lnTo>
                <a:lnTo>
                  <a:pt x="1440" y="1687"/>
                </a:lnTo>
                <a:lnTo>
                  <a:pt x="1441" y="1687"/>
                </a:lnTo>
                <a:lnTo>
                  <a:pt x="1441" y="1686"/>
                </a:lnTo>
                <a:lnTo>
                  <a:pt x="1440" y="1686"/>
                </a:lnTo>
                <a:lnTo>
                  <a:pt x="1440" y="1685"/>
                </a:lnTo>
                <a:lnTo>
                  <a:pt x="1439" y="1685"/>
                </a:lnTo>
                <a:lnTo>
                  <a:pt x="1439" y="1684"/>
                </a:lnTo>
                <a:lnTo>
                  <a:pt x="1439" y="1683"/>
                </a:lnTo>
                <a:lnTo>
                  <a:pt x="1439" y="1682"/>
                </a:lnTo>
                <a:lnTo>
                  <a:pt x="1438" y="1682"/>
                </a:lnTo>
                <a:lnTo>
                  <a:pt x="1438" y="1681"/>
                </a:lnTo>
                <a:lnTo>
                  <a:pt x="1437" y="1681"/>
                </a:lnTo>
                <a:lnTo>
                  <a:pt x="1437" y="1682"/>
                </a:lnTo>
                <a:lnTo>
                  <a:pt x="1436" y="1682"/>
                </a:lnTo>
                <a:lnTo>
                  <a:pt x="1436" y="1683"/>
                </a:lnTo>
                <a:lnTo>
                  <a:pt x="1435" y="1683"/>
                </a:lnTo>
                <a:lnTo>
                  <a:pt x="1435" y="1684"/>
                </a:lnTo>
                <a:lnTo>
                  <a:pt x="1434" y="1684"/>
                </a:lnTo>
                <a:lnTo>
                  <a:pt x="1434" y="1685"/>
                </a:lnTo>
                <a:lnTo>
                  <a:pt x="1433" y="1685"/>
                </a:lnTo>
                <a:lnTo>
                  <a:pt x="1432" y="1685"/>
                </a:lnTo>
                <a:lnTo>
                  <a:pt x="1431" y="1685"/>
                </a:lnTo>
                <a:lnTo>
                  <a:pt x="1431" y="1684"/>
                </a:lnTo>
                <a:lnTo>
                  <a:pt x="1430" y="1684"/>
                </a:lnTo>
                <a:lnTo>
                  <a:pt x="1429" y="1684"/>
                </a:lnTo>
                <a:lnTo>
                  <a:pt x="1429" y="1685"/>
                </a:lnTo>
                <a:lnTo>
                  <a:pt x="1428" y="1685"/>
                </a:lnTo>
                <a:lnTo>
                  <a:pt x="1426" y="1685"/>
                </a:lnTo>
                <a:lnTo>
                  <a:pt x="1424" y="1683"/>
                </a:lnTo>
                <a:lnTo>
                  <a:pt x="1424" y="1682"/>
                </a:lnTo>
                <a:lnTo>
                  <a:pt x="1424" y="1681"/>
                </a:lnTo>
                <a:lnTo>
                  <a:pt x="1424" y="1680"/>
                </a:lnTo>
                <a:lnTo>
                  <a:pt x="1423" y="1680"/>
                </a:lnTo>
                <a:lnTo>
                  <a:pt x="1422" y="1680"/>
                </a:lnTo>
                <a:lnTo>
                  <a:pt x="1421" y="1680"/>
                </a:lnTo>
                <a:lnTo>
                  <a:pt x="1421" y="1679"/>
                </a:lnTo>
                <a:lnTo>
                  <a:pt x="1420" y="1679"/>
                </a:lnTo>
                <a:lnTo>
                  <a:pt x="1420" y="1678"/>
                </a:lnTo>
                <a:lnTo>
                  <a:pt x="1420" y="1679"/>
                </a:lnTo>
                <a:lnTo>
                  <a:pt x="1419" y="1679"/>
                </a:lnTo>
                <a:lnTo>
                  <a:pt x="1419" y="1678"/>
                </a:lnTo>
                <a:lnTo>
                  <a:pt x="1419" y="1677"/>
                </a:lnTo>
                <a:lnTo>
                  <a:pt x="1418" y="1677"/>
                </a:lnTo>
                <a:lnTo>
                  <a:pt x="1418" y="1676"/>
                </a:lnTo>
                <a:lnTo>
                  <a:pt x="1417" y="1676"/>
                </a:lnTo>
                <a:lnTo>
                  <a:pt x="1416" y="1675"/>
                </a:lnTo>
                <a:lnTo>
                  <a:pt x="1415" y="1675"/>
                </a:lnTo>
                <a:lnTo>
                  <a:pt x="1414" y="1675"/>
                </a:lnTo>
                <a:lnTo>
                  <a:pt x="1414" y="1674"/>
                </a:lnTo>
                <a:lnTo>
                  <a:pt x="1414" y="1675"/>
                </a:lnTo>
                <a:lnTo>
                  <a:pt x="1413" y="1675"/>
                </a:lnTo>
                <a:lnTo>
                  <a:pt x="1413" y="1674"/>
                </a:lnTo>
                <a:lnTo>
                  <a:pt x="1412" y="1674"/>
                </a:lnTo>
                <a:lnTo>
                  <a:pt x="1411" y="1674"/>
                </a:lnTo>
                <a:lnTo>
                  <a:pt x="1411" y="1673"/>
                </a:lnTo>
                <a:lnTo>
                  <a:pt x="1410" y="1673"/>
                </a:lnTo>
                <a:lnTo>
                  <a:pt x="1410" y="1672"/>
                </a:lnTo>
                <a:lnTo>
                  <a:pt x="1409" y="1672"/>
                </a:lnTo>
                <a:lnTo>
                  <a:pt x="1409" y="1671"/>
                </a:lnTo>
                <a:lnTo>
                  <a:pt x="1409" y="1669"/>
                </a:lnTo>
                <a:lnTo>
                  <a:pt x="1408" y="1669"/>
                </a:lnTo>
                <a:lnTo>
                  <a:pt x="1408" y="1668"/>
                </a:lnTo>
                <a:lnTo>
                  <a:pt x="1408" y="1667"/>
                </a:lnTo>
                <a:lnTo>
                  <a:pt x="1407" y="1667"/>
                </a:lnTo>
                <a:lnTo>
                  <a:pt x="1406" y="1667"/>
                </a:lnTo>
                <a:lnTo>
                  <a:pt x="1405" y="1667"/>
                </a:lnTo>
                <a:lnTo>
                  <a:pt x="1404" y="1668"/>
                </a:lnTo>
                <a:lnTo>
                  <a:pt x="1403" y="1668"/>
                </a:lnTo>
                <a:lnTo>
                  <a:pt x="1402" y="1668"/>
                </a:lnTo>
                <a:lnTo>
                  <a:pt x="1401" y="1668"/>
                </a:lnTo>
                <a:lnTo>
                  <a:pt x="1400" y="1666"/>
                </a:lnTo>
                <a:lnTo>
                  <a:pt x="1399" y="1667"/>
                </a:lnTo>
                <a:lnTo>
                  <a:pt x="1398" y="1667"/>
                </a:lnTo>
                <a:lnTo>
                  <a:pt x="1397" y="1668"/>
                </a:lnTo>
                <a:lnTo>
                  <a:pt x="1396" y="1668"/>
                </a:lnTo>
                <a:lnTo>
                  <a:pt x="1395" y="1668"/>
                </a:lnTo>
                <a:lnTo>
                  <a:pt x="1394" y="1669"/>
                </a:lnTo>
                <a:lnTo>
                  <a:pt x="1394" y="1670"/>
                </a:lnTo>
                <a:lnTo>
                  <a:pt x="1393" y="1670"/>
                </a:lnTo>
                <a:lnTo>
                  <a:pt x="1393" y="1671"/>
                </a:lnTo>
                <a:lnTo>
                  <a:pt x="1393" y="1672"/>
                </a:lnTo>
                <a:lnTo>
                  <a:pt x="1393" y="1673"/>
                </a:lnTo>
                <a:lnTo>
                  <a:pt x="1392" y="1674"/>
                </a:lnTo>
                <a:lnTo>
                  <a:pt x="1391" y="1674"/>
                </a:lnTo>
                <a:lnTo>
                  <a:pt x="1390" y="1674"/>
                </a:lnTo>
                <a:lnTo>
                  <a:pt x="1389" y="1673"/>
                </a:lnTo>
                <a:lnTo>
                  <a:pt x="1389" y="1671"/>
                </a:lnTo>
                <a:lnTo>
                  <a:pt x="1387" y="1670"/>
                </a:lnTo>
                <a:lnTo>
                  <a:pt x="1387" y="1669"/>
                </a:lnTo>
                <a:lnTo>
                  <a:pt x="1387" y="1668"/>
                </a:lnTo>
                <a:lnTo>
                  <a:pt x="1387" y="1667"/>
                </a:lnTo>
                <a:lnTo>
                  <a:pt x="1386" y="1667"/>
                </a:lnTo>
                <a:lnTo>
                  <a:pt x="1386" y="1666"/>
                </a:lnTo>
                <a:lnTo>
                  <a:pt x="1387" y="1666"/>
                </a:lnTo>
                <a:lnTo>
                  <a:pt x="1386" y="1666"/>
                </a:lnTo>
                <a:lnTo>
                  <a:pt x="1387" y="1666"/>
                </a:lnTo>
                <a:lnTo>
                  <a:pt x="1387" y="1665"/>
                </a:lnTo>
                <a:lnTo>
                  <a:pt x="1385" y="1664"/>
                </a:lnTo>
                <a:lnTo>
                  <a:pt x="1383" y="1663"/>
                </a:lnTo>
                <a:lnTo>
                  <a:pt x="1382" y="1663"/>
                </a:lnTo>
                <a:lnTo>
                  <a:pt x="1382" y="1662"/>
                </a:lnTo>
                <a:lnTo>
                  <a:pt x="1381" y="1662"/>
                </a:lnTo>
                <a:lnTo>
                  <a:pt x="1381" y="1661"/>
                </a:lnTo>
                <a:lnTo>
                  <a:pt x="1381" y="1660"/>
                </a:lnTo>
                <a:lnTo>
                  <a:pt x="1380" y="1660"/>
                </a:lnTo>
                <a:lnTo>
                  <a:pt x="1379" y="1660"/>
                </a:lnTo>
                <a:lnTo>
                  <a:pt x="1379" y="1659"/>
                </a:lnTo>
                <a:lnTo>
                  <a:pt x="1378" y="1659"/>
                </a:lnTo>
                <a:lnTo>
                  <a:pt x="1377" y="1658"/>
                </a:lnTo>
                <a:lnTo>
                  <a:pt x="1378" y="1657"/>
                </a:lnTo>
                <a:lnTo>
                  <a:pt x="1378" y="1656"/>
                </a:lnTo>
                <a:lnTo>
                  <a:pt x="1377" y="1656"/>
                </a:lnTo>
                <a:lnTo>
                  <a:pt x="1378" y="1656"/>
                </a:lnTo>
                <a:lnTo>
                  <a:pt x="1378" y="1655"/>
                </a:lnTo>
                <a:lnTo>
                  <a:pt x="1378" y="1654"/>
                </a:lnTo>
                <a:lnTo>
                  <a:pt x="1378" y="1653"/>
                </a:lnTo>
                <a:lnTo>
                  <a:pt x="1377" y="1653"/>
                </a:lnTo>
                <a:lnTo>
                  <a:pt x="1377" y="1652"/>
                </a:lnTo>
                <a:lnTo>
                  <a:pt x="1376" y="1652"/>
                </a:lnTo>
                <a:lnTo>
                  <a:pt x="1376" y="1651"/>
                </a:lnTo>
                <a:lnTo>
                  <a:pt x="1376" y="1650"/>
                </a:lnTo>
                <a:lnTo>
                  <a:pt x="1376" y="1649"/>
                </a:lnTo>
                <a:lnTo>
                  <a:pt x="1375" y="1649"/>
                </a:lnTo>
                <a:lnTo>
                  <a:pt x="1374" y="1649"/>
                </a:lnTo>
                <a:lnTo>
                  <a:pt x="1374" y="1648"/>
                </a:lnTo>
                <a:lnTo>
                  <a:pt x="1373" y="1649"/>
                </a:lnTo>
                <a:lnTo>
                  <a:pt x="1372" y="1649"/>
                </a:lnTo>
                <a:lnTo>
                  <a:pt x="1372" y="1650"/>
                </a:lnTo>
                <a:lnTo>
                  <a:pt x="1370" y="1649"/>
                </a:lnTo>
                <a:lnTo>
                  <a:pt x="1369" y="1649"/>
                </a:lnTo>
                <a:lnTo>
                  <a:pt x="1369" y="1648"/>
                </a:lnTo>
                <a:lnTo>
                  <a:pt x="1368" y="1648"/>
                </a:lnTo>
                <a:lnTo>
                  <a:pt x="1368" y="1649"/>
                </a:lnTo>
                <a:lnTo>
                  <a:pt x="1367" y="1649"/>
                </a:lnTo>
                <a:lnTo>
                  <a:pt x="1366" y="1648"/>
                </a:lnTo>
                <a:lnTo>
                  <a:pt x="1365" y="1648"/>
                </a:lnTo>
                <a:lnTo>
                  <a:pt x="1365" y="1647"/>
                </a:lnTo>
                <a:lnTo>
                  <a:pt x="1365" y="1646"/>
                </a:lnTo>
                <a:lnTo>
                  <a:pt x="1366" y="1645"/>
                </a:lnTo>
                <a:lnTo>
                  <a:pt x="1365" y="1645"/>
                </a:lnTo>
                <a:lnTo>
                  <a:pt x="1365" y="1644"/>
                </a:lnTo>
                <a:lnTo>
                  <a:pt x="1364" y="1645"/>
                </a:lnTo>
                <a:lnTo>
                  <a:pt x="1362" y="1645"/>
                </a:lnTo>
                <a:lnTo>
                  <a:pt x="1362" y="1644"/>
                </a:lnTo>
                <a:lnTo>
                  <a:pt x="1360" y="1644"/>
                </a:lnTo>
                <a:lnTo>
                  <a:pt x="1359" y="1644"/>
                </a:lnTo>
                <a:lnTo>
                  <a:pt x="1359" y="1645"/>
                </a:lnTo>
                <a:lnTo>
                  <a:pt x="1358" y="1645"/>
                </a:lnTo>
                <a:lnTo>
                  <a:pt x="1358" y="1644"/>
                </a:lnTo>
                <a:lnTo>
                  <a:pt x="1357" y="1644"/>
                </a:lnTo>
                <a:lnTo>
                  <a:pt x="1357" y="1643"/>
                </a:lnTo>
                <a:lnTo>
                  <a:pt x="1357" y="1644"/>
                </a:lnTo>
                <a:lnTo>
                  <a:pt x="1356" y="1644"/>
                </a:lnTo>
                <a:lnTo>
                  <a:pt x="1356" y="1643"/>
                </a:lnTo>
                <a:lnTo>
                  <a:pt x="1355" y="1643"/>
                </a:lnTo>
                <a:lnTo>
                  <a:pt x="1355" y="1642"/>
                </a:lnTo>
                <a:lnTo>
                  <a:pt x="1355" y="1643"/>
                </a:lnTo>
                <a:lnTo>
                  <a:pt x="1354" y="1643"/>
                </a:lnTo>
                <a:lnTo>
                  <a:pt x="1353" y="1643"/>
                </a:lnTo>
                <a:lnTo>
                  <a:pt x="1353" y="1644"/>
                </a:lnTo>
                <a:lnTo>
                  <a:pt x="1354" y="1644"/>
                </a:lnTo>
                <a:lnTo>
                  <a:pt x="1354" y="1645"/>
                </a:lnTo>
                <a:lnTo>
                  <a:pt x="1354" y="1646"/>
                </a:lnTo>
                <a:lnTo>
                  <a:pt x="1353" y="1646"/>
                </a:lnTo>
                <a:lnTo>
                  <a:pt x="1353" y="1645"/>
                </a:lnTo>
                <a:lnTo>
                  <a:pt x="1352" y="1645"/>
                </a:lnTo>
                <a:lnTo>
                  <a:pt x="1351" y="1645"/>
                </a:lnTo>
                <a:lnTo>
                  <a:pt x="1350" y="1645"/>
                </a:lnTo>
                <a:lnTo>
                  <a:pt x="1350" y="1644"/>
                </a:lnTo>
                <a:lnTo>
                  <a:pt x="1349" y="1644"/>
                </a:lnTo>
                <a:lnTo>
                  <a:pt x="1348" y="1644"/>
                </a:lnTo>
                <a:lnTo>
                  <a:pt x="1347" y="1644"/>
                </a:lnTo>
                <a:lnTo>
                  <a:pt x="1346" y="1644"/>
                </a:lnTo>
                <a:lnTo>
                  <a:pt x="1346" y="1643"/>
                </a:lnTo>
                <a:lnTo>
                  <a:pt x="1345" y="1643"/>
                </a:lnTo>
                <a:lnTo>
                  <a:pt x="1344" y="1643"/>
                </a:lnTo>
                <a:lnTo>
                  <a:pt x="1344" y="1642"/>
                </a:lnTo>
                <a:lnTo>
                  <a:pt x="1342" y="1642"/>
                </a:lnTo>
                <a:lnTo>
                  <a:pt x="1341" y="1642"/>
                </a:lnTo>
                <a:lnTo>
                  <a:pt x="1340" y="1643"/>
                </a:lnTo>
                <a:lnTo>
                  <a:pt x="1339" y="1644"/>
                </a:lnTo>
                <a:lnTo>
                  <a:pt x="1338" y="1644"/>
                </a:lnTo>
                <a:lnTo>
                  <a:pt x="1338" y="1645"/>
                </a:lnTo>
                <a:lnTo>
                  <a:pt x="1338" y="1644"/>
                </a:lnTo>
                <a:lnTo>
                  <a:pt x="1337" y="1644"/>
                </a:lnTo>
                <a:lnTo>
                  <a:pt x="1336" y="1644"/>
                </a:lnTo>
                <a:lnTo>
                  <a:pt x="1336" y="1643"/>
                </a:lnTo>
                <a:lnTo>
                  <a:pt x="1335" y="1643"/>
                </a:lnTo>
                <a:lnTo>
                  <a:pt x="1334" y="1643"/>
                </a:lnTo>
                <a:lnTo>
                  <a:pt x="1334" y="1644"/>
                </a:lnTo>
                <a:lnTo>
                  <a:pt x="1333" y="1645"/>
                </a:lnTo>
                <a:lnTo>
                  <a:pt x="1332" y="1645"/>
                </a:lnTo>
                <a:lnTo>
                  <a:pt x="1330" y="1645"/>
                </a:lnTo>
                <a:lnTo>
                  <a:pt x="1329" y="1645"/>
                </a:lnTo>
                <a:lnTo>
                  <a:pt x="1328" y="1645"/>
                </a:lnTo>
                <a:lnTo>
                  <a:pt x="1327" y="1645"/>
                </a:lnTo>
                <a:lnTo>
                  <a:pt x="1326" y="1645"/>
                </a:lnTo>
                <a:lnTo>
                  <a:pt x="1325" y="1644"/>
                </a:lnTo>
                <a:lnTo>
                  <a:pt x="1324" y="1644"/>
                </a:lnTo>
                <a:lnTo>
                  <a:pt x="1323" y="1644"/>
                </a:lnTo>
                <a:lnTo>
                  <a:pt x="1322" y="1644"/>
                </a:lnTo>
                <a:lnTo>
                  <a:pt x="1321" y="1644"/>
                </a:lnTo>
                <a:lnTo>
                  <a:pt x="1320" y="1644"/>
                </a:lnTo>
                <a:lnTo>
                  <a:pt x="1319" y="1643"/>
                </a:lnTo>
                <a:lnTo>
                  <a:pt x="1317" y="1643"/>
                </a:lnTo>
                <a:lnTo>
                  <a:pt x="1316" y="1643"/>
                </a:lnTo>
                <a:lnTo>
                  <a:pt x="1315" y="1643"/>
                </a:lnTo>
                <a:lnTo>
                  <a:pt x="1314" y="1643"/>
                </a:lnTo>
                <a:lnTo>
                  <a:pt x="1314" y="1642"/>
                </a:lnTo>
                <a:lnTo>
                  <a:pt x="1313" y="1642"/>
                </a:lnTo>
                <a:lnTo>
                  <a:pt x="1313" y="1643"/>
                </a:lnTo>
                <a:lnTo>
                  <a:pt x="1313" y="1644"/>
                </a:lnTo>
                <a:lnTo>
                  <a:pt x="1313" y="1645"/>
                </a:lnTo>
                <a:lnTo>
                  <a:pt x="1312" y="1646"/>
                </a:lnTo>
                <a:lnTo>
                  <a:pt x="1311" y="1646"/>
                </a:lnTo>
                <a:lnTo>
                  <a:pt x="1310" y="1646"/>
                </a:lnTo>
                <a:lnTo>
                  <a:pt x="1309" y="1646"/>
                </a:lnTo>
                <a:lnTo>
                  <a:pt x="1309" y="1645"/>
                </a:lnTo>
                <a:lnTo>
                  <a:pt x="1308" y="1645"/>
                </a:lnTo>
                <a:lnTo>
                  <a:pt x="1308" y="1646"/>
                </a:lnTo>
                <a:lnTo>
                  <a:pt x="1307" y="1646"/>
                </a:lnTo>
                <a:lnTo>
                  <a:pt x="1304" y="1646"/>
                </a:lnTo>
                <a:lnTo>
                  <a:pt x="1303" y="1646"/>
                </a:lnTo>
                <a:lnTo>
                  <a:pt x="1302" y="1646"/>
                </a:lnTo>
                <a:lnTo>
                  <a:pt x="1302" y="1645"/>
                </a:lnTo>
                <a:lnTo>
                  <a:pt x="1301" y="1645"/>
                </a:lnTo>
                <a:lnTo>
                  <a:pt x="1301" y="1646"/>
                </a:lnTo>
                <a:lnTo>
                  <a:pt x="1300" y="1646"/>
                </a:lnTo>
                <a:lnTo>
                  <a:pt x="1299" y="1646"/>
                </a:lnTo>
                <a:lnTo>
                  <a:pt x="1298" y="1646"/>
                </a:lnTo>
                <a:lnTo>
                  <a:pt x="1298" y="1645"/>
                </a:lnTo>
                <a:lnTo>
                  <a:pt x="1297" y="1645"/>
                </a:lnTo>
                <a:lnTo>
                  <a:pt x="1297" y="1646"/>
                </a:lnTo>
                <a:lnTo>
                  <a:pt x="1296" y="1645"/>
                </a:lnTo>
                <a:lnTo>
                  <a:pt x="1295" y="1646"/>
                </a:lnTo>
                <a:lnTo>
                  <a:pt x="1294" y="1646"/>
                </a:lnTo>
                <a:lnTo>
                  <a:pt x="1293" y="1646"/>
                </a:lnTo>
                <a:lnTo>
                  <a:pt x="1292" y="1646"/>
                </a:lnTo>
                <a:lnTo>
                  <a:pt x="1291" y="1646"/>
                </a:lnTo>
                <a:lnTo>
                  <a:pt x="1291" y="1645"/>
                </a:lnTo>
                <a:lnTo>
                  <a:pt x="1290" y="1645"/>
                </a:lnTo>
                <a:lnTo>
                  <a:pt x="1289" y="1645"/>
                </a:lnTo>
                <a:lnTo>
                  <a:pt x="1289" y="1644"/>
                </a:lnTo>
                <a:lnTo>
                  <a:pt x="1288" y="1644"/>
                </a:lnTo>
                <a:lnTo>
                  <a:pt x="1287" y="1644"/>
                </a:lnTo>
                <a:lnTo>
                  <a:pt x="1286" y="1644"/>
                </a:lnTo>
                <a:lnTo>
                  <a:pt x="1285" y="1644"/>
                </a:lnTo>
                <a:lnTo>
                  <a:pt x="1285" y="1645"/>
                </a:lnTo>
                <a:lnTo>
                  <a:pt x="1284" y="1645"/>
                </a:lnTo>
                <a:lnTo>
                  <a:pt x="1283" y="1645"/>
                </a:lnTo>
                <a:lnTo>
                  <a:pt x="1282" y="1645"/>
                </a:lnTo>
                <a:lnTo>
                  <a:pt x="1281" y="1645"/>
                </a:lnTo>
                <a:lnTo>
                  <a:pt x="1281" y="1644"/>
                </a:lnTo>
                <a:lnTo>
                  <a:pt x="1280" y="1644"/>
                </a:lnTo>
                <a:lnTo>
                  <a:pt x="1280" y="1645"/>
                </a:lnTo>
                <a:lnTo>
                  <a:pt x="1280" y="1644"/>
                </a:lnTo>
                <a:lnTo>
                  <a:pt x="1279" y="1644"/>
                </a:lnTo>
                <a:lnTo>
                  <a:pt x="1279" y="1645"/>
                </a:lnTo>
                <a:lnTo>
                  <a:pt x="1278" y="1646"/>
                </a:lnTo>
                <a:lnTo>
                  <a:pt x="1277" y="1646"/>
                </a:lnTo>
                <a:lnTo>
                  <a:pt x="1277" y="1645"/>
                </a:lnTo>
                <a:lnTo>
                  <a:pt x="1276" y="1645"/>
                </a:lnTo>
                <a:lnTo>
                  <a:pt x="1275" y="1645"/>
                </a:lnTo>
                <a:lnTo>
                  <a:pt x="1274" y="1645"/>
                </a:lnTo>
                <a:lnTo>
                  <a:pt x="1274" y="1646"/>
                </a:lnTo>
                <a:lnTo>
                  <a:pt x="1273" y="1646"/>
                </a:lnTo>
                <a:lnTo>
                  <a:pt x="1272" y="1646"/>
                </a:lnTo>
                <a:lnTo>
                  <a:pt x="1271" y="1646"/>
                </a:lnTo>
                <a:lnTo>
                  <a:pt x="1271" y="1647"/>
                </a:lnTo>
                <a:lnTo>
                  <a:pt x="1270" y="1647"/>
                </a:lnTo>
                <a:lnTo>
                  <a:pt x="1270" y="1646"/>
                </a:lnTo>
                <a:lnTo>
                  <a:pt x="1269" y="1646"/>
                </a:lnTo>
                <a:lnTo>
                  <a:pt x="1268" y="1645"/>
                </a:lnTo>
                <a:lnTo>
                  <a:pt x="1267" y="1645"/>
                </a:lnTo>
                <a:lnTo>
                  <a:pt x="1266" y="1645"/>
                </a:lnTo>
                <a:lnTo>
                  <a:pt x="1266" y="1644"/>
                </a:lnTo>
                <a:lnTo>
                  <a:pt x="1265" y="1644"/>
                </a:lnTo>
                <a:lnTo>
                  <a:pt x="1264" y="1644"/>
                </a:lnTo>
                <a:lnTo>
                  <a:pt x="1263" y="1644"/>
                </a:lnTo>
                <a:lnTo>
                  <a:pt x="1262" y="1644"/>
                </a:lnTo>
                <a:lnTo>
                  <a:pt x="1262" y="1643"/>
                </a:lnTo>
                <a:lnTo>
                  <a:pt x="1261" y="1643"/>
                </a:lnTo>
                <a:lnTo>
                  <a:pt x="1261" y="1641"/>
                </a:lnTo>
                <a:lnTo>
                  <a:pt x="1261" y="1640"/>
                </a:lnTo>
                <a:lnTo>
                  <a:pt x="1261" y="1639"/>
                </a:lnTo>
                <a:lnTo>
                  <a:pt x="1261" y="1637"/>
                </a:lnTo>
                <a:lnTo>
                  <a:pt x="1261" y="1636"/>
                </a:lnTo>
                <a:lnTo>
                  <a:pt x="1261" y="1635"/>
                </a:lnTo>
                <a:lnTo>
                  <a:pt x="1260" y="1635"/>
                </a:lnTo>
                <a:lnTo>
                  <a:pt x="1259" y="1635"/>
                </a:lnTo>
                <a:lnTo>
                  <a:pt x="1259" y="1634"/>
                </a:lnTo>
                <a:lnTo>
                  <a:pt x="1258" y="1633"/>
                </a:lnTo>
                <a:lnTo>
                  <a:pt x="1258" y="1634"/>
                </a:lnTo>
                <a:lnTo>
                  <a:pt x="1257" y="1634"/>
                </a:lnTo>
                <a:lnTo>
                  <a:pt x="1256" y="1634"/>
                </a:lnTo>
                <a:lnTo>
                  <a:pt x="1255" y="1634"/>
                </a:lnTo>
                <a:lnTo>
                  <a:pt x="1254" y="1634"/>
                </a:lnTo>
                <a:lnTo>
                  <a:pt x="1253" y="1634"/>
                </a:lnTo>
                <a:lnTo>
                  <a:pt x="1253" y="1633"/>
                </a:lnTo>
                <a:lnTo>
                  <a:pt x="1252" y="1633"/>
                </a:lnTo>
                <a:lnTo>
                  <a:pt x="1252" y="1634"/>
                </a:lnTo>
                <a:lnTo>
                  <a:pt x="1251" y="1635"/>
                </a:lnTo>
                <a:lnTo>
                  <a:pt x="1250" y="1635"/>
                </a:lnTo>
                <a:lnTo>
                  <a:pt x="1250" y="1636"/>
                </a:lnTo>
                <a:lnTo>
                  <a:pt x="1249" y="1636"/>
                </a:lnTo>
                <a:lnTo>
                  <a:pt x="1249" y="1637"/>
                </a:lnTo>
                <a:lnTo>
                  <a:pt x="1248" y="1637"/>
                </a:lnTo>
                <a:lnTo>
                  <a:pt x="1246" y="1639"/>
                </a:lnTo>
                <a:lnTo>
                  <a:pt x="1245" y="1639"/>
                </a:lnTo>
                <a:lnTo>
                  <a:pt x="1245" y="1640"/>
                </a:lnTo>
                <a:lnTo>
                  <a:pt x="1244" y="1640"/>
                </a:lnTo>
                <a:lnTo>
                  <a:pt x="1243" y="1639"/>
                </a:lnTo>
                <a:lnTo>
                  <a:pt x="1242" y="1639"/>
                </a:lnTo>
                <a:lnTo>
                  <a:pt x="1241" y="1639"/>
                </a:lnTo>
                <a:lnTo>
                  <a:pt x="1241" y="1640"/>
                </a:lnTo>
                <a:lnTo>
                  <a:pt x="1241" y="1639"/>
                </a:lnTo>
                <a:lnTo>
                  <a:pt x="1240" y="1639"/>
                </a:lnTo>
                <a:lnTo>
                  <a:pt x="1240" y="1638"/>
                </a:lnTo>
                <a:lnTo>
                  <a:pt x="1239" y="1638"/>
                </a:lnTo>
                <a:lnTo>
                  <a:pt x="1238" y="1638"/>
                </a:lnTo>
                <a:lnTo>
                  <a:pt x="1237" y="1638"/>
                </a:lnTo>
                <a:lnTo>
                  <a:pt x="1237" y="1639"/>
                </a:lnTo>
                <a:lnTo>
                  <a:pt x="1236" y="1639"/>
                </a:lnTo>
                <a:lnTo>
                  <a:pt x="1234" y="1639"/>
                </a:lnTo>
                <a:lnTo>
                  <a:pt x="1233" y="1639"/>
                </a:lnTo>
                <a:lnTo>
                  <a:pt x="1232" y="1640"/>
                </a:lnTo>
                <a:lnTo>
                  <a:pt x="1231" y="1641"/>
                </a:lnTo>
                <a:lnTo>
                  <a:pt x="1230" y="1642"/>
                </a:lnTo>
                <a:lnTo>
                  <a:pt x="1229" y="1642"/>
                </a:lnTo>
                <a:lnTo>
                  <a:pt x="1229" y="1643"/>
                </a:lnTo>
                <a:lnTo>
                  <a:pt x="1229" y="1644"/>
                </a:lnTo>
                <a:lnTo>
                  <a:pt x="1228" y="1645"/>
                </a:lnTo>
                <a:lnTo>
                  <a:pt x="1227" y="1645"/>
                </a:lnTo>
                <a:lnTo>
                  <a:pt x="1226" y="1645"/>
                </a:lnTo>
                <a:lnTo>
                  <a:pt x="1225" y="1645"/>
                </a:lnTo>
                <a:lnTo>
                  <a:pt x="1224" y="1644"/>
                </a:lnTo>
                <a:lnTo>
                  <a:pt x="1223" y="1644"/>
                </a:lnTo>
                <a:lnTo>
                  <a:pt x="1223" y="1643"/>
                </a:lnTo>
                <a:lnTo>
                  <a:pt x="1222" y="1643"/>
                </a:lnTo>
                <a:lnTo>
                  <a:pt x="1221" y="1643"/>
                </a:lnTo>
                <a:lnTo>
                  <a:pt x="1221" y="1642"/>
                </a:lnTo>
                <a:lnTo>
                  <a:pt x="1221" y="1643"/>
                </a:lnTo>
                <a:lnTo>
                  <a:pt x="1220" y="1643"/>
                </a:lnTo>
                <a:lnTo>
                  <a:pt x="1219" y="1643"/>
                </a:lnTo>
                <a:lnTo>
                  <a:pt x="1218" y="1643"/>
                </a:lnTo>
                <a:lnTo>
                  <a:pt x="1218" y="1644"/>
                </a:lnTo>
                <a:lnTo>
                  <a:pt x="1217" y="1644"/>
                </a:lnTo>
                <a:lnTo>
                  <a:pt x="1217" y="1643"/>
                </a:lnTo>
                <a:lnTo>
                  <a:pt x="1216" y="1643"/>
                </a:lnTo>
                <a:lnTo>
                  <a:pt x="1215" y="1643"/>
                </a:lnTo>
                <a:lnTo>
                  <a:pt x="1214" y="1642"/>
                </a:lnTo>
                <a:lnTo>
                  <a:pt x="1213" y="1642"/>
                </a:lnTo>
                <a:lnTo>
                  <a:pt x="1212" y="1642"/>
                </a:lnTo>
                <a:lnTo>
                  <a:pt x="1211" y="1642"/>
                </a:lnTo>
                <a:lnTo>
                  <a:pt x="1210" y="1642"/>
                </a:lnTo>
                <a:lnTo>
                  <a:pt x="1210" y="1643"/>
                </a:lnTo>
                <a:lnTo>
                  <a:pt x="1209" y="1643"/>
                </a:lnTo>
                <a:lnTo>
                  <a:pt x="1208" y="1642"/>
                </a:lnTo>
                <a:lnTo>
                  <a:pt x="1207" y="1642"/>
                </a:lnTo>
                <a:lnTo>
                  <a:pt x="1207" y="1643"/>
                </a:lnTo>
                <a:lnTo>
                  <a:pt x="1206" y="1643"/>
                </a:lnTo>
                <a:lnTo>
                  <a:pt x="1206" y="1644"/>
                </a:lnTo>
                <a:lnTo>
                  <a:pt x="1205" y="1645"/>
                </a:lnTo>
                <a:lnTo>
                  <a:pt x="1204" y="1645"/>
                </a:lnTo>
                <a:lnTo>
                  <a:pt x="1204" y="1644"/>
                </a:lnTo>
                <a:lnTo>
                  <a:pt x="1202" y="1644"/>
                </a:lnTo>
                <a:lnTo>
                  <a:pt x="1202" y="1645"/>
                </a:lnTo>
                <a:lnTo>
                  <a:pt x="1201" y="1645"/>
                </a:lnTo>
                <a:lnTo>
                  <a:pt x="1201" y="1644"/>
                </a:lnTo>
                <a:lnTo>
                  <a:pt x="1201" y="1643"/>
                </a:lnTo>
                <a:lnTo>
                  <a:pt x="1200" y="1643"/>
                </a:lnTo>
                <a:lnTo>
                  <a:pt x="1200" y="1642"/>
                </a:lnTo>
                <a:lnTo>
                  <a:pt x="1200" y="1641"/>
                </a:lnTo>
                <a:lnTo>
                  <a:pt x="1199" y="1641"/>
                </a:lnTo>
                <a:lnTo>
                  <a:pt x="1199" y="1640"/>
                </a:lnTo>
                <a:lnTo>
                  <a:pt x="1199" y="1639"/>
                </a:lnTo>
                <a:lnTo>
                  <a:pt x="1198" y="1639"/>
                </a:lnTo>
                <a:lnTo>
                  <a:pt x="1197" y="1639"/>
                </a:lnTo>
                <a:lnTo>
                  <a:pt x="1197" y="1640"/>
                </a:lnTo>
                <a:lnTo>
                  <a:pt x="1196" y="1640"/>
                </a:lnTo>
                <a:lnTo>
                  <a:pt x="1195" y="1640"/>
                </a:lnTo>
                <a:lnTo>
                  <a:pt x="1194" y="1640"/>
                </a:lnTo>
                <a:lnTo>
                  <a:pt x="1194" y="1639"/>
                </a:lnTo>
                <a:lnTo>
                  <a:pt x="1193" y="1639"/>
                </a:lnTo>
                <a:lnTo>
                  <a:pt x="1192" y="1639"/>
                </a:lnTo>
                <a:lnTo>
                  <a:pt x="1192" y="1638"/>
                </a:lnTo>
                <a:lnTo>
                  <a:pt x="1191" y="1638"/>
                </a:lnTo>
                <a:lnTo>
                  <a:pt x="1190" y="1638"/>
                </a:lnTo>
                <a:lnTo>
                  <a:pt x="1189" y="1638"/>
                </a:lnTo>
                <a:lnTo>
                  <a:pt x="1188" y="1639"/>
                </a:lnTo>
                <a:lnTo>
                  <a:pt x="1188" y="1638"/>
                </a:lnTo>
                <a:lnTo>
                  <a:pt x="1187" y="1638"/>
                </a:lnTo>
                <a:lnTo>
                  <a:pt x="1187" y="1639"/>
                </a:lnTo>
                <a:lnTo>
                  <a:pt x="1186" y="1639"/>
                </a:lnTo>
                <a:lnTo>
                  <a:pt x="1186" y="1640"/>
                </a:lnTo>
                <a:lnTo>
                  <a:pt x="1185" y="1641"/>
                </a:lnTo>
                <a:lnTo>
                  <a:pt x="1184" y="1641"/>
                </a:lnTo>
                <a:lnTo>
                  <a:pt x="1184" y="1642"/>
                </a:lnTo>
                <a:lnTo>
                  <a:pt x="1184" y="1641"/>
                </a:lnTo>
                <a:lnTo>
                  <a:pt x="1183" y="1641"/>
                </a:lnTo>
                <a:lnTo>
                  <a:pt x="1182" y="1641"/>
                </a:lnTo>
                <a:lnTo>
                  <a:pt x="1182" y="1642"/>
                </a:lnTo>
                <a:lnTo>
                  <a:pt x="1182" y="1643"/>
                </a:lnTo>
                <a:lnTo>
                  <a:pt x="1181" y="1643"/>
                </a:lnTo>
                <a:lnTo>
                  <a:pt x="1180" y="1643"/>
                </a:lnTo>
                <a:lnTo>
                  <a:pt x="1179" y="1643"/>
                </a:lnTo>
                <a:lnTo>
                  <a:pt x="1178" y="1643"/>
                </a:lnTo>
                <a:lnTo>
                  <a:pt x="1177" y="1642"/>
                </a:lnTo>
                <a:lnTo>
                  <a:pt x="1177" y="1643"/>
                </a:lnTo>
                <a:lnTo>
                  <a:pt x="1177" y="1644"/>
                </a:lnTo>
                <a:lnTo>
                  <a:pt x="1176" y="1644"/>
                </a:lnTo>
                <a:lnTo>
                  <a:pt x="1175" y="1644"/>
                </a:lnTo>
                <a:lnTo>
                  <a:pt x="1174" y="1644"/>
                </a:lnTo>
                <a:lnTo>
                  <a:pt x="1173" y="1644"/>
                </a:lnTo>
                <a:lnTo>
                  <a:pt x="1173" y="1645"/>
                </a:lnTo>
                <a:lnTo>
                  <a:pt x="1172" y="1645"/>
                </a:lnTo>
                <a:lnTo>
                  <a:pt x="1172" y="1644"/>
                </a:lnTo>
                <a:lnTo>
                  <a:pt x="1171" y="1644"/>
                </a:lnTo>
                <a:lnTo>
                  <a:pt x="1171" y="1645"/>
                </a:lnTo>
                <a:lnTo>
                  <a:pt x="1170" y="1645"/>
                </a:lnTo>
                <a:lnTo>
                  <a:pt x="1170" y="1644"/>
                </a:lnTo>
                <a:lnTo>
                  <a:pt x="1169" y="1644"/>
                </a:lnTo>
                <a:lnTo>
                  <a:pt x="1169" y="1645"/>
                </a:lnTo>
                <a:lnTo>
                  <a:pt x="1169" y="1644"/>
                </a:lnTo>
                <a:lnTo>
                  <a:pt x="1168" y="1644"/>
                </a:lnTo>
                <a:lnTo>
                  <a:pt x="1167" y="1644"/>
                </a:lnTo>
                <a:lnTo>
                  <a:pt x="1166" y="1644"/>
                </a:lnTo>
                <a:lnTo>
                  <a:pt x="1166" y="1643"/>
                </a:lnTo>
                <a:lnTo>
                  <a:pt x="1165" y="1643"/>
                </a:lnTo>
                <a:lnTo>
                  <a:pt x="1164" y="1643"/>
                </a:lnTo>
                <a:lnTo>
                  <a:pt x="1164" y="1642"/>
                </a:lnTo>
                <a:lnTo>
                  <a:pt x="1163" y="1643"/>
                </a:lnTo>
                <a:lnTo>
                  <a:pt x="1163" y="1644"/>
                </a:lnTo>
                <a:lnTo>
                  <a:pt x="1162" y="1644"/>
                </a:lnTo>
                <a:lnTo>
                  <a:pt x="1162" y="1645"/>
                </a:lnTo>
                <a:lnTo>
                  <a:pt x="1163" y="1645"/>
                </a:lnTo>
                <a:lnTo>
                  <a:pt x="1163" y="1646"/>
                </a:lnTo>
                <a:lnTo>
                  <a:pt x="1162" y="1646"/>
                </a:lnTo>
                <a:lnTo>
                  <a:pt x="1162" y="1645"/>
                </a:lnTo>
                <a:lnTo>
                  <a:pt x="1162" y="1646"/>
                </a:lnTo>
                <a:lnTo>
                  <a:pt x="1161" y="1645"/>
                </a:lnTo>
                <a:lnTo>
                  <a:pt x="1161" y="1646"/>
                </a:lnTo>
                <a:lnTo>
                  <a:pt x="1160" y="1646"/>
                </a:lnTo>
                <a:lnTo>
                  <a:pt x="1160" y="1645"/>
                </a:lnTo>
                <a:lnTo>
                  <a:pt x="1159" y="1645"/>
                </a:lnTo>
                <a:lnTo>
                  <a:pt x="1159" y="1644"/>
                </a:lnTo>
                <a:lnTo>
                  <a:pt x="1158" y="1644"/>
                </a:lnTo>
                <a:lnTo>
                  <a:pt x="1157" y="1643"/>
                </a:lnTo>
                <a:lnTo>
                  <a:pt x="1156" y="1643"/>
                </a:lnTo>
                <a:lnTo>
                  <a:pt x="1156" y="1642"/>
                </a:lnTo>
                <a:lnTo>
                  <a:pt x="1156" y="1641"/>
                </a:lnTo>
                <a:lnTo>
                  <a:pt x="1155" y="1641"/>
                </a:lnTo>
                <a:lnTo>
                  <a:pt x="1154" y="1642"/>
                </a:lnTo>
                <a:lnTo>
                  <a:pt x="1154" y="1643"/>
                </a:lnTo>
                <a:lnTo>
                  <a:pt x="1152" y="1643"/>
                </a:lnTo>
                <a:lnTo>
                  <a:pt x="1151" y="1643"/>
                </a:lnTo>
                <a:lnTo>
                  <a:pt x="1150" y="1643"/>
                </a:lnTo>
                <a:lnTo>
                  <a:pt x="1149" y="1643"/>
                </a:lnTo>
                <a:lnTo>
                  <a:pt x="1149" y="1644"/>
                </a:lnTo>
                <a:lnTo>
                  <a:pt x="1148" y="1644"/>
                </a:lnTo>
                <a:lnTo>
                  <a:pt x="1147" y="1644"/>
                </a:lnTo>
                <a:lnTo>
                  <a:pt x="1147" y="1645"/>
                </a:lnTo>
                <a:lnTo>
                  <a:pt x="1147" y="1646"/>
                </a:lnTo>
                <a:lnTo>
                  <a:pt x="1146" y="1646"/>
                </a:lnTo>
                <a:lnTo>
                  <a:pt x="1146" y="1647"/>
                </a:lnTo>
                <a:lnTo>
                  <a:pt x="1145" y="1647"/>
                </a:lnTo>
                <a:lnTo>
                  <a:pt x="1144" y="1647"/>
                </a:lnTo>
                <a:lnTo>
                  <a:pt x="1144" y="1648"/>
                </a:lnTo>
                <a:lnTo>
                  <a:pt x="1144" y="1647"/>
                </a:lnTo>
                <a:lnTo>
                  <a:pt x="1143" y="1647"/>
                </a:lnTo>
                <a:lnTo>
                  <a:pt x="1142" y="1647"/>
                </a:lnTo>
                <a:lnTo>
                  <a:pt x="1141" y="1647"/>
                </a:lnTo>
                <a:lnTo>
                  <a:pt x="1141" y="1646"/>
                </a:lnTo>
                <a:lnTo>
                  <a:pt x="1140" y="1646"/>
                </a:lnTo>
                <a:lnTo>
                  <a:pt x="1139" y="1645"/>
                </a:lnTo>
                <a:lnTo>
                  <a:pt x="1138" y="1645"/>
                </a:lnTo>
                <a:lnTo>
                  <a:pt x="1137" y="1645"/>
                </a:lnTo>
                <a:lnTo>
                  <a:pt x="1137" y="1646"/>
                </a:lnTo>
                <a:lnTo>
                  <a:pt x="1136" y="1646"/>
                </a:lnTo>
                <a:lnTo>
                  <a:pt x="1136" y="1647"/>
                </a:lnTo>
                <a:lnTo>
                  <a:pt x="1135" y="1647"/>
                </a:lnTo>
                <a:lnTo>
                  <a:pt x="1134" y="1647"/>
                </a:lnTo>
                <a:lnTo>
                  <a:pt x="1133" y="1648"/>
                </a:lnTo>
                <a:lnTo>
                  <a:pt x="1132" y="1648"/>
                </a:lnTo>
                <a:lnTo>
                  <a:pt x="1131" y="1648"/>
                </a:lnTo>
                <a:lnTo>
                  <a:pt x="1130" y="1648"/>
                </a:lnTo>
                <a:lnTo>
                  <a:pt x="1129" y="1648"/>
                </a:lnTo>
                <a:lnTo>
                  <a:pt x="1128" y="1648"/>
                </a:lnTo>
                <a:lnTo>
                  <a:pt x="1127" y="1648"/>
                </a:lnTo>
                <a:lnTo>
                  <a:pt x="1127" y="1649"/>
                </a:lnTo>
                <a:lnTo>
                  <a:pt x="1127" y="1650"/>
                </a:lnTo>
                <a:lnTo>
                  <a:pt x="1127" y="1651"/>
                </a:lnTo>
                <a:lnTo>
                  <a:pt x="1126" y="1652"/>
                </a:lnTo>
                <a:lnTo>
                  <a:pt x="1126" y="1653"/>
                </a:lnTo>
                <a:lnTo>
                  <a:pt x="1126" y="1654"/>
                </a:lnTo>
                <a:lnTo>
                  <a:pt x="1126" y="1655"/>
                </a:lnTo>
                <a:lnTo>
                  <a:pt x="1125" y="1655"/>
                </a:lnTo>
                <a:lnTo>
                  <a:pt x="1125" y="1656"/>
                </a:lnTo>
                <a:lnTo>
                  <a:pt x="1125" y="1657"/>
                </a:lnTo>
                <a:lnTo>
                  <a:pt x="1125" y="1658"/>
                </a:lnTo>
                <a:lnTo>
                  <a:pt x="1126" y="1658"/>
                </a:lnTo>
                <a:lnTo>
                  <a:pt x="1126" y="1659"/>
                </a:lnTo>
                <a:lnTo>
                  <a:pt x="1126" y="1660"/>
                </a:lnTo>
                <a:lnTo>
                  <a:pt x="1126" y="1661"/>
                </a:lnTo>
                <a:lnTo>
                  <a:pt x="1124" y="1661"/>
                </a:lnTo>
                <a:lnTo>
                  <a:pt x="1123" y="1662"/>
                </a:lnTo>
                <a:lnTo>
                  <a:pt x="1123" y="1664"/>
                </a:lnTo>
                <a:lnTo>
                  <a:pt x="1122" y="1664"/>
                </a:lnTo>
                <a:lnTo>
                  <a:pt x="1121" y="1664"/>
                </a:lnTo>
                <a:lnTo>
                  <a:pt x="1120" y="1664"/>
                </a:lnTo>
                <a:lnTo>
                  <a:pt x="1120" y="1665"/>
                </a:lnTo>
                <a:lnTo>
                  <a:pt x="1119" y="1665"/>
                </a:lnTo>
                <a:lnTo>
                  <a:pt x="1119" y="1666"/>
                </a:lnTo>
                <a:lnTo>
                  <a:pt x="1118" y="1666"/>
                </a:lnTo>
                <a:lnTo>
                  <a:pt x="1118" y="1667"/>
                </a:lnTo>
                <a:lnTo>
                  <a:pt x="1117" y="1668"/>
                </a:lnTo>
                <a:lnTo>
                  <a:pt x="1117" y="1669"/>
                </a:lnTo>
                <a:lnTo>
                  <a:pt x="1117" y="1670"/>
                </a:lnTo>
                <a:lnTo>
                  <a:pt x="1116" y="1671"/>
                </a:lnTo>
                <a:lnTo>
                  <a:pt x="1116" y="1672"/>
                </a:lnTo>
                <a:lnTo>
                  <a:pt x="1115" y="1673"/>
                </a:lnTo>
                <a:lnTo>
                  <a:pt x="1114" y="1673"/>
                </a:lnTo>
                <a:lnTo>
                  <a:pt x="1113" y="1674"/>
                </a:lnTo>
                <a:lnTo>
                  <a:pt x="1112" y="1675"/>
                </a:lnTo>
                <a:lnTo>
                  <a:pt x="1112" y="1676"/>
                </a:lnTo>
                <a:lnTo>
                  <a:pt x="1112" y="1677"/>
                </a:lnTo>
                <a:lnTo>
                  <a:pt x="1112" y="1678"/>
                </a:lnTo>
                <a:lnTo>
                  <a:pt x="1111" y="1679"/>
                </a:lnTo>
                <a:lnTo>
                  <a:pt x="1110" y="1680"/>
                </a:lnTo>
                <a:lnTo>
                  <a:pt x="1110" y="1681"/>
                </a:lnTo>
                <a:lnTo>
                  <a:pt x="1109" y="1681"/>
                </a:lnTo>
                <a:lnTo>
                  <a:pt x="1108" y="1681"/>
                </a:lnTo>
                <a:lnTo>
                  <a:pt x="1107" y="1682"/>
                </a:lnTo>
                <a:lnTo>
                  <a:pt x="1107" y="1683"/>
                </a:lnTo>
                <a:lnTo>
                  <a:pt x="1106" y="1683"/>
                </a:lnTo>
                <a:lnTo>
                  <a:pt x="1106" y="1682"/>
                </a:lnTo>
                <a:lnTo>
                  <a:pt x="1105" y="1682"/>
                </a:lnTo>
                <a:lnTo>
                  <a:pt x="1104" y="1682"/>
                </a:lnTo>
                <a:lnTo>
                  <a:pt x="1104" y="1683"/>
                </a:lnTo>
                <a:lnTo>
                  <a:pt x="1103" y="1683"/>
                </a:lnTo>
                <a:lnTo>
                  <a:pt x="1102" y="1683"/>
                </a:lnTo>
                <a:lnTo>
                  <a:pt x="1102" y="1684"/>
                </a:lnTo>
                <a:lnTo>
                  <a:pt x="1101" y="1684"/>
                </a:lnTo>
                <a:lnTo>
                  <a:pt x="1101" y="1685"/>
                </a:lnTo>
                <a:lnTo>
                  <a:pt x="1100" y="1685"/>
                </a:lnTo>
                <a:lnTo>
                  <a:pt x="1099" y="1685"/>
                </a:lnTo>
                <a:lnTo>
                  <a:pt x="1099" y="1686"/>
                </a:lnTo>
                <a:lnTo>
                  <a:pt x="1097" y="1687"/>
                </a:lnTo>
                <a:lnTo>
                  <a:pt x="1097" y="1688"/>
                </a:lnTo>
                <a:lnTo>
                  <a:pt x="1096" y="1688"/>
                </a:lnTo>
                <a:lnTo>
                  <a:pt x="1095" y="1688"/>
                </a:lnTo>
                <a:lnTo>
                  <a:pt x="1095" y="1689"/>
                </a:lnTo>
                <a:lnTo>
                  <a:pt x="1094" y="1689"/>
                </a:lnTo>
                <a:lnTo>
                  <a:pt x="1093" y="1688"/>
                </a:lnTo>
                <a:lnTo>
                  <a:pt x="1092" y="1688"/>
                </a:lnTo>
                <a:lnTo>
                  <a:pt x="1091" y="1688"/>
                </a:lnTo>
                <a:lnTo>
                  <a:pt x="1090" y="1687"/>
                </a:lnTo>
                <a:lnTo>
                  <a:pt x="1089" y="1687"/>
                </a:lnTo>
                <a:lnTo>
                  <a:pt x="1088" y="1687"/>
                </a:lnTo>
                <a:lnTo>
                  <a:pt x="1087" y="1687"/>
                </a:lnTo>
                <a:lnTo>
                  <a:pt x="1085" y="1687"/>
                </a:lnTo>
                <a:lnTo>
                  <a:pt x="1083" y="1687"/>
                </a:lnTo>
                <a:lnTo>
                  <a:pt x="1082" y="1687"/>
                </a:lnTo>
                <a:lnTo>
                  <a:pt x="1081" y="1687"/>
                </a:lnTo>
                <a:lnTo>
                  <a:pt x="1081" y="1686"/>
                </a:lnTo>
                <a:lnTo>
                  <a:pt x="1080" y="1686"/>
                </a:lnTo>
                <a:lnTo>
                  <a:pt x="1079" y="1686"/>
                </a:lnTo>
                <a:lnTo>
                  <a:pt x="1079" y="1687"/>
                </a:lnTo>
                <a:lnTo>
                  <a:pt x="1078" y="1687"/>
                </a:lnTo>
                <a:lnTo>
                  <a:pt x="1077" y="1687"/>
                </a:lnTo>
                <a:lnTo>
                  <a:pt x="1076" y="1686"/>
                </a:lnTo>
                <a:lnTo>
                  <a:pt x="1075" y="1686"/>
                </a:lnTo>
                <a:lnTo>
                  <a:pt x="1074" y="1686"/>
                </a:lnTo>
                <a:lnTo>
                  <a:pt x="1074" y="1687"/>
                </a:lnTo>
                <a:lnTo>
                  <a:pt x="1073" y="1686"/>
                </a:lnTo>
                <a:lnTo>
                  <a:pt x="1073" y="1687"/>
                </a:lnTo>
                <a:lnTo>
                  <a:pt x="1072" y="1687"/>
                </a:lnTo>
                <a:lnTo>
                  <a:pt x="1071" y="1687"/>
                </a:lnTo>
                <a:lnTo>
                  <a:pt x="1070" y="1688"/>
                </a:lnTo>
                <a:lnTo>
                  <a:pt x="1069" y="1687"/>
                </a:lnTo>
                <a:lnTo>
                  <a:pt x="1068" y="1687"/>
                </a:lnTo>
                <a:lnTo>
                  <a:pt x="1067" y="1688"/>
                </a:lnTo>
                <a:lnTo>
                  <a:pt x="1066" y="1689"/>
                </a:lnTo>
                <a:lnTo>
                  <a:pt x="1065" y="1689"/>
                </a:lnTo>
                <a:lnTo>
                  <a:pt x="1064" y="1689"/>
                </a:lnTo>
                <a:lnTo>
                  <a:pt x="1063" y="1689"/>
                </a:lnTo>
                <a:lnTo>
                  <a:pt x="1063" y="1690"/>
                </a:lnTo>
                <a:lnTo>
                  <a:pt x="1062" y="1691"/>
                </a:lnTo>
                <a:lnTo>
                  <a:pt x="1062" y="1692"/>
                </a:lnTo>
                <a:lnTo>
                  <a:pt x="1061" y="1692"/>
                </a:lnTo>
                <a:lnTo>
                  <a:pt x="1061" y="1693"/>
                </a:lnTo>
                <a:lnTo>
                  <a:pt x="1060" y="1693"/>
                </a:lnTo>
                <a:lnTo>
                  <a:pt x="1060" y="1694"/>
                </a:lnTo>
                <a:lnTo>
                  <a:pt x="1060" y="1695"/>
                </a:lnTo>
                <a:lnTo>
                  <a:pt x="1059" y="1695"/>
                </a:lnTo>
                <a:lnTo>
                  <a:pt x="1059" y="1696"/>
                </a:lnTo>
                <a:lnTo>
                  <a:pt x="1059" y="1697"/>
                </a:lnTo>
                <a:lnTo>
                  <a:pt x="1058" y="1697"/>
                </a:lnTo>
                <a:lnTo>
                  <a:pt x="1058" y="1698"/>
                </a:lnTo>
                <a:lnTo>
                  <a:pt x="1057" y="1698"/>
                </a:lnTo>
                <a:lnTo>
                  <a:pt x="1057" y="1699"/>
                </a:lnTo>
                <a:lnTo>
                  <a:pt x="1057" y="1698"/>
                </a:lnTo>
                <a:lnTo>
                  <a:pt x="1056" y="1699"/>
                </a:lnTo>
                <a:lnTo>
                  <a:pt x="1055" y="1699"/>
                </a:lnTo>
                <a:lnTo>
                  <a:pt x="1054" y="1699"/>
                </a:lnTo>
                <a:lnTo>
                  <a:pt x="1053" y="1699"/>
                </a:lnTo>
                <a:lnTo>
                  <a:pt x="1052" y="1699"/>
                </a:lnTo>
                <a:lnTo>
                  <a:pt x="1052" y="1698"/>
                </a:lnTo>
                <a:lnTo>
                  <a:pt x="1051" y="1698"/>
                </a:lnTo>
                <a:lnTo>
                  <a:pt x="1051" y="1697"/>
                </a:lnTo>
                <a:lnTo>
                  <a:pt x="1050" y="1696"/>
                </a:lnTo>
                <a:lnTo>
                  <a:pt x="1049" y="1695"/>
                </a:lnTo>
                <a:lnTo>
                  <a:pt x="1049" y="1694"/>
                </a:lnTo>
                <a:lnTo>
                  <a:pt x="1049" y="1693"/>
                </a:lnTo>
                <a:lnTo>
                  <a:pt x="1048" y="1692"/>
                </a:lnTo>
                <a:lnTo>
                  <a:pt x="1047" y="1692"/>
                </a:lnTo>
                <a:lnTo>
                  <a:pt x="1046" y="1692"/>
                </a:lnTo>
                <a:lnTo>
                  <a:pt x="1045" y="1692"/>
                </a:lnTo>
                <a:lnTo>
                  <a:pt x="1043" y="1691"/>
                </a:lnTo>
                <a:lnTo>
                  <a:pt x="1042" y="1691"/>
                </a:lnTo>
                <a:lnTo>
                  <a:pt x="1041" y="1690"/>
                </a:lnTo>
                <a:lnTo>
                  <a:pt x="1040" y="1690"/>
                </a:lnTo>
                <a:lnTo>
                  <a:pt x="1038" y="1689"/>
                </a:lnTo>
                <a:lnTo>
                  <a:pt x="1037" y="1688"/>
                </a:lnTo>
                <a:lnTo>
                  <a:pt x="1036" y="1688"/>
                </a:lnTo>
                <a:lnTo>
                  <a:pt x="1035" y="1687"/>
                </a:lnTo>
                <a:lnTo>
                  <a:pt x="1034" y="1687"/>
                </a:lnTo>
                <a:lnTo>
                  <a:pt x="1034" y="1686"/>
                </a:lnTo>
                <a:lnTo>
                  <a:pt x="1035" y="1684"/>
                </a:lnTo>
                <a:lnTo>
                  <a:pt x="1034" y="1683"/>
                </a:lnTo>
                <a:lnTo>
                  <a:pt x="1034" y="1682"/>
                </a:lnTo>
                <a:lnTo>
                  <a:pt x="1033" y="1680"/>
                </a:lnTo>
                <a:lnTo>
                  <a:pt x="1032" y="1680"/>
                </a:lnTo>
                <a:lnTo>
                  <a:pt x="1032" y="1679"/>
                </a:lnTo>
                <a:lnTo>
                  <a:pt x="1031" y="1679"/>
                </a:lnTo>
                <a:lnTo>
                  <a:pt x="1030" y="1678"/>
                </a:lnTo>
                <a:lnTo>
                  <a:pt x="1029" y="1678"/>
                </a:lnTo>
                <a:lnTo>
                  <a:pt x="1029" y="1677"/>
                </a:lnTo>
                <a:lnTo>
                  <a:pt x="1028" y="1677"/>
                </a:lnTo>
                <a:lnTo>
                  <a:pt x="1027" y="1676"/>
                </a:lnTo>
                <a:lnTo>
                  <a:pt x="1027" y="1675"/>
                </a:lnTo>
                <a:lnTo>
                  <a:pt x="1028" y="1675"/>
                </a:lnTo>
                <a:lnTo>
                  <a:pt x="1028" y="1674"/>
                </a:lnTo>
                <a:lnTo>
                  <a:pt x="1026" y="1674"/>
                </a:lnTo>
                <a:lnTo>
                  <a:pt x="1025" y="1674"/>
                </a:lnTo>
                <a:lnTo>
                  <a:pt x="1025" y="1675"/>
                </a:lnTo>
                <a:lnTo>
                  <a:pt x="1024" y="1675"/>
                </a:lnTo>
                <a:lnTo>
                  <a:pt x="1023" y="1675"/>
                </a:lnTo>
                <a:lnTo>
                  <a:pt x="1022" y="1674"/>
                </a:lnTo>
                <a:lnTo>
                  <a:pt x="1021" y="1674"/>
                </a:lnTo>
                <a:lnTo>
                  <a:pt x="1021" y="1675"/>
                </a:lnTo>
                <a:lnTo>
                  <a:pt x="1021" y="1676"/>
                </a:lnTo>
                <a:lnTo>
                  <a:pt x="1020" y="1676"/>
                </a:lnTo>
                <a:lnTo>
                  <a:pt x="1019" y="1676"/>
                </a:lnTo>
                <a:lnTo>
                  <a:pt x="1018" y="1676"/>
                </a:lnTo>
                <a:lnTo>
                  <a:pt x="1016" y="1676"/>
                </a:lnTo>
                <a:lnTo>
                  <a:pt x="1015" y="1677"/>
                </a:lnTo>
                <a:lnTo>
                  <a:pt x="1014" y="1677"/>
                </a:lnTo>
                <a:lnTo>
                  <a:pt x="1013" y="1677"/>
                </a:lnTo>
                <a:lnTo>
                  <a:pt x="1012" y="1677"/>
                </a:lnTo>
                <a:lnTo>
                  <a:pt x="1011" y="1677"/>
                </a:lnTo>
                <a:lnTo>
                  <a:pt x="1009" y="1677"/>
                </a:lnTo>
                <a:lnTo>
                  <a:pt x="1008" y="1676"/>
                </a:lnTo>
                <a:lnTo>
                  <a:pt x="1007" y="1676"/>
                </a:lnTo>
                <a:lnTo>
                  <a:pt x="1006" y="1676"/>
                </a:lnTo>
                <a:lnTo>
                  <a:pt x="1006" y="1675"/>
                </a:lnTo>
                <a:lnTo>
                  <a:pt x="1005" y="1675"/>
                </a:lnTo>
                <a:lnTo>
                  <a:pt x="1004" y="1675"/>
                </a:lnTo>
                <a:lnTo>
                  <a:pt x="1004" y="1674"/>
                </a:lnTo>
                <a:lnTo>
                  <a:pt x="1002" y="1674"/>
                </a:lnTo>
                <a:lnTo>
                  <a:pt x="1001" y="1674"/>
                </a:lnTo>
                <a:lnTo>
                  <a:pt x="1000" y="1675"/>
                </a:lnTo>
                <a:lnTo>
                  <a:pt x="999" y="1675"/>
                </a:lnTo>
                <a:lnTo>
                  <a:pt x="998" y="1675"/>
                </a:lnTo>
                <a:lnTo>
                  <a:pt x="996" y="1676"/>
                </a:lnTo>
                <a:lnTo>
                  <a:pt x="994" y="1678"/>
                </a:lnTo>
                <a:lnTo>
                  <a:pt x="993" y="1679"/>
                </a:lnTo>
                <a:lnTo>
                  <a:pt x="992" y="1679"/>
                </a:lnTo>
                <a:lnTo>
                  <a:pt x="990" y="1679"/>
                </a:lnTo>
                <a:lnTo>
                  <a:pt x="989" y="1679"/>
                </a:lnTo>
                <a:lnTo>
                  <a:pt x="988" y="1679"/>
                </a:lnTo>
                <a:lnTo>
                  <a:pt x="986" y="1680"/>
                </a:lnTo>
                <a:lnTo>
                  <a:pt x="985" y="1680"/>
                </a:lnTo>
                <a:lnTo>
                  <a:pt x="984" y="1680"/>
                </a:lnTo>
                <a:lnTo>
                  <a:pt x="982" y="1680"/>
                </a:lnTo>
                <a:lnTo>
                  <a:pt x="982" y="1681"/>
                </a:lnTo>
                <a:lnTo>
                  <a:pt x="981" y="1681"/>
                </a:lnTo>
                <a:lnTo>
                  <a:pt x="980" y="1681"/>
                </a:lnTo>
                <a:lnTo>
                  <a:pt x="979" y="1682"/>
                </a:lnTo>
                <a:lnTo>
                  <a:pt x="978" y="1682"/>
                </a:lnTo>
                <a:lnTo>
                  <a:pt x="977" y="1682"/>
                </a:lnTo>
                <a:lnTo>
                  <a:pt x="977" y="1683"/>
                </a:lnTo>
                <a:lnTo>
                  <a:pt x="976" y="1683"/>
                </a:lnTo>
                <a:lnTo>
                  <a:pt x="975" y="1682"/>
                </a:lnTo>
                <a:lnTo>
                  <a:pt x="974" y="1683"/>
                </a:lnTo>
                <a:lnTo>
                  <a:pt x="973" y="1683"/>
                </a:lnTo>
                <a:lnTo>
                  <a:pt x="972" y="1684"/>
                </a:lnTo>
                <a:lnTo>
                  <a:pt x="971" y="1684"/>
                </a:lnTo>
                <a:lnTo>
                  <a:pt x="971" y="1685"/>
                </a:lnTo>
                <a:lnTo>
                  <a:pt x="970" y="1685"/>
                </a:lnTo>
                <a:lnTo>
                  <a:pt x="970" y="1684"/>
                </a:lnTo>
                <a:lnTo>
                  <a:pt x="969" y="1685"/>
                </a:lnTo>
                <a:lnTo>
                  <a:pt x="968" y="1685"/>
                </a:lnTo>
                <a:lnTo>
                  <a:pt x="967" y="1685"/>
                </a:lnTo>
                <a:lnTo>
                  <a:pt x="966" y="1685"/>
                </a:lnTo>
                <a:lnTo>
                  <a:pt x="965" y="1685"/>
                </a:lnTo>
                <a:lnTo>
                  <a:pt x="965" y="1684"/>
                </a:lnTo>
                <a:lnTo>
                  <a:pt x="964" y="1684"/>
                </a:lnTo>
                <a:lnTo>
                  <a:pt x="962" y="1685"/>
                </a:lnTo>
                <a:lnTo>
                  <a:pt x="961" y="1685"/>
                </a:lnTo>
                <a:lnTo>
                  <a:pt x="960" y="1685"/>
                </a:lnTo>
                <a:lnTo>
                  <a:pt x="959" y="1685"/>
                </a:lnTo>
                <a:lnTo>
                  <a:pt x="958" y="1685"/>
                </a:lnTo>
                <a:lnTo>
                  <a:pt x="957" y="1686"/>
                </a:lnTo>
                <a:lnTo>
                  <a:pt x="956" y="1686"/>
                </a:lnTo>
                <a:lnTo>
                  <a:pt x="955" y="1686"/>
                </a:lnTo>
                <a:lnTo>
                  <a:pt x="954" y="1686"/>
                </a:lnTo>
                <a:lnTo>
                  <a:pt x="952" y="1685"/>
                </a:lnTo>
                <a:lnTo>
                  <a:pt x="950" y="1685"/>
                </a:lnTo>
                <a:lnTo>
                  <a:pt x="949" y="1686"/>
                </a:lnTo>
                <a:lnTo>
                  <a:pt x="948" y="1686"/>
                </a:lnTo>
                <a:lnTo>
                  <a:pt x="947" y="1686"/>
                </a:lnTo>
                <a:lnTo>
                  <a:pt x="946" y="1687"/>
                </a:lnTo>
                <a:lnTo>
                  <a:pt x="945" y="1687"/>
                </a:lnTo>
                <a:lnTo>
                  <a:pt x="944" y="1687"/>
                </a:lnTo>
                <a:lnTo>
                  <a:pt x="943" y="1687"/>
                </a:lnTo>
                <a:lnTo>
                  <a:pt x="942" y="1687"/>
                </a:lnTo>
                <a:lnTo>
                  <a:pt x="941" y="1687"/>
                </a:lnTo>
                <a:lnTo>
                  <a:pt x="940" y="1687"/>
                </a:lnTo>
                <a:lnTo>
                  <a:pt x="939" y="1687"/>
                </a:lnTo>
                <a:lnTo>
                  <a:pt x="938" y="1687"/>
                </a:lnTo>
                <a:lnTo>
                  <a:pt x="937" y="1687"/>
                </a:lnTo>
                <a:lnTo>
                  <a:pt x="937" y="1688"/>
                </a:lnTo>
                <a:lnTo>
                  <a:pt x="937" y="1689"/>
                </a:lnTo>
                <a:lnTo>
                  <a:pt x="937" y="1690"/>
                </a:lnTo>
                <a:lnTo>
                  <a:pt x="938" y="1690"/>
                </a:lnTo>
                <a:lnTo>
                  <a:pt x="938" y="1691"/>
                </a:lnTo>
                <a:lnTo>
                  <a:pt x="939" y="1691"/>
                </a:lnTo>
                <a:lnTo>
                  <a:pt x="939" y="1692"/>
                </a:lnTo>
                <a:lnTo>
                  <a:pt x="939" y="1693"/>
                </a:lnTo>
                <a:lnTo>
                  <a:pt x="938" y="1693"/>
                </a:lnTo>
                <a:lnTo>
                  <a:pt x="938" y="1694"/>
                </a:lnTo>
                <a:lnTo>
                  <a:pt x="937" y="1694"/>
                </a:lnTo>
                <a:lnTo>
                  <a:pt x="937" y="1695"/>
                </a:lnTo>
                <a:lnTo>
                  <a:pt x="936" y="1696"/>
                </a:lnTo>
                <a:lnTo>
                  <a:pt x="936" y="1697"/>
                </a:lnTo>
                <a:lnTo>
                  <a:pt x="935" y="1697"/>
                </a:lnTo>
                <a:lnTo>
                  <a:pt x="934" y="1698"/>
                </a:lnTo>
                <a:lnTo>
                  <a:pt x="933" y="1698"/>
                </a:lnTo>
                <a:lnTo>
                  <a:pt x="932" y="1698"/>
                </a:lnTo>
                <a:lnTo>
                  <a:pt x="930" y="1699"/>
                </a:lnTo>
                <a:lnTo>
                  <a:pt x="929" y="1699"/>
                </a:lnTo>
                <a:lnTo>
                  <a:pt x="929" y="1700"/>
                </a:lnTo>
                <a:lnTo>
                  <a:pt x="928" y="1700"/>
                </a:lnTo>
                <a:lnTo>
                  <a:pt x="927" y="1700"/>
                </a:lnTo>
                <a:lnTo>
                  <a:pt x="926" y="1700"/>
                </a:lnTo>
                <a:lnTo>
                  <a:pt x="925" y="1700"/>
                </a:lnTo>
                <a:lnTo>
                  <a:pt x="925" y="1701"/>
                </a:lnTo>
                <a:lnTo>
                  <a:pt x="924" y="1701"/>
                </a:lnTo>
                <a:lnTo>
                  <a:pt x="923" y="1701"/>
                </a:lnTo>
                <a:lnTo>
                  <a:pt x="923" y="1702"/>
                </a:lnTo>
                <a:lnTo>
                  <a:pt x="922" y="1702"/>
                </a:lnTo>
                <a:lnTo>
                  <a:pt x="921" y="1702"/>
                </a:lnTo>
                <a:lnTo>
                  <a:pt x="920" y="1702"/>
                </a:lnTo>
                <a:lnTo>
                  <a:pt x="918" y="1702"/>
                </a:lnTo>
                <a:lnTo>
                  <a:pt x="917" y="1702"/>
                </a:lnTo>
                <a:lnTo>
                  <a:pt x="916" y="1702"/>
                </a:lnTo>
                <a:lnTo>
                  <a:pt x="915" y="1702"/>
                </a:lnTo>
                <a:lnTo>
                  <a:pt x="914" y="1702"/>
                </a:lnTo>
                <a:lnTo>
                  <a:pt x="913" y="1702"/>
                </a:lnTo>
                <a:lnTo>
                  <a:pt x="913" y="1703"/>
                </a:lnTo>
                <a:lnTo>
                  <a:pt x="912" y="1703"/>
                </a:lnTo>
                <a:lnTo>
                  <a:pt x="911" y="1703"/>
                </a:lnTo>
                <a:lnTo>
                  <a:pt x="910" y="1703"/>
                </a:lnTo>
                <a:lnTo>
                  <a:pt x="910" y="1704"/>
                </a:lnTo>
                <a:lnTo>
                  <a:pt x="908" y="1704"/>
                </a:lnTo>
                <a:lnTo>
                  <a:pt x="907" y="1705"/>
                </a:lnTo>
                <a:lnTo>
                  <a:pt x="906" y="1706"/>
                </a:lnTo>
                <a:lnTo>
                  <a:pt x="905" y="1706"/>
                </a:lnTo>
                <a:lnTo>
                  <a:pt x="904" y="1706"/>
                </a:lnTo>
                <a:lnTo>
                  <a:pt x="903" y="1706"/>
                </a:lnTo>
                <a:lnTo>
                  <a:pt x="903" y="1705"/>
                </a:lnTo>
                <a:lnTo>
                  <a:pt x="902" y="1703"/>
                </a:lnTo>
                <a:lnTo>
                  <a:pt x="901" y="1703"/>
                </a:lnTo>
                <a:lnTo>
                  <a:pt x="900" y="1703"/>
                </a:lnTo>
                <a:lnTo>
                  <a:pt x="899" y="1703"/>
                </a:lnTo>
                <a:lnTo>
                  <a:pt x="898" y="1704"/>
                </a:lnTo>
                <a:lnTo>
                  <a:pt x="897" y="1704"/>
                </a:lnTo>
                <a:lnTo>
                  <a:pt x="896" y="1704"/>
                </a:lnTo>
                <a:lnTo>
                  <a:pt x="896" y="1703"/>
                </a:lnTo>
                <a:lnTo>
                  <a:pt x="896" y="1702"/>
                </a:lnTo>
                <a:lnTo>
                  <a:pt x="896" y="1701"/>
                </a:lnTo>
                <a:lnTo>
                  <a:pt x="896" y="1700"/>
                </a:lnTo>
                <a:lnTo>
                  <a:pt x="896" y="1699"/>
                </a:lnTo>
                <a:lnTo>
                  <a:pt x="895" y="1699"/>
                </a:lnTo>
                <a:lnTo>
                  <a:pt x="895" y="1697"/>
                </a:lnTo>
                <a:lnTo>
                  <a:pt x="894" y="1697"/>
                </a:lnTo>
                <a:lnTo>
                  <a:pt x="894" y="1696"/>
                </a:lnTo>
                <a:lnTo>
                  <a:pt x="893" y="1696"/>
                </a:lnTo>
                <a:lnTo>
                  <a:pt x="892" y="1697"/>
                </a:lnTo>
                <a:lnTo>
                  <a:pt x="891" y="1697"/>
                </a:lnTo>
                <a:lnTo>
                  <a:pt x="891" y="1696"/>
                </a:lnTo>
                <a:lnTo>
                  <a:pt x="890" y="1696"/>
                </a:lnTo>
                <a:lnTo>
                  <a:pt x="890" y="1695"/>
                </a:lnTo>
                <a:lnTo>
                  <a:pt x="889" y="1694"/>
                </a:lnTo>
                <a:lnTo>
                  <a:pt x="888" y="1695"/>
                </a:lnTo>
                <a:lnTo>
                  <a:pt x="885" y="1695"/>
                </a:lnTo>
                <a:lnTo>
                  <a:pt x="883" y="1695"/>
                </a:lnTo>
                <a:lnTo>
                  <a:pt x="882" y="1695"/>
                </a:lnTo>
                <a:lnTo>
                  <a:pt x="881" y="1695"/>
                </a:lnTo>
                <a:lnTo>
                  <a:pt x="881" y="1694"/>
                </a:lnTo>
                <a:lnTo>
                  <a:pt x="880" y="1694"/>
                </a:lnTo>
                <a:lnTo>
                  <a:pt x="878" y="1694"/>
                </a:lnTo>
                <a:lnTo>
                  <a:pt x="877" y="1696"/>
                </a:lnTo>
                <a:lnTo>
                  <a:pt x="876" y="1696"/>
                </a:lnTo>
                <a:lnTo>
                  <a:pt x="876" y="1697"/>
                </a:lnTo>
                <a:lnTo>
                  <a:pt x="877" y="1697"/>
                </a:lnTo>
                <a:lnTo>
                  <a:pt x="876" y="1697"/>
                </a:lnTo>
                <a:lnTo>
                  <a:pt x="876" y="1698"/>
                </a:lnTo>
                <a:lnTo>
                  <a:pt x="875" y="1699"/>
                </a:lnTo>
                <a:lnTo>
                  <a:pt x="872" y="1699"/>
                </a:lnTo>
                <a:lnTo>
                  <a:pt x="871" y="1699"/>
                </a:lnTo>
                <a:lnTo>
                  <a:pt x="870" y="1699"/>
                </a:lnTo>
                <a:lnTo>
                  <a:pt x="870" y="1698"/>
                </a:lnTo>
                <a:lnTo>
                  <a:pt x="869" y="1698"/>
                </a:lnTo>
                <a:lnTo>
                  <a:pt x="869" y="1699"/>
                </a:lnTo>
                <a:lnTo>
                  <a:pt x="868" y="1699"/>
                </a:lnTo>
                <a:lnTo>
                  <a:pt x="867" y="1699"/>
                </a:lnTo>
                <a:lnTo>
                  <a:pt x="866" y="1699"/>
                </a:lnTo>
                <a:lnTo>
                  <a:pt x="866" y="1698"/>
                </a:lnTo>
                <a:lnTo>
                  <a:pt x="866" y="1697"/>
                </a:lnTo>
                <a:lnTo>
                  <a:pt x="865" y="1697"/>
                </a:lnTo>
                <a:lnTo>
                  <a:pt x="864" y="1697"/>
                </a:lnTo>
                <a:lnTo>
                  <a:pt x="863" y="1697"/>
                </a:lnTo>
                <a:lnTo>
                  <a:pt x="862" y="1696"/>
                </a:lnTo>
                <a:lnTo>
                  <a:pt x="861" y="1696"/>
                </a:lnTo>
                <a:lnTo>
                  <a:pt x="860" y="1696"/>
                </a:lnTo>
                <a:lnTo>
                  <a:pt x="860" y="1695"/>
                </a:lnTo>
                <a:lnTo>
                  <a:pt x="859" y="1695"/>
                </a:lnTo>
                <a:lnTo>
                  <a:pt x="856" y="1695"/>
                </a:lnTo>
                <a:lnTo>
                  <a:pt x="855" y="1695"/>
                </a:lnTo>
                <a:lnTo>
                  <a:pt x="853" y="1696"/>
                </a:lnTo>
                <a:lnTo>
                  <a:pt x="851" y="1696"/>
                </a:lnTo>
                <a:lnTo>
                  <a:pt x="850" y="1697"/>
                </a:lnTo>
                <a:lnTo>
                  <a:pt x="849" y="1697"/>
                </a:lnTo>
                <a:lnTo>
                  <a:pt x="847" y="1697"/>
                </a:lnTo>
                <a:lnTo>
                  <a:pt x="847" y="1696"/>
                </a:lnTo>
                <a:lnTo>
                  <a:pt x="847" y="1695"/>
                </a:lnTo>
                <a:lnTo>
                  <a:pt x="844" y="1694"/>
                </a:lnTo>
                <a:lnTo>
                  <a:pt x="841" y="1694"/>
                </a:lnTo>
                <a:lnTo>
                  <a:pt x="840" y="1694"/>
                </a:lnTo>
                <a:lnTo>
                  <a:pt x="839" y="1694"/>
                </a:lnTo>
                <a:lnTo>
                  <a:pt x="839" y="1693"/>
                </a:lnTo>
                <a:lnTo>
                  <a:pt x="840" y="1693"/>
                </a:lnTo>
                <a:lnTo>
                  <a:pt x="840" y="1692"/>
                </a:lnTo>
                <a:lnTo>
                  <a:pt x="841" y="1692"/>
                </a:lnTo>
                <a:lnTo>
                  <a:pt x="840" y="1692"/>
                </a:lnTo>
                <a:lnTo>
                  <a:pt x="840" y="1691"/>
                </a:lnTo>
                <a:lnTo>
                  <a:pt x="839" y="1691"/>
                </a:lnTo>
                <a:lnTo>
                  <a:pt x="838" y="1691"/>
                </a:lnTo>
                <a:lnTo>
                  <a:pt x="837" y="1691"/>
                </a:lnTo>
                <a:lnTo>
                  <a:pt x="836" y="1691"/>
                </a:lnTo>
                <a:lnTo>
                  <a:pt x="835" y="1691"/>
                </a:lnTo>
                <a:lnTo>
                  <a:pt x="835" y="1690"/>
                </a:lnTo>
                <a:lnTo>
                  <a:pt x="835" y="1689"/>
                </a:lnTo>
                <a:lnTo>
                  <a:pt x="834" y="1689"/>
                </a:lnTo>
                <a:lnTo>
                  <a:pt x="833" y="1689"/>
                </a:lnTo>
                <a:lnTo>
                  <a:pt x="832" y="1688"/>
                </a:lnTo>
                <a:lnTo>
                  <a:pt x="832" y="1687"/>
                </a:lnTo>
                <a:lnTo>
                  <a:pt x="831" y="1687"/>
                </a:lnTo>
                <a:lnTo>
                  <a:pt x="829" y="1687"/>
                </a:lnTo>
                <a:lnTo>
                  <a:pt x="828" y="1687"/>
                </a:lnTo>
                <a:lnTo>
                  <a:pt x="824" y="1687"/>
                </a:lnTo>
                <a:lnTo>
                  <a:pt x="824" y="1686"/>
                </a:lnTo>
                <a:lnTo>
                  <a:pt x="823" y="1686"/>
                </a:lnTo>
                <a:lnTo>
                  <a:pt x="823" y="1685"/>
                </a:lnTo>
                <a:lnTo>
                  <a:pt x="823" y="1684"/>
                </a:lnTo>
                <a:lnTo>
                  <a:pt x="824" y="1684"/>
                </a:lnTo>
                <a:lnTo>
                  <a:pt x="822" y="1683"/>
                </a:lnTo>
                <a:lnTo>
                  <a:pt x="821" y="1683"/>
                </a:lnTo>
                <a:lnTo>
                  <a:pt x="819" y="1683"/>
                </a:lnTo>
                <a:lnTo>
                  <a:pt x="817" y="1682"/>
                </a:lnTo>
                <a:lnTo>
                  <a:pt x="816" y="1682"/>
                </a:lnTo>
                <a:lnTo>
                  <a:pt x="816" y="1681"/>
                </a:lnTo>
                <a:lnTo>
                  <a:pt x="815" y="1680"/>
                </a:lnTo>
                <a:lnTo>
                  <a:pt x="814" y="1680"/>
                </a:lnTo>
                <a:lnTo>
                  <a:pt x="813" y="1679"/>
                </a:lnTo>
                <a:lnTo>
                  <a:pt x="813" y="1678"/>
                </a:lnTo>
                <a:lnTo>
                  <a:pt x="812" y="1677"/>
                </a:lnTo>
                <a:lnTo>
                  <a:pt x="811" y="1678"/>
                </a:lnTo>
                <a:lnTo>
                  <a:pt x="811" y="1679"/>
                </a:lnTo>
                <a:lnTo>
                  <a:pt x="810" y="1679"/>
                </a:lnTo>
                <a:lnTo>
                  <a:pt x="808" y="1679"/>
                </a:lnTo>
                <a:lnTo>
                  <a:pt x="808" y="1680"/>
                </a:lnTo>
                <a:lnTo>
                  <a:pt x="807" y="1680"/>
                </a:lnTo>
                <a:lnTo>
                  <a:pt x="805" y="1680"/>
                </a:lnTo>
                <a:lnTo>
                  <a:pt x="804" y="1680"/>
                </a:lnTo>
                <a:lnTo>
                  <a:pt x="803" y="1679"/>
                </a:lnTo>
                <a:lnTo>
                  <a:pt x="802" y="1679"/>
                </a:lnTo>
                <a:lnTo>
                  <a:pt x="802" y="1678"/>
                </a:lnTo>
                <a:lnTo>
                  <a:pt x="801" y="1678"/>
                </a:lnTo>
                <a:lnTo>
                  <a:pt x="800" y="1678"/>
                </a:lnTo>
                <a:lnTo>
                  <a:pt x="799" y="1678"/>
                </a:lnTo>
                <a:lnTo>
                  <a:pt x="798" y="1677"/>
                </a:lnTo>
                <a:lnTo>
                  <a:pt x="798" y="1676"/>
                </a:lnTo>
                <a:lnTo>
                  <a:pt x="798" y="1675"/>
                </a:lnTo>
                <a:lnTo>
                  <a:pt x="798" y="1674"/>
                </a:lnTo>
                <a:lnTo>
                  <a:pt x="797" y="1674"/>
                </a:lnTo>
                <a:lnTo>
                  <a:pt x="796" y="1673"/>
                </a:lnTo>
                <a:lnTo>
                  <a:pt x="796" y="1672"/>
                </a:lnTo>
                <a:lnTo>
                  <a:pt x="796" y="1670"/>
                </a:lnTo>
                <a:lnTo>
                  <a:pt x="796" y="1669"/>
                </a:lnTo>
                <a:lnTo>
                  <a:pt x="795" y="1667"/>
                </a:lnTo>
                <a:lnTo>
                  <a:pt x="795" y="1666"/>
                </a:lnTo>
                <a:lnTo>
                  <a:pt x="794" y="1666"/>
                </a:lnTo>
                <a:lnTo>
                  <a:pt x="793" y="1665"/>
                </a:lnTo>
                <a:lnTo>
                  <a:pt x="792" y="1665"/>
                </a:lnTo>
                <a:lnTo>
                  <a:pt x="791" y="1665"/>
                </a:lnTo>
                <a:lnTo>
                  <a:pt x="790" y="1665"/>
                </a:lnTo>
                <a:lnTo>
                  <a:pt x="790" y="1663"/>
                </a:lnTo>
                <a:lnTo>
                  <a:pt x="790" y="1662"/>
                </a:lnTo>
                <a:lnTo>
                  <a:pt x="789" y="1662"/>
                </a:lnTo>
                <a:lnTo>
                  <a:pt x="789" y="1661"/>
                </a:lnTo>
                <a:lnTo>
                  <a:pt x="789" y="1660"/>
                </a:lnTo>
                <a:lnTo>
                  <a:pt x="789" y="1659"/>
                </a:lnTo>
                <a:lnTo>
                  <a:pt x="789" y="1658"/>
                </a:lnTo>
                <a:lnTo>
                  <a:pt x="789" y="1657"/>
                </a:lnTo>
                <a:lnTo>
                  <a:pt x="788" y="1657"/>
                </a:lnTo>
                <a:lnTo>
                  <a:pt x="788" y="1656"/>
                </a:lnTo>
                <a:lnTo>
                  <a:pt x="789" y="1656"/>
                </a:lnTo>
                <a:lnTo>
                  <a:pt x="790" y="1656"/>
                </a:lnTo>
                <a:lnTo>
                  <a:pt x="790" y="1655"/>
                </a:lnTo>
                <a:lnTo>
                  <a:pt x="790" y="1653"/>
                </a:lnTo>
                <a:lnTo>
                  <a:pt x="790" y="1652"/>
                </a:lnTo>
                <a:lnTo>
                  <a:pt x="791" y="1652"/>
                </a:lnTo>
                <a:lnTo>
                  <a:pt x="791" y="1651"/>
                </a:lnTo>
                <a:lnTo>
                  <a:pt x="790" y="1650"/>
                </a:lnTo>
                <a:lnTo>
                  <a:pt x="791" y="1649"/>
                </a:lnTo>
                <a:lnTo>
                  <a:pt x="791" y="1648"/>
                </a:lnTo>
                <a:lnTo>
                  <a:pt x="791" y="1647"/>
                </a:lnTo>
                <a:lnTo>
                  <a:pt x="791" y="1646"/>
                </a:lnTo>
                <a:lnTo>
                  <a:pt x="790" y="1646"/>
                </a:lnTo>
                <a:lnTo>
                  <a:pt x="790" y="1645"/>
                </a:lnTo>
                <a:lnTo>
                  <a:pt x="789" y="1645"/>
                </a:lnTo>
                <a:lnTo>
                  <a:pt x="789" y="1644"/>
                </a:lnTo>
                <a:lnTo>
                  <a:pt x="790" y="1644"/>
                </a:lnTo>
                <a:lnTo>
                  <a:pt x="790" y="1643"/>
                </a:lnTo>
                <a:lnTo>
                  <a:pt x="790" y="1642"/>
                </a:lnTo>
                <a:lnTo>
                  <a:pt x="791" y="1641"/>
                </a:lnTo>
                <a:lnTo>
                  <a:pt x="792" y="1641"/>
                </a:lnTo>
                <a:lnTo>
                  <a:pt x="792" y="1640"/>
                </a:lnTo>
                <a:lnTo>
                  <a:pt x="790" y="1638"/>
                </a:lnTo>
                <a:lnTo>
                  <a:pt x="789" y="1638"/>
                </a:lnTo>
                <a:lnTo>
                  <a:pt x="785" y="1637"/>
                </a:lnTo>
                <a:lnTo>
                  <a:pt x="784" y="1637"/>
                </a:lnTo>
                <a:lnTo>
                  <a:pt x="783" y="1636"/>
                </a:lnTo>
                <a:lnTo>
                  <a:pt x="783" y="1635"/>
                </a:lnTo>
                <a:lnTo>
                  <a:pt x="781" y="1635"/>
                </a:lnTo>
                <a:lnTo>
                  <a:pt x="780" y="1635"/>
                </a:lnTo>
                <a:lnTo>
                  <a:pt x="779" y="1636"/>
                </a:lnTo>
                <a:lnTo>
                  <a:pt x="778" y="1636"/>
                </a:lnTo>
                <a:lnTo>
                  <a:pt x="776" y="1634"/>
                </a:lnTo>
                <a:lnTo>
                  <a:pt x="775" y="1633"/>
                </a:lnTo>
                <a:lnTo>
                  <a:pt x="775" y="1634"/>
                </a:lnTo>
                <a:lnTo>
                  <a:pt x="774" y="1634"/>
                </a:lnTo>
                <a:lnTo>
                  <a:pt x="773" y="1636"/>
                </a:lnTo>
                <a:lnTo>
                  <a:pt x="772" y="1637"/>
                </a:lnTo>
                <a:lnTo>
                  <a:pt x="771" y="1637"/>
                </a:lnTo>
                <a:lnTo>
                  <a:pt x="770" y="1637"/>
                </a:lnTo>
                <a:lnTo>
                  <a:pt x="769" y="1637"/>
                </a:lnTo>
                <a:lnTo>
                  <a:pt x="768" y="1638"/>
                </a:lnTo>
                <a:lnTo>
                  <a:pt x="768" y="1639"/>
                </a:lnTo>
                <a:lnTo>
                  <a:pt x="767" y="1639"/>
                </a:lnTo>
                <a:lnTo>
                  <a:pt x="766" y="1638"/>
                </a:lnTo>
                <a:lnTo>
                  <a:pt x="765" y="1636"/>
                </a:lnTo>
                <a:lnTo>
                  <a:pt x="765" y="1635"/>
                </a:lnTo>
                <a:lnTo>
                  <a:pt x="764" y="1635"/>
                </a:lnTo>
                <a:lnTo>
                  <a:pt x="764" y="1634"/>
                </a:lnTo>
                <a:lnTo>
                  <a:pt x="763" y="1634"/>
                </a:lnTo>
                <a:lnTo>
                  <a:pt x="763" y="1633"/>
                </a:lnTo>
                <a:lnTo>
                  <a:pt x="762" y="1633"/>
                </a:lnTo>
                <a:lnTo>
                  <a:pt x="760" y="1633"/>
                </a:lnTo>
                <a:lnTo>
                  <a:pt x="760" y="1632"/>
                </a:lnTo>
                <a:lnTo>
                  <a:pt x="760" y="1631"/>
                </a:lnTo>
                <a:lnTo>
                  <a:pt x="760" y="1630"/>
                </a:lnTo>
                <a:lnTo>
                  <a:pt x="759" y="1630"/>
                </a:lnTo>
                <a:lnTo>
                  <a:pt x="759" y="1631"/>
                </a:lnTo>
                <a:lnTo>
                  <a:pt x="759" y="1630"/>
                </a:lnTo>
                <a:lnTo>
                  <a:pt x="758" y="1630"/>
                </a:lnTo>
                <a:lnTo>
                  <a:pt x="758" y="1629"/>
                </a:lnTo>
                <a:lnTo>
                  <a:pt x="757" y="1628"/>
                </a:lnTo>
                <a:lnTo>
                  <a:pt x="756" y="1628"/>
                </a:lnTo>
                <a:lnTo>
                  <a:pt x="755" y="1628"/>
                </a:lnTo>
                <a:lnTo>
                  <a:pt x="754" y="1628"/>
                </a:lnTo>
                <a:lnTo>
                  <a:pt x="753" y="1627"/>
                </a:lnTo>
                <a:lnTo>
                  <a:pt x="752" y="1626"/>
                </a:lnTo>
                <a:lnTo>
                  <a:pt x="750" y="1625"/>
                </a:lnTo>
                <a:lnTo>
                  <a:pt x="750" y="1626"/>
                </a:lnTo>
                <a:lnTo>
                  <a:pt x="749" y="1626"/>
                </a:lnTo>
                <a:lnTo>
                  <a:pt x="747" y="1626"/>
                </a:lnTo>
                <a:lnTo>
                  <a:pt x="746" y="1626"/>
                </a:lnTo>
                <a:lnTo>
                  <a:pt x="746" y="1625"/>
                </a:lnTo>
                <a:lnTo>
                  <a:pt x="746" y="1624"/>
                </a:lnTo>
                <a:lnTo>
                  <a:pt x="744" y="1623"/>
                </a:lnTo>
                <a:lnTo>
                  <a:pt x="743" y="1623"/>
                </a:lnTo>
                <a:lnTo>
                  <a:pt x="742" y="1623"/>
                </a:lnTo>
                <a:lnTo>
                  <a:pt x="741" y="1622"/>
                </a:lnTo>
                <a:lnTo>
                  <a:pt x="739" y="1622"/>
                </a:lnTo>
                <a:lnTo>
                  <a:pt x="738" y="1622"/>
                </a:lnTo>
                <a:lnTo>
                  <a:pt x="737" y="1622"/>
                </a:lnTo>
                <a:lnTo>
                  <a:pt x="737" y="1623"/>
                </a:lnTo>
                <a:lnTo>
                  <a:pt x="736" y="1624"/>
                </a:lnTo>
                <a:lnTo>
                  <a:pt x="735" y="1625"/>
                </a:lnTo>
                <a:lnTo>
                  <a:pt x="735" y="1626"/>
                </a:lnTo>
                <a:lnTo>
                  <a:pt x="735" y="1628"/>
                </a:lnTo>
                <a:lnTo>
                  <a:pt x="734" y="1628"/>
                </a:lnTo>
                <a:lnTo>
                  <a:pt x="734" y="1629"/>
                </a:lnTo>
                <a:lnTo>
                  <a:pt x="731" y="1628"/>
                </a:lnTo>
                <a:lnTo>
                  <a:pt x="730" y="1628"/>
                </a:lnTo>
                <a:lnTo>
                  <a:pt x="729" y="1627"/>
                </a:lnTo>
                <a:lnTo>
                  <a:pt x="728" y="1627"/>
                </a:lnTo>
                <a:lnTo>
                  <a:pt x="727" y="1629"/>
                </a:lnTo>
                <a:lnTo>
                  <a:pt x="728" y="1629"/>
                </a:lnTo>
                <a:lnTo>
                  <a:pt x="728" y="1630"/>
                </a:lnTo>
                <a:lnTo>
                  <a:pt x="728" y="1633"/>
                </a:lnTo>
                <a:lnTo>
                  <a:pt x="727" y="1635"/>
                </a:lnTo>
                <a:lnTo>
                  <a:pt x="726" y="1635"/>
                </a:lnTo>
                <a:lnTo>
                  <a:pt x="725" y="1635"/>
                </a:lnTo>
                <a:lnTo>
                  <a:pt x="725" y="1636"/>
                </a:lnTo>
                <a:lnTo>
                  <a:pt x="725" y="1637"/>
                </a:lnTo>
                <a:lnTo>
                  <a:pt x="726" y="1638"/>
                </a:lnTo>
                <a:lnTo>
                  <a:pt x="724" y="1639"/>
                </a:lnTo>
                <a:lnTo>
                  <a:pt x="724" y="1640"/>
                </a:lnTo>
                <a:lnTo>
                  <a:pt x="723" y="1641"/>
                </a:lnTo>
                <a:lnTo>
                  <a:pt x="722" y="1641"/>
                </a:lnTo>
                <a:lnTo>
                  <a:pt x="721" y="1641"/>
                </a:lnTo>
                <a:lnTo>
                  <a:pt x="720" y="1641"/>
                </a:lnTo>
                <a:lnTo>
                  <a:pt x="719" y="1641"/>
                </a:lnTo>
                <a:lnTo>
                  <a:pt x="719" y="1640"/>
                </a:lnTo>
                <a:lnTo>
                  <a:pt x="719" y="1639"/>
                </a:lnTo>
                <a:lnTo>
                  <a:pt x="718" y="1639"/>
                </a:lnTo>
                <a:lnTo>
                  <a:pt x="717" y="1639"/>
                </a:lnTo>
                <a:lnTo>
                  <a:pt x="717" y="1640"/>
                </a:lnTo>
                <a:lnTo>
                  <a:pt x="716" y="1641"/>
                </a:lnTo>
                <a:lnTo>
                  <a:pt x="715" y="1642"/>
                </a:lnTo>
                <a:lnTo>
                  <a:pt x="714" y="1642"/>
                </a:lnTo>
                <a:lnTo>
                  <a:pt x="712" y="1642"/>
                </a:lnTo>
                <a:lnTo>
                  <a:pt x="712" y="1641"/>
                </a:lnTo>
                <a:lnTo>
                  <a:pt x="711" y="1641"/>
                </a:lnTo>
                <a:lnTo>
                  <a:pt x="710" y="1641"/>
                </a:lnTo>
                <a:lnTo>
                  <a:pt x="709" y="1641"/>
                </a:lnTo>
                <a:lnTo>
                  <a:pt x="708" y="1642"/>
                </a:lnTo>
                <a:lnTo>
                  <a:pt x="708" y="1644"/>
                </a:lnTo>
                <a:lnTo>
                  <a:pt x="708" y="1645"/>
                </a:lnTo>
                <a:lnTo>
                  <a:pt x="707" y="1645"/>
                </a:lnTo>
                <a:lnTo>
                  <a:pt x="706" y="1645"/>
                </a:lnTo>
                <a:lnTo>
                  <a:pt x="706" y="1644"/>
                </a:lnTo>
                <a:lnTo>
                  <a:pt x="706" y="1643"/>
                </a:lnTo>
                <a:lnTo>
                  <a:pt x="705" y="1643"/>
                </a:lnTo>
                <a:lnTo>
                  <a:pt x="704" y="1643"/>
                </a:lnTo>
                <a:lnTo>
                  <a:pt x="704" y="1644"/>
                </a:lnTo>
                <a:lnTo>
                  <a:pt x="703" y="1645"/>
                </a:lnTo>
                <a:lnTo>
                  <a:pt x="702" y="1645"/>
                </a:lnTo>
                <a:lnTo>
                  <a:pt x="700" y="1645"/>
                </a:lnTo>
                <a:lnTo>
                  <a:pt x="699" y="1645"/>
                </a:lnTo>
                <a:lnTo>
                  <a:pt x="697" y="1646"/>
                </a:lnTo>
                <a:lnTo>
                  <a:pt x="696" y="1647"/>
                </a:lnTo>
                <a:lnTo>
                  <a:pt x="695" y="1647"/>
                </a:lnTo>
                <a:lnTo>
                  <a:pt x="693" y="1646"/>
                </a:lnTo>
                <a:lnTo>
                  <a:pt x="692" y="1646"/>
                </a:lnTo>
                <a:lnTo>
                  <a:pt x="691" y="1646"/>
                </a:lnTo>
                <a:lnTo>
                  <a:pt x="690" y="1648"/>
                </a:lnTo>
                <a:lnTo>
                  <a:pt x="690" y="1651"/>
                </a:lnTo>
                <a:lnTo>
                  <a:pt x="690" y="1652"/>
                </a:lnTo>
                <a:lnTo>
                  <a:pt x="690" y="1658"/>
                </a:lnTo>
                <a:lnTo>
                  <a:pt x="691" y="1658"/>
                </a:lnTo>
                <a:lnTo>
                  <a:pt x="690" y="1659"/>
                </a:lnTo>
                <a:lnTo>
                  <a:pt x="689" y="1661"/>
                </a:lnTo>
                <a:lnTo>
                  <a:pt x="688" y="1662"/>
                </a:lnTo>
                <a:lnTo>
                  <a:pt x="686" y="1662"/>
                </a:lnTo>
                <a:lnTo>
                  <a:pt x="686" y="1663"/>
                </a:lnTo>
                <a:lnTo>
                  <a:pt x="685" y="1663"/>
                </a:lnTo>
                <a:lnTo>
                  <a:pt x="683" y="1663"/>
                </a:lnTo>
                <a:lnTo>
                  <a:pt x="682" y="1663"/>
                </a:lnTo>
                <a:lnTo>
                  <a:pt x="681" y="1662"/>
                </a:lnTo>
                <a:lnTo>
                  <a:pt x="680" y="1662"/>
                </a:lnTo>
                <a:lnTo>
                  <a:pt x="679" y="1662"/>
                </a:lnTo>
                <a:lnTo>
                  <a:pt x="678" y="1663"/>
                </a:lnTo>
                <a:lnTo>
                  <a:pt x="677" y="1664"/>
                </a:lnTo>
                <a:lnTo>
                  <a:pt x="677" y="1665"/>
                </a:lnTo>
                <a:lnTo>
                  <a:pt x="677" y="1666"/>
                </a:lnTo>
                <a:lnTo>
                  <a:pt x="676" y="1666"/>
                </a:lnTo>
                <a:lnTo>
                  <a:pt x="675" y="1666"/>
                </a:lnTo>
                <a:lnTo>
                  <a:pt x="674" y="1666"/>
                </a:lnTo>
                <a:lnTo>
                  <a:pt x="673" y="1665"/>
                </a:lnTo>
                <a:lnTo>
                  <a:pt x="672" y="1665"/>
                </a:lnTo>
                <a:lnTo>
                  <a:pt x="670" y="1666"/>
                </a:lnTo>
                <a:lnTo>
                  <a:pt x="669" y="1666"/>
                </a:lnTo>
                <a:lnTo>
                  <a:pt x="668" y="1666"/>
                </a:lnTo>
                <a:lnTo>
                  <a:pt x="665" y="1665"/>
                </a:lnTo>
                <a:lnTo>
                  <a:pt x="665" y="1664"/>
                </a:lnTo>
                <a:lnTo>
                  <a:pt x="664" y="1664"/>
                </a:lnTo>
                <a:lnTo>
                  <a:pt x="663" y="1663"/>
                </a:lnTo>
                <a:lnTo>
                  <a:pt x="662" y="1663"/>
                </a:lnTo>
                <a:lnTo>
                  <a:pt x="661" y="1663"/>
                </a:lnTo>
                <a:lnTo>
                  <a:pt x="659" y="1663"/>
                </a:lnTo>
                <a:lnTo>
                  <a:pt x="658" y="1663"/>
                </a:lnTo>
                <a:lnTo>
                  <a:pt x="657" y="1663"/>
                </a:lnTo>
                <a:lnTo>
                  <a:pt x="656" y="1663"/>
                </a:lnTo>
                <a:lnTo>
                  <a:pt x="654" y="1663"/>
                </a:lnTo>
                <a:lnTo>
                  <a:pt x="653" y="1664"/>
                </a:lnTo>
                <a:lnTo>
                  <a:pt x="652" y="1664"/>
                </a:lnTo>
                <a:lnTo>
                  <a:pt x="651" y="1664"/>
                </a:lnTo>
                <a:lnTo>
                  <a:pt x="651" y="1665"/>
                </a:lnTo>
                <a:lnTo>
                  <a:pt x="650" y="1665"/>
                </a:lnTo>
                <a:lnTo>
                  <a:pt x="646" y="1665"/>
                </a:lnTo>
                <a:lnTo>
                  <a:pt x="644" y="1664"/>
                </a:lnTo>
                <a:lnTo>
                  <a:pt x="644" y="1663"/>
                </a:lnTo>
                <a:lnTo>
                  <a:pt x="643" y="1663"/>
                </a:lnTo>
                <a:lnTo>
                  <a:pt x="642" y="1663"/>
                </a:lnTo>
                <a:lnTo>
                  <a:pt x="640" y="1663"/>
                </a:lnTo>
                <a:lnTo>
                  <a:pt x="639" y="1663"/>
                </a:lnTo>
                <a:lnTo>
                  <a:pt x="638" y="1662"/>
                </a:lnTo>
                <a:lnTo>
                  <a:pt x="637" y="1662"/>
                </a:lnTo>
                <a:lnTo>
                  <a:pt x="637" y="1661"/>
                </a:lnTo>
                <a:lnTo>
                  <a:pt x="636" y="1661"/>
                </a:lnTo>
                <a:lnTo>
                  <a:pt x="634" y="1661"/>
                </a:lnTo>
                <a:lnTo>
                  <a:pt x="633" y="1661"/>
                </a:lnTo>
                <a:lnTo>
                  <a:pt x="632" y="1660"/>
                </a:lnTo>
                <a:lnTo>
                  <a:pt x="632" y="1659"/>
                </a:lnTo>
                <a:lnTo>
                  <a:pt x="632" y="1658"/>
                </a:lnTo>
                <a:lnTo>
                  <a:pt x="632" y="1657"/>
                </a:lnTo>
                <a:lnTo>
                  <a:pt x="633" y="1656"/>
                </a:lnTo>
                <a:lnTo>
                  <a:pt x="633" y="1655"/>
                </a:lnTo>
                <a:lnTo>
                  <a:pt x="633" y="1654"/>
                </a:lnTo>
                <a:lnTo>
                  <a:pt x="632" y="1653"/>
                </a:lnTo>
                <a:lnTo>
                  <a:pt x="631" y="1653"/>
                </a:lnTo>
                <a:lnTo>
                  <a:pt x="629" y="1650"/>
                </a:lnTo>
                <a:lnTo>
                  <a:pt x="629" y="1649"/>
                </a:lnTo>
                <a:lnTo>
                  <a:pt x="629" y="1648"/>
                </a:lnTo>
                <a:lnTo>
                  <a:pt x="629" y="1647"/>
                </a:lnTo>
                <a:lnTo>
                  <a:pt x="627" y="1646"/>
                </a:lnTo>
                <a:lnTo>
                  <a:pt x="626" y="1646"/>
                </a:lnTo>
                <a:lnTo>
                  <a:pt x="625" y="1646"/>
                </a:lnTo>
                <a:lnTo>
                  <a:pt x="625" y="1645"/>
                </a:lnTo>
                <a:lnTo>
                  <a:pt x="624" y="1645"/>
                </a:lnTo>
                <a:lnTo>
                  <a:pt x="623" y="1645"/>
                </a:lnTo>
                <a:lnTo>
                  <a:pt x="622" y="1644"/>
                </a:lnTo>
                <a:lnTo>
                  <a:pt x="622" y="1643"/>
                </a:lnTo>
                <a:lnTo>
                  <a:pt x="621" y="1643"/>
                </a:lnTo>
                <a:lnTo>
                  <a:pt x="621" y="1642"/>
                </a:lnTo>
                <a:lnTo>
                  <a:pt x="620" y="1643"/>
                </a:lnTo>
                <a:lnTo>
                  <a:pt x="619" y="1643"/>
                </a:lnTo>
                <a:lnTo>
                  <a:pt x="618" y="1642"/>
                </a:lnTo>
                <a:lnTo>
                  <a:pt x="617" y="1642"/>
                </a:lnTo>
                <a:lnTo>
                  <a:pt x="617" y="1643"/>
                </a:lnTo>
                <a:lnTo>
                  <a:pt x="616" y="1643"/>
                </a:lnTo>
                <a:lnTo>
                  <a:pt x="615" y="1643"/>
                </a:lnTo>
                <a:lnTo>
                  <a:pt x="615" y="1642"/>
                </a:lnTo>
                <a:lnTo>
                  <a:pt x="612" y="1641"/>
                </a:lnTo>
                <a:lnTo>
                  <a:pt x="611" y="1641"/>
                </a:lnTo>
                <a:lnTo>
                  <a:pt x="611" y="1642"/>
                </a:lnTo>
                <a:lnTo>
                  <a:pt x="610" y="1643"/>
                </a:lnTo>
                <a:lnTo>
                  <a:pt x="610" y="1644"/>
                </a:lnTo>
                <a:lnTo>
                  <a:pt x="610" y="1643"/>
                </a:lnTo>
                <a:lnTo>
                  <a:pt x="609" y="1643"/>
                </a:lnTo>
                <a:lnTo>
                  <a:pt x="609" y="1642"/>
                </a:lnTo>
                <a:lnTo>
                  <a:pt x="608" y="1642"/>
                </a:lnTo>
                <a:lnTo>
                  <a:pt x="607" y="1642"/>
                </a:lnTo>
                <a:lnTo>
                  <a:pt x="606" y="1643"/>
                </a:lnTo>
                <a:lnTo>
                  <a:pt x="605" y="1643"/>
                </a:lnTo>
                <a:lnTo>
                  <a:pt x="605" y="1639"/>
                </a:lnTo>
                <a:lnTo>
                  <a:pt x="605" y="1638"/>
                </a:lnTo>
                <a:lnTo>
                  <a:pt x="605" y="1637"/>
                </a:lnTo>
                <a:lnTo>
                  <a:pt x="604" y="1636"/>
                </a:lnTo>
                <a:lnTo>
                  <a:pt x="603" y="1636"/>
                </a:lnTo>
                <a:lnTo>
                  <a:pt x="599" y="1636"/>
                </a:lnTo>
                <a:lnTo>
                  <a:pt x="597" y="1634"/>
                </a:lnTo>
                <a:lnTo>
                  <a:pt x="597" y="1633"/>
                </a:lnTo>
                <a:lnTo>
                  <a:pt x="597" y="1632"/>
                </a:lnTo>
                <a:lnTo>
                  <a:pt x="596" y="1632"/>
                </a:lnTo>
                <a:lnTo>
                  <a:pt x="595" y="1632"/>
                </a:lnTo>
                <a:lnTo>
                  <a:pt x="594" y="1632"/>
                </a:lnTo>
                <a:lnTo>
                  <a:pt x="594" y="1631"/>
                </a:lnTo>
                <a:lnTo>
                  <a:pt x="595" y="1631"/>
                </a:lnTo>
                <a:lnTo>
                  <a:pt x="595" y="1630"/>
                </a:lnTo>
                <a:lnTo>
                  <a:pt x="595" y="1629"/>
                </a:lnTo>
                <a:lnTo>
                  <a:pt x="595" y="1628"/>
                </a:lnTo>
                <a:lnTo>
                  <a:pt x="594" y="1629"/>
                </a:lnTo>
                <a:lnTo>
                  <a:pt x="593" y="1629"/>
                </a:lnTo>
                <a:lnTo>
                  <a:pt x="592" y="1629"/>
                </a:lnTo>
                <a:lnTo>
                  <a:pt x="591" y="1629"/>
                </a:lnTo>
                <a:lnTo>
                  <a:pt x="591" y="1628"/>
                </a:lnTo>
                <a:lnTo>
                  <a:pt x="590" y="1628"/>
                </a:lnTo>
                <a:lnTo>
                  <a:pt x="590" y="1629"/>
                </a:lnTo>
                <a:lnTo>
                  <a:pt x="588" y="1630"/>
                </a:lnTo>
                <a:lnTo>
                  <a:pt x="587" y="1631"/>
                </a:lnTo>
                <a:lnTo>
                  <a:pt x="587" y="1632"/>
                </a:lnTo>
                <a:lnTo>
                  <a:pt x="588" y="1632"/>
                </a:lnTo>
                <a:lnTo>
                  <a:pt x="588" y="1633"/>
                </a:lnTo>
                <a:lnTo>
                  <a:pt x="587" y="1635"/>
                </a:lnTo>
                <a:lnTo>
                  <a:pt x="587" y="1636"/>
                </a:lnTo>
                <a:lnTo>
                  <a:pt x="586" y="1636"/>
                </a:lnTo>
                <a:lnTo>
                  <a:pt x="585" y="1636"/>
                </a:lnTo>
                <a:lnTo>
                  <a:pt x="584" y="1636"/>
                </a:lnTo>
                <a:lnTo>
                  <a:pt x="583" y="1636"/>
                </a:lnTo>
                <a:lnTo>
                  <a:pt x="584" y="1637"/>
                </a:lnTo>
                <a:lnTo>
                  <a:pt x="584" y="1639"/>
                </a:lnTo>
                <a:lnTo>
                  <a:pt x="585" y="1639"/>
                </a:lnTo>
                <a:lnTo>
                  <a:pt x="585" y="1640"/>
                </a:lnTo>
                <a:lnTo>
                  <a:pt x="583" y="1639"/>
                </a:lnTo>
                <a:lnTo>
                  <a:pt x="582" y="1638"/>
                </a:lnTo>
                <a:lnTo>
                  <a:pt x="582" y="1639"/>
                </a:lnTo>
                <a:lnTo>
                  <a:pt x="581" y="1639"/>
                </a:lnTo>
                <a:lnTo>
                  <a:pt x="580" y="1638"/>
                </a:lnTo>
                <a:lnTo>
                  <a:pt x="579" y="1638"/>
                </a:lnTo>
                <a:lnTo>
                  <a:pt x="577" y="1637"/>
                </a:lnTo>
                <a:lnTo>
                  <a:pt x="577" y="1636"/>
                </a:lnTo>
                <a:lnTo>
                  <a:pt x="576" y="1635"/>
                </a:lnTo>
                <a:lnTo>
                  <a:pt x="576" y="1634"/>
                </a:lnTo>
                <a:lnTo>
                  <a:pt x="575" y="1634"/>
                </a:lnTo>
                <a:lnTo>
                  <a:pt x="575" y="1635"/>
                </a:lnTo>
                <a:lnTo>
                  <a:pt x="574" y="1635"/>
                </a:lnTo>
                <a:lnTo>
                  <a:pt x="572" y="1635"/>
                </a:lnTo>
                <a:lnTo>
                  <a:pt x="571" y="1635"/>
                </a:lnTo>
                <a:lnTo>
                  <a:pt x="571" y="1634"/>
                </a:lnTo>
                <a:lnTo>
                  <a:pt x="571" y="1633"/>
                </a:lnTo>
                <a:lnTo>
                  <a:pt x="570" y="1632"/>
                </a:lnTo>
                <a:lnTo>
                  <a:pt x="569" y="1631"/>
                </a:lnTo>
                <a:lnTo>
                  <a:pt x="568" y="1631"/>
                </a:lnTo>
                <a:lnTo>
                  <a:pt x="567" y="1631"/>
                </a:lnTo>
                <a:lnTo>
                  <a:pt x="566" y="1631"/>
                </a:lnTo>
                <a:lnTo>
                  <a:pt x="566" y="1630"/>
                </a:lnTo>
                <a:lnTo>
                  <a:pt x="562" y="1630"/>
                </a:lnTo>
                <a:lnTo>
                  <a:pt x="559" y="1630"/>
                </a:lnTo>
                <a:lnTo>
                  <a:pt x="558" y="1630"/>
                </a:lnTo>
                <a:lnTo>
                  <a:pt x="556" y="1629"/>
                </a:lnTo>
                <a:lnTo>
                  <a:pt x="555" y="1629"/>
                </a:lnTo>
                <a:lnTo>
                  <a:pt x="553" y="1628"/>
                </a:lnTo>
                <a:lnTo>
                  <a:pt x="552" y="1628"/>
                </a:lnTo>
                <a:lnTo>
                  <a:pt x="551" y="1627"/>
                </a:lnTo>
                <a:lnTo>
                  <a:pt x="552" y="1627"/>
                </a:lnTo>
                <a:lnTo>
                  <a:pt x="552" y="1626"/>
                </a:lnTo>
                <a:lnTo>
                  <a:pt x="553" y="1625"/>
                </a:lnTo>
                <a:lnTo>
                  <a:pt x="552" y="1624"/>
                </a:lnTo>
                <a:lnTo>
                  <a:pt x="551" y="1623"/>
                </a:lnTo>
                <a:lnTo>
                  <a:pt x="550" y="1622"/>
                </a:lnTo>
                <a:lnTo>
                  <a:pt x="550" y="1621"/>
                </a:lnTo>
                <a:lnTo>
                  <a:pt x="551" y="1621"/>
                </a:lnTo>
                <a:lnTo>
                  <a:pt x="551" y="1620"/>
                </a:lnTo>
                <a:lnTo>
                  <a:pt x="551" y="1619"/>
                </a:lnTo>
                <a:lnTo>
                  <a:pt x="550" y="1619"/>
                </a:lnTo>
                <a:lnTo>
                  <a:pt x="548" y="1620"/>
                </a:lnTo>
                <a:lnTo>
                  <a:pt x="547" y="1619"/>
                </a:lnTo>
                <a:lnTo>
                  <a:pt x="547" y="1617"/>
                </a:lnTo>
                <a:lnTo>
                  <a:pt x="546" y="1617"/>
                </a:lnTo>
                <a:lnTo>
                  <a:pt x="545" y="1616"/>
                </a:lnTo>
                <a:lnTo>
                  <a:pt x="544" y="1617"/>
                </a:lnTo>
                <a:lnTo>
                  <a:pt x="542" y="1618"/>
                </a:lnTo>
                <a:lnTo>
                  <a:pt x="541" y="1618"/>
                </a:lnTo>
                <a:lnTo>
                  <a:pt x="541" y="1617"/>
                </a:lnTo>
                <a:lnTo>
                  <a:pt x="540" y="1616"/>
                </a:lnTo>
                <a:lnTo>
                  <a:pt x="539" y="1616"/>
                </a:lnTo>
                <a:lnTo>
                  <a:pt x="539" y="1615"/>
                </a:lnTo>
                <a:lnTo>
                  <a:pt x="538" y="1615"/>
                </a:lnTo>
                <a:lnTo>
                  <a:pt x="538" y="1616"/>
                </a:lnTo>
                <a:lnTo>
                  <a:pt x="536" y="1616"/>
                </a:lnTo>
                <a:lnTo>
                  <a:pt x="535" y="1616"/>
                </a:lnTo>
                <a:lnTo>
                  <a:pt x="535" y="1615"/>
                </a:lnTo>
                <a:lnTo>
                  <a:pt x="535" y="1614"/>
                </a:lnTo>
                <a:lnTo>
                  <a:pt x="533" y="1613"/>
                </a:lnTo>
                <a:lnTo>
                  <a:pt x="532" y="1612"/>
                </a:lnTo>
                <a:lnTo>
                  <a:pt x="531" y="1612"/>
                </a:lnTo>
                <a:lnTo>
                  <a:pt x="530" y="1611"/>
                </a:lnTo>
                <a:lnTo>
                  <a:pt x="530" y="1610"/>
                </a:lnTo>
                <a:lnTo>
                  <a:pt x="530" y="1609"/>
                </a:lnTo>
                <a:lnTo>
                  <a:pt x="531" y="1608"/>
                </a:lnTo>
                <a:lnTo>
                  <a:pt x="530" y="1607"/>
                </a:lnTo>
                <a:lnTo>
                  <a:pt x="529" y="1607"/>
                </a:lnTo>
                <a:lnTo>
                  <a:pt x="528" y="1608"/>
                </a:lnTo>
                <a:lnTo>
                  <a:pt x="527" y="1610"/>
                </a:lnTo>
                <a:lnTo>
                  <a:pt x="526" y="1610"/>
                </a:lnTo>
                <a:lnTo>
                  <a:pt x="524" y="1611"/>
                </a:lnTo>
                <a:lnTo>
                  <a:pt x="524" y="1612"/>
                </a:lnTo>
                <a:lnTo>
                  <a:pt x="523" y="1613"/>
                </a:lnTo>
                <a:lnTo>
                  <a:pt x="522" y="1613"/>
                </a:lnTo>
                <a:lnTo>
                  <a:pt x="520" y="1613"/>
                </a:lnTo>
                <a:lnTo>
                  <a:pt x="519" y="1613"/>
                </a:lnTo>
                <a:lnTo>
                  <a:pt x="518" y="1613"/>
                </a:lnTo>
                <a:lnTo>
                  <a:pt x="517" y="1612"/>
                </a:lnTo>
                <a:lnTo>
                  <a:pt x="516" y="1612"/>
                </a:lnTo>
                <a:lnTo>
                  <a:pt x="515" y="1613"/>
                </a:lnTo>
                <a:lnTo>
                  <a:pt x="515" y="1614"/>
                </a:lnTo>
                <a:lnTo>
                  <a:pt x="514" y="1614"/>
                </a:lnTo>
                <a:lnTo>
                  <a:pt x="513" y="1615"/>
                </a:lnTo>
                <a:lnTo>
                  <a:pt x="512" y="1616"/>
                </a:lnTo>
                <a:lnTo>
                  <a:pt x="511" y="1618"/>
                </a:lnTo>
                <a:lnTo>
                  <a:pt x="511" y="1619"/>
                </a:lnTo>
                <a:lnTo>
                  <a:pt x="510" y="1621"/>
                </a:lnTo>
                <a:lnTo>
                  <a:pt x="509" y="1623"/>
                </a:lnTo>
                <a:lnTo>
                  <a:pt x="509" y="1625"/>
                </a:lnTo>
                <a:lnTo>
                  <a:pt x="510" y="1625"/>
                </a:lnTo>
                <a:lnTo>
                  <a:pt x="511" y="1627"/>
                </a:lnTo>
                <a:lnTo>
                  <a:pt x="511" y="1628"/>
                </a:lnTo>
                <a:lnTo>
                  <a:pt x="512" y="1628"/>
                </a:lnTo>
                <a:lnTo>
                  <a:pt x="513" y="1631"/>
                </a:lnTo>
                <a:lnTo>
                  <a:pt x="513" y="1632"/>
                </a:lnTo>
                <a:lnTo>
                  <a:pt x="513" y="1633"/>
                </a:lnTo>
                <a:lnTo>
                  <a:pt x="514" y="1634"/>
                </a:lnTo>
                <a:lnTo>
                  <a:pt x="515" y="1635"/>
                </a:lnTo>
                <a:lnTo>
                  <a:pt x="515" y="1636"/>
                </a:lnTo>
                <a:lnTo>
                  <a:pt x="515" y="1637"/>
                </a:lnTo>
                <a:lnTo>
                  <a:pt x="515" y="1636"/>
                </a:lnTo>
                <a:lnTo>
                  <a:pt x="514" y="1636"/>
                </a:lnTo>
                <a:lnTo>
                  <a:pt x="513" y="1636"/>
                </a:lnTo>
                <a:lnTo>
                  <a:pt x="512" y="1636"/>
                </a:lnTo>
                <a:lnTo>
                  <a:pt x="511" y="1636"/>
                </a:lnTo>
                <a:lnTo>
                  <a:pt x="510" y="1635"/>
                </a:lnTo>
                <a:lnTo>
                  <a:pt x="509" y="1634"/>
                </a:lnTo>
                <a:lnTo>
                  <a:pt x="508" y="1634"/>
                </a:lnTo>
                <a:lnTo>
                  <a:pt x="507" y="1634"/>
                </a:lnTo>
                <a:lnTo>
                  <a:pt x="507" y="1635"/>
                </a:lnTo>
                <a:lnTo>
                  <a:pt x="506" y="1634"/>
                </a:lnTo>
                <a:lnTo>
                  <a:pt x="505" y="1634"/>
                </a:lnTo>
                <a:lnTo>
                  <a:pt x="504" y="1634"/>
                </a:lnTo>
                <a:lnTo>
                  <a:pt x="504" y="1635"/>
                </a:lnTo>
                <a:lnTo>
                  <a:pt x="504" y="1636"/>
                </a:lnTo>
                <a:lnTo>
                  <a:pt x="503" y="1636"/>
                </a:lnTo>
                <a:lnTo>
                  <a:pt x="502" y="1636"/>
                </a:lnTo>
                <a:lnTo>
                  <a:pt x="500" y="1636"/>
                </a:lnTo>
                <a:lnTo>
                  <a:pt x="500" y="1638"/>
                </a:lnTo>
                <a:lnTo>
                  <a:pt x="500" y="1639"/>
                </a:lnTo>
                <a:lnTo>
                  <a:pt x="501" y="1639"/>
                </a:lnTo>
                <a:lnTo>
                  <a:pt x="501" y="1640"/>
                </a:lnTo>
                <a:lnTo>
                  <a:pt x="500" y="1640"/>
                </a:lnTo>
                <a:lnTo>
                  <a:pt x="500" y="1641"/>
                </a:lnTo>
                <a:lnTo>
                  <a:pt x="499" y="1641"/>
                </a:lnTo>
                <a:lnTo>
                  <a:pt x="498" y="1641"/>
                </a:lnTo>
                <a:lnTo>
                  <a:pt x="498" y="1642"/>
                </a:lnTo>
                <a:lnTo>
                  <a:pt x="497" y="1642"/>
                </a:lnTo>
                <a:lnTo>
                  <a:pt x="497" y="1643"/>
                </a:lnTo>
                <a:lnTo>
                  <a:pt x="495" y="1643"/>
                </a:lnTo>
                <a:lnTo>
                  <a:pt x="490" y="1646"/>
                </a:lnTo>
                <a:lnTo>
                  <a:pt x="489" y="1646"/>
                </a:lnTo>
                <a:lnTo>
                  <a:pt x="486" y="1647"/>
                </a:lnTo>
                <a:lnTo>
                  <a:pt x="485" y="1647"/>
                </a:lnTo>
                <a:lnTo>
                  <a:pt x="484" y="1647"/>
                </a:lnTo>
                <a:lnTo>
                  <a:pt x="483" y="1646"/>
                </a:lnTo>
                <a:lnTo>
                  <a:pt x="482" y="1645"/>
                </a:lnTo>
                <a:lnTo>
                  <a:pt x="480" y="1647"/>
                </a:lnTo>
                <a:lnTo>
                  <a:pt x="479" y="1647"/>
                </a:lnTo>
                <a:lnTo>
                  <a:pt x="476" y="1649"/>
                </a:lnTo>
                <a:lnTo>
                  <a:pt x="476" y="1650"/>
                </a:lnTo>
                <a:lnTo>
                  <a:pt x="477" y="1650"/>
                </a:lnTo>
                <a:lnTo>
                  <a:pt x="477" y="1651"/>
                </a:lnTo>
                <a:lnTo>
                  <a:pt x="476" y="1653"/>
                </a:lnTo>
                <a:lnTo>
                  <a:pt x="475" y="1653"/>
                </a:lnTo>
                <a:lnTo>
                  <a:pt x="475" y="1654"/>
                </a:lnTo>
                <a:lnTo>
                  <a:pt x="475" y="1655"/>
                </a:lnTo>
                <a:lnTo>
                  <a:pt x="476" y="1655"/>
                </a:lnTo>
                <a:lnTo>
                  <a:pt x="476" y="1656"/>
                </a:lnTo>
                <a:lnTo>
                  <a:pt x="474" y="1656"/>
                </a:lnTo>
                <a:lnTo>
                  <a:pt x="474" y="1657"/>
                </a:lnTo>
                <a:lnTo>
                  <a:pt x="473" y="1659"/>
                </a:lnTo>
                <a:lnTo>
                  <a:pt x="473" y="1660"/>
                </a:lnTo>
                <a:lnTo>
                  <a:pt x="474" y="1660"/>
                </a:lnTo>
                <a:lnTo>
                  <a:pt x="474" y="1661"/>
                </a:lnTo>
                <a:lnTo>
                  <a:pt x="474" y="1662"/>
                </a:lnTo>
                <a:lnTo>
                  <a:pt x="474" y="1663"/>
                </a:lnTo>
                <a:lnTo>
                  <a:pt x="473" y="1663"/>
                </a:lnTo>
                <a:lnTo>
                  <a:pt x="473" y="1664"/>
                </a:lnTo>
                <a:lnTo>
                  <a:pt x="473" y="1665"/>
                </a:lnTo>
                <a:lnTo>
                  <a:pt x="473" y="1666"/>
                </a:lnTo>
                <a:lnTo>
                  <a:pt x="472" y="1666"/>
                </a:lnTo>
                <a:lnTo>
                  <a:pt x="471" y="1666"/>
                </a:lnTo>
                <a:lnTo>
                  <a:pt x="470" y="1666"/>
                </a:lnTo>
                <a:lnTo>
                  <a:pt x="469" y="1666"/>
                </a:lnTo>
                <a:lnTo>
                  <a:pt x="469" y="1667"/>
                </a:lnTo>
                <a:lnTo>
                  <a:pt x="468" y="1667"/>
                </a:lnTo>
                <a:lnTo>
                  <a:pt x="468" y="1668"/>
                </a:lnTo>
                <a:lnTo>
                  <a:pt x="468" y="1669"/>
                </a:lnTo>
                <a:lnTo>
                  <a:pt x="468" y="1670"/>
                </a:lnTo>
                <a:lnTo>
                  <a:pt x="466" y="1671"/>
                </a:lnTo>
                <a:lnTo>
                  <a:pt x="465" y="1670"/>
                </a:lnTo>
                <a:lnTo>
                  <a:pt x="464" y="1669"/>
                </a:lnTo>
                <a:lnTo>
                  <a:pt x="463" y="1669"/>
                </a:lnTo>
                <a:lnTo>
                  <a:pt x="461" y="1669"/>
                </a:lnTo>
                <a:lnTo>
                  <a:pt x="460" y="1669"/>
                </a:lnTo>
                <a:lnTo>
                  <a:pt x="460" y="1670"/>
                </a:lnTo>
                <a:lnTo>
                  <a:pt x="460" y="1673"/>
                </a:lnTo>
                <a:lnTo>
                  <a:pt x="461" y="1673"/>
                </a:lnTo>
                <a:lnTo>
                  <a:pt x="460" y="1675"/>
                </a:lnTo>
                <a:lnTo>
                  <a:pt x="460" y="1676"/>
                </a:lnTo>
                <a:lnTo>
                  <a:pt x="459" y="1677"/>
                </a:lnTo>
                <a:lnTo>
                  <a:pt x="458" y="1678"/>
                </a:lnTo>
                <a:lnTo>
                  <a:pt x="458" y="1679"/>
                </a:lnTo>
                <a:lnTo>
                  <a:pt x="457" y="1679"/>
                </a:lnTo>
                <a:lnTo>
                  <a:pt x="457" y="1680"/>
                </a:lnTo>
                <a:lnTo>
                  <a:pt x="455" y="1682"/>
                </a:lnTo>
                <a:lnTo>
                  <a:pt x="453" y="1684"/>
                </a:lnTo>
                <a:lnTo>
                  <a:pt x="453" y="1686"/>
                </a:lnTo>
                <a:lnTo>
                  <a:pt x="453" y="1687"/>
                </a:lnTo>
                <a:lnTo>
                  <a:pt x="453" y="1689"/>
                </a:lnTo>
                <a:lnTo>
                  <a:pt x="453" y="1690"/>
                </a:lnTo>
                <a:lnTo>
                  <a:pt x="452" y="1690"/>
                </a:lnTo>
                <a:lnTo>
                  <a:pt x="451" y="1690"/>
                </a:lnTo>
                <a:lnTo>
                  <a:pt x="450" y="1690"/>
                </a:lnTo>
                <a:lnTo>
                  <a:pt x="448" y="1691"/>
                </a:lnTo>
                <a:lnTo>
                  <a:pt x="448" y="1692"/>
                </a:lnTo>
                <a:lnTo>
                  <a:pt x="448" y="1693"/>
                </a:lnTo>
                <a:lnTo>
                  <a:pt x="449" y="1693"/>
                </a:lnTo>
                <a:lnTo>
                  <a:pt x="449" y="1694"/>
                </a:lnTo>
                <a:lnTo>
                  <a:pt x="450" y="1694"/>
                </a:lnTo>
                <a:lnTo>
                  <a:pt x="450" y="1695"/>
                </a:lnTo>
                <a:lnTo>
                  <a:pt x="449" y="1695"/>
                </a:lnTo>
                <a:lnTo>
                  <a:pt x="449" y="1696"/>
                </a:lnTo>
                <a:lnTo>
                  <a:pt x="449" y="1697"/>
                </a:lnTo>
                <a:lnTo>
                  <a:pt x="449" y="1698"/>
                </a:lnTo>
                <a:lnTo>
                  <a:pt x="446" y="1698"/>
                </a:lnTo>
                <a:lnTo>
                  <a:pt x="446" y="1699"/>
                </a:lnTo>
                <a:lnTo>
                  <a:pt x="445" y="1700"/>
                </a:lnTo>
                <a:lnTo>
                  <a:pt x="444" y="1701"/>
                </a:lnTo>
                <a:lnTo>
                  <a:pt x="444" y="1702"/>
                </a:lnTo>
                <a:lnTo>
                  <a:pt x="445" y="1702"/>
                </a:lnTo>
                <a:lnTo>
                  <a:pt x="444" y="1702"/>
                </a:lnTo>
                <a:lnTo>
                  <a:pt x="443" y="1703"/>
                </a:lnTo>
                <a:lnTo>
                  <a:pt x="442" y="1703"/>
                </a:lnTo>
                <a:lnTo>
                  <a:pt x="442" y="1704"/>
                </a:lnTo>
                <a:lnTo>
                  <a:pt x="442" y="1705"/>
                </a:lnTo>
                <a:lnTo>
                  <a:pt x="441" y="1706"/>
                </a:lnTo>
                <a:lnTo>
                  <a:pt x="442" y="1706"/>
                </a:lnTo>
                <a:lnTo>
                  <a:pt x="443" y="1707"/>
                </a:lnTo>
                <a:lnTo>
                  <a:pt x="443" y="1708"/>
                </a:lnTo>
                <a:lnTo>
                  <a:pt x="442" y="1708"/>
                </a:lnTo>
                <a:lnTo>
                  <a:pt x="442" y="1707"/>
                </a:lnTo>
                <a:lnTo>
                  <a:pt x="441" y="1707"/>
                </a:lnTo>
                <a:lnTo>
                  <a:pt x="441" y="1708"/>
                </a:lnTo>
                <a:lnTo>
                  <a:pt x="442" y="1708"/>
                </a:lnTo>
                <a:lnTo>
                  <a:pt x="441" y="1709"/>
                </a:lnTo>
                <a:lnTo>
                  <a:pt x="441" y="1710"/>
                </a:lnTo>
                <a:lnTo>
                  <a:pt x="440" y="1710"/>
                </a:lnTo>
                <a:lnTo>
                  <a:pt x="439" y="1710"/>
                </a:lnTo>
                <a:lnTo>
                  <a:pt x="438" y="1710"/>
                </a:lnTo>
                <a:lnTo>
                  <a:pt x="438" y="1711"/>
                </a:lnTo>
                <a:lnTo>
                  <a:pt x="438" y="1712"/>
                </a:lnTo>
                <a:lnTo>
                  <a:pt x="438" y="1713"/>
                </a:lnTo>
                <a:lnTo>
                  <a:pt x="437" y="1713"/>
                </a:lnTo>
                <a:lnTo>
                  <a:pt x="437" y="1712"/>
                </a:lnTo>
                <a:lnTo>
                  <a:pt x="436" y="1712"/>
                </a:lnTo>
                <a:lnTo>
                  <a:pt x="436" y="1713"/>
                </a:lnTo>
                <a:lnTo>
                  <a:pt x="435" y="1713"/>
                </a:lnTo>
                <a:lnTo>
                  <a:pt x="434" y="1714"/>
                </a:lnTo>
                <a:lnTo>
                  <a:pt x="434" y="1713"/>
                </a:lnTo>
                <a:lnTo>
                  <a:pt x="433" y="1713"/>
                </a:lnTo>
                <a:lnTo>
                  <a:pt x="432" y="1713"/>
                </a:lnTo>
                <a:lnTo>
                  <a:pt x="430" y="1713"/>
                </a:lnTo>
                <a:lnTo>
                  <a:pt x="428" y="1713"/>
                </a:lnTo>
                <a:lnTo>
                  <a:pt x="427" y="1713"/>
                </a:lnTo>
                <a:lnTo>
                  <a:pt x="426" y="1712"/>
                </a:lnTo>
                <a:lnTo>
                  <a:pt x="426" y="1711"/>
                </a:lnTo>
                <a:lnTo>
                  <a:pt x="426" y="1710"/>
                </a:lnTo>
                <a:lnTo>
                  <a:pt x="425" y="1710"/>
                </a:lnTo>
                <a:lnTo>
                  <a:pt x="423" y="1711"/>
                </a:lnTo>
                <a:lnTo>
                  <a:pt x="423" y="1712"/>
                </a:lnTo>
                <a:lnTo>
                  <a:pt x="423" y="1713"/>
                </a:lnTo>
                <a:lnTo>
                  <a:pt x="422" y="1713"/>
                </a:lnTo>
                <a:lnTo>
                  <a:pt x="422" y="1714"/>
                </a:lnTo>
                <a:lnTo>
                  <a:pt x="421" y="1714"/>
                </a:lnTo>
                <a:lnTo>
                  <a:pt x="420" y="1713"/>
                </a:lnTo>
                <a:lnTo>
                  <a:pt x="419" y="1713"/>
                </a:lnTo>
                <a:lnTo>
                  <a:pt x="418" y="1713"/>
                </a:lnTo>
                <a:lnTo>
                  <a:pt x="417" y="1713"/>
                </a:lnTo>
                <a:lnTo>
                  <a:pt x="416" y="1713"/>
                </a:lnTo>
                <a:lnTo>
                  <a:pt x="415" y="1712"/>
                </a:lnTo>
                <a:lnTo>
                  <a:pt x="415" y="1711"/>
                </a:lnTo>
                <a:lnTo>
                  <a:pt x="415" y="1710"/>
                </a:lnTo>
                <a:lnTo>
                  <a:pt x="414" y="1710"/>
                </a:lnTo>
                <a:lnTo>
                  <a:pt x="413" y="1710"/>
                </a:lnTo>
                <a:lnTo>
                  <a:pt x="411" y="1710"/>
                </a:lnTo>
                <a:lnTo>
                  <a:pt x="410" y="1710"/>
                </a:lnTo>
                <a:lnTo>
                  <a:pt x="410" y="1709"/>
                </a:lnTo>
                <a:lnTo>
                  <a:pt x="410" y="1708"/>
                </a:lnTo>
                <a:lnTo>
                  <a:pt x="409" y="1708"/>
                </a:lnTo>
                <a:lnTo>
                  <a:pt x="409" y="1707"/>
                </a:lnTo>
                <a:lnTo>
                  <a:pt x="408" y="1707"/>
                </a:lnTo>
                <a:lnTo>
                  <a:pt x="408" y="1708"/>
                </a:lnTo>
                <a:lnTo>
                  <a:pt x="407" y="1709"/>
                </a:lnTo>
                <a:lnTo>
                  <a:pt x="402" y="1710"/>
                </a:lnTo>
                <a:lnTo>
                  <a:pt x="402" y="1709"/>
                </a:lnTo>
                <a:lnTo>
                  <a:pt x="401" y="1709"/>
                </a:lnTo>
                <a:lnTo>
                  <a:pt x="400" y="1708"/>
                </a:lnTo>
                <a:lnTo>
                  <a:pt x="399" y="1709"/>
                </a:lnTo>
                <a:lnTo>
                  <a:pt x="398" y="1709"/>
                </a:lnTo>
                <a:lnTo>
                  <a:pt x="397" y="1708"/>
                </a:lnTo>
                <a:lnTo>
                  <a:pt x="395" y="1707"/>
                </a:lnTo>
                <a:lnTo>
                  <a:pt x="394" y="1707"/>
                </a:lnTo>
                <a:lnTo>
                  <a:pt x="394" y="1708"/>
                </a:lnTo>
                <a:lnTo>
                  <a:pt x="392" y="1708"/>
                </a:lnTo>
                <a:lnTo>
                  <a:pt x="391" y="1708"/>
                </a:lnTo>
                <a:lnTo>
                  <a:pt x="390" y="1708"/>
                </a:lnTo>
                <a:lnTo>
                  <a:pt x="389" y="1708"/>
                </a:lnTo>
                <a:lnTo>
                  <a:pt x="388" y="1708"/>
                </a:lnTo>
                <a:lnTo>
                  <a:pt x="388" y="1707"/>
                </a:lnTo>
                <a:lnTo>
                  <a:pt x="388" y="1706"/>
                </a:lnTo>
                <a:lnTo>
                  <a:pt x="387" y="1706"/>
                </a:lnTo>
                <a:lnTo>
                  <a:pt x="386" y="1706"/>
                </a:lnTo>
                <a:lnTo>
                  <a:pt x="385" y="1706"/>
                </a:lnTo>
                <a:lnTo>
                  <a:pt x="384" y="1706"/>
                </a:lnTo>
                <a:lnTo>
                  <a:pt x="384" y="1705"/>
                </a:lnTo>
                <a:lnTo>
                  <a:pt x="382" y="1705"/>
                </a:lnTo>
                <a:lnTo>
                  <a:pt x="380" y="1705"/>
                </a:lnTo>
                <a:lnTo>
                  <a:pt x="379" y="1705"/>
                </a:lnTo>
                <a:lnTo>
                  <a:pt x="379" y="1706"/>
                </a:lnTo>
                <a:lnTo>
                  <a:pt x="377" y="1707"/>
                </a:lnTo>
                <a:lnTo>
                  <a:pt x="376" y="1706"/>
                </a:lnTo>
                <a:lnTo>
                  <a:pt x="375" y="1706"/>
                </a:lnTo>
                <a:lnTo>
                  <a:pt x="374" y="1706"/>
                </a:lnTo>
                <a:lnTo>
                  <a:pt x="373" y="1706"/>
                </a:lnTo>
                <a:lnTo>
                  <a:pt x="372" y="1706"/>
                </a:lnTo>
                <a:lnTo>
                  <a:pt x="371" y="1705"/>
                </a:lnTo>
                <a:lnTo>
                  <a:pt x="372" y="1704"/>
                </a:lnTo>
                <a:lnTo>
                  <a:pt x="371" y="1704"/>
                </a:lnTo>
                <a:lnTo>
                  <a:pt x="371" y="1703"/>
                </a:lnTo>
                <a:lnTo>
                  <a:pt x="370" y="1703"/>
                </a:lnTo>
                <a:lnTo>
                  <a:pt x="369" y="1703"/>
                </a:lnTo>
                <a:lnTo>
                  <a:pt x="369" y="1702"/>
                </a:lnTo>
                <a:lnTo>
                  <a:pt x="369" y="1701"/>
                </a:lnTo>
                <a:lnTo>
                  <a:pt x="369" y="1700"/>
                </a:lnTo>
                <a:lnTo>
                  <a:pt x="368" y="1701"/>
                </a:lnTo>
                <a:lnTo>
                  <a:pt x="367" y="1701"/>
                </a:lnTo>
                <a:lnTo>
                  <a:pt x="367" y="1702"/>
                </a:lnTo>
                <a:lnTo>
                  <a:pt x="365" y="1702"/>
                </a:lnTo>
                <a:lnTo>
                  <a:pt x="363" y="1702"/>
                </a:lnTo>
                <a:lnTo>
                  <a:pt x="362" y="1702"/>
                </a:lnTo>
                <a:lnTo>
                  <a:pt x="360" y="1703"/>
                </a:lnTo>
                <a:lnTo>
                  <a:pt x="359" y="1702"/>
                </a:lnTo>
                <a:lnTo>
                  <a:pt x="357" y="1705"/>
                </a:lnTo>
                <a:lnTo>
                  <a:pt x="356" y="1706"/>
                </a:lnTo>
                <a:lnTo>
                  <a:pt x="356" y="1709"/>
                </a:lnTo>
                <a:lnTo>
                  <a:pt x="355" y="1710"/>
                </a:lnTo>
                <a:lnTo>
                  <a:pt x="354" y="1711"/>
                </a:lnTo>
                <a:lnTo>
                  <a:pt x="354" y="1712"/>
                </a:lnTo>
                <a:lnTo>
                  <a:pt x="353" y="1712"/>
                </a:lnTo>
                <a:lnTo>
                  <a:pt x="353" y="1711"/>
                </a:lnTo>
                <a:lnTo>
                  <a:pt x="352" y="1711"/>
                </a:lnTo>
                <a:lnTo>
                  <a:pt x="352" y="1710"/>
                </a:lnTo>
                <a:lnTo>
                  <a:pt x="351" y="1710"/>
                </a:lnTo>
                <a:lnTo>
                  <a:pt x="351" y="1709"/>
                </a:lnTo>
                <a:lnTo>
                  <a:pt x="350" y="1709"/>
                </a:lnTo>
                <a:lnTo>
                  <a:pt x="350" y="1708"/>
                </a:lnTo>
                <a:lnTo>
                  <a:pt x="349" y="1708"/>
                </a:lnTo>
                <a:lnTo>
                  <a:pt x="348" y="1707"/>
                </a:lnTo>
                <a:lnTo>
                  <a:pt x="348" y="1706"/>
                </a:lnTo>
                <a:lnTo>
                  <a:pt x="347" y="1706"/>
                </a:lnTo>
                <a:lnTo>
                  <a:pt x="348" y="1706"/>
                </a:lnTo>
                <a:lnTo>
                  <a:pt x="347" y="1706"/>
                </a:lnTo>
                <a:lnTo>
                  <a:pt x="347" y="1705"/>
                </a:lnTo>
                <a:lnTo>
                  <a:pt x="347" y="1704"/>
                </a:lnTo>
                <a:lnTo>
                  <a:pt x="347" y="1703"/>
                </a:lnTo>
                <a:lnTo>
                  <a:pt x="348" y="1703"/>
                </a:lnTo>
                <a:lnTo>
                  <a:pt x="347" y="1703"/>
                </a:lnTo>
                <a:lnTo>
                  <a:pt x="346" y="1702"/>
                </a:lnTo>
                <a:lnTo>
                  <a:pt x="345" y="1702"/>
                </a:lnTo>
                <a:lnTo>
                  <a:pt x="345" y="1703"/>
                </a:lnTo>
                <a:lnTo>
                  <a:pt x="344" y="1703"/>
                </a:lnTo>
                <a:lnTo>
                  <a:pt x="344" y="1704"/>
                </a:lnTo>
                <a:lnTo>
                  <a:pt x="343" y="1704"/>
                </a:lnTo>
                <a:lnTo>
                  <a:pt x="343" y="1705"/>
                </a:lnTo>
                <a:lnTo>
                  <a:pt x="342" y="1705"/>
                </a:lnTo>
                <a:lnTo>
                  <a:pt x="342" y="1704"/>
                </a:lnTo>
                <a:lnTo>
                  <a:pt x="341" y="1704"/>
                </a:lnTo>
                <a:lnTo>
                  <a:pt x="341" y="1705"/>
                </a:lnTo>
                <a:lnTo>
                  <a:pt x="340" y="1705"/>
                </a:lnTo>
                <a:lnTo>
                  <a:pt x="340" y="1706"/>
                </a:lnTo>
                <a:lnTo>
                  <a:pt x="340" y="1705"/>
                </a:lnTo>
                <a:lnTo>
                  <a:pt x="339" y="1705"/>
                </a:lnTo>
                <a:lnTo>
                  <a:pt x="339" y="1704"/>
                </a:lnTo>
                <a:lnTo>
                  <a:pt x="338" y="1704"/>
                </a:lnTo>
                <a:lnTo>
                  <a:pt x="338" y="1703"/>
                </a:lnTo>
                <a:lnTo>
                  <a:pt x="338" y="1702"/>
                </a:lnTo>
                <a:lnTo>
                  <a:pt x="337" y="1702"/>
                </a:lnTo>
                <a:lnTo>
                  <a:pt x="337" y="1701"/>
                </a:lnTo>
                <a:lnTo>
                  <a:pt x="338" y="1701"/>
                </a:lnTo>
                <a:lnTo>
                  <a:pt x="339" y="1701"/>
                </a:lnTo>
                <a:lnTo>
                  <a:pt x="339" y="1700"/>
                </a:lnTo>
                <a:lnTo>
                  <a:pt x="339" y="1699"/>
                </a:lnTo>
                <a:lnTo>
                  <a:pt x="338" y="1699"/>
                </a:lnTo>
                <a:lnTo>
                  <a:pt x="338" y="1698"/>
                </a:lnTo>
                <a:lnTo>
                  <a:pt x="337" y="1698"/>
                </a:lnTo>
                <a:lnTo>
                  <a:pt x="337" y="1697"/>
                </a:lnTo>
                <a:lnTo>
                  <a:pt x="337" y="1696"/>
                </a:lnTo>
                <a:lnTo>
                  <a:pt x="336" y="1696"/>
                </a:lnTo>
                <a:lnTo>
                  <a:pt x="335" y="1696"/>
                </a:lnTo>
                <a:lnTo>
                  <a:pt x="335" y="1695"/>
                </a:lnTo>
                <a:lnTo>
                  <a:pt x="334" y="1695"/>
                </a:lnTo>
                <a:lnTo>
                  <a:pt x="334" y="1694"/>
                </a:lnTo>
                <a:lnTo>
                  <a:pt x="333" y="1694"/>
                </a:lnTo>
                <a:lnTo>
                  <a:pt x="333" y="1693"/>
                </a:lnTo>
                <a:lnTo>
                  <a:pt x="333" y="1692"/>
                </a:lnTo>
                <a:lnTo>
                  <a:pt x="332" y="1692"/>
                </a:lnTo>
                <a:lnTo>
                  <a:pt x="332" y="1691"/>
                </a:lnTo>
                <a:lnTo>
                  <a:pt x="331" y="1691"/>
                </a:lnTo>
                <a:lnTo>
                  <a:pt x="330" y="1691"/>
                </a:lnTo>
                <a:lnTo>
                  <a:pt x="329" y="1691"/>
                </a:lnTo>
                <a:lnTo>
                  <a:pt x="329" y="1690"/>
                </a:lnTo>
                <a:lnTo>
                  <a:pt x="328" y="1690"/>
                </a:lnTo>
                <a:lnTo>
                  <a:pt x="328" y="1689"/>
                </a:lnTo>
                <a:lnTo>
                  <a:pt x="327" y="1689"/>
                </a:lnTo>
                <a:lnTo>
                  <a:pt x="327" y="1688"/>
                </a:lnTo>
                <a:lnTo>
                  <a:pt x="328" y="1688"/>
                </a:lnTo>
                <a:lnTo>
                  <a:pt x="329" y="1688"/>
                </a:lnTo>
                <a:lnTo>
                  <a:pt x="329" y="1687"/>
                </a:lnTo>
                <a:lnTo>
                  <a:pt x="329" y="1686"/>
                </a:lnTo>
                <a:lnTo>
                  <a:pt x="330" y="1686"/>
                </a:lnTo>
                <a:lnTo>
                  <a:pt x="330" y="1685"/>
                </a:lnTo>
                <a:lnTo>
                  <a:pt x="329" y="1685"/>
                </a:lnTo>
                <a:lnTo>
                  <a:pt x="329" y="1684"/>
                </a:lnTo>
                <a:lnTo>
                  <a:pt x="328" y="1684"/>
                </a:lnTo>
                <a:lnTo>
                  <a:pt x="328" y="1683"/>
                </a:lnTo>
                <a:lnTo>
                  <a:pt x="327" y="1683"/>
                </a:lnTo>
                <a:lnTo>
                  <a:pt x="327" y="1682"/>
                </a:lnTo>
                <a:lnTo>
                  <a:pt x="326" y="1682"/>
                </a:lnTo>
                <a:lnTo>
                  <a:pt x="326" y="1681"/>
                </a:lnTo>
                <a:lnTo>
                  <a:pt x="327" y="1681"/>
                </a:lnTo>
                <a:lnTo>
                  <a:pt x="326" y="1680"/>
                </a:lnTo>
                <a:lnTo>
                  <a:pt x="327" y="1680"/>
                </a:lnTo>
                <a:lnTo>
                  <a:pt x="326" y="1680"/>
                </a:lnTo>
                <a:lnTo>
                  <a:pt x="326" y="1679"/>
                </a:lnTo>
                <a:lnTo>
                  <a:pt x="327" y="1679"/>
                </a:lnTo>
                <a:lnTo>
                  <a:pt x="326" y="1679"/>
                </a:lnTo>
                <a:lnTo>
                  <a:pt x="326" y="1678"/>
                </a:lnTo>
                <a:lnTo>
                  <a:pt x="325" y="1678"/>
                </a:lnTo>
                <a:lnTo>
                  <a:pt x="324" y="1678"/>
                </a:lnTo>
                <a:lnTo>
                  <a:pt x="324" y="1677"/>
                </a:lnTo>
                <a:lnTo>
                  <a:pt x="323" y="1677"/>
                </a:lnTo>
                <a:lnTo>
                  <a:pt x="323" y="1676"/>
                </a:lnTo>
                <a:lnTo>
                  <a:pt x="323" y="1677"/>
                </a:lnTo>
                <a:lnTo>
                  <a:pt x="322" y="1677"/>
                </a:lnTo>
                <a:lnTo>
                  <a:pt x="322" y="1676"/>
                </a:lnTo>
                <a:lnTo>
                  <a:pt x="321" y="1676"/>
                </a:lnTo>
                <a:lnTo>
                  <a:pt x="321" y="1675"/>
                </a:lnTo>
                <a:lnTo>
                  <a:pt x="320" y="1675"/>
                </a:lnTo>
                <a:lnTo>
                  <a:pt x="319" y="1675"/>
                </a:lnTo>
                <a:lnTo>
                  <a:pt x="318" y="1675"/>
                </a:lnTo>
                <a:lnTo>
                  <a:pt x="317" y="1674"/>
                </a:lnTo>
                <a:lnTo>
                  <a:pt x="317" y="1675"/>
                </a:lnTo>
                <a:lnTo>
                  <a:pt x="316" y="1675"/>
                </a:lnTo>
                <a:lnTo>
                  <a:pt x="315" y="1675"/>
                </a:lnTo>
                <a:lnTo>
                  <a:pt x="315" y="1676"/>
                </a:lnTo>
                <a:lnTo>
                  <a:pt x="315" y="1677"/>
                </a:lnTo>
                <a:lnTo>
                  <a:pt x="314" y="1677"/>
                </a:lnTo>
                <a:lnTo>
                  <a:pt x="314" y="1678"/>
                </a:lnTo>
                <a:lnTo>
                  <a:pt x="313" y="1678"/>
                </a:lnTo>
                <a:lnTo>
                  <a:pt x="313" y="1677"/>
                </a:lnTo>
                <a:lnTo>
                  <a:pt x="312" y="1677"/>
                </a:lnTo>
                <a:lnTo>
                  <a:pt x="311" y="1677"/>
                </a:lnTo>
                <a:lnTo>
                  <a:pt x="311" y="1676"/>
                </a:lnTo>
                <a:lnTo>
                  <a:pt x="311" y="1675"/>
                </a:lnTo>
                <a:lnTo>
                  <a:pt x="312" y="1675"/>
                </a:lnTo>
                <a:lnTo>
                  <a:pt x="312" y="1674"/>
                </a:lnTo>
                <a:lnTo>
                  <a:pt x="311" y="1674"/>
                </a:lnTo>
                <a:lnTo>
                  <a:pt x="311" y="1673"/>
                </a:lnTo>
                <a:lnTo>
                  <a:pt x="312" y="1673"/>
                </a:lnTo>
                <a:lnTo>
                  <a:pt x="312" y="1672"/>
                </a:lnTo>
                <a:lnTo>
                  <a:pt x="312" y="1671"/>
                </a:lnTo>
                <a:lnTo>
                  <a:pt x="313" y="1671"/>
                </a:lnTo>
                <a:lnTo>
                  <a:pt x="312" y="1671"/>
                </a:lnTo>
                <a:lnTo>
                  <a:pt x="312" y="1670"/>
                </a:lnTo>
                <a:lnTo>
                  <a:pt x="312" y="1669"/>
                </a:lnTo>
                <a:lnTo>
                  <a:pt x="312" y="1668"/>
                </a:lnTo>
                <a:lnTo>
                  <a:pt x="311" y="1668"/>
                </a:lnTo>
                <a:lnTo>
                  <a:pt x="311" y="1667"/>
                </a:lnTo>
                <a:lnTo>
                  <a:pt x="310" y="1667"/>
                </a:lnTo>
                <a:lnTo>
                  <a:pt x="309" y="1667"/>
                </a:lnTo>
                <a:lnTo>
                  <a:pt x="308" y="1667"/>
                </a:lnTo>
                <a:lnTo>
                  <a:pt x="308" y="1666"/>
                </a:lnTo>
                <a:lnTo>
                  <a:pt x="307" y="1666"/>
                </a:lnTo>
                <a:lnTo>
                  <a:pt x="306" y="1666"/>
                </a:lnTo>
                <a:lnTo>
                  <a:pt x="305" y="1666"/>
                </a:lnTo>
                <a:lnTo>
                  <a:pt x="305" y="1667"/>
                </a:lnTo>
                <a:lnTo>
                  <a:pt x="304" y="1667"/>
                </a:lnTo>
                <a:lnTo>
                  <a:pt x="303" y="1667"/>
                </a:lnTo>
                <a:lnTo>
                  <a:pt x="303" y="1666"/>
                </a:lnTo>
                <a:lnTo>
                  <a:pt x="302" y="1667"/>
                </a:lnTo>
                <a:lnTo>
                  <a:pt x="301" y="1668"/>
                </a:lnTo>
                <a:lnTo>
                  <a:pt x="301" y="1669"/>
                </a:lnTo>
                <a:lnTo>
                  <a:pt x="300" y="1669"/>
                </a:lnTo>
                <a:lnTo>
                  <a:pt x="299" y="1668"/>
                </a:lnTo>
                <a:lnTo>
                  <a:pt x="299" y="1667"/>
                </a:lnTo>
                <a:lnTo>
                  <a:pt x="299" y="1666"/>
                </a:lnTo>
                <a:lnTo>
                  <a:pt x="300" y="1666"/>
                </a:lnTo>
                <a:lnTo>
                  <a:pt x="300" y="1665"/>
                </a:lnTo>
                <a:lnTo>
                  <a:pt x="300" y="1664"/>
                </a:lnTo>
                <a:lnTo>
                  <a:pt x="300" y="1663"/>
                </a:lnTo>
                <a:lnTo>
                  <a:pt x="301" y="1663"/>
                </a:lnTo>
                <a:lnTo>
                  <a:pt x="300" y="1663"/>
                </a:lnTo>
                <a:lnTo>
                  <a:pt x="300" y="1662"/>
                </a:lnTo>
                <a:lnTo>
                  <a:pt x="299" y="1662"/>
                </a:lnTo>
                <a:lnTo>
                  <a:pt x="299" y="1661"/>
                </a:lnTo>
                <a:lnTo>
                  <a:pt x="298" y="1661"/>
                </a:lnTo>
                <a:lnTo>
                  <a:pt x="298" y="1660"/>
                </a:lnTo>
                <a:lnTo>
                  <a:pt x="297" y="1660"/>
                </a:lnTo>
                <a:lnTo>
                  <a:pt x="297" y="1659"/>
                </a:lnTo>
                <a:lnTo>
                  <a:pt x="296" y="1659"/>
                </a:lnTo>
                <a:lnTo>
                  <a:pt x="295" y="1659"/>
                </a:lnTo>
                <a:lnTo>
                  <a:pt x="294" y="1659"/>
                </a:lnTo>
                <a:lnTo>
                  <a:pt x="293" y="1659"/>
                </a:lnTo>
                <a:lnTo>
                  <a:pt x="292" y="1659"/>
                </a:lnTo>
                <a:lnTo>
                  <a:pt x="291" y="1658"/>
                </a:lnTo>
                <a:lnTo>
                  <a:pt x="291" y="1657"/>
                </a:lnTo>
                <a:lnTo>
                  <a:pt x="290" y="1657"/>
                </a:lnTo>
                <a:lnTo>
                  <a:pt x="289" y="1657"/>
                </a:lnTo>
                <a:lnTo>
                  <a:pt x="289" y="1656"/>
                </a:lnTo>
                <a:lnTo>
                  <a:pt x="288" y="1656"/>
                </a:lnTo>
                <a:lnTo>
                  <a:pt x="287" y="1656"/>
                </a:lnTo>
                <a:lnTo>
                  <a:pt x="287" y="1655"/>
                </a:lnTo>
                <a:lnTo>
                  <a:pt x="287" y="1654"/>
                </a:lnTo>
                <a:lnTo>
                  <a:pt x="286" y="1654"/>
                </a:lnTo>
                <a:lnTo>
                  <a:pt x="286" y="1653"/>
                </a:lnTo>
                <a:lnTo>
                  <a:pt x="286" y="1652"/>
                </a:lnTo>
                <a:lnTo>
                  <a:pt x="286" y="1651"/>
                </a:lnTo>
                <a:lnTo>
                  <a:pt x="286" y="1650"/>
                </a:lnTo>
                <a:lnTo>
                  <a:pt x="286" y="1649"/>
                </a:lnTo>
                <a:lnTo>
                  <a:pt x="287" y="1649"/>
                </a:lnTo>
                <a:lnTo>
                  <a:pt x="287" y="1648"/>
                </a:lnTo>
                <a:lnTo>
                  <a:pt x="288" y="1648"/>
                </a:lnTo>
                <a:lnTo>
                  <a:pt x="288" y="1647"/>
                </a:lnTo>
                <a:lnTo>
                  <a:pt x="288" y="1646"/>
                </a:lnTo>
                <a:lnTo>
                  <a:pt x="289" y="1646"/>
                </a:lnTo>
                <a:lnTo>
                  <a:pt x="289" y="1645"/>
                </a:lnTo>
                <a:lnTo>
                  <a:pt x="289" y="1644"/>
                </a:lnTo>
                <a:lnTo>
                  <a:pt x="288" y="1644"/>
                </a:lnTo>
                <a:lnTo>
                  <a:pt x="288" y="1643"/>
                </a:lnTo>
                <a:lnTo>
                  <a:pt x="287" y="1643"/>
                </a:lnTo>
                <a:lnTo>
                  <a:pt x="286" y="1643"/>
                </a:lnTo>
                <a:lnTo>
                  <a:pt x="286" y="1642"/>
                </a:lnTo>
                <a:lnTo>
                  <a:pt x="285" y="1642"/>
                </a:lnTo>
                <a:lnTo>
                  <a:pt x="285" y="1641"/>
                </a:lnTo>
                <a:lnTo>
                  <a:pt x="284" y="1641"/>
                </a:lnTo>
                <a:lnTo>
                  <a:pt x="283" y="1641"/>
                </a:lnTo>
                <a:lnTo>
                  <a:pt x="283" y="1640"/>
                </a:lnTo>
                <a:lnTo>
                  <a:pt x="283" y="1639"/>
                </a:lnTo>
                <a:lnTo>
                  <a:pt x="283" y="1638"/>
                </a:lnTo>
                <a:lnTo>
                  <a:pt x="283" y="1637"/>
                </a:lnTo>
                <a:lnTo>
                  <a:pt x="283" y="1636"/>
                </a:lnTo>
                <a:lnTo>
                  <a:pt x="284" y="1636"/>
                </a:lnTo>
                <a:lnTo>
                  <a:pt x="285" y="1635"/>
                </a:lnTo>
                <a:lnTo>
                  <a:pt x="285" y="1634"/>
                </a:lnTo>
                <a:lnTo>
                  <a:pt x="286" y="1634"/>
                </a:lnTo>
                <a:lnTo>
                  <a:pt x="287" y="1634"/>
                </a:lnTo>
                <a:lnTo>
                  <a:pt x="287" y="1633"/>
                </a:lnTo>
                <a:lnTo>
                  <a:pt x="287" y="1632"/>
                </a:lnTo>
                <a:lnTo>
                  <a:pt x="288" y="1632"/>
                </a:lnTo>
                <a:lnTo>
                  <a:pt x="288" y="1631"/>
                </a:lnTo>
                <a:lnTo>
                  <a:pt x="288" y="1630"/>
                </a:lnTo>
                <a:lnTo>
                  <a:pt x="288" y="1629"/>
                </a:lnTo>
                <a:lnTo>
                  <a:pt x="288" y="1628"/>
                </a:lnTo>
                <a:lnTo>
                  <a:pt x="289" y="1628"/>
                </a:lnTo>
                <a:lnTo>
                  <a:pt x="289" y="1627"/>
                </a:lnTo>
                <a:lnTo>
                  <a:pt x="289" y="1626"/>
                </a:lnTo>
                <a:lnTo>
                  <a:pt x="290" y="1626"/>
                </a:lnTo>
                <a:lnTo>
                  <a:pt x="290" y="1625"/>
                </a:lnTo>
                <a:lnTo>
                  <a:pt x="290" y="1624"/>
                </a:lnTo>
                <a:lnTo>
                  <a:pt x="289" y="1624"/>
                </a:lnTo>
                <a:lnTo>
                  <a:pt x="290" y="1624"/>
                </a:lnTo>
                <a:lnTo>
                  <a:pt x="289" y="1624"/>
                </a:lnTo>
                <a:lnTo>
                  <a:pt x="290" y="1624"/>
                </a:lnTo>
                <a:lnTo>
                  <a:pt x="290" y="1623"/>
                </a:lnTo>
                <a:lnTo>
                  <a:pt x="291" y="1623"/>
                </a:lnTo>
                <a:lnTo>
                  <a:pt x="291" y="1622"/>
                </a:lnTo>
                <a:lnTo>
                  <a:pt x="291" y="1621"/>
                </a:lnTo>
                <a:lnTo>
                  <a:pt x="291" y="1620"/>
                </a:lnTo>
                <a:lnTo>
                  <a:pt x="290" y="1620"/>
                </a:lnTo>
                <a:lnTo>
                  <a:pt x="290" y="1619"/>
                </a:lnTo>
                <a:lnTo>
                  <a:pt x="289" y="1619"/>
                </a:lnTo>
                <a:lnTo>
                  <a:pt x="288" y="1619"/>
                </a:lnTo>
                <a:lnTo>
                  <a:pt x="288" y="1618"/>
                </a:lnTo>
                <a:lnTo>
                  <a:pt x="289" y="1618"/>
                </a:lnTo>
                <a:lnTo>
                  <a:pt x="289" y="1617"/>
                </a:lnTo>
                <a:lnTo>
                  <a:pt x="289" y="1616"/>
                </a:lnTo>
                <a:lnTo>
                  <a:pt x="288" y="1616"/>
                </a:lnTo>
                <a:lnTo>
                  <a:pt x="288" y="1615"/>
                </a:lnTo>
                <a:lnTo>
                  <a:pt x="288" y="1614"/>
                </a:lnTo>
                <a:lnTo>
                  <a:pt x="287" y="1614"/>
                </a:lnTo>
                <a:lnTo>
                  <a:pt x="287" y="1613"/>
                </a:lnTo>
                <a:lnTo>
                  <a:pt x="287" y="1612"/>
                </a:lnTo>
                <a:lnTo>
                  <a:pt x="287" y="1611"/>
                </a:lnTo>
                <a:lnTo>
                  <a:pt x="288" y="1611"/>
                </a:lnTo>
                <a:lnTo>
                  <a:pt x="288" y="1612"/>
                </a:lnTo>
                <a:lnTo>
                  <a:pt x="289" y="1612"/>
                </a:lnTo>
                <a:lnTo>
                  <a:pt x="289" y="1611"/>
                </a:lnTo>
                <a:lnTo>
                  <a:pt x="290" y="1611"/>
                </a:lnTo>
                <a:lnTo>
                  <a:pt x="290" y="1610"/>
                </a:lnTo>
                <a:lnTo>
                  <a:pt x="291" y="1610"/>
                </a:lnTo>
                <a:lnTo>
                  <a:pt x="291" y="1609"/>
                </a:lnTo>
                <a:lnTo>
                  <a:pt x="291" y="1608"/>
                </a:lnTo>
                <a:lnTo>
                  <a:pt x="290" y="1608"/>
                </a:lnTo>
                <a:lnTo>
                  <a:pt x="290" y="1607"/>
                </a:lnTo>
                <a:lnTo>
                  <a:pt x="289" y="1607"/>
                </a:lnTo>
                <a:lnTo>
                  <a:pt x="289" y="1606"/>
                </a:lnTo>
                <a:lnTo>
                  <a:pt x="288" y="1606"/>
                </a:lnTo>
                <a:lnTo>
                  <a:pt x="288" y="1605"/>
                </a:lnTo>
                <a:lnTo>
                  <a:pt x="287" y="1605"/>
                </a:lnTo>
                <a:lnTo>
                  <a:pt x="287" y="1604"/>
                </a:lnTo>
                <a:lnTo>
                  <a:pt x="287" y="1603"/>
                </a:lnTo>
                <a:lnTo>
                  <a:pt x="286" y="1603"/>
                </a:lnTo>
                <a:lnTo>
                  <a:pt x="286" y="1602"/>
                </a:lnTo>
                <a:lnTo>
                  <a:pt x="286" y="1601"/>
                </a:lnTo>
                <a:lnTo>
                  <a:pt x="285" y="1601"/>
                </a:lnTo>
                <a:lnTo>
                  <a:pt x="285" y="1600"/>
                </a:lnTo>
                <a:lnTo>
                  <a:pt x="285" y="1599"/>
                </a:lnTo>
                <a:lnTo>
                  <a:pt x="284" y="1598"/>
                </a:lnTo>
                <a:lnTo>
                  <a:pt x="285" y="1598"/>
                </a:lnTo>
                <a:lnTo>
                  <a:pt x="285" y="1597"/>
                </a:lnTo>
                <a:lnTo>
                  <a:pt x="286" y="1597"/>
                </a:lnTo>
                <a:lnTo>
                  <a:pt x="287" y="1597"/>
                </a:lnTo>
                <a:lnTo>
                  <a:pt x="287" y="1596"/>
                </a:lnTo>
                <a:lnTo>
                  <a:pt x="287" y="1595"/>
                </a:lnTo>
                <a:lnTo>
                  <a:pt x="288" y="1595"/>
                </a:lnTo>
                <a:lnTo>
                  <a:pt x="289" y="1595"/>
                </a:lnTo>
                <a:lnTo>
                  <a:pt x="289" y="1594"/>
                </a:lnTo>
                <a:lnTo>
                  <a:pt x="288" y="1594"/>
                </a:lnTo>
                <a:lnTo>
                  <a:pt x="288" y="1593"/>
                </a:lnTo>
                <a:lnTo>
                  <a:pt x="288" y="1592"/>
                </a:lnTo>
                <a:lnTo>
                  <a:pt x="288" y="1591"/>
                </a:lnTo>
                <a:lnTo>
                  <a:pt x="289" y="1591"/>
                </a:lnTo>
                <a:lnTo>
                  <a:pt x="288" y="1590"/>
                </a:lnTo>
                <a:lnTo>
                  <a:pt x="287" y="1590"/>
                </a:lnTo>
                <a:lnTo>
                  <a:pt x="287" y="1589"/>
                </a:lnTo>
                <a:lnTo>
                  <a:pt x="286" y="1589"/>
                </a:lnTo>
                <a:lnTo>
                  <a:pt x="285" y="1589"/>
                </a:lnTo>
                <a:lnTo>
                  <a:pt x="284" y="1589"/>
                </a:lnTo>
                <a:lnTo>
                  <a:pt x="283" y="1589"/>
                </a:lnTo>
                <a:lnTo>
                  <a:pt x="283" y="1590"/>
                </a:lnTo>
                <a:lnTo>
                  <a:pt x="282" y="1590"/>
                </a:lnTo>
                <a:lnTo>
                  <a:pt x="282" y="1589"/>
                </a:lnTo>
                <a:lnTo>
                  <a:pt x="282" y="1588"/>
                </a:lnTo>
                <a:lnTo>
                  <a:pt x="281" y="1588"/>
                </a:lnTo>
                <a:lnTo>
                  <a:pt x="281" y="1587"/>
                </a:lnTo>
                <a:lnTo>
                  <a:pt x="281" y="1586"/>
                </a:lnTo>
                <a:lnTo>
                  <a:pt x="282" y="1586"/>
                </a:lnTo>
                <a:lnTo>
                  <a:pt x="282" y="1585"/>
                </a:lnTo>
                <a:lnTo>
                  <a:pt x="282" y="1584"/>
                </a:lnTo>
                <a:lnTo>
                  <a:pt x="282" y="1583"/>
                </a:lnTo>
                <a:lnTo>
                  <a:pt x="282" y="1582"/>
                </a:lnTo>
                <a:lnTo>
                  <a:pt x="283" y="1582"/>
                </a:lnTo>
                <a:lnTo>
                  <a:pt x="283" y="1581"/>
                </a:lnTo>
                <a:lnTo>
                  <a:pt x="282" y="1581"/>
                </a:lnTo>
                <a:lnTo>
                  <a:pt x="283" y="1581"/>
                </a:lnTo>
                <a:lnTo>
                  <a:pt x="283" y="1580"/>
                </a:lnTo>
                <a:lnTo>
                  <a:pt x="284" y="1579"/>
                </a:lnTo>
                <a:lnTo>
                  <a:pt x="283" y="1578"/>
                </a:lnTo>
                <a:lnTo>
                  <a:pt x="283" y="1577"/>
                </a:lnTo>
                <a:lnTo>
                  <a:pt x="283" y="1576"/>
                </a:lnTo>
                <a:lnTo>
                  <a:pt x="283" y="1575"/>
                </a:lnTo>
                <a:lnTo>
                  <a:pt x="282" y="1575"/>
                </a:lnTo>
                <a:lnTo>
                  <a:pt x="282" y="1574"/>
                </a:lnTo>
                <a:lnTo>
                  <a:pt x="282" y="1573"/>
                </a:lnTo>
                <a:lnTo>
                  <a:pt x="281" y="1573"/>
                </a:lnTo>
                <a:lnTo>
                  <a:pt x="281" y="1572"/>
                </a:lnTo>
                <a:lnTo>
                  <a:pt x="281" y="1571"/>
                </a:lnTo>
                <a:lnTo>
                  <a:pt x="280" y="1571"/>
                </a:lnTo>
                <a:lnTo>
                  <a:pt x="280" y="1570"/>
                </a:lnTo>
                <a:lnTo>
                  <a:pt x="281" y="1570"/>
                </a:lnTo>
                <a:lnTo>
                  <a:pt x="281" y="1569"/>
                </a:lnTo>
                <a:lnTo>
                  <a:pt x="281" y="1568"/>
                </a:lnTo>
                <a:lnTo>
                  <a:pt x="281" y="1567"/>
                </a:lnTo>
                <a:lnTo>
                  <a:pt x="281" y="1566"/>
                </a:lnTo>
                <a:lnTo>
                  <a:pt x="282" y="1566"/>
                </a:lnTo>
                <a:lnTo>
                  <a:pt x="282" y="1565"/>
                </a:lnTo>
                <a:lnTo>
                  <a:pt x="283" y="1564"/>
                </a:lnTo>
                <a:lnTo>
                  <a:pt x="283" y="1563"/>
                </a:lnTo>
                <a:lnTo>
                  <a:pt x="283" y="1562"/>
                </a:lnTo>
                <a:lnTo>
                  <a:pt x="283" y="1561"/>
                </a:lnTo>
                <a:lnTo>
                  <a:pt x="284" y="1561"/>
                </a:lnTo>
                <a:lnTo>
                  <a:pt x="284" y="1560"/>
                </a:lnTo>
                <a:lnTo>
                  <a:pt x="284" y="1559"/>
                </a:lnTo>
                <a:lnTo>
                  <a:pt x="285" y="1557"/>
                </a:lnTo>
                <a:lnTo>
                  <a:pt x="285" y="1556"/>
                </a:lnTo>
                <a:lnTo>
                  <a:pt x="286" y="1555"/>
                </a:lnTo>
                <a:lnTo>
                  <a:pt x="286" y="1554"/>
                </a:lnTo>
                <a:lnTo>
                  <a:pt x="287" y="1554"/>
                </a:lnTo>
                <a:lnTo>
                  <a:pt x="288" y="1554"/>
                </a:lnTo>
                <a:lnTo>
                  <a:pt x="288" y="1553"/>
                </a:lnTo>
                <a:lnTo>
                  <a:pt x="289" y="1553"/>
                </a:lnTo>
                <a:lnTo>
                  <a:pt x="290" y="1552"/>
                </a:lnTo>
                <a:lnTo>
                  <a:pt x="291" y="1551"/>
                </a:lnTo>
                <a:lnTo>
                  <a:pt x="291" y="1550"/>
                </a:lnTo>
                <a:lnTo>
                  <a:pt x="293" y="1550"/>
                </a:lnTo>
                <a:lnTo>
                  <a:pt x="294" y="1549"/>
                </a:lnTo>
                <a:lnTo>
                  <a:pt x="295" y="1549"/>
                </a:lnTo>
                <a:lnTo>
                  <a:pt x="296" y="1549"/>
                </a:lnTo>
                <a:lnTo>
                  <a:pt x="296" y="1548"/>
                </a:lnTo>
                <a:lnTo>
                  <a:pt x="298" y="1547"/>
                </a:lnTo>
                <a:lnTo>
                  <a:pt x="298" y="1546"/>
                </a:lnTo>
                <a:lnTo>
                  <a:pt x="298" y="1545"/>
                </a:lnTo>
                <a:lnTo>
                  <a:pt x="299" y="1545"/>
                </a:lnTo>
                <a:lnTo>
                  <a:pt x="299" y="1544"/>
                </a:lnTo>
                <a:lnTo>
                  <a:pt x="299" y="1543"/>
                </a:lnTo>
                <a:lnTo>
                  <a:pt x="300" y="1543"/>
                </a:lnTo>
                <a:lnTo>
                  <a:pt x="301" y="1543"/>
                </a:lnTo>
                <a:lnTo>
                  <a:pt x="301" y="1542"/>
                </a:lnTo>
                <a:lnTo>
                  <a:pt x="302" y="1542"/>
                </a:lnTo>
                <a:lnTo>
                  <a:pt x="302" y="1541"/>
                </a:lnTo>
                <a:lnTo>
                  <a:pt x="303" y="1541"/>
                </a:lnTo>
                <a:lnTo>
                  <a:pt x="302" y="1541"/>
                </a:lnTo>
                <a:lnTo>
                  <a:pt x="301" y="1541"/>
                </a:lnTo>
                <a:lnTo>
                  <a:pt x="300" y="1540"/>
                </a:lnTo>
                <a:lnTo>
                  <a:pt x="299" y="1540"/>
                </a:lnTo>
                <a:lnTo>
                  <a:pt x="299" y="1539"/>
                </a:lnTo>
                <a:lnTo>
                  <a:pt x="298" y="1539"/>
                </a:lnTo>
                <a:lnTo>
                  <a:pt x="297" y="1540"/>
                </a:lnTo>
                <a:lnTo>
                  <a:pt x="297" y="1539"/>
                </a:lnTo>
                <a:lnTo>
                  <a:pt x="296" y="1539"/>
                </a:lnTo>
                <a:lnTo>
                  <a:pt x="296" y="1540"/>
                </a:lnTo>
                <a:lnTo>
                  <a:pt x="295" y="1540"/>
                </a:lnTo>
                <a:lnTo>
                  <a:pt x="295" y="1539"/>
                </a:lnTo>
                <a:lnTo>
                  <a:pt x="294" y="1539"/>
                </a:lnTo>
                <a:lnTo>
                  <a:pt x="293" y="1539"/>
                </a:lnTo>
                <a:lnTo>
                  <a:pt x="292" y="1540"/>
                </a:lnTo>
                <a:lnTo>
                  <a:pt x="292" y="1541"/>
                </a:lnTo>
                <a:lnTo>
                  <a:pt x="291" y="1541"/>
                </a:lnTo>
                <a:lnTo>
                  <a:pt x="290" y="1540"/>
                </a:lnTo>
                <a:lnTo>
                  <a:pt x="290" y="1539"/>
                </a:lnTo>
                <a:lnTo>
                  <a:pt x="290" y="1538"/>
                </a:lnTo>
                <a:lnTo>
                  <a:pt x="289" y="1538"/>
                </a:lnTo>
                <a:lnTo>
                  <a:pt x="289" y="1537"/>
                </a:lnTo>
                <a:lnTo>
                  <a:pt x="288" y="1537"/>
                </a:lnTo>
                <a:lnTo>
                  <a:pt x="287" y="1537"/>
                </a:lnTo>
                <a:lnTo>
                  <a:pt x="286" y="1537"/>
                </a:lnTo>
                <a:lnTo>
                  <a:pt x="285" y="1537"/>
                </a:lnTo>
                <a:lnTo>
                  <a:pt x="285" y="1538"/>
                </a:lnTo>
                <a:lnTo>
                  <a:pt x="284" y="1537"/>
                </a:lnTo>
                <a:lnTo>
                  <a:pt x="283" y="1537"/>
                </a:lnTo>
                <a:lnTo>
                  <a:pt x="283" y="1536"/>
                </a:lnTo>
                <a:lnTo>
                  <a:pt x="282" y="1536"/>
                </a:lnTo>
                <a:lnTo>
                  <a:pt x="282" y="1535"/>
                </a:lnTo>
                <a:lnTo>
                  <a:pt x="281" y="1535"/>
                </a:lnTo>
                <a:lnTo>
                  <a:pt x="281" y="1536"/>
                </a:lnTo>
                <a:lnTo>
                  <a:pt x="280" y="1536"/>
                </a:lnTo>
                <a:lnTo>
                  <a:pt x="280" y="1537"/>
                </a:lnTo>
                <a:lnTo>
                  <a:pt x="280" y="1538"/>
                </a:lnTo>
                <a:lnTo>
                  <a:pt x="279" y="1538"/>
                </a:lnTo>
                <a:lnTo>
                  <a:pt x="278" y="1538"/>
                </a:lnTo>
                <a:lnTo>
                  <a:pt x="278" y="1537"/>
                </a:lnTo>
                <a:lnTo>
                  <a:pt x="277" y="1536"/>
                </a:lnTo>
                <a:lnTo>
                  <a:pt x="277" y="1535"/>
                </a:lnTo>
                <a:lnTo>
                  <a:pt x="276" y="1533"/>
                </a:lnTo>
                <a:lnTo>
                  <a:pt x="275" y="1533"/>
                </a:lnTo>
                <a:lnTo>
                  <a:pt x="275" y="1534"/>
                </a:lnTo>
                <a:lnTo>
                  <a:pt x="274" y="1533"/>
                </a:lnTo>
                <a:lnTo>
                  <a:pt x="274" y="1532"/>
                </a:lnTo>
                <a:lnTo>
                  <a:pt x="272" y="1531"/>
                </a:lnTo>
                <a:lnTo>
                  <a:pt x="272" y="1530"/>
                </a:lnTo>
                <a:lnTo>
                  <a:pt x="272" y="1529"/>
                </a:lnTo>
                <a:lnTo>
                  <a:pt x="271" y="1529"/>
                </a:lnTo>
                <a:lnTo>
                  <a:pt x="270" y="1529"/>
                </a:lnTo>
                <a:lnTo>
                  <a:pt x="270" y="1530"/>
                </a:lnTo>
                <a:lnTo>
                  <a:pt x="270" y="1531"/>
                </a:lnTo>
                <a:lnTo>
                  <a:pt x="269" y="1531"/>
                </a:lnTo>
                <a:lnTo>
                  <a:pt x="268" y="1531"/>
                </a:lnTo>
                <a:lnTo>
                  <a:pt x="267" y="1531"/>
                </a:lnTo>
                <a:lnTo>
                  <a:pt x="266" y="1530"/>
                </a:lnTo>
                <a:lnTo>
                  <a:pt x="265" y="1530"/>
                </a:lnTo>
                <a:lnTo>
                  <a:pt x="264" y="1531"/>
                </a:lnTo>
                <a:lnTo>
                  <a:pt x="262" y="1531"/>
                </a:lnTo>
                <a:lnTo>
                  <a:pt x="262" y="1532"/>
                </a:lnTo>
                <a:lnTo>
                  <a:pt x="261" y="1533"/>
                </a:lnTo>
                <a:lnTo>
                  <a:pt x="261" y="1534"/>
                </a:lnTo>
                <a:lnTo>
                  <a:pt x="260" y="1534"/>
                </a:lnTo>
                <a:lnTo>
                  <a:pt x="259" y="1533"/>
                </a:lnTo>
                <a:lnTo>
                  <a:pt x="258" y="1533"/>
                </a:lnTo>
                <a:lnTo>
                  <a:pt x="257" y="1534"/>
                </a:lnTo>
                <a:lnTo>
                  <a:pt x="256" y="1533"/>
                </a:lnTo>
                <a:lnTo>
                  <a:pt x="255" y="1531"/>
                </a:lnTo>
                <a:lnTo>
                  <a:pt x="255" y="1530"/>
                </a:lnTo>
                <a:lnTo>
                  <a:pt x="254" y="1530"/>
                </a:lnTo>
                <a:lnTo>
                  <a:pt x="254" y="1529"/>
                </a:lnTo>
                <a:lnTo>
                  <a:pt x="253" y="1529"/>
                </a:lnTo>
                <a:lnTo>
                  <a:pt x="253" y="1530"/>
                </a:lnTo>
                <a:lnTo>
                  <a:pt x="252" y="1531"/>
                </a:lnTo>
                <a:lnTo>
                  <a:pt x="252" y="1532"/>
                </a:lnTo>
                <a:lnTo>
                  <a:pt x="251" y="1531"/>
                </a:lnTo>
                <a:lnTo>
                  <a:pt x="249" y="1530"/>
                </a:lnTo>
                <a:lnTo>
                  <a:pt x="248" y="1530"/>
                </a:lnTo>
                <a:lnTo>
                  <a:pt x="247" y="1530"/>
                </a:lnTo>
                <a:lnTo>
                  <a:pt x="247" y="1529"/>
                </a:lnTo>
                <a:lnTo>
                  <a:pt x="247" y="1528"/>
                </a:lnTo>
                <a:lnTo>
                  <a:pt x="247" y="1527"/>
                </a:lnTo>
                <a:lnTo>
                  <a:pt x="245" y="1526"/>
                </a:lnTo>
                <a:lnTo>
                  <a:pt x="243" y="1526"/>
                </a:lnTo>
                <a:lnTo>
                  <a:pt x="242" y="1525"/>
                </a:lnTo>
                <a:lnTo>
                  <a:pt x="241" y="1525"/>
                </a:lnTo>
                <a:lnTo>
                  <a:pt x="240" y="1525"/>
                </a:lnTo>
                <a:lnTo>
                  <a:pt x="238" y="1525"/>
                </a:lnTo>
                <a:lnTo>
                  <a:pt x="236" y="1525"/>
                </a:lnTo>
                <a:lnTo>
                  <a:pt x="235" y="1525"/>
                </a:lnTo>
                <a:lnTo>
                  <a:pt x="234" y="1525"/>
                </a:lnTo>
                <a:lnTo>
                  <a:pt x="233" y="1526"/>
                </a:lnTo>
                <a:lnTo>
                  <a:pt x="232" y="1525"/>
                </a:lnTo>
                <a:lnTo>
                  <a:pt x="231" y="1525"/>
                </a:lnTo>
                <a:lnTo>
                  <a:pt x="231" y="1524"/>
                </a:lnTo>
                <a:lnTo>
                  <a:pt x="230" y="1524"/>
                </a:lnTo>
                <a:lnTo>
                  <a:pt x="229" y="1523"/>
                </a:lnTo>
                <a:lnTo>
                  <a:pt x="228" y="1523"/>
                </a:lnTo>
                <a:lnTo>
                  <a:pt x="227" y="1523"/>
                </a:lnTo>
                <a:lnTo>
                  <a:pt x="227" y="1522"/>
                </a:lnTo>
                <a:lnTo>
                  <a:pt x="227" y="1521"/>
                </a:lnTo>
                <a:lnTo>
                  <a:pt x="227" y="1520"/>
                </a:lnTo>
                <a:lnTo>
                  <a:pt x="227" y="1519"/>
                </a:lnTo>
                <a:lnTo>
                  <a:pt x="226" y="1519"/>
                </a:lnTo>
                <a:lnTo>
                  <a:pt x="225" y="1519"/>
                </a:lnTo>
                <a:lnTo>
                  <a:pt x="224" y="1518"/>
                </a:lnTo>
                <a:lnTo>
                  <a:pt x="224" y="1517"/>
                </a:lnTo>
                <a:lnTo>
                  <a:pt x="224" y="1515"/>
                </a:lnTo>
                <a:lnTo>
                  <a:pt x="224" y="1514"/>
                </a:lnTo>
                <a:lnTo>
                  <a:pt x="223" y="1513"/>
                </a:lnTo>
                <a:lnTo>
                  <a:pt x="222" y="1512"/>
                </a:lnTo>
                <a:lnTo>
                  <a:pt x="221" y="1511"/>
                </a:lnTo>
                <a:lnTo>
                  <a:pt x="219" y="1511"/>
                </a:lnTo>
                <a:lnTo>
                  <a:pt x="218" y="1511"/>
                </a:lnTo>
                <a:lnTo>
                  <a:pt x="217" y="1511"/>
                </a:lnTo>
                <a:lnTo>
                  <a:pt x="216" y="1511"/>
                </a:lnTo>
                <a:lnTo>
                  <a:pt x="215" y="1511"/>
                </a:lnTo>
                <a:lnTo>
                  <a:pt x="214" y="1511"/>
                </a:lnTo>
                <a:lnTo>
                  <a:pt x="213" y="1512"/>
                </a:lnTo>
                <a:lnTo>
                  <a:pt x="212" y="1512"/>
                </a:lnTo>
                <a:lnTo>
                  <a:pt x="211" y="1512"/>
                </a:lnTo>
                <a:lnTo>
                  <a:pt x="210" y="1511"/>
                </a:lnTo>
                <a:lnTo>
                  <a:pt x="209" y="1511"/>
                </a:lnTo>
                <a:lnTo>
                  <a:pt x="208" y="1510"/>
                </a:lnTo>
                <a:lnTo>
                  <a:pt x="208" y="1509"/>
                </a:lnTo>
                <a:lnTo>
                  <a:pt x="208" y="1508"/>
                </a:lnTo>
                <a:lnTo>
                  <a:pt x="207" y="1508"/>
                </a:lnTo>
                <a:lnTo>
                  <a:pt x="206" y="1507"/>
                </a:lnTo>
                <a:lnTo>
                  <a:pt x="205" y="1506"/>
                </a:lnTo>
                <a:lnTo>
                  <a:pt x="204" y="1505"/>
                </a:lnTo>
                <a:lnTo>
                  <a:pt x="203" y="1504"/>
                </a:lnTo>
                <a:lnTo>
                  <a:pt x="202" y="1503"/>
                </a:lnTo>
                <a:lnTo>
                  <a:pt x="201" y="1501"/>
                </a:lnTo>
                <a:lnTo>
                  <a:pt x="201" y="1500"/>
                </a:lnTo>
                <a:lnTo>
                  <a:pt x="200" y="1499"/>
                </a:lnTo>
                <a:lnTo>
                  <a:pt x="200" y="1498"/>
                </a:lnTo>
                <a:lnTo>
                  <a:pt x="199" y="1498"/>
                </a:lnTo>
                <a:lnTo>
                  <a:pt x="199" y="1497"/>
                </a:lnTo>
                <a:lnTo>
                  <a:pt x="198" y="1497"/>
                </a:lnTo>
                <a:lnTo>
                  <a:pt x="197" y="1497"/>
                </a:lnTo>
                <a:lnTo>
                  <a:pt x="197" y="1496"/>
                </a:lnTo>
                <a:lnTo>
                  <a:pt x="196" y="1495"/>
                </a:lnTo>
                <a:lnTo>
                  <a:pt x="195" y="1495"/>
                </a:lnTo>
                <a:lnTo>
                  <a:pt x="194" y="1494"/>
                </a:lnTo>
                <a:lnTo>
                  <a:pt x="193" y="1495"/>
                </a:lnTo>
                <a:lnTo>
                  <a:pt x="192" y="1495"/>
                </a:lnTo>
                <a:lnTo>
                  <a:pt x="191" y="1495"/>
                </a:lnTo>
                <a:lnTo>
                  <a:pt x="190" y="1496"/>
                </a:lnTo>
                <a:lnTo>
                  <a:pt x="189" y="1495"/>
                </a:lnTo>
                <a:lnTo>
                  <a:pt x="188" y="1494"/>
                </a:lnTo>
                <a:lnTo>
                  <a:pt x="187" y="1493"/>
                </a:lnTo>
                <a:lnTo>
                  <a:pt x="186" y="1492"/>
                </a:lnTo>
                <a:lnTo>
                  <a:pt x="185" y="1491"/>
                </a:lnTo>
                <a:lnTo>
                  <a:pt x="184" y="1490"/>
                </a:lnTo>
                <a:lnTo>
                  <a:pt x="184" y="1489"/>
                </a:lnTo>
                <a:lnTo>
                  <a:pt x="183" y="1487"/>
                </a:lnTo>
                <a:lnTo>
                  <a:pt x="182" y="1486"/>
                </a:lnTo>
                <a:lnTo>
                  <a:pt x="182" y="1485"/>
                </a:lnTo>
                <a:lnTo>
                  <a:pt x="181" y="1484"/>
                </a:lnTo>
                <a:lnTo>
                  <a:pt x="181" y="1483"/>
                </a:lnTo>
                <a:lnTo>
                  <a:pt x="181" y="1482"/>
                </a:lnTo>
                <a:lnTo>
                  <a:pt x="180" y="1483"/>
                </a:lnTo>
                <a:lnTo>
                  <a:pt x="178" y="1482"/>
                </a:lnTo>
                <a:lnTo>
                  <a:pt x="177" y="1482"/>
                </a:lnTo>
                <a:lnTo>
                  <a:pt x="174" y="1482"/>
                </a:lnTo>
                <a:lnTo>
                  <a:pt x="173" y="1482"/>
                </a:lnTo>
                <a:lnTo>
                  <a:pt x="172" y="1482"/>
                </a:lnTo>
                <a:lnTo>
                  <a:pt x="172" y="1481"/>
                </a:lnTo>
                <a:lnTo>
                  <a:pt x="172" y="1480"/>
                </a:lnTo>
                <a:lnTo>
                  <a:pt x="172" y="1479"/>
                </a:lnTo>
                <a:lnTo>
                  <a:pt x="172" y="1478"/>
                </a:lnTo>
                <a:lnTo>
                  <a:pt x="172" y="1477"/>
                </a:lnTo>
                <a:lnTo>
                  <a:pt x="171" y="1476"/>
                </a:lnTo>
                <a:lnTo>
                  <a:pt x="171" y="1475"/>
                </a:lnTo>
                <a:lnTo>
                  <a:pt x="170" y="1474"/>
                </a:lnTo>
                <a:lnTo>
                  <a:pt x="170" y="1473"/>
                </a:lnTo>
                <a:lnTo>
                  <a:pt x="169" y="1472"/>
                </a:lnTo>
                <a:lnTo>
                  <a:pt x="169" y="1471"/>
                </a:lnTo>
                <a:lnTo>
                  <a:pt x="169" y="1470"/>
                </a:lnTo>
                <a:lnTo>
                  <a:pt x="169" y="1468"/>
                </a:lnTo>
                <a:lnTo>
                  <a:pt x="168" y="1468"/>
                </a:lnTo>
                <a:lnTo>
                  <a:pt x="167" y="1467"/>
                </a:lnTo>
                <a:lnTo>
                  <a:pt x="166" y="1467"/>
                </a:lnTo>
                <a:lnTo>
                  <a:pt x="165" y="1466"/>
                </a:lnTo>
                <a:lnTo>
                  <a:pt x="165" y="1465"/>
                </a:lnTo>
                <a:lnTo>
                  <a:pt x="165" y="1464"/>
                </a:lnTo>
                <a:lnTo>
                  <a:pt x="164" y="1464"/>
                </a:lnTo>
                <a:lnTo>
                  <a:pt x="163" y="1464"/>
                </a:lnTo>
                <a:lnTo>
                  <a:pt x="162" y="1465"/>
                </a:lnTo>
                <a:lnTo>
                  <a:pt x="162" y="1464"/>
                </a:lnTo>
                <a:lnTo>
                  <a:pt x="161" y="1463"/>
                </a:lnTo>
                <a:lnTo>
                  <a:pt x="160" y="1462"/>
                </a:lnTo>
                <a:lnTo>
                  <a:pt x="160" y="1461"/>
                </a:lnTo>
                <a:lnTo>
                  <a:pt x="160" y="1460"/>
                </a:lnTo>
                <a:lnTo>
                  <a:pt x="160" y="1459"/>
                </a:lnTo>
                <a:lnTo>
                  <a:pt x="159" y="1458"/>
                </a:lnTo>
                <a:lnTo>
                  <a:pt x="159" y="1457"/>
                </a:lnTo>
                <a:lnTo>
                  <a:pt x="159" y="1456"/>
                </a:lnTo>
                <a:lnTo>
                  <a:pt x="159" y="1455"/>
                </a:lnTo>
                <a:lnTo>
                  <a:pt x="160" y="1454"/>
                </a:lnTo>
                <a:lnTo>
                  <a:pt x="161" y="1454"/>
                </a:lnTo>
                <a:lnTo>
                  <a:pt x="162" y="1453"/>
                </a:lnTo>
                <a:lnTo>
                  <a:pt x="162" y="1452"/>
                </a:lnTo>
                <a:lnTo>
                  <a:pt x="162" y="1451"/>
                </a:lnTo>
                <a:lnTo>
                  <a:pt x="162" y="1450"/>
                </a:lnTo>
                <a:lnTo>
                  <a:pt x="163" y="1449"/>
                </a:lnTo>
                <a:lnTo>
                  <a:pt x="164" y="1448"/>
                </a:lnTo>
                <a:lnTo>
                  <a:pt x="165" y="1447"/>
                </a:lnTo>
                <a:lnTo>
                  <a:pt x="165" y="1446"/>
                </a:lnTo>
                <a:lnTo>
                  <a:pt x="165" y="1445"/>
                </a:lnTo>
                <a:lnTo>
                  <a:pt x="164" y="1443"/>
                </a:lnTo>
                <a:lnTo>
                  <a:pt x="163" y="1443"/>
                </a:lnTo>
                <a:lnTo>
                  <a:pt x="162" y="1442"/>
                </a:lnTo>
                <a:lnTo>
                  <a:pt x="161" y="1442"/>
                </a:lnTo>
                <a:lnTo>
                  <a:pt x="160" y="1443"/>
                </a:lnTo>
                <a:lnTo>
                  <a:pt x="160" y="1444"/>
                </a:lnTo>
                <a:lnTo>
                  <a:pt x="160" y="1445"/>
                </a:lnTo>
                <a:lnTo>
                  <a:pt x="159" y="1445"/>
                </a:lnTo>
                <a:lnTo>
                  <a:pt x="158" y="1445"/>
                </a:lnTo>
                <a:lnTo>
                  <a:pt x="156" y="1446"/>
                </a:lnTo>
                <a:lnTo>
                  <a:pt x="155" y="1445"/>
                </a:lnTo>
                <a:lnTo>
                  <a:pt x="154" y="1444"/>
                </a:lnTo>
                <a:lnTo>
                  <a:pt x="153" y="1444"/>
                </a:lnTo>
                <a:lnTo>
                  <a:pt x="152" y="1444"/>
                </a:lnTo>
                <a:lnTo>
                  <a:pt x="151" y="1444"/>
                </a:lnTo>
                <a:lnTo>
                  <a:pt x="150" y="1445"/>
                </a:lnTo>
                <a:lnTo>
                  <a:pt x="149" y="1446"/>
                </a:lnTo>
                <a:lnTo>
                  <a:pt x="148" y="1447"/>
                </a:lnTo>
                <a:lnTo>
                  <a:pt x="147" y="1448"/>
                </a:lnTo>
                <a:lnTo>
                  <a:pt x="146" y="1447"/>
                </a:lnTo>
                <a:lnTo>
                  <a:pt x="145" y="1446"/>
                </a:lnTo>
                <a:lnTo>
                  <a:pt x="143" y="1445"/>
                </a:lnTo>
                <a:lnTo>
                  <a:pt x="142" y="1445"/>
                </a:lnTo>
                <a:lnTo>
                  <a:pt x="141" y="1445"/>
                </a:lnTo>
                <a:lnTo>
                  <a:pt x="140" y="1445"/>
                </a:lnTo>
                <a:lnTo>
                  <a:pt x="140" y="1446"/>
                </a:lnTo>
                <a:lnTo>
                  <a:pt x="140" y="1447"/>
                </a:lnTo>
                <a:lnTo>
                  <a:pt x="140" y="1449"/>
                </a:lnTo>
                <a:lnTo>
                  <a:pt x="139" y="1449"/>
                </a:lnTo>
                <a:lnTo>
                  <a:pt x="138" y="1448"/>
                </a:lnTo>
                <a:lnTo>
                  <a:pt x="136" y="1447"/>
                </a:lnTo>
                <a:lnTo>
                  <a:pt x="135" y="1447"/>
                </a:lnTo>
                <a:lnTo>
                  <a:pt x="134" y="1447"/>
                </a:lnTo>
                <a:lnTo>
                  <a:pt x="134" y="1446"/>
                </a:lnTo>
                <a:lnTo>
                  <a:pt x="134" y="1445"/>
                </a:lnTo>
                <a:lnTo>
                  <a:pt x="133" y="1445"/>
                </a:lnTo>
                <a:lnTo>
                  <a:pt x="132" y="1445"/>
                </a:lnTo>
                <a:lnTo>
                  <a:pt x="130" y="1445"/>
                </a:lnTo>
                <a:lnTo>
                  <a:pt x="129" y="1444"/>
                </a:lnTo>
                <a:lnTo>
                  <a:pt x="128" y="1444"/>
                </a:lnTo>
                <a:lnTo>
                  <a:pt x="127" y="1443"/>
                </a:lnTo>
                <a:lnTo>
                  <a:pt x="126" y="1444"/>
                </a:lnTo>
                <a:lnTo>
                  <a:pt x="125" y="1445"/>
                </a:lnTo>
                <a:lnTo>
                  <a:pt x="124" y="1445"/>
                </a:lnTo>
                <a:lnTo>
                  <a:pt x="123" y="1444"/>
                </a:lnTo>
                <a:lnTo>
                  <a:pt x="122" y="1444"/>
                </a:lnTo>
                <a:lnTo>
                  <a:pt x="121" y="1444"/>
                </a:lnTo>
                <a:lnTo>
                  <a:pt x="120" y="1443"/>
                </a:lnTo>
                <a:lnTo>
                  <a:pt x="119" y="1443"/>
                </a:lnTo>
                <a:lnTo>
                  <a:pt x="119" y="1442"/>
                </a:lnTo>
                <a:lnTo>
                  <a:pt x="118" y="1441"/>
                </a:lnTo>
                <a:lnTo>
                  <a:pt x="119" y="1441"/>
                </a:lnTo>
                <a:lnTo>
                  <a:pt x="119" y="1439"/>
                </a:lnTo>
                <a:lnTo>
                  <a:pt x="120" y="1438"/>
                </a:lnTo>
                <a:lnTo>
                  <a:pt x="120" y="1437"/>
                </a:lnTo>
                <a:lnTo>
                  <a:pt x="121" y="1435"/>
                </a:lnTo>
                <a:lnTo>
                  <a:pt x="122" y="1434"/>
                </a:lnTo>
                <a:lnTo>
                  <a:pt x="122" y="1433"/>
                </a:lnTo>
                <a:lnTo>
                  <a:pt x="123" y="1432"/>
                </a:lnTo>
                <a:lnTo>
                  <a:pt x="123" y="1431"/>
                </a:lnTo>
                <a:lnTo>
                  <a:pt x="123" y="1430"/>
                </a:lnTo>
                <a:lnTo>
                  <a:pt x="122" y="1428"/>
                </a:lnTo>
                <a:lnTo>
                  <a:pt x="122" y="1427"/>
                </a:lnTo>
                <a:lnTo>
                  <a:pt x="122" y="1426"/>
                </a:lnTo>
                <a:lnTo>
                  <a:pt x="121" y="1423"/>
                </a:lnTo>
                <a:lnTo>
                  <a:pt x="120" y="1421"/>
                </a:lnTo>
                <a:lnTo>
                  <a:pt x="120" y="1420"/>
                </a:lnTo>
                <a:lnTo>
                  <a:pt x="120" y="1419"/>
                </a:lnTo>
                <a:lnTo>
                  <a:pt x="120" y="1418"/>
                </a:lnTo>
                <a:lnTo>
                  <a:pt x="121" y="1417"/>
                </a:lnTo>
                <a:lnTo>
                  <a:pt x="120" y="1416"/>
                </a:lnTo>
                <a:lnTo>
                  <a:pt x="118" y="1415"/>
                </a:lnTo>
                <a:lnTo>
                  <a:pt x="117" y="1415"/>
                </a:lnTo>
                <a:lnTo>
                  <a:pt x="116" y="1415"/>
                </a:lnTo>
                <a:lnTo>
                  <a:pt x="115" y="1414"/>
                </a:lnTo>
                <a:lnTo>
                  <a:pt x="115" y="1415"/>
                </a:lnTo>
                <a:lnTo>
                  <a:pt x="114" y="1415"/>
                </a:lnTo>
                <a:lnTo>
                  <a:pt x="113" y="1415"/>
                </a:lnTo>
                <a:lnTo>
                  <a:pt x="112" y="1415"/>
                </a:lnTo>
                <a:lnTo>
                  <a:pt x="111" y="1414"/>
                </a:lnTo>
                <a:lnTo>
                  <a:pt x="110" y="1413"/>
                </a:lnTo>
                <a:lnTo>
                  <a:pt x="109" y="1412"/>
                </a:lnTo>
                <a:lnTo>
                  <a:pt x="109" y="1411"/>
                </a:lnTo>
                <a:lnTo>
                  <a:pt x="109" y="1410"/>
                </a:lnTo>
                <a:lnTo>
                  <a:pt x="108" y="1410"/>
                </a:lnTo>
                <a:lnTo>
                  <a:pt x="108" y="1409"/>
                </a:lnTo>
                <a:lnTo>
                  <a:pt x="108" y="1408"/>
                </a:lnTo>
                <a:lnTo>
                  <a:pt x="108" y="1407"/>
                </a:lnTo>
                <a:lnTo>
                  <a:pt x="108" y="1406"/>
                </a:lnTo>
                <a:lnTo>
                  <a:pt x="109" y="1405"/>
                </a:lnTo>
                <a:lnTo>
                  <a:pt x="108" y="1404"/>
                </a:lnTo>
                <a:lnTo>
                  <a:pt x="108" y="1402"/>
                </a:lnTo>
                <a:lnTo>
                  <a:pt x="109" y="1401"/>
                </a:lnTo>
                <a:lnTo>
                  <a:pt x="109" y="1400"/>
                </a:lnTo>
                <a:lnTo>
                  <a:pt x="109" y="1399"/>
                </a:lnTo>
                <a:lnTo>
                  <a:pt x="108" y="1399"/>
                </a:lnTo>
                <a:lnTo>
                  <a:pt x="108" y="1398"/>
                </a:lnTo>
                <a:lnTo>
                  <a:pt x="109" y="1398"/>
                </a:lnTo>
                <a:lnTo>
                  <a:pt x="109" y="1397"/>
                </a:lnTo>
                <a:lnTo>
                  <a:pt x="110" y="1398"/>
                </a:lnTo>
                <a:lnTo>
                  <a:pt x="111" y="1397"/>
                </a:lnTo>
                <a:lnTo>
                  <a:pt x="113" y="1397"/>
                </a:lnTo>
                <a:lnTo>
                  <a:pt x="113" y="1396"/>
                </a:lnTo>
                <a:lnTo>
                  <a:pt x="114" y="1395"/>
                </a:lnTo>
                <a:lnTo>
                  <a:pt x="115" y="1396"/>
                </a:lnTo>
                <a:lnTo>
                  <a:pt x="116" y="1396"/>
                </a:lnTo>
                <a:lnTo>
                  <a:pt x="117" y="1396"/>
                </a:lnTo>
                <a:lnTo>
                  <a:pt x="118" y="1396"/>
                </a:lnTo>
                <a:lnTo>
                  <a:pt x="118" y="1395"/>
                </a:lnTo>
                <a:lnTo>
                  <a:pt x="119" y="1392"/>
                </a:lnTo>
                <a:lnTo>
                  <a:pt x="119" y="1390"/>
                </a:lnTo>
                <a:lnTo>
                  <a:pt x="119" y="1389"/>
                </a:lnTo>
                <a:lnTo>
                  <a:pt x="119" y="1388"/>
                </a:lnTo>
                <a:lnTo>
                  <a:pt x="120" y="1388"/>
                </a:lnTo>
                <a:lnTo>
                  <a:pt x="121" y="1388"/>
                </a:lnTo>
                <a:lnTo>
                  <a:pt x="122" y="1388"/>
                </a:lnTo>
                <a:lnTo>
                  <a:pt x="123" y="1389"/>
                </a:lnTo>
                <a:lnTo>
                  <a:pt x="124" y="1390"/>
                </a:lnTo>
                <a:lnTo>
                  <a:pt x="125" y="1390"/>
                </a:lnTo>
                <a:lnTo>
                  <a:pt x="126" y="1389"/>
                </a:lnTo>
                <a:lnTo>
                  <a:pt x="126" y="1388"/>
                </a:lnTo>
                <a:lnTo>
                  <a:pt x="125" y="1386"/>
                </a:lnTo>
                <a:lnTo>
                  <a:pt x="124" y="1385"/>
                </a:lnTo>
                <a:lnTo>
                  <a:pt x="124" y="1384"/>
                </a:lnTo>
                <a:lnTo>
                  <a:pt x="123" y="1384"/>
                </a:lnTo>
                <a:lnTo>
                  <a:pt x="123" y="1383"/>
                </a:lnTo>
                <a:lnTo>
                  <a:pt x="123" y="1381"/>
                </a:lnTo>
                <a:lnTo>
                  <a:pt x="123" y="1380"/>
                </a:lnTo>
                <a:lnTo>
                  <a:pt x="123" y="1379"/>
                </a:lnTo>
                <a:lnTo>
                  <a:pt x="122" y="1378"/>
                </a:lnTo>
                <a:lnTo>
                  <a:pt x="122" y="1377"/>
                </a:lnTo>
                <a:lnTo>
                  <a:pt x="122" y="1376"/>
                </a:lnTo>
                <a:lnTo>
                  <a:pt x="121" y="1375"/>
                </a:lnTo>
                <a:lnTo>
                  <a:pt x="121" y="1374"/>
                </a:lnTo>
                <a:lnTo>
                  <a:pt x="122" y="1373"/>
                </a:lnTo>
                <a:lnTo>
                  <a:pt x="122" y="1372"/>
                </a:lnTo>
                <a:lnTo>
                  <a:pt x="123" y="1371"/>
                </a:lnTo>
                <a:lnTo>
                  <a:pt x="124" y="1371"/>
                </a:lnTo>
                <a:lnTo>
                  <a:pt x="124" y="1370"/>
                </a:lnTo>
                <a:lnTo>
                  <a:pt x="125" y="1369"/>
                </a:lnTo>
                <a:lnTo>
                  <a:pt x="126" y="1368"/>
                </a:lnTo>
                <a:lnTo>
                  <a:pt x="127" y="1368"/>
                </a:lnTo>
                <a:lnTo>
                  <a:pt x="128" y="1368"/>
                </a:lnTo>
                <a:lnTo>
                  <a:pt x="129" y="1367"/>
                </a:lnTo>
                <a:lnTo>
                  <a:pt x="129" y="1365"/>
                </a:lnTo>
                <a:lnTo>
                  <a:pt x="129" y="1364"/>
                </a:lnTo>
                <a:lnTo>
                  <a:pt x="129" y="1363"/>
                </a:lnTo>
                <a:lnTo>
                  <a:pt x="129" y="1362"/>
                </a:lnTo>
                <a:lnTo>
                  <a:pt x="128" y="1361"/>
                </a:lnTo>
                <a:lnTo>
                  <a:pt x="128" y="1360"/>
                </a:lnTo>
                <a:lnTo>
                  <a:pt x="128" y="1359"/>
                </a:lnTo>
                <a:lnTo>
                  <a:pt x="129" y="1359"/>
                </a:lnTo>
                <a:lnTo>
                  <a:pt x="129" y="1358"/>
                </a:lnTo>
                <a:lnTo>
                  <a:pt x="129" y="1357"/>
                </a:lnTo>
                <a:lnTo>
                  <a:pt x="128" y="1357"/>
                </a:lnTo>
                <a:lnTo>
                  <a:pt x="128" y="1356"/>
                </a:lnTo>
                <a:lnTo>
                  <a:pt x="128" y="1355"/>
                </a:lnTo>
                <a:lnTo>
                  <a:pt x="128" y="1354"/>
                </a:lnTo>
                <a:lnTo>
                  <a:pt x="128" y="1353"/>
                </a:lnTo>
                <a:lnTo>
                  <a:pt x="127" y="1352"/>
                </a:lnTo>
                <a:lnTo>
                  <a:pt x="127" y="1351"/>
                </a:lnTo>
                <a:lnTo>
                  <a:pt x="126" y="1350"/>
                </a:lnTo>
                <a:lnTo>
                  <a:pt x="126" y="1349"/>
                </a:lnTo>
                <a:lnTo>
                  <a:pt x="126" y="1348"/>
                </a:lnTo>
                <a:lnTo>
                  <a:pt x="126" y="1347"/>
                </a:lnTo>
                <a:lnTo>
                  <a:pt x="126" y="1346"/>
                </a:lnTo>
                <a:lnTo>
                  <a:pt x="126" y="1345"/>
                </a:lnTo>
                <a:lnTo>
                  <a:pt x="125" y="1344"/>
                </a:lnTo>
                <a:lnTo>
                  <a:pt x="125" y="1343"/>
                </a:lnTo>
                <a:lnTo>
                  <a:pt x="125" y="1342"/>
                </a:lnTo>
                <a:lnTo>
                  <a:pt x="126" y="1341"/>
                </a:lnTo>
                <a:lnTo>
                  <a:pt x="126" y="1340"/>
                </a:lnTo>
                <a:lnTo>
                  <a:pt x="127" y="1339"/>
                </a:lnTo>
                <a:lnTo>
                  <a:pt x="126" y="1338"/>
                </a:lnTo>
                <a:lnTo>
                  <a:pt x="126" y="1336"/>
                </a:lnTo>
                <a:lnTo>
                  <a:pt x="125" y="1335"/>
                </a:lnTo>
                <a:lnTo>
                  <a:pt x="125" y="1334"/>
                </a:lnTo>
                <a:lnTo>
                  <a:pt x="124" y="1334"/>
                </a:lnTo>
                <a:lnTo>
                  <a:pt x="123" y="1333"/>
                </a:lnTo>
                <a:lnTo>
                  <a:pt x="123" y="1331"/>
                </a:lnTo>
                <a:lnTo>
                  <a:pt x="122" y="1330"/>
                </a:lnTo>
                <a:lnTo>
                  <a:pt x="122" y="1328"/>
                </a:lnTo>
                <a:lnTo>
                  <a:pt x="120" y="1326"/>
                </a:lnTo>
                <a:lnTo>
                  <a:pt x="119" y="1324"/>
                </a:lnTo>
                <a:lnTo>
                  <a:pt x="118" y="1324"/>
                </a:lnTo>
                <a:lnTo>
                  <a:pt x="118" y="1323"/>
                </a:lnTo>
                <a:lnTo>
                  <a:pt x="117" y="1322"/>
                </a:lnTo>
                <a:lnTo>
                  <a:pt x="117" y="1321"/>
                </a:lnTo>
                <a:lnTo>
                  <a:pt x="116" y="1321"/>
                </a:lnTo>
                <a:lnTo>
                  <a:pt x="117" y="1320"/>
                </a:lnTo>
                <a:lnTo>
                  <a:pt x="116" y="1320"/>
                </a:lnTo>
                <a:lnTo>
                  <a:pt x="116" y="1319"/>
                </a:lnTo>
                <a:lnTo>
                  <a:pt x="115" y="1319"/>
                </a:lnTo>
                <a:lnTo>
                  <a:pt x="114" y="1318"/>
                </a:lnTo>
                <a:lnTo>
                  <a:pt x="114" y="1317"/>
                </a:lnTo>
                <a:lnTo>
                  <a:pt x="113" y="1316"/>
                </a:lnTo>
                <a:lnTo>
                  <a:pt x="113" y="1315"/>
                </a:lnTo>
                <a:lnTo>
                  <a:pt x="112" y="1315"/>
                </a:lnTo>
                <a:lnTo>
                  <a:pt x="112" y="1314"/>
                </a:lnTo>
                <a:lnTo>
                  <a:pt x="111" y="1314"/>
                </a:lnTo>
                <a:lnTo>
                  <a:pt x="110" y="1314"/>
                </a:lnTo>
                <a:lnTo>
                  <a:pt x="109" y="1314"/>
                </a:lnTo>
                <a:lnTo>
                  <a:pt x="109" y="1313"/>
                </a:lnTo>
                <a:lnTo>
                  <a:pt x="108" y="1312"/>
                </a:lnTo>
                <a:lnTo>
                  <a:pt x="107" y="1311"/>
                </a:lnTo>
                <a:lnTo>
                  <a:pt x="106" y="1310"/>
                </a:lnTo>
                <a:lnTo>
                  <a:pt x="104" y="1309"/>
                </a:lnTo>
                <a:lnTo>
                  <a:pt x="102" y="1309"/>
                </a:lnTo>
                <a:lnTo>
                  <a:pt x="101" y="1309"/>
                </a:lnTo>
                <a:lnTo>
                  <a:pt x="100" y="1309"/>
                </a:lnTo>
                <a:lnTo>
                  <a:pt x="99" y="1309"/>
                </a:lnTo>
                <a:lnTo>
                  <a:pt x="98" y="1309"/>
                </a:lnTo>
                <a:lnTo>
                  <a:pt x="98" y="1308"/>
                </a:lnTo>
                <a:lnTo>
                  <a:pt x="98" y="1307"/>
                </a:lnTo>
                <a:lnTo>
                  <a:pt x="97" y="1307"/>
                </a:lnTo>
                <a:lnTo>
                  <a:pt x="96" y="1307"/>
                </a:lnTo>
                <a:lnTo>
                  <a:pt x="95" y="1306"/>
                </a:lnTo>
                <a:lnTo>
                  <a:pt x="94" y="1306"/>
                </a:lnTo>
                <a:lnTo>
                  <a:pt x="94" y="1307"/>
                </a:lnTo>
                <a:lnTo>
                  <a:pt x="93" y="1307"/>
                </a:lnTo>
                <a:lnTo>
                  <a:pt x="93" y="1308"/>
                </a:lnTo>
                <a:lnTo>
                  <a:pt x="93" y="1309"/>
                </a:lnTo>
                <a:lnTo>
                  <a:pt x="93" y="1310"/>
                </a:lnTo>
                <a:lnTo>
                  <a:pt x="92" y="1311"/>
                </a:lnTo>
                <a:lnTo>
                  <a:pt x="91" y="1311"/>
                </a:lnTo>
                <a:lnTo>
                  <a:pt x="90" y="1311"/>
                </a:lnTo>
                <a:lnTo>
                  <a:pt x="90" y="1310"/>
                </a:lnTo>
                <a:lnTo>
                  <a:pt x="90" y="1309"/>
                </a:lnTo>
                <a:lnTo>
                  <a:pt x="89" y="1308"/>
                </a:lnTo>
                <a:lnTo>
                  <a:pt x="88" y="1309"/>
                </a:lnTo>
                <a:lnTo>
                  <a:pt x="87" y="1309"/>
                </a:lnTo>
                <a:lnTo>
                  <a:pt x="86" y="1310"/>
                </a:lnTo>
                <a:lnTo>
                  <a:pt x="85" y="1310"/>
                </a:lnTo>
                <a:lnTo>
                  <a:pt x="84" y="1309"/>
                </a:lnTo>
                <a:lnTo>
                  <a:pt x="84" y="1307"/>
                </a:lnTo>
                <a:lnTo>
                  <a:pt x="84" y="1306"/>
                </a:lnTo>
                <a:lnTo>
                  <a:pt x="84" y="1305"/>
                </a:lnTo>
                <a:lnTo>
                  <a:pt x="84" y="1303"/>
                </a:lnTo>
                <a:lnTo>
                  <a:pt x="84" y="1302"/>
                </a:lnTo>
                <a:lnTo>
                  <a:pt x="84" y="1301"/>
                </a:lnTo>
                <a:lnTo>
                  <a:pt x="84" y="1299"/>
                </a:lnTo>
                <a:lnTo>
                  <a:pt x="85" y="1298"/>
                </a:lnTo>
                <a:lnTo>
                  <a:pt x="85" y="1297"/>
                </a:lnTo>
                <a:lnTo>
                  <a:pt x="86" y="1296"/>
                </a:lnTo>
                <a:lnTo>
                  <a:pt x="86" y="1295"/>
                </a:lnTo>
                <a:lnTo>
                  <a:pt x="87" y="1295"/>
                </a:lnTo>
                <a:lnTo>
                  <a:pt x="87" y="1294"/>
                </a:lnTo>
                <a:lnTo>
                  <a:pt x="87" y="1293"/>
                </a:lnTo>
                <a:lnTo>
                  <a:pt x="87" y="1292"/>
                </a:lnTo>
                <a:lnTo>
                  <a:pt x="87" y="1290"/>
                </a:lnTo>
                <a:lnTo>
                  <a:pt x="87" y="1289"/>
                </a:lnTo>
                <a:lnTo>
                  <a:pt x="87" y="1288"/>
                </a:lnTo>
                <a:lnTo>
                  <a:pt x="87" y="1287"/>
                </a:lnTo>
                <a:lnTo>
                  <a:pt x="85" y="1285"/>
                </a:lnTo>
                <a:lnTo>
                  <a:pt x="86" y="1284"/>
                </a:lnTo>
                <a:lnTo>
                  <a:pt x="86" y="1283"/>
                </a:lnTo>
                <a:lnTo>
                  <a:pt x="87" y="1282"/>
                </a:lnTo>
                <a:lnTo>
                  <a:pt x="88" y="1282"/>
                </a:lnTo>
                <a:lnTo>
                  <a:pt x="89" y="1281"/>
                </a:lnTo>
                <a:lnTo>
                  <a:pt x="89" y="1280"/>
                </a:lnTo>
                <a:lnTo>
                  <a:pt x="89" y="1279"/>
                </a:lnTo>
                <a:lnTo>
                  <a:pt x="88" y="1279"/>
                </a:lnTo>
                <a:lnTo>
                  <a:pt x="87" y="1279"/>
                </a:lnTo>
                <a:lnTo>
                  <a:pt x="86" y="1279"/>
                </a:lnTo>
                <a:lnTo>
                  <a:pt x="85" y="1278"/>
                </a:lnTo>
                <a:lnTo>
                  <a:pt x="84" y="1277"/>
                </a:lnTo>
                <a:lnTo>
                  <a:pt x="83" y="1277"/>
                </a:lnTo>
                <a:lnTo>
                  <a:pt x="82" y="1276"/>
                </a:lnTo>
                <a:lnTo>
                  <a:pt x="81" y="1275"/>
                </a:lnTo>
                <a:lnTo>
                  <a:pt x="80" y="1274"/>
                </a:lnTo>
                <a:lnTo>
                  <a:pt x="79" y="1274"/>
                </a:lnTo>
                <a:lnTo>
                  <a:pt x="78" y="1273"/>
                </a:lnTo>
                <a:lnTo>
                  <a:pt x="76" y="1273"/>
                </a:lnTo>
                <a:lnTo>
                  <a:pt x="74" y="1273"/>
                </a:lnTo>
                <a:lnTo>
                  <a:pt x="73" y="1273"/>
                </a:lnTo>
                <a:lnTo>
                  <a:pt x="72" y="1273"/>
                </a:lnTo>
                <a:lnTo>
                  <a:pt x="72" y="1272"/>
                </a:lnTo>
                <a:lnTo>
                  <a:pt x="71" y="1271"/>
                </a:lnTo>
                <a:lnTo>
                  <a:pt x="70" y="1271"/>
                </a:lnTo>
                <a:lnTo>
                  <a:pt x="69" y="1270"/>
                </a:lnTo>
                <a:lnTo>
                  <a:pt x="68" y="1269"/>
                </a:lnTo>
                <a:lnTo>
                  <a:pt x="67" y="1268"/>
                </a:lnTo>
                <a:lnTo>
                  <a:pt x="67" y="1267"/>
                </a:lnTo>
                <a:lnTo>
                  <a:pt x="68" y="1265"/>
                </a:lnTo>
                <a:lnTo>
                  <a:pt x="68" y="1264"/>
                </a:lnTo>
                <a:lnTo>
                  <a:pt x="67" y="1264"/>
                </a:lnTo>
                <a:lnTo>
                  <a:pt x="67" y="1263"/>
                </a:lnTo>
                <a:lnTo>
                  <a:pt x="66" y="1262"/>
                </a:lnTo>
                <a:lnTo>
                  <a:pt x="65" y="1263"/>
                </a:lnTo>
                <a:lnTo>
                  <a:pt x="64" y="1264"/>
                </a:lnTo>
                <a:lnTo>
                  <a:pt x="63" y="1264"/>
                </a:lnTo>
                <a:lnTo>
                  <a:pt x="62" y="1264"/>
                </a:lnTo>
                <a:lnTo>
                  <a:pt x="62" y="1263"/>
                </a:lnTo>
                <a:lnTo>
                  <a:pt x="61" y="1263"/>
                </a:lnTo>
                <a:lnTo>
                  <a:pt x="60" y="1263"/>
                </a:lnTo>
                <a:lnTo>
                  <a:pt x="58" y="1263"/>
                </a:lnTo>
                <a:lnTo>
                  <a:pt x="57" y="1262"/>
                </a:lnTo>
                <a:lnTo>
                  <a:pt x="56" y="1262"/>
                </a:lnTo>
                <a:lnTo>
                  <a:pt x="56" y="1261"/>
                </a:lnTo>
                <a:lnTo>
                  <a:pt x="55" y="1260"/>
                </a:lnTo>
                <a:lnTo>
                  <a:pt x="54" y="1260"/>
                </a:lnTo>
                <a:lnTo>
                  <a:pt x="54" y="1261"/>
                </a:lnTo>
                <a:lnTo>
                  <a:pt x="53" y="1261"/>
                </a:lnTo>
                <a:lnTo>
                  <a:pt x="53" y="1262"/>
                </a:lnTo>
                <a:lnTo>
                  <a:pt x="52" y="1262"/>
                </a:lnTo>
                <a:lnTo>
                  <a:pt x="51" y="1262"/>
                </a:lnTo>
                <a:lnTo>
                  <a:pt x="50" y="1262"/>
                </a:lnTo>
                <a:lnTo>
                  <a:pt x="49" y="1262"/>
                </a:lnTo>
                <a:lnTo>
                  <a:pt x="49" y="1261"/>
                </a:lnTo>
                <a:lnTo>
                  <a:pt x="48" y="1261"/>
                </a:lnTo>
                <a:lnTo>
                  <a:pt x="47" y="1262"/>
                </a:lnTo>
                <a:lnTo>
                  <a:pt x="46" y="1261"/>
                </a:lnTo>
                <a:lnTo>
                  <a:pt x="46" y="1262"/>
                </a:lnTo>
                <a:lnTo>
                  <a:pt x="46" y="1261"/>
                </a:lnTo>
                <a:lnTo>
                  <a:pt x="45" y="1261"/>
                </a:lnTo>
                <a:lnTo>
                  <a:pt x="45" y="1262"/>
                </a:lnTo>
                <a:lnTo>
                  <a:pt x="44" y="1262"/>
                </a:lnTo>
                <a:lnTo>
                  <a:pt x="43" y="1262"/>
                </a:lnTo>
                <a:lnTo>
                  <a:pt x="43" y="1263"/>
                </a:lnTo>
                <a:lnTo>
                  <a:pt x="43" y="1264"/>
                </a:lnTo>
                <a:lnTo>
                  <a:pt x="43" y="1265"/>
                </a:lnTo>
                <a:lnTo>
                  <a:pt x="43" y="1266"/>
                </a:lnTo>
                <a:lnTo>
                  <a:pt x="42" y="1266"/>
                </a:lnTo>
                <a:lnTo>
                  <a:pt x="41" y="1266"/>
                </a:lnTo>
                <a:lnTo>
                  <a:pt x="41" y="1267"/>
                </a:lnTo>
                <a:lnTo>
                  <a:pt x="40" y="1267"/>
                </a:lnTo>
                <a:lnTo>
                  <a:pt x="39" y="1266"/>
                </a:lnTo>
                <a:lnTo>
                  <a:pt x="38" y="1266"/>
                </a:lnTo>
                <a:lnTo>
                  <a:pt x="38" y="1264"/>
                </a:lnTo>
                <a:lnTo>
                  <a:pt x="38" y="1262"/>
                </a:lnTo>
                <a:lnTo>
                  <a:pt x="38" y="1261"/>
                </a:lnTo>
                <a:lnTo>
                  <a:pt x="38" y="1259"/>
                </a:lnTo>
                <a:lnTo>
                  <a:pt x="37" y="1257"/>
                </a:lnTo>
                <a:lnTo>
                  <a:pt x="37" y="1255"/>
                </a:lnTo>
                <a:lnTo>
                  <a:pt x="38" y="1253"/>
                </a:lnTo>
                <a:lnTo>
                  <a:pt x="38" y="1252"/>
                </a:lnTo>
                <a:lnTo>
                  <a:pt x="38" y="1251"/>
                </a:lnTo>
                <a:lnTo>
                  <a:pt x="39" y="1250"/>
                </a:lnTo>
                <a:lnTo>
                  <a:pt x="38" y="1250"/>
                </a:lnTo>
                <a:lnTo>
                  <a:pt x="37" y="1249"/>
                </a:lnTo>
                <a:lnTo>
                  <a:pt x="35" y="1249"/>
                </a:lnTo>
                <a:lnTo>
                  <a:pt x="34" y="1249"/>
                </a:lnTo>
                <a:lnTo>
                  <a:pt x="33" y="1249"/>
                </a:lnTo>
                <a:lnTo>
                  <a:pt x="33" y="1250"/>
                </a:lnTo>
                <a:lnTo>
                  <a:pt x="33" y="1251"/>
                </a:lnTo>
                <a:lnTo>
                  <a:pt x="32" y="1251"/>
                </a:lnTo>
                <a:lnTo>
                  <a:pt x="32" y="1252"/>
                </a:lnTo>
                <a:lnTo>
                  <a:pt x="31" y="1252"/>
                </a:lnTo>
                <a:lnTo>
                  <a:pt x="31" y="1251"/>
                </a:lnTo>
                <a:lnTo>
                  <a:pt x="30" y="1251"/>
                </a:lnTo>
                <a:lnTo>
                  <a:pt x="29" y="1251"/>
                </a:lnTo>
                <a:lnTo>
                  <a:pt x="28" y="1251"/>
                </a:lnTo>
                <a:lnTo>
                  <a:pt x="27" y="1250"/>
                </a:lnTo>
                <a:lnTo>
                  <a:pt x="26" y="1249"/>
                </a:lnTo>
                <a:lnTo>
                  <a:pt x="26" y="1248"/>
                </a:lnTo>
                <a:lnTo>
                  <a:pt x="26" y="1247"/>
                </a:lnTo>
                <a:lnTo>
                  <a:pt x="27" y="1245"/>
                </a:lnTo>
                <a:lnTo>
                  <a:pt x="26" y="1245"/>
                </a:lnTo>
                <a:lnTo>
                  <a:pt x="26" y="1243"/>
                </a:lnTo>
                <a:lnTo>
                  <a:pt x="26" y="1242"/>
                </a:lnTo>
                <a:lnTo>
                  <a:pt x="26" y="1241"/>
                </a:lnTo>
                <a:lnTo>
                  <a:pt x="25" y="1241"/>
                </a:lnTo>
                <a:lnTo>
                  <a:pt x="24" y="1241"/>
                </a:lnTo>
                <a:lnTo>
                  <a:pt x="23" y="1242"/>
                </a:lnTo>
                <a:lnTo>
                  <a:pt x="21" y="1242"/>
                </a:lnTo>
                <a:lnTo>
                  <a:pt x="20" y="1242"/>
                </a:lnTo>
                <a:lnTo>
                  <a:pt x="19" y="1242"/>
                </a:lnTo>
                <a:lnTo>
                  <a:pt x="18" y="1242"/>
                </a:lnTo>
                <a:lnTo>
                  <a:pt x="17" y="1243"/>
                </a:lnTo>
                <a:lnTo>
                  <a:pt x="16" y="1244"/>
                </a:lnTo>
                <a:lnTo>
                  <a:pt x="15" y="1244"/>
                </a:lnTo>
                <a:lnTo>
                  <a:pt x="11" y="1244"/>
                </a:lnTo>
                <a:lnTo>
                  <a:pt x="11" y="1243"/>
                </a:lnTo>
                <a:lnTo>
                  <a:pt x="10" y="1242"/>
                </a:lnTo>
                <a:lnTo>
                  <a:pt x="9" y="1241"/>
                </a:lnTo>
                <a:lnTo>
                  <a:pt x="9" y="1240"/>
                </a:lnTo>
                <a:lnTo>
                  <a:pt x="9" y="1239"/>
                </a:lnTo>
                <a:lnTo>
                  <a:pt x="9" y="1238"/>
                </a:lnTo>
                <a:lnTo>
                  <a:pt x="9" y="1237"/>
                </a:lnTo>
                <a:lnTo>
                  <a:pt x="8" y="1237"/>
                </a:lnTo>
                <a:lnTo>
                  <a:pt x="7" y="1237"/>
                </a:lnTo>
                <a:lnTo>
                  <a:pt x="7" y="1238"/>
                </a:lnTo>
                <a:lnTo>
                  <a:pt x="6" y="1238"/>
                </a:lnTo>
                <a:lnTo>
                  <a:pt x="5" y="1237"/>
                </a:lnTo>
                <a:lnTo>
                  <a:pt x="6" y="1237"/>
                </a:lnTo>
                <a:lnTo>
                  <a:pt x="5" y="1237"/>
                </a:lnTo>
                <a:lnTo>
                  <a:pt x="6" y="1236"/>
                </a:lnTo>
                <a:lnTo>
                  <a:pt x="6" y="1235"/>
                </a:lnTo>
                <a:lnTo>
                  <a:pt x="6" y="1234"/>
                </a:lnTo>
                <a:lnTo>
                  <a:pt x="6" y="1233"/>
                </a:lnTo>
                <a:lnTo>
                  <a:pt x="7" y="1232"/>
                </a:lnTo>
                <a:lnTo>
                  <a:pt x="7" y="1231"/>
                </a:lnTo>
                <a:lnTo>
                  <a:pt x="6" y="1231"/>
                </a:lnTo>
                <a:lnTo>
                  <a:pt x="6" y="1230"/>
                </a:lnTo>
                <a:lnTo>
                  <a:pt x="5" y="1230"/>
                </a:lnTo>
                <a:lnTo>
                  <a:pt x="5" y="1229"/>
                </a:lnTo>
                <a:lnTo>
                  <a:pt x="4" y="1228"/>
                </a:lnTo>
                <a:lnTo>
                  <a:pt x="5" y="1228"/>
                </a:lnTo>
                <a:lnTo>
                  <a:pt x="5" y="1227"/>
                </a:lnTo>
                <a:lnTo>
                  <a:pt x="6" y="1226"/>
                </a:lnTo>
                <a:lnTo>
                  <a:pt x="7" y="1226"/>
                </a:lnTo>
                <a:lnTo>
                  <a:pt x="8" y="1226"/>
                </a:lnTo>
                <a:lnTo>
                  <a:pt x="9" y="1225"/>
                </a:lnTo>
                <a:lnTo>
                  <a:pt x="9" y="1224"/>
                </a:lnTo>
                <a:lnTo>
                  <a:pt x="9" y="1223"/>
                </a:lnTo>
                <a:lnTo>
                  <a:pt x="8" y="1222"/>
                </a:lnTo>
                <a:lnTo>
                  <a:pt x="8" y="1221"/>
                </a:lnTo>
                <a:lnTo>
                  <a:pt x="9" y="1220"/>
                </a:lnTo>
                <a:lnTo>
                  <a:pt x="11" y="1220"/>
                </a:lnTo>
                <a:lnTo>
                  <a:pt x="11" y="1219"/>
                </a:lnTo>
                <a:lnTo>
                  <a:pt x="12" y="1218"/>
                </a:lnTo>
                <a:lnTo>
                  <a:pt x="13" y="1217"/>
                </a:lnTo>
                <a:lnTo>
                  <a:pt x="14" y="1216"/>
                </a:lnTo>
                <a:lnTo>
                  <a:pt x="15" y="1216"/>
                </a:lnTo>
                <a:lnTo>
                  <a:pt x="17" y="1217"/>
                </a:lnTo>
                <a:lnTo>
                  <a:pt x="18" y="1217"/>
                </a:lnTo>
                <a:lnTo>
                  <a:pt x="18" y="1218"/>
                </a:lnTo>
                <a:lnTo>
                  <a:pt x="19" y="1219"/>
                </a:lnTo>
                <a:lnTo>
                  <a:pt x="20" y="1220"/>
                </a:lnTo>
                <a:lnTo>
                  <a:pt x="21" y="1220"/>
                </a:lnTo>
                <a:lnTo>
                  <a:pt x="22" y="1219"/>
                </a:lnTo>
                <a:lnTo>
                  <a:pt x="22" y="1218"/>
                </a:lnTo>
                <a:lnTo>
                  <a:pt x="22" y="1217"/>
                </a:lnTo>
                <a:lnTo>
                  <a:pt x="23" y="1217"/>
                </a:lnTo>
                <a:lnTo>
                  <a:pt x="24" y="1217"/>
                </a:lnTo>
                <a:lnTo>
                  <a:pt x="24" y="1218"/>
                </a:lnTo>
                <a:lnTo>
                  <a:pt x="25" y="1218"/>
                </a:lnTo>
                <a:lnTo>
                  <a:pt x="25" y="1217"/>
                </a:lnTo>
                <a:lnTo>
                  <a:pt x="26" y="1217"/>
                </a:lnTo>
                <a:lnTo>
                  <a:pt x="27" y="1218"/>
                </a:lnTo>
                <a:lnTo>
                  <a:pt x="27" y="1219"/>
                </a:lnTo>
                <a:lnTo>
                  <a:pt x="27" y="1221"/>
                </a:lnTo>
                <a:lnTo>
                  <a:pt x="28" y="1222"/>
                </a:lnTo>
                <a:lnTo>
                  <a:pt x="29" y="1221"/>
                </a:lnTo>
                <a:lnTo>
                  <a:pt x="31" y="1220"/>
                </a:lnTo>
                <a:lnTo>
                  <a:pt x="32" y="1219"/>
                </a:lnTo>
                <a:lnTo>
                  <a:pt x="34" y="1218"/>
                </a:lnTo>
                <a:lnTo>
                  <a:pt x="35" y="1218"/>
                </a:lnTo>
                <a:lnTo>
                  <a:pt x="36" y="1218"/>
                </a:lnTo>
                <a:lnTo>
                  <a:pt x="37" y="1218"/>
                </a:lnTo>
                <a:lnTo>
                  <a:pt x="38" y="1218"/>
                </a:lnTo>
                <a:lnTo>
                  <a:pt x="38" y="1219"/>
                </a:lnTo>
                <a:lnTo>
                  <a:pt x="38" y="1220"/>
                </a:lnTo>
                <a:lnTo>
                  <a:pt x="39" y="1221"/>
                </a:lnTo>
                <a:lnTo>
                  <a:pt x="40" y="1222"/>
                </a:lnTo>
                <a:lnTo>
                  <a:pt x="40" y="1223"/>
                </a:lnTo>
                <a:lnTo>
                  <a:pt x="41" y="1224"/>
                </a:lnTo>
                <a:lnTo>
                  <a:pt x="41" y="1225"/>
                </a:lnTo>
                <a:lnTo>
                  <a:pt x="41" y="1227"/>
                </a:lnTo>
                <a:lnTo>
                  <a:pt x="41" y="1228"/>
                </a:lnTo>
                <a:lnTo>
                  <a:pt x="42" y="1229"/>
                </a:lnTo>
                <a:lnTo>
                  <a:pt x="43" y="1229"/>
                </a:lnTo>
                <a:lnTo>
                  <a:pt x="44" y="1229"/>
                </a:lnTo>
                <a:lnTo>
                  <a:pt x="45" y="1229"/>
                </a:lnTo>
                <a:lnTo>
                  <a:pt x="46" y="1230"/>
                </a:lnTo>
                <a:lnTo>
                  <a:pt x="47" y="1230"/>
                </a:lnTo>
                <a:lnTo>
                  <a:pt x="48" y="1230"/>
                </a:lnTo>
                <a:lnTo>
                  <a:pt x="49" y="1230"/>
                </a:lnTo>
                <a:lnTo>
                  <a:pt x="49" y="1229"/>
                </a:lnTo>
                <a:lnTo>
                  <a:pt x="50" y="1229"/>
                </a:lnTo>
                <a:lnTo>
                  <a:pt x="51" y="1229"/>
                </a:lnTo>
                <a:lnTo>
                  <a:pt x="52" y="1229"/>
                </a:lnTo>
                <a:lnTo>
                  <a:pt x="52" y="1228"/>
                </a:lnTo>
                <a:lnTo>
                  <a:pt x="54" y="1227"/>
                </a:lnTo>
                <a:lnTo>
                  <a:pt x="54" y="1226"/>
                </a:lnTo>
                <a:lnTo>
                  <a:pt x="54" y="1225"/>
                </a:lnTo>
                <a:lnTo>
                  <a:pt x="55" y="1225"/>
                </a:lnTo>
                <a:lnTo>
                  <a:pt x="56" y="1224"/>
                </a:lnTo>
                <a:lnTo>
                  <a:pt x="57" y="1224"/>
                </a:lnTo>
                <a:lnTo>
                  <a:pt x="58" y="1225"/>
                </a:lnTo>
                <a:lnTo>
                  <a:pt x="60" y="1225"/>
                </a:lnTo>
                <a:lnTo>
                  <a:pt x="61" y="1225"/>
                </a:lnTo>
                <a:lnTo>
                  <a:pt x="63" y="1225"/>
                </a:lnTo>
                <a:lnTo>
                  <a:pt x="65" y="1225"/>
                </a:lnTo>
                <a:lnTo>
                  <a:pt x="66" y="1225"/>
                </a:lnTo>
                <a:lnTo>
                  <a:pt x="67" y="1225"/>
                </a:lnTo>
                <a:lnTo>
                  <a:pt x="68" y="1225"/>
                </a:lnTo>
                <a:lnTo>
                  <a:pt x="70" y="1224"/>
                </a:lnTo>
                <a:lnTo>
                  <a:pt x="71" y="1224"/>
                </a:lnTo>
                <a:lnTo>
                  <a:pt x="72" y="1225"/>
                </a:lnTo>
                <a:lnTo>
                  <a:pt x="73" y="1225"/>
                </a:lnTo>
                <a:lnTo>
                  <a:pt x="75" y="1226"/>
                </a:lnTo>
                <a:lnTo>
                  <a:pt x="75" y="1225"/>
                </a:lnTo>
                <a:lnTo>
                  <a:pt x="76" y="1225"/>
                </a:lnTo>
                <a:lnTo>
                  <a:pt x="76" y="1224"/>
                </a:lnTo>
                <a:lnTo>
                  <a:pt x="76" y="1223"/>
                </a:lnTo>
                <a:lnTo>
                  <a:pt x="77" y="1222"/>
                </a:lnTo>
                <a:lnTo>
                  <a:pt x="78" y="1222"/>
                </a:lnTo>
                <a:lnTo>
                  <a:pt x="78" y="1221"/>
                </a:lnTo>
                <a:lnTo>
                  <a:pt x="79" y="1220"/>
                </a:lnTo>
                <a:lnTo>
                  <a:pt x="79" y="1219"/>
                </a:lnTo>
                <a:lnTo>
                  <a:pt x="78" y="1219"/>
                </a:lnTo>
                <a:lnTo>
                  <a:pt x="78" y="1218"/>
                </a:lnTo>
                <a:lnTo>
                  <a:pt x="79" y="1217"/>
                </a:lnTo>
                <a:lnTo>
                  <a:pt x="79" y="1216"/>
                </a:lnTo>
                <a:lnTo>
                  <a:pt x="81" y="1215"/>
                </a:lnTo>
                <a:lnTo>
                  <a:pt x="82" y="1215"/>
                </a:lnTo>
                <a:lnTo>
                  <a:pt x="82" y="1213"/>
                </a:lnTo>
                <a:lnTo>
                  <a:pt x="82" y="1209"/>
                </a:lnTo>
                <a:lnTo>
                  <a:pt x="81" y="1208"/>
                </a:lnTo>
                <a:lnTo>
                  <a:pt x="80" y="1206"/>
                </a:lnTo>
                <a:lnTo>
                  <a:pt x="79" y="1204"/>
                </a:lnTo>
                <a:lnTo>
                  <a:pt x="79" y="1203"/>
                </a:lnTo>
                <a:lnTo>
                  <a:pt x="78" y="1202"/>
                </a:lnTo>
                <a:lnTo>
                  <a:pt x="79" y="1201"/>
                </a:lnTo>
                <a:lnTo>
                  <a:pt x="78" y="1200"/>
                </a:lnTo>
                <a:lnTo>
                  <a:pt x="77" y="1199"/>
                </a:lnTo>
                <a:lnTo>
                  <a:pt x="76" y="1200"/>
                </a:lnTo>
                <a:lnTo>
                  <a:pt x="74" y="1200"/>
                </a:lnTo>
                <a:lnTo>
                  <a:pt x="73" y="1200"/>
                </a:lnTo>
                <a:lnTo>
                  <a:pt x="72" y="1199"/>
                </a:lnTo>
                <a:lnTo>
                  <a:pt x="71" y="1198"/>
                </a:lnTo>
                <a:lnTo>
                  <a:pt x="71" y="1197"/>
                </a:lnTo>
                <a:lnTo>
                  <a:pt x="72" y="1196"/>
                </a:lnTo>
                <a:lnTo>
                  <a:pt x="71" y="1194"/>
                </a:lnTo>
                <a:lnTo>
                  <a:pt x="68" y="1191"/>
                </a:lnTo>
                <a:lnTo>
                  <a:pt x="67" y="1190"/>
                </a:lnTo>
                <a:lnTo>
                  <a:pt x="67" y="1188"/>
                </a:lnTo>
                <a:lnTo>
                  <a:pt x="67" y="1186"/>
                </a:lnTo>
                <a:lnTo>
                  <a:pt x="67" y="1184"/>
                </a:lnTo>
                <a:lnTo>
                  <a:pt x="67" y="1182"/>
                </a:lnTo>
                <a:lnTo>
                  <a:pt x="67" y="1180"/>
                </a:lnTo>
                <a:lnTo>
                  <a:pt x="67" y="1179"/>
                </a:lnTo>
                <a:lnTo>
                  <a:pt x="67" y="1177"/>
                </a:lnTo>
                <a:lnTo>
                  <a:pt x="67" y="1176"/>
                </a:lnTo>
                <a:lnTo>
                  <a:pt x="67" y="1175"/>
                </a:lnTo>
                <a:lnTo>
                  <a:pt x="68" y="1175"/>
                </a:lnTo>
                <a:lnTo>
                  <a:pt x="68" y="1174"/>
                </a:lnTo>
                <a:lnTo>
                  <a:pt x="69" y="1174"/>
                </a:lnTo>
                <a:lnTo>
                  <a:pt x="70" y="1174"/>
                </a:lnTo>
                <a:lnTo>
                  <a:pt x="71" y="1173"/>
                </a:lnTo>
                <a:lnTo>
                  <a:pt x="71" y="1170"/>
                </a:lnTo>
                <a:lnTo>
                  <a:pt x="72" y="1170"/>
                </a:lnTo>
                <a:lnTo>
                  <a:pt x="73" y="1170"/>
                </a:lnTo>
                <a:lnTo>
                  <a:pt x="74" y="1170"/>
                </a:lnTo>
                <a:lnTo>
                  <a:pt x="74" y="1169"/>
                </a:lnTo>
                <a:lnTo>
                  <a:pt x="76" y="1168"/>
                </a:lnTo>
                <a:lnTo>
                  <a:pt x="77" y="1168"/>
                </a:lnTo>
                <a:lnTo>
                  <a:pt x="77" y="1167"/>
                </a:lnTo>
                <a:lnTo>
                  <a:pt x="78" y="1167"/>
                </a:lnTo>
                <a:lnTo>
                  <a:pt x="79" y="1166"/>
                </a:lnTo>
                <a:lnTo>
                  <a:pt x="80" y="1166"/>
                </a:lnTo>
                <a:lnTo>
                  <a:pt x="81" y="1166"/>
                </a:lnTo>
                <a:lnTo>
                  <a:pt x="81" y="1165"/>
                </a:lnTo>
                <a:lnTo>
                  <a:pt x="82" y="1165"/>
                </a:lnTo>
                <a:lnTo>
                  <a:pt x="82" y="1164"/>
                </a:lnTo>
                <a:lnTo>
                  <a:pt x="82" y="1163"/>
                </a:lnTo>
                <a:lnTo>
                  <a:pt x="82" y="1162"/>
                </a:lnTo>
                <a:lnTo>
                  <a:pt x="81" y="1161"/>
                </a:lnTo>
                <a:lnTo>
                  <a:pt x="80" y="1160"/>
                </a:lnTo>
                <a:lnTo>
                  <a:pt x="79" y="1158"/>
                </a:lnTo>
                <a:lnTo>
                  <a:pt x="78" y="1157"/>
                </a:lnTo>
                <a:lnTo>
                  <a:pt x="76" y="1155"/>
                </a:lnTo>
                <a:lnTo>
                  <a:pt x="76" y="1154"/>
                </a:lnTo>
                <a:lnTo>
                  <a:pt x="76" y="1153"/>
                </a:lnTo>
                <a:lnTo>
                  <a:pt x="77" y="1152"/>
                </a:lnTo>
                <a:lnTo>
                  <a:pt x="78" y="1151"/>
                </a:lnTo>
                <a:lnTo>
                  <a:pt x="79" y="1150"/>
                </a:lnTo>
                <a:lnTo>
                  <a:pt x="79" y="1149"/>
                </a:lnTo>
                <a:lnTo>
                  <a:pt x="79" y="1146"/>
                </a:lnTo>
                <a:lnTo>
                  <a:pt x="79" y="1145"/>
                </a:lnTo>
                <a:lnTo>
                  <a:pt x="79" y="1144"/>
                </a:lnTo>
                <a:lnTo>
                  <a:pt x="79" y="1143"/>
                </a:lnTo>
                <a:lnTo>
                  <a:pt x="80" y="1142"/>
                </a:lnTo>
                <a:lnTo>
                  <a:pt x="80" y="1140"/>
                </a:lnTo>
                <a:lnTo>
                  <a:pt x="80" y="1138"/>
                </a:lnTo>
                <a:lnTo>
                  <a:pt x="81" y="1138"/>
                </a:lnTo>
                <a:lnTo>
                  <a:pt x="81" y="1137"/>
                </a:lnTo>
                <a:lnTo>
                  <a:pt x="82" y="1136"/>
                </a:lnTo>
                <a:lnTo>
                  <a:pt x="83" y="1135"/>
                </a:lnTo>
                <a:lnTo>
                  <a:pt x="83" y="1134"/>
                </a:lnTo>
                <a:lnTo>
                  <a:pt x="84" y="1132"/>
                </a:lnTo>
                <a:lnTo>
                  <a:pt x="84" y="1131"/>
                </a:lnTo>
                <a:lnTo>
                  <a:pt x="84" y="1130"/>
                </a:lnTo>
                <a:lnTo>
                  <a:pt x="83" y="1130"/>
                </a:lnTo>
                <a:lnTo>
                  <a:pt x="82" y="1130"/>
                </a:lnTo>
                <a:lnTo>
                  <a:pt x="81" y="1130"/>
                </a:lnTo>
                <a:lnTo>
                  <a:pt x="80" y="1130"/>
                </a:lnTo>
                <a:lnTo>
                  <a:pt x="79" y="1129"/>
                </a:lnTo>
                <a:lnTo>
                  <a:pt x="79" y="1127"/>
                </a:lnTo>
                <a:lnTo>
                  <a:pt x="79" y="1124"/>
                </a:lnTo>
                <a:lnTo>
                  <a:pt x="79" y="1123"/>
                </a:lnTo>
                <a:lnTo>
                  <a:pt x="78" y="1122"/>
                </a:lnTo>
                <a:lnTo>
                  <a:pt x="78" y="1121"/>
                </a:lnTo>
                <a:lnTo>
                  <a:pt x="77" y="1118"/>
                </a:lnTo>
                <a:lnTo>
                  <a:pt x="77" y="1117"/>
                </a:lnTo>
                <a:lnTo>
                  <a:pt x="77" y="1116"/>
                </a:lnTo>
                <a:lnTo>
                  <a:pt x="78" y="1114"/>
                </a:lnTo>
                <a:lnTo>
                  <a:pt x="78" y="1111"/>
                </a:lnTo>
                <a:lnTo>
                  <a:pt x="78" y="1110"/>
                </a:lnTo>
                <a:lnTo>
                  <a:pt x="79" y="1108"/>
                </a:lnTo>
                <a:lnTo>
                  <a:pt x="80" y="1105"/>
                </a:lnTo>
                <a:lnTo>
                  <a:pt x="80" y="1104"/>
                </a:lnTo>
                <a:lnTo>
                  <a:pt x="81" y="1104"/>
                </a:lnTo>
                <a:lnTo>
                  <a:pt x="81" y="1102"/>
                </a:lnTo>
                <a:lnTo>
                  <a:pt x="81" y="1099"/>
                </a:lnTo>
                <a:lnTo>
                  <a:pt x="81" y="1097"/>
                </a:lnTo>
                <a:lnTo>
                  <a:pt x="81" y="1096"/>
                </a:lnTo>
                <a:lnTo>
                  <a:pt x="82" y="1095"/>
                </a:lnTo>
                <a:lnTo>
                  <a:pt x="83" y="1094"/>
                </a:lnTo>
                <a:lnTo>
                  <a:pt x="83" y="1090"/>
                </a:lnTo>
                <a:lnTo>
                  <a:pt x="83" y="1088"/>
                </a:lnTo>
                <a:lnTo>
                  <a:pt x="83" y="1087"/>
                </a:lnTo>
                <a:lnTo>
                  <a:pt x="84" y="1087"/>
                </a:lnTo>
                <a:lnTo>
                  <a:pt x="86" y="1086"/>
                </a:lnTo>
                <a:lnTo>
                  <a:pt x="87" y="1085"/>
                </a:lnTo>
                <a:lnTo>
                  <a:pt x="88" y="1085"/>
                </a:lnTo>
                <a:lnTo>
                  <a:pt x="89" y="1085"/>
                </a:lnTo>
                <a:lnTo>
                  <a:pt x="89" y="1084"/>
                </a:lnTo>
                <a:lnTo>
                  <a:pt x="90" y="1084"/>
                </a:lnTo>
                <a:lnTo>
                  <a:pt x="92" y="1082"/>
                </a:lnTo>
                <a:lnTo>
                  <a:pt x="93" y="1080"/>
                </a:lnTo>
                <a:lnTo>
                  <a:pt x="94" y="1079"/>
                </a:lnTo>
                <a:lnTo>
                  <a:pt x="95" y="1078"/>
                </a:lnTo>
                <a:lnTo>
                  <a:pt x="95" y="1077"/>
                </a:lnTo>
                <a:lnTo>
                  <a:pt x="95" y="1076"/>
                </a:lnTo>
                <a:lnTo>
                  <a:pt x="95" y="1075"/>
                </a:lnTo>
                <a:lnTo>
                  <a:pt x="95" y="1072"/>
                </a:lnTo>
                <a:lnTo>
                  <a:pt x="96" y="1072"/>
                </a:lnTo>
                <a:lnTo>
                  <a:pt x="96" y="1071"/>
                </a:lnTo>
                <a:lnTo>
                  <a:pt x="95" y="1070"/>
                </a:lnTo>
                <a:lnTo>
                  <a:pt x="95" y="1069"/>
                </a:lnTo>
                <a:lnTo>
                  <a:pt x="94" y="1069"/>
                </a:lnTo>
                <a:lnTo>
                  <a:pt x="93" y="1069"/>
                </a:lnTo>
                <a:lnTo>
                  <a:pt x="92" y="1069"/>
                </a:lnTo>
                <a:lnTo>
                  <a:pt x="92" y="1065"/>
                </a:lnTo>
                <a:lnTo>
                  <a:pt x="91" y="1063"/>
                </a:lnTo>
                <a:lnTo>
                  <a:pt x="91" y="1062"/>
                </a:lnTo>
                <a:lnTo>
                  <a:pt x="90" y="1062"/>
                </a:lnTo>
                <a:lnTo>
                  <a:pt x="89" y="1062"/>
                </a:lnTo>
                <a:lnTo>
                  <a:pt x="88" y="1062"/>
                </a:lnTo>
                <a:lnTo>
                  <a:pt x="87" y="1061"/>
                </a:lnTo>
                <a:lnTo>
                  <a:pt x="86" y="1061"/>
                </a:lnTo>
                <a:lnTo>
                  <a:pt x="85" y="1061"/>
                </a:lnTo>
                <a:lnTo>
                  <a:pt x="85" y="1060"/>
                </a:lnTo>
                <a:lnTo>
                  <a:pt x="84" y="1059"/>
                </a:lnTo>
                <a:lnTo>
                  <a:pt x="83" y="1057"/>
                </a:lnTo>
                <a:lnTo>
                  <a:pt x="83" y="1056"/>
                </a:lnTo>
                <a:lnTo>
                  <a:pt x="82" y="1056"/>
                </a:lnTo>
                <a:lnTo>
                  <a:pt x="81" y="1053"/>
                </a:lnTo>
                <a:lnTo>
                  <a:pt x="81" y="1052"/>
                </a:lnTo>
                <a:lnTo>
                  <a:pt x="79" y="1051"/>
                </a:lnTo>
                <a:lnTo>
                  <a:pt x="79" y="1050"/>
                </a:lnTo>
                <a:lnTo>
                  <a:pt x="79" y="1049"/>
                </a:lnTo>
                <a:lnTo>
                  <a:pt x="78" y="1049"/>
                </a:lnTo>
                <a:lnTo>
                  <a:pt x="77" y="1050"/>
                </a:lnTo>
                <a:lnTo>
                  <a:pt x="76" y="1050"/>
                </a:lnTo>
                <a:lnTo>
                  <a:pt x="76" y="1049"/>
                </a:lnTo>
                <a:lnTo>
                  <a:pt x="75" y="1048"/>
                </a:lnTo>
                <a:lnTo>
                  <a:pt x="74" y="1048"/>
                </a:lnTo>
                <a:lnTo>
                  <a:pt x="73" y="1047"/>
                </a:lnTo>
                <a:lnTo>
                  <a:pt x="72" y="1047"/>
                </a:lnTo>
                <a:lnTo>
                  <a:pt x="72" y="1046"/>
                </a:lnTo>
                <a:lnTo>
                  <a:pt x="71" y="1046"/>
                </a:lnTo>
                <a:lnTo>
                  <a:pt x="71" y="1045"/>
                </a:lnTo>
                <a:lnTo>
                  <a:pt x="70" y="1045"/>
                </a:lnTo>
                <a:lnTo>
                  <a:pt x="70" y="1044"/>
                </a:lnTo>
                <a:lnTo>
                  <a:pt x="69" y="1043"/>
                </a:lnTo>
                <a:lnTo>
                  <a:pt x="69" y="1042"/>
                </a:lnTo>
                <a:lnTo>
                  <a:pt x="68" y="1042"/>
                </a:lnTo>
                <a:lnTo>
                  <a:pt x="67" y="1041"/>
                </a:lnTo>
                <a:lnTo>
                  <a:pt x="65" y="1041"/>
                </a:lnTo>
                <a:lnTo>
                  <a:pt x="64" y="1040"/>
                </a:lnTo>
                <a:lnTo>
                  <a:pt x="63" y="1040"/>
                </a:lnTo>
                <a:lnTo>
                  <a:pt x="62" y="1039"/>
                </a:lnTo>
                <a:lnTo>
                  <a:pt x="60" y="1037"/>
                </a:lnTo>
                <a:lnTo>
                  <a:pt x="58" y="1036"/>
                </a:lnTo>
                <a:lnTo>
                  <a:pt x="57" y="1036"/>
                </a:lnTo>
                <a:lnTo>
                  <a:pt x="57" y="1035"/>
                </a:lnTo>
                <a:lnTo>
                  <a:pt x="55" y="1035"/>
                </a:lnTo>
                <a:lnTo>
                  <a:pt x="52" y="1034"/>
                </a:lnTo>
                <a:lnTo>
                  <a:pt x="51" y="1034"/>
                </a:lnTo>
                <a:lnTo>
                  <a:pt x="50" y="1034"/>
                </a:lnTo>
                <a:lnTo>
                  <a:pt x="49" y="1033"/>
                </a:lnTo>
                <a:lnTo>
                  <a:pt x="48" y="1033"/>
                </a:lnTo>
                <a:lnTo>
                  <a:pt x="48" y="1032"/>
                </a:lnTo>
                <a:lnTo>
                  <a:pt x="47" y="1031"/>
                </a:lnTo>
                <a:lnTo>
                  <a:pt x="45" y="1031"/>
                </a:lnTo>
                <a:lnTo>
                  <a:pt x="44" y="1031"/>
                </a:lnTo>
                <a:lnTo>
                  <a:pt x="42" y="1030"/>
                </a:lnTo>
                <a:lnTo>
                  <a:pt x="41" y="1030"/>
                </a:lnTo>
                <a:lnTo>
                  <a:pt x="41" y="1029"/>
                </a:lnTo>
                <a:lnTo>
                  <a:pt x="40" y="1029"/>
                </a:lnTo>
                <a:lnTo>
                  <a:pt x="38" y="1027"/>
                </a:lnTo>
                <a:lnTo>
                  <a:pt x="37" y="1027"/>
                </a:lnTo>
                <a:lnTo>
                  <a:pt x="37" y="1026"/>
                </a:lnTo>
                <a:lnTo>
                  <a:pt x="36" y="1026"/>
                </a:lnTo>
                <a:lnTo>
                  <a:pt x="35" y="1026"/>
                </a:lnTo>
                <a:lnTo>
                  <a:pt x="34" y="1026"/>
                </a:lnTo>
                <a:lnTo>
                  <a:pt x="33" y="1027"/>
                </a:lnTo>
                <a:lnTo>
                  <a:pt x="32" y="1029"/>
                </a:lnTo>
                <a:lnTo>
                  <a:pt x="32" y="1030"/>
                </a:lnTo>
                <a:lnTo>
                  <a:pt x="31" y="1031"/>
                </a:lnTo>
                <a:lnTo>
                  <a:pt x="30" y="1032"/>
                </a:lnTo>
                <a:lnTo>
                  <a:pt x="29" y="1032"/>
                </a:lnTo>
                <a:lnTo>
                  <a:pt x="28" y="1032"/>
                </a:lnTo>
                <a:lnTo>
                  <a:pt x="27" y="1032"/>
                </a:lnTo>
                <a:lnTo>
                  <a:pt x="26" y="1033"/>
                </a:lnTo>
                <a:lnTo>
                  <a:pt x="25" y="1034"/>
                </a:lnTo>
                <a:lnTo>
                  <a:pt x="24" y="1035"/>
                </a:lnTo>
                <a:lnTo>
                  <a:pt x="25" y="1037"/>
                </a:lnTo>
                <a:lnTo>
                  <a:pt x="25" y="1039"/>
                </a:lnTo>
                <a:lnTo>
                  <a:pt x="25" y="1040"/>
                </a:lnTo>
                <a:lnTo>
                  <a:pt x="24" y="1040"/>
                </a:lnTo>
                <a:lnTo>
                  <a:pt x="23" y="1040"/>
                </a:lnTo>
                <a:lnTo>
                  <a:pt x="21" y="1039"/>
                </a:lnTo>
                <a:lnTo>
                  <a:pt x="20" y="1039"/>
                </a:lnTo>
                <a:lnTo>
                  <a:pt x="19" y="1039"/>
                </a:lnTo>
                <a:lnTo>
                  <a:pt x="18" y="1040"/>
                </a:lnTo>
                <a:lnTo>
                  <a:pt x="17" y="1040"/>
                </a:lnTo>
                <a:lnTo>
                  <a:pt x="16" y="1040"/>
                </a:lnTo>
                <a:lnTo>
                  <a:pt x="15" y="1040"/>
                </a:lnTo>
                <a:lnTo>
                  <a:pt x="15" y="1039"/>
                </a:lnTo>
                <a:lnTo>
                  <a:pt x="14" y="1039"/>
                </a:lnTo>
                <a:lnTo>
                  <a:pt x="14" y="1038"/>
                </a:lnTo>
                <a:lnTo>
                  <a:pt x="13" y="1038"/>
                </a:lnTo>
                <a:lnTo>
                  <a:pt x="12" y="1038"/>
                </a:lnTo>
                <a:lnTo>
                  <a:pt x="10" y="1037"/>
                </a:lnTo>
                <a:lnTo>
                  <a:pt x="9" y="1037"/>
                </a:lnTo>
                <a:lnTo>
                  <a:pt x="9" y="1036"/>
                </a:lnTo>
                <a:lnTo>
                  <a:pt x="9" y="1035"/>
                </a:lnTo>
                <a:lnTo>
                  <a:pt x="8" y="1035"/>
                </a:lnTo>
                <a:lnTo>
                  <a:pt x="8" y="1033"/>
                </a:lnTo>
                <a:lnTo>
                  <a:pt x="8" y="1032"/>
                </a:lnTo>
                <a:lnTo>
                  <a:pt x="8" y="1031"/>
                </a:lnTo>
                <a:lnTo>
                  <a:pt x="8" y="1030"/>
                </a:lnTo>
                <a:lnTo>
                  <a:pt x="7" y="1030"/>
                </a:lnTo>
                <a:lnTo>
                  <a:pt x="6" y="1030"/>
                </a:lnTo>
                <a:lnTo>
                  <a:pt x="5" y="1029"/>
                </a:lnTo>
                <a:lnTo>
                  <a:pt x="5" y="1028"/>
                </a:lnTo>
                <a:lnTo>
                  <a:pt x="3" y="1027"/>
                </a:lnTo>
                <a:lnTo>
                  <a:pt x="1" y="1025"/>
                </a:lnTo>
                <a:lnTo>
                  <a:pt x="1" y="1024"/>
                </a:lnTo>
                <a:lnTo>
                  <a:pt x="1" y="1023"/>
                </a:lnTo>
                <a:lnTo>
                  <a:pt x="1" y="1022"/>
                </a:lnTo>
                <a:lnTo>
                  <a:pt x="2" y="1021"/>
                </a:lnTo>
                <a:lnTo>
                  <a:pt x="2" y="1020"/>
                </a:lnTo>
                <a:lnTo>
                  <a:pt x="2" y="1019"/>
                </a:lnTo>
                <a:lnTo>
                  <a:pt x="2" y="1018"/>
                </a:lnTo>
                <a:lnTo>
                  <a:pt x="2" y="1017"/>
                </a:lnTo>
                <a:lnTo>
                  <a:pt x="1" y="1016"/>
                </a:lnTo>
                <a:lnTo>
                  <a:pt x="1" y="1015"/>
                </a:lnTo>
                <a:lnTo>
                  <a:pt x="1" y="1014"/>
                </a:lnTo>
                <a:lnTo>
                  <a:pt x="1" y="1013"/>
                </a:lnTo>
                <a:lnTo>
                  <a:pt x="1" y="1011"/>
                </a:lnTo>
                <a:lnTo>
                  <a:pt x="1" y="1010"/>
                </a:lnTo>
                <a:lnTo>
                  <a:pt x="1" y="1009"/>
                </a:lnTo>
                <a:lnTo>
                  <a:pt x="0" y="1008"/>
                </a:lnTo>
                <a:lnTo>
                  <a:pt x="1" y="1008"/>
                </a:lnTo>
                <a:lnTo>
                  <a:pt x="1" y="1006"/>
                </a:lnTo>
                <a:lnTo>
                  <a:pt x="1" y="1005"/>
                </a:lnTo>
                <a:lnTo>
                  <a:pt x="2" y="1004"/>
                </a:lnTo>
                <a:lnTo>
                  <a:pt x="2" y="1003"/>
                </a:lnTo>
                <a:lnTo>
                  <a:pt x="3" y="1003"/>
                </a:lnTo>
                <a:lnTo>
                  <a:pt x="4" y="1002"/>
                </a:lnTo>
                <a:lnTo>
                  <a:pt x="4" y="1001"/>
                </a:lnTo>
                <a:lnTo>
                  <a:pt x="3" y="999"/>
                </a:lnTo>
                <a:lnTo>
                  <a:pt x="3" y="998"/>
                </a:lnTo>
                <a:lnTo>
                  <a:pt x="3" y="997"/>
                </a:lnTo>
                <a:lnTo>
                  <a:pt x="3" y="996"/>
                </a:lnTo>
                <a:lnTo>
                  <a:pt x="3" y="995"/>
                </a:lnTo>
                <a:lnTo>
                  <a:pt x="2" y="994"/>
                </a:lnTo>
                <a:lnTo>
                  <a:pt x="3" y="993"/>
                </a:lnTo>
                <a:lnTo>
                  <a:pt x="2" y="992"/>
                </a:lnTo>
                <a:lnTo>
                  <a:pt x="2" y="991"/>
                </a:lnTo>
                <a:lnTo>
                  <a:pt x="1" y="990"/>
                </a:lnTo>
                <a:lnTo>
                  <a:pt x="1" y="989"/>
                </a:lnTo>
                <a:lnTo>
                  <a:pt x="1" y="988"/>
                </a:lnTo>
                <a:lnTo>
                  <a:pt x="2" y="987"/>
                </a:lnTo>
                <a:lnTo>
                  <a:pt x="2" y="986"/>
                </a:lnTo>
                <a:lnTo>
                  <a:pt x="3" y="986"/>
                </a:lnTo>
                <a:lnTo>
                  <a:pt x="3" y="985"/>
                </a:lnTo>
                <a:lnTo>
                  <a:pt x="4" y="985"/>
                </a:lnTo>
                <a:lnTo>
                  <a:pt x="4" y="984"/>
                </a:lnTo>
                <a:lnTo>
                  <a:pt x="5" y="985"/>
                </a:lnTo>
                <a:lnTo>
                  <a:pt x="5" y="984"/>
                </a:lnTo>
                <a:lnTo>
                  <a:pt x="6" y="984"/>
                </a:lnTo>
                <a:lnTo>
                  <a:pt x="6" y="983"/>
                </a:lnTo>
                <a:lnTo>
                  <a:pt x="7" y="982"/>
                </a:lnTo>
                <a:lnTo>
                  <a:pt x="8" y="981"/>
                </a:lnTo>
                <a:lnTo>
                  <a:pt x="9" y="981"/>
                </a:lnTo>
                <a:lnTo>
                  <a:pt x="9" y="982"/>
                </a:lnTo>
                <a:lnTo>
                  <a:pt x="10" y="982"/>
                </a:lnTo>
                <a:lnTo>
                  <a:pt x="10" y="981"/>
                </a:lnTo>
                <a:lnTo>
                  <a:pt x="11" y="981"/>
                </a:lnTo>
                <a:lnTo>
                  <a:pt x="12" y="982"/>
                </a:lnTo>
                <a:lnTo>
                  <a:pt x="12" y="983"/>
                </a:lnTo>
                <a:lnTo>
                  <a:pt x="13" y="983"/>
                </a:lnTo>
                <a:lnTo>
                  <a:pt x="14" y="983"/>
                </a:lnTo>
                <a:lnTo>
                  <a:pt x="14" y="984"/>
                </a:lnTo>
                <a:lnTo>
                  <a:pt x="14" y="985"/>
                </a:lnTo>
                <a:lnTo>
                  <a:pt x="15" y="986"/>
                </a:lnTo>
                <a:lnTo>
                  <a:pt x="15" y="985"/>
                </a:lnTo>
                <a:lnTo>
                  <a:pt x="16" y="985"/>
                </a:lnTo>
                <a:lnTo>
                  <a:pt x="18" y="983"/>
                </a:lnTo>
                <a:lnTo>
                  <a:pt x="18" y="982"/>
                </a:lnTo>
                <a:lnTo>
                  <a:pt x="19" y="982"/>
                </a:lnTo>
                <a:lnTo>
                  <a:pt x="19" y="980"/>
                </a:lnTo>
                <a:lnTo>
                  <a:pt x="19" y="978"/>
                </a:lnTo>
                <a:lnTo>
                  <a:pt x="20" y="977"/>
                </a:lnTo>
                <a:lnTo>
                  <a:pt x="20" y="976"/>
                </a:lnTo>
                <a:lnTo>
                  <a:pt x="20" y="975"/>
                </a:lnTo>
                <a:lnTo>
                  <a:pt x="20" y="974"/>
                </a:lnTo>
                <a:lnTo>
                  <a:pt x="20" y="973"/>
                </a:lnTo>
                <a:lnTo>
                  <a:pt x="19" y="972"/>
                </a:lnTo>
                <a:lnTo>
                  <a:pt x="19" y="970"/>
                </a:lnTo>
                <a:lnTo>
                  <a:pt x="18" y="970"/>
                </a:lnTo>
                <a:lnTo>
                  <a:pt x="17" y="970"/>
                </a:lnTo>
                <a:lnTo>
                  <a:pt x="16" y="971"/>
                </a:lnTo>
                <a:lnTo>
                  <a:pt x="15" y="971"/>
                </a:lnTo>
                <a:lnTo>
                  <a:pt x="14" y="970"/>
                </a:lnTo>
                <a:lnTo>
                  <a:pt x="13" y="971"/>
                </a:lnTo>
                <a:lnTo>
                  <a:pt x="12" y="971"/>
                </a:lnTo>
                <a:lnTo>
                  <a:pt x="11" y="970"/>
                </a:lnTo>
                <a:lnTo>
                  <a:pt x="11" y="969"/>
                </a:lnTo>
                <a:lnTo>
                  <a:pt x="12" y="968"/>
                </a:lnTo>
                <a:lnTo>
                  <a:pt x="12" y="967"/>
                </a:lnTo>
                <a:lnTo>
                  <a:pt x="12" y="966"/>
                </a:lnTo>
                <a:lnTo>
                  <a:pt x="12" y="964"/>
                </a:lnTo>
                <a:lnTo>
                  <a:pt x="11" y="964"/>
                </a:lnTo>
                <a:lnTo>
                  <a:pt x="11" y="963"/>
                </a:lnTo>
                <a:lnTo>
                  <a:pt x="11" y="962"/>
                </a:lnTo>
                <a:lnTo>
                  <a:pt x="12" y="962"/>
                </a:lnTo>
                <a:lnTo>
                  <a:pt x="12" y="961"/>
                </a:lnTo>
                <a:lnTo>
                  <a:pt x="13" y="959"/>
                </a:lnTo>
                <a:lnTo>
                  <a:pt x="13" y="958"/>
                </a:lnTo>
                <a:lnTo>
                  <a:pt x="13" y="957"/>
                </a:lnTo>
                <a:lnTo>
                  <a:pt x="13" y="956"/>
                </a:lnTo>
                <a:lnTo>
                  <a:pt x="13" y="955"/>
                </a:lnTo>
                <a:lnTo>
                  <a:pt x="12" y="955"/>
                </a:lnTo>
                <a:lnTo>
                  <a:pt x="12" y="954"/>
                </a:lnTo>
                <a:lnTo>
                  <a:pt x="12" y="953"/>
                </a:lnTo>
                <a:lnTo>
                  <a:pt x="12" y="952"/>
                </a:lnTo>
                <a:lnTo>
                  <a:pt x="11" y="952"/>
                </a:lnTo>
                <a:lnTo>
                  <a:pt x="10" y="952"/>
                </a:lnTo>
                <a:lnTo>
                  <a:pt x="9" y="951"/>
                </a:lnTo>
                <a:lnTo>
                  <a:pt x="9" y="950"/>
                </a:lnTo>
                <a:lnTo>
                  <a:pt x="10" y="948"/>
                </a:lnTo>
                <a:lnTo>
                  <a:pt x="10" y="947"/>
                </a:lnTo>
                <a:lnTo>
                  <a:pt x="9" y="946"/>
                </a:lnTo>
                <a:lnTo>
                  <a:pt x="9" y="945"/>
                </a:lnTo>
                <a:lnTo>
                  <a:pt x="10" y="943"/>
                </a:lnTo>
                <a:lnTo>
                  <a:pt x="10" y="942"/>
                </a:lnTo>
                <a:lnTo>
                  <a:pt x="9" y="941"/>
                </a:lnTo>
                <a:lnTo>
                  <a:pt x="9" y="940"/>
                </a:lnTo>
                <a:lnTo>
                  <a:pt x="9" y="939"/>
                </a:lnTo>
                <a:lnTo>
                  <a:pt x="8" y="939"/>
                </a:lnTo>
                <a:lnTo>
                  <a:pt x="7" y="939"/>
                </a:lnTo>
                <a:lnTo>
                  <a:pt x="6" y="939"/>
                </a:lnTo>
                <a:lnTo>
                  <a:pt x="5" y="938"/>
                </a:lnTo>
                <a:lnTo>
                  <a:pt x="5" y="937"/>
                </a:lnTo>
                <a:lnTo>
                  <a:pt x="5" y="935"/>
                </a:lnTo>
                <a:lnTo>
                  <a:pt x="5" y="934"/>
                </a:lnTo>
                <a:lnTo>
                  <a:pt x="4" y="934"/>
                </a:lnTo>
                <a:lnTo>
                  <a:pt x="3" y="934"/>
                </a:lnTo>
                <a:lnTo>
                  <a:pt x="3" y="933"/>
                </a:lnTo>
                <a:lnTo>
                  <a:pt x="4" y="933"/>
                </a:lnTo>
                <a:lnTo>
                  <a:pt x="5" y="932"/>
                </a:lnTo>
                <a:lnTo>
                  <a:pt x="5" y="931"/>
                </a:lnTo>
                <a:lnTo>
                  <a:pt x="5" y="930"/>
                </a:lnTo>
                <a:lnTo>
                  <a:pt x="5" y="929"/>
                </a:lnTo>
                <a:lnTo>
                  <a:pt x="5" y="928"/>
                </a:lnTo>
                <a:lnTo>
                  <a:pt x="5" y="927"/>
                </a:lnTo>
                <a:lnTo>
                  <a:pt x="6" y="927"/>
                </a:lnTo>
                <a:lnTo>
                  <a:pt x="6" y="926"/>
                </a:lnTo>
                <a:lnTo>
                  <a:pt x="7" y="926"/>
                </a:lnTo>
                <a:lnTo>
                  <a:pt x="7" y="924"/>
                </a:lnTo>
                <a:lnTo>
                  <a:pt x="7" y="923"/>
                </a:lnTo>
                <a:lnTo>
                  <a:pt x="6" y="921"/>
                </a:lnTo>
                <a:lnTo>
                  <a:pt x="4" y="919"/>
                </a:lnTo>
                <a:lnTo>
                  <a:pt x="4" y="918"/>
                </a:lnTo>
                <a:lnTo>
                  <a:pt x="5" y="918"/>
                </a:lnTo>
                <a:lnTo>
                  <a:pt x="6" y="918"/>
                </a:lnTo>
                <a:lnTo>
                  <a:pt x="6" y="919"/>
                </a:lnTo>
                <a:lnTo>
                  <a:pt x="8" y="919"/>
                </a:lnTo>
                <a:lnTo>
                  <a:pt x="9" y="919"/>
                </a:lnTo>
                <a:lnTo>
                  <a:pt x="12" y="919"/>
                </a:lnTo>
                <a:lnTo>
                  <a:pt x="13" y="918"/>
                </a:lnTo>
                <a:lnTo>
                  <a:pt x="14" y="917"/>
                </a:lnTo>
                <a:lnTo>
                  <a:pt x="16" y="913"/>
                </a:lnTo>
                <a:lnTo>
                  <a:pt x="16" y="912"/>
                </a:lnTo>
                <a:lnTo>
                  <a:pt x="17" y="912"/>
                </a:lnTo>
                <a:lnTo>
                  <a:pt x="18" y="911"/>
                </a:lnTo>
                <a:lnTo>
                  <a:pt x="19" y="911"/>
                </a:lnTo>
                <a:lnTo>
                  <a:pt x="21" y="912"/>
                </a:lnTo>
                <a:lnTo>
                  <a:pt x="22" y="912"/>
                </a:lnTo>
                <a:lnTo>
                  <a:pt x="24" y="913"/>
                </a:lnTo>
                <a:lnTo>
                  <a:pt x="25" y="914"/>
                </a:lnTo>
                <a:lnTo>
                  <a:pt x="27" y="915"/>
                </a:lnTo>
                <a:lnTo>
                  <a:pt x="29" y="916"/>
                </a:lnTo>
                <a:lnTo>
                  <a:pt x="30" y="916"/>
                </a:lnTo>
                <a:lnTo>
                  <a:pt x="31" y="916"/>
                </a:lnTo>
                <a:lnTo>
                  <a:pt x="33" y="916"/>
                </a:lnTo>
                <a:lnTo>
                  <a:pt x="34" y="917"/>
                </a:lnTo>
                <a:lnTo>
                  <a:pt x="36" y="917"/>
                </a:lnTo>
                <a:lnTo>
                  <a:pt x="38" y="917"/>
                </a:lnTo>
                <a:lnTo>
                  <a:pt x="40" y="918"/>
                </a:lnTo>
                <a:lnTo>
                  <a:pt x="40" y="917"/>
                </a:lnTo>
                <a:lnTo>
                  <a:pt x="41" y="918"/>
                </a:lnTo>
                <a:lnTo>
                  <a:pt x="42" y="918"/>
                </a:lnTo>
                <a:lnTo>
                  <a:pt x="42" y="917"/>
                </a:lnTo>
                <a:lnTo>
                  <a:pt x="43" y="916"/>
                </a:lnTo>
                <a:lnTo>
                  <a:pt x="44" y="915"/>
                </a:lnTo>
                <a:lnTo>
                  <a:pt x="45" y="913"/>
                </a:lnTo>
                <a:lnTo>
                  <a:pt x="46" y="913"/>
                </a:lnTo>
                <a:lnTo>
                  <a:pt x="46" y="912"/>
                </a:lnTo>
                <a:lnTo>
                  <a:pt x="46" y="911"/>
                </a:lnTo>
                <a:lnTo>
                  <a:pt x="46" y="910"/>
                </a:lnTo>
                <a:lnTo>
                  <a:pt x="47" y="909"/>
                </a:lnTo>
                <a:lnTo>
                  <a:pt x="48" y="909"/>
                </a:lnTo>
                <a:lnTo>
                  <a:pt x="49" y="909"/>
                </a:lnTo>
                <a:lnTo>
                  <a:pt x="50" y="908"/>
                </a:lnTo>
                <a:lnTo>
                  <a:pt x="51" y="907"/>
                </a:lnTo>
                <a:lnTo>
                  <a:pt x="51" y="906"/>
                </a:lnTo>
                <a:lnTo>
                  <a:pt x="51" y="905"/>
                </a:lnTo>
                <a:lnTo>
                  <a:pt x="52" y="906"/>
                </a:lnTo>
                <a:lnTo>
                  <a:pt x="53" y="906"/>
                </a:lnTo>
                <a:lnTo>
                  <a:pt x="54" y="906"/>
                </a:lnTo>
                <a:lnTo>
                  <a:pt x="55" y="905"/>
                </a:lnTo>
                <a:lnTo>
                  <a:pt x="55" y="904"/>
                </a:lnTo>
                <a:lnTo>
                  <a:pt x="56" y="902"/>
                </a:lnTo>
                <a:lnTo>
                  <a:pt x="56" y="901"/>
                </a:lnTo>
                <a:lnTo>
                  <a:pt x="56" y="899"/>
                </a:lnTo>
                <a:lnTo>
                  <a:pt x="56" y="898"/>
                </a:lnTo>
                <a:lnTo>
                  <a:pt x="56" y="897"/>
                </a:lnTo>
                <a:lnTo>
                  <a:pt x="56" y="896"/>
                </a:lnTo>
                <a:lnTo>
                  <a:pt x="56" y="895"/>
                </a:lnTo>
                <a:lnTo>
                  <a:pt x="56" y="894"/>
                </a:lnTo>
                <a:lnTo>
                  <a:pt x="56" y="893"/>
                </a:lnTo>
                <a:lnTo>
                  <a:pt x="57" y="892"/>
                </a:lnTo>
                <a:lnTo>
                  <a:pt x="56" y="891"/>
                </a:lnTo>
                <a:lnTo>
                  <a:pt x="56" y="890"/>
                </a:lnTo>
                <a:lnTo>
                  <a:pt x="56" y="889"/>
                </a:lnTo>
                <a:lnTo>
                  <a:pt x="57" y="889"/>
                </a:lnTo>
                <a:lnTo>
                  <a:pt x="56" y="888"/>
                </a:lnTo>
                <a:lnTo>
                  <a:pt x="56" y="887"/>
                </a:lnTo>
                <a:lnTo>
                  <a:pt x="56" y="886"/>
                </a:lnTo>
                <a:lnTo>
                  <a:pt x="56" y="885"/>
                </a:lnTo>
                <a:lnTo>
                  <a:pt x="55" y="885"/>
                </a:lnTo>
                <a:lnTo>
                  <a:pt x="54" y="885"/>
                </a:lnTo>
                <a:lnTo>
                  <a:pt x="54" y="884"/>
                </a:lnTo>
                <a:lnTo>
                  <a:pt x="53" y="884"/>
                </a:lnTo>
                <a:lnTo>
                  <a:pt x="53" y="883"/>
                </a:lnTo>
                <a:lnTo>
                  <a:pt x="52" y="883"/>
                </a:lnTo>
                <a:lnTo>
                  <a:pt x="51" y="883"/>
                </a:lnTo>
                <a:lnTo>
                  <a:pt x="51" y="882"/>
                </a:lnTo>
                <a:lnTo>
                  <a:pt x="52" y="880"/>
                </a:lnTo>
                <a:lnTo>
                  <a:pt x="53" y="877"/>
                </a:lnTo>
                <a:lnTo>
                  <a:pt x="53" y="876"/>
                </a:lnTo>
                <a:lnTo>
                  <a:pt x="53" y="875"/>
                </a:lnTo>
                <a:lnTo>
                  <a:pt x="54" y="874"/>
                </a:lnTo>
                <a:lnTo>
                  <a:pt x="56" y="872"/>
                </a:lnTo>
                <a:lnTo>
                  <a:pt x="57" y="871"/>
                </a:lnTo>
                <a:lnTo>
                  <a:pt x="59" y="871"/>
                </a:lnTo>
                <a:lnTo>
                  <a:pt x="60" y="871"/>
                </a:lnTo>
                <a:lnTo>
                  <a:pt x="61" y="870"/>
                </a:lnTo>
                <a:lnTo>
                  <a:pt x="62" y="870"/>
                </a:lnTo>
                <a:lnTo>
                  <a:pt x="63" y="869"/>
                </a:lnTo>
                <a:lnTo>
                  <a:pt x="63" y="867"/>
                </a:lnTo>
                <a:lnTo>
                  <a:pt x="64" y="866"/>
                </a:lnTo>
                <a:lnTo>
                  <a:pt x="64" y="865"/>
                </a:lnTo>
                <a:lnTo>
                  <a:pt x="64" y="864"/>
                </a:lnTo>
                <a:lnTo>
                  <a:pt x="64" y="863"/>
                </a:lnTo>
                <a:lnTo>
                  <a:pt x="66" y="862"/>
                </a:lnTo>
                <a:lnTo>
                  <a:pt x="67" y="861"/>
                </a:lnTo>
                <a:lnTo>
                  <a:pt x="67" y="860"/>
                </a:lnTo>
                <a:lnTo>
                  <a:pt x="68" y="860"/>
                </a:lnTo>
                <a:lnTo>
                  <a:pt x="69" y="859"/>
                </a:lnTo>
                <a:lnTo>
                  <a:pt x="70" y="859"/>
                </a:lnTo>
                <a:lnTo>
                  <a:pt x="72" y="857"/>
                </a:lnTo>
                <a:lnTo>
                  <a:pt x="72" y="856"/>
                </a:lnTo>
                <a:lnTo>
                  <a:pt x="73" y="855"/>
                </a:lnTo>
                <a:lnTo>
                  <a:pt x="73" y="854"/>
                </a:lnTo>
                <a:lnTo>
                  <a:pt x="72" y="854"/>
                </a:lnTo>
                <a:lnTo>
                  <a:pt x="71" y="853"/>
                </a:lnTo>
                <a:lnTo>
                  <a:pt x="71" y="852"/>
                </a:lnTo>
                <a:lnTo>
                  <a:pt x="73" y="852"/>
                </a:lnTo>
                <a:lnTo>
                  <a:pt x="76" y="851"/>
                </a:lnTo>
                <a:lnTo>
                  <a:pt x="77" y="851"/>
                </a:lnTo>
                <a:lnTo>
                  <a:pt x="78" y="850"/>
                </a:lnTo>
                <a:lnTo>
                  <a:pt x="79" y="848"/>
                </a:lnTo>
                <a:lnTo>
                  <a:pt x="80" y="847"/>
                </a:lnTo>
                <a:lnTo>
                  <a:pt x="81" y="846"/>
                </a:lnTo>
                <a:lnTo>
                  <a:pt x="83" y="846"/>
                </a:lnTo>
                <a:lnTo>
                  <a:pt x="84" y="846"/>
                </a:lnTo>
                <a:lnTo>
                  <a:pt x="84" y="847"/>
                </a:lnTo>
                <a:lnTo>
                  <a:pt x="86" y="849"/>
                </a:lnTo>
                <a:lnTo>
                  <a:pt x="87" y="849"/>
                </a:lnTo>
                <a:lnTo>
                  <a:pt x="88" y="849"/>
                </a:lnTo>
                <a:lnTo>
                  <a:pt x="89" y="849"/>
                </a:lnTo>
                <a:lnTo>
                  <a:pt x="90" y="848"/>
                </a:lnTo>
                <a:lnTo>
                  <a:pt x="91" y="847"/>
                </a:lnTo>
                <a:lnTo>
                  <a:pt x="92" y="847"/>
                </a:lnTo>
                <a:lnTo>
                  <a:pt x="94" y="848"/>
                </a:lnTo>
                <a:lnTo>
                  <a:pt x="97" y="848"/>
                </a:lnTo>
                <a:lnTo>
                  <a:pt x="98" y="848"/>
                </a:lnTo>
                <a:lnTo>
                  <a:pt x="100" y="848"/>
                </a:lnTo>
                <a:lnTo>
                  <a:pt x="102" y="848"/>
                </a:lnTo>
                <a:lnTo>
                  <a:pt x="104" y="848"/>
                </a:lnTo>
                <a:lnTo>
                  <a:pt x="105" y="849"/>
                </a:lnTo>
                <a:lnTo>
                  <a:pt x="105" y="851"/>
                </a:lnTo>
                <a:lnTo>
                  <a:pt x="105" y="852"/>
                </a:lnTo>
                <a:lnTo>
                  <a:pt x="106" y="853"/>
                </a:lnTo>
                <a:lnTo>
                  <a:pt x="107" y="852"/>
                </a:lnTo>
                <a:lnTo>
                  <a:pt x="108" y="852"/>
                </a:lnTo>
                <a:lnTo>
                  <a:pt x="108" y="853"/>
                </a:lnTo>
                <a:lnTo>
                  <a:pt x="109" y="853"/>
                </a:lnTo>
                <a:lnTo>
                  <a:pt x="110" y="855"/>
                </a:lnTo>
                <a:lnTo>
                  <a:pt x="111" y="856"/>
                </a:lnTo>
                <a:lnTo>
                  <a:pt x="113" y="855"/>
                </a:lnTo>
                <a:lnTo>
                  <a:pt x="116" y="854"/>
                </a:lnTo>
                <a:lnTo>
                  <a:pt x="119" y="853"/>
                </a:lnTo>
                <a:lnTo>
                  <a:pt x="122" y="852"/>
                </a:lnTo>
                <a:lnTo>
                  <a:pt x="123" y="851"/>
                </a:lnTo>
                <a:lnTo>
                  <a:pt x="125" y="850"/>
                </a:lnTo>
                <a:lnTo>
                  <a:pt x="128" y="848"/>
                </a:lnTo>
                <a:lnTo>
                  <a:pt x="130" y="847"/>
                </a:lnTo>
                <a:lnTo>
                  <a:pt x="133" y="846"/>
                </a:lnTo>
                <a:lnTo>
                  <a:pt x="134" y="846"/>
                </a:lnTo>
                <a:lnTo>
                  <a:pt x="135" y="845"/>
                </a:lnTo>
                <a:lnTo>
                  <a:pt x="136" y="844"/>
                </a:lnTo>
                <a:lnTo>
                  <a:pt x="138" y="842"/>
                </a:lnTo>
                <a:lnTo>
                  <a:pt x="140" y="840"/>
                </a:lnTo>
                <a:lnTo>
                  <a:pt x="142" y="840"/>
                </a:lnTo>
                <a:lnTo>
                  <a:pt x="143" y="840"/>
                </a:lnTo>
                <a:lnTo>
                  <a:pt x="145" y="841"/>
                </a:lnTo>
                <a:lnTo>
                  <a:pt x="146" y="842"/>
                </a:lnTo>
                <a:lnTo>
                  <a:pt x="147" y="842"/>
                </a:lnTo>
                <a:lnTo>
                  <a:pt x="148" y="842"/>
                </a:lnTo>
                <a:lnTo>
                  <a:pt x="150" y="841"/>
                </a:lnTo>
                <a:lnTo>
                  <a:pt x="150" y="840"/>
                </a:lnTo>
                <a:lnTo>
                  <a:pt x="151" y="839"/>
                </a:lnTo>
                <a:lnTo>
                  <a:pt x="153" y="837"/>
                </a:lnTo>
                <a:lnTo>
                  <a:pt x="153" y="835"/>
                </a:lnTo>
                <a:lnTo>
                  <a:pt x="154" y="834"/>
                </a:lnTo>
                <a:lnTo>
                  <a:pt x="155" y="834"/>
                </a:lnTo>
                <a:lnTo>
                  <a:pt x="158" y="836"/>
                </a:lnTo>
                <a:lnTo>
                  <a:pt x="160" y="836"/>
                </a:lnTo>
                <a:lnTo>
                  <a:pt x="162" y="836"/>
                </a:lnTo>
                <a:lnTo>
                  <a:pt x="164" y="837"/>
                </a:lnTo>
                <a:lnTo>
                  <a:pt x="165" y="838"/>
                </a:lnTo>
                <a:lnTo>
                  <a:pt x="166" y="840"/>
                </a:lnTo>
                <a:lnTo>
                  <a:pt x="168" y="841"/>
                </a:lnTo>
                <a:lnTo>
                  <a:pt x="169" y="841"/>
                </a:lnTo>
                <a:lnTo>
                  <a:pt x="169" y="842"/>
                </a:lnTo>
                <a:lnTo>
                  <a:pt x="171" y="841"/>
                </a:lnTo>
                <a:lnTo>
                  <a:pt x="172" y="841"/>
                </a:lnTo>
                <a:lnTo>
                  <a:pt x="173" y="841"/>
                </a:lnTo>
                <a:lnTo>
                  <a:pt x="173" y="840"/>
                </a:lnTo>
                <a:lnTo>
                  <a:pt x="173" y="839"/>
                </a:lnTo>
                <a:lnTo>
                  <a:pt x="172" y="838"/>
                </a:lnTo>
                <a:lnTo>
                  <a:pt x="171" y="837"/>
                </a:lnTo>
                <a:lnTo>
                  <a:pt x="171" y="836"/>
                </a:lnTo>
                <a:lnTo>
                  <a:pt x="170" y="835"/>
                </a:lnTo>
                <a:lnTo>
                  <a:pt x="170" y="833"/>
                </a:lnTo>
                <a:lnTo>
                  <a:pt x="169" y="832"/>
                </a:lnTo>
                <a:lnTo>
                  <a:pt x="169" y="831"/>
                </a:lnTo>
                <a:lnTo>
                  <a:pt x="168" y="830"/>
                </a:lnTo>
                <a:lnTo>
                  <a:pt x="167" y="827"/>
                </a:lnTo>
                <a:lnTo>
                  <a:pt x="166" y="826"/>
                </a:lnTo>
                <a:lnTo>
                  <a:pt x="166" y="825"/>
                </a:lnTo>
                <a:lnTo>
                  <a:pt x="166" y="824"/>
                </a:lnTo>
                <a:lnTo>
                  <a:pt x="167" y="824"/>
                </a:lnTo>
                <a:lnTo>
                  <a:pt x="168" y="824"/>
                </a:lnTo>
                <a:lnTo>
                  <a:pt x="169" y="823"/>
                </a:lnTo>
                <a:lnTo>
                  <a:pt x="169" y="822"/>
                </a:lnTo>
                <a:lnTo>
                  <a:pt x="170" y="819"/>
                </a:lnTo>
                <a:lnTo>
                  <a:pt x="171" y="818"/>
                </a:lnTo>
                <a:lnTo>
                  <a:pt x="172" y="817"/>
                </a:lnTo>
                <a:lnTo>
                  <a:pt x="173" y="816"/>
                </a:lnTo>
                <a:lnTo>
                  <a:pt x="174" y="817"/>
                </a:lnTo>
                <a:lnTo>
                  <a:pt x="175" y="817"/>
                </a:lnTo>
                <a:lnTo>
                  <a:pt x="175" y="818"/>
                </a:lnTo>
                <a:lnTo>
                  <a:pt x="177" y="819"/>
                </a:lnTo>
                <a:lnTo>
                  <a:pt x="178" y="820"/>
                </a:lnTo>
                <a:lnTo>
                  <a:pt x="179" y="821"/>
                </a:lnTo>
                <a:lnTo>
                  <a:pt x="179" y="822"/>
                </a:lnTo>
                <a:lnTo>
                  <a:pt x="180" y="823"/>
                </a:lnTo>
                <a:lnTo>
                  <a:pt x="181" y="825"/>
                </a:lnTo>
                <a:lnTo>
                  <a:pt x="182" y="826"/>
                </a:lnTo>
                <a:lnTo>
                  <a:pt x="183" y="827"/>
                </a:lnTo>
                <a:lnTo>
                  <a:pt x="184" y="828"/>
                </a:lnTo>
                <a:lnTo>
                  <a:pt x="184" y="829"/>
                </a:lnTo>
                <a:lnTo>
                  <a:pt x="185" y="829"/>
                </a:lnTo>
                <a:lnTo>
                  <a:pt x="186" y="829"/>
                </a:lnTo>
                <a:lnTo>
                  <a:pt x="187" y="828"/>
                </a:lnTo>
                <a:lnTo>
                  <a:pt x="188" y="828"/>
                </a:lnTo>
                <a:lnTo>
                  <a:pt x="189" y="830"/>
                </a:lnTo>
                <a:lnTo>
                  <a:pt x="190" y="832"/>
                </a:lnTo>
                <a:lnTo>
                  <a:pt x="192" y="832"/>
                </a:lnTo>
                <a:lnTo>
                  <a:pt x="194" y="834"/>
                </a:lnTo>
                <a:lnTo>
                  <a:pt x="195" y="834"/>
                </a:lnTo>
                <a:lnTo>
                  <a:pt x="196" y="833"/>
                </a:lnTo>
                <a:lnTo>
                  <a:pt x="197" y="833"/>
                </a:lnTo>
                <a:lnTo>
                  <a:pt x="198" y="832"/>
                </a:lnTo>
                <a:lnTo>
                  <a:pt x="200" y="833"/>
                </a:lnTo>
                <a:lnTo>
                  <a:pt x="201" y="834"/>
                </a:lnTo>
                <a:lnTo>
                  <a:pt x="202" y="835"/>
                </a:lnTo>
                <a:lnTo>
                  <a:pt x="204" y="836"/>
                </a:lnTo>
                <a:lnTo>
                  <a:pt x="206" y="836"/>
                </a:lnTo>
                <a:lnTo>
                  <a:pt x="207" y="837"/>
                </a:lnTo>
                <a:lnTo>
                  <a:pt x="208" y="835"/>
                </a:lnTo>
                <a:lnTo>
                  <a:pt x="209" y="835"/>
                </a:lnTo>
                <a:lnTo>
                  <a:pt x="210" y="834"/>
                </a:lnTo>
                <a:lnTo>
                  <a:pt x="211" y="834"/>
                </a:lnTo>
                <a:lnTo>
                  <a:pt x="211" y="833"/>
                </a:lnTo>
                <a:lnTo>
                  <a:pt x="212" y="833"/>
                </a:lnTo>
                <a:lnTo>
                  <a:pt x="213" y="834"/>
                </a:lnTo>
                <a:lnTo>
                  <a:pt x="215" y="833"/>
                </a:lnTo>
                <a:lnTo>
                  <a:pt x="216" y="831"/>
                </a:lnTo>
                <a:lnTo>
                  <a:pt x="218" y="831"/>
                </a:lnTo>
                <a:lnTo>
                  <a:pt x="220" y="829"/>
                </a:lnTo>
                <a:lnTo>
                  <a:pt x="221" y="829"/>
                </a:lnTo>
                <a:lnTo>
                  <a:pt x="223" y="829"/>
                </a:lnTo>
                <a:lnTo>
                  <a:pt x="225" y="828"/>
                </a:lnTo>
                <a:lnTo>
                  <a:pt x="226" y="829"/>
                </a:lnTo>
                <a:lnTo>
                  <a:pt x="228" y="829"/>
                </a:lnTo>
                <a:lnTo>
                  <a:pt x="229" y="828"/>
                </a:lnTo>
                <a:lnTo>
                  <a:pt x="231" y="826"/>
                </a:lnTo>
                <a:lnTo>
                  <a:pt x="232" y="826"/>
                </a:lnTo>
                <a:lnTo>
                  <a:pt x="233" y="826"/>
                </a:lnTo>
                <a:lnTo>
                  <a:pt x="234" y="825"/>
                </a:lnTo>
                <a:lnTo>
                  <a:pt x="234" y="824"/>
                </a:lnTo>
                <a:lnTo>
                  <a:pt x="235" y="824"/>
                </a:lnTo>
                <a:lnTo>
                  <a:pt x="237" y="823"/>
                </a:lnTo>
                <a:lnTo>
                  <a:pt x="240" y="822"/>
                </a:lnTo>
                <a:lnTo>
                  <a:pt x="243" y="821"/>
                </a:lnTo>
                <a:lnTo>
                  <a:pt x="244" y="821"/>
                </a:lnTo>
                <a:lnTo>
                  <a:pt x="245" y="820"/>
                </a:lnTo>
                <a:lnTo>
                  <a:pt x="247" y="820"/>
                </a:lnTo>
                <a:lnTo>
                  <a:pt x="248" y="821"/>
                </a:lnTo>
                <a:lnTo>
                  <a:pt x="249" y="821"/>
                </a:lnTo>
                <a:lnTo>
                  <a:pt x="249" y="822"/>
                </a:lnTo>
                <a:lnTo>
                  <a:pt x="249" y="823"/>
                </a:lnTo>
                <a:lnTo>
                  <a:pt x="249" y="824"/>
                </a:lnTo>
                <a:lnTo>
                  <a:pt x="250" y="825"/>
                </a:lnTo>
                <a:lnTo>
                  <a:pt x="250" y="826"/>
                </a:lnTo>
                <a:lnTo>
                  <a:pt x="250" y="827"/>
                </a:lnTo>
                <a:lnTo>
                  <a:pt x="249" y="827"/>
                </a:lnTo>
                <a:lnTo>
                  <a:pt x="249" y="828"/>
                </a:lnTo>
                <a:lnTo>
                  <a:pt x="249" y="829"/>
                </a:lnTo>
                <a:lnTo>
                  <a:pt x="248" y="831"/>
                </a:lnTo>
                <a:lnTo>
                  <a:pt x="247" y="834"/>
                </a:lnTo>
                <a:lnTo>
                  <a:pt x="247" y="835"/>
                </a:lnTo>
                <a:lnTo>
                  <a:pt x="247" y="836"/>
                </a:lnTo>
                <a:lnTo>
                  <a:pt x="247" y="837"/>
                </a:lnTo>
                <a:lnTo>
                  <a:pt x="247" y="840"/>
                </a:lnTo>
                <a:lnTo>
                  <a:pt x="248" y="842"/>
                </a:lnTo>
                <a:lnTo>
                  <a:pt x="249" y="842"/>
                </a:lnTo>
                <a:lnTo>
                  <a:pt x="249" y="843"/>
                </a:lnTo>
                <a:lnTo>
                  <a:pt x="250" y="843"/>
                </a:lnTo>
                <a:lnTo>
                  <a:pt x="251" y="844"/>
                </a:lnTo>
                <a:lnTo>
                  <a:pt x="251" y="845"/>
                </a:lnTo>
                <a:lnTo>
                  <a:pt x="252" y="845"/>
                </a:lnTo>
                <a:lnTo>
                  <a:pt x="253" y="846"/>
                </a:lnTo>
                <a:lnTo>
                  <a:pt x="253" y="847"/>
                </a:lnTo>
                <a:lnTo>
                  <a:pt x="254" y="848"/>
                </a:lnTo>
                <a:lnTo>
                  <a:pt x="253" y="848"/>
                </a:lnTo>
                <a:lnTo>
                  <a:pt x="253" y="849"/>
                </a:lnTo>
                <a:lnTo>
                  <a:pt x="252" y="850"/>
                </a:lnTo>
                <a:lnTo>
                  <a:pt x="251" y="850"/>
                </a:lnTo>
                <a:lnTo>
                  <a:pt x="251" y="851"/>
                </a:lnTo>
                <a:lnTo>
                  <a:pt x="250" y="852"/>
                </a:lnTo>
                <a:lnTo>
                  <a:pt x="249" y="852"/>
                </a:lnTo>
                <a:lnTo>
                  <a:pt x="248" y="852"/>
                </a:lnTo>
                <a:lnTo>
                  <a:pt x="247" y="853"/>
                </a:lnTo>
                <a:lnTo>
                  <a:pt x="247" y="854"/>
                </a:lnTo>
                <a:lnTo>
                  <a:pt x="246" y="855"/>
                </a:lnTo>
                <a:lnTo>
                  <a:pt x="245" y="856"/>
                </a:lnTo>
                <a:lnTo>
                  <a:pt x="245" y="857"/>
                </a:lnTo>
                <a:lnTo>
                  <a:pt x="245" y="858"/>
                </a:lnTo>
                <a:lnTo>
                  <a:pt x="244" y="859"/>
                </a:lnTo>
                <a:lnTo>
                  <a:pt x="244" y="860"/>
                </a:lnTo>
                <a:lnTo>
                  <a:pt x="243" y="860"/>
                </a:lnTo>
                <a:lnTo>
                  <a:pt x="244" y="862"/>
                </a:lnTo>
                <a:lnTo>
                  <a:pt x="244" y="863"/>
                </a:lnTo>
                <a:lnTo>
                  <a:pt x="244" y="864"/>
                </a:lnTo>
                <a:lnTo>
                  <a:pt x="245" y="866"/>
                </a:lnTo>
                <a:lnTo>
                  <a:pt x="245" y="867"/>
                </a:lnTo>
                <a:lnTo>
                  <a:pt x="245" y="868"/>
                </a:lnTo>
                <a:lnTo>
                  <a:pt x="244" y="869"/>
                </a:lnTo>
                <a:lnTo>
                  <a:pt x="244" y="870"/>
                </a:lnTo>
                <a:lnTo>
                  <a:pt x="244" y="871"/>
                </a:lnTo>
                <a:lnTo>
                  <a:pt x="245" y="871"/>
                </a:lnTo>
                <a:lnTo>
                  <a:pt x="246" y="871"/>
                </a:lnTo>
                <a:lnTo>
                  <a:pt x="246" y="870"/>
                </a:lnTo>
                <a:lnTo>
                  <a:pt x="247" y="870"/>
                </a:lnTo>
                <a:lnTo>
                  <a:pt x="248" y="870"/>
                </a:lnTo>
                <a:lnTo>
                  <a:pt x="249" y="870"/>
                </a:lnTo>
                <a:lnTo>
                  <a:pt x="250" y="870"/>
                </a:lnTo>
                <a:lnTo>
                  <a:pt x="251" y="870"/>
                </a:lnTo>
                <a:lnTo>
                  <a:pt x="251" y="871"/>
                </a:lnTo>
                <a:lnTo>
                  <a:pt x="252" y="871"/>
                </a:lnTo>
                <a:lnTo>
                  <a:pt x="253" y="870"/>
                </a:lnTo>
                <a:lnTo>
                  <a:pt x="255" y="869"/>
                </a:lnTo>
                <a:lnTo>
                  <a:pt x="256" y="869"/>
                </a:lnTo>
                <a:lnTo>
                  <a:pt x="257" y="869"/>
                </a:lnTo>
                <a:lnTo>
                  <a:pt x="257" y="870"/>
                </a:lnTo>
                <a:lnTo>
                  <a:pt x="257" y="871"/>
                </a:lnTo>
                <a:lnTo>
                  <a:pt x="258" y="871"/>
                </a:lnTo>
                <a:lnTo>
                  <a:pt x="259" y="872"/>
                </a:lnTo>
                <a:lnTo>
                  <a:pt x="261" y="872"/>
                </a:lnTo>
                <a:lnTo>
                  <a:pt x="262" y="873"/>
                </a:lnTo>
                <a:lnTo>
                  <a:pt x="263" y="874"/>
                </a:lnTo>
                <a:lnTo>
                  <a:pt x="264" y="874"/>
                </a:lnTo>
                <a:lnTo>
                  <a:pt x="264" y="875"/>
                </a:lnTo>
                <a:lnTo>
                  <a:pt x="264" y="876"/>
                </a:lnTo>
                <a:lnTo>
                  <a:pt x="265" y="876"/>
                </a:lnTo>
                <a:lnTo>
                  <a:pt x="265" y="875"/>
                </a:lnTo>
                <a:lnTo>
                  <a:pt x="266" y="873"/>
                </a:lnTo>
                <a:lnTo>
                  <a:pt x="266" y="872"/>
                </a:lnTo>
                <a:lnTo>
                  <a:pt x="266" y="871"/>
                </a:lnTo>
                <a:lnTo>
                  <a:pt x="267" y="870"/>
                </a:lnTo>
                <a:lnTo>
                  <a:pt x="268" y="870"/>
                </a:lnTo>
                <a:lnTo>
                  <a:pt x="269" y="870"/>
                </a:lnTo>
                <a:lnTo>
                  <a:pt x="269" y="869"/>
                </a:lnTo>
                <a:lnTo>
                  <a:pt x="270" y="868"/>
                </a:lnTo>
                <a:lnTo>
                  <a:pt x="270" y="867"/>
                </a:lnTo>
                <a:lnTo>
                  <a:pt x="270" y="866"/>
                </a:lnTo>
                <a:lnTo>
                  <a:pt x="271" y="866"/>
                </a:lnTo>
                <a:lnTo>
                  <a:pt x="272" y="866"/>
                </a:lnTo>
                <a:lnTo>
                  <a:pt x="273" y="866"/>
                </a:lnTo>
                <a:lnTo>
                  <a:pt x="274" y="867"/>
                </a:lnTo>
                <a:lnTo>
                  <a:pt x="275" y="868"/>
                </a:lnTo>
                <a:lnTo>
                  <a:pt x="275" y="869"/>
                </a:lnTo>
                <a:lnTo>
                  <a:pt x="276" y="870"/>
                </a:lnTo>
                <a:lnTo>
                  <a:pt x="276" y="871"/>
                </a:lnTo>
                <a:lnTo>
                  <a:pt x="277" y="871"/>
                </a:lnTo>
                <a:lnTo>
                  <a:pt x="278" y="871"/>
                </a:lnTo>
                <a:lnTo>
                  <a:pt x="279" y="871"/>
                </a:lnTo>
                <a:lnTo>
                  <a:pt x="279" y="869"/>
                </a:lnTo>
                <a:lnTo>
                  <a:pt x="279" y="868"/>
                </a:lnTo>
                <a:lnTo>
                  <a:pt x="279" y="867"/>
                </a:lnTo>
                <a:lnTo>
                  <a:pt x="280" y="867"/>
                </a:lnTo>
                <a:lnTo>
                  <a:pt x="281" y="867"/>
                </a:lnTo>
                <a:lnTo>
                  <a:pt x="282" y="867"/>
                </a:lnTo>
                <a:lnTo>
                  <a:pt x="283" y="867"/>
                </a:lnTo>
                <a:lnTo>
                  <a:pt x="284" y="868"/>
                </a:lnTo>
                <a:lnTo>
                  <a:pt x="285" y="868"/>
                </a:lnTo>
                <a:lnTo>
                  <a:pt x="286" y="868"/>
                </a:lnTo>
                <a:lnTo>
                  <a:pt x="288" y="869"/>
                </a:lnTo>
                <a:lnTo>
                  <a:pt x="289" y="869"/>
                </a:lnTo>
                <a:lnTo>
                  <a:pt x="290" y="871"/>
                </a:lnTo>
                <a:lnTo>
                  <a:pt x="291" y="871"/>
                </a:lnTo>
                <a:lnTo>
                  <a:pt x="293" y="871"/>
                </a:lnTo>
                <a:lnTo>
                  <a:pt x="295" y="871"/>
                </a:lnTo>
                <a:lnTo>
                  <a:pt x="296" y="870"/>
                </a:lnTo>
                <a:lnTo>
                  <a:pt x="298" y="869"/>
                </a:lnTo>
                <a:lnTo>
                  <a:pt x="300" y="869"/>
                </a:lnTo>
                <a:lnTo>
                  <a:pt x="301" y="868"/>
                </a:lnTo>
                <a:lnTo>
                  <a:pt x="302" y="867"/>
                </a:lnTo>
                <a:lnTo>
                  <a:pt x="303" y="867"/>
                </a:lnTo>
                <a:lnTo>
                  <a:pt x="303" y="868"/>
                </a:lnTo>
                <a:lnTo>
                  <a:pt x="303" y="869"/>
                </a:lnTo>
                <a:lnTo>
                  <a:pt x="302" y="870"/>
                </a:lnTo>
                <a:lnTo>
                  <a:pt x="302" y="871"/>
                </a:lnTo>
                <a:lnTo>
                  <a:pt x="303" y="872"/>
                </a:lnTo>
                <a:lnTo>
                  <a:pt x="304" y="872"/>
                </a:lnTo>
                <a:lnTo>
                  <a:pt x="305" y="872"/>
                </a:lnTo>
                <a:lnTo>
                  <a:pt x="305" y="873"/>
                </a:lnTo>
                <a:lnTo>
                  <a:pt x="305" y="874"/>
                </a:lnTo>
                <a:lnTo>
                  <a:pt x="305" y="875"/>
                </a:lnTo>
                <a:lnTo>
                  <a:pt x="305" y="876"/>
                </a:lnTo>
                <a:lnTo>
                  <a:pt x="304" y="877"/>
                </a:lnTo>
                <a:lnTo>
                  <a:pt x="304" y="878"/>
                </a:lnTo>
                <a:lnTo>
                  <a:pt x="304" y="880"/>
                </a:lnTo>
                <a:lnTo>
                  <a:pt x="304" y="881"/>
                </a:lnTo>
                <a:lnTo>
                  <a:pt x="305" y="881"/>
                </a:lnTo>
                <a:lnTo>
                  <a:pt x="306" y="880"/>
                </a:lnTo>
                <a:lnTo>
                  <a:pt x="306" y="879"/>
                </a:lnTo>
                <a:lnTo>
                  <a:pt x="307" y="879"/>
                </a:lnTo>
                <a:lnTo>
                  <a:pt x="307" y="878"/>
                </a:lnTo>
                <a:lnTo>
                  <a:pt x="308" y="878"/>
                </a:lnTo>
                <a:lnTo>
                  <a:pt x="308" y="877"/>
                </a:lnTo>
                <a:lnTo>
                  <a:pt x="309" y="877"/>
                </a:lnTo>
                <a:lnTo>
                  <a:pt x="310" y="876"/>
                </a:lnTo>
                <a:lnTo>
                  <a:pt x="310" y="877"/>
                </a:lnTo>
                <a:lnTo>
                  <a:pt x="311" y="878"/>
                </a:lnTo>
                <a:lnTo>
                  <a:pt x="312" y="878"/>
                </a:lnTo>
                <a:lnTo>
                  <a:pt x="313" y="877"/>
                </a:lnTo>
                <a:lnTo>
                  <a:pt x="315" y="878"/>
                </a:lnTo>
                <a:lnTo>
                  <a:pt x="316" y="878"/>
                </a:lnTo>
                <a:lnTo>
                  <a:pt x="316" y="877"/>
                </a:lnTo>
                <a:lnTo>
                  <a:pt x="318" y="876"/>
                </a:lnTo>
                <a:lnTo>
                  <a:pt x="319" y="875"/>
                </a:lnTo>
                <a:lnTo>
                  <a:pt x="320" y="874"/>
                </a:lnTo>
                <a:lnTo>
                  <a:pt x="322" y="874"/>
                </a:lnTo>
                <a:lnTo>
                  <a:pt x="323" y="875"/>
                </a:lnTo>
                <a:lnTo>
                  <a:pt x="324" y="875"/>
                </a:lnTo>
                <a:lnTo>
                  <a:pt x="325" y="873"/>
                </a:lnTo>
                <a:lnTo>
                  <a:pt x="325" y="872"/>
                </a:lnTo>
                <a:lnTo>
                  <a:pt x="326" y="872"/>
                </a:lnTo>
                <a:lnTo>
                  <a:pt x="328" y="871"/>
                </a:lnTo>
                <a:lnTo>
                  <a:pt x="329" y="870"/>
                </a:lnTo>
                <a:lnTo>
                  <a:pt x="329" y="868"/>
                </a:lnTo>
                <a:lnTo>
                  <a:pt x="329" y="866"/>
                </a:lnTo>
                <a:lnTo>
                  <a:pt x="330" y="865"/>
                </a:lnTo>
                <a:lnTo>
                  <a:pt x="331" y="864"/>
                </a:lnTo>
                <a:lnTo>
                  <a:pt x="332" y="862"/>
                </a:lnTo>
                <a:lnTo>
                  <a:pt x="334" y="860"/>
                </a:lnTo>
                <a:lnTo>
                  <a:pt x="336" y="859"/>
                </a:lnTo>
                <a:lnTo>
                  <a:pt x="337" y="859"/>
                </a:lnTo>
                <a:lnTo>
                  <a:pt x="338" y="858"/>
                </a:lnTo>
                <a:lnTo>
                  <a:pt x="339" y="857"/>
                </a:lnTo>
                <a:lnTo>
                  <a:pt x="339" y="856"/>
                </a:lnTo>
                <a:lnTo>
                  <a:pt x="341" y="855"/>
                </a:lnTo>
                <a:lnTo>
                  <a:pt x="342" y="855"/>
                </a:lnTo>
                <a:lnTo>
                  <a:pt x="343" y="855"/>
                </a:lnTo>
                <a:lnTo>
                  <a:pt x="344" y="855"/>
                </a:lnTo>
                <a:lnTo>
                  <a:pt x="345" y="854"/>
                </a:lnTo>
                <a:lnTo>
                  <a:pt x="345" y="853"/>
                </a:lnTo>
                <a:lnTo>
                  <a:pt x="345" y="852"/>
                </a:lnTo>
                <a:lnTo>
                  <a:pt x="345" y="851"/>
                </a:lnTo>
                <a:lnTo>
                  <a:pt x="346" y="850"/>
                </a:lnTo>
                <a:lnTo>
                  <a:pt x="347" y="848"/>
                </a:lnTo>
                <a:lnTo>
                  <a:pt x="347" y="847"/>
                </a:lnTo>
                <a:lnTo>
                  <a:pt x="348" y="847"/>
                </a:lnTo>
                <a:lnTo>
                  <a:pt x="349" y="846"/>
                </a:lnTo>
                <a:lnTo>
                  <a:pt x="349" y="844"/>
                </a:lnTo>
                <a:lnTo>
                  <a:pt x="348" y="843"/>
                </a:lnTo>
                <a:lnTo>
                  <a:pt x="348" y="841"/>
                </a:lnTo>
                <a:lnTo>
                  <a:pt x="348" y="840"/>
                </a:lnTo>
                <a:lnTo>
                  <a:pt x="348" y="839"/>
                </a:lnTo>
                <a:lnTo>
                  <a:pt x="348" y="838"/>
                </a:lnTo>
                <a:lnTo>
                  <a:pt x="348" y="837"/>
                </a:lnTo>
                <a:lnTo>
                  <a:pt x="349" y="837"/>
                </a:lnTo>
                <a:lnTo>
                  <a:pt x="350" y="836"/>
                </a:lnTo>
                <a:lnTo>
                  <a:pt x="351" y="836"/>
                </a:lnTo>
                <a:lnTo>
                  <a:pt x="351" y="835"/>
                </a:lnTo>
                <a:lnTo>
                  <a:pt x="352" y="835"/>
                </a:lnTo>
                <a:lnTo>
                  <a:pt x="353" y="836"/>
                </a:lnTo>
                <a:lnTo>
                  <a:pt x="354" y="836"/>
                </a:lnTo>
                <a:lnTo>
                  <a:pt x="355" y="835"/>
                </a:lnTo>
                <a:lnTo>
                  <a:pt x="356" y="834"/>
                </a:lnTo>
                <a:lnTo>
                  <a:pt x="356" y="833"/>
                </a:lnTo>
                <a:lnTo>
                  <a:pt x="357" y="833"/>
                </a:lnTo>
                <a:lnTo>
                  <a:pt x="358" y="832"/>
                </a:lnTo>
                <a:lnTo>
                  <a:pt x="359" y="832"/>
                </a:lnTo>
                <a:lnTo>
                  <a:pt x="359" y="831"/>
                </a:lnTo>
                <a:lnTo>
                  <a:pt x="358" y="830"/>
                </a:lnTo>
                <a:lnTo>
                  <a:pt x="358" y="829"/>
                </a:lnTo>
                <a:lnTo>
                  <a:pt x="359" y="829"/>
                </a:lnTo>
                <a:lnTo>
                  <a:pt x="360" y="829"/>
                </a:lnTo>
                <a:lnTo>
                  <a:pt x="360" y="828"/>
                </a:lnTo>
                <a:lnTo>
                  <a:pt x="360" y="827"/>
                </a:lnTo>
                <a:lnTo>
                  <a:pt x="360" y="826"/>
                </a:lnTo>
                <a:lnTo>
                  <a:pt x="361" y="825"/>
                </a:lnTo>
                <a:lnTo>
                  <a:pt x="361" y="824"/>
                </a:lnTo>
                <a:lnTo>
                  <a:pt x="361" y="823"/>
                </a:lnTo>
                <a:lnTo>
                  <a:pt x="362" y="823"/>
                </a:lnTo>
                <a:lnTo>
                  <a:pt x="362" y="822"/>
                </a:lnTo>
                <a:lnTo>
                  <a:pt x="363" y="821"/>
                </a:lnTo>
                <a:lnTo>
                  <a:pt x="363" y="820"/>
                </a:lnTo>
                <a:lnTo>
                  <a:pt x="364" y="819"/>
                </a:lnTo>
                <a:lnTo>
                  <a:pt x="365" y="818"/>
                </a:lnTo>
                <a:lnTo>
                  <a:pt x="366" y="817"/>
                </a:lnTo>
                <a:lnTo>
                  <a:pt x="366" y="816"/>
                </a:lnTo>
                <a:lnTo>
                  <a:pt x="367" y="816"/>
                </a:lnTo>
                <a:lnTo>
                  <a:pt x="367" y="815"/>
                </a:lnTo>
                <a:lnTo>
                  <a:pt x="368" y="816"/>
                </a:lnTo>
                <a:lnTo>
                  <a:pt x="369" y="816"/>
                </a:lnTo>
                <a:lnTo>
                  <a:pt x="370" y="817"/>
                </a:lnTo>
                <a:lnTo>
                  <a:pt x="370" y="816"/>
                </a:lnTo>
                <a:lnTo>
                  <a:pt x="371" y="815"/>
                </a:lnTo>
                <a:lnTo>
                  <a:pt x="372" y="815"/>
                </a:lnTo>
                <a:lnTo>
                  <a:pt x="374" y="815"/>
                </a:lnTo>
                <a:lnTo>
                  <a:pt x="375" y="815"/>
                </a:lnTo>
                <a:lnTo>
                  <a:pt x="375" y="816"/>
                </a:lnTo>
                <a:lnTo>
                  <a:pt x="375" y="815"/>
                </a:lnTo>
                <a:lnTo>
                  <a:pt x="376" y="815"/>
                </a:lnTo>
                <a:lnTo>
                  <a:pt x="376" y="814"/>
                </a:lnTo>
                <a:lnTo>
                  <a:pt x="377" y="813"/>
                </a:lnTo>
                <a:lnTo>
                  <a:pt x="377" y="812"/>
                </a:lnTo>
                <a:lnTo>
                  <a:pt x="378" y="812"/>
                </a:lnTo>
                <a:lnTo>
                  <a:pt x="379" y="811"/>
                </a:lnTo>
                <a:lnTo>
                  <a:pt x="379" y="810"/>
                </a:lnTo>
                <a:lnTo>
                  <a:pt x="380" y="810"/>
                </a:lnTo>
                <a:lnTo>
                  <a:pt x="381" y="810"/>
                </a:lnTo>
                <a:lnTo>
                  <a:pt x="381" y="811"/>
                </a:lnTo>
                <a:lnTo>
                  <a:pt x="382" y="811"/>
                </a:lnTo>
                <a:lnTo>
                  <a:pt x="382" y="812"/>
                </a:lnTo>
                <a:lnTo>
                  <a:pt x="383" y="812"/>
                </a:lnTo>
                <a:lnTo>
                  <a:pt x="384" y="811"/>
                </a:lnTo>
                <a:lnTo>
                  <a:pt x="385" y="811"/>
                </a:lnTo>
                <a:lnTo>
                  <a:pt x="387" y="811"/>
                </a:lnTo>
                <a:lnTo>
                  <a:pt x="388" y="810"/>
                </a:lnTo>
                <a:lnTo>
                  <a:pt x="389" y="809"/>
                </a:lnTo>
                <a:lnTo>
                  <a:pt x="390" y="808"/>
                </a:lnTo>
                <a:lnTo>
                  <a:pt x="391" y="808"/>
                </a:lnTo>
                <a:lnTo>
                  <a:pt x="392" y="807"/>
                </a:lnTo>
                <a:lnTo>
                  <a:pt x="393" y="807"/>
                </a:lnTo>
                <a:lnTo>
                  <a:pt x="393" y="808"/>
                </a:lnTo>
                <a:lnTo>
                  <a:pt x="393" y="809"/>
                </a:lnTo>
                <a:lnTo>
                  <a:pt x="394" y="809"/>
                </a:lnTo>
                <a:lnTo>
                  <a:pt x="394" y="810"/>
                </a:lnTo>
                <a:lnTo>
                  <a:pt x="395" y="810"/>
                </a:lnTo>
                <a:lnTo>
                  <a:pt x="397" y="810"/>
                </a:lnTo>
                <a:lnTo>
                  <a:pt x="399" y="811"/>
                </a:lnTo>
                <a:lnTo>
                  <a:pt x="400" y="811"/>
                </a:lnTo>
                <a:lnTo>
                  <a:pt x="402" y="812"/>
                </a:lnTo>
                <a:lnTo>
                  <a:pt x="402" y="813"/>
                </a:lnTo>
                <a:lnTo>
                  <a:pt x="402" y="814"/>
                </a:lnTo>
                <a:lnTo>
                  <a:pt x="401" y="815"/>
                </a:lnTo>
                <a:lnTo>
                  <a:pt x="402" y="815"/>
                </a:lnTo>
                <a:lnTo>
                  <a:pt x="402" y="816"/>
                </a:lnTo>
                <a:lnTo>
                  <a:pt x="403" y="816"/>
                </a:lnTo>
                <a:lnTo>
                  <a:pt x="403" y="817"/>
                </a:lnTo>
                <a:lnTo>
                  <a:pt x="404" y="818"/>
                </a:lnTo>
                <a:lnTo>
                  <a:pt x="405" y="818"/>
                </a:lnTo>
                <a:lnTo>
                  <a:pt x="405" y="819"/>
                </a:lnTo>
                <a:lnTo>
                  <a:pt x="406" y="820"/>
                </a:lnTo>
                <a:lnTo>
                  <a:pt x="408" y="820"/>
                </a:lnTo>
                <a:lnTo>
                  <a:pt x="409" y="819"/>
                </a:lnTo>
                <a:lnTo>
                  <a:pt x="410" y="820"/>
                </a:lnTo>
                <a:lnTo>
                  <a:pt x="410" y="819"/>
                </a:lnTo>
                <a:lnTo>
                  <a:pt x="411" y="819"/>
                </a:lnTo>
                <a:lnTo>
                  <a:pt x="412" y="819"/>
                </a:lnTo>
                <a:lnTo>
                  <a:pt x="413" y="820"/>
                </a:lnTo>
                <a:lnTo>
                  <a:pt x="414" y="820"/>
                </a:lnTo>
                <a:lnTo>
                  <a:pt x="414" y="821"/>
                </a:lnTo>
                <a:lnTo>
                  <a:pt x="415" y="821"/>
                </a:lnTo>
                <a:lnTo>
                  <a:pt x="415" y="822"/>
                </a:lnTo>
                <a:lnTo>
                  <a:pt x="415" y="823"/>
                </a:lnTo>
                <a:lnTo>
                  <a:pt x="416" y="823"/>
                </a:lnTo>
                <a:lnTo>
                  <a:pt x="417" y="824"/>
                </a:lnTo>
                <a:lnTo>
                  <a:pt x="418" y="824"/>
                </a:lnTo>
                <a:lnTo>
                  <a:pt x="420" y="823"/>
                </a:lnTo>
                <a:lnTo>
                  <a:pt x="421" y="822"/>
                </a:lnTo>
                <a:lnTo>
                  <a:pt x="423" y="822"/>
                </a:lnTo>
                <a:lnTo>
                  <a:pt x="424" y="822"/>
                </a:lnTo>
                <a:lnTo>
                  <a:pt x="425" y="821"/>
                </a:lnTo>
                <a:lnTo>
                  <a:pt x="426" y="822"/>
                </a:lnTo>
                <a:lnTo>
                  <a:pt x="427" y="822"/>
                </a:lnTo>
                <a:lnTo>
                  <a:pt x="427" y="823"/>
                </a:lnTo>
                <a:lnTo>
                  <a:pt x="428" y="823"/>
                </a:lnTo>
                <a:lnTo>
                  <a:pt x="429" y="823"/>
                </a:lnTo>
                <a:lnTo>
                  <a:pt x="430" y="823"/>
                </a:lnTo>
                <a:lnTo>
                  <a:pt x="430" y="824"/>
                </a:lnTo>
                <a:lnTo>
                  <a:pt x="430" y="825"/>
                </a:lnTo>
                <a:lnTo>
                  <a:pt x="431" y="825"/>
                </a:lnTo>
                <a:lnTo>
                  <a:pt x="431" y="826"/>
                </a:lnTo>
                <a:lnTo>
                  <a:pt x="432" y="826"/>
                </a:lnTo>
                <a:lnTo>
                  <a:pt x="433" y="826"/>
                </a:lnTo>
                <a:lnTo>
                  <a:pt x="434" y="826"/>
                </a:lnTo>
                <a:lnTo>
                  <a:pt x="434" y="827"/>
                </a:lnTo>
                <a:lnTo>
                  <a:pt x="434" y="828"/>
                </a:lnTo>
                <a:lnTo>
                  <a:pt x="433" y="828"/>
                </a:lnTo>
                <a:lnTo>
                  <a:pt x="433" y="829"/>
                </a:lnTo>
                <a:lnTo>
                  <a:pt x="434" y="830"/>
                </a:lnTo>
                <a:lnTo>
                  <a:pt x="435" y="830"/>
                </a:lnTo>
                <a:lnTo>
                  <a:pt x="436" y="830"/>
                </a:lnTo>
                <a:lnTo>
                  <a:pt x="437" y="830"/>
                </a:lnTo>
                <a:lnTo>
                  <a:pt x="439" y="830"/>
                </a:lnTo>
                <a:lnTo>
                  <a:pt x="440" y="831"/>
                </a:lnTo>
                <a:lnTo>
                  <a:pt x="441" y="831"/>
                </a:lnTo>
                <a:lnTo>
                  <a:pt x="442" y="831"/>
                </a:lnTo>
                <a:lnTo>
                  <a:pt x="442" y="832"/>
                </a:lnTo>
                <a:lnTo>
                  <a:pt x="443" y="832"/>
                </a:lnTo>
                <a:lnTo>
                  <a:pt x="444" y="832"/>
                </a:lnTo>
                <a:lnTo>
                  <a:pt x="445" y="832"/>
                </a:lnTo>
                <a:lnTo>
                  <a:pt x="447" y="832"/>
                </a:lnTo>
                <a:lnTo>
                  <a:pt x="448" y="832"/>
                </a:lnTo>
                <a:lnTo>
                  <a:pt x="449" y="832"/>
                </a:lnTo>
                <a:lnTo>
                  <a:pt x="450" y="832"/>
                </a:lnTo>
                <a:lnTo>
                  <a:pt x="451" y="832"/>
                </a:lnTo>
                <a:lnTo>
                  <a:pt x="451" y="833"/>
                </a:lnTo>
                <a:lnTo>
                  <a:pt x="453" y="833"/>
                </a:lnTo>
                <a:lnTo>
                  <a:pt x="454" y="834"/>
                </a:lnTo>
                <a:lnTo>
                  <a:pt x="456" y="833"/>
                </a:lnTo>
                <a:lnTo>
                  <a:pt x="457" y="833"/>
                </a:lnTo>
                <a:lnTo>
                  <a:pt x="458" y="833"/>
                </a:lnTo>
                <a:lnTo>
                  <a:pt x="459" y="832"/>
                </a:lnTo>
                <a:lnTo>
                  <a:pt x="461" y="834"/>
                </a:lnTo>
                <a:lnTo>
                  <a:pt x="462" y="834"/>
                </a:lnTo>
                <a:lnTo>
                  <a:pt x="463" y="834"/>
                </a:lnTo>
                <a:lnTo>
                  <a:pt x="463" y="833"/>
                </a:lnTo>
                <a:lnTo>
                  <a:pt x="464" y="832"/>
                </a:lnTo>
                <a:lnTo>
                  <a:pt x="465" y="831"/>
                </a:lnTo>
                <a:lnTo>
                  <a:pt x="466" y="832"/>
                </a:lnTo>
                <a:lnTo>
                  <a:pt x="467" y="832"/>
                </a:lnTo>
                <a:lnTo>
                  <a:pt x="468" y="832"/>
                </a:lnTo>
                <a:lnTo>
                  <a:pt x="468" y="831"/>
                </a:lnTo>
                <a:lnTo>
                  <a:pt x="468" y="830"/>
                </a:lnTo>
                <a:lnTo>
                  <a:pt x="468" y="829"/>
                </a:lnTo>
                <a:lnTo>
                  <a:pt x="468" y="828"/>
                </a:lnTo>
                <a:lnTo>
                  <a:pt x="468" y="825"/>
                </a:lnTo>
                <a:lnTo>
                  <a:pt x="468" y="824"/>
                </a:lnTo>
                <a:lnTo>
                  <a:pt x="468" y="823"/>
                </a:lnTo>
                <a:lnTo>
                  <a:pt x="469" y="823"/>
                </a:lnTo>
                <a:lnTo>
                  <a:pt x="469" y="822"/>
                </a:lnTo>
                <a:lnTo>
                  <a:pt x="470" y="821"/>
                </a:lnTo>
                <a:lnTo>
                  <a:pt x="471" y="820"/>
                </a:lnTo>
                <a:lnTo>
                  <a:pt x="472" y="820"/>
                </a:lnTo>
                <a:lnTo>
                  <a:pt x="472" y="819"/>
                </a:lnTo>
                <a:lnTo>
                  <a:pt x="473" y="819"/>
                </a:lnTo>
                <a:lnTo>
                  <a:pt x="475" y="819"/>
                </a:lnTo>
                <a:lnTo>
                  <a:pt x="477" y="818"/>
                </a:lnTo>
                <a:lnTo>
                  <a:pt x="478" y="818"/>
                </a:lnTo>
                <a:lnTo>
                  <a:pt x="479" y="817"/>
                </a:lnTo>
                <a:lnTo>
                  <a:pt x="480" y="817"/>
                </a:lnTo>
                <a:lnTo>
                  <a:pt x="482" y="817"/>
                </a:lnTo>
                <a:lnTo>
                  <a:pt x="485" y="818"/>
                </a:lnTo>
                <a:lnTo>
                  <a:pt x="486" y="818"/>
                </a:lnTo>
                <a:lnTo>
                  <a:pt x="486" y="819"/>
                </a:lnTo>
                <a:lnTo>
                  <a:pt x="487" y="819"/>
                </a:lnTo>
                <a:lnTo>
                  <a:pt x="488" y="819"/>
                </a:lnTo>
                <a:lnTo>
                  <a:pt x="489" y="818"/>
                </a:lnTo>
                <a:lnTo>
                  <a:pt x="489" y="819"/>
                </a:lnTo>
                <a:lnTo>
                  <a:pt x="490" y="819"/>
                </a:lnTo>
                <a:lnTo>
                  <a:pt x="491" y="819"/>
                </a:lnTo>
                <a:lnTo>
                  <a:pt x="492" y="819"/>
                </a:lnTo>
                <a:lnTo>
                  <a:pt x="493" y="819"/>
                </a:lnTo>
                <a:lnTo>
                  <a:pt x="496" y="818"/>
                </a:lnTo>
                <a:lnTo>
                  <a:pt x="497" y="818"/>
                </a:lnTo>
                <a:lnTo>
                  <a:pt x="498" y="818"/>
                </a:lnTo>
                <a:lnTo>
                  <a:pt x="499" y="818"/>
                </a:lnTo>
                <a:lnTo>
                  <a:pt x="500" y="818"/>
                </a:lnTo>
                <a:lnTo>
                  <a:pt x="501" y="818"/>
                </a:lnTo>
                <a:lnTo>
                  <a:pt x="503" y="817"/>
                </a:lnTo>
                <a:lnTo>
                  <a:pt x="503" y="816"/>
                </a:lnTo>
                <a:lnTo>
                  <a:pt x="504" y="815"/>
                </a:lnTo>
                <a:lnTo>
                  <a:pt x="504" y="814"/>
                </a:lnTo>
                <a:lnTo>
                  <a:pt x="506" y="809"/>
                </a:lnTo>
                <a:lnTo>
                  <a:pt x="507" y="807"/>
                </a:lnTo>
                <a:lnTo>
                  <a:pt x="508" y="805"/>
                </a:lnTo>
                <a:lnTo>
                  <a:pt x="509" y="805"/>
                </a:lnTo>
                <a:lnTo>
                  <a:pt x="509" y="803"/>
                </a:lnTo>
                <a:lnTo>
                  <a:pt x="509" y="802"/>
                </a:lnTo>
                <a:lnTo>
                  <a:pt x="509" y="801"/>
                </a:lnTo>
                <a:lnTo>
                  <a:pt x="510" y="800"/>
                </a:lnTo>
                <a:lnTo>
                  <a:pt x="510" y="799"/>
                </a:lnTo>
                <a:lnTo>
                  <a:pt x="512" y="799"/>
                </a:lnTo>
                <a:lnTo>
                  <a:pt x="515" y="799"/>
                </a:lnTo>
                <a:lnTo>
                  <a:pt x="517" y="799"/>
                </a:lnTo>
                <a:lnTo>
                  <a:pt x="518" y="799"/>
                </a:lnTo>
                <a:lnTo>
                  <a:pt x="521" y="800"/>
                </a:lnTo>
                <a:lnTo>
                  <a:pt x="522" y="801"/>
                </a:lnTo>
                <a:lnTo>
                  <a:pt x="523" y="801"/>
                </a:lnTo>
                <a:lnTo>
                  <a:pt x="524" y="801"/>
                </a:lnTo>
                <a:lnTo>
                  <a:pt x="525" y="801"/>
                </a:lnTo>
                <a:lnTo>
                  <a:pt x="525" y="802"/>
                </a:lnTo>
                <a:lnTo>
                  <a:pt x="526" y="802"/>
                </a:lnTo>
                <a:lnTo>
                  <a:pt x="526" y="803"/>
                </a:lnTo>
                <a:lnTo>
                  <a:pt x="527" y="802"/>
                </a:lnTo>
                <a:lnTo>
                  <a:pt x="528" y="802"/>
                </a:lnTo>
                <a:lnTo>
                  <a:pt x="530" y="802"/>
                </a:lnTo>
                <a:lnTo>
                  <a:pt x="530" y="803"/>
                </a:lnTo>
                <a:lnTo>
                  <a:pt x="531" y="803"/>
                </a:lnTo>
                <a:lnTo>
                  <a:pt x="532" y="803"/>
                </a:lnTo>
                <a:lnTo>
                  <a:pt x="532" y="802"/>
                </a:lnTo>
                <a:lnTo>
                  <a:pt x="533" y="801"/>
                </a:lnTo>
                <a:lnTo>
                  <a:pt x="534" y="801"/>
                </a:lnTo>
                <a:lnTo>
                  <a:pt x="535" y="801"/>
                </a:lnTo>
                <a:lnTo>
                  <a:pt x="536" y="802"/>
                </a:lnTo>
                <a:lnTo>
                  <a:pt x="538" y="802"/>
                </a:lnTo>
                <a:lnTo>
                  <a:pt x="539" y="802"/>
                </a:lnTo>
                <a:lnTo>
                  <a:pt x="541" y="801"/>
                </a:lnTo>
                <a:lnTo>
                  <a:pt x="542" y="802"/>
                </a:lnTo>
                <a:lnTo>
                  <a:pt x="544" y="801"/>
                </a:lnTo>
                <a:lnTo>
                  <a:pt x="546" y="801"/>
                </a:lnTo>
                <a:lnTo>
                  <a:pt x="547" y="800"/>
                </a:lnTo>
                <a:lnTo>
                  <a:pt x="548" y="798"/>
                </a:lnTo>
                <a:lnTo>
                  <a:pt x="550" y="797"/>
                </a:lnTo>
                <a:lnTo>
                  <a:pt x="551" y="797"/>
                </a:lnTo>
                <a:lnTo>
                  <a:pt x="552" y="797"/>
                </a:lnTo>
                <a:lnTo>
                  <a:pt x="553" y="797"/>
                </a:lnTo>
                <a:lnTo>
                  <a:pt x="553" y="798"/>
                </a:lnTo>
                <a:lnTo>
                  <a:pt x="554" y="799"/>
                </a:lnTo>
                <a:lnTo>
                  <a:pt x="555" y="799"/>
                </a:lnTo>
                <a:lnTo>
                  <a:pt x="556" y="798"/>
                </a:lnTo>
                <a:lnTo>
                  <a:pt x="557" y="799"/>
                </a:lnTo>
                <a:lnTo>
                  <a:pt x="558" y="800"/>
                </a:lnTo>
                <a:lnTo>
                  <a:pt x="559" y="799"/>
                </a:lnTo>
                <a:lnTo>
                  <a:pt x="560" y="798"/>
                </a:lnTo>
                <a:lnTo>
                  <a:pt x="561" y="797"/>
                </a:lnTo>
                <a:lnTo>
                  <a:pt x="563" y="796"/>
                </a:lnTo>
                <a:lnTo>
                  <a:pt x="564" y="796"/>
                </a:lnTo>
                <a:lnTo>
                  <a:pt x="565" y="795"/>
                </a:lnTo>
                <a:lnTo>
                  <a:pt x="565" y="794"/>
                </a:lnTo>
                <a:lnTo>
                  <a:pt x="565" y="792"/>
                </a:lnTo>
                <a:lnTo>
                  <a:pt x="566" y="791"/>
                </a:lnTo>
                <a:lnTo>
                  <a:pt x="570" y="791"/>
                </a:lnTo>
                <a:lnTo>
                  <a:pt x="572" y="792"/>
                </a:lnTo>
                <a:lnTo>
                  <a:pt x="573" y="792"/>
                </a:lnTo>
                <a:lnTo>
                  <a:pt x="574" y="792"/>
                </a:lnTo>
                <a:lnTo>
                  <a:pt x="575" y="792"/>
                </a:lnTo>
                <a:lnTo>
                  <a:pt x="575" y="791"/>
                </a:lnTo>
                <a:lnTo>
                  <a:pt x="576" y="792"/>
                </a:lnTo>
                <a:lnTo>
                  <a:pt x="576" y="793"/>
                </a:lnTo>
                <a:lnTo>
                  <a:pt x="577" y="793"/>
                </a:lnTo>
                <a:lnTo>
                  <a:pt x="578" y="792"/>
                </a:lnTo>
                <a:lnTo>
                  <a:pt x="580" y="791"/>
                </a:lnTo>
                <a:lnTo>
                  <a:pt x="581" y="791"/>
                </a:lnTo>
                <a:lnTo>
                  <a:pt x="581" y="790"/>
                </a:lnTo>
                <a:lnTo>
                  <a:pt x="582" y="790"/>
                </a:lnTo>
                <a:lnTo>
                  <a:pt x="583" y="790"/>
                </a:lnTo>
                <a:lnTo>
                  <a:pt x="584" y="790"/>
                </a:lnTo>
                <a:lnTo>
                  <a:pt x="585" y="790"/>
                </a:lnTo>
                <a:lnTo>
                  <a:pt x="587" y="789"/>
                </a:lnTo>
                <a:lnTo>
                  <a:pt x="588" y="788"/>
                </a:lnTo>
                <a:lnTo>
                  <a:pt x="589" y="788"/>
                </a:lnTo>
                <a:lnTo>
                  <a:pt x="589" y="787"/>
                </a:lnTo>
                <a:lnTo>
                  <a:pt x="590" y="786"/>
                </a:lnTo>
                <a:lnTo>
                  <a:pt x="591" y="786"/>
                </a:lnTo>
                <a:lnTo>
                  <a:pt x="592" y="786"/>
                </a:lnTo>
                <a:lnTo>
                  <a:pt x="592" y="785"/>
                </a:lnTo>
                <a:lnTo>
                  <a:pt x="593" y="785"/>
                </a:lnTo>
                <a:lnTo>
                  <a:pt x="594" y="785"/>
                </a:lnTo>
                <a:lnTo>
                  <a:pt x="595" y="785"/>
                </a:lnTo>
                <a:lnTo>
                  <a:pt x="596" y="784"/>
                </a:lnTo>
                <a:lnTo>
                  <a:pt x="597" y="784"/>
                </a:lnTo>
                <a:lnTo>
                  <a:pt x="597" y="785"/>
                </a:lnTo>
                <a:lnTo>
                  <a:pt x="598" y="785"/>
                </a:lnTo>
                <a:lnTo>
                  <a:pt x="599" y="786"/>
                </a:lnTo>
                <a:lnTo>
                  <a:pt x="601" y="786"/>
                </a:lnTo>
                <a:lnTo>
                  <a:pt x="602" y="784"/>
                </a:lnTo>
                <a:lnTo>
                  <a:pt x="602" y="783"/>
                </a:lnTo>
                <a:lnTo>
                  <a:pt x="603" y="783"/>
                </a:lnTo>
                <a:lnTo>
                  <a:pt x="605" y="783"/>
                </a:lnTo>
                <a:lnTo>
                  <a:pt x="608" y="783"/>
                </a:lnTo>
                <a:lnTo>
                  <a:pt x="609" y="783"/>
                </a:lnTo>
                <a:lnTo>
                  <a:pt x="610" y="782"/>
                </a:lnTo>
                <a:lnTo>
                  <a:pt x="611" y="782"/>
                </a:lnTo>
                <a:lnTo>
                  <a:pt x="612" y="780"/>
                </a:lnTo>
                <a:lnTo>
                  <a:pt x="613" y="780"/>
                </a:lnTo>
                <a:lnTo>
                  <a:pt x="615" y="780"/>
                </a:lnTo>
                <a:lnTo>
                  <a:pt x="617" y="781"/>
                </a:lnTo>
                <a:lnTo>
                  <a:pt x="618" y="782"/>
                </a:lnTo>
                <a:lnTo>
                  <a:pt x="619" y="782"/>
                </a:lnTo>
                <a:lnTo>
                  <a:pt x="620" y="782"/>
                </a:lnTo>
                <a:lnTo>
                  <a:pt x="621" y="781"/>
                </a:lnTo>
                <a:lnTo>
                  <a:pt x="622" y="781"/>
                </a:lnTo>
                <a:lnTo>
                  <a:pt x="623" y="780"/>
                </a:lnTo>
                <a:lnTo>
                  <a:pt x="624" y="779"/>
                </a:lnTo>
                <a:lnTo>
                  <a:pt x="625" y="778"/>
                </a:lnTo>
                <a:lnTo>
                  <a:pt x="626" y="778"/>
                </a:lnTo>
                <a:lnTo>
                  <a:pt x="627" y="778"/>
                </a:lnTo>
                <a:lnTo>
                  <a:pt x="627" y="777"/>
                </a:lnTo>
                <a:lnTo>
                  <a:pt x="627" y="776"/>
                </a:lnTo>
                <a:lnTo>
                  <a:pt x="629" y="776"/>
                </a:lnTo>
                <a:lnTo>
                  <a:pt x="630" y="775"/>
                </a:lnTo>
                <a:lnTo>
                  <a:pt x="632" y="775"/>
                </a:lnTo>
                <a:lnTo>
                  <a:pt x="632" y="774"/>
                </a:lnTo>
                <a:lnTo>
                  <a:pt x="633" y="774"/>
                </a:lnTo>
                <a:lnTo>
                  <a:pt x="634" y="774"/>
                </a:lnTo>
                <a:lnTo>
                  <a:pt x="634" y="775"/>
                </a:lnTo>
                <a:lnTo>
                  <a:pt x="634" y="776"/>
                </a:lnTo>
                <a:lnTo>
                  <a:pt x="635" y="777"/>
                </a:lnTo>
                <a:lnTo>
                  <a:pt x="636" y="776"/>
                </a:lnTo>
                <a:lnTo>
                  <a:pt x="637" y="775"/>
                </a:lnTo>
                <a:lnTo>
                  <a:pt x="638" y="775"/>
                </a:lnTo>
                <a:lnTo>
                  <a:pt x="639" y="774"/>
                </a:lnTo>
                <a:lnTo>
                  <a:pt x="641" y="773"/>
                </a:lnTo>
                <a:lnTo>
                  <a:pt x="642" y="772"/>
                </a:lnTo>
                <a:lnTo>
                  <a:pt x="644" y="773"/>
                </a:lnTo>
                <a:lnTo>
                  <a:pt x="645" y="772"/>
                </a:lnTo>
                <a:lnTo>
                  <a:pt x="646" y="772"/>
                </a:lnTo>
                <a:lnTo>
                  <a:pt x="647" y="772"/>
                </a:lnTo>
                <a:lnTo>
                  <a:pt x="648" y="773"/>
                </a:lnTo>
                <a:lnTo>
                  <a:pt x="649" y="773"/>
                </a:lnTo>
                <a:lnTo>
                  <a:pt x="649" y="774"/>
                </a:lnTo>
                <a:lnTo>
                  <a:pt x="650" y="775"/>
                </a:lnTo>
                <a:lnTo>
                  <a:pt x="651" y="775"/>
                </a:lnTo>
                <a:lnTo>
                  <a:pt x="653" y="776"/>
                </a:lnTo>
                <a:lnTo>
                  <a:pt x="654" y="776"/>
                </a:lnTo>
                <a:lnTo>
                  <a:pt x="656" y="776"/>
                </a:lnTo>
                <a:lnTo>
                  <a:pt x="658" y="776"/>
                </a:lnTo>
                <a:lnTo>
                  <a:pt x="660" y="775"/>
                </a:lnTo>
                <a:lnTo>
                  <a:pt x="661" y="775"/>
                </a:lnTo>
                <a:lnTo>
                  <a:pt x="661" y="774"/>
                </a:lnTo>
                <a:lnTo>
                  <a:pt x="662" y="773"/>
                </a:lnTo>
                <a:lnTo>
                  <a:pt x="664" y="772"/>
                </a:lnTo>
                <a:lnTo>
                  <a:pt x="665" y="772"/>
                </a:lnTo>
                <a:lnTo>
                  <a:pt x="666" y="772"/>
                </a:lnTo>
                <a:lnTo>
                  <a:pt x="668" y="772"/>
                </a:lnTo>
                <a:lnTo>
                  <a:pt x="670" y="773"/>
                </a:lnTo>
                <a:lnTo>
                  <a:pt x="671" y="773"/>
                </a:lnTo>
                <a:lnTo>
                  <a:pt x="671" y="772"/>
                </a:lnTo>
                <a:lnTo>
                  <a:pt x="674" y="772"/>
                </a:lnTo>
                <a:lnTo>
                  <a:pt x="675" y="773"/>
                </a:lnTo>
                <a:lnTo>
                  <a:pt x="676" y="773"/>
                </a:lnTo>
                <a:lnTo>
                  <a:pt x="676" y="774"/>
                </a:lnTo>
                <a:lnTo>
                  <a:pt x="677" y="774"/>
                </a:lnTo>
                <a:lnTo>
                  <a:pt x="678" y="773"/>
                </a:lnTo>
                <a:lnTo>
                  <a:pt x="679" y="772"/>
                </a:lnTo>
                <a:lnTo>
                  <a:pt x="680" y="771"/>
                </a:lnTo>
                <a:lnTo>
                  <a:pt x="681" y="770"/>
                </a:lnTo>
                <a:lnTo>
                  <a:pt x="681" y="769"/>
                </a:lnTo>
                <a:lnTo>
                  <a:pt x="682" y="768"/>
                </a:lnTo>
                <a:lnTo>
                  <a:pt x="682" y="767"/>
                </a:lnTo>
                <a:lnTo>
                  <a:pt x="683" y="767"/>
                </a:lnTo>
                <a:lnTo>
                  <a:pt x="684" y="766"/>
                </a:lnTo>
                <a:lnTo>
                  <a:pt x="685" y="766"/>
                </a:lnTo>
                <a:lnTo>
                  <a:pt x="687" y="765"/>
                </a:lnTo>
                <a:lnTo>
                  <a:pt x="687" y="764"/>
                </a:lnTo>
                <a:lnTo>
                  <a:pt x="687" y="763"/>
                </a:lnTo>
                <a:lnTo>
                  <a:pt x="687" y="762"/>
                </a:lnTo>
                <a:lnTo>
                  <a:pt x="688" y="761"/>
                </a:lnTo>
                <a:lnTo>
                  <a:pt x="688" y="760"/>
                </a:lnTo>
                <a:lnTo>
                  <a:pt x="689" y="760"/>
                </a:lnTo>
                <a:lnTo>
                  <a:pt x="691" y="760"/>
                </a:lnTo>
                <a:lnTo>
                  <a:pt x="691" y="759"/>
                </a:lnTo>
                <a:lnTo>
                  <a:pt x="692" y="759"/>
                </a:lnTo>
                <a:lnTo>
                  <a:pt x="693" y="759"/>
                </a:lnTo>
                <a:lnTo>
                  <a:pt x="695" y="759"/>
                </a:lnTo>
                <a:lnTo>
                  <a:pt x="696" y="759"/>
                </a:lnTo>
                <a:lnTo>
                  <a:pt x="697" y="759"/>
                </a:lnTo>
                <a:lnTo>
                  <a:pt x="698" y="759"/>
                </a:lnTo>
                <a:lnTo>
                  <a:pt x="699" y="760"/>
                </a:lnTo>
                <a:lnTo>
                  <a:pt x="700" y="760"/>
                </a:lnTo>
                <a:lnTo>
                  <a:pt x="701" y="760"/>
                </a:lnTo>
                <a:lnTo>
                  <a:pt x="702" y="760"/>
                </a:lnTo>
                <a:lnTo>
                  <a:pt x="702" y="761"/>
                </a:lnTo>
                <a:lnTo>
                  <a:pt x="703" y="761"/>
                </a:lnTo>
                <a:lnTo>
                  <a:pt x="705" y="761"/>
                </a:lnTo>
                <a:lnTo>
                  <a:pt x="709" y="762"/>
                </a:lnTo>
                <a:lnTo>
                  <a:pt x="710" y="762"/>
                </a:lnTo>
                <a:lnTo>
                  <a:pt x="711" y="763"/>
                </a:lnTo>
                <a:lnTo>
                  <a:pt x="712" y="764"/>
                </a:lnTo>
                <a:lnTo>
                  <a:pt x="714" y="765"/>
                </a:lnTo>
                <a:lnTo>
                  <a:pt x="715" y="765"/>
                </a:lnTo>
                <a:lnTo>
                  <a:pt x="716" y="765"/>
                </a:lnTo>
                <a:lnTo>
                  <a:pt x="717" y="765"/>
                </a:lnTo>
                <a:lnTo>
                  <a:pt x="717" y="764"/>
                </a:lnTo>
                <a:lnTo>
                  <a:pt x="717" y="763"/>
                </a:lnTo>
                <a:lnTo>
                  <a:pt x="718" y="762"/>
                </a:lnTo>
                <a:lnTo>
                  <a:pt x="720" y="761"/>
                </a:lnTo>
                <a:lnTo>
                  <a:pt x="721" y="760"/>
                </a:lnTo>
                <a:lnTo>
                  <a:pt x="721" y="759"/>
                </a:lnTo>
                <a:lnTo>
                  <a:pt x="720" y="759"/>
                </a:lnTo>
                <a:lnTo>
                  <a:pt x="720" y="758"/>
                </a:lnTo>
                <a:lnTo>
                  <a:pt x="719" y="756"/>
                </a:lnTo>
                <a:lnTo>
                  <a:pt x="719" y="754"/>
                </a:lnTo>
                <a:lnTo>
                  <a:pt x="719" y="752"/>
                </a:lnTo>
                <a:lnTo>
                  <a:pt x="719" y="751"/>
                </a:lnTo>
                <a:lnTo>
                  <a:pt x="718" y="750"/>
                </a:lnTo>
                <a:lnTo>
                  <a:pt x="719" y="750"/>
                </a:lnTo>
                <a:lnTo>
                  <a:pt x="720" y="751"/>
                </a:lnTo>
                <a:lnTo>
                  <a:pt x="721" y="751"/>
                </a:lnTo>
                <a:lnTo>
                  <a:pt x="721" y="750"/>
                </a:lnTo>
                <a:lnTo>
                  <a:pt x="721" y="749"/>
                </a:lnTo>
                <a:lnTo>
                  <a:pt x="722" y="746"/>
                </a:lnTo>
                <a:lnTo>
                  <a:pt x="723" y="744"/>
                </a:lnTo>
                <a:lnTo>
                  <a:pt x="724" y="744"/>
                </a:lnTo>
                <a:lnTo>
                  <a:pt x="725" y="744"/>
                </a:lnTo>
                <a:lnTo>
                  <a:pt x="727" y="745"/>
                </a:lnTo>
                <a:lnTo>
                  <a:pt x="729" y="745"/>
                </a:lnTo>
                <a:lnTo>
                  <a:pt x="731" y="744"/>
                </a:lnTo>
                <a:lnTo>
                  <a:pt x="732" y="744"/>
                </a:lnTo>
                <a:lnTo>
                  <a:pt x="734" y="744"/>
                </a:lnTo>
                <a:lnTo>
                  <a:pt x="734" y="743"/>
                </a:lnTo>
                <a:lnTo>
                  <a:pt x="735" y="743"/>
                </a:lnTo>
                <a:lnTo>
                  <a:pt x="736" y="741"/>
                </a:lnTo>
                <a:lnTo>
                  <a:pt x="736" y="739"/>
                </a:lnTo>
                <a:lnTo>
                  <a:pt x="736" y="738"/>
                </a:lnTo>
                <a:lnTo>
                  <a:pt x="735" y="737"/>
                </a:lnTo>
                <a:lnTo>
                  <a:pt x="735" y="736"/>
                </a:lnTo>
                <a:lnTo>
                  <a:pt x="735" y="735"/>
                </a:lnTo>
                <a:lnTo>
                  <a:pt x="736" y="734"/>
                </a:lnTo>
                <a:lnTo>
                  <a:pt x="737" y="733"/>
                </a:lnTo>
                <a:lnTo>
                  <a:pt x="737" y="732"/>
                </a:lnTo>
                <a:lnTo>
                  <a:pt x="736" y="730"/>
                </a:lnTo>
                <a:lnTo>
                  <a:pt x="734" y="728"/>
                </a:lnTo>
                <a:lnTo>
                  <a:pt x="734" y="727"/>
                </a:lnTo>
                <a:lnTo>
                  <a:pt x="734" y="726"/>
                </a:lnTo>
                <a:lnTo>
                  <a:pt x="734" y="725"/>
                </a:lnTo>
                <a:lnTo>
                  <a:pt x="735" y="722"/>
                </a:lnTo>
                <a:lnTo>
                  <a:pt x="735" y="720"/>
                </a:lnTo>
                <a:lnTo>
                  <a:pt x="734" y="718"/>
                </a:lnTo>
                <a:lnTo>
                  <a:pt x="734" y="717"/>
                </a:lnTo>
                <a:lnTo>
                  <a:pt x="734" y="716"/>
                </a:lnTo>
                <a:lnTo>
                  <a:pt x="735" y="714"/>
                </a:lnTo>
                <a:lnTo>
                  <a:pt x="735" y="712"/>
                </a:lnTo>
                <a:lnTo>
                  <a:pt x="737" y="711"/>
                </a:lnTo>
                <a:lnTo>
                  <a:pt x="738" y="710"/>
                </a:lnTo>
                <a:lnTo>
                  <a:pt x="742" y="709"/>
                </a:lnTo>
                <a:lnTo>
                  <a:pt x="743" y="709"/>
                </a:lnTo>
                <a:lnTo>
                  <a:pt x="743" y="708"/>
                </a:lnTo>
                <a:lnTo>
                  <a:pt x="742" y="708"/>
                </a:lnTo>
                <a:lnTo>
                  <a:pt x="741" y="708"/>
                </a:lnTo>
                <a:lnTo>
                  <a:pt x="741" y="707"/>
                </a:lnTo>
                <a:lnTo>
                  <a:pt x="740" y="706"/>
                </a:lnTo>
                <a:lnTo>
                  <a:pt x="739" y="705"/>
                </a:lnTo>
                <a:lnTo>
                  <a:pt x="739" y="704"/>
                </a:lnTo>
                <a:lnTo>
                  <a:pt x="738" y="703"/>
                </a:lnTo>
                <a:lnTo>
                  <a:pt x="738" y="702"/>
                </a:lnTo>
                <a:lnTo>
                  <a:pt x="738" y="701"/>
                </a:lnTo>
                <a:lnTo>
                  <a:pt x="737" y="698"/>
                </a:lnTo>
                <a:lnTo>
                  <a:pt x="737" y="696"/>
                </a:lnTo>
                <a:lnTo>
                  <a:pt x="737" y="695"/>
                </a:lnTo>
                <a:lnTo>
                  <a:pt x="736" y="693"/>
                </a:lnTo>
                <a:lnTo>
                  <a:pt x="736" y="691"/>
                </a:lnTo>
                <a:lnTo>
                  <a:pt x="737" y="690"/>
                </a:lnTo>
                <a:lnTo>
                  <a:pt x="737" y="689"/>
                </a:lnTo>
                <a:lnTo>
                  <a:pt x="738" y="687"/>
                </a:lnTo>
                <a:lnTo>
                  <a:pt x="739" y="686"/>
                </a:lnTo>
                <a:lnTo>
                  <a:pt x="739" y="685"/>
                </a:lnTo>
                <a:lnTo>
                  <a:pt x="742" y="684"/>
                </a:lnTo>
                <a:lnTo>
                  <a:pt x="744" y="684"/>
                </a:lnTo>
                <a:lnTo>
                  <a:pt x="744" y="681"/>
                </a:lnTo>
                <a:lnTo>
                  <a:pt x="750" y="674"/>
                </a:lnTo>
                <a:lnTo>
                  <a:pt x="751" y="668"/>
                </a:lnTo>
                <a:lnTo>
                  <a:pt x="752" y="668"/>
                </a:lnTo>
                <a:lnTo>
                  <a:pt x="753" y="667"/>
                </a:lnTo>
                <a:lnTo>
                  <a:pt x="754" y="667"/>
                </a:lnTo>
                <a:lnTo>
                  <a:pt x="754" y="668"/>
                </a:lnTo>
                <a:lnTo>
                  <a:pt x="755" y="668"/>
                </a:lnTo>
                <a:lnTo>
                  <a:pt x="756" y="668"/>
                </a:lnTo>
                <a:lnTo>
                  <a:pt x="757" y="668"/>
                </a:lnTo>
                <a:lnTo>
                  <a:pt x="758" y="668"/>
                </a:lnTo>
                <a:lnTo>
                  <a:pt x="758" y="669"/>
                </a:lnTo>
                <a:lnTo>
                  <a:pt x="757" y="669"/>
                </a:lnTo>
                <a:lnTo>
                  <a:pt x="758" y="669"/>
                </a:lnTo>
                <a:lnTo>
                  <a:pt x="758" y="670"/>
                </a:lnTo>
                <a:lnTo>
                  <a:pt x="759" y="670"/>
                </a:lnTo>
                <a:lnTo>
                  <a:pt x="760" y="670"/>
                </a:lnTo>
                <a:lnTo>
                  <a:pt x="760" y="669"/>
                </a:lnTo>
                <a:lnTo>
                  <a:pt x="761" y="669"/>
                </a:lnTo>
                <a:lnTo>
                  <a:pt x="761" y="670"/>
                </a:lnTo>
                <a:lnTo>
                  <a:pt x="762" y="670"/>
                </a:lnTo>
                <a:lnTo>
                  <a:pt x="762" y="669"/>
                </a:lnTo>
                <a:lnTo>
                  <a:pt x="763" y="669"/>
                </a:lnTo>
                <a:lnTo>
                  <a:pt x="764" y="669"/>
                </a:lnTo>
                <a:lnTo>
                  <a:pt x="764" y="670"/>
                </a:lnTo>
                <a:lnTo>
                  <a:pt x="765" y="670"/>
                </a:lnTo>
                <a:lnTo>
                  <a:pt x="766" y="670"/>
                </a:lnTo>
                <a:lnTo>
                  <a:pt x="766" y="669"/>
                </a:lnTo>
                <a:lnTo>
                  <a:pt x="767" y="669"/>
                </a:lnTo>
                <a:lnTo>
                  <a:pt x="768" y="668"/>
                </a:lnTo>
                <a:lnTo>
                  <a:pt x="769" y="668"/>
                </a:lnTo>
                <a:lnTo>
                  <a:pt x="770" y="668"/>
                </a:lnTo>
                <a:lnTo>
                  <a:pt x="771" y="668"/>
                </a:lnTo>
                <a:lnTo>
                  <a:pt x="772" y="668"/>
                </a:lnTo>
                <a:lnTo>
                  <a:pt x="774" y="668"/>
                </a:lnTo>
                <a:lnTo>
                  <a:pt x="774" y="667"/>
                </a:lnTo>
                <a:lnTo>
                  <a:pt x="775" y="667"/>
                </a:lnTo>
                <a:lnTo>
                  <a:pt x="776" y="668"/>
                </a:lnTo>
                <a:lnTo>
                  <a:pt x="777" y="668"/>
                </a:lnTo>
                <a:lnTo>
                  <a:pt x="777" y="667"/>
                </a:lnTo>
                <a:lnTo>
                  <a:pt x="778" y="667"/>
                </a:lnTo>
                <a:lnTo>
                  <a:pt x="779" y="667"/>
                </a:lnTo>
                <a:lnTo>
                  <a:pt x="779" y="668"/>
                </a:lnTo>
                <a:lnTo>
                  <a:pt x="780" y="667"/>
                </a:lnTo>
                <a:lnTo>
                  <a:pt x="781" y="667"/>
                </a:lnTo>
                <a:lnTo>
                  <a:pt x="782" y="667"/>
                </a:lnTo>
                <a:lnTo>
                  <a:pt x="783" y="668"/>
                </a:lnTo>
                <a:lnTo>
                  <a:pt x="784" y="667"/>
                </a:lnTo>
                <a:lnTo>
                  <a:pt x="784" y="666"/>
                </a:lnTo>
                <a:lnTo>
                  <a:pt x="784" y="665"/>
                </a:lnTo>
                <a:lnTo>
                  <a:pt x="784" y="664"/>
                </a:lnTo>
                <a:lnTo>
                  <a:pt x="783" y="664"/>
                </a:lnTo>
                <a:lnTo>
                  <a:pt x="783" y="663"/>
                </a:lnTo>
                <a:lnTo>
                  <a:pt x="782" y="662"/>
                </a:lnTo>
                <a:lnTo>
                  <a:pt x="780" y="660"/>
                </a:lnTo>
                <a:lnTo>
                  <a:pt x="779" y="660"/>
                </a:lnTo>
                <a:lnTo>
                  <a:pt x="778" y="660"/>
                </a:lnTo>
                <a:lnTo>
                  <a:pt x="776" y="659"/>
                </a:lnTo>
                <a:lnTo>
                  <a:pt x="776" y="658"/>
                </a:lnTo>
                <a:lnTo>
                  <a:pt x="775" y="658"/>
                </a:lnTo>
                <a:lnTo>
                  <a:pt x="774" y="657"/>
                </a:lnTo>
                <a:lnTo>
                  <a:pt x="773" y="655"/>
                </a:lnTo>
                <a:lnTo>
                  <a:pt x="772" y="654"/>
                </a:lnTo>
                <a:lnTo>
                  <a:pt x="771" y="653"/>
                </a:lnTo>
                <a:lnTo>
                  <a:pt x="771" y="652"/>
                </a:lnTo>
                <a:lnTo>
                  <a:pt x="769" y="650"/>
                </a:lnTo>
                <a:lnTo>
                  <a:pt x="769" y="649"/>
                </a:lnTo>
                <a:lnTo>
                  <a:pt x="769" y="648"/>
                </a:lnTo>
                <a:lnTo>
                  <a:pt x="768" y="647"/>
                </a:lnTo>
                <a:lnTo>
                  <a:pt x="768" y="646"/>
                </a:lnTo>
                <a:lnTo>
                  <a:pt x="768" y="645"/>
                </a:lnTo>
                <a:lnTo>
                  <a:pt x="769" y="644"/>
                </a:lnTo>
                <a:lnTo>
                  <a:pt x="771" y="643"/>
                </a:lnTo>
                <a:lnTo>
                  <a:pt x="772" y="642"/>
                </a:lnTo>
                <a:lnTo>
                  <a:pt x="774" y="642"/>
                </a:lnTo>
                <a:lnTo>
                  <a:pt x="776" y="642"/>
                </a:lnTo>
                <a:lnTo>
                  <a:pt x="778" y="642"/>
                </a:lnTo>
                <a:lnTo>
                  <a:pt x="779" y="642"/>
                </a:lnTo>
                <a:lnTo>
                  <a:pt x="782" y="641"/>
                </a:lnTo>
                <a:lnTo>
                  <a:pt x="784" y="640"/>
                </a:lnTo>
                <a:lnTo>
                  <a:pt x="785" y="640"/>
                </a:lnTo>
                <a:lnTo>
                  <a:pt x="787" y="640"/>
                </a:lnTo>
                <a:lnTo>
                  <a:pt x="789" y="638"/>
                </a:lnTo>
                <a:lnTo>
                  <a:pt x="790" y="637"/>
                </a:lnTo>
                <a:lnTo>
                  <a:pt x="791" y="637"/>
                </a:lnTo>
                <a:lnTo>
                  <a:pt x="792" y="637"/>
                </a:lnTo>
                <a:lnTo>
                  <a:pt x="794" y="637"/>
                </a:lnTo>
                <a:lnTo>
                  <a:pt x="795" y="636"/>
                </a:lnTo>
                <a:lnTo>
                  <a:pt x="797" y="636"/>
                </a:lnTo>
                <a:lnTo>
                  <a:pt x="798" y="637"/>
                </a:lnTo>
                <a:lnTo>
                  <a:pt x="799" y="637"/>
                </a:lnTo>
                <a:lnTo>
                  <a:pt x="801" y="638"/>
                </a:lnTo>
                <a:lnTo>
                  <a:pt x="802" y="638"/>
                </a:lnTo>
                <a:lnTo>
                  <a:pt x="802" y="639"/>
                </a:lnTo>
                <a:lnTo>
                  <a:pt x="803" y="640"/>
                </a:lnTo>
                <a:lnTo>
                  <a:pt x="804" y="640"/>
                </a:lnTo>
                <a:lnTo>
                  <a:pt x="805" y="639"/>
                </a:lnTo>
                <a:lnTo>
                  <a:pt x="806" y="638"/>
                </a:lnTo>
                <a:lnTo>
                  <a:pt x="806" y="639"/>
                </a:lnTo>
                <a:lnTo>
                  <a:pt x="807" y="640"/>
                </a:lnTo>
                <a:lnTo>
                  <a:pt x="808" y="640"/>
                </a:lnTo>
                <a:lnTo>
                  <a:pt x="809" y="641"/>
                </a:lnTo>
                <a:lnTo>
                  <a:pt x="810" y="640"/>
                </a:lnTo>
                <a:lnTo>
                  <a:pt x="810" y="639"/>
                </a:lnTo>
                <a:lnTo>
                  <a:pt x="810" y="638"/>
                </a:lnTo>
                <a:lnTo>
                  <a:pt x="811" y="637"/>
                </a:lnTo>
                <a:lnTo>
                  <a:pt x="811" y="636"/>
                </a:lnTo>
                <a:lnTo>
                  <a:pt x="811" y="635"/>
                </a:lnTo>
                <a:lnTo>
                  <a:pt x="811" y="634"/>
                </a:lnTo>
                <a:lnTo>
                  <a:pt x="811" y="632"/>
                </a:lnTo>
                <a:lnTo>
                  <a:pt x="812" y="628"/>
                </a:lnTo>
                <a:lnTo>
                  <a:pt x="812" y="627"/>
                </a:lnTo>
                <a:lnTo>
                  <a:pt x="811" y="626"/>
                </a:lnTo>
                <a:lnTo>
                  <a:pt x="811" y="625"/>
                </a:lnTo>
                <a:lnTo>
                  <a:pt x="811" y="624"/>
                </a:lnTo>
                <a:lnTo>
                  <a:pt x="811" y="623"/>
                </a:lnTo>
                <a:lnTo>
                  <a:pt x="812" y="622"/>
                </a:lnTo>
                <a:lnTo>
                  <a:pt x="813" y="620"/>
                </a:lnTo>
                <a:lnTo>
                  <a:pt x="813" y="619"/>
                </a:lnTo>
                <a:lnTo>
                  <a:pt x="813" y="618"/>
                </a:lnTo>
                <a:lnTo>
                  <a:pt x="812" y="618"/>
                </a:lnTo>
                <a:lnTo>
                  <a:pt x="810" y="617"/>
                </a:lnTo>
                <a:lnTo>
                  <a:pt x="810" y="618"/>
                </a:lnTo>
                <a:lnTo>
                  <a:pt x="809" y="617"/>
                </a:lnTo>
                <a:lnTo>
                  <a:pt x="807" y="616"/>
                </a:lnTo>
                <a:lnTo>
                  <a:pt x="806" y="616"/>
                </a:lnTo>
                <a:lnTo>
                  <a:pt x="806" y="615"/>
                </a:lnTo>
                <a:lnTo>
                  <a:pt x="806" y="614"/>
                </a:lnTo>
                <a:lnTo>
                  <a:pt x="807" y="612"/>
                </a:lnTo>
                <a:lnTo>
                  <a:pt x="808" y="611"/>
                </a:lnTo>
                <a:lnTo>
                  <a:pt x="809" y="611"/>
                </a:lnTo>
                <a:lnTo>
                  <a:pt x="811" y="609"/>
                </a:lnTo>
                <a:lnTo>
                  <a:pt x="812" y="608"/>
                </a:lnTo>
                <a:lnTo>
                  <a:pt x="812" y="606"/>
                </a:lnTo>
                <a:lnTo>
                  <a:pt x="813" y="604"/>
                </a:lnTo>
                <a:lnTo>
                  <a:pt x="814" y="603"/>
                </a:lnTo>
                <a:lnTo>
                  <a:pt x="814" y="602"/>
                </a:lnTo>
                <a:lnTo>
                  <a:pt x="815" y="602"/>
                </a:lnTo>
                <a:lnTo>
                  <a:pt x="816" y="601"/>
                </a:lnTo>
                <a:lnTo>
                  <a:pt x="817" y="595"/>
                </a:lnTo>
                <a:lnTo>
                  <a:pt x="814" y="583"/>
                </a:lnTo>
                <a:lnTo>
                  <a:pt x="810" y="567"/>
                </a:lnTo>
                <a:lnTo>
                  <a:pt x="806" y="549"/>
                </a:lnTo>
                <a:lnTo>
                  <a:pt x="807" y="548"/>
                </a:lnTo>
                <a:lnTo>
                  <a:pt x="807" y="547"/>
                </a:lnTo>
                <a:lnTo>
                  <a:pt x="807" y="546"/>
                </a:lnTo>
                <a:lnTo>
                  <a:pt x="807" y="545"/>
                </a:lnTo>
                <a:lnTo>
                  <a:pt x="807" y="544"/>
                </a:lnTo>
                <a:lnTo>
                  <a:pt x="808" y="544"/>
                </a:lnTo>
                <a:lnTo>
                  <a:pt x="808" y="543"/>
                </a:lnTo>
                <a:lnTo>
                  <a:pt x="807" y="543"/>
                </a:lnTo>
                <a:lnTo>
                  <a:pt x="807" y="542"/>
                </a:lnTo>
                <a:lnTo>
                  <a:pt x="807" y="541"/>
                </a:lnTo>
                <a:lnTo>
                  <a:pt x="808" y="541"/>
                </a:lnTo>
                <a:lnTo>
                  <a:pt x="808" y="540"/>
                </a:lnTo>
                <a:lnTo>
                  <a:pt x="808" y="539"/>
                </a:lnTo>
                <a:lnTo>
                  <a:pt x="808" y="538"/>
                </a:lnTo>
                <a:lnTo>
                  <a:pt x="808" y="537"/>
                </a:lnTo>
                <a:lnTo>
                  <a:pt x="807" y="537"/>
                </a:lnTo>
                <a:lnTo>
                  <a:pt x="807" y="536"/>
                </a:lnTo>
                <a:lnTo>
                  <a:pt x="807" y="535"/>
                </a:lnTo>
                <a:lnTo>
                  <a:pt x="807" y="534"/>
                </a:lnTo>
                <a:lnTo>
                  <a:pt x="806" y="534"/>
                </a:lnTo>
                <a:lnTo>
                  <a:pt x="806" y="533"/>
                </a:lnTo>
                <a:lnTo>
                  <a:pt x="807" y="532"/>
                </a:lnTo>
                <a:lnTo>
                  <a:pt x="808" y="531"/>
                </a:lnTo>
                <a:lnTo>
                  <a:pt x="808" y="530"/>
                </a:lnTo>
                <a:lnTo>
                  <a:pt x="807" y="530"/>
                </a:lnTo>
                <a:lnTo>
                  <a:pt x="807" y="529"/>
                </a:lnTo>
                <a:lnTo>
                  <a:pt x="806" y="528"/>
                </a:lnTo>
                <a:lnTo>
                  <a:pt x="806" y="526"/>
                </a:lnTo>
                <a:lnTo>
                  <a:pt x="806" y="525"/>
                </a:lnTo>
                <a:lnTo>
                  <a:pt x="806" y="524"/>
                </a:lnTo>
                <a:lnTo>
                  <a:pt x="807" y="524"/>
                </a:lnTo>
                <a:lnTo>
                  <a:pt x="807" y="522"/>
                </a:lnTo>
                <a:lnTo>
                  <a:pt x="807" y="521"/>
                </a:lnTo>
                <a:lnTo>
                  <a:pt x="808" y="521"/>
                </a:lnTo>
                <a:lnTo>
                  <a:pt x="808" y="520"/>
                </a:lnTo>
                <a:lnTo>
                  <a:pt x="808" y="518"/>
                </a:lnTo>
                <a:lnTo>
                  <a:pt x="808" y="516"/>
                </a:lnTo>
                <a:lnTo>
                  <a:pt x="808" y="515"/>
                </a:lnTo>
                <a:lnTo>
                  <a:pt x="808" y="514"/>
                </a:lnTo>
                <a:lnTo>
                  <a:pt x="808" y="513"/>
                </a:lnTo>
                <a:lnTo>
                  <a:pt x="806" y="511"/>
                </a:lnTo>
                <a:lnTo>
                  <a:pt x="805" y="510"/>
                </a:lnTo>
                <a:lnTo>
                  <a:pt x="805" y="509"/>
                </a:lnTo>
                <a:lnTo>
                  <a:pt x="805" y="508"/>
                </a:lnTo>
                <a:lnTo>
                  <a:pt x="805" y="507"/>
                </a:lnTo>
                <a:lnTo>
                  <a:pt x="806" y="506"/>
                </a:lnTo>
                <a:lnTo>
                  <a:pt x="807" y="503"/>
                </a:lnTo>
                <a:lnTo>
                  <a:pt x="808" y="498"/>
                </a:lnTo>
                <a:lnTo>
                  <a:pt x="809" y="494"/>
                </a:lnTo>
                <a:lnTo>
                  <a:pt x="810" y="493"/>
                </a:lnTo>
                <a:lnTo>
                  <a:pt x="810" y="492"/>
                </a:lnTo>
                <a:lnTo>
                  <a:pt x="811" y="490"/>
                </a:lnTo>
                <a:lnTo>
                  <a:pt x="811" y="488"/>
                </a:lnTo>
                <a:lnTo>
                  <a:pt x="811" y="487"/>
                </a:lnTo>
                <a:lnTo>
                  <a:pt x="811" y="486"/>
                </a:lnTo>
                <a:lnTo>
                  <a:pt x="811" y="485"/>
                </a:lnTo>
                <a:lnTo>
                  <a:pt x="811" y="484"/>
                </a:lnTo>
                <a:lnTo>
                  <a:pt x="811" y="479"/>
                </a:lnTo>
                <a:lnTo>
                  <a:pt x="812" y="476"/>
                </a:lnTo>
                <a:lnTo>
                  <a:pt x="813" y="473"/>
                </a:lnTo>
                <a:lnTo>
                  <a:pt x="813" y="470"/>
                </a:lnTo>
                <a:lnTo>
                  <a:pt x="813" y="466"/>
                </a:lnTo>
                <a:lnTo>
                  <a:pt x="812" y="464"/>
                </a:lnTo>
                <a:lnTo>
                  <a:pt x="812" y="462"/>
                </a:lnTo>
                <a:lnTo>
                  <a:pt x="813" y="461"/>
                </a:lnTo>
                <a:lnTo>
                  <a:pt x="813" y="460"/>
                </a:lnTo>
                <a:lnTo>
                  <a:pt x="814" y="459"/>
                </a:lnTo>
                <a:lnTo>
                  <a:pt x="815" y="458"/>
                </a:lnTo>
                <a:lnTo>
                  <a:pt x="816" y="455"/>
                </a:lnTo>
                <a:lnTo>
                  <a:pt x="817" y="454"/>
                </a:lnTo>
                <a:lnTo>
                  <a:pt x="818" y="452"/>
                </a:lnTo>
                <a:lnTo>
                  <a:pt x="819" y="450"/>
                </a:lnTo>
                <a:lnTo>
                  <a:pt x="820" y="448"/>
                </a:lnTo>
                <a:lnTo>
                  <a:pt x="821" y="447"/>
                </a:lnTo>
                <a:lnTo>
                  <a:pt x="822" y="446"/>
                </a:lnTo>
                <a:lnTo>
                  <a:pt x="822" y="445"/>
                </a:lnTo>
                <a:lnTo>
                  <a:pt x="821" y="443"/>
                </a:lnTo>
                <a:lnTo>
                  <a:pt x="820" y="440"/>
                </a:lnTo>
                <a:lnTo>
                  <a:pt x="819" y="436"/>
                </a:lnTo>
                <a:lnTo>
                  <a:pt x="818" y="435"/>
                </a:lnTo>
                <a:lnTo>
                  <a:pt x="818" y="434"/>
                </a:lnTo>
                <a:lnTo>
                  <a:pt x="816" y="432"/>
                </a:lnTo>
                <a:lnTo>
                  <a:pt x="814" y="431"/>
                </a:lnTo>
                <a:lnTo>
                  <a:pt x="813" y="430"/>
                </a:lnTo>
                <a:lnTo>
                  <a:pt x="812" y="429"/>
                </a:lnTo>
                <a:lnTo>
                  <a:pt x="811" y="428"/>
                </a:lnTo>
                <a:lnTo>
                  <a:pt x="810" y="427"/>
                </a:lnTo>
                <a:lnTo>
                  <a:pt x="809" y="426"/>
                </a:lnTo>
                <a:lnTo>
                  <a:pt x="808" y="423"/>
                </a:lnTo>
                <a:lnTo>
                  <a:pt x="808" y="422"/>
                </a:lnTo>
                <a:lnTo>
                  <a:pt x="808" y="421"/>
                </a:lnTo>
                <a:lnTo>
                  <a:pt x="808" y="420"/>
                </a:lnTo>
                <a:lnTo>
                  <a:pt x="808" y="419"/>
                </a:lnTo>
                <a:lnTo>
                  <a:pt x="808" y="418"/>
                </a:lnTo>
                <a:lnTo>
                  <a:pt x="808" y="417"/>
                </a:lnTo>
                <a:lnTo>
                  <a:pt x="809" y="416"/>
                </a:lnTo>
                <a:lnTo>
                  <a:pt x="809" y="415"/>
                </a:lnTo>
                <a:lnTo>
                  <a:pt x="809" y="414"/>
                </a:lnTo>
                <a:lnTo>
                  <a:pt x="808" y="411"/>
                </a:lnTo>
                <a:lnTo>
                  <a:pt x="807" y="411"/>
                </a:lnTo>
                <a:lnTo>
                  <a:pt x="807" y="412"/>
                </a:lnTo>
                <a:lnTo>
                  <a:pt x="806" y="412"/>
                </a:lnTo>
                <a:lnTo>
                  <a:pt x="806" y="413"/>
                </a:lnTo>
                <a:lnTo>
                  <a:pt x="805" y="414"/>
                </a:lnTo>
                <a:lnTo>
                  <a:pt x="804" y="414"/>
                </a:lnTo>
                <a:lnTo>
                  <a:pt x="803" y="414"/>
                </a:lnTo>
                <a:lnTo>
                  <a:pt x="802" y="414"/>
                </a:lnTo>
                <a:lnTo>
                  <a:pt x="801" y="413"/>
                </a:lnTo>
                <a:lnTo>
                  <a:pt x="798" y="413"/>
                </a:lnTo>
                <a:lnTo>
                  <a:pt x="796" y="414"/>
                </a:lnTo>
                <a:lnTo>
                  <a:pt x="793" y="414"/>
                </a:lnTo>
                <a:lnTo>
                  <a:pt x="792" y="414"/>
                </a:lnTo>
                <a:lnTo>
                  <a:pt x="791" y="414"/>
                </a:lnTo>
                <a:lnTo>
                  <a:pt x="791" y="413"/>
                </a:lnTo>
                <a:lnTo>
                  <a:pt x="792" y="413"/>
                </a:lnTo>
                <a:lnTo>
                  <a:pt x="792" y="412"/>
                </a:lnTo>
                <a:lnTo>
                  <a:pt x="792" y="411"/>
                </a:lnTo>
                <a:lnTo>
                  <a:pt x="792" y="410"/>
                </a:lnTo>
                <a:lnTo>
                  <a:pt x="791" y="409"/>
                </a:lnTo>
                <a:lnTo>
                  <a:pt x="791" y="408"/>
                </a:lnTo>
                <a:lnTo>
                  <a:pt x="789" y="406"/>
                </a:lnTo>
                <a:lnTo>
                  <a:pt x="789" y="405"/>
                </a:lnTo>
                <a:lnTo>
                  <a:pt x="789" y="404"/>
                </a:lnTo>
                <a:lnTo>
                  <a:pt x="790" y="404"/>
                </a:lnTo>
                <a:lnTo>
                  <a:pt x="790" y="403"/>
                </a:lnTo>
                <a:lnTo>
                  <a:pt x="791" y="403"/>
                </a:lnTo>
                <a:lnTo>
                  <a:pt x="791" y="402"/>
                </a:lnTo>
                <a:lnTo>
                  <a:pt x="790" y="401"/>
                </a:lnTo>
                <a:lnTo>
                  <a:pt x="789" y="400"/>
                </a:lnTo>
                <a:lnTo>
                  <a:pt x="788" y="400"/>
                </a:lnTo>
                <a:lnTo>
                  <a:pt x="788" y="399"/>
                </a:lnTo>
                <a:lnTo>
                  <a:pt x="786" y="399"/>
                </a:lnTo>
                <a:lnTo>
                  <a:pt x="785" y="398"/>
                </a:lnTo>
                <a:lnTo>
                  <a:pt x="785" y="397"/>
                </a:lnTo>
                <a:lnTo>
                  <a:pt x="786" y="397"/>
                </a:lnTo>
                <a:lnTo>
                  <a:pt x="788" y="396"/>
                </a:lnTo>
                <a:lnTo>
                  <a:pt x="790" y="395"/>
                </a:lnTo>
                <a:lnTo>
                  <a:pt x="791" y="395"/>
                </a:lnTo>
                <a:lnTo>
                  <a:pt x="792" y="394"/>
                </a:lnTo>
                <a:lnTo>
                  <a:pt x="792" y="393"/>
                </a:lnTo>
                <a:lnTo>
                  <a:pt x="793" y="392"/>
                </a:lnTo>
                <a:lnTo>
                  <a:pt x="794" y="392"/>
                </a:lnTo>
                <a:lnTo>
                  <a:pt x="795" y="392"/>
                </a:lnTo>
                <a:lnTo>
                  <a:pt x="797" y="391"/>
                </a:lnTo>
                <a:lnTo>
                  <a:pt x="798" y="391"/>
                </a:lnTo>
                <a:lnTo>
                  <a:pt x="800" y="390"/>
                </a:lnTo>
                <a:lnTo>
                  <a:pt x="801" y="390"/>
                </a:lnTo>
                <a:lnTo>
                  <a:pt x="803" y="389"/>
                </a:lnTo>
                <a:lnTo>
                  <a:pt x="804" y="388"/>
                </a:lnTo>
                <a:lnTo>
                  <a:pt x="805" y="386"/>
                </a:lnTo>
                <a:lnTo>
                  <a:pt x="806" y="385"/>
                </a:lnTo>
                <a:lnTo>
                  <a:pt x="807" y="385"/>
                </a:lnTo>
                <a:lnTo>
                  <a:pt x="808" y="384"/>
                </a:lnTo>
                <a:lnTo>
                  <a:pt x="809" y="384"/>
                </a:lnTo>
                <a:lnTo>
                  <a:pt x="810" y="384"/>
                </a:lnTo>
                <a:lnTo>
                  <a:pt x="811" y="385"/>
                </a:lnTo>
                <a:lnTo>
                  <a:pt x="811" y="386"/>
                </a:lnTo>
                <a:lnTo>
                  <a:pt x="812" y="386"/>
                </a:lnTo>
                <a:lnTo>
                  <a:pt x="813" y="385"/>
                </a:lnTo>
                <a:lnTo>
                  <a:pt x="813" y="384"/>
                </a:lnTo>
                <a:lnTo>
                  <a:pt x="814" y="384"/>
                </a:lnTo>
                <a:lnTo>
                  <a:pt x="814" y="385"/>
                </a:lnTo>
                <a:lnTo>
                  <a:pt x="815" y="385"/>
                </a:lnTo>
                <a:lnTo>
                  <a:pt x="816" y="389"/>
                </a:lnTo>
                <a:lnTo>
                  <a:pt x="817" y="389"/>
                </a:lnTo>
                <a:lnTo>
                  <a:pt x="819" y="390"/>
                </a:lnTo>
                <a:lnTo>
                  <a:pt x="821" y="389"/>
                </a:lnTo>
                <a:lnTo>
                  <a:pt x="822" y="389"/>
                </a:lnTo>
                <a:lnTo>
                  <a:pt x="824" y="387"/>
                </a:lnTo>
                <a:lnTo>
                  <a:pt x="825" y="387"/>
                </a:lnTo>
                <a:lnTo>
                  <a:pt x="827" y="386"/>
                </a:lnTo>
                <a:lnTo>
                  <a:pt x="828" y="386"/>
                </a:lnTo>
                <a:lnTo>
                  <a:pt x="829" y="387"/>
                </a:lnTo>
                <a:lnTo>
                  <a:pt x="829" y="389"/>
                </a:lnTo>
                <a:lnTo>
                  <a:pt x="830" y="390"/>
                </a:lnTo>
                <a:lnTo>
                  <a:pt x="831" y="391"/>
                </a:lnTo>
                <a:lnTo>
                  <a:pt x="833" y="391"/>
                </a:lnTo>
                <a:lnTo>
                  <a:pt x="834" y="391"/>
                </a:lnTo>
                <a:lnTo>
                  <a:pt x="836" y="390"/>
                </a:lnTo>
                <a:lnTo>
                  <a:pt x="838" y="389"/>
                </a:lnTo>
                <a:lnTo>
                  <a:pt x="839" y="389"/>
                </a:lnTo>
                <a:lnTo>
                  <a:pt x="840" y="388"/>
                </a:lnTo>
                <a:lnTo>
                  <a:pt x="840" y="386"/>
                </a:lnTo>
                <a:lnTo>
                  <a:pt x="841" y="386"/>
                </a:lnTo>
                <a:lnTo>
                  <a:pt x="843" y="385"/>
                </a:lnTo>
                <a:lnTo>
                  <a:pt x="845" y="383"/>
                </a:lnTo>
                <a:lnTo>
                  <a:pt x="846" y="383"/>
                </a:lnTo>
                <a:lnTo>
                  <a:pt x="846" y="384"/>
                </a:lnTo>
                <a:lnTo>
                  <a:pt x="846" y="385"/>
                </a:lnTo>
                <a:lnTo>
                  <a:pt x="847" y="386"/>
                </a:lnTo>
                <a:lnTo>
                  <a:pt x="848" y="386"/>
                </a:lnTo>
                <a:lnTo>
                  <a:pt x="850" y="386"/>
                </a:lnTo>
                <a:lnTo>
                  <a:pt x="851" y="386"/>
                </a:lnTo>
                <a:lnTo>
                  <a:pt x="852" y="387"/>
                </a:lnTo>
                <a:lnTo>
                  <a:pt x="853" y="388"/>
                </a:lnTo>
                <a:lnTo>
                  <a:pt x="854" y="388"/>
                </a:lnTo>
                <a:lnTo>
                  <a:pt x="855" y="388"/>
                </a:lnTo>
                <a:lnTo>
                  <a:pt x="857" y="388"/>
                </a:lnTo>
                <a:lnTo>
                  <a:pt x="859" y="388"/>
                </a:lnTo>
                <a:lnTo>
                  <a:pt x="863" y="387"/>
                </a:lnTo>
                <a:lnTo>
                  <a:pt x="864" y="387"/>
                </a:lnTo>
                <a:lnTo>
                  <a:pt x="865" y="386"/>
                </a:lnTo>
                <a:lnTo>
                  <a:pt x="866" y="386"/>
                </a:lnTo>
                <a:lnTo>
                  <a:pt x="867" y="385"/>
                </a:lnTo>
                <a:lnTo>
                  <a:pt x="867" y="384"/>
                </a:lnTo>
                <a:lnTo>
                  <a:pt x="867" y="383"/>
                </a:lnTo>
                <a:lnTo>
                  <a:pt x="866" y="383"/>
                </a:lnTo>
                <a:lnTo>
                  <a:pt x="867" y="382"/>
                </a:lnTo>
                <a:lnTo>
                  <a:pt x="868" y="382"/>
                </a:lnTo>
                <a:lnTo>
                  <a:pt x="868" y="383"/>
                </a:lnTo>
                <a:lnTo>
                  <a:pt x="869" y="384"/>
                </a:lnTo>
                <a:lnTo>
                  <a:pt x="870" y="385"/>
                </a:lnTo>
                <a:lnTo>
                  <a:pt x="870" y="386"/>
                </a:lnTo>
                <a:lnTo>
                  <a:pt x="871" y="386"/>
                </a:lnTo>
                <a:lnTo>
                  <a:pt x="872" y="386"/>
                </a:lnTo>
                <a:lnTo>
                  <a:pt x="873" y="387"/>
                </a:lnTo>
                <a:lnTo>
                  <a:pt x="875" y="387"/>
                </a:lnTo>
                <a:lnTo>
                  <a:pt x="876" y="388"/>
                </a:lnTo>
                <a:lnTo>
                  <a:pt x="876" y="389"/>
                </a:lnTo>
                <a:lnTo>
                  <a:pt x="877" y="391"/>
                </a:lnTo>
                <a:lnTo>
                  <a:pt x="878" y="391"/>
                </a:lnTo>
                <a:lnTo>
                  <a:pt x="880" y="392"/>
                </a:lnTo>
                <a:lnTo>
                  <a:pt x="881" y="392"/>
                </a:lnTo>
                <a:lnTo>
                  <a:pt x="883" y="391"/>
                </a:lnTo>
                <a:lnTo>
                  <a:pt x="884" y="390"/>
                </a:lnTo>
                <a:lnTo>
                  <a:pt x="885" y="389"/>
                </a:lnTo>
                <a:lnTo>
                  <a:pt x="886" y="389"/>
                </a:lnTo>
                <a:lnTo>
                  <a:pt x="888" y="389"/>
                </a:lnTo>
                <a:lnTo>
                  <a:pt x="889" y="389"/>
                </a:lnTo>
                <a:lnTo>
                  <a:pt x="890" y="390"/>
                </a:lnTo>
                <a:lnTo>
                  <a:pt x="891" y="390"/>
                </a:lnTo>
                <a:lnTo>
                  <a:pt x="894" y="390"/>
                </a:lnTo>
                <a:lnTo>
                  <a:pt x="896" y="390"/>
                </a:lnTo>
                <a:lnTo>
                  <a:pt x="897" y="390"/>
                </a:lnTo>
                <a:lnTo>
                  <a:pt x="899" y="389"/>
                </a:lnTo>
                <a:lnTo>
                  <a:pt x="899" y="388"/>
                </a:lnTo>
                <a:lnTo>
                  <a:pt x="900" y="388"/>
                </a:lnTo>
                <a:lnTo>
                  <a:pt x="901" y="387"/>
                </a:lnTo>
                <a:lnTo>
                  <a:pt x="902" y="387"/>
                </a:lnTo>
                <a:lnTo>
                  <a:pt x="902" y="386"/>
                </a:lnTo>
                <a:lnTo>
                  <a:pt x="902" y="385"/>
                </a:lnTo>
                <a:lnTo>
                  <a:pt x="903" y="385"/>
                </a:lnTo>
                <a:lnTo>
                  <a:pt x="904" y="385"/>
                </a:lnTo>
                <a:lnTo>
                  <a:pt x="905" y="386"/>
                </a:lnTo>
                <a:lnTo>
                  <a:pt x="906" y="387"/>
                </a:lnTo>
                <a:lnTo>
                  <a:pt x="906" y="388"/>
                </a:lnTo>
                <a:lnTo>
                  <a:pt x="907" y="388"/>
                </a:lnTo>
                <a:lnTo>
                  <a:pt x="907" y="387"/>
                </a:lnTo>
                <a:lnTo>
                  <a:pt x="908" y="387"/>
                </a:lnTo>
                <a:lnTo>
                  <a:pt x="908" y="386"/>
                </a:lnTo>
                <a:lnTo>
                  <a:pt x="908" y="385"/>
                </a:lnTo>
                <a:lnTo>
                  <a:pt x="909" y="385"/>
                </a:lnTo>
                <a:lnTo>
                  <a:pt x="912" y="385"/>
                </a:lnTo>
                <a:lnTo>
                  <a:pt x="913" y="385"/>
                </a:lnTo>
                <a:lnTo>
                  <a:pt x="914" y="385"/>
                </a:lnTo>
                <a:lnTo>
                  <a:pt x="915" y="385"/>
                </a:lnTo>
                <a:lnTo>
                  <a:pt x="916" y="386"/>
                </a:lnTo>
                <a:lnTo>
                  <a:pt x="918" y="387"/>
                </a:lnTo>
                <a:lnTo>
                  <a:pt x="919" y="386"/>
                </a:lnTo>
                <a:lnTo>
                  <a:pt x="921" y="385"/>
                </a:lnTo>
                <a:lnTo>
                  <a:pt x="923" y="385"/>
                </a:lnTo>
                <a:lnTo>
                  <a:pt x="924" y="385"/>
                </a:lnTo>
                <a:lnTo>
                  <a:pt x="926" y="385"/>
                </a:lnTo>
                <a:lnTo>
                  <a:pt x="927" y="386"/>
                </a:lnTo>
                <a:lnTo>
                  <a:pt x="928" y="386"/>
                </a:lnTo>
                <a:lnTo>
                  <a:pt x="928" y="385"/>
                </a:lnTo>
                <a:lnTo>
                  <a:pt x="929" y="385"/>
                </a:lnTo>
                <a:lnTo>
                  <a:pt x="930" y="384"/>
                </a:lnTo>
                <a:lnTo>
                  <a:pt x="932" y="384"/>
                </a:lnTo>
                <a:lnTo>
                  <a:pt x="933" y="384"/>
                </a:lnTo>
                <a:lnTo>
                  <a:pt x="933" y="385"/>
                </a:lnTo>
                <a:lnTo>
                  <a:pt x="933" y="386"/>
                </a:lnTo>
                <a:lnTo>
                  <a:pt x="934" y="387"/>
                </a:lnTo>
                <a:lnTo>
                  <a:pt x="935" y="387"/>
                </a:lnTo>
                <a:lnTo>
                  <a:pt x="936" y="387"/>
                </a:lnTo>
                <a:lnTo>
                  <a:pt x="938" y="386"/>
                </a:lnTo>
                <a:lnTo>
                  <a:pt x="939" y="386"/>
                </a:lnTo>
                <a:lnTo>
                  <a:pt x="940" y="386"/>
                </a:lnTo>
                <a:lnTo>
                  <a:pt x="941" y="386"/>
                </a:lnTo>
                <a:lnTo>
                  <a:pt x="942" y="385"/>
                </a:lnTo>
                <a:lnTo>
                  <a:pt x="942" y="384"/>
                </a:lnTo>
                <a:lnTo>
                  <a:pt x="943" y="383"/>
                </a:lnTo>
                <a:lnTo>
                  <a:pt x="946" y="384"/>
                </a:lnTo>
                <a:lnTo>
                  <a:pt x="946" y="383"/>
                </a:lnTo>
                <a:lnTo>
                  <a:pt x="946" y="382"/>
                </a:lnTo>
                <a:lnTo>
                  <a:pt x="947" y="382"/>
                </a:lnTo>
                <a:lnTo>
                  <a:pt x="947" y="381"/>
                </a:lnTo>
                <a:lnTo>
                  <a:pt x="949" y="380"/>
                </a:lnTo>
                <a:lnTo>
                  <a:pt x="952" y="379"/>
                </a:lnTo>
                <a:lnTo>
                  <a:pt x="953" y="379"/>
                </a:lnTo>
                <a:lnTo>
                  <a:pt x="954" y="379"/>
                </a:lnTo>
                <a:lnTo>
                  <a:pt x="956" y="380"/>
                </a:lnTo>
                <a:lnTo>
                  <a:pt x="957" y="380"/>
                </a:lnTo>
                <a:lnTo>
                  <a:pt x="958" y="379"/>
                </a:lnTo>
                <a:lnTo>
                  <a:pt x="959" y="379"/>
                </a:lnTo>
                <a:lnTo>
                  <a:pt x="960" y="380"/>
                </a:lnTo>
                <a:lnTo>
                  <a:pt x="961" y="380"/>
                </a:lnTo>
                <a:lnTo>
                  <a:pt x="962" y="380"/>
                </a:lnTo>
                <a:lnTo>
                  <a:pt x="963" y="379"/>
                </a:lnTo>
                <a:lnTo>
                  <a:pt x="964" y="379"/>
                </a:lnTo>
                <a:lnTo>
                  <a:pt x="965" y="379"/>
                </a:lnTo>
                <a:lnTo>
                  <a:pt x="966" y="379"/>
                </a:lnTo>
                <a:lnTo>
                  <a:pt x="967" y="379"/>
                </a:lnTo>
                <a:lnTo>
                  <a:pt x="967" y="380"/>
                </a:lnTo>
                <a:lnTo>
                  <a:pt x="967" y="381"/>
                </a:lnTo>
                <a:lnTo>
                  <a:pt x="968" y="381"/>
                </a:lnTo>
                <a:lnTo>
                  <a:pt x="968" y="382"/>
                </a:lnTo>
                <a:lnTo>
                  <a:pt x="968" y="383"/>
                </a:lnTo>
                <a:lnTo>
                  <a:pt x="969" y="386"/>
                </a:lnTo>
                <a:lnTo>
                  <a:pt x="969" y="387"/>
                </a:lnTo>
                <a:lnTo>
                  <a:pt x="969" y="388"/>
                </a:lnTo>
                <a:lnTo>
                  <a:pt x="970" y="391"/>
                </a:lnTo>
                <a:lnTo>
                  <a:pt x="971" y="393"/>
                </a:lnTo>
                <a:lnTo>
                  <a:pt x="972" y="393"/>
                </a:lnTo>
                <a:lnTo>
                  <a:pt x="972" y="394"/>
                </a:lnTo>
                <a:lnTo>
                  <a:pt x="973" y="396"/>
                </a:lnTo>
                <a:lnTo>
                  <a:pt x="974" y="399"/>
                </a:lnTo>
                <a:lnTo>
                  <a:pt x="974" y="400"/>
                </a:lnTo>
                <a:lnTo>
                  <a:pt x="975" y="401"/>
                </a:lnTo>
                <a:lnTo>
                  <a:pt x="977" y="401"/>
                </a:lnTo>
                <a:lnTo>
                  <a:pt x="980" y="401"/>
                </a:lnTo>
                <a:lnTo>
                  <a:pt x="982" y="401"/>
                </a:lnTo>
                <a:lnTo>
                  <a:pt x="983" y="401"/>
                </a:lnTo>
                <a:lnTo>
                  <a:pt x="984" y="401"/>
                </a:lnTo>
                <a:lnTo>
                  <a:pt x="985" y="401"/>
                </a:lnTo>
                <a:lnTo>
                  <a:pt x="986" y="401"/>
                </a:lnTo>
                <a:lnTo>
                  <a:pt x="987" y="401"/>
                </a:lnTo>
                <a:lnTo>
                  <a:pt x="989" y="402"/>
                </a:lnTo>
                <a:lnTo>
                  <a:pt x="990" y="402"/>
                </a:lnTo>
                <a:lnTo>
                  <a:pt x="989" y="403"/>
                </a:lnTo>
                <a:lnTo>
                  <a:pt x="989" y="404"/>
                </a:lnTo>
                <a:lnTo>
                  <a:pt x="989" y="405"/>
                </a:lnTo>
                <a:lnTo>
                  <a:pt x="989" y="406"/>
                </a:lnTo>
                <a:lnTo>
                  <a:pt x="989" y="407"/>
                </a:lnTo>
                <a:lnTo>
                  <a:pt x="990" y="408"/>
                </a:lnTo>
                <a:lnTo>
                  <a:pt x="991" y="408"/>
                </a:lnTo>
                <a:lnTo>
                  <a:pt x="992" y="407"/>
                </a:lnTo>
                <a:lnTo>
                  <a:pt x="993" y="407"/>
                </a:lnTo>
                <a:lnTo>
                  <a:pt x="994" y="407"/>
                </a:lnTo>
                <a:lnTo>
                  <a:pt x="995" y="407"/>
                </a:lnTo>
                <a:lnTo>
                  <a:pt x="996" y="407"/>
                </a:lnTo>
                <a:lnTo>
                  <a:pt x="997" y="407"/>
                </a:lnTo>
                <a:lnTo>
                  <a:pt x="998" y="407"/>
                </a:lnTo>
                <a:lnTo>
                  <a:pt x="999" y="407"/>
                </a:lnTo>
                <a:lnTo>
                  <a:pt x="1001" y="407"/>
                </a:lnTo>
                <a:lnTo>
                  <a:pt x="1003" y="407"/>
                </a:lnTo>
                <a:lnTo>
                  <a:pt x="1005" y="407"/>
                </a:lnTo>
                <a:lnTo>
                  <a:pt x="1006" y="407"/>
                </a:lnTo>
                <a:lnTo>
                  <a:pt x="1007" y="407"/>
                </a:lnTo>
                <a:lnTo>
                  <a:pt x="1012" y="412"/>
                </a:lnTo>
                <a:lnTo>
                  <a:pt x="1015" y="415"/>
                </a:lnTo>
                <a:lnTo>
                  <a:pt x="1022" y="419"/>
                </a:lnTo>
                <a:lnTo>
                  <a:pt x="1029" y="418"/>
                </a:lnTo>
                <a:lnTo>
                  <a:pt x="1032" y="416"/>
                </a:lnTo>
                <a:lnTo>
                  <a:pt x="1037" y="400"/>
                </a:lnTo>
                <a:lnTo>
                  <a:pt x="1035" y="393"/>
                </a:lnTo>
                <a:lnTo>
                  <a:pt x="1035" y="389"/>
                </a:lnTo>
                <a:lnTo>
                  <a:pt x="1027" y="383"/>
                </a:lnTo>
                <a:lnTo>
                  <a:pt x="1015" y="370"/>
                </a:lnTo>
                <a:lnTo>
                  <a:pt x="1015" y="368"/>
                </a:lnTo>
                <a:lnTo>
                  <a:pt x="1016" y="359"/>
                </a:lnTo>
                <a:lnTo>
                  <a:pt x="1018" y="356"/>
                </a:lnTo>
                <a:lnTo>
                  <a:pt x="1019" y="355"/>
                </a:lnTo>
                <a:lnTo>
                  <a:pt x="1020" y="350"/>
                </a:lnTo>
                <a:lnTo>
                  <a:pt x="1021" y="347"/>
                </a:lnTo>
                <a:lnTo>
                  <a:pt x="1021" y="346"/>
                </a:lnTo>
                <a:lnTo>
                  <a:pt x="1024" y="344"/>
                </a:lnTo>
                <a:lnTo>
                  <a:pt x="1025" y="342"/>
                </a:lnTo>
                <a:lnTo>
                  <a:pt x="1026" y="342"/>
                </a:lnTo>
                <a:lnTo>
                  <a:pt x="1027" y="340"/>
                </a:lnTo>
                <a:lnTo>
                  <a:pt x="1028" y="336"/>
                </a:lnTo>
                <a:lnTo>
                  <a:pt x="1029" y="335"/>
                </a:lnTo>
                <a:lnTo>
                  <a:pt x="1029" y="333"/>
                </a:lnTo>
                <a:lnTo>
                  <a:pt x="1029" y="332"/>
                </a:lnTo>
                <a:lnTo>
                  <a:pt x="1029" y="330"/>
                </a:lnTo>
                <a:lnTo>
                  <a:pt x="1029" y="329"/>
                </a:lnTo>
                <a:lnTo>
                  <a:pt x="1029" y="328"/>
                </a:lnTo>
                <a:lnTo>
                  <a:pt x="1030" y="327"/>
                </a:lnTo>
                <a:lnTo>
                  <a:pt x="1030" y="326"/>
                </a:lnTo>
                <a:lnTo>
                  <a:pt x="1031" y="325"/>
                </a:lnTo>
                <a:lnTo>
                  <a:pt x="1032" y="321"/>
                </a:lnTo>
                <a:lnTo>
                  <a:pt x="1032" y="320"/>
                </a:lnTo>
                <a:lnTo>
                  <a:pt x="1035" y="318"/>
                </a:lnTo>
                <a:lnTo>
                  <a:pt x="1037" y="318"/>
                </a:lnTo>
                <a:lnTo>
                  <a:pt x="1039" y="318"/>
                </a:lnTo>
                <a:lnTo>
                  <a:pt x="1041" y="319"/>
                </a:lnTo>
                <a:lnTo>
                  <a:pt x="1043" y="318"/>
                </a:lnTo>
                <a:lnTo>
                  <a:pt x="1054" y="296"/>
                </a:lnTo>
                <a:lnTo>
                  <a:pt x="1065" y="281"/>
                </a:lnTo>
                <a:lnTo>
                  <a:pt x="1081" y="259"/>
                </a:lnTo>
                <a:lnTo>
                  <a:pt x="1088" y="246"/>
                </a:lnTo>
                <a:lnTo>
                  <a:pt x="1092" y="236"/>
                </a:lnTo>
                <a:lnTo>
                  <a:pt x="1098" y="225"/>
                </a:lnTo>
                <a:lnTo>
                  <a:pt x="1103" y="223"/>
                </a:lnTo>
                <a:lnTo>
                  <a:pt x="1103" y="220"/>
                </a:lnTo>
                <a:lnTo>
                  <a:pt x="1111" y="206"/>
                </a:lnTo>
                <a:lnTo>
                  <a:pt x="1113" y="203"/>
                </a:lnTo>
                <a:lnTo>
                  <a:pt x="1113" y="200"/>
                </a:lnTo>
                <a:lnTo>
                  <a:pt x="1114" y="198"/>
                </a:lnTo>
                <a:lnTo>
                  <a:pt x="1114" y="197"/>
                </a:lnTo>
                <a:lnTo>
                  <a:pt x="1115" y="197"/>
                </a:lnTo>
                <a:lnTo>
                  <a:pt x="1116" y="196"/>
                </a:lnTo>
                <a:lnTo>
                  <a:pt x="1118" y="194"/>
                </a:lnTo>
                <a:lnTo>
                  <a:pt x="1120" y="192"/>
                </a:lnTo>
                <a:lnTo>
                  <a:pt x="1121" y="190"/>
                </a:lnTo>
                <a:lnTo>
                  <a:pt x="1122" y="189"/>
                </a:lnTo>
                <a:lnTo>
                  <a:pt x="1123" y="187"/>
                </a:lnTo>
                <a:lnTo>
                  <a:pt x="1123" y="186"/>
                </a:lnTo>
                <a:lnTo>
                  <a:pt x="1124" y="185"/>
                </a:lnTo>
                <a:lnTo>
                  <a:pt x="1124" y="184"/>
                </a:lnTo>
                <a:lnTo>
                  <a:pt x="1125" y="183"/>
                </a:lnTo>
                <a:lnTo>
                  <a:pt x="1126" y="180"/>
                </a:lnTo>
                <a:lnTo>
                  <a:pt x="1127" y="178"/>
                </a:lnTo>
                <a:lnTo>
                  <a:pt x="1127" y="175"/>
                </a:lnTo>
                <a:lnTo>
                  <a:pt x="1127" y="174"/>
                </a:lnTo>
                <a:lnTo>
                  <a:pt x="1128" y="173"/>
                </a:lnTo>
                <a:lnTo>
                  <a:pt x="1129" y="173"/>
                </a:lnTo>
                <a:lnTo>
                  <a:pt x="1129" y="174"/>
                </a:lnTo>
                <a:lnTo>
                  <a:pt x="1130" y="174"/>
                </a:lnTo>
                <a:lnTo>
                  <a:pt x="1131" y="173"/>
                </a:lnTo>
                <a:lnTo>
                  <a:pt x="1132" y="173"/>
                </a:lnTo>
                <a:lnTo>
                  <a:pt x="1133" y="174"/>
                </a:lnTo>
                <a:lnTo>
                  <a:pt x="1134" y="174"/>
                </a:lnTo>
                <a:lnTo>
                  <a:pt x="1135" y="174"/>
                </a:lnTo>
                <a:lnTo>
                  <a:pt x="1136" y="174"/>
                </a:lnTo>
                <a:lnTo>
                  <a:pt x="1138" y="173"/>
                </a:lnTo>
                <a:lnTo>
                  <a:pt x="1139" y="173"/>
                </a:lnTo>
                <a:lnTo>
                  <a:pt x="1139" y="174"/>
                </a:lnTo>
                <a:lnTo>
                  <a:pt x="1140" y="175"/>
                </a:lnTo>
                <a:lnTo>
                  <a:pt x="1141" y="176"/>
                </a:lnTo>
                <a:lnTo>
                  <a:pt x="1143" y="177"/>
                </a:lnTo>
                <a:lnTo>
                  <a:pt x="1143" y="178"/>
                </a:lnTo>
                <a:lnTo>
                  <a:pt x="1143" y="179"/>
                </a:lnTo>
                <a:lnTo>
                  <a:pt x="1143" y="180"/>
                </a:lnTo>
                <a:lnTo>
                  <a:pt x="1143" y="181"/>
                </a:lnTo>
                <a:lnTo>
                  <a:pt x="1144" y="181"/>
                </a:lnTo>
                <a:lnTo>
                  <a:pt x="1145" y="182"/>
                </a:lnTo>
                <a:lnTo>
                  <a:pt x="1145" y="183"/>
                </a:lnTo>
                <a:lnTo>
                  <a:pt x="1146" y="183"/>
                </a:lnTo>
                <a:lnTo>
                  <a:pt x="1148" y="184"/>
                </a:lnTo>
                <a:lnTo>
                  <a:pt x="1150" y="183"/>
                </a:lnTo>
                <a:lnTo>
                  <a:pt x="1151" y="184"/>
                </a:lnTo>
                <a:lnTo>
                  <a:pt x="1151" y="185"/>
                </a:lnTo>
                <a:lnTo>
                  <a:pt x="1152" y="185"/>
                </a:lnTo>
                <a:lnTo>
                  <a:pt x="1153" y="185"/>
                </a:lnTo>
                <a:lnTo>
                  <a:pt x="1154" y="185"/>
                </a:lnTo>
                <a:lnTo>
                  <a:pt x="1155" y="185"/>
                </a:lnTo>
                <a:lnTo>
                  <a:pt x="1156" y="185"/>
                </a:lnTo>
                <a:lnTo>
                  <a:pt x="1156" y="186"/>
                </a:lnTo>
                <a:lnTo>
                  <a:pt x="1156" y="187"/>
                </a:lnTo>
                <a:lnTo>
                  <a:pt x="1157" y="189"/>
                </a:lnTo>
                <a:lnTo>
                  <a:pt x="1157" y="190"/>
                </a:lnTo>
                <a:lnTo>
                  <a:pt x="1158" y="192"/>
                </a:lnTo>
                <a:lnTo>
                  <a:pt x="1158" y="193"/>
                </a:lnTo>
                <a:lnTo>
                  <a:pt x="1159" y="193"/>
                </a:lnTo>
                <a:lnTo>
                  <a:pt x="1160" y="193"/>
                </a:lnTo>
                <a:lnTo>
                  <a:pt x="1162" y="192"/>
                </a:lnTo>
                <a:lnTo>
                  <a:pt x="1163" y="193"/>
                </a:lnTo>
                <a:lnTo>
                  <a:pt x="1163" y="194"/>
                </a:lnTo>
                <a:lnTo>
                  <a:pt x="1164" y="195"/>
                </a:lnTo>
                <a:lnTo>
                  <a:pt x="1164" y="196"/>
                </a:lnTo>
                <a:lnTo>
                  <a:pt x="1165" y="196"/>
                </a:lnTo>
                <a:lnTo>
                  <a:pt x="1166" y="196"/>
                </a:lnTo>
                <a:lnTo>
                  <a:pt x="1166" y="197"/>
                </a:lnTo>
                <a:lnTo>
                  <a:pt x="1167" y="198"/>
                </a:lnTo>
                <a:lnTo>
                  <a:pt x="1167" y="199"/>
                </a:lnTo>
                <a:lnTo>
                  <a:pt x="1168" y="200"/>
                </a:lnTo>
                <a:lnTo>
                  <a:pt x="1169" y="201"/>
                </a:lnTo>
                <a:lnTo>
                  <a:pt x="1170" y="201"/>
                </a:lnTo>
                <a:lnTo>
                  <a:pt x="1170" y="202"/>
                </a:lnTo>
                <a:lnTo>
                  <a:pt x="1170" y="203"/>
                </a:lnTo>
                <a:lnTo>
                  <a:pt x="1170" y="204"/>
                </a:lnTo>
                <a:lnTo>
                  <a:pt x="1171" y="204"/>
                </a:lnTo>
                <a:lnTo>
                  <a:pt x="1172" y="204"/>
                </a:lnTo>
                <a:lnTo>
                  <a:pt x="1173" y="206"/>
                </a:lnTo>
                <a:lnTo>
                  <a:pt x="1175" y="206"/>
                </a:lnTo>
                <a:lnTo>
                  <a:pt x="1176" y="207"/>
                </a:lnTo>
                <a:lnTo>
                  <a:pt x="1177" y="208"/>
                </a:lnTo>
                <a:lnTo>
                  <a:pt x="1179" y="209"/>
                </a:lnTo>
                <a:lnTo>
                  <a:pt x="1180" y="209"/>
                </a:lnTo>
                <a:lnTo>
                  <a:pt x="1180" y="210"/>
                </a:lnTo>
                <a:lnTo>
                  <a:pt x="1180" y="211"/>
                </a:lnTo>
                <a:lnTo>
                  <a:pt x="1180" y="212"/>
                </a:lnTo>
                <a:lnTo>
                  <a:pt x="1182" y="211"/>
                </a:lnTo>
                <a:lnTo>
                  <a:pt x="1183" y="211"/>
                </a:lnTo>
                <a:lnTo>
                  <a:pt x="1184" y="211"/>
                </a:lnTo>
                <a:lnTo>
                  <a:pt x="1185" y="211"/>
                </a:lnTo>
                <a:lnTo>
                  <a:pt x="1186" y="212"/>
                </a:lnTo>
                <a:lnTo>
                  <a:pt x="1187" y="213"/>
                </a:lnTo>
                <a:lnTo>
                  <a:pt x="1188" y="213"/>
                </a:lnTo>
                <a:lnTo>
                  <a:pt x="1189" y="214"/>
                </a:lnTo>
                <a:lnTo>
                  <a:pt x="1190" y="215"/>
                </a:lnTo>
                <a:lnTo>
                  <a:pt x="1191" y="216"/>
                </a:lnTo>
                <a:lnTo>
                  <a:pt x="1192" y="217"/>
                </a:lnTo>
                <a:lnTo>
                  <a:pt x="1193" y="217"/>
                </a:lnTo>
                <a:lnTo>
                  <a:pt x="1194" y="217"/>
                </a:lnTo>
                <a:lnTo>
                  <a:pt x="1194" y="218"/>
                </a:lnTo>
                <a:lnTo>
                  <a:pt x="1194" y="219"/>
                </a:lnTo>
                <a:lnTo>
                  <a:pt x="1195" y="219"/>
                </a:lnTo>
                <a:lnTo>
                  <a:pt x="1196" y="219"/>
                </a:lnTo>
                <a:lnTo>
                  <a:pt x="1197" y="219"/>
                </a:lnTo>
                <a:lnTo>
                  <a:pt x="1197" y="220"/>
                </a:lnTo>
                <a:lnTo>
                  <a:pt x="1197" y="221"/>
                </a:lnTo>
                <a:lnTo>
                  <a:pt x="1197" y="222"/>
                </a:lnTo>
                <a:lnTo>
                  <a:pt x="1198" y="222"/>
                </a:lnTo>
                <a:lnTo>
                  <a:pt x="1199" y="221"/>
                </a:lnTo>
                <a:lnTo>
                  <a:pt x="1200" y="220"/>
                </a:lnTo>
                <a:lnTo>
                  <a:pt x="1201" y="220"/>
                </a:lnTo>
                <a:lnTo>
                  <a:pt x="1202" y="220"/>
                </a:lnTo>
                <a:lnTo>
                  <a:pt x="1202" y="221"/>
                </a:lnTo>
                <a:lnTo>
                  <a:pt x="1203" y="221"/>
                </a:lnTo>
                <a:lnTo>
                  <a:pt x="1204" y="220"/>
                </a:lnTo>
                <a:lnTo>
                  <a:pt x="1205" y="220"/>
                </a:lnTo>
                <a:lnTo>
                  <a:pt x="1205" y="221"/>
                </a:lnTo>
                <a:lnTo>
                  <a:pt x="1206" y="221"/>
                </a:lnTo>
                <a:lnTo>
                  <a:pt x="1207" y="222"/>
                </a:lnTo>
                <a:lnTo>
                  <a:pt x="1209" y="224"/>
                </a:lnTo>
                <a:lnTo>
                  <a:pt x="1212" y="225"/>
                </a:lnTo>
                <a:lnTo>
                  <a:pt x="1216" y="225"/>
                </a:lnTo>
                <a:lnTo>
                  <a:pt x="1218" y="225"/>
                </a:lnTo>
                <a:lnTo>
                  <a:pt x="1220" y="224"/>
                </a:lnTo>
                <a:lnTo>
                  <a:pt x="1222" y="222"/>
                </a:lnTo>
                <a:lnTo>
                  <a:pt x="1223" y="223"/>
                </a:lnTo>
                <a:lnTo>
                  <a:pt x="1224" y="223"/>
                </a:lnTo>
                <a:lnTo>
                  <a:pt x="1226" y="223"/>
                </a:lnTo>
                <a:lnTo>
                  <a:pt x="1226" y="224"/>
                </a:lnTo>
                <a:lnTo>
                  <a:pt x="1227" y="224"/>
                </a:lnTo>
                <a:lnTo>
                  <a:pt x="1228" y="224"/>
                </a:lnTo>
                <a:lnTo>
                  <a:pt x="1229" y="224"/>
                </a:lnTo>
                <a:lnTo>
                  <a:pt x="1229" y="225"/>
                </a:lnTo>
                <a:lnTo>
                  <a:pt x="1230" y="225"/>
                </a:lnTo>
                <a:lnTo>
                  <a:pt x="1231" y="225"/>
                </a:lnTo>
                <a:lnTo>
                  <a:pt x="1233" y="225"/>
                </a:lnTo>
                <a:lnTo>
                  <a:pt x="1234" y="225"/>
                </a:lnTo>
                <a:lnTo>
                  <a:pt x="1235" y="226"/>
                </a:lnTo>
                <a:lnTo>
                  <a:pt x="1236" y="226"/>
                </a:lnTo>
                <a:lnTo>
                  <a:pt x="1238" y="227"/>
                </a:lnTo>
                <a:lnTo>
                  <a:pt x="1239" y="226"/>
                </a:lnTo>
                <a:lnTo>
                  <a:pt x="1241" y="226"/>
                </a:lnTo>
                <a:lnTo>
                  <a:pt x="1242" y="226"/>
                </a:lnTo>
                <a:lnTo>
                  <a:pt x="1243" y="226"/>
                </a:lnTo>
                <a:lnTo>
                  <a:pt x="1244" y="227"/>
                </a:lnTo>
                <a:lnTo>
                  <a:pt x="1245" y="228"/>
                </a:lnTo>
                <a:lnTo>
                  <a:pt x="1245" y="229"/>
                </a:lnTo>
                <a:lnTo>
                  <a:pt x="1246" y="230"/>
                </a:lnTo>
                <a:lnTo>
                  <a:pt x="1248" y="231"/>
                </a:lnTo>
                <a:lnTo>
                  <a:pt x="1248" y="232"/>
                </a:lnTo>
                <a:lnTo>
                  <a:pt x="1249" y="232"/>
                </a:lnTo>
                <a:lnTo>
                  <a:pt x="1250" y="231"/>
                </a:lnTo>
                <a:lnTo>
                  <a:pt x="1252" y="231"/>
                </a:lnTo>
                <a:lnTo>
                  <a:pt x="1254" y="230"/>
                </a:lnTo>
                <a:lnTo>
                  <a:pt x="1256" y="230"/>
                </a:lnTo>
                <a:lnTo>
                  <a:pt x="1258" y="231"/>
                </a:lnTo>
                <a:lnTo>
                  <a:pt x="1259" y="231"/>
                </a:lnTo>
                <a:lnTo>
                  <a:pt x="1260" y="231"/>
                </a:lnTo>
                <a:lnTo>
                  <a:pt x="1261" y="231"/>
                </a:lnTo>
                <a:lnTo>
                  <a:pt x="1262" y="231"/>
                </a:lnTo>
                <a:lnTo>
                  <a:pt x="1262" y="232"/>
                </a:lnTo>
                <a:lnTo>
                  <a:pt x="1263" y="232"/>
                </a:lnTo>
                <a:lnTo>
                  <a:pt x="1264" y="231"/>
                </a:lnTo>
                <a:lnTo>
                  <a:pt x="1268" y="231"/>
                </a:lnTo>
                <a:lnTo>
                  <a:pt x="1270" y="232"/>
                </a:lnTo>
                <a:lnTo>
                  <a:pt x="1271" y="234"/>
                </a:lnTo>
                <a:lnTo>
                  <a:pt x="1271" y="236"/>
                </a:lnTo>
                <a:lnTo>
                  <a:pt x="1273" y="237"/>
                </a:lnTo>
                <a:lnTo>
                  <a:pt x="1274" y="238"/>
                </a:lnTo>
                <a:lnTo>
                  <a:pt x="1276" y="239"/>
                </a:lnTo>
                <a:lnTo>
                  <a:pt x="1277" y="240"/>
                </a:lnTo>
                <a:lnTo>
                  <a:pt x="1277" y="242"/>
                </a:lnTo>
                <a:lnTo>
                  <a:pt x="1277" y="243"/>
                </a:lnTo>
                <a:lnTo>
                  <a:pt x="1278" y="244"/>
                </a:lnTo>
                <a:lnTo>
                  <a:pt x="1280" y="248"/>
                </a:lnTo>
                <a:lnTo>
                  <a:pt x="1281" y="250"/>
                </a:lnTo>
                <a:lnTo>
                  <a:pt x="1281" y="252"/>
                </a:lnTo>
                <a:lnTo>
                  <a:pt x="1282" y="253"/>
                </a:lnTo>
                <a:lnTo>
                  <a:pt x="1283" y="253"/>
                </a:lnTo>
                <a:lnTo>
                  <a:pt x="1283" y="254"/>
                </a:lnTo>
                <a:lnTo>
                  <a:pt x="1285" y="252"/>
                </a:lnTo>
                <a:lnTo>
                  <a:pt x="1286" y="252"/>
                </a:lnTo>
                <a:lnTo>
                  <a:pt x="1286" y="251"/>
                </a:lnTo>
                <a:lnTo>
                  <a:pt x="1286" y="250"/>
                </a:lnTo>
                <a:lnTo>
                  <a:pt x="1287" y="249"/>
                </a:lnTo>
                <a:lnTo>
                  <a:pt x="1288" y="248"/>
                </a:lnTo>
                <a:lnTo>
                  <a:pt x="1288" y="247"/>
                </a:lnTo>
                <a:lnTo>
                  <a:pt x="1290" y="247"/>
                </a:lnTo>
                <a:lnTo>
                  <a:pt x="1290" y="246"/>
                </a:lnTo>
                <a:lnTo>
                  <a:pt x="1292" y="247"/>
                </a:lnTo>
                <a:lnTo>
                  <a:pt x="1293" y="247"/>
                </a:lnTo>
                <a:lnTo>
                  <a:pt x="1295" y="247"/>
                </a:lnTo>
                <a:lnTo>
                  <a:pt x="1296" y="247"/>
                </a:lnTo>
                <a:lnTo>
                  <a:pt x="1297" y="246"/>
                </a:lnTo>
                <a:lnTo>
                  <a:pt x="1297" y="245"/>
                </a:lnTo>
                <a:lnTo>
                  <a:pt x="1298" y="244"/>
                </a:lnTo>
                <a:lnTo>
                  <a:pt x="1300" y="243"/>
                </a:lnTo>
                <a:lnTo>
                  <a:pt x="1302" y="241"/>
                </a:lnTo>
                <a:lnTo>
                  <a:pt x="1303" y="241"/>
                </a:lnTo>
                <a:lnTo>
                  <a:pt x="1304" y="241"/>
                </a:lnTo>
                <a:lnTo>
                  <a:pt x="1306" y="241"/>
                </a:lnTo>
                <a:lnTo>
                  <a:pt x="1307" y="240"/>
                </a:lnTo>
                <a:lnTo>
                  <a:pt x="1308" y="237"/>
                </a:lnTo>
                <a:lnTo>
                  <a:pt x="1309" y="237"/>
                </a:lnTo>
                <a:lnTo>
                  <a:pt x="1310" y="235"/>
                </a:lnTo>
                <a:lnTo>
                  <a:pt x="1311" y="234"/>
                </a:lnTo>
                <a:lnTo>
                  <a:pt x="1313" y="234"/>
                </a:lnTo>
                <a:lnTo>
                  <a:pt x="1315" y="235"/>
                </a:lnTo>
                <a:lnTo>
                  <a:pt x="1316" y="235"/>
                </a:lnTo>
                <a:lnTo>
                  <a:pt x="1316" y="234"/>
                </a:lnTo>
                <a:lnTo>
                  <a:pt x="1317" y="233"/>
                </a:lnTo>
                <a:lnTo>
                  <a:pt x="1317" y="234"/>
                </a:lnTo>
                <a:lnTo>
                  <a:pt x="1318" y="235"/>
                </a:lnTo>
                <a:lnTo>
                  <a:pt x="1319" y="236"/>
                </a:lnTo>
                <a:lnTo>
                  <a:pt x="1320" y="237"/>
                </a:lnTo>
                <a:lnTo>
                  <a:pt x="1321" y="237"/>
                </a:lnTo>
                <a:lnTo>
                  <a:pt x="1322" y="237"/>
                </a:lnTo>
                <a:lnTo>
                  <a:pt x="1323" y="237"/>
                </a:lnTo>
                <a:lnTo>
                  <a:pt x="1324" y="237"/>
                </a:lnTo>
                <a:lnTo>
                  <a:pt x="1325" y="237"/>
                </a:lnTo>
                <a:lnTo>
                  <a:pt x="1325" y="238"/>
                </a:lnTo>
                <a:lnTo>
                  <a:pt x="1326" y="238"/>
                </a:lnTo>
                <a:lnTo>
                  <a:pt x="1328" y="237"/>
                </a:lnTo>
                <a:lnTo>
                  <a:pt x="1330" y="237"/>
                </a:lnTo>
                <a:lnTo>
                  <a:pt x="1331" y="237"/>
                </a:lnTo>
                <a:lnTo>
                  <a:pt x="1332" y="237"/>
                </a:lnTo>
                <a:lnTo>
                  <a:pt x="1333" y="237"/>
                </a:lnTo>
                <a:lnTo>
                  <a:pt x="1334" y="238"/>
                </a:lnTo>
                <a:lnTo>
                  <a:pt x="1336" y="239"/>
                </a:lnTo>
                <a:lnTo>
                  <a:pt x="1338" y="239"/>
                </a:lnTo>
                <a:lnTo>
                  <a:pt x="1339" y="240"/>
                </a:lnTo>
                <a:lnTo>
                  <a:pt x="1340" y="239"/>
                </a:lnTo>
                <a:lnTo>
                  <a:pt x="1340" y="236"/>
                </a:lnTo>
                <a:lnTo>
                  <a:pt x="1340" y="235"/>
                </a:lnTo>
                <a:lnTo>
                  <a:pt x="1340" y="234"/>
                </a:lnTo>
                <a:lnTo>
                  <a:pt x="1342" y="232"/>
                </a:lnTo>
                <a:lnTo>
                  <a:pt x="1343" y="231"/>
                </a:lnTo>
                <a:lnTo>
                  <a:pt x="1345" y="230"/>
                </a:lnTo>
                <a:lnTo>
                  <a:pt x="1346" y="229"/>
                </a:lnTo>
                <a:lnTo>
                  <a:pt x="1349" y="226"/>
                </a:lnTo>
                <a:lnTo>
                  <a:pt x="1352" y="223"/>
                </a:lnTo>
                <a:lnTo>
                  <a:pt x="1354" y="221"/>
                </a:lnTo>
                <a:lnTo>
                  <a:pt x="1356" y="220"/>
                </a:lnTo>
                <a:lnTo>
                  <a:pt x="1357" y="219"/>
                </a:lnTo>
                <a:lnTo>
                  <a:pt x="1357" y="218"/>
                </a:lnTo>
                <a:lnTo>
                  <a:pt x="1357" y="217"/>
                </a:lnTo>
                <a:lnTo>
                  <a:pt x="1357" y="216"/>
                </a:lnTo>
                <a:lnTo>
                  <a:pt x="1358" y="215"/>
                </a:lnTo>
                <a:lnTo>
                  <a:pt x="1358" y="214"/>
                </a:lnTo>
                <a:lnTo>
                  <a:pt x="1359" y="213"/>
                </a:lnTo>
                <a:lnTo>
                  <a:pt x="1359" y="212"/>
                </a:lnTo>
                <a:lnTo>
                  <a:pt x="1358" y="210"/>
                </a:lnTo>
                <a:lnTo>
                  <a:pt x="1357" y="209"/>
                </a:lnTo>
                <a:lnTo>
                  <a:pt x="1357" y="208"/>
                </a:lnTo>
                <a:lnTo>
                  <a:pt x="1358" y="208"/>
                </a:lnTo>
                <a:lnTo>
                  <a:pt x="1358" y="207"/>
                </a:lnTo>
                <a:lnTo>
                  <a:pt x="1359" y="206"/>
                </a:lnTo>
                <a:lnTo>
                  <a:pt x="1359" y="205"/>
                </a:lnTo>
                <a:lnTo>
                  <a:pt x="1359" y="204"/>
                </a:lnTo>
                <a:lnTo>
                  <a:pt x="1360" y="203"/>
                </a:lnTo>
                <a:lnTo>
                  <a:pt x="1361" y="203"/>
                </a:lnTo>
                <a:lnTo>
                  <a:pt x="1361" y="202"/>
                </a:lnTo>
                <a:lnTo>
                  <a:pt x="1361" y="201"/>
                </a:lnTo>
                <a:lnTo>
                  <a:pt x="1361" y="199"/>
                </a:lnTo>
                <a:lnTo>
                  <a:pt x="1361" y="197"/>
                </a:lnTo>
                <a:lnTo>
                  <a:pt x="1361" y="195"/>
                </a:lnTo>
                <a:lnTo>
                  <a:pt x="1362" y="194"/>
                </a:lnTo>
                <a:lnTo>
                  <a:pt x="1361" y="193"/>
                </a:lnTo>
                <a:lnTo>
                  <a:pt x="1361" y="192"/>
                </a:lnTo>
                <a:lnTo>
                  <a:pt x="1359" y="190"/>
                </a:lnTo>
                <a:lnTo>
                  <a:pt x="1358" y="189"/>
                </a:lnTo>
                <a:lnTo>
                  <a:pt x="1358" y="188"/>
                </a:lnTo>
                <a:lnTo>
                  <a:pt x="1358" y="186"/>
                </a:lnTo>
                <a:lnTo>
                  <a:pt x="1358" y="185"/>
                </a:lnTo>
                <a:lnTo>
                  <a:pt x="1357" y="185"/>
                </a:lnTo>
                <a:lnTo>
                  <a:pt x="1357" y="184"/>
                </a:lnTo>
                <a:lnTo>
                  <a:pt x="1357" y="182"/>
                </a:lnTo>
                <a:lnTo>
                  <a:pt x="1358" y="180"/>
                </a:lnTo>
                <a:lnTo>
                  <a:pt x="1358" y="179"/>
                </a:lnTo>
                <a:lnTo>
                  <a:pt x="1358" y="176"/>
                </a:lnTo>
                <a:lnTo>
                  <a:pt x="1359" y="173"/>
                </a:lnTo>
                <a:lnTo>
                  <a:pt x="1359" y="170"/>
                </a:lnTo>
                <a:lnTo>
                  <a:pt x="1359" y="168"/>
                </a:lnTo>
                <a:lnTo>
                  <a:pt x="1362" y="142"/>
                </a:lnTo>
                <a:lnTo>
                  <a:pt x="1363" y="128"/>
                </a:lnTo>
                <a:lnTo>
                  <a:pt x="1363" y="127"/>
                </a:lnTo>
                <a:lnTo>
                  <a:pt x="1363" y="125"/>
                </a:lnTo>
                <a:lnTo>
                  <a:pt x="1363" y="123"/>
                </a:lnTo>
                <a:lnTo>
                  <a:pt x="1363" y="122"/>
                </a:lnTo>
                <a:lnTo>
                  <a:pt x="1363" y="121"/>
                </a:lnTo>
                <a:lnTo>
                  <a:pt x="1363" y="120"/>
                </a:lnTo>
                <a:lnTo>
                  <a:pt x="1364" y="119"/>
                </a:lnTo>
                <a:lnTo>
                  <a:pt x="1363" y="118"/>
                </a:lnTo>
                <a:lnTo>
                  <a:pt x="1363" y="117"/>
                </a:lnTo>
                <a:lnTo>
                  <a:pt x="1362" y="118"/>
                </a:lnTo>
                <a:lnTo>
                  <a:pt x="1362" y="117"/>
                </a:lnTo>
                <a:lnTo>
                  <a:pt x="1363" y="117"/>
                </a:lnTo>
                <a:lnTo>
                  <a:pt x="1363" y="116"/>
                </a:lnTo>
                <a:lnTo>
                  <a:pt x="1364" y="115"/>
                </a:lnTo>
                <a:lnTo>
                  <a:pt x="1364" y="114"/>
                </a:lnTo>
                <a:lnTo>
                  <a:pt x="1365" y="114"/>
                </a:lnTo>
                <a:lnTo>
                  <a:pt x="1365" y="113"/>
                </a:lnTo>
                <a:lnTo>
                  <a:pt x="1365" y="112"/>
                </a:lnTo>
                <a:lnTo>
                  <a:pt x="1365" y="111"/>
                </a:lnTo>
                <a:lnTo>
                  <a:pt x="1366" y="111"/>
                </a:lnTo>
                <a:lnTo>
                  <a:pt x="1366" y="110"/>
                </a:lnTo>
                <a:lnTo>
                  <a:pt x="1365" y="110"/>
                </a:lnTo>
                <a:lnTo>
                  <a:pt x="1366" y="110"/>
                </a:lnTo>
                <a:lnTo>
                  <a:pt x="1366" y="109"/>
                </a:lnTo>
                <a:lnTo>
                  <a:pt x="1366" y="108"/>
                </a:lnTo>
                <a:lnTo>
                  <a:pt x="1367" y="108"/>
                </a:lnTo>
                <a:lnTo>
                  <a:pt x="1367" y="107"/>
                </a:lnTo>
                <a:lnTo>
                  <a:pt x="1367" y="106"/>
                </a:lnTo>
                <a:lnTo>
                  <a:pt x="1367" y="105"/>
                </a:lnTo>
                <a:lnTo>
                  <a:pt x="1368" y="105"/>
                </a:lnTo>
                <a:lnTo>
                  <a:pt x="1368" y="104"/>
                </a:lnTo>
                <a:lnTo>
                  <a:pt x="1369" y="104"/>
                </a:lnTo>
                <a:lnTo>
                  <a:pt x="1369" y="103"/>
                </a:lnTo>
                <a:lnTo>
                  <a:pt x="1369" y="102"/>
                </a:lnTo>
                <a:lnTo>
                  <a:pt x="1370" y="101"/>
                </a:lnTo>
                <a:lnTo>
                  <a:pt x="1371" y="100"/>
                </a:lnTo>
                <a:lnTo>
                  <a:pt x="1371" y="99"/>
                </a:lnTo>
                <a:lnTo>
                  <a:pt x="1372" y="98"/>
                </a:lnTo>
                <a:lnTo>
                  <a:pt x="1372" y="97"/>
                </a:lnTo>
                <a:lnTo>
                  <a:pt x="1373" y="96"/>
                </a:lnTo>
                <a:lnTo>
                  <a:pt x="1374" y="96"/>
                </a:lnTo>
                <a:lnTo>
                  <a:pt x="1375" y="96"/>
                </a:lnTo>
                <a:lnTo>
                  <a:pt x="1376" y="96"/>
                </a:lnTo>
                <a:lnTo>
                  <a:pt x="1376" y="95"/>
                </a:lnTo>
                <a:lnTo>
                  <a:pt x="1376" y="94"/>
                </a:lnTo>
                <a:lnTo>
                  <a:pt x="1377" y="94"/>
                </a:lnTo>
                <a:lnTo>
                  <a:pt x="1377" y="93"/>
                </a:lnTo>
                <a:lnTo>
                  <a:pt x="1378" y="93"/>
                </a:lnTo>
                <a:lnTo>
                  <a:pt x="1378" y="92"/>
                </a:lnTo>
                <a:lnTo>
                  <a:pt x="1379" y="92"/>
                </a:lnTo>
                <a:lnTo>
                  <a:pt x="1380" y="92"/>
                </a:lnTo>
                <a:lnTo>
                  <a:pt x="1380" y="91"/>
                </a:lnTo>
                <a:lnTo>
                  <a:pt x="1380" y="90"/>
                </a:lnTo>
                <a:lnTo>
                  <a:pt x="1381" y="90"/>
                </a:lnTo>
                <a:lnTo>
                  <a:pt x="1381" y="89"/>
                </a:lnTo>
                <a:lnTo>
                  <a:pt x="1382" y="88"/>
                </a:lnTo>
                <a:lnTo>
                  <a:pt x="1382" y="87"/>
                </a:lnTo>
                <a:lnTo>
                  <a:pt x="1383" y="87"/>
                </a:lnTo>
                <a:lnTo>
                  <a:pt x="1383" y="86"/>
                </a:lnTo>
                <a:lnTo>
                  <a:pt x="1383" y="85"/>
                </a:lnTo>
                <a:lnTo>
                  <a:pt x="1384" y="85"/>
                </a:lnTo>
                <a:lnTo>
                  <a:pt x="1384" y="84"/>
                </a:lnTo>
                <a:lnTo>
                  <a:pt x="1384" y="83"/>
                </a:lnTo>
                <a:lnTo>
                  <a:pt x="1384" y="82"/>
                </a:lnTo>
                <a:lnTo>
                  <a:pt x="1385" y="81"/>
                </a:lnTo>
                <a:lnTo>
                  <a:pt x="1386" y="80"/>
                </a:lnTo>
                <a:lnTo>
                  <a:pt x="1387" y="79"/>
                </a:lnTo>
                <a:lnTo>
                  <a:pt x="1387" y="78"/>
                </a:lnTo>
                <a:lnTo>
                  <a:pt x="1389" y="77"/>
                </a:lnTo>
                <a:lnTo>
                  <a:pt x="1390" y="76"/>
                </a:lnTo>
                <a:lnTo>
                  <a:pt x="1391" y="75"/>
                </a:lnTo>
                <a:lnTo>
                  <a:pt x="1391" y="74"/>
                </a:lnTo>
                <a:lnTo>
                  <a:pt x="1393" y="73"/>
                </a:lnTo>
                <a:lnTo>
                  <a:pt x="1394" y="73"/>
                </a:lnTo>
                <a:lnTo>
                  <a:pt x="1394" y="72"/>
                </a:lnTo>
                <a:lnTo>
                  <a:pt x="1395" y="72"/>
                </a:lnTo>
                <a:lnTo>
                  <a:pt x="1395" y="73"/>
                </a:lnTo>
                <a:lnTo>
                  <a:pt x="1396" y="73"/>
                </a:lnTo>
                <a:lnTo>
                  <a:pt x="1398" y="72"/>
                </a:lnTo>
                <a:lnTo>
                  <a:pt x="1399" y="72"/>
                </a:lnTo>
                <a:lnTo>
                  <a:pt x="1400" y="72"/>
                </a:lnTo>
                <a:lnTo>
                  <a:pt x="1401" y="72"/>
                </a:lnTo>
                <a:lnTo>
                  <a:pt x="1402" y="72"/>
                </a:lnTo>
                <a:lnTo>
                  <a:pt x="1403" y="73"/>
                </a:lnTo>
                <a:lnTo>
                  <a:pt x="1404" y="73"/>
                </a:lnTo>
                <a:lnTo>
                  <a:pt x="1405" y="72"/>
                </a:lnTo>
                <a:lnTo>
                  <a:pt x="1406" y="72"/>
                </a:lnTo>
                <a:lnTo>
                  <a:pt x="1418" y="74"/>
                </a:lnTo>
                <a:lnTo>
                  <a:pt x="1431" y="78"/>
                </a:lnTo>
                <a:lnTo>
                  <a:pt x="1432" y="78"/>
                </a:lnTo>
                <a:lnTo>
                  <a:pt x="1432" y="77"/>
                </a:lnTo>
                <a:lnTo>
                  <a:pt x="1433" y="77"/>
                </a:lnTo>
                <a:lnTo>
                  <a:pt x="1434" y="77"/>
                </a:lnTo>
                <a:lnTo>
                  <a:pt x="1434" y="76"/>
                </a:lnTo>
                <a:lnTo>
                  <a:pt x="1435" y="76"/>
                </a:lnTo>
                <a:lnTo>
                  <a:pt x="1436" y="76"/>
                </a:lnTo>
                <a:lnTo>
                  <a:pt x="1436" y="75"/>
                </a:lnTo>
                <a:lnTo>
                  <a:pt x="1437" y="75"/>
                </a:lnTo>
                <a:lnTo>
                  <a:pt x="1438" y="74"/>
                </a:lnTo>
                <a:lnTo>
                  <a:pt x="1438" y="73"/>
                </a:lnTo>
                <a:lnTo>
                  <a:pt x="1439" y="73"/>
                </a:lnTo>
                <a:lnTo>
                  <a:pt x="1440" y="72"/>
                </a:lnTo>
                <a:lnTo>
                  <a:pt x="1441" y="72"/>
                </a:lnTo>
                <a:lnTo>
                  <a:pt x="1442" y="72"/>
                </a:lnTo>
                <a:lnTo>
                  <a:pt x="1443" y="72"/>
                </a:lnTo>
                <a:lnTo>
                  <a:pt x="1444" y="72"/>
                </a:lnTo>
                <a:lnTo>
                  <a:pt x="1445" y="72"/>
                </a:lnTo>
                <a:lnTo>
                  <a:pt x="1445" y="71"/>
                </a:lnTo>
                <a:lnTo>
                  <a:pt x="1446" y="71"/>
                </a:lnTo>
                <a:lnTo>
                  <a:pt x="1446" y="72"/>
                </a:lnTo>
                <a:lnTo>
                  <a:pt x="1447" y="73"/>
                </a:lnTo>
                <a:lnTo>
                  <a:pt x="1448" y="74"/>
                </a:lnTo>
                <a:lnTo>
                  <a:pt x="1448" y="75"/>
                </a:lnTo>
                <a:lnTo>
                  <a:pt x="1465" y="70"/>
                </a:lnTo>
                <a:lnTo>
                  <a:pt x="1466" y="69"/>
                </a:lnTo>
                <a:lnTo>
                  <a:pt x="1467" y="68"/>
                </a:lnTo>
                <a:lnTo>
                  <a:pt x="1467" y="66"/>
                </a:lnTo>
                <a:lnTo>
                  <a:pt x="1467" y="65"/>
                </a:lnTo>
                <a:lnTo>
                  <a:pt x="1468" y="64"/>
                </a:lnTo>
                <a:lnTo>
                  <a:pt x="1469" y="63"/>
                </a:lnTo>
                <a:lnTo>
                  <a:pt x="1470" y="63"/>
                </a:lnTo>
                <a:lnTo>
                  <a:pt x="1471" y="62"/>
                </a:lnTo>
                <a:lnTo>
                  <a:pt x="1471" y="61"/>
                </a:lnTo>
                <a:lnTo>
                  <a:pt x="1471" y="60"/>
                </a:lnTo>
                <a:lnTo>
                  <a:pt x="1472" y="60"/>
                </a:lnTo>
                <a:lnTo>
                  <a:pt x="1473" y="60"/>
                </a:lnTo>
                <a:lnTo>
                  <a:pt x="1474" y="60"/>
                </a:lnTo>
                <a:lnTo>
                  <a:pt x="1476" y="59"/>
                </a:lnTo>
                <a:lnTo>
                  <a:pt x="1477" y="57"/>
                </a:lnTo>
                <a:lnTo>
                  <a:pt x="1478" y="57"/>
                </a:lnTo>
                <a:lnTo>
                  <a:pt x="1478" y="56"/>
                </a:lnTo>
                <a:lnTo>
                  <a:pt x="1479" y="55"/>
                </a:lnTo>
                <a:lnTo>
                  <a:pt x="1481" y="54"/>
                </a:lnTo>
                <a:lnTo>
                  <a:pt x="1483" y="53"/>
                </a:lnTo>
                <a:lnTo>
                  <a:pt x="1484" y="51"/>
                </a:lnTo>
                <a:lnTo>
                  <a:pt x="1485" y="49"/>
                </a:lnTo>
                <a:lnTo>
                  <a:pt x="1486" y="49"/>
                </a:lnTo>
                <a:lnTo>
                  <a:pt x="1486" y="47"/>
                </a:lnTo>
                <a:lnTo>
                  <a:pt x="1486" y="46"/>
                </a:lnTo>
                <a:lnTo>
                  <a:pt x="1485" y="45"/>
                </a:lnTo>
                <a:lnTo>
                  <a:pt x="1485" y="44"/>
                </a:lnTo>
                <a:lnTo>
                  <a:pt x="1485" y="43"/>
                </a:lnTo>
                <a:lnTo>
                  <a:pt x="1486" y="41"/>
                </a:lnTo>
                <a:lnTo>
                  <a:pt x="1486" y="40"/>
                </a:lnTo>
                <a:lnTo>
                  <a:pt x="1486" y="39"/>
                </a:lnTo>
                <a:lnTo>
                  <a:pt x="1487" y="39"/>
                </a:lnTo>
                <a:lnTo>
                  <a:pt x="1490" y="38"/>
                </a:lnTo>
                <a:lnTo>
                  <a:pt x="1491" y="37"/>
                </a:lnTo>
                <a:lnTo>
                  <a:pt x="1491" y="36"/>
                </a:lnTo>
                <a:lnTo>
                  <a:pt x="1492" y="36"/>
                </a:lnTo>
                <a:lnTo>
                  <a:pt x="1492" y="35"/>
                </a:lnTo>
                <a:lnTo>
                  <a:pt x="1492" y="34"/>
                </a:lnTo>
                <a:lnTo>
                  <a:pt x="1491" y="33"/>
                </a:lnTo>
                <a:lnTo>
                  <a:pt x="1491" y="32"/>
                </a:lnTo>
                <a:lnTo>
                  <a:pt x="1489" y="30"/>
                </a:lnTo>
                <a:lnTo>
                  <a:pt x="1489" y="29"/>
                </a:lnTo>
                <a:lnTo>
                  <a:pt x="1488" y="29"/>
                </a:lnTo>
                <a:lnTo>
                  <a:pt x="1488" y="28"/>
                </a:lnTo>
                <a:lnTo>
                  <a:pt x="1487" y="26"/>
                </a:lnTo>
                <a:lnTo>
                  <a:pt x="1487" y="25"/>
                </a:lnTo>
                <a:lnTo>
                  <a:pt x="1487" y="24"/>
                </a:lnTo>
                <a:lnTo>
                  <a:pt x="1487" y="23"/>
                </a:lnTo>
                <a:lnTo>
                  <a:pt x="1487" y="21"/>
                </a:lnTo>
                <a:lnTo>
                  <a:pt x="1487" y="20"/>
                </a:lnTo>
                <a:lnTo>
                  <a:pt x="1487" y="18"/>
                </a:lnTo>
                <a:lnTo>
                  <a:pt x="1487" y="17"/>
                </a:lnTo>
                <a:lnTo>
                  <a:pt x="1488" y="17"/>
                </a:lnTo>
                <a:lnTo>
                  <a:pt x="1488" y="15"/>
                </a:lnTo>
                <a:lnTo>
                  <a:pt x="1489" y="14"/>
                </a:lnTo>
                <a:lnTo>
                  <a:pt x="1491" y="12"/>
                </a:lnTo>
                <a:lnTo>
                  <a:pt x="1492" y="12"/>
                </a:lnTo>
                <a:lnTo>
                  <a:pt x="1493" y="12"/>
                </a:lnTo>
                <a:lnTo>
                  <a:pt x="1494" y="11"/>
                </a:lnTo>
                <a:lnTo>
                  <a:pt x="1495" y="11"/>
                </a:lnTo>
                <a:lnTo>
                  <a:pt x="1495" y="10"/>
                </a:lnTo>
                <a:lnTo>
                  <a:pt x="1496" y="10"/>
                </a:lnTo>
                <a:lnTo>
                  <a:pt x="1497" y="10"/>
                </a:lnTo>
                <a:lnTo>
                  <a:pt x="1498" y="10"/>
                </a:lnTo>
                <a:lnTo>
                  <a:pt x="1498" y="9"/>
                </a:lnTo>
                <a:lnTo>
                  <a:pt x="1499" y="9"/>
                </a:lnTo>
                <a:lnTo>
                  <a:pt x="1499" y="8"/>
                </a:lnTo>
                <a:lnTo>
                  <a:pt x="1499" y="7"/>
                </a:lnTo>
                <a:lnTo>
                  <a:pt x="1499" y="6"/>
                </a:lnTo>
                <a:lnTo>
                  <a:pt x="1499" y="5"/>
                </a:lnTo>
                <a:lnTo>
                  <a:pt x="1499" y="4"/>
                </a:lnTo>
                <a:lnTo>
                  <a:pt x="1500" y="4"/>
                </a:lnTo>
                <a:lnTo>
                  <a:pt x="1500" y="3"/>
                </a:lnTo>
                <a:lnTo>
                  <a:pt x="1501" y="3"/>
                </a:lnTo>
                <a:lnTo>
                  <a:pt x="1501" y="2"/>
                </a:lnTo>
                <a:lnTo>
                  <a:pt x="1502" y="2"/>
                </a:lnTo>
                <a:lnTo>
                  <a:pt x="1503" y="2"/>
                </a:lnTo>
                <a:lnTo>
                  <a:pt x="1503" y="1"/>
                </a:lnTo>
                <a:lnTo>
                  <a:pt x="1504" y="0"/>
                </a:lnTo>
                <a:lnTo>
                  <a:pt x="1505" y="0"/>
                </a:lnTo>
                <a:lnTo>
                  <a:pt x="1506" y="0"/>
                </a:lnTo>
                <a:lnTo>
                  <a:pt x="1507" y="1"/>
                </a:lnTo>
                <a:lnTo>
                  <a:pt x="1508" y="1"/>
                </a:lnTo>
                <a:lnTo>
                  <a:pt x="1509" y="1"/>
                </a:lnTo>
                <a:lnTo>
                  <a:pt x="1511" y="1"/>
                </a:lnTo>
                <a:lnTo>
                  <a:pt x="1512" y="1"/>
                </a:lnTo>
                <a:lnTo>
                  <a:pt x="1513" y="1"/>
                </a:lnTo>
                <a:lnTo>
                  <a:pt x="1514" y="1"/>
                </a:lnTo>
                <a:lnTo>
                  <a:pt x="1515" y="1"/>
                </a:lnTo>
                <a:lnTo>
                  <a:pt x="1516" y="2"/>
                </a:lnTo>
                <a:lnTo>
                  <a:pt x="1517" y="3"/>
                </a:lnTo>
                <a:lnTo>
                  <a:pt x="1518" y="3"/>
                </a:lnTo>
                <a:lnTo>
                  <a:pt x="1518" y="2"/>
                </a:lnTo>
                <a:lnTo>
                  <a:pt x="1519" y="2"/>
                </a:lnTo>
                <a:lnTo>
                  <a:pt x="1520" y="3"/>
                </a:lnTo>
                <a:lnTo>
                  <a:pt x="1521" y="3"/>
                </a:lnTo>
                <a:lnTo>
                  <a:pt x="1522" y="2"/>
                </a:lnTo>
                <a:lnTo>
                  <a:pt x="1523" y="1"/>
                </a:lnTo>
                <a:lnTo>
                  <a:pt x="1526" y="1"/>
                </a:lnTo>
                <a:lnTo>
                  <a:pt x="1527" y="3"/>
                </a:lnTo>
                <a:lnTo>
                  <a:pt x="1530" y="4"/>
                </a:lnTo>
                <a:lnTo>
                  <a:pt x="1531" y="4"/>
                </a:lnTo>
                <a:lnTo>
                  <a:pt x="1531" y="5"/>
                </a:lnTo>
                <a:lnTo>
                  <a:pt x="1533" y="8"/>
                </a:lnTo>
                <a:lnTo>
                  <a:pt x="1536" y="8"/>
                </a:lnTo>
                <a:lnTo>
                  <a:pt x="1538" y="8"/>
                </a:lnTo>
                <a:lnTo>
                  <a:pt x="1539" y="10"/>
                </a:lnTo>
                <a:lnTo>
                  <a:pt x="1541" y="10"/>
                </a:lnTo>
                <a:lnTo>
                  <a:pt x="1544" y="12"/>
                </a:lnTo>
                <a:lnTo>
                  <a:pt x="1545" y="12"/>
                </a:lnTo>
                <a:lnTo>
                  <a:pt x="1545" y="13"/>
                </a:lnTo>
                <a:lnTo>
                  <a:pt x="1546" y="14"/>
                </a:lnTo>
                <a:lnTo>
                  <a:pt x="1547" y="15"/>
                </a:lnTo>
                <a:lnTo>
                  <a:pt x="1549" y="16"/>
                </a:lnTo>
                <a:lnTo>
                  <a:pt x="1549" y="15"/>
                </a:lnTo>
                <a:lnTo>
                  <a:pt x="1551" y="15"/>
                </a:lnTo>
                <a:lnTo>
                  <a:pt x="1552" y="15"/>
                </a:lnTo>
                <a:lnTo>
                  <a:pt x="1553" y="15"/>
                </a:lnTo>
                <a:lnTo>
                  <a:pt x="1555" y="14"/>
                </a:lnTo>
                <a:lnTo>
                  <a:pt x="1556" y="14"/>
                </a:lnTo>
                <a:lnTo>
                  <a:pt x="1556" y="13"/>
                </a:lnTo>
                <a:lnTo>
                  <a:pt x="1555" y="12"/>
                </a:lnTo>
                <a:lnTo>
                  <a:pt x="1555" y="10"/>
                </a:lnTo>
                <a:lnTo>
                  <a:pt x="1555" y="9"/>
                </a:lnTo>
                <a:lnTo>
                  <a:pt x="1555" y="8"/>
                </a:lnTo>
                <a:lnTo>
                  <a:pt x="1556" y="8"/>
                </a:lnTo>
                <a:lnTo>
                  <a:pt x="1559" y="9"/>
                </a:lnTo>
                <a:lnTo>
                  <a:pt x="1560" y="9"/>
                </a:lnTo>
                <a:lnTo>
                  <a:pt x="1561" y="9"/>
                </a:lnTo>
                <a:lnTo>
                  <a:pt x="1563" y="9"/>
                </a:lnTo>
                <a:lnTo>
                  <a:pt x="1564" y="9"/>
                </a:lnTo>
                <a:lnTo>
                  <a:pt x="1565" y="9"/>
                </a:lnTo>
                <a:lnTo>
                  <a:pt x="1566" y="9"/>
                </a:lnTo>
                <a:lnTo>
                  <a:pt x="1567" y="9"/>
                </a:lnTo>
                <a:lnTo>
                  <a:pt x="1568" y="9"/>
                </a:lnTo>
                <a:lnTo>
                  <a:pt x="1569" y="9"/>
                </a:lnTo>
                <a:lnTo>
                  <a:pt x="1571" y="9"/>
                </a:lnTo>
                <a:lnTo>
                  <a:pt x="1572" y="8"/>
                </a:lnTo>
                <a:lnTo>
                  <a:pt x="1572" y="7"/>
                </a:lnTo>
                <a:lnTo>
                  <a:pt x="1573" y="7"/>
                </a:lnTo>
                <a:lnTo>
                  <a:pt x="1574" y="7"/>
                </a:lnTo>
                <a:lnTo>
                  <a:pt x="1576" y="7"/>
                </a:lnTo>
                <a:lnTo>
                  <a:pt x="1578" y="8"/>
                </a:lnTo>
                <a:lnTo>
                  <a:pt x="1579" y="8"/>
                </a:lnTo>
                <a:lnTo>
                  <a:pt x="1580" y="8"/>
                </a:lnTo>
                <a:lnTo>
                  <a:pt x="1581" y="8"/>
                </a:lnTo>
                <a:lnTo>
                  <a:pt x="1583" y="9"/>
                </a:lnTo>
                <a:lnTo>
                  <a:pt x="1583" y="12"/>
                </a:lnTo>
                <a:lnTo>
                  <a:pt x="1584" y="13"/>
                </a:lnTo>
                <a:lnTo>
                  <a:pt x="1585" y="14"/>
                </a:lnTo>
                <a:lnTo>
                  <a:pt x="1585" y="15"/>
                </a:lnTo>
                <a:lnTo>
                  <a:pt x="1586" y="16"/>
                </a:lnTo>
                <a:lnTo>
                  <a:pt x="1586" y="17"/>
                </a:lnTo>
                <a:lnTo>
                  <a:pt x="1586" y="18"/>
                </a:lnTo>
                <a:lnTo>
                  <a:pt x="1585" y="18"/>
                </a:lnTo>
                <a:lnTo>
                  <a:pt x="1585" y="19"/>
                </a:lnTo>
                <a:lnTo>
                  <a:pt x="1584" y="19"/>
                </a:lnTo>
                <a:lnTo>
                  <a:pt x="1584" y="20"/>
                </a:lnTo>
                <a:lnTo>
                  <a:pt x="1583" y="20"/>
                </a:lnTo>
                <a:lnTo>
                  <a:pt x="1583" y="21"/>
                </a:lnTo>
                <a:lnTo>
                  <a:pt x="1584" y="22"/>
                </a:lnTo>
                <a:lnTo>
                  <a:pt x="1583" y="23"/>
                </a:lnTo>
                <a:lnTo>
                  <a:pt x="1582" y="24"/>
                </a:lnTo>
                <a:lnTo>
                  <a:pt x="1582" y="26"/>
                </a:lnTo>
                <a:lnTo>
                  <a:pt x="1583" y="27"/>
                </a:lnTo>
                <a:lnTo>
                  <a:pt x="1584" y="28"/>
                </a:lnTo>
                <a:lnTo>
                  <a:pt x="1585" y="28"/>
                </a:lnTo>
                <a:lnTo>
                  <a:pt x="1585" y="29"/>
                </a:lnTo>
                <a:lnTo>
                  <a:pt x="1584" y="31"/>
                </a:lnTo>
                <a:lnTo>
                  <a:pt x="1584" y="33"/>
                </a:lnTo>
                <a:lnTo>
                  <a:pt x="1585" y="33"/>
                </a:lnTo>
                <a:lnTo>
                  <a:pt x="1586" y="34"/>
                </a:lnTo>
                <a:lnTo>
                  <a:pt x="1586" y="35"/>
                </a:lnTo>
                <a:lnTo>
                  <a:pt x="1585" y="35"/>
                </a:lnTo>
                <a:lnTo>
                  <a:pt x="1584" y="35"/>
                </a:lnTo>
                <a:lnTo>
                  <a:pt x="1584" y="36"/>
                </a:lnTo>
                <a:lnTo>
                  <a:pt x="1583" y="36"/>
                </a:lnTo>
                <a:lnTo>
                  <a:pt x="1583" y="38"/>
                </a:lnTo>
                <a:lnTo>
                  <a:pt x="1582" y="39"/>
                </a:lnTo>
                <a:lnTo>
                  <a:pt x="1580" y="38"/>
                </a:lnTo>
                <a:lnTo>
                  <a:pt x="1579" y="38"/>
                </a:lnTo>
                <a:lnTo>
                  <a:pt x="1578" y="37"/>
                </a:lnTo>
                <a:lnTo>
                  <a:pt x="1577" y="38"/>
                </a:lnTo>
                <a:lnTo>
                  <a:pt x="1577" y="39"/>
                </a:lnTo>
                <a:lnTo>
                  <a:pt x="1576" y="39"/>
                </a:lnTo>
                <a:lnTo>
                  <a:pt x="1576" y="40"/>
                </a:lnTo>
                <a:lnTo>
                  <a:pt x="1575" y="40"/>
                </a:lnTo>
                <a:lnTo>
                  <a:pt x="1574" y="40"/>
                </a:lnTo>
                <a:lnTo>
                  <a:pt x="1573" y="39"/>
                </a:lnTo>
                <a:lnTo>
                  <a:pt x="1572" y="39"/>
                </a:lnTo>
                <a:lnTo>
                  <a:pt x="1572" y="40"/>
                </a:lnTo>
                <a:lnTo>
                  <a:pt x="1572" y="41"/>
                </a:lnTo>
                <a:lnTo>
                  <a:pt x="1571" y="43"/>
                </a:lnTo>
                <a:lnTo>
                  <a:pt x="1570" y="45"/>
                </a:lnTo>
                <a:lnTo>
                  <a:pt x="1570" y="46"/>
                </a:lnTo>
                <a:lnTo>
                  <a:pt x="1571" y="47"/>
                </a:lnTo>
                <a:lnTo>
                  <a:pt x="1572" y="47"/>
                </a:lnTo>
                <a:lnTo>
                  <a:pt x="1573" y="47"/>
                </a:lnTo>
                <a:lnTo>
                  <a:pt x="1574" y="48"/>
                </a:lnTo>
                <a:lnTo>
                  <a:pt x="1574" y="50"/>
                </a:lnTo>
                <a:lnTo>
                  <a:pt x="1575" y="51"/>
                </a:lnTo>
                <a:lnTo>
                  <a:pt x="1576" y="52"/>
                </a:lnTo>
                <a:lnTo>
                  <a:pt x="1576" y="53"/>
                </a:lnTo>
                <a:lnTo>
                  <a:pt x="1575" y="53"/>
                </a:lnTo>
                <a:lnTo>
                  <a:pt x="1574" y="53"/>
                </a:lnTo>
                <a:lnTo>
                  <a:pt x="1573" y="53"/>
                </a:lnTo>
                <a:lnTo>
                  <a:pt x="1574" y="53"/>
                </a:lnTo>
                <a:lnTo>
                  <a:pt x="1575" y="55"/>
                </a:lnTo>
                <a:lnTo>
                  <a:pt x="1575" y="56"/>
                </a:lnTo>
                <a:lnTo>
                  <a:pt x="1576" y="57"/>
                </a:lnTo>
                <a:lnTo>
                  <a:pt x="1577" y="56"/>
                </a:lnTo>
                <a:lnTo>
                  <a:pt x="1578" y="56"/>
                </a:lnTo>
                <a:lnTo>
                  <a:pt x="1579" y="57"/>
                </a:lnTo>
                <a:lnTo>
                  <a:pt x="1580" y="59"/>
                </a:lnTo>
                <a:lnTo>
                  <a:pt x="1582" y="61"/>
                </a:lnTo>
                <a:lnTo>
                  <a:pt x="1583" y="62"/>
                </a:lnTo>
                <a:lnTo>
                  <a:pt x="1584" y="63"/>
                </a:lnTo>
                <a:lnTo>
                  <a:pt x="1585" y="62"/>
                </a:lnTo>
                <a:lnTo>
                  <a:pt x="1586" y="62"/>
                </a:lnTo>
                <a:lnTo>
                  <a:pt x="1587" y="62"/>
                </a:lnTo>
                <a:lnTo>
                  <a:pt x="1588" y="62"/>
                </a:lnTo>
                <a:lnTo>
                  <a:pt x="1589" y="64"/>
                </a:lnTo>
                <a:lnTo>
                  <a:pt x="1591" y="65"/>
                </a:lnTo>
                <a:lnTo>
                  <a:pt x="1592" y="67"/>
                </a:lnTo>
                <a:lnTo>
                  <a:pt x="1593" y="68"/>
                </a:lnTo>
                <a:lnTo>
                  <a:pt x="1593" y="69"/>
                </a:lnTo>
                <a:lnTo>
                  <a:pt x="1593" y="70"/>
                </a:lnTo>
                <a:lnTo>
                  <a:pt x="1593" y="71"/>
                </a:lnTo>
                <a:lnTo>
                  <a:pt x="1594" y="71"/>
                </a:lnTo>
                <a:lnTo>
                  <a:pt x="1596" y="70"/>
                </a:lnTo>
                <a:lnTo>
                  <a:pt x="1596" y="71"/>
                </a:lnTo>
                <a:lnTo>
                  <a:pt x="1596" y="72"/>
                </a:lnTo>
                <a:lnTo>
                  <a:pt x="1596" y="73"/>
                </a:lnTo>
                <a:lnTo>
                  <a:pt x="1594" y="74"/>
                </a:lnTo>
                <a:lnTo>
                  <a:pt x="1592" y="76"/>
                </a:lnTo>
                <a:lnTo>
                  <a:pt x="1589" y="77"/>
                </a:lnTo>
                <a:lnTo>
                  <a:pt x="1589" y="78"/>
                </a:lnTo>
                <a:lnTo>
                  <a:pt x="1589" y="79"/>
                </a:lnTo>
                <a:lnTo>
                  <a:pt x="1589" y="80"/>
                </a:lnTo>
                <a:lnTo>
                  <a:pt x="1589" y="81"/>
                </a:lnTo>
                <a:lnTo>
                  <a:pt x="1588" y="81"/>
                </a:lnTo>
                <a:lnTo>
                  <a:pt x="1586" y="82"/>
                </a:lnTo>
                <a:lnTo>
                  <a:pt x="1584" y="82"/>
                </a:lnTo>
                <a:lnTo>
                  <a:pt x="1584" y="83"/>
                </a:lnTo>
                <a:lnTo>
                  <a:pt x="1583" y="83"/>
                </a:lnTo>
                <a:lnTo>
                  <a:pt x="1582" y="84"/>
                </a:lnTo>
                <a:lnTo>
                  <a:pt x="1582" y="85"/>
                </a:lnTo>
                <a:lnTo>
                  <a:pt x="1582" y="86"/>
                </a:lnTo>
                <a:lnTo>
                  <a:pt x="1583" y="87"/>
                </a:lnTo>
                <a:lnTo>
                  <a:pt x="1584" y="88"/>
                </a:lnTo>
                <a:lnTo>
                  <a:pt x="1585" y="88"/>
                </a:lnTo>
                <a:lnTo>
                  <a:pt x="1586" y="89"/>
                </a:lnTo>
                <a:lnTo>
                  <a:pt x="1587" y="90"/>
                </a:lnTo>
                <a:lnTo>
                  <a:pt x="1588" y="91"/>
                </a:lnTo>
                <a:lnTo>
                  <a:pt x="1589" y="91"/>
                </a:lnTo>
                <a:lnTo>
                  <a:pt x="1590" y="92"/>
                </a:lnTo>
                <a:lnTo>
                  <a:pt x="1591" y="92"/>
                </a:lnTo>
                <a:lnTo>
                  <a:pt x="1592" y="92"/>
                </a:lnTo>
                <a:lnTo>
                  <a:pt x="1593" y="92"/>
                </a:lnTo>
                <a:lnTo>
                  <a:pt x="1594" y="92"/>
                </a:lnTo>
                <a:lnTo>
                  <a:pt x="1594" y="93"/>
                </a:lnTo>
                <a:lnTo>
                  <a:pt x="1594" y="94"/>
                </a:lnTo>
                <a:lnTo>
                  <a:pt x="1594" y="95"/>
                </a:lnTo>
                <a:lnTo>
                  <a:pt x="1595" y="95"/>
                </a:lnTo>
                <a:lnTo>
                  <a:pt x="1595" y="96"/>
                </a:lnTo>
                <a:lnTo>
                  <a:pt x="1596" y="95"/>
                </a:lnTo>
                <a:lnTo>
                  <a:pt x="1597" y="96"/>
                </a:lnTo>
                <a:lnTo>
                  <a:pt x="1599" y="99"/>
                </a:lnTo>
                <a:lnTo>
                  <a:pt x="1599" y="100"/>
                </a:lnTo>
                <a:lnTo>
                  <a:pt x="1600" y="100"/>
                </a:lnTo>
                <a:lnTo>
                  <a:pt x="1601" y="100"/>
                </a:lnTo>
                <a:lnTo>
                  <a:pt x="1602" y="100"/>
                </a:lnTo>
                <a:lnTo>
                  <a:pt x="1603" y="100"/>
                </a:lnTo>
                <a:lnTo>
                  <a:pt x="1605" y="100"/>
                </a:lnTo>
                <a:lnTo>
                  <a:pt x="1606" y="101"/>
                </a:lnTo>
                <a:lnTo>
                  <a:pt x="1608" y="103"/>
                </a:lnTo>
                <a:lnTo>
                  <a:pt x="1610" y="104"/>
                </a:lnTo>
                <a:lnTo>
                  <a:pt x="1612" y="105"/>
                </a:lnTo>
                <a:lnTo>
                  <a:pt x="1613" y="106"/>
                </a:lnTo>
                <a:lnTo>
                  <a:pt x="1613" y="107"/>
                </a:lnTo>
                <a:lnTo>
                  <a:pt x="1613" y="108"/>
                </a:lnTo>
                <a:lnTo>
                  <a:pt x="1612" y="109"/>
                </a:lnTo>
                <a:lnTo>
                  <a:pt x="1612" y="110"/>
                </a:lnTo>
                <a:lnTo>
                  <a:pt x="1613" y="110"/>
                </a:lnTo>
                <a:lnTo>
                  <a:pt x="1615" y="112"/>
                </a:lnTo>
                <a:lnTo>
                  <a:pt x="1616" y="113"/>
                </a:lnTo>
                <a:lnTo>
                  <a:pt x="1617" y="114"/>
                </a:lnTo>
                <a:lnTo>
                  <a:pt x="1618" y="115"/>
                </a:lnTo>
                <a:lnTo>
                  <a:pt x="1619" y="116"/>
                </a:lnTo>
                <a:lnTo>
                  <a:pt x="1619" y="117"/>
                </a:lnTo>
                <a:lnTo>
                  <a:pt x="1620" y="117"/>
                </a:lnTo>
                <a:lnTo>
                  <a:pt x="1622" y="116"/>
                </a:lnTo>
                <a:lnTo>
                  <a:pt x="1623" y="115"/>
                </a:lnTo>
                <a:lnTo>
                  <a:pt x="1624" y="115"/>
                </a:lnTo>
                <a:lnTo>
                  <a:pt x="1625" y="115"/>
                </a:lnTo>
                <a:lnTo>
                  <a:pt x="1626" y="116"/>
                </a:lnTo>
                <a:lnTo>
                  <a:pt x="1626" y="117"/>
                </a:lnTo>
                <a:lnTo>
                  <a:pt x="1625" y="119"/>
                </a:lnTo>
                <a:lnTo>
                  <a:pt x="1626" y="120"/>
                </a:lnTo>
                <a:lnTo>
                  <a:pt x="1626" y="121"/>
                </a:lnTo>
                <a:lnTo>
                  <a:pt x="1627" y="121"/>
                </a:lnTo>
                <a:lnTo>
                  <a:pt x="1629" y="121"/>
                </a:lnTo>
                <a:lnTo>
                  <a:pt x="1629" y="122"/>
                </a:lnTo>
                <a:lnTo>
                  <a:pt x="1629" y="123"/>
                </a:lnTo>
                <a:lnTo>
                  <a:pt x="1629" y="124"/>
                </a:lnTo>
                <a:lnTo>
                  <a:pt x="1630" y="125"/>
                </a:lnTo>
                <a:lnTo>
                  <a:pt x="1631" y="125"/>
                </a:lnTo>
                <a:lnTo>
                  <a:pt x="1632" y="126"/>
                </a:lnTo>
                <a:lnTo>
                  <a:pt x="1632" y="127"/>
                </a:lnTo>
                <a:lnTo>
                  <a:pt x="1631" y="128"/>
                </a:lnTo>
                <a:lnTo>
                  <a:pt x="1629" y="130"/>
                </a:lnTo>
                <a:lnTo>
                  <a:pt x="1628" y="131"/>
                </a:lnTo>
                <a:lnTo>
                  <a:pt x="1628" y="132"/>
                </a:lnTo>
                <a:lnTo>
                  <a:pt x="1628" y="133"/>
                </a:lnTo>
                <a:lnTo>
                  <a:pt x="1628" y="134"/>
                </a:lnTo>
                <a:lnTo>
                  <a:pt x="1629" y="135"/>
                </a:lnTo>
                <a:lnTo>
                  <a:pt x="1629" y="136"/>
                </a:lnTo>
                <a:lnTo>
                  <a:pt x="1629" y="137"/>
                </a:lnTo>
                <a:lnTo>
                  <a:pt x="1629" y="139"/>
                </a:lnTo>
                <a:lnTo>
                  <a:pt x="1628" y="139"/>
                </a:lnTo>
                <a:lnTo>
                  <a:pt x="1628" y="140"/>
                </a:lnTo>
                <a:lnTo>
                  <a:pt x="1629" y="140"/>
                </a:lnTo>
                <a:lnTo>
                  <a:pt x="1629" y="141"/>
                </a:lnTo>
                <a:lnTo>
                  <a:pt x="1629" y="142"/>
                </a:lnTo>
                <a:lnTo>
                  <a:pt x="1630" y="142"/>
                </a:lnTo>
                <a:lnTo>
                  <a:pt x="1631" y="143"/>
                </a:lnTo>
                <a:lnTo>
                  <a:pt x="1631" y="144"/>
                </a:lnTo>
                <a:lnTo>
                  <a:pt x="1631" y="145"/>
                </a:lnTo>
                <a:lnTo>
                  <a:pt x="1631" y="146"/>
                </a:lnTo>
                <a:lnTo>
                  <a:pt x="1632" y="147"/>
                </a:lnTo>
                <a:lnTo>
                  <a:pt x="1633" y="147"/>
                </a:lnTo>
                <a:lnTo>
                  <a:pt x="1634" y="148"/>
                </a:lnTo>
                <a:lnTo>
                  <a:pt x="1635" y="147"/>
                </a:lnTo>
                <a:lnTo>
                  <a:pt x="1636" y="147"/>
                </a:lnTo>
                <a:lnTo>
                  <a:pt x="1637" y="147"/>
                </a:lnTo>
                <a:lnTo>
                  <a:pt x="1637" y="148"/>
                </a:lnTo>
                <a:lnTo>
                  <a:pt x="1638" y="149"/>
                </a:lnTo>
                <a:lnTo>
                  <a:pt x="1638" y="150"/>
                </a:lnTo>
                <a:lnTo>
                  <a:pt x="1640" y="151"/>
                </a:lnTo>
                <a:lnTo>
                  <a:pt x="1640" y="152"/>
                </a:lnTo>
                <a:lnTo>
                  <a:pt x="1641" y="152"/>
                </a:lnTo>
                <a:lnTo>
                  <a:pt x="1641" y="153"/>
                </a:lnTo>
                <a:lnTo>
                  <a:pt x="1642" y="153"/>
                </a:lnTo>
                <a:lnTo>
                  <a:pt x="1643" y="154"/>
                </a:lnTo>
                <a:lnTo>
                  <a:pt x="1644" y="155"/>
                </a:lnTo>
                <a:lnTo>
                  <a:pt x="1644" y="156"/>
                </a:lnTo>
                <a:lnTo>
                  <a:pt x="1645" y="157"/>
                </a:lnTo>
                <a:lnTo>
                  <a:pt x="1645" y="158"/>
                </a:lnTo>
                <a:lnTo>
                  <a:pt x="1646" y="158"/>
                </a:lnTo>
                <a:lnTo>
                  <a:pt x="1647" y="158"/>
                </a:lnTo>
                <a:lnTo>
                  <a:pt x="1650" y="158"/>
                </a:lnTo>
                <a:lnTo>
                  <a:pt x="1652" y="158"/>
                </a:lnTo>
                <a:lnTo>
                  <a:pt x="1653" y="159"/>
                </a:lnTo>
                <a:lnTo>
                  <a:pt x="1654" y="159"/>
                </a:lnTo>
                <a:lnTo>
                  <a:pt x="1655" y="159"/>
                </a:lnTo>
                <a:lnTo>
                  <a:pt x="1655" y="160"/>
                </a:lnTo>
                <a:lnTo>
                  <a:pt x="1656" y="162"/>
                </a:lnTo>
                <a:lnTo>
                  <a:pt x="1659" y="165"/>
                </a:lnTo>
                <a:lnTo>
                  <a:pt x="1661" y="166"/>
                </a:lnTo>
                <a:lnTo>
                  <a:pt x="1662" y="169"/>
                </a:lnTo>
                <a:lnTo>
                  <a:pt x="1662" y="171"/>
                </a:lnTo>
                <a:lnTo>
                  <a:pt x="1662" y="172"/>
                </a:lnTo>
                <a:lnTo>
                  <a:pt x="1662" y="173"/>
                </a:lnTo>
                <a:lnTo>
                  <a:pt x="1662" y="174"/>
                </a:lnTo>
                <a:lnTo>
                  <a:pt x="1663" y="174"/>
                </a:lnTo>
                <a:lnTo>
                  <a:pt x="1663" y="175"/>
                </a:lnTo>
                <a:lnTo>
                  <a:pt x="1663" y="176"/>
                </a:lnTo>
                <a:lnTo>
                  <a:pt x="1664" y="176"/>
                </a:lnTo>
                <a:lnTo>
                  <a:pt x="1664" y="177"/>
                </a:lnTo>
                <a:lnTo>
                  <a:pt x="1665" y="177"/>
                </a:lnTo>
                <a:lnTo>
                  <a:pt x="1666" y="177"/>
                </a:lnTo>
                <a:lnTo>
                  <a:pt x="1668" y="177"/>
                </a:lnTo>
                <a:lnTo>
                  <a:pt x="1670" y="177"/>
                </a:lnTo>
                <a:lnTo>
                  <a:pt x="1671" y="177"/>
                </a:lnTo>
                <a:lnTo>
                  <a:pt x="1672" y="177"/>
                </a:lnTo>
                <a:lnTo>
                  <a:pt x="1673" y="178"/>
                </a:lnTo>
                <a:lnTo>
                  <a:pt x="1675" y="179"/>
                </a:lnTo>
                <a:lnTo>
                  <a:pt x="1676" y="179"/>
                </a:lnTo>
                <a:lnTo>
                  <a:pt x="1677" y="180"/>
                </a:lnTo>
                <a:lnTo>
                  <a:pt x="1679" y="179"/>
                </a:lnTo>
                <a:lnTo>
                  <a:pt x="1680" y="179"/>
                </a:lnTo>
                <a:lnTo>
                  <a:pt x="1681" y="179"/>
                </a:lnTo>
                <a:lnTo>
                  <a:pt x="1682" y="179"/>
                </a:lnTo>
                <a:lnTo>
                  <a:pt x="1683" y="178"/>
                </a:lnTo>
                <a:lnTo>
                  <a:pt x="1683" y="177"/>
                </a:lnTo>
                <a:lnTo>
                  <a:pt x="1683" y="176"/>
                </a:lnTo>
                <a:lnTo>
                  <a:pt x="1684" y="176"/>
                </a:lnTo>
                <a:lnTo>
                  <a:pt x="1687" y="175"/>
                </a:lnTo>
                <a:lnTo>
                  <a:pt x="1689" y="176"/>
                </a:lnTo>
                <a:lnTo>
                  <a:pt x="1690" y="175"/>
                </a:lnTo>
                <a:lnTo>
                  <a:pt x="1691" y="174"/>
                </a:lnTo>
                <a:lnTo>
                  <a:pt x="1692" y="174"/>
                </a:lnTo>
                <a:lnTo>
                  <a:pt x="1693" y="175"/>
                </a:lnTo>
                <a:lnTo>
                  <a:pt x="1697" y="176"/>
                </a:lnTo>
                <a:lnTo>
                  <a:pt x="1699" y="177"/>
                </a:lnTo>
                <a:lnTo>
                  <a:pt x="1700" y="177"/>
                </a:lnTo>
                <a:lnTo>
                  <a:pt x="1704" y="177"/>
                </a:lnTo>
                <a:lnTo>
                  <a:pt x="1706" y="177"/>
                </a:lnTo>
                <a:lnTo>
                  <a:pt x="1707" y="177"/>
                </a:lnTo>
                <a:lnTo>
                  <a:pt x="1709" y="178"/>
                </a:lnTo>
                <a:lnTo>
                  <a:pt x="1709" y="180"/>
                </a:lnTo>
                <a:lnTo>
                  <a:pt x="1709" y="181"/>
                </a:lnTo>
                <a:lnTo>
                  <a:pt x="1709" y="182"/>
                </a:lnTo>
                <a:lnTo>
                  <a:pt x="1709" y="184"/>
                </a:lnTo>
                <a:lnTo>
                  <a:pt x="1708" y="184"/>
                </a:lnTo>
                <a:lnTo>
                  <a:pt x="1708" y="186"/>
                </a:lnTo>
                <a:lnTo>
                  <a:pt x="1709" y="187"/>
                </a:lnTo>
                <a:lnTo>
                  <a:pt x="1709" y="188"/>
                </a:lnTo>
                <a:lnTo>
                  <a:pt x="1710" y="188"/>
                </a:lnTo>
                <a:lnTo>
                  <a:pt x="1711" y="189"/>
                </a:lnTo>
                <a:lnTo>
                  <a:pt x="1712" y="189"/>
                </a:lnTo>
                <a:lnTo>
                  <a:pt x="1712" y="190"/>
                </a:lnTo>
                <a:lnTo>
                  <a:pt x="1712" y="192"/>
                </a:lnTo>
                <a:lnTo>
                  <a:pt x="1712" y="193"/>
                </a:lnTo>
                <a:lnTo>
                  <a:pt x="1712" y="194"/>
                </a:lnTo>
                <a:lnTo>
                  <a:pt x="1713" y="194"/>
                </a:lnTo>
                <a:lnTo>
                  <a:pt x="1715" y="195"/>
                </a:lnTo>
                <a:lnTo>
                  <a:pt x="1716" y="195"/>
                </a:lnTo>
                <a:lnTo>
                  <a:pt x="1717" y="196"/>
                </a:lnTo>
                <a:lnTo>
                  <a:pt x="1718" y="197"/>
                </a:lnTo>
                <a:lnTo>
                  <a:pt x="1719" y="198"/>
                </a:lnTo>
                <a:lnTo>
                  <a:pt x="1720" y="198"/>
                </a:lnTo>
                <a:lnTo>
                  <a:pt x="1720" y="199"/>
                </a:lnTo>
                <a:lnTo>
                  <a:pt x="1720" y="200"/>
                </a:lnTo>
                <a:lnTo>
                  <a:pt x="1720" y="201"/>
                </a:lnTo>
                <a:lnTo>
                  <a:pt x="1720" y="204"/>
                </a:lnTo>
                <a:lnTo>
                  <a:pt x="1720" y="205"/>
                </a:lnTo>
                <a:lnTo>
                  <a:pt x="1720" y="206"/>
                </a:lnTo>
                <a:lnTo>
                  <a:pt x="1721" y="206"/>
                </a:lnTo>
                <a:lnTo>
                  <a:pt x="1722" y="206"/>
                </a:lnTo>
                <a:lnTo>
                  <a:pt x="1723" y="206"/>
                </a:lnTo>
                <a:lnTo>
                  <a:pt x="1724" y="206"/>
                </a:lnTo>
                <a:lnTo>
                  <a:pt x="1726" y="206"/>
                </a:lnTo>
                <a:lnTo>
                  <a:pt x="1727" y="207"/>
                </a:lnTo>
                <a:lnTo>
                  <a:pt x="1729" y="207"/>
                </a:lnTo>
                <a:lnTo>
                  <a:pt x="1730" y="207"/>
                </a:lnTo>
                <a:lnTo>
                  <a:pt x="1731" y="206"/>
                </a:lnTo>
                <a:lnTo>
                  <a:pt x="1732" y="206"/>
                </a:lnTo>
                <a:lnTo>
                  <a:pt x="1733" y="207"/>
                </a:lnTo>
                <a:lnTo>
                  <a:pt x="1735" y="208"/>
                </a:lnTo>
                <a:lnTo>
                  <a:pt x="1736" y="208"/>
                </a:lnTo>
                <a:lnTo>
                  <a:pt x="1737" y="208"/>
                </a:lnTo>
                <a:lnTo>
                  <a:pt x="1737" y="207"/>
                </a:lnTo>
                <a:lnTo>
                  <a:pt x="1738" y="205"/>
                </a:lnTo>
                <a:lnTo>
                  <a:pt x="1738" y="204"/>
                </a:lnTo>
                <a:lnTo>
                  <a:pt x="1738" y="202"/>
                </a:lnTo>
                <a:lnTo>
                  <a:pt x="1739" y="201"/>
                </a:lnTo>
                <a:lnTo>
                  <a:pt x="1739" y="202"/>
                </a:lnTo>
                <a:lnTo>
                  <a:pt x="1740" y="202"/>
                </a:lnTo>
                <a:lnTo>
                  <a:pt x="1742" y="203"/>
                </a:lnTo>
                <a:lnTo>
                  <a:pt x="1743" y="203"/>
                </a:lnTo>
                <a:lnTo>
                  <a:pt x="1744" y="204"/>
                </a:lnTo>
                <a:lnTo>
                  <a:pt x="1745" y="204"/>
                </a:lnTo>
                <a:lnTo>
                  <a:pt x="1747" y="203"/>
                </a:lnTo>
                <a:lnTo>
                  <a:pt x="1748" y="203"/>
                </a:lnTo>
                <a:lnTo>
                  <a:pt x="1748" y="204"/>
                </a:lnTo>
                <a:lnTo>
                  <a:pt x="1748" y="205"/>
                </a:lnTo>
                <a:lnTo>
                  <a:pt x="1748" y="206"/>
                </a:lnTo>
                <a:lnTo>
                  <a:pt x="1748" y="208"/>
                </a:lnTo>
                <a:lnTo>
                  <a:pt x="1747" y="210"/>
                </a:lnTo>
                <a:lnTo>
                  <a:pt x="1747" y="211"/>
                </a:lnTo>
                <a:lnTo>
                  <a:pt x="1746" y="213"/>
                </a:lnTo>
                <a:lnTo>
                  <a:pt x="1746" y="215"/>
                </a:lnTo>
                <a:lnTo>
                  <a:pt x="1746" y="216"/>
                </a:lnTo>
                <a:lnTo>
                  <a:pt x="1747" y="217"/>
                </a:lnTo>
                <a:lnTo>
                  <a:pt x="1747" y="218"/>
                </a:lnTo>
                <a:lnTo>
                  <a:pt x="1748" y="220"/>
                </a:lnTo>
                <a:lnTo>
                  <a:pt x="1749" y="221"/>
                </a:lnTo>
                <a:lnTo>
                  <a:pt x="1750" y="224"/>
                </a:lnTo>
                <a:lnTo>
                  <a:pt x="1751" y="225"/>
                </a:lnTo>
                <a:lnTo>
                  <a:pt x="1754" y="225"/>
                </a:lnTo>
                <a:lnTo>
                  <a:pt x="1755" y="225"/>
                </a:lnTo>
                <a:lnTo>
                  <a:pt x="1756" y="226"/>
                </a:lnTo>
                <a:lnTo>
                  <a:pt x="1756" y="227"/>
                </a:lnTo>
                <a:lnTo>
                  <a:pt x="1757" y="228"/>
                </a:lnTo>
                <a:lnTo>
                  <a:pt x="1758" y="228"/>
                </a:lnTo>
                <a:lnTo>
                  <a:pt x="1759" y="228"/>
                </a:lnTo>
                <a:lnTo>
                  <a:pt x="1760" y="228"/>
                </a:lnTo>
                <a:lnTo>
                  <a:pt x="1761" y="230"/>
                </a:lnTo>
                <a:lnTo>
                  <a:pt x="1763" y="231"/>
                </a:lnTo>
                <a:lnTo>
                  <a:pt x="1765" y="232"/>
                </a:lnTo>
                <a:lnTo>
                  <a:pt x="1768" y="234"/>
                </a:lnTo>
                <a:lnTo>
                  <a:pt x="1769" y="236"/>
                </a:lnTo>
                <a:lnTo>
                  <a:pt x="1770" y="236"/>
                </a:lnTo>
                <a:lnTo>
                  <a:pt x="1771" y="238"/>
                </a:lnTo>
                <a:lnTo>
                  <a:pt x="1768" y="237"/>
                </a:lnTo>
                <a:lnTo>
                  <a:pt x="1767" y="238"/>
                </a:lnTo>
                <a:lnTo>
                  <a:pt x="1767" y="239"/>
                </a:lnTo>
                <a:lnTo>
                  <a:pt x="1767" y="240"/>
                </a:lnTo>
                <a:lnTo>
                  <a:pt x="1769" y="243"/>
                </a:lnTo>
                <a:lnTo>
                  <a:pt x="1769" y="246"/>
                </a:lnTo>
                <a:lnTo>
                  <a:pt x="1770" y="248"/>
                </a:lnTo>
                <a:lnTo>
                  <a:pt x="1770" y="250"/>
                </a:lnTo>
                <a:lnTo>
                  <a:pt x="1770" y="252"/>
                </a:lnTo>
                <a:lnTo>
                  <a:pt x="1772" y="254"/>
                </a:lnTo>
                <a:lnTo>
                  <a:pt x="1774" y="256"/>
                </a:lnTo>
                <a:lnTo>
                  <a:pt x="1775" y="257"/>
                </a:lnTo>
                <a:lnTo>
                  <a:pt x="1775" y="259"/>
                </a:lnTo>
                <a:lnTo>
                  <a:pt x="1774" y="261"/>
                </a:lnTo>
                <a:lnTo>
                  <a:pt x="1774" y="262"/>
                </a:lnTo>
                <a:lnTo>
                  <a:pt x="1774" y="263"/>
                </a:lnTo>
                <a:lnTo>
                  <a:pt x="1773" y="264"/>
                </a:lnTo>
                <a:lnTo>
                  <a:pt x="1773" y="265"/>
                </a:lnTo>
                <a:lnTo>
                  <a:pt x="1773" y="266"/>
                </a:lnTo>
                <a:lnTo>
                  <a:pt x="1773" y="267"/>
                </a:lnTo>
                <a:lnTo>
                  <a:pt x="1772" y="268"/>
                </a:lnTo>
                <a:lnTo>
                  <a:pt x="1773" y="269"/>
                </a:lnTo>
                <a:lnTo>
                  <a:pt x="1774" y="269"/>
                </a:lnTo>
                <a:lnTo>
                  <a:pt x="1775" y="270"/>
                </a:lnTo>
                <a:lnTo>
                  <a:pt x="1776" y="270"/>
                </a:lnTo>
                <a:lnTo>
                  <a:pt x="1776" y="271"/>
                </a:lnTo>
                <a:lnTo>
                  <a:pt x="1777" y="272"/>
                </a:lnTo>
                <a:lnTo>
                  <a:pt x="1777" y="273"/>
                </a:lnTo>
                <a:lnTo>
                  <a:pt x="1777" y="274"/>
                </a:lnTo>
                <a:lnTo>
                  <a:pt x="1775" y="276"/>
                </a:lnTo>
                <a:lnTo>
                  <a:pt x="1775" y="277"/>
                </a:lnTo>
                <a:lnTo>
                  <a:pt x="1775" y="278"/>
                </a:lnTo>
                <a:lnTo>
                  <a:pt x="1775" y="279"/>
                </a:lnTo>
                <a:lnTo>
                  <a:pt x="1774" y="279"/>
                </a:lnTo>
                <a:lnTo>
                  <a:pt x="1773" y="280"/>
                </a:lnTo>
                <a:lnTo>
                  <a:pt x="1773" y="281"/>
                </a:lnTo>
                <a:lnTo>
                  <a:pt x="1775" y="284"/>
                </a:lnTo>
                <a:lnTo>
                  <a:pt x="1775" y="287"/>
                </a:lnTo>
                <a:lnTo>
                  <a:pt x="1776" y="291"/>
                </a:lnTo>
                <a:lnTo>
                  <a:pt x="1777" y="292"/>
                </a:lnTo>
                <a:lnTo>
                  <a:pt x="1778" y="293"/>
                </a:lnTo>
                <a:lnTo>
                  <a:pt x="1777" y="294"/>
                </a:lnTo>
                <a:lnTo>
                  <a:pt x="1777" y="295"/>
                </a:lnTo>
                <a:lnTo>
                  <a:pt x="1779" y="298"/>
                </a:lnTo>
                <a:lnTo>
                  <a:pt x="1780" y="301"/>
                </a:lnTo>
                <a:lnTo>
                  <a:pt x="1780" y="302"/>
                </a:lnTo>
                <a:lnTo>
                  <a:pt x="1781" y="303"/>
                </a:lnTo>
                <a:lnTo>
                  <a:pt x="1782" y="303"/>
                </a:lnTo>
                <a:lnTo>
                  <a:pt x="1782" y="305"/>
                </a:lnTo>
                <a:lnTo>
                  <a:pt x="1782" y="306"/>
                </a:lnTo>
                <a:lnTo>
                  <a:pt x="1784" y="306"/>
                </a:lnTo>
                <a:lnTo>
                  <a:pt x="1784" y="307"/>
                </a:lnTo>
                <a:lnTo>
                  <a:pt x="1784" y="308"/>
                </a:lnTo>
                <a:lnTo>
                  <a:pt x="1784" y="309"/>
                </a:lnTo>
                <a:lnTo>
                  <a:pt x="1784" y="311"/>
                </a:lnTo>
                <a:lnTo>
                  <a:pt x="1785" y="311"/>
                </a:lnTo>
                <a:lnTo>
                  <a:pt x="1786" y="313"/>
                </a:lnTo>
                <a:lnTo>
                  <a:pt x="1786" y="314"/>
                </a:lnTo>
                <a:lnTo>
                  <a:pt x="1787" y="315"/>
                </a:lnTo>
                <a:lnTo>
                  <a:pt x="1788" y="317"/>
                </a:lnTo>
                <a:lnTo>
                  <a:pt x="1788" y="319"/>
                </a:lnTo>
                <a:lnTo>
                  <a:pt x="1789" y="321"/>
                </a:lnTo>
                <a:lnTo>
                  <a:pt x="1790" y="322"/>
                </a:lnTo>
                <a:lnTo>
                  <a:pt x="1791" y="323"/>
                </a:lnTo>
                <a:lnTo>
                  <a:pt x="1791" y="325"/>
                </a:lnTo>
                <a:lnTo>
                  <a:pt x="1791" y="326"/>
                </a:lnTo>
                <a:lnTo>
                  <a:pt x="1792" y="326"/>
                </a:lnTo>
                <a:lnTo>
                  <a:pt x="1794" y="325"/>
                </a:lnTo>
                <a:lnTo>
                  <a:pt x="1795" y="325"/>
                </a:lnTo>
                <a:lnTo>
                  <a:pt x="1796" y="326"/>
                </a:lnTo>
                <a:lnTo>
                  <a:pt x="1798" y="327"/>
                </a:lnTo>
                <a:lnTo>
                  <a:pt x="1798" y="328"/>
                </a:lnTo>
                <a:lnTo>
                  <a:pt x="1800" y="329"/>
                </a:lnTo>
                <a:lnTo>
                  <a:pt x="1801" y="330"/>
                </a:lnTo>
                <a:lnTo>
                  <a:pt x="1802" y="331"/>
                </a:lnTo>
                <a:lnTo>
                  <a:pt x="1803" y="332"/>
                </a:lnTo>
                <a:lnTo>
                  <a:pt x="1803" y="334"/>
                </a:lnTo>
                <a:lnTo>
                  <a:pt x="1803" y="335"/>
                </a:lnTo>
                <a:lnTo>
                  <a:pt x="1803" y="336"/>
                </a:lnTo>
                <a:lnTo>
                  <a:pt x="1803" y="337"/>
                </a:lnTo>
                <a:lnTo>
                  <a:pt x="1803" y="338"/>
                </a:lnTo>
                <a:lnTo>
                  <a:pt x="1803" y="339"/>
                </a:lnTo>
                <a:lnTo>
                  <a:pt x="1803" y="340"/>
                </a:lnTo>
                <a:lnTo>
                  <a:pt x="1804" y="340"/>
                </a:lnTo>
                <a:lnTo>
                  <a:pt x="1804" y="341"/>
                </a:lnTo>
                <a:lnTo>
                  <a:pt x="1805" y="342"/>
                </a:lnTo>
                <a:lnTo>
                  <a:pt x="1806" y="342"/>
                </a:lnTo>
                <a:lnTo>
                  <a:pt x="1805" y="345"/>
                </a:lnTo>
                <a:lnTo>
                  <a:pt x="1804" y="346"/>
                </a:lnTo>
                <a:lnTo>
                  <a:pt x="1804" y="348"/>
                </a:lnTo>
                <a:lnTo>
                  <a:pt x="1803" y="349"/>
                </a:lnTo>
                <a:lnTo>
                  <a:pt x="1805" y="352"/>
                </a:lnTo>
                <a:lnTo>
                  <a:pt x="1806" y="353"/>
                </a:lnTo>
                <a:lnTo>
                  <a:pt x="1807" y="354"/>
                </a:lnTo>
                <a:lnTo>
                  <a:pt x="1807" y="355"/>
                </a:lnTo>
                <a:lnTo>
                  <a:pt x="1807" y="356"/>
                </a:lnTo>
                <a:lnTo>
                  <a:pt x="1808" y="357"/>
                </a:lnTo>
                <a:lnTo>
                  <a:pt x="1809" y="358"/>
                </a:lnTo>
                <a:lnTo>
                  <a:pt x="1809" y="359"/>
                </a:lnTo>
                <a:lnTo>
                  <a:pt x="1809" y="360"/>
                </a:lnTo>
                <a:lnTo>
                  <a:pt x="1810" y="363"/>
                </a:lnTo>
                <a:lnTo>
                  <a:pt x="1811" y="364"/>
                </a:lnTo>
                <a:lnTo>
                  <a:pt x="1809" y="370"/>
                </a:lnTo>
                <a:lnTo>
                  <a:pt x="1806" y="377"/>
                </a:lnTo>
                <a:lnTo>
                  <a:pt x="1806" y="380"/>
                </a:lnTo>
                <a:lnTo>
                  <a:pt x="1806" y="381"/>
                </a:lnTo>
                <a:lnTo>
                  <a:pt x="1810" y="382"/>
                </a:lnTo>
                <a:lnTo>
                  <a:pt x="1810" y="383"/>
                </a:lnTo>
                <a:lnTo>
                  <a:pt x="1810" y="384"/>
                </a:lnTo>
                <a:lnTo>
                  <a:pt x="1810" y="385"/>
                </a:lnTo>
                <a:lnTo>
                  <a:pt x="1810" y="386"/>
                </a:lnTo>
                <a:lnTo>
                  <a:pt x="1809" y="386"/>
                </a:lnTo>
                <a:lnTo>
                  <a:pt x="1809" y="387"/>
                </a:lnTo>
                <a:lnTo>
                  <a:pt x="1808" y="388"/>
                </a:lnTo>
                <a:lnTo>
                  <a:pt x="1808" y="389"/>
                </a:lnTo>
                <a:lnTo>
                  <a:pt x="1807" y="391"/>
                </a:lnTo>
                <a:lnTo>
                  <a:pt x="1806" y="392"/>
                </a:lnTo>
                <a:lnTo>
                  <a:pt x="1806" y="393"/>
                </a:lnTo>
                <a:lnTo>
                  <a:pt x="1805" y="395"/>
                </a:lnTo>
                <a:lnTo>
                  <a:pt x="1804" y="396"/>
                </a:lnTo>
                <a:lnTo>
                  <a:pt x="1803" y="399"/>
                </a:lnTo>
                <a:lnTo>
                  <a:pt x="1801" y="400"/>
                </a:lnTo>
                <a:lnTo>
                  <a:pt x="1801" y="401"/>
                </a:lnTo>
                <a:lnTo>
                  <a:pt x="1800" y="402"/>
                </a:lnTo>
                <a:lnTo>
                  <a:pt x="1800" y="403"/>
                </a:lnTo>
                <a:lnTo>
                  <a:pt x="1799" y="405"/>
                </a:lnTo>
                <a:lnTo>
                  <a:pt x="1798" y="407"/>
                </a:lnTo>
                <a:lnTo>
                  <a:pt x="1797" y="408"/>
                </a:lnTo>
                <a:lnTo>
                  <a:pt x="1795" y="410"/>
                </a:lnTo>
                <a:lnTo>
                  <a:pt x="1793" y="411"/>
                </a:lnTo>
                <a:lnTo>
                  <a:pt x="1792" y="412"/>
                </a:lnTo>
                <a:lnTo>
                  <a:pt x="1792" y="413"/>
                </a:lnTo>
                <a:lnTo>
                  <a:pt x="1791" y="414"/>
                </a:lnTo>
                <a:lnTo>
                  <a:pt x="1790" y="414"/>
                </a:lnTo>
                <a:lnTo>
                  <a:pt x="1790" y="415"/>
                </a:lnTo>
                <a:lnTo>
                  <a:pt x="1792" y="420"/>
                </a:lnTo>
                <a:lnTo>
                  <a:pt x="1793" y="424"/>
                </a:lnTo>
                <a:lnTo>
                  <a:pt x="1793" y="426"/>
                </a:lnTo>
                <a:lnTo>
                  <a:pt x="1795" y="435"/>
                </a:lnTo>
                <a:lnTo>
                  <a:pt x="1797" y="439"/>
                </a:lnTo>
                <a:lnTo>
                  <a:pt x="1796" y="445"/>
                </a:lnTo>
                <a:lnTo>
                  <a:pt x="1796" y="446"/>
                </a:lnTo>
                <a:lnTo>
                  <a:pt x="1796" y="447"/>
                </a:lnTo>
                <a:lnTo>
                  <a:pt x="1796" y="448"/>
                </a:lnTo>
                <a:lnTo>
                  <a:pt x="1796" y="450"/>
                </a:lnTo>
                <a:lnTo>
                  <a:pt x="1796" y="451"/>
                </a:lnTo>
                <a:lnTo>
                  <a:pt x="1796" y="452"/>
                </a:lnTo>
                <a:lnTo>
                  <a:pt x="1795" y="453"/>
                </a:lnTo>
                <a:lnTo>
                  <a:pt x="1794" y="454"/>
                </a:lnTo>
                <a:lnTo>
                  <a:pt x="1792" y="455"/>
                </a:lnTo>
                <a:lnTo>
                  <a:pt x="1787" y="460"/>
                </a:lnTo>
                <a:lnTo>
                  <a:pt x="1784" y="462"/>
                </a:lnTo>
                <a:lnTo>
                  <a:pt x="1782" y="464"/>
                </a:lnTo>
                <a:lnTo>
                  <a:pt x="1778" y="467"/>
                </a:lnTo>
                <a:lnTo>
                  <a:pt x="1770" y="477"/>
                </a:lnTo>
                <a:lnTo>
                  <a:pt x="1763" y="486"/>
                </a:lnTo>
                <a:lnTo>
                  <a:pt x="1758" y="502"/>
                </a:lnTo>
                <a:lnTo>
                  <a:pt x="1756" y="509"/>
                </a:lnTo>
                <a:lnTo>
                  <a:pt x="1755" y="513"/>
                </a:lnTo>
                <a:lnTo>
                  <a:pt x="1755" y="516"/>
                </a:lnTo>
                <a:lnTo>
                  <a:pt x="1756" y="518"/>
                </a:lnTo>
                <a:lnTo>
                  <a:pt x="1756" y="519"/>
                </a:lnTo>
                <a:lnTo>
                  <a:pt x="1757" y="520"/>
                </a:lnTo>
                <a:lnTo>
                  <a:pt x="1759" y="521"/>
                </a:lnTo>
                <a:lnTo>
                  <a:pt x="1760" y="523"/>
                </a:lnTo>
                <a:lnTo>
                  <a:pt x="1762" y="524"/>
                </a:lnTo>
                <a:lnTo>
                  <a:pt x="1763" y="525"/>
                </a:lnTo>
                <a:lnTo>
                  <a:pt x="1762" y="528"/>
                </a:lnTo>
                <a:lnTo>
                  <a:pt x="1763" y="530"/>
                </a:lnTo>
                <a:lnTo>
                  <a:pt x="1763" y="534"/>
                </a:lnTo>
                <a:lnTo>
                  <a:pt x="1764" y="539"/>
                </a:lnTo>
                <a:lnTo>
                  <a:pt x="1764" y="541"/>
                </a:lnTo>
                <a:lnTo>
                  <a:pt x="1763" y="543"/>
                </a:lnTo>
                <a:lnTo>
                  <a:pt x="1766" y="543"/>
                </a:lnTo>
                <a:lnTo>
                  <a:pt x="1769" y="546"/>
                </a:lnTo>
                <a:lnTo>
                  <a:pt x="1770" y="550"/>
                </a:lnTo>
                <a:lnTo>
                  <a:pt x="1767" y="555"/>
                </a:lnTo>
                <a:lnTo>
                  <a:pt x="1769" y="556"/>
                </a:lnTo>
                <a:lnTo>
                  <a:pt x="1768" y="557"/>
                </a:lnTo>
                <a:lnTo>
                  <a:pt x="1776" y="557"/>
                </a:lnTo>
                <a:lnTo>
                  <a:pt x="1779" y="555"/>
                </a:lnTo>
                <a:lnTo>
                  <a:pt x="1781" y="555"/>
                </a:lnTo>
                <a:lnTo>
                  <a:pt x="1784" y="557"/>
                </a:lnTo>
                <a:lnTo>
                  <a:pt x="1787" y="556"/>
                </a:lnTo>
                <a:lnTo>
                  <a:pt x="1788" y="556"/>
                </a:lnTo>
                <a:lnTo>
                  <a:pt x="1789" y="557"/>
                </a:lnTo>
                <a:lnTo>
                  <a:pt x="1790" y="557"/>
                </a:lnTo>
                <a:lnTo>
                  <a:pt x="1791" y="558"/>
                </a:lnTo>
                <a:lnTo>
                  <a:pt x="1794" y="560"/>
                </a:lnTo>
                <a:lnTo>
                  <a:pt x="1794" y="561"/>
                </a:lnTo>
                <a:lnTo>
                  <a:pt x="1794" y="562"/>
                </a:lnTo>
                <a:lnTo>
                  <a:pt x="1794" y="563"/>
                </a:lnTo>
                <a:lnTo>
                  <a:pt x="1795" y="564"/>
                </a:lnTo>
                <a:lnTo>
                  <a:pt x="1796" y="565"/>
                </a:lnTo>
                <a:lnTo>
                  <a:pt x="1797" y="566"/>
                </a:lnTo>
                <a:lnTo>
                  <a:pt x="1798" y="566"/>
                </a:lnTo>
                <a:lnTo>
                  <a:pt x="1799" y="567"/>
                </a:lnTo>
                <a:lnTo>
                  <a:pt x="1799" y="568"/>
                </a:lnTo>
                <a:lnTo>
                  <a:pt x="1799" y="569"/>
                </a:lnTo>
                <a:lnTo>
                  <a:pt x="1801" y="569"/>
                </a:lnTo>
                <a:lnTo>
                  <a:pt x="1802" y="569"/>
                </a:lnTo>
                <a:lnTo>
                  <a:pt x="1805" y="570"/>
                </a:lnTo>
                <a:lnTo>
                  <a:pt x="1807" y="571"/>
                </a:lnTo>
                <a:lnTo>
                  <a:pt x="1809" y="572"/>
                </a:lnTo>
                <a:lnTo>
                  <a:pt x="1811" y="574"/>
                </a:lnTo>
                <a:lnTo>
                  <a:pt x="1812" y="573"/>
                </a:lnTo>
                <a:lnTo>
                  <a:pt x="1812" y="572"/>
                </a:lnTo>
                <a:lnTo>
                  <a:pt x="1817" y="568"/>
                </a:lnTo>
                <a:lnTo>
                  <a:pt x="1818" y="569"/>
                </a:lnTo>
                <a:lnTo>
                  <a:pt x="1819" y="569"/>
                </a:lnTo>
                <a:lnTo>
                  <a:pt x="1820" y="572"/>
                </a:lnTo>
                <a:lnTo>
                  <a:pt x="1821" y="573"/>
                </a:lnTo>
                <a:lnTo>
                  <a:pt x="1822" y="575"/>
                </a:lnTo>
                <a:lnTo>
                  <a:pt x="1822" y="576"/>
                </a:lnTo>
                <a:lnTo>
                  <a:pt x="1825" y="578"/>
                </a:lnTo>
                <a:lnTo>
                  <a:pt x="1827" y="581"/>
                </a:lnTo>
                <a:lnTo>
                  <a:pt x="1828" y="580"/>
                </a:lnTo>
                <a:lnTo>
                  <a:pt x="1829" y="580"/>
                </a:lnTo>
                <a:lnTo>
                  <a:pt x="1832" y="582"/>
                </a:lnTo>
                <a:lnTo>
                  <a:pt x="1837" y="583"/>
                </a:lnTo>
                <a:lnTo>
                  <a:pt x="1838" y="583"/>
                </a:lnTo>
                <a:lnTo>
                  <a:pt x="1840" y="583"/>
                </a:lnTo>
                <a:lnTo>
                  <a:pt x="1841" y="583"/>
                </a:lnTo>
                <a:lnTo>
                  <a:pt x="1849" y="582"/>
                </a:lnTo>
                <a:lnTo>
                  <a:pt x="1857" y="584"/>
                </a:lnTo>
                <a:lnTo>
                  <a:pt x="1861" y="584"/>
                </a:lnTo>
                <a:lnTo>
                  <a:pt x="1863" y="584"/>
                </a:lnTo>
                <a:lnTo>
                  <a:pt x="1865" y="585"/>
                </a:lnTo>
                <a:lnTo>
                  <a:pt x="1867" y="585"/>
                </a:lnTo>
                <a:lnTo>
                  <a:pt x="1871" y="585"/>
                </a:lnTo>
                <a:lnTo>
                  <a:pt x="1875" y="586"/>
                </a:lnTo>
                <a:lnTo>
                  <a:pt x="1879" y="590"/>
                </a:lnTo>
                <a:lnTo>
                  <a:pt x="1884" y="593"/>
                </a:lnTo>
                <a:lnTo>
                  <a:pt x="1887" y="596"/>
                </a:lnTo>
                <a:lnTo>
                  <a:pt x="1888" y="595"/>
                </a:lnTo>
                <a:lnTo>
                  <a:pt x="1889" y="596"/>
                </a:lnTo>
                <a:lnTo>
                  <a:pt x="1894" y="595"/>
                </a:lnTo>
                <a:lnTo>
                  <a:pt x="1896" y="598"/>
                </a:lnTo>
                <a:lnTo>
                  <a:pt x="1903" y="598"/>
                </a:lnTo>
                <a:lnTo>
                  <a:pt x="1909" y="601"/>
                </a:lnTo>
                <a:lnTo>
                  <a:pt x="1912" y="601"/>
                </a:lnTo>
                <a:lnTo>
                  <a:pt x="1914" y="599"/>
                </a:lnTo>
                <a:lnTo>
                  <a:pt x="1917" y="600"/>
                </a:lnTo>
                <a:lnTo>
                  <a:pt x="1919" y="600"/>
                </a:lnTo>
                <a:lnTo>
                  <a:pt x="1920" y="600"/>
                </a:lnTo>
                <a:lnTo>
                  <a:pt x="1924" y="600"/>
                </a:lnTo>
                <a:lnTo>
                  <a:pt x="1927" y="600"/>
                </a:lnTo>
                <a:lnTo>
                  <a:pt x="1930" y="599"/>
                </a:lnTo>
                <a:lnTo>
                  <a:pt x="1931" y="599"/>
                </a:lnTo>
                <a:lnTo>
                  <a:pt x="1933" y="598"/>
                </a:lnTo>
                <a:lnTo>
                  <a:pt x="1936" y="598"/>
                </a:lnTo>
                <a:lnTo>
                  <a:pt x="1942" y="600"/>
                </a:lnTo>
                <a:lnTo>
                  <a:pt x="1945" y="599"/>
                </a:lnTo>
                <a:lnTo>
                  <a:pt x="1946" y="600"/>
                </a:lnTo>
                <a:lnTo>
                  <a:pt x="1947" y="601"/>
                </a:lnTo>
                <a:lnTo>
                  <a:pt x="1949" y="601"/>
                </a:lnTo>
                <a:lnTo>
                  <a:pt x="1949" y="603"/>
                </a:lnTo>
                <a:lnTo>
                  <a:pt x="1950" y="604"/>
                </a:lnTo>
                <a:lnTo>
                  <a:pt x="1952" y="604"/>
                </a:lnTo>
                <a:lnTo>
                  <a:pt x="1953" y="604"/>
                </a:lnTo>
                <a:lnTo>
                  <a:pt x="1953" y="606"/>
                </a:lnTo>
                <a:lnTo>
                  <a:pt x="1954" y="606"/>
                </a:lnTo>
                <a:lnTo>
                  <a:pt x="1955" y="606"/>
                </a:lnTo>
                <a:lnTo>
                  <a:pt x="1956" y="605"/>
                </a:lnTo>
                <a:lnTo>
                  <a:pt x="1957" y="605"/>
                </a:lnTo>
                <a:lnTo>
                  <a:pt x="1959" y="605"/>
                </a:lnTo>
                <a:lnTo>
                  <a:pt x="1960" y="605"/>
                </a:lnTo>
                <a:lnTo>
                  <a:pt x="1961" y="605"/>
                </a:lnTo>
                <a:lnTo>
                  <a:pt x="1963" y="607"/>
                </a:lnTo>
                <a:lnTo>
                  <a:pt x="1964" y="607"/>
                </a:lnTo>
                <a:lnTo>
                  <a:pt x="1968" y="606"/>
                </a:lnTo>
                <a:lnTo>
                  <a:pt x="1969" y="607"/>
                </a:lnTo>
                <a:lnTo>
                  <a:pt x="1970" y="607"/>
                </a:lnTo>
                <a:lnTo>
                  <a:pt x="1976" y="610"/>
                </a:lnTo>
                <a:lnTo>
                  <a:pt x="1977" y="610"/>
                </a:lnTo>
                <a:lnTo>
                  <a:pt x="1979" y="611"/>
                </a:lnTo>
                <a:lnTo>
                  <a:pt x="1981" y="612"/>
                </a:lnTo>
                <a:lnTo>
                  <a:pt x="1982" y="612"/>
                </a:lnTo>
                <a:lnTo>
                  <a:pt x="1983" y="612"/>
                </a:lnTo>
                <a:lnTo>
                  <a:pt x="1983" y="611"/>
                </a:lnTo>
                <a:lnTo>
                  <a:pt x="1985" y="611"/>
                </a:lnTo>
                <a:lnTo>
                  <a:pt x="1986" y="612"/>
                </a:lnTo>
                <a:lnTo>
                  <a:pt x="1987" y="612"/>
                </a:lnTo>
                <a:lnTo>
                  <a:pt x="1988" y="612"/>
                </a:lnTo>
                <a:lnTo>
                  <a:pt x="1988" y="613"/>
                </a:lnTo>
                <a:lnTo>
                  <a:pt x="1989" y="614"/>
                </a:lnTo>
                <a:lnTo>
                  <a:pt x="1990" y="614"/>
                </a:lnTo>
                <a:lnTo>
                  <a:pt x="1991" y="614"/>
                </a:lnTo>
                <a:lnTo>
                  <a:pt x="1991" y="615"/>
                </a:lnTo>
                <a:lnTo>
                  <a:pt x="1992" y="615"/>
                </a:lnTo>
                <a:lnTo>
                  <a:pt x="1993" y="617"/>
                </a:lnTo>
                <a:lnTo>
                  <a:pt x="1994" y="617"/>
                </a:lnTo>
                <a:lnTo>
                  <a:pt x="1995" y="617"/>
                </a:lnTo>
                <a:lnTo>
                  <a:pt x="1996" y="617"/>
                </a:lnTo>
                <a:lnTo>
                  <a:pt x="1998" y="617"/>
                </a:lnTo>
                <a:lnTo>
                  <a:pt x="1999" y="618"/>
                </a:lnTo>
                <a:lnTo>
                  <a:pt x="2000" y="618"/>
                </a:lnTo>
                <a:lnTo>
                  <a:pt x="2000" y="617"/>
                </a:lnTo>
                <a:lnTo>
                  <a:pt x="2000" y="616"/>
                </a:lnTo>
                <a:lnTo>
                  <a:pt x="2002" y="618"/>
                </a:lnTo>
                <a:lnTo>
                  <a:pt x="2004" y="619"/>
                </a:lnTo>
                <a:lnTo>
                  <a:pt x="2006" y="620"/>
                </a:lnTo>
                <a:lnTo>
                  <a:pt x="2007" y="621"/>
                </a:lnTo>
                <a:lnTo>
                  <a:pt x="2009" y="623"/>
                </a:lnTo>
                <a:lnTo>
                  <a:pt x="2012" y="624"/>
                </a:lnTo>
                <a:lnTo>
                  <a:pt x="2014" y="626"/>
                </a:lnTo>
                <a:lnTo>
                  <a:pt x="2015" y="627"/>
                </a:lnTo>
                <a:lnTo>
                  <a:pt x="2016" y="627"/>
                </a:lnTo>
                <a:lnTo>
                  <a:pt x="2018" y="628"/>
                </a:lnTo>
                <a:lnTo>
                  <a:pt x="2018" y="629"/>
                </a:lnTo>
                <a:lnTo>
                  <a:pt x="2018" y="631"/>
                </a:lnTo>
                <a:lnTo>
                  <a:pt x="2018" y="632"/>
                </a:lnTo>
                <a:lnTo>
                  <a:pt x="2019" y="632"/>
                </a:lnTo>
                <a:lnTo>
                  <a:pt x="2021" y="634"/>
                </a:lnTo>
                <a:lnTo>
                  <a:pt x="2025" y="637"/>
                </a:lnTo>
                <a:lnTo>
                  <a:pt x="2027" y="638"/>
                </a:lnTo>
                <a:lnTo>
                  <a:pt x="2033" y="642"/>
                </a:lnTo>
                <a:lnTo>
                  <a:pt x="2037" y="645"/>
                </a:lnTo>
                <a:lnTo>
                  <a:pt x="2040" y="647"/>
                </a:lnTo>
                <a:lnTo>
                  <a:pt x="2047" y="652"/>
                </a:lnTo>
                <a:lnTo>
                  <a:pt x="2054" y="659"/>
                </a:lnTo>
                <a:lnTo>
                  <a:pt x="2057" y="660"/>
                </a:lnTo>
                <a:lnTo>
                  <a:pt x="2060" y="662"/>
                </a:lnTo>
                <a:lnTo>
                  <a:pt x="2060" y="663"/>
                </a:lnTo>
                <a:lnTo>
                  <a:pt x="2060" y="665"/>
                </a:lnTo>
                <a:lnTo>
                  <a:pt x="2063" y="669"/>
                </a:lnTo>
                <a:lnTo>
                  <a:pt x="2065" y="671"/>
                </a:lnTo>
                <a:lnTo>
                  <a:pt x="2069" y="674"/>
                </a:lnTo>
                <a:lnTo>
                  <a:pt x="2070" y="676"/>
                </a:lnTo>
                <a:lnTo>
                  <a:pt x="2070" y="679"/>
                </a:lnTo>
                <a:lnTo>
                  <a:pt x="2070" y="680"/>
                </a:lnTo>
                <a:lnTo>
                  <a:pt x="2070" y="682"/>
                </a:lnTo>
                <a:lnTo>
                  <a:pt x="2071" y="683"/>
                </a:lnTo>
                <a:lnTo>
                  <a:pt x="2073" y="682"/>
                </a:lnTo>
                <a:lnTo>
                  <a:pt x="2075" y="683"/>
                </a:lnTo>
                <a:lnTo>
                  <a:pt x="2078" y="684"/>
                </a:lnTo>
                <a:lnTo>
                  <a:pt x="2082" y="686"/>
                </a:lnTo>
                <a:lnTo>
                  <a:pt x="2086" y="690"/>
                </a:lnTo>
                <a:lnTo>
                  <a:pt x="2092" y="694"/>
                </a:lnTo>
                <a:lnTo>
                  <a:pt x="2098" y="702"/>
                </a:lnTo>
                <a:lnTo>
                  <a:pt x="2099" y="703"/>
                </a:lnTo>
                <a:lnTo>
                  <a:pt x="2101" y="708"/>
                </a:lnTo>
                <a:lnTo>
                  <a:pt x="2102" y="709"/>
                </a:lnTo>
                <a:lnTo>
                  <a:pt x="2104" y="709"/>
                </a:lnTo>
                <a:lnTo>
                  <a:pt x="2105" y="709"/>
                </a:lnTo>
                <a:lnTo>
                  <a:pt x="2106" y="709"/>
                </a:lnTo>
                <a:lnTo>
                  <a:pt x="2108" y="711"/>
                </a:lnTo>
                <a:lnTo>
                  <a:pt x="2109" y="711"/>
                </a:lnTo>
                <a:lnTo>
                  <a:pt x="2109" y="712"/>
                </a:lnTo>
                <a:lnTo>
                  <a:pt x="2111" y="713"/>
                </a:lnTo>
                <a:lnTo>
                  <a:pt x="2112" y="713"/>
                </a:lnTo>
                <a:lnTo>
                  <a:pt x="2114" y="714"/>
                </a:lnTo>
                <a:lnTo>
                  <a:pt x="2115" y="714"/>
                </a:lnTo>
                <a:lnTo>
                  <a:pt x="2116" y="715"/>
                </a:lnTo>
                <a:lnTo>
                  <a:pt x="2117" y="715"/>
                </a:lnTo>
                <a:lnTo>
                  <a:pt x="2117" y="716"/>
                </a:lnTo>
                <a:lnTo>
                  <a:pt x="2118" y="716"/>
                </a:lnTo>
                <a:lnTo>
                  <a:pt x="2119" y="716"/>
                </a:lnTo>
                <a:lnTo>
                  <a:pt x="2120" y="717"/>
                </a:lnTo>
                <a:lnTo>
                  <a:pt x="2121" y="718"/>
                </a:lnTo>
                <a:lnTo>
                  <a:pt x="2121" y="719"/>
                </a:lnTo>
                <a:lnTo>
                  <a:pt x="2122" y="720"/>
                </a:lnTo>
                <a:lnTo>
                  <a:pt x="2123" y="721"/>
                </a:lnTo>
                <a:lnTo>
                  <a:pt x="2125" y="723"/>
                </a:lnTo>
                <a:lnTo>
                  <a:pt x="2128" y="723"/>
                </a:lnTo>
                <a:lnTo>
                  <a:pt x="2137" y="722"/>
                </a:lnTo>
                <a:lnTo>
                  <a:pt x="2143" y="722"/>
                </a:lnTo>
                <a:lnTo>
                  <a:pt x="2154" y="722"/>
                </a:lnTo>
                <a:lnTo>
                  <a:pt x="2163" y="721"/>
                </a:lnTo>
                <a:lnTo>
                  <a:pt x="2165" y="723"/>
                </a:lnTo>
                <a:lnTo>
                  <a:pt x="2164" y="725"/>
                </a:lnTo>
                <a:lnTo>
                  <a:pt x="2162" y="728"/>
                </a:lnTo>
                <a:lnTo>
                  <a:pt x="2159" y="730"/>
                </a:lnTo>
                <a:lnTo>
                  <a:pt x="2157" y="737"/>
                </a:lnTo>
                <a:lnTo>
                  <a:pt x="2155" y="747"/>
                </a:lnTo>
                <a:lnTo>
                  <a:pt x="2152" y="755"/>
                </a:lnTo>
                <a:lnTo>
                  <a:pt x="2157" y="756"/>
                </a:lnTo>
                <a:lnTo>
                  <a:pt x="2161" y="759"/>
                </a:lnTo>
                <a:lnTo>
                  <a:pt x="2165" y="759"/>
                </a:lnTo>
                <a:lnTo>
                  <a:pt x="2170" y="760"/>
                </a:lnTo>
                <a:lnTo>
                  <a:pt x="2172" y="765"/>
                </a:lnTo>
                <a:lnTo>
                  <a:pt x="2173" y="768"/>
                </a:lnTo>
                <a:lnTo>
                  <a:pt x="2174" y="770"/>
                </a:lnTo>
                <a:lnTo>
                  <a:pt x="2175" y="773"/>
                </a:lnTo>
                <a:lnTo>
                  <a:pt x="2176" y="776"/>
                </a:lnTo>
                <a:lnTo>
                  <a:pt x="2177" y="780"/>
                </a:lnTo>
                <a:lnTo>
                  <a:pt x="2179" y="790"/>
                </a:lnTo>
                <a:lnTo>
                  <a:pt x="2181" y="798"/>
                </a:lnTo>
                <a:lnTo>
                  <a:pt x="2183" y="805"/>
                </a:lnTo>
                <a:lnTo>
                  <a:pt x="2183" y="807"/>
                </a:lnTo>
                <a:lnTo>
                  <a:pt x="2184" y="812"/>
                </a:lnTo>
                <a:lnTo>
                  <a:pt x="2184" y="814"/>
                </a:lnTo>
                <a:lnTo>
                  <a:pt x="2190" y="831"/>
                </a:lnTo>
                <a:lnTo>
                  <a:pt x="2193" y="839"/>
                </a:lnTo>
                <a:lnTo>
                  <a:pt x="2194" y="857"/>
                </a:lnTo>
                <a:lnTo>
                  <a:pt x="2196" y="862"/>
                </a:lnTo>
                <a:lnTo>
                  <a:pt x="2198" y="865"/>
                </a:lnTo>
                <a:lnTo>
                  <a:pt x="2204" y="872"/>
                </a:lnTo>
                <a:lnTo>
                  <a:pt x="2213" y="884"/>
                </a:lnTo>
                <a:lnTo>
                  <a:pt x="2234" y="910"/>
                </a:lnTo>
                <a:lnTo>
                  <a:pt x="2235" y="933"/>
                </a:lnTo>
                <a:close/>
              </a:path>
            </a:pathLst>
          </a:custGeom>
          <a:solidFill>
            <a:srgbClr val="A6BEDB"/>
          </a:solidFill>
          <a:ln w="2520">
            <a:solidFill>
              <a:srgbClr val="FFFFFF"/>
            </a:solidFill>
            <a:round/>
          </a:ln>
        </p:spPr>
        <p:txBody>
          <a:bodyPr lIns="1080" tIns="1080" rIns="1080" bIns="108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43" name=""/>
          <p:cNvSpPr/>
          <p:nvPr/>
        </p:nvSpPr>
        <p:spPr>
          <a:xfrm>
            <a:off x="4177800" y="1510200"/>
            <a:ext cx="369000" cy="378000"/>
          </a:xfrm>
          <a:custGeom>
            <a:avLst/>
            <a:gdLst/>
            <a:ahLst/>
            <a:rect l="0" t="0" r="r" b="b"/>
            <a:pathLst>
              <a:path w="1025" h="1050">
                <a:moveTo>
                  <a:pt x="229" y="0"/>
                </a:moveTo>
                <a:lnTo>
                  <a:pt x="228" y="0"/>
                </a:lnTo>
                <a:lnTo>
                  <a:pt x="228" y="1"/>
                </a:lnTo>
                <a:lnTo>
                  <a:pt x="229" y="1"/>
                </a:lnTo>
                <a:lnTo>
                  <a:pt x="229" y="2"/>
                </a:lnTo>
                <a:lnTo>
                  <a:pt x="229" y="3"/>
                </a:lnTo>
                <a:lnTo>
                  <a:pt x="228" y="4"/>
                </a:lnTo>
                <a:lnTo>
                  <a:pt x="228" y="5"/>
                </a:lnTo>
                <a:lnTo>
                  <a:pt x="228" y="9"/>
                </a:lnTo>
                <a:lnTo>
                  <a:pt x="228" y="10"/>
                </a:lnTo>
                <a:lnTo>
                  <a:pt x="227" y="10"/>
                </a:lnTo>
                <a:lnTo>
                  <a:pt x="228" y="11"/>
                </a:lnTo>
                <a:lnTo>
                  <a:pt x="228" y="12"/>
                </a:lnTo>
                <a:lnTo>
                  <a:pt x="228" y="13"/>
                </a:lnTo>
                <a:lnTo>
                  <a:pt x="228" y="14"/>
                </a:lnTo>
                <a:lnTo>
                  <a:pt x="228" y="15"/>
                </a:lnTo>
                <a:lnTo>
                  <a:pt x="228" y="17"/>
                </a:lnTo>
                <a:lnTo>
                  <a:pt x="228" y="19"/>
                </a:lnTo>
                <a:lnTo>
                  <a:pt x="228" y="20"/>
                </a:lnTo>
                <a:lnTo>
                  <a:pt x="228" y="21"/>
                </a:lnTo>
                <a:lnTo>
                  <a:pt x="228" y="24"/>
                </a:lnTo>
                <a:lnTo>
                  <a:pt x="228" y="25"/>
                </a:lnTo>
                <a:lnTo>
                  <a:pt x="229" y="26"/>
                </a:lnTo>
                <a:lnTo>
                  <a:pt x="229" y="27"/>
                </a:lnTo>
                <a:lnTo>
                  <a:pt x="228" y="29"/>
                </a:lnTo>
                <a:lnTo>
                  <a:pt x="228" y="31"/>
                </a:lnTo>
                <a:lnTo>
                  <a:pt x="228" y="32"/>
                </a:lnTo>
                <a:lnTo>
                  <a:pt x="228" y="33"/>
                </a:lnTo>
                <a:lnTo>
                  <a:pt x="228" y="34"/>
                </a:lnTo>
                <a:lnTo>
                  <a:pt x="228" y="35"/>
                </a:lnTo>
                <a:lnTo>
                  <a:pt x="229" y="35"/>
                </a:lnTo>
                <a:lnTo>
                  <a:pt x="229" y="36"/>
                </a:lnTo>
                <a:lnTo>
                  <a:pt x="228" y="36"/>
                </a:lnTo>
                <a:lnTo>
                  <a:pt x="228" y="37"/>
                </a:lnTo>
                <a:lnTo>
                  <a:pt x="228" y="38"/>
                </a:lnTo>
                <a:lnTo>
                  <a:pt x="228" y="39"/>
                </a:lnTo>
                <a:lnTo>
                  <a:pt x="228" y="41"/>
                </a:lnTo>
                <a:lnTo>
                  <a:pt x="228" y="42"/>
                </a:lnTo>
                <a:lnTo>
                  <a:pt x="227" y="43"/>
                </a:lnTo>
                <a:lnTo>
                  <a:pt x="226" y="43"/>
                </a:lnTo>
                <a:lnTo>
                  <a:pt x="226" y="44"/>
                </a:lnTo>
                <a:lnTo>
                  <a:pt x="226" y="45"/>
                </a:lnTo>
                <a:lnTo>
                  <a:pt x="226" y="46"/>
                </a:lnTo>
                <a:lnTo>
                  <a:pt x="226" y="47"/>
                </a:lnTo>
                <a:lnTo>
                  <a:pt x="225" y="49"/>
                </a:lnTo>
                <a:lnTo>
                  <a:pt x="225" y="50"/>
                </a:lnTo>
                <a:lnTo>
                  <a:pt x="225" y="51"/>
                </a:lnTo>
                <a:lnTo>
                  <a:pt x="225" y="52"/>
                </a:lnTo>
                <a:lnTo>
                  <a:pt x="225" y="55"/>
                </a:lnTo>
                <a:lnTo>
                  <a:pt x="226" y="57"/>
                </a:lnTo>
                <a:lnTo>
                  <a:pt x="225" y="58"/>
                </a:lnTo>
                <a:lnTo>
                  <a:pt x="225" y="59"/>
                </a:lnTo>
                <a:lnTo>
                  <a:pt x="226" y="60"/>
                </a:lnTo>
                <a:lnTo>
                  <a:pt x="227" y="62"/>
                </a:lnTo>
                <a:lnTo>
                  <a:pt x="227" y="63"/>
                </a:lnTo>
                <a:lnTo>
                  <a:pt x="227" y="64"/>
                </a:lnTo>
                <a:lnTo>
                  <a:pt x="227" y="65"/>
                </a:lnTo>
                <a:lnTo>
                  <a:pt x="227" y="66"/>
                </a:lnTo>
                <a:lnTo>
                  <a:pt x="227" y="67"/>
                </a:lnTo>
                <a:lnTo>
                  <a:pt x="226" y="67"/>
                </a:lnTo>
                <a:lnTo>
                  <a:pt x="226" y="68"/>
                </a:lnTo>
                <a:lnTo>
                  <a:pt x="227" y="69"/>
                </a:lnTo>
                <a:lnTo>
                  <a:pt x="228" y="70"/>
                </a:lnTo>
                <a:lnTo>
                  <a:pt x="228" y="71"/>
                </a:lnTo>
                <a:lnTo>
                  <a:pt x="227" y="71"/>
                </a:lnTo>
                <a:lnTo>
                  <a:pt x="227" y="72"/>
                </a:lnTo>
                <a:lnTo>
                  <a:pt x="228" y="72"/>
                </a:lnTo>
                <a:lnTo>
                  <a:pt x="228" y="73"/>
                </a:lnTo>
                <a:lnTo>
                  <a:pt x="228" y="74"/>
                </a:lnTo>
                <a:lnTo>
                  <a:pt x="228" y="75"/>
                </a:lnTo>
                <a:lnTo>
                  <a:pt x="229" y="75"/>
                </a:lnTo>
                <a:lnTo>
                  <a:pt x="230" y="76"/>
                </a:lnTo>
                <a:lnTo>
                  <a:pt x="230" y="77"/>
                </a:lnTo>
                <a:lnTo>
                  <a:pt x="229" y="77"/>
                </a:lnTo>
                <a:lnTo>
                  <a:pt x="229" y="78"/>
                </a:lnTo>
                <a:lnTo>
                  <a:pt x="230" y="78"/>
                </a:lnTo>
                <a:lnTo>
                  <a:pt x="231" y="78"/>
                </a:lnTo>
                <a:lnTo>
                  <a:pt x="231" y="79"/>
                </a:lnTo>
                <a:lnTo>
                  <a:pt x="230" y="80"/>
                </a:lnTo>
                <a:lnTo>
                  <a:pt x="230" y="81"/>
                </a:lnTo>
                <a:lnTo>
                  <a:pt x="231" y="81"/>
                </a:lnTo>
                <a:lnTo>
                  <a:pt x="232" y="82"/>
                </a:lnTo>
                <a:lnTo>
                  <a:pt x="231" y="82"/>
                </a:lnTo>
                <a:lnTo>
                  <a:pt x="231" y="83"/>
                </a:lnTo>
                <a:lnTo>
                  <a:pt x="230" y="84"/>
                </a:lnTo>
                <a:lnTo>
                  <a:pt x="230" y="85"/>
                </a:lnTo>
                <a:lnTo>
                  <a:pt x="230" y="86"/>
                </a:lnTo>
                <a:lnTo>
                  <a:pt x="230" y="87"/>
                </a:lnTo>
                <a:lnTo>
                  <a:pt x="230" y="88"/>
                </a:lnTo>
                <a:lnTo>
                  <a:pt x="231" y="90"/>
                </a:lnTo>
                <a:lnTo>
                  <a:pt x="232" y="93"/>
                </a:lnTo>
                <a:lnTo>
                  <a:pt x="232" y="94"/>
                </a:lnTo>
                <a:lnTo>
                  <a:pt x="231" y="96"/>
                </a:lnTo>
                <a:lnTo>
                  <a:pt x="231" y="97"/>
                </a:lnTo>
                <a:lnTo>
                  <a:pt x="231" y="98"/>
                </a:lnTo>
                <a:lnTo>
                  <a:pt x="231" y="100"/>
                </a:lnTo>
                <a:lnTo>
                  <a:pt x="231" y="101"/>
                </a:lnTo>
                <a:lnTo>
                  <a:pt x="230" y="102"/>
                </a:lnTo>
                <a:lnTo>
                  <a:pt x="229" y="102"/>
                </a:lnTo>
                <a:lnTo>
                  <a:pt x="229" y="103"/>
                </a:lnTo>
                <a:lnTo>
                  <a:pt x="228" y="103"/>
                </a:lnTo>
                <a:lnTo>
                  <a:pt x="229" y="103"/>
                </a:lnTo>
                <a:lnTo>
                  <a:pt x="229" y="104"/>
                </a:lnTo>
                <a:lnTo>
                  <a:pt x="229" y="105"/>
                </a:lnTo>
                <a:lnTo>
                  <a:pt x="229" y="106"/>
                </a:lnTo>
                <a:lnTo>
                  <a:pt x="230" y="106"/>
                </a:lnTo>
                <a:lnTo>
                  <a:pt x="230" y="107"/>
                </a:lnTo>
                <a:lnTo>
                  <a:pt x="232" y="109"/>
                </a:lnTo>
                <a:lnTo>
                  <a:pt x="233" y="111"/>
                </a:lnTo>
                <a:lnTo>
                  <a:pt x="234" y="113"/>
                </a:lnTo>
                <a:lnTo>
                  <a:pt x="235" y="113"/>
                </a:lnTo>
                <a:lnTo>
                  <a:pt x="235" y="114"/>
                </a:lnTo>
                <a:lnTo>
                  <a:pt x="235" y="115"/>
                </a:lnTo>
                <a:lnTo>
                  <a:pt x="236" y="117"/>
                </a:lnTo>
                <a:lnTo>
                  <a:pt x="236" y="118"/>
                </a:lnTo>
                <a:lnTo>
                  <a:pt x="238" y="119"/>
                </a:lnTo>
                <a:lnTo>
                  <a:pt x="239" y="120"/>
                </a:lnTo>
                <a:lnTo>
                  <a:pt x="240" y="120"/>
                </a:lnTo>
                <a:lnTo>
                  <a:pt x="241" y="120"/>
                </a:lnTo>
                <a:lnTo>
                  <a:pt x="241" y="121"/>
                </a:lnTo>
                <a:lnTo>
                  <a:pt x="241" y="122"/>
                </a:lnTo>
                <a:lnTo>
                  <a:pt x="241" y="124"/>
                </a:lnTo>
                <a:lnTo>
                  <a:pt x="240" y="124"/>
                </a:lnTo>
                <a:lnTo>
                  <a:pt x="240" y="125"/>
                </a:lnTo>
                <a:lnTo>
                  <a:pt x="241" y="125"/>
                </a:lnTo>
                <a:lnTo>
                  <a:pt x="242" y="126"/>
                </a:lnTo>
                <a:lnTo>
                  <a:pt x="243" y="127"/>
                </a:lnTo>
                <a:lnTo>
                  <a:pt x="243" y="128"/>
                </a:lnTo>
                <a:lnTo>
                  <a:pt x="243" y="129"/>
                </a:lnTo>
                <a:lnTo>
                  <a:pt x="243" y="130"/>
                </a:lnTo>
                <a:lnTo>
                  <a:pt x="244" y="131"/>
                </a:lnTo>
                <a:lnTo>
                  <a:pt x="245" y="131"/>
                </a:lnTo>
                <a:lnTo>
                  <a:pt x="246" y="132"/>
                </a:lnTo>
                <a:lnTo>
                  <a:pt x="247" y="132"/>
                </a:lnTo>
                <a:lnTo>
                  <a:pt x="247" y="133"/>
                </a:lnTo>
                <a:lnTo>
                  <a:pt x="248" y="135"/>
                </a:lnTo>
                <a:lnTo>
                  <a:pt x="249" y="135"/>
                </a:lnTo>
                <a:lnTo>
                  <a:pt x="250" y="136"/>
                </a:lnTo>
                <a:lnTo>
                  <a:pt x="252" y="138"/>
                </a:lnTo>
                <a:lnTo>
                  <a:pt x="252" y="139"/>
                </a:lnTo>
                <a:lnTo>
                  <a:pt x="253" y="140"/>
                </a:lnTo>
                <a:lnTo>
                  <a:pt x="253" y="139"/>
                </a:lnTo>
                <a:lnTo>
                  <a:pt x="253" y="138"/>
                </a:lnTo>
                <a:lnTo>
                  <a:pt x="252" y="136"/>
                </a:lnTo>
                <a:lnTo>
                  <a:pt x="252" y="133"/>
                </a:lnTo>
                <a:lnTo>
                  <a:pt x="252" y="132"/>
                </a:lnTo>
                <a:lnTo>
                  <a:pt x="253" y="129"/>
                </a:lnTo>
                <a:lnTo>
                  <a:pt x="253" y="127"/>
                </a:lnTo>
                <a:lnTo>
                  <a:pt x="254" y="126"/>
                </a:lnTo>
                <a:lnTo>
                  <a:pt x="255" y="125"/>
                </a:lnTo>
                <a:lnTo>
                  <a:pt x="256" y="125"/>
                </a:lnTo>
                <a:lnTo>
                  <a:pt x="256" y="124"/>
                </a:lnTo>
                <a:lnTo>
                  <a:pt x="255" y="122"/>
                </a:lnTo>
                <a:lnTo>
                  <a:pt x="255" y="121"/>
                </a:lnTo>
                <a:lnTo>
                  <a:pt x="254" y="121"/>
                </a:lnTo>
                <a:lnTo>
                  <a:pt x="254" y="120"/>
                </a:lnTo>
                <a:lnTo>
                  <a:pt x="253" y="118"/>
                </a:lnTo>
                <a:lnTo>
                  <a:pt x="254" y="118"/>
                </a:lnTo>
                <a:lnTo>
                  <a:pt x="255" y="117"/>
                </a:lnTo>
                <a:lnTo>
                  <a:pt x="255" y="116"/>
                </a:lnTo>
                <a:lnTo>
                  <a:pt x="255" y="114"/>
                </a:lnTo>
                <a:lnTo>
                  <a:pt x="255" y="113"/>
                </a:lnTo>
                <a:lnTo>
                  <a:pt x="256" y="113"/>
                </a:lnTo>
                <a:lnTo>
                  <a:pt x="257" y="112"/>
                </a:lnTo>
                <a:lnTo>
                  <a:pt x="257" y="111"/>
                </a:lnTo>
                <a:lnTo>
                  <a:pt x="257" y="110"/>
                </a:lnTo>
                <a:lnTo>
                  <a:pt x="258" y="109"/>
                </a:lnTo>
                <a:lnTo>
                  <a:pt x="259" y="109"/>
                </a:lnTo>
                <a:lnTo>
                  <a:pt x="259" y="108"/>
                </a:lnTo>
                <a:lnTo>
                  <a:pt x="259" y="107"/>
                </a:lnTo>
                <a:lnTo>
                  <a:pt x="258" y="106"/>
                </a:lnTo>
                <a:lnTo>
                  <a:pt x="257" y="106"/>
                </a:lnTo>
                <a:lnTo>
                  <a:pt x="256" y="105"/>
                </a:lnTo>
                <a:lnTo>
                  <a:pt x="255" y="104"/>
                </a:lnTo>
                <a:lnTo>
                  <a:pt x="255" y="103"/>
                </a:lnTo>
                <a:lnTo>
                  <a:pt x="255" y="102"/>
                </a:lnTo>
                <a:lnTo>
                  <a:pt x="257" y="102"/>
                </a:lnTo>
                <a:lnTo>
                  <a:pt x="257" y="101"/>
                </a:lnTo>
                <a:lnTo>
                  <a:pt x="257" y="100"/>
                </a:lnTo>
                <a:lnTo>
                  <a:pt x="257" y="98"/>
                </a:lnTo>
                <a:lnTo>
                  <a:pt x="256" y="97"/>
                </a:lnTo>
                <a:lnTo>
                  <a:pt x="255" y="96"/>
                </a:lnTo>
                <a:lnTo>
                  <a:pt x="255" y="94"/>
                </a:lnTo>
                <a:lnTo>
                  <a:pt x="255" y="91"/>
                </a:lnTo>
                <a:lnTo>
                  <a:pt x="256" y="91"/>
                </a:lnTo>
                <a:lnTo>
                  <a:pt x="256" y="90"/>
                </a:lnTo>
                <a:lnTo>
                  <a:pt x="256" y="89"/>
                </a:lnTo>
                <a:lnTo>
                  <a:pt x="257" y="89"/>
                </a:lnTo>
                <a:lnTo>
                  <a:pt x="259" y="88"/>
                </a:lnTo>
                <a:lnTo>
                  <a:pt x="260" y="88"/>
                </a:lnTo>
                <a:lnTo>
                  <a:pt x="261" y="89"/>
                </a:lnTo>
                <a:lnTo>
                  <a:pt x="263" y="89"/>
                </a:lnTo>
                <a:lnTo>
                  <a:pt x="263" y="87"/>
                </a:lnTo>
                <a:lnTo>
                  <a:pt x="263" y="86"/>
                </a:lnTo>
                <a:lnTo>
                  <a:pt x="263" y="85"/>
                </a:lnTo>
                <a:lnTo>
                  <a:pt x="264" y="85"/>
                </a:lnTo>
                <a:lnTo>
                  <a:pt x="265" y="84"/>
                </a:lnTo>
                <a:lnTo>
                  <a:pt x="265" y="83"/>
                </a:lnTo>
                <a:lnTo>
                  <a:pt x="266" y="83"/>
                </a:lnTo>
                <a:lnTo>
                  <a:pt x="267" y="82"/>
                </a:lnTo>
                <a:lnTo>
                  <a:pt x="267" y="81"/>
                </a:lnTo>
                <a:lnTo>
                  <a:pt x="267" y="80"/>
                </a:lnTo>
                <a:lnTo>
                  <a:pt x="268" y="80"/>
                </a:lnTo>
                <a:lnTo>
                  <a:pt x="269" y="80"/>
                </a:lnTo>
                <a:lnTo>
                  <a:pt x="269" y="81"/>
                </a:lnTo>
                <a:lnTo>
                  <a:pt x="270" y="81"/>
                </a:lnTo>
                <a:lnTo>
                  <a:pt x="271" y="81"/>
                </a:lnTo>
                <a:lnTo>
                  <a:pt x="272" y="79"/>
                </a:lnTo>
                <a:lnTo>
                  <a:pt x="272" y="76"/>
                </a:lnTo>
                <a:lnTo>
                  <a:pt x="273" y="74"/>
                </a:lnTo>
                <a:lnTo>
                  <a:pt x="272" y="73"/>
                </a:lnTo>
                <a:lnTo>
                  <a:pt x="271" y="73"/>
                </a:lnTo>
                <a:lnTo>
                  <a:pt x="271" y="72"/>
                </a:lnTo>
                <a:lnTo>
                  <a:pt x="272" y="71"/>
                </a:lnTo>
                <a:lnTo>
                  <a:pt x="273" y="71"/>
                </a:lnTo>
                <a:lnTo>
                  <a:pt x="274" y="70"/>
                </a:lnTo>
                <a:lnTo>
                  <a:pt x="274" y="69"/>
                </a:lnTo>
                <a:lnTo>
                  <a:pt x="275" y="68"/>
                </a:lnTo>
                <a:lnTo>
                  <a:pt x="276" y="68"/>
                </a:lnTo>
                <a:lnTo>
                  <a:pt x="277" y="68"/>
                </a:lnTo>
                <a:lnTo>
                  <a:pt x="279" y="67"/>
                </a:lnTo>
                <a:lnTo>
                  <a:pt x="280" y="67"/>
                </a:lnTo>
                <a:lnTo>
                  <a:pt x="280" y="66"/>
                </a:lnTo>
                <a:lnTo>
                  <a:pt x="281" y="65"/>
                </a:lnTo>
                <a:lnTo>
                  <a:pt x="281" y="64"/>
                </a:lnTo>
                <a:lnTo>
                  <a:pt x="280" y="63"/>
                </a:lnTo>
                <a:lnTo>
                  <a:pt x="280" y="61"/>
                </a:lnTo>
                <a:lnTo>
                  <a:pt x="280" y="60"/>
                </a:lnTo>
                <a:lnTo>
                  <a:pt x="281" y="59"/>
                </a:lnTo>
                <a:lnTo>
                  <a:pt x="282" y="59"/>
                </a:lnTo>
                <a:lnTo>
                  <a:pt x="282" y="58"/>
                </a:lnTo>
                <a:lnTo>
                  <a:pt x="282" y="57"/>
                </a:lnTo>
                <a:lnTo>
                  <a:pt x="282" y="56"/>
                </a:lnTo>
                <a:lnTo>
                  <a:pt x="283" y="56"/>
                </a:lnTo>
                <a:lnTo>
                  <a:pt x="286" y="56"/>
                </a:lnTo>
                <a:lnTo>
                  <a:pt x="287" y="56"/>
                </a:lnTo>
                <a:lnTo>
                  <a:pt x="289" y="57"/>
                </a:lnTo>
                <a:lnTo>
                  <a:pt x="290" y="56"/>
                </a:lnTo>
                <a:lnTo>
                  <a:pt x="291" y="55"/>
                </a:lnTo>
                <a:lnTo>
                  <a:pt x="291" y="54"/>
                </a:lnTo>
                <a:lnTo>
                  <a:pt x="292" y="54"/>
                </a:lnTo>
                <a:lnTo>
                  <a:pt x="293" y="53"/>
                </a:lnTo>
                <a:lnTo>
                  <a:pt x="293" y="52"/>
                </a:lnTo>
                <a:lnTo>
                  <a:pt x="293" y="53"/>
                </a:lnTo>
                <a:lnTo>
                  <a:pt x="293" y="54"/>
                </a:lnTo>
                <a:lnTo>
                  <a:pt x="294" y="56"/>
                </a:lnTo>
                <a:lnTo>
                  <a:pt x="294" y="57"/>
                </a:lnTo>
                <a:lnTo>
                  <a:pt x="294" y="60"/>
                </a:lnTo>
                <a:lnTo>
                  <a:pt x="293" y="62"/>
                </a:lnTo>
                <a:lnTo>
                  <a:pt x="293" y="64"/>
                </a:lnTo>
                <a:lnTo>
                  <a:pt x="294" y="65"/>
                </a:lnTo>
                <a:lnTo>
                  <a:pt x="294" y="66"/>
                </a:lnTo>
                <a:lnTo>
                  <a:pt x="295" y="66"/>
                </a:lnTo>
                <a:lnTo>
                  <a:pt x="294" y="67"/>
                </a:lnTo>
                <a:lnTo>
                  <a:pt x="294" y="68"/>
                </a:lnTo>
                <a:lnTo>
                  <a:pt x="294" y="69"/>
                </a:lnTo>
                <a:lnTo>
                  <a:pt x="296" y="70"/>
                </a:lnTo>
                <a:lnTo>
                  <a:pt x="296" y="71"/>
                </a:lnTo>
                <a:lnTo>
                  <a:pt x="297" y="71"/>
                </a:lnTo>
                <a:lnTo>
                  <a:pt x="299" y="71"/>
                </a:lnTo>
                <a:lnTo>
                  <a:pt x="301" y="72"/>
                </a:lnTo>
                <a:lnTo>
                  <a:pt x="302" y="73"/>
                </a:lnTo>
                <a:lnTo>
                  <a:pt x="304" y="75"/>
                </a:lnTo>
                <a:lnTo>
                  <a:pt x="305" y="76"/>
                </a:lnTo>
                <a:lnTo>
                  <a:pt x="306" y="77"/>
                </a:lnTo>
                <a:lnTo>
                  <a:pt x="306" y="78"/>
                </a:lnTo>
                <a:lnTo>
                  <a:pt x="305" y="78"/>
                </a:lnTo>
                <a:lnTo>
                  <a:pt x="305" y="79"/>
                </a:lnTo>
                <a:lnTo>
                  <a:pt x="305" y="81"/>
                </a:lnTo>
                <a:lnTo>
                  <a:pt x="306" y="81"/>
                </a:lnTo>
                <a:lnTo>
                  <a:pt x="307" y="81"/>
                </a:lnTo>
                <a:lnTo>
                  <a:pt x="307" y="80"/>
                </a:lnTo>
                <a:lnTo>
                  <a:pt x="308" y="80"/>
                </a:lnTo>
                <a:lnTo>
                  <a:pt x="309" y="80"/>
                </a:lnTo>
                <a:lnTo>
                  <a:pt x="309" y="81"/>
                </a:lnTo>
                <a:lnTo>
                  <a:pt x="309" y="82"/>
                </a:lnTo>
                <a:lnTo>
                  <a:pt x="309" y="83"/>
                </a:lnTo>
                <a:lnTo>
                  <a:pt x="310" y="84"/>
                </a:lnTo>
                <a:lnTo>
                  <a:pt x="313" y="85"/>
                </a:lnTo>
                <a:lnTo>
                  <a:pt x="314" y="85"/>
                </a:lnTo>
                <a:lnTo>
                  <a:pt x="314" y="86"/>
                </a:lnTo>
                <a:lnTo>
                  <a:pt x="315" y="86"/>
                </a:lnTo>
                <a:lnTo>
                  <a:pt x="316" y="87"/>
                </a:lnTo>
                <a:lnTo>
                  <a:pt x="317" y="88"/>
                </a:lnTo>
                <a:lnTo>
                  <a:pt x="318" y="89"/>
                </a:lnTo>
                <a:lnTo>
                  <a:pt x="319" y="90"/>
                </a:lnTo>
                <a:lnTo>
                  <a:pt x="319" y="92"/>
                </a:lnTo>
                <a:lnTo>
                  <a:pt x="319" y="93"/>
                </a:lnTo>
                <a:lnTo>
                  <a:pt x="319" y="94"/>
                </a:lnTo>
                <a:lnTo>
                  <a:pt x="320" y="94"/>
                </a:lnTo>
                <a:lnTo>
                  <a:pt x="321" y="95"/>
                </a:lnTo>
                <a:lnTo>
                  <a:pt x="321" y="97"/>
                </a:lnTo>
                <a:lnTo>
                  <a:pt x="321" y="98"/>
                </a:lnTo>
                <a:lnTo>
                  <a:pt x="321" y="101"/>
                </a:lnTo>
                <a:lnTo>
                  <a:pt x="321" y="102"/>
                </a:lnTo>
                <a:lnTo>
                  <a:pt x="322" y="103"/>
                </a:lnTo>
                <a:lnTo>
                  <a:pt x="323" y="103"/>
                </a:lnTo>
                <a:lnTo>
                  <a:pt x="324" y="104"/>
                </a:lnTo>
                <a:lnTo>
                  <a:pt x="326" y="105"/>
                </a:lnTo>
                <a:lnTo>
                  <a:pt x="327" y="106"/>
                </a:lnTo>
                <a:lnTo>
                  <a:pt x="329" y="105"/>
                </a:lnTo>
                <a:lnTo>
                  <a:pt x="329" y="107"/>
                </a:lnTo>
                <a:lnTo>
                  <a:pt x="329" y="108"/>
                </a:lnTo>
                <a:lnTo>
                  <a:pt x="330" y="109"/>
                </a:lnTo>
                <a:lnTo>
                  <a:pt x="329" y="111"/>
                </a:lnTo>
                <a:lnTo>
                  <a:pt x="329" y="112"/>
                </a:lnTo>
                <a:lnTo>
                  <a:pt x="329" y="113"/>
                </a:lnTo>
                <a:lnTo>
                  <a:pt x="328" y="114"/>
                </a:lnTo>
                <a:lnTo>
                  <a:pt x="328" y="116"/>
                </a:lnTo>
                <a:lnTo>
                  <a:pt x="329" y="116"/>
                </a:lnTo>
                <a:lnTo>
                  <a:pt x="332" y="117"/>
                </a:lnTo>
                <a:lnTo>
                  <a:pt x="333" y="117"/>
                </a:lnTo>
                <a:lnTo>
                  <a:pt x="335" y="118"/>
                </a:lnTo>
                <a:lnTo>
                  <a:pt x="337" y="118"/>
                </a:lnTo>
                <a:lnTo>
                  <a:pt x="338" y="120"/>
                </a:lnTo>
                <a:lnTo>
                  <a:pt x="339" y="121"/>
                </a:lnTo>
                <a:lnTo>
                  <a:pt x="340" y="121"/>
                </a:lnTo>
                <a:lnTo>
                  <a:pt x="341" y="122"/>
                </a:lnTo>
                <a:lnTo>
                  <a:pt x="340" y="124"/>
                </a:lnTo>
                <a:lnTo>
                  <a:pt x="340" y="126"/>
                </a:lnTo>
                <a:lnTo>
                  <a:pt x="339" y="126"/>
                </a:lnTo>
                <a:lnTo>
                  <a:pt x="338" y="126"/>
                </a:lnTo>
                <a:lnTo>
                  <a:pt x="338" y="127"/>
                </a:lnTo>
                <a:lnTo>
                  <a:pt x="338" y="128"/>
                </a:lnTo>
                <a:lnTo>
                  <a:pt x="339" y="129"/>
                </a:lnTo>
                <a:lnTo>
                  <a:pt x="339" y="128"/>
                </a:lnTo>
                <a:lnTo>
                  <a:pt x="339" y="129"/>
                </a:lnTo>
                <a:lnTo>
                  <a:pt x="342" y="131"/>
                </a:lnTo>
                <a:lnTo>
                  <a:pt x="342" y="132"/>
                </a:lnTo>
                <a:lnTo>
                  <a:pt x="340" y="133"/>
                </a:lnTo>
                <a:lnTo>
                  <a:pt x="339" y="134"/>
                </a:lnTo>
                <a:lnTo>
                  <a:pt x="340" y="135"/>
                </a:lnTo>
                <a:lnTo>
                  <a:pt x="339" y="136"/>
                </a:lnTo>
                <a:lnTo>
                  <a:pt x="338" y="137"/>
                </a:lnTo>
                <a:lnTo>
                  <a:pt x="337" y="137"/>
                </a:lnTo>
                <a:lnTo>
                  <a:pt x="336" y="137"/>
                </a:lnTo>
                <a:lnTo>
                  <a:pt x="335" y="137"/>
                </a:lnTo>
                <a:lnTo>
                  <a:pt x="334" y="138"/>
                </a:lnTo>
                <a:lnTo>
                  <a:pt x="333" y="138"/>
                </a:lnTo>
                <a:lnTo>
                  <a:pt x="332" y="137"/>
                </a:lnTo>
                <a:lnTo>
                  <a:pt x="332" y="138"/>
                </a:lnTo>
                <a:lnTo>
                  <a:pt x="331" y="139"/>
                </a:lnTo>
                <a:lnTo>
                  <a:pt x="331" y="140"/>
                </a:lnTo>
                <a:lnTo>
                  <a:pt x="330" y="140"/>
                </a:lnTo>
                <a:lnTo>
                  <a:pt x="329" y="140"/>
                </a:lnTo>
                <a:lnTo>
                  <a:pt x="329" y="139"/>
                </a:lnTo>
                <a:lnTo>
                  <a:pt x="328" y="139"/>
                </a:lnTo>
                <a:lnTo>
                  <a:pt x="327" y="138"/>
                </a:lnTo>
                <a:lnTo>
                  <a:pt x="326" y="140"/>
                </a:lnTo>
                <a:lnTo>
                  <a:pt x="325" y="140"/>
                </a:lnTo>
                <a:lnTo>
                  <a:pt x="324" y="139"/>
                </a:lnTo>
                <a:lnTo>
                  <a:pt x="324" y="140"/>
                </a:lnTo>
                <a:lnTo>
                  <a:pt x="324" y="142"/>
                </a:lnTo>
                <a:lnTo>
                  <a:pt x="323" y="142"/>
                </a:lnTo>
                <a:lnTo>
                  <a:pt x="323" y="143"/>
                </a:lnTo>
                <a:lnTo>
                  <a:pt x="323" y="144"/>
                </a:lnTo>
                <a:lnTo>
                  <a:pt x="323" y="145"/>
                </a:lnTo>
                <a:lnTo>
                  <a:pt x="324" y="146"/>
                </a:lnTo>
                <a:lnTo>
                  <a:pt x="325" y="146"/>
                </a:lnTo>
                <a:lnTo>
                  <a:pt x="325" y="147"/>
                </a:lnTo>
                <a:lnTo>
                  <a:pt x="325" y="148"/>
                </a:lnTo>
                <a:lnTo>
                  <a:pt x="325" y="149"/>
                </a:lnTo>
                <a:lnTo>
                  <a:pt x="326" y="150"/>
                </a:lnTo>
                <a:lnTo>
                  <a:pt x="326" y="151"/>
                </a:lnTo>
                <a:lnTo>
                  <a:pt x="327" y="152"/>
                </a:lnTo>
                <a:lnTo>
                  <a:pt x="327" y="153"/>
                </a:lnTo>
                <a:lnTo>
                  <a:pt x="327" y="154"/>
                </a:lnTo>
                <a:lnTo>
                  <a:pt x="328" y="156"/>
                </a:lnTo>
                <a:lnTo>
                  <a:pt x="328" y="157"/>
                </a:lnTo>
                <a:lnTo>
                  <a:pt x="328" y="158"/>
                </a:lnTo>
                <a:lnTo>
                  <a:pt x="329" y="160"/>
                </a:lnTo>
                <a:lnTo>
                  <a:pt x="330" y="160"/>
                </a:lnTo>
                <a:lnTo>
                  <a:pt x="332" y="161"/>
                </a:lnTo>
                <a:lnTo>
                  <a:pt x="333" y="161"/>
                </a:lnTo>
                <a:lnTo>
                  <a:pt x="333" y="162"/>
                </a:lnTo>
                <a:lnTo>
                  <a:pt x="334" y="162"/>
                </a:lnTo>
                <a:lnTo>
                  <a:pt x="335" y="164"/>
                </a:lnTo>
                <a:lnTo>
                  <a:pt x="335" y="165"/>
                </a:lnTo>
                <a:lnTo>
                  <a:pt x="336" y="165"/>
                </a:lnTo>
                <a:lnTo>
                  <a:pt x="336" y="166"/>
                </a:lnTo>
                <a:lnTo>
                  <a:pt x="338" y="168"/>
                </a:lnTo>
                <a:lnTo>
                  <a:pt x="339" y="170"/>
                </a:lnTo>
                <a:lnTo>
                  <a:pt x="340" y="170"/>
                </a:lnTo>
                <a:lnTo>
                  <a:pt x="340" y="171"/>
                </a:lnTo>
                <a:lnTo>
                  <a:pt x="341" y="171"/>
                </a:lnTo>
                <a:lnTo>
                  <a:pt x="341" y="172"/>
                </a:lnTo>
                <a:lnTo>
                  <a:pt x="341" y="173"/>
                </a:lnTo>
                <a:lnTo>
                  <a:pt x="340" y="173"/>
                </a:lnTo>
                <a:lnTo>
                  <a:pt x="338" y="175"/>
                </a:lnTo>
                <a:lnTo>
                  <a:pt x="338" y="177"/>
                </a:lnTo>
                <a:lnTo>
                  <a:pt x="339" y="177"/>
                </a:lnTo>
                <a:lnTo>
                  <a:pt x="341" y="179"/>
                </a:lnTo>
                <a:lnTo>
                  <a:pt x="342" y="180"/>
                </a:lnTo>
                <a:lnTo>
                  <a:pt x="343" y="180"/>
                </a:lnTo>
                <a:lnTo>
                  <a:pt x="344" y="180"/>
                </a:lnTo>
                <a:lnTo>
                  <a:pt x="345" y="181"/>
                </a:lnTo>
                <a:lnTo>
                  <a:pt x="346" y="181"/>
                </a:lnTo>
                <a:lnTo>
                  <a:pt x="348" y="182"/>
                </a:lnTo>
                <a:lnTo>
                  <a:pt x="348" y="181"/>
                </a:lnTo>
                <a:lnTo>
                  <a:pt x="349" y="181"/>
                </a:lnTo>
                <a:lnTo>
                  <a:pt x="350" y="182"/>
                </a:lnTo>
                <a:lnTo>
                  <a:pt x="351" y="182"/>
                </a:lnTo>
                <a:lnTo>
                  <a:pt x="352" y="182"/>
                </a:lnTo>
                <a:lnTo>
                  <a:pt x="353" y="183"/>
                </a:lnTo>
                <a:lnTo>
                  <a:pt x="353" y="184"/>
                </a:lnTo>
                <a:lnTo>
                  <a:pt x="352" y="184"/>
                </a:lnTo>
                <a:lnTo>
                  <a:pt x="352" y="185"/>
                </a:lnTo>
                <a:lnTo>
                  <a:pt x="353" y="185"/>
                </a:lnTo>
                <a:lnTo>
                  <a:pt x="353" y="186"/>
                </a:lnTo>
                <a:lnTo>
                  <a:pt x="353" y="187"/>
                </a:lnTo>
                <a:lnTo>
                  <a:pt x="351" y="188"/>
                </a:lnTo>
                <a:lnTo>
                  <a:pt x="350" y="189"/>
                </a:lnTo>
                <a:lnTo>
                  <a:pt x="350" y="190"/>
                </a:lnTo>
                <a:lnTo>
                  <a:pt x="351" y="190"/>
                </a:lnTo>
                <a:lnTo>
                  <a:pt x="351" y="191"/>
                </a:lnTo>
                <a:lnTo>
                  <a:pt x="352" y="191"/>
                </a:lnTo>
                <a:lnTo>
                  <a:pt x="352" y="192"/>
                </a:lnTo>
                <a:lnTo>
                  <a:pt x="352" y="193"/>
                </a:lnTo>
                <a:lnTo>
                  <a:pt x="352" y="195"/>
                </a:lnTo>
                <a:lnTo>
                  <a:pt x="352" y="197"/>
                </a:lnTo>
                <a:lnTo>
                  <a:pt x="352" y="198"/>
                </a:lnTo>
                <a:lnTo>
                  <a:pt x="352" y="199"/>
                </a:lnTo>
                <a:lnTo>
                  <a:pt x="353" y="200"/>
                </a:lnTo>
                <a:lnTo>
                  <a:pt x="353" y="201"/>
                </a:lnTo>
                <a:lnTo>
                  <a:pt x="354" y="201"/>
                </a:lnTo>
                <a:lnTo>
                  <a:pt x="355" y="201"/>
                </a:lnTo>
                <a:lnTo>
                  <a:pt x="355" y="200"/>
                </a:lnTo>
                <a:lnTo>
                  <a:pt x="356" y="200"/>
                </a:lnTo>
                <a:lnTo>
                  <a:pt x="356" y="199"/>
                </a:lnTo>
                <a:lnTo>
                  <a:pt x="357" y="198"/>
                </a:lnTo>
                <a:lnTo>
                  <a:pt x="357" y="197"/>
                </a:lnTo>
                <a:lnTo>
                  <a:pt x="357" y="196"/>
                </a:lnTo>
                <a:lnTo>
                  <a:pt x="358" y="196"/>
                </a:lnTo>
                <a:lnTo>
                  <a:pt x="359" y="196"/>
                </a:lnTo>
                <a:lnTo>
                  <a:pt x="359" y="197"/>
                </a:lnTo>
                <a:lnTo>
                  <a:pt x="360" y="197"/>
                </a:lnTo>
                <a:lnTo>
                  <a:pt x="361" y="195"/>
                </a:lnTo>
                <a:lnTo>
                  <a:pt x="361" y="194"/>
                </a:lnTo>
                <a:lnTo>
                  <a:pt x="362" y="193"/>
                </a:lnTo>
                <a:lnTo>
                  <a:pt x="364" y="191"/>
                </a:lnTo>
                <a:lnTo>
                  <a:pt x="365" y="189"/>
                </a:lnTo>
                <a:lnTo>
                  <a:pt x="365" y="188"/>
                </a:lnTo>
                <a:lnTo>
                  <a:pt x="365" y="187"/>
                </a:lnTo>
                <a:lnTo>
                  <a:pt x="365" y="186"/>
                </a:lnTo>
                <a:lnTo>
                  <a:pt x="366" y="186"/>
                </a:lnTo>
                <a:lnTo>
                  <a:pt x="366" y="185"/>
                </a:lnTo>
                <a:lnTo>
                  <a:pt x="367" y="185"/>
                </a:lnTo>
                <a:lnTo>
                  <a:pt x="367" y="184"/>
                </a:lnTo>
                <a:lnTo>
                  <a:pt x="367" y="183"/>
                </a:lnTo>
                <a:lnTo>
                  <a:pt x="368" y="183"/>
                </a:lnTo>
                <a:lnTo>
                  <a:pt x="369" y="183"/>
                </a:lnTo>
                <a:lnTo>
                  <a:pt x="371" y="184"/>
                </a:lnTo>
                <a:lnTo>
                  <a:pt x="372" y="184"/>
                </a:lnTo>
                <a:lnTo>
                  <a:pt x="373" y="184"/>
                </a:lnTo>
                <a:lnTo>
                  <a:pt x="373" y="185"/>
                </a:lnTo>
                <a:lnTo>
                  <a:pt x="374" y="185"/>
                </a:lnTo>
                <a:lnTo>
                  <a:pt x="374" y="186"/>
                </a:lnTo>
                <a:lnTo>
                  <a:pt x="374" y="185"/>
                </a:lnTo>
                <a:lnTo>
                  <a:pt x="375" y="185"/>
                </a:lnTo>
                <a:lnTo>
                  <a:pt x="376" y="187"/>
                </a:lnTo>
                <a:lnTo>
                  <a:pt x="376" y="188"/>
                </a:lnTo>
                <a:lnTo>
                  <a:pt x="377" y="189"/>
                </a:lnTo>
                <a:lnTo>
                  <a:pt x="378" y="189"/>
                </a:lnTo>
                <a:lnTo>
                  <a:pt x="379" y="189"/>
                </a:lnTo>
                <a:lnTo>
                  <a:pt x="379" y="190"/>
                </a:lnTo>
                <a:lnTo>
                  <a:pt x="380" y="191"/>
                </a:lnTo>
                <a:lnTo>
                  <a:pt x="381" y="190"/>
                </a:lnTo>
                <a:lnTo>
                  <a:pt x="381" y="189"/>
                </a:lnTo>
                <a:lnTo>
                  <a:pt x="383" y="188"/>
                </a:lnTo>
                <a:lnTo>
                  <a:pt x="385" y="186"/>
                </a:lnTo>
                <a:lnTo>
                  <a:pt x="386" y="186"/>
                </a:lnTo>
                <a:lnTo>
                  <a:pt x="387" y="185"/>
                </a:lnTo>
                <a:lnTo>
                  <a:pt x="387" y="184"/>
                </a:lnTo>
                <a:lnTo>
                  <a:pt x="387" y="183"/>
                </a:lnTo>
                <a:lnTo>
                  <a:pt x="387" y="182"/>
                </a:lnTo>
                <a:lnTo>
                  <a:pt x="389" y="180"/>
                </a:lnTo>
                <a:lnTo>
                  <a:pt x="389" y="179"/>
                </a:lnTo>
                <a:lnTo>
                  <a:pt x="390" y="179"/>
                </a:lnTo>
                <a:lnTo>
                  <a:pt x="390" y="178"/>
                </a:lnTo>
                <a:lnTo>
                  <a:pt x="390" y="177"/>
                </a:lnTo>
                <a:lnTo>
                  <a:pt x="391" y="177"/>
                </a:lnTo>
                <a:lnTo>
                  <a:pt x="391" y="178"/>
                </a:lnTo>
                <a:lnTo>
                  <a:pt x="392" y="178"/>
                </a:lnTo>
                <a:lnTo>
                  <a:pt x="393" y="178"/>
                </a:lnTo>
                <a:lnTo>
                  <a:pt x="393" y="177"/>
                </a:lnTo>
                <a:lnTo>
                  <a:pt x="394" y="177"/>
                </a:lnTo>
                <a:lnTo>
                  <a:pt x="395" y="177"/>
                </a:lnTo>
                <a:lnTo>
                  <a:pt x="397" y="178"/>
                </a:lnTo>
                <a:lnTo>
                  <a:pt x="397" y="179"/>
                </a:lnTo>
                <a:lnTo>
                  <a:pt x="397" y="180"/>
                </a:lnTo>
                <a:lnTo>
                  <a:pt x="398" y="181"/>
                </a:lnTo>
                <a:lnTo>
                  <a:pt x="398" y="182"/>
                </a:lnTo>
                <a:lnTo>
                  <a:pt x="398" y="183"/>
                </a:lnTo>
                <a:lnTo>
                  <a:pt x="397" y="183"/>
                </a:lnTo>
                <a:lnTo>
                  <a:pt x="398" y="184"/>
                </a:lnTo>
                <a:lnTo>
                  <a:pt x="399" y="185"/>
                </a:lnTo>
                <a:lnTo>
                  <a:pt x="400" y="185"/>
                </a:lnTo>
                <a:lnTo>
                  <a:pt x="399" y="186"/>
                </a:lnTo>
                <a:lnTo>
                  <a:pt x="399" y="187"/>
                </a:lnTo>
                <a:lnTo>
                  <a:pt x="398" y="187"/>
                </a:lnTo>
                <a:lnTo>
                  <a:pt x="398" y="188"/>
                </a:lnTo>
                <a:lnTo>
                  <a:pt x="398" y="189"/>
                </a:lnTo>
                <a:lnTo>
                  <a:pt x="398" y="190"/>
                </a:lnTo>
                <a:lnTo>
                  <a:pt x="398" y="191"/>
                </a:lnTo>
                <a:lnTo>
                  <a:pt x="398" y="192"/>
                </a:lnTo>
                <a:lnTo>
                  <a:pt x="398" y="193"/>
                </a:lnTo>
                <a:lnTo>
                  <a:pt x="399" y="194"/>
                </a:lnTo>
                <a:lnTo>
                  <a:pt x="400" y="194"/>
                </a:lnTo>
                <a:lnTo>
                  <a:pt x="401" y="195"/>
                </a:lnTo>
                <a:lnTo>
                  <a:pt x="402" y="196"/>
                </a:lnTo>
                <a:lnTo>
                  <a:pt x="403" y="196"/>
                </a:lnTo>
                <a:lnTo>
                  <a:pt x="403" y="197"/>
                </a:lnTo>
                <a:lnTo>
                  <a:pt x="404" y="197"/>
                </a:lnTo>
                <a:lnTo>
                  <a:pt x="405" y="200"/>
                </a:lnTo>
                <a:lnTo>
                  <a:pt x="405" y="201"/>
                </a:lnTo>
                <a:lnTo>
                  <a:pt x="405" y="204"/>
                </a:lnTo>
                <a:lnTo>
                  <a:pt x="406" y="206"/>
                </a:lnTo>
                <a:lnTo>
                  <a:pt x="406" y="207"/>
                </a:lnTo>
                <a:lnTo>
                  <a:pt x="406" y="208"/>
                </a:lnTo>
                <a:lnTo>
                  <a:pt x="407" y="208"/>
                </a:lnTo>
                <a:lnTo>
                  <a:pt x="409" y="208"/>
                </a:lnTo>
                <a:lnTo>
                  <a:pt x="410" y="208"/>
                </a:lnTo>
                <a:lnTo>
                  <a:pt x="411" y="208"/>
                </a:lnTo>
                <a:lnTo>
                  <a:pt x="412" y="209"/>
                </a:lnTo>
                <a:lnTo>
                  <a:pt x="413" y="209"/>
                </a:lnTo>
                <a:lnTo>
                  <a:pt x="413" y="210"/>
                </a:lnTo>
                <a:lnTo>
                  <a:pt x="413" y="211"/>
                </a:lnTo>
                <a:lnTo>
                  <a:pt x="412" y="211"/>
                </a:lnTo>
                <a:lnTo>
                  <a:pt x="411" y="211"/>
                </a:lnTo>
                <a:lnTo>
                  <a:pt x="411" y="212"/>
                </a:lnTo>
                <a:lnTo>
                  <a:pt x="411" y="213"/>
                </a:lnTo>
                <a:lnTo>
                  <a:pt x="412" y="213"/>
                </a:lnTo>
                <a:lnTo>
                  <a:pt x="413" y="213"/>
                </a:lnTo>
                <a:lnTo>
                  <a:pt x="413" y="214"/>
                </a:lnTo>
                <a:lnTo>
                  <a:pt x="412" y="214"/>
                </a:lnTo>
                <a:lnTo>
                  <a:pt x="412" y="215"/>
                </a:lnTo>
                <a:lnTo>
                  <a:pt x="411" y="216"/>
                </a:lnTo>
                <a:lnTo>
                  <a:pt x="410" y="217"/>
                </a:lnTo>
                <a:lnTo>
                  <a:pt x="411" y="217"/>
                </a:lnTo>
                <a:lnTo>
                  <a:pt x="412" y="217"/>
                </a:lnTo>
                <a:lnTo>
                  <a:pt x="413" y="216"/>
                </a:lnTo>
                <a:lnTo>
                  <a:pt x="414" y="216"/>
                </a:lnTo>
                <a:lnTo>
                  <a:pt x="414" y="217"/>
                </a:lnTo>
                <a:lnTo>
                  <a:pt x="414" y="218"/>
                </a:lnTo>
                <a:lnTo>
                  <a:pt x="413" y="219"/>
                </a:lnTo>
                <a:lnTo>
                  <a:pt x="414" y="220"/>
                </a:lnTo>
                <a:lnTo>
                  <a:pt x="416" y="222"/>
                </a:lnTo>
                <a:lnTo>
                  <a:pt x="417" y="223"/>
                </a:lnTo>
                <a:lnTo>
                  <a:pt x="417" y="224"/>
                </a:lnTo>
                <a:lnTo>
                  <a:pt x="417" y="225"/>
                </a:lnTo>
                <a:lnTo>
                  <a:pt x="418" y="228"/>
                </a:lnTo>
                <a:lnTo>
                  <a:pt x="419" y="228"/>
                </a:lnTo>
                <a:lnTo>
                  <a:pt x="419" y="229"/>
                </a:lnTo>
                <a:lnTo>
                  <a:pt x="420" y="230"/>
                </a:lnTo>
                <a:lnTo>
                  <a:pt x="419" y="233"/>
                </a:lnTo>
                <a:lnTo>
                  <a:pt x="418" y="235"/>
                </a:lnTo>
                <a:lnTo>
                  <a:pt x="418" y="238"/>
                </a:lnTo>
                <a:lnTo>
                  <a:pt x="419" y="238"/>
                </a:lnTo>
                <a:lnTo>
                  <a:pt x="419" y="237"/>
                </a:lnTo>
                <a:lnTo>
                  <a:pt x="420" y="237"/>
                </a:lnTo>
                <a:lnTo>
                  <a:pt x="420" y="236"/>
                </a:lnTo>
                <a:lnTo>
                  <a:pt x="421" y="236"/>
                </a:lnTo>
                <a:lnTo>
                  <a:pt x="422" y="236"/>
                </a:lnTo>
                <a:lnTo>
                  <a:pt x="423" y="238"/>
                </a:lnTo>
                <a:lnTo>
                  <a:pt x="424" y="240"/>
                </a:lnTo>
                <a:lnTo>
                  <a:pt x="424" y="241"/>
                </a:lnTo>
                <a:lnTo>
                  <a:pt x="425" y="245"/>
                </a:lnTo>
                <a:lnTo>
                  <a:pt x="425" y="246"/>
                </a:lnTo>
                <a:lnTo>
                  <a:pt x="427" y="248"/>
                </a:lnTo>
                <a:lnTo>
                  <a:pt x="428" y="249"/>
                </a:lnTo>
                <a:lnTo>
                  <a:pt x="428" y="250"/>
                </a:lnTo>
                <a:lnTo>
                  <a:pt x="428" y="251"/>
                </a:lnTo>
                <a:lnTo>
                  <a:pt x="429" y="252"/>
                </a:lnTo>
                <a:lnTo>
                  <a:pt x="429" y="253"/>
                </a:lnTo>
                <a:lnTo>
                  <a:pt x="430" y="253"/>
                </a:lnTo>
                <a:lnTo>
                  <a:pt x="431" y="253"/>
                </a:lnTo>
                <a:lnTo>
                  <a:pt x="431" y="255"/>
                </a:lnTo>
                <a:lnTo>
                  <a:pt x="430" y="255"/>
                </a:lnTo>
                <a:lnTo>
                  <a:pt x="430" y="256"/>
                </a:lnTo>
                <a:lnTo>
                  <a:pt x="429" y="257"/>
                </a:lnTo>
                <a:lnTo>
                  <a:pt x="430" y="257"/>
                </a:lnTo>
                <a:lnTo>
                  <a:pt x="431" y="258"/>
                </a:lnTo>
                <a:lnTo>
                  <a:pt x="432" y="259"/>
                </a:lnTo>
                <a:lnTo>
                  <a:pt x="432" y="261"/>
                </a:lnTo>
                <a:lnTo>
                  <a:pt x="431" y="262"/>
                </a:lnTo>
                <a:lnTo>
                  <a:pt x="432" y="264"/>
                </a:lnTo>
                <a:lnTo>
                  <a:pt x="433" y="265"/>
                </a:lnTo>
                <a:lnTo>
                  <a:pt x="433" y="266"/>
                </a:lnTo>
                <a:lnTo>
                  <a:pt x="433" y="267"/>
                </a:lnTo>
                <a:lnTo>
                  <a:pt x="432" y="267"/>
                </a:lnTo>
                <a:lnTo>
                  <a:pt x="433" y="269"/>
                </a:lnTo>
                <a:lnTo>
                  <a:pt x="433" y="270"/>
                </a:lnTo>
                <a:lnTo>
                  <a:pt x="434" y="270"/>
                </a:lnTo>
                <a:lnTo>
                  <a:pt x="434" y="271"/>
                </a:lnTo>
                <a:lnTo>
                  <a:pt x="434" y="272"/>
                </a:lnTo>
                <a:lnTo>
                  <a:pt x="435" y="272"/>
                </a:lnTo>
                <a:lnTo>
                  <a:pt x="436" y="273"/>
                </a:lnTo>
                <a:lnTo>
                  <a:pt x="437" y="273"/>
                </a:lnTo>
                <a:lnTo>
                  <a:pt x="437" y="272"/>
                </a:lnTo>
                <a:lnTo>
                  <a:pt x="438" y="272"/>
                </a:lnTo>
                <a:lnTo>
                  <a:pt x="439" y="271"/>
                </a:lnTo>
                <a:lnTo>
                  <a:pt x="440" y="271"/>
                </a:lnTo>
                <a:lnTo>
                  <a:pt x="441" y="271"/>
                </a:lnTo>
                <a:lnTo>
                  <a:pt x="442" y="271"/>
                </a:lnTo>
                <a:lnTo>
                  <a:pt x="444" y="272"/>
                </a:lnTo>
                <a:lnTo>
                  <a:pt x="445" y="272"/>
                </a:lnTo>
                <a:lnTo>
                  <a:pt x="447" y="272"/>
                </a:lnTo>
                <a:lnTo>
                  <a:pt x="447" y="273"/>
                </a:lnTo>
                <a:lnTo>
                  <a:pt x="447" y="276"/>
                </a:lnTo>
                <a:lnTo>
                  <a:pt x="447" y="277"/>
                </a:lnTo>
                <a:lnTo>
                  <a:pt x="446" y="278"/>
                </a:lnTo>
                <a:lnTo>
                  <a:pt x="446" y="280"/>
                </a:lnTo>
                <a:lnTo>
                  <a:pt x="445" y="281"/>
                </a:lnTo>
                <a:lnTo>
                  <a:pt x="445" y="282"/>
                </a:lnTo>
                <a:lnTo>
                  <a:pt x="444" y="284"/>
                </a:lnTo>
                <a:lnTo>
                  <a:pt x="444" y="285"/>
                </a:lnTo>
                <a:lnTo>
                  <a:pt x="445" y="285"/>
                </a:lnTo>
                <a:lnTo>
                  <a:pt x="445" y="286"/>
                </a:lnTo>
                <a:lnTo>
                  <a:pt x="445" y="288"/>
                </a:lnTo>
                <a:lnTo>
                  <a:pt x="444" y="288"/>
                </a:lnTo>
                <a:lnTo>
                  <a:pt x="444" y="289"/>
                </a:lnTo>
                <a:lnTo>
                  <a:pt x="443" y="289"/>
                </a:lnTo>
                <a:lnTo>
                  <a:pt x="444" y="289"/>
                </a:lnTo>
                <a:lnTo>
                  <a:pt x="444" y="290"/>
                </a:lnTo>
                <a:lnTo>
                  <a:pt x="444" y="292"/>
                </a:lnTo>
                <a:lnTo>
                  <a:pt x="443" y="292"/>
                </a:lnTo>
                <a:lnTo>
                  <a:pt x="443" y="293"/>
                </a:lnTo>
                <a:lnTo>
                  <a:pt x="442" y="295"/>
                </a:lnTo>
                <a:lnTo>
                  <a:pt x="444" y="296"/>
                </a:lnTo>
                <a:lnTo>
                  <a:pt x="445" y="296"/>
                </a:lnTo>
                <a:lnTo>
                  <a:pt x="445" y="297"/>
                </a:lnTo>
                <a:lnTo>
                  <a:pt x="447" y="297"/>
                </a:lnTo>
                <a:lnTo>
                  <a:pt x="448" y="297"/>
                </a:lnTo>
                <a:lnTo>
                  <a:pt x="448" y="298"/>
                </a:lnTo>
                <a:lnTo>
                  <a:pt x="449" y="298"/>
                </a:lnTo>
                <a:lnTo>
                  <a:pt x="450" y="299"/>
                </a:lnTo>
                <a:lnTo>
                  <a:pt x="451" y="299"/>
                </a:lnTo>
                <a:lnTo>
                  <a:pt x="452" y="300"/>
                </a:lnTo>
                <a:lnTo>
                  <a:pt x="453" y="300"/>
                </a:lnTo>
                <a:lnTo>
                  <a:pt x="453" y="301"/>
                </a:lnTo>
                <a:lnTo>
                  <a:pt x="452" y="301"/>
                </a:lnTo>
                <a:lnTo>
                  <a:pt x="452" y="302"/>
                </a:lnTo>
                <a:lnTo>
                  <a:pt x="452" y="303"/>
                </a:lnTo>
                <a:lnTo>
                  <a:pt x="453" y="304"/>
                </a:lnTo>
                <a:lnTo>
                  <a:pt x="456" y="304"/>
                </a:lnTo>
                <a:lnTo>
                  <a:pt x="457" y="304"/>
                </a:lnTo>
                <a:lnTo>
                  <a:pt x="457" y="305"/>
                </a:lnTo>
                <a:lnTo>
                  <a:pt x="456" y="306"/>
                </a:lnTo>
                <a:lnTo>
                  <a:pt x="456" y="307"/>
                </a:lnTo>
                <a:lnTo>
                  <a:pt x="456" y="308"/>
                </a:lnTo>
                <a:lnTo>
                  <a:pt x="456" y="309"/>
                </a:lnTo>
                <a:lnTo>
                  <a:pt x="457" y="309"/>
                </a:lnTo>
                <a:lnTo>
                  <a:pt x="457" y="310"/>
                </a:lnTo>
                <a:lnTo>
                  <a:pt x="457" y="311"/>
                </a:lnTo>
                <a:lnTo>
                  <a:pt x="458" y="311"/>
                </a:lnTo>
                <a:lnTo>
                  <a:pt x="459" y="311"/>
                </a:lnTo>
                <a:lnTo>
                  <a:pt x="459" y="312"/>
                </a:lnTo>
                <a:lnTo>
                  <a:pt x="460" y="312"/>
                </a:lnTo>
                <a:lnTo>
                  <a:pt x="461" y="311"/>
                </a:lnTo>
                <a:lnTo>
                  <a:pt x="462" y="311"/>
                </a:lnTo>
                <a:lnTo>
                  <a:pt x="463" y="312"/>
                </a:lnTo>
                <a:lnTo>
                  <a:pt x="463" y="313"/>
                </a:lnTo>
                <a:lnTo>
                  <a:pt x="465" y="313"/>
                </a:lnTo>
                <a:lnTo>
                  <a:pt x="467" y="313"/>
                </a:lnTo>
                <a:lnTo>
                  <a:pt x="468" y="314"/>
                </a:lnTo>
                <a:lnTo>
                  <a:pt x="468" y="315"/>
                </a:lnTo>
                <a:lnTo>
                  <a:pt x="469" y="316"/>
                </a:lnTo>
                <a:lnTo>
                  <a:pt x="470" y="317"/>
                </a:lnTo>
                <a:lnTo>
                  <a:pt x="471" y="318"/>
                </a:lnTo>
                <a:lnTo>
                  <a:pt x="471" y="319"/>
                </a:lnTo>
                <a:lnTo>
                  <a:pt x="472" y="319"/>
                </a:lnTo>
                <a:lnTo>
                  <a:pt x="472" y="320"/>
                </a:lnTo>
                <a:lnTo>
                  <a:pt x="471" y="321"/>
                </a:lnTo>
                <a:lnTo>
                  <a:pt x="470" y="323"/>
                </a:lnTo>
                <a:lnTo>
                  <a:pt x="469" y="323"/>
                </a:lnTo>
                <a:lnTo>
                  <a:pt x="469" y="324"/>
                </a:lnTo>
                <a:lnTo>
                  <a:pt x="468" y="324"/>
                </a:lnTo>
                <a:lnTo>
                  <a:pt x="468" y="325"/>
                </a:lnTo>
                <a:lnTo>
                  <a:pt x="469" y="325"/>
                </a:lnTo>
                <a:lnTo>
                  <a:pt x="469" y="326"/>
                </a:lnTo>
                <a:lnTo>
                  <a:pt x="469" y="327"/>
                </a:lnTo>
                <a:lnTo>
                  <a:pt x="468" y="327"/>
                </a:lnTo>
                <a:lnTo>
                  <a:pt x="468" y="328"/>
                </a:lnTo>
                <a:lnTo>
                  <a:pt x="467" y="328"/>
                </a:lnTo>
                <a:lnTo>
                  <a:pt x="466" y="328"/>
                </a:lnTo>
                <a:lnTo>
                  <a:pt x="467" y="328"/>
                </a:lnTo>
                <a:lnTo>
                  <a:pt x="467" y="329"/>
                </a:lnTo>
                <a:lnTo>
                  <a:pt x="468" y="329"/>
                </a:lnTo>
                <a:lnTo>
                  <a:pt x="468" y="330"/>
                </a:lnTo>
                <a:lnTo>
                  <a:pt x="469" y="330"/>
                </a:lnTo>
                <a:lnTo>
                  <a:pt x="469" y="331"/>
                </a:lnTo>
                <a:lnTo>
                  <a:pt x="470" y="331"/>
                </a:lnTo>
                <a:lnTo>
                  <a:pt x="470" y="333"/>
                </a:lnTo>
                <a:lnTo>
                  <a:pt x="470" y="334"/>
                </a:lnTo>
                <a:lnTo>
                  <a:pt x="470" y="335"/>
                </a:lnTo>
                <a:lnTo>
                  <a:pt x="471" y="335"/>
                </a:lnTo>
                <a:lnTo>
                  <a:pt x="473" y="335"/>
                </a:lnTo>
                <a:lnTo>
                  <a:pt x="474" y="335"/>
                </a:lnTo>
                <a:lnTo>
                  <a:pt x="474" y="334"/>
                </a:lnTo>
                <a:lnTo>
                  <a:pt x="473" y="334"/>
                </a:lnTo>
                <a:lnTo>
                  <a:pt x="474" y="334"/>
                </a:lnTo>
                <a:lnTo>
                  <a:pt x="474" y="333"/>
                </a:lnTo>
                <a:lnTo>
                  <a:pt x="475" y="333"/>
                </a:lnTo>
                <a:lnTo>
                  <a:pt x="475" y="332"/>
                </a:lnTo>
                <a:lnTo>
                  <a:pt x="475" y="333"/>
                </a:lnTo>
                <a:lnTo>
                  <a:pt x="476" y="333"/>
                </a:lnTo>
                <a:lnTo>
                  <a:pt x="477" y="334"/>
                </a:lnTo>
                <a:lnTo>
                  <a:pt x="478" y="334"/>
                </a:lnTo>
                <a:lnTo>
                  <a:pt x="478" y="332"/>
                </a:lnTo>
                <a:lnTo>
                  <a:pt x="478" y="331"/>
                </a:lnTo>
                <a:lnTo>
                  <a:pt x="477" y="330"/>
                </a:lnTo>
                <a:lnTo>
                  <a:pt x="477" y="329"/>
                </a:lnTo>
                <a:lnTo>
                  <a:pt x="477" y="328"/>
                </a:lnTo>
                <a:lnTo>
                  <a:pt x="477" y="327"/>
                </a:lnTo>
                <a:lnTo>
                  <a:pt x="478" y="327"/>
                </a:lnTo>
                <a:lnTo>
                  <a:pt x="479" y="327"/>
                </a:lnTo>
                <a:lnTo>
                  <a:pt x="480" y="327"/>
                </a:lnTo>
                <a:lnTo>
                  <a:pt x="481" y="328"/>
                </a:lnTo>
                <a:lnTo>
                  <a:pt x="482" y="328"/>
                </a:lnTo>
                <a:lnTo>
                  <a:pt x="482" y="329"/>
                </a:lnTo>
                <a:lnTo>
                  <a:pt x="483" y="329"/>
                </a:lnTo>
                <a:lnTo>
                  <a:pt x="484" y="329"/>
                </a:lnTo>
                <a:lnTo>
                  <a:pt x="484" y="330"/>
                </a:lnTo>
                <a:lnTo>
                  <a:pt x="484" y="331"/>
                </a:lnTo>
                <a:lnTo>
                  <a:pt x="483" y="331"/>
                </a:lnTo>
                <a:lnTo>
                  <a:pt x="482" y="332"/>
                </a:lnTo>
                <a:lnTo>
                  <a:pt x="482" y="333"/>
                </a:lnTo>
                <a:lnTo>
                  <a:pt x="483" y="333"/>
                </a:lnTo>
                <a:lnTo>
                  <a:pt x="483" y="334"/>
                </a:lnTo>
                <a:lnTo>
                  <a:pt x="482" y="334"/>
                </a:lnTo>
                <a:lnTo>
                  <a:pt x="480" y="335"/>
                </a:lnTo>
                <a:lnTo>
                  <a:pt x="479" y="336"/>
                </a:lnTo>
                <a:lnTo>
                  <a:pt x="478" y="337"/>
                </a:lnTo>
                <a:lnTo>
                  <a:pt x="477" y="337"/>
                </a:lnTo>
                <a:lnTo>
                  <a:pt x="477" y="338"/>
                </a:lnTo>
                <a:lnTo>
                  <a:pt x="477" y="339"/>
                </a:lnTo>
                <a:lnTo>
                  <a:pt x="478" y="339"/>
                </a:lnTo>
                <a:lnTo>
                  <a:pt x="478" y="340"/>
                </a:lnTo>
                <a:lnTo>
                  <a:pt x="479" y="340"/>
                </a:lnTo>
                <a:lnTo>
                  <a:pt x="480" y="341"/>
                </a:lnTo>
                <a:lnTo>
                  <a:pt x="479" y="344"/>
                </a:lnTo>
                <a:lnTo>
                  <a:pt x="478" y="345"/>
                </a:lnTo>
                <a:lnTo>
                  <a:pt x="478" y="346"/>
                </a:lnTo>
                <a:lnTo>
                  <a:pt x="478" y="347"/>
                </a:lnTo>
                <a:lnTo>
                  <a:pt x="478" y="348"/>
                </a:lnTo>
                <a:lnTo>
                  <a:pt x="478" y="349"/>
                </a:lnTo>
                <a:lnTo>
                  <a:pt x="478" y="350"/>
                </a:lnTo>
                <a:lnTo>
                  <a:pt x="477" y="350"/>
                </a:lnTo>
                <a:lnTo>
                  <a:pt x="477" y="351"/>
                </a:lnTo>
                <a:lnTo>
                  <a:pt x="476" y="351"/>
                </a:lnTo>
                <a:lnTo>
                  <a:pt x="476" y="350"/>
                </a:lnTo>
                <a:lnTo>
                  <a:pt x="475" y="350"/>
                </a:lnTo>
                <a:lnTo>
                  <a:pt x="474" y="350"/>
                </a:lnTo>
                <a:lnTo>
                  <a:pt x="474" y="351"/>
                </a:lnTo>
                <a:lnTo>
                  <a:pt x="473" y="350"/>
                </a:lnTo>
                <a:lnTo>
                  <a:pt x="472" y="350"/>
                </a:lnTo>
                <a:lnTo>
                  <a:pt x="471" y="350"/>
                </a:lnTo>
                <a:lnTo>
                  <a:pt x="470" y="350"/>
                </a:lnTo>
                <a:lnTo>
                  <a:pt x="470" y="351"/>
                </a:lnTo>
                <a:lnTo>
                  <a:pt x="470" y="353"/>
                </a:lnTo>
                <a:lnTo>
                  <a:pt x="470" y="355"/>
                </a:lnTo>
                <a:lnTo>
                  <a:pt x="471" y="356"/>
                </a:lnTo>
                <a:lnTo>
                  <a:pt x="471" y="357"/>
                </a:lnTo>
                <a:lnTo>
                  <a:pt x="470" y="357"/>
                </a:lnTo>
                <a:lnTo>
                  <a:pt x="470" y="358"/>
                </a:lnTo>
                <a:lnTo>
                  <a:pt x="471" y="358"/>
                </a:lnTo>
                <a:lnTo>
                  <a:pt x="472" y="357"/>
                </a:lnTo>
                <a:lnTo>
                  <a:pt x="472" y="358"/>
                </a:lnTo>
                <a:lnTo>
                  <a:pt x="473" y="359"/>
                </a:lnTo>
                <a:lnTo>
                  <a:pt x="474" y="359"/>
                </a:lnTo>
                <a:lnTo>
                  <a:pt x="475" y="359"/>
                </a:lnTo>
                <a:lnTo>
                  <a:pt x="475" y="360"/>
                </a:lnTo>
                <a:lnTo>
                  <a:pt x="476" y="360"/>
                </a:lnTo>
                <a:lnTo>
                  <a:pt x="475" y="360"/>
                </a:lnTo>
                <a:lnTo>
                  <a:pt x="475" y="361"/>
                </a:lnTo>
                <a:lnTo>
                  <a:pt x="475" y="362"/>
                </a:lnTo>
                <a:lnTo>
                  <a:pt x="476" y="364"/>
                </a:lnTo>
                <a:lnTo>
                  <a:pt x="477" y="364"/>
                </a:lnTo>
                <a:lnTo>
                  <a:pt x="478" y="364"/>
                </a:lnTo>
                <a:lnTo>
                  <a:pt x="480" y="364"/>
                </a:lnTo>
                <a:lnTo>
                  <a:pt x="482" y="364"/>
                </a:lnTo>
                <a:lnTo>
                  <a:pt x="483" y="364"/>
                </a:lnTo>
                <a:lnTo>
                  <a:pt x="484" y="366"/>
                </a:lnTo>
                <a:lnTo>
                  <a:pt x="484" y="368"/>
                </a:lnTo>
                <a:lnTo>
                  <a:pt x="485" y="368"/>
                </a:lnTo>
                <a:lnTo>
                  <a:pt x="487" y="368"/>
                </a:lnTo>
                <a:lnTo>
                  <a:pt x="487" y="369"/>
                </a:lnTo>
                <a:lnTo>
                  <a:pt x="488" y="370"/>
                </a:lnTo>
                <a:lnTo>
                  <a:pt x="489" y="370"/>
                </a:lnTo>
                <a:lnTo>
                  <a:pt x="491" y="372"/>
                </a:lnTo>
                <a:lnTo>
                  <a:pt x="491" y="373"/>
                </a:lnTo>
                <a:lnTo>
                  <a:pt x="494" y="375"/>
                </a:lnTo>
                <a:lnTo>
                  <a:pt x="496" y="378"/>
                </a:lnTo>
                <a:lnTo>
                  <a:pt x="497" y="378"/>
                </a:lnTo>
                <a:lnTo>
                  <a:pt x="497" y="379"/>
                </a:lnTo>
                <a:lnTo>
                  <a:pt x="496" y="380"/>
                </a:lnTo>
                <a:lnTo>
                  <a:pt x="496" y="381"/>
                </a:lnTo>
                <a:lnTo>
                  <a:pt x="496" y="382"/>
                </a:lnTo>
                <a:lnTo>
                  <a:pt x="496" y="383"/>
                </a:lnTo>
                <a:lnTo>
                  <a:pt x="497" y="383"/>
                </a:lnTo>
                <a:lnTo>
                  <a:pt x="499" y="383"/>
                </a:lnTo>
                <a:lnTo>
                  <a:pt x="499" y="384"/>
                </a:lnTo>
                <a:lnTo>
                  <a:pt x="500" y="384"/>
                </a:lnTo>
                <a:lnTo>
                  <a:pt x="499" y="384"/>
                </a:lnTo>
                <a:lnTo>
                  <a:pt x="499" y="385"/>
                </a:lnTo>
                <a:lnTo>
                  <a:pt x="499" y="386"/>
                </a:lnTo>
                <a:lnTo>
                  <a:pt x="498" y="386"/>
                </a:lnTo>
                <a:lnTo>
                  <a:pt x="497" y="386"/>
                </a:lnTo>
                <a:lnTo>
                  <a:pt x="497" y="387"/>
                </a:lnTo>
                <a:lnTo>
                  <a:pt x="497" y="388"/>
                </a:lnTo>
                <a:lnTo>
                  <a:pt x="498" y="388"/>
                </a:lnTo>
                <a:lnTo>
                  <a:pt x="499" y="388"/>
                </a:lnTo>
                <a:lnTo>
                  <a:pt x="499" y="389"/>
                </a:lnTo>
                <a:lnTo>
                  <a:pt x="498" y="390"/>
                </a:lnTo>
                <a:lnTo>
                  <a:pt x="496" y="389"/>
                </a:lnTo>
                <a:lnTo>
                  <a:pt x="496" y="388"/>
                </a:lnTo>
                <a:lnTo>
                  <a:pt x="495" y="388"/>
                </a:lnTo>
                <a:lnTo>
                  <a:pt x="493" y="389"/>
                </a:lnTo>
                <a:lnTo>
                  <a:pt x="492" y="389"/>
                </a:lnTo>
                <a:lnTo>
                  <a:pt x="492" y="391"/>
                </a:lnTo>
                <a:lnTo>
                  <a:pt x="491" y="391"/>
                </a:lnTo>
                <a:lnTo>
                  <a:pt x="491" y="392"/>
                </a:lnTo>
                <a:lnTo>
                  <a:pt x="492" y="393"/>
                </a:lnTo>
                <a:lnTo>
                  <a:pt x="492" y="394"/>
                </a:lnTo>
                <a:lnTo>
                  <a:pt x="493" y="395"/>
                </a:lnTo>
                <a:lnTo>
                  <a:pt x="494" y="396"/>
                </a:lnTo>
                <a:lnTo>
                  <a:pt x="494" y="397"/>
                </a:lnTo>
                <a:lnTo>
                  <a:pt x="494" y="398"/>
                </a:lnTo>
                <a:lnTo>
                  <a:pt x="495" y="399"/>
                </a:lnTo>
                <a:lnTo>
                  <a:pt x="495" y="400"/>
                </a:lnTo>
                <a:lnTo>
                  <a:pt x="496" y="400"/>
                </a:lnTo>
                <a:lnTo>
                  <a:pt x="496" y="399"/>
                </a:lnTo>
                <a:lnTo>
                  <a:pt x="497" y="399"/>
                </a:lnTo>
                <a:lnTo>
                  <a:pt x="498" y="398"/>
                </a:lnTo>
                <a:lnTo>
                  <a:pt x="499" y="398"/>
                </a:lnTo>
                <a:lnTo>
                  <a:pt x="499" y="399"/>
                </a:lnTo>
                <a:lnTo>
                  <a:pt x="500" y="399"/>
                </a:lnTo>
                <a:lnTo>
                  <a:pt x="501" y="399"/>
                </a:lnTo>
                <a:lnTo>
                  <a:pt x="502" y="398"/>
                </a:lnTo>
                <a:lnTo>
                  <a:pt x="503" y="397"/>
                </a:lnTo>
                <a:lnTo>
                  <a:pt x="503" y="398"/>
                </a:lnTo>
                <a:lnTo>
                  <a:pt x="503" y="399"/>
                </a:lnTo>
                <a:lnTo>
                  <a:pt x="503" y="400"/>
                </a:lnTo>
                <a:lnTo>
                  <a:pt x="504" y="400"/>
                </a:lnTo>
                <a:lnTo>
                  <a:pt x="505" y="400"/>
                </a:lnTo>
                <a:lnTo>
                  <a:pt x="506" y="400"/>
                </a:lnTo>
                <a:lnTo>
                  <a:pt x="507" y="401"/>
                </a:lnTo>
                <a:lnTo>
                  <a:pt x="508" y="401"/>
                </a:lnTo>
                <a:lnTo>
                  <a:pt x="509" y="402"/>
                </a:lnTo>
                <a:lnTo>
                  <a:pt x="510" y="403"/>
                </a:lnTo>
                <a:lnTo>
                  <a:pt x="511" y="405"/>
                </a:lnTo>
                <a:lnTo>
                  <a:pt x="511" y="406"/>
                </a:lnTo>
                <a:lnTo>
                  <a:pt x="512" y="407"/>
                </a:lnTo>
                <a:lnTo>
                  <a:pt x="515" y="408"/>
                </a:lnTo>
                <a:lnTo>
                  <a:pt x="516" y="408"/>
                </a:lnTo>
                <a:lnTo>
                  <a:pt x="516" y="409"/>
                </a:lnTo>
                <a:lnTo>
                  <a:pt x="516" y="410"/>
                </a:lnTo>
                <a:lnTo>
                  <a:pt x="515" y="410"/>
                </a:lnTo>
                <a:lnTo>
                  <a:pt x="515" y="411"/>
                </a:lnTo>
                <a:lnTo>
                  <a:pt x="514" y="411"/>
                </a:lnTo>
                <a:lnTo>
                  <a:pt x="514" y="415"/>
                </a:lnTo>
                <a:lnTo>
                  <a:pt x="515" y="416"/>
                </a:lnTo>
                <a:lnTo>
                  <a:pt x="516" y="418"/>
                </a:lnTo>
                <a:lnTo>
                  <a:pt x="517" y="418"/>
                </a:lnTo>
                <a:lnTo>
                  <a:pt x="517" y="419"/>
                </a:lnTo>
                <a:lnTo>
                  <a:pt x="519" y="419"/>
                </a:lnTo>
                <a:lnTo>
                  <a:pt x="519" y="421"/>
                </a:lnTo>
                <a:lnTo>
                  <a:pt x="519" y="422"/>
                </a:lnTo>
                <a:lnTo>
                  <a:pt x="518" y="422"/>
                </a:lnTo>
                <a:lnTo>
                  <a:pt x="518" y="423"/>
                </a:lnTo>
                <a:lnTo>
                  <a:pt x="518" y="424"/>
                </a:lnTo>
                <a:lnTo>
                  <a:pt x="519" y="423"/>
                </a:lnTo>
                <a:lnTo>
                  <a:pt x="520" y="423"/>
                </a:lnTo>
                <a:lnTo>
                  <a:pt x="521" y="423"/>
                </a:lnTo>
                <a:lnTo>
                  <a:pt x="522" y="423"/>
                </a:lnTo>
                <a:lnTo>
                  <a:pt x="522" y="422"/>
                </a:lnTo>
                <a:lnTo>
                  <a:pt x="523" y="421"/>
                </a:lnTo>
                <a:lnTo>
                  <a:pt x="523" y="420"/>
                </a:lnTo>
                <a:lnTo>
                  <a:pt x="524" y="418"/>
                </a:lnTo>
                <a:lnTo>
                  <a:pt x="525" y="418"/>
                </a:lnTo>
                <a:lnTo>
                  <a:pt x="526" y="417"/>
                </a:lnTo>
                <a:lnTo>
                  <a:pt x="526" y="416"/>
                </a:lnTo>
                <a:lnTo>
                  <a:pt x="528" y="416"/>
                </a:lnTo>
                <a:lnTo>
                  <a:pt x="530" y="416"/>
                </a:lnTo>
                <a:lnTo>
                  <a:pt x="530" y="417"/>
                </a:lnTo>
                <a:lnTo>
                  <a:pt x="531" y="417"/>
                </a:lnTo>
                <a:lnTo>
                  <a:pt x="532" y="419"/>
                </a:lnTo>
                <a:lnTo>
                  <a:pt x="533" y="419"/>
                </a:lnTo>
                <a:lnTo>
                  <a:pt x="535" y="418"/>
                </a:lnTo>
                <a:lnTo>
                  <a:pt x="536" y="419"/>
                </a:lnTo>
                <a:lnTo>
                  <a:pt x="537" y="418"/>
                </a:lnTo>
                <a:lnTo>
                  <a:pt x="538" y="418"/>
                </a:lnTo>
                <a:lnTo>
                  <a:pt x="539" y="418"/>
                </a:lnTo>
                <a:lnTo>
                  <a:pt x="540" y="418"/>
                </a:lnTo>
                <a:lnTo>
                  <a:pt x="541" y="418"/>
                </a:lnTo>
                <a:lnTo>
                  <a:pt x="541" y="419"/>
                </a:lnTo>
                <a:lnTo>
                  <a:pt x="542" y="420"/>
                </a:lnTo>
                <a:lnTo>
                  <a:pt x="544" y="421"/>
                </a:lnTo>
                <a:lnTo>
                  <a:pt x="545" y="422"/>
                </a:lnTo>
                <a:lnTo>
                  <a:pt x="546" y="422"/>
                </a:lnTo>
                <a:lnTo>
                  <a:pt x="547" y="422"/>
                </a:lnTo>
                <a:lnTo>
                  <a:pt x="548" y="422"/>
                </a:lnTo>
                <a:lnTo>
                  <a:pt x="549" y="422"/>
                </a:lnTo>
                <a:lnTo>
                  <a:pt x="550" y="422"/>
                </a:lnTo>
                <a:lnTo>
                  <a:pt x="550" y="421"/>
                </a:lnTo>
                <a:lnTo>
                  <a:pt x="550" y="420"/>
                </a:lnTo>
                <a:lnTo>
                  <a:pt x="551" y="419"/>
                </a:lnTo>
                <a:lnTo>
                  <a:pt x="552" y="419"/>
                </a:lnTo>
                <a:lnTo>
                  <a:pt x="553" y="419"/>
                </a:lnTo>
                <a:lnTo>
                  <a:pt x="553" y="418"/>
                </a:lnTo>
                <a:lnTo>
                  <a:pt x="553" y="417"/>
                </a:lnTo>
                <a:lnTo>
                  <a:pt x="554" y="416"/>
                </a:lnTo>
                <a:lnTo>
                  <a:pt x="555" y="416"/>
                </a:lnTo>
                <a:lnTo>
                  <a:pt x="555" y="415"/>
                </a:lnTo>
                <a:lnTo>
                  <a:pt x="557" y="414"/>
                </a:lnTo>
                <a:lnTo>
                  <a:pt x="557" y="413"/>
                </a:lnTo>
                <a:lnTo>
                  <a:pt x="558" y="412"/>
                </a:lnTo>
                <a:lnTo>
                  <a:pt x="559" y="410"/>
                </a:lnTo>
                <a:lnTo>
                  <a:pt x="560" y="410"/>
                </a:lnTo>
                <a:lnTo>
                  <a:pt x="561" y="410"/>
                </a:lnTo>
                <a:lnTo>
                  <a:pt x="563" y="409"/>
                </a:lnTo>
                <a:lnTo>
                  <a:pt x="563" y="408"/>
                </a:lnTo>
                <a:lnTo>
                  <a:pt x="564" y="408"/>
                </a:lnTo>
                <a:lnTo>
                  <a:pt x="565" y="407"/>
                </a:lnTo>
                <a:lnTo>
                  <a:pt x="566" y="407"/>
                </a:lnTo>
                <a:lnTo>
                  <a:pt x="566" y="406"/>
                </a:lnTo>
                <a:lnTo>
                  <a:pt x="566" y="405"/>
                </a:lnTo>
                <a:lnTo>
                  <a:pt x="566" y="404"/>
                </a:lnTo>
                <a:lnTo>
                  <a:pt x="566" y="403"/>
                </a:lnTo>
                <a:lnTo>
                  <a:pt x="567" y="403"/>
                </a:lnTo>
                <a:lnTo>
                  <a:pt x="567" y="402"/>
                </a:lnTo>
                <a:lnTo>
                  <a:pt x="568" y="402"/>
                </a:lnTo>
                <a:lnTo>
                  <a:pt x="569" y="402"/>
                </a:lnTo>
                <a:lnTo>
                  <a:pt x="571" y="402"/>
                </a:lnTo>
                <a:lnTo>
                  <a:pt x="572" y="402"/>
                </a:lnTo>
                <a:lnTo>
                  <a:pt x="573" y="402"/>
                </a:lnTo>
                <a:lnTo>
                  <a:pt x="574" y="402"/>
                </a:lnTo>
                <a:lnTo>
                  <a:pt x="574" y="401"/>
                </a:lnTo>
                <a:lnTo>
                  <a:pt x="575" y="401"/>
                </a:lnTo>
                <a:lnTo>
                  <a:pt x="576" y="400"/>
                </a:lnTo>
                <a:lnTo>
                  <a:pt x="577" y="400"/>
                </a:lnTo>
                <a:lnTo>
                  <a:pt x="578" y="400"/>
                </a:lnTo>
                <a:lnTo>
                  <a:pt x="579" y="399"/>
                </a:lnTo>
                <a:lnTo>
                  <a:pt x="580" y="398"/>
                </a:lnTo>
                <a:lnTo>
                  <a:pt x="580" y="397"/>
                </a:lnTo>
                <a:lnTo>
                  <a:pt x="581" y="397"/>
                </a:lnTo>
                <a:lnTo>
                  <a:pt x="581" y="396"/>
                </a:lnTo>
                <a:lnTo>
                  <a:pt x="582" y="396"/>
                </a:lnTo>
                <a:lnTo>
                  <a:pt x="582" y="395"/>
                </a:lnTo>
                <a:lnTo>
                  <a:pt x="582" y="394"/>
                </a:lnTo>
                <a:lnTo>
                  <a:pt x="583" y="394"/>
                </a:lnTo>
                <a:lnTo>
                  <a:pt x="583" y="393"/>
                </a:lnTo>
                <a:lnTo>
                  <a:pt x="584" y="393"/>
                </a:lnTo>
                <a:lnTo>
                  <a:pt x="586" y="393"/>
                </a:lnTo>
                <a:lnTo>
                  <a:pt x="587" y="393"/>
                </a:lnTo>
                <a:lnTo>
                  <a:pt x="588" y="393"/>
                </a:lnTo>
                <a:lnTo>
                  <a:pt x="589" y="393"/>
                </a:lnTo>
                <a:lnTo>
                  <a:pt x="590" y="392"/>
                </a:lnTo>
                <a:lnTo>
                  <a:pt x="591" y="392"/>
                </a:lnTo>
                <a:lnTo>
                  <a:pt x="593" y="391"/>
                </a:lnTo>
                <a:lnTo>
                  <a:pt x="595" y="390"/>
                </a:lnTo>
                <a:lnTo>
                  <a:pt x="596" y="390"/>
                </a:lnTo>
                <a:lnTo>
                  <a:pt x="597" y="390"/>
                </a:lnTo>
                <a:lnTo>
                  <a:pt x="599" y="389"/>
                </a:lnTo>
                <a:lnTo>
                  <a:pt x="600" y="389"/>
                </a:lnTo>
                <a:lnTo>
                  <a:pt x="600" y="388"/>
                </a:lnTo>
                <a:lnTo>
                  <a:pt x="601" y="388"/>
                </a:lnTo>
                <a:lnTo>
                  <a:pt x="601" y="387"/>
                </a:lnTo>
                <a:lnTo>
                  <a:pt x="601" y="386"/>
                </a:lnTo>
                <a:lnTo>
                  <a:pt x="602" y="385"/>
                </a:lnTo>
                <a:lnTo>
                  <a:pt x="603" y="385"/>
                </a:lnTo>
                <a:lnTo>
                  <a:pt x="604" y="385"/>
                </a:lnTo>
                <a:lnTo>
                  <a:pt x="605" y="386"/>
                </a:lnTo>
                <a:lnTo>
                  <a:pt x="606" y="386"/>
                </a:lnTo>
                <a:lnTo>
                  <a:pt x="606" y="387"/>
                </a:lnTo>
                <a:lnTo>
                  <a:pt x="607" y="387"/>
                </a:lnTo>
                <a:lnTo>
                  <a:pt x="608" y="387"/>
                </a:lnTo>
                <a:lnTo>
                  <a:pt x="609" y="388"/>
                </a:lnTo>
                <a:lnTo>
                  <a:pt x="610" y="388"/>
                </a:lnTo>
                <a:lnTo>
                  <a:pt x="611" y="388"/>
                </a:lnTo>
                <a:lnTo>
                  <a:pt x="611" y="389"/>
                </a:lnTo>
                <a:lnTo>
                  <a:pt x="612" y="391"/>
                </a:lnTo>
                <a:lnTo>
                  <a:pt x="612" y="392"/>
                </a:lnTo>
                <a:lnTo>
                  <a:pt x="612" y="393"/>
                </a:lnTo>
                <a:lnTo>
                  <a:pt x="611" y="393"/>
                </a:lnTo>
                <a:lnTo>
                  <a:pt x="609" y="395"/>
                </a:lnTo>
                <a:lnTo>
                  <a:pt x="608" y="396"/>
                </a:lnTo>
                <a:lnTo>
                  <a:pt x="608" y="397"/>
                </a:lnTo>
                <a:lnTo>
                  <a:pt x="608" y="398"/>
                </a:lnTo>
                <a:lnTo>
                  <a:pt x="608" y="399"/>
                </a:lnTo>
                <a:lnTo>
                  <a:pt x="607" y="399"/>
                </a:lnTo>
                <a:lnTo>
                  <a:pt x="608" y="400"/>
                </a:lnTo>
                <a:lnTo>
                  <a:pt x="610" y="400"/>
                </a:lnTo>
                <a:lnTo>
                  <a:pt x="610" y="401"/>
                </a:lnTo>
                <a:lnTo>
                  <a:pt x="611" y="402"/>
                </a:lnTo>
                <a:lnTo>
                  <a:pt x="612" y="402"/>
                </a:lnTo>
                <a:lnTo>
                  <a:pt x="613" y="403"/>
                </a:lnTo>
                <a:lnTo>
                  <a:pt x="614" y="404"/>
                </a:lnTo>
                <a:lnTo>
                  <a:pt x="614" y="405"/>
                </a:lnTo>
                <a:lnTo>
                  <a:pt x="615" y="405"/>
                </a:lnTo>
                <a:lnTo>
                  <a:pt x="616" y="406"/>
                </a:lnTo>
                <a:lnTo>
                  <a:pt x="617" y="405"/>
                </a:lnTo>
                <a:lnTo>
                  <a:pt x="618" y="405"/>
                </a:lnTo>
                <a:lnTo>
                  <a:pt x="618" y="404"/>
                </a:lnTo>
                <a:lnTo>
                  <a:pt x="619" y="405"/>
                </a:lnTo>
                <a:lnTo>
                  <a:pt x="620" y="405"/>
                </a:lnTo>
                <a:lnTo>
                  <a:pt x="621" y="404"/>
                </a:lnTo>
                <a:lnTo>
                  <a:pt x="621" y="403"/>
                </a:lnTo>
                <a:lnTo>
                  <a:pt x="621" y="402"/>
                </a:lnTo>
                <a:lnTo>
                  <a:pt x="621" y="401"/>
                </a:lnTo>
                <a:lnTo>
                  <a:pt x="621" y="400"/>
                </a:lnTo>
                <a:lnTo>
                  <a:pt x="622" y="400"/>
                </a:lnTo>
                <a:lnTo>
                  <a:pt x="622" y="399"/>
                </a:lnTo>
                <a:lnTo>
                  <a:pt x="623" y="399"/>
                </a:lnTo>
                <a:lnTo>
                  <a:pt x="623" y="398"/>
                </a:lnTo>
                <a:lnTo>
                  <a:pt x="623" y="397"/>
                </a:lnTo>
                <a:lnTo>
                  <a:pt x="624" y="397"/>
                </a:lnTo>
                <a:lnTo>
                  <a:pt x="626" y="397"/>
                </a:lnTo>
                <a:lnTo>
                  <a:pt x="627" y="396"/>
                </a:lnTo>
                <a:lnTo>
                  <a:pt x="627" y="395"/>
                </a:lnTo>
                <a:lnTo>
                  <a:pt x="628" y="394"/>
                </a:lnTo>
                <a:lnTo>
                  <a:pt x="629" y="394"/>
                </a:lnTo>
                <a:lnTo>
                  <a:pt x="630" y="393"/>
                </a:lnTo>
                <a:lnTo>
                  <a:pt x="631" y="393"/>
                </a:lnTo>
                <a:lnTo>
                  <a:pt x="632" y="393"/>
                </a:lnTo>
                <a:lnTo>
                  <a:pt x="633" y="393"/>
                </a:lnTo>
                <a:lnTo>
                  <a:pt x="634" y="393"/>
                </a:lnTo>
                <a:lnTo>
                  <a:pt x="635" y="392"/>
                </a:lnTo>
                <a:lnTo>
                  <a:pt x="636" y="392"/>
                </a:lnTo>
                <a:lnTo>
                  <a:pt x="636" y="391"/>
                </a:lnTo>
                <a:lnTo>
                  <a:pt x="637" y="391"/>
                </a:lnTo>
                <a:lnTo>
                  <a:pt x="637" y="390"/>
                </a:lnTo>
                <a:lnTo>
                  <a:pt x="638" y="390"/>
                </a:lnTo>
                <a:lnTo>
                  <a:pt x="638" y="389"/>
                </a:lnTo>
                <a:lnTo>
                  <a:pt x="638" y="388"/>
                </a:lnTo>
                <a:lnTo>
                  <a:pt x="639" y="387"/>
                </a:lnTo>
                <a:lnTo>
                  <a:pt x="639" y="386"/>
                </a:lnTo>
                <a:lnTo>
                  <a:pt x="640" y="386"/>
                </a:lnTo>
                <a:lnTo>
                  <a:pt x="640" y="385"/>
                </a:lnTo>
                <a:lnTo>
                  <a:pt x="640" y="386"/>
                </a:lnTo>
                <a:lnTo>
                  <a:pt x="641" y="386"/>
                </a:lnTo>
                <a:lnTo>
                  <a:pt x="641" y="387"/>
                </a:lnTo>
                <a:lnTo>
                  <a:pt x="640" y="387"/>
                </a:lnTo>
                <a:lnTo>
                  <a:pt x="640" y="388"/>
                </a:lnTo>
                <a:lnTo>
                  <a:pt x="641" y="388"/>
                </a:lnTo>
                <a:lnTo>
                  <a:pt x="641" y="389"/>
                </a:lnTo>
                <a:lnTo>
                  <a:pt x="642" y="389"/>
                </a:lnTo>
                <a:lnTo>
                  <a:pt x="643" y="389"/>
                </a:lnTo>
                <a:lnTo>
                  <a:pt x="644" y="389"/>
                </a:lnTo>
                <a:lnTo>
                  <a:pt x="645" y="390"/>
                </a:lnTo>
                <a:lnTo>
                  <a:pt x="645" y="389"/>
                </a:lnTo>
                <a:lnTo>
                  <a:pt x="646" y="389"/>
                </a:lnTo>
                <a:lnTo>
                  <a:pt x="647" y="389"/>
                </a:lnTo>
                <a:lnTo>
                  <a:pt x="649" y="389"/>
                </a:lnTo>
                <a:lnTo>
                  <a:pt x="650" y="389"/>
                </a:lnTo>
                <a:lnTo>
                  <a:pt x="651" y="389"/>
                </a:lnTo>
                <a:lnTo>
                  <a:pt x="652" y="388"/>
                </a:lnTo>
                <a:lnTo>
                  <a:pt x="652" y="387"/>
                </a:lnTo>
                <a:lnTo>
                  <a:pt x="652" y="386"/>
                </a:lnTo>
                <a:lnTo>
                  <a:pt x="653" y="385"/>
                </a:lnTo>
                <a:lnTo>
                  <a:pt x="653" y="384"/>
                </a:lnTo>
                <a:lnTo>
                  <a:pt x="653" y="383"/>
                </a:lnTo>
                <a:lnTo>
                  <a:pt x="653" y="382"/>
                </a:lnTo>
                <a:lnTo>
                  <a:pt x="652" y="381"/>
                </a:lnTo>
                <a:lnTo>
                  <a:pt x="652" y="379"/>
                </a:lnTo>
                <a:lnTo>
                  <a:pt x="653" y="378"/>
                </a:lnTo>
                <a:lnTo>
                  <a:pt x="653" y="377"/>
                </a:lnTo>
                <a:lnTo>
                  <a:pt x="653" y="376"/>
                </a:lnTo>
                <a:lnTo>
                  <a:pt x="653" y="375"/>
                </a:lnTo>
                <a:lnTo>
                  <a:pt x="654" y="375"/>
                </a:lnTo>
                <a:lnTo>
                  <a:pt x="653" y="374"/>
                </a:lnTo>
                <a:lnTo>
                  <a:pt x="653" y="373"/>
                </a:lnTo>
                <a:lnTo>
                  <a:pt x="653" y="372"/>
                </a:lnTo>
                <a:lnTo>
                  <a:pt x="653" y="371"/>
                </a:lnTo>
                <a:lnTo>
                  <a:pt x="654" y="370"/>
                </a:lnTo>
                <a:lnTo>
                  <a:pt x="655" y="371"/>
                </a:lnTo>
                <a:lnTo>
                  <a:pt x="656" y="371"/>
                </a:lnTo>
                <a:lnTo>
                  <a:pt x="657" y="370"/>
                </a:lnTo>
                <a:lnTo>
                  <a:pt x="658" y="370"/>
                </a:lnTo>
                <a:lnTo>
                  <a:pt x="659" y="369"/>
                </a:lnTo>
                <a:lnTo>
                  <a:pt x="659" y="368"/>
                </a:lnTo>
                <a:lnTo>
                  <a:pt x="659" y="367"/>
                </a:lnTo>
                <a:lnTo>
                  <a:pt x="660" y="367"/>
                </a:lnTo>
                <a:lnTo>
                  <a:pt x="660" y="366"/>
                </a:lnTo>
                <a:lnTo>
                  <a:pt x="660" y="365"/>
                </a:lnTo>
                <a:lnTo>
                  <a:pt x="660" y="364"/>
                </a:lnTo>
                <a:lnTo>
                  <a:pt x="660" y="363"/>
                </a:lnTo>
                <a:lnTo>
                  <a:pt x="660" y="362"/>
                </a:lnTo>
                <a:lnTo>
                  <a:pt x="660" y="361"/>
                </a:lnTo>
                <a:lnTo>
                  <a:pt x="659" y="362"/>
                </a:lnTo>
                <a:lnTo>
                  <a:pt x="658" y="362"/>
                </a:lnTo>
                <a:lnTo>
                  <a:pt x="658" y="361"/>
                </a:lnTo>
                <a:lnTo>
                  <a:pt x="658" y="360"/>
                </a:lnTo>
                <a:lnTo>
                  <a:pt x="658" y="359"/>
                </a:lnTo>
                <a:lnTo>
                  <a:pt x="657" y="358"/>
                </a:lnTo>
                <a:lnTo>
                  <a:pt x="656" y="357"/>
                </a:lnTo>
                <a:lnTo>
                  <a:pt x="656" y="356"/>
                </a:lnTo>
                <a:lnTo>
                  <a:pt x="657" y="356"/>
                </a:lnTo>
                <a:lnTo>
                  <a:pt x="658" y="355"/>
                </a:lnTo>
                <a:lnTo>
                  <a:pt x="657" y="355"/>
                </a:lnTo>
                <a:lnTo>
                  <a:pt x="657" y="354"/>
                </a:lnTo>
                <a:lnTo>
                  <a:pt x="657" y="353"/>
                </a:lnTo>
                <a:lnTo>
                  <a:pt x="657" y="352"/>
                </a:lnTo>
                <a:lnTo>
                  <a:pt x="657" y="351"/>
                </a:lnTo>
                <a:lnTo>
                  <a:pt x="657" y="350"/>
                </a:lnTo>
                <a:lnTo>
                  <a:pt x="657" y="348"/>
                </a:lnTo>
                <a:lnTo>
                  <a:pt x="658" y="348"/>
                </a:lnTo>
                <a:lnTo>
                  <a:pt x="657" y="348"/>
                </a:lnTo>
                <a:lnTo>
                  <a:pt x="656" y="347"/>
                </a:lnTo>
                <a:lnTo>
                  <a:pt x="656" y="346"/>
                </a:lnTo>
                <a:lnTo>
                  <a:pt x="655" y="346"/>
                </a:lnTo>
                <a:lnTo>
                  <a:pt x="655" y="345"/>
                </a:lnTo>
                <a:lnTo>
                  <a:pt x="655" y="343"/>
                </a:lnTo>
                <a:lnTo>
                  <a:pt x="656" y="343"/>
                </a:lnTo>
                <a:lnTo>
                  <a:pt x="655" y="342"/>
                </a:lnTo>
                <a:lnTo>
                  <a:pt x="655" y="341"/>
                </a:lnTo>
                <a:lnTo>
                  <a:pt x="654" y="340"/>
                </a:lnTo>
                <a:lnTo>
                  <a:pt x="654" y="339"/>
                </a:lnTo>
                <a:lnTo>
                  <a:pt x="655" y="339"/>
                </a:lnTo>
                <a:lnTo>
                  <a:pt x="655" y="338"/>
                </a:lnTo>
                <a:lnTo>
                  <a:pt x="654" y="338"/>
                </a:lnTo>
                <a:lnTo>
                  <a:pt x="654" y="337"/>
                </a:lnTo>
                <a:lnTo>
                  <a:pt x="654" y="336"/>
                </a:lnTo>
                <a:lnTo>
                  <a:pt x="653" y="335"/>
                </a:lnTo>
                <a:lnTo>
                  <a:pt x="653" y="334"/>
                </a:lnTo>
                <a:lnTo>
                  <a:pt x="654" y="334"/>
                </a:lnTo>
                <a:lnTo>
                  <a:pt x="654" y="333"/>
                </a:lnTo>
                <a:lnTo>
                  <a:pt x="653" y="332"/>
                </a:lnTo>
                <a:lnTo>
                  <a:pt x="652" y="332"/>
                </a:lnTo>
                <a:lnTo>
                  <a:pt x="652" y="331"/>
                </a:lnTo>
                <a:lnTo>
                  <a:pt x="653" y="330"/>
                </a:lnTo>
                <a:lnTo>
                  <a:pt x="653" y="329"/>
                </a:lnTo>
                <a:lnTo>
                  <a:pt x="652" y="329"/>
                </a:lnTo>
                <a:lnTo>
                  <a:pt x="651" y="328"/>
                </a:lnTo>
                <a:lnTo>
                  <a:pt x="651" y="327"/>
                </a:lnTo>
                <a:lnTo>
                  <a:pt x="651" y="326"/>
                </a:lnTo>
                <a:lnTo>
                  <a:pt x="651" y="325"/>
                </a:lnTo>
                <a:lnTo>
                  <a:pt x="650" y="324"/>
                </a:lnTo>
                <a:lnTo>
                  <a:pt x="649" y="324"/>
                </a:lnTo>
                <a:lnTo>
                  <a:pt x="648" y="323"/>
                </a:lnTo>
                <a:lnTo>
                  <a:pt x="648" y="322"/>
                </a:lnTo>
                <a:lnTo>
                  <a:pt x="647" y="321"/>
                </a:lnTo>
                <a:lnTo>
                  <a:pt x="646" y="320"/>
                </a:lnTo>
                <a:lnTo>
                  <a:pt x="646" y="319"/>
                </a:lnTo>
                <a:lnTo>
                  <a:pt x="645" y="318"/>
                </a:lnTo>
                <a:lnTo>
                  <a:pt x="645" y="317"/>
                </a:lnTo>
                <a:lnTo>
                  <a:pt x="644" y="316"/>
                </a:lnTo>
                <a:lnTo>
                  <a:pt x="643" y="316"/>
                </a:lnTo>
                <a:lnTo>
                  <a:pt x="643" y="315"/>
                </a:lnTo>
                <a:lnTo>
                  <a:pt x="643" y="314"/>
                </a:lnTo>
                <a:lnTo>
                  <a:pt x="643" y="313"/>
                </a:lnTo>
                <a:lnTo>
                  <a:pt x="643" y="312"/>
                </a:lnTo>
                <a:lnTo>
                  <a:pt x="643" y="311"/>
                </a:lnTo>
                <a:lnTo>
                  <a:pt x="642" y="311"/>
                </a:lnTo>
                <a:lnTo>
                  <a:pt x="642" y="309"/>
                </a:lnTo>
                <a:lnTo>
                  <a:pt x="643" y="309"/>
                </a:lnTo>
                <a:lnTo>
                  <a:pt x="643" y="308"/>
                </a:lnTo>
                <a:lnTo>
                  <a:pt x="643" y="307"/>
                </a:lnTo>
                <a:lnTo>
                  <a:pt x="643" y="306"/>
                </a:lnTo>
                <a:lnTo>
                  <a:pt x="643" y="305"/>
                </a:lnTo>
                <a:lnTo>
                  <a:pt x="643" y="304"/>
                </a:lnTo>
                <a:lnTo>
                  <a:pt x="643" y="303"/>
                </a:lnTo>
                <a:lnTo>
                  <a:pt x="642" y="302"/>
                </a:lnTo>
                <a:lnTo>
                  <a:pt x="641" y="301"/>
                </a:lnTo>
                <a:lnTo>
                  <a:pt x="640" y="300"/>
                </a:lnTo>
                <a:lnTo>
                  <a:pt x="641" y="300"/>
                </a:lnTo>
                <a:lnTo>
                  <a:pt x="641" y="299"/>
                </a:lnTo>
                <a:lnTo>
                  <a:pt x="642" y="299"/>
                </a:lnTo>
                <a:lnTo>
                  <a:pt x="642" y="297"/>
                </a:lnTo>
                <a:lnTo>
                  <a:pt x="642" y="296"/>
                </a:lnTo>
                <a:lnTo>
                  <a:pt x="643" y="295"/>
                </a:lnTo>
                <a:lnTo>
                  <a:pt x="644" y="294"/>
                </a:lnTo>
                <a:lnTo>
                  <a:pt x="644" y="293"/>
                </a:lnTo>
                <a:lnTo>
                  <a:pt x="644" y="292"/>
                </a:lnTo>
                <a:lnTo>
                  <a:pt x="644" y="291"/>
                </a:lnTo>
                <a:lnTo>
                  <a:pt x="645" y="290"/>
                </a:lnTo>
                <a:lnTo>
                  <a:pt x="645" y="289"/>
                </a:lnTo>
                <a:lnTo>
                  <a:pt x="645" y="288"/>
                </a:lnTo>
                <a:lnTo>
                  <a:pt x="646" y="287"/>
                </a:lnTo>
                <a:lnTo>
                  <a:pt x="646" y="286"/>
                </a:lnTo>
                <a:lnTo>
                  <a:pt x="645" y="284"/>
                </a:lnTo>
                <a:lnTo>
                  <a:pt x="645" y="282"/>
                </a:lnTo>
                <a:lnTo>
                  <a:pt x="645" y="281"/>
                </a:lnTo>
                <a:lnTo>
                  <a:pt x="645" y="280"/>
                </a:lnTo>
                <a:lnTo>
                  <a:pt x="645" y="279"/>
                </a:lnTo>
                <a:lnTo>
                  <a:pt x="645" y="278"/>
                </a:lnTo>
                <a:lnTo>
                  <a:pt x="645" y="275"/>
                </a:lnTo>
                <a:lnTo>
                  <a:pt x="645" y="274"/>
                </a:lnTo>
                <a:lnTo>
                  <a:pt x="644" y="273"/>
                </a:lnTo>
                <a:lnTo>
                  <a:pt x="643" y="272"/>
                </a:lnTo>
                <a:lnTo>
                  <a:pt x="643" y="271"/>
                </a:lnTo>
                <a:lnTo>
                  <a:pt x="643" y="270"/>
                </a:lnTo>
                <a:lnTo>
                  <a:pt x="642" y="269"/>
                </a:lnTo>
                <a:lnTo>
                  <a:pt x="643" y="268"/>
                </a:lnTo>
                <a:lnTo>
                  <a:pt x="643" y="267"/>
                </a:lnTo>
                <a:lnTo>
                  <a:pt x="643" y="265"/>
                </a:lnTo>
                <a:lnTo>
                  <a:pt x="644" y="265"/>
                </a:lnTo>
                <a:lnTo>
                  <a:pt x="644" y="264"/>
                </a:lnTo>
                <a:lnTo>
                  <a:pt x="644" y="263"/>
                </a:lnTo>
                <a:lnTo>
                  <a:pt x="645" y="262"/>
                </a:lnTo>
                <a:lnTo>
                  <a:pt x="645" y="261"/>
                </a:lnTo>
                <a:lnTo>
                  <a:pt x="646" y="260"/>
                </a:lnTo>
                <a:lnTo>
                  <a:pt x="646" y="259"/>
                </a:lnTo>
                <a:lnTo>
                  <a:pt x="647" y="258"/>
                </a:lnTo>
                <a:lnTo>
                  <a:pt x="647" y="257"/>
                </a:lnTo>
                <a:lnTo>
                  <a:pt x="647" y="256"/>
                </a:lnTo>
                <a:lnTo>
                  <a:pt x="648" y="256"/>
                </a:lnTo>
                <a:lnTo>
                  <a:pt x="648" y="255"/>
                </a:lnTo>
                <a:lnTo>
                  <a:pt x="649" y="254"/>
                </a:lnTo>
                <a:lnTo>
                  <a:pt x="649" y="253"/>
                </a:lnTo>
                <a:lnTo>
                  <a:pt x="649" y="252"/>
                </a:lnTo>
                <a:lnTo>
                  <a:pt x="650" y="252"/>
                </a:lnTo>
                <a:lnTo>
                  <a:pt x="650" y="251"/>
                </a:lnTo>
                <a:lnTo>
                  <a:pt x="651" y="251"/>
                </a:lnTo>
                <a:lnTo>
                  <a:pt x="651" y="252"/>
                </a:lnTo>
                <a:lnTo>
                  <a:pt x="652" y="253"/>
                </a:lnTo>
                <a:lnTo>
                  <a:pt x="652" y="254"/>
                </a:lnTo>
                <a:lnTo>
                  <a:pt x="653" y="255"/>
                </a:lnTo>
                <a:lnTo>
                  <a:pt x="653" y="256"/>
                </a:lnTo>
                <a:lnTo>
                  <a:pt x="654" y="256"/>
                </a:lnTo>
                <a:lnTo>
                  <a:pt x="654" y="257"/>
                </a:lnTo>
                <a:lnTo>
                  <a:pt x="655" y="257"/>
                </a:lnTo>
                <a:lnTo>
                  <a:pt x="655" y="256"/>
                </a:lnTo>
                <a:lnTo>
                  <a:pt x="656" y="256"/>
                </a:lnTo>
                <a:lnTo>
                  <a:pt x="657" y="256"/>
                </a:lnTo>
                <a:lnTo>
                  <a:pt x="657" y="255"/>
                </a:lnTo>
                <a:lnTo>
                  <a:pt x="659" y="255"/>
                </a:lnTo>
                <a:lnTo>
                  <a:pt x="660" y="254"/>
                </a:lnTo>
                <a:lnTo>
                  <a:pt x="661" y="253"/>
                </a:lnTo>
                <a:lnTo>
                  <a:pt x="662" y="252"/>
                </a:lnTo>
                <a:lnTo>
                  <a:pt x="662" y="251"/>
                </a:lnTo>
                <a:lnTo>
                  <a:pt x="663" y="251"/>
                </a:lnTo>
                <a:lnTo>
                  <a:pt x="664" y="251"/>
                </a:lnTo>
                <a:lnTo>
                  <a:pt x="664" y="252"/>
                </a:lnTo>
                <a:lnTo>
                  <a:pt x="665" y="253"/>
                </a:lnTo>
                <a:lnTo>
                  <a:pt x="666" y="253"/>
                </a:lnTo>
                <a:lnTo>
                  <a:pt x="667" y="253"/>
                </a:lnTo>
                <a:lnTo>
                  <a:pt x="668" y="253"/>
                </a:lnTo>
                <a:lnTo>
                  <a:pt x="669" y="253"/>
                </a:lnTo>
                <a:lnTo>
                  <a:pt x="669" y="252"/>
                </a:lnTo>
                <a:lnTo>
                  <a:pt x="670" y="252"/>
                </a:lnTo>
                <a:lnTo>
                  <a:pt x="671" y="251"/>
                </a:lnTo>
                <a:lnTo>
                  <a:pt x="672" y="250"/>
                </a:lnTo>
                <a:lnTo>
                  <a:pt x="673" y="250"/>
                </a:lnTo>
                <a:lnTo>
                  <a:pt x="673" y="249"/>
                </a:lnTo>
                <a:lnTo>
                  <a:pt x="673" y="247"/>
                </a:lnTo>
                <a:lnTo>
                  <a:pt x="673" y="246"/>
                </a:lnTo>
                <a:lnTo>
                  <a:pt x="673" y="245"/>
                </a:lnTo>
                <a:lnTo>
                  <a:pt x="675" y="243"/>
                </a:lnTo>
                <a:lnTo>
                  <a:pt x="675" y="242"/>
                </a:lnTo>
                <a:lnTo>
                  <a:pt x="675" y="241"/>
                </a:lnTo>
                <a:lnTo>
                  <a:pt x="676" y="241"/>
                </a:lnTo>
                <a:lnTo>
                  <a:pt x="677" y="241"/>
                </a:lnTo>
                <a:lnTo>
                  <a:pt x="677" y="240"/>
                </a:lnTo>
                <a:lnTo>
                  <a:pt x="677" y="239"/>
                </a:lnTo>
                <a:lnTo>
                  <a:pt x="677" y="238"/>
                </a:lnTo>
                <a:lnTo>
                  <a:pt x="678" y="237"/>
                </a:lnTo>
                <a:lnTo>
                  <a:pt x="679" y="237"/>
                </a:lnTo>
                <a:lnTo>
                  <a:pt x="680" y="236"/>
                </a:lnTo>
                <a:lnTo>
                  <a:pt x="680" y="235"/>
                </a:lnTo>
                <a:lnTo>
                  <a:pt x="681" y="235"/>
                </a:lnTo>
                <a:lnTo>
                  <a:pt x="681" y="234"/>
                </a:lnTo>
                <a:lnTo>
                  <a:pt x="681" y="233"/>
                </a:lnTo>
                <a:lnTo>
                  <a:pt x="681" y="232"/>
                </a:lnTo>
                <a:lnTo>
                  <a:pt x="682" y="232"/>
                </a:lnTo>
                <a:lnTo>
                  <a:pt x="682" y="231"/>
                </a:lnTo>
                <a:lnTo>
                  <a:pt x="683" y="231"/>
                </a:lnTo>
                <a:lnTo>
                  <a:pt x="684" y="231"/>
                </a:lnTo>
                <a:lnTo>
                  <a:pt x="686" y="231"/>
                </a:lnTo>
                <a:lnTo>
                  <a:pt x="687" y="232"/>
                </a:lnTo>
                <a:lnTo>
                  <a:pt x="688" y="232"/>
                </a:lnTo>
                <a:lnTo>
                  <a:pt x="689" y="232"/>
                </a:lnTo>
                <a:lnTo>
                  <a:pt x="690" y="232"/>
                </a:lnTo>
                <a:lnTo>
                  <a:pt x="690" y="231"/>
                </a:lnTo>
                <a:lnTo>
                  <a:pt x="690" y="230"/>
                </a:lnTo>
                <a:lnTo>
                  <a:pt x="690" y="229"/>
                </a:lnTo>
                <a:lnTo>
                  <a:pt x="690" y="228"/>
                </a:lnTo>
                <a:lnTo>
                  <a:pt x="691" y="228"/>
                </a:lnTo>
                <a:lnTo>
                  <a:pt x="691" y="227"/>
                </a:lnTo>
                <a:lnTo>
                  <a:pt x="690" y="227"/>
                </a:lnTo>
                <a:lnTo>
                  <a:pt x="690" y="226"/>
                </a:lnTo>
                <a:lnTo>
                  <a:pt x="689" y="225"/>
                </a:lnTo>
                <a:lnTo>
                  <a:pt x="688" y="225"/>
                </a:lnTo>
                <a:lnTo>
                  <a:pt x="688" y="224"/>
                </a:lnTo>
                <a:lnTo>
                  <a:pt x="688" y="223"/>
                </a:lnTo>
                <a:lnTo>
                  <a:pt x="689" y="223"/>
                </a:lnTo>
                <a:lnTo>
                  <a:pt x="690" y="223"/>
                </a:lnTo>
                <a:lnTo>
                  <a:pt x="691" y="222"/>
                </a:lnTo>
                <a:lnTo>
                  <a:pt x="692" y="220"/>
                </a:lnTo>
                <a:lnTo>
                  <a:pt x="694" y="219"/>
                </a:lnTo>
                <a:lnTo>
                  <a:pt x="695" y="218"/>
                </a:lnTo>
                <a:lnTo>
                  <a:pt x="696" y="218"/>
                </a:lnTo>
                <a:lnTo>
                  <a:pt x="696" y="217"/>
                </a:lnTo>
                <a:lnTo>
                  <a:pt x="697" y="217"/>
                </a:lnTo>
                <a:lnTo>
                  <a:pt x="697" y="216"/>
                </a:lnTo>
                <a:lnTo>
                  <a:pt x="697" y="215"/>
                </a:lnTo>
                <a:lnTo>
                  <a:pt x="698" y="215"/>
                </a:lnTo>
                <a:lnTo>
                  <a:pt x="698" y="214"/>
                </a:lnTo>
                <a:lnTo>
                  <a:pt x="699" y="214"/>
                </a:lnTo>
                <a:lnTo>
                  <a:pt x="699" y="213"/>
                </a:lnTo>
                <a:lnTo>
                  <a:pt x="700" y="213"/>
                </a:lnTo>
                <a:lnTo>
                  <a:pt x="701" y="213"/>
                </a:lnTo>
                <a:lnTo>
                  <a:pt x="702" y="213"/>
                </a:lnTo>
                <a:lnTo>
                  <a:pt x="702" y="212"/>
                </a:lnTo>
                <a:lnTo>
                  <a:pt x="703" y="212"/>
                </a:lnTo>
                <a:lnTo>
                  <a:pt x="703" y="211"/>
                </a:lnTo>
                <a:lnTo>
                  <a:pt x="704" y="210"/>
                </a:lnTo>
                <a:lnTo>
                  <a:pt x="705" y="209"/>
                </a:lnTo>
                <a:lnTo>
                  <a:pt x="706" y="209"/>
                </a:lnTo>
                <a:lnTo>
                  <a:pt x="706" y="208"/>
                </a:lnTo>
                <a:lnTo>
                  <a:pt x="707" y="208"/>
                </a:lnTo>
                <a:lnTo>
                  <a:pt x="708" y="208"/>
                </a:lnTo>
                <a:lnTo>
                  <a:pt x="708" y="207"/>
                </a:lnTo>
                <a:lnTo>
                  <a:pt x="709" y="206"/>
                </a:lnTo>
                <a:lnTo>
                  <a:pt x="709" y="205"/>
                </a:lnTo>
                <a:lnTo>
                  <a:pt x="710" y="204"/>
                </a:lnTo>
                <a:lnTo>
                  <a:pt x="711" y="203"/>
                </a:lnTo>
                <a:lnTo>
                  <a:pt x="712" y="203"/>
                </a:lnTo>
                <a:lnTo>
                  <a:pt x="713" y="202"/>
                </a:lnTo>
                <a:lnTo>
                  <a:pt x="714" y="200"/>
                </a:lnTo>
                <a:lnTo>
                  <a:pt x="714" y="198"/>
                </a:lnTo>
                <a:lnTo>
                  <a:pt x="715" y="197"/>
                </a:lnTo>
                <a:lnTo>
                  <a:pt x="715" y="196"/>
                </a:lnTo>
                <a:lnTo>
                  <a:pt x="714" y="195"/>
                </a:lnTo>
                <a:lnTo>
                  <a:pt x="714" y="193"/>
                </a:lnTo>
                <a:lnTo>
                  <a:pt x="714" y="192"/>
                </a:lnTo>
                <a:lnTo>
                  <a:pt x="714" y="191"/>
                </a:lnTo>
                <a:lnTo>
                  <a:pt x="714" y="188"/>
                </a:lnTo>
                <a:lnTo>
                  <a:pt x="715" y="187"/>
                </a:lnTo>
                <a:lnTo>
                  <a:pt x="715" y="186"/>
                </a:lnTo>
                <a:lnTo>
                  <a:pt x="716" y="185"/>
                </a:lnTo>
                <a:lnTo>
                  <a:pt x="717" y="184"/>
                </a:lnTo>
                <a:lnTo>
                  <a:pt x="717" y="183"/>
                </a:lnTo>
                <a:lnTo>
                  <a:pt x="718" y="182"/>
                </a:lnTo>
                <a:lnTo>
                  <a:pt x="719" y="182"/>
                </a:lnTo>
                <a:lnTo>
                  <a:pt x="720" y="182"/>
                </a:lnTo>
                <a:lnTo>
                  <a:pt x="721" y="182"/>
                </a:lnTo>
                <a:lnTo>
                  <a:pt x="721" y="181"/>
                </a:lnTo>
                <a:lnTo>
                  <a:pt x="721" y="179"/>
                </a:lnTo>
                <a:lnTo>
                  <a:pt x="720" y="179"/>
                </a:lnTo>
                <a:lnTo>
                  <a:pt x="720" y="180"/>
                </a:lnTo>
                <a:lnTo>
                  <a:pt x="719" y="180"/>
                </a:lnTo>
                <a:lnTo>
                  <a:pt x="718" y="181"/>
                </a:lnTo>
                <a:lnTo>
                  <a:pt x="716" y="180"/>
                </a:lnTo>
                <a:lnTo>
                  <a:pt x="715" y="179"/>
                </a:lnTo>
                <a:lnTo>
                  <a:pt x="714" y="179"/>
                </a:lnTo>
                <a:lnTo>
                  <a:pt x="714" y="178"/>
                </a:lnTo>
                <a:lnTo>
                  <a:pt x="714" y="177"/>
                </a:lnTo>
                <a:lnTo>
                  <a:pt x="714" y="176"/>
                </a:lnTo>
                <a:lnTo>
                  <a:pt x="714" y="175"/>
                </a:lnTo>
                <a:lnTo>
                  <a:pt x="713" y="175"/>
                </a:lnTo>
                <a:lnTo>
                  <a:pt x="714" y="175"/>
                </a:lnTo>
                <a:lnTo>
                  <a:pt x="714" y="174"/>
                </a:lnTo>
                <a:lnTo>
                  <a:pt x="714" y="173"/>
                </a:lnTo>
                <a:lnTo>
                  <a:pt x="713" y="172"/>
                </a:lnTo>
                <a:lnTo>
                  <a:pt x="712" y="172"/>
                </a:lnTo>
                <a:lnTo>
                  <a:pt x="711" y="172"/>
                </a:lnTo>
                <a:lnTo>
                  <a:pt x="710" y="172"/>
                </a:lnTo>
                <a:lnTo>
                  <a:pt x="710" y="173"/>
                </a:lnTo>
                <a:lnTo>
                  <a:pt x="709" y="173"/>
                </a:lnTo>
                <a:lnTo>
                  <a:pt x="708" y="173"/>
                </a:lnTo>
                <a:lnTo>
                  <a:pt x="708" y="172"/>
                </a:lnTo>
                <a:lnTo>
                  <a:pt x="707" y="171"/>
                </a:lnTo>
                <a:lnTo>
                  <a:pt x="706" y="170"/>
                </a:lnTo>
                <a:lnTo>
                  <a:pt x="706" y="169"/>
                </a:lnTo>
                <a:lnTo>
                  <a:pt x="706" y="168"/>
                </a:lnTo>
                <a:lnTo>
                  <a:pt x="707" y="167"/>
                </a:lnTo>
                <a:lnTo>
                  <a:pt x="707" y="166"/>
                </a:lnTo>
                <a:lnTo>
                  <a:pt x="708" y="166"/>
                </a:lnTo>
                <a:lnTo>
                  <a:pt x="709" y="165"/>
                </a:lnTo>
                <a:lnTo>
                  <a:pt x="710" y="163"/>
                </a:lnTo>
                <a:lnTo>
                  <a:pt x="709" y="162"/>
                </a:lnTo>
                <a:lnTo>
                  <a:pt x="709" y="161"/>
                </a:lnTo>
                <a:lnTo>
                  <a:pt x="709" y="160"/>
                </a:lnTo>
                <a:lnTo>
                  <a:pt x="710" y="160"/>
                </a:lnTo>
                <a:lnTo>
                  <a:pt x="711" y="160"/>
                </a:lnTo>
                <a:lnTo>
                  <a:pt x="712" y="159"/>
                </a:lnTo>
                <a:lnTo>
                  <a:pt x="713" y="158"/>
                </a:lnTo>
                <a:lnTo>
                  <a:pt x="714" y="158"/>
                </a:lnTo>
                <a:lnTo>
                  <a:pt x="715" y="158"/>
                </a:lnTo>
                <a:lnTo>
                  <a:pt x="715" y="157"/>
                </a:lnTo>
                <a:lnTo>
                  <a:pt x="715" y="156"/>
                </a:lnTo>
                <a:lnTo>
                  <a:pt x="716" y="156"/>
                </a:lnTo>
                <a:lnTo>
                  <a:pt x="717" y="156"/>
                </a:lnTo>
                <a:lnTo>
                  <a:pt x="717" y="155"/>
                </a:lnTo>
                <a:lnTo>
                  <a:pt x="718" y="155"/>
                </a:lnTo>
                <a:lnTo>
                  <a:pt x="718" y="154"/>
                </a:lnTo>
                <a:lnTo>
                  <a:pt x="719" y="154"/>
                </a:lnTo>
                <a:lnTo>
                  <a:pt x="719" y="153"/>
                </a:lnTo>
                <a:lnTo>
                  <a:pt x="719" y="152"/>
                </a:lnTo>
                <a:lnTo>
                  <a:pt x="720" y="152"/>
                </a:lnTo>
                <a:lnTo>
                  <a:pt x="721" y="151"/>
                </a:lnTo>
                <a:lnTo>
                  <a:pt x="721" y="149"/>
                </a:lnTo>
                <a:lnTo>
                  <a:pt x="722" y="149"/>
                </a:lnTo>
                <a:lnTo>
                  <a:pt x="722" y="148"/>
                </a:lnTo>
                <a:lnTo>
                  <a:pt x="722" y="147"/>
                </a:lnTo>
                <a:lnTo>
                  <a:pt x="723" y="146"/>
                </a:lnTo>
                <a:lnTo>
                  <a:pt x="724" y="146"/>
                </a:lnTo>
                <a:lnTo>
                  <a:pt x="726" y="145"/>
                </a:lnTo>
                <a:lnTo>
                  <a:pt x="727" y="145"/>
                </a:lnTo>
                <a:lnTo>
                  <a:pt x="728" y="145"/>
                </a:lnTo>
                <a:lnTo>
                  <a:pt x="728" y="144"/>
                </a:lnTo>
                <a:lnTo>
                  <a:pt x="729" y="143"/>
                </a:lnTo>
                <a:lnTo>
                  <a:pt x="730" y="143"/>
                </a:lnTo>
                <a:lnTo>
                  <a:pt x="730" y="142"/>
                </a:lnTo>
                <a:lnTo>
                  <a:pt x="731" y="142"/>
                </a:lnTo>
                <a:lnTo>
                  <a:pt x="731" y="143"/>
                </a:lnTo>
                <a:lnTo>
                  <a:pt x="732" y="143"/>
                </a:lnTo>
                <a:lnTo>
                  <a:pt x="732" y="144"/>
                </a:lnTo>
                <a:lnTo>
                  <a:pt x="733" y="144"/>
                </a:lnTo>
                <a:lnTo>
                  <a:pt x="733" y="145"/>
                </a:lnTo>
                <a:lnTo>
                  <a:pt x="734" y="145"/>
                </a:lnTo>
                <a:lnTo>
                  <a:pt x="735" y="145"/>
                </a:lnTo>
                <a:lnTo>
                  <a:pt x="735" y="146"/>
                </a:lnTo>
                <a:lnTo>
                  <a:pt x="736" y="146"/>
                </a:lnTo>
                <a:lnTo>
                  <a:pt x="736" y="147"/>
                </a:lnTo>
                <a:lnTo>
                  <a:pt x="737" y="147"/>
                </a:lnTo>
                <a:lnTo>
                  <a:pt x="737" y="148"/>
                </a:lnTo>
                <a:lnTo>
                  <a:pt x="736" y="149"/>
                </a:lnTo>
                <a:lnTo>
                  <a:pt x="737" y="149"/>
                </a:lnTo>
                <a:lnTo>
                  <a:pt x="737" y="150"/>
                </a:lnTo>
                <a:lnTo>
                  <a:pt x="738" y="151"/>
                </a:lnTo>
                <a:lnTo>
                  <a:pt x="739" y="151"/>
                </a:lnTo>
                <a:lnTo>
                  <a:pt x="740" y="150"/>
                </a:lnTo>
                <a:lnTo>
                  <a:pt x="740" y="149"/>
                </a:lnTo>
                <a:lnTo>
                  <a:pt x="740" y="148"/>
                </a:lnTo>
                <a:lnTo>
                  <a:pt x="740" y="147"/>
                </a:lnTo>
                <a:lnTo>
                  <a:pt x="741" y="147"/>
                </a:lnTo>
                <a:lnTo>
                  <a:pt x="741" y="146"/>
                </a:lnTo>
                <a:lnTo>
                  <a:pt x="742" y="146"/>
                </a:lnTo>
                <a:lnTo>
                  <a:pt x="743" y="146"/>
                </a:lnTo>
                <a:lnTo>
                  <a:pt x="744" y="146"/>
                </a:lnTo>
                <a:lnTo>
                  <a:pt x="745" y="146"/>
                </a:lnTo>
                <a:lnTo>
                  <a:pt x="746" y="146"/>
                </a:lnTo>
                <a:lnTo>
                  <a:pt x="746" y="145"/>
                </a:lnTo>
                <a:lnTo>
                  <a:pt x="747" y="144"/>
                </a:lnTo>
                <a:lnTo>
                  <a:pt x="747" y="143"/>
                </a:lnTo>
                <a:lnTo>
                  <a:pt x="749" y="143"/>
                </a:lnTo>
                <a:lnTo>
                  <a:pt x="749" y="142"/>
                </a:lnTo>
                <a:lnTo>
                  <a:pt x="750" y="142"/>
                </a:lnTo>
                <a:lnTo>
                  <a:pt x="751" y="141"/>
                </a:lnTo>
                <a:lnTo>
                  <a:pt x="752" y="140"/>
                </a:lnTo>
                <a:lnTo>
                  <a:pt x="753" y="140"/>
                </a:lnTo>
                <a:lnTo>
                  <a:pt x="754" y="139"/>
                </a:lnTo>
                <a:lnTo>
                  <a:pt x="755" y="139"/>
                </a:lnTo>
                <a:lnTo>
                  <a:pt x="756" y="138"/>
                </a:lnTo>
                <a:lnTo>
                  <a:pt x="757" y="137"/>
                </a:lnTo>
                <a:lnTo>
                  <a:pt x="757" y="135"/>
                </a:lnTo>
                <a:lnTo>
                  <a:pt x="757" y="134"/>
                </a:lnTo>
                <a:lnTo>
                  <a:pt x="756" y="133"/>
                </a:lnTo>
                <a:lnTo>
                  <a:pt x="756" y="132"/>
                </a:lnTo>
                <a:lnTo>
                  <a:pt x="755" y="132"/>
                </a:lnTo>
                <a:lnTo>
                  <a:pt x="755" y="131"/>
                </a:lnTo>
                <a:lnTo>
                  <a:pt x="755" y="130"/>
                </a:lnTo>
                <a:lnTo>
                  <a:pt x="755" y="129"/>
                </a:lnTo>
                <a:lnTo>
                  <a:pt x="755" y="128"/>
                </a:lnTo>
                <a:lnTo>
                  <a:pt x="755" y="127"/>
                </a:lnTo>
                <a:lnTo>
                  <a:pt x="755" y="126"/>
                </a:lnTo>
                <a:lnTo>
                  <a:pt x="755" y="125"/>
                </a:lnTo>
                <a:lnTo>
                  <a:pt x="755" y="124"/>
                </a:lnTo>
                <a:lnTo>
                  <a:pt x="754" y="124"/>
                </a:lnTo>
                <a:lnTo>
                  <a:pt x="754" y="123"/>
                </a:lnTo>
                <a:lnTo>
                  <a:pt x="753" y="122"/>
                </a:lnTo>
                <a:lnTo>
                  <a:pt x="752" y="121"/>
                </a:lnTo>
                <a:lnTo>
                  <a:pt x="752" y="120"/>
                </a:lnTo>
                <a:lnTo>
                  <a:pt x="752" y="118"/>
                </a:lnTo>
                <a:lnTo>
                  <a:pt x="752" y="117"/>
                </a:lnTo>
                <a:lnTo>
                  <a:pt x="752" y="116"/>
                </a:lnTo>
                <a:lnTo>
                  <a:pt x="751" y="115"/>
                </a:lnTo>
                <a:lnTo>
                  <a:pt x="751" y="114"/>
                </a:lnTo>
                <a:lnTo>
                  <a:pt x="750" y="114"/>
                </a:lnTo>
                <a:lnTo>
                  <a:pt x="750" y="113"/>
                </a:lnTo>
                <a:lnTo>
                  <a:pt x="750" y="112"/>
                </a:lnTo>
                <a:lnTo>
                  <a:pt x="749" y="112"/>
                </a:lnTo>
                <a:lnTo>
                  <a:pt x="749" y="111"/>
                </a:lnTo>
                <a:lnTo>
                  <a:pt x="748" y="111"/>
                </a:lnTo>
                <a:lnTo>
                  <a:pt x="748" y="110"/>
                </a:lnTo>
                <a:lnTo>
                  <a:pt x="747" y="109"/>
                </a:lnTo>
                <a:lnTo>
                  <a:pt x="747" y="108"/>
                </a:lnTo>
                <a:lnTo>
                  <a:pt x="748" y="108"/>
                </a:lnTo>
                <a:lnTo>
                  <a:pt x="749" y="108"/>
                </a:lnTo>
                <a:lnTo>
                  <a:pt x="749" y="107"/>
                </a:lnTo>
                <a:lnTo>
                  <a:pt x="749" y="105"/>
                </a:lnTo>
                <a:lnTo>
                  <a:pt x="749" y="104"/>
                </a:lnTo>
                <a:lnTo>
                  <a:pt x="750" y="103"/>
                </a:lnTo>
                <a:lnTo>
                  <a:pt x="751" y="103"/>
                </a:lnTo>
                <a:lnTo>
                  <a:pt x="751" y="102"/>
                </a:lnTo>
                <a:lnTo>
                  <a:pt x="752" y="102"/>
                </a:lnTo>
                <a:lnTo>
                  <a:pt x="753" y="102"/>
                </a:lnTo>
                <a:lnTo>
                  <a:pt x="753" y="101"/>
                </a:lnTo>
                <a:lnTo>
                  <a:pt x="753" y="100"/>
                </a:lnTo>
                <a:lnTo>
                  <a:pt x="753" y="99"/>
                </a:lnTo>
                <a:lnTo>
                  <a:pt x="753" y="97"/>
                </a:lnTo>
                <a:lnTo>
                  <a:pt x="753" y="96"/>
                </a:lnTo>
                <a:lnTo>
                  <a:pt x="754" y="95"/>
                </a:lnTo>
                <a:lnTo>
                  <a:pt x="754" y="94"/>
                </a:lnTo>
                <a:lnTo>
                  <a:pt x="754" y="93"/>
                </a:lnTo>
                <a:lnTo>
                  <a:pt x="753" y="93"/>
                </a:lnTo>
                <a:lnTo>
                  <a:pt x="754" y="93"/>
                </a:lnTo>
                <a:lnTo>
                  <a:pt x="754" y="92"/>
                </a:lnTo>
                <a:lnTo>
                  <a:pt x="754" y="91"/>
                </a:lnTo>
                <a:lnTo>
                  <a:pt x="754" y="90"/>
                </a:lnTo>
                <a:lnTo>
                  <a:pt x="755" y="90"/>
                </a:lnTo>
                <a:lnTo>
                  <a:pt x="756" y="90"/>
                </a:lnTo>
                <a:lnTo>
                  <a:pt x="757" y="91"/>
                </a:lnTo>
                <a:lnTo>
                  <a:pt x="757" y="92"/>
                </a:lnTo>
                <a:lnTo>
                  <a:pt x="757" y="93"/>
                </a:lnTo>
                <a:lnTo>
                  <a:pt x="757" y="94"/>
                </a:lnTo>
                <a:lnTo>
                  <a:pt x="757" y="95"/>
                </a:lnTo>
                <a:lnTo>
                  <a:pt x="758" y="96"/>
                </a:lnTo>
                <a:lnTo>
                  <a:pt x="759" y="96"/>
                </a:lnTo>
                <a:lnTo>
                  <a:pt x="760" y="96"/>
                </a:lnTo>
                <a:lnTo>
                  <a:pt x="761" y="96"/>
                </a:lnTo>
                <a:lnTo>
                  <a:pt x="761" y="95"/>
                </a:lnTo>
                <a:lnTo>
                  <a:pt x="762" y="95"/>
                </a:lnTo>
                <a:lnTo>
                  <a:pt x="763" y="95"/>
                </a:lnTo>
                <a:lnTo>
                  <a:pt x="763" y="96"/>
                </a:lnTo>
                <a:lnTo>
                  <a:pt x="764" y="96"/>
                </a:lnTo>
                <a:lnTo>
                  <a:pt x="765" y="97"/>
                </a:lnTo>
                <a:lnTo>
                  <a:pt x="765" y="98"/>
                </a:lnTo>
                <a:lnTo>
                  <a:pt x="765" y="99"/>
                </a:lnTo>
                <a:lnTo>
                  <a:pt x="767" y="99"/>
                </a:lnTo>
                <a:lnTo>
                  <a:pt x="767" y="98"/>
                </a:lnTo>
                <a:lnTo>
                  <a:pt x="768" y="98"/>
                </a:lnTo>
                <a:lnTo>
                  <a:pt x="769" y="98"/>
                </a:lnTo>
                <a:lnTo>
                  <a:pt x="770" y="97"/>
                </a:lnTo>
                <a:lnTo>
                  <a:pt x="770" y="98"/>
                </a:lnTo>
                <a:lnTo>
                  <a:pt x="771" y="98"/>
                </a:lnTo>
                <a:lnTo>
                  <a:pt x="771" y="97"/>
                </a:lnTo>
                <a:lnTo>
                  <a:pt x="772" y="97"/>
                </a:lnTo>
                <a:lnTo>
                  <a:pt x="773" y="97"/>
                </a:lnTo>
                <a:lnTo>
                  <a:pt x="774" y="97"/>
                </a:lnTo>
                <a:lnTo>
                  <a:pt x="774" y="96"/>
                </a:lnTo>
                <a:lnTo>
                  <a:pt x="775" y="96"/>
                </a:lnTo>
                <a:lnTo>
                  <a:pt x="776" y="96"/>
                </a:lnTo>
                <a:lnTo>
                  <a:pt x="777" y="96"/>
                </a:lnTo>
                <a:lnTo>
                  <a:pt x="778" y="96"/>
                </a:lnTo>
                <a:lnTo>
                  <a:pt x="779" y="96"/>
                </a:lnTo>
                <a:lnTo>
                  <a:pt x="779" y="97"/>
                </a:lnTo>
                <a:lnTo>
                  <a:pt x="780" y="97"/>
                </a:lnTo>
                <a:lnTo>
                  <a:pt x="781" y="98"/>
                </a:lnTo>
                <a:lnTo>
                  <a:pt x="782" y="99"/>
                </a:lnTo>
                <a:lnTo>
                  <a:pt x="783" y="99"/>
                </a:lnTo>
                <a:lnTo>
                  <a:pt x="783" y="98"/>
                </a:lnTo>
                <a:lnTo>
                  <a:pt x="784" y="98"/>
                </a:lnTo>
                <a:lnTo>
                  <a:pt x="784" y="97"/>
                </a:lnTo>
                <a:lnTo>
                  <a:pt x="784" y="96"/>
                </a:lnTo>
                <a:lnTo>
                  <a:pt x="784" y="95"/>
                </a:lnTo>
                <a:lnTo>
                  <a:pt x="785" y="95"/>
                </a:lnTo>
                <a:lnTo>
                  <a:pt x="785" y="94"/>
                </a:lnTo>
                <a:lnTo>
                  <a:pt x="786" y="94"/>
                </a:lnTo>
                <a:lnTo>
                  <a:pt x="787" y="94"/>
                </a:lnTo>
                <a:lnTo>
                  <a:pt x="788" y="94"/>
                </a:lnTo>
                <a:lnTo>
                  <a:pt x="789" y="94"/>
                </a:lnTo>
                <a:lnTo>
                  <a:pt x="790" y="94"/>
                </a:lnTo>
                <a:lnTo>
                  <a:pt x="791" y="94"/>
                </a:lnTo>
                <a:lnTo>
                  <a:pt x="792" y="94"/>
                </a:lnTo>
                <a:lnTo>
                  <a:pt x="792" y="95"/>
                </a:lnTo>
                <a:lnTo>
                  <a:pt x="793" y="95"/>
                </a:lnTo>
                <a:lnTo>
                  <a:pt x="794" y="95"/>
                </a:lnTo>
                <a:lnTo>
                  <a:pt x="795" y="94"/>
                </a:lnTo>
                <a:lnTo>
                  <a:pt x="796" y="94"/>
                </a:lnTo>
                <a:lnTo>
                  <a:pt x="797" y="95"/>
                </a:lnTo>
                <a:lnTo>
                  <a:pt x="798" y="95"/>
                </a:lnTo>
                <a:lnTo>
                  <a:pt x="798" y="94"/>
                </a:lnTo>
                <a:lnTo>
                  <a:pt x="799" y="94"/>
                </a:lnTo>
                <a:lnTo>
                  <a:pt x="799" y="93"/>
                </a:lnTo>
                <a:lnTo>
                  <a:pt x="799" y="92"/>
                </a:lnTo>
                <a:lnTo>
                  <a:pt x="799" y="91"/>
                </a:lnTo>
                <a:lnTo>
                  <a:pt x="800" y="92"/>
                </a:lnTo>
                <a:lnTo>
                  <a:pt x="800" y="93"/>
                </a:lnTo>
                <a:lnTo>
                  <a:pt x="801" y="93"/>
                </a:lnTo>
                <a:lnTo>
                  <a:pt x="801" y="94"/>
                </a:lnTo>
                <a:lnTo>
                  <a:pt x="802" y="95"/>
                </a:lnTo>
                <a:lnTo>
                  <a:pt x="803" y="95"/>
                </a:lnTo>
                <a:lnTo>
                  <a:pt x="804" y="95"/>
                </a:lnTo>
                <a:lnTo>
                  <a:pt x="805" y="95"/>
                </a:lnTo>
                <a:lnTo>
                  <a:pt x="805" y="96"/>
                </a:lnTo>
                <a:lnTo>
                  <a:pt x="805" y="97"/>
                </a:lnTo>
                <a:lnTo>
                  <a:pt x="806" y="97"/>
                </a:lnTo>
                <a:lnTo>
                  <a:pt x="807" y="97"/>
                </a:lnTo>
                <a:lnTo>
                  <a:pt x="808" y="97"/>
                </a:lnTo>
                <a:lnTo>
                  <a:pt x="808" y="96"/>
                </a:lnTo>
                <a:lnTo>
                  <a:pt x="809" y="95"/>
                </a:lnTo>
                <a:lnTo>
                  <a:pt x="810" y="94"/>
                </a:lnTo>
                <a:lnTo>
                  <a:pt x="811" y="94"/>
                </a:lnTo>
                <a:lnTo>
                  <a:pt x="812" y="94"/>
                </a:lnTo>
                <a:lnTo>
                  <a:pt x="812" y="93"/>
                </a:lnTo>
                <a:lnTo>
                  <a:pt x="813" y="93"/>
                </a:lnTo>
                <a:lnTo>
                  <a:pt x="814" y="93"/>
                </a:lnTo>
                <a:lnTo>
                  <a:pt x="814" y="94"/>
                </a:lnTo>
                <a:lnTo>
                  <a:pt x="815" y="94"/>
                </a:lnTo>
                <a:lnTo>
                  <a:pt x="816" y="94"/>
                </a:lnTo>
                <a:lnTo>
                  <a:pt x="817" y="94"/>
                </a:lnTo>
                <a:lnTo>
                  <a:pt x="817" y="95"/>
                </a:lnTo>
                <a:lnTo>
                  <a:pt x="818" y="96"/>
                </a:lnTo>
                <a:lnTo>
                  <a:pt x="819" y="96"/>
                </a:lnTo>
                <a:lnTo>
                  <a:pt x="818" y="97"/>
                </a:lnTo>
                <a:lnTo>
                  <a:pt x="818" y="99"/>
                </a:lnTo>
                <a:lnTo>
                  <a:pt x="818" y="100"/>
                </a:lnTo>
                <a:lnTo>
                  <a:pt x="817" y="100"/>
                </a:lnTo>
                <a:lnTo>
                  <a:pt x="816" y="100"/>
                </a:lnTo>
                <a:lnTo>
                  <a:pt x="815" y="100"/>
                </a:lnTo>
                <a:lnTo>
                  <a:pt x="814" y="100"/>
                </a:lnTo>
                <a:lnTo>
                  <a:pt x="813" y="100"/>
                </a:lnTo>
                <a:lnTo>
                  <a:pt x="813" y="101"/>
                </a:lnTo>
                <a:lnTo>
                  <a:pt x="813" y="102"/>
                </a:lnTo>
                <a:lnTo>
                  <a:pt x="812" y="102"/>
                </a:lnTo>
                <a:lnTo>
                  <a:pt x="812" y="103"/>
                </a:lnTo>
                <a:lnTo>
                  <a:pt x="812" y="104"/>
                </a:lnTo>
                <a:lnTo>
                  <a:pt x="812" y="105"/>
                </a:lnTo>
                <a:lnTo>
                  <a:pt x="811" y="105"/>
                </a:lnTo>
                <a:lnTo>
                  <a:pt x="810" y="105"/>
                </a:lnTo>
                <a:lnTo>
                  <a:pt x="809" y="105"/>
                </a:lnTo>
                <a:lnTo>
                  <a:pt x="808" y="105"/>
                </a:lnTo>
                <a:lnTo>
                  <a:pt x="808" y="106"/>
                </a:lnTo>
                <a:lnTo>
                  <a:pt x="808" y="107"/>
                </a:lnTo>
                <a:lnTo>
                  <a:pt x="807" y="107"/>
                </a:lnTo>
                <a:lnTo>
                  <a:pt x="806" y="107"/>
                </a:lnTo>
                <a:lnTo>
                  <a:pt x="805" y="107"/>
                </a:lnTo>
                <a:lnTo>
                  <a:pt x="804" y="108"/>
                </a:lnTo>
                <a:lnTo>
                  <a:pt x="803" y="108"/>
                </a:lnTo>
                <a:lnTo>
                  <a:pt x="802" y="108"/>
                </a:lnTo>
                <a:lnTo>
                  <a:pt x="801" y="108"/>
                </a:lnTo>
                <a:lnTo>
                  <a:pt x="800" y="108"/>
                </a:lnTo>
                <a:lnTo>
                  <a:pt x="799" y="108"/>
                </a:lnTo>
                <a:lnTo>
                  <a:pt x="799" y="109"/>
                </a:lnTo>
                <a:lnTo>
                  <a:pt x="799" y="110"/>
                </a:lnTo>
                <a:lnTo>
                  <a:pt x="799" y="111"/>
                </a:lnTo>
                <a:lnTo>
                  <a:pt x="800" y="112"/>
                </a:lnTo>
                <a:lnTo>
                  <a:pt x="801" y="112"/>
                </a:lnTo>
                <a:lnTo>
                  <a:pt x="801" y="113"/>
                </a:lnTo>
                <a:lnTo>
                  <a:pt x="800" y="114"/>
                </a:lnTo>
                <a:lnTo>
                  <a:pt x="801" y="114"/>
                </a:lnTo>
                <a:lnTo>
                  <a:pt x="801" y="115"/>
                </a:lnTo>
                <a:lnTo>
                  <a:pt x="801" y="116"/>
                </a:lnTo>
                <a:lnTo>
                  <a:pt x="802" y="116"/>
                </a:lnTo>
                <a:lnTo>
                  <a:pt x="802" y="117"/>
                </a:lnTo>
                <a:lnTo>
                  <a:pt x="801" y="117"/>
                </a:lnTo>
                <a:lnTo>
                  <a:pt x="801" y="118"/>
                </a:lnTo>
                <a:lnTo>
                  <a:pt x="800" y="118"/>
                </a:lnTo>
                <a:lnTo>
                  <a:pt x="800" y="119"/>
                </a:lnTo>
                <a:lnTo>
                  <a:pt x="800" y="120"/>
                </a:lnTo>
                <a:lnTo>
                  <a:pt x="801" y="121"/>
                </a:lnTo>
                <a:lnTo>
                  <a:pt x="801" y="122"/>
                </a:lnTo>
                <a:lnTo>
                  <a:pt x="801" y="123"/>
                </a:lnTo>
                <a:lnTo>
                  <a:pt x="800" y="123"/>
                </a:lnTo>
                <a:lnTo>
                  <a:pt x="800" y="124"/>
                </a:lnTo>
                <a:lnTo>
                  <a:pt x="800" y="125"/>
                </a:lnTo>
                <a:lnTo>
                  <a:pt x="800" y="126"/>
                </a:lnTo>
                <a:lnTo>
                  <a:pt x="801" y="126"/>
                </a:lnTo>
                <a:lnTo>
                  <a:pt x="802" y="126"/>
                </a:lnTo>
                <a:lnTo>
                  <a:pt x="802" y="127"/>
                </a:lnTo>
                <a:lnTo>
                  <a:pt x="801" y="127"/>
                </a:lnTo>
                <a:lnTo>
                  <a:pt x="801" y="128"/>
                </a:lnTo>
                <a:lnTo>
                  <a:pt x="801" y="129"/>
                </a:lnTo>
                <a:lnTo>
                  <a:pt x="802" y="129"/>
                </a:lnTo>
                <a:lnTo>
                  <a:pt x="802" y="130"/>
                </a:lnTo>
                <a:lnTo>
                  <a:pt x="802" y="131"/>
                </a:lnTo>
                <a:lnTo>
                  <a:pt x="803" y="133"/>
                </a:lnTo>
                <a:lnTo>
                  <a:pt x="803" y="134"/>
                </a:lnTo>
                <a:lnTo>
                  <a:pt x="804" y="134"/>
                </a:lnTo>
                <a:lnTo>
                  <a:pt x="805" y="134"/>
                </a:lnTo>
                <a:lnTo>
                  <a:pt x="805" y="135"/>
                </a:lnTo>
                <a:lnTo>
                  <a:pt x="804" y="135"/>
                </a:lnTo>
                <a:lnTo>
                  <a:pt x="804" y="136"/>
                </a:lnTo>
                <a:lnTo>
                  <a:pt x="803" y="137"/>
                </a:lnTo>
                <a:lnTo>
                  <a:pt x="804" y="137"/>
                </a:lnTo>
                <a:lnTo>
                  <a:pt x="805" y="137"/>
                </a:lnTo>
                <a:lnTo>
                  <a:pt x="806" y="137"/>
                </a:lnTo>
                <a:lnTo>
                  <a:pt x="807" y="137"/>
                </a:lnTo>
                <a:lnTo>
                  <a:pt x="807" y="136"/>
                </a:lnTo>
                <a:lnTo>
                  <a:pt x="808" y="136"/>
                </a:lnTo>
                <a:lnTo>
                  <a:pt x="808" y="135"/>
                </a:lnTo>
                <a:lnTo>
                  <a:pt x="809" y="135"/>
                </a:lnTo>
                <a:lnTo>
                  <a:pt x="809" y="134"/>
                </a:lnTo>
                <a:lnTo>
                  <a:pt x="810" y="134"/>
                </a:lnTo>
                <a:lnTo>
                  <a:pt x="811" y="134"/>
                </a:lnTo>
                <a:lnTo>
                  <a:pt x="811" y="133"/>
                </a:lnTo>
                <a:lnTo>
                  <a:pt x="812" y="134"/>
                </a:lnTo>
                <a:lnTo>
                  <a:pt x="813" y="134"/>
                </a:lnTo>
                <a:lnTo>
                  <a:pt x="814" y="134"/>
                </a:lnTo>
                <a:lnTo>
                  <a:pt x="814" y="135"/>
                </a:lnTo>
                <a:lnTo>
                  <a:pt x="815" y="136"/>
                </a:lnTo>
                <a:lnTo>
                  <a:pt x="815" y="137"/>
                </a:lnTo>
                <a:lnTo>
                  <a:pt x="815" y="138"/>
                </a:lnTo>
                <a:lnTo>
                  <a:pt x="815" y="139"/>
                </a:lnTo>
                <a:lnTo>
                  <a:pt x="816" y="140"/>
                </a:lnTo>
                <a:lnTo>
                  <a:pt x="816" y="141"/>
                </a:lnTo>
                <a:lnTo>
                  <a:pt x="817" y="142"/>
                </a:lnTo>
                <a:lnTo>
                  <a:pt x="818" y="142"/>
                </a:lnTo>
                <a:lnTo>
                  <a:pt x="819" y="142"/>
                </a:lnTo>
                <a:lnTo>
                  <a:pt x="820" y="142"/>
                </a:lnTo>
                <a:lnTo>
                  <a:pt x="821" y="142"/>
                </a:lnTo>
                <a:lnTo>
                  <a:pt x="821" y="143"/>
                </a:lnTo>
                <a:lnTo>
                  <a:pt x="821" y="144"/>
                </a:lnTo>
                <a:lnTo>
                  <a:pt x="823" y="145"/>
                </a:lnTo>
                <a:lnTo>
                  <a:pt x="823" y="146"/>
                </a:lnTo>
                <a:lnTo>
                  <a:pt x="822" y="147"/>
                </a:lnTo>
                <a:lnTo>
                  <a:pt x="822" y="148"/>
                </a:lnTo>
                <a:lnTo>
                  <a:pt x="822" y="149"/>
                </a:lnTo>
                <a:lnTo>
                  <a:pt x="821" y="150"/>
                </a:lnTo>
                <a:lnTo>
                  <a:pt x="820" y="150"/>
                </a:lnTo>
                <a:lnTo>
                  <a:pt x="819" y="150"/>
                </a:lnTo>
                <a:lnTo>
                  <a:pt x="818" y="150"/>
                </a:lnTo>
                <a:lnTo>
                  <a:pt x="818" y="151"/>
                </a:lnTo>
                <a:lnTo>
                  <a:pt x="816" y="151"/>
                </a:lnTo>
                <a:lnTo>
                  <a:pt x="816" y="152"/>
                </a:lnTo>
                <a:lnTo>
                  <a:pt x="817" y="153"/>
                </a:lnTo>
                <a:lnTo>
                  <a:pt x="817" y="154"/>
                </a:lnTo>
                <a:lnTo>
                  <a:pt x="818" y="155"/>
                </a:lnTo>
                <a:lnTo>
                  <a:pt x="819" y="155"/>
                </a:lnTo>
                <a:lnTo>
                  <a:pt x="820" y="155"/>
                </a:lnTo>
                <a:lnTo>
                  <a:pt x="821" y="155"/>
                </a:lnTo>
                <a:lnTo>
                  <a:pt x="822" y="155"/>
                </a:lnTo>
                <a:lnTo>
                  <a:pt x="823" y="155"/>
                </a:lnTo>
                <a:lnTo>
                  <a:pt x="822" y="156"/>
                </a:lnTo>
                <a:lnTo>
                  <a:pt x="822" y="157"/>
                </a:lnTo>
                <a:lnTo>
                  <a:pt x="821" y="158"/>
                </a:lnTo>
                <a:lnTo>
                  <a:pt x="821" y="159"/>
                </a:lnTo>
                <a:lnTo>
                  <a:pt x="821" y="160"/>
                </a:lnTo>
                <a:lnTo>
                  <a:pt x="822" y="160"/>
                </a:lnTo>
                <a:lnTo>
                  <a:pt x="822" y="162"/>
                </a:lnTo>
                <a:lnTo>
                  <a:pt x="821" y="162"/>
                </a:lnTo>
                <a:lnTo>
                  <a:pt x="820" y="162"/>
                </a:lnTo>
                <a:lnTo>
                  <a:pt x="819" y="162"/>
                </a:lnTo>
                <a:lnTo>
                  <a:pt x="820" y="163"/>
                </a:lnTo>
                <a:lnTo>
                  <a:pt x="819" y="164"/>
                </a:lnTo>
                <a:lnTo>
                  <a:pt x="818" y="165"/>
                </a:lnTo>
                <a:lnTo>
                  <a:pt x="817" y="164"/>
                </a:lnTo>
                <a:lnTo>
                  <a:pt x="817" y="165"/>
                </a:lnTo>
                <a:lnTo>
                  <a:pt x="815" y="165"/>
                </a:lnTo>
                <a:lnTo>
                  <a:pt x="815" y="166"/>
                </a:lnTo>
                <a:lnTo>
                  <a:pt x="816" y="167"/>
                </a:lnTo>
                <a:lnTo>
                  <a:pt x="816" y="168"/>
                </a:lnTo>
                <a:lnTo>
                  <a:pt x="815" y="169"/>
                </a:lnTo>
                <a:lnTo>
                  <a:pt x="814" y="169"/>
                </a:lnTo>
                <a:lnTo>
                  <a:pt x="814" y="170"/>
                </a:lnTo>
                <a:lnTo>
                  <a:pt x="813" y="170"/>
                </a:lnTo>
                <a:lnTo>
                  <a:pt x="812" y="170"/>
                </a:lnTo>
                <a:lnTo>
                  <a:pt x="811" y="170"/>
                </a:lnTo>
                <a:lnTo>
                  <a:pt x="809" y="170"/>
                </a:lnTo>
                <a:lnTo>
                  <a:pt x="808" y="170"/>
                </a:lnTo>
                <a:lnTo>
                  <a:pt x="807" y="170"/>
                </a:lnTo>
                <a:lnTo>
                  <a:pt x="806" y="170"/>
                </a:lnTo>
                <a:lnTo>
                  <a:pt x="805" y="170"/>
                </a:lnTo>
                <a:lnTo>
                  <a:pt x="804" y="171"/>
                </a:lnTo>
                <a:lnTo>
                  <a:pt x="805" y="172"/>
                </a:lnTo>
                <a:lnTo>
                  <a:pt x="806" y="172"/>
                </a:lnTo>
                <a:lnTo>
                  <a:pt x="807" y="173"/>
                </a:lnTo>
                <a:lnTo>
                  <a:pt x="808" y="174"/>
                </a:lnTo>
                <a:lnTo>
                  <a:pt x="809" y="174"/>
                </a:lnTo>
                <a:lnTo>
                  <a:pt x="810" y="174"/>
                </a:lnTo>
                <a:lnTo>
                  <a:pt x="810" y="175"/>
                </a:lnTo>
                <a:lnTo>
                  <a:pt x="811" y="174"/>
                </a:lnTo>
                <a:lnTo>
                  <a:pt x="811" y="175"/>
                </a:lnTo>
                <a:lnTo>
                  <a:pt x="812" y="175"/>
                </a:lnTo>
                <a:lnTo>
                  <a:pt x="812" y="176"/>
                </a:lnTo>
                <a:lnTo>
                  <a:pt x="813" y="177"/>
                </a:lnTo>
                <a:lnTo>
                  <a:pt x="813" y="178"/>
                </a:lnTo>
                <a:lnTo>
                  <a:pt x="813" y="179"/>
                </a:lnTo>
                <a:lnTo>
                  <a:pt x="814" y="180"/>
                </a:lnTo>
                <a:lnTo>
                  <a:pt x="814" y="181"/>
                </a:lnTo>
                <a:lnTo>
                  <a:pt x="814" y="182"/>
                </a:lnTo>
                <a:lnTo>
                  <a:pt x="815" y="182"/>
                </a:lnTo>
                <a:lnTo>
                  <a:pt x="815" y="183"/>
                </a:lnTo>
                <a:lnTo>
                  <a:pt x="817" y="183"/>
                </a:lnTo>
                <a:lnTo>
                  <a:pt x="818" y="184"/>
                </a:lnTo>
                <a:lnTo>
                  <a:pt x="818" y="185"/>
                </a:lnTo>
                <a:lnTo>
                  <a:pt x="819" y="185"/>
                </a:lnTo>
                <a:lnTo>
                  <a:pt x="820" y="185"/>
                </a:lnTo>
                <a:lnTo>
                  <a:pt x="820" y="186"/>
                </a:lnTo>
                <a:lnTo>
                  <a:pt x="821" y="187"/>
                </a:lnTo>
                <a:lnTo>
                  <a:pt x="821" y="186"/>
                </a:lnTo>
                <a:lnTo>
                  <a:pt x="822" y="187"/>
                </a:lnTo>
                <a:lnTo>
                  <a:pt x="822" y="188"/>
                </a:lnTo>
                <a:lnTo>
                  <a:pt x="823" y="188"/>
                </a:lnTo>
                <a:lnTo>
                  <a:pt x="823" y="189"/>
                </a:lnTo>
                <a:lnTo>
                  <a:pt x="824" y="189"/>
                </a:lnTo>
                <a:lnTo>
                  <a:pt x="823" y="189"/>
                </a:lnTo>
                <a:lnTo>
                  <a:pt x="824" y="189"/>
                </a:lnTo>
                <a:lnTo>
                  <a:pt x="824" y="190"/>
                </a:lnTo>
                <a:lnTo>
                  <a:pt x="825" y="190"/>
                </a:lnTo>
                <a:lnTo>
                  <a:pt x="826" y="190"/>
                </a:lnTo>
                <a:lnTo>
                  <a:pt x="826" y="191"/>
                </a:lnTo>
                <a:lnTo>
                  <a:pt x="827" y="191"/>
                </a:lnTo>
                <a:lnTo>
                  <a:pt x="827" y="192"/>
                </a:lnTo>
                <a:lnTo>
                  <a:pt x="828" y="193"/>
                </a:lnTo>
                <a:lnTo>
                  <a:pt x="829" y="193"/>
                </a:lnTo>
                <a:lnTo>
                  <a:pt x="829" y="192"/>
                </a:lnTo>
                <a:lnTo>
                  <a:pt x="830" y="192"/>
                </a:lnTo>
                <a:lnTo>
                  <a:pt x="831" y="192"/>
                </a:lnTo>
                <a:lnTo>
                  <a:pt x="832" y="192"/>
                </a:lnTo>
                <a:lnTo>
                  <a:pt x="832" y="193"/>
                </a:lnTo>
                <a:lnTo>
                  <a:pt x="833" y="193"/>
                </a:lnTo>
                <a:lnTo>
                  <a:pt x="833" y="194"/>
                </a:lnTo>
                <a:lnTo>
                  <a:pt x="834" y="194"/>
                </a:lnTo>
                <a:lnTo>
                  <a:pt x="833" y="195"/>
                </a:lnTo>
                <a:lnTo>
                  <a:pt x="834" y="196"/>
                </a:lnTo>
                <a:lnTo>
                  <a:pt x="833" y="196"/>
                </a:lnTo>
                <a:lnTo>
                  <a:pt x="834" y="196"/>
                </a:lnTo>
                <a:lnTo>
                  <a:pt x="835" y="196"/>
                </a:lnTo>
                <a:lnTo>
                  <a:pt x="835" y="197"/>
                </a:lnTo>
                <a:lnTo>
                  <a:pt x="835" y="198"/>
                </a:lnTo>
                <a:lnTo>
                  <a:pt x="836" y="198"/>
                </a:lnTo>
                <a:lnTo>
                  <a:pt x="836" y="197"/>
                </a:lnTo>
                <a:lnTo>
                  <a:pt x="837" y="197"/>
                </a:lnTo>
                <a:lnTo>
                  <a:pt x="838" y="197"/>
                </a:lnTo>
                <a:lnTo>
                  <a:pt x="838" y="196"/>
                </a:lnTo>
                <a:lnTo>
                  <a:pt x="839" y="196"/>
                </a:lnTo>
                <a:lnTo>
                  <a:pt x="839" y="195"/>
                </a:lnTo>
                <a:lnTo>
                  <a:pt x="840" y="195"/>
                </a:lnTo>
                <a:lnTo>
                  <a:pt x="840" y="196"/>
                </a:lnTo>
                <a:lnTo>
                  <a:pt x="841" y="196"/>
                </a:lnTo>
                <a:lnTo>
                  <a:pt x="841" y="195"/>
                </a:lnTo>
                <a:lnTo>
                  <a:pt x="842" y="196"/>
                </a:lnTo>
                <a:lnTo>
                  <a:pt x="843" y="196"/>
                </a:lnTo>
                <a:lnTo>
                  <a:pt x="844" y="195"/>
                </a:lnTo>
                <a:lnTo>
                  <a:pt x="845" y="194"/>
                </a:lnTo>
                <a:lnTo>
                  <a:pt x="846" y="194"/>
                </a:lnTo>
                <a:lnTo>
                  <a:pt x="846" y="193"/>
                </a:lnTo>
                <a:lnTo>
                  <a:pt x="847" y="193"/>
                </a:lnTo>
                <a:lnTo>
                  <a:pt x="847" y="192"/>
                </a:lnTo>
                <a:lnTo>
                  <a:pt x="848" y="192"/>
                </a:lnTo>
                <a:lnTo>
                  <a:pt x="849" y="192"/>
                </a:lnTo>
                <a:lnTo>
                  <a:pt x="850" y="192"/>
                </a:lnTo>
                <a:lnTo>
                  <a:pt x="850" y="191"/>
                </a:lnTo>
                <a:lnTo>
                  <a:pt x="852" y="191"/>
                </a:lnTo>
                <a:lnTo>
                  <a:pt x="853" y="190"/>
                </a:lnTo>
                <a:lnTo>
                  <a:pt x="854" y="190"/>
                </a:lnTo>
                <a:lnTo>
                  <a:pt x="855" y="190"/>
                </a:lnTo>
                <a:lnTo>
                  <a:pt x="855" y="191"/>
                </a:lnTo>
                <a:lnTo>
                  <a:pt x="855" y="192"/>
                </a:lnTo>
                <a:lnTo>
                  <a:pt x="856" y="192"/>
                </a:lnTo>
                <a:lnTo>
                  <a:pt x="857" y="192"/>
                </a:lnTo>
                <a:lnTo>
                  <a:pt x="858" y="192"/>
                </a:lnTo>
                <a:lnTo>
                  <a:pt x="858" y="191"/>
                </a:lnTo>
                <a:lnTo>
                  <a:pt x="859" y="191"/>
                </a:lnTo>
                <a:lnTo>
                  <a:pt x="860" y="191"/>
                </a:lnTo>
                <a:lnTo>
                  <a:pt x="860" y="190"/>
                </a:lnTo>
                <a:lnTo>
                  <a:pt x="861" y="190"/>
                </a:lnTo>
                <a:lnTo>
                  <a:pt x="862" y="190"/>
                </a:lnTo>
                <a:lnTo>
                  <a:pt x="863" y="190"/>
                </a:lnTo>
                <a:lnTo>
                  <a:pt x="864" y="190"/>
                </a:lnTo>
                <a:lnTo>
                  <a:pt x="865" y="190"/>
                </a:lnTo>
                <a:lnTo>
                  <a:pt x="866" y="190"/>
                </a:lnTo>
                <a:lnTo>
                  <a:pt x="867" y="190"/>
                </a:lnTo>
                <a:lnTo>
                  <a:pt x="868" y="190"/>
                </a:lnTo>
                <a:lnTo>
                  <a:pt x="869" y="190"/>
                </a:lnTo>
                <a:lnTo>
                  <a:pt x="869" y="189"/>
                </a:lnTo>
                <a:lnTo>
                  <a:pt x="870" y="189"/>
                </a:lnTo>
                <a:lnTo>
                  <a:pt x="871" y="188"/>
                </a:lnTo>
                <a:lnTo>
                  <a:pt x="871" y="187"/>
                </a:lnTo>
                <a:lnTo>
                  <a:pt x="871" y="186"/>
                </a:lnTo>
                <a:lnTo>
                  <a:pt x="872" y="186"/>
                </a:lnTo>
                <a:lnTo>
                  <a:pt x="873" y="185"/>
                </a:lnTo>
                <a:lnTo>
                  <a:pt x="874" y="185"/>
                </a:lnTo>
                <a:lnTo>
                  <a:pt x="875" y="185"/>
                </a:lnTo>
                <a:lnTo>
                  <a:pt x="874" y="185"/>
                </a:lnTo>
                <a:lnTo>
                  <a:pt x="874" y="184"/>
                </a:lnTo>
                <a:lnTo>
                  <a:pt x="873" y="184"/>
                </a:lnTo>
                <a:lnTo>
                  <a:pt x="873" y="182"/>
                </a:lnTo>
                <a:lnTo>
                  <a:pt x="874" y="181"/>
                </a:lnTo>
                <a:lnTo>
                  <a:pt x="874" y="182"/>
                </a:lnTo>
                <a:lnTo>
                  <a:pt x="874" y="181"/>
                </a:lnTo>
                <a:lnTo>
                  <a:pt x="875" y="181"/>
                </a:lnTo>
                <a:lnTo>
                  <a:pt x="875" y="180"/>
                </a:lnTo>
                <a:lnTo>
                  <a:pt x="876" y="179"/>
                </a:lnTo>
                <a:lnTo>
                  <a:pt x="877" y="180"/>
                </a:lnTo>
                <a:lnTo>
                  <a:pt x="878" y="180"/>
                </a:lnTo>
                <a:lnTo>
                  <a:pt x="877" y="179"/>
                </a:lnTo>
                <a:lnTo>
                  <a:pt x="877" y="178"/>
                </a:lnTo>
                <a:lnTo>
                  <a:pt x="878" y="178"/>
                </a:lnTo>
                <a:lnTo>
                  <a:pt x="878" y="177"/>
                </a:lnTo>
                <a:lnTo>
                  <a:pt x="879" y="177"/>
                </a:lnTo>
                <a:lnTo>
                  <a:pt x="879" y="176"/>
                </a:lnTo>
                <a:lnTo>
                  <a:pt x="879" y="175"/>
                </a:lnTo>
                <a:lnTo>
                  <a:pt x="880" y="175"/>
                </a:lnTo>
                <a:lnTo>
                  <a:pt x="881" y="175"/>
                </a:lnTo>
                <a:lnTo>
                  <a:pt x="881" y="174"/>
                </a:lnTo>
                <a:lnTo>
                  <a:pt x="880" y="174"/>
                </a:lnTo>
                <a:lnTo>
                  <a:pt x="880" y="173"/>
                </a:lnTo>
                <a:lnTo>
                  <a:pt x="880" y="172"/>
                </a:lnTo>
                <a:lnTo>
                  <a:pt x="881" y="172"/>
                </a:lnTo>
                <a:lnTo>
                  <a:pt x="881" y="171"/>
                </a:lnTo>
                <a:lnTo>
                  <a:pt x="881" y="170"/>
                </a:lnTo>
                <a:lnTo>
                  <a:pt x="881" y="169"/>
                </a:lnTo>
                <a:lnTo>
                  <a:pt x="882" y="169"/>
                </a:lnTo>
                <a:lnTo>
                  <a:pt x="883" y="169"/>
                </a:lnTo>
                <a:lnTo>
                  <a:pt x="884" y="169"/>
                </a:lnTo>
                <a:lnTo>
                  <a:pt x="885" y="169"/>
                </a:lnTo>
                <a:lnTo>
                  <a:pt x="885" y="168"/>
                </a:lnTo>
                <a:lnTo>
                  <a:pt x="886" y="168"/>
                </a:lnTo>
                <a:lnTo>
                  <a:pt x="887" y="167"/>
                </a:lnTo>
                <a:lnTo>
                  <a:pt x="888" y="166"/>
                </a:lnTo>
                <a:lnTo>
                  <a:pt x="888" y="165"/>
                </a:lnTo>
                <a:lnTo>
                  <a:pt x="889" y="164"/>
                </a:lnTo>
                <a:lnTo>
                  <a:pt x="889" y="165"/>
                </a:lnTo>
                <a:lnTo>
                  <a:pt x="890" y="165"/>
                </a:lnTo>
                <a:lnTo>
                  <a:pt x="890" y="166"/>
                </a:lnTo>
                <a:lnTo>
                  <a:pt x="891" y="166"/>
                </a:lnTo>
                <a:lnTo>
                  <a:pt x="892" y="166"/>
                </a:lnTo>
                <a:lnTo>
                  <a:pt x="892" y="167"/>
                </a:lnTo>
                <a:lnTo>
                  <a:pt x="892" y="166"/>
                </a:lnTo>
                <a:lnTo>
                  <a:pt x="893" y="166"/>
                </a:lnTo>
                <a:lnTo>
                  <a:pt x="894" y="166"/>
                </a:lnTo>
                <a:lnTo>
                  <a:pt x="894" y="167"/>
                </a:lnTo>
                <a:lnTo>
                  <a:pt x="895" y="167"/>
                </a:lnTo>
                <a:lnTo>
                  <a:pt x="896" y="167"/>
                </a:lnTo>
                <a:lnTo>
                  <a:pt x="896" y="168"/>
                </a:lnTo>
                <a:lnTo>
                  <a:pt x="897" y="168"/>
                </a:lnTo>
                <a:lnTo>
                  <a:pt x="898" y="168"/>
                </a:lnTo>
                <a:lnTo>
                  <a:pt x="898" y="169"/>
                </a:lnTo>
                <a:lnTo>
                  <a:pt x="900" y="169"/>
                </a:lnTo>
                <a:lnTo>
                  <a:pt x="901" y="169"/>
                </a:lnTo>
                <a:lnTo>
                  <a:pt x="901" y="168"/>
                </a:lnTo>
                <a:lnTo>
                  <a:pt x="902" y="168"/>
                </a:lnTo>
                <a:lnTo>
                  <a:pt x="903" y="169"/>
                </a:lnTo>
                <a:lnTo>
                  <a:pt x="904" y="169"/>
                </a:lnTo>
                <a:lnTo>
                  <a:pt x="904" y="170"/>
                </a:lnTo>
                <a:lnTo>
                  <a:pt x="905" y="170"/>
                </a:lnTo>
                <a:lnTo>
                  <a:pt x="904" y="171"/>
                </a:lnTo>
                <a:lnTo>
                  <a:pt x="904" y="172"/>
                </a:lnTo>
                <a:lnTo>
                  <a:pt x="904" y="173"/>
                </a:lnTo>
                <a:lnTo>
                  <a:pt x="903" y="173"/>
                </a:lnTo>
                <a:lnTo>
                  <a:pt x="903" y="174"/>
                </a:lnTo>
                <a:lnTo>
                  <a:pt x="902" y="174"/>
                </a:lnTo>
                <a:lnTo>
                  <a:pt x="902" y="175"/>
                </a:lnTo>
                <a:lnTo>
                  <a:pt x="903" y="175"/>
                </a:lnTo>
                <a:lnTo>
                  <a:pt x="903" y="176"/>
                </a:lnTo>
                <a:lnTo>
                  <a:pt x="903" y="177"/>
                </a:lnTo>
                <a:lnTo>
                  <a:pt x="904" y="177"/>
                </a:lnTo>
                <a:lnTo>
                  <a:pt x="904" y="178"/>
                </a:lnTo>
                <a:lnTo>
                  <a:pt x="905" y="178"/>
                </a:lnTo>
                <a:lnTo>
                  <a:pt x="906" y="178"/>
                </a:lnTo>
                <a:lnTo>
                  <a:pt x="907" y="178"/>
                </a:lnTo>
                <a:lnTo>
                  <a:pt x="908" y="178"/>
                </a:lnTo>
                <a:lnTo>
                  <a:pt x="908" y="179"/>
                </a:lnTo>
                <a:lnTo>
                  <a:pt x="908" y="178"/>
                </a:lnTo>
                <a:lnTo>
                  <a:pt x="909" y="178"/>
                </a:lnTo>
                <a:lnTo>
                  <a:pt x="909" y="177"/>
                </a:lnTo>
                <a:lnTo>
                  <a:pt x="910" y="177"/>
                </a:lnTo>
                <a:lnTo>
                  <a:pt x="911" y="177"/>
                </a:lnTo>
                <a:lnTo>
                  <a:pt x="911" y="176"/>
                </a:lnTo>
                <a:lnTo>
                  <a:pt x="912" y="176"/>
                </a:lnTo>
                <a:lnTo>
                  <a:pt x="911" y="177"/>
                </a:lnTo>
                <a:lnTo>
                  <a:pt x="912" y="177"/>
                </a:lnTo>
                <a:lnTo>
                  <a:pt x="913" y="177"/>
                </a:lnTo>
                <a:lnTo>
                  <a:pt x="914" y="177"/>
                </a:lnTo>
                <a:lnTo>
                  <a:pt x="914" y="178"/>
                </a:lnTo>
                <a:lnTo>
                  <a:pt x="914" y="179"/>
                </a:lnTo>
                <a:lnTo>
                  <a:pt x="914" y="180"/>
                </a:lnTo>
                <a:lnTo>
                  <a:pt x="914" y="181"/>
                </a:lnTo>
                <a:lnTo>
                  <a:pt x="915" y="181"/>
                </a:lnTo>
                <a:lnTo>
                  <a:pt x="915" y="182"/>
                </a:lnTo>
                <a:lnTo>
                  <a:pt x="915" y="183"/>
                </a:lnTo>
                <a:lnTo>
                  <a:pt x="915" y="184"/>
                </a:lnTo>
                <a:lnTo>
                  <a:pt x="916" y="184"/>
                </a:lnTo>
                <a:lnTo>
                  <a:pt x="916" y="186"/>
                </a:lnTo>
                <a:lnTo>
                  <a:pt x="915" y="186"/>
                </a:lnTo>
                <a:lnTo>
                  <a:pt x="915" y="187"/>
                </a:lnTo>
                <a:lnTo>
                  <a:pt x="914" y="187"/>
                </a:lnTo>
                <a:lnTo>
                  <a:pt x="914" y="188"/>
                </a:lnTo>
                <a:lnTo>
                  <a:pt x="913" y="189"/>
                </a:lnTo>
                <a:lnTo>
                  <a:pt x="912" y="188"/>
                </a:lnTo>
                <a:lnTo>
                  <a:pt x="912" y="189"/>
                </a:lnTo>
                <a:lnTo>
                  <a:pt x="911" y="189"/>
                </a:lnTo>
                <a:lnTo>
                  <a:pt x="911" y="190"/>
                </a:lnTo>
                <a:lnTo>
                  <a:pt x="910" y="190"/>
                </a:lnTo>
                <a:lnTo>
                  <a:pt x="910" y="191"/>
                </a:lnTo>
                <a:lnTo>
                  <a:pt x="911" y="192"/>
                </a:lnTo>
                <a:lnTo>
                  <a:pt x="911" y="193"/>
                </a:lnTo>
                <a:lnTo>
                  <a:pt x="911" y="194"/>
                </a:lnTo>
                <a:lnTo>
                  <a:pt x="911" y="195"/>
                </a:lnTo>
                <a:lnTo>
                  <a:pt x="912" y="195"/>
                </a:lnTo>
                <a:lnTo>
                  <a:pt x="911" y="196"/>
                </a:lnTo>
                <a:lnTo>
                  <a:pt x="911" y="197"/>
                </a:lnTo>
                <a:lnTo>
                  <a:pt x="912" y="197"/>
                </a:lnTo>
                <a:lnTo>
                  <a:pt x="912" y="198"/>
                </a:lnTo>
                <a:lnTo>
                  <a:pt x="911" y="199"/>
                </a:lnTo>
                <a:lnTo>
                  <a:pt x="910" y="199"/>
                </a:lnTo>
                <a:lnTo>
                  <a:pt x="911" y="199"/>
                </a:lnTo>
                <a:lnTo>
                  <a:pt x="911" y="200"/>
                </a:lnTo>
                <a:lnTo>
                  <a:pt x="912" y="200"/>
                </a:lnTo>
                <a:lnTo>
                  <a:pt x="913" y="199"/>
                </a:lnTo>
                <a:lnTo>
                  <a:pt x="913" y="200"/>
                </a:lnTo>
                <a:lnTo>
                  <a:pt x="914" y="201"/>
                </a:lnTo>
                <a:lnTo>
                  <a:pt x="915" y="201"/>
                </a:lnTo>
                <a:lnTo>
                  <a:pt x="916" y="201"/>
                </a:lnTo>
                <a:lnTo>
                  <a:pt x="917" y="201"/>
                </a:lnTo>
                <a:lnTo>
                  <a:pt x="919" y="201"/>
                </a:lnTo>
                <a:lnTo>
                  <a:pt x="919" y="202"/>
                </a:lnTo>
                <a:lnTo>
                  <a:pt x="918" y="202"/>
                </a:lnTo>
                <a:lnTo>
                  <a:pt x="917" y="202"/>
                </a:lnTo>
                <a:lnTo>
                  <a:pt x="916" y="202"/>
                </a:lnTo>
                <a:lnTo>
                  <a:pt x="916" y="203"/>
                </a:lnTo>
                <a:lnTo>
                  <a:pt x="915" y="204"/>
                </a:lnTo>
                <a:lnTo>
                  <a:pt x="915" y="203"/>
                </a:lnTo>
                <a:lnTo>
                  <a:pt x="914" y="204"/>
                </a:lnTo>
                <a:lnTo>
                  <a:pt x="915" y="204"/>
                </a:lnTo>
                <a:lnTo>
                  <a:pt x="915" y="205"/>
                </a:lnTo>
                <a:lnTo>
                  <a:pt x="915" y="206"/>
                </a:lnTo>
                <a:lnTo>
                  <a:pt x="916" y="206"/>
                </a:lnTo>
                <a:lnTo>
                  <a:pt x="916" y="207"/>
                </a:lnTo>
                <a:lnTo>
                  <a:pt x="917" y="207"/>
                </a:lnTo>
                <a:lnTo>
                  <a:pt x="916" y="208"/>
                </a:lnTo>
                <a:lnTo>
                  <a:pt x="916" y="209"/>
                </a:lnTo>
                <a:lnTo>
                  <a:pt x="917" y="209"/>
                </a:lnTo>
                <a:lnTo>
                  <a:pt x="917" y="210"/>
                </a:lnTo>
                <a:lnTo>
                  <a:pt x="916" y="210"/>
                </a:lnTo>
                <a:lnTo>
                  <a:pt x="916" y="211"/>
                </a:lnTo>
                <a:lnTo>
                  <a:pt x="916" y="212"/>
                </a:lnTo>
                <a:lnTo>
                  <a:pt x="917" y="212"/>
                </a:lnTo>
                <a:lnTo>
                  <a:pt x="917" y="213"/>
                </a:lnTo>
                <a:lnTo>
                  <a:pt x="916" y="214"/>
                </a:lnTo>
                <a:lnTo>
                  <a:pt x="916" y="215"/>
                </a:lnTo>
                <a:lnTo>
                  <a:pt x="917" y="215"/>
                </a:lnTo>
                <a:lnTo>
                  <a:pt x="918" y="215"/>
                </a:lnTo>
                <a:lnTo>
                  <a:pt x="918" y="216"/>
                </a:lnTo>
                <a:lnTo>
                  <a:pt x="917" y="218"/>
                </a:lnTo>
                <a:lnTo>
                  <a:pt x="918" y="219"/>
                </a:lnTo>
                <a:lnTo>
                  <a:pt x="918" y="221"/>
                </a:lnTo>
                <a:lnTo>
                  <a:pt x="918" y="222"/>
                </a:lnTo>
                <a:lnTo>
                  <a:pt x="918" y="223"/>
                </a:lnTo>
                <a:lnTo>
                  <a:pt x="918" y="224"/>
                </a:lnTo>
                <a:lnTo>
                  <a:pt x="917" y="224"/>
                </a:lnTo>
                <a:lnTo>
                  <a:pt x="917" y="225"/>
                </a:lnTo>
                <a:lnTo>
                  <a:pt x="918" y="226"/>
                </a:lnTo>
                <a:lnTo>
                  <a:pt x="918" y="227"/>
                </a:lnTo>
                <a:lnTo>
                  <a:pt x="918" y="228"/>
                </a:lnTo>
                <a:lnTo>
                  <a:pt x="917" y="228"/>
                </a:lnTo>
                <a:lnTo>
                  <a:pt x="916" y="229"/>
                </a:lnTo>
                <a:lnTo>
                  <a:pt x="915" y="230"/>
                </a:lnTo>
                <a:lnTo>
                  <a:pt x="914" y="230"/>
                </a:lnTo>
                <a:lnTo>
                  <a:pt x="913" y="231"/>
                </a:lnTo>
                <a:lnTo>
                  <a:pt x="912" y="232"/>
                </a:lnTo>
                <a:lnTo>
                  <a:pt x="911" y="232"/>
                </a:lnTo>
                <a:lnTo>
                  <a:pt x="911" y="233"/>
                </a:lnTo>
                <a:lnTo>
                  <a:pt x="912" y="233"/>
                </a:lnTo>
                <a:lnTo>
                  <a:pt x="911" y="234"/>
                </a:lnTo>
                <a:lnTo>
                  <a:pt x="911" y="235"/>
                </a:lnTo>
                <a:lnTo>
                  <a:pt x="910" y="236"/>
                </a:lnTo>
                <a:lnTo>
                  <a:pt x="910" y="237"/>
                </a:lnTo>
                <a:lnTo>
                  <a:pt x="911" y="237"/>
                </a:lnTo>
                <a:lnTo>
                  <a:pt x="911" y="236"/>
                </a:lnTo>
                <a:lnTo>
                  <a:pt x="912" y="236"/>
                </a:lnTo>
                <a:lnTo>
                  <a:pt x="912" y="238"/>
                </a:lnTo>
                <a:lnTo>
                  <a:pt x="913" y="238"/>
                </a:lnTo>
                <a:lnTo>
                  <a:pt x="913" y="239"/>
                </a:lnTo>
                <a:lnTo>
                  <a:pt x="913" y="240"/>
                </a:lnTo>
                <a:lnTo>
                  <a:pt x="913" y="241"/>
                </a:lnTo>
                <a:lnTo>
                  <a:pt x="912" y="243"/>
                </a:lnTo>
                <a:lnTo>
                  <a:pt x="911" y="243"/>
                </a:lnTo>
                <a:lnTo>
                  <a:pt x="910" y="243"/>
                </a:lnTo>
                <a:lnTo>
                  <a:pt x="910" y="244"/>
                </a:lnTo>
                <a:lnTo>
                  <a:pt x="910" y="245"/>
                </a:lnTo>
                <a:lnTo>
                  <a:pt x="910" y="246"/>
                </a:lnTo>
                <a:lnTo>
                  <a:pt x="911" y="246"/>
                </a:lnTo>
                <a:lnTo>
                  <a:pt x="910" y="247"/>
                </a:lnTo>
                <a:lnTo>
                  <a:pt x="910" y="248"/>
                </a:lnTo>
                <a:lnTo>
                  <a:pt x="909" y="249"/>
                </a:lnTo>
                <a:lnTo>
                  <a:pt x="910" y="250"/>
                </a:lnTo>
                <a:lnTo>
                  <a:pt x="910" y="251"/>
                </a:lnTo>
                <a:lnTo>
                  <a:pt x="909" y="252"/>
                </a:lnTo>
                <a:lnTo>
                  <a:pt x="908" y="254"/>
                </a:lnTo>
                <a:lnTo>
                  <a:pt x="908" y="255"/>
                </a:lnTo>
                <a:lnTo>
                  <a:pt x="907" y="256"/>
                </a:lnTo>
                <a:lnTo>
                  <a:pt x="906" y="256"/>
                </a:lnTo>
                <a:lnTo>
                  <a:pt x="906" y="257"/>
                </a:lnTo>
                <a:lnTo>
                  <a:pt x="905" y="257"/>
                </a:lnTo>
                <a:lnTo>
                  <a:pt x="905" y="258"/>
                </a:lnTo>
                <a:lnTo>
                  <a:pt x="905" y="259"/>
                </a:lnTo>
                <a:lnTo>
                  <a:pt x="904" y="259"/>
                </a:lnTo>
                <a:lnTo>
                  <a:pt x="904" y="258"/>
                </a:lnTo>
                <a:lnTo>
                  <a:pt x="904" y="256"/>
                </a:lnTo>
                <a:lnTo>
                  <a:pt x="904" y="255"/>
                </a:lnTo>
                <a:lnTo>
                  <a:pt x="903" y="255"/>
                </a:lnTo>
                <a:lnTo>
                  <a:pt x="903" y="254"/>
                </a:lnTo>
                <a:lnTo>
                  <a:pt x="902" y="254"/>
                </a:lnTo>
                <a:lnTo>
                  <a:pt x="902" y="253"/>
                </a:lnTo>
                <a:lnTo>
                  <a:pt x="902" y="254"/>
                </a:lnTo>
                <a:lnTo>
                  <a:pt x="901" y="254"/>
                </a:lnTo>
                <a:lnTo>
                  <a:pt x="900" y="254"/>
                </a:lnTo>
                <a:lnTo>
                  <a:pt x="900" y="253"/>
                </a:lnTo>
                <a:lnTo>
                  <a:pt x="899" y="253"/>
                </a:lnTo>
                <a:lnTo>
                  <a:pt x="898" y="253"/>
                </a:lnTo>
                <a:lnTo>
                  <a:pt x="897" y="253"/>
                </a:lnTo>
                <a:lnTo>
                  <a:pt x="896" y="253"/>
                </a:lnTo>
                <a:lnTo>
                  <a:pt x="895" y="253"/>
                </a:lnTo>
                <a:lnTo>
                  <a:pt x="894" y="253"/>
                </a:lnTo>
                <a:lnTo>
                  <a:pt x="893" y="252"/>
                </a:lnTo>
                <a:lnTo>
                  <a:pt x="892" y="252"/>
                </a:lnTo>
                <a:lnTo>
                  <a:pt x="891" y="253"/>
                </a:lnTo>
                <a:lnTo>
                  <a:pt x="890" y="254"/>
                </a:lnTo>
                <a:lnTo>
                  <a:pt x="889" y="254"/>
                </a:lnTo>
                <a:lnTo>
                  <a:pt x="889" y="255"/>
                </a:lnTo>
                <a:lnTo>
                  <a:pt x="889" y="256"/>
                </a:lnTo>
                <a:lnTo>
                  <a:pt x="888" y="255"/>
                </a:lnTo>
                <a:lnTo>
                  <a:pt x="887" y="255"/>
                </a:lnTo>
                <a:lnTo>
                  <a:pt x="885" y="257"/>
                </a:lnTo>
                <a:lnTo>
                  <a:pt x="884" y="258"/>
                </a:lnTo>
                <a:lnTo>
                  <a:pt x="883" y="259"/>
                </a:lnTo>
                <a:lnTo>
                  <a:pt x="882" y="259"/>
                </a:lnTo>
                <a:lnTo>
                  <a:pt x="880" y="260"/>
                </a:lnTo>
                <a:lnTo>
                  <a:pt x="879" y="260"/>
                </a:lnTo>
                <a:lnTo>
                  <a:pt x="879" y="261"/>
                </a:lnTo>
                <a:lnTo>
                  <a:pt x="878" y="261"/>
                </a:lnTo>
                <a:lnTo>
                  <a:pt x="877" y="262"/>
                </a:lnTo>
                <a:lnTo>
                  <a:pt x="876" y="263"/>
                </a:lnTo>
                <a:lnTo>
                  <a:pt x="875" y="264"/>
                </a:lnTo>
                <a:lnTo>
                  <a:pt x="874" y="264"/>
                </a:lnTo>
                <a:lnTo>
                  <a:pt x="873" y="264"/>
                </a:lnTo>
                <a:lnTo>
                  <a:pt x="873" y="265"/>
                </a:lnTo>
                <a:lnTo>
                  <a:pt x="873" y="266"/>
                </a:lnTo>
                <a:lnTo>
                  <a:pt x="873" y="267"/>
                </a:lnTo>
                <a:lnTo>
                  <a:pt x="872" y="267"/>
                </a:lnTo>
                <a:lnTo>
                  <a:pt x="871" y="267"/>
                </a:lnTo>
                <a:lnTo>
                  <a:pt x="871" y="268"/>
                </a:lnTo>
                <a:lnTo>
                  <a:pt x="870" y="268"/>
                </a:lnTo>
                <a:lnTo>
                  <a:pt x="869" y="269"/>
                </a:lnTo>
                <a:lnTo>
                  <a:pt x="868" y="269"/>
                </a:lnTo>
                <a:lnTo>
                  <a:pt x="867" y="268"/>
                </a:lnTo>
                <a:lnTo>
                  <a:pt x="867" y="267"/>
                </a:lnTo>
                <a:lnTo>
                  <a:pt x="867" y="265"/>
                </a:lnTo>
                <a:lnTo>
                  <a:pt x="867" y="264"/>
                </a:lnTo>
                <a:lnTo>
                  <a:pt x="867" y="263"/>
                </a:lnTo>
                <a:lnTo>
                  <a:pt x="866" y="263"/>
                </a:lnTo>
                <a:lnTo>
                  <a:pt x="865" y="262"/>
                </a:lnTo>
                <a:lnTo>
                  <a:pt x="864" y="262"/>
                </a:lnTo>
                <a:lnTo>
                  <a:pt x="863" y="261"/>
                </a:lnTo>
                <a:lnTo>
                  <a:pt x="862" y="261"/>
                </a:lnTo>
                <a:lnTo>
                  <a:pt x="861" y="262"/>
                </a:lnTo>
                <a:lnTo>
                  <a:pt x="859" y="265"/>
                </a:lnTo>
                <a:lnTo>
                  <a:pt x="858" y="265"/>
                </a:lnTo>
                <a:lnTo>
                  <a:pt x="857" y="265"/>
                </a:lnTo>
                <a:lnTo>
                  <a:pt x="857" y="263"/>
                </a:lnTo>
                <a:lnTo>
                  <a:pt x="855" y="262"/>
                </a:lnTo>
                <a:lnTo>
                  <a:pt x="854" y="263"/>
                </a:lnTo>
                <a:lnTo>
                  <a:pt x="853" y="263"/>
                </a:lnTo>
                <a:lnTo>
                  <a:pt x="852" y="262"/>
                </a:lnTo>
                <a:lnTo>
                  <a:pt x="850" y="263"/>
                </a:lnTo>
                <a:lnTo>
                  <a:pt x="848" y="263"/>
                </a:lnTo>
                <a:lnTo>
                  <a:pt x="847" y="265"/>
                </a:lnTo>
                <a:lnTo>
                  <a:pt x="845" y="265"/>
                </a:lnTo>
                <a:lnTo>
                  <a:pt x="844" y="265"/>
                </a:lnTo>
                <a:lnTo>
                  <a:pt x="842" y="265"/>
                </a:lnTo>
                <a:lnTo>
                  <a:pt x="839" y="267"/>
                </a:lnTo>
                <a:lnTo>
                  <a:pt x="839" y="266"/>
                </a:lnTo>
                <a:lnTo>
                  <a:pt x="837" y="265"/>
                </a:lnTo>
                <a:lnTo>
                  <a:pt x="836" y="265"/>
                </a:lnTo>
                <a:lnTo>
                  <a:pt x="835" y="264"/>
                </a:lnTo>
                <a:lnTo>
                  <a:pt x="835" y="263"/>
                </a:lnTo>
                <a:lnTo>
                  <a:pt x="834" y="263"/>
                </a:lnTo>
                <a:lnTo>
                  <a:pt x="834" y="264"/>
                </a:lnTo>
                <a:lnTo>
                  <a:pt x="833" y="264"/>
                </a:lnTo>
                <a:lnTo>
                  <a:pt x="832" y="264"/>
                </a:lnTo>
                <a:lnTo>
                  <a:pt x="831" y="264"/>
                </a:lnTo>
                <a:lnTo>
                  <a:pt x="831" y="263"/>
                </a:lnTo>
                <a:lnTo>
                  <a:pt x="831" y="262"/>
                </a:lnTo>
                <a:lnTo>
                  <a:pt x="830" y="262"/>
                </a:lnTo>
                <a:lnTo>
                  <a:pt x="830" y="261"/>
                </a:lnTo>
                <a:lnTo>
                  <a:pt x="828" y="257"/>
                </a:lnTo>
                <a:lnTo>
                  <a:pt x="828" y="256"/>
                </a:lnTo>
                <a:lnTo>
                  <a:pt x="828" y="255"/>
                </a:lnTo>
                <a:lnTo>
                  <a:pt x="827" y="255"/>
                </a:lnTo>
                <a:lnTo>
                  <a:pt x="826" y="255"/>
                </a:lnTo>
                <a:lnTo>
                  <a:pt x="826" y="254"/>
                </a:lnTo>
                <a:lnTo>
                  <a:pt x="826" y="253"/>
                </a:lnTo>
                <a:lnTo>
                  <a:pt x="825" y="253"/>
                </a:lnTo>
                <a:lnTo>
                  <a:pt x="822" y="252"/>
                </a:lnTo>
                <a:lnTo>
                  <a:pt x="819" y="251"/>
                </a:lnTo>
                <a:lnTo>
                  <a:pt x="819" y="250"/>
                </a:lnTo>
                <a:lnTo>
                  <a:pt x="818" y="250"/>
                </a:lnTo>
                <a:lnTo>
                  <a:pt x="817" y="250"/>
                </a:lnTo>
                <a:lnTo>
                  <a:pt x="817" y="249"/>
                </a:lnTo>
                <a:lnTo>
                  <a:pt x="816" y="249"/>
                </a:lnTo>
                <a:lnTo>
                  <a:pt x="816" y="248"/>
                </a:lnTo>
                <a:lnTo>
                  <a:pt x="817" y="248"/>
                </a:lnTo>
                <a:lnTo>
                  <a:pt x="817" y="247"/>
                </a:lnTo>
                <a:lnTo>
                  <a:pt x="816" y="247"/>
                </a:lnTo>
                <a:lnTo>
                  <a:pt x="816" y="248"/>
                </a:lnTo>
                <a:lnTo>
                  <a:pt x="815" y="247"/>
                </a:lnTo>
                <a:lnTo>
                  <a:pt x="814" y="247"/>
                </a:lnTo>
                <a:lnTo>
                  <a:pt x="813" y="246"/>
                </a:lnTo>
                <a:lnTo>
                  <a:pt x="812" y="247"/>
                </a:lnTo>
                <a:lnTo>
                  <a:pt x="812" y="246"/>
                </a:lnTo>
                <a:lnTo>
                  <a:pt x="811" y="246"/>
                </a:lnTo>
                <a:lnTo>
                  <a:pt x="810" y="246"/>
                </a:lnTo>
                <a:lnTo>
                  <a:pt x="809" y="246"/>
                </a:lnTo>
                <a:lnTo>
                  <a:pt x="809" y="247"/>
                </a:lnTo>
                <a:lnTo>
                  <a:pt x="808" y="248"/>
                </a:lnTo>
                <a:lnTo>
                  <a:pt x="808" y="249"/>
                </a:lnTo>
                <a:lnTo>
                  <a:pt x="809" y="250"/>
                </a:lnTo>
                <a:lnTo>
                  <a:pt x="808" y="251"/>
                </a:lnTo>
                <a:lnTo>
                  <a:pt x="807" y="253"/>
                </a:lnTo>
                <a:lnTo>
                  <a:pt x="805" y="254"/>
                </a:lnTo>
                <a:lnTo>
                  <a:pt x="804" y="255"/>
                </a:lnTo>
                <a:lnTo>
                  <a:pt x="804" y="256"/>
                </a:lnTo>
                <a:lnTo>
                  <a:pt x="803" y="258"/>
                </a:lnTo>
                <a:lnTo>
                  <a:pt x="801" y="260"/>
                </a:lnTo>
                <a:lnTo>
                  <a:pt x="800" y="260"/>
                </a:lnTo>
                <a:lnTo>
                  <a:pt x="799" y="261"/>
                </a:lnTo>
                <a:lnTo>
                  <a:pt x="799" y="262"/>
                </a:lnTo>
                <a:lnTo>
                  <a:pt x="798" y="262"/>
                </a:lnTo>
                <a:lnTo>
                  <a:pt x="798" y="263"/>
                </a:lnTo>
                <a:lnTo>
                  <a:pt x="798" y="264"/>
                </a:lnTo>
                <a:lnTo>
                  <a:pt x="799" y="266"/>
                </a:lnTo>
                <a:lnTo>
                  <a:pt x="799" y="267"/>
                </a:lnTo>
                <a:lnTo>
                  <a:pt x="798" y="268"/>
                </a:lnTo>
                <a:lnTo>
                  <a:pt x="797" y="268"/>
                </a:lnTo>
                <a:lnTo>
                  <a:pt x="796" y="268"/>
                </a:lnTo>
                <a:lnTo>
                  <a:pt x="795" y="267"/>
                </a:lnTo>
                <a:lnTo>
                  <a:pt x="794" y="267"/>
                </a:lnTo>
                <a:lnTo>
                  <a:pt x="794" y="268"/>
                </a:lnTo>
                <a:lnTo>
                  <a:pt x="795" y="269"/>
                </a:lnTo>
                <a:lnTo>
                  <a:pt x="794" y="270"/>
                </a:lnTo>
                <a:lnTo>
                  <a:pt x="793" y="270"/>
                </a:lnTo>
                <a:lnTo>
                  <a:pt x="792" y="269"/>
                </a:lnTo>
                <a:lnTo>
                  <a:pt x="791" y="269"/>
                </a:lnTo>
                <a:lnTo>
                  <a:pt x="791" y="271"/>
                </a:lnTo>
                <a:lnTo>
                  <a:pt x="790" y="271"/>
                </a:lnTo>
                <a:lnTo>
                  <a:pt x="790" y="272"/>
                </a:lnTo>
                <a:lnTo>
                  <a:pt x="789" y="272"/>
                </a:lnTo>
                <a:lnTo>
                  <a:pt x="788" y="271"/>
                </a:lnTo>
                <a:lnTo>
                  <a:pt x="787" y="270"/>
                </a:lnTo>
                <a:lnTo>
                  <a:pt x="786" y="269"/>
                </a:lnTo>
                <a:lnTo>
                  <a:pt x="786" y="268"/>
                </a:lnTo>
                <a:lnTo>
                  <a:pt x="785" y="267"/>
                </a:lnTo>
                <a:lnTo>
                  <a:pt x="785" y="266"/>
                </a:lnTo>
                <a:lnTo>
                  <a:pt x="785" y="265"/>
                </a:lnTo>
                <a:lnTo>
                  <a:pt x="785" y="264"/>
                </a:lnTo>
                <a:lnTo>
                  <a:pt x="784" y="264"/>
                </a:lnTo>
                <a:lnTo>
                  <a:pt x="783" y="263"/>
                </a:lnTo>
                <a:lnTo>
                  <a:pt x="783" y="262"/>
                </a:lnTo>
                <a:lnTo>
                  <a:pt x="782" y="262"/>
                </a:lnTo>
                <a:lnTo>
                  <a:pt x="781" y="263"/>
                </a:lnTo>
                <a:lnTo>
                  <a:pt x="780" y="263"/>
                </a:lnTo>
                <a:lnTo>
                  <a:pt x="779" y="263"/>
                </a:lnTo>
                <a:lnTo>
                  <a:pt x="779" y="262"/>
                </a:lnTo>
                <a:lnTo>
                  <a:pt x="778" y="262"/>
                </a:lnTo>
                <a:lnTo>
                  <a:pt x="777" y="261"/>
                </a:lnTo>
                <a:lnTo>
                  <a:pt x="776" y="260"/>
                </a:lnTo>
                <a:lnTo>
                  <a:pt x="775" y="259"/>
                </a:lnTo>
                <a:lnTo>
                  <a:pt x="774" y="259"/>
                </a:lnTo>
                <a:lnTo>
                  <a:pt x="773" y="258"/>
                </a:lnTo>
                <a:lnTo>
                  <a:pt x="772" y="257"/>
                </a:lnTo>
                <a:lnTo>
                  <a:pt x="772" y="256"/>
                </a:lnTo>
                <a:lnTo>
                  <a:pt x="772" y="253"/>
                </a:lnTo>
                <a:lnTo>
                  <a:pt x="772" y="252"/>
                </a:lnTo>
                <a:lnTo>
                  <a:pt x="772" y="251"/>
                </a:lnTo>
                <a:lnTo>
                  <a:pt x="772" y="250"/>
                </a:lnTo>
                <a:lnTo>
                  <a:pt x="771" y="250"/>
                </a:lnTo>
                <a:lnTo>
                  <a:pt x="770" y="251"/>
                </a:lnTo>
                <a:lnTo>
                  <a:pt x="769" y="252"/>
                </a:lnTo>
                <a:lnTo>
                  <a:pt x="768" y="252"/>
                </a:lnTo>
                <a:lnTo>
                  <a:pt x="767" y="251"/>
                </a:lnTo>
                <a:lnTo>
                  <a:pt x="766" y="251"/>
                </a:lnTo>
                <a:lnTo>
                  <a:pt x="765" y="251"/>
                </a:lnTo>
                <a:lnTo>
                  <a:pt x="765" y="250"/>
                </a:lnTo>
                <a:lnTo>
                  <a:pt x="764" y="250"/>
                </a:lnTo>
                <a:lnTo>
                  <a:pt x="763" y="249"/>
                </a:lnTo>
                <a:lnTo>
                  <a:pt x="762" y="249"/>
                </a:lnTo>
                <a:lnTo>
                  <a:pt x="762" y="248"/>
                </a:lnTo>
                <a:lnTo>
                  <a:pt x="762" y="249"/>
                </a:lnTo>
                <a:lnTo>
                  <a:pt x="762" y="250"/>
                </a:lnTo>
                <a:lnTo>
                  <a:pt x="762" y="251"/>
                </a:lnTo>
                <a:lnTo>
                  <a:pt x="761" y="251"/>
                </a:lnTo>
                <a:lnTo>
                  <a:pt x="762" y="251"/>
                </a:lnTo>
                <a:lnTo>
                  <a:pt x="761" y="251"/>
                </a:lnTo>
                <a:lnTo>
                  <a:pt x="761" y="252"/>
                </a:lnTo>
                <a:lnTo>
                  <a:pt x="761" y="253"/>
                </a:lnTo>
                <a:lnTo>
                  <a:pt x="761" y="254"/>
                </a:lnTo>
                <a:lnTo>
                  <a:pt x="760" y="254"/>
                </a:lnTo>
                <a:lnTo>
                  <a:pt x="760" y="255"/>
                </a:lnTo>
                <a:lnTo>
                  <a:pt x="760" y="256"/>
                </a:lnTo>
                <a:lnTo>
                  <a:pt x="759" y="256"/>
                </a:lnTo>
                <a:lnTo>
                  <a:pt x="759" y="258"/>
                </a:lnTo>
                <a:lnTo>
                  <a:pt x="759" y="259"/>
                </a:lnTo>
                <a:lnTo>
                  <a:pt x="759" y="261"/>
                </a:lnTo>
                <a:lnTo>
                  <a:pt x="758" y="262"/>
                </a:lnTo>
                <a:lnTo>
                  <a:pt x="758" y="261"/>
                </a:lnTo>
                <a:lnTo>
                  <a:pt x="758" y="262"/>
                </a:lnTo>
                <a:lnTo>
                  <a:pt x="758" y="261"/>
                </a:lnTo>
                <a:lnTo>
                  <a:pt x="758" y="262"/>
                </a:lnTo>
                <a:lnTo>
                  <a:pt x="757" y="262"/>
                </a:lnTo>
                <a:lnTo>
                  <a:pt x="756" y="262"/>
                </a:lnTo>
                <a:lnTo>
                  <a:pt x="756" y="263"/>
                </a:lnTo>
                <a:lnTo>
                  <a:pt x="755" y="263"/>
                </a:lnTo>
                <a:lnTo>
                  <a:pt x="755" y="264"/>
                </a:lnTo>
                <a:lnTo>
                  <a:pt x="756" y="265"/>
                </a:lnTo>
                <a:lnTo>
                  <a:pt x="755" y="265"/>
                </a:lnTo>
                <a:lnTo>
                  <a:pt x="755" y="266"/>
                </a:lnTo>
                <a:lnTo>
                  <a:pt x="754" y="267"/>
                </a:lnTo>
                <a:lnTo>
                  <a:pt x="754" y="268"/>
                </a:lnTo>
                <a:lnTo>
                  <a:pt x="754" y="269"/>
                </a:lnTo>
                <a:lnTo>
                  <a:pt x="752" y="269"/>
                </a:lnTo>
                <a:lnTo>
                  <a:pt x="751" y="271"/>
                </a:lnTo>
                <a:lnTo>
                  <a:pt x="749" y="272"/>
                </a:lnTo>
                <a:lnTo>
                  <a:pt x="747" y="271"/>
                </a:lnTo>
                <a:lnTo>
                  <a:pt x="747" y="272"/>
                </a:lnTo>
                <a:lnTo>
                  <a:pt x="747" y="273"/>
                </a:lnTo>
                <a:lnTo>
                  <a:pt x="747" y="274"/>
                </a:lnTo>
                <a:lnTo>
                  <a:pt x="746" y="273"/>
                </a:lnTo>
                <a:lnTo>
                  <a:pt x="746" y="274"/>
                </a:lnTo>
                <a:lnTo>
                  <a:pt x="746" y="275"/>
                </a:lnTo>
                <a:lnTo>
                  <a:pt x="745" y="275"/>
                </a:lnTo>
                <a:lnTo>
                  <a:pt x="744" y="276"/>
                </a:lnTo>
                <a:lnTo>
                  <a:pt x="743" y="277"/>
                </a:lnTo>
                <a:lnTo>
                  <a:pt x="743" y="278"/>
                </a:lnTo>
                <a:lnTo>
                  <a:pt x="742" y="278"/>
                </a:lnTo>
                <a:lnTo>
                  <a:pt x="741" y="278"/>
                </a:lnTo>
                <a:lnTo>
                  <a:pt x="741" y="279"/>
                </a:lnTo>
                <a:lnTo>
                  <a:pt x="741" y="280"/>
                </a:lnTo>
                <a:lnTo>
                  <a:pt x="740" y="280"/>
                </a:lnTo>
                <a:lnTo>
                  <a:pt x="740" y="281"/>
                </a:lnTo>
                <a:lnTo>
                  <a:pt x="740" y="282"/>
                </a:lnTo>
                <a:lnTo>
                  <a:pt x="739" y="282"/>
                </a:lnTo>
                <a:lnTo>
                  <a:pt x="738" y="283"/>
                </a:lnTo>
                <a:lnTo>
                  <a:pt x="738" y="284"/>
                </a:lnTo>
                <a:lnTo>
                  <a:pt x="738" y="285"/>
                </a:lnTo>
                <a:lnTo>
                  <a:pt x="737" y="285"/>
                </a:lnTo>
                <a:lnTo>
                  <a:pt x="736" y="285"/>
                </a:lnTo>
                <a:lnTo>
                  <a:pt x="736" y="286"/>
                </a:lnTo>
                <a:lnTo>
                  <a:pt x="737" y="287"/>
                </a:lnTo>
                <a:lnTo>
                  <a:pt x="737" y="288"/>
                </a:lnTo>
                <a:lnTo>
                  <a:pt x="736" y="288"/>
                </a:lnTo>
                <a:lnTo>
                  <a:pt x="735" y="288"/>
                </a:lnTo>
                <a:lnTo>
                  <a:pt x="735" y="289"/>
                </a:lnTo>
                <a:lnTo>
                  <a:pt x="734" y="289"/>
                </a:lnTo>
                <a:lnTo>
                  <a:pt x="733" y="288"/>
                </a:lnTo>
                <a:lnTo>
                  <a:pt x="732" y="288"/>
                </a:lnTo>
                <a:lnTo>
                  <a:pt x="732" y="289"/>
                </a:lnTo>
                <a:lnTo>
                  <a:pt x="731" y="290"/>
                </a:lnTo>
                <a:lnTo>
                  <a:pt x="730" y="289"/>
                </a:lnTo>
                <a:lnTo>
                  <a:pt x="729" y="289"/>
                </a:lnTo>
                <a:lnTo>
                  <a:pt x="729" y="290"/>
                </a:lnTo>
                <a:lnTo>
                  <a:pt x="728" y="290"/>
                </a:lnTo>
                <a:lnTo>
                  <a:pt x="727" y="290"/>
                </a:lnTo>
                <a:lnTo>
                  <a:pt x="727" y="291"/>
                </a:lnTo>
                <a:lnTo>
                  <a:pt x="727" y="292"/>
                </a:lnTo>
                <a:lnTo>
                  <a:pt x="726" y="292"/>
                </a:lnTo>
                <a:lnTo>
                  <a:pt x="726" y="293"/>
                </a:lnTo>
                <a:lnTo>
                  <a:pt x="727" y="293"/>
                </a:lnTo>
                <a:lnTo>
                  <a:pt x="728" y="293"/>
                </a:lnTo>
                <a:lnTo>
                  <a:pt x="729" y="294"/>
                </a:lnTo>
                <a:lnTo>
                  <a:pt x="729" y="293"/>
                </a:lnTo>
                <a:lnTo>
                  <a:pt x="730" y="293"/>
                </a:lnTo>
                <a:lnTo>
                  <a:pt x="730" y="294"/>
                </a:lnTo>
                <a:lnTo>
                  <a:pt x="730" y="295"/>
                </a:lnTo>
                <a:lnTo>
                  <a:pt x="731" y="296"/>
                </a:lnTo>
                <a:lnTo>
                  <a:pt x="731" y="297"/>
                </a:lnTo>
                <a:lnTo>
                  <a:pt x="730" y="297"/>
                </a:lnTo>
                <a:lnTo>
                  <a:pt x="729" y="297"/>
                </a:lnTo>
                <a:lnTo>
                  <a:pt x="728" y="296"/>
                </a:lnTo>
                <a:lnTo>
                  <a:pt x="727" y="296"/>
                </a:lnTo>
                <a:lnTo>
                  <a:pt x="726" y="295"/>
                </a:lnTo>
                <a:lnTo>
                  <a:pt x="725" y="295"/>
                </a:lnTo>
                <a:lnTo>
                  <a:pt x="725" y="296"/>
                </a:lnTo>
                <a:lnTo>
                  <a:pt x="725" y="297"/>
                </a:lnTo>
                <a:lnTo>
                  <a:pt x="724" y="297"/>
                </a:lnTo>
                <a:lnTo>
                  <a:pt x="724" y="298"/>
                </a:lnTo>
                <a:lnTo>
                  <a:pt x="725" y="299"/>
                </a:lnTo>
                <a:lnTo>
                  <a:pt x="725" y="300"/>
                </a:lnTo>
                <a:lnTo>
                  <a:pt x="726" y="300"/>
                </a:lnTo>
                <a:lnTo>
                  <a:pt x="726" y="301"/>
                </a:lnTo>
                <a:lnTo>
                  <a:pt x="726" y="302"/>
                </a:lnTo>
                <a:lnTo>
                  <a:pt x="727" y="302"/>
                </a:lnTo>
                <a:lnTo>
                  <a:pt x="727" y="303"/>
                </a:lnTo>
                <a:lnTo>
                  <a:pt x="726" y="303"/>
                </a:lnTo>
                <a:lnTo>
                  <a:pt x="726" y="304"/>
                </a:lnTo>
                <a:lnTo>
                  <a:pt x="725" y="304"/>
                </a:lnTo>
                <a:lnTo>
                  <a:pt x="725" y="305"/>
                </a:lnTo>
                <a:lnTo>
                  <a:pt x="725" y="304"/>
                </a:lnTo>
                <a:lnTo>
                  <a:pt x="726" y="304"/>
                </a:lnTo>
                <a:lnTo>
                  <a:pt x="727" y="304"/>
                </a:lnTo>
                <a:lnTo>
                  <a:pt x="728" y="304"/>
                </a:lnTo>
                <a:lnTo>
                  <a:pt x="730" y="302"/>
                </a:lnTo>
                <a:lnTo>
                  <a:pt x="730" y="301"/>
                </a:lnTo>
                <a:lnTo>
                  <a:pt x="731" y="300"/>
                </a:lnTo>
                <a:lnTo>
                  <a:pt x="732" y="299"/>
                </a:lnTo>
                <a:lnTo>
                  <a:pt x="734" y="299"/>
                </a:lnTo>
                <a:lnTo>
                  <a:pt x="735" y="299"/>
                </a:lnTo>
                <a:lnTo>
                  <a:pt x="736" y="299"/>
                </a:lnTo>
                <a:lnTo>
                  <a:pt x="736" y="300"/>
                </a:lnTo>
                <a:lnTo>
                  <a:pt x="737" y="301"/>
                </a:lnTo>
                <a:lnTo>
                  <a:pt x="738" y="301"/>
                </a:lnTo>
                <a:lnTo>
                  <a:pt x="738" y="302"/>
                </a:lnTo>
                <a:lnTo>
                  <a:pt x="738" y="303"/>
                </a:lnTo>
                <a:lnTo>
                  <a:pt x="739" y="303"/>
                </a:lnTo>
                <a:lnTo>
                  <a:pt x="739" y="304"/>
                </a:lnTo>
                <a:lnTo>
                  <a:pt x="739" y="305"/>
                </a:lnTo>
                <a:lnTo>
                  <a:pt x="740" y="306"/>
                </a:lnTo>
                <a:lnTo>
                  <a:pt x="740" y="307"/>
                </a:lnTo>
                <a:lnTo>
                  <a:pt x="740" y="308"/>
                </a:lnTo>
                <a:lnTo>
                  <a:pt x="741" y="308"/>
                </a:lnTo>
                <a:lnTo>
                  <a:pt x="741" y="309"/>
                </a:lnTo>
                <a:lnTo>
                  <a:pt x="741" y="310"/>
                </a:lnTo>
                <a:lnTo>
                  <a:pt x="742" y="311"/>
                </a:lnTo>
                <a:lnTo>
                  <a:pt x="743" y="312"/>
                </a:lnTo>
                <a:lnTo>
                  <a:pt x="744" y="312"/>
                </a:lnTo>
                <a:lnTo>
                  <a:pt x="744" y="313"/>
                </a:lnTo>
                <a:lnTo>
                  <a:pt x="744" y="314"/>
                </a:lnTo>
                <a:lnTo>
                  <a:pt x="743" y="315"/>
                </a:lnTo>
                <a:lnTo>
                  <a:pt x="742" y="316"/>
                </a:lnTo>
                <a:lnTo>
                  <a:pt x="742" y="317"/>
                </a:lnTo>
                <a:lnTo>
                  <a:pt x="742" y="318"/>
                </a:lnTo>
                <a:lnTo>
                  <a:pt x="743" y="318"/>
                </a:lnTo>
                <a:lnTo>
                  <a:pt x="743" y="319"/>
                </a:lnTo>
                <a:lnTo>
                  <a:pt x="743" y="320"/>
                </a:lnTo>
                <a:lnTo>
                  <a:pt x="743" y="321"/>
                </a:lnTo>
                <a:lnTo>
                  <a:pt x="744" y="321"/>
                </a:lnTo>
                <a:lnTo>
                  <a:pt x="744" y="322"/>
                </a:lnTo>
                <a:lnTo>
                  <a:pt x="743" y="323"/>
                </a:lnTo>
                <a:lnTo>
                  <a:pt x="742" y="323"/>
                </a:lnTo>
                <a:lnTo>
                  <a:pt x="741" y="323"/>
                </a:lnTo>
                <a:lnTo>
                  <a:pt x="741" y="324"/>
                </a:lnTo>
                <a:lnTo>
                  <a:pt x="740" y="324"/>
                </a:lnTo>
                <a:lnTo>
                  <a:pt x="739" y="324"/>
                </a:lnTo>
                <a:lnTo>
                  <a:pt x="738" y="324"/>
                </a:lnTo>
                <a:lnTo>
                  <a:pt x="737" y="325"/>
                </a:lnTo>
                <a:lnTo>
                  <a:pt x="738" y="325"/>
                </a:lnTo>
                <a:lnTo>
                  <a:pt x="738" y="326"/>
                </a:lnTo>
                <a:lnTo>
                  <a:pt x="737" y="326"/>
                </a:lnTo>
                <a:lnTo>
                  <a:pt x="737" y="327"/>
                </a:lnTo>
                <a:lnTo>
                  <a:pt x="736" y="327"/>
                </a:lnTo>
                <a:lnTo>
                  <a:pt x="735" y="329"/>
                </a:lnTo>
                <a:lnTo>
                  <a:pt x="735" y="330"/>
                </a:lnTo>
                <a:lnTo>
                  <a:pt x="735" y="331"/>
                </a:lnTo>
                <a:lnTo>
                  <a:pt x="735" y="332"/>
                </a:lnTo>
                <a:lnTo>
                  <a:pt x="736" y="333"/>
                </a:lnTo>
                <a:lnTo>
                  <a:pt x="736" y="334"/>
                </a:lnTo>
                <a:lnTo>
                  <a:pt x="737" y="334"/>
                </a:lnTo>
                <a:lnTo>
                  <a:pt x="737" y="335"/>
                </a:lnTo>
                <a:lnTo>
                  <a:pt x="737" y="336"/>
                </a:lnTo>
                <a:lnTo>
                  <a:pt x="737" y="337"/>
                </a:lnTo>
                <a:lnTo>
                  <a:pt x="738" y="337"/>
                </a:lnTo>
                <a:lnTo>
                  <a:pt x="738" y="338"/>
                </a:lnTo>
                <a:lnTo>
                  <a:pt x="738" y="339"/>
                </a:lnTo>
                <a:lnTo>
                  <a:pt x="739" y="340"/>
                </a:lnTo>
                <a:lnTo>
                  <a:pt x="739" y="341"/>
                </a:lnTo>
                <a:lnTo>
                  <a:pt x="740" y="341"/>
                </a:lnTo>
                <a:lnTo>
                  <a:pt x="741" y="340"/>
                </a:lnTo>
                <a:lnTo>
                  <a:pt x="742" y="339"/>
                </a:lnTo>
                <a:lnTo>
                  <a:pt x="742" y="340"/>
                </a:lnTo>
                <a:lnTo>
                  <a:pt x="743" y="341"/>
                </a:lnTo>
                <a:lnTo>
                  <a:pt x="743" y="342"/>
                </a:lnTo>
                <a:lnTo>
                  <a:pt x="743" y="343"/>
                </a:lnTo>
                <a:lnTo>
                  <a:pt x="742" y="343"/>
                </a:lnTo>
                <a:lnTo>
                  <a:pt x="742" y="344"/>
                </a:lnTo>
                <a:lnTo>
                  <a:pt x="742" y="345"/>
                </a:lnTo>
                <a:lnTo>
                  <a:pt x="741" y="345"/>
                </a:lnTo>
                <a:lnTo>
                  <a:pt x="741" y="348"/>
                </a:lnTo>
                <a:lnTo>
                  <a:pt x="741" y="349"/>
                </a:lnTo>
                <a:lnTo>
                  <a:pt x="741" y="351"/>
                </a:lnTo>
                <a:lnTo>
                  <a:pt x="741" y="352"/>
                </a:lnTo>
                <a:lnTo>
                  <a:pt x="740" y="353"/>
                </a:lnTo>
                <a:lnTo>
                  <a:pt x="740" y="354"/>
                </a:lnTo>
                <a:lnTo>
                  <a:pt x="741" y="355"/>
                </a:lnTo>
                <a:lnTo>
                  <a:pt x="742" y="356"/>
                </a:lnTo>
                <a:lnTo>
                  <a:pt x="742" y="357"/>
                </a:lnTo>
                <a:lnTo>
                  <a:pt x="742" y="358"/>
                </a:lnTo>
                <a:lnTo>
                  <a:pt x="742" y="359"/>
                </a:lnTo>
                <a:lnTo>
                  <a:pt x="743" y="360"/>
                </a:lnTo>
                <a:lnTo>
                  <a:pt x="744" y="361"/>
                </a:lnTo>
                <a:lnTo>
                  <a:pt x="745" y="361"/>
                </a:lnTo>
                <a:lnTo>
                  <a:pt x="746" y="361"/>
                </a:lnTo>
                <a:lnTo>
                  <a:pt x="746" y="362"/>
                </a:lnTo>
                <a:lnTo>
                  <a:pt x="747" y="363"/>
                </a:lnTo>
                <a:lnTo>
                  <a:pt x="748" y="363"/>
                </a:lnTo>
                <a:lnTo>
                  <a:pt x="747" y="364"/>
                </a:lnTo>
                <a:lnTo>
                  <a:pt x="747" y="365"/>
                </a:lnTo>
                <a:lnTo>
                  <a:pt x="747" y="366"/>
                </a:lnTo>
                <a:lnTo>
                  <a:pt x="748" y="366"/>
                </a:lnTo>
                <a:lnTo>
                  <a:pt x="749" y="366"/>
                </a:lnTo>
                <a:lnTo>
                  <a:pt x="750" y="366"/>
                </a:lnTo>
                <a:lnTo>
                  <a:pt x="751" y="366"/>
                </a:lnTo>
                <a:lnTo>
                  <a:pt x="751" y="367"/>
                </a:lnTo>
                <a:lnTo>
                  <a:pt x="752" y="367"/>
                </a:lnTo>
                <a:lnTo>
                  <a:pt x="753" y="368"/>
                </a:lnTo>
                <a:lnTo>
                  <a:pt x="754" y="368"/>
                </a:lnTo>
                <a:lnTo>
                  <a:pt x="755" y="368"/>
                </a:lnTo>
                <a:lnTo>
                  <a:pt x="756" y="368"/>
                </a:lnTo>
                <a:lnTo>
                  <a:pt x="757" y="368"/>
                </a:lnTo>
                <a:lnTo>
                  <a:pt x="758" y="368"/>
                </a:lnTo>
                <a:lnTo>
                  <a:pt x="759" y="369"/>
                </a:lnTo>
                <a:lnTo>
                  <a:pt x="759" y="368"/>
                </a:lnTo>
                <a:lnTo>
                  <a:pt x="761" y="368"/>
                </a:lnTo>
                <a:lnTo>
                  <a:pt x="762" y="368"/>
                </a:lnTo>
                <a:lnTo>
                  <a:pt x="763" y="368"/>
                </a:lnTo>
                <a:lnTo>
                  <a:pt x="764" y="368"/>
                </a:lnTo>
                <a:lnTo>
                  <a:pt x="765" y="368"/>
                </a:lnTo>
                <a:lnTo>
                  <a:pt x="766" y="368"/>
                </a:lnTo>
                <a:lnTo>
                  <a:pt x="767" y="368"/>
                </a:lnTo>
                <a:lnTo>
                  <a:pt x="768" y="368"/>
                </a:lnTo>
                <a:lnTo>
                  <a:pt x="769" y="368"/>
                </a:lnTo>
                <a:lnTo>
                  <a:pt x="769" y="369"/>
                </a:lnTo>
                <a:lnTo>
                  <a:pt x="770" y="369"/>
                </a:lnTo>
                <a:lnTo>
                  <a:pt x="771" y="368"/>
                </a:lnTo>
                <a:lnTo>
                  <a:pt x="771" y="369"/>
                </a:lnTo>
                <a:lnTo>
                  <a:pt x="772" y="368"/>
                </a:lnTo>
                <a:lnTo>
                  <a:pt x="773" y="369"/>
                </a:lnTo>
                <a:lnTo>
                  <a:pt x="773" y="368"/>
                </a:lnTo>
                <a:lnTo>
                  <a:pt x="774" y="369"/>
                </a:lnTo>
                <a:lnTo>
                  <a:pt x="774" y="370"/>
                </a:lnTo>
                <a:lnTo>
                  <a:pt x="775" y="369"/>
                </a:lnTo>
                <a:lnTo>
                  <a:pt x="776" y="369"/>
                </a:lnTo>
                <a:lnTo>
                  <a:pt x="776" y="368"/>
                </a:lnTo>
                <a:lnTo>
                  <a:pt x="777" y="368"/>
                </a:lnTo>
                <a:lnTo>
                  <a:pt x="777" y="367"/>
                </a:lnTo>
                <a:lnTo>
                  <a:pt x="777" y="366"/>
                </a:lnTo>
                <a:lnTo>
                  <a:pt x="777" y="365"/>
                </a:lnTo>
                <a:lnTo>
                  <a:pt x="777" y="364"/>
                </a:lnTo>
                <a:lnTo>
                  <a:pt x="776" y="364"/>
                </a:lnTo>
                <a:lnTo>
                  <a:pt x="776" y="362"/>
                </a:lnTo>
                <a:lnTo>
                  <a:pt x="777" y="361"/>
                </a:lnTo>
                <a:lnTo>
                  <a:pt x="778" y="360"/>
                </a:lnTo>
                <a:lnTo>
                  <a:pt x="779" y="359"/>
                </a:lnTo>
                <a:lnTo>
                  <a:pt x="780" y="358"/>
                </a:lnTo>
                <a:lnTo>
                  <a:pt x="780" y="357"/>
                </a:lnTo>
                <a:lnTo>
                  <a:pt x="781" y="357"/>
                </a:lnTo>
                <a:lnTo>
                  <a:pt x="781" y="356"/>
                </a:lnTo>
                <a:lnTo>
                  <a:pt x="781" y="355"/>
                </a:lnTo>
                <a:lnTo>
                  <a:pt x="782" y="354"/>
                </a:lnTo>
                <a:lnTo>
                  <a:pt x="782" y="353"/>
                </a:lnTo>
                <a:lnTo>
                  <a:pt x="783" y="353"/>
                </a:lnTo>
                <a:lnTo>
                  <a:pt x="783" y="352"/>
                </a:lnTo>
                <a:lnTo>
                  <a:pt x="784" y="352"/>
                </a:lnTo>
                <a:lnTo>
                  <a:pt x="785" y="352"/>
                </a:lnTo>
                <a:lnTo>
                  <a:pt x="786" y="352"/>
                </a:lnTo>
                <a:lnTo>
                  <a:pt x="786" y="351"/>
                </a:lnTo>
                <a:lnTo>
                  <a:pt x="787" y="351"/>
                </a:lnTo>
                <a:lnTo>
                  <a:pt x="788" y="352"/>
                </a:lnTo>
                <a:lnTo>
                  <a:pt x="788" y="353"/>
                </a:lnTo>
                <a:lnTo>
                  <a:pt x="789" y="353"/>
                </a:lnTo>
                <a:lnTo>
                  <a:pt x="790" y="353"/>
                </a:lnTo>
                <a:lnTo>
                  <a:pt x="791" y="353"/>
                </a:lnTo>
                <a:lnTo>
                  <a:pt x="792" y="354"/>
                </a:lnTo>
                <a:lnTo>
                  <a:pt x="794" y="355"/>
                </a:lnTo>
                <a:lnTo>
                  <a:pt x="795" y="355"/>
                </a:lnTo>
                <a:lnTo>
                  <a:pt x="796" y="354"/>
                </a:lnTo>
                <a:lnTo>
                  <a:pt x="797" y="354"/>
                </a:lnTo>
                <a:lnTo>
                  <a:pt x="798" y="354"/>
                </a:lnTo>
                <a:lnTo>
                  <a:pt x="798" y="355"/>
                </a:lnTo>
                <a:lnTo>
                  <a:pt x="799" y="355"/>
                </a:lnTo>
                <a:lnTo>
                  <a:pt x="798" y="355"/>
                </a:lnTo>
                <a:lnTo>
                  <a:pt x="799" y="355"/>
                </a:lnTo>
                <a:lnTo>
                  <a:pt x="800" y="355"/>
                </a:lnTo>
                <a:lnTo>
                  <a:pt x="800" y="354"/>
                </a:lnTo>
                <a:lnTo>
                  <a:pt x="800" y="353"/>
                </a:lnTo>
                <a:lnTo>
                  <a:pt x="801" y="353"/>
                </a:lnTo>
                <a:lnTo>
                  <a:pt x="802" y="353"/>
                </a:lnTo>
                <a:lnTo>
                  <a:pt x="803" y="354"/>
                </a:lnTo>
                <a:lnTo>
                  <a:pt x="804" y="354"/>
                </a:lnTo>
                <a:lnTo>
                  <a:pt x="804" y="355"/>
                </a:lnTo>
                <a:lnTo>
                  <a:pt x="804" y="356"/>
                </a:lnTo>
                <a:lnTo>
                  <a:pt x="805" y="356"/>
                </a:lnTo>
                <a:lnTo>
                  <a:pt x="806" y="356"/>
                </a:lnTo>
                <a:lnTo>
                  <a:pt x="806" y="355"/>
                </a:lnTo>
                <a:lnTo>
                  <a:pt x="807" y="355"/>
                </a:lnTo>
                <a:lnTo>
                  <a:pt x="808" y="355"/>
                </a:lnTo>
                <a:lnTo>
                  <a:pt x="809" y="355"/>
                </a:lnTo>
                <a:lnTo>
                  <a:pt x="811" y="354"/>
                </a:lnTo>
                <a:lnTo>
                  <a:pt x="811" y="353"/>
                </a:lnTo>
                <a:lnTo>
                  <a:pt x="811" y="352"/>
                </a:lnTo>
                <a:lnTo>
                  <a:pt x="812" y="352"/>
                </a:lnTo>
                <a:lnTo>
                  <a:pt x="812" y="351"/>
                </a:lnTo>
                <a:lnTo>
                  <a:pt x="813" y="351"/>
                </a:lnTo>
                <a:lnTo>
                  <a:pt x="813" y="350"/>
                </a:lnTo>
                <a:lnTo>
                  <a:pt x="813" y="349"/>
                </a:lnTo>
                <a:lnTo>
                  <a:pt x="814" y="348"/>
                </a:lnTo>
                <a:lnTo>
                  <a:pt x="814" y="347"/>
                </a:lnTo>
                <a:lnTo>
                  <a:pt x="815" y="347"/>
                </a:lnTo>
                <a:lnTo>
                  <a:pt x="815" y="344"/>
                </a:lnTo>
                <a:lnTo>
                  <a:pt x="815" y="343"/>
                </a:lnTo>
                <a:lnTo>
                  <a:pt x="816" y="343"/>
                </a:lnTo>
                <a:lnTo>
                  <a:pt x="816" y="344"/>
                </a:lnTo>
                <a:lnTo>
                  <a:pt x="817" y="343"/>
                </a:lnTo>
                <a:lnTo>
                  <a:pt x="818" y="344"/>
                </a:lnTo>
                <a:lnTo>
                  <a:pt x="817" y="344"/>
                </a:lnTo>
                <a:lnTo>
                  <a:pt x="818" y="345"/>
                </a:lnTo>
                <a:lnTo>
                  <a:pt x="819" y="345"/>
                </a:lnTo>
                <a:lnTo>
                  <a:pt x="820" y="347"/>
                </a:lnTo>
                <a:lnTo>
                  <a:pt x="819" y="348"/>
                </a:lnTo>
                <a:lnTo>
                  <a:pt x="820" y="349"/>
                </a:lnTo>
                <a:lnTo>
                  <a:pt x="821" y="349"/>
                </a:lnTo>
                <a:lnTo>
                  <a:pt x="821" y="350"/>
                </a:lnTo>
                <a:lnTo>
                  <a:pt x="822" y="351"/>
                </a:lnTo>
                <a:lnTo>
                  <a:pt x="823" y="351"/>
                </a:lnTo>
                <a:lnTo>
                  <a:pt x="823" y="352"/>
                </a:lnTo>
                <a:lnTo>
                  <a:pt x="822" y="353"/>
                </a:lnTo>
                <a:lnTo>
                  <a:pt x="822" y="354"/>
                </a:lnTo>
                <a:lnTo>
                  <a:pt x="822" y="355"/>
                </a:lnTo>
                <a:lnTo>
                  <a:pt x="821" y="356"/>
                </a:lnTo>
                <a:lnTo>
                  <a:pt x="821" y="357"/>
                </a:lnTo>
                <a:lnTo>
                  <a:pt x="822" y="357"/>
                </a:lnTo>
                <a:lnTo>
                  <a:pt x="822" y="358"/>
                </a:lnTo>
                <a:lnTo>
                  <a:pt x="822" y="359"/>
                </a:lnTo>
                <a:lnTo>
                  <a:pt x="823" y="359"/>
                </a:lnTo>
                <a:lnTo>
                  <a:pt x="824" y="360"/>
                </a:lnTo>
                <a:lnTo>
                  <a:pt x="825" y="360"/>
                </a:lnTo>
                <a:lnTo>
                  <a:pt x="826" y="359"/>
                </a:lnTo>
                <a:lnTo>
                  <a:pt x="827" y="359"/>
                </a:lnTo>
                <a:lnTo>
                  <a:pt x="828" y="359"/>
                </a:lnTo>
                <a:lnTo>
                  <a:pt x="830" y="359"/>
                </a:lnTo>
                <a:lnTo>
                  <a:pt x="830" y="360"/>
                </a:lnTo>
                <a:lnTo>
                  <a:pt x="831" y="360"/>
                </a:lnTo>
                <a:lnTo>
                  <a:pt x="832" y="359"/>
                </a:lnTo>
                <a:lnTo>
                  <a:pt x="833" y="359"/>
                </a:lnTo>
                <a:lnTo>
                  <a:pt x="834" y="360"/>
                </a:lnTo>
                <a:lnTo>
                  <a:pt x="834" y="361"/>
                </a:lnTo>
                <a:lnTo>
                  <a:pt x="835" y="361"/>
                </a:lnTo>
                <a:lnTo>
                  <a:pt x="834" y="362"/>
                </a:lnTo>
                <a:lnTo>
                  <a:pt x="835" y="362"/>
                </a:lnTo>
                <a:lnTo>
                  <a:pt x="835" y="363"/>
                </a:lnTo>
                <a:lnTo>
                  <a:pt x="835" y="364"/>
                </a:lnTo>
                <a:lnTo>
                  <a:pt x="835" y="365"/>
                </a:lnTo>
                <a:lnTo>
                  <a:pt x="834" y="366"/>
                </a:lnTo>
                <a:lnTo>
                  <a:pt x="834" y="367"/>
                </a:lnTo>
                <a:lnTo>
                  <a:pt x="835" y="367"/>
                </a:lnTo>
                <a:lnTo>
                  <a:pt x="837" y="368"/>
                </a:lnTo>
                <a:lnTo>
                  <a:pt x="838" y="368"/>
                </a:lnTo>
                <a:lnTo>
                  <a:pt x="838" y="369"/>
                </a:lnTo>
                <a:lnTo>
                  <a:pt x="839" y="370"/>
                </a:lnTo>
                <a:lnTo>
                  <a:pt x="840" y="371"/>
                </a:lnTo>
                <a:lnTo>
                  <a:pt x="841" y="372"/>
                </a:lnTo>
                <a:lnTo>
                  <a:pt x="841" y="373"/>
                </a:lnTo>
                <a:lnTo>
                  <a:pt x="842" y="373"/>
                </a:lnTo>
                <a:lnTo>
                  <a:pt x="842" y="374"/>
                </a:lnTo>
                <a:lnTo>
                  <a:pt x="842" y="375"/>
                </a:lnTo>
                <a:lnTo>
                  <a:pt x="841" y="375"/>
                </a:lnTo>
                <a:lnTo>
                  <a:pt x="841" y="377"/>
                </a:lnTo>
                <a:lnTo>
                  <a:pt x="842" y="378"/>
                </a:lnTo>
                <a:lnTo>
                  <a:pt x="843" y="379"/>
                </a:lnTo>
                <a:lnTo>
                  <a:pt x="844" y="379"/>
                </a:lnTo>
                <a:lnTo>
                  <a:pt x="845" y="379"/>
                </a:lnTo>
                <a:lnTo>
                  <a:pt x="845" y="380"/>
                </a:lnTo>
                <a:lnTo>
                  <a:pt x="845" y="382"/>
                </a:lnTo>
                <a:lnTo>
                  <a:pt x="845" y="383"/>
                </a:lnTo>
                <a:lnTo>
                  <a:pt x="845" y="384"/>
                </a:lnTo>
                <a:lnTo>
                  <a:pt x="846" y="385"/>
                </a:lnTo>
                <a:lnTo>
                  <a:pt x="847" y="386"/>
                </a:lnTo>
                <a:lnTo>
                  <a:pt x="847" y="387"/>
                </a:lnTo>
                <a:lnTo>
                  <a:pt x="847" y="388"/>
                </a:lnTo>
                <a:lnTo>
                  <a:pt x="846" y="388"/>
                </a:lnTo>
                <a:lnTo>
                  <a:pt x="845" y="388"/>
                </a:lnTo>
                <a:lnTo>
                  <a:pt x="844" y="389"/>
                </a:lnTo>
                <a:lnTo>
                  <a:pt x="844" y="390"/>
                </a:lnTo>
                <a:lnTo>
                  <a:pt x="844" y="391"/>
                </a:lnTo>
                <a:lnTo>
                  <a:pt x="844" y="392"/>
                </a:lnTo>
                <a:lnTo>
                  <a:pt x="843" y="393"/>
                </a:lnTo>
                <a:lnTo>
                  <a:pt x="841" y="393"/>
                </a:lnTo>
                <a:lnTo>
                  <a:pt x="840" y="393"/>
                </a:lnTo>
                <a:lnTo>
                  <a:pt x="839" y="393"/>
                </a:lnTo>
                <a:lnTo>
                  <a:pt x="839" y="394"/>
                </a:lnTo>
                <a:lnTo>
                  <a:pt x="838" y="394"/>
                </a:lnTo>
                <a:lnTo>
                  <a:pt x="837" y="394"/>
                </a:lnTo>
                <a:lnTo>
                  <a:pt x="836" y="396"/>
                </a:lnTo>
                <a:lnTo>
                  <a:pt x="835" y="396"/>
                </a:lnTo>
                <a:lnTo>
                  <a:pt x="835" y="397"/>
                </a:lnTo>
                <a:lnTo>
                  <a:pt x="834" y="398"/>
                </a:lnTo>
                <a:lnTo>
                  <a:pt x="834" y="399"/>
                </a:lnTo>
                <a:lnTo>
                  <a:pt x="833" y="399"/>
                </a:lnTo>
                <a:lnTo>
                  <a:pt x="832" y="400"/>
                </a:lnTo>
                <a:lnTo>
                  <a:pt x="832" y="401"/>
                </a:lnTo>
                <a:lnTo>
                  <a:pt x="831" y="402"/>
                </a:lnTo>
                <a:lnTo>
                  <a:pt x="831" y="403"/>
                </a:lnTo>
                <a:lnTo>
                  <a:pt x="831" y="404"/>
                </a:lnTo>
                <a:lnTo>
                  <a:pt x="831" y="405"/>
                </a:lnTo>
                <a:lnTo>
                  <a:pt x="831" y="406"/>
                </a:lnTo>
                <a:lnTo>
                  <a:pt x="832" y="406"/>
                </a:lnTo>
                <a:lnTo>
                  <a:pt x="832" y="407"/>
                </a:lnTo>
                <a:lnTo>
                  <a:pt x="831" y="407"/>
                </a:lnTo>
                <a:lnTo>
                  <a:pt x="831" y="408"/>
                </a:lnTo>
                <a:lnTo>
                  <a:pt x="830" y="408"/>
                </a:lnTo>
                <a:lnTo>
                  <a:pt x="830" y="409"/>
                </a:lnTo>
                <a:lnTo>
                  <a:pt x="830" y="410"/>
                </a:lnTo>
                <a:lnTo>
                  <a:pt x="830" y="411"/>
                </a:lnTo>
                <a:lnTo>
                  <a:pt x="830" y="412"/>
                </a:lnTo>
                <a:lnTo>
                  <a:pt x="829" y="412"/>
                </a:lnTo>
                <a:lnTo>
                  <a:pt x="829" y="413"/>
                </a:lnTo>
                <a:lnTo>
                  <a:pt x="828" y="413"/>
                </a:lnTo>
                <a:lnTo>
                  <a:pt x="828" y="414"/>
                </a:lnTo>
                <a:lnTo>
                  <a:pt x="828" y="415"/>
                </a:lnTo>
                <a:lnTo>
                  <a:pt x="828" y="417"/>
                </a:lnTo>
                <a:lnTo>
                  <a:pt x="828" y="418"/>
                </a:lnTo>
                <a:lnTo>
                  <a:pt x="828" y="419"/>
                </a:lnTo>
                <a:lnTo>
                  <a:pt x="829" y="419"/>
                </a:lnTo>
                <a:lnTo>
                  <a:pt x="829" y="420"/>
                </a:lnTo>
                <a:lnTo>
                  <a:pt x="829" y="421"/>
                </a:lnTo>
                <a:lnTo>
                  <a:pt x="829" y="422"/>
                </a:lnTo>
                <a:lnTo>
                  <a:pt x="829" y="423"/>
                </a:lnTo>
                <a:lnTo>
                  <a:pt x="828" y="423"/>
                </a:lnTo>
                <a:lnTo>
                  <a:pt x="828" y="424"/>
                </a:lnTo>
                <a:lnTo>
                  <a:pt x="827" y="424"/>
                </a:lnTo>
                <a:lnTo>
                  <a:pt x="826" y="425"/>
                </a:lnTo>
                <a:lnTo>
                  <a:pt x="826" y="426"/>
                </a:lnTo>
                <a:lnTo>
                  <a:pt x="825" y="426"/>
                </a:lnTo>
                <a:lnTo>
                  <a:pt x="824" y="426"/>
                </a:lnTo>
                <a:lnTo>
                  <a:pt x="824" y="425"/>
                </a:lnTo>
                <a:lnTo>
                  <a:pt x="823" y="424"/>
                </a:lnTo>
                <a:lnTo>
                  <a:pt x="822" y="424"/>
                </a:lnTo>
                <a:lnTo>
                  <a:pt x="821" y="424"/>
                </a:lnTo>
                <a:lnTo>
                  <a:pt x="821" y="425"/>
                </a:lnTo>
                <a:lnTo>
                  <a:pt x="821" y="426"/>
                </a:lnTo>
                <a:lnTo>
                  <a:pt x="822" y="427"/>
                </a:lnTo>
                <a:lnTo>
                  <a:pt x="823" y="429"/>
                </a:lnTo>
                <a:lnTo>
                  <a:pt x="822" y="430"/>
                </a:lnTo>
                <a:lnTo>
                  <a:pt x="822" y="431"/>
                </a:lnTo>
                <a:lnTo>
                  <a:pt x="821" y="431"/>
                </a:lnTo>
                <a:lnTo>
                  <a:pt x="821" y="432"/>
                </a:lnTo>
                <a:lnTo>
                  <a:pt x="822" y="432"/>
                </a:lnTo>
                <a:lnTo>
                  <a:pt x="822" y="433"/>
                </a:lnTo>
                <a:lnTo>
                  <a:pt x="822" y="434"/>
                </a:lnTo>
                <a:lnTo>
                  <a:pt x="822" y="435"/>
                </a:lnTo>
                <a:lnTo>
                  <a:pt x="821" y="435"/>
                </a:lnTo>
                <a:lnTo>
                  <a:pt x="821" y="436"/>
                </a:lnTo>
                <a:lnTo>
                  <a:pt x="821" y="437"/>
                </a:lnTo>
                <a:lnTo>
                  <a:pt x="821" y="438"/>
                </a:lnTo>
                <a:lnTo>
                  <a:pt x="820" y="439"/>
                </a:lnTo>
                <a:lnTo>
                  <a:pt x="819" y="440"/>
                </a:lnTo>
                <a:lnTo>
                  <a:pt x="819" y="441"/>
                </a:lnTo>
                <a:lnTo>
                  <a:pt x="819" y="442"/>
                </a:lnTo>
                <a:lnTo>
                  <a:pt x="820" y="442"/>
                </a:lnTo>
                <a:lnTo>
                  <a:pt x="819" y="443"/>
                </a:lnTo>
                <a:lnTo>
                  <a:pt x="819" y="444"/>
                </a:lnTo>
                <a:lnTo>
                  <a:pt x="818" y="444"/>
                </a:lnTo>
                <a:lnTo>
                  <a:pt x="818" y="445"/>
                </a:lnTo>
                <a:lnTo>
                  <a:pt x="817" y="445"/>
                </a:lnTo>
                <a:lnTo>
                  <a:pt x="816" y="446"/>
                </a:lnTo>
                <a:lnTo>
                  <a:pt x="816" y="448"/>
                </a:lnTo>
                <a:lnTo>
                  <a:pt x="816" y="449"/>
                </a:lnTo>
                <a:lnTo>
                  <a:pt x="817" y="449"/>
                </a:lnTo>
                <a:lnTo>
                  <a:pt x="818" y="448"/>
                </a:lnTo>
                <a:lnTo>
                  <a:pt x="818" y="449"/>
                </a:lnTo>
                <a:lnTo>
                  <a:pt x="818" y="450"/>
                </a:lnTo>
                <a:lnTo>
                  <a:pt x="818" y="451"/>
                </a:lnTo>
                <a:lnTo>
                  <a:pt x="819" y="452"/>
                </a:lnTo>
                <a:lnTo>
                  <a:pt x="818" y="452"/>
                </a:lnTo>
                <a:lnTo>
                  <a:pt x="818" y="453"/>
                </a:lnTo>
                <a:lnTo>
                  <a:pt x="818" y="454"/>
                </a:lnTo>
                <a:lnTo>
                  <a:pt x="817" y="454"/>
                </a:lnTo>
                <a:lnTo>
                  <a:pt x="817" y="455"/>
                </a:lnTo>
                <a:lnTo>
                  <a:pt x="817" y="456"/>
                </a:lnTo>
                <a:lnTo>
                  <a:pt x="817" y="457"/>
                </a:lnTo>
                <a:lnTo>
                  <a:pt x="818" y="457"/>
                </a:lnTo>
                <a:lnTo>
                  <a:pt x="818" y="458"/>
                </a:lnTo>
                <a:lnTo>
                  <a:pt x="817" y="458"/>
                </a:lnTo>
                <a:lnTo>
                  <a:pt x="816" y="459"/>
                </a:lnTo>
                <a:lnTo>
                  <a:pt x="816" y="460"/>
                </a:lnTo>
                <a:lnTo>
                  <a:pt x="815" y="460"/>
                </a:lnTo>
                <a:lnTo>
                  <a:pt x="816" y="461"/>
                </a:lnTo>
                <a:lnTo>
                  <a:pt x="815" y="461"/>
                </a:lnTo>
                <a:lnTo>
                  <a:pt x="814" y="461"/>
                </a:lnTo>
                <a:lnTo>
                  <a:pt x="814" y="462"/>
                </a:lnTo>
                <a:lnTo>
                  <a:pt x="815" y="462"/>
                </a:lnTo>
                <a:lnTo>
                  <a:pt x="814" y="462"/>
                </a:lnTo>
                <a:lnTo>
                  <a:pt x="815" y="463"/>
                </a:lnTo>
                <a:lnTo>
                  <a:pt x="814" y="464"/>
                </a:lnTo>
                <a:lnTo>
                  <a:pt x="814" y="465"/>
                </a:lnTo>
                <a:lnTo>
                  <a:pt x="814" y="466"/>
                </a:lnTo>
                <a:lnTo>
                  <a:pt x="813" y="466"/>
                </a:lnTo>
                <a:lnTo>
                  <a:pt x="813" y="465"/>
                </a:lnTo>
                <a:lnTo>
                  <a:pt x="813" y="466"/>
                </a:lnTo>
                <a:lnTo>
                  <a:pt x="813" y="467"/>
                </a:lnTo>
                <a:lnTo>
                  <a:pt x="812" y="467"/>
                </a:lnTo>
                <a:lnTo>
                  <a:pt x="812" y="468"/>
                </a:lnTo>
                <a:lnTo>
                  <a:pt x="812" y="469"/>
                </a:lnTo>
                <a:lnTo>
                  <a:pt x="811" y="469"/>
                </a:lnTo>
                <a:lnTo>
                  <a:pt x="810" y="470"/>
                </a:lnTo>
                <a:lnTo>
                  <a:pt x="810" y="469"/>
                </a:lnTo>
                <a:lnTo>
                  <a:pt x="809" y="469"/>
                </a:lnTo>
                <a:lnTo>
                  <a:pt x="808" y="468"/>
                </a:lnTo>
                <a:lnTo>
                  <a:pt x="807" y="467"/>
                </a:lnTo>
                <a:lnTo>
                  <a:pt x="807" y="466"/>
                </a:lnTo>
                <a:lnTo>
                  <a:pt x="806" y="465"/>
                </a:lnTo>
                <a:lnTo>
                  <a:pt x="806" y="466"/>
                </a:lnTo>
                <a:lnTo>
                  <a:pt x="805" y="466"/>
                </a:lnTo>
                <a:lnTo>
                  <a:pt x="805" y="467"/>
                </a:lnTo>
                <a:lnTo>
                  <a:pt x="806" y="468"/>
                </a:lnTo>
                <a:lnTo>
                  <a:pt x="805" y="469"/>
                </a:lnTo>
                <a:lnTo>
                  <a:pt x="805" y="470"/>
                </a:lnTo>
                <a:lnTo>
                  <a:pt x="805" y="471"/>
                </a:lnTo>
                <a:lnTo>
                  <a:pt x="805" y="472"/>
                </a:lnTo>
                <a:lnTo>
                  <a:pt x="805" y="473"/>
                </a:lnTo>
                <a:lnTo>
                  <a:pt x="805" y="474"/>
                </a:lnTo>
                <a:lnTo>
                  <a:pt x="804" y="474"/>
                </a:lnTo>
                <a:lnTo>
                  <a:pt x="804" y="477"/>
                </a:lnTo>
                <a:lnTo>
                  <a:pt x="804" y="479"/>
                </a:lnTo>
                <a:lnTo>
                  <a:pt x="804" y="480"/>
                </a:lnTo>
                <a:lnTo>
                  <a:pt x="805" y="481"/>
                </a:lnTo>
                <a:lnTo>
                  <a:pt x="805" y="482"/>
                </a:lnTo>
                <a:lnTo>
                  <a:pt x="804" y="482"/>
                </a:lnTo>
                <a:lnTo>
                  <a:pt x="804" y="483"/>
                </a:lnTo>
                <a:lnTo>
                  <a:pt x="805" y="483"/>
                </a:lnTo>
                <a:lnTo>
                  <a:pt x="806" y="484"/>
                </a:lnTo>
                <a:lnTo>
                  <a:pt x="807" y="486"/>
                </a:lnTo>
                <a:lnTo>
                  <a:pt x="807" y="487"/>
                </a:lnTo>
                <a:lnTo>
                  <a:pt x="808" y="487"/>
                </a:lnTo>
                <a:lnTo>
                  <a:pt x="809" y="486"/>
                </a:lnTo>
                <a:lnTo>
                  <a:pt x="810" y="486"/>
                </a:lnTo>
                <a:lnTo>
                  <a:pt x="810" y="487"/>
                </a:lnTo>
                <a:lnTo>
                  <a:pt x="810" y="488"/>
                </a:lnTo>
                <a:lnTo>
                  <a:pt x="810" y="489"/>
                </a:lnTo>
                <a:lnTo>
                  <a:pt x="810" y="490"/>
                </a:lnTo>
                <a:lnTo>
                  <a:pt x="810" y="489"/>
                </a:lnTo>
                <a:lnTo>
                  <a:pt x="811" y="489"/>
                </a:lnTo>
                <a:lnTo>
                  <a:pt x="811" y="488"/>
                </a:lnTo>
                <a:lnTo>
                  <a:pt x="812" y="488"/>
                </a:lnTo>
                <a:lnTo>
                  <a:pt x="812" y="487"/>
                </a:lnTo>
                <a:lnTo>
                  <a:pt x="814" y="487"/>
                </a:lnTo>
                <a:lnTo>
                  <a:pt x="815" y="487"/>
                </a:lnTo>
                <a:lnTo>
                  <a:pt x="815" y="488"/>
                </a:lnTo>
                <a:lnTo>
                  <a:pt x="816" y="488"/>
                </a:lnTo>
                <a:lnTo>
                  <a:pt x="817" y="489"/>
                </a:lnTo>
                <a:lnTo>
                  <a:pt x="817" y="490"/>
                </a:lnTo>
                <a:lnTo>
                  <a:pt x="817" y="491"/>
                </a:lnTo>
                <a:lnTo>
                  <a:pt x="818" y="492"/>
                </a:lnTo>
                <a:lnTo>
                  <a:pt x="818" y="493"/>
                </a:lnTo>
                <a:lnTo>
                  <a:pt x="818" y="494"/>
                </a:lnTo>
                <a:lnTo>
                  <a:pt x="818" y="495"/>
                </a:lnTo>
                <a:lnTo>
                  <a:pt x="818" y="496"/>
                </a:lnTo>
                <a:lnTo>
                  <a:pt x="818" y="497"/>
                </a:lnTo>
                <a:lnTo>
                  <a:pt x="818" y="498"/>
                </a:lnTo>
                <a:lnTo>
                  <a:pt x="818" y="499"/>
                </a:lnTo>
                <a:lnTo>
                  <a:pt x="817" y="499"/>
                </a:lnTo>
                <a:lnTo>
                  <a:pt x="816" y="499"/>
                </a:lnTo>
                <a:lnTo>
                  <a:pt x="816" y="500"/>
                </a:lnTo>
                <a:lnTo>
                  <a:pt x="817" y="501"/>
                </a:lnTo>
                <a:lnTo>
                  <a:pt x="818" y="501"/>
                </a:lnTo>
                <a:lnTo>
                  <a:pt x="818" y="502"/>
                </a:lnTo>
                <a:lnTo>
                  <a:pt x="818" y="503"/>
                </a:lnTo>
                <a:lnTo>
                  <a:pt x="819" y="503"/>
                </a:lnTo>
                <a:lnTo>
                  <a:pt x="819" y="502"/>
                </a:lnTo>
                <a:lnTo>
                  <a:pt x="819" y="500"/>
                </a:lnTo>
                <a:lnTo>
                  <a:pt x="820" y="500"/>
                </a:lnTo>
                <a:lnTo>
                  <a:pt x="821" y="500"/>
                </a:lnTo>
                <a:lnTo>
                  <a:pt x="822" y="500"/>
                </a:lnTo>
                <a:lnTo>
                  <a:pt x="823" y="500"/>
                </a:lnTo>
                <a:lnTo>
                  <a:pt x="824" y="500"/>
                </a:lnTo>
                <a:lnTo>
                  <a:pt x="825" y="499"/>
                </a:lnTo>
                <a:lnTo>
                  <a:pt x="826" y="498"/>
                </a:lnTo>
                <a:lnTo>
                  <a:pt x="827" y="498"/>
                </a:lnTo>
                <a:lnTo>
                  <a:pt x="827" y="497"/>
                </a:lnTo>
                <a:lnTo>
                  <a:pt x="828" y="496"/>
                </a:lnTo>
                <a:lnTo>
                  <a:pt x="829" y="496"/>
                </a:lnTo>
                <a:lnTo>
                  <a:pt x="829" y="497"/>
                </a:lnTo>
                <a:lnTo>
                  <a:pt x="830" y="497"/>
                </a:lnTo>
                <a:lnTo>
                  <a:pt x="831" y="498"/>
                </a:lnTo>
                <a:lnTo>
                  <a:pt x="831" y="497"/>
                </a:lnTo>
                <a:lnTo>
                  <a:pt x="830" y="497"/>
                </a:lnTo>
                <a:lnTo>
                  <a:pt x="831" y="496"/>
                </a:lnTo>
                <a:lnTo>
                  <a:pt x="831" y="495"/>
                </a:lnTo>
                <a:lnTo>
                  <a:pt x="832" y="496"/>
                </a:lnTo>
                <a:lnTo>
                  <a:pt x="832" y="497"/>
                </a:lnTo>
                <a:lnTo>
                  <a:pt x="832" y="498"/>
                </a:lnTo>
                <a:lnTo>
                  <a:pt x="832" y="499"/>
                </a:lnTo>
                <a:lnTo>
                  <a:pt x="831" y="501"/>
                </a:lnTo>
                <a:lnTo>
                  <a:pt x="831" y="502"/>
                </a:lnTo>
                <a:lnTo>
                  <a:pt x="831" y="503"/>
                </a:lnTo>
                <a:lnTo>
                  <a:pt x="831" y="504"/>
                </a:lnTo>
                <a:lnTo>
                  <a:pt x="830" y="504"/>
                </a:lnTo>
                <a:lnTo>
                  <a:pt x="830" y="505"/>
                </a:lnTo>
                <a:lnTo>
                  <a:pt x="830" y="506"/>
                </a:lnTo>
                <a:lnTo>
                  <a:pt x="831" y="506"/>
                </a:lnTo>
                <a:lnTo>
                  <a:pt x="831" y="508"/>
                </a:lnTo>
                <a:lnTo>
                  <a:pt x="831" y="509"/>
                </a:lnTo>
                <a:lnTo>
                  <a:pt x="830" y="509"/>
                </a:lnTo>
                <a:lnTo>
                  <a:pt x="830" y="510"/>
                </a:lnTo>
                <a:lnTo>
                  <a:pt x="830" y="511"/>
                </a:lnTo>
                <a:lnTo>
                  <a:pt x="830" y="512"/>
                </a:lnTo>
                <a:lnTo>
                  <a:pt x="831" y="512"/>
                </a:lnTo>
                <a:lnTo>
                  <a:pt x="831" y="513"/>
                </a:lnTo>
                <a:lnTo>
                  <a:pt x="832" y="513"/>
                </a:lnTo>
                <a:lnTo>
                  <a:pt x="833" y="512"/>
                </a:lnTo>
                <a:lnTo>
                  <a:pt x="834" y="512"/>
                </a:lnTo>
                <a:lnTo>
                  <a:pt x="835" y="512"/>
                </a:lnTo>
                <a:lnTo>
                  <a:pt x="836" y="513"/>
                </a:lnTo>
                <a:lnTo>
                  <a:pt x="836" y="514"/>
                </a:lnTo>
                <a:lnTo>
                  <a:pt x="836" y="515"/>
                </a:lnTo>
                <a:lnTo>
                  <a:pt x="837" y="515"/>
                </a:lnTo>
                <a:lnTo>
                  <a:pt x="838" y="516"/>
                </a:lnTo>
                <a:lnTo>
                  <a:pt x="839" y="516"/>
                </a:lnTo>
                <a:lnTo>
                  <a:pt x="839" y="517"/>
                </a:lnTo>
                <a:lnTo>
                  <a:pt x="841" y="517"/>
                </a:lnTo>
                <a:lnTo>
                  <a:pt x="842" y="517"/>
                </a:lnTo>
                <a:lnTo>
                  <a:pt x="842" y="518"/>
                </a:lnTo>
                <a:lnTo>
                  <a:pt x="842" y="519"/>
                </a:lnTo>
                <a:lnTo>
                  <a:pt x="843" y="520"/>
                </a:lnTo>
                <a:lnTo>
                  <a:pt x="842" y="520"/>
                </a:lnTo>
                <a:lnTo>
                  <a:pt x="842" y="521"/>
                </a:lnTo>
                <a:lnTo>
                  <a:pt x="842" y="523"/>
                </a:lnTo>
                <a:lnTo>
                  <a:pt x="843" y="523"/>
                </a:lnTo>
                <a:lnTo>
                  <a:pt x="843" y="524"/>
                </a:lnTo>
                <a:lnTo>
                  <a:pt x="843" y="525"/>
                </a:lnTo>
                <a:lnTo>
                  <a:pt x="842" y="525"/>
                </a:lnTo>
                <a:lnTo>
                  <a:pt x="841" y="525"/>
                </a:lnTo>
                <a:lnTo>
                  <a:pt x="842" y="527"/>
                </a:lnTo>
                <a:lnTo>
                  <a:pt x="843" y="527"/>
                </a:lnTo>
                <a:lnTo>
                  <a:pt x="843" y="528"/>
                </a:lnTo>
                <a:lnTo>
                  <a:pt x="844" y="528"/>
                </a:lnTo>
                <a:lnTo>
                  <a:pt x="845" y="528"/>
                </a:lnTo>
                <a:lnTo>
                  <a:pt x="845" y="527"/>
                </a:lnTo>
                <a:lnTo>
                  <a:pt x="846" y="527"/>
                </a:lnTo>
                <a:lnTo>
                  <a:pt x="847" y="527"/>
                </a:lnTo>
                <a:lnTo>
                  <a:pt x="848" y="527"/>
                </a:lnTo>
                <a:lnTo>
                  <a:pt x="848" y="525"/>
                </a:lnTo>
                <a:lnTo>
                  <a:pt x="848" y="527"/>
                </a:lnTo>
                <a:lnTo>
                  <a:pt x="849" y="527"/>
                </a:lnTo>
                <a:lnTo>
                  <a:pt x="850" y="527"/>
                </a:lnTo>
                <a:lnTo>
                  <a:pt x="850" y="528"/>
                </a:lnTo>
                <a:lnTo>
                  <a:pt x="850" y="529"/>
                </a:lnTo>
                <a:lnTo>
                  <a:pt x="850" y="528"/>
                </a:lnTo>
                <a:lnTo>
                  <a:pt x="851" y="529"/>
                </a:lnTo>
                <a:lnTo>
                  <a:pt x="852" y="529"/>
                </a:lnTo>
                <a:lnTo>
                  <a:pt x="852" y="530"/>
                </a:lnTo>
                <a:lnTo>
                  <a:pt x="853" y="530"/>
                </a:lnTo>
                <a:lnTo>
                  <a:pt x="854" y="531"/>
                </a:lnTo>
                <a:lnTo>
                  <a:pt x="855" y="531"/>
                </a:lnTo>
                <a:lnTo>
                  <a:pt x="855" y="530"/>
                </a:lnTo>
                <a:lnTo>
                  <a:pt x="855" y="529"/>
                </a:lnTo>
                <a:lnTo>
                  <a:pt x="856" y="529"/>
                </a:lnTo>
                <a:lnTo>
                  <a:pt x="857" y="529"/>
                </a:lnTo>
                <a:lnTo>
                  <a:pt x="857" y="530"/>
                </a:lnTo>
                <a:lnTo>
                  <a:pt x="858" y="530"/>
                </a:lnTo>
                <a:lnTo>
                  <a:pt x="858" y="531"/>
                </a:lnTo>
                <a:lnTo>
                  <a:pt x="859" y="531"/>
                </a:lnTo>
                <a:lnTo>
                  <a:pt x="859" y="532"/>
                </a:lnTo>
                <a:lnTo>
                  <a:pt x="860" y="532"/>
                </a:lnTo>
                <a:lnTo>
                  <a:pt x="861" y="531"/>
                </a:lnTo>
                <a:lnTo>
                  <a:pt x="862" y="531"/>
                </a:lnTo>
                <a:lnTo>
                  <a:pt x="862" y="532"/>
                </a:lnTo>
                <a:lnTo>
                  <a:pt x="863" y="534"/>
                </a:lnTo>
                <a:lnTo>
                  <a:pt x="864" y="534"/>
                </a:lnTo>
                <a:lnTo>
                  <a:pt x="863" y="534"/>
                </a:lnTo>
                <a:lnTo>
                  <a:pt x="863" y="535"/>
                </a:lnTo>
                <a:lnTo>
                  <a:pt x="862" y="535"/>
                </a:lnTo>
                <a:lnTo>
                  <a:pt x="861" y="535"/>
                </a:lnTo>
                <a:lnTo>
                  <a:pt x="861" y="536"/>
                </a:lnTo>
                <a:lnTo>
                  <a:pt x="862" y="538"/>
                </a:lnTo>
                <a:lnTo>
                  <a:pt x="862" y="539"/>
                </a:lnTo>
                <a:lnTo>
                  <a:pt x="861" y="540"/>
                </a:lnTo>
                <a:lnTo>
                  <a:pt x="861" y="541"/>
                </a:lnTo>
                <a:lnTo>
                  <a:pt x="862" y="541"/>
                </a:lnTo>
                <a:lnTo>
                  <a:pt x="862" y="542"/>
                </a:lnTo>
                <a:lnTo>
                  <a:pt x="862" y="544"/>
                </a:lnTo>
                <a:lnTo>
                  <a:pt x="861" y="544"/>
                </a:lnTo>
                <a:lnTo>
                  <a:pt x="860" y="544"/>
                </a:lnTo>
                <a:lnTo>
                  <a:pt x="860" y="543"/>
                </a:lnTo>
                <a:lnTo>
                  <a:pt x="858" y="541"/>
                </a:lnTo>
                <a:lnTo>
                  <a:pt x="857" y="540"/>
                </a:lnTo>
                <a:lnTo>
                  <a:pt x="857" y="539"/>
                </a:lnTo>
                <a:lnTo>
                  <a:pt x="855" y="538"/>
                </a:lnTo>
                <a:lnTo>
                  <a:pt x="854" y="538"/>
                </a:lnTo>
                <a:lnTo>
                  <a:pt x="853" y="538"/>
                </a:lnTo>
                <a:lnTo>
                  <a:pt x="852" y="539"/>
                </a:lnTo>
                <a:lnTo>
                  <a:pt x="851" y="540"/>
                </a:lnTo>
                <a:lnTo>
                  <a:pt x="852" y="540"/>
                </a:lnTo>
                <a:lnTo>
                  <a:pt x="852" y="541"/>
                </a:lnTo>
                <a:lnTo>
                  <a:pt x="853" y="541"/>
                </a:lnTo>
                <a:lnTo>
                  <a:pt x="853" y="542"/>
                </a:lnTo>
                <a:lnTo>
                  <a:pt x="852" y="543"/>
                </a:lnTo>
                <a:lnTo>
                  <a:pt x="851" y="544"/>
                </a:lnTo>
                <a:lnTo>
                  <a:pt x="851" y="545"/>
                </a:lnTo>
                <a:lnTo>
                  <a:pt x="851" y="546"/>
                </a:lnTo>
                <a:lnTo>
                  <a:pt x="850" y="547"/>
                </a:lnTo>
                <a:lnTo>
                  <a:pt x="849" y="548"/>
                </a:lnTo>
                <a:lnTo>
                  <a:pt x="848" y="548"/>
                </a:lnTo>
                <a:lnTo>
                  <a:pt x="848" y="549"/>
                </a:lnTo>
                <a:lnTo>
                  <a:pt x="848" y="550"/>
                </a:lnTo>
                <a:lnTo>
                  <a:pt x="848" y="551"/>
                </a:lnTo>
                <a:lnTo>
                  <a:pt x="847" y="552"/>
                </a:lnTo>
                <a:lnTo>
                  <a:pt x="847" y="554"/>
                </a:lnTo>
                <a:lnTo>
                  <a:pt x="846" y="555"/>
                </a:lnTo>
                <a:lnTo>
                  <a:pt x="846" y="556"/>
                </a:lnTo>
                <a:lnTo>
                  <a:pt x="845" y="556"/>
                </a:lnTo>
                <a:lnTo>
                  <a:pt x="844" y="556"/>
                </a:lnTo>
                <a:lnTo>
                  <a:pt x="843" y="556"/>
                </a:lnTo>
                <a:lnTo>
                  <a:pt x="842" y="557"/>
                </a:lnTo>
                <a:lnTo>
                  <a:pt x="839" y="557"/>
                </a:lnTo>
                <a:lnTo>
                  <a:pt x="840" y="557"/>
                </a:lnTo>
                <a:lnTo>
                  <a:pt x="841" y="557"/>
                </a:lnTo>
                <a:lnTo>
                  <a:pt x="841" y="558"/>
                </a:lnTo>
                <a:lnTo>
                  <a:pt x="842" y="557"/>
                </a:lnTo>
                <a:lnTo>
                  <a:pt x="843" y="557"/>
                </a:lnTo>
                <a:lnTo>
                  <a:pt x="844" y="557"/>
                </a:lnTo>
                <a:lnTo>
                  <a:pt x="845" y="557"/>
                </a:lnTo>
                <a:lnTo>
                  <a:pt x="846" y="557"/>
                </a:lnTo>
                <a:lnTo>
                  <a:pt x="847" y="558"/>
                </a:lnTo>
                <a:lnTo>
                  <a:pt x="848" y="559"/>
                </a:lnTo>
                <a:lnTo>
                  <a:pt x="848" y="560"/>
                </a:lnTo>
                <a:lnTo>
                  <a:pt x="849" y="560"/>
                </a:lnTo>
                <a:lnTo>
                  <a:pt x="848" y="560"/>
                </a:lnTo>
                <a:lnTo>
                  <a:pt x="849" y="560"/>
                </a:lnTo>
                <a:lnTo>
                  <a:pt x="849" y="561"/>
                </a:lnTo>
                <a:lnTo>
                  <a:pt x="849" y="562"/>
                </a:lnTo>
                <a:lnTo>
                  <a:pt x="849" y="563"/>
                </a:lnTo>
                <a:lnTo>
                  <a:pt x="850" y="564"/>
                </a:lnTo>
                <a:lnTo>
                  <a:pt x="850" y="565"/>
                </a:lnTo>
                <a:lnTo>
                  <a:pt x="849" y="565"/>
                </a:lnTo>
                <a:lnTo>
                  <a:pt x="847" y="566"/>
                </a:lnTo>
                <a:lnTo>
                  <a:pt x="847" y="567"/>
                </a:lnTo>
                <a:lnTo>
                  <a:pt x="847" y="568"/>
                </a:lnTo>
                <a:lnTo>
                  <a:pt x="846" y="568"/>
                </a:lnTo>
                <a:lnTo>
                  <a:pt x="844" y="569"/>
                </a:lnTo>
                <a:lnTo>
                  <a:pt x="844" y="570"/>
                </a:lnTo>
                <a:lnTo>
                  <a:pt x="844" y="571"/>
                </a:lnTo>
                <a:lnTo>
                  <a:pt x="843" y="572"/>
                </a:lnTo>
                <a:lnTo>
                  <a:pt x="843" y="573"/>
                </a:lnTo>
                <a:lnTo>
                  <a:pt x="842" y="574"/>
                </a:lnTo>
                <a:lnTo>
                  <a:pt x="841" y="575"/>
                </a:lnTo>
                <a:lnTo>
                  <a:pt x="841" y="576"/>
                </a:lnTo>
                <a:lnTo>
                  <a:pt x="841" y="577"/>
                </a:lnTo>
                <a:lnTo>
                  <a:pt x="840" y="578"/>
                </a:lnTo>
                <a:lnTo>
                  <a:pt x="839" y="578"/>
                </a:lnTo>
                <a:lnTo>
                  <a:pt x="838" y="578"/>
                </a:lnTo>
                <a:lnTo>
                  <a:pt x="838" y="579"/>
                </a:lnTo>
                <a:lnTo>
                  <a:pt x="837" y="579"/>
                </a:lnTo>
                <a:lnTo>
                  <a:pt x="836" y="579"/>
                </a:lnTo>
                <a:lnTo>
                  <a:pt x="835" y="581"/>
                </a:lnTo>
                <a:lnTo>
                  <a:pt x="834" y="583"/>
                </a:lnTo>
                <a:lnTo>
                  <a:pt x="834" y="584"/>
                </a:lnTo>
                <a:lnTo>
                  <a:pt x="833" y="584"/>
                </a:lnTo>
                <a:lnTo>
                  <a:pt x="831" y="587"/>
                </a:lnTo>
                <a:lnTo>
                  <a:pt x="830" y="587"/>
                </a:lnTo>
                <a:lnTo>
                  <a:pt x="830" y="588"/>
                </a:lnTo>
                <a:lnTo>
                  <a:pt x="830" y="590"/>
                </a:lnTo>
                <a:lnTo>
                  <a:pt x="829" y="590"/>
                </a:lnTo>
                <a:lnTo>
                  <a:pt x="829" y="591"/>
                </a:lnTo>
                <a:lnTo>
                  <a:pt x="830" y="591"/>
                </a:lnTo>
                <a:lnTo>
                  <a:pt x="830" y="593"/>
                </a:lnTo>
                <a:lnTo>
                  <a:pt x="830" y="594"/>
                </a:lnTo>
                <a:lnTo>
                  <a:pt x="830" y="595"/>
                </a:lnTo>
                <a:lnTo>
                  <a:pt x="830" y="596"/>
                </a:lnTo>
                <a:lnTo>
                  <a:pt x="829" y="597"/>
                </a:lnTo>
                <a:lnTo>
                  <a:pt x="828" y="598"/>
                </a:lnTo>
                <a:lnTo>
                  <a:pt x="828" y="599"/>
                </a:lnTo>
                <a:lnTo>
                  <a:pt x="827" y="599"/>
                </a:lnTo>
                <a:lnTo>
                  <a:pt x="827" y="600"/>
                </a:lnTo>
                <a:lnTo>
                  <a:pt x="827" y="601"/>
                </a:lnTo>
                <a:lnTo>
                  <a:pt x="827" y="602"/>
                </a:lnTo>
                <a:lnTo>
                  <a:pt x="826" y="603"/>
                </a:lnTo>
                <a:lnTo>
                  <a:pt x="825" y="604"/>
                </a:lnTo>
                <a:lnTo>
                  <a:pt x="825" y="605"/>
                </a:lnTo>
                <a:lnTo>
                  <a:pt x="825" y="607"/>
                </a:lnTo>
                <a:lnTo>
                  <a:pt x="824" y="608"/>
                </a:lnTo>
                <a:lnTo>
                  <a:pt x="824" y="609"/>
                </a:lnTo>
                <a:lnTo>
                  <a:pt x="823" y="609"/>
                </a:lnTo>
                <a:lnTo>
                  <a:pt x="822" y="609"/>
                </a:lnTo>
                <a:lnTo>
                  <a:pt x="822" y="610"/>
                </a:lnTo>
                <a:lnTo>
                  <a:pt x="821" y="610"/>
                </a:lnTo>
                <a:lnTo>
                  <a:pt x="820" y="610"/>
                </a:lnTo>
                <a:lnTo>
                  <a:pt x="819" y="610"/>
                </a:lnTo>
                <a:lnTo>
                  <a:pt x="819" y="611"/>
                </a:lnTo>
                <a:lnTo>
                  <a:pt x="820" y="611"/>
                </a:lnTo>
                <a:lnTo>
                  <a:pt x="821" y="611"/>
                </a:lnTo>
                <a:lnTo>
                  <a:pt x="822" y="611"/>
                </a:lnTo>
                <a:lnTo>
                  <a:pt x="822" y="610"/>
                </a:lnTo>
                <a:lnTo>
                  <a:pt x="823" y="610"/>
                </a:lnTo>
                <a:lnTo>
                  <a:pt x="824" y="611"/>
                </a:lnTo>
                <a:lnTo>
                  <a:pt x="825" y="611"/>
                </a:lnTo>
                <a:lnTo>
                  <a:pt x="825" y="612"/>
                </a:lnTo>
                <a:lnTo>
                  <a:pt x="826" y="612"/>
                </a:lnTo>
                <a:lnTo>
                  <a:pt x="825" y="614"/>
                </a:lnTo>
                <a:lnTo>
                  <a:pt x="825" y="616"/>
                </a:lnTo>
                <a:lnTo>
                  <a:pt x="825" y="617"/>
                </a:lnTo>
                <a:lnTo>
                  <a:pt x="826" y="617"/>
                </a:lnTo>
                <a:lnTo>
                  <a:pt x="826" y="618"/>
                </a:lnTo>
                <a:lnTo>
                  <a:pt x="826" y="619"/>
                </a:lnTo>
                <a:lnTo>
                  <a:pt x="827" y="620"/>
                </a:lnTo>
                <a:lnTo>
                  <a:pt x="827" y="621"/>
                </a:lnTo>
                <a:lnTo>
                  <a:pt x="827" y="622"/>
                </a:lnTo>
                <a:lnTo>
                  <a:pt x="827" y="623"/>
                </a:lnTo>
                <a:lnTo>
                  <a:pt x="827" y="624"/>
                </a:lnTo>
                <a:lnTo>
                  <a:pt x="828" y="624"/>
                </a:lnTo>
                <a:lnTo>
                  <a:pt x="828" y="625"/>
                </a:lnTo>
                <a:lnTo>
                  <a:pt x="828" y="624"/>
                </a:lnTo>
                <a:lnTo>
                  <a:pt x="829" y="624"/>
                </a:lnTo>
                <a:lnTo>
                  <a:pt x="829" y="625"/>
                </a:lnTo>
                <a:lnTo>
                  <a:pt x="830" y="625"/>
                </a:lnTo>
                <a:lnTo>
                  <a:pt x="830" y="626"/>
                </a:lnTo>
                <a:lnTo>
                  <a:pt x="831" y="626"/>
                </a:lnTo>
                <a:lnTo>
                  <a:pt x="830" y="627"/>
                </a:lnTo>
                <a:lnTo>
                  <a:pt x="830" y="628"/>
                </a:lnTo>
                <a:lnTo>
                  <a:pt x="830" y="629"/>
                </a:lnTo>
                <a:lnTo>
                  <a:pt x="830" y="630"/>
                </a:lnTo>
                <a:lnTo>
                  <a:pt x="831" y="631"/>
                </a:lnTo>
                <a:lnTo>
                  <a:pt x="832" y="632"/>
                </a:lnTo>
                <a:lnTo>
                  <a:pt x="833" y="632"/>
                </a:lnTo>
                <a:lnTo>
                  <a:pt x="833" y="633"/>
                </a:lnTo>
                <a:lnTo>
                  <a:pt x="833" y="634"/>
                </a:lnTo>
                <a:lnTo>
                  <a:pt x="833" y="635"/>
                </a:lnTo>
                <a:lnTo>
                  <a:pt x="833" y="636"/>
                </a:lnTo>
                <a:lnTo>
                  <a:pt x="833" y="637"/>
                </a:lnTo>
                <a:lnTo>
                  <a:pt x="834" y="637"/>
                </a:lnTo>
                <a:lnTo>
                  <a:pt x="834" y="638"/>
                </a:lnTo>
                <a:lnTo>
                  <a:pt x="834" y="639"/>
                </a:lnTo>
                <a:lnTo>
                  <a:pt x="835" y="639"/>
                </a:lnTo>
                <a:lnTo>
                  <a:pt x="835" y="638"/>
                </a:lnTo>
                <a:lnTo>
                  <a:pt x="836" y="638"/>
                </a:lnTo>
                <a:lnTo>
                  <a:pt x="837" y="639"/>
                </a:lnTo>
                <a:lnTo>
                  <a:pt x="838" y="639"/>
                </a:lnTo>
                <a:lnTo>
                  <a:pt x="839" y="639"/>
                </a:lnTo>
                <a:lnTo>
                  <a:pt x="839" y="640"/>
                </a:lnTo>
                <a:lnTo>
                  <a:pt x="839" y="641"/>
                </a:lnTo>
                <a:lnTo>
                  <a:pt x="840" y="641"/>
                </a:lnTo>
                <a:lnTo>
                  <a:pt x="839" y="641"/>
                </a:lnTo>
                <a:lnTo>
                  <a:pt x="839" y="642"/>
                </a:lnTo>
                <a:lnTo>
                  <a:pt x="839" y="643"/>
                </a:lnTo>
                <a:lnTo>
                  <a:pt x="838" y="643"/>
                </a:lnTo>
                <a:lnTo>
                  <a:pt x="838" y="644"/>
                </a:lnTo>
                <a:lnTo>
                  <a:pt x="839" y="645"/>
                </a:lnTo>
                <a:lnTo>
                  <a:pt x="840" y="645"/>
                </a:lnTo>
                <a:lnTo>
                  <a:pt x="841" y="645"/>
                </a:lnTo>
                <a:lnTo>
                  <a:pt x="842" y="645"/>
                </a:lnTo>
                <a:lnTo>
                  <a:pt x="842" y="646"/>
                </a:lnTo>
                <a:lnTo>
                  <a:pt x="843" y="646"/>
                </a:lnTo>
                <a:lnTo>
                  <a:pt x="843" y="647"/>
                </a:lnTo>
                <a:lnTo>
                  <a:pt x="844" y="648"/>
                </a:lnTo>
                <a:lnTo>
                  <a:pt x="845" y="648"/>
                </a:lnTo>
                <a:lnTo>
                  <a:pt x="845" y="649"/>
                </a:lnTo>
                <a:lnTo>
                  <a:pt x="846" y="650"/>
                </a:lnTo>
                <a:lnTo>
                  <a:pt x="846" y="651"/>
                </a:lnTo>
                <a:lnTo>
                  <a:pt x="847" y="651"/>
                </a:lnTo>
                <a:lnTo>
                  <a:pt x="848" y="652"/>
                </a:lnTo>
                <a:lnTo>
                  <a:pt x="849" y="652"/>
                </a:lnTo>
                <a:lnTo>
                  <a:pt x="849" y="651"/>
                </a:lnTo>
                <a:lnTo>
                  <a:pt x="850" y="651"/>
                </a:lnTo>
                <a:lnTo>
                  <a:pt x="850" y="650"/>
                </a:lnTo>
                <a:lnTo>
                  <a:pt x="851" y="650"/>
                </a:lnTo>
                <a:lnTo>
                  <a:pt x="851" y="649"/>
                </a:lnTo>
                <a:lnTo>
                  <a:pt x="851" y="648"/>
                </a:lnTo>
                <a:lnTo>
                  <a:pt x="850" y="647"/>
                </a:lnTo>
                <a:lnTo>
                  <a:pt x="850" y="646"/>
                </a:lnTo>
                <a:lnTo>
                  <a:pt x="850" y="645"/>
                </a:lnTo>
                <a:lnTo>
                  <a:pt x="850" y="644"/>
                </a:lnTo>
                <a:lnTo>
                  <a:pt x="850" y="643"/>
                </a:lnTo>
                <a:lnTo>
                  <a:pt x="850" y="642"/>
                </a:lnTo>
                <a:lnTo>
                  <a:pt x="849" y="641"/>
                </a:lnTo>
                <a:lnTo>
                  <a:pt x="849" y="640"/>
                </a:lnTo>
                <a:lnTo>
                  <a:pt x="849" y="639"/>
                </a:lnTo>
                <a:lnTo>
                  <a:pt x="849" y="638"/>
                </a:lnTo>
                <a:lnTo>
                  <a:pt x="850" y="637"/>
                </a:lnTo>
                <a:lnTo>
                  <a:pt x="850" y="636"/>
                </a:lnTo>
                <a:lnTo>
                  <a:pt x="851" y="636"/>
                </a:lnTo>
                <a:lnTo>
                  <a:pt x="852" y="636"/>
                </a:lnTo>
                <a:lnTo>
                  <a:pt x="854" y="637"/>
                </a:lnTo>
                <a:lnTo>
                  <a:pt x="854" y="634"/>
                </a:lnTo>
                <a:lnTo>
                  <a:pt x="855" y="634"/>
                </a:lnTo>
                <a:lnTo>
                  <a:pt x="856" y="634"/>
                </a:lnTo>
                <a:lnTo>
                  <a:pt x="857" y="634"/>
                </a:lnTo>
                <a:lnTo>
                  <a:pt x="857" y="635"/>
                </a:lnTo>
                <a:lnTo>
                  <a:pt x="857" y="636"/>
                </a:lnTo>
                <a:lnTo>
                  <a:pt x="858" y="636"/>
                </a:lnTo>
                <a:lnTo>
                  <a:pt x="859" y="636"/>
                </a:lnTo>
                <a:lnTo>
                  <a:pt x="860" y="636"/>
                </a:lnTo>
                <a:lnTo>
                  <a:pt x="861" y="636"/>
                </a:lnTo>
                <a:lnTo>
                  <a:pt x="862" y="637"/>
                </a:lnTo>
                <a:lnTo>
                  <a:pt x="863" y="636"/>
                </a:lnTo>
                <a:lnTo>
                  <a:pt x="864" y="636"/>
                </a:lnTo>
                <a:lnTo>
                  <a:pt x="864" y="635"/>
                </a:lnTo>
                <a:lnTo>
                  <a:pt x="865" y="635"/>
                </a:lnTo>
                <a:lnTo>
                  <a:pt x="865" y="636"/>
                </a:lnTo>
                <a:lnTo>
                  <a:pt x="866" y="637"/>
                </a:lnTo>
                <a:lnTo>
                  <a:pt x="867" y="637"/>
                </a:lnTo>
                <a:lnTo>
                  <a:pt x="867" y="636"/>
                </a:lnTo>
                <a:lnTo>
                  <a:pt x="868" y="636"/>
                </a:lnTo>
                <a:lnTo>
                  <a:pt x="868" y="637"/>
                </a:lnTo>
                <a:lnTo>
                  <a:pt x="869" y="637"/>
                </a:lnTo>
                <a:lnTo>
                  <a:pt x="870" y="637"/>
                </a:lnTo>
                <a:lnTo>
                  <a:pt x="871" y="638"/>
                </a:lnTo>
                <a:lnTo>
                  <a:pt x="872" y="638"/>
                </a:lnTo>
                <a:lnTo>
                  <a:pt x="873" y="638"/>
                </a:lnTo>
                <a:lnTo>
                  <a:pt x="874" y="639"/>
                </a:lnTo>
                <a:lnTo>
                  <a:pt x="875" y="640"/>
                </a:lnTo>
                <a:lnTo>
                  <a:pt x="875" y="641"/>
                </a:lnTo>
                <a:lnTo>
                  <a:pt x="876" y="640"/>
                </a:lnTo>
                <a:lnTo>
                  <a:pt x="877" y="641"/>
                </a:lnTo>
                <a:lnTo>
                  <a:pt x="878" y="640"/>
                </a:lnTo>
                <a:lnTo>
                  <a:pt x="879" y="640"/>
                </a:lnTo>
                <a:lnTo>
                  <a:pt x="880" y="640"/>
                </a:lnTo>
                <a:lnTo>
                  <a:pt x="881" y="640"/>
                </a:lnTo>
                <a:lnTo>
                  <a:pt x="882" y="639"/>
                </a:lnTo>
                <a:lnTo>
                  <a:pt x="882" y="638"/>
                </a:lnTo>
                <a:lnTo>
                  <a:pt x="883" y="638"/>
                </a:lnTo>
                <a:lnTo>
                  <a:pt x="884" y="638"/>
                </a:lnTo>
                <a:lnTo>
                  <a:pt x="884" y="637"/>
                </a:lnTo>
                <a:lnTo>
                  <a:pt x="886" y="637"/>
                </a:lnTo>
                <a:lnTo>
                  <a:pt x="887" y="637"/>
                </a:lnTo>
                <a:lnTo>
                  <a:pt x="888" y="636"/>
                </a:lnTo>
                <a:lnTo>
                  <a:pt x="889" y="636"/>
                </a:lnTo>
                <a:lnTo>
                  <a:pt x="890" y="636"/>
                </a:lnTo>
                <a:lnTo>
                  <a:pt x="890" y="637"/>
                </a:lnTo>
                <a:lnTo>
                  <a:pt x="890" y="638"/>
                </a:lnTo>
                <a:lnTo>
                  <a:pt x="891" y="638"/>
                </a:lnTo>
                <a:lnTo>
                  <a:pt x="892" y="638"/>
                </a:lnTo>
                <a:lnTo>
                  <a:pt x="892" y="637"/>
                </a:lnTo>
                <a:lnTo>
                  <a:pt x="892" y="638"/>
                </a:lnTo>
                <a:lnTo>
                  <a:pt x="893" y="638"/>
                </a:lnTo>
                <a:lnTo>
                  <a:pt x="894" y="639"/>
                </a:lnTo>
                <a:lnTo>
                  <a:pt x="895" y="639"/>
                </a:lnTo>
                <a:lnTo>
                  <a:pt x="895" y="640"/>
                </a:lnTo>
                <a:lnTo>
                  <a:pt x="896" y="640"/>
                </a:lnTo>
                <a:lnTo>
                  <a:pt x="895" y="641"/>
                </a:lnTo>
                <a:lnTo>
                  <a:pt x="896" y="641"/>
                </a:lnTo>
                <a:lnTo>
                  <a:pt x="896" y="642"/>
                </a:lnTo>
                <a:lnTo>
                  <a:pt x="896" y="643"/>
                </a:lnTo>
                <a:lnTo>
                  <a:pt x="895" y="643"/>
                </a:lnTo>
                <a:lnTo>
                  <a:pt x="895" y="644"/>
                </a:lnTo>
                <a:lnTo>
                  <a:pt x="896" y="644"/>
                </a:lnTo>
                <a:lnTo>
                  <a:pt x="896" y="645"/>
                </a:lnTo>
                <a:lnTo>
                  <a:pt x="896" y="646"/>
                </a:lnTo>
                <a:lnTo>
                  <a:pt x="897" y="646"/>
                </a:lnTo>
                <a:lnTo>
                  <a:pt x="898" y="645"/>
                </a:lnTo>
                <a:lnTo>
                  <a:pt x="899" y="646"/>
                </a:lnTo>
                <a:lnTo>
                  <a:pt x="899" y="645"/>
                </a:lnTo>
                <a:lnTo>
                  <a:pt x="900" y="645"/>
                </a:lnTo>
                <a:lnTo>
                  <a:pt x="901" y="646"/>
                </a:lnTo>
                <a:lnTo>
                  <a:pt x="901" y="647"/>
                </a:lnTo>
                <a:lnTo>
                  <a:pt x="902" y="647"/>
                </a:lnTo>
                <a:lnTo>
                  <a:pt x="903" y="647"/>
                </a:lnTo>
                <a:lnTo>
                  <a:pt x="903" y="648"/>
                </a:lnTo>
                <a:lnTo>
                  <a:pt x="904" y="648"/>
                </a:lnTo>
                <a:lnTo>
                  <a:pt x="904" y="649"/>
                </a:lnTo>
                <a:lnTo>
                  <a:pt x="905" y="649"/>
                </a:lnTo>
                <a:lnTo>
                  <a:pt x="906" y="649"/>
                </a:lnTo>
                <a:lnTo>
                  <a:pt x="907" y="650"/>
                </a:lnTo>
                <a:lnTo>
                  <a:pt x="907" y="651"/>
                </a:lnTo>
                <a:lnTo>
                  <a:pt x="905" y="653"/>
                </a:lnTo>
                <a:lnTo>
                  <a:pt x="904" y="653"/>
                </a:lnTo>
                <a:lnTo>
                  <a:pt x="904" y="654"/>
                </a:lnTo>
                <a:lnTo>
                  <a:pt x="904" y="655"/>
                </a:lnTo>
                <a:lnTo>
                  <a:pt x="905" y="655"/>
                </a:lnTo>
                <a:lnTo>
                  <a:pt x="904" y="656"/>
                </a:lnTo>
                <a:lnTo>
                  <a:pt x="903" y="656"/>
                </a:lnTo>
                <a:lnTo>
                  <a:pt x="902" y="656"/>
                </a:lnTo>
                <a:lnTo>
                  <a:pt x="902" y="657"/>
                </a:lnTo>
                <a:lnTo>
                  <a:pt x="903" y="657"/>
                </a:lnTo>
                <a:lnTo>
                  <a:pt x="904" y="658"/>
                </a:lnTo>
                <a:lnTo>
                  <a:pt x="905" y="659"/>
                </a:lnTo>
                <a:lnTo>
                  <a:pt x="904" y="660"/>
                </a:lnTo>
                <a:lnTo>
                  <a:pt x="905" y="660"/>
                </a:lnTo>
                <a:lnTo>
                  <a:pt x="906" y="660"/>
                </a:lnTo>
                <a:lnTo>
                  <a:pt x="907" y="660"/>
                </a:lnTo>
                <a:lnTo>
                  <a:pt x="907" y="661"/>
                </a:lnTo>
                <a:lnTo>
                  <a:pt x="908" y="662"/>
                </a:lnTo>
                <a:lnTo>
                  <a:pt x="908" y="663"/>
                </a:lnTo>
                <a:lnTo>
                  <a:pt x="908" y="664"/>
                </a:lnTo>
                <a:lnTo>
                  <a:pt x="908" y="665"/>
                </a:lnTo>
                <a:lnTo>
                  <a:pt x="909" y="665"/>
                </a:lnTo>
                <a:lnTo>
                  <a:pt x="910" y="665"/>
                </a:lnTo>
                <a:lnTo>
                  <a:pt x="910" y="664"/>
                </a:lnTo>
                <a:lnTo>
                  <a:pt x="911" y="664"/>
                </a:lnTo>
                <a:lnTo>
                  <a:pt x="911" y="665"/>
                </a:lnTo>
                <a:lnTo>
                  <a:pt x="911" y="664"/>
                </a:lnTo>
                <a:lnTo>
                  <a:pt x="911" y="665"/>
                </a:lnTo>
                <a:lnTo>
                  <a:pt x="911" y="666"/>
                </a:lnTo>
                <a:lnTo>
                  <a:pt x="912" y="666"/>
                </a:lnTo>
                <a:lnTo>
                  <a:pt x="912" y="667"/>
                </a:lnTo>
                <a:lnTo>
                  <a:pt x="912" y="668"/>
                </a:lnTo>
                <a:lnTo>
                  <a:pt x="911" y="670"/>
                </a:lnTo>
                <a:lnTo>
                  <a:pt x="910" y="670"/>
                </a:lnTo>
                <a:lnTo>
                  <a:pt x="910" y="671"/>
                </a:lnTo>
                <a:lnTo>
                  <a:pt x="911" y="672"/>
                </a:lnTo>
                <a:lnTo>
                  <a:pt x="910" y="672"/>
                </a:lnTo>
                <a:lnTo>
                  <a:pt x="909" y="672"/>
                </a:lnTo>
                <a:lnTo>
                  <a:pt x="908" y="673"/>
                </a:lnTo>
                <a:lnTo>
                  <a:pt x="908" y="672"/>
                </a:lnTo>
                <a:lnTo>
                  <a:pt x="908" y="671"/>
                </a:lnTo>
                <a:lnTo>
                  <a:pt x="907" y="671"/>
                </a:lnTo>
                <a:lnTo>
                  <a:pt x="907" y="672"/>
                </a:lnTo>
                <a:lnTo>
                  <a:pt x="907" y="671"/>
                </a:lnTo>
                <a:lnTo>
                  <a:pt x="906" y="671"/>
                </a:lnTo>
                <a:lnTo>
                  <a:pt x="905" y="671"/>
                </a:lnTo>
                <a:lnTo>
                  <a:pt x="905" y="672"/>
                </a:lnTo>
                <a:lnTo>
                  <a:pt x="904" y="672"/>
                </a:lnTo>
                <a:lnTo>
                  <a:pt x="904" y="673"/>
                </a:lnTo>
                <a:lnTo>
                  <a:pt x="905" y="673"/>
                </a:lnTo>
                <a:lnTo>
                  <a:pt x="905" y="674"/>
                </a:lnTo>
                <a:lnTo>
                  <a:pt x="905" y="673"/>
                </a:lnTo>
                <a:lnTo>
                  <a:pt x="905" y="674"/>
                </a:lnTo>
                <a:lnTo>
                  <a:pt x="905" y="675"/>
                </a:lnTo>
                <a:lnTo>
                  <a:pt x="905" y="676"/>
                </a:lnTo>
                <a:lnTo>
                  <a:pt x="906" y="676"/>
                </a:lnTo>
                <a:lnTo>
                  <a:pt x="906" y="677"/>
                </a:lnTo>
                <a:lnTo>
                  <a:pt x="907" y="678"/>
                </a:lnTo>
                <a:lnTo>
                  <a:pt x="907" y="679"/>
                </a:lnTo>
                <a:lnTo>
                  <a:pt x="908" y="680"/>
                </a:lnTo>
                <a:lnTo>
                  <a:pt x="910" y="682"/>
                </a:lnTo>
                <a:lnTo>
                  <a:pt x="911" y="683"/>
                </a:lnTo>
                <a:lnTo>
                  <a:pt x="912" y="683"/>
                </a:lnTo>
                <a:lnTo>
                  <a:pt x="913" y="683"/>
                </a:lnTo>
                <a:lnTo>
                  <a:pt x="914" y="685"/>
                </a:lnTo>
                <a:lnTo>
                  <a:pt x="915" y="684"/>
                </a:lnTo>
                <a:lnTo>
                  <a:pt x="916" y="685"/>
                </a:lnTo>
                <a:lnTo>
                  <a:pt x="917" y="685"/>
                </a:lnTo>
                <a:lnTo>
                  <a:pt x="917" y="684"/>
                </a:lnTo>
                <a:lnTo>
                  <a:pt x="918" y="683"/>
                </a:lnTo>
                <a:lnTo>
                  <a:pt x="918" y="682"/>
                </a:lnTo>
                <a:lnTo>
                  <a:pt x="917" y="682"/>
                </a:lnTo>
                <a:lnTo>
                  <a:pt x="917" y="681"/>
                </a:lnTo>
                <a:lnTo>
                  <a:pt x="916" y="681"/>
                </a:lnTo>
                <a:lnTo>
                  <a:pt x="916" y="680"/>
                </a:lnTo>
                <a:lnTo>
                  <a:pt x="917" y="680"/>
                </a:lnTo>
                <a:lnTo>
                  <a:pt x="917" y="679"/>
                </a:lnTo>
                <a:lnTo>
                  <a:pt x="918" y="678"/>
                </a:lnTo>
                <a:lnTo>
                  <a:pt x="919" y="678"/>
                </a:lnTo>
                <a:lnTo>
                  <a:pt x="920" y="678"/>
                </a:lnTo>
                <a:lnTo>
                  <a:pt x="921" y="678"/>
                </a:lnTo>
                <a:lnTo>
                  <a:pt x="922" y="678"/>
                </a:lnTo>
                <a:lnTo>
                  <a:pt x="922" y="679"/>
                </a:lnTo>
                <a:lnTo>
                  <a:pt x="923" y="680"/>
                </a:lnTo>
                <a:lnTo>
                  <a:pt x="923" y="681"/>
                </a:lnTo>
                <a:lnTo>
                  <a:pt x="923" y="680"/>
                </a:lnTo>
                <a:lnTo>
                  <a:pt x="924" y="680"/>
                </a:lnTo>
                <a:lnTo>
                  <a:pt x="924" y="681"/>
                </a:lnTo>
                <a:lnTo>
                  <a:pt x="924" y="682"/>
                </a:lnTo>
                <a:lnTo>
                  <a:pt x="925" y="682"/>
                </a:lnTo>
                <a:lnTo>
                  <a:pt x="926" y="682"/>
                </a:lnTo>
                <a:lnTo>
                  <a:pt x="926" y="683"/>
                </a:lnTo>
                <a:lnTo>
                  <a:pt x="927" y="683"/>
                </a:lnTo>
                <a:lnTo>
                  <a:pt x="928" y="683"/>
                </a:lnTo>
                <a:lnTo>
                  <a:pt x="928" y="684"/>
                </a:lnTo>
                <a:lnTo>
                  <a:pt x="929" y="684"/>
                </a:lnTo>
                <a:lnTo>
                  <a:pt x="930" y="684"/>
                </a:lnTo>
                <a:lnTo>
                  <a:pt x="930" y="685"/>
                </a:lnTo>
                <a:lnTo>
                  <a:pt x="931" y="685"/>
                </a:lnTo>
                <a:lnTo>
                  <a:pt x="931" y="686"/>
                </a:lnTo>
                <a:lnTo>
                  <a:pt x="931" y="687"/>
                </a:lnTo>
                <a:lnTo>
                  <a:pt x="932" y="688"/>
                </a:lnTo>
                <a:lnTo>
                  <a:pt x="932" y="689"/>
                </a:lnTo>
                <a:lnTo>
                  <a:pt x="934" y="689"/>
                </a:lnTo>
                <a:lnTo>
                  <a:pt x="934" y="688"/>
                </a:lnTo>
                <a:lnTo>
                  <a:pt x="935" y="688"/>
                </a:lnTo>
                <a:lnTo>
                  <a:pt x="936" y="688"/>
                </a:lnTo>
                <a:lnTo>
                  <a:pt x="936" y="689"/>
                </a:lnTo>
                <a:lnTo>
                  <a:pt x="937" y="689"/>
                </a:lnTo>
                <a:lnTo>
                  <a:pt x="938" y="689"/>
                </a:lnTo>
                <a:lnTo>
                  <a:pt x="939" y="689"/>
                </a:lnTo>
                <a:lnTo>
                  <a:pt x="939" y="690"/>
                </a:lnTo>
                <a:lnTo>
                  <a:pt x="940" y="690"/>
                </a:lnTo>
                <a:lnTo>
                  <a:pt x="941" y="690"/>
                </a:lnTo>
                <a:lnTo>
                  <a:pt x="942" y="690"/>
                </a:lnTo>
                <a:lnTo>
                  <a:pt x="942" y="689"/>
                </a:lnTo>
                <a:lnTo>
                  <a:pt x="943" y="689"/>
                </a:lnTo>
                <a:lnTo>
                  <a:pt x="944" y="689"/>
                </a:lnTo>
                <a:lnTo>
                  <a:pt x="944" y="688"/>
                </a:lnTo>
                <a:lnTo>
                  <a:pt x="943" y="687"/>
                </a:lnTo>
                <a:lnTo>
                  <a:pt x="943" y="686"/>
                </a:lnTo>
                <a:lnTo>
                  <a:pt x="943" y="685"/>
                </a:lnTo>
                <a:lnTo>
                  <a:pt x="944" y="684"/>
                </a:lnTo>
                <a:lnTo>
                  <a:pt x="944" y="683"/>
                </a:lnTo>
                <a:lnTo>
                  <a:pt x="945" y="682"/>
                </a:lnTo>
                <a:lnTo>
                  <a:pt x="944" y="681"/>
                </a:lnTo>
                <a:lnTo>
                  <a:pt x="944" y="680"/>
                </a:lnTo>
                <a:lnTo>
                  <a:pt x="945" y="679"/>
                </a:lnTo>
                <a:lnTo>
                  <a:pt x="946" y="678"/>
                </a:lnTo>
                <a:lnTo>
                  <a:pt x="946" y="677"/>
                </a:lnTo>
                <a:lnTo>
                  <a:pt x="946" y="676"/>
                </a:lnTo>
                <a:lnTo>
                  <a:pt x="947" y="676"/>
                </a:lnTo>
                <a:lnTo>
                  <a:pt x="948" y="677"/>
                </a:lnTo>
                <a:lnTo>
                  <a:pt x="948" y="676"/>
                </a:lnTo>
                <a:lnTo>
                  <a:pt x="949" y="676"/>
                </a:lnTo>
                <a:lnTo>
                  <a:pt x="950" y="676"/>
                </a:lnTo>
                <a:lnTo>
                  <a:pt x="951" y="675"/>
                </a:lnTo>
                <a:lnTo>
                  <a:pt x="951" y="676"/>
                </a:lnTo>
                <a:lnTo>
                  <a:pt x="952" y="676"/>
                </a:lnTo>
                <a:lnTo>
                  <a:pt x="953" y="676"/>
                </a:lnTo>
                <a:lnTo>
                  <a:pt x="953" y="675"/>
                </a:lnTo>
                <a:lnTo>
                  <a:pt x="954" y="675"/>
                </a:lnTo>
                <a:lnTo>
                  <a:pt x="955" y="675"/>
                </a:lnTo>
                <a:lnTo>
                  <a:pt x="956" y="675"/>
                </a:lnTo>
                <a:lnTo>
                  <a:pt x="957" y="676"/>
                </a:lnTo>
                <a:lnTo>
                  <a:pt x="957" y="677"/>
                </a:lnTo>
                <a:lnTo>
                  <a:pt x="958" y="677"/>
                </a:lnTo>
                <a:lnTo>
                  <a:pt x="958" y="678"/>
                </a:lnTo>
                <a:lnTo>
                  <a:pt x="958" y="679"/>
                </a:lnTo>
                <a:lnTo>
                  <a:pt x="959" y="679"/>
                </a:lnTo>
                <a:lnTo>
                  <a:pt x="959" y="680"/>
                </a:lnTo>
                <a:lnTo>
                  <a:pt x="958" y="680"/>
                </a:lnTo>
                <a:lnTo>
                  <a:pt x="958" y="681"/>
                </a:lnTo>
                <a:lnTo>
                  <a:pt x="959" y="681"/>
                </a:lnTo>
                <a:lnTo>
                  <a:pt x="960" y="681"/>
                </a:lnTo>
                <a:lnTo>
                  <a:pt x="960" y="682"/>
                </a:lnTo>
                <a:lnTo>
                  <a:pt x="959" y="683"/>
                </a:lnTo>
                <a:lnTo>
                  <a:pt x="959" y="684"/>
                </a:lnTo>
                <a:lnTo>
                  <a:pt x="959" y="685"/>
                </a:lnTo>
                <a:lnTo>
                  <a:pt x="959" y="686"/>
                </a:lnTo>
                <a:lnTo>
                  <a:pt x="959" y="687"/>
                </a:lnTo>
                <a:lnTo>
                  <a:pt x="960" y="688"/>
                </a:lnTo>
                <a:lnTo>
                  <a:pt x="960" y="689"/>
                </a:lnTo>
                <a:lnTo>
                  <a:pt x="961" y="688"/>
                </a:lnTo>
                <a:lnTo>
                  <a:pt x="961" y="687"/>
                </a:lnTo>
                <a:lnTo>
                  <a:pt x="962" y="687"/>
                </a:lnTo>
                <a:lnTo>
                  <a:pt x="962" y="688"/>
                </a:lnTo>
                <a:lnTo>
                  <a:pt x="963" y="687"/>
                </a:lnTo>
                <a:lnTo>
                  <a:pt x="964" y="687"/>
                </a:lnTo>
                <a:lnTo>
                  <a:pt x="965" y="686"/>
                </a:lnTo>
                <a:lnTo>
                  <a:pt x="966" y="685"/>
                </a:lnTo>
                <a:lnTo>
                  <a:pt x="967" y="684"/>
                </a:lnTo>
                <a:lnTo>
                  <a:pt x="967" y="685"/>
                </a:lnTo>
                <a:lnTo>
                  <a:pt x="968" y="685"/>
                </a:lnTo>
                <a:lnTo>
                  <a:pt x="969" y="685"/>
                </a:lnTo>
                <a:lnTo>
                  <a:pt x="969" y="684"/>
                </a:lnTo>
                <a:lnTo>
                  <a:pt x="969" y="685"/>
                </a:lnTo>
                <a:lnTo>
                  <a:pt x="970" y="685"/>
                </a:lnTo>
                <a:lnTo>
                  <a:pt x="971" y="685"/>
                </a:lnTo>
                <a:lnTo>
                  <a:pt x="972" y="684"/>
                </a:lnTo>
                <a:lnTo>
                  <a:pt x="973" y="683"/>
                </a:lnTo>
                <a:lnTo>
                  <a:pt x="974" y="684"/>
                </a:lnTo>
                <a:lnTo>
                  <a:pt x="975" y="684"/>
                </a:lnTo>
                <a:lnTo>
                  <a:pt x="977" y="684"/>
                </a:lnTo>
                <a:lnTo>
                  <a:pt x="977" y="685"/>
                </a:lnTo>
                <a:lnTo>
                  <a:pt x="978" y="685"/>
                </a:lnTo>
                <a:lnTo>
                  <a:pt x="978" y="686"/>
                </a:lnTo>
                <a:lnTo>
                  <a:pt x="977" y="687"/>
                </a:lnTo>
                <a:lnTo>
                  <a:pt x="977" y="688"/>
                </a:lnTo>
                <a:lnTo>
                  <a:pt x="976" y="688"/>
                </a:lnTo>
                <a:lnTo>
                  <a:pt x="977" y="689"/>
                </a:lnTo>
                <a:lnTo>
                  <a:pt x="978" y="689"/>
                </a:lnTo>
                <a:lnTo>
                  <a:pt x="979" y="689"/>
                </a:lnTo>
                <a:lnTo>
                  <a:pt x="981" y="688"/>
                </a:lnTo>
                <a:lnTo>
                  <a:pt x="982" y="688"/>
                </a:lnTo>
                <a:lnTo>
                  <a:pt x="983" y="688"/>
                </a:lnTo>
                <a:lnTo>
                  <a:pt x="983" y="687"/>
                </a:lnTo>
                <a:lnTo>
                  <a:pt x="983" y="686"/>
                </a:lnTo>
                <a:lnTo>
                  <a:pt x="984" y="686"/>
                </a:lnTo>
                <a:lnTo>
                  <a:pt x="984" y="685"/>
                </a:lnTo>
                <a:lnTo>
                  <a:pt x="985" y="685"/>
                </a:lnTo>
                <a:lnTo>
                  <a:pt x="986" y="686"/>
                </a:lnTo>
                <a:lnTo>
                  <a:pt x="987" y="686"/>
                </a:lnTo>
                <a:lnTo>
                  <a:pt x="988" y="686"/>
                </a:lnTo>
                <a:lnTo>
                  <a:pt x="988" y="687"/>
                </a:lnTo>
                <a:lnTo>
                  <a:pt x="989" y="687"/>
                </a:lnTo>
                <a:lnTo>
                  <a:pt x="990" y="686"/>
                </a:lnTo>
                <a:lnTo>
                  <a:pt x="990" y="684"/>
                </a:lnTo>
                <a:lnTo>
                  <a:pt x="990" y="683"/>
                </a:lnTo>
                <a:lnTo>
                  <a:pt x="991" y="683"/>
                </a:lnTo>
                <a:lnTo>
                  <a:pt x="990" y="683"/>
                </a:lnTo>
                <a:lnTo>
                  <a:pt x="989" y="682"/>
                </a:lnTo>
                <a:lnTo>
                  <a:pt x="989" y="681"/>
                </a:lnTo>
                <a:lnTo>
                  <a:pt x="990" y="679"/>
                </a:lnTo>
                <a:lnTo>
                  <a:pt x="990" y="678"/>
                </a:lnTo>
                <a:lnTo>
                  <a:pt x="992" y="677"/>
                </a:lnTo>
                <a:lnTo>
                  <a:pt x="994" y="677"/>
                </a:lnTo>
                <a:lnTo>
                  <a:pt x="995" y="677"/>
                </a:lnTo>
                <a:lnTo>
                  <a:pt x="996" y="678"/>
                </a:lnTo>
                <a:lnTo>
                  <a:pt x="998" y="677"/>
                </a:lnTo>
                <a:lnTo>
                  <a:pt x="999" y="677"/>
                </a:lnTo>
                <a:lnTo>
                  <a:pt x="1000" y="677"/>
                </a:lnTo>
                <a:lnTo>
                  <a:pt x="1001" y="677"/>
                </a:lnTo>
                <a:lnTo>
                  <a:pt x="1002" y="679"/>
                </a:lnTo>
                <a:lnTo>
                  <a:pt x="1003" y="679"/>
                </a:lnTo>
                <a:lnTo>
                  <a:pt x="1004" y="679"/>
                </a:lnTo>
                <a:lnTo>
                  <a:pt x="1005" y="679"/>
                </a:lnTo>
                <a:lnTo>
                  <a:pt x="1006" y="680"/>
                </a:lnTo>
                <a:lnTo>
                  <a:pt x="1007" y="681"/>
                </a:lnTo>
                <a:lnTo>
                  <a:pt x="1008" y="683"/>
                </a:lnTo>
                <a:lnTo>
                  <a:pt x="1008" y="684"/>
                </a:lnTo>
                <a:lnTo>
                  <a:pt x="1008" y="685"/>
                </a:lnTo>
                <a:lnTo>
                  <a:pt x="1007" y="685"/>
                </a:lnTo>
                <a:lnTo>
                  <a:pt x="1008" y="685"/>
                </a:lnTo>
                <a:lnTo>
                  <a:pt x="1008" y="686"/>
                </a:lnTo>
                <a:lnTo>
                  <a:pt x="1009" y="686"/>
                </a:lnTo>
                <a:lnTo>
                  <a:pt x="1009" y="687"/>
                </a:lnTo>
                <a:lnTo>
                  <a:pt x="1010" y="687"/>
                </a:lnTo>
                <a:lnTo>
                  <a:pt x="1010" y="688"/>
                </a:lnTo>
                <a:lnTo>
                  <a:pt x="1011" y="688"/>
                </a:lnTo>
                <a:lnTo>
                  <a:pt x="1011" y="687"/>
                </a:lnTo>
                <a:lnTo>
                  <a:pt x="1012" y="688"/>
                </a:lnTo>
                <a:lnTo>
                  <a:pt x="1013" y="689"/>
                </a:lnTo>
                <a:lnTo>
                  <a:pt x="1012" y="691"/>
                </a:lnTo>
                <a:lnTo>
                  <a:pt x="1012" y="692"/>
                </a:lnTo>
                <a:lnTo>
                  <a:pt x="1011" y="692"/>
                </a:lnTo>
                <a:lnTo>
                  <a:pt x="1011" y="693"/>
                </a:lnTo>
                <a:lnTo>
                  <a:pt x="1012" y="693"/>
                </a:lnTo>
                <a:lnTo>
                  <a:pt x="1013" y="693"/>
                </a:lnTo>
                <a:lnTo>
                  <a:pt x="1013" y="694"/>
                </a:lnTo>
                <a:lnTo>
                  <a:pt x="1014" y="694"/>
                </a:lnTo>
                <a:lnTo>
                  <a:pt x="1014" y="695"/>
                </a:lnTo>
                <a:lnTo>
                  <a:pt x="1015" y="696"/>
                </a:lnTo>
                <a:lnTo>
                  <a:pt x="1016" y="697"/>
                </a:lnTo>
                <a:lnTo>
                  <a:pt x="1017" y="697"/>
                </a:lnTo>
                <a:lnTo>
                  <a:pt x="1018" y="698"/>
                </a:lnTo>
                <a:lnTo>
                  <a:pt x="1018" y="699"/>
                </a:lnTo>
                <a:lnTo>
                  <a:pt x="1018" y="700"/>
                </a:lnTo>
                <a:lnTo>
                  <a:pt x="1018" y="702"/>
                </a:lnTo>
                <a:lnTo>
                  <a:pt x="1019" y="702"/>
                </a:lnTo>
                <a:lnTo>
                  <a:pt x="1019" y="703"/>
                </a:lnTo>
                <a:lnTo>
                  <a:pt x="1020" y="703"/>
                </a:lnTo>
                <a:lnTo>
                  <a:pt x="1020" y="704"/>
                </a:lnTo>
                <a:lnTo>
                  <a:pt x="1020" y="705"/>
                </a:lnTo>
                <a:lnTo>
                  <a:pt x="1020" y="706"/>
                </a:lnTo>
                <a:lnTo>
                  <a:pt x="1021" y="706"/>
                </a:lnTo>
                <a:lnTo>
                  <a:pt x="1021" y="707"/>
                </a:lnTo>
                <a:lnTo>
                  <a:pt x="1022" y="707"/>
                </a:lnTo>
                <a:lnTo>
                  <a:pt x="1023" y="707"/>
                </a:lnTo>
                <a:lnTo>
                  <a:pt x="1024" y="707"/>
                </a:lnTo>
                <a:lnTo>
                  <a:pt x="1025" y="707"/>
                </a:lnTo>
                <a:lnTo>
                  <a:pt x="1025" y="708"/>
                </a:lnTo>
                <a:lnTo>
                  <a:pt x="1025" y="709"/>
                </a:lnTo>
                <a:lnTo>
                  <a:pt x="1025" y="710"/>
                </a:lnTo>
                <a:lnTo>
                  <a:pt x="1024" y="710"/>
                </a:lnTo>
                <a:lnTo>
                  <a:pt x="1024" y="709"/>
                </a:lnTo>
                <a:lnTo>
                  <a:pt x="1023" y="709"/>
                </a:lnTo>
                <a:lnTo>
                  <a:pt x="1022" y="709"/>
                </a:lnTo>
                <a:lnTo>
                  <a:pt x="1022" y="710"/>
                </a:lnTo>
                <a:lnTo>
                  <a:pt x="1023" y="711"/>
                </a:lnTo>
                <a:lnTo>
                  <a:pt x="1024" y="712"/>
                </a:lnTo>
                <a:lnTo>
                  <a:pt x="1025" y="713"/>
                </a:lnTo>
                <a:lnTo>
                  <a:pt x="1025" y="714"/>
                </a:lnTo>
                <a:lnTo>
                  <a:pt x="1025" y="715"/>
                </a:lnTo>
                <a:lnTo>
                  <a:pt x="1024" y="715"/>
                </a:lnTo>
                <a:lnTo>
                  <a:pt x="1023" y="715"/>
                </a:lnTo>
                <a:lnTo>
                  <a:pt x="1022" y="715"/>
                </a:lnTo>
                <a:lnTo>
                  <a:pt x="1021" y="715"/>
                </a:lnTo>
                <a:lnTo>
                  <a:pt x="1020" y="716"/>
                </a:lnTo>
                <a:lnTo>
                  <a:pt x="1019" y="716"/>
                </a:lnTo>
                <a:lnTo>
                  <a:pt x="1018" y="716"/>
                </a:lnTo>
                <a:lnTo>
                  <a:pt x="1018" y="717"/>
                </a:lnTo>
                <a:lnTo>
                  <a:pt x="1018" y="718"/>
                </a:lnTo>
                <a:lnTo>
                  <a:pt x="1019" y="719"/>
                </a:lnTo>
                <a:lnTo>
                  <a:pt x="1019" y="720"/>
                </a:lnTo>
                <a:lnTo>
                  <a:pt x="1019" y="721"/>
                </a:lnTo>
                <a:lnTo>
                  <a:pt x="1019" y="723"/>
                </a:lnTo>
                <a:lnTo>
                  <a:pt x="1019" y="724"/>
                </a:lnTo>
                <a:lnTo>
                  <a:pt x="1019" y="726"/>
                </a:lnTo>
                <a:lnTo>
                  <a:pt x="1020" y="727"/>
                </a:lnTo>
                <a:lnTo>
                  <a:pt x="1021" y="727"/>
                </a:lnTo>
                <a:lnTo>
                  <a:pt x="1021" y="728"/>
                </a:lnTo>
                <a:lnTo>
                  <a:pt x="1021" y="729"/>
                </a:lnTo>
                <a:lnTo>
                  <a:pt x="1020" y="730"/>
                </a:lnTo>
                <a:lnTo>
                  <a:pt x="1021" y="730"/>
                </a:lnTo>
                <a:lnTo>
                  <a:pt x="1021" y="731"/>
                </a:lnTo>
                <a:lnTo>
                  <a:pt x="1020" y="731"/>
                </a:lnTo>
                <a:lnTo>
                  <a:pt x="1020" y="732"/>
                </a:lnTo>
                <a:lnTo>
                  <a:pt x="1020" y="733"/>
                </a:lnTo>
                <a:lnTo>
                  <a:pt x="1020" y="735"/>
                </a:lnTo>
                <a:lnTo>
                  <a:pt x="1020" y="736"/>
                </a:lnTo>
                <a:lnTo>
                  <a:pt x="1019" y="737"/>
                </a:lnTo>
                <a:lnTo>
                  <a:pt x="1019" y="738"/>
                </a:lnTo>
                <a:lnTo>
                  <a:pt x="1019" y="739"/>
                </a:lnTo>
                <a:lnTo>
                  <a:pt x="1018" y="741"/>
                </a:lnTo>
                <a:lnTo>
                  <a:pt x="1017" y="741"/>
                </a:lnTo>
                <a:lnTo>
                  <a:pt x="1017" y="742"/>
                </a:lnTo>
                <a:lnTo>
                  <a:pt x="1016" y="743"/>
                </a:lnTo>
                <a:lnTo>
                  <a:pt x="1016" y="744"/>
                </a:lnTo>
                <a:lnTo>
                  <a:pt x="1016" y="745"/>
                </a:lnTo>
                <a:lnTo>
                  <a:pt x="1017" y="745"/>
                </a:lnTo>
                <a:lnTo>
                  <a:pt x="1019" y="746"/>
                </a:lnTo>
                <a:lnTo>
                  <a:pt x="1018" y="747"/>
                </a:lnTo>
                <a:lnTo>
                  <a:pt x="1018" y="748"/>
                </a:lnTo>
                <a:lnTo>
                  <a:pt x="1017" y="748"/>
                </a:lnTo>
                <a:lnTo>
                  <a:pt x="1017" y="749"/>
                </a:lnTo>
                <a:lnTo>
                  <a:pt x="1017" y="750"/>
                </a:lnTo>
                <a:lnTo>
                  <a:pt x="1016" y="751"/>
                </a:lnTo>
                <a:lnTo>
                  <a:pt x="1015" y="752"/>
                </a:lnTo>
                <a:lnTo>
                  <a:pt x="1013" y="753"/>
                </a:lnTo>
                <a:lnTo>
                  <a:pt x="1013" y="752"/>
                </a:lnTo>
                <a:lnTo>
                  <a:pt x="1012" y="752"/>
                </a:lnTo>
                <a:lnTo>
                  <a:pt x="1012" y="753"/>
                </a:lnTo>
                <a:lnTo>
                  <a:pt x="1012" y="754"/>
                </a:lnTo>
                <a:lnTo>
                  <a:pt x="1011" y="754"/>
                </a:lnTo>
                <a:lnTo>
                  <a:pt x="1011" y="755"/>
                </a:lnTo>
                <a:lnTo>
                  <a:pt x="1012" y="755"/>
                </a:lnTo>
                <a:lnTo>
                  <a:pt x="1012" y="756"/>
                </a:lnTo>
                <a:lnTo>
                  <a:pt x="1011" y="756"/>
                </a:lnTo>
                <a:lnTo>
                  <a:pt x="1011" y="757"/>
                </a:lnTo>
                <a:lnTo>
                  <a:pt x="1010" y="757"/>
                </a:lnTo>
                <a:lnTo>
                  <a:pt x="1009" y="757"/>
                </a:lnTo>
                <a:lnTo>
                  <a:pt x="1009" y="758"/>
                </a:lnTo>
                <a:lnTo>
                  <a:pt x="1008" y="758"/>
                </a:lnTo>
                <a:lnTo>
                  <a:pt x="1007" y="758"/>
                </a:lnTo>
                <a:lnTo>
                  <a:pt x="1007" y="757"/>
                </a:lnTo>
                <a:lnTo>
                  <a:pt x="1006" y="757"/>
                </a:lnTo>
                <a:lnTo>
                  <a:pt x="1006" y="758"/>
                </a:lnTo>
                <a:lnTo>
                  <a:pt x="1006" y="759"/>
                </a:lnTo>
                <a:lnTo>
                  <a:pt x="1005" y="759"/>
                </a:lnTo>
                <a:lnTo>
                  <a:pt x="1005" y="760"/>
                </a:lnTo>
                <a:lnTo>
                  <a:pt x="1005" y="761"/>
                </a:lnTo>
                <a:lnTo>
                  <a:pt x="1004" y="761"/>
                </a:lnTo>
                <a:lnTo>
                  <a:pt x="1004" y="762"/>
                </a:lnTo>
                <a:lnTo>
                  <a:pt x="1003" y="762"/>
                </a:lnTo>
                <a:lnTo>
                  <a:pt x="1002" y="763"/>
                </a:lnTo>
                <a:lnTo>
                  <a:pt x="1002" y="762"/>
                </a:lnTo>
                <a:lnTo>
                  <a:pt x="1001" y="762"/>
                </a:lnTo>
                <a:lnTo>
                  <a:pt x="1001" y="761"/>
                </a:lnTo>
                <a:lnTo>
                  <a:pt x="1001" y="760"/>
                </a:lnTo>
                <a:lnTo>
                  <a:pt x="1002" y="760"/>
                </a:lnTo>
                <a:lnTo>
                  <a:pt x="1002" y="759"/>
                </a:lnTo>
                <a:lnTo>
                  <a:pt x="1002" y="757"/>
                </a:lnTo>
                <a:lnTo>
                  <a:pt x="1001" y="757"/>
                </a:lnTo>
                <a:lnTo>
                  <a:pt x="1000" y="757"/>
                </a:lnTo>
                <a:lnTo>
                  <a:pt x="999" y="757"/>
                </a:lnTo>
                <a:lnTo>
                  <a:pt x="998" y="757"/>
                </a:lnTo>
                <a:lnTo>
                  <a:pt x="998" y="756"/>
                </a:lnTo>
                <a:lnTo>
                  <a:pt x="998" y="757"/>
                </a:lnTo>
                <a:lnTo>
                  <a:pt x="996" y="757"/>
                </a:lnTo>
                <a:lnTo>
                  <a:pt x="995" y="756"/>
                </a:lnTo>
                <a:lnTo>
                  <a:pt x="995" y="755"/>
                </a:lnTo>
                <a:lnTo>
                  <a:pt x="993" y="755"/>
                </a:lnTo>
                <a:lnTo>
                  <a:pt x="992" y="756"/>
                </a:lnTo>
                <a:lnTo>
                  <a:pt x="991" y="756"/>
                </a:lnTo>
                <a:lnTo>
                  <a:pt x="990" y="756"/>
                </a:lnTo>
                <a:lnTo>
                  <a:pt x="991" y="756"/>
                </a:lnTo>
                <a:lnTo>
                  <a:pt x="991" y="755"/>
                </a:lnTo>
                <a:lnTo>
                  <a:pt x="991" y="754"/>
                </a:lnTo>
                <a:lnTo>
                  <a:pt x="991" y="753"/>
                </a:lnTo>
                <a:lnTo>
                  <a:pt x="989" y="752"/>
                </a:lnTo>
                <a:lnTo>
                  <a:pt x="987" y="752"/>
                </a:lnTo>
                <a:lnTo>
                  <a:pt x="986" y="752"/>
                </a:lnTo>
                <a:lnTo>
                  <a:pt x="985" y="753"/>
                </a:lnTo>
                <a:lnTo>
                  <a:pt x="985" y="752"/>
                </a:lnTo>
                <a:lnTo>
                  <a:pt x="984" y="752"/>
                </a:lnTo>
                <a:lnTo>
                  <a:pt x="983" y="753"/>
                </a:lnTo>
                <a:lnTo>
                  <a:pt x="982" y="754"/>
                </a:lnTo>
                <a:lnTo>
                  <a:pt x="981" y="754"/>
                </a:lnTo>
                <a:lnTo>
                  <a:pt x="981" y="755"/>
                </a:lnTo>
                <a:lnTo>
                  <a:pt x="980" y="756"/>
                </a:lnTo>
                <a:lnTo>
                  <a:pt x="980" y="757"/>
                </a:lnTo>
                <a:lnTo>
                  <a:pt x="981" y="757"/>
                </a:lnTo>
                <a:lnTo>
                  <a:pt x="981" y="758"/>
                </a:lnTo>
                <a:lnTo>
                  <a:pt x="980" y="758"/>
                </a:lnTo>
                <a:lnTo>
                  <a:pt x="981" y="758"/>
                </a:lnTo>
                <a:lnTo>
                  <a:pt x="981" y="759"/>
                </a:lnTo>
                <a:lnTo>
                  <a:pt x="980" y="760"/>
                </a:lnTo>
                <a:lnTo>
                  <a:pt x="980" y="761"/>
                </a:lnTo>
                <a:lnTo>
                  <a:pt x="979" y="761"/>
                </a:lnTo>
                <a:lnTo>
                  <a:pt x="979" y="760"/>
                </a:lnTo>
                <a:lnTo>
                  <a:pt x="978" y="760"/>
                </a:lnTo>
                <a:lnTo>
                  <a:pt x="977" y="760"/>
                </a:lnTo>
                <a:lnTo>
                  <a:pt x="976" y="761"/>
                </a:lnTo>
                <a:lnTo>
                  <a:pt x="975" y="761"/>
                </a:lnTo>
                <a:lnTo>
                  <a:pt x="974" y="761"/>
                </a:lnTo>
                <a:lnTo>
                  <a:pt x="973" y="762"/>
                </a:lnTo>
                <a:lnTo>
                  <a:pt x="973" y="763"/>
                </a:lnTo>
                <a:lnTo>
                  <a:pt x="973" y="764"/>
                </a:lnTo>
                <a:lnTo>
                  <a:pt x="972" y="764"/>
                </a:lnTo>
                <a:lnTo>
                  <a:pt x="971" y="765"/>
                </a:lnTo>
                <a:lnTo>
                  <a:pt x="970" y="765"/>
                </a:lnTo>
                <a:lnTo>
                  <a:pt x="969" y="766"/>
                </a:lnTo>
                <a:lnTo>
                  <a:pt x="969" y="767"/>
                </a:lnTo>
                <a:lnTo>
                  <a:pt x="968" y="768"/>
                </a:lnTo>
                <a:lnTo>
                  <a:pt x="968" y="769"/>
                </a:lnTo>
                <a:lnTo>
                  <a:pt x="967" y="769"/>
                </a:lnTo>
                <a:lnTo>
                  <a:pt x="966" y="769"/>
                </a:lnTo>
                <a:lnTo>
                  <a:pt x="965" y="769"/>
                </a:lnTo>
                <a:lnTo>
                  <a:pt x="964" y="768"/>
                </a:lnTo>
                <a:lnTo>
                  <a:pt x="963" y="768"/>
                </a:lnTo>
                <a:lnTo>
                  <a:pt x="963" y="769"/>
                </a:lnTo>
                <a:lnTo>
                  <a:pt x="962" y="769"/>
                </a:lnTo>
                <a:lnTo>
                  <a:pt x="961" y="769"/>
                </a:lnTo>
                <a:lnTo>
                  <a:pt x="960" y="768"/>
                </a:lnTo>
                <a:lnTo>
                  <a:pt x="959" y="769"/>
                </a:lnTo>
                <a:lnTo>
                  <a:pt x="958" y="769"/>
                </a:lnTo>
                <a:lnTo>
                  <a:pt x="959" y="769"/>
                </a:lnTo>
                <a:lnTo>
                  <a:pt x="960" y="769"/>
                </a:lnTo>
                <a:lnTo>
                  <a:pt x="961" y="769"/>
                </a:lnTo>
                <a:lnTo>
                  <a:pt x="962" y="770"/>
                </a:lnTo>
                <a:lnTo>
                  <a:pt x="963" y="770"/>
                </a:lnTo>
                <a:lnTo>
                  <a:pt x="963" y="771"/>
                </a:lnTo>
                <a:lnTo>
                  <a:pt x="964" y="771"/>
                </a:lnTo>
                <a:lnTo>
                  <a:pt x="964" y="772"/>
                </a:lnTo>
                <a:lnTo>
                  <a:pt x="965" y="772"/>
                </a:lnTo>
                <a:lnTo>
                  <a:pt x="965" y="773"/>
                </a:lnTo>
                <a:lnTo>
                  <a:pt x="966" y="773"/>
                </a:lnTo>
                <a:lnTo>
                  <a:pt x="966" y="774"/>
                </a:lnTo>
                <a:lnTo>
                  <a:pt x="965" y="775"/>
                </a:lnTo>
                <a:lnTo>
                  <a:pt x="963" y="774"/>
                </a:lnTo>
                <a:lnTo>
                  <a:pt x="963" y="775"/>
                </a:lnTo>
                <a:lnTo>
                  <a:pt x="964" y="775"/>
                </a:lnTo>
                <a:lnTo>
                  <a:pt x="965" y="776"/>
                </a:lnTo>
                <a:lnTo>
                  <a:pt x="966" y="777"/>
                </a:lnTo>
                <a:lnTo>
                  <a:pt x="967" y="778"/>
                </a:lnTo>
                <a:lnTo>
                  <a:pt x="966" y="778"/>
                </a:lnTo>
                <a:lnTo>
                  <a:pt x="966" y="779"/>
                </a:lnTo>
                <a:lnTo>
                  <a:pt x="964" y="779"/>
                </a:lnTo>
                <a:lnTo>
                  <a:pt x="963" y="778"/>
                </a:lnTo>
                <a:lnTo>
                  <a:pt x="963" y="777"/>
                </a:lnTo>
                <a:lnTo>
                  <a:pt x="964" y="777"/>
                </a:lnTo>
                <a:lnTo>
                  <a:pt x="964" y="776"/>
                </a:lnTo>
                <a:lnTo>
                  <a:pt x="963" y="776"/>
                </a:lnTo>
                <a:lnTo>
                  <a:pt x="962" y="776"/>
                </a:lnTo>
                <a:lnTo>
                  <a:pt x="961" y="776"/>
                </a:lnTo>
                <a:lnTo>
                  <a:pt x="961" y="777"/>
                </a:lnTo>
                <a:lnTo>
                  <a:pt x="960" y="777"/>
                </a:lnTo>
                <a:lnTo>
                  <a:pt x="959" y="777"/>
                </a:lnTo>
                <a:lnTo>
                  <a:pt x="959" y="778"/>
                </a:lnTo>
                <a:lnTo>
                  <a:pt x="958" y="778"/>
                </a:lnTo>
                <a:lnTo>
                  <a:pt x="958" y="779"/>
                </a:lnTo>
                <a:lnTo>
                  <a:pt x="957" y="778"/>
                </a:lnTo>
                <a:lnTo>
                  <a:pt x="957" y="779"/>
                </a:lnTo>
                <a:lnTo>
                  <a:pt x="956" y="779"/>
                </a:lnTo>
                <a:lnTo>
                  <a:pt x="956" y="780"/>
                </a:lnTo>
                <a:lnTo>
                  <a:pt x="955" y="780"/>
                </a:lnTo>
                <a:lnTo>
                  <a:pt x="954" y="780"/>
                </a:lnTo>
                <a:lnTo>
                  <a:pt x="953" y="781"/>
                </a:lnTo>
                <a:lnTo>
                  <a:pt x="954" y="782"/>
                </a:lnTo>
                <a:lnTo>
                  <a:pt x="952" y="783"/>
                </a:lnTo>
                <a:lnTo>
                  <a:pt x="952" y="784"/>
                </a:lnTo>
                <a:lnTo>
                  <a:pt x="951" y="784"/>
                </a:lnTo>
                <a:lnTo>
                  <a:pt x="951" y="785"/>
                </a:lnTo>
                <a:lnTo>
                  <a:pt x="951" y="786"/>
                </a:lnTo>
                <a:lnTo>
                  <a:pt x="951" y="787"/>
                </a:lnTo>
                <a:lnTo>
                  <a:pt x="951" y="788"/>
                </a:lnTo>
                <a:lnTo>
                  <a:pt x="950" y="788"/>
                </a:lnTo>
                <a:lnTo>
                  <a:pt x="949" y="788"/>
                </a:lnTo>
                <a:lnTo>
                  <a:pt x="948" y="788"/>
                </a:lnTo>
                <a:lnTo>
                  <a:pt x="948" y="789"/>
                </a:lnTo>
                <a:lnTo>
                  <a:pt x="947" y="789"/>
                </a:lnTo>
                <a:lnTo>
                  <a:pt x="947" y="790"/>
                </a:lnTo>
                <a:lnTo>
                  <a:pt x="947" y="791"/>
                </a:lnTo>
                <a:lnTo>
                  <a:pt x="946" y="792"/>
                </a:lnTo>
                <a:lnTo>
                  <a:pt x="947" y="793"/>
                </a:lnTo>
                <a:lnTo>
                  <a:pt x="948" y="793"/>
                </a:lnTo>
                <a:lnTo>
                  <a:pt x="948" y="794"/>
                </a:lnTo>
                <a:lnTo>
                  <a:pt x="949" y="795"/>
                </a:lnTo>
                <a:lnTo>
                  <a:pt x="948" y="795"/>
                </a:lnTo>
                <a:lnTo>
                  <a:pt x="948" y="796"/>
                </a:lnTo>
                <a:lnTo>
                  <a:pt x="947" y="796"/>
                </a:lnTo>
                <a:lnTo>
                  <a:pt x="946" y="796"/>
                </a:lnTo>
                <a:lnTo>
                  <a:pt x="945" y="795"/>
                </a:lnTo>
                <a:lnTo>
                  <a:pt x="944" y="795"/>
                </a:lnTo>
                <a:lnTo>
                  <a:pt x="943" y="795"/>
                </a:lnTo>
                <a:lnTo>
                  <a:pt x="943" y="794"/>
                </a:lnTo>
                <a:lnTo>
                  <a:pt x="943" y="793"/>
                </a:lnTo>
                <a:lnTo>
                  <a:pt x="943" y="792"/>
                </a:lnTo>
                <a:lnTo>
                  <a:pt x="942" y="792"/>
                </a:lnTo>
                <a:lnTo>
                  <a:pt x="942" y="791"/>
                </a:lnTo>
                <a:lnTo>
                  <a:pt x="943" y="791"/>
                </a:lnTo>
                <a:lnTo>
                  <a:pt x="942" y="791"/>
                </a:lnTo>
                <a:lnTo>
                  <a:pt x="942" y="790"/>
                </a:lnTo>
                <a:lnTo>
                  <a:pt x="941" y="790"/>
                </a:lnTo>
                <a:lnTo>
                  <a:pt x="941" y="789"/>
                </a:lnTo>
                <a:lnTo>
                  <a:pt x="940" y="789"/>
                </a:lnTo>
                <a:lnTo>
                  <a:pt x="940" y="788"/>
                </a:lnTo>
                <a:lnTo>
                  <a:pt x="940" y="787"/>
                </a:lnTo>
                <a:lnTo>
                  <a:pt x="939" y="787"/>
                </a:lnTo>
                <a:lnTo>
                  <a:pt x="939" y="786"/>
                </a:lnTo>
                <a:lnTo>
                  <a:pt x="938" y="786"/>
                </a:lnTo>
                <a:lnTo>
                  <a:pt x="938" y="785"/>
                </a:lnTo>
                <a:lnTo>
                  <a:pt x="937" y="785"/>
                </a:lnTo>
                <a:lnTo>
                  <a:pt x="937" y="784"/>
                </a:lnTo>
                <a:lnTo>
                  <a:pt x="937" y="783"/>
                </a:lnTo>
                <a:lnTo>
                  <a:pt x="936" y="783"/>
                </a:lnTo>
                <a:lnTo>
                  <a:pt x="936" y="782"/>
                </a:lnTo>
                <a:lnTo>
                  <a:pt x="935" y="782"/>
                </a:lnTo>
                <a:lnTo>
                  <a:pt x="935" y="783"/>
                </a:lnTo>
                <a:lnTo>
                  <a:pt x="935" y="784"/>
                </a:lnTo>
                <a:lnTo>
                  <a:pt x="934" y="784"/>
                </a:lnTo>
                <a:lnTo>
                  <a:pt x="933" y="784"/>
                </a:lnTo>
                <a:lnTo>
                  <a:pt x="932" y="784"/>
                </a:lnTo>
                <a:lnTo>
                  <a:pt x="932" y="783"/>
                </a:lnTo>
                <a:lnTo>
                  <a:pt x="931" y="782"/>
                </a:lnTo>
                <a:lnTo>
                  <a:pt x="930" y="781"/>
                </a:lnTo>
                <a:lnTo>
                  <a:pt x="930" y="780"/>
                </a:lnTo>
                <a:lnTo>
                  <a:pt x="930" y="781"/>
                </a:lnTo>
                <a:lnTo>
                  <a:pt x="929" y="781"/>
                </a:lnTo>
                <a:lnTo>
                  <a:pt x="929" y="780"/>
                </a:lnTo>
                <a:lnTo>
                  <a:pt x="928" y="780"/>
                </a:lnTo>
                <a:lnTo>
                  <a:pt x="928" y="779"/>
                </a:lnTo>
                <a:lnTo>
                  <a:pt x="927" y="779"/>
                </a:lnTo>
                <a:lnTo>
                  <a:pt x="927" y="778"/>
                </a:lnTo>
                <a:lnTo>
                  <a:pt x="926" y="777"/>
                </a:lnTo>
                <a:lnTo>
                  <a:pt x="926" y="776"/>
                </a:lnTo>
                <a:lnTo>
                  <a:pt x="925" y="776"/>
                </a:lnTo>
                <a:lnTo>
                  <a:pt x="926" y="776"/>
                </a:lnTo>
                <a:lnTo>
                  <a:pt x="925" y="776"/>
                </a:lnTo>
                <a:lnTo>
                  <a:pt x="925" y="775"/>
                </a:lnTo>
                <a:lnTo>
                  <a:pt x="925" y="774"/>
                </a:lnTo>
                <a:lnTo>
                  <a:pt x="925" y="773"/>
                </a:lnTo>
                <a:lnTo>
                  <a:pt x="924" y="773"/>
                </a:lnTo>
                <a:lnTo>
                  <a:pt x="924" y="772"/>
                </a:lnTo>
                <a:lnTo>
                  <a:pt x="923" y="772"/>
                </a:lnTo>
                <a:lnTo>
                  <a:pt x="923" y="771"/>
                </a:lnTo>
                <a:lnTo>
                  <a:pt x="922" y="771"/>
                </a:lnTo>
                <a:lnTo>
                  <a:pt x="922" y="770"/>
                </a:lnTo>
                <a:lnTo>
                  <a:pt x="922" y="771"/>
                </a:lnTo>
                <a:lnTo>
                  <a:pt x="921" y="771"/>
                </a:lnTo>
                <a:lnTo>
                  <a:pt x="921" y="772"/>
                </a:lnTo>
                <a:lnTo>
                  <a:pt x="920" y="772"/>
                </a:lnTo>
                <a:lnTo>
                  <a:pt x="920" y="773"/>
                </a:lnTo>
                <a:lnTo>
                  <a:pt x="919" y="773"/>
                </a:lnTo>
                <a:lnTo>
                  <a:pt x="919" y="774"/>
                </a:lnTo>
                <a:lnTo>
                  <a:pt x="919" y="775"/>
                </a:lnTo>
                <a:lnTo>
                  <a:pt x="918" y="775"/>
                </a:lnTo>
                <a:lnTo>
                  <a:pt x="918" y="776"/>
                </a:lnTo>
                <a:lnTo>
                  <a:pt x="918" y="777"/>
                </a:lnTo>
                <a:lnTo>
                  <a:pt x="917" y="777"/>
                </a:lnTo>
                <a:lnTo>
                  <a:pt x="916" y="777"/>
                </a:lnTo>
                <a:lnTo>
                  <a:pt x="914" y="777"/>
                </a:lnTo>
                <a:lnTo>
                  <a:pt x="914" y="778"/>
                </a:lnTo>
                <a:lnTo>
                  <a:pt x="913" y="778"/>
                </a:lnTo>
                <a:lnTo>
                  <a:pt x="914" y="778"/>
                </a:lnTo>
                <a:lnTo>
                  <a:pt x="914" y="779"/>
                </a:lnTo>
                <a:lnTo>
                  <a:pt x="914" y="780"/>
                </a:lnTo>
                <a:lnTo>
                  <a:pt x="915" y="780"/>
                </a:lnTo>
                <a:lnTo>
                  <a:pt x="914" y="780"/>
                </a:lnTo>
                <a:lnTo>
                  <a:pt x="914" y="781"/>
                </a:lnTo>
                <a:lnTo>
                  <a:pt x="913" y="781"/>
                </a:lnTo>
                <a:lnTo>
                  <a:pt x="914" y="781"/>
                </a:lnTo>
                <a:lnTo>
                  <a:pt x="913" y="781"/>
                </a:lnTo>
                <a:lnTo>
                  <a:pt x="914" y="781"/>
                </a:lnTo>
                <a:lnTo>
                  <a:pt x="914" y="782"/>
                </a:lnTo>
                <a:lnTo>
                  <a:pt x="913" y="782"/>
                </a:lnTo>
                <a:lnTo>
                  <a:pt x="913" y="783"/>
                </a:lnTo>
                <a:lnTo>
                  <a:pt x="912" y="783"/>
                </a:lnTo>
                <a:lnTo>
                  <a:pt x="912" y="784"/>
                </a:lnTo>
                <a:lnTo>
                  <a:pt x="912" y="785"/>
                </a:lnTo>
                <a:lnTo>
                  <a:pt x="913" y="785"/>
                </a:lnTo>
                <a:lnTo>
                  <a:pt x="912" y="785"/>
                </a:lnTo>
                <a:lnTo>
                  <a:pt x="912" y="786"/>
                </a:lnTo>
                <a:lnTo>
                  <a:pt x="912" y="787"/>
                </a:lnTo>
                <a:lnTo>
                  <a:pt x="911" y="787"/>
                </a:lnTo>
                <a:lnTo>
                  <a:pt x="911" y="786"/>
                </a:lnTo>
                <a:lnTo>
                  <a:pt x="910" y="786"/>
                </a:lnTo>
                <a:lnTo>
                  <a:pt x="909" y="786"/>
                </a:lnTo>
                <a:lnTo>
                  <a:pt x="908" y="786"/>
                </a:lnTo>
                <a:lnTo>
                  <a:pt x="907" y="786"/>
                </a:lnTo>
                <a:lnTo>
                  <a:pt x="907" y="785"/>
                </a:lnTo>
                <a:lnTo>
                  <a:pt x="908" y="785"/>
                </a:lnTo>
                <a:lnTo>
                  <a:pt x="907" y="785"/>
                </a:lnTo>
                <a:lnTo>
                  <a:pt x="906" y="785"/>
                </a:lnTo>
                <a:lnTo>
                  <a:pt x="905" y="785"/>
                </a:lnTo>
                <a:lnTo>
                  <a:pt x="905" y="784"/>
                </a:lnTo>
                <a:lnTo>
                  <a:pt x="904" y="784"/>
                </a:lnTo>
                <a:lnTo>
                  <a:pt x="904" y="785"/>
                </a:lnTo>
                <a:lnTo>
                  <a:pt x="903" y="785"/>
                </a:lnTo>
                <a:lnTo>
                  <a:pt x="903" y="786"/>
                </a:lnTo>
                <a:lnTo>
                  <a:pt x="902" y="786"/>
                </a:lnTo>
                <a:lnTo>
                  <a:pt x="902" y="787"/>
                </a:lnTo>
                <a:lnTo>
                  <a:pt x="901" y="787"/>
                </a:lnTo>
                <a:lnTo>
                  <a:pt x="900" y="787"/>
                </a:lnTo>
                <a:lnTo>
                  <a:pt x="900" y="788"/>
                </a:lnTo>
                <a:lnTo>
                  <a:pt x="899" y="788"/>
                </a:lnTo>
                <a:lnTo>
                  <a:pt x="898" y="788"/>
                </a:lnTo>
                <a:lnTo>
                  <a:pt x="898" y="789"/>
                </a:lnTo>
                <a:lnTo>
                  <a:pt x="897" y="789"/>
                </a:lnTo>
                <a:lnTo>
                  <a:pt x="896" y="789"/>
                </a:lnTo>
                <a:lnTo>
                  <a:pt x="895" y="789"/>
                </a:lnTo>
                <a:lnTo>
                  <a:pt x="896" y="789"/>
                </a:lnTo>
                <a:lnTo>
                  <a:pt x="896" y="788"/>
                </a:lnTo>
                <a:lnTo>
                  <a:pt x="895" y="788"/>
                </a:lnTo>
                <a:lnTo>
                  <a:pt x="895" y="787"/>
                </a:lnTo>
                <a:lnTo>
                  <a:pt x="894" y="787"/>
                </a:lnTo>
                <a:lnTo>
                  <a:pt x="893" y="787"/>
                </a:lnTo>
                <a:lnTo>
                  <a:pt x="892" y="787"/>
                </a:lnTo>
                <a:lnTo>
                  <a:pt x="892" y="788"/>
                </a:lnTo>
                <a:lnTo>
                  <a:pt x="891" y="788"/>
                </a:lnTo>
                <a:lnTo>
                  <a:pt x="891" y="789"/>
                </a:lnTo>
                <a:lnTo>
                  <a:pt x="890" y="789"/>
                </a:lnTo>
                <a:lnTo>
                  <a:pt x="889" y="789"/>
                </a:lnTo>
                <a:lnTo>
                  <a:pt x="889" y="790"/>
                </a:lnTo>
                <a:lnTo>
                  <a:pt x="889" y="791"/>
                </a:lnTo>
                <a:lnTo>
                  <a:pt x="888" y="791"/>
                </a:lnTo>
                <a:lnTo>
                  <a:pt x="888" y="792"/>
                </a:lnTo>
                <a:lnTo>
                  <a:pt x="887" y="792"/>
                </a:lnTo>
                <a:lnTo>
                  <a:pt x="887" y="793"/>
                </a:lnTo>
                <a:lnTo>
                  <a:pt x="886" y="793"/>
                </a:lnTo>
                <a:lnTo>
                  <a:pt x="885" y="793"/>
                </a:lnTo>
                <a:lnTo>
                  <a:pt x="884" y="793"/>
                </a:lnTo>
                <a:lnTo>
                  <a:pt x="884" y="794"/>
                </a:lnTo>
                <a:lnTo>
                  <a:pt x="883" y="794"/>
                </a:lnTo>
                <a:lnTo>
                  <a:pt x="884" y="794"/>
                </a:lnTo>
                <a:lnTo>
                  <a:pt x="883" y="794"/>
                </a:lnTo>
                <a:lnTo>
                  <a:pt x="883" y="795"/>
                </a:lnTo>
                <a:lnTo>
                  <a:pt x="882" y="795"/>
                </a:lnTo>
                <a:lnTo>
                  <a:pt x="882" y="794"/>
                </a:lnTo>
                <a:lnTo>
                  <a:pt x="882" y="795"/>
                </a:lnTo>
                <a:lnTo>
                  <a:pt x="881" y="794"/>
                </a:lnTo>
                <a:lnTo>
                  <a:pt x="881" y="795"/>
                </a:lnTo>
                <a:lnTo>
                  <a:pt x="881" y="794"/>
                </a:lnTo>
                <a:lnTo>
                  <a:pt x="881" y="795"/>
                </a:lnTo>
                <a:lnTo>
                  <a:pt x="880" y="795"/>
                </a:lnTo>
                <a:lnTo>
                  <a:pt x="879" y="795"/>
                </a:lnTo>
                <a:lnTo>
                  <a:pt x="879" y="796"/>
                </a:lnTo>
                <a:lnTo>
                  <a:pt x="879" y="797"/>
                </a:lnTo>
                <a:lnTo>
                  <a:pt x="878" y="797"/>
                </a:lnTo>
                <a:lnTo>
                  <a:pt x="878" y="798"/>
                </a:lnTo>
                <a:lnTo>
                  <a:pt x="878" y="799"/>
                </a:lnTo>
                <a:lnTo>
                  <a:pt x="877" y="799"/>
                </a:lnTo>
                <a:lnTo>
                  <a:pt x="878" y="799"/>
                </a:lnTo>
                <a:lnTo>
                  <a:pt x="878" y="800"/>
                </a:lnTo>
                <a:lnTo>
                  <a:pt x="878" y="801"/>
                </a:lnTo>
                <a:lnTo>
                  <a:pt x="877" y="801"/>
                </a:lnTo>
                <a:lnTo>
                  <a:pt x="876" y="801"/>
                </a:lnTo>
                <a:lnTo>
                  <a:pt x="876" y="800"/>
                </a:lnTo>
                <a:lnTo>
                  <a:pt x="875" y="800"/>
                </a:lnTo>
                <a:lnTo>
                  <a:pt x="875" y="801"/>
                </a:lnTo>
                <a:lnTo>
                  <a:pt x="875" y="800"/>
                </a:lnTo>
                <a:lnTo>
                  <a:pt x="875" y="799"/>
                </a:lnTo>
                <a:lnTo>
                  <a:pt x="874" y="799"/>
                </a:lnTo>
                <a:lnTo>
                  <a:pt x="875" y="799"/>
                </a:lnTo>
                <a:lnTo>
                  <a:pt x="874" y="799"/>
                </a:lnTo>
                <a:lnTo>
                  <a:pt x="875" y="799"/>
                </a:lnTo>
                <a:lnTo>
                  <a:pt x="874" y="799"/>
                </a:lnTo>
                <a:lnTo>
                  <a:pt x="874" y="798"/>
                </a:lnTo>
                <a:lnTo>
                  <a:pt x="873" y="798"/>
                </a:lnTo>
                <a:lnTo>
                  <a:pt x="873" y="797"/>
                </a:lnTo>
                <a:lnTo>
                  <a:pt x="873" y="798"/>
                </a:lnTo>
                <a:lnTo>
                  <a:pt x="872" y="798"/>
                </a:lnTo>
                <a:lnTo>
                  <a:pt x="871" y="798"/>
                </a:lnTo>
                <a:lnTo>
                  <a:pt x="870" y="798"/>
                </a:lnTo>
                <a:lnTo>
                  <a:pt x="870" y="799"/>
                </a:lnTo>
                <a:lnTo>
                  <a:pt x="870" y="800"/>
                </a:lnTo>
                <a:lnTo>
                  <a:pt x="870" y="801"/>
                </a:lnTo>
                <a:lnTo>
                  <a:pt x="869" y="801"/>
                </a:lnTo>
                <a:lnTo>
                  <a:pt x="870" y="801"/>
                </a:lnTo>
                <a:lnTo>
                  <a:pt x="870" y="802"/>
                </a:lnTo>
                <a:lnTo>
                  <a:pt x="870" y="803"/>
                </a:lnTo>
                <a:lnTo>
                  <a:pt x="869" y="803"/>
                </a:lnTo>
                <a:lnTo>
                  <a:pt x="869" y="804"/>
                </a:lnTo>
                <a:lnTo>
                  <a:pt x="869" y="805"/>
                </a:lnTo>
                <a:lnTo>
                  <a:pt x="869" y="804"/>
                </a:lnTo>
                <a:lnTo>
                  <a:pt x="868" y="804"/>
                </a:lnTo>
                <a:lnTo>
                  <a:pt x="868" y="805"/>
                </a:lnTo>
                <a:lnTo>
                  <a:pt x="868" y="804"/>
                </a:lnTo>
                <a:lnTo>
                  <a:pt x="868" y="805"/>
                </a:lnTo>
                <a:lnTo>
                  <a:pt x="867" y="805"/>
                </a:lnTo>
                <a:lnTo>
                  <a:pt x="867" y="804"/>
                </a:lnTo>
                <a:lnTo>
                  <a:pt x="866" y="804"/>
                </a:lnTo>
                <a:lnTo>
                  <a:pt x="866" y="805"/>
                </a:lnTo>
                <a:lnTo>
                  <a:pt x="865" y="805"/>
                </a:lnTo>
                <a:lnTo>
                  <a:pt x="865" y="806"/>
                </a:lnTo>
                <a:lnTo>
                  <a:pt x="865" y="805"/>
                </a:lnTo>
                <a:lnTo>
                  <a:pt x="865" y="806"/>
                </a:lnTo>
                <a:lnTo>
                  <a:pt x="864" y="806"/>
                </a:lnTo>
                <a:lnTo>
                  <a:pt x="863" y="806"/>
                </a:lnTo>
                <a:lnTo>
                  <a:pt x="863" y="807"/>
                </a:lnTo>
                <a:lnTo>
                  <a:pt x="863" y="806"/>
                </a:lnTo>
                <a:lnTo>
                  <a:pt x="862" y="806"/>
                </a:lnTo>
                <a:lnTo>
                  <a:pt x="862" y="805"/>
                </a:lnTo>
                <a:lnTo>
                  <a:pt x="862" y="806"/>
                </a:lnTo>
                <a:lnTo>
                  <a:pt x="861" y="806"/>
                </a:lnTo>
                <a:lnTo>
                  <a:pt x="860" y="806"/>
                </a:lnTo>
                <a:lnTo>
                  <a:pt x="860" y="807"/>
                </a:lnTo>
                <a:lnTo>
                  <a:pt x="860" y="808"/>
                </a:lnTo>
                <a:lnTo>
                  <a:pt x="861" y="808"/>
                </a:lnTo>
                <a:lnTo>
                  <a:pt x="861" y="809"/>
                </a:lnTo>
                <a:lnTo>
                  <a:pt x="861" y="810"/>
                </a:lnTo>
                <a:lnTo>
                  <a:pt x="862" y="810"/>
                </a:lnTo>
                <a:lnTo>
                  <a:pt x="862" y="811"/>
                </a:lnTo>
                <a:lnTo>
                  <a:pt x="861" y="811"/>
                </a:lnTo>
                <a:lnTo>
                  <a:pt x="862" y="812"/>
                </a:lnTo>
                <a:lnTo>
                  <a:pt x="862" y="813"/>
                </a:lnTo>
                <a:lnTo>
                  <a:pt x="862" y="814"/>
                </a:lnTo>
                <a:lnTo>
                  <a:pt x="862" y="815"/>
                </a:lnTo>
                <a:lnTo>
                  <a:pt x="862" y="816"/>
                </a:lnTo>
                <a:lnTo>
                  <a:pt x="863" y="816"/>
                </a:lnTo>
                <a:lnTo>
                  <a:pt x="863" y="817"/>
                </a:lnTo>
                <a:lnTo>
                  <a:pt x="863" y="818"/>
                </a:lnTo>
                <a:lnTo>
                  <a:pt x="864" y="818"/>
                </a:lnTo>
                <a:lnTo>
                  <a:pt x="864" y="819"/>
                </a:lnTo>
                <a:lnTo>
                  <a:pt x="863" y="819"/>
                </a:lnTo>
                <a:lnTo>
                  <a:pt x="864" y="820"/>
                </a:lnTo>
                <a:lnTo>
                  <a:pt x="863" y="820"/>
                </a:lnTo>
                <a:lnTo>
                  <a:pt x="863" y="821"/>
                </a:lnTo>
                <a:lnTo>
                  <a:pt x="864" y="821"/>
                </a:lnTo>
                <a:lnTo>
                  <a:pt x="864" y="822"/>
                </a:lnTo>
                <a:lnTo>
                  <a:pt x="865" y="822"/>
                </a:lnTo>
                <a:lnTo>
                  <a:pt x="864" y="822"/>
                </a:lnTo>
                <a:lnTo>
                  <a:pt x="865" y="822"/>
                </a:lnTo>
                <a:lnTo>
                  <a:pt x="865" y="823"/>
                </a:lnTo>
                <a:lnTo>
                  <a:pt x="865" y="822"/>
                </a:lnTo>
                <a:lnTo>
                  <a:pt x="865" y="823"/>
                </a:lnTo>
                <a:lnTo>
                  <a:pt x="866" y="823"/>
                </a:lnTo>
                <a:lnTo>
                  <a:pt x="867" y="823"/>
                </a:lnTo>
                <a:lnTo>
                  <a:pt x="867" y="824"/>
                </a:lnTo>
                <a:lnTo>
                  <a:pt x="867" y="825"/>
                </a:lnTo>
                <a:lnTo>
                  <a:pt x="868" y="825"/>
                </a:lnTo>
                <a:lnTo>
                  <a:pt x="868" y="826"/>
                </a:lnTo>
                <a:lnTo>
                  <a:pt x="868" y="827"/>
                </a:lnTo>
                <a:lnTo>
                  <a:pt x="867" y="827"/>
                </a:lnTo>
                <a:lnTo>
                  <a:pt x="868" y="827"/>
                </a:lnTo>
                <a:lnTo>
                  <a:pt x="867" y="827"/>
                </a:lnTo>
                <a:lnTo>
                  <a:pt x="868" y="827"/>
                </a:lnTo>
                <a:lnTo>
                  <a:pt x="867" y="828"/>
                </a:lnTo>
                <a:lnTo>
                  <a:pt x="866" y="828"/>
                </a:lnTo>
                <a:lnTo>
                  <a:pt x="866" y="829"/>
                </a:lnTo>
                <a:lnTo>
                  <a:pt x="865" y="829"/>
                </a:lnTo>
                <a:lnTo>
                  <a:pt x="865" y="830"/>
                </a:lnTo>
                <a:lnTo>
                  <a:pt x="865" y="831"/>
                </a:lnTo>
                <a:lnTo>
                  <a:pt x="865" y="830"/>
                </a:lnTo>
                <a:lnTo>
                  <a:pt x="864" y="830"/>
                </a:lnTo>
                <a:lnTo>
                  <a:pt x="863" y="830"/>
                </a:lnTo>
                <a:lnTo>
                  <a:pt x="862" y="830"/>
                </a:lnTo>
                <a:lnTo>
                  <a:pt x="862" y="831"/>
                </a:lnTo>
                <a:lnTo>
                  <a:pt x="861" y="831"/>
                </a:lnTo>
                <a:lnTo>
                  <a:pt x="860" y="831"/>
                </a:lnTo>
                <a:lnTo>
                  <a:pt x="860" y="832"/>
                </a:lnTo>
                <a:lnTo>
                  <a:pt x="859" y="832"/>
                </a:lnTo>
                <a:lnTo>
                  <a:pt x="859" y="833"/>
                </a:lnTo>
                <a:lnTo>
                  <a:pt x="858" y="833"/>
                </a:lnTo>
                <a:lnTo>
                  <a:pt x="858" y="832"/>
                </a:lnTo>
                <a:lnTo>
                  <a:pt x="857" y="832"/>
                </a:lnTo>
                <a:lnTo>
                  <a:pt x="857" y="833"/>
                </a:lnTo>
                <a:lnTo>
                  <a:pt x="856" y="834"/>
                </a:lnTo>
                <a:lnTo>
                  <a:pt x="856" y="835"/>
                </a:lnTo>
                <a:lnTo>
                  <a:pt x="856" y="836"/>
                </a:lnTo>
                <a:lnTo>
                  <a:pt x="856" y="837"/>
                </a:lnTo>
                <a:lnTo>
                  <a:pt x="855" y="837"/>
                </a:lnTo>
                <a:lnTo>
                  <a:pt x="855" y="838"/>
                </a:lnTo>
                <a:lnTo>
                  <a:pt x="855" y="839"/>
                </a:lnTo>
                <a:lnTo>
                  <a:pt x="854" y="839"/>
                </a:lnTo>
                <a:lnTo>
                  <a:pt x="853" y="839"/>
                </a:lnTo>
                <a:lnTo>
                  <a:pt x="852" y="838"/>
                </a:lnTo>
                <a:lnTo>
                  <a:pt x="852" y="839"/>
                </a:lnTo>
                <a:lnTo>
                  <a:pt x="851" y="839"/>
                </a:lnTo>
                <a:lnTo>
                  <a:pt x="851" y="840"/>
                </a:lnTo>
                <a:lnTo>
                  <a:pt x="852" y="840"/>
                </a:lnTo>
                <a:lnTo>
                  <a:pt x="852" y="841"/>
                </a:lnTo>
                <a:lnTo>
                  <a:pt x="852" y="842"/>
                </a:lnTo>
                <a:lnTo>
                  <a:pt x="852" y="843"/>
                </a:lnTo>
                <a:lnTo>
                  <a:pt x="851" y="843"/>
                </a:lnTo>
                <a:lnTo>
                  <a:pt x="850" y="843"/>
                </a:lnTo>
                <a:lnTo>
                  <a:pt x="849" y="843"/>
                </a:lnTo>
                <a:lnTo>
                  <a:pt x="848" y="843"/>
                </a:lnTo>
                <a:lnTo>
                  <a:pt x="848" y="842"/>
                </a:lnTo>
                <a:lnTo>
                  <a:pt x="848" y="843"/>
                </a:lnTo>
                <a:lnTo>
                  <a:pt x="848" y="842"/>
                </a:lnTo>
                <a:lnTo>
                  <a:pt x="848" y="843"/>
                </a:lnTo>
                <a:lnTo>
                  <a:pt x="847" y="843"/>
                </a:lnTo>
                <a:lnTo>
                  <a:pt x="846" y="843"/>
                </a:lnTo>
                <a:lnTo>
                  <a:pt x="846" y="844"/>
                </a:lnTo>
                <a:lnTo>
                  <a:pt x="845" y="843"/>
                </a:lnTo>
                <a:lnTo>
                  <a:pt x="845" y="844"/>
                </a:lnTo>
                <a:lnTo>
                  <a:pt x="845" y="843"/>
                </a:lnTo>
                <a:lnTo>
                  <a:pt x="844" y="843"/>
                </a:lnTo>
                <a:lnTo>
                  <a:pt x="844" y="842"/>
                </a:lnTo>
                <a:lnTo>
                  <a:pt x="843" y="842"/>
                </a:lnTo>
                <a:lnTo>
                  <a:pt x="842" y="842"/>
                </a:lnTo>
                <a:lnTo>
                  <a:pt x="842" y="841"/>
                </a:lnTo>
                <a:lnTo>
                  <a:pt x="841" y="841"/>
                </a:lnTo>
                <a:lnTo>
                  <a:pt x="841" y="842"/>
                </a:lnTo>
                <a:lnTo>
                  <a:pt x="840" y="842"/>
                </a:lnTo>
                <a:lnTo>
                  <a:pt x="840" y="841"/>
                </a:lnTo>
                <a:lnTo>
                  <a:pt x="839" y="841"/>
                </a:lnTo>
                <a:lnTo>
                  <a:pt x="839" y="840"/>
                </a:lnTo>
                <a:lnTo>
                  <a:pt x="838" y="840"/>
                </a:lnTo>
                <a:lnTo>
                  <a:pt x="839" y="840"/>
                </a:lnTo>
                <a:lnTo>
                  <a:pt x="838" y="840"/>
                </a:lnTo>
                <a:lnTo>
                  <a:pt x="838" y="841"/>
                </a:lnTo>
                <a:lnTo>
                  <a:pt x="838" y="842"/>
                </a:lnTo>
                <a:lnTo>
                  <a:pt x="839" y="842"/>
                </a:lnTo>
                <a:lnTo>
                  <a:pt x="839" y="843"/>
                </a:lnTo>
                <a:lnTo>
                  <a:pt x="838" y="843"/>
                </a:lnTo>
                <a:lnTo>
                  <a:pt x="839" y="843"/>
                </a:lnTo>
                <a:lnTo>
                  <a:pt x="838" y="843"/>
                </a:lnTo>
                <a:lnTo>
                  <a:pt x="838" y="844"/>
                </a:lnTo>
                <a:lnTo>
                  <a:pt x="837" y="844"/>
                </a:lnTo>
                <a:lnTo>
                  <a:pt x="837" y="843"/>
                </a:lnTo>
                <a:lnTo>
                  <a:pt x="837" y="844"/>
                </a:lnTo>
                <a:lnTo>
                  <a:pt x="837" y="843"/>
                </a:lnTo>
                <a:lnTo>
                  <a:pt x="836" y="843"/>
                </a:lnTo>
                <a:lnTo>
                  <a:pt x="836" y="844"/>
                </a:lnTo>
                <a:lnTo>
                  <a:pt x="836" y="843"/>
                </a:lnTo>
                <a:lnTo>
                  <a:pt x="836" y="842"/>
                </a:lnTo>
                <a:lnTo>
                  <a:pt x="837" y="842"/>
                </a:lnTo>
                <a:lnTo>
                  <a:pt x="836" y="842"/>
                </a:lnTo>
                <a:lnTo>
                  <a:pt x="837" y="842"/>
                </a:lnTo>
                <a:lnTo>
                  <a:pt x="836" y="842"/>
                </a:lnTo>
                <a:lnTo>
                  <a:pt x="837" y="842"/>
                </a:lnTo>
                <a:lnTo>
                  <a:pt x="836" y="842"/>
                </a:lnTo>
                <a:lnTo>
                  <a:pt x="836" y="841"/>
                </a:lnTo>
                <a:lnTo>
                  <a:pt x="836" y="840"/>
                </a:lnTo>
                <a:lnTo>
                  <a:pt x="835" y="840"/>
                </a:lnTo>
                <a:lnTo>
                  <a:pt x="835" y="839"/>
                </a:lnTo>
                <a:lnTo>
                  <a:pt x="834" y="839"/>
                </a:lnTo>
                <a:lnTo>
                  <a:pt x="833" y="839"/>
                </a:lnTo>
                <a:lnTo>
                  <a:pt x="833" y="840"/>
                </a:lnTo>
                <a:lnTo>
                  <a:pt x="832" y="840"/>
                </a:lnTo>
                <a:lnTo>
                  <a:pt x="831" y="840"/>
                </a:lnTo>
                <a:lnTo>
                  <a:pt x="832" y="840"/>
                </a:lnTo>
                <a:lnTo>
                  <a:pt x="831" y="840"/>
                </a:lnTo>
                <a:lnTo>
                  <a:pt x="831" y="841"/>
                </a:lnTo>
                <a:lnTo>
                  <a:pt x="830" y="841"/>
                </a:lnTo>
                <a:lnTo>
                  <a:pt x="830" y="840"/>
                </a:lnTo>
                <a:lnTo>
                  <a:pt x="830" y="841"/>
                </a:lnTo>
                <a:lnTo>
                  <a:pt x="829" y="841"/>
                </a:lnTo>
                <a:lnTo>
                  <a:pt x="830" y="841"/>
                </a:lnTo>
                <a:lnTo>
                  <a:pt x="830" y="842"/>
                </a:lnTo>
                <a:lnTo>
                  <a:pt x="829" y="842"/>
                </a:lnTo>
                <a:lnTo>
                  <a:pt x="828" y="842"/>
                </a:lnTo>
                <a:lnTo>
                  <a:pt x="828" y="843"/>
                </a:lnTo>
                <a:lnTo>
                  <a:pt x="827" y="843"/>
                </a:lnTo>
                <a:lnTo>
                  <a:pt x="827" y="844"/>
                </a:lnTo>
                <a:lnTo>
                  <a:pt x="827" y="845"/>
                </a:lnTo>
                <a:lnTo>
                  <a:pt x="826" y="845"/>
                </a:lnTo>
                <a:lnTo>
                  <a:pt x="826" y="846"/>
                </a:lnTo>
                <a:lnTo>
                  <a:pt x="826" y="847"/>
                </a:lnTo>
                <a:lnTo>
                  <a:pt x="825" y="847"/>
                </a:lnTo>
                <a:lnTo>
                  <a:pt x="824" y="847"/>
                </a:lnTo>
                <a:lnTo>
                  <a:pt x="824" y="848"/>
                </a:lnTo>
                <a:lnTo>
                  <a:pt x="824" y="849"/>
                </a:lnTo>
                <a:lnTo>
                  <a:pt x="823" y="849"/>
                </a:lnTo>
                <a:lnTo>
                  <a:pt x="823" y="848"/>
                </a:lnTo>
                <a:lnTo>
                  <a:pt x="823" y="849"/>
                </a:lnTo>
                <a:lnTo>
                  <a:pt x="822" y="849"/>
                </a:lnTo>
                <a:lnTo>
                  <a:pt x="822" y="850"/>
                </a:lnTo>
                <a:lnTo>
                  <a:pt x="821" y="850"/>
                </a:lnTo>
                <a:lnTo>
                  <a:pt x="821" y="851"/>
                </a:lnTo>
                <a:lnTo>
                  <a:pt x="820" y="851"/>
                </a:lnTo>
                <a:lnTo>
                  <a:pt x="820" y="852"/>
                </a:lnTo>
                <a:lnTo>
                  <a:pt x="819" y="852"/>
                </a:lnTo>
                <a:lnTo>
                  <a:pt x="818" y="852"/>
                </a:lnTo>
                <a:lnTo>
                  <a:pt x="818" y="853"/>
                </a:lnTo>
                <a:lnTo>
                  <a:pt x="817" y="853"/>
                </a:lnTo>
                <a:lnTo>
                  <a:pt x="816" y="853"/>
                </a:lnTo>
                <a:lnTo>
                  <a:pt x="815" y="853"/>
                </a:lnTo>
                <a:lnTo>
                  <a:pt x="815" y="854"/>
                </a:lnTo>
                <a:lnTo>
                  <a:pt x="814" y="854"/>
                </a:lnTo>
                <a:lnTo>
                  <a:pt x="814" y="855"/>
                </a:lnTo>
                <a:lnTo>
                  <a:pt x="813" y="855"/>
                </a:lnTo>
                <a:lnTo>
                  <a:pt x="813" y="856"/>
                </a:lnTo>
                <a:lnTo>
                  <a:pt x="812" y="856"/>
                </a:lnTo>
                <a:lnTo>
                  <a:pt x="812" y="857"/>
                </a:lnTo>
                <a:lnTo>
                  <a:pt x="813" y="857"/>
                </a:lnTo>
                <a:lnTo>
                  <a:pt x="812" y="857"/>
                </a:lnTo>
                <a:lnTo>
                  <a:pt x="812" y="858"/>
                </a:lnTo>
                <a:lnTo>
                  <a:pt x="811" y="858"/>
                </a:lnTo>
                <a:lnTo>
                  <a:pt x="810" y="858"/>
                </a:lnTo>
                <a:lnTo>
                  <a:pt x="810" y="859"/>
                </a:lnTo>
                <a:lnTo>
                  <a:pt x="809" y="859"/>
                </a:lnTo>
                <a:lnTo>
                  <a:pt x="809" y="860"/>
                </a:lnTo>
                <a:lnTo>
                  <a:pt x="808" y="860"/>
                </a:lnTo>
                <a:lnTo>
                  <a:pt x="808" y="859"/>
                </a:lnTo>
                <a:lnTo>
                  <a:pt x="806" y="859"/>
                </a:lnTo>
                <a:lnTo>
                  <a:pt x="806" y="858"/>
                </a:lnTo>
                <a:lnTo>
                  <a:pt x="805" y="858"/>
                </a:lnTo>
                <a:lnTo>
                  <a:pt x="805" y="857"/>
                </a:lnTo>
                <a:lnTo>
                  <a:pt x="805" y="856"/>
                </a:lnTo>
                <a:lnTo>
                  <a:pt x="804" y="856"/>
                </a:lnTo>
                <a:lnTo>
                  <a:pt x="804" y="855"/>
                </a:lnTo>
                <a:lnTo>
                  <a:pt x="803" y="855"/>
                </a:lnTo>
                <a:lnTo>
                  <a:pt x="803" y="854"/>
                </a:lnTo>
                <a:lnTo>
                  <a:pt x="801" y="854"/>
                </a:lnTo>
                <a:lnTo>
                  <a:pt x="801" y="855"/>
                </a:lnTo>
                <a:lnTo>
                  <a:pt x="800" y="855"/>
                </a:lnTo>
                <a:lnTo>
                  <a:pt x="800" y="854"/>
                </a:lnTo>
                <a:lnTo>
                  <a:pt x="799" y="854"/>
                </a:lnTo>
                <a:lnTo>
                  <a:pt x="798" y="854"/>
                </a:lnTo>
                <a:lnTo>
                  <a:pt x="798" y="853"/>
                </a:lnTo>
                <a:lnTo>
                  <a:pt x="796" y="853"/>
                </a:lnTo>
                <a:lnTo>
                  <a:pt x="796" y="852"/>
                </a:lnTo>
                <a:lnTo>
                  <a:pt x="796" y="851"/>
                </a:lnTo>
                <a:lnTo>
                  <a:pt x="795" y="851"/>
                </a:lnTo>
                <a:lnTo>
                  <a:pt x="795" y="850"/>
                </a:lnTo>
                <a:lnTo>
                  <a:pt x="795" y="849"/>
                </a:lnTo>
                <a:lnTo>
                  <a:pt x="795" y="848"/>
                </a:lnTo>
                <a:lnTo>
                  <a:pt x="795" y="847"/>
                </a:lnTo>
                <a:lnTo>
                  <a:pt x="795" y="846"/>
                </a:lnTo>
                <a:lnTo>
                  <a:pt x="796" y="846"/>
                </a:lnTo>
                <a:lnTo>
                  <a:pt x="796" y="845"/>
                </a:lnTo>
                <a:lnTo>
                  <a:pt x="796" y="844"/>
                </a:lnTo>
                <a:lnTo>
                  <a:pt x="796" y="843"/>
                </a:lnTo>
                <a:lnTo>
                  <a:pt x="796" y="842"/>
                </a:lnTo>
                <a:lnTo>
                  <a:pt x="797" y="842"/>
                </a:lnTo>
                <a:lnTo>
                  <a:pt x="796" y="842"/>
                </a:lnTo>
                <a:lnTo>
                  <a:pt x="796" y="841"/>
                </a:lnTo>
                <a:lnTo>
                  <a:pt x="796" y="840"/>
                </a:lnTo>
                <a:lnTo>
                  <a:pt x="796" y="841"/>
                </a:lnTo>
                <a:lnTo>
                  <a:pt x="796" y="840"/>
                </a:lnTo>
                <a:lnTo>
                  <a:pt x="795" y="840"/>
                </a:lnTo>
                <a:lnTo>
                  <a:pt x="794" y="840"/>
                </a:lnTo>
                <a:lnTo>
                  <a:pt x="794" y="841"/>
                </a:lnTo>
                <a:lnTo>
                  <a:pt x="794" y="840"/>
                </a:lnTo>
                <a:lnTo>
                  <a:pt x="793" y="840"/>
                </a:lnTo>
                <a:lnTo>
                  <a:pt x="793" y="841"/>
                </a:lnTo>
                <a:lnTo>
                  <a:pt x="792" y="841"/>
                </a:lnTo>
                <a:lnTo>
                  <a:pt x="791" y="841"/>
                </a:lnTo>
                <a:lnTo>
                  <a:pt x="791" y="842"/>
                </a:lnTo>
                <a:lnTo>
                  <a:pt x="790" y="842"/>
                </a:lnTo>
                <a:lnTo>
                  <a:pt x="789" y="842"/>
                </a:lnTo>
                <a:lnTo>
                  <a:pt x="788" y="842"/>
                </a:lnTo>
                <a:lnTo>
                  <a:pt x="787" y="842"/>
                </a:lnTo>
                <a:lnTo>
                  <a:pt x="787" y="843"/>
                </a:lnTo>
                <a:lnTo>
                  <a:pt x="787" y="842"/>
                </a:lnTo>
                <a:lnTo>
                  <a:pt x="787" y="843"/>
                </a:lnTo>
                <a:lnTo>
                  <a:pt x="786" y="843"/>
                </a:lnTo>
                <a:lnTo>
                  <a:pt x="786" y="842"/>
                </a:lnTo>
                <a:lnTo>
                  <a:pt x="786" y="843"/>
                </a:lnTo>
                <a:lnTo>
                  <a:pt x="785" y="843"/>
                </a:lnTo>
                <a:lnTo>
                  <a:pt x="784" y="843"/>
                </a:lnTo>
                <a:lnTo>
                  <a:pt x="784" y="844"/>
                </a:lnTo>
                <a:lnTo>
                  <a:pt x="783" y="844"/>
                </a:lnTo>
                <a:lnTo>
                  <a:pt x="782" y="844"/>
                </a:lnTo>
                <a:lnTo>
                  <a:pt x="781" y="844"/>
                </a:lnTo>
                <a:lnTo>
                  <a:pt x="781" y="845"/>
                </a:lnTo>
                <a:lnTo>
                  <a:pt x="780" y="845"/>
                </a:lnTo>
                <a:lnTo>
                  <a:pt x="780" y="844"/>
                </a:lnTo>
                <a:lnTo>
                  <a:pt x="779" y="844"/>
                </a:lnTo>
                <a:lnTo>
                  <a:pt x="778" y="844"/>
                </a:lnTo>
                <a:lnTo>
                  <a:pt x="778" y="845"/>
                </a:lnTo>
                <a:lnTo>
                  <a:pt x="777" y="845"/>
                </a:lnTo>
                <a:lnTo>
                  <a:pt x="776" y="845"/>
                </a:lnTo>
                <a:lnTo>
                  <a:pt x="776" y="846"/>
                </a:lnTo>
                <a:lnTo>
                  <a:pt x="776" y="847"/>
                </a:lnTo>
                <a:lnTo>
                  <a:pt x="775" y="847"/>
                </a:lnTo>
                <a:lnTo>
                  <a:pt x="775" y="848"/>
                </a:lnTo>
                <a:lnTo>
                  <a:pt x="775" y="849"/>
                </a:lnTo>
                <a:lnTo>
                  <a:pt x="774" y="849"/>
                </a:lnTo>
                <a:lnTo>
                  <a:pt x="774" y="850"/>
                </a:lnTo>
                <a:lnTo>
                  <a:pt x="773" y="850"/>
                </a:lnTo>
                <a:lnTo>
                  <a:pt x="774" y="850"/>
                </a:lnTo>
                <a:lnTo>
                  <a:pt x="773" y="850"/>
                </a:lnTo>
                <a:lnTo>
                  <a:pt x="773" y="851"/>
                </a:lnTo>
                <a:lnTo>
                  <a:pt x="772" y="851"/>
                </a:lnTo>
                <a:lnTo>
                  <a:pt x="772" y="852"/>
                </a:lnTo>
                <a:lnTo>
                  <a:pt x="771" y="852"/>
                </a:lnTo>
                <a:lnTo>
                  <a:pt x="771" y="853"/>
                </a:lnTo>
                <a:lnTo>
                  <a:pt x="770" y="853"/>
                </a:lnTo>
                <a:lnTo>
                  <a:pt x="770" y="854"/>
                </a:lnTo>
                <a:lnTo>
                  <a:pt x="769" y="854"/>
                </a:lnTo>
                <a:lnTo>
                  <a:pt x="769" y="855"/>
                </a:lnTo>
                <a:lnTo>
                  <a:pt x="769" y="856"/>
                </a:lnTo>
                <a:lnTo>
                  <a:pt x="768" y="857"/>
                </a:lnTo>
                <a:lnTo>
                  <a:pt x="768" y="858"/>
                </a:lnTo>
                <a:lnTo>
                  <a:pt x="768" y="859"/>
                </a:lnTo>
                <a:lnTo>
                  <a:pt x="767" y="859"/>
                </a:lnTo>
                <a:lnTo>
                  <a:pt x="767" y="860"/>
                </a:lnTo>
                <a:lnTo>
                  <a:pt x="768" y="860"/>
                </a:lnTo>
                <a:lnTo>
                  <a:pt x="769" y="861"/>
                </a:lnTo>
                <a:lnTo>
                  <a:pt x="768" y="861"/>
                </a:lnTo>
                <a:lnTo>
                  <a:pt x="768" y="862"/>
                </a:lnTo>
                <a:lnTo>
                  <a:pt x="768" y="863"/>
                </a:lnTo>
                <a:lnTo>
                  <a:pt x="768" y="864"/>
                </a:lnTo>
                <a:lnTo>
                  <a:pt x="768" y="866"/>
                </a:lnTo>
                <a:lnTo>
                  <a:pt x="767" y="866"/>
                </a:lnTo>
                <a:lnTo>
                  <a:pt x="767" y="867"/>
                </a:lnTo>
                <a:lnTo>
                  <a:pt x="768" y="867"/>
                </a:lnTo>
                <a:lnTo>
                  <a:pt x="767" y="867"/>
                </a:lnTo>
                <a:lnTo>
                  <a:pt x="767" y="868"/>
                </a:lnTo>
                <a:lnTo>
                  <a:pt x="767" y="869"/>
                </a:lnTo>
                <a:lnTo>
                  <a:pt x="767" y="870"/>
                </a:lnTo>
                <a:lnTo>
                  <a:pt x="766" y="870"/>
                </a:lnTo>
                <a:lnTo>
                  <a:pt x="766" y="871"/>
                </a:lnTo>
                <a:lnTo>
                  <a:pt x="766" y="872"/>
                </a:lnTo>
                <a:lnTo>
                  <a:pt x="765" y="872"/>
                </a:lnTo>
                <a:lnTo>
                  <a:pt x="765" y="873"/>
                </a:lnTo>
                <a:lnTo>
                  <a:pt x="766" y="873"/>
                </a:lnTo>
                <a:lnTo>
                  <a:pt x="765" y="873"/>
                </a:lnTo>
                <a:lnTo>
                  <a:pt x="765" y="874"/>
                </a:lnTo>
                <a:lnTo>
                  <a:pt x="765" y="873"/>
                </a:lnTo>
                <a:lnTo>
                  <a:pt x="765" y="874"/>
                </a:lnTo>
                <a:lnTo>
                  <a:pt x="764" y="874"/>
                </a:lnTo>
                <a:lnTo>
                  <a:pt x="765" y="874"/>
                </a:lnTo>
                <a:lnTo>
                  <a:pt x="765" y="875"/>
                </a:lnTo>
                <a:lnTo>
                  <a:pt x="766" y="875"/>
                </a:lnTo>
                <a:lnTo>
                  <a:pt x="765" y="875"/>
                </a:lnTo>
                <a:lnTo>
                  <a:pt x="766" y="875"/>
                </a:lnTo>
                <a:lnTo>
                  <a:pt x="765" y="875"/>
                </a:lnTo>
                <a:lnTo>
                  <a:pt x="765" y="876"/>
                </a:lnTo>
                <a:lnTo>
                  <a:pt x="765" y="875"/>
                </a:lnTo>
                <a:lnTo>
                  <a:pt x="765" y="876"/>
                </a:lnTo>
                <a:lnTo>
                  <a:pt x="765" y="877"/>
                </a:lnTo>
                <a:lnTo>
                  <a:pt x="766" y="877"/>
                </a:lnTo>
                <a:lnTo>
                  <a:pt x="765" y="877"/>
                </a:lnTo>
                <a:lnTo>
                  <a:pt x="765" y="878"/>
                </a:lnTo>
                <a:lnTo>
                  <a:pt x="766" y="878"/>
                </a:lnTo>
                <a:lnTo>
                  <a:pt x="765" y="878"/>
                </a:lnTo>
                <a:lnTo>
                  <a:pt x="764" y="878"/>
                </a:lnTo>
                <a:lnTo>
                  <a:pt x="764" y="879"/>
                </a:lnTo>
                <a:lnTo>
                  <a:pt x="765" y="879"/>
                </a:lnTo>
                <a:lnTo>
                  <a:pt x="765" y="880"/>
                </a:lnTo>
                <a:lnTo>
                  <a:pt x="765" y="881"/>
                </a:lnTo>
                <a:lnTo>
                  <a:pt x="764" y="881"/>
                </a:lnTo>
                <a:lnTo>
                  <a:pt x="763" y="881"/>
                </a:lnTo>
                <a:lnTo>
                  <a:pt x="762" y="882"/>
                </a:lnTo>
                <a:lnTo>
                  <a:pt x="761" y="882"/>
                </a:lnTo>
                <a:lnTo>
                  <a:pt x="761" y="883"/>
                </a:lnTo>
                <a:lnTo>
                  <a:pt x="760" y="882"/>
                </a:lnTo>
                <a:lnTo>
                  <a:pt x="760" y="883"/>
                </a:lnTo>
                <a:lnTo>
                  <a:pt x="759" y="883"/>
                </a:lnTo>
                <a:lnTo>
                  <a:pt x="759" y="882"/>
                </a:lnTo>
                <a:lnTo>
                  <a:pt x="758" y="882"/>
                </a:lnTo>
                <a:lnTo>
                  <a:pt x="758" y="881"/>
                </a:lnTo>
                <a:lnTo>
                  <a:pt x="757" y="881"/>
                </a:lnTo>
                <a:lnTo>
                  <a:pt x="757" y="880"/>
                </a:lnTo>
                <a:lnTo>
                  <a:pt x="756" y="880"/>
                </a:lnTo>
                <a:lnTo>
                  <a:pt x="755" y="879"/>
                </a:lnTo>
                <a:lnTo>
                  <a:pt x="755" y="878"/>
                </a:lnTo>
                <a:lnTo>
                  <a:pt x="754" y="879"/>
                </a:lnTo>
                <a:lnTo>
                  <a:pt x="753" y="879"/>
                </a:lnTo>
                <a:lnTo>
                  <a:pt x="754" y="878"/>
                </a:lnTo>
                <a:lnTo>
                  <a:pt x="753" y="877"/>
                </a:lnTo>
                <a:lnTo>
                  <a:pt x="752" y="876"/>
                </a:lnTo>
                <a:lnTo>
                  <a:pt x="751" y="875"/>
                </a:lnTo>
                <a:lnTo>
                  <a:pt x="751" y="874"/>
                </a:lnTo>
                <a:lnTo>
                  <a:pt x="750" y="874"/>
                </a:lnTo>
                <a:lnTo>
                  <a:pt x="750" y="875"/>
                </a:lnTo>
                <a:lnTo>
                  <a:pt x="749" y="875"/>
                </a:lnTo>
                <a:lnTo>
                  <a:pt x="749" y="874"/>
                </a:lnTo>
                <a:lnTo>
                  <a:pt x="748" y="874"/>
                </a:lnTo>
                <a:lnTo>
                  <a:pt x="748" y="873"/>
                </a:lnTo>
                <a:lnTo>
                  <a:pt x="747" y="872"/>
                </a:lnTo>
                <a:lnTo>
                  <a:pt x="746" y="872"/>
                </a:lnTo>
                <a:lnTo>
                  <a:pt x="746" y="871"/>
                </a:lnTo>
                <a:lnTo>
                  <a:pt x="745" y="871"/>
                </a:lnTo>
                <a:lnTo>
                  <a:pt x="745" y="870"/>
                </a:lnTo>
                <a:lnTo>
                  <a:pt x="744" y="870"/>
                </a:lnTo>
                <a:lnTo>
                  <a:pt x="744" y="869"/>
                </a:lnTo>
                <a:lnTo>
                  <a:pt x="743" y="869"/>
                </a:lnTo>
                <a:lnTo>
                  <a:pt x="743" y="868"/>
                </a:lnTo>
                <a:lnTo>
                  <a:pt x="742" y="868"/>
                </a:lnTo>
                <a:lnTo>
                  <a:pt x="742" y="867"/>
                </a:lnTo>
                <a:lnTo>
                  <a:pt x="742" y="866"/>
                </a:lnTo>
                <a:lnTo>
                  <a:pt x="741" y="866"/>
                </a:lnTo>
                <a:lnTo>
                  <a:pt x="741" y="865"/>
                </a:lnTo>
                <a:lnTo>
                  <a:pt x="740" y="865"/>
                </a:lnTo>
                <a:lnTo>
                  <a:pt x="740" y="864"/>
                </a:lnTo>
                <a:lnTo>
                  <a:pt x="740" y="863"/>
                </a:lnTo>
                <a:lnTo>
                  <a:pt x="739" y="862"/>
                </a:lnTo>
                <a:lnTo>
                  <a:pt x="738" y="862"/>
                </a:lnTo>
                <a:lnTo>
                  <a:pt x="738" y="861"/>
                </a:lnTo>
                <a:lnTo>
                  <a:pt x="737" y="861"/>
                </a:lnTo>
                <a:lnTo>
                  <a:pt x="737" y="860"/>
                </a:lnTo>
                <a:lnTo>
                  <a:pt x="736" y="859"/>
                </a:lnTo>
                <a:lnTo>
                  <a:pt x="735" y="859"/>
                </a:lnTo>
                <a:lnTo>
                  <a:pt x="734" y="859"/>
                </a:lnTo>
                <a:lnTo>
                  <a:pt x="734" y="858"/>
                </a:lnTo>
                <a:lnTo>
                  <a:pt x="733" y="858"/>
                </a:lnTo>
                <a:lnTo>
                  <a:pt x="733" y="857"/>
                </a:lnTo>
                <a:lnTo>
                  <a:pt x="733" y="856"/>
                </a:lnTo>
                <a:lnTo>
                  <a:pt x="732" y="856"/>
                </a:lnTo>
                <a:lnTo>
                  <a:pt x="732" y="855"/>
                </a:lnTo>
                <a:lnTo>
                  <a:pt x="731" y="855"/>
                </a:lnTo>
                <a:lnTo>
                  <a:pt x="731" y="854"/>
                </a:lnTo>
                <a:lnTo>
                  <a:pt x="730" y="854"/>
                </a:lnTo>
                <a:lnTo>
                  <a:pt x="730" y="853"/>
                </a:lnTo>
                <a:lnTo>
                  <a:pt x="729" y="853"/>
                </a:lnTo>
                <a:lnTo>
                  <a:pt x="729" y="852"/>
                </a:lnTo>
                <a:lnTo>
                  <a:pt x="728" y="852"/>
                </a:lnTo>
                <a:lnTo>
                  <a:pt x="727" y="852"/>
                </a:lnTo>
                <a:lnTo>
                  <a:pt x="727" y="851"/>
                </a:lnTo>
                <a:lnTo>
                  <a:pt x="726" y="851"/>
                </a:lnTo>
                <a:lnTo>
                  <a:pt x="726" y="850"/>
                </a:lnTo>
                <a:lnTo>
                  <a:pt x="726" y="849"/>
                </a:lnTo>
                <a:lnTo>
                  <a:pt x="725" y="849"/>
                </a:lnTo>
                <a:lnTo>
                  <a:pt x="724" y="849"/>
                </a:lnTo>
                <a:lnTo>
                  <a:pt x="724" y="847"/>
                </a:lnTo>
                <a:lnTo>
                  <a:pt x="724" y="846"/>
                </a:lnTo>
                <a:lnTo>
                  <a:pt x="723" y="846"/>
                </a:lnTo>
                <a:lnTo>
                  <a:pt x="722" y="846"/>
                </a:lnTo>
                <a:lnTo>
                  <a:pt x="721" y="846"/>
                </a:lnTo>
                <a:lnTo>
                  <a:pt x="721" y="845"/>
                </a:lnTo>
                <a:lnTo>
                  <a:pt x="721" y="846"/>
                </a:lnTo>
                <a:lnTo>
                  <a:pt x="721" y="847"/>
                </a:lnTo>
                <a:lnTo>
                  <a:pt x="720" y="847"/>
                </a:lnTo>
                <a:lnTo>
                  <a:pt x="720" y="846"/>
                </a:lnTo>
                <a:lnTo>
                  <a:pt x="719" y="846"/>
                </a:lnTo>
                <a:lnTo>
                  <a:pt x="719" y="847"/>
                </a:lnTo>
                <a:lnTo>
                  <a:pt x="718" y="847"/>
                </a:lnTo>
                <a:lnTo>
                  <a:pt x="719" y="847"/>
                </a:lnTo>
                <a:lnTo>
                  <a:pt x="719" y="848"/>
                </a:lnTo>
                <a:lnTo>
                  <a:pt x="718" y="848"/>
                </a:lnTo>
                <a:lnTo>
                  <a:pt x="718" y="849"/>
                </a:lnTo>
                <a:lnTo>
                  <a:pt x="717" y="849"/>
                </a:lnTo>
                <a:lnTo>
                  <a:pt x="717" y="850"/>
                </a:lnTo>
                <a:lnTo>
                  <a:pt x="717" y="851"/>
                </a:lnTo>
                <a:lnTo>
                  <a:pt x="716" y="851"/>
                </a:lnTo>
                <a:lnTo>
                  <a:pt x="716" y="852"/>
                </a:lnTo>
                <a:lnTo>
                  <a:pt x="715" y="852"/>
                </a:lnTo>
                <a:lnTo>
                  <a:pt x="715" y="853"/>
                </a:lnTo>
                <a:lnTo>
                  <a:pt x="714" y="853"/>
                </a:lnTo>
                <a:lnTo>
                  <a:pt x="714" y="854"/>
                </a:lnTo>
                <a:lnTo>
                  <a:pt x="713" y="854"/>
                </a:lnTo>
                <a:lnTo>
                  <a:pt x="713" y="855"/>
                </a:lnTo>
                <a:lnTo>
                  <a:pt x="713" y="856"/>
                </a:lnTo>
                <a:lnTo>
                  <a:pt x="712" y="856"/>
                </a:lnTo>
                <a:lnTo>
                  <a:pt x="713" y="856"/>
                </a:lnTo>
                <a:lnTo>
                  <a:pt x="712" y="856"/>
                </a:lnTo>
                <a:lnTo>
                  <a:pt x="712" y="857"/>
                </a:lnTo>
                <a:lnTo>
                  <a:pt x="712" y="858"/>
                </a:lnTo>
                <a:lnTo>
                  <a:pt x="712" y="859"/>
                </a:lnTo>
                <a:lnTo>
                  <a:pt x="712" y="860"/>
                </a:lnTo>
                <a:lnTo>
                  <a:pt x="713" y="860"/>
                </a:lnTo>
                <a:lnTo>
                  <a:pt x="713" y="861"/>
                </a:lnTo>
                <a:lnTo>
                  <a:pt x="714" y="861"/>
                </a:lnTo>
                <a:lnTo>
                  <a:pt x="714" y="862"/>
                </a:lnTo>
                <a:lnTo>
                  <a:pt x="713" y="862"/>
                </a:lnTo>
                <a:lnTo>
                  <a:pt x="714" y="862"/>
                </a:lnTo>
                <a:lnTo>
                  <a:pt x="713" y="862"/>
                </a:lnTo>
                <a:lnTo>
                  <a:pt x="713" y="863"/>
                </a:lnTo>
                <a:lnTo>
                  <a:pt x="713" y="864"/>
                </a:lnTo>
                <a:lnTo>
                  <a:pt x="713" y="865"/>
                </a:lnTo>
                <a:lnTo>
                  <a:pt x="712" y="865"/>
                </a:lnTo>
                <a:lnTo>
                  <a:pt x="711" y="865"/>
                </a:lnTo>
                <a:lnTo>
                  <a:pt x="710" y="865"/>
                </a:lnTo>
                <a:lnTo>
                  <a:pt x="710" y="866"/>
                </a:lnTo>
                <a:lnTo>
                  <a:pt x="710" y="867"/>
                </a:lnTo>
                <a:lnTo>
                  <a:pt x="710" y="868"/>
                </a:lnTo>
                <a:lnTo>
                  <a:pt x="709" y="868"/>
                </a:lnTo>
                <a:lnTo>
                  <a:pt x="710" y="868"/>
                </a:lnTo>
                <a:lnTo>
                  <a:pt x="709" y="868"/>
                </a:lnTo>
                <a:lnTo>
                  <a:pt x="709" y="869"/>
                </a:lnTo>
                <a:lnTo>
                  <a:pt x="708" y="870"/>
                </a:lnTo>
                <a:lnTo>
                  <a:pt x="708" y="871"/>
                </a:lnTo>
                <a:lnTo>
                  <a:pt x="707" y="871"/>
                </a:lnTo>
                <a:lnTo>
                  <a:pt x="707" y="870"/>
                </a:lnTo>
                <a:lnTo>
                  <a:pt x="706" y="870"/>
                </a:lnTo>
                <a:lnTo>
                  <a:pt x="705" y="870"/>
                </a:lnTo>
                <a:lnTo>
                  <a:pt x="705" y="869"/>
                </a:lnTo>
                <a:lnTo>
                  <a:pt x="704" y="868"/>
                </a:lnTo>
                <a:lnTo>
                  <a:pt x="703" y="868"/>
                </a:lnTo>
                <a:lnTo>
                  <a:pt x="702" y="868"/>
                </a:lnTo>
                <a:lnTo>
                  <a:pt x="702" y="867"/>
                </a:lnTo>
                <a:lnTo>
                  <a:pt x="702" y="866"/>
                </a:lnTo>
                <a:lnTo>
                  <a:pt x="701" y="866"/>
                </a:lnTo>
                <a:lnTo>
                  <a:pt x="701" y="865"/>
                </a:lnTo>
                <a:lnTo>
                  <a:pt x="701" y="864"/>
                </a:lnTo>
                <a:lnTo>
                  <a:pt x="700" y="864"/>
                </a:lnTo>
                <a:lnTo>
                  <a:pt x="700" y="863"/>
                </a:lnTo>
                <a:lnTo>
                  <a:pt x="699" y="863"/>
                </a:lnTo>
                <a:lnTo>
                  <a:pt x="699" y="862"/>
                </a:lnTo>
                <a:lnTo>
                  <a:pt x="699" y="861"/>
                </a:lnTo>
                <a:lnTo>
                  <a:pt x="699" y="860"/>
                </a:lnTo>
                <a:lnTo>
                  <a:pt x="699" y="859"/>
                </a:lnTo>
                <a:lnTo>
                  <a:pt x="698" y="859"/>
                </a:lnTo>
                <a:lnTo>
                  <a:pt x="698" y="858"/>
                </a:lnTo>
                <a:lnTo>
                  <a:pt x="697" y="858"/>
                </a:lnTo>
                <a:lnTo>
                  <a:pt x="696" y="858"/>
                </a:lnTo>
                <a:lnTo>
                  <a:pt x="696" y="857"/>
                </a:lnTo>
                <a:lnTo>
                  <a:pt x="696" y="856"/>
                </a:lnTo>
                <a:lnTo>
                  <a:pt x="696" y="855"/>
                </a:lnTo>
                <a:lnTo>
                  <a:pt x="695" y="855"/>
                </a:lnTo>
                <a:lnTo>
                  <a:pt x="696" y="855"/>
                </a:lnTo>
                <a:lnTo>
                  <a:pt x="696" y="854"/>
                </a:lnTo>
                <a:lnTo>
                  <a:pt x="696" y="853"/>
                </a:lnTo>
                <a:lnTo>
                  <a:pt x="695" y="853"/>
                </a:lnTo>
                <a:lnTo>
                  <a:pt x="696" y="853"/>
                </a:lnTo>
                <a:lnTo>
                  <a:pt x="696" y="852"/>
                </a:lnTo>
                <a:lnTo>
                  <a:pt x="697" y="852"/>
                </a:lnTo>
                <a:lnTo>
                  <a:pt x="697" y="851"/>
                </a:lnTo>
                <a:lnTo>
                  <a:pt x="697" y="850"/>
                </a:lnTo>
                <a:lnTo>
                  <a:pt x="697" y="851"/>
                </a:lnTo>
                <a:lnTo>
                  <a:pt x="697" y="850"/>
                </a:lnTo>
                <a:lnTo>
                  <a:pt x="696" y="850"/>
                </a:lnTo>
                <a:lnTo>
                  <a:pt x="695" y="849"/>
                </a:lnTo>
                <a:lnTo>
                  <a:pt x="695" y="850"/>
                </a:lnTo>
                <a:lnTo>
                  <a:pt x="695" y="849"/>
                </a:lnTo>
                <a:lnTo>
                  <a:pt x="694" y="849"/>
                </a:lnTo>
                <a:lnTo>
                  <a:pt x="694" y="848"/>
                </a:lnTo>
                <a:lnTo>
                  <a:pt x="694" y="847"/>
                </a:lnTo>
                <a:lnTo>
                  <a:pt x="693" y="847"/>
                </a:lnTo>
                <a:lnTo>
                  <a:pt x="692" y="847"/>
                </a:lnTo>
                <a:lnTo>
                  <a:pt x="691" y="847"/>
                </a:lnTo>
                <a:lnTo>
                  <a:pt x="691" y="846"/>
                </a:lnTo>
                <a:lnTo>
                  <a:pt x="690" y="846"/>
                </a:lnTo>
                <a:lnTo>
                  <a:pt x="690" y="845"/>
                </a:lnTo>
                <a:lnTo>
                  <a:pt x="689" y="845"/>
                </a:lnTo>
                <a:lnTo>
                  <a:pt x="689" y="844"/>
                </a:lnTo>
                <a:lnTo>
                  <a:pt x="688" y="844"/>
                </a:lnTo>
                <a:lnTo>
                  <a:pt x="687" y="844"/>
                </a:lnTo>
                <a:lnTo>
                  <a:pt x="686" y="844"/>
                </a:lnTo>
                <a:lnTo>
                  <a:pt x="685" y="844"/>
                </a:lnTo>
                <a:lnTo>
                  <a:pt x="685" y="843"/>
                </a:lnTo>
                <a:lnTo>
                  <a:pt x="685" y="844"/>
                </a:lnTo>
                <a:lnTo>
                  <a:pt x="685" y="843"/>
                </a:lnTo>
                <a:lnTo>
                  <a:pt x="684" y="843"/>
                </a:lnTo>
                <a:lnTo>
                  <a:pt x="683" y="843"/>
                </a:lnTo>
                <a:lnTo>
                  <a:pt x="683" y="844"/>
                </a:lnTo>
                <a:lnTo>
                  <a:pt x="683" y="845"/>
                </a:lnTo>
                <a:lnTo>
                  <a:pt x="683" y="846"/>
                </a:lnTo>
                <a:lnTo>
                  <a:pt x="683" y="847"/>
                </a:lnTo>
                <a:lnTo>
                  <a:pt x="682" y="847"/>
                </a:lnTo>
                <a:lnTo>
                  <a:pt x="682" y="848"/>
                </a:lnTo>
                <a:lnTo>
                  <a:pt x="681" y="848"/>
                </a:lnTo>
                <a:lnTo>
                  <a:pt x="681" y="849"/>
                </a:lnTo>
                <a:lnTo>
                  <a:pt x="682" y="849"/>
                </a:lnTo>
                <a:lnTo>
                  <a:pt x="681" y="849"/>
                </a:lnTo>
                <a:lnTo>
                  <a:pt x="681" y="850"/>
                </a:lnTo>
                <a:lnTo>
                  <a:pt x="680" y="850"/>
                </a:lnTo>
                <a:lnTo>
                  <a:pt x="680" y="851"/>
                </a:lnTo>
                <a:lnTo>
                  <a:pt x="679" y="851"/>
                </a:lnTo>
                <a:lnTo>
                  <a:pt x="679" y="852"/>
                </a:lnTo>
                <a:lnTo>
                  <a:pt x="679" y="853"/>
                </a:lnTo>
                <a:lnTo>
                  <a:pt x="678" y="853"/>
                </a:lnTo>
                <a:lnTo>
                  <a:pt x="679" y="853"/>
                </a:lnTo>
                <a:lnTo>
                  <a:pt x="679" y="854"/>
                </a:lnTo>
                <a:lnTo>
                  <a:pt x="679" y="855"/>
                </a:lnTo>
                <a:lnTo>
                  <a:pt x="679" y="856"/>
                </a:lnTo>
                <a:lnTo>
                  <a:pt x="678" y="856"/>
                </a:lnTo>
                <a:lnTo>
                  <a:pt x="678" y="857"/>
                </a:lnTo>
                <a:lnTo>
                  <a:pt x="678" y="858"/>
                </a:lnTo>
                <a:lnTo>
                  <a:pt x="678" y="859"/>
                </a:lnTo>
                <a:lnTo>
                  <a:pt x="677" y="859"/>
                </a:lnTo>
                <a:lnTo>
                  <a:pt x="677" y="860"/>
                </a:lnTo>
                <a:lnTo>
                  <a:pt x="676" y="860"/>
                </a:lnTo>
                <a:lnTo>
                  <a:pt x="675" y="860"/>
                </a:lnTo>
                <a:lnTo>
                  <a:pt x="674" y="860"/>
                </a:lnTo>
                <a:lnTo>
                  <a:pt x="674" y="861"/>
                </a:lnTo>
                <a:lnTo>
                  <a:pt x="673" y="861"/>
                </a:lnTo>
                <a:lnTo>
                  <a:pt x="673" y="862"/>
                </a:lnTo>
                <a:lnTo>
                  <a:pt x="672" y="862"/>
                </a:lnTo>
                <a:lnTo>
                  <a:pt x="672" y="863"/>
                </a:lnTo>
                <a:lnTo>
                  <a:pt x="671" y="863"/>
                </a:lnTo>
                <a:lnTo>
                  <a:pt x="671" y="864"/>
                </a:lnTo>
                <a:lnTo>
                  <a:pt x="671" y="863"/>
                </a:lnTo>
                <a:lnTo>
                  <a:pt x="671" y="864"/>
                </a:lnTo>
                <a:lnTo>
                  <a:pt x="670" y="864"/>
                </a:lnTo>
                <a:lnTo>
                  <a:pt x="670" y="863"/>
                </a:lnTo>
                <a:lnTo>
                  <a:pt x="670" y="864"/>
                </a:lnTo>
                <a:lnTo>
                  <a:pt x="669" y="864"/>
                </a:lnTo>
                <a:lnTo>
                  <a:pt x="669" y="863"/>
                </a:lnTo>
                <a:lnTo>
                  <a:pt x="668" y="863"/>
                </a:lnTo>
                <a:lnTo>
                  <a:pt x="667" y="863"/>
                </a:lnTo>
                <a:lnTo>
                  <a:pt x="667" y="864"/>
                </a:lnTo>
                <a:lnTo>
                  <a:pt x="666" y="864"/>
                </a:lnTo>
                <a:lnTo>
                  <a:pt x="666" y="865"/>
                </a:lnTo>
                <a:lnTo>
                  <a:pt x="666" y="866"/>
                </a:lnTo>
                <a:lnTo>
                  <a:pt x="665" y="866"/>
                </a:lnTo>
                <a:lnTo>
                  <a:pt x="664" y="867"/>
                </a:lnTo>
                <a:lnTo>
                  <a:pt x="664" y="868"/>
                </a:lnTo>
                <a:lnTo>
                  <a:pt x="664" y="869"/>
                </a:lnTo>
                <a:lnTo>
                  <a:pt x="663" y="869"/>
                </a:lnTo>
                <a:lnTo>
                  <a:pt x="663" y="870"/>
                </a:lnTo>
                <a:lnTo>
                  <a:pt x="663" y="871"/>
                </a:lnTo>
                <a:lnTo>
                  <a:pt x="663" y="872"/>
                </a:lnTo>
                <a:lnTo>
                  <a:pt x="664" y="872"/>
                </a:lnTo>
                <a:lnTo>
                  <a:pt x="664" y="873"/>
                </a:lnTo>
                <a:lnTo>
                  <a:pt x="665" y="873"/>
                </a:lnTo>
                <a:lnTo>
                  <a:pt x="665" y="874"/>
                </a:lnTo>
                <a:lnTo>
                  <a:pt x="666" y="874"/>
                </a:lnTo>
                <a:lnTo>
                  <a:pt x="666" y="875"/>
                </a:lnTo>
                <a:lnTo>
                  <a:pt x="665" y="875"/>
                </a:lnTo>
                <a:lnTo>
                  <a:pt x="665" y="876"/>
                </a:lnTo>
                <a:lnTo>
                  <a:pt x="664" y="876"/>
                </a:lnTo>
                <a:lnTo>
                  <a:pt x="663" y="876"/>
                </a:lnTo>
                <a:lnTo>
                  <a:pt x="663" y="877"/>
                </a:lnTo>
                <a:lnTo>
                  <a:pt x="662" y="877"/>
                </a:lnTo>
                <a:lnTo>
                  <a:pt x="661" y="877"/>
                </a:lnTo>
                <a:lnTo>
                  <a:pt x="660" y="877"/>
                </a:lnTo>
                <a:lnTo>
                  <a:pt x="660" y="878"/>
                </a:lnTo>
                <a:lnTo>
                  <a:pt x="659" y="878"/>
                </a:lnTo>
                <a:lnTo>
                  <a:pt x="659" y="879"/>
                </a:lnTo>
                <a:lnTo>
                  <a:pt x="658" y="879"/>
                </a:lnTo>
                <a:lnTo>
                  <a:pt x="658" y="880"/>
                </a:lnTo>
                <a:lnTo>
                  <a:pt x="657" y="880"/>
                </a:lnTo>
                <a:lnTo>
                  <a:pt x="655" y="880"/>
                </a:lnTo>
                <a:lnTo>
                  <a:pt x="654" y="880"/>
                </a:lnTo>
                <a:lnTo>
                  <a:pt x="654" y="881"/>
                </a:lnTo>
                <a:lnTo>
                  <a:pt x="653" y="881"/>
                </a:lnTo>
                <a:lnTo>
                  <a:pt x="653" y="882"/>
                </a:lnTo>
                <a:lnTo>
                  <a:pt x="653" y="883"/>
                </a:lnTo>
                <a:lnTo>
                  <a:pt x="652" y="883"/>
                </a:lnTo>
                <a:lnTo>
                  <a:pt x="652" y="884"/>
                </a:lnTo>
                <a:lnTo>
                  <a:pt x="653" y="884"/>
                </a:lnTo>
                <a:lnTo>
                  <a:pt x="652" y="884"/>
                </a:lnTo>
                <a:lnTo>
                  <a:pt x="652" y="885"/>
                </a:lnTo>
                <a:lnTo>
                  <a:pt x="653" y="885"/>
                </a:lnTo>
                <a:lnTo>
                  <a:pt x="653" y="886"/>
                </a:lnTo>
                <a:lnTo>
                  <a:pt x="653" y="887"/>
                </a:lnTo>
                <a:lnTo>
                  <a:pt x="653" y="888"/>
                </a:lnTo>
                <a:lnTo>
                  <a:pt x="652" y="888"/>
                </a:lnTo>
                <a:lnTo>
                  <a:pt x="651" y="888"/>
                </a:lnTo>
                <a:lnTo>
                  <a:pt x="650" y="888"/>
                </a:lnTo>
                <a:lnTo>
                  <a:pt x="650" y="889"/>
                </a:lnTo>
                <a:lnTo>
                  <a:pt x="649" y="889"/>
                </a:lnTo>
                <a:lnTo>
                  <a:pt x="648" y="889"/>
                </a:lnTo>
                <a:lnTo>
                  <a:pt x="647" y="889"/>
                </a:lnTo>
                <a:lnTo>
                  <a:pt x="647" y="888"/>
                </a:lnTo>
                <a:lnTo>
                  <a:pt x="646" y="888"/>
                </a:lnTo>
                <a:lnTo>
                  <a:pt x="645" y="888"/>
                </a:lnTo>
                <a:lnTo>
                  <a:pt x="645" y="887"/>
                </a:lnTo>
                <a:lnTo>
                  <a:pt x="645" y="886"/>
                </a:lnTo>
                <a:lnTo>
                  <a:pt x="645" y="887"/>
                </a:lnTo>
                <a:lnTo>
                  <a:pt x="644" y="887"/>
                </a:lnTo>
                <a:lnTo>
                  <a:pt x="644" y="886"/>
                </a:lnTo>
                <a:lnTo>
                  <a:pt x="643" y="886"/>
                </a:lnTo>
                <a:lnTo>
                  <a:pt x="642" y="886"/>
                </a:lnTo>
                <a:lnTo>
                  <a:pt x="643" y="886"/>
                </a:lnTo>
                <a:lnTo>
                  <a:pt x="643" y="885"/>
                </a:lnTo>
                <a:lnTo>
                  <a:pt x="642" y="885"/>
                </a:lnTo>
                <a:lnTo>
                  <a:pt x="642" y="884"/>
                </a:lnTo>
                <a:lnTo>
                  <a:pt x="641" y="884"/>
                </a:lnTo>
                <a:lnTo>
                  <a:pt x="640" y="884"/>
                </a:lnTo>
                <a:lnTo>
                  <a:pt x="639" y="884"/>
                </a:lnTo>
                <a:lnTo>
                  <a:pt x="639" y="883"/>
                </a:lnTo>
                <a:lnTo>
                  <a:pt x="638" y="883"/>
                </a:lnTo>
                <a:lnTo>
                  <a:pt x="638" y="884"/>
                </a:lnTo>
                <a:lnTo>
                  <a:pt x="637" y="884"/>
                </a:lnTo>
                <a:lnTo>
                  <a:pt x="637" y="883"/>
                </a:lnTo>
                <a:lnTo>
                  <a:pt x="636" y="883"/>
                </a:lnTo>
                <a:lnTo>
                  <a:pt x="635" y="883"/>
                </a:lnTo>
                <a:lnTo>
                  <a:pt x="635" y="882"/>
                </a:lnTo>
                <a:lnTo>
                  <a:pt x="634" y="882"/>
                </a:lnTo>
                <a:lnTo>
                  <a:pt x="634" y="881"/>
                </a:lnTo>
                <a:lnTo>
                  <a:pt x="634" y="880"/>
                </a:lnTo>
                <a:lnTo>
                  <a:pt x="634" y="881"/>
                </a:lnTo>
                <a:lnTo>
                  <a:pt x="634" y="880"/>
                </a:lnTo>
                <a:lnTo>
                  <a:pt x="633" y="880"/>
                </a:lnTo>
                <a:lnTo>
                  <a:pt x="633" y="879"/>
                </a:lnTo>
                <a:lnTo>
                  <a:pt x="633" y="878"/>
                </a:lnTo>
                <a:lnTo>
                  <a:pt x="632" y="878"/>
                </a:lnTo>
                <a:lnTo>
                  <a:pt x="632" y="877"/>
                </a:lnTo>
                <a:lnTo>
                  <a:pt x="631" y="877"/>
                </a:lnTo>
                <a:lnTo>
                  <a:pt x="630" y="877"/>
                </a:lnTo>
                <a:lnTo>
                  <a:pt x="631" y="877"/>
                </a:lnTo>
                <a:lnTo>
                  <a:pt x="631" y="876"/>
                </a:lnTo>
                <a:lnTo>
                  <a:pt x="631" y="875"/>
                </a:lnTo>
                <a:lnTo>
                  <a:pt x="630" y="875"/>
                </a:lnTo>
                <a:lnTo>
                  <a:pt x="630" y="874"/>
                </a:lnTo>
                <a:lnTo>
                  <a:pt x="629" y="874"/>
                </a:lnTo>
                <a:lnTo>
                  <a:pt x="630" y="874"/>
                </a:lnTo>
                <a:lnTo>
                  <a:pt x="630" y="873"/>
                </a:lnTo>
                <a:lnTo>
                  <a:pt x="629" y="873"/>
                </a:lnTo>
                <a:lnTo>
                  <a:pt x="629" y="872"/>
                </a:lnTo>
                <a:lnTo>
                  <a:pt x="628" y="872"/>
                </a:lnTo>
                <a:lnTo>
                  <a:pt x="629" y="872"/>
                </a:lnTo>
                <a:lnTo>
                  <a:pt x="629" y="871"/>
                </a:lnTo>
                <a:lnTo>
                  <a:pt x="628" y="871"/>
                </a:lnTo>
                <a:lnTo>
                  <a:pt x="629" y="871"/>
                </a:lnTo>
                <a:lnTo>
                  <a:pt x="629" y="870"/>
                </a:lnTo>
                <a:lnTo>
                  <a:pt x="629" y="869"/>
                </a:lnTo>
                <a:lnTo>
                  <a:pt x="628" y="869"/>
                </a:lnTo>
                <a:lnTo>
                  <a:pt x="628" y="868"/>
                </a:lnTo>
                <a:lnTo>
                  <a:pt x="627" y="868"/>
                </a:lnTo>
                <a:lnTo>
                  <a:pt x="628" y="868"/>
                </a:lnTo>
                <a:lnTo>
                  <a:pt x="627" y="868"/>
                </a:lnTo>
                <a:lnTo>
                  <a:pt x="627" y="867"/>
                </a:lnTo>
                <a:lnTo>
                  <a:pt x="627" y="868"/>
                </a:lnTo>
                <a:lnTo>
                  <a:pt x="627" y="867"/>
                </a:lnTo>
                <a:lnTo>
                  <a:pt x="626" y="867"/>
                </a:lnTo>
                <a:lnTo>
                  <a:pt x="625" y="867"/>
                </a:lnTo>
                <a:lnTo>
                  <a:pt x="625" y="866"/>
                </a:lnTo>
                <a:lnTo>
                  <a:pt x="624" y="866"/>
                </a:lnTo>
                <a:lnTo>
                  <a:pt x="624" y="865"/>
                </a:lnTo>
                <a:lnTo>
                  <a:pt x="623" y="865"/>
                </a:lnTo>
                <a:lnTo>
                  <a:pt x="622" y="865"/>
                </a:lnTo>
                <a:lnTo>
                  <a:pt x="622" y="866"/>
                </a:lnTo>
                <a:lnTo>
                  <a:pt x="621" y="866"/>
                </a:lnTo>
                <a:lnTo>
                  <a:pt x="621" y="865"/>
                </a:lnTo>
                <a:lnTo>
                  <a:pt x="620" y="866"/>
                </a:lnTo>
                <a:lnTo>
                  <a:pt x="620" y="865"/>
                </a:lnTo>
                <a:lnTo>
                  <a:pt x="619" y="865"/>
                </a:lnTo>
                <a:lnTo>
                  <a:pt x="618" y="865"/>
                </a:lnTo>
                <a:lnTo>
                  <a:pt x="618" y="864"/>
                </a:lnTo>
                <a:lnTo>
                  <a:pt x="618" y="863"/>
                </a:lnTo>
                <a:lnTo>
                  <a:pt x="619" y="863"/>
                </a:lnTo>
                <a:lnTo>
                  <a:pt x="618" y="863"/>
                </a:lnTo>
                <a:lnTo>
                  <a:pt x="618" y="862"/>
                </a:lnTo>
                <a:lnTo>
                  <a:pt x="618" y="863"/>
                </a:lnTo>
                <a:lnTo>
                  <a:pt x="618" y="862"/>
                </a:lnTo>
                <a:lnTo>
                  <a:pt x="617" y="862"/>
                </a:lnTo>
                <a:lnTo>
                  <a:pt x="616" y="862"/>
                </a:lnTo>
                <a:lnTo>
                  <a:pt x="615" y="862"/>
                </a:lnTo>
                <a:lnTo>
                  <a:pt x="615" y="861"/>
                </a:lnTo>
                <a:lnTo>
                  <a:pt x="615" y="860"/>
                </a:lnTo>
                <a:lnTo>
                  <a:pt x="614" y="860"/>
                </a:lnTo>
                <a:lnTo>
                  <a:pt x="613" y="860"/>
                </a:lnTo>
                <a:lnTo>
                  <a:pt x="612" y="860"/>
                </a:lnTo>
                <a:lnTo>
                  <a:pt x="612" y="859"/>
                </a:lnTo>
                <a:lnTo>
                  <a:pt x="611" y="859"/>
                </a:lnTo>
                <a:lnTo>
                  <a:pt x="611" y="858"/>
                </a:lnTo>
                <a:lnTo>
                  <a:pt x="610" y="858"/>
                </a:lnTo>
                <a:lnTo>
                  <a:pt x="609" y="858"/>
                </a:lnTo>
                <a:lnTo>
                  <a:pt x="609" y="857"/>
                </a:lnTo>
                <a:lnTo>
                  <a:pt x="609" y="856"/>
                </a:lnTo>
                <a:lnTo>
                  <a:pt x="608" y="856"/>
                </a:lnTo>
                <a:lnTo>
                  <a:pt x="608" y="855"/>
                </a:lnTo>
                <a:lnTo>
                  <a:pt x="607" y="855"/>
                </a:lnTo>
                <a:lnTo>
                  <a:pt x="606" y="855"/>
                </a:lnTo>
                <a:lnTo>
                  <a:pt x="606" y="856"/>
                </a:lnTo>
                <a:lnTo>
                  <a:pt x="606" y="855"/>
                </a:lnTo>
                <a:lnTo>
                  <a:pt x="606" y="856"/>
                </a:lnTo>
                <a:lnTo>
                  <a:pt x="605" y="856"/>
                </a:lnTo>
                <a:lnTo>
                  <a:pt x="604" y="856"/>
                </a:lnTo>
                <a:lnTo>
                  <a:pt x="603" y="856"/>
                </a:lnTo>
                <a:lnTo>
                  <a:pt x="603" y="857"/>
                </a:lnTo>
                <a:lnTo>
                  <a:pt x="603" y="856"/>
                </a:lnTo>
                <a:lnTo>
                  <a:pt x="602" y="856"/>
                </a:lnTo>
                <a:lnTo>
                  <a:pt x="602" y="855"/>
                </a:lnTo>
                <a:lnTo>
                  <a:pt x="601" y="855"/>
                </a:lnTo>
                <a:lnTo>
                  <a:pt x="601" y="854"/>
                </a:lnTo>
                <a:lnTo>
                  <a:pt x="600" y="854"/>
                </a:lnTo>
                <a:lnTo>
                  <a:pt x="600" y="853"/>
                </a:lnTo>
                <a:lnTo>
                  <a:pt x="599" y="853"/>
                </a:lnTo>
                <a:lnTo>
                  <a:pt x="599" y="852"/>
                </a:lnTo>
                <a:lnTo>
                  <a:pt x="598" y="852"/>
                </a:lnTo>
                <a:lnTo>
                  <a:pt x="598" y="851"/>
                </a:lnTo>
                <a:lnTo>
                  <a:pt x="597" y="851"/>
                </a:lnTo>
                <a:lnTo>
                  <a:pt x="596" y="851"/>
                </a:lnTo>
                <a:lnTo>
                  <a:pt x="596" y="852"/>
                </a:lnTo>
                <a:lnTo>
                  <a:pt x="595" y="852"/>
                </a:lnTo>
                <a:lnTo>
                  <a:pt x="595" y="853"/>
                </a:lnTo>
                <a:lnTo>
                  <a:pt x="595" y="854"/>
                </a:lnTo>
                <a:lnTo>
                  <a:pt x="594" y="854"/>
                </a:lnTo>
                <a:lnTo>
                  <a:pt x="593" y="854"/>
                </a:lnTo>
                <a:lnTo>
                  <a:pt x="593" y="853"/>
                </a:lnTo>
                <a:lnTo>
                  <a:pt x="592" y="853"/>
                </a:lnTo>
                <a:lnTo>
                  <a:pt x="592" y="852"/>
                </a:lnTo>
                <a:lnTo>
                  <a:pt x="592" y="851"/>
                </a:lnTo>
                <a:lnTo>
                  <a:pt x="591" y="851"/>
                </a:lnTo>
                <a:lnTo>
                  <a:pt x="590" y="851"/>
                </a:lnTo>
                <a:lnTo>
                  <a:pt x="591" y="851"/>
                </a:lnTo>
                <a:lnTo>
                  <a:pt x="591" y="850"/>
                </a:lnTo>
                <a:lnTo>
                  <a:pt x="590" y="850"/>
                </a:lnTo>
                <a:lnTo>
                  <a:pt x="590" y="849"/>
                </a:lnTo>
                <a:lnTo>
                  <a:pt x="589" y="849"/>
                </a:lnTo>
                <a:lnTo>
                  <a:pt x="589" y="848"/>
                </a:lnTo>
                <a:lnTo>
                  <a:pt x="589" y="847"/>
                </a:lnTo>
                <a:lnTo>
                  <a:pt x="588" y="847"/>
                </a:lnTo>
                <a:lnTo>
                  <a:pt x="587" y="847"/>
                </a:lnTo>
                <a:lnTo>
                  <a:pt x="587" y="846"/>
                </a:lnTo>
                <a:lnTo>
                  <a:pt x="586" y="846"/>
                </a:lnTo>
                <a:lnTo>
                  <a:pt x="586" y="845"/>
                </a:lnTo>
                <a:lnTo>
                  <a:pt x="585" y="845"/>
                </a:lnTo>
                <a:lnTo>
                  <a:pt x="584" y="845"/>
                </a:lnTo>
                <a:lnTo>
                  <a:pt x="583" y="845"/>
                </a:lnTo>
                <a:lnTo>
                  <a:pt x="582" y="845"/>
                </a:lnTo>
                <a:lnTo>
                  <a:pt x="582" y="846"/>
                </a:lnTo>
                <a:lnTo>
                  <a:pt x="581" y="846"/>
                </a:lnTo>
                <a:lnTo>
                  <a:pt x="580" y="846"/>
                </a:lnTo>
                <a:lnTo>
                  <a:pt x="580" y="847"/>
                </a:lnTo>
                <a:lnTo>
                  <a:pt x="579" y="847"/>
                </a:lnTo>
                <a:lnTo>
                  <a:pt x="579" y="848"/>
                </a:lnTo>
                <a:lnTo>
                  <a:pt x="579" y="849"/>
                </a:lnTo>
                <a:lnTo>
                  <a:pt x="579" y="850"/>
                </a:lnTo>
                <a:lnTo>
                  <a:pt x="579" y="851"/>
                </a:lnTo>
                <a:lnTo>
                  <a:pt x="578" y="851"/>
                </a:lnTo>
                <a:lnTo>
                  <a:pt x="578" y="852"/>
                </a:lnTo>
                <a:lnTo>
                  <a:pt x="577" y="852"/>
                </a:lnTo>
                <a:lnTo>
                  <a:pt x="577" y="853"/>
                </a:lnTo>
                <a:lnTo>
                  <a:pt x="577" y="854"/>
                </a:lnTo>
                <a:lnTo>
                  <a:pt x="577" y="855"/>
                </a:lnTo>
                <a:lnTo>
                  <a:pt x="576" y="855"/>
                </a:lnTo>
                <a:lnTo>
                  <a:pt x="575" y="855"/>
                </a:lnTo>
                <a:lnTo>
                  <a:pt x="575" y="856"/>
                </a:lnTo>
                <a:lnTo>
                  <a:pt x="574" y="856"/>
                </a:lnTo>
                <a:lnTo>
                  <a:pt x="574" y="857"/>
                </a:lnTo>
                <a:lnTo>
                  <a:pt x="573" y="857"/>
                </a:lnTo>
                <a:lnTo>
                  <a:pt x="573" y="856"/>
                </a:lnTo>
                <a:lnTo>
                  <a:pt x="573" y="857"/>
                </a:lnTo>
                <a:lnTo>
                  <a:pt x="573" y="856"/>
                </a:lnTo>
                <a:lnTo>
                  <a:pt x="572" y="856"/>
                </a:lnTo>
                <a:lnTo>
                  <a:pt x="571" y="856"/>
                </a:lnTo>
                <a:lnTo>
                  <a:pt x="570" y="856"/>
                </a:lnTo>
                <a:lnTo>
                  <a:pt x="570" y="857"/>
                </a:lnTo>
                <a:lnTo>
                  <a:pt x="570" y="858"/>
                </a:lnTo>
                <a:lnTo>
                  <a:pt x="571" y="858"/>
                </a:lnTo>
                <a:lnTo>
                  <a:pt x="571" y="859"/>
                </a:lnTo>
                <a:lnTo>
                  <a:pt x="572" y="860"/>
                </a:lnTo>
                <a:lnTo>
                  <a:pt x="572" y="861"/>
                </a:lnTo>
                <a:lnTo>
                  <a:pt x="572" y="862"/>
                </a:lnTo>
                <a:lnTo>
                  <a:pt x="573" y="862"/>
                </a:lnTo>
                <a:lnTo>
                  <a:pt x="574" y="862"/>
                </a:lnTo>
                <a:lnTo>
                  <a:pt x="574" y="863"/>
                </a:lnTo>
                <a:lnTo>
                  <a:pt x="573" y="863"/>
                </a:lnTo>
                <a:lnTo>
                  <a:pt x="572" y="863"/>
                </a:lnTo>
                <a:lnTo>
                  <a:pt x="572" y="864"/>
                </a:lnTo>
                <a:lnTo>
                  <a:pt x="571" y="864"/>
                </a:lnTo>
                <a:lnTo>
                  <a:pt x="571" y="865"/>
                </a:lnTo>
                <a:lnTo>
                  <a:pt x="571" y="866"/>
                </a:lnTo>
                <a:lnTo>
                  <a:pt x="570" y="866"/>
                </a:lnTo>
                <a:lnTo>
                  <a:pt x="570" y="867"/>
                </a:lnTo>
                <a:lnTo>
                  <a:pt x="569" y="867"/>
                </a:lnTo>
                <a:lnTo>
                  <a:pt x="569" y="868"/>
                </a:lnTo>
                <a:lnTo>
                  <a:pt x="568" y="868"/>
                </a:lnTo>
                <a:lnTo>
                  <a:pt x="567" y="868"/>
                </a:lnTo>
                <a:lnTo>
                  <a:pt x="566" y="868"/>
                </a:lnTo>
                <a:lnTo>
                  <a:pt x="566" y="869"/>
                </a:lnTo>
                <a:lnTo>
                  <a:pt x="566" y="868"/>
                </a:lnTo>
                <a:lnTo>
                  <a:pt x="566" y="869"/>
                </a:lnTo>
                <a:lnTo>
                  <a:pt x="566" y="870"/>
                </a:lnTo>
                <a:lnTo>
                  <a:pt x="566" y="871"/>
                </a:lnTo>
                <a:lnTo>
                  <a:pt x="567" y="871"/>
                </a:lnTo>
                <a:lnTo>
                  <a:pt x="566" y="871"/>
                </a:lnTo>
                <a:lnTo>
                  <a:pt x="566" y="872"/>
                </a:lnTo>
                <a:lnTo>
                  <a:pt x="565" y="872"/>
                </a:lnTo>
                <a:lnTo>
                  <a:pt x="564" y="872"/>
                </a:lnTo>
                <a:lnTo>
                  <a:pt x="563" y="872"/>
                </a:lnTo>
                <a:lnTo>
                  <a:pt x="562" y="873"/>
                </a:lnTo>
                <a:lnTo>
                  <a:pt x="563" y="873"/>
                </a:lnTo>
                <a:lnTo>
                  <a:pt x="562" y="873"/>
                </a:lnTo>
                <a:lnTo>
                  <a:pt x="563" y="873"/>
                </a:lnTo>
                <a:lnTo>
                  <a:pt x="562" y="873"/>
                </a:lnTo>
                <a:lnTo>
                  <a:pt x="562" y="874"/>
                </a:lnTo>
                <a:lnTo>
                  <a:pt x="563" y="874"/>
                </a:lnTo>
                <a:lnTo>
                  <a:pt x="562" y="874"/>
                </a:lnTo>
                <a:lnTo>
                  <a:pt x="561" y="874"/>
                </a:lnTo>
                <a:lnTo>
                  <a:pt x="561" y="875"/>
                </a:lnTo>
                <a:lnTo>
                  <a:pt x="560" y="875"/>
                </a:lnTo>
                <a:lnTo>
                  <a:pt x="560" y="876"/>
                </a:lnTo>
                <a:lnTo>
                  <a:pt x="560" y="877"/>
                </a:lnTo>
                <a:lnTo>
                  <a:pt x="559" y="877"/>
                </a:lnTo>
                <a:lnTo>
                  <a:pt x="559" y="878"/>
                </a:lnTo>
                <a:lnTo>
                  <a:pt x="558" y="879"/>
                </a:lnTo>
                <a:lnTo>
                  <a:pt x="557" y="879"/>
                </a:lnTo>
                <a:lnTo>
                  <a:pt x="557" y="880"/>
                </a:lnTo>
                <a:lnTo>
                  <a:pt x="557" y="881"/>
                </a:lnTo>
                <a:lnTo>
                  <a:pt x="557" y="882"/>
                </a:lnTo>
                <a:lnTo>
                  <a:pt x="556" y="882"/>
                </a:lnTo>
                <a:lnTo>
                  <a:pt x="555" y="882"/>
                </a:lnTo>
                <a:lnTo>
                  <a:pt x="555" y="883"/>
                </a:lnTo>
                <a:lnTo>
                  <a:pt x="555" y="884"/>
                </a:lnTo>
                <a:lnTo>
                  <a:pt x="554" y="884"/>
                </a:lnTo>
                <a:lnTo>
                  <a:pt x="553" y="884"/>
                </a:lnTo>
                <a:lnTo>
                  <a:pt x="553" y="885"/>
                </a:lnTo>
                <a:lnTo>
                  <a:pt x="554" y="885"/>
                </a:lnTo>
                <a:lnTo>
                  <a:pt x="554" y="886"/>
                </a:lnTo>
                <a:lnTo>
                  <a:pt x="554" y="887"/>
                </a:lnTo>
                <a:lnTo>
                  <a:pt x="555" y="887"/>
                </a:lnTo>
                <a:lnTo>
                  <a:pt x="555" y="888"/>
                </a:lnTo>
                <a:lnTo>
                  <a:pt x="555" y="889"/>
                </a:lnTo>
                <a:lnTo>
                  <a:pt x="556" y="889"/>
                </a:lnTo>
                <a:lnTo>
                  <a:pt x="555" y="889"/>
                </a:lnTo>
                <a:lnTo>
                  <a:pt x="555" y="890"/>
                </a:lnTo>
                <a:lnTo>
                  <a:pt x="555" y="891"/>
                </a:lnTo>
                <a:lnTo>
                  <a:pt x="555" y="890"/>
                </a:lnTo>
                <a:lnTo>
                  <a:pt x="554" y="890"/>
                </a:lnTo>
                <a:lnTo>
                  <a:pt x="553" y="890"/>
                </a:lnTo>
                <a:lnTo>
                  <a:pt x="553" y="889"/>
                </a:lnTo>
                <a:lnTo>
                  <a:pt x="552" y="889"/>
                </a:lnTo>
                <a:lnTo>
                  <a:pt x="551" y="889"/>
                </a:lnTo>
                <a:lnTo>
                  <a:pt x="550" y="889"/>
                </a:lnTo>
                <a:lnTo>
                  <a:pt x="549" y="888"/>
                </a:lnTo>
                <a:lnTo>
                  <a:pt x="548" y="889"/>
                </a:lnTo>
                <a:lnTo>
                  <a:pt x="548" y="888"/>
                </a:lnTo>
                <a:lnTo>
                  <a:pt x="547" y="888"/>
                </a:lnTo>
                <a:lnTo>
                  <a:pt x="546" y="888"/>
                </a:lnTo>
                <a:lnTo>
                  <a:pt x="545" y="888"/>
                </a:lnTo>
                <a:lnTo>
                  <a:pt x="544" y="888"/>
                </a:lnTo>
                <a:lnTo>
                  <a:pt x="543" y="888"/>
                </a:lnTo>
                <a:lnTo>
                  <a:pt x="542" y="888"/>
                </a:lnTo>
                <a:lnTo>
                  <a:pt x="542" y="889"/>
                </a:lnTo>
                <a:lnTo>
                  <a:pt x="542" y="890"/>
                </a:lnTo>
                <a:lnTo>
                  <a:pt x="542" y="891"/>
                </a:lnTo>
                <a:lnTo>
                  <a:pt x="541" y="891"/>
                </a:lnTo>
                <a:lnTo>
                  <a:pt x="541" y="892"/>
                </a:lnTo>
                <a:lnTo>
                  <a:pt x="540" y="892"/>
                </a:lnTo>
                <a:lnTo>
                  <a:pt x="540" y="891"/>
                </a:lnTo>
                <a:lnTo>
                  <a:pt x="539" y="891"/>
                </a:lnTo>
                <a:lnTo>
                  <a:pt x="539" y="890"/>
                </a:lnTo>
                <a:lnTo>
                  <a:pt x="539" y="889"/>
                </a:lnTo>
                <a:lnTo>
                  <a:pt x="539" y="888"/>
                </a:lnTo>
                <a:lnTo>
                  <a:pt x="539" y="887"/>
                </a:lnTo>
                <a:lnTo>
                  <a:pt x="538" y="887"/>
                </a:lnTo>
                <a:lnTo>
                  <a:pt x="537" y="887"/>
                </a:lnTo>
                <a:lnTo>
                  <a:pt x="536" y="887"/>
                </a:lnTo>
                <a:lnTo>
                  <a:pt x="536" y="886"/>
                </a:lnTo>
                <a:lnTo>
                  <a:pt x="535" y="886"/>
                </a:lnTo>
                <a:lnTo>
                  <a:pt x="534" y="886"/>
                </a:lnTo>
                <a:lnTo>
                  <a:pt x="533" y="886"/>
                </a:lnTo>
                <a:lnTo>
                  <a:pt x="532" y="886"/>
                </a:lnTo>
                <a:lnTo>
                  <a:pt x="531" y="886"/>
                </a:lnTo>
                <a:lnTo>
                  <a:pt x="531" y="885"/>
                </a:lnTo>
                <a:lnTo>
                  <a:pt x="530" y="885"/>
                </a:lnTo>
                <a:lnTo>
                  <a:pt x="530" y="884"/>
                </a:lnTo>
                <a:lnTo>
                  <a:pt x="529" y="884"/>
                </a:lnTo>
                <a:lnTo>
                  <a:pt x="528" y="884"/>
                </a:lnTo>
                <a:lnTo>
                  <a:pt x="527" y="884"/>
                </a:lnTo>
                <a:lnTo>
                  <a:pt x="526" y="884"/>
                </a:lnTo>
                <a:lnTo>
                  <a:pt x="526" y="885"/>
                </a:lnTo>
                <a:lnTo>
                  <a:pt x="525" y="885"/>
                </a:lnTo>
                <a:lnTo>
                  <a:pt x="525" y="886"/>
                </a:lnTo>
                <a:lnTo>
                  <a:pt x="524" y="886"/>
                </a:lnTo>
                <a:lnTo>
                  <a:pt x="523" y="886"/>
                </a:lnTo>
                <a:lnTo>
                  <a:pt x="523" y="887"/>
                </a:lnTo>
                <a:lnTo>
                  <a:pt x="522" y="887"/>
                </a:lnTo>
                <a:lnTo>
                  <a:pt x="522" y="888"/>
                </a:lnTo>
                <a:lnTo>
                  <a:pt x="521" y="888"/>
                </a:lnTo>
                <a:lnTo>
                  <a:pt x="521" y="887"/>
                </a:lnTo>
                <a:lnTo>
                  <a:pt x="521" y="888"/>
                </a:lnTo>
                <a:lnTo>
                  <a:pt x="521" y="887"/>
                </a:lnTo>
                <a:lnTo>
                  <a:pt x="520" y="887"/>
                </a:lnTo>
                <a:lnTo>
                  <a:pt x="520" y="888"/>
                </a:lnTo>
                <a:lnTo>
                  <a:pt x="519" y="888"/>
                </a:lnTo>
                <a:lnTo>
                  <a:pt x="519" y="887"/>
                </a:lnTo>
                <a:lnTo>
                  <a:pt x="518" y="887"/>
                </a:lnTo>
                <a:lnTo>
                  <a:pt x="518" y="886"/>
                </a:lnTo>
                <a:lnTo>
                  <a:pt x="517" y="886"/>
                </a:lnTo>
                <a:lnTo>
                  <a:pt x="516" y="886"/>
                </a:lnTo>
                <a:lnTo>
                  <a:pt x="515" y="886"/>
                </a:lnTo>
                <a:lnTo>
                  <a:pt x="514" y="886"/>
                </a:lnTo>
                <a:lnTo>
                  <a:pt x="513" y="886"/>
                </a:lnTo>
                <a:lnTo>
                  <a:pt x="513" y="887"/>
                </a:lnTo>
                <a:lnTo>
                  <a:pt x="513" y="888"/>
                </a:lnTo>
                <a:lnTo>
                  <a:pt x="513" y="889"/>
                </a:lnTo>
                <a:lnTo>
                  <a:pt x="513" y="890"/>
                </a:lnTo>
                <a:lnTo>
                  <a:pt x="513" y="891"/>
                </a:lnTo>
                <a:lnTo>
                  <a:pt x="512" y="891"/>
                </a:lnTo>
                <a:lnTo>
                  <a:pt x="512" y="892"/>
                </a:lnTo>
                <a:lnTo>
                  <a:pt x="512" y="893"/>
                </a:lnTo>
                <a:lnTo>
                  <a:pt x="512" y="892"/>
                </a:lnTo>
                <a:lnTo>
                  <a:pt x="512" y="893"/>
                </a:lnTo>
                <a:lnTo>
                  <a:pt x="511" y="893"/>
                </a:lnTo>
                <a:lnTo>
                  <a:pt x="510" y="893"/>
                </a:lnTo>
                <a:lnTo>
                  <a:pt x="510" y="892"/>
                </a:lnTo>
                <a:lnTo>
                  <a:pt x="510" y="893"/>
                </a:lnTo>
                <a:lnTo>
                  <a:pt x="509" y="893"/>
                </a:lnTo>
                <a:lnTo>
                  <a:pt x="508" y="893"/>
                </a:lnTo>
                <a:lnTo>
                  <a:pt x="508" y="892"/>
                </a:lnTo>
                <a:lnTo>
                  <a:pt x="507" y="892"/>
                </a:lnTo>
                <a:lnTo>
                  <a:pt x="506" y="892"/>
                </a:lnTo>
                <a:lnTo>
                  <a:pt x="506" y="891"/>
                </a:lnTo>
                <a:lnTo>
                  <a:pt x="506" y="890"/>
                </a:lnTo>
                <a:lnTo>
                  <a:pt x="505" y="890"/>
                </a:lnTo>
                <a:lnTo>
                  <a:pt x="505" y="889"/>
                </a:lnTo>
                <a:lnTo>
                  <a:pt x="504" y="889"/>
                </a:lnTo>
                <a:lnTo>
                  <a:pt x="503" y="889"/>
                </a:lnTo>
                <a:lnTo>
                  <a:pt x="503" y="888"/>
                </a:lnTo>
                <a:lnTo>
                  <a:pt x="503" y="887"/>
                </a:lnTo>
                <a:lnTo>
                  <a:pt x="503" y="886"/>
                </a:lnTo>
                <a:lnTo>
                  <a:pt x="502" y="886"/>
                </a:lnTo>
                <a:lnTo>
                  <a:pt x="502" y="885"/>
                </a:lnTo>
                <a:lnTo>
                  <a:pt x="503" y="885"/>
                </a:lnTo>
                <a:lnTo>
                  <a:pt x="503" y="884"/>
                </a:lnTo>
                <a:lnTo>
                  <a:pt x="503" y="883"/>
                </a:lnTo>
                <a:lnTo>
                  <a:pt x="502" y="883"/>
                </a:lnTo>
                <a:lnTo>
                  <a:pt x="502" y="882"/>
                </a:lnTo>
                <a:lnTo>
                  <a:pt x="501" y="882"/>
                </a:lnTo>
                <a:lnTo>
                  <a:pt x="501" y="881"/>
                </a:lnTo>
                <a:lnTo>
                  <a:pt x="500" y="881"/>
                </a:lnTo>
                <a:lnTo>
                  <a:pt x="501" y="881"/>
                </a:lnTo>
                <a:lnTo>
                  <a:pt x="501" y="880"/>
                </a:lnTo>
                <a:lnTo>
                  <a:pt x="500" y="880"/>
                </a:lnTo>
                <a:lnTo>
                  <a:pt x="499" y="880"/>
                </a:lnTo>
                <a:lnTo>
                  <a:pt x="499" y="879"/>
                </a:lnTo>
                <a:lnTo>
                  <a:pt x="498" y="879"/>
                </a:lnTo>
                <a:lnTo>
                  <a:pt x="498" y="878"/>
                </a:lnTo>
                <a:lnTo>
                  <a:pt x="497" y="878"/>
                </a:lnTo>
                <a:lnTo>
                  <a:pt x="497" y="877"/>
                </a:lnTo>
                <a:lnTo>
                  <a:pt x="496" y="877"/>
                </a:lnTo>
                <a:lnTo>
                  <a:pt x="495" y="877"/>
                </a:lnTo>
                <a:lnTo>
                  <a:pt x="494" y="877"/>
                </a:lnTo>
                <a:lnTo>
                  <a:pt x="494" y="878"/>
                </a:lnTo>
                <a:lnTo>
                  <a:pt x="493" y="878"/>
                </a:lnTo>
                <a:lnTo>
                  <a:pt x="492" y="878"/>
                </a:lnTo>
                <a:lnTo>
                  <a:pt x="491" y="878"/>
                </a:lnTo>
                <a:lnTo>
                  <a:pt x="491" y="879"/>
                </a:lnTo>
                <a:lnTo>
                  <a:pt x="491" y="880"/>
                </a:lnTo>
                <a:lnTo>
                  <a:pt x="490" y="880"/>
                </a:lnTo>
                <a:lnTo>
                  <a:pt x="489" y="880"/>
                </a:lnTo>
                <a:lnTo>
                  <a:pt x="489" y="881"/>
                </a:lnTo>
                <a:lnTo>
                  <a:pt x="488" y="881"/>
                </a:lnTo>
                <a:lnTo>
                  <a:pt x="487" y="881"/>
                </a:lnTo>
                <a:lnTo>
                  <a:pt x="486" y="881"/>
                </a:lnTo>
                <a:lnTo>
                  <a:pt x="486" y="880"/>
                </a:lnTo>
                <a:lnTo>
                  <a:pt x="484" y="880"/>
                </a:lnTo>
                <a:lnTo>
                  <a:pt x="484" y="881"/>
                </a:lnTo>
                <a:lnTo>
                  <a:pt x="484" y="882"/>
                </a:lnTo>
                <a:lnTo>
                  <a:pt x="485" y="882"/>
                </a:lnTo>
                <a:lnTo>
                  <a:pt x="485" y="883"/>
                </a:lnTo>
                <a:lnTo>
                  <a:pt x="484" y="883"/>
                </a:lnTo>
                <a:lnTo>
                  <a:pt x="484" y="884"/>
                </a:lnTo>
                <a:lnTo>
                  <a:pt x="483" y="884"/>
                </a:lnTo>
                <a:lnTo>
                  <a:pt x="484" y="884"/>
                </a:lnTo>
                <a:lnTo>
                  <a:pt x="484" y="885"/>
                </a:lnTo>
                <a:lnTo>
                  <a:pt x="483" y="885"/>
                </a:lnTo>
                <a:lnTo>
                  <a:pt x="483" y="886"/>
                </a:lnTo>
                <a:lnTo>
                  <a:pt x="483" y="887"/>
                </a:lnTo>
                <a:lnTo>
                  <a:pt x="483" y="888"/>
                </a:lnTo>
                <a:lnTo>
                  <a:pt x="482" y="888"/>
                </a:lnTo>
                <a:lnTo>
                  <a:pt x="481" y="888"/>
                </a:lnTo>
                <a:lnTo>
                  <a:pt x="481" y="889"/>
                </a:lnTo>
                <a:lnTo>
                  <a:pt x="482" y="889"/>
                </a:lnTo>
                <a:lnTo>
                  <a:pt x="482" y="890"/>
                </a:lnTo>
                <a:lnTo>
                  <a:pt x="482" y="891"/>
                </a:lnTo>
                <a:lnTo>
                  <a:pt x="483" y="891"/>
                </a:lnTo>
                <a:lnTo>
                  <a:pt x="483" y="892"/>
                </a:lnTo>
                <a:lnTo>
                  <a:pt x="484" y="892"/>
                </a:lnTo>
                <a:lnTo>
                  <a:pt x="484" y="893"/>
                </a:lnTo>
                <a:lnTo>
                  <a:pt x="484" y="894"/>
                </a:lnTo>
                <a:lnTo>
                  <a:pt x="483" y="894"/>
                </a:lnTo>
                <a:lnTo>
                  <a:pt x="482" y="894"/>
                </a:lnTo>
                <a:lnTo>
                  <a:pt x="482" y="895"/>
                </a:lnTo>
                <a:lnTo>
                  <a:pt x="481" y="894"/>
                </a:lnTo>
                <a:lnTo>
                  <a:pt x="481" y="895"/>
                </a:lnTo>
                <a:lnTo>
                  <a:pt x="480" y="895"/>
                </a:lnTo>
                <a:lnTo>
                  <a:pt x="481" y="896"/>
                </a:lnTo>
                <a:lnTo>
                  <a:pt x="481" y="897"/>
                </a:lnTo>
                <a:lnTo>
                  <a:pt x="481" y="898"/>
                </a:lnTo>
                <a:lnTo>
                  <a:pt x="481" y="899"/>
                </a:lnTo>
                <a:lnTo>
                  <a:pt x="480" y="899"/>
                </a:lnTo>
                <a:lnTo>
                  <a:pt x="480" y="900"/>
                </a:lnTo>
                <a:lnTo>
                  <a:pt x="480" y="901"/>
                </a:lnTo>
                <a:lnTo>
                  <a:pt x="479" y="901"/>
                </a:lnTo>
                <a:lnTo>
                  <a:pt x="479" y="900"/>
                </a:lnTo>
                <a:lnTo>
                  <a:pt x="479" y="901"/>
                </a:lnTo>
                <a:lnTo>
                  <a:pt x="479" y="902"/>
                </a:lnTo>
                <a:lnTo>
                  <a:pt x="478" y="902"/>
                </a:lnTo>
                <a:lnTo>
                  <a:pt x="479" y="902"/>
                </a:lnTo>
                <a:lnTo>
                  <a:pt x="478" y="902"/>
                </a:lnTo>
                <a:lnTo>
                  <a:pt x="478" y="903"/>
                </a:lnTo>
                <a:lnTo>
                  <a:pt x="478" y="904"/>
                </a:lnTo>
                <a:lnTo>
                  <a:pt x="478" y="905"/>
                </a:lnTo>
                <a:lnTo>
                  <a:pt x="478" y="906"/>
                </a:lnTo>
                <a:lnTo>
                  <a:pt x="477" y="906"/>
                </a:lnTo>
                <a:lnTo>
                  <a:pt x="476" y="906"/>
                </a:lnTo>
                <a:lnTo>
                  <a:pt x="476" y="905"/>
                </a:lnTo>
                <a:lnTo>
                  <a:pt x="476" y="906"/>
                </a:lnTo>
                <a:lnTo>
                  <a:pt x="475" y="906"/>
                </a:lnTo>
                <a:lnTo>
                  <a:pt x="474" y="906"/>
                </a:lnTo>
                <a:lnTo>
                  <a:pt x="474" y="907"/>
                </a:lnTo>
                <a:lnTo>
                  <a:pt x="474" y="906"/>
                </a:lnTo>
                <a:lnTo>
                  <a:pt x="473" y="906"/>
                </a:lnTo>
                <a:lnTo>
                  <a:pt x="472" y="906"/>
                </a:lnTo>
                <a:lnTo>
                  <a:pt x="471" y="906"/>
                </a:lnTo>
                <a:lnTo>
                  <a:pt x="471" y="905"/>
                </a:lnTo>
                <a:lnTo>
                  <a:pt x="471" y="906"/>
                </a:lnTo>
                <a:lnTo>
                  <a:pt x="471" y="907"/>
                </a:lnTo>
                <a:lnTo>
                  <a:pt x="470" y="907"/>
                </a:lnTo>
                <a:lnTo>
                  <a:pt x="471" y="907"/>
                </a:lnTo>
                <a:lnTo>
                  <a:pt x="470" y="907"/>
                </a:lnTo>
                <a:lnTo>
                  <a:pt x="470" y="908"/>
                </a:lnTo>
                <a:lnTo>
                  <a:pt x="469" y="908"/>
                </a:lnTo>
                <a:lnTo>
                  <a:pt x="469" y="909"/>
                </a:lnTo>
                <a:lnTo>
                  <a:pt x="469" y="910"/>
                </a:lnTo>
                <a:lnTo>
                  <a:pt x="469" y="911"/>
                </a:lnTo>
                <a:lnTo>
                  <a:pt x="469" y="912"/>
                </a:lnTo>
                <a:lnTo>
                  <a:pt x="470" y="912"/>
                </a:lnTo>
                <a:lnTo>
                  <a:pt x="470" y="913"/>
                </a:lnTo>
                <a:lnTo>
                  <a:pt x="471" y="913"/>
                </a:lnTo>
                <a:lnTo>
                  <a:pt x="471" y="914"/>
                </a:lnTo>
                <a:lnTo>
                  <a:pt x="471" y="915"/>
                </a:lnTo>
                <a:lnTo>
                  <a:pt x="471" y="916"/>
                </a:lnTo>
                <a:lnTo>
                  <a:pt x="472" y="916"/>
                </a:lnTo>
                <a:lnTo>
                  <a:pt x="472" y="917"/>
                </a:lnTo>
                <a:lnTo>
                  <a:pt x="473" y="917"/>
                </a:lnTo>
                <a:lnTo>
                  <a:pt x="473" y="918"/>
                </a:lnTo>
                <a:lnTo>
                  <a:pt x="473" y="919"/>
                </a:lnTo>
                <a:lnTo>
                  <a:pt x="473" y="920"/>
                </a:lnTo>
                <a:lnTo>
                  <a:pt x="474" y="920"/>
                </a:lnTo>
                <a:lnTo>
                  <a:pt x="475" y="920"/>
                </a:lnTo>
                <a:lnTo>
                  <a:pt x="475" y="921"/>
                </a:lnTo>
                <a:lnTo>
                  <a:pt x="474" y="921"/>
                </a:lnTo>
                <a:lnTo>
                  <a:pt x="474" y="922"/>
                </a:lnTo>
                <a:lnTo>
                  <a:pt x="474" y="923"/>
                </a:lnTo>
                <a:lnTo>
                  <a:pt x="474" y="924"/>
                </a:lnTo>
                <a:lnTo>
                  <a:pt x="475" y="924"/>
                </a:lnTo>
                <a:lnTo>
                  <a:pt x="474" y="924"/>
                </a:lnTo>
                <a:lnTo>
                  <a:pt x="473" y="924"/>
                </a:lnTo>
                <a:lnTo>
                  <a:pt x="472" y="924"/>
                </a:lnTo>
                <a:lnTo>
                  <a:pt x="472" y="925"/>
                </a:lnTo>
                <a:lnTo>
                  <a:pt x="472" y="924"/>
                </a:lnTo>
                <a:lnTo>
                  <a:pt x="471" y="924"/>
                </a:lnTo>
                <a:lnTo>
                  <a:pt x="471" y="925"/>
                </a:lnTo>
                <a:lnTo>
                  <a:pt x="471" y="926"/>
                </a:lnTo>
                <a:lnTo>
                  <a:pt x="471" y="927"/>
                </a:lnTo>
                <a:lnTo>
                  <a:pt x="472" y="927"/>
                </a:lnTo>
                <a:lnTo>
                  <a:pt x="472" y="928"/>
                </a:lnTo>
                <a:lnTo>
                  <a:pt x="473" y="928"/>
                </a:lnTo>
                <a:lnTo>
                  <a:pt x="473" y="929"/>
                </a:lnTo>
                <a:lnTo>
                  <a:pt x="472" y="929"/>
                </a:lnTo>
                <a:lnTo>
                  <a:pt x="473" y="929"/>
                </a:lnTo>
                <a:lnTo>
                  <a:pt x="473" y="930"/>
                </a:lnTo>
                <a:lnTo>
                  <a:pt x="473" y="931"/>
                </a:lnTo>
                <a:lnTo>
                  <a:pt x="473" y="932"/>
                </a:lnTo>
                <a:lnTo>
                  <a:pt x="474" y="932"/>
                </a:lnTo>
                <a:lnTo>
                  <a:pt x="474" y="933"/>
                </a:lnTo>
                <a:lnTo>
                  <a:pt x="475" y="933"/>
                </a:lnTo>
                <a:lnTo>
                  <a:pt x="475" y="934"/>
                </a:lnTo>
                <a:lnTo>
                  <a:pt x="475" y="935"/>
                </a:lnTo>
                <a:lnTo>
                  <a:pt x="476" y="935"/>
                </a:lnTo>
                <a:lnTo>
                  <a:pt x="475" y="935"/>
                </a:lnTo>
                <a:lnTo>
                  <a:pt x="476" y="935"/>
                </a:lnTo>
                <a:lnTo>
                  <a:pt x="476" y="936"/>
                </a:lnTo>
                <a:lnTo>
                  <a:pt x="475" y="936"/>
                </a:lnTo>
                <a:lnTo>
                  <a:pt x="476" y="936"/>
                </a:lnTo>
                <a:lnTo>
                  <a:pt x="476" y="937"/>
                </a:lnTo>
                <a:lnTo>
                  <a:pt x="476" y="938"/>
                </a:lnTo>
                <a:lnTo>
                  <a:pt x="477" y="938"/>
                </a:lnTo>
                <a:lnTo>
                  <a:pt x="477" y="939"/>
                </a:lnTo>
                <a:lnTo>
                  <a:pt x="477" y="940"/>
                </a:lnTo>
                <a:lnTo>
                  <a:pt x="476" y="940"/>
                </a:lnTo>
                <a:lnTo>
                  <a:pt x="476" y="941"/>
                </a:lnTo>
                <a:lnTo>
                  <a:pt x="476" y="942"/>
                </a:lnTo>
                <a:lnTo>
                  <a:pt x="475" y="942"/>
                </a:lnTo>
                <a:lnTo>
                  <a:pt x="476" y="942"/>
                </a:lnTo>
                <a:lnTo>
                  <a:pt x="476" y="943"/>
                </a:lnTo>
                <a:lnTo>
                  <a:pt x="475" y="943"/>
                </a:lnTo>
                <a:lnTo>
                  <a:pt x="476" y="943"/>
                </a:lnTo>
                <a:lnTo>
                  <a:pt x="476" y="944"/>
                </a:lnTo>
                <a:lnTo>
                  <a:pt x="475" y="944"/>
                </a:lnTo>
                <a:lnTo>
                  <a:pt x="474" y="944"/>
                </a:lnTo>
                <a:lnTo>
                  <a:pt x="474" y="945"/>
                </a:lnTo>
                <a:lnTo>
                  <a:pt x="474" y="944"/>
                </a:lnTo>
                <a:lnTo>
                  <a:pt x="475" y="944"/>
                </a:lnTo>
                <a:lnTo>
                  <a:pt x="476" y="944"/>
                </a:lnTo>
                <a:lnTo>
                  <a:pt x="476" y="945"/>
                </a:lnTo>
                <a:lnTo>
                  <a:pt x="477" y="945"/>
                </a:lnTo>
                <a:lnTo>
                  <a:pt x="477" y="946"/>
                </a:lnTo>
                <a:lnTo>
                  <a:pt x="478" y="947"/>
                </a:lnTo>
                <a:lnTo>
                  <a:pt x="478" y="946"/>
                </a:lnTo>
                <a:lnTo>
                  <a:pt x="479" y="946"/>
                </a:lnTo>
                <a:lnTo>
                  <a:pt x="479" y="947"/>
                </a:lnTo>
                <a:lnTo>
                  <a:pt x="480" y="947"/>
                </a:lnTo>
                <a:lnTo>
                  <a:pt x="480" y="948"/>
                </a:lnTo>
                <a:lnTo>
                  <a:pt x="481" y="948"/>
                </a:lnTo>
                <a:lnTo>
                  <a:pt x="481" y="949"/>
                </a:lnTo>
                <a:lnTo>
                  <a:pt x="482" y="949"/>
                </a:lnTo>
                <a:lnTo>
                  <a:pt x="483" y="949"/>
                </a:lnTo>
                <a:lnTo>
                  <a:pt x="483" y="948"/>
                </a:lnTo>
                <a:lnTo>
                  <a:pt x="484" y="948"/>
                </a:lnTo>
                <a:lnTo>
                  <a:pt x="485" y="948"/>
                </a:lnTo>
                <a:lnTo>
                  <a:pt x="485" y="949"/>
                </a:lnTo>
                <a:lnTo>
                  <a:pt x="486" y="949"/>
                </a:lnTo>
                <a:lnTo>
                  <a:pt x="486" y="950"/>
                </a:lnTo>
                <a:lnTo>
                  <a:pt x="486" y="951"/>
                </a:lnTo>
                <a:lnTo>
                  <a:pt x="486" y="952"/>
                </a:lnTo>
                <a:lnTo>
                  <a:pt x="485" y="952"/>
                </a:lnTo>
                <a:lnTo>
                  <a:pt x="485" y="953"/>
                </a:lnTo>
                <a:lnTo>
                  <a:pt x="485" y="954"/>
                </a:lnTo>
                <a:lnTo>
                  <a:pt x="486" y="954"/>
                </a:lnTo>
                <a:lnTo>
                  <a:pt x="486" y="955"/>
                </a:lnTo>
                <a:lnTo>
                  <a:pt x="487" y="955"/>
                </a:lnTo>
                <a:lnTo>
                  <a:pt x="487" y="956"/>
                </a:lnTo>
                <a:lnTo>
                  <a:pt x="488" y="956"/>
                </a:lnTo>
                <a:lnTo>
                  <a:pt x="489" y="956"/>
                </a:lnTo>
                <a:lnTo>
                  <a:pt x="489" y="957"/>
                </a:lnTo>
                <a:lnTo>
                  <a:pt x="489" y="956"/>
                </a:lnTo>
                <a:lnTo>
                  <a:pt x="489" y="957"/>
                </a:lnTo>
                <a:lnTo>
                  <a:pt x="490" y="957"/>
                </a:lnTo>
                <a:lnTo>
                  <a:pt x="490" y="958"/>
                </a:lnTo>
                <a:lnTo>
                  <a:pt x="490" y="959"/>
                </a:lnTo>
                <a:lnTo>
                  <a:pt x="489" y="959"/>
                </a:lnTo>
                <a:lnTo>
                  <a:pt x="490" y="959"/>
                </a:lnTo>
                <a:lnTo>
                  <a:pt x="489" y="959"/>
                </a:lnTo>
                <a:lnTo>
                  <a:pt x="489" y="960"/>
                </a:lnTo>
                <a:lnTo>
                  <a:pt x="490" y="960"/>
                </a:lnTo>
                <a:lnTo>
                  <a:pt x="490" y="961"/>
                </a:lnTo>
                <a:lnTo>
                  <a:pt x="491" y="961"/>
                </a:lnTo>
                <a:lnTo>
                  <a:pt x="491" y="962"/>
                </a:lnTo>
                <a:lnTo>
                  <a:pt x="492" y="962"/>
                </a:lnTo>
                <a:lnTo>
                  <a:pt x="493" y="962"/>
                </a:lnTo>
                <a:lnTo>
                  <a:pt x="494" y="962"/>
                </a:lnTo>
                <a:lnTo>
                  <a:pt x="494" y="963"/>
                </a:lnTo>
                <a:lnTo>
                  <a:pt x="495" y="963"/>
                </a:lnTo>
                <a:lnTo>
                  <a:pt x="495" y="964"/>
                </a:lnTo>
                <a:lnTo>
                  <a:pt x="494" y="964"/>
                </a:lnTo>
                <a:lnTo>
                  <a:pt x="493" y="964"/>
                </a:lnTo>
                <a:lnTo>
                  <a:pt x="494" y="964"/>
                </a:lnTo>
                <a:lnTo>
                  <a:pt x="494" y="965"/>
                </a:lnTo>
                <a:lnTo>
                  <a:pt x="493" y="965"/>
                </a:lnTo>
                <a:lnTo>
                  <a:pt x="493" y="966"/>
                </a:lnTo>
                <a:lnTo>
                  <a:pt x="493" y="967"/>
                </a:lnTo>
                <a:lnTo>
                  <a:pt x="493" y="968"/>
                </a:lnTo>
                <a:lnTo>
                  <a:pt x="492" y="968"/>
                </a:lnTo>
                <a:lnTo>
                  <a:pt x="492" y="969"/>
                </a:lnTo>
                <a:lnTo>
                  <a:pt x="492" y="970"/>
                </a:lnTo>
                <a:lnTo>
                  <a:pt x="492" y="971"/>
                </a:lnTo>
                <a:lnTo>
                  <a:pt x="492" y="972"/>
                </a:lnTo>
                <a:lnTo>
                  <a:pt x="491" y="972"/>
                </a:lnTo>
                <a:lnTo>
                  <a:pt x="491" y="973"/>
                </a:lnTo>
                <a:lnTo>
                  <a:pt x="490" y="973"/>
                </a:lnTo>
                <a:lnTo>
                  <a:pt x="490" y="974"/>
                </a:lnTo>
                <a:lnTo>
                  <a:pt x="490" y="975"/>
                </a:lnTo>
                <a:lnTo>
                  <a:pt x="490" y="976"/>
                </a:lnTo>
                <a:lnTo>
                  <a:pt x="491" y="976"/>
                </a:lnTo>
                <a:lnTo>
                  <a:pt x="492" y="976"/>
                </a:lnTo>
                <a:lnTo>
                  <a:pt x="492" y="977"/>
                </a:lnTo>
                <a:lnTo>
                  <a:pt x="493" y="977"/>
                </a:lnTo>
                <a:lnTo>
                  <a:pt x="493" y="978"/>
                </a:lnTo>
                <a:lnTo>
                  <a:pt x="493" y="979"/>
                </a:lnTo>
                <a:lnTo>
                  <a:pt x="493" y="980"/>
                </a:lnTo>
                <a:lnTo>
                  <a:pt x="493" y="981"/>
                </a:lnTo>
                <a:lnTo>
                  <a:pt x="493" y="982"/>
                </a:lnTo>
                <a:lnTo>
                  <a:pt x="493" y="983"/>
                </a:lnTo>
                <a:lnTo>
                  <a:pt x="493" y="984"/>
                </a:lnTo>
                <a:lnTo>
                  <a:pt x="492" y="984"/>
                </a:lnTo>
                <a:lnTo>
                  <a:pt x="493" y="984"/>
                </a:lnTo>
                <a:lnTo>
                  <a:pt x="493" y="985"/>
                </a:lnTo>
                <a:lnTo>
                  <a:pt x="493" y="984"/>
                </a:lnTo>
                <a:lnTo>
                  <a:pt x="494" y="985"/>
                </a:lnTo>
                <a:lnTo>
                  <a:pt x="494" y="986"/>
                </a:lnTo>
                <a:lnTo>
                  <a:pt x="494" y="987"/>
                </a:lnTo>
                <a:lnTo>
                  <a:pt x="495" y="987"/>
                </a:lnTo>
                <a:lnTo>
                  <a:pt x="495" y="986"/>
                </a:lnTo>
                <a:lnTo>
                  <a:pt x="496" y="986"/>
                </a:lnTo>
                <a:lnTo>
                  <a:pt x="496" y="987"/>
                </a:lnTo>
                <a:lnTo>
                  <a:pt x="496" y="986"/>
                </a:lnTo>
                <a:lnTo>
                  <a:pt x="497" y="986"/>
                </a:lnTo>
                <a:lnTo>
                  <a:pt x="497" y="987"/>
                </a:lnTo>
                <a:lnTo>
                  <a:pt x="498" y="987"/>
                </a:lnTo>
                <a:lnTo>
                  <a:pt x="497" y="987"/>
                </a:lnTo>
                <a:lnTo>
                  <a:pt x="497" y="988"/>
                </a:lnTo>
                <a:lnTo>
                  <a:pt x="498" y="988"/>
                </a:lnTo>
                <a:lnTo>
                  <a:pt x="498" y="989"/>
                </a:lnTo>
                <a:lnTo>
                  <a:pt x="499" y="989"/>
                </a:lnTo>
                <a:lnTo>
                  <a:pt x="499" y="988"/>
                </a:lnTo>
                <a:lnTo>
                  <a:pt x="500" y="988"/>
                </a:lnTo>
                <a:lnTo>
                  <a:pt x="500" y="989"/>
                </a:lnTo>
                <a:lnTo>
                  <a:pt x="500" y="990"/>
                </a:lnTo>
                <a:lnTo>
                  <a:pt x="500" y="991"/>
                </a:lnTo>
                <a:lnTo>
                  <a:pt x="499" y="991"/>
                </a:lnTo>
                <a:lnTo>
                  <a:pt x="499" y="992"/>
                </a:lnTo>
                <a:lnTo>
                  <a:pt x="499" y="993"/>
                </a:lnTo>
                <a:lnTo>
                  <a:pt x="499" y="994"/>
                </a:lnTo>
                <a:lnTo>
                  <a:pt x="498" y="994"/>
                </a:lnTo>
                <a:lnTo>
                  <a:pt x="498" y="993"/>
                </a:lnTo>
                <a:lnTo>
                  <a:pt x="498" y="994"/>
                </a:lnTo>
                <a:lnTo>
                  <a:pt x="497" y="994"/>
                </a:lnTo>
                <a:lnTo>
                  <a:pt x="497" y="995"/>
                </a:lnTo>
                <a:lnTo>
                  <a:pt x="496" y="995"/>
                </a:lnTo>
                <a:lnTo>
                  <a:pt x="495" y="995"/>
                </a:lnTo>
                <a:lnTo>
                  <a:pt x="494" y="995"/>
                </a:lnTo>
                <a:lnTo>
                  <a:pt x="493" y="995"/>
                </a:lnTo>
                <a:lnTo>
                  <a:pt x="493" y="994"/>
                </a:lnTo>
                <a:lnTo>
                  <a:pt x="492" y="994"/>
                </a:lnTo>
                <a:lnTo>
                  <a:pt x="490" y="994"/>
                </a:lnTo>
                <a:lnTo>
                  <a:pt x="490" y="996"/>
                </a:lnTo>
                <a:lnTo>
                  <a:pt x="490" y="997"/>
                </a:lnTo>
                <a:lnTo>
                  <a:pt x="491" y="997"/>
                </a:lnTo>
                <a:lnTo>
                  <a:pt x="492" y="997"/>
                </a:lnTo>
                <a:lnTo>
                  <a:pt x="491" y="997"/>
                </a:lnTo>
                <a:lnTo>
                  <a:pt x="491" y="998"/>
                </a:lnTo>
                <a:lnTo>
                  <a:pt x="490" y="998"/>
                </a:lnTo>
                <a:lnTo>
                  <a:pt x="490" y="999"/>
                </a:lnTo>
                <a:lnTo>
                  <a:pt x="491" y="999"/>
                </a:lnTo>
                <a:lnTo>
                  <a:pt x="491" y="1000"/>
                </a:lnTo>
                <a:lnTo>
                  <a:pt x="490" y="1000"/>
                </a:lnTo>
                <a:lnTo>
                  <a:pt x="491" y="1000"/>
                </a:lnTo>
                <a:lnTo>
                  <a:pt x="491" y="1001"/>
                </a:lnTo>
                <a:lnTo>
                  <a:pt x="492" y="1001"/>
                </a:lnTo>
                <a:lnTo>
                  <a:pt x="492" y="1002"/>
                </a:lnTo>
                <a:lnTo>
                  <a:pt x="493" y="1002"/>
                </a:lnTo>
                <a:lnTo>
                  <a:pt x="493" y="1003"/>
                </a:lnTo>
                <a:lnTo>
                  <a:pt x="492" y="1003"/>
                </a:lnTo>
                <a:lnTo>
                  <a:pt x="492" y="1004"/>
                </a:lnTo>
                <a:lnTo>
                  <a:pt x="491" y="1004"/>
                </a:lnTo>
                <a:lnTo>
                  <a:pt x="491" y="1005"/>
                </a:lnTo>
                <a:lnTo>
                  <a:pt x="490" y="1005"/>
                </a:lnTo>
                <a:lnTo>
                  <a:pt x="490" y="1006"/>
                </a:lnTo>
                <a:lnTo>
                  <a:pt x="489" y="1006"/>
                </a:lnTo>
                <a:lnTo>
                  <a:pt x="488" y="1006"/>
                </a:lnTo>
                <a:lnTo>
                  <a:pt x="488" y="1007"/>
                </a:lnTo>
                <a:lnTo>
                  <a:pt x="488" y="1008"/>
                </a:lnTo>
                <a:lnTo>
                  <a:pt x="489" y="1008"/>
                </a:lnTo>
                <a:lnTo>
                  <a:pt x="489" y="1009"/>
                </a:lnTo>
                <a:lnTo>
                  <a:pt x="488" y="1009"/>
                </a:lnTo>
                <a:lnTo>
                  <a:pt x="488" y="1010"/>
                </a:lnTo>
                <a:lnTo>
                  <a:pt x="489" y="1010"/>
                </a:lnTo>
                <a:lnTo>
                  <a:pt x="489" y="1011"/>
                </a:lnTo>
                <a:lnTo>
                  <a:pt x="490" y="1011"/>
                </a:lnTo>
                <a:lnTo>
                  <a:pt x="490" y="1012"/>
                </a:lnTo>
                <a:lnTo>
                  <a:pt x="489" y="1012"/>
                </a:lnTo>
                <a:lnTo>
                  <a:pt x="489" y="1013"/>
                </a:lnTo>
                <a:lnTo>
                  <a:pt x="488" y="1013"/>
                </a:lnTo>
                <a:lnTo>
                  <a:pt x="489" y="1013"/>
                </a:lnTo>
                <a:lnTo>
                  <a:pt x="489" y="1014"/>
                </a:lnTo>
                <a:lnTo>
                  <a:pt x="489" y="1015"/>
                </a:lnTo>
                <a:lnTo>
                  <a:pt x="489" y="1016"/>
                </a:lnTo>
                <a:lnTo>
                  <a:pt x="488" y="1016"/>
                </a:lnTo>
                <a:lnTo>
                  <a:pt x="488" y="1017"/>
                </a:lnTo>
                <a:lnTo>
                  <a:pt x="488" y="1018"/>
                </a:lnTo>
                <a:lnTo>
                  <a:pt x="488" y="1019"/>
                </a:lnTo>
                <a:lnTo>
                  <a:pt x="488" y="1020"/>
                </a:lnTo>
                <a:lnTo>
                  <a:pt x="488" y="1021"/>
                </a:lnTo>
                <a:lnTo>
                  <a:pt x="487" y="1021"/>
                </a:lnTo>
                <a:lnTo>
                  <a:pt x="488" y="1021"/>
                </a:lnTo>
                <a:lnTo>
                  <a:pt x="488" y="1022"/>
                </a:lnTo>
                <a:lnTo>
                  <a:pt x="487" y="1022"/>
                </a:lnTo>
                <a:lnTo>
                  <a:pt x="486" y="1022"/>
                </a:lnTo>
                <a:lnTo>
                  <a:pt x="486" y="1023"/>
                </a:lnTo>
                <a:lnTo>
                  <a:pt x="486" y="1024"/>
                </a:lnTo>
                <a:lnTo>
                  <a:pt x="487" y="1025"/>
                </a:lnTo>
                <a:lnTo>
                  <a:pt x="486" y="1025"/>
                </a:lnTo>
                <a:lnTo>
                  <a:pt x="487" y="1025"/>
                </a:lnTo>
                <a:lnTo>
                  <a:pt x="487" y="1026"/>
                </a:lnTo>
                <a:lnTo>
                  <a:pt x="487" y="1027"/>
                </a:lnTo>
                <a:lnTo>
                  <a:pt x="487" y="1028"/>
                </a:lnTo>
                <a:lnTo>
                  <a:pt x="488" y="1028"/>
                </a:lnTo>
                <a:lnTo>
                  <a:pt x="487" y="1028"/>
                </a:lnTo>
                <a:lnTo>
                  <a:pt x="488" y="1028"/>
                </a:lnTo>
                <a:lnTo>
                  <a:pt x="488" y="1029"/>
                </a:lnTo>
                <a:lnTo>
                  <a:pt x="488" y="1030"/>
                </a:lnTo>
                <a:lnTo>
                  <a:pt x="489" y="1030"/>
                </a:lnTo>
                <a:lnTo>
                  <a:pt x="489" y="1031"/>
                </a:lnTo>
                <a:lnTo>
                  <a:pt x="490" y="1031"/>
                </a:lnTo>
                <a:lnTo>
                  <a:pt x="491" y="1031"/>
                </a:lnTo>
                <a:lnTo>
                  <a:pt x="492" y="1031"/>
                </a:lnTo>
                <a:lnTo>
                  <a:pt x="493" y="1031"/>
                </a:lnTo>
                <a:lnTo>
                  <a:pt x="494" y="1031"/>
                </a:lnTo>
                <a:lnTo>
                  <a:pt x="495" y="1031"/>
                </a:lnTo>
                <a:lnTo>
                  <a:pt x="495" y="1032"/>
                </a:lnTo>
                <a:lnTo>
                  <a:pt x="495" y="1033"/>
                </a:lnTo>
                <a:lnTo>
                  <a:pt x="495" y="1034"/>
                </a:lnTo>
                <a:lnTo>
                  <a:pt x="496" y="1034"/>
                </a:lnTo>
                <a:lnTo>
                  <a:pt x="496" y="1035"/>
                </a:lnTo>
                <a:lnTo>
                  <a:pt x="497" y="1035"/>
                </a:lnTo>
                <a:lnTo>
                  <a:pt x="498" y="1035"/>
                </a:lnTo>
                <a:lnTo>
                  <a:pt x="499" y="1035"/>
                </a:lnTo>
                <a:lnTo>
                  <a:pt x="499" y="1036"/>
                </a:lnTo>
                <a:lnTo>
                  <a:pt x="500" y="1036"/>
                </a:lnTo>
                <a:lnTo>
                  <a:pt x="499" y="1036"/>
                </a:lnTo>
                <a:lnTo>
                  <a:pt x="499" y="1037"/>
                </a:lnTo>
                <a:lnTo>
                  <a:pt x="499" y="1038"/>
                </a:lnTo>
                <a:lnTo>
                  <a:pt x="499" y="1039"/>
                </a:lnTo>
                <a:lnTo>
                  <a:pt x="499" y="1040"/>
                </a:lnTo>
                <a:lnTo>
                  <a:pt x="499" y="1041"/>
                </a:lnTo>
                <a:lnTo>
                  <a:pt x="499" y="1042"/>
                </a:lnTo>
                <a:lnTo>
                  <a:pt x="498" y="1042"/>
                </a:lnTo>
                <a:lnTo>
                  <a:pt x="498" y="1041"/>
                </a:lnTo>
                <a:lnTo>
                  <a:pt x="496" y="1041"/>
                </a:lnTo>
                <a:lnTo>
                  <a:pt x="495" y="1041"/>
                </a:lnTo>
                <a:lnTo>
                  <a:pt x="495" y="1042"/>
                </a:lnTo>
                <a:lnTo>
                  <a:pt x="494" y="1042"/>
                </a:lnTo>
                <a:lnTo>
                  <a:pt x="493" y="1042"/>
                </a:lnTo>
                <a:lnTo>
                  <a:pt x="493" y="1043"/>
                </a:lnTo>
                <a:lnTo>
                  <a:pt x="493" y="1044"/>
                </a:lnTo>
                <a:lnTo>
                  <a:pt x="492" y="1044"/>
                </a:lnTo>
                <a:lnTo>
                  <a:pt x="493" y="1044"/>
                </a:lnTo>
                <a:lnTo>
                  <a:pt x="493" y="1045"/>
                </a:lnTo>
                <a:lnTo>
                  <a:pt x="492" y="1045"/>
                </a:lnTo>
                <a:lnTo>
                  <a:pt x="492" y="1046"/>
                </a:lnTo>
                <a:lnTo>
                  <a:pt x="492" y="1047"/>
                </a:lnTo>
                <a:lnTo>
                  <a:pt x="491" y="1047"/>
                </a:lnTo>
                <a:lnTo>
                  <a:pt x="491" y="1048"/>
                </a:lnTo>
                <a:lnTo>
                  <a:pt x="490" y="1048"/>
                </a:lnTo>
                <a:lnTo>
                  <a:pt x="490" y="1049"/>
                </a:lnTo>
                <a:lnTo>
                  <a:pt x="489" y="1049"/>
                </a:lnTo>
                <a:lnTo>
                  <a:pt x="489" y="1050"/>
                </a:lnTo>
                <a:lnTo>
                  <a:pt x="488" y="1050"/>
                </a:lnTo>
                <a:lnTo>
                  <a:pt x="488" y="1049"/>
                </a:lnTo>
                <a:lnTo>
                  <a:pt x="487" y="1049"/>
                </a:lnTo>
                <a:lnTo>
                  <a:pt x="487" y="1050"/>
                </a:lnTo>
                <a:lnTo>
                  <a:pt x="486" y="1049"/>
                </a:lnTo>
                <a:lnTo>
                  <a:pt x="485" y="1049"/>
                </a:lnTo>
                <a:lnTo>
                  <a:pt x="484" y="1049"/>
                </a:lnTo>
                <a:lnTo>
                  <a:pt x="484" y="1050"/>
                </a:lnTo>
                <a:lnTo>
                  <a:pt x="484" y="1049"/>
                </a:lnTo>
                <a:lnTo>
                  <a:pt x="483" y="1049"/>
                </a:lnTo>
                <a:lnTo>
                  <a:pt x="482" y="1049"/>
                </a:lnTo>
                <a:lnTo>
                  <a:pt x="481" y="1048"/>
                </a:lnTo>
                <a:lnTo>
                  <a:pt x="482" y="1048"/>
                </a:lnTo>
                <a:lnTo>
                  <a:pt x="482" y="1047"/>
                </a:lnTo>
                <a:lnTo>
                  <a:pt x="482" y="1046"/>
                </a:lnTo>
                <a:lnTo>
                  <a:pt x="481" y="1046"/>
                </a:lnTo>
                <a:lnTo>
                  <a:pt x="481" y="1045"/>
                </a:lnTo>
                <a:lnTo>
                  <a:pt x="480" y="1045"/>
                </a:lnTo>
                <a:lnTo>
                  <a:pt x="480" y="1044"/>
                </a:lnTo>
                <a:lnTo>
                  <a:pt x="480" y="1043"/>
                </a:lnTo>
                <a:lnTo>
                  <a:pt x="479" y="1043"/>
                </a:lnTo>
                <a:lnTo>
                  <a:pt x="479" y="1042"/>
                </a:lnTo>
                <a:lnTo>
                  <a:pt x="478" y="1042"/>
                </a:lnTo>
                <a:lnTo>
                  <a:pt x="477" y="1042"/>
                </a:lnTo>
                <a:lnTo>
                  <a:pt x="476" y="1042"/>
                </a:lnTo>
                <a:lnTo>
                  <a:pt x="476" y="1043"/>
                </a:lnTo>
                <a:lnTo>
                  <a:pt x="475" y="1043"/>
                </a:lnTo>
                <a:lnTo>
                  <a:pt x="475" y="1042"/>
                </a:lnTo>
                <a:lnTo>
                  <a:pt x="474" y="1042"/>
                </a:lnTo>
                <a:lnTo>
                  <a:pt x="473" y="1042"/>
                </a:lnTo>
                <a:lnTo>
                  <a:pt x="473" y="1043"/>
                </a:lnTo>
                <a:lnTo>
                  <a:pt x="473" y="1044"/>
                </a:lnTo>
                <a:lnTo>
                  <a:pt x="472" y="1044"/>
                </a:lnTo>
                <a:lnTo>
                  <a:pt x="471" y="1045"/>
                </a:lnTo>
                <a:lnTo>
                  <a:pt x="470" y="1045"/>
                </a:lnTo>
                <a:lnTo>
                  <a:pt x="469" y="1045"/>
                </a:lnTo>
                <a:lnTo>
                  <a:pt x="469" y="1044"/>
                </a:lnTo>
                <a:lnTo>
                  <a:pt x="468" y="1043"/>
                </a:lnTo>
                <a:lnTo>
                  <a:pt x="469" y="1043"/>
                </a:lnTo>
                <a:lnTo>
                  <a:pt x="469" y="1042"/>
                </a:lnTo>
                <a:lnTo>
                  <a:pt x="469" y="1041"/>
                </a:lnTo>
                <a:lnTo>
                  <a:pt x="470" y="1041"/>
                </a:lnTo>
                <a:lnTo>
                  <a:pt x="470" y="1040"/>
                </a:lnTo>
                <a:lnTo>
                  <a:pt x="470" y="1039"/>
                </a:lnTo>
                <a:lnTo>
                  <a:pt x="471" y="1039"/>
                </a:lnTo>
                <a:lnTo>
                  <a:pt x="472" y="1039"/>
                </a:lnTo>
                <a:lnTo>
                  <a:pt x="472" y="1038"/>
                </a:lnTo>
                <a:lnTo>
                  <a:pt x="471" y="1038"/>
                </a:lnTo>
                <a:lnTo>
                  <a:pt x="471" y="1037"/>
                </a:lnTo>
                <a:lnTo>
                  <a:pt x="470" y="1037"/>
                </a:lnTo>
                <a:lnTo>
                  <a:pt x="469" y="1037"/>
                </a:lnTo>
                <a:lnTo>
                  <a:pt x="469" y="1038"/>
                </a:lnTo>
                <a:lnTo>
                  <a:pt x="469" y="1037"/>
                </a:lnTo>
                <a:lnTo>
                  <a:pt x="468" y="1037"/>
                </a:lnTo>
                <a:lnTo>
                  <a:pt x="467" y="1037"/>
                </a:lnTo>
                <a:lnTo>
                  <a:pt x="467" y="1036"/>
                </a:lnTo>
                <a:lnTo>
                  <a:pt x="466" y="1036"/>
                </a:lnTo>
                <a:lnTo>
                  <a:pt x="465" y="1036"/>
                </a:lnTo>
                <a:lnTo>
                  <a:pt x="465" y="1035"/>
                </a:lnTo>
                <a:lnTo>
                  <a:pt x="464" y="1035"/>
                </a:lnTo>
                <a:lnTo>
                  <a:pt x="463" y="1035"/>
                </a:lnTo>
                <a:lnTo>
                  <a:pt x="462" y="1035"/>
                </a:lnTo>
                <a:lnTo>
                  <a:pt x="461" y="1035"/>
                </a:lnTo>
                <a:lnTo>
                  <a:pt x="460" y="1035"/>
                </a:lnTo>
                <a:lnTo>
                  <a:pt x="459" y="1035"/>
                </a:lnTo>
                <a:lnTo>
                  <a:pt x="458" y="1035"/>
                </a:lnTo>
                <a:lnTo>
                  <a:pt x="458" y="1036"/>
                </a:lnTo>
                <a:lnTo>
                  <a:pt x="458" y="1035"/>
                </a:lnTo>
                <a:lnTo>
                  <a:pt x="457" y="1035"/>
                </a:lnTo>
                <a:lnTo>
                  <a:pt x="456" y="1035"/>
                </a:lnTo>
                <a:lnTo>
                  <a:pt x="456" y="1036"/>
                </a:lnTo>
                <a:lnTo>
                  <a:pt x="455" y="1036"/>
                </a:lnTo>
                <a:lnTo>
                  <a:pt x="455" y="1037"/>
                </a:lnTo>
                <a:lnTo>
                  <a:pt x="454" y="1036"/>
                </a:lnTo>
                <a:lnTo>
                  <a:pt x="454" y="1037"/>
                </a:lnTo>
                <a:lnTo>
                  <a:pt x="453" y="1037"/>
                </a:lnTo>
                <a:lnTo>
                  <a:pt x="453" y="1038"/>
                </a:lnTo>
                <a:lnTo>
                  <a:pt x="452" y="1038"/>
                </a:lnTo>
                <a:lnTo>
                  <a:pt x="452" y="1037"/>
                </a:lnTo>
                <a:lnTo>
                  <a:pt x="451" y="1037"/>
                </a:lnTo>
                <a:lnTo>
                  <a:pt x="451" y="1038"/>
                </a:lnTo>
                <a:lnTo>
                  <a:pt x="451" y="1037"/>
                </a:lnTo>
                <a:lnTo>
                  <a:pt x="451" y="1038"/>
                </a:lnTo>
                <a:lnTo>
                  <a:pt x="451" y="1037"/>
                </a:lnTo>
                <a:lnTo>
                  <a:pt x="450" y="1037"/>
                </a:lnTo>
                <a:lnTo>
                  <a:pt x="449" y="1037"/>
                </a:lnTo>
                <a:lnTo>
                  <a:pt x="448" y="1037"/>
                </a:lnTo>
                <a:lnTo>
                  <a:pt x="448" y="1038"/>
                </a:lnTo>
                <a:lnTo>
                  <a:pt x="447" y="1038"/>
                </a:lnTo>
                <a:lnTo>
                  <a:pt x="446" y="1038"/>
                </a:lnTo>
                <a:lnTo>
                  <a:pt x="446" y="1037"/>
                </a:lnTo>
                <a:lnTo>
                  <a:pt x="445" y="1037"/>
                </a:lnTo>
                <a:lnTo>
                  <a:pt x="445" y="1038"/>
                </a:lnTo>
                <a:lnTo>
                  <a:pt x="445" y="1037"/>
                </a:lnTo>
                <a:lnTo>
                  <a:pt x="445" y="1038"/>
                </a:lnTo>
                <a:lnTo>
                  <a:pt x="445" y="1037"/>
                </a:lnTo>
                <a:lnTo>
                  <a:pt x="444" y="1037"/>
                </a:lnTo>
                <a:lnTo>
                  <a:pt x="444" y="1038"/>
                </a:lnTo>
                <a:lnTo>
                  <a:pt x="443" y="1038"/>
                </a:lnTo>
                <a:lnTo>
                  <a:pt x="442" y="1038"/>
                </a:lnTo>
                <a:lnTo>
                  <a:pt x="442" y="1039"/>
                </a:lnTo>
                <a:lnTo>
                  <a:pt x="442" y="1038"/>
                </a:lnTo>
                <a:lnTo>
                  <a:pt x="441" y="1038"/>
                </a:lnTo>
                <a:lnTo>
                  <a:pt x="441" y="1039"/>
                </a:lnTo>
                <a:lnTo>
                  <a:pt x="441" y="1040"/>
                </a:lnTo>
                <a:lnTo>
                  <a:pt x="440" y="1040"/>
                </a:lnTo>
                <a:lnTo>
                  <a:pt x="439" y="1040"/>
                </a:lnTo>
                <a:lnTo>
                  <a:pt x="439" y="1041"/>
                </a:lnTo>
                <a:lnTo>
                  <a:pt x="438" y="1041"/>
                </a:lnTo>
                <a:lnTo>
                  <a:pt x="437" y="1041"/>
                </a:lnTo>
                <a:lnTo>
                  <a:pt x="437" y="1042"/>
                </a:lnTo>
                <a:lnTo>
                  <a:pt x="436" y="1042"/>
                </a:lnTo>
                <a:lnTo>
                  <a:pt x="436" y="1041"/>
                </a:lnTo>
                <a:lnTo>
                  <a:pt x="435" y="1041"/>
                </a:lnTo>
                <a:lnTo>
                  <a:pt x="435" y="1042"/>
                </a:lnTo>
                <a:lnTo>
                  <a:pt x="434" y="1042"/>
                </a:lnTo>
                <a:lnTo>
                  <a:pt x="434" y="1043"/>
                </a:lnTo>
                <a:lnTo>
                  <a:pt x="433" y="1043"/>
                </a:lnTo>
                <a:lnTo>
                  <a:pt x="432" y="1043"/>
                </a:lnTo>
                <a:lnTo>
                  <a:pt x="432" y="1044"/>
                </a:lnTo>
                <a:lnTo>
                  <a:pt x="432" y="1043"/>
                </a:lnTo>
                <a:lnTo>
                  <a:pt x="431" y="1043"/>
                </a:lnTo>
                <a:lnTo>
                  <a:pt x="431" y="1042"/>
                </a:lnTo>
                <a:lnTo>
                  <a:pt x="431" y="1041"/>
                </a:lnTo>
                <a:lnTo>
                  <a:pt x="430" y="1041"/>
                </a:lnTo>
                <a:lnTo>
                  <a:pt x="429" y="1041"/>
                </a:lnTo>
                <a:lnTo>
                  <a:pt x="428" y="1041"/>
                </a:lnTo>
                <a:lnTo>
                  <a:pt x="428" y="1040"/>
                </a:lnTo>
                <a:lnTo>
                  <a:pt x="427" y="1040"/>
                </a:lnTo>
                <a:lnTo>
                  <a:pt x="427" y="1039"/>
                </a:lnTo>
                <a:lnTo>
                  <a:pt x="427" y="1038"/>
                </a:lnTo>
                <a:lnTo>
                  <a:pt x="427" y="1037"/>
                </a:lnTo>
                <a:lnTo>
                  <a:pt x="426" y="1037"/>
                </a:lnTo>
                <a:lnTo>
                  <a:pt x="425" y="1037"/>
                </a:lnTo>
                <a:lnTo>
                  <a:pt x="425" y="1036"/>
                </a:lnTo>
                <a:lnTo>
                  <a:pt x="424" y="1036"/>
                </a:lnTo>
                <a:lnTo>
                  <a:pt x="423" y="1036"/>
                </a:lnTo>
                <a:lnTo>
                  <a:pt x="423" y="1035"/>
                </a:lnTo>
                <a:lnTo>
                  <a:pt x="424" y="1035"/>
                </a:lnTo>
                <a:lnTo>
                  <a:pt x="425" y="1035"/>
                </a:lnTo>
                <a:lnTo>
                  <a:pt x="425" y="1034"/>
                </a:lnTo>
                <a:lnTo>
                  <a:pt x="425" y="1033"/>
                </a:lnTo>
                <a:lnTo>
                  <a:pt x="426" y="1033"/>
                </a:lnTo>
                <a:lnTo>
                  <a:pt x="426" y="1032"/>
                </a:lnTo>
                <a:lnTo>
                  <a:pt x="427" y="1032"/>
                </a:lnTo>
                <a:lnTo>
                  <a:pt x="427" y="1031"/>
                </a:lnTo>
                <a:lnTo>
                  <a:pt x="427" y="1030"/>
                </a:lnTo>
                <a:lnTo>
                  <a:pt x="428" y="1030"/>
                </a:lnTo>
                <a:lnTo>
                  <a:pt x="428" y="1029"/>
                </a:lnTo>
                <a:lnTo>
                  <a:pt x="428" y="1028"/>
                </a:lnTo>
                <a:lnTo>
                  <a:pt x="427" y="1028"/>
                </a:lnTo>
                <a:lnTo>
                  <a:pt x="427" y="1027"/>
                </a:lnTo>
                <a:lnTo>
                  <a:pt x="427" y="1026"/>
                </a:lnTo>
                <a:lnTo>
                  <a:pt x="426" y="1026"/>
                </a:lnTo>
                <a:lnTo>
                  <a:pt x="425" y="1026"/>
                </a:lnTo>
                <a:lnTo>
                  <a:pt x="424" y="1026"/>
                </a:lnTo>
                <a:lnTo>
                  <a:pt x="424" y="1025"/>
                </a:lnTo>
                <a:lnTo>
                  <a:pt x="423" y="1025"/>
                </a:lnTo>
                <a:lnTo>
                  <a:pt x="422" y="1025"/>
                </a:lnTo>
                <a:lnTo>
                  <a:pt x="421" y="1025"/>
                </a:lnTo>
                <a:lnTo>
                  <a:pt x="421" y="1024"/>
                </a:lnTo>
                <a:lnTo>
                  <a:pt x="420" y="1024"/>
                </a:lnTo>
                <a:lnTo>
                  <a:pt x="420" y="1023"/>
                </a:lnTo>
                <a:lnTo>
                  <a:pt x="420" y="1022"/>
                </a:lnTo>
                <a:lnTo>
                  <a:pt x="420" y="1021"/>
                </a:lnTo>
                <a:lnTo>
                  <a:pt x="420" y="1020"/>
                </a:lnTo>
                <a:lnTo>
                  <a:pt x="419" y="1020"/>
                </a:lnTo>
                <a:lnTo>
                  <a:pt x="418" y="1020"/>
                </a:lnTo>
                <a:lnTo>
                  <a:pt x="418" y="1019"/>
                </a:lnTo>
                <a:lnTo>
                  <a:pt x="418" y="1018"/>
                </a:lnTo>
                <a:lnTo>
                  <a:pt x="418" y="1017"/>
                </a:lnTo>
                <a:lnTo>
                  <a:pt x="417" y="1017"/>
                </a:lnTo>
                <a:lnTo>
                  <a:pt x="417" y="1016"/>
                </a:lnTo>
                <a:lnTo>
                  <a:pt x="417" y="1015"/>
                </a:lnTo>
                <a:lnTo>
                  <a:pt x="416" y="1015"/>
                </a:lnTo>
                <a:lnTo>
                  <a:pt x="416" y="1014"/>
                </a:lnTo>
                <a:lnTo>
                  <a:pt x="415" y="1014"/>
                </a:lnTo>
                <a:lnTo>
                  <a:pt x="415" y="1013"/>
                </a:lnTo>
                <a:lnTo>
                  <a:pt x="416" y="1013"/>
                </a:lnTo>
                <a:lnTo>
                  <a:pt x="417" y="1013"/>
                </a:lnTo>
                <a:lnTo>
                  <a:pt x="417" y="1012"/>
                </a:lnTo>
                <a:lnTo>
                  <a:pt x="418" y="1012"/>
                </a:lnTo>
                <a:lnTo>
                  <a:pt x="419" y="1012"/>
                </a:lnTo>
                <a:lnTo>
                  <a:pt x="419" y="1013"/>
                </a:lnTo>
                <a:lnTo>
                  <a:pt x="420" y="1013"/>
                </a:lnTo>
                <a:lnTo>
                  <a:pt x="420" y="1012"/>
                </a:lnTo>
                <a:lnTo>
                  <a:pt x="421" y="1012"/>
                </a:lnTo>
                <a:lnTo>
                  <a:pt x="422" y="1012"/>
                </a:lnTo>
                <a:lnTo>
                  <a:pt x="422" y="1011"/>
                </a:lnTo>
                <a:lnTo>
                  <a:pt x="422" y="1010"/>
                </a:lnTo>
                <a:lnTo>
                  <a:pt x="423" y="1010"/>
                </a:lnTo>
                <a:lnTo>
                  <a:pt x="422" y="1010"/>
                </a:lnTo>
                <a:lnTo>
                  <a:pt x="422" y="1009"/>
                </a:lnTo>
                <a:lnTo>
                  <a:pt x="422" y="1008"/>
                </a:lnTo>
                <a:lnTo>
                  <a:pt x="422" y="1007"/>
                </a:lnTo>
                <a:lnTo>
                  <a:pt x="422" y="1006"/>
                </a:lnTo>
                <a:lnTo>
                  <a:pt x="422" y="1005"/>
                </a:lnTo>
                <a:lnTo>
                  <a:pt x="422" y="1004"/>
                </a:lnTo>
                <a:lnTo>
                  <a:pt x="423" y="1004"/>
                </a:lnTo>
                <a:lnTo>
                  <a:pt x="424" y="1004"/>
                </a:lnTo>
                <a:lnTo>
                  <a:pt x="424" y="1003"/>
                </a:lnTo>
                <a:lnTo>
                  <a:pt x="425" y="1003"/>
                </a:lnTo>
                <a:lnTo>
                  <a:pt x="425" y="1002"/>
                </a:lnTo>
                <a:lnTo>
                  <a:pt x="424" y="1002"/>
                </a:lnTo>
                <a:lnTo>
                  <a:pt x="424" y="1001"/>
                </a:lnTo>
                <a:lnTo>
                  <a:pt x="424" y="1000"/>
                </a:lnTo>
                <a:lnTo>
                  <a:pt x="423" y="999"/>
                </a:lnTo>
                <a:lnTo>
                  <a:pt x="424" y="999"/>
                </a:lnTo>
                <a:lnTo>
                  <a:pt x="424" y="998"/>
                </a:lnTo>
                <a:lnTo>
                  <a:pt x="425" y="998"/>
                </a:lnTo>
                <a:lnTo>
                  <a:pt x="425" y="997"/>
                </a:lnTo>
                <a:lnTo>
                  <a:pt x="424" y="997"/>
                </a:lnTo>
                <a:lnTo>
                  <a:pt x="424" y="996"/>
                </a:lnTo>
                <a:lnTo>
                  <a:pt x="425" y="996"/>
                </a:lnTo>
                <a:lnTo>
                  <a:pt x="425" y="995"/>
                </a:lnTo>
                <a:lnTo>
                  <a:pt x="424" y="995"/>
                </a:lnTo>
                <a:lnTo>
                  <a:pt x="425" y="995"/>
                </a:lnTo>
                <a:lnTo>
                  <a:pt x="424" y="995"/>
                </a:lnTo>
                <a:lnTo>
                  <a:pt x="423" y="995"/>
                </a:lnTo>
                <a:lnTo>
                  <a:pt x="422" y="995"/>
                </a:lnTo>
                <a:lnTo>
                  <a:pt x="421" y="995"/>
                </a:lnTo>
                <a:lnTo>
                  <a:pt x="420" y="995"/>
                </a:lnTo>
                <a:lnTo>
                  <a:pt x="420" y="994"/>
                </a:lnTo>
                <a:lnTo>
                  <a:pt x="419" y="994"/>
                </a:lnTo>
                <a:lnTo>
                  <a:pt x="418" y="994"/>
                </a:lnTo>
                <a:lnTo>
                  <a:pt x="417" y="994"/>
                </a:lnTo>
                <a:lnTo>
                  <a:pt x="416" y="994"/>
                </a:lnTo>
                <a:lnTo>
                  <a:pt x="416" y="993"/>
                </a:lnTo>
                <a:lnTo>
                  <a:pt x="416" y="992"/>
                </a:lnTo>
                <a:lnTo>
                  <a:pt x="417" y="991"/>
                </a:lnTo>
                <a:lnTo>
                  <a:pt x="417" y="990"/>
                </a:lnTo>
                <a:lnTo>
                  <a:pt x="419" y="990"/>
                </a:lnTo>
                <a:lnTo>
                  <a:pt x="420" y="990"/>
                </a:lnTo>
                <a:lnTo>
                  <a:pt x="420" y="989"/>
                </a:lnTo>
                <a:lnTo>
                  <a:pt x="420" y="988"/>
                </a:lnTo>
                <a:lnTo>
                  <a:pt x="419" y="988"/>
                </a:lnTo>
                <a:lnTo>
                  <a:pt x="419" y="987"/>
                </a:lnTo>
                <a:lnTo>
                  <a:pt x="419" y="986"/>
                </a:lnTo>
                <a:lnTo>
                  <a:pt x="419" y="985"/>
                </a:lnTo>
                <a:lnTo>
                  <a:pt x="419" y="984"/>
                </a:lnTo>
                <a:lnTo>
                  <a:pt x="419" y="983"/>
                </a:lnTo>
                <a:lnTo>
                  <a:pt x="418" y="983"/>
                </a:lnTo>
                <a:lnTo>
                  <a:pt x="418" y="982"/>
                </a:lnTo>
                <a:lnTo>
                  <a:pt x="418" y="981"/>
                </a:lnTo>
                <a:lnTo>
                  <a:pt x="418" y="980"/>
                </a:lnTo>
                <a:lnTo>
                  <a:pt x="417" y="980"/>
                </a:lnTo>
                <a:lnTo>
                  <a:pt x="416" y="980"/>
                </a:lnTo>
                <a:lnTo>
                  <a:pt x="415" y="979"/>
                </a:lnTo>
                <a:lnTo>
                  <a:pt x="415" y="978"/>
                </a:lnTo>
                <a:lnTo>
                  <a:pt x="414" y="978"/>
                </a:lnTo>
                <a:lnTo>
                  <a:pt x="414" y="977"/>
                </a:lnTo>
                <a:lnTo>
                  <a:pt x="414" y="976"/>
                </a:lnTo>
                <a:lnTo>
                  <a:pt x="414" y="974"/>
                </a:lnTo>
                <a:lnTo>
                  <a:pt x="414" y="973"/>
                </a:lnTo>
                <a:lnTo>
                  <a:pt x="414" y="972"/>
                </a:lnTo>
                <a:lnTo>
                  <a:pt x="414" y="971"/>
                </a:lnTo>
                <a:lnTo>
                  <a:pt x="413" y="971"/>
                </a:lnTo>
                <a:lnTo>
                  <a:pt x="413" y="970"/>
                </a:lnTo>
                <a:lnTo>
                  <a:pt x="413" y="969"/>
                </a:lnTo>
                <a:lnTo>
                  <a:pt x="414" y="969"/>
                </a:lnTo>
                <a:lnTo>
                  <a:pt x="414" y="968"/>
                </a:lnTo>
                <a:lnTo>
                  <a:pt x="414" y="967"/>
                </a:lnTo>
                <a:lnTo>
                  <a:pt x="415" y="967"/>
                </a:lnTo>
                <a:lnTo>
                  <a:pt x="414" y="967"/>
                </a:lnTo>
                <a:lnTo>
                  <a:pt x="413" y="967"/>
                </a:lnTo>
                <a:lnTo>
                  <a:pt x="412" y="967"/>
                </a:lnTo>
                <a:lnTo>
                  <a:pt x="411" y="967"/>
                </a:lnTo>
                <a:lnTo>
                  <a:pt x="410" y="967"/>
                </a:lnTo>
                <a:lnTo>
                  <a:pt x="410" y="968"/>
                </a:lnTo>
                <a:lnTo>
                  <a:pt x="409" y="968"/>
                </a:lnTo>
                <a:lnTo>
                  <a:pt x="408" y="968"/>
                </a:lnTo>
                <a:lnTo>
                  <a:pt x="408" y="969"/>
                </a:lnTo>
                <a:lnTo>
                  <a:pt x="407" y="969"/>
                </a:lnTo>
                <a:lnTo>
                  <a:pt x="407" y="970"/>
                </a:lnTo>
                <a:lnTo>
                  <a:pt x="406" y="970"/>
                </a:lnTo>
                <a:lnTo>
                  <a:pt x="406" y="971"/>
                </a:lnTo>
                <a:lnTo>
                  <a:pt x="405" y="971"/>
                </a:lnTo>
                <a:lnTo>
                  <a:pt x="405" y="972"/>
                </a:lnTo>
                <a:lnTo>
                  <a:pt x="404" y="972"/>
                </a:lnTo>
                <a:lnTo>
                  <a:pt x="404" y="973"/>
                </a:lnTo>
                <a:lnTo>
                  <a:pt x="403" y="973"/>
                </a:lnTo>
                <a:lnTo>
                  <a:pt x="402" y="973"/>
                </a:lnTo>
                <a:lnTo>
                  <a:pt x="402" y="974"/>
                </a:lnTo>
                <a:lnTo>
                  <a:pt x="401" y="974"/>
                </a:lnTo>
                <a:lnTo>
                  <a:pt x="402" y="975"/>
                </a:lnTo>
                <a:lnTo>
                  <a:pt x="401" y="975"/>
                </a:lnTo>
                <a:lnTo>
                  <a:pt x="400" y="975"/>
                </a:lnTo>
                <a:lnTo>
                  <a:pt x="399" y="975"/>
                </a:lnTo>
                <a:lnTo>
                  <a:pt x="398" y="975"/>
                </a:lnTo>
                <a:lnTo>
                  <a:pt x="397" y="975"/>
                </a:lnTo>
                <a:lnTo>
                  <a:pt x="397" y="976"/>
                </a:lnTo>
                <a:lnTo>
                  <a:pt x="396" y="976"/>
                </a:lnTo>
                <a:lnTo>
                  <a:pt x="395" y="976"/>
                </a:lnTo>
                <a:lnTo>
                  <a:pt x="394" y="976"/>
                </a:lnTo>
                <a:lnTo>
                  <a:pt x="394" y="975"/>
                </a:lnTo>
                <a:lnTo>
                  <a:pt x="394" y="976"/>
                </a:lnTo>
                <a:lnTo>
                  <a:pt x="392" y="976"/>
                </a:lnTo>
                <a:lnTo>
                  <a:pt x="391" y="976"/>
                </a:lnTo>
                <a:lnTo>
                  <a:pt x="391" y="977"/>
                </a:lnTo>
                <a:lnTo>
                  <a:pt x="390" y="977"/>
                </a:lnTo>
                <a:lnTo>
                  <a:pt x="389" y="977"/>
                </a:lnTo>
                <a:lnTo>
                  <a:pt x="389" y="978"/>
                </a:lnTo>
                <a:lnTo>
                  <a:pt x="389" y="977"/>
                </a:lnTo>
                <a:lnTo>
                  <a:pt x="388" y="977"/>
                </a:lnTo>
                <a:lnTo>
                  <a:pt x="387" y="977"/>
                </a:lnTo>
                <a:lnTo>
                  <a:pt x="386" y="977"/>
                </a:lnTo>
                <a:lnTo>
                  <a:pt x="385" y="977"/>
                </a:lnTo>
                <a:lnTo>
                  <a:pt x="385" y="978"/>
                </a:lnTo>
                <a:lnTo>
                  <a:pt x="384" y="978"/>
                </a:lnTo>
                <a:lnTo>
                  <a:pt x="384" y="979"/>
                </a:lnTo>
                <a:lnTo>
                  <a:pt x="384" y="978"/>
                </a:lnTo>
                <a:lnTo>
                  <a:pt x="384" y="979"/>
                </a:lnTo>
                <a:lnTo>
                  <a:pt x="384" y="978"/>
                </a:lnTo>
                <a:lnTo>
                  <a:pt x="384" y="979"/>
                </a:lnTo>
                <a:lnTo>
                  <a:pt x="383" y="979"/>
                </a:lnTo>
                <a:lnTo>
                  <a:pt x="384" y="979"/>
                </a:lnTo>
                <a:lnTo>
                  <a:pt x="383" y="979"/>
                </a:lnTo>
                <a:lnTo>
                  <a:pt x="383" y="980"/>
                </a:lnTo>
                <a:lnTo>
                  <a:pt x="382" y="980"/>
                </a:lnTo>
                <a:lnTo>
                  <a:pt x="382" y="981"/>
                </a:lnTo>
                <a:lnTo>
                  <a:pt x="382" y="982"/>
                </a:lnTo>
                <a:lnTo>
                  <a:pt x="381" y="982"/>
                </a:lnTo>
                <a:lnTo>
                  <a:pt x="381" y="983"/>
                </a:lnTo>
                <a:lnTo>
                  <a:pt x="380" y="983"/>
                </a:lnTo>
                <a:lnTo>
                  <a:pt x="379" y="983"/>
                </a:lnTo>
                <a:lnTo>
                  <a:pt x="379" y="984"/>
                </a:lnTo>
                <a:lnTo>
                  <a:pt x="378" y="984"/>
                </a:lnTo>
                <a:lnTo>
                  <a:pt x="377" y="984"/>
                </a:lnTo>
                <a:lnTo>
                  <a:pt x="377" y="985"/>
                </a:lnTo>
                <a:lnTo>
                  <a:pt x="376" y="985"/>
                </a:lnTo>
                <a:lnTo>
                  <a:pt x="376" y="986"/>
                </a:lnTo>
                <a:lnTo>
                  <a:pt x="376" y="987"/>
                </a:lnTo>
                <a:lnTo>
                  <a:pt x="375" y="987"/>
                </a:lnTo>
                <a:lnTo>
                  <a:pt x="375" y="988"/>
                </a:lnTo>
                <a:lnTo>
                  <a:pt x="375" y="989"/>
                </a:lnTo>
                <a:lnTo>
                  <a:pt x="374" y="989"/>
                </a:lnTo>
                <a:lnTo>
                  <a:pt x="374" y="990"/>
                </a:lnTo>
                <a:lnTo>
                  <a:pt x="374" y="991"/>
                </a:lnTo>
                <a:lnTo>
                  <a:pt x="373" y="991"/>
                </a:lnTo>
                <a:lnTo>
                  <a:pt x="372" y="991"/>
                </a:lnTo>
                <a:lnTo>
                  <a:pt x="371" y="991"/>
                </a:lnTo>
                <a:lnTo>
                  <a:pt x="371" y="992"/>
                </a:lnTo>
                <a:lnTo>
                  <a:pt x="371" y="993"/>
                </a:lnTo>
                <a:lnTo>
                  <a:pt x="370" y="993"/>
                </a:lnTo>
                <a:lnTo>
                  <a:pt x="370" y="992"/>
                </a:lnTo>
                <a:lnTo>
                  <a:pt x="370" y="993"/>
                </a:lnTo>
                <a:lnTo>
                  <a:pt x="369" y="993"/>
                </a:lnTo>
                <a:lnTo>
                  <a:pt x="369" y="994"/>
                </a:lnTo>
                <a:lnTo>
                  <a:pt x="368" y="994"/>
                </a:lnTo>
                <a:lnTo>
                  <a:pt x="368" y="995"/>
                </a:lnTo>
                <a:lnTo>
                  <a:pt x="367" y="996"/>
                </a:lnTo>
                <a:lnTo>
                  <a:pt x="367" y="997"/>
                </a:lnTo>
                <a:lnTo>
                  <a:pt x="366" y="997"/>
                </a:lnTo>
                <a:lnTo>
                  <a:pt x="366" y="998"/>
                </a:lnTo>
                <a:lnTo>
                  <a:pt x="365" y="998"/>
                </a:lnTo>
                <a:lnTo>
                  <a:pt x="364" y="998"/>
                </a:lnTo>
                <a:lnTo>
                  <a:pt x="363" y="998"/>
                </a:lnTo>
                <a:lnTo>
                  <a:pt x="362" y="998"/>
                </a:lnTo>
                <a:lnTo>
                  <a:pt x="361" y="998"/>
                </a:lnTo>
                <a:lnTo>
                  <a:pt x="361" y="999"/>
                </a:lnTo>
                <a:lnTo>
                  <a:pt x="360" y="999"/>
                </a:lnTo>
                <a:lnTo>
                  <a:pt x="360" y="1000"/>
                </a:lnTo>
                <a:lnTo>
                  <a:pt x="360" y="1001"/>
                </a:lnTo>
                <a:lnTo>
                  <a:pt x="359" y="1001"/>
                </a:lnTo>
                <a:lnTo>
                  <a:pt x="359" y="1002"/>
                </a:lnTo>
                <a:lnTo>
                  <a:pt x="358" y="1002"/>
                </a:lnTo>
                <a:lnTo>
                  <a:pt x="357" y="1002"/>
                </a:lnTo>
                <a:lnTo>
                  <a:pt x="356" y="1002"/>
                </a:lnTo>
                <a:lnTo>
                  <a:pt x="356" y="1001"/>
                </a:lnTo>
                <a:lnTo>
                  <a:pt x="355" y="1001"/>
                </a:lnTo>
                <a:lnTo>
                  <a:pt x="355" y="1002"/>
                </a:lnTo>
                <a:lnTo>
                  <a:pt x="354" y="1002"/>
                </a:lnTo>
                <a:lnTo>
                  <a:pt x="353" y="1002"/>
                </a:lnTo>
                <a:lnTo>
                  <a:pt x="353" y="1003"/>
                </a:lnTo>
                <a:lnTo>
                  <a:pt x="352" y="1003"/>
                </a:lnTo>
                <a:lnTo>
                  <a:pt x="351" y="1003"/>
                </a:lnTo>
                <a:lnTo>
                  <a:pt x="351" y="1004"/>
                </a:lnTo>
                <a:lnTo>
                  <a:pt x="350" y="1004"/>
                </a:lnTo>
                <a:lnTo>
                  <a:pt x="349" y="1004"/>
                </a:lnTo>
                <a:lnTo>
                  <a:pt x="349" y="1005"/>
                </a:lnTo>
                <a:lnTo>
                  <a:pt x="348" y="1005"/>
                </a:lnTo>
                <a:lnTo>
                  <a:pt x="347" y="1005"/>
                </a:lnTo>
                <a:lnTo>
                  <a:pt x="346" y="1005"/>
                </a:lnTo>
                <a:lnTo>
                  <a:pt x="346" y="1004"/>
                </a:lnTo>
                <a:lnTo>
                  <a:pt x="345" y="1004"/>
                </a:lnTo>
                <a:lnTo>
                  <a:pt x="344" y="1004"/>
                </a:lnTo>
                <a:lnTo>
                  <a:pt x="343" y="1004"/>
                </a:lnTo>
                <a:lnTo>
                  <a:pt x="343" y="1003"/>
                </a:lnTo>
                <a:lnTo>
                  <a:pt x="342" y="1003"/>
                </a:lnTo>
                <a:lnTo>
                  <a:pt x="342" y="1002"/>
                </a:lnTo>
                <a:lnTo>
                  <a:pt x="341" y="1002"/>
                </a:lnTo>
                <a:lnTo>
                  <a:pt x="340" y="1002"/>
                </a:lnTo>
                <a:lnTo>
                  <a:pt x="339" y="1002"/>
                </a:lnTo>
                <a:lnTo>
                  <a:pt x="340" y="1002"/>
                </a:lnTo>
                <a:lnTo>
                  <a:pt x="339" y="1002"/>
                </a:lnTo>
                <a:lnTo>
                  <a:pt x="339" y="1003"/>
                </a:lnTo>
                <a:lnTo>
                  <a:pt x="338" y="1003"/>
                </a:lnTo>
                <a:lnTo>
                  <a:pt x="337" y="1003"/>
                </a:lnTo>
                <a:lnTo>
                  <a:pt x="337" y="1004"/>
                </a:lnTo>
                <a:lnTo>
                  <a:pt x="336" y="1004"/>
                </a:lnTo>
                <a:lnTo>
                  <a:pt x="335" y="1004"/>
                </a:lnTo>
                <a:lnTo>
                  <a:pt x="335" y="1003"/>
                </a:lnTo>
                <a:lnTo>
                  <a:pt x="335" y="1002"/>
                </a:lnTo>
                <a:lnTo>
                  <a:pt x="334" y="1002"/>
                </a:lnTo>
                <a:lnTo>
                  <a:pt x="334" y="1001"/>
                </a:lnTo>
                <a:lnTo>
                  <a:pt x="334" y="1000"/>
                </a:lnTo>
                <a:lnTo>
                  <a:pt x="333" y="1000"/>
                </a:lnTo>
                <a:lnTo>
                  <a:pt x="333" y="999"/>
                </a:lnTo>
                <a:lnTo>
                  <a:pt x="333" y="998"/>
                </a:lnTo>
                <a:lnTo>
                  <a:pt x="333" y="997"/>
                </a:lnTo>
                <a:lnTo>
                  <a:pt x="332" y="997"/>
                </a:lnTo>
                <a:lnTo>
                  <a:pt x="332" y="996"/>
                </a:lnTo>
                <a:lnTo>
                  <a:pt x="331" y="996"/>
                </a:lnTo>
                <a:lnTo>
                  <a:pt x="331" y="995"/>
                </a:lnTo>
                <a:lnTo>
                  <a:pt x="331" y="994"/>
                </a:lnTo>
                <a:lnTo>
                  <a:pt x="330" y="994"/>
                </a:lnTo>
                <a:lnTo>
                  <a:pt x="330" y="993"/>
                </a:lnTo>
                <a:lnTo>
                  <a:pt x="329" y="993"/>
                </a:lnTo>
                <a:lnTo>
                  <a:pt x="328" y="993"/>
                </a:lnTo>
                <a:lnTo>
                  <a:pt x="328" y="994"/>
                </a:lnTo>
                <a:lnTo>
                  <a:pt x="327" y="994"/>
                </a:lnTo>
                <a:lnTo>
                  <a:pt x="326" y="994"/>
                </a:lnTo>
                <a:lnTo>
                  <a:pt x="326" y="995"/>
                </a:lnTo>
                <a:lnTo>
                  <a:pt x="325" y="995"/>
                </a:lnTo>
                <a:lnTo>
                  <a:pt x="324" y="995"/>
                </a:lnTo>
                <a:lnTo>
                  <a:pt x="324" y="994"/>
                </a:lnTo>
                <a:lnTo>
                  <a:pt x="323" y="994"/>
                </a:lnTo>
                <a:lnTo>
                  <a:pt x="322" y="994"/>
                </a:lnTo>
                <a:lnTo>
                  <a:pt x="321" y="994"/>
                </a:lnTo>
                <a:lnTo>
                  <a:pt x="320" y="994"/>
                </a:lnTo>
                <a:lnTo>
                  <a:pt x="319" y="994"/>
                </a:lnTo>
                <a:lnTo>
                  <a:pt x="319" y="995"/>
                </a:lnTo>
                <a:lnTo>
                  <a:pt x="318" y="995"/>
                </a:lnTo>
                <a:lnTo>
                  <a:pt x="318" y="996"/>
                </a:lnTo>
                <a:lnTo>
                  <a:pt x="317" y="996"/>
                </a:lnTo>
                <a:lnTo>
                  <a:pt x="317" y="997"/>
                </a:lnTo>
                <a:lnTo>
                  <a:pt x="316" y="997"/>
                </a:lnTo>
                <a:lnTo>
                  <a:pt x="316" y="998"/>
                </a:lnTo>
                <a:lnTo>
                  <a:pt x="316" y="999"/>
                </a:lnTo>
                <a:lnTo>
                  <a:pt x="314" y="999"/>
                </a:lnTo>
                <a:lnTo>
                  <a:pt x="314" y="1000"/>
                </a:lnTo>
                <a:lnTo>
                  <a:pt x="313" y="1000"/>
                </a:lnTo>
                <a:lnTo>
                  <a:pt x="312" y="1000"/>
                </a:lnTo>
                <a:lnTo>
                  <a:pt x="312" y="999"/>
                </a:lnTo>
                <a:lnTo>
                  <a:pt x="311" y="999"/>
                </a:lnTo>
                <a:lnTo>
                  <a:pt x="311" y="1000"/>
                </a:lnTo>
                <a:lnTo>
                  <a:pt x="310" y="1000"/>
                </a:lnTo>
                <a:lnTo>
                  <a:pt x="311" y="1000"/>
                </a:lnTo>
                <a:lnTo>
                  <a:pt x="310" y="1000"/>
                </a:lnTo>
                <a:lnTo>
                  <a:pt x="310" y="1001"/>
                </a:lnTo>
                <a:lnTo>
                  <a:pt x="309" y="1001"/>
                </a:lnTo>
                <a:lnTo>
                  <a:pt x="308" y="1001"/>
                </a:lnTo>
                <a:lnTo>
                  <a:pt x="307" y="1001"/>
                </a:lnTo>
                <a:lnTo>
                  <a:pt x="306" y="1001"/>
                </a:lnTo>
                <a:lnTo>
                  <a:pt x="305" y="1001"/>
                </a:lnTo>
                <a:lnTo>
                  <a:pt x="305" y="1000"/>
                </a:lnTo>
                <a:lnTo>
                  <a:pt x="305" y="999"/>
                </a:lnTo>
                <a:lnTo>
                  <a:pt x="304" y="999"/>
                </a:lnTo>
                <a:lnTo>
                  <a:pt x="304" y="998"/>
                </a:lnTo>
                <a:lnTo>
                  <a:pt x="303" y="998"/>
                </a:lnTo>
                <a:lnTo>
                  <a:pt x="303" y="997"/>
                </a:lnTo>
                <a:lnTo>
                  <a:pt x="303" y="996"/>
                </a:lnTo>
                <a:lnTo>
                  <a:pt x="302" y="996"/>
                </a:lnTo>
                <a:lnTo>
                  <a:pt x="302" y="995"/>
                </a:lnTo>
                <a:lnTo>
                  <a:pt x="301" y="995"/>
                </a:lnTo>
                <a:lnTo>
                  <a:pt x="300" y="995"/>
                </a:lnTo>
                <a:lnTo>
                  <a:pt x="299" y="995"/>
                </a:lnTo>
                <a:lnTo>
                  <a:pt x="299" y="996"/>
                </a:lnTo>
                <a:lnTo>
                  <a:pt x="299" y="997"/>
                </a:lnTo>
                <a:lnTo>
                  <a:pt x="298" y="997"/>
                </a:lnTo>
                <a:lnTo>
                  <a:pt x="299" y="997"/>
                </a:lnTo>
                <a:lnTo>
                  <a:pt x="298" y="997"/>
                </a:lnTo>
                <a:lnTo>
                  <a:pt x="298" y="998"/>
                </a:lnTo>
                <a:lnTo>
                  <a:pt x="297" y="998"/>
                </a:lnTo>
                <a:lnTo>
                  <a:pt x="296" y="998"/>
                </a:lnTo>
                <a:lnTo>
                  <a:pt x="296" y="997"/>
                </a:lnTo>
                <a:lnTo>
                  <a:pt x="295" y="997"/>
                </a:lnTo>
                <a:lnTo>
                  <a:pt x="295" y="996"/>
                </a:lnTo>
                <a:lnTo>
                  <a:pt x="294" y="996"/>
                </a:lnTo>
                <a:lnTo>
                  <a:pt x="293" y="996"/>
                </a:lnTo>
                <a:lnTo>
                  <a:pt x="293" y="995"/>
                </a:lnTo>
                <a:lnTo>
                  <a:pt x="293" y="994"/>
                </a:lnTo>
                <a:lnTo>
                  <a:pt x="292" y="994"/>
                </a:lnTo>
                <a:lnTo>
                  <a:pt x="292" y="993"/>
                </a:lnTo>
                <a:lnTo>
                  <a:pt x="293" y="993"/>
                </a:lnTo>
                <a:lnTo>
                  <a:pt x="293" y="992"/>
                </a:lnTo>
                <a:lnTo>
                  <a:pt x="293" y="991"/>
                </a:lnTo>
                <a:lnTo>
                  <a:pt x="292" y="991"/>
                </a:lnTo>
                <a:lnTo>
                  <a:pt x="292" y="990"/>
                </a:lnTo>
                <a:lnTo>
                  <a:pt x="293" y="990"/>
                </a:lnTo>
                <a:lnTo>
                  <a:pt x="293" y="989"/>
                </a:lnTo>
                <a:lnTo>
                  <a:pt x="293" y="987"/>
                </a:lnTo>
                <a:lnTo>
                  <a:pt x="292" y="987"/>
                </a:lnTo>
                <a:lnTo>
                  <a:pt x="292" y="986"/>
                </a:lnTo>
                <a:lnTo>
                  <a:pt x="291" y="986"/>
                </a:lnTo>
                <a:lnTo>
                  <a:pt x="291" y="984"/>
                </a:lnTo>
                <a:lnTo>
                  <a:pt x="291" y="983"/>
                </a:lnTo>
                <a:lnTo>
                  <a:pt x="292" y="983"/>
                </a:lnTo>
                <a:lnTo>
                  <a:pt x="293" y="983"/>
                </a:lnTo>
                <a:lnTo>
                  <a:pt x="293" y="982"/>
                </a:lnTo>
                <a:lnTo>
                  <a:pt x="294" y="982"/>
                </a:lnTo>
                <a:lnTo>
                  <a:pt x="294" y="981"/>
                </a:lnTo>
                <a:lnTo>
                  <a:pt x="295" y="980"/>
                </a:lnTo>
                <a:lnTo>
                  <a:pt x="295" y="979"/>
                </a:lnTo>
                <a:lnTo>
                  <a:pt x="296" y="979"/>
                </a:lnTo>
                <a:lnTo>
                  <a:pt x="296" y="978"/>
                </a:lnTo>
                <a:lnTo>
                  <a:pt x="297" y="978"/>
                </a:lnTo>
                <a:lnTo>
                  <a:pt x="298" y="978"/>
                </a:lnTo>
                <a:lnTo>
                  <a:pt x="299" y="978"/>
                </a:lnTo>
                <a:lnTo>
                  <a:pt x="299" y="977"/>
                </a:lnTo>
                <a:lnTo>
                  <a:pt x="299" y="976"/>
                </a:lnTo>
                <a:lnTo>
                  <a:pt x="299" y="975"/>
                </a:lnTo>
                <a:lnTo>
                  <a:pt x="298" y="975"/>
                </a:lnTo>
                <a:lnTo>
                  <a:pt x="298" y="974"/>
                </a:lnTo>
                <a:lnTo>
                  <a:pt x="297" y="974"/>
                </a:lnTo>
                <a:lnTo>
                  <a:pt x="297" y="973"/>
                </a:lnTo>
                <a:lnTo>
                  <a:pt x="296" y="973"/>
                </a:lnTo>
                <a:lnTo>
                  <a:pt x="296" y="972"/>
                </a:lnTo>
                <a:lnTo>
                  <a:pt x="296" y="973"/>
                </a:lnTo>
                <a:lnTo>
                  <a:pt x="296" y="972"/>
                </a:lnTo>
                <a:lnTo>
                  <a:pt x="295" y="972"/>
                </a:lnTo>
                <a:lnTo>
                  <a:pt x="296" y="972"/>
                </a:lnTo>
                <a:lnTo>
                  <a:pt x="295" y="972"/>
                </a:lnTo>
                <a:lnTo>
                  <a:pt x="295" y="971"/>
                </a:lnTo>
                <a:lnTo>
                  <a:pt x="295" y="972"/>
                </a:lnTo>
                <a:lnTo>
                  <a:pt x="295" y="971"/>
                </a:lnTo>
                <a:lnTo>
                  <a:pt x="294" y="971"/>
                </a:lnTo>
                <a:lnTo>
                  <a:pt x="293" y="971"/>
                </a:lnTo>
                <a:lnTo>
                  <a:pt x="293" y="970"/>
                </a:lnTo>
                <a:lnTo>
                  <a:pt x="293" y="971"/>
                </a:lnTo>
                <a:lnTo>
                  <a:pt x="292" y="971"/>
                </a:lnTo>
                <a:lnTo>
                  <a:pt x="291" y="971"/>
                </a:lnTo>
                <a:lnTo>
                  <a:pt x="291" y="970"/>
                </a:lnTo>
                <a:lnTo>
                  <a:pt x="290" y="970"/>
                </a:lnTo>
                <a:lnTo>
                  <a:pt x="290" y="971"/>
                </a:lnTo>
                <a:lnTo>
                  <a:pt x="289" y="971"/>
                </a:lnTo>
                <a:lnTo>
                  <a:pt x="289" y="972"/>
                </a:lnTo>
                <a:lnTo>
                  <a:pt x="288" y="972"/>
                </a:lnTo>
                <a:lnTo>
                  <a:pt x="287" y="972"/>
                </a:lnTo>
                <a:lnTo>
                  <a:pt x="286" y="972"/>
                </a:lnTo>
                <a:lnTo>
                  <a:pt x="286" y="973"/>
                </a:lnTo>
                <a:lnTo>
                  <a:pt x="285" y="973"/>
                </a:lnTo>
                <a:lnTo>
                  <a:pt x="285" y="974"/>
                </a:lnTo>
                <a:lnTo>
                  <a:pt x="284" y="974"/>
                </a:lnTo>
                <a:lnTo>
                  <a:pt x="285" y="974"/>
                </a:lnTo>
                <a:lnTo>
                  <a:pt x="285" y="975"/>
                </a:lnTo>
                <a:lnTo>
                  <a:pt x="284" y="975"/>
                </a:lnTo>
                <a:lnTo>
                  <a:pt x="284" y="974"/>
                </a:lnTo>
                <a:lnTo>
                  <a:pt x="283" y="974"/>
                </a:lnTo>
                <a:lnTo>
                  <a:pt x="282" y="974"/>
                </a:lnTo>
                <a:lnTo>
                  <a:pt x="282" y="973"/>
                </a:lnTo>
                <a:lnTo>
                  <a:pt x="283" y="972"/>
                </a:lnTo>
                <a:lnTo>
                  <a:pt x="283" y="971"/>
                </a:lnTo>
                <a:lnTo>
                  <a:pt x="282" y="971"/>
                </a:lnTo>
                <a:lnTo>
                  <a:pt x="281" y="971"/>
                </a:lnTo>
                <a:lnTo>
                  <a:pt x="280" y="971"/>
                </a:lnTo>
                <a:lnTo>
                  <a:pt x="279" y="971"/>
                </a:lnTo>
                <a:lnTo>
                  <a:pt x="279" y="970"/>
                </a:lnTo>
                <a:lnTo>
                  <a:pt x="279" y="971"/>
                </a:lnTo>
                <a:lnTo>
                  <a:pt x="279" y="970"/>
                </a:lnTo>
                <a:lnTo>
                  <a:pt x="278" y="970"/>
                </a:lnTo>
                <a:lnTo>
                  <a:pt x="278" y="969"/>
                </a:lnTo>
                <a:lnTo>
                  <a:pt x="277" y="969"/>
                </a:lnTo>
                <a:lnTo>
                  <a:pt x="277" y="968"/>
                </a:lnTo>
                <a:lnTo>
                  <a:pt x="277" y="967"/>
                </a:lnTo>
                <a:lnTo>
                  <a:pt x="277" y="966"/>
                </a:lnTo>
                <a:lnTo>
                  <a:pt x="276" y="966"/>
                </a:lnTo>
                <a:lnTo>
                  <a:pt x="276" y="965"/>
                </a:lnTo>
                <a:lnTo>
                  <a:pt x="276" y="964"/>
                </a:lnTo>
                <a:lnTo>
                  <a:pt x="276" y="963"/>
                </a:lnTo>
                <a:lnTo>
                  <a:pt x="276" y="962"/>
                </a:lnTo>
                <a:lnTo>
                  <a:pt x="275" y="962"/>
                </a:lnTo>
                <a:lnTo>
                  <a:pt x="275" y="961"/>
                </a:lnTo>
                <a:lnTo>
                  <a:pt x="275" y="960"/>
                </a:lnTo>
                <a:lnTo>
                  <a:pt x="274" y="960"/>
                </a:lnTo>
                <a:lnTo>
                  <a:pt x="274" y="959"/>
                </a:lnTo>
                <a:lnTo>
                  <a:pt x="275" y="959"/>
                </a:lnTo>
                <a:lnTo>
                  <a:pt x="274" y="959"/>
                </a:lnTo>
                <a:lnTo>
                  <a:pt x="274" y="958"/>
                </a:lnTo>
                <a:lnTo>
                  <a:pt x="274" y="957"/>
                </a:lnTo>
                <a:lnTo>
                  <a:pt x="273" y="957"/>
                </a:lnTo>
                <a:lnTo>
                  <a:pt x="273" y="956"/>
                </a:lnTo>
                <a:lnTo>
                  <a:pt x="273" y="955"/>
                </a:lnTo>
                <a:lnTo>
                  <a:pt x="273" y="954"/>
                </a:lnTo>
                <a:lnTo>
                  <a:pt x="273" y="953"/>
                </a:lnTo>
                <a:lnTo>
                  <a:pt x="273" y="952"/>
                </a:lnTo>
                <a:lnTo>
                  <a:pt x="273" y="951"/>
                </a:lnTo>
                <a:lnTo>
                  <a:pt x="273" y="950"/>
                </a:lnTo>
                <a:lnTo>
                  <a:pt x="273" y="949"/>
                </a:lnTo>
                <a:lnTo>
                  <a:pt x="274" y="949"/>
                </a:lnTo>
                <a:lnTo>
                  <a:pt x="274" y="948"/>
                </a:lnTo>
                <a:lnTo>
                  <a:pt x="275" y="948"/>
                </a:lnTo>
                <a:lnTo>
                  <a:pt x="275" y="947"/>
                </a:lnTo>
                <a:lnTo>
                  <a:pt x="276" y="947"/>
                </a:lnTo>
                <a:lnTo>
                  <a:pt x="276" y="946"/>
                </a:lnTo>
                <a:lnTo>
                  <a:pt x="275" y="946"/>
                </a:lnTo>
                <a:lnTo>
                  <a:pt x="275" y="944"/>
                </a:lnTo>
                <a:lnTo>
                  <a:pt x="276" y="944"/>
                </a:lnTo>
                <a:lnTo>
                  <a:pt x="276" y="943"/>
                </a:lnTo>
                <a:lnTo>
                  <a:pt x="277" y="943"/>
                </a:lnTo>
                <a:lnTo>
                  <a:pt x="278" y="943"/>
                </a:lnTo>
                <a:lnTo>
                  <a:pt x="278" y="942"/>
                </a:lnTo>
                <a:lnTo>
                  <a:pt x="278" y="941"/>
                </a:lnTo>
                <a:lnTo>
                  <a:pt x="278" y="940"/>
                </a:lnTo>
                <a:lnTo>
                  <a:pt x="278" y="939"/>
                </a:lnTo>
                <a:lnTo>
                  <a:pt x="279" y="939"/>
                </a:lnTo>
                <a:lnTo>
                  <a:pt x="279" y="938"/>
                </a:lnTo>
                <a:lnTo>
                  <a:pt x="279" y="937"/>
                </a:lnTo>
                <a:lnTo>
                  <a:pt x="280" y="937"/>
                </a:lnTo>
                <a:lnTo>
                  <a:pt x="280" y="936"/>
                </a:lnTo>
                <a:lnTo>
                  <a:pt x="280" y="935"/>
                </a:lnTo>
                <a:lnTo>
                  <a:pt x="280" y="934"/>
                </a:lnTo>
                <a:lnTo>
                  <a:pt x="279" y="934"/>
                </a:lnTo>
                <a:lnTo>
                  <a:pt x="279" y="933"/>
                </a:lnTo>
                <a:lnTo>
                  <a:pt x="279" y="932"/>
                </a:lnTo>
                <a:lnTo>
                  <a:pt x="278" y="932"/>
                </a:lnTo>
                <a:lnTo>
                  <a:pt x="278" y="931"/>
                </a:lnTo>
                <a:lnTo>
                  <a:pt x="277" y="931"/>
                </a:lnTo>
                <a:lnTo>
                  <a:pt x="277" y="930"/>
                </a:lnTo>
                <a:lnTo>
                  <a:pt x="276" y="930"/>
                </a:lnTo>
                <a:lnTo>
                  <a:pt x="276" y="929"/>
                </a:lnTo>
                <a:lnTo>
                  <a:pt x="276" y="928"/>
                </a:lnTo>
                <a:lnTo>
                  <a:pt x="276" y="927"/>
                </a:lnTo>
                <a:lnTo>
                  <a:pt x="277" y="927"/>
                </a:lnTo>
                <a:lnTo>
                  <a:pt x="277" y="926"/>
                </a:lnTo>
                <a:lnTo>
                  <a:pt x="277" y="925"/>
                </a:lnTo>
                <a:lnTo>
                  <a:pt x="278" y="925"/>
                </a:lnTo>
                <a:lnTo>
                  <a:pt x="277" y="925"/>
                </a:lnTo>
                <a:lnTo>
                  <a:pt x="276" y="925"/>
                </a:lnTo>
                <a:lnTo>
                  <a:pt x="275" y="925"/>
                </a:lnTo>
                <a:lnTo>
                  <a:pt x="274" y="925"/>
                </a:lnTo>
                <a:lnTo>
                  <a:pt x="274" y="924"/>
                </a:lnTo>
                <a:lnTo>
                  <a:pt x="273" y="924"/>
                </a:lnTo>
                <a:lnTo>
                  <a:pt x="272" y="924"/>
                </a:lnTo>
                <a:lnTo>
                  <a:pt x="271" y="924"/>
                </a:lnTo>
                <a:lnTo>
                  <a:pt x="271" y="925"/>
                </a:lnTo>
                <a:lnTo>
                  <a:pt x="271" y="924"/>
                </a:lnTo>
                <a:lnTo>
                  <a:pt x="270" y="924"/>
                </a:lnTo>
                <a:lnTo>
                  <a:pt x="270" y="923"/>
                </a:lnTo>
                <a:lnTo>
                  <a:pt x="268" y="923"/>
                </a:lnTo>
                <a:lnTo>
                  <a:pt x="267" y="923"/>
                </a:lnTo>
                <a:lnTo>
                  <a:pt x="266" y="923"/>
                </a:lnTo>
                <a:lnTo>
                  <a:pt x="265" y="923"/>
                </a:lnTo>
                <a:lnTo>
                  <a:pt x="265" y="924"/>
                </a:lnTo>
                <a:lnTo>
                  <a:pt x="264" y="924"/>
                </a:lnTo>
                <a:lnTo>
                  <a:pt x="265" y="924"/>
                </a:lnTo>
                <a:lnTo>
                  <a:pt x="265" y="925"/>
                </a:lnTo>
                <a:lnTo>
                  <a:pt x="265" y="926"/>
                </a:lnTo>
                <a:lnTo>
                  <a:pt x="266" y="926"/>
                </a:lnTo>
                <a:lnTo>
                  <a:pt x="266" y="927"/>
                </a:lnTo>
                <a:lnTo>
                  <a:pt x="265" y="927"/>
                </a:lnTo>
                <a:lnTo>
                  <a:pt x="265" y="928"/>
                </a:lnTo>
                <a:lnTo>
                  <a:pt x="264" y="928"/>
                </a:lnTo>
                <a:lnTo>
                  <a:pt x="263" y="928"/>
                </a:lnTo>
                <a:lnTo>
                  <a:pt x="262" y="928"/>
                </a:lnTo>
                <a:lnTo>
                  <a:pt x="261" y="928"/>
                </a:lnTo>
                <a:lnTo>
                  <a:pt x="261" y="927"/>
                </a:lnTo>
                <a:lnTo>
                  <a:pt x="261" y="926"/>
                </a:lnTo>
                <a:lnTo>
                  <a:pt x="260" y="926"/>
                </a:lnTo>
                <a:lnTo>
                  <a:pt x="259" y="925"/>
                </a:lnTo>
                <a:lnTo>
                  <a:pt x="258" y="925"/>
                </a:lnTo>
                <a:lnTo>
                  <a:pt x="258" y="924"/>
                </a:lnTo>
                <a:lnTo>
                  <a:pt x="257" y="924"/>
                </a:lnTo>
                <a:lnTo>
                  <a:pt x="256" y="924"/>
                </a:lnTo>
                <a:lnTo>
                  <a:pt x="255" y="924"/>
                </a:lnTo>
                <a:lnTo>
                  <a:pt x="254" y="924"/>
                </a:lnTo>
                <a:lnTo>
                  <a:pt x="254" y="923"/>
                </a:lnTo>
                <a:lnTo>
                  <a:pt x="253" y="923"/>
                </a:lnTo>
                <a:lnTo>
                  <a:pt x="253" y="922"/>
                </a:lnTo>
                <a:lnTo>
                  <a:pt x="252" y="922"/>
                </a:lnTo>
                <a:lnTo>
                  <a:pt x="251" y="922"/>
                </a:lnTo>
                <a:lnTo>
                  <a:pt x="251" y="921"/>
                </a:lnTo>
                <a:lnTo>
                  <a:pt x="250" y="921"/>
                </a:lnTo>
                <a:lnTo>
                  <a:pt x="250" y="922"/>
                </a:lnTo>
                <a:lnTo>
                  <a:pt x="249" y="922"/>
                </a:lnTo>
                <a:lnTo>
                  <a:pt x="248" y="922"/>
                </a:lnTo>
                <a:lnTo>
                  <a:pt x="247" y="922"/>
                </a:lnTo>
                <a:lnTo>
                  <a:pt x="247" y="923"/>
                </a:lnTo>
                <a:lnTo>
                  <a:pt x="247" y="924"/>
                </a:lnTo>
                <a:lnTo>
                  <a:pt x="247" y="925"/>
                </a:lnTo>
                <a:lnTo>
                  <a:pt x="246" y="925"/>
                </a:lnTo>
                <a:lnTo>
                  <a:pt x="245" y="925"/>
                </a:lnTo>
                <a:lnTo>
                  <a:pt x="244" y="925"/>
                </a:lnTo>
                <a:lnTo>
                  <a:pt x="243" y="925"/>
                </a:lnTo>
                <a:lnTo>
                  <a:pt x="243" y="924"/>
                </a:lnTo>
                <a:lnTo>
                  <a:pt x="244" y="924"/>
                </a:lnTo>
                <a:lnTo>
                  <a:pt x="244" y="923"/>
                </a:lnTo>
                <a:lnTo>
                  <a:pt x="244" y="922"/>
                </a:lnTo>
                <a:lnTo>
                  <a:pt x="245" y="922"/>
                </a:lnTo>
                <a:lnTo>
                  <a:pt x="245" y="921"/>
                </a:lnTo>
                <a:lnTo>
                  <a:pt x="244" y="921"/>
                </a:lnTo>
                <a:lnTo>
                  <a:pt x="244" y="920"/>
                </a:lnTo>
                <a:lnTo>
                  <a:pt x="243" y="920"/>
                </a:lnTo>
                <a:lnTo>
                  <a:pt x="243" y="921"/>
                </a:lnTo>
                <a:lnTo>
                  <a:pt x="242" y="921"/>
                </a:lnTo>
                <a:lnTo>
                  <a:pt x="241" y="921"/>
                </a:lnTo>
                <a:lnTo>
                  <a:pt x="241" y="920"/>
                </a:lnTo>
                <a:lnTo>
                  <a:pt x="241" y="919"/>
                </a:lnTo>
                <a:lnTo>
                  <a:pt x="240" y="919"/>
                </a:lnTo>
                <a:lnTo>
                  <a:pt x="239" y="919"/>
                </a:lnTo>
                <a:lnTo>
                  <a:pt x="239" y="918"/>
                </a:lnTo>
                <a:lnTo>
                  <a:pt x="239" y="917"/>
                </a:lnTo>
                <a:lnTo>
                  <a:pt x="238" y="917"/>
                </a:lnTo>
                <a:lnTo>
                  <a:pt x="237" y="917"/>
                </a:lnTo>
                <a:lnTo>
                  <a:pt x="236" y="917"/>
                </a:lnTo>
                <a:lnTo>
                  <a:pt x="236" y="918"/>
                </a:lnTo>
                <a:lnTo>
                  <a:pt x="235" y="918"/>
                </a:lnTo>
                <a:lnTo>
                  <a:pt x="235" y="917"/>
                </a:lnTo>
                <a:lnTo>
                  <a:pt x="234" y="917"/>
                </a:lnTo>
                <a:lnTo>
                  <a:pt x="235" y="917"/>
                </a:lnTo>
                <a:lnTo>
                  <a:pt x="234" y="917"/>
                </a:lnTo>
                <a:lnTo>
                  <a:pt x="234" y="916"/>
                </a:lnTo>
                <a:lnTo>
                  <a:pt x="233" y="916"/>
                </a:lnTo>
                <a:lnTo>
                  <a:pt x="233" y="915"/>
                </a:lnTo>
                <a:lnTo>
                  <a:pt x="232" y="915"/>
                </a:lnTo>
                <a:lnTo>
                  <a:pt x="232" y="916"/>
                </a:lnTo>
                <a:lnTo>
                  <a:pt x="231" y="916"/>
                </a:lnTo>
                <a:lnTo>
                  <a:pt x="231" y="917"/>
                </a:lnTo>
                <a:lnTo>
                  <a:pt x="230" y="917"/>
                </a:lnTo>
                <a:lnTo>
                  <a:pt x="230" y="916"/>
                </a:lnTo>
                <a:lnTo>
                  <a:pt x="229" y="916"/>
                </a:lnTo>
                <a:lnTo>
                  <a:pt x="229" y="915"/>
                </a:lnTo>
                <a:lnTo>
                  <a:pt x="228" y="915"/>
                </a:lnTo>
                <a:lnTo>
                  <a:pt x="228" y="916"/>
                </a:lnTo>
                <a:lnTo>
                  <a:pt x="227" y="916"/>
                </a:lnTo>
                <a:lnTo>
                  <a:pt x="227" y="915"/>
                </a:lnTo>
                <a:lnTo>
                  <a:pt x="227" y="916"/>
                </a:lnTo>
                <a:lnTo>
                  <a:pt x="226" y="916"/>
                </a:lnTo>
                <a:lnTo>
                  <a:pt x="226" y="915"/>
                </a:lnTo>
                <a:lnTo>
                  <a:pt x="226" y="916"/>
                </a:lnTo>
                <a:lnTo>
                  <a:pt x="225" y="916"/>
                </a:lnTo>
                <a:lnTo>
                  <a:pt x="225" y="917"/>
                </a:lnTo>
                <a:lnTo>
                  <a:pt x="224" y="917"/>
                </a:lnTo>
                <a:lnTo>
                  <a:pt x="223" y="917"/>
                </a:lnTo>
                <a:lnTo>
                  <a:pt x="223" y="916"/>
                </a:lnTo>
                <a:lnTo>
                  <a:pt x="222" y="916"/>
                </a:lnTo>
                <a:lnTo>
                  <a:pt x="222" y="915"/>
                </a:lnTo>
                <a:lnTo>
                  <a:pt x="221" y="915"/>
                </a:lnTo>
                <a:lnTo>
                  <a:pt x="221" y="914"/>
                </a:lnTo>
                <a:lnTo>
                  <a:pt x="221" y="913"/>
                </a:lnTo>
                <a:lnTo>
                  <a:pt x="220" y="913"/>
                </a:lnTo>
                <a:lnTo>
                  <a:pt x="219" y="913"/>
                </a:lnTo>
                <a:lnTo>
                  <a:pt x="219" y="912"/>
                </a:lnTo>
                <a:lnTo>
                  <a:pt x="218" y="912"/>
                </a:lnTo>
                <a:lnTo>
                  <a:pt x="217" y="912"/>
                </a:lnTo>
                <a:lnTo>
                  <a:pt x="217" y="913"/>
                </a:lnTo>
                <a:lnTo>
                  <a:pt x="216" y="913"/>
                </a:lnTo>
                <a:lnTo>
                  <a:pt x="216" y="914"/>
                </a:lnTo>
                <a:lnTo>
                  <a:pt x="215" y="914"/>
                </a:lnTo>
                <a:lnTo>
                  <a:pt x="215" y="915"/>
                </a:lnTo>
                <a:lnTo>
                  <a:pt x="214" y="915"/>
                </a:lnTo>
                <a:lnTo>
                  <a:pt x="214" y="914"/>
                </a:lnTo>
                <a:lnTo>
                  <a:pt x="214" y="915"/>
                </a:lnTo>
                <a:lnTo>
                  <a:pt x="213" y="915"/>
                </a:lnTo>
                <a:lnTo>
                  <a:pt x="213" y="916"/>
                </a:lnTo>
                <a:lnTo>
                  <a:pt x="213" y="915"/>
                </a:lnTo>
                <a:lnTo>
                  <a:pt x="212" y="915"/>
                </a:lnTo>
                <a:lnTo>
                  <a:pt x="211" y="915"/>
                </a:lnTo>
                <a:lnTo>
                  <a:pt x="211" y="916"/>
                </a:lnTo>
                <a:lnTo>
                  <a:pt x="210" y="916"/>
                </a:lnTo>
                <a:lnTo>
                  <a:pt x="209" y="916"/>
                </a:lnTo>
                <a:lnTo>
                  <a:pt x="208" y="916"/>
                </a:lnTo>
                <a:lnTo>
                  <a:pt x="207" y="916"/>
                </a:lnTo>
                <a:lnTo>
                  <a:pt x="207" y="915"/>
                </a:lnTo>
                <a:lnTo>
                  <a:pt x="206" y="915"/>
                </a:lnTo>
                <a:lnTo>
                  <a:pt x="205" y="915"/>
                </a:lnTo>
                <a:lnTo>
                  <a:pt x="204" y="916"/>
                </a:lnTo>
                <a:lnTo>
                  <a:pt x="203" y="916"/>
                </a:lnTo>
                <a:lnTo>
                  <a:pt x="202" y="916"/>
                </a:lnTo>
                <a:lnTo>
                  <a:pt x="202" y="915"/>
                </a:lnTo>
                <a:lnTo>
                  <a:pt x="202" y="916"/>
                </a:lnTo>
                <a:lnTo>
                  <a:pt x="201" y="916"/>
                </a:lnTo>
                <a:lnTo>
                  <a:pt x="200" y="916"/>
                </a:lnTo>
                <a:lnTo>
                  <a:pt x="200" y="915"/>
                </a:lnTo>
                <a:lnTo>
                  <a:pt x="199" y="915"/>
                </a:lnTo>
                <a:lnTo>
                  <a:pt x="198" y="915"/>
                </a:lnTo>
                <a:lnTo>
                  <a:pt x="197" y="915"/>
                </a:lnTo>
                <a:lnTo>
                  <a:pt x="197" y="914"/>
                </a:lnTo>
                <a:lnTo>
                  <a:pt x="196" y="914"/>
                </a:lnTo>
                <a:lnTo>
                  <a:pt x="196" y="913"/>
                </a:lnTo>
                <a:lnTo>
                  <a:pt x="196" y="914"/>
                </a:lnTo>
                <a:lnTo>
                  <a:pt x="195" y="914"/>
                </a:lnTo>
                <a:lnTo>
                  <a:pt x="194" y="914"/>
                </a:lnTo>
                <a:lnTo>
                  <a:pt x="194" y="915"/>
                </a:lnTo>
                <a:lnTo>
                  <a:pt x="193" y="915"/>
                </a:lnTo>
                <a:lnTo>
                  <a:pt x="192" y="914"/>
                </a:lnTo>
                <a:lnTo>
                  <a:pt x="192" y="913"/>
                </a:lnTo>
                <a:lnTo>
                  <a:pt x="191" y="913"/>
                </a:lnTo>
                <a:lnTo>
                  <a:pt x="190" y="913"/>
                </a:lnTo>
                <a:lnTo>
                  <a:pt x="189" y="913"/>
                </a:lnTo>
                <a:lnTo>
                  <a:pt x="189" y="912"/>
                </a:lnTo>
                <a:lnTo>
                  <a:pt x="188" y="912"/>
                </a:lnTo>
                <a:lnTo>
                  <a:pt x="187" y="912"/>
                </a:lnTo>
                <a:lnTo>
                  <a:pt x="187" y="911"/>
                </a:lnTo>
                <a:lnTo>
                  <a:pt x="186" y="911"/>
                </a:lnTo>
                <a:lnTo>
                  <a:pt x="185" y="911"/>
                </a:lnTo>
                <a:lnTo>
                  <a:pt x="185" y="910"/>
                </a:lnTo>
                <a:lnTo>
                  <a:pt x="184" y="910"/>
                </a:lnTo>
                <a:lnTo>
                  <a:pt x="184" y="909"/>
                </a:lnTo>
                <a:lnTo>
                  <a:pt x="183" y="909"/>
                </a:lnTo>
                <a:lnTo>
                  <a:pt x="183" y="908"/>
                </a:lnTo>
                <a:lnTo>
                  <a:pt x="182" y="908"/>
                </a:lnTo>
                <a:lnTo>
                  <a:pt x="181" y="908"/>
                </a:lnTo>
                <a:lnTo>
                  <a:pt x="181" y="907"/>
                </a:lnTo>
                <a:lnTo>
                  <a:pt x="180" y="907"/>
                </a:lnTo>
                <a:lnTo>
                  <a:pt x="180" y="906"/>
                </a:lnTo>
                <a:lnTo>
                  <a:pt x="180" y="905"/>
                </a:lnTo>
                <a:lnTo>
                  <a:pt x="181" y="905"/>
                </a:lnTo>
                <a:lnTo>
                  <a:pt x="181" y="906"/>
                </a:lnTo>
                <a:lnTo>
                  <a:pt x="182" y="906"/>
                </a:lnTo>
                <a:lnTo>
                  <a:pt x="182" y="905"/>
                </a:lnTo>
                <a:lnTo>
                  <a:pt x="182" y="906"/>
                </a:lnTo>
                <a:lnTo>
                  <a:pt x="183" y="906"/>
                </a:lnTo>
                <a:lnTo>
                  <a:pt x="184" y="906"/>
                </a:lnTo>
                <a:lnTo>
                  <a:pt x="185" y="906"/>
                </a:lnTo>
                <a:lnTo>
                  <a:pt x="185" y="905"/>
                </a:lnTo>
                <a:lnTo>
                  <a:pt x="186" y="905"/>
                </a:lnTo>
                <a:lnTo>
                  <a:pt x="185" y="905"/>
                </a:lnTo>
                <a:lnTo>
                  <a:pt x="184" y="905"/>
                </a:lnTo>
                <a:lnTo>
                  <a:pt x="183" y="905"/>
                </a:lnTo>
                <a:lnTo>
                  <a:pt x="183" y="904"/>
                </a:lnTo>
                <a:lnTo>
                  <a:pt x="182" y="904"/>
                </a:lnTo>
                <a:lnTo>
                  <a:pt x="183" y="904"/>
                </a:lnTo>
                <a:lnTo>
                  <a:pt x="183" y="903"/>
                </a:lnTo>
                <a:lnTo>
                  <a:pt x="183" y="902"/>
                </a:lnTo>
                <a:lnTo>
                  <a:pt x="184" y="902"/>
                </a:lnTo>
                <a:lnTo>
                  <a:pt x="184" y="901"/>
                </a:lnTo>
                <a:lnTo>
                  <a:pt x="185" y="901"/>
                </a:lnTo>
                <a:lnTo>
                  <a:pt x="185" y="900"/>
                </a:lnTo>
                <a:lnTo>
                  <a:pt x="185" y="901"/>
                </a:lnTo>
                <a:lnTo>
                  <a:pt x="185" y="900"/>
                </a:lnTo>
                <a:lnTo>
                  <a:pt x="185" y="899"/>
                </a:lnTo>
                <a:lnTo>
                  <a:pt x="186" y="899"/>
                </a:lnTo>
                <a:lnTo>
                  <a:pt x="186" y="898"/>
                </a:lnTo>
                <a:lnTo>
                  <a:pt x="187" y="898"/>
                </a:lnTo>
                <a:lnTo>
                  <a:pt x="187" y="897"/>
                </a:lnTo>
                <a:lnTo>
                  <a:pt x="188" y="897"/>
                </a:lnTo>
                <a:lnTo>
                  <a:pt x="189" y="897"/>
                </a:lnTo>
                <a:lnTo>
                  <a:pt x="190" y="896"/>
                </a:lnTo>
                <a:lnTo>
                  <a:pt x="190" y="895"/>
                </a:lnTo>
                <a:lnTo>
                  <a:pt x="190" y="894"/>
                </a:lnTo>
                <a:lnTo>
                  <a:pt x="190" y="893"/>
                </a:lnTo>
                <a:lnTo>
                  <a:pt x="190" y="892"/>
                </a:lnTo>
                <a:lnTo>
                  <a:pt x="191" y="892"/>
                </a:lnTo>
                <a:lnTo>
                  <a:pt x="191" y="890"/>
                </a:lnTo>
                <a:lnTo>
                  <a:pt x="190" y="890"/>
                </a:lnTo>
                <a:lnTo>
                  <a:pt x="190" y="889"/>
                </a:lnTo>
                <a:lnTo>
                  <a:pt x="191" y="889"/>
                </a:lnTo>
                <a:lnTo>
                  <a:pt x="191" y="888"/>
                </a:lnTo>
                <a:lnTo>
                  <a:pt x="192" y="888"/>
                </a:lnTo>
                <a:lnTo>
                  <a:pt x="192" y="887"/>
                </a:lnTo>
                <a:lnTo>
                  <a:pt x="193" y="887"/>
                </a:lnTo>
                <a:lnTo>
                  <a:pt x="193" y="886"/>
                </a:lnTo>
                <a:lnTo>
                  <a:pt x="193" y="885"/>
                </a:lnTo>
                <a:lnTo>
                  <a:pt x="194" y="885"/>
                </a:lnTo>
                <a:lnTo>
                  <a:pt x="194" y="884"/>
                </a:lnTo>
                <a:lnTo>
                  <a:pt x="195" y="884"/>
                </a:lnTo>
                <a:lnTo>
                  <a:pt x="196" y="884"/>
                </a:lnTo>
                <a:lnTo>
                  <a:pt x="196" y="883"/>
                </a:lnTo>
                <a:lnTo>
                  <a:pt x="196" y="882"/>
                </a:lnTo>
                <a:lnTo>
                  <a:pt x="196" y="881"/>
                </a:lnTo>
                <a:lnTo>
                  <a:pt x="195" y="881"/>
                </a:lnTo>
                <a:lnTo>
                  <a:pt x="195" y="880"/>
                </a:lnTo>
                <a:lnTo>
                  <a:pt x="194" y="880"/>
                </a:lnTo>
                <a:lnTo>
                  <a:pt x="194" y="879"/>
                </a:lnTo>
                <a:lnTo>
                  <a:pt x="193" y="879"/>
                </a:lnTo>
                <a:lnTo>
                  <a:pt x="193" y="878"/>
                </a:lnTo>
                <a:lnTo>
                  <a:pt x="193" y="877"/>
                </a:lnTo>
                <a:lnTo>
                  <a:pt x="194" y="877"/>
                </a:lnTo>
                <a:lnTo>
                  <a:pt x="195" y="877"/>
                </a:lnTo>
                <a:lnTo>
                  <a:pt x="196" y="877"/>
                </a:lnTo>
                <a:lnTo>
                  <a:pt x="197" y="877"/>
                </a:lnTo>
                <a:lnTo>
                  <a:pt x="197" y="876"/>
                </a:lnTo>
                <a:lnTo>
                  <a:pt x="198" y="876"/>
                </a:lnTo>
                <a:lnTo>
                  <a:pt x="198" y="875"/>
                </a:lnTo>
                <a:lnTo>
                  <a:pt x="199" y="875"/>
                </a:lnTo>
                <a:lnTo>
                  <a:pt x="200" y="875"/>
                </a:lnTo>
                <a:lnTo>
                  <a:pt x="200" y="874"/>
                </a:lnTo>
                <a:lnTo>
                  <a:pt x="200" y="873"/>
                </a:lnTo>
                <a:lnTo>
                  <a:pt x="201" y="873"/>
                </a:lnTo>
                <a:lnTo>
                  <a:pt x="200" y="873"/>
                </a:lnTo>
                <a:lnTo>
                  <a:pt x="201" y="873"/>
                </a:lnTo>
                <a:lnTo>
                  <a:pt x="201" y="872"/>
                </a:lnTo>
                <a:lnTo>
                  <a:pt x="202" y="872"/>
                </a:lnTo>
                <a:lnTo>
                  <a:pt x="203" y="872"/>
                </a:lnTo>
                <a:lnTo>
                  <a:pt x="203" y="871"/>
                </a:lnTo>
                <a:lnTo>
                  <a:pt x="204" y="871"/>
                </a:lnTo>
                <a:lnTo>
                  <a:pt x="204" y="870"/>
                </a:lnTo>
                <a:lnTo>
                  <a:pt x="205" y="870"/>
                </a:lnTo>
                <a:lnTo>
                  <a:pt x="205" y="869"/>
                </a:lnTo>
                <a:lnTo>
                  <a:pt x="206" y="869"/>
                </a:lnTo>
                <a:lnTo>
                  <a:pt x="206" y="868"/>
                </a:lnTo>
                <a:lnTo>
                  <a:pt x="207" y="868"/>
                </a:lnTo>
                <a:lnTo>
                  <a:pt x="207" y="867"/>
                </a:lnTo>
                <a:lnTo>
                  <a:pt x="208" y="867"/>
                </a:lnTo>
                <a:lnTo>
                  <a:pt x="208" y="866"/>
                </a:lnTo>
                <a:lnTo>
                  <a:pt x="209" y="866"/>
                </a:lnTo>
                <a:lnTo>
                  <a:pt x="210" y="866"/>
                </a:lnTo>
                <a:lnTo>
                  <a:pt x="210" y="865"/>
                </a:lnTo>
                <a:lnTo>
                  <a:pt x="210" y="864"/>
                </a:lnTo>
                <a:lnTo>
                  <a:pt x="209" y="864"/>
                </a:lnTo>
                <a:lnTo>
                  <a:pt x="209" y="863"/>
                </a:lnTo>
                <a:lnTo>
                  <a:pt x="208" y="863"/>
                </a:lnTo>
                <a:lnTo>
                  <a:pt x="208" y="862"/>
                </a:lnTo>
                <a:lnTo>
                  <a:pt x="207" y="862"/>
                </a:lnTo>
                <a:lnTo>
                  <a:pt x="207" y="861"/>
                </a:lnTo>
                <a:lnTo>
                  <a:pt x="207" y="860"/>
                </a:lnTo>
                <a:lnTo>
                  <a:pt x="208" y="859"/>
                </a:lnTo>
                <a:lnTo>
                  <a:pt x="208" y="858"/>
                </a:lnTo>
                <a:lnTo>
                  <a:pt x="209" y="858"/>
                </a:lnTo>
                <a:lnTo>
                  <a:pt x="209" y="857"/>
                </a:lnTo>
                <a:lnTo>
                  <a:pt x="210" y="857"/>
                </a:lnTo>
                <a:lnTo>
                  <a:pt x="210" y="856"/>
                </a:lnTo>
                <a:lnTo>
                  <a:pt x="211" y="856"/>
                </a:lnTo>
                <a:lnTo>
                  <a:pt x="211" y="855"/>
                </a:lnTo>
                <a:lnTo>
                  <a:pt x="211" y="854"/>
                </a:lnTo>
                <a:lnTo>
                  <a:pt x="210" y="854"/>
                </a:lnTo>
                <a:lnTo>
                  <a:pt x="211" y="854"/>
                </a:lnTo>
                <a:lnTo>
                  <a:pt x="210" y="854"/>
                </a:lnTo>
                <a:lnTo>
                  <a:pt x="210" y="853"/>
                </a:lnTo>
                <a:lnTo>
                  <a:pt x="210" y="852"/>
                </a:lnTo>
                <a:lnTo>
                  <a:pt x="209" y="852"/>
                </a:lnTo>
                <a:lnTo>
                  <a:pt x="209" y="851"/>
                </a:lnTo>
                <a:lnTo>
                  <a:pt x="209" y="850"/>
                </a:lnTo>
                <a:lnTo>
                  <a:pt x="209" y="848"/>
                </a:lnTo>
                <a:lnTo>
                  <a:pt x="208" y="848"/>
                </a:lnTo>
                <a:lnTo>
                  <a:pt x="208" y="847"/>
                </a:lnTo>
                <a:lnTo>
                  <a:pt x="208" y="846"/>
                </a:lnTo>
                <a:lnTo>
                  <a:pt x="208" y="845"/>
                </a:lnTo>
                <a:lnTo>
                  <a:pt x="208" y="844"/>
                </a:lnTo>
                <a:lnTo>
                  <a:pt x="208" y="843"/>
                </a:lnTo>
                <a:lnTo>
                  <a:pt x="207" y="843"/>
                </a:lnTo>
                <a:lnTo>
                  <a:pt x="207" y="842"/>
                </a:lnTo>
                <a:lnTo>
                  <a:pt x="207" y="841"/>
                </a:lnTo>
                <a:lnTo>
                  <a:pt x="207" y="840"/>
                </a:lnTo>
                <a:lnTo>
                  <a:pt x="206" y="840"/>
                </a:lnTo>
                <a:lnTo>
                  <a:pt x="206" y="839"/>
                </a:lnTo>
                <a:lnTo>
                  <a:pt x="206" y="838"/>
                </a:lnTo>
                <a:lnTo>
                  <a:pt x="206" y="837"/>
                </a:lnTo>
                <a:lnTo>
                  <a:pt x="205" y="837"/>
                </a:lnTo>
                <a:lnTo>
                  <a:pt x="205" y="836"/>
                </a:lnTo>
                <a:lnTo>
                  <a:pt x="204" y="836"/>
                </a:lnTo>
                <a:lnTo>
                  <a:pt x="204" y="835"/>
                </a:lnTo>
                <a:lnTo>
                  <a:pt x="204" y="834"/>
                </a:lnTo>
                <a:lnTo>
                  <a:pt x="203" y="834"/>
                </a:lnTo>
                <a:lnTo>
                  <a:pt x="204" y="834"/>
                </a:lnTo>
                <a:lnTo>
                  <a:pt x="205" y="834"/>
                </a:lnTo>
                <a:lnTo>
                  <a:pt x="205" y="833"/>
                </a:lnTo>
                <a:lnTo>
                  <a:pt x="205" y="832"/>
                </a:lnTo>
                <a:lnTo>
                  <a:pt x="205" y="833"/>
                </a:lnTo>
                <a:lnTo>
                  <a:pt x="206" y="833"/>
                </a:lnTo>
                <a:lnTo>
                  <a:pt x="206" y="832"/>
                </a:lnTo>
                <a:lnTo>
                  <a:pt x="207" y="832"/>
                </a:lnTo>
                <a:lnTo>
                  <a:pt x="208" y="832"/>
                </a:lnTo>
                <a:lnTo>
                  <a:pt x="209" y="832"/>
                </a:lnTo>
                <a:lnTo>
                  <a:pt x="209" y="831"/>
                </a:lnTo>
                <a:lnTo>
                  <a:pt x="210" y="831"/>
                </a:lnTo>
                <a:lnTo>
                  <a:pt x="211" y="831"/>
                </a:lnTo>
                <a:lnTo>
                  <a:pt x="212" y="831"/>
                </a:lnTo>
                <a:lnTo>
                  <a:pt x="212" y="830"/>
                </a:lnTo>
                <a:lnTo>
                  <a:pt x="213" y="830"/>
                </a:lnTo>
                <a:lnTo>
                  <a:pt x="213" y="829"/>
                </a:lnTo>
                <a:lnTo>
                  <a:pt x="212" y="829"/>
                </a:lnTo>
                <a:lnTo>
                  <a:pt x="212" y="828"/>
                </a:lnTo>
                <a:lnTo>
                  <a:pt x="213" y="828"/>
                </a:lnTo>
                <a:lnTo>
                  <a:pt x="213" y="827"/>
                </a:lnTo>
                <a:lnTo>
                  <a:pt x="213" y="826"/>
                </a:lnTo>
                <a:lnTo>
                  <a:pt x="213" y="825"/>
                </a:lnTo>
                <a:lnTo>
                  <a:pt x="214" y="825"/>
                </a:lnTo>
                <a:lnTo>
                  <a:pt x="214" y="824"/>
                </a:lnTo>
                <a:lnTo>
                  <a:pt x="214" y="823"/>
                </a:lnTo>
                <a:lnTo>
                  <a:pt x="215" y="823"/>
                </a:lnTo>
                <a:lnTo>
                  <a:pt x="216" y="823"/>
                </a:lnTo>
                <a:lnTo>
                  <a:pt x="216" y="824"/>
                </a:lnTo>
                <a:lnTo>
                  <a:pt x="216" y="823"/>
                </a:lnTo>
                <a:lnTo>
                  <a:pt x="216" y="824"/>
                </a:lnTo>
                <a:lnTo>
                  <a:pt x="217" y="824"/>
                </a:lnTo>
                <a:lnTo>
                  <a:pt x="216" y="823"/>
                </a:lnTo>
                <a:lnTo>
                  <a:pt x="217" y="823"/>
                </a:lnTo>
                <a:lnTo>
                  <a:pt x="217" y="822"/>
                </a:lnTo>
                <a:lnTo>
                  <a:pt x="217" y="823"/>
                </a:lnTo>
                <a:lnTo>
                  <a:pt x="218" y="823"/>
                </a:lnTo>
                <a:lnTo>
                  <a:pt x="218" y="822"/>
                </a:lnTo>
                <a:lnTo>
                  <a:pt x="219" y="822"/>
                </a:lnTo>
                <a:lnTo>
                  <a:pt x="219" y="821"/>
                </a:lnTo>
                <a:lnTo>
                  <a:pt x="220" y="821"/>
                </a:lnTo>
                <a:lnTo>
                  <a:pt x="221" y="821"/>
                </a:lnTo>
                <a:lnTo>
                  <a:pt x="222" y="821"/>
                </a:lnTo>
                <a:lnTo>
                  <a:pt x="221" y="821"/>
                </a:lnTo>
                <a:lnTo>
                  <a:pt x="221" y="820"/>
                </a:lnTo>
                <a:lnTo>
                  <a:pt x="221" y="819"/>
                </a:lnTo>
                <a:lnTo>
                  <a:pt x="221" y="817"/>
                </a:lnTo>
                <a:lnTo>
                  <a:pt x="220" y="817"/>
                </a:lnTo>
                <a:lnTo>
                  <a:pt x="220" y="816"/>
                </a:lnTo>
                <a:lnTo>
                  <a:pt x="220" y="815"/>
                </a:lnTo>
                <a:lnTo>
                  <a:pt x="220" y="814"/>
                </a:lnTo>
                <a:lnTo>
                  <a:pt x="219" y="814"/>
                </a:lnTo>
                <a:lnTo>
                  <a:pt x="220" y="814"/>
                </a:lnTo>
                <a:lnTo>
                  <a:pt x="219" y="814"/>
                </a:lnTo>
                <a:lnTo>
                  <a:pt x="220" y="814"/>
                </a:lnTo>
                <a:lnTo>
                  <a:pt x="219" y="813"/>
                </a:lnTo>
                <a:lnTo>
                  <a:pt x="219" y="812"/>
                </a:lnTo>
                <a:lnTo>
                  <a:pt x="220" y="812"/>
                </a:lnTo>
                <a:lnTo>
                  <a:pt x="219" y="812"/>
                </a:lnTo>
                <a:lnTo>
                  <a:pt x="219" y="811"/>
                </a:lnTo>
                <a:lnTo>
                  <a:pt x="220" y="811"/>
                </a:lnTo>
                <a:lnTo>
                  <a:pt x="220" y="810"/>
                </a:lnTo>
                <a:lnTo>
                  <a:pt x="220" y="809"/>
                </a:lnTo>
                <a:lnTo>
                  <a:pt x="220" y="810"/>
                </a:lnTo>
                <a:lnTo>
                  <a:pt x="221" y="810"/>
                </a:lnTo>
                <a:lnTo>
                  <a:pt x="222" y="810"/>
                </a:lnTo>
                <a:lnTo>
                  <a:pt x="222" y="811"/>
                </a:lnTo>
                <a:lnTo>
                  <a:pt x="223" y="811"/>
                </a:lnTo>
                <a:lnTo>
                  <a:pt x="224" y="811"/>
                </a:lnTo>
                <a:lnTo>
                  <a:pt x="224" y="812"/>
                </a:lnTo>
                <a:lnTo>
                  <a:pt x="225" y="812"/>
                </a:lnTo>
                <a:lnTo>
                  <a:pt x="225" y="813"/>
                </a:lnTo>
                <a:lnTo>
                  <a:pt x="226" y="813"/>
                </a:lnTo>
                <a:lnTo>
                  <a:pt x="226" y="814"/>
                </a:lnTo>
                <a:lnTo>
                  <a:pt x="226" y="813"/>
                </a:lnTo>
                <a:lnTo>
                  <a:pt x="226" y="814"/>
                </a:lnTo>
                <a:lnTo>
                  <a:pt x="227" y="814"/>
                </a:lnTo>
                <a:lnTo>
                  <a:pt x="228" y="814"/>
                </a:lnTo>
                <a:lnTo>
                  <a:pt x="229" y="814"/>
                </a:lnTo>
                <a:lnTo>
                  <a:pt x="229" y="815"/>
                </a:lnTo>
                <a:lnTo>
                  <a:pt x="230" y="815"/>
                </a:lnTo>
                <a:lnTo>
                  <a:pt x="231" y="815"/>
                </a:lnTo>
                <a:lnTo>
                  <a:pt x="232" y="815"/>
                </a:lnTo>
                <a:lnTo>
                  <a:pt x="232" y="814"/>
                </a:lnTo>
                <a:lnTo>
                  <a:pt x="232" y="815"/>
                </a:lnTo>
                <a:lnTo>
                  <a:pt x="233" y="815"/>
                </a:lnTo>
                <a:lnTo>
                  <a:pt x="234" y="815"/>
                </a:lnTo>
                <a:lnTo>
                  <a:pt x="234" y="814"/>
                </a:lnTo>
                <a:lnTo>
                  <a:pt x="234" y="813"/>
                </a:lnTo>
                <a:lnTo>
                  <a:pt x="234" y="812"/>
                </a:lnTo>
                <a:lnTo>
                  <a:pt x="235" y="812"/>
                </a:lnTo>
                <a:lnTo>
                  <a:pt x="235" y="811"/>
                </a:lnTo>
                <a:lnTo>
                  <a:pt x="235" y="810"/>
                </a:lnTo>
                <a:lnTo>
                  <a:pt x="234" y="810"/>
                </a:lnTo>
                <a:lnTo>
                  <a:pt x="235" y="810"/>
                </a:lnTo>
                <a:lnTo>
                  <a:pt x="235" y="809"/>
                </a:lnTo>
                <a:lnTo>
                  <a:pt x="234" y="809"/>
                </a:lnTo>
                <a:lnTo>
                  <a:pt x="234" y="808"/>
                </a:lnTo>
                <a:lnTo>
                  <a:pt x="233" y="808"/>
                </a:lnTo>
                <a:lnTo>
                  <a:pt x="233" y="807"/>
                </a:lnTo>
                <a:lnTo>
                  <a:pt x="232" y="807"/>
                </a:lnTo>
                <a:lnTo>
                  <a:pt x="231" y="807"/>
                </a:lnTo>
                <a:lnTo>
                  <a:pt x="231" y="806"/>
                </a:lnTo>
                <a:lnTo>
                  <a:pt x="232" y="806"/>
                </a:lnTo>
                <a:lnTo>
                  <a:pt x="231" y="806"/>
                </a:lnTo>
                <a:lnTo>
                  <a:pt x="231" y="805"/>
                </a:lnTo>
                <a:lnTo>
                  <a:pt x="231" y="804"/>
                </a:lnTo>
                <a:lnTo>
                  <a:pt x="230" y="804"/>
                </a:lnTo>
                <a:lnTo>
                  <a:pt x="230" y="803"/>
                </a:lnTo>
                <a:lnTo>
                  <a:pt x="230" y="802"/>
                </a:lnTo>
                <a:lnTo>
                  <a:pt x="230" y="801"/>
                </a:lnTo>
                <a:lnTo>
                  <a:pt x="230" y="800"/>
                </a:lnTo>
                <a:lnTo>
                  <a:pt x="230" y="799"/>
                </a:lnTo>
                <a:lnTo>
                  <a:pt x="229" y="799"/>
                </a:lnTo>
                <a:lnTo>
                  <a:pt x="230" y="799"/>
                </a:lnTo>
                <a:lnTo>
                  <a:pt x="230" y="798"/>
                </a:lnTo>
                <a:lnTo>
                  <a:pt x="231" y="798"/>
                </a:lnTo>
                <a:lnTo>
                  <a:pt x="231" y="797"/>
                </a:lnTo>
                <a:lnTo>
                  <a:pt x="230" y="797"/>
                </a:lnTo>
                <a:lnTo>
                  <a:pt x="230" y="796"/>
                </a:lnTo>
                <a:lnTo>
                  <a:pt x="231" y="796"/>
                </a:lnTo>
                <a:lnTo>
                  <a:pt x="232" y="796"/>
                </a:lnTo>
                <a:lnTo>
                  <a:pt x="232" y="795"/>
                </a:lnTo>
                <a:lnTo>
                  <a:pt x="231" y="795"/>
                </a:lnTo>
                <a:lnTo>
                  <a:pt x="231" y="794"/>
                </a:lnTo>
                <a:lnTo>
                  <a:pt x="231" y="793"/>
                </a:lnTo>
                <a:lnTo>
                  <a:pt x="230" y="793"/>
                </a:lnTo>
                <a:lnTo>
                  <a:pt x="230" y="792"/>
                </a:lnTo>
                <a:lnTo>
                  <a:pt x="229" y="792"/>
                </a:lnTo>
                <a:lnTo>
                  <a:pt x="228" y="792"/>
                </a:lnTo>
                <a:lnTo>
                  <a:pt x="227" y="792"/>
                </a:lnTo>
                <a:lnTo>
                  <a:pt x="226" y="792"/>
                </a:lnTo>
                <a:lnTo>
                  <a:pt x="226" y="791"/>
                </a:lnTo>
                <a:lnTo>
                  <a:pt x="225" y="791"/>
                </a:lnTo>
                <a:lnTo>
                  <a:pt x="225" y="792"/>
                </a:lnTo>
                <a:lnTo>
                  <a:pt x="224" y="792"/>
                </a:lnTo>
                <a:lnTo>
                  <a:pt x="224" y="791"/>
                </a:lnTo>
                <a:lnTo>
                  <a:pt x="223" y="791"/>
                </a:lnTo>
                <a:lnTo>
                  <a:pt x="222" y="791"/>
                </a:lnTo>
                <a:lnTo>
                  <a:pt x="221" y="791"/>
                </a:lnTo>
                <a:lnTo>
                  <a:pt x="220" y="791"/>
                </a:lnTo>
                <a:lnTo>
                  <a:pt x="219" y="791"/>
                </a:lnTo>
                <a:lnTo>
                  <a:pt x="219" y="790"/>
                </a:lnTo>
                <a:lnTo>
                  <a:pt x="218" y="790"/>
                </a:lnTo>
                <a:lnTo>
                  <a:pt x="218" y="789"/>
                </a:lnTo>
                <a:lnTo>
                  <a:pt x="217" y="789"/>
                </a:lnTo>
                <a:lnTo>
                  <a:pt x="216" y="789"/>
                </a:lnTo>
                <a:lnTo>
                  <a:pt x="215" y="789"/>
                </a:lnTo>
                <a:lnTo>
                  <a:pt x="214" y="789"/>
                </a:lnTo>
                <a:lnTo>
                  <a:pt x="214" y="788"/>
                </a:lnTo>
                <a:lnTo>
                  <a:pt x="213" y="788"/>
                </a:lnTo>
                <a:lnTo>
                  <a:pt x="213" y="787"/>
                </a:lnTo>
                <a:lnTo>
                  <a:pt x="212" y="787"/>
                </a:lnTo>
                <a:lnTo>
                  <a:pt x="212" y="786"/>
                </a:lnTo>
                <a:lnTo>
                  <a:pt x="212" y="785"/>
                </a:lnTo>
                <a:lnTo>
                  <a:pt x="211" y="785"/>
                </a:lnTo>
                <a:lnTo>
                  <a:pt x="211" y="784"/>
                </a:lnTo>
                <a:lnTo>
                  <a:pt x="210" y="784"/>
                </a:lnTo>
                <a:lnTo>
                  <a:pt x="209" y="784"/>
                </a:lnTo>
                <a:lnTo>
                  <a:pt x="208" y="784"/>
                </a:lnTo>
                <a:lnTo>
                  <a:pt x="208" y="785"/>
                </a:lnTo>
                <a:lnTo>
                  <a:pt x="207" y="785"/>
                </a:lnTo>
                <a:lnTo>
                  <a:pt x="207" y="786"/>
                </a:lnTo>
                <a:lnTo>
                  <a:pt x="207" y="787"/>
                </a:lnTo>
                <a:lnTo>
                  <a:pt x="206" y="787"/>
                </a:lnTo>
                <a:lnTo>
                  <a:pt x="206" y="788"/>
                </a:lnTo>
                <a:lnTo>
                  <a:pt x="205" y="788"/>
                </a:lnTo>
                <a:lnTo>
                  <a:pt x="204" y="788"/>
                </a:lnTo>
                <a:lnTo>
                  <a:pt x="204" y="787"/>
                </a:lnTo>
                <a:lnTo>
                  <a:pt x="203" y="787"/>
                </a:lnTo>
                <a:lnTo>
                  <a:pt x="202" y="787"/>
                </a:lnTo>
                <a:lnTo>
                  <a:pt x="202" y="788"/>
                </a:lnTo>
                <a:lnTo>
                  <a:pt x="201" y="788"/>
                </a:lnTo>
                <a:lnTo>
                  <a:pt x="200" y="788"/>
                </a:lnTo>
                <a:lnTo>
                  <a:pt x="200" y="789"/>
                </a:lnTo>
                <a:lnTo>
                  <a:pt x="200" y="790"/>
                </a:lnTo>
                <a:lnTo>
                  <a:pt x="199" y="790"/>
                </a:lnTo>
                <a:lnTo>
                  <a:pt x="198" y="790"/>
                </a:lnTo>
                <a:lnTo>
                  <a:pt x="197" y="790"/>
                </a:lnTo>
                <a:lnTo>
                  <a:pt x="197" y="789"/>
                </a:lnTo>
                <a:lnTo>
                  <a:pt x="196" y="789"/>
                </a:lnTo>
                <a:lnTo>
                  <a:pt x="196" y="788"/>
                </a:lnTo>
                <a:lnTo>
                  <a:pt x="196" y="789"/>
                </a:lnTo>
                <a:lnTo>
                  <a:pt x="195" y="789"/>
                </a:lnTo>
                <a:lnTo>
                  <a:pt x="194" y="789"/>
                </a:lnTo>
                <a:lnTo>
                  <a:pt x="194" y="788"/>
                </a:lnTo>
                <a:lnTo>
                  <a:pt x="193" y="788"/>
                </a:lnTo>
                <a:lnTo>
                  <a:pt x="193" y="787"/>
                </a:lnTo>
                <a:lnTo>
                  <a:pt x="193" y="786"/>
                </a:lnTo>
                <a:lnTo>
                  <a:pt x="192" y="786"/>
                </a:lnTo>
                <a:lnTo>
                  <a:pt x="192" y="787"/>
                </a:lnTo>
                <a:lnTo>
                  <a:pt x="191" y="787"/>
                </a:lnTo>
                <a:lnTo>
                  <a:pt x="189" y="787"/>
                </a:lnTo>
                <a:lnTo>
                  <a:pt x="189" y="786"/>
                </a:lnTo>
                <a:lnTo>
                  <a:pt x="188" y="786"/>
                </a:lnTo>
                <a:lnTo>
                  <a:pt x="188" y="787"/>
                </a:lnTo>
                <a:lnTo>
                  <a:pt x="188" y="786"/>
                </a:lnTo>
                <a:lnTo>
                  <a:pt x="187" y="786"/>
                </a:lnTo>
                <a:lnTo>
                  <a:pt x="186" y="786"/>
                </a:lnTo>
                <a:lnTo>
                  <a:pt x="185" y="786"/>
                </a:lnTo>
                <a:lnTo>
                  <a:pt x="185" y="787"/>
                </a:lnTo>
                <a:lnTo>
                  <a:pt x="184" y="787"/>
                </a:lnTo>
                <a:lnTo>
                  <a:pt x="183" y="787"/>
                </a:lnTo>
                <a:lnTo>
                  <a:pt x="183" y="786"/>
                </a:lnTo>
                <a:lnTo>
                  <a:pt x="182" y="786"/>
                </a:lnTo>
                <a:lnTo>
                  <a:pt x="182" y="787"/>
                </a:lnTo>
                <a:lnTo>
                  <a:pt x="182" y="788"/>
                </a:lnTo>
                <a:lnTo>
                  <a:pt x="181" y="788"/>
                </a:lnTo>
                <a:lnTo>
                  <a:pt x="181" y="787"/>
                </a:lnTo>
                <a:lnTo>
                  <a:pt x="180" y="787"/>
                </a:lnTo>
                <a:lnTo>
                  <a:pt x="180" y="786"/>
                </a:lnTo>
                <a:lnTo>
                  <a:pt x="179" y="786"/>
                </a:lnTo>
                <a:lnTo>
                  <a:pt x="178" y="786"/>
                </a:lnTo>
                <a:lnTo>
                  <a:pt x="178" y="785"/>
                </a:lnTo>
                <a:lnTo>
                  <a:pt x="177" y="785"/>
                </a:lnTo>
                <a:lnTo>
                  <a:pt x="176" y="785"/>
                </a:lnTo>
                <a:lnTo>
                  <a:pt x="176" y="784"/>
                </a:lnTo>
                <a:lnTo>
                  <a:pt x="175" y="784"/>
                </a:lnTo>
                <a:lnTo>
                  <a:pt x="174" y="784"/>
                </a:lnTo>
                <a:lnTo>
                  <a:pt x="174" y="783"/>
                </a:lnTo>
                <a:lnTo>
                  <a:pt x="175" y="783"/>
                </a:lnTo>
                <a:lnTo>
                  <a:pt x="174" y="783"/>
                </a:lnTo>
                <a:lnTo>
                  <a:pt x="175" y="783"/>
                </a:lnTo>
                <a:lnTo>
                  <a:pt x="175" y="782"/>
                </a:lnTo>
                <a:lnTo>
                  <a:pt x="175" y="781"/>
                </a:lnTo>
                <a:lnTo>
                  <a:pt x="175" y="780"/>
                </a:lnTo>
                <a:lnTo>
                  <a:pt x="176" y="780"/>
                </a:lnTo>
                <a:lnTo>
                  <a:pt x="176" y="779"/>
                </a:lnTo>
                <a:lnTo>
                  <a:pt x="176" y="778"/>
                </a:lnTo>
                <a:lnTo>
                  <a:pt x="176" y="777"/>
                </a:lnTo>
                <a:lnTo>
                  <a:pt x="176" y="778"/>
                </a:lnTo>
                <a:lnTo>
                  <a:pt x="175" y="778"/>
                </a:lnTo>
                <a:lnTo>
                  <a:pt x="174" y="778"/>
                </a:lnTo>
                <a:lnTo>
                  <a:pt x="173" y="778"/>
                </a:lnTo>
                <a:lnTo>
                  <a:pt x="173" y="779"/>
                </a:lnTo>
                <a:lnTo>
                  <a:pt x="173" y="778"/>
                </a:lnTo>
                <a:lnTo>
                  <a:pt x="172" y="778"/>
                </a:lnTo>
                <a:lnTo>
                  <a:pt x="170" y="778"/>
                </a:lnTo>
                <a:lnTo>
                  <a:pt x="169" y="778"/>
                </a:lnTo>
                <a:lnTo>
                  <a:pt x="168" y="778"/>
                </a:lnTo>
                <a:lnTo>
                  <a:pt x="167" y="778"/>
                </a:lnTo>
                <a:lnTo>
                  <a:pt x="167" y="777"/>
                </a:lnTo>
                <a:lnTo>
                  <a:pt x="166" y="777"/>
                </a:lnTo>
                <a:lnTo>
                  <a:pt x="165" y="777"/>
                </a:lnTo>
                <a:lnTo>
                  <a:pt x="164" y="777"/>
                </a:lnTo>
                <a:lnTo>
                  <a:pt x="163" y="777"/>
                </a:lnTo>
                <a:lnTo>
                  <a:pt x="163" y="776"/>
                </a:lnTo>
                <a:lnTo>
                  <a:pt x="162" y="776"/>
                </a:lnTo>
                <a:lnTo>
                  <a:pt x="162" y="775"/>
                </a:lnTo>
                <a:lnTo>
                  <a:pt x="161" y="775"/>
                </a:lnTo>
                <a:lnTo>
                  <a:pt x="160" y="775"/>
                </a:lnTo>
                <a:lnTo>
                  <a:pt x="160" y="774"/>
                </a:lnTo>
                <a:lnTo>
                  <a:pt x="159" y="774"/>
                </a:lnTo>
                <a:lnTo>
                  <a:pt x="158" y="774"/>
                </a:lnTo>
                <a:lnTo>
                  <a:pt x="157" y="774"/>
                </a:lnTo>
                <a:lnTo>
                  <a:pt x="157" y="775"/>
                </a:lnTo>
                <a:lnTo>
                  <a:pt x="155" y="775"/>
                </a:lnTo>
                <a:lnTo>
                  <a:pt x="155" y="774"/>
                </a:lnTo>
                <a:lnTo>
                  <a:pt x="155" y="773"/>
                </a:lnTo>
                <a:lnTo>
                  <a:pt x="156" y="773"/>
                </a:lnTo>
                <a:lnTo>
                  <a:pt x="156" y="772"/>
                </a:lnTo>
                <a:lnTo>
                  <a:pt x="156" y="771"/>
                </a:lnTo>
                <a:lnTo>
                  <a:pt x="155" y="771"/>
                </a:lnTo>
                <a:lnTo>
                  <a:pt x="156" y="771"/>
                </a:lnTo>
                <a:lnTo>
                  <a:pt x="156" y="770"/>
                </a:lnTo>
                <a:lnTo>
                  <a:pt x="157" y="770"/>
                </a:lnTo>
                <a:lnTo>
                  <a:pt x="157" y="769"/>
                </a:lnTo>
                <a:lnTo>
                  <a:pt x="158" y="769"/>
                </a:lnTo>
                <a:lnTo>
                  <a:pt x="158" y="768"/>
                </a:lnTo>
                <a:lnTo>
                  <a:pt x="158" y="767"/>
                </a:lnTo>
                <a:lnTo>
                  <a:pt x="158" y="766"/>
                </a:lnTo>
                <a:lnTo>
                  <a:pt x="159" y="766"/>
                </a:lnTo>
                <a:lnTo>
                  <a:pt x="159" y="765"/>
                </a:lnTo>
                <a:lnTo>
                  <a:pt x="160" y="765"/>
                </a:lnTo>
                <a:lnTo>
                  <a:pt x="160" y="764"/>
                </a:lnTo>
                <a:lnTo>
                  <a:pt x="161" y="764"/>
                </a:lnTo>
                <a:lnTo>
                  <a:pt x="161" y="763"/>
                </a:lnTo>
                <a:lnTo>
                  <a:pt x="160" y="763"/>
                </a:lnTo>
                <a:lnTo>
                  <a:pt x="160" y="762"/>
                </a:lnTo>
                <a:lnTo>
                  <a:pt x="160" y="761"/>
                </a:lnTo>
                <a:lnTo>
                  <a:pt x="161" y="761"/>
                </a:lnTo>
                <a:lnTo>
                  <a:pt x="162" y="761"/>
                </a:lnTo>
                <a:lnTo>
                  <a:pt x="161" y="761"/>
                </a:lnTo>
                <a:lnTo>
                  <a:pt x="161" y="760"/>
                </a:lnTo>
                <a:lnTo>
                  <a:pt x="162" y="760"/>
                </a:lnTo>
                <a:lnTo>
                  <a:pt x="162" y="759"/>
                </a:lnTo>
                <a:lnTo>
                  <a:pt x="163" y="759"/>
                </a:lnTo>
                <a:lnTo>
                  <a:pt x="162" y="759"/>
                </a:lnTo>
                <a:lnTo>
                  <a:pt x="162" y="758"/>
                </a:lnTo>
                <a:lnTo>
                  <a:pt x="161" y="758"/>
                </a:lnTo>
                <a:lnTo>
                  <a:pt x="161" y="757"/>
                </a:lnTo>
                <a:lnTo>
                  <a:pt x="160" y="757"/>
                </a:lnTo>
                <a:lnTo>
                  <a:pt x="160" y="756"/>
                </a:lnTo>
                <a:lnTo>
                  <a:pt x="159" y="756"/>
                </a:lnTo>
                <a:lnTo>
                  <a:pt x="158" y="756"/>
                </a:lnTo>
                <a:lnTo>
                  <a:pt x="158" y="755"/>
                </a:lnTo>
                <a:lnTo>
                  <a:pt x="157" y="755"/>
                </a:lnTo>
                <a:lnTo>
                  <a:pt x="157" y="756"/>
                </a:lnTo>
                <a:lnTo>
                  <a:pt x="156" y="756"/>
                </a:lnTo>
                <a:lnTo>
                  <a:pt x="155" y="756"/>
                </a:lnTo>
                <a:lnTo>
                  <a:pt x="156" y="756"/>
                </a:lnTo>
                <a:lnTo>
                  <a:pt x="156" y="755"/>
                </a:lnTo>
                <a:lnTo>
                  <a:pt x="156" y="754"/>
                </a:lnTo>
                <a:lnTo>
                  <a:pt x="157" y="754"/>
                </a:lnTo>
                <a:lnTo>
                  <a:pt x="157" y="753"/>
                </a:lnTo>
                <a:lnTo>
                  <a:pt x="158" y="753"/>
                </a:lnTo>
                <a:lnTo>
                  <a:pt x="159" y="753"/>
                </a:lnTo>
                <a:lnTo>
                  <a:pt x="160" y="753"/>
                </a:lnTo>
                <a:lnTo>
                  <a:pt x="160" y="752"/>
                </a:lnTo>
                <a:lnTo>
                  <a:pt x="160" y="751"/>
                </a:lnTo>
                <a:lnTo>
                  <a:pt x="160" y="750"/>
                </a:lnTo>
                <a:lnTo>
                  <a:pt x="160" y="749"/>
                </a:lnTo>
                <a:lnTo>
                  <a:pt x="160" y="748"/>
                </a:lnTo>
                <a:lnTo>
                  <a:pt x="159" y="748"/>
                </a:lnTo>
                <a:lnTo>
                  <a:pt x="159" y="747"/>
                </a:lnTo>
                <a:lnTo>
                  <a:pt x="160" y="747"/>
                </a:lnTo>
                <a:lnTo>
                  <a:pt x="160" y="746"/>
                </a:lnTo>
                <a:lnTo>
                  <a:pt x="160" y="745"/>
                </a:lnTo>
                <a:lnTo>
                  <a:pt x="161" y="745"/>
                </a:lnTo>
                <a:lnTo>
                  <a:pt x="160" y="745"/>
                </a:lnTo>
                <a:lnTo>
                  <a:pt x="160" y="744"/>
                </a:lnTo>
                <a:lnTo>
                  <a:pt x="160" y="743"/>
                </a:lnTo>
                <a:lnTo>
                  <a:pt x="159" y="743"/>
                </a:lnTo>
                <a:lnTo>
                  <a:pt x="159" y="742"/>
                </a:lnTo>
                <a:lnTo>
                  <a:pt x="158" y="742"/>
                </a:lnTo>
                <a:lnTo>
                  <a:pt x="158" y="741"/>
                </a:lnTo>
                <a:lnTo>
                  <a:pt x="158" y="740"/>
                </a:lnTo>
                <a:lnTo>
                  <a:pt x="158" y="739"/>
                </a:lnTo>
                <a:lnTo>
                  <a:pt x="157" y="739"/>
                </a:lnTo>
                <a:lnTo>
                  <a:pt x="157" y="738"/>
                </a:lnTo>
                <a:lnTo>
                  <a:pt x="156" y="737"/>
                </a:lnTo>
                <a:lnTo>
                  <a:pt x="156" y="736"/>
                </a:lnTo>
                <a:lnTo>
                  <a:pt x="155" y="736"/>
                </a:lnTo>
                <a:lnTo>
                  <a:pt x="154" y="736"/>
                </a:lnTo>
                <a:lnTo>
                  <a:pt x="153" y="736"/>
                </a:lnTo>
                <a:lnTo>
                  <a:pt x="152" y="736"/>
                </a:lnTo>
                <a:lnTo>
                  <a:pt x="153" y="737"/>
                </a:lnTo>
                <a:lnTo>
                  <a:pt x="152" y="737"/>
                </a:lnTo>
                <a:lnTo>
                  <a:pt x="151" y="737"/>
                </a:lnTo>
                <a:lnTo>
                  <a:pt x="151" y="736"/>
                </a:lnTo>
                <a:lnTo>
                  <a:pt x="151" y="737"/>
                </a:lnTo>
                <a:lnTo>
                  <a:pt x="150" y="737"/>
                </a:lnTo>
                <a:lnTo>
                  <a:pt x="150" y="736"/>
                </a:lnTo>
                <a:lnTo>
                  <a:pt x="149" y="736"/>
                </a:lnTo>
                <a:lnTo>
                  <a:pt x="149" y="735"/>
                </a:lnTo>
                <a:lnTo>
                  <a:pt x="149" y="734"/>
                </a:lnTo>
                <a:lnTo>
                  <a:pt x="149" y="733"/>
                </a:lnTo>
                <a:lnTo>
                  <a:pt x="148" y="732"/>
                </a:lnTo>
                <a:lnTo>
                  <a:pt x="148" y="731"/>
                </a:lnTo>
                <a:lnTo>
                  <a:pt x="148" y="730"/>
                </a:lnTo>
                <a:lnTo>
                  <a:pt x="148" y="729"/>
                </a:lnTo>
                <a:lnTo>
                  <a:pt x="147" y="729"/>
                </a:lnTo>
                <a:lnTo>
                  <a:pt x="148" y="729"/>
                </a:lnTo>
                <a:lnTo>
                  <a:pt x="148" y="728"/>
                </a:lnTo>
                <a:lnTo>
                  <a:pt x="149" y="728"/>
                </a:lnTo>
                <a:lnTo>
                  <a:pt x="149" y="727"/>
                </a:lnTo>
                <a:lnTo>
                  <a:pt x="150" y="727"/>
                </a:lnTo>
                <a:lnTo>
                  <a:pt x="150" y="726"/>
                </a:lnTo>
                <a:lnTo>
                  <a:pt x="151" y="726"/>
                </a:lnTo>
                <a:lnTo>
                  <a:pt x="152" y="726"/>
                </a:lnTo>
                <a:lnTo>
                  <a:pt x="152" y="725"/>
                </a:lnTo>
                <a:lnTo>
                  <a:pt x="152" y="724"/>
                </a:lnTo>
                <a:lnTo>
                  <a:pt x="153" y="724"/>
                </a:lnTo>
                <a:lnTo>
                  <a:pt x="154" y="724"/>
                </a:lnTo>
                <a:lnTo>
                  <a:pt x="155" y="724"/>
                </a:lnTo>
                <a:lnTo>
                  <a:pt x="155" y="723"/>
                </a:lnTo>
                <a:lnTo>
                  <a:pt x="156" y="723"/>
                </a:lnTo>
                <a:lnTo>
                  <a:pt x="157" y="723"/>
                </a:lnTo>
                <a:lnTo>
                  <a:pt x="157" y="722"/>
                </a:lnTo>
                <a:lnTo>
                  <a:pt x="158" y="722"/>
                </a:lnTo>
                <a:lnTo>
                  <a:pt x="158" y="721"/>
                </a:lnTo>
                <a:lnTo>
                  <a:pt x="159" y="721"/>
                </a:lnTo>
                <a:lnTo>
                  <a:pt x="159" y="720"/>
                </a:lnTo>
                <a:lnTo>
                  <a:pt x="158" y="719"/>
                </a:lnTo>
                <a:lnTo>
                  <a:pt x="157" y="719"/>
                </a:lnTo>
                <a:lnTo>
                  <a:pt x="157" y="718"/>
                </a:lnTo>
                <a:lnTo>
                  <a:pt x="156" y="718"/>
                </a:lnTo>
                <a:lnTo>
                  <a:pt x="155" y="718"/>
                </a:lnTo>
                <a:lnTo>
                  <a:pt x="155" y="717"/>
                </a:lnTo>
                <a:lnTo>
                  <a:pt x="154" y="717"/>
                </a:lnTo>
                <a:lnTo>
                  <a:pt x="154" y="716"/>
                </a:lnTo>
                <a:lnTo>
                  <a:pt x="154" y="715"/>
                </a:lnTo>
                <a:lnTo>
                  <a:pt x="154" y="714"/>
                </a:lnTo>
                <a:lnTo>
                  <a:pt x="153" y="714"/>
                </a:lnTo>
                <a:lnTo>
                  <a:pt x="153" y="713"/>
                </a:lnTo>
                <a:lnTo>
                  <a:pt x="153" y="711"/>
                </a:lnTo>
                <a:lnTo>
                  <a:pt x="153" y="710"/>
                </a:lnTo>
                <a:lnTo>
                  <a:pt x="152" y="710"/>
                </a:lnTo>
                <a:lnTo>
                  <a:pt x="152" y="709"/>
                </a:lnTo>
                <a:lnTo>
                  <a:pt x="152" y="710"/>
                </a:lnTo>
                <a:lnTo>
                  <a:pt x="151" y="709"/>
                </a:lnTo>
                <a:lnTo>
                  <a:pt x="151" y="708"/>
                </a:lnTo>
                <a:lnTo>
                  <a:pt x="151" y="707"/>
                </a:lnTo>
                <a:lnTo>
                  <a:pt x="151" y="706"/>
                </a:lnTo>
                <a:lnTo>
                  <a:pt x="152" y="706"/>
                </a:lnTo>
                <a:lnTo>
                  <a:pt x="152" y="705"/>
                </a:lnTo>
                <a:lnTo>
                  <a:pt x="152" y="704"/>
                </a:lnTo>
                <a:lnTo>
                  <a:pt x="152" y="703"/>
                </a:lnTo>
                <a:lnTo>
                  <a:pt x="151" y="703"/>
                </a:lnTo>
                <a:lnTo>
                  <a:pt x="151" y="702"/>
                </a:lnTo>
                <a:lnTo>
                  <a:pt x="151" y="701"/>
                </a:lnTo>
                <a:lnTo>
                  <a:pt x="150" y="701"/>
                </a:lnTo>
                <a:lnTo>
                  <a:pt x="150" y="700"/>
                </a:lnTo>
                <a:lnTo>
                  <a:pt x="150" y="699"/>
                </a:lnTo>
                <a:lnTo>
                  <a:pt x="149" y="699"/>
                </a:lnTo>
                <a:lnTo>
                  <a:pt x="149" y="698"/>
                </a:lnTo>
                <a:lnTo>
                  <a:pt x="148" y="698"/>
                </a:lnTo>
                <a:lnTo>
                  <a:pt x="147" y="698"/>
                </a:lnTo>
                <a:lnTo>
                  <a:pt x="146" y="698"/>
                </a:lnTo>
                <a:lnTo>
                  <a:pt x="145" y="698"/>
                </a:lnTo>
                <a:lnTo>
                  <a:pt x="144" y="698"/>
                </a:lnTo>
                <a:lnTo>
                  <a:pt x="143" y="698"/>
                </a:lnTo>
                <a:lnTo>
                  <a:pt x="143" y="697"/>
                </a:lnTo>
                <a:lnTo>
                  <a:pt x="142" y="697"/>
                </a:lnTo>
                <a:lnTo>
                  <a:pt x="142" y="696"/>
                </a:lnTo>
                <a:lnTo>
                  <a:pt x="141" y="696"/>
                </a:lnTo>
                <a:lnTo>
                  <a:pt x="140" y="696"/>
                </a:lnTo>
                <a:lnTo>
                  <a:pt x="139" y="696"/>
                </a:lnTo>
                <a:lnTo>
                  <a:pt x="137" y="696"/>
                </a:lnTo>
                <a:lnTo>
                  <a:pt x="137" y="697"/>
                </a:lnTo>
                <a:lnTo>
                  <a:pt x="137" y="696"/>
                </a:lnTo>
                <a:lnTo>
                  <a:pt x="136" y="696"/>
                </a:lnTo>
                <a:lnTo>
                  <a:pt x="136" y="695"/>
                </a:lnTo>
                <a:lnTo>
                  <a:pt x="136" y="694"/>
                </a:lnTo>
                <a:lnTo>
                  <a:pt x="135" y="694"/>
                </a:lnTo>
                <a:lnTo>
                  <a:pt x="134" y="694"/>
                </a:lnTo>
                <a:lnTo>
                  <a:pt x="134" y="693"/>
                </a:lnTo>
                <a:lnTo>
                  <a:pt x="135" y="693"/>
                </a:lnTo>
                <a:lnTo>
                  <a:pt x="136" y="693"/>
                </a:lnTo>
                <a:lnTo>
                  <a:pt x="137" y="693"/>
                </a:lnTo>
                <a:lnTo>
                  <a:pt x="137" y="692"/>
                </a:lnTo>
                <a:lnTo>
                  <a:pt x="137" y="691"/>
                </a:lnTo>
                <a:lnTo>
                  <a:pt x="138" y="691"/>
                </a:lnTo>
                <a:lnTo>
                  <a:pt x="138" y="690"/>
                </a:lnTo>
                <a:lnTo>
                  <a:pt x="138" y="689"/>
                </a:lnTo>
                <a:lnTo>
                  <a:pt x="137" y="689"/>
                </a:lnTo>
                <a:lnTo>
                  <a:pt x="137" y="688"/>
                </a:lnTo>
                <a:lnTo>
                  <a:pt x="138" y="688"/>
                </a:lnTo>
                <a:lnTo>
                  <a:pt x="138" y="687"/>
                </a:lnTo>
                <a:lnTo>
                  <a:pt x="138" y="686"/>
                </a:lnTo>
                <a:lnTo>
                  <a:pt x="138" y="685"/>
                </a:lnTo>
                <a:lnTo>
                  <a:pt x="137" y="685"/>
                </a:lnTo>
                <a:lnTo>
                  <a:pt x="137" y="684"/>
                </a:lnTo>
                <a:lnTo>
                  <a:pt x="138" y="684"/>
                </a:lnTo>
                <a:lnTo>
                  <a:pt x="138" y="683"/>
                </a:lnTo>
                <a:lnTo>
                  <a:pt x="137" y="683"/>
                </a:lnTo>
                <a:lnTo>
                  <a:pt x="137" y="682"/>
                </a:lnTo>
                <a:lnTo>
                  <a:pt x="137" y="681"/>
                </a:lnTo>
                <a:lnTo>
                  <a:pt x="136" y="681"/>
                </a:lnTo>
                <a:lnTo>
                  <a:pt x="136" y="680"/>
                </a:lnTo>
                <a:lnTo>
                  <a:pt x="137" y="680"/>
                </a:lnTo>
                <a:lnTo>
                  <a:pt x="137" y="679"/>
                </a:lnTo>
                <a:lnTo>
                  <a:pt x="137" y="678"/>
                </a:lnTo>
                <a:lnTo>
                  <a:pt x="138" y="678"/>
                </a:lnTo>
                <a:lnTo>
                  <a:pt x="138" y="677"/>
                </a:lnTo>
                <a:lnTo>
                  <a:pt x="139" y="677"/>
                </a:lnTo>
                <a:lnTo>
                  <a:pt x="139" y="676"/>
                </a:lnTo>
                <a:lnTo>
                  <a:pt x="139" y="675"/>
                </a:lnTo>
                <a:lnTo>
                  <a:pt x="138" y="675"/>
                </a:lnTo>
                <a:lnTo>
                  <a:pt x="137" y="675"/>
                </a:lnTo>
                <a:lnTo>
                  <a:pt x="136" y="675"/>
                </a:lnTo>
                <a:lnTo>
                  <a:pt x="136" y="674"/>
                </a:lnTo>
                <a:lnTo>
                  <a:pt x="137" y="674"/>
                </a:lnTo>
                <a:lnTo>
                  <a:pt x="137" y="673"/>
                </a:lnTo>
                <a:lnTo>
                  <a:pt x="136" y="673"/>
                </a:lnTo>
                <a:lnTo>
                  <a:pt x="137" y="673"/>
                </a:lnTo>
                <a:lnTo>
                  <a:pt x="138" y="672"/>
                </a:lnTo>
                <a:lnTo>
                  <a:pt x="139" y="672"/>
                </a:lnTo>
                <a:lnTo>
                  <a:pt x="139" y="671"/>
                </a:lnTo>
                <a:lnTo>
                  <a:pt x="140" y="671"/>
                </a:lnTo>
                <a:lnTo>
                  <a:pt x="140" y="672"/>
                </a:lnTo>
                <a:lnTo>
                  <a:pt x="141" y="672"/>
                </a:lnTo>
                <a:lnTo>
                  <a:pt x="141" y="673"/>
                </a:lnTo>
                <a:lnTo>
                  <a:pt x="142" y="673"/>
                </a:lnTo>
                <a:lnTo>
                  <a:pt x="143" y="673"/>
                </a:lnTo>
                <a:lnTo>
                  <a:pt x="144" y="673"/>
                </a:lnTo>
                <a:lnTo>
                  <a:pt x="144" y="672"/>
                </a:lnTo>
                <a:lnTo>
                  <a:pt x="145" y="672"/>
                </a:lnTo>
                <a:lnTo>
                  <a:pt x="145" y="671"/>
                </a:lnTo>
                <a:lnTo>
                  <a:pt x="146" y="671"/>
                </a:lnTo>
                <a:lnTo>
                  <a:pt x="146" y="670"/>
                </a:lnTo>
                <a:lnTo>
                  <a:pt x="147" y="670"/>
                </a:lnTo>
                <a:lnTo>
                  <a:pt x="147" y="669"/>
                </a:lnTo>
                <a:lnTo>
                  <a:pt x="147" y="668"/>
                </a:lnTo>
                <a:lnTo>
                  <a:pt x="147" y="667"/>
                </a:lnTo>
                <a:lnTo>
                  <a:pt x="148" y="667"/>
                </a:lnTo>
                <a:lnTo>
                  <a:pt x="148" y="666"/>
                </a:lnTo>
                <a:lnTo>
                  <a:pt x="148" y="667"/>
                </a:lnTo>
                <a:lnTo>
                  <a:pt x="149" y="667"/>
                </a:lnTo>
                <a:lnTo>
                  <a:pt x="150" y="667"/>
                </a:lnTo>
                <a:lnTo>
                  <a:pt x="151" y="667"/>
                </a:lnTo>
                <a:lnTo>
                  <a:pt x="152" y="667"/>
                </a:lnTo>
                <a:lnTo>
                  <a:pt x="152" y="666"/>
                </a:lnTo>
                <a:lnTo>
                  <a:pt x="153" y="665"/>
                </a:lnTo>
                <a:lnTo>
                  <a:pt x="154" y="665"/>
                </a:lnTo>
                <a:lnTo>
                  <a:pt x="154" y="664"/>
                </a:lnTo>
                <a:lnTo>
                  <a:pt x="155" y="664"/>
                </a:lnTo>
                <a:lnTo>
                  <a:pt x="156" y="664"/>
                </a:lnTo>
                <a:lnTo>
                  <a:pt x="156" y="663"/>
                </a:lnTo>
                <a:lnTo>
                  <a:pt x="156" y="664"/>
                </a:lnTo>
                <a:lnTo>
                  <a:pt x="156" y="663"/>
                </a:lnTo>
                <a:lnTo>
                  <a:pt x="157" y="663"/>
                </a:lnTo>
                <a:lnTo>
                  <a:pt x="158" y="663"/>
                </a:lnTo>
                <a:lnTo>
                  <a:pt x="158" y="662"/>
                </a:lnTo>
                <a:lnTo>
                  <a:pt x="159" y="662"/>
                </a:lnTo>
                <a:lnTo>
                  <a:pt x="159" y="661"/>
                </a:lnTo>
                <a:lnTo>
                  <a:pt x="160" y="661"/>
                </a:lnTo>
                <a:lnTo>
                  <a:pt x="160" y="660"/>
                </a:lnTo>
                <a:lnTo>
                  <a:pt x="159" y="660"/>
                </a:lnTo>
                <a:lnTo>
                  <a:pt x="160" y="660"/>
                </a:lnTo>
                <a:lnTo>
                  <a:pt x="160" y="659"/>
                </a:lnTo>
                <a:lnTo>
                  <a:pt x="161" y="659"/>
                </a:lnTo>
                <a:lnTo>
                  <a:pt x="162" y="659"/>
                </a:lnTo>
                <a:lnTo>
                  <a:pt x="162" y="658"/>
                </a:lnTo>
                <a:lnTo>
                  <a:pt x="163" y="658"/>
                </a:lnTo>
                <a:lnTo>
                  <a:pt x="163" y="657"/>
                </a:lnTo>
                <a:lnTo>
                  <a:pt x="163" y="656"/>
                </a:lnTo>
                <a:lnTo>
                  <a:pt x="163" y="655"/>
                </a:lnTo>
                <a:lnTo>
                  <a:pt x="162" y="655"/>
                </a:lnTo>
                <a:lnTo>
                  <a:pt x="163" y="655"/>
                </a:lnTo>
                <a:lnTo>
                  <a:pt x="163" y="654"/>
                </a:lnTo>
                <a:lnTo>
                  <a:pt x="163" y="653"/>
                </a:lnTo>
                <a:lnTo>
                  <a:pt x="162" y="653"/>
                </a:lnTo>
                <a:lnTo>
                  <a:pt x="162" y="652"/>
                </a:lnTo>
                <a:lnTo>
                  <a:pt x="162" y="651"/>
                </a:lnTo>
                <a:lnTo>
                  <a:pt x="161" y="651"/>
                </a:lnTo>
                <a:lnTo>
                  <a:pt x="160" y="652"/>
                </a:lnTo>
                <a:lnTo>
                  <a:pt x="159" y="652"/>
                </a:lnTo>
                <a:lnTo>
                  <a:pt x="159" y="653"/>
                </a:lnTo>
                <a:lnTo>
                  <a:pt x="158" y="653"/>
                </a:lnTo>
                <a:lnTo>
                  <a:pt x="158" y="654"/>
                </a:lnTo>
                <a:lnTo>
                  <a:pt x="157" y="654"/>
                </a:lnTo>
                <a:lnTo>
                  <a:pt x="156" y="654"/>
                </a:lnTo>
                <a:lnTo>
                  <a:pt x="156" y="653"/>
                </a:lnTo>
                <a:lnTo>
                  <a:pt x="155" y="653"/>
                </a:lnTo>
                <a:lnTo>
                  <a:pt x="154" y="653"/>
                </a:lnTo>
                <a:lnTo>
                  <a:pt x="153" y="653"/>
                </a:lnTo>
                <a:lnTo>
                  <a:pt x="152" y="653"/>
                </a:lnTo>
                <a:lnTo>
                  <a:pt x="151" y="653"/>
                </a:lnTo>
                <a:lnTo>
                  <a:pt x="148" y="653"/>
                </a:lnTo>
                <a:lnTo>
                  <a:pt x="147" y="653"/>
                </a:lnTo>
                <a:lnTo>
                  <a:pt x="147" y="654"/>
                </a:lnTo>
                <a:lnTo>
                  <a:pt x="147" y="653"/>
                </a:lnTo>
                <a:lnTo>
                  <a:pt x="146" y="653"/>
                </a:lnTo>
                <a:lnTo>
                  <a:pt x="145" y="653"/>
                </a:lnTo>
                <a:lnTo>
                  <a:pt x="144" y="653"/>
                </a:lnTo>
                <a:lnTo>
                  <a:pt x="143" y="653"/>
                </a:lnTo>
                <a:lnTo>
                  <a:pt x="142" y="653"/>
                </a:lnTo>
                <a:lnTo>
                  <a:pt x="141" y="653"/>
                </a:lnTo>
                <a:lnTo>
                  <a:pt x="141" y="654"/>
                </a:lnTo>
                <a:lnTo>
                  <a:pt x="140" y="655"/>
                </a:lnTo>
                <a:lnTo>
                  <a:pt x="140" y="656"/>
                </a:lnTo>
                <a:lnTo>
                  <a:pt x="139" y="656"/>
                </a:lnTo>
                <a:lnTo>
                  <a:pt x="138" y="656"/>
                </a:lnTo>
                <a:lnTo>
                  <a:pt x="137" y="656"/>
                </a:lnTo>
                <a:lnTo>
                  <a:pt x="136" y="656"/>
                </a:lnTo>
                <a:lnTo>
                  <a:pt x="136" y="655"/>
                </a:lnTo>
                <a:lnTo>
                  <a:pt x="135" y="655"/>
                </a:lnTo>
                <a:lnTo>
                  <a:pt x="134" y="655"/>
                </a:lnTo>
                <a:lnTo>
                  <a:pt x="133" y="655"/>
                </a:lnTo>
                <a:lnTo>
                  <a:pt x="133" y="656"/>
                </a:lnTo>
                <a:lnTo>
                  <a:pt x="132" y="656"/>
                </a:lnTo>
                <a:lnTo>
                  <a:pt x="131" y="656"/>
                </a:lnTo>
                <a:lnTo>
                  <a:pt x="131" y="657"/>
                </a:lnTo>
                <a:lnTo>
                  <a:pt x="130" y="657"/>
                </a:lnTo>
                <a:lnTo>
                  <a:pt x="129" y="657"/>
                </a:lnTo>
                <a:lnTo>
                  <a:pt x="129" y="658"/>
                </a:lnTo>
                <a:lnTo>
                  <a:pt x="128" y="658"/>
                </a:lnTo>
                <a:lnTo>
                  <a:pt x="127" y="658"/>
                </a:lnTo>
                <a:lnTo>
                  <a:pt x="127" y="657"/>
                </a:lnTo>
                <a:lnTo>
                  <a:pt x="127" y="656"/>
                </a:lnTo>
                <a:lnTo>
                  <a:pt x="126" y="656"/>
                </a:lnTo>
                <a:lnTo>
                  <a:pt x="125" y="656"/>
                </a:lnTo>
                <a:lnTo>
                  <a:pt x="125" y="655"/>
                </a:lnTo>
                <a:lnTo>
                  <a:pt x="124" y="655"/>
                </a:lnTo>
                <a:lnTo>
                  <a:pt x="124" y="654"/>
                </a:lnTo>
                <a:lnTo>
                  <a:pt x="123" y="654"/>
                </a:lnTo>
                <a:lnTo>
                  <a:pt x="123" y="653"/>
                </a:lnTo>
                <a:lnTo>
                  <a:pt x="123" y="652"/>
                </a:lnTo>
                <a:lnTo>
                  <a:pt x="122" y="652"/>
                </a:lnTo>
                <a:lnTo>
                  <a:pt x="122" y="651"/>
                </a:lnTo>
                <a:lnTo>
                  <a:pt x="122" y="652"/>
                </a:lnTo>
                <a:lnTo>
                  <a:pt x="121" y="652"/>
                </a:lnTo>
                <a:lnTo>
                  <a:pt x="120" y="652"/>
                </a:lnTo>
                <a:lnTo>
                  <a:pt x="119" y="652"/>
                </a:lnTo>
                <a:lnTo>
                  <a:pt x="118" y="652"/>
                </a:lnTo>
                <a:lnTo>
                  <a:pt x="117" y="652"/>
                </a:lnTo>
                <a:lnTo>
                  <a:pt x="116" y="652"/>
                </a:lnTo>
                <a:lnTo>
                  <a:pt x="115" y="652"/>
                </a:lnTo>
                <a:lnTo>
                  <a:pt x="114" y="652"/>
                </a:lnTo>
                <a:lnTo>
                  <a:pt x="113" y="652"/>
                </a:lnTo>
                <a:lnTo>
                  <a:pt x="113" y="651"/>
                </a:lnTo>
                <a:lnTo>
                  <a:pt x="112" y="651"/>
                </a:lnTo>
                <a:lnTo>
                  <a:pt x="111" y="651"/>
                </a:lnTo>
                <a:lnTo>
                  <a:pt x="109" y="651"/>
                </a:lnTo>
                <a:lnTo>
                  <a:pt x="109" y="652"/>
                </a:lnTo>
                <a:lnTo>
                  <a:pt x="107" y="652"/>
                </a:lnTo>
                <a:lnTo>
                  <a:pt x="106" y="652"/>
                </a:lnTo>
                <a:lnTo>
                  <a:pt x="105" y="652"/>
                </a:lnTo>
                <a:lnTo>
                  <a:pt x="104" y="652"/>
                </a:lnTo>
                <a:lnTo>
                  <a:pt x="102" y="652"/>
                </a:lnTo>
                <a:lnTo>
                  <a:pt x="101" y="652"/>
                </a:lnTo>
                <a:lnTo>
                  <a:pt x="100" y="652"/>
                </a:lnTo>
                <a:lnTo>
                  <a:pt x="100" y="653"/>
                </a:lnTo>
                <a:lnTo>
                  <a:pt x="100" y="654"/>
                </a:lnTo>
                <a:lnTo>
                  <a:pt x="99" y="654"/>
                </a:lnTo>
                <a:lnTo>
                  <a:pt x="99" y="653"/>
                </a:lnTo>
                <a:lnTo>
                  <a:pt x="98" y="653"/>
                </a:lnTo>
                <a:lnTo>
                  <a:pt x="98" y="654"/>
                </a:lnTo>
                <a:lnTo>
                  <a:pt x="97" y="654"/>
                </a:lnTo>
                <a:lnTo>
                  <a:pt x="97" y="653"/>
                </a:lnTo>
                <a:lnTo>
                  <a:pt x="96" y="653"/>
                </a:lnTo>
                <a:lnTo>
                  <a:pt x="95" y="653"/>
                </a:lnTo>
                <a:lnTo>
                  <a:pt x="94" y="653"/>
                </a:lnTo>
                <a:lnTo>
                  <a:pt x="93" y="653"/>
                </a:lnTo>
                <a:lnTo>
                  <a:pt x="92" y="653"/>
                </a:lnTo>
                <a:lnTo>
                  <a:pt x="91" y="653"/>
                </a:lnTo>
                <a:lnTo>
                  <a:pt x="91" y="652"/>
                </a:lnTo>
                <a:lnTo>
                  <a:pt x="90" y="652"/>
                </a:lnTo>
                <a:lnTo>
                  <a:pt x="89" y="652"/>
                </a:lnTo>
                <a:lnTo>
                  <a:pt x="88" y="652"/>
                </a:lnTo>
                <a:lnTo>
                  <a:pt x="87" y="652"/>
                </a:lnTo>
                <a:lnTo>
                  <a:pt x="86" y="652"/>
                </a:lnTo>
                <a:lnTo>
                  <a:pt x="86" y="651"/>
                </a:lnTo>
                <a:lnTo>
                  <a:pt x="85" y="651"/>
                </a:lnTo>
                <a:lnTo>
                  <a:pt x="84" y="651"/>
                </a:lnTo>
                <a:lnTo>
                  <a:pt x="83" y="651"/>
                </a:lnTo>
                <a:lnTo>
                  <a:pt x="82" y="651"/>
                </a:lnTo>
                <a:lnTo>
                  <a:pt x="82" y="652"/>
                </a:lnTo>
                <a:lnTo>
                  <a:pt x="81" y="652"/>
                </a:lnTo>
                <a:lnTo>
                  <a:pt x="80" y="652"/>
                </a:lnTo>
                <a:lnTo>
                  <a:pt x="79" y="652"/>
                </a:lnTo>
                <a:lnTo>
                  <a:pt x="78" y="652"/>
                </a:lnTo>
                <a:lnTo>
                  <a:pt x="77" y="652"/>
                </a:lnTo>
                <a:lnTo>
                  <a:pt x="78" y="652"/>
                </a:lnTo>
                <a:lnTo>
                  <a:pt x="77" y="652"/>
                </a:lnTo>
                <a:lnTo>
                  <a:pt x="76" y="652"/>
                </a:lnTo>
                <a:lnTo>
                  <a:pt x="75" y="652"/>
                </a:lnTo>
                <a:lnTo>
                  <a:pt x="75" y="653"/>
                </a:lnTo>
                <a:lnTo>
                  <a:pt x="74" y="653"/>
                </a:lnTo>
                <a:lnTo>
                  <a:pt x="73" y="653"/>
                </a:lnTo>
                <a:lnTo>
                  <a:pt x="72" y="653"/>
                </a:lnTo>
                <a:lnTo>
                  <a:pt x="71" y="653"/>
                </a:lnTo>
                <a:lnTo>
                  <a:pt x="71" y="652"/>
                </a:lnTo>
                <a:lnTo>
                  <a:pt x="70" y="652"/>
                </a:lnTo>
                <a:lnTo>
                  <a:pt x="70" y="653"/>
                </a:lnTo>
                <a:lnTo>
                  <a:pt x="69" y="653"/>
                </a:lnTo>
                <a:lnTo>
                  <a:pt x="68" y="653"/>
                </a:lnTo>
                <a:lnTo>
                  <a:pt x="68" y="654"/>
                </a:lnTo>
                <a:lnTo>
                  <a:pt x="67" y="654"/>
                </a:lnTo>
                <a:lnTo>
                  <a:pt x="66" y="654"/>
                </a:lnTo>
                <a:lnTo>
                  <a:pt x="65" y="654"/>
                </a:lnTo>
                <a:lnTo>
                  <a:pt x="64" y="654"/>
                </a:lnTo>
                <a:lnTo>
                  <a:pt x="64" y="655"/>
                </a:lnTo>
                <a:lnTo>
                  <a:pt x="63" y="655"/>
                </a:lnTo>
                <a:lnTo>
                  <a:pt x="63" y="654"/>
                </a:lnTo>
                <a:lnTo>
                  <a:pt x="63" y="655"/>
                </a:lnTo>
                <a:lnTo>
                  <a:pt x="62" y="655"/>
                </a:lnTo>
                <a:lnTo>
                  <a:pt x="61" y="655"/>
                </a:lnTo>
                <a:lnTo>
                  <a:pt x="61" y="656"/>
                </a:lnTo>
                <a:lnTo>
                  <a:pt x="60" y="656"/>
                </a:lnTo>
                <a:lnTo>
                  <a:pt x="59" y="656"/>
                </a:lnTo>
                <a:lnTo>
                  <a:pt x="59" y="657"/>
                </a:lnTo>
                <a:lnTo>
                  <a:pt x="58" y="657"/>
                </a:lnTo>
                <a:lnTo>
                  <a:pt x="57" y="657"/>
                </a:lnTo>
                <a:lnTo>
                  <a:pt x="57" y="658"/>
                </a:lnTo>
                <a:lnTo>
                  <a:pt x="57" y="657"/>
                </a:lnTo>
                <a:lnTo>
                  <a:pt x="57" y="658"/>
                </a:lnTo>
                <a:lnTo>
                  <a:pt x="56" y="658"/>
                </a:lnTo>
                <a:lnTo>
                  <a:pt x="56" y="659"/>
                </a:lnTo>
                <a:lnTo>
                  <a:pt x="55" y="659"/>
                </a:lnTo>
                <a:lnTo>
                  <a:pt x="56" y="659"/>
                </a:lnTo>
                <a:lnTo>
                  <a:pt x="55" y="659"/>
                </a:lnTo>
                <a:lnTo>
                  <a:pt x="55" y="660"/>
                </a:lnTo>
                <a:lnTo>
                  <a:pt x="53" y="660"/>
                </a:lnTo>
                <a:lnTo>
                  <a:pt x="52" y="660"/>
                </a:lnTo>
                <a:lnTo>
                  <a:pt x="51" y="660"/>
                </a:lnTo>
                <a:lnTo>
                  <a:pt x="50" y="660"/>
                </a:lnTo>
                <a:lnTo>
                  <a:pt x="50" y="661"/>
                </a:lnTo>
                <a:lnTo>
                  <a:pt x="49" y="661"/>
                </a:lnTo>
                <a:lnTo>
                  <a:pt x="49" y="660"/>
                </a:lnTo>
                <a:lnTo>
                  <a:pt x="48" y="660"/>
                </a:lnTo>
                <a:lnTo>
                  <a:pt x="47" y="660"/>
                </a:lnTo>
                <a:lnTo>
                  <a:pt x="46" y="660"/>
                </a:lnTo>
                <a:lnTo>
                  <a:pt x="46" y="661"/>
                </a:lnTo>
                <a:lnTo>
                  <a:pt x="45" y="661"/>
                </a:lnTo>
                <a:lnTo>
                  <a:pt x="44" y="662"/>
                </a:lnTo>
                <a:lnTo>
                  <a:pt x="43" y="662"/>
                </a:lnTo>
                <a:lnTo>
                  <a:pt x="43" y="663"/>
                </a:lnTo>
                <a:lnTo>
                  <a:pt x="43" y="664"/>
                </a:lnTo>
                <a:lnTo>
                  <a:pt x="43" y="665"/>
                </a:lnTo>
                <a:lnTo>
                  <a:pt x="44" y="665"/>
                </a:lnTo>
                <a:lnTo>
                  <a:pt x="44" y="666"/>
                </a:lnTo>
                <a:lnTo>
                  <a:pt x="43" y="666"/>
                </a:lnTo>
                <a:lnTo>
                  <a:pt x="42" y="666"/>
                </a:lnTo>
                <a:lnTo>
                  <a:pt x="41" y="666"/>
                </a:lnTo>
                <a:lnTo>
                  <a:pt x="41" y="665"/>
                </a:lnTo>
                <a:lnTo>
                  <a:pt x="40" y="665"/>
                </a:lnTo>
                <a:lnTo>
                  <a:pt x="39" y="665"/>
                </a:lnTo>
                <a:lnTo>
                  <a:pt x="39" y="666"/>
                </a:lnTo>
                <a:lnTo>
                  <a:pt x="38" y="666"/>
                </a:lnTo>
                <a:lnTo>
                  <a:pt x="37" y="666"/>
                </a:lnTo>
                <a:lnTo>
                  <a:pt x="38" y="666"/>
                </a:lnTo>
                <a:lnTo>
                  <a:pt x="38" y="667"/>
                </a:lnTo>
                <a:lnTo>
                  <a:pt x="37" y="667"/>
                </a:lnTo>
                <a:lnTo>
                  <a:pt x="36" y="667"/>
                </a:lnTo>
                <a:lnTo>
                  <a:pt x="36" y="666"/>
                </a:lnTo>
                <a:lnTo>
                  <a:pt x="35" y="666"/>
                </a:lnTo>
                <a:lnTo>
                  <a:pt x="35" y="667"/>
                </a:lnTo>
                <a:lnTo>
                  <a:pt x="36" y="667"/>
                </a:lnTo>
                <a:lnTo>
                  <a:pt x="36" y="668"/>
                </a:lnTo>
                <a:lnTo>
                  <a:pt x="35" y="668"/>
                </a:lnTo>
                <a:lnTo>
                  <a:pt x="35" y="669"/>
                </a:lnTo>
                <a:lnTo>
                  <a:pt x="34" y="669"/>
                </a:lnTo>
                <a:lnTo>
                  <a:pt x="34" y="668"/>
                </a:lnTo>
                <a:lnTo>
                  <a:pt x="35" y="667"/>
                </a:lnTo>
                <a:lnTo>
                  <a:pt x="34" y="667"/>
                </a:lnTo>
                <a:lnTo>
                  <a:pt x="34" y="668"/>
                </a:lnTo>
                <a:lnTo>
                  <a:pt x="33" y="668"/>
                </a:lnTo>
                <a:lnTo>
                  <a:pt x="32" y="668"/>
                </a:lnTo>
                <a:lnTo>
                  <a:pt x="32" y="669"/>
                </a:lnTo>
                <a:lnTo>
                  <a:pt x="31" y="669"/>
                </a:lnTo>
                <a:lnTo>
                  <a:pt x="30" y="670"/>
                </a:lnTo>
                <a:lnTo>
                  <a:pt x="29" y="670"/>
                </a:lnTo>
                <a:lnTo>
                  <a:pt x="29" y="671"/>
                </a:lnTo>
                <a:lnTo>
                  <a:pt x="28" y="671"/>
                </a:lnTo>
                <a:lnTo>
                  <a:pt x="28" y="672"/>
                </a:lnTo>
                <a:lnTo>
                  <a:pt x="28" y="673"/>
                </a:lnTo>
                <a:lnTo>
                  <a:pt x="27" y="673"/>
                </a:lnTo>
                <a:lnTo>
                  <a:pt x="26" y="673"/>
                </a:lnTo>
                <a:lnTo>
                  <a:pt x="26" y="674"/>
                </a:lnTo>
                <a:lnTo>
                  <a:pt x="26" y="673"/>
                </a:lnTo>
                <a:lnTo>
                  <a:pt x="26" y="674"/>
                </a:lnTo>
                <a:lnTo>
                  <a:pt x="25" y="674"/>
                </a:lnTo>
                <a:lnTo>
                  <a:pt x="24" y="674"/>
                </a:lnTo>
                <a:lnTo>
                  <a:pt x="24" y="675"/>
                </a:lnTo>
                <a:lnTo>
                  <a:pt x="23" y="675"/>
                </a:lnTo>
                <a:lnTo>
                  <a:pt x="23" y="676"/>
                </a:lnTo>
                <a:lnTo>
                  <a:pt x="22" y="676"/>
                </a:lnTo>
                <a:lnTo>
                  <a:pt x="21" y="676"/>
                </a:lnTo>
                <a:lnTo>
                  <a:pt x="20" y="676"/>
                </a:lnTo>
                <a:lnTo>
                  <a:pt x="20" y="677"/>
                </a:lnTo>
                <a:lnTo>
                  <a:pt x="21" y="677"/>
                </a:lnTo>
                <a:lnTo>
                  <a:pt x="22" y="677"/>
                </a:lnTo>
                <a:lnTo>
                  <a:pt x="22" y="678"/>
                </a:lnTo>
                <a:lnTo>
                  <a:pt x="21" y="678"/>
                </a:lnTo>
                <a:lnTo>
                  <a:pt x="20" y="678"/>
                </a:lnTo>
                <a:lnTo>
                  <a:pt x="19" y="678"/>
                </a:lnTo>
                <a:lnTo>
                  <a:pt x="19" y="677"/>
                </a:lnTo>
                <a:lnTo>
                  <a:pt x="19" y="676"/>
                </a:lnTo>
                <a:lnTo>
                  <a:pt x="18" y="676"/>
                </a:lnTo>
                <a:lnTo>
                  <a:pt x="18" y="677"/>
                </a:lnTo>
                <a:lnTo>
                  <a:pt x="18" y="678"/>
                </a:lnTo>
                <a:lnTo>
                  <a:pt x="18" y="679"/>
                </a:lnTo>
                <a:lnTo>
                  <a:pt x="17" y="679"/>
                </a:lnTo>
                <a:lnTo>
                  <a:pt x="17" y="678"/>
                </a:lnTo>
                <a:lnTo>
                  <a:pt x="16" y="678"/>
                </a:lnTo>
                <a:lnTo>
                  <a:pt x="16" y="679"/>
                </a:lnTo>
                <a:lnTo>
                  <a:pt x="15" y="679"/>
                </a:lnTo>
                <a:lnTo>
                  <a:pt x="15" y="678"/>
                </a:lnTo>
                <a:lnTo>
                  <a:pt x="16" y="678"/>
                </a:lnTo>
                <a:lnTo>
                  <a:pt x="15" y="678"/>
                </a:lnTo>
                <a:lnTo>
                  <a:pt x="15" y="677"/>
                </a:lnTo>
                <a:lnTo>
                  <a:pt x="15" y="678"/>
                </a:lnTo>
                <a:lnTo>
                  <a:pt x="15" y="679"/>
                </a:lnTo>
                <a:lnTo>
                  <a:pt x="14" y="679"/>
                </a:lnTo>
                <a:lnTo>
                  <a:pt x="14" y="680"/>
                </a:lnTo>
                <a:lnTo>
                  <a:pt x="14" y="681"/>
                </a:lnTo>
                <a:lnTo>
                  <a:pt x="13" y="681"/>
                </a:lnTo>
                <a:lnTo>
                  <a:pt x="13" y="680"/>
                </a:lnTo>
                <a:lnTo>
                  <a:pt x="13" y="679"/>
                </a:lnTo>
                <a:lnTo>
                  <a:pt x="13" y="678"/>
                </a:lnTo>
                <a:lnTo>
                  <a:pt x="13" y="677"/>
                </a:lnTo>
                <a:lnTo>
                  <a:pt x="12" y="677"/>
                </a:lnTo>
                <a:lnTo>
                  <a:pt x="12" y="676"/>
                </a:lnTo>
                <a:lnTo>
                  <a:pt x="12" y="675"/>
                </a:lnTo>
                <a:lnTo>
                  <a:pt x="12" y="676"/>
                </a:lnTo>
                <a:lnTo>
                  <a:pt x="12" y="675"/>
                </a:lnTo>
                <a:lnTo>
                  <a:pt x="11" y="675"/>
                </a:lnTo>
                <a:lnTo>
                  <a:pt x="11" y="674"/>
                </a:lnTo>
                <a:lnTo>
                  <a:pt x="10" y="674"/>
                </a:lnTo>
                <a:lnTo>
                  <a:pt x="9" y="674"/>
                </a:lnTo>
                <a:lnTo>
                  <a:pt x="8" y="674"/>
                </a:lnTo>
                <a:lnTo>
                  <a:pt x="8" y="673"/>
                </a:lnTo>
                <a:lnTo>
                  <a:pt x="8" y="672"/>
                </a:lnTo>
                <a:lnTo>
                  <a:pt x="7" y="672"/>
                </a:lnTo>
                <a:lnTo>
                  <a:pt x="6" y="672"/>
                </a:lnTo>
                <a:lnTo>
                  <a:pt x="6" y="671"/>
                </a:lnTo>
                <a:lnTo>
                  <a:pt x="5" y="671"/>
                </a:lnTo>
                <a:lnTo>
                  <a:pt x="4" y="671"/>
                </a:lnTo>
                <a:lnTo>
                  <a:pt x="4" y="670"/>
                </a:lnTo>
                <a:lnTo>
                  <a:pt x="3" y="670"/>
                </a:lnTo>
                <a:lnTo>
                  <a:pt x="2" y="670"/>
                </a:lnTo>
                <a:lnTo>
                  <a:pt x="2" y="669"/>
                </a:lnTo>
                <a:lnTo>
                  <a:pt x="1" y="669"/>
                </a:lnTo>
                <a:lnTo>
                  <a:pt x="0" y="669"/>
                </a:lnTo>
                <a:lnTo>
                  <a:pt x="0" y="668"/>
                </a:lnTo>
                <a:lnTo>
                  <a:pt x="0" y="667"/>
                </a:lnTo>
                <a:lnTo>
                  <a:pt x="1" y="667"/>
                </a:lnTo>
                <a:lnTo>
                  <a:pt x="1" y="666"/>
                </a:lnTo>
                <a:lnTo>
                  <a:pt x="2" y="666"/>
                </a:lnTo>
                <a:lnTo>
                  <a:pt x="2" y="665"/>
                </a:lnTo>
                <a:lnTo>
                  <a:pt x="3" y="665"/>
                </a:lnTo>
                <a:lnTo>
                  <a:pt x="4" y="665"/>
                </a:lnTo>
                <a:lnTo>
                  <a:pt x="4" y="664"/>
                </a:lnTo>
                <a:lnTo>
                  <a:pt x="5" y="664"/>
                </a:lnTo>
                <a:lnTo>
                  <a:pt x="5" y="665"/>
                </a:lnTo>
                <a:lnTo>
                  <a:pt x="5" y="664"/>
                </a:lnTo>
                <a:lnTo>
                  <a:pt x="6" y="664"/>
                </a:lnTo>
                <a:lnTo>
                  <a:pt x="6" y="663"/>
                </a:lnTo>
                <a:lnTo>
                  <a:pt x="6" y="662"/>
                </a:lnTo>
                <a:lnTo>
                  <a:pt x="7" y="662"/>
                </a:lnTo>
                <a:lnTo>
                  <a:pt x="7" y="661"/>
                </a:lnTo>
                <a:lnTo>
                  <a:pt x="8" y="661"/>
                </a:lnTo>
                <a:lnTo>
                  <a:pt x="8" y="662"/>
                </a:lnTo>
                <a:lnTo>
                  <a:pt x="8" y="661"/>
                </a:lnTo>
                <a:lnTo>
                  <a:pt x="9" y="661"/>
                </a:lnTo>
                <a:lnTo>
                  <a:pt x="10" y="661"/>
                </a:lnTo>
                <a:lnTo>
                  <a:pt x="11" y="661"/>
                </a:lnTo>
                <a:lnTo>
                  <a:pt x="11" y="660"/>
                </a:lnTo>
                <a:lnTo>
                  <a:pt x="12" y="660"/>
                </a:lnTo>
                <a:lnTo>
                  <a:pt x="13" y="660"/>
                </a:lnTo>
                <a:lnTo>
                  <a:pt x="13" y="659"/>
                </a:lnTo>
                <a:lnTo>
                  <a:pt x="12" y="659"/>
                </a:lnTo>
                <a:lnTo>
                  <a:pt x="13" y="659"/>
                </a:lnTo>
                <a:lnTo>
                  <a:pt x="13" y="658"/>
                </a:lnTo>
                <a:lnTo>
                  <a:pt x="12" y="658"/>
                </a:lnTo>
                <a:lnTo>
                  <a:pt x="13" y="658"/>
                </a:lnTo>
                <a:lnTo>
                  <a:pt x="13" y="657"/>
                </a:lnTo>
                <a:lnTo>
                  <a:pt x="13" y="658"/>
                </a:lnTo>
                <a:lnTo>
                  <a:pt x="14" y="658"/>
                </a:lnTo>
                <a:lnTo>
                  <a:pt x="14" y="657"/>
                </a:lnTo>
                <a:lnTo>
                  <a:pt x="14" y="656"/>
                </a:lnTo>
                <a:lnTo>
                  <a:pt x="14" y="655"/>
                </a:lnTo>
                <a:lnTo>
                  <a:pt x="14" y="654"/>
                </a:lnTo>
                <a:lnTo>
                  <a:pt x="15" y="654"/>
                </a:lnTo>
                <a:lnTo>
                  <a:pt x="15" y="655"/>
                </a:lnTo>
                <a:lnTo>
                  <a:pt x="15" y="654"/>
                </a:lnTo>
                <a:lnTo>
                  <a:pt x="16" y="654"/>
                </a:lnTo>
                <a:lnTo>
                  <a:pt x="16" y="653"/>
                </a:lnTo>
                <a:lnTo>
                  <a:pt x="17" y="653"/>
                </a:lnTo>
                <a:lnTo>
                  <a:pt x="17" y="652"/>
                </a:lnTo>
                <a:lnTo>
                  <a:pt x="18" y="652"/>
                </a:lnTo>
                <a:lnTo>
                  <a:pt x="19" y="652"/>
                </a:lnTo>
                <a:lnTo>
                  <a:pt x="19" y="651"/>
                </a:lnTo>
                <a:lnTo>
                  <a:pt x="20" y="651"/>
                </a:lnTo>
                <a:lnTo>
                  <a:pt x="20" y="650"/>
                </a:lnTo>
                <a:lnTo>
                  <a:pt x="21" y="650"/>
                </a:lnTo>
                <a:lnTo>
                  <a:pt x="21" y="649"/>
                </a:lnTo>
                <a:lnTo>
                  <a:pt x="22" y="649"/>
                </a:lnTo>
                <a:lnTo>
                  <a:pt x="23" y="649"/>
                </a:lnTo>
                <a:lnTo>
                  <a:pt x="23" y="648"/>
                </a:lnTo>
                <a:lnTo>
                  <a:pt x="24" y="648"/>
                </a:lnTo>
                <a:lnTo>
                  <a:pt x="24" y="647"/>
                </a:lnTo>
                <a:lnTo>
                  <a:pt x="25" y="647"/>
                </a:lnTo>
                <a:lnTo>
                  <a:pt x="26" y="647"/>
                </a:lnTo>
                <a:lnTo>
                  <a:pt x="26" y="646"/>
                </a:lnTo>
                <a:lnTo>
                  <a:pt x="26" y="645"/>
                </a:lnTo>
                <a:lnTo>
                  <a:pt x="27" y="644"/>
                </a:lnTo>
                <a:lnTo>
                  <a:pt x="27" y="643"/>
                </a:lnTo>
                <a:lnTo>
                  <a:pt x="27" y="642"/>
                </a:lnTo>
                <a:lnTo>
                  <a:pt x="28" y="642"/>
                </a:lnTo>
                <a:lnTo>
                  <a:pt x="27" y="642"/>
                </a:lnTo>
                <a:lnTo>
                  <a:pt x="28" y="642"/>
                </a:lnTo>
                <a:lnTo>
                  <a:pt x="28" y="641"/>
                </a:lnTo>
                <a:lnTo>
                  <a:pt x="29" y="641"/>
                </a:lnTo>
                <a:lnTo>
                  <a:pt x="29" y="640"/>
                </a:lnTo>
                <a:lnTo>
                  <a:pt x="29" y="639"/>
                </a:lnTo>
                <a:lnTo>
                  <a:pt x="28" y="639"/>
                </a:lnTo>
                <a:lnTo>
                  <a:pt x="28" y="638"/>
                </a:lnTo>
                <a:lnTo>
                  <a:pt x="27" y="638"/>
                </a:lnTo>
                <a:lnTo>
                  <a:pt x="27" y="637"/>
                </a:lnTo>
                <a:lnTo>
                  <a:pt x="27" y="638"/>
                </a:lnTo>
                <a:lnTo>
                  <a:pt x="26" y="638"/>
                </a:lnTo>
                <a:lnTo>
                  <a:pt x="26" y="636"/>
                </a:lnTo>
                <a:lnTo>
                  <a:pt x="26" y="635"/>
                </a:lnTo>
                <a:lnTo>
                  <a:pt x="27" y="634"/>
                </a:lnTo>
                <a:lnTo>
                  <a:pt x="27" y="632"/>
                </a:lnTo>
                <a:lnTo>
                  <a:pt x="28" y="631"/>
                </a:lnTo>
                <a:lnTo>
                  <a:pt x="29" y="630"/>
                </a:lnTo>
                <a:lnTo>
                  <a:pt x="30" y="630"/>
                </a:lnTo>
                <a:lnTo>
                  <a:pt x="30" y="629"/>
                </a:lnTo>
                <a:lnTo>
                  <a:pt x="31" y="629"/>
                </a:lnTo>
                <a:lnTo>
                  <a:pt x="32" y="628"/>
                </a:lnTo>
                <a:lnTo>
                  <a:pt x="31" y="628"/>
                </a:lnTo>
                <a:lnTo>
                  <a:pt x="31" y="627"/>
                </a:lnTo>
                <a:lnTo>
                  <a:pt x="30" y="627"/>
                </a:lnTo>
                <a:lnTo>
                  <a:pt x="30" y="626"/>
                </a:lnTo>
                <a:lnTo>
                  <a:pt x="30" y="627"/>
                </a:lnTo>
                <a:lnTo>
                  <a:pt x="30" y="626"/>
                </a:lnTo>
                <a:lnTo>
                  <a:pt x="30" y="625"/>
                </a:lnTo>
                <a:lnTo>
                  <a:pt x="29" y="625"/>
                </a:lnTo>
                <a:lnTo>
                  <a:pt x="29" y="624"/>
                </a:lnTo>
                <a:lnTo>
                  <a:pt x="28" y="624"/>
                </a:lnTo>
                <a:lnTo>
                  <a:pt x="28" y="625"/>
                </a:lnTo>
                <a:lnTo>
                  <a:pt x="28" y="624"/>
                </a:lnTo>
                <a:lnTo>
                  <a:pt x="27" y="624"/>
                </a:lnTo>
                <a:lnTo>
                  <a:pt x="27" y="623"/>
                </a:lnTo>
                <a:lnTo>
                  <a:pt x="26" y="623"/>
                </a:lnTo>
                <a:lnTo>
                  <a:pt x="25" y="623"/>
                </a:lnTo>
                <a:lnTo>
                  <a:pt x="25" y="624"/>
                </a:lnTo>
                <a:lnTo>
                  <a:pt x="25" y="623"/>
                </a:lnTo>
                <a:lnTo>
                  <a:pt x="24" y="623"/>
                </a:lnTo>
                <a:lnTo>
                  <a:pt x="24" y="624"/>
                </a:lnTo>
                <a:lnTo>
                  <a:pt x="23" y="623"/>
                </a:lnTo>
                <a:lnTo>
                  <a:pt x="23" y="624"/>
                </a:lnTo>
                <a:lnTo>
                  <a:pt x="22" y="624"/>
                </a:lnTo>
                <a:lnTo>
                  <a:pt x="22" y="623"/>
                </a:lnTo>
                <a:lnTo>
                  <a:pt x="21" y="623"/>
                </a:lnTo>
                <a:lnTo>
                  <a:pt x="20" y="623"/>
                </a:lnTo>
                <a:lnTo>
                  <a:pt x="20" y="621"/>
                </a:lnTo>
                <a:lnTo>
                  <a:pt x="20" y="620"/>
                </a:lnTo>
                <a:lnTo>
                  <a:pt x="20" y="619"/>
                </a:lnTo>
                <a:lnTo>
                  <a:pt x="19" y="619"/>
                </a:lnTo>
                <a:lnTo>
                  <a:pt x="20" y="619"/>
                </a:lnTo>
                <a:lnTo>
                  <a:pt x="20" y="618"/>
                </a:lnTo>
                <a:lnTo>
                  <a:pt x="20" y="617"/>
                </a:lnTo>
                <a:lnTo>
                  <a:pt x="21" y="617"/>
                </a:lnTo>
                <a:lnTo>
                  <a:pt x="21" y="616"/>
                </a:lnTo>
                <a:lnTo>
                  <a:pt x="22" y="617"/>
                </a:lnTo>
                <a:lnTo>
                  <a:pt x="23" y="617"/>
                </a:lnTo>
                <a:lnTo>
                  <a:pt x="23" y="618"/>
                </a:lnTo>
                <a:lnTo>
                  <a:pt x="23" y="617"/>
                </a:lnTo>
                <a:lnTo>
                  <a:pt x="24" y="617"/>
                </a:lnTo>
                <a:lnTo>
                  <a:pt x="25" y="617"/>
                </a:lnTo>
                <a:lnTo>
                  <a:pt x="26" y="617"/>
                </a:lnTo>
                <a:lnTo>
                  <a:pt x="26" y="616"/>
                </a:lnTo>
                <a:lnTo>
                  <a:pt x="27" y="616"/>
                </a:lnTo>
                <a:lnTo>
                  <a:pt x="27" y="615"/>
                </a:lnTo>
                <a:lnTo>
                  <a:pt x="27" y="614"/>
                </a:lnTo>
                <a:lnTo>
                  <a:pt x="27" y="613"/>
                </a:lnTo>
                <a:lnTo>
                  <a:pt x="26" y="613"/>
                </a:lnTo>
                <a:lnTo>
                  <a:pt x="25" y="613"/>
                </a:lnTo>
                <a:lnTo>
                  <a:pt x="25" y="612"/>
                </a:lnTo>
                <a:lnTo>
                  <a:pt x="24" y="612"/>
                </a:lnTo>
                <a:lnTo>
                  <a:pt x="24" y="611"/>
                </a:lnTo>
                <a:lnTo>
                  <a:pt x="24" y="610"/>
                </a:lnTo>
                <a:lnTo>
                  <a:pt x="23" y="610"/>
                </a:lnTo>
                <a:lnTo>
                  <a:pt x="23" y="609"/>
                </a:lnTo>
                <a:lnTo>
                  <a:pt x="23" y="608"/>
                </a:lnTo>
                <a:lnTo>
                  <a:pt x="24" y="608"/>
                </a:lnTo>
                <a:lnTo>
                  <a:pt x="23" y="608"/>
                </a:lnTo>
                <a:lnTo>
                  <a:pt x="23" y="607"/>
                </a:lnTo>
                <a:lnTo>
                  <a:pt x="23" y="606"/>
                </a:lnTo>
                <a:lnTo>
                  <a:pt x="23" y="605"/>
                </a:lnTo>
                <a:lnTo>
                  <a:pt x="23" y="604"/>
                </a:lnTo>
                <a:lnTo>
                  <a:pt x="23" y="603"/>
                </a:lnTo>
                <a:lnTo>
                  <a:pt x="22" y="603"/>
                </a:lnTo>
                <a:lnTo>
                  <a:pt x="21" y="603"/>
                </a:lnTo>
                <a:lnTo>
                  <a:pt x="20" y="603"/>
                </a:lnTo>
                <a:lnTo>
                  <a:pt x="20" y="604"/>
                </a:lnTo>
                <a:lnTo>
                  <a:pt x="19" y="604"/>
                </a:lnTo>
                <a:lnTo>
                  <a:pt x="19" y="603"/>
                </a:lnTo>
                <a:lnTo>
                  <a:pt x="19" y="604"/>
                </a:lnTo>
                <a:lnTo>
                  <a:pt x="18" y="604"/>
                </a:lnTo>
                <a:lnTo>
                  <a:pt x="17" y="604"/>
                </a:lnTo>
                <a:lnTo>
                  <a:pt x="16" y="604"/>
                </a:lnTo>
                <a:lnTo>
                  <a:pt x="15" y="604"/>
                </a:lnTo>
                <a:lnTo>
                  <a:pt x="14" y="604"/>
                </a:lnTo>
                <a:lnTo>
                  <a:pt x="14" y="603"/>
                </a:lnTo>
                <a:lnTo>
                  <a:pt x="14" y="604"/>
                </a:lnTo>
                <a:lnTo>
                  <a:pt x="13" y="604"/>
                </a:lnTo>
                <a:lnTo>
                  <a:pt x="12" y="604"/>
                </a:lnTo>
                <a:lnTo>
                  <a:pt x="11" y="604"/>
                </a:lnTo>
                <a:lnTo>
                  <a:pt x="10" y="604"/>
                </a:lnTo>
                <a:lnTo>
                  <a:pt x="9" y="604"/>
                </a:lnTo>
                <a:lnTo>
                  <a:pt x="8" y="604"/>
                </a:lnTo>
                <a:lnTo>
                  <a:pt x="7" y="604"/>
                </a:lnTo>
                <a:lnTo>
                  <a:pt x="6" y="604"/>
                </a:lnTo>
                <a:lnTo>
                  <a:pt x="5" y="604"/>
                </a:lnTo>
                <a:lnTo>
                  <a:pt x="6" y="604"/>
                </a:lnTo>
                <a:lnTo>
                  <a:pt x="6" y="603"/>
                </a:lnTo>
                <a:lnTo>
                  <a:pt x="5" y="603"/>
                </a:lnTo>
                <a:lnTo>
                  <a:pt x="6" y="603"/>
                </a:lnTo>
                <a:lnTo>
                  <a:pt x="6" y="602"/>
                </a:lnTo>
                <a:lnTo>
                  <a:pt x="6" y="601"/>
                </a:lnTo>
                <a:lnTo>
                  <a:pt x="7" y="601"/>
                </a:lnTo>
                <a:lnTo>
                  <a:pt x="7" y="600"/>
                </a:lnTo>
                <a:lnTo>
                  <a:pt x="8" y="600"/>
                </a:lnTo>
                <a:lnTo>
                  <a:pt x="8" y="599"/>
                </a:lnTo>
                <a:lnTo>
                  <a:pt x="8" y="598"/>
                </a:lnTo>
                <a:lnTo>
                  <a:pt x="9" y="598"/>
                </a:lnTo>
                <a:lnTo>
                  <a:pt x="9" y="597"/>
                </a:lnTo>
                <a:lnTo>
                  <a:pt x="9" y="596"/>
                </a:lnTo>
                <a:lnTo>
                  <a:pt x="9" y="595"/>
                </a:lnTo>
                <a:lnTo>
                  <a:pt x="9" y="594"/>
                </a:lnTo>
                <a:lnTo>
                  <a:pt x="9" y="593"/>
                </a:lnTo>
                <a:lnTo>
                  <a:pt x="10" y="593"/>
                </a:lnTo>
                <a:lnTo>
                  <a:pt x="10" y="592"/>
                </a:lnTo>
                <a:lnTo>
                  <a:pt x="10" y="591"/>
                </a:lnTo>
                <a:lnTo>
                  <a:pt x="10" y="590"/>
                </a:lnTo>
                <a:lnTo>
                  <a:pt x="10" y="589"/>
                </a:lnTo>
                <a:lnTo>
                  <a:pt x="11" y="589"/>
                </a:lnTo>
                <a:lnTo>
                  <a:pt x="11" y="588"/>
                </a:lnTo>
                <a:lnTo>
                  <a:pt x="11" y="587"/>
                </a:lnTo>
                <a:lnTo>
                  <a:pt x="11" y="586"/>
                </a:lnTo>
                <a:lnTo>
                  <a:pt x="11" y="585"/>
                </a:lnTo>
                <a:lnTo>
                  <a:pt x="11" y="584"/>
                </a:lnTo>
                <a:lnTo>
                  <a:pt x="12" y="583"/>
                </a:lnTo>
                <a:lnTo>
                  <a:pt x="12" y="582"/>
                </a:lnTo>
                <a:lnTo>
                  <a:pt x="12" y="581"/>
                </a:lnTo>
                <a:lnTo>
                  <a:pt x="12" y="580"/>
                </a:lnTo>
                <a:lnTo>
                  <a:pt x="12" y="579"/>
                </a:lnTo>
                <a:lnTo>
                  <a:pt x="12" y="578"/>
                </a:lnTo>
                <a:lnTo>
                  <a:pt x="12" y="577"/>
                </a:lnTo>
                <a:lnTo>
                  <a:pt x="12" y="576"/>
                </a:lnTo>
                <a:lnTo>
                  <a:pt x="13" y="576"/>
                </a:lnTo>
                <a:lnTo>
                  <a:pt x="13" y="575"/>
                </a:lnTo>
                <a:lnTo>
                  <a:pt x="12" y="575"/>
                </a:lnTo>
                <a:lnTo>
                  <a:pt x="12" y="574"/>
                </a:lnTo>
                <a:lnTo>
                  <a:pt x="12" y="573"/>
                </a:lnTo>
                <a:lnTo>
                  <a:pt x="12" y="572"/>
                </a:lnTo>
                <a:lnTo>
                  <a:pt x="12" y="571"/>
                </a:lnTo>
                <a:lnTo>
                  <a:pt x="12" y="570"/>
                </a:lnTo>
                <a:lnTo>
                  <a:pt x="13" y="570"/>
                </a:lnTo>
                <a:lnTo>
                  <a:pt x="13" y="569"/>
                </a:lnTo>
                <a:lnTo>
                  <a:pt x="13" y="568"/>
                </a:lnTo>
                <a:lnTo>
                  <a:pt x="12" y="567"/>
                </a:lnTo>
                <a:lnTo>
                  <a:pt x="11" y="567"/>
                </a:lnTo>
                <a:lnTo>
                  <a:pt x="11" y="566"/>
                </a:lnTo>
                <a:lnTo>
                  <a:pt x="11" y="565"/>
                </a:lnTo>
                <a:lnTo>
                  <a:pt x="10" y="565"/>
                </a:lnTo>
                <a:lnTo>
                  <a:pt x="11" y="565"/>
                </a:lnTo>
                <a:lnTo>
                  <a:pt x="11" y="564"/>
                </a:lnTo>
                <a:lnTo>
                  <a:pt x="12" y="564"/>
                </a:lnTo>
                <a:lnTo>
                  <a:pt x="13" y="564"/>
                </a:lnTo>
                <a:lnTo>
                  <a:pt x="13" y="563"/>
                </a:lnTo>
                <a:lnTo>
                  <a:pt x="13" y="562"/>
                </a:lnTo>
                <a:lnTo>
                  <a:pt x="14" y="562"/>
                </a:lnTo>
                <a:lnTo>
                  <a:pt x="15" y="562"/>
                </a:lnTo>
                <a:lnTo>
                  <a:pt x="16" y="562"/>
                </a:lnTo>
                <a:lnTo>
                  <a:pt x="17" y="562"/>
                </a:lnTo>
                <a:lnTo>
                  <a:pt x="17" y="561"/>
                </a:lnTo>
                <a:lnTo>
                  <a:pt x="18" y="561"/>
                </a:lnTo>
                <a:lnTo>
                  <a:pt x="19" y="561"/>
                </a:lnTo>
                <a:lnTo>
                  <a:pt x="20" y="560"/>
                </a:lnTo>
                <a:lnTo>
                  <a:pt x="21" y="560"/>
                </a:lnTo>
                <a:lnTo>
                  <a:pt x="22" y="560"/>
                </a:lnTo>
                <a:lnTo>
                  <a:pt x="22" y="559"/>
                </a:lnTo>
                <a:lnTo>
                  <a:pt x="23" y="559"/>
                </a:lnTo>
                <a:lnTo>
                  <a:pt x="24" y="559"/>
                </a:lnTo>
                <a:lnTo>
                  <a:pt x="24" y="558"/>
                </a:lnTo>
                <a:lnTo>
                  <a:pt x="25" y="558"/>
                </a:lnTo>
                <a:lnTo>
                  <a:pt x="25" y="557"/>
                </a:lnTo>
                <a:lnTo>
                  <a:pt x="26" y="557"/>
                </a:lnTo>
                <a:lnTo>
                  <a:pt x="26" y="556"/>
                </a:lnTo>
                <a:lnTo>
                  <a:pt x="26" y="555"/>
                </a:lnTo>
                <a:lnTo>
                  <a:pt x="27" y="555"/>
                </a:lnTo>
                <a:lnTo>
                  <a:pt x="28" y="555"/>
                </a:lnTo>
                <a:lnTo>
                  <a:pt x="29" y="554"/>
                </a:lnTo>
                <a:lnTo>
                  <a:pt x="29" y="553"/>
                </a:lnTo>
                <a:lnTo>
                  <a:pt x="30" y="553"/>
                </a:lnTo>
                <a:lnTo>
                  <a:pt x="30" y="554"/>
                </a:lnTo>
                <a:lnTo>
                  <a:pt x="31" y="554"/>
                </a:lnTo>
                <a:lnTo>
                  <a:pt x="31" y="555"/>
                </a:lnTo>
                <a:lnTo>
                  <a:pt x="32" y="555"/>
                </a:lnTo>
                <a:lnTo>
                  <a:pt x="33" y="555"/>
                </a:lnTo>
                <a:lnTo>
                  <a:pt x="33" y="556"/>
                </a:lnTo>
                <a:lnTo>
                  <a:pt x="34" y="555"/>
                </a:lnTo>
                <a:lnTo>
                  <a:pt x="34" y="556"/>
                </a:lnTo>
                <a:lnTo>
                  <a:pt x="34" y="555"/>
                </a:lnTo>
                <a:lnTo>
                  <a:pt x="34" y="556"/>
                </a:lnTo>
                <a:lnTo>
                  <a:pt x="35" y="556"/>
                </a:lnTo>
                <a:lnTo>
                  <a:pt x="36" y="556"/>
                </a:lnTo>
                <a:lnTo>
                  <a:pt x="37" y="556"/>
                </a:lnTo>
                <a:lnTo>
                  <a:pt x="38" y="556"/>
                </a:lnTo>
                <a:lnTo>
                  <a:pt x="38" y="555"/>
                </a:lnTo>
                <a:lnTo>
                  <a:pt x="39" y="555"/>
                </a:lnTo>
                <a:lnTo>
                  <a:pt x="40" y="555"/>
                </a:lnTo>
                <a:lnTo>
                  <a:pt x="40" y="554"/>
                </a:lnTo>
                <a:lnTo>
                  <a:pt x="41" y="554"/>
                </a:lnTo>
                <a:lnTo>
                  <a:pt x="41" y="553"/>
                </a:lnTo>
                <a:lnTo>
                  <a:pt x="41" y="552"/>
                </a:lnTo>
                <a:lnTo>
                  <a:pt x="40" y="552"/>
                </a:lnTo>
                <a:lnTo>
                  <a:pt x="40" y="551"/>
                </a:lnTo>
                <a:lnTo>
                  <a:pt x="40" y="550"/>
                </a:lnTo>
                <a:lnTo>
                  <a:pt x="39" y="550"/>
                </a:lnTo>
                <a:lnTo>
                  <a:pt x="39" y="549"/>
                </a:lnTo>
                <a:lnTo>
                  <a:pt x="38" y="549"/>
                </a:lnTo>
                <a:lnTo>
                  <a:pt x="37" y="549"/>
                </a:lnTo>
                <a:lnTo>
                  <a:pt x="36" y="549"/>
                </a:lnTo>
                <a:lnTo>
                  <a:pt x="36" y="548"/>
                </a:lnTo>
                <a:lnTo>
                  <a:pt x="35" y="548"/>
                </a:lnTo>
                <a:lnTo>
                  <a:pt x="35" y="547"/>
                </a:lnTo>
                <a:lnTo>
                  <a:pt x="35" y="546"/>
                </a:lnTo>
                <a:lnTo>
                  <a:pt x="34" y="546"/>
                </a:lnTo>
                <a:lnTo>
                  <a:pt x="34" y="545"/>
                </a:lnTo>
                <a:lnTo>
                  <a:pt x="33" y="545"/>
                </a:lnTo>
                <a:lnTo>
                  <a:pt x="33" y="542"/>
                </a:lnTo>
                <a:lnTo>
                  <a:pt x="34" y="542"/>
                </a:lnTo>
                <a:lnTo>
                  <a:pt x="34" y="541"/>
                </a:lnTo>
                <a:lnTo>
                  <a:pt x="34" y="540"/>
                </a:lnTo>
                <a:lnTo>
                  <a:pt x="34" y="539"/>
                </a:lnTo>
                <a:lnTo>
                  <a:pt x="34" y="538"/>
                </a:lnTo>
                <a:lnTo>
                  <a:pt x="33" y="538"/>
                </a:lnTo>
                <a:lnTo>
                  <a:pt x="33" y="537"/>
                </a:lnTo>
                <a:lnTo>
                  <a:pt x="33" y="536"/>
                </a:lnTo>
                <a:lnTo>
                  <a:pt x="32" y="536"/>
                </a:lnTo>
                <a:lnTo>
                  <a:pt x="33" y="536"/>
                </a:lnTo>
                <a:lnTo>
                  <a:pt x="33" y="535"/>
                </a:lnTo>
                <a:lnTo>
                  <a:pt x="33" y="534"/>
                </a:lnTo>
                <a:lnTo>
                  <a:pt x="33" y="533"/>
                </a:lnTo>
                <a:lnTo>
                  <a:pt x="33" y="532"/>
                </a:lnTo>
                <a:lnTo>
                  <a:pt x="33" y="531"/>
                </a:lnTo>
                <a:lnTo>
                  <a:pt x="33" y="530"/>
                </a:lnTo>
                <a:lnTo>
                  <a:pt x="34" y="530"/>
                </a:lnTo>
                <a:lnTo>
                  <a:pt x="34" y="529"/>
                </a:lnTo>
                <a:lnTo>
                  <a:pt x="34" y="528"/>
                </a:lnTo>
                <a:lnTo>
                  <a:pt x="34" y="527"/>
                </a:lnTo>
                <a:lnTo>
                  <a:pt x="35" y="527"/>
                </a:lnTo>
                <a:lnTo>
                  <a:pt x="34" y="527"/>
                </a:lnTo>
                <a:lnTo>
                  <a:pt x="34" y="525"/>
                </a:lnTo>
                <a:lnTo>
                  <a:pt x="35" y="525"/>
                </a:lnTo>
                <a:lnTo>
                  <a:pt x="34" y="525"/>
                </a:lnTo>
                <a:lnTo>
                  <a:pt x="34" y="524"/>
                </a:lnTo>
                <a:lnTo>
                  <a:pt x="34" y="523"/>
                </a:lnTo>
                <a:lnTo>
                  <a:pt x="34" y="522"/>
                </a:lnTo>
                <a:lnTo>
                  <a:pt x="35" y="522"/>
                </a:lnTo>
                <a:lnTo>
                  <a:pt x="36" y="522"/>
                </a:lnTo>
                <a:lnTo>
                  <a:pt x="36" y="523"/>
                </a:lnTo>
                <a:lnTo>
                  <a:pt x="37" y="523"/>
                </a:lnTo>
                <a:lnTo>
                  <a:pt x="37" y="522"/>
                </a:lnTo>
                <a:lnTo>
                  <a:pt x="37" y="521"/>
                </a:lnTo>
                <a:lnTo>
                  <a:pt x="38" y="521"/>
                </a:lnTo>
                <a:lnTo>
                  <a:pt x="38" y="520"/>
                </a:lnTo>
                <a:lnTo>
                  <a:pt x="39" y="520"/>
                </a:lnTo>
                <a:lnTo>
                  <a:pt x="39" y="519"/>
                </a:lnTo>
                <a:lnTo>
                  <a:pt x="40" y="519"/>
                </a:lnTo>
                <a:lnTo>
                  <a:pt x="40" y="518"/>
                </a:lnTo>
                <a:lnTo>
                  <a:pt x="41" y="518"/>
                </a:lnTo>
                <a:lnTo>
                  <a:pt x="41" y="517"/>
                </a:lnTo>
                <a:lnTo>
                  <a:pt x="41" y="516"/>
                </a:lnTo>
                <a:lnTo>
                  <a:pt x="42" y="516"/>
                </a:lnTo>
                <a:lnTo>
                  <a:pt x="42" y="515"/>
                </a:lnTo>
                <a:lnTo>
                  <a:pt x="42" y="514"/>
                </a:lnTo>
                <a:lnTo>
                  <a:pt x="43" y="514"/>
                </a:lnTo>
                <a:lnTo>
                  <a:pt x="43" y="513"/>
                </a:lnTo>
                <a:lnTo>
                  <a:pt x="44" y="513"/>
                </a:lnTo>
                <a:lnTo>
                  <a:pt x="44" y="512"/>
                </a:lnTo>
                <a:lnTo>
                  <a:pt x="43" y="512"/>
                </a:lnTo>
                <a:lnTo>
                  <a:pt x="43" y="511"/>
                </a:lnTo>
                <a:lnTo>
                  <a:pt x="44" y="511"/>
                </a:lnTo>
                <a:lnTo>
                  <a:pt x="44" y="510"/>
                </a:lnTo>
                <a:lnTo>
                  <a:pt x="44" y="509"/>
                </a:lnTo>
                <a:lnTo>
                  <a:pt x="45" y="509"/>
                </a:lnTo>
                <a:lnTo>
                  <a:pt x="45" y="508"/>
                </a:lnTo>
                <a:lnTo>
                  <a:pt x="45" y="507"/>
                </a:lnTo>
                <a:lnTo>
                  <a:pt x="46" y="507"/>
                </a:lnTo>
                <a:lnTo>
                  <a:pt x="46" y="506"/>
                </a:lnTo>
                <a:lnTo>
                  <a:pt x="46" y="505"/>
                </a:lnTo>
                <a:lnTo>
                  <a:pt x="47" y="505"/>
                </a:lnTo>
                <a:lnTo>
                  <a:pt x="47" y="504"/>
                </a:lnTo>
                <a:lnTo>
                  <a:pt x="47" y="503"/>
                </a:lnTo>
                <a:lnTo>
                  <a:pt x="48" y="503"/>
                </a:lnTo>
                <a:lnTo>
                  <a:pt x="48" y="502"/>
                </a:lnTo>
                <a:lnTo>
                  <a:pt x="48" y="501"/>
                </a:lnTo>
                <a:lnTo>
                  <a:pt x="49" y="501"/>
                </a:lnTo>
                <a:lnTo>
                  <a:pt x="49" y="500"/>
                </a:lnTo>
                <a:lnTo>
                  <a:pt x="49" y="499"/>
                </a:lnTo>
                <a:lnTo>
                  <a:pt x="50" y="499"/>
                </a:lnTo>
                <a:lnTo>
                  <a:pt x="51" y="499"/>
                </a:lnTo>
                <a:lnTo>
                  <a:pt x="51" y="500"/>
                </a:lnTo>
                <a:lnTo>
                  <a:pt x="52" y="500"/>
                </a:lnTo>
                <a:lnTo>
                  <a:pt x="53" y="500"/>
                </a:lnTo>
                <a:lnTo>
                  <a:pt x="53" y="501"/>
                </a:lnTo>
                <a:lnTo>
                  <a:pt x="54" y="501"/>
                </a:lnTo>
                <a:lnTo>
                  <a:pt x="54" y="502"/>
                </a:lnTo>
                <a:lnTo>
                  <a:pt x="54" y="503"/>
                </a:lnTo>
                <a:lnTo>
                  <a:pt x="55" y="503"/>
                </a:lnTo>
                <a:lnTo>
                  <a:pt x="55" y="504"/>
                </a:lnTo>
                <a:lnTo>
                  <a:pt x="56" y="504"/>
                </a:lnTo>
                <a:lnTo>
                  <a:pt x="56" y="505"/>
                </a:lnTo>
                <a:lnTo>
                  <a:pt x="56" y="506"/>
                </a:lnTo>
                <a:lnTo>
                  <a:pt x="57" y="506"/>
                </a:lnTo>
                <a:lnTo>
                  <a:pt x="57" y="507"/>
                </a:lnTo>
                <a:lnTo>
                  <a:pt x="58" y="507"/>
                </a:lnTo>
                <a:lnTo>
                  <a:pt x="59" y="507"/>
                </a:lnTo>
                <a:lnTo>
                  <a:pt x="60" y="507"/>
                </a:lnTo>
                <a:lnTo>
                  <a:pt x="61" y="507"/>
                </a:lnTo>
                <a:lnTo>
                  <a:pt x="61" y="506"/>
                </a:lnTo>
                <a:lnTo>
                  <a:pt x="62" y="506"/>
                </a:lnTo>
                <a:lnTo>
                  <a:pt x="62" y="505"/>
                </a:lnTo>
                <a:lnTo>
                  <a:pt x="63" y="505"/>
                </a:lnTo>
                <a:lnTo>
                  <a:pt x="63" y="504"/>
                </a:lnTo>
                <a:lnTo>
                  <a:pt x="64" y="504"/>
                </a:lnTo>
                <a:lnTo>
                  <a:pt x="65" y="503"/>
                </a:lnTo>
                <a:lnTo>
                  <a:pt x="66" y="503"/>
                </a:lnTo>
                <a:lnTo>
                  <a:pt x="66" y="502"/>
                </a:lnTo>
                <a:lnTo>
                  <a:pt x="67" y="502"/>
                </a:lnTo>
                <a:lnTo>
                  <a:pt x="67" y="501"/>
                </a:lnTo>
                <a:lnTo>
                  <a:pt x="67" y="500"/>
                </a:lnTo>
                <a:lnTo>
                  <a:pt x="68" y="500"/>
                </a:lnTo>
                <a:lnTo>
                  <a:pt x="68" y="499"/>
                </a:lnTo>
                <a:lnTo>
                  <a:pt x="69" y="499"/>
                </a:lnTo>
                <a:lnTo>
                  <a:pt x="69" y="498"/>
                </a:lnTo>
                <a:lnTo>
                  <a:pt x="69" y="497"/>
                </a:lnTo>
                <a:lnTo>
                  <a:pt x="69" y="496"/>
                </a:lnTo>
                <a:lnTo>
                  <a:pt x="70" y="496"/>
                </a:lnTo>
                <a:lnTo>
                  <a:pt x="71" y="496"/>
                </a:lnTo>
                <a:lnTo>
                  <a:pt x="72" y="496"/>
                </a:lnTo>
                <a:lnTo>
                  <a:pt x="73" y="496"/>
                </a:lnTo>
                <a:lnTo>
                  <a:pt x="73" y="497"/>
                </a:lnTo>
                <a:lnTo>
                  <a:pt x="73" y="496"/>
                </a:lnTo>
                <a:lnTo>
                  <a:pt x="74" y="496"/>
                </a:lnTo>
                <a:lnTo>
                  <a:pt x="75" y="496"/>
                </a:lnTo>
                <a:lnTo>
                  <a:pt x="76" y="496"/>
                </a:lnTo>
                <a:lnTo>
                  <a:pt x="76" y="495"/>
                </a:lnTo>
                <a:lnTo>
                  <a:pt x="77" y="495"/>
                </a:lnTo>
                <a:lnTo>
                  <a:pt x="77" y="494"/>
                </a:lnTo>
                <a:lnTo>
                  <a:pt x="77" y="493"/>
                </a:lnTo>
                <a:lnTo>
                  <a:pt x="78" y="493"/>
                </a:lnTo>
                <a:lnTo>
                  <a:pt x="79" y="493"/>
                </a:lnTo>
                <a:lnTo>
                  <a:pt x="79" y="492"/>
                </a:lnTo>
                <a:lnTo>
                  <a:pt x="79" y="491"/>
                </a:lnTo>
                <a:lnTo>
                  <a:pt x="80" y="491"/>
                </a:lnTo>
                <a:lnTo>
                  <a:pt x="80" y="490"/>
                </a:lnTo>
                <a:lnTo>
                  <a:pt x="80" y="489"/>
                </a:lnTo>
                <a:lnTo>
                  <a:pt x="81" y="489"/>
                </a:lnTo>
                <a:lnTo>
                  <a:pt x="81" y="488"/>
                </a:lnTo>
                <a:lnTo>
                  <a:pt x="81" y="487"/>
                </a:lnTo>
                <a:lnTo>
                  <a:pt x="80" y="487"/>
                </a:lnTo>
                <a:lnTo>
                  <a:pt x="81" y="487"/>
                </a:lnTo>
                <a:lnTo>
                  <a:pt x="81" y="486"/>
                </a:lnTo>
                <a:lnTo>
                  <a:pt x="81" y="485"/>
                </a:lnTo>
                <a:lnTo>
                  <a:pt x="82" y="485"/>
                </a:lnTo>
                <a:lnTo>
                  <a:pt x="82" y="486"/>
                </a:lnTo>
                <a:lnTo>
                  <a:pt x="83" y="486"/>
                </a:lnTo>
                <a:lnTo>
                  <a:pt x="83" y="487"/>
                </a:lnTo>
                <a:lnTo>
                  <a:pt x="84" y="487"/>
                </a:lnTo>
                <a:lnTo>
                  <a:pt x="85" y="487"/>
                </a:lnTo>
                <a:lnTo>
                  <a:pt x="85" y="486"/>
                </a:lnTo>
                <a:lnTo>
                  <a:pt x="86" y="486"/>
                </a:lnTo>
                <a:lnTo>
                  <a:pt x="86" y="485"/>
                </a:lnTo>
                <a:lnTo>
                  <a:pt x="86" y="484"/>
                </a:lnTo>
                <a:lnTo>
                  <a:pt x="87" y="484"/>
                </a:lnTo>
                <a:lnTo>
                  <a:pt x="87" y="483"/>
                </a:lnTo>
                <a:lnTo>
                  <a:pt x="87" y="482"/>
                </a:lnTo>
                <a:lnTo>
                  <a:pt x="87" y="481"/>
                </a:lnTo>
                <a:lnTo>
                  <a:pt x="86" y="481"/>
                </a:lnTo>
                <a:lnTo>
                  <a:pt x="87" y="481"/>
                </a:lnTo>
                <a:lnTo>
                  <a:pt x="87" y="480"/>
                </a:lnTo>
                <a:lnTo>
                  <a:pt x="88" y="480"/>
                </a:lnTo>
                <a:lnTo>
                  <a:pt x="88" y="479"/>
                </a:lnTo>
                <a:lnTo>
                  <a:pt x="88" y="478"/>
                </a:lnTo>
                <a:lnTo>
                  <a:pt x="88" y="477"/>
                </a:lnTo>
                <a:lnTo>
                  <a:pt x="88" y="476"/>
                </a:lnTo>
                <a:lnTo>
                  <a:pt x="87" y="476"/>
                </a:lnTo>
                <a:lnTo>
                  <a:pt x="87" y="475"/>
                </a:lnTo>
                <a:lnTo>
                  <a:pt x="87" y="474"/>
                </a:lnTo>
                <a:lnTo>
                  <a:pt x="86" y="474"/>
                </a:lnTo>
                <a:lnTo>
                  <a:pt x="86" y="473"/>
                </a:lnTo>
                <a:lnTo>
                  <a:pt x="86" y="472"/>
                </a:lnTo>
                <a:lnTo>
                  <a:pt x="85" y="472"/>
                </a:lnTo>
                <a:lnTo>
                  <a:pt x="85" y="471"/>
                </a:lnTo>
                <a:lnTo>
                  <a:pt x="85" y="470"/>
                </a:lnTo>
                <a:lnTo>
                  <a:pt x="86" y="470"/>
                </a:lnTo>
                <a:lnTo>
                  <a:pt x="86" y="469"/>
                </a:lnTo>
                <a:lnTo>
                  <a:pt x="86" y="470"/>
                </a:lnTo>
                <a:lnTo>
                  <a:pt x="87" y="470"/>
                </a:lnTo>
                <a:lnTo>
                  <a:pt x="87" y="469"/>
                </a:lnTo>
                <a:lnTo>
                  <a:pt x="87" y="470"/>
                </a:lnTo>
                <a:lnTo>
                  <a:pt x="87" y="469"/>
                </a:lnTo>
                <a:lnTo>
                  <a:pt x="88" y="469"/>
                </a:lnTo>
                <a:lnTo>
                  <a:pt x="89" y="469"/>
                </a:lnTo>
                <a:lnTo>
                  <a:pt x="89" y="468"/>
                </a:lnTo>
                <a:lnTo>
                  <a:pt x="89" y="467"/>
                </a:lnTo>
                <a:lnTo>
                  <a:pt x="90" y="467"/>
                </a:lnTo>
                <a:lnTo>
                  <a:pt x="90" y="466"/>
                </a:lnTo>
                <a:lnTo>
                  <a:pt x="91" y="466"/>
                </a:lnTo>
                <a:lnTo>
                  <a:pt x="91" y="465"/>
                </a:lnTo>
                <a:lnTo>
                  <a:pt x="92" y="465"/>
                </a:lnTo>
                <a:lnTo>
                  <a:pt x="92" y="464"/>
                </a:lnTo>
                <a:lnTo>
                  <a:pt x="92" y="463"/>
                </a:lnTo>
                <a:lnTo>
                  <a:pt x="93" y="463"/>
                </a:lnTo>
                <a:lnTo>
                  <a:pt x="92" y="463"/>
                </a:lnTo>
                <a:lnTo>
                  <a:pt x="92" y="462"/>
                </a:lnTo>
                <a:lnTo>
                  <a:pt x="92" y="461"/>
                </a:lnTo>
                <a:lnTo>
                  <a:pt x="92" y="460"/>
                </a:lnTo>
                <a:lnTo>
                  <a:pt x="92" y="459"/>
                </a:lnTo>
                <a:lnTo>
                  <a:pt x="91" y="459"/>
                </a:lnTo>
                <a:lnTo>
                  <a:pt x="91" y="458"/>
                </a:lnTo>
                <a:lnTo>
                  <a:pt x="91" y="457"/>
                </a:lnTo>
                <a:lnTo>
                  <a:pt x="91" y="456"/>
                </a:lnTo>
                <a:lnTo>
                  <a:pt x="92" y="456"/>
                </a:lnTo>
                <a:lnTo>
                  <a:pt x="93" y="456"/>
                </a:lnTo>
                <a:lnTo>
                  <a:pt x="93" y="457"/>
                </a:lnTo>
                <a:lnTo>
                  <a:pt x="93" y="458"/>
                </a:lnTo>
                <a:lnTo>
                  <a:pt x="94" y="458"/>
                </a:lnTo>
                <a:lnTo>
                  <a:pt x="95" y="458"/>
                </a:lnTo>
                <a:lnTo>
                  <a:pt x="95" y="457"/>
                </a:lnTo>
                <a:lnTo>
                  <a:pt x="95" y="458"/>
                </a:lnTo>
                <a:lnTo>
                  <a:pt x="96" y="458"/>
                </a:lnTo>
                <a:lnTo>
                  <a:pt x="96" y="459"/>
                </a:lnTo>
                <a:lnTo>
                  <a:pt x="97" y="459"/>
                </a:lnTo>
                <a:lnTo>
                  <a:pt x="97" y="458"/>
                </a:lnTo>
                <a:lnTo>
                  <a:pt x="97" y="459"/>
                </a:lnTo>
                <a:lnTo>
                  <a:pt x="98" y="459"/>
                </a:lnTo>
                <a:lnTo>
                  <a:pt x="99" y="459"/>
                </a:lnTo>
                <a:lnTo>
                  <a:pt x="100" y="459"/>
                </a:lnTo>
                <a:lnTo>
                  <a:pt x="100" y="460"/>
                </a:lnTo>
                <a:lnTo>
                  <a:pt x="100" y="459"/>
                </a:lnTo>
                <a:lnTo>
                  <a:pt x="101" y="459"/>
                </a:lnTo>
                <a:lnTo>
                  <a:pt x="101" y="460"/>
                </a:lnTo>
                <a:lnTo>
                  <a:pt x="102" y="460"/>
                </a:lnTo>
                <a:lnTo>
                  <a:pt x="102" y="461"/>
                </a:lnTo>
                <a:lnTo>
                  <a:pt x="103" y="461"/>
                </a:lnTo>
                <a:lnTo>
                  <a:pt x="103" y="462"/>
                </a:lnTo>
                <a:lnTo>
                  <a:pt x="103" y="463"/>
                </a:lnTo>
                <a:lnTo>
                  <a:pt x="104" y="463"/>
                </a:lnTo>
                <a:lnTo>
                  <a:pt x="105" y="463"/>
                </a:lnTo>
                <a:lnTo>
                  <a:pt x="105" y="464"/>
                </a:lnTo>
                <a:lnTo>
                  <a:pt x="105" y="465"/>
                </a:lnTo>
                <a:lnTo>
                  <a:pt x="105" y="466"/>
                </a:lnTo>
                <a:lnTo>
                  <a:pt x="106" y="466"/>
                </a:lnTo>
                <a:lnTo>
                  <a:pt x="106" y="467"/>
                </a:lnTo>
                <a:lnTo>
                  <a:pt x="107" y="467"/>
                </a:lnTo>
                <a:lnTo>
                  <a:pt x="107" y="468"/>
                </a:lnTo>
                <a:lnTo>
                  <a:pt x="107" y="467"/>
                </a:lnTo>
                <a:lnTo>
                  <a:pt x="108" y="467"/>
                </a:lnTo>
                <a:lnTo>
                  <a:pt x="108" y="466"/>
                </a:lnTo>
                <a:lnTo>
                  <a:pt x="109" y="466"/>
                </a:lnTo>
                <a:lnTo>
                  <a:pt x="109" y="465"/>
                </a:lnTo>
                <a:lnTo>
                  <a:pt x="110" y="465"/>
                </a:lnTo>
                <a:lnTo>
                  <a:pt x="110" y="464"/>
                </a:lnTo>
                <a:lnTo>
                  <a:pt x="111" y="464"/>
                </a:lnTo>
                <a:lnTo>
                  <a:pt x="112" y="464"/>
                </a:lnTo>
                <a:lnTo>
                  <a:pt x="113" y="464"/>
                </a:lnTo>
                <a:lnTo>
                  <a:pt x="113" y="463"/>
                </a:lnTo>
                <a:lnTo>
                  <a:pt x="113" y="464"/>
                </a:lnTo>
                <a:lnTo>
                  <a:pt x="114" y="464"/>
                </a:lnTo>
                <a:lnTo>
                  <a:pt x="114" y="463"/>
                </a:lnTo>
                <a:lnTo>
                  <a:pt x="115" y="463"/>
                </a:lnTo>
                <a:lnTo>
                  <a:pt x="115" y="462"/>
                </a:lnTo>
                <a:lnTo>
                  <a:pt x="116" y="462"/>
                </a:lnTo>
                <a:lnTo>
                  <a:pt x="117" y="462"/>
                </a:lnTo>
                <a:lnTo>
                  <a:pt x="118" y="462"/>
                </a:lnTo>
                <a:lnTo>
                  <a:pt x="118" y="461"/>
                </a:lnTo>
                <a:lnTo>
                  <a:pt x="118" y="460"/>
                </a:lnTo>
                <a:lnTo>
                  <a:pt x="119" y="460"/>
                </a:lnTo>
                <a:lnTo>
                  <a:pt x="118" y="460"/>
                </a:lnTo>
                <a:lnTo>
                  <a:pt x="118" y="459"/>
                </a:lnTo>
                <a:lnTo>
                  <a:pt x="119" y="459"/>
                </a:lnTo>
                <a:lnTo>
                  <a:pt x="118" y="459"/>
                </a:lnTo>
                <a:lnTo>
                  <a:pt x="118" y="458"/>
                </a:lnTo>
                <a:lnTo>
                  <a:pt x="119" y="458"/>
                </a:lnTo>
                <a:lnTo>
                  <a:pt x="119" y="457"/>
                </a:lnTo>
                <a:lnTo>
                  <a:pt x="118" y="457"/>
                </a:lnTo>
                <a:lnTo>
                  <a:pt x="118" y="456"/>
                </a:lnTo>
                <a:lnTo>
                  <a:pt x="119" y="456"/>
                </a:lnTo>
                <a:lnTo>
                  <a:pt x="119" y="455"/>
                </a:lnTo>
                <a:lnTo>
                  <a:pt x="119" y="454"/>
                </a:lnTo>
                <a:lnTo>
                  <a:pt x="119" y="453"/>
                </a:lnTo>
                <a:lnTo>
                  <a:pt x="120" y="453"/>
                </a:lnTo>
                <a:lnTo>
                  <a:pt x="120" y="452"/>
                </a:lnTo>
                <a:lnTo>
                  <a:pt x="121" y="452"/>
                </a:lnTo>
                <a:lnTo>
                  <a:pt x="122" y="452"/>
                </a:lnTo>
                <a:lnTo>
                  <a:pt x="122" y="451"/>
                </a:lnTo>
                <a:lnTo>
                  <a:pt x="123" y="451"/>
                </a:lnTo>
                <a:lnTo>
                  <a:pt x="124" y="451"/>
                </a:lnTo>
                <a:lnTo>
                  <a:pt x="125" y="451"/>
                </a:lnTo>
                <a:lnTo>
                  <a:pt x="125" y="450"/>
                </a:lnTo>
                <a:lnTo>
                  <a:pt x="125" y="449"/>
                </a:lnTo>
                <a:lnTo>
                  <a:pt x="126" y="449"/>
                </a:lnTo>
                <a:lnTo>
                  <a:pt x="125" y="449"/>
                </a:lnTo>
                <a:lnTo>
                  <a:pt x="126" y="449"/>
                </a:lnTo>
                <a:lnTo>
                  <a:pt x="126" y="448"/>
                </a:lnTo>
                <a:lnTo>
                  <a:pt x="126" y="447"/>
                </a:lnTo>
                <a:lnTo>
                  <a:pt x="126" y="446"/>
                </a:lnTo>
                <a:lnTo>
                  <a:pt x="125" y="446"/>
                </a:lnTo>
                <a:lnTo>
                  <a:pt x="125" y="445"/>
                </a:lnTo>
                <a:lnTo>
                  <a:pt x="125" y="444"/>
                </a:lnTo>
                <a:lnTo>
                  <a:pt x="126" y="444"/>
                </a:lnTo>
                <a:lnTo>
                  <a:pt x="126" y="443"/>
                </a:lnTo>
                <a:lnTo>
                  <a:pt x="127" y="443"/>
                </a:lnTo>
                <a:lnTo>
                  <a:pt x="127" y="442"/>
                </a:lnTo>
                <a:lnTo>
                  <a:pt x="128" y="442"/>
                </a:lnTo>
                <a:lnTo>
                  <a:pt x="128" y="441"/>
                </a:lnTo>
                <a:lnTo>
                  <a:pt x="128" y="440"/>
                </a:lnTo>
                <a:lnTo>
                  <a:pt x="128" y="439"/>
                </a:lnTo>
                <a:lnTo>
                  <a:pt x="128" y="438"/>
                </a:lnTo>
                <a:lnTo>
                  <a:pt x="129" y="438"/>
                </a:lnTo>
                <a:lnTo>
                  <a:pt x="128" y="438"/>
                </a:lnTo>
                <a:lnTo>
                  <a:pt x="129" y="438"/>
                </a:lnTo>
                <a:lnTo>
                  <a:pt x="129" y="437"/>
                </a:lnTo>
                <a:lnTo>
                  <a:pt x="130" y="437"/>
                </a:lnTo>
                <a:lnTo>
                  <a:pt x="130" y="436"/>
                </a:lnTo>
                <a:lnTo>
                  <a:pt x="129" y="436"/>
                </a:lnTo>
                <a:lnTo>
                  <a:pt x="130" y="436"/>
                </a:lnTo>
                <a:lnTo>
                  <a:pt x="130" y="435"/>
                </a:lnTo>
                <a:lnTo>
                  <a:pt x="131" y="435"/>
                </a:lnTo>
                <a:lnTo>
                  <a:pt x="132" y="435"/>
                </a:lnTo>
                <a:lnTo>
                  <a:pt x="132" y="434"/>
                </a:lnTo>
                <a:lnTo>
                  <a:pt x="133" y="434"/>
                </a:lnTo>
                <a:lnTo>
                  <a:pt x="133" y="433"/>
                </a:lnTo>
                <a:lnTo>
                  <a:pt x="133" y="432"/>
                </a:lnTo>
                <a:lnTo>
                  <a:pt x="134" y="432"/>
                </a:lnTo>
                <a:lnTo>
                  <a:pt x="135" y="432"/>
                </a:lnTo>
                <a:lnTo>
                  <a:pt x="135" y="431"/>
                </a:lnTo>
                <a:lnTo>
                  <a:pt x="136" y="431"/>
                </a:lnTo>
                <a:lnTo>
                  <a:pt x="137" y="431"/>
                </a:lnTo>
                <a:lnTo>
                  <a:pt x="138" y="431"/>
                </a:lnTo>
                <a:lnTo>
                  <a:pt x="139" y="431"/>
                </a:lnTo>
                <a:lnTo>
                  <a:pt x="139" y="432"/>
                </a:lnTo>
                <a:lnTo>
                  <a:pt x="140" y="432"/>
                </a:lnTo>
                <a:lnTo>
                  <a:pt x="140" y="433"/>
                </a:lnTo>
                <a:lnTo>
                  <a:pt x="140" y="434"/>
                </a:lnTo>
                <a:lnTo>
                  <a:pt x="141" y="434"/>
                </a:lnTo>
                <a:lnTo>
                  <a:pt x="142" y="434"/>
                </a:lnTo>
                <a:lnTo>
                  <a:pt x="142" y="435"/>
                </a:lnTo>
                <a:lnTo>
                  <a:pt x="143" y="435"/>
                </a:lnTo>
                <a:lnTo>
                  <a:pt x="143" y="436"/>
                </a:lnTo>
                <a:lnTo>
                  <a:pt x="144" y="436"/>
                </a:lnTo>
                <a:lnTo>
                  <a:pt x="145" y="436"/>
                </a:lnTo>
                <a:lnTo>
                  <a:pt x="145" y="437"/>
                </a:lnTo>
                <a:lnTo>
                  <a:pt x="146" y="437"/>
                </a:lnTo>
                <a:lnTo>
                  <a:pt x="146" y="438"/>
                </a:lnTo>
                <a:lnTo>
                  <a:pt x="147" y="438"/>
                </a:lnTo>
                <a:lnTo>
                  <a:pt x="147" y="437"/>
                </a:lnTo>
                <a:lnTo>
                  <a:pt x="148" y="437"/>
                </a:lnTo>
                <a:lnTo>
                  <a:pt x="148" y="436"/>
                </a:lnTo>
                <a:lnTo>
                  <a:pt x="149" y="436"/>
                </a:lnTo>
                <a:lnTo>
                  <a:pt x="149" y="435"/>
                </a:lnTo>
                <a:lnTo>
                  <a:pt x="150" y="435"/>
                </a:lnTo>
                <a:lnTo>
                  <a:pt x="151" y="435"/>
                </a:lnTo>
                <a:lnTo>
                  <a:pt x="152" y="435"/>
                </a:lnTo>
                <a:lnTo>
                  <a:pt x="152" y="434"/>
                </a:lnTo>
                <a:lnTo>
                  <a:pt x="152" y="433"/>
                </a:lnTo>
                <a:lnTo>
                  <a:pt x="152" y="432"/>
                </a:lnTo>
                <a:lnTo>
                  <a:pt x="153" y="432"/>
                </a:lnTo>
                <a:lnTo>
                  <a:pt x="154" y="432"/>
                </a:lnTo>
                <a:lnTo>
                  <a:pt x="155" y="431"/>
                </a:lnTo>
                <a:lnTo>
                  <a:pt x="155" y="430"/>
                </a:lnTo>
                <a:lnTo>
                  <a:pt x="155" y="429"/>
                </a:lnTo>
                <a:lnTo>
                  <a:pt x="156" y="429"/>
                </a:lnTo>
                <a:lnTo>
                  <a:pt x="156" y="428"/>
                </a:lnTo>
                <a:lnTo>
                  <a:pt x="155" y="428"/>
                </a:lnTo>
                <a:lnTo>
                  <a:pt x="155" y="427"/>
                </a:lnTo>
                <a:lnTo>
                  <a:pt x="155" y="426"/>
                </a:lnTo>
                <a:lnTo>
                  <a:pt x="155" y="425"/>
                </a:lnTo>
                <a:lnTo>
                  <a:pt x="154" y="424"/>
                </a:lnTo>
                <a:lnTo>
                  <a:pt x="154" y="423"/>
                </a:lnTo>
                <a:lnTo>
                  <a:pt x="153" y="423"/>
                </a:lnTo>
                <a:lnTo>
                  <a:pt x="153" y="422"/>
                </a:lnTo>
                <a:lnTo>
                  <a:pt x="153" y="421"/>
                </a:lnTo>
                <a:lnTo>
                  <a:pt x="154" y="421"/>
                </a:lnTo>
                <a:lnTo>
                  <a:pt x="153" y="421"/>
                </a:lnTo>
                <a:lnTo>
                  <a:pt x="153" y="420"/>
                </a:lnTo>
                <a:lnTo>
                  <a:pt x="152" y="420"/>
                </a:lnTo>
                <a:lnTo>
                  <a:pt x="152" y="419"/>
                </a:lnTo>
                <a:lnTo>
                  <a:pt x="151" y="419"/>
                </a:lnTo>
                <a:lnTo>
                  <a:pt x="151" y="418"/>
                </a:lnTo>
                <a:lnTo>
                  <a:pt x="151" y="417"/>
                </a:lnTo>
                <a:lnTo>
                  <a:pt x="150" y="417"/>
                </a:lnTo>
                <a:lnTo>
                  <a:pt x="149" y="417"/>
                </a:lnTo>
                <a:lnTo>
                  <a:pt x="149" y="415"/>
                </a:lnTo>
                <a:lnTo>
                  <a:pt x="148" y="415"/>
                </a:lnTo>
                <a:lnTo>
                  <a:pt x="147" y="415"/>
                </a:lnTo>
                <a:lnTo>
                  <a:pt x="147" y="416"/>
                </a:lnTo>
                <a:lnTo>
                  <a:pt x="147" y="415"/>
                </a:lnTo>
                <a:lnTo>
                  <a:pt x="146" y="415"/>
                </a:lnTo>
                <a:lnTo>
                  <a:pt x="145" y="415"/>
                </a:lnTo>
                <a:lnTo>
                  <a:pt x="146" y="415"/>
                </a:lnTo>
                <a:lnTo>
                  <a:pt x="146" y="414"/>
                </a:lnTo>
                <a:lnTo>
                  <a:pt x="146" y="413"/>
                </a:lnTo>
                <a:lnTo>
                  <a:pt x="145" y="413"/>
                </a:lnTo>
                <a:lnTo>
                  <a:pt x="145" y="412"/>
                </a:lnTo>
                <a:lnTo>
                  <a:pt x="145" y="411"/>
                </a:lnTo>
                <a:lnTo>
                  <a:pt x="145" y="410"/>
                </a:lnTo>
                <a:lnTo>
                  <a:pt x="145" y="409"/>
                </a:lnTo>
                <a:lnTo>
                  <a:pt x="144" y="409"/>
                </a:lnTo>
                <a:lnTo>
                  <a:pt x="145" y="409"/>
                </a:lnTo>
                <a:lnTo>
                  <a:pt x="144" y="408"/>
                </a:lnTo>
                <a:lnTo>
                  <a:pt x="145" y="408"/>
                </a:lnTo>
                <a:lnTo>
                  <a:pt x="144" y="408"/>
                </a:lnTo>
                <a:lnTo>
                  <a:pt x="144" y="407"/>
                </a:lnTo>
                <a:lnTo>
                  <a:pt x="144" y="406"/>
                </a:lnTo>
                <a:lnTo>
                  <a:pt x="145" y="406"/>
                </a:lnTo>
                <a:lnTo>
                  <a:pt x="144" y="406"/>
                </a:lnTo>
                <a:lnTo>
                  <a:pt x="144" y="405"/>
                </a:lnTo>
                <a:lnTo>
                  <a:pt x="145" y="405"/>
                </a:lnTo>
                <a:lnTo>
                  <a:pt x="145" y="404"/>
                </a:lnTo>
                <a:lnTo>
                  <a:pt x="144" y="404"/>
                </a:lnTo>
                <a:lnTo>
                  <a:pt x="144" y="403"/>
                </a:lnTo>
                <a:lnTo>
                  <a:pt x="144" y="402"/>
                </a:lnTo>
                <a:lnTo>
                  <a:pt x="143" y="402"/>
                </a:lnTo>
                <a:lnTo>
                  <a:pt x="142" y="402"/>
                </a:lnTo>
                <a:lnTo>
                  <a:pt x="142" y="401"/>
                </a:lnTo>
                <a:lnTo>
                  <a:pt x="143" y="401"/>
                </a:lnTo>
                <a:lnTo>
                  <a:pt x="143" y="400"/>
                </a:lnTo>
                <a:lnTo>
                  <a:pt x="143" y="399"/>
                </a:lnTo>
                <a:lnTo>
                  <a:pt x="143" y="398"/>
                </a:lnTo>
                <a:lnTo>
                  <a:pt x="142" y="398"/>
                </a:lnTo>
                <a:lnTo>
                  <a:pt x="142" y="397"/>
                </a:lnTo>
                <a:lnTo>
                  <a:pt x="142" y="396"/>
                </a:lnTo>
                <a:lnTo>
                  <a:pt x="143" y="396"/>
                </a:lnTo>
                <a:lnTo>
                  <a:pt x="143" y="395"/>
                </a:lnTo>
                <a:lnTo>
                  <a:pt x="143" y="394"/>
                </a:lnTo>
                <a:lnTo>
                  <a:pt x="143" y="393"/>
                </a:lnTo>
                <a:lnTo>
                  <a:pt x="144" y="393"/>
                </a:lnTo>
                <a:lnTo>
                  <a:pt x="144" y="394"/>
                </a:lnTo>
                <a:lnTo>
                  <a:pt x="145" y="394"/>
                </a:lnTo>
                <a:lnTo>
                  <a:pt x="145" y="395"/>
                </a:lnTo>
                <a:lnTo>
                  <a:pt x="146" y="395"/>
                </a:lnTo>
                <a:lnTo>
                  <a:pt x="146" y="394"/>
                </a:lnTo>
                <a:lnTo>
                  <a:pt x="147" y="394"/>
                </a:lnTo>
                <a:lnTo>
                  <a:pt x="148" y="394"/>
                </a:lnTo>
                <a:lnTo>
                  <a:pt x="148" y="393"/>
                </a:lnTo>
                <a:lnTo>
                  <a:pt x="149" y="393"/>
                </a:lnTo>
                <a:lnTo>
                  <a:pt x="150" y="393"/>
                </a:lnTo>
                <a:lnTo>
                  <a:pt x="151" y="393"/>
                </a:lnTo>
                <a:lnTo>
                  <a:pt x="151" y="394"/>
                </a:lnTo>
                <a:lnTo>
                  <a:pt x="152" y="394"/>
                </a:lnTo>
                <a:lnTo>
                  <a:pt x="152" y="395"/>
                </a:lnTo>
                <a:lnTo>
                  <a:pt x="152" y="396"/>
                </a:lnTo>
                <a:lnTo>
                  <a:pt x="153" y="396"/>
                </a:lnTo>
                <a:lnTo>
                  <a:pt x="153" y="397"/>
                </a:lnTo>
                <a:lnTo>
                  <a:pt x="152" y="397"/>
                </a:lnTo>
                <a:lnTo>
                  <a:pt x="152" y="398"/>
                </a:lnTo>
                <a:lnTo>
                  <a:pt x="151" y="398"/>
                </a:lnTo>
                <a:lnTo>
                  <a:pt x="151" y="399"/>
                </a:lnTo>
                <a:lnTo>
                  <a:pt x="151" y="400"/>
                </a:lnTo>
                <a:lnTo>
                  <a:pt x="152" y="400"/>
                </a:lnTo>
                <a:lnTo>
                  <a:pt x="152" y="401"/>
                </a:lnTo>
                <a:lnTo>
                  <a:pt x="152" y="400"/>
                </a:lnTo>
                <a:lnTo>
                  <a:pt x="152" y="401"/>
                </a:lnTo>
                <a:lnTo>
                  <a:pt x="153" y="401"/>
                </a:lnTo>
                <a:lnTo>
                  <a:pt x="153" y="400"/>
                </a:lnTo>
                <a:lnTo>
                  <a:pt x="153" y="399"/>
                </a:lnTo>
                <a:lnTo>
                  <a:pt x="153" y="400"/>
                </a:lnTo>
                <a:lnTo>
                  <a:pt x="154" y="400"/>
                </a:lnTo>
                <a:lnTo>
                  <a:pt x="154" y="399"/>
                </a:lnTo>
                <a:lnTo>
                  <a:pt x="155" y="399"/>
                </a:lnTo>
                <a:lnTo>
                  <a:pt x="155" y="398"/>
                </a:lnTo>
                <a:lnTo>
                  <a:pt x="156" y="398"/>
                </a:lnTo>
                <a:lnTo>
                  <a:pt x="157" y="398"/>
                </a:lnTo>
                <a:lnTo>
                  <a:pt x="157" y="397"/>
                </a:lnTo>
                <a:lnTo>
                  <a:pt x="158" y="397"/>
                </a:lnTo>
                <a:lnTo>
                  <a:pt x="158" y="396"/>
                </a:lnTo>
                <a:lnTo>
                  <a:pt x="159" y="396"/>
                </a:lnTo>
                <a:lnTo>
                  <a:pt x="159" y="395"/>
                </a:lnTo>
                <a:lnTo>
                  <a:pt x="159" y="394"/>
                </a:lnTo>
                <a:lnTo>
                  <a:pt x="158" y="394"/>
                </a:lnTo>
                <a:lnTo>
                  <a:pt x="158" y="393"/>
                </a:lnTo>
                <a:lnTo>
                  <a:pt x="158" y="392"/>
                </a:lnTo>
                <a:lnTo>
                  <a:pt x="159" y="392"/>
                </a:lnTo>
                <a:lnTo>
                  <a:pt x="160" y="392"/>
                </a:lnTo>
                <a:lnTo>
                  <a:pt x="160" y="391"/>
                </a:lnTo>
                <a:lnTo>
                  <a:pt x="160" y="390"/>
                </a:lnTo>
                <a:lnTo>
                  <a:pt x="161" y="390"/>
                </a:lnTo>
                <a:lnTo>
                  <a:pt x="161" y="389"/>
                </a:lnTo>
                <a:lnTo>
                  <a:pt x="161" y="388"/>
                </a:lnTo>
                <a:lnTo>
                  <a:pt x="160" y="388"/>
                </a:lnTo>
                <a:lnTo>
                  <a:pt x="160" y="387"/>
                </a:lnTo>
                <a:lnTo>
                  <a:pt x="160" y="386"/>
                </a:lnTo>
                <a:lnTo>
                  <a:pt x="160" y="385"/>
                </a:lnTo>
                <a:lnTo>
                  <a:pt x="160" y="384"/>
                </a:lnTo>
                <a:lnTo>
                  <a:pt x="159" y="384"/>
                </a:lnTo>
                <a:lnTo>
                  <a:pt x="159" y="383"/>
                </a:lnTo>
                <a:lnTo>
                  <a:pt x="159" y="382"/>
                </a:lnTo>
                <a:lnTo>
                  <a:pt x="158" y="382"/>
                </a:lnTo>
                <a:lnTo>
                  <a:pt x="158" y="381"/>
                </a:lnTo>
                <a:lnTo>
                  <a:pt x="157" y="381"/>
                </a:lnTo>
                <a:lnTo>
                  <a:pt x="157" y="382"/>
                </a:lnTo>
                <a:lnTo>
                  <a:pt x="156" y="382"/>
                </a:lnTo>
                <a:lnTo>
                  <a:pt x="155" y="382"/>
                </a:lnTo>
                <a:lnTo>
                  <a:pt x="155" y="381"/>
                </a:lnTo>
                <a:lnTo>
                  <a:pt x="154" y="381"/>
                </a:lnTo>
                <a:lnTo>
                  <a:pt x="155" y="380"/>
                </a:lnTo>
                <a:lnTo>
                  <a:pt x="155" y="379"/>
                </a:lnTo>
                <a:lnTo>
                  <a:pt x="155" y="378"/>
                </a:lnTo>
                <a:lnTo>
                  <a:pt x="156" y="378"/>
                </a:lnTo>
                <a:lnTo>
                  <a:pt x="156" y="377"/>
                </a:lnTo>
                <a:lnTo>
                  <a:pt x="155" y="377"/>
                </a:lnTo>
                <a:lnTo>
                  <a:pt x="155" y="376"/>
                </a:lnTo>
                <a:lnTo>
                  <a:pt x="155" y="375"/>
                </a:lnTo>
                <a:lnTo>
                  <a:pt x="156" y="375"/>
                </a:lnTo>
                <a:lnTo>
                  <a:pt x="156" y="374"/>
                </a:lnTo>
                <a:lnTo>
                  <a:pt x="156" y="373"/>
                </a:lnTo>
                <a:lnTo>
                  <a:pt x="156" y="372"/>
                </a:lnTo>
                <a:lnTo>
                  <a:pt x="157" y="372"/>
                </a:lnTo>
                <a:lnTo>
                  <a:pt x="157" y="371"/>
                </a:lnTo>
                <a:lnTo>
                  <a:pt x="158" y="371"/>
                </a:lnTo>
                <a:lnTo>
                  <a:pt x="159" y="371"/>
                </a:lnTo>
                <a:lnTo>
                  <a:pt x="159" y="370"/>
                </a:lnTo>
                <a:lnTo>
                  <a:pt x="160" y="370"/>
                </a:lnTo>
                <a:lnTo>
                  <a:pt x="160" y="369"/>
                </a:lnTo>
                <a:lnTo>
                  <a:pt x="161" y="369"/>
                </a:lnTo>
                <a:lnTo>
                  <a:pt x="161" y="368"/>
                </a:lnTo>
                <a:lnTo>
                  <a:pt x="162" y="368"/>
                </a:lnTo>
                <a:lnTo>
                  <a:pt x="162" y="367"/>
                </a:lnTo>
                <a:lnTo>
                  <a:pt x="162" y="366"/>
                </a:lnTo>
                <a:lnTo>
                  <a:pt x="162" y="365"/>
                </a:lnTo>
                <a:lnTo>
                  <a:pt x="162" y="364"/>
                </a:lnTo>
                <a:lnTo>
                  <a:pt x="162" y="363"/>
                </a:lnTo>
                <a:lnTo>
                  <a:pt x="163" y="363"/>
                </a:lnTo>
                <a:lnTo>
                  <a:pt x="163" y="362"/>
                </a:lnTo>
                <a:lnTo>
                  <a:pt x="164" y="362"/>
                </a:lnTo>
                <a:lnTo>
                  <a:pt x="164" y="361"/>
                </a:lnTo>
                <a:lnTo>
                  <a:pt x="164" y="360"/>
                </a:lnTo>
                <a:lnTo>
                  <a:pt x="164" y="359"/>
                </a:lnTo>
                <a:lnTo>
                  <a:pt x="165" y="359"/>
                </a:lnTo>
                <a:lnTo>
                  <a:pt x="165" y="358"/>
                </a:lnTo>
                <a:lnTo>
                  <a:pt x="164" y="358"/>
                </a:lnTo>
                <a:lnTo>
                  <a:pt x="164" y="357"/>
                </a:lnTo>
                <a:lnTo>
                  <a:pt x="164" y="356"/>
                </a:lnTo>
                <a:lnTo>
                  <a:pt x="164" y="355"/>
                </a:lnTo>
                <a:lnTo>
                  <a:pt x="164" y="354"/>
                </a:lnTo>
                <a:lnTo>
                  <a:pt x="165" y="354"/>
                </a:lnTo>
                <a:lnTo>
                  <a:pt x="165" y="353"/>
                </a:lnTo>
                <a:lnTo>
                  <a:pt x="165" y="352"/>
                </a:lnTo>
                <a:lnTo>
                  <a:pt x="165" y="351"/>
                </a:lnTo>
                <a:lnTo>
                  <a:pt x="165" y="350"/>
                </a:lnTo>
                <a:lnTo>
                  <a:pt x="166" y="350"/>
                </a:lnTo>
                <a:lnTo>
                  <a:pt x="166" y="349"/>
                </a:lnTo>
                <a:lnTo>
                  <a:pt x="166" y="348"/>
                </a:lnTo>
                <a:lnTo>
                  <a:pt x="165" y="348"/>
                </a:lnTo>
                <a:lnTo>
                  <a:pt x="165" y="347"/>
                </a:lnTo>
                <a:lnTo>
                  <a:pt x="166" y="347"/>
                </a:lnTo>
                <a:lnTo>
                  <a:pt x="166" y="346"/>
                </a:lnTo>
                <a:lnTo>
                  <a:pt x="166" y="345"/>
                </a:lnTo>
                <a:lnTo>
                  <a:pt x="166" y="344"/>
                </a:lnTo>
                <a:lnTo>
                  <a:pt x="166" y="343"/>
                </a:lnTo>
                <a:lnTo>
                  <a:pt x="166" y="342"/>
                </a:lnTo>
                <a:lnTo>
                  <a:pt x="166" y="341"/>
                </a:lnTo>
                <a:lnTo>
                  <a:pt x="166" y="340"/>
                </a:lnTo>
                <a:lnTo>
                  <a:pt x="167" y="340"/>
                </a:lnTo>
                <a:lnTo>
                  <a:pt x="167" y="339"/>
                </a:lnTo>
                <a:lnTo>
                  <a:pt x="168" y="339"/>
                </a:lnTo>
                <a:lnTo>
                  <a:pt x="168" y="338"/>
                </a:lnTo>
                <a:lnTo>
                  <a:pt x="169" y="338"/>
                </a:lnTo>
                <a:lnTo>
                  <a:pt x="169" y="337"/>
                </a:lnTo>
                <a:lnTo>
                  <a:pt x="169" y="336"/>
                </a:lnTo>
                <a:lnTo>
                  <a:pt x="170" y="336"/>
                </a:lnTo>
                <a:lnTo>
                  <a:pt x="170" y="335"/>
                </a:lnTo>
                <a:lnTo>
                  <a:pt x="169" y="335"/>
                </a:lnTo>
                <a:lnTo>
                  <a:pt x="169" y="334"/>
                </a:lnTo>
                <a:lnTo>
                  <a:pt x="170" y="334"/>
                </a:lnTo>
                <a:lnTo>
                  <a:pt x="170" y="333"/>
                </a:lnTo>
                <a:lnTo>
                  <a:pt x="170" y="332"/>
                </a:lnTo>
                <a:lnTo>
                  <a:pt x="169" y="332"/>
                </a:lnTo>
                <a:lnTo>
                  <a:pt x="169" y="331"/>
                </a:lnTo>
                <a:lnTo>
                  <a:pt x="169" y="330"/>
                </a:lnTo>
                <a:lnTo>
                  <a:pt x="168" y="330"/>
                </a:lnTo>
                <a:lnTo>
                  <a:pt x="168" y="329"/>
                </a:lnTo>
                <a:lnTo>
                  <a:pt x="169" y="329"/>
                </a:lnTo>
                <a:lnTo>
                  <a:pt x="168" y="329"/>
                </a:lnTo>
                <a:lnTo>
                  <a:pt x="168" y="328"/>
                </a:lnTo>
                <a:lnTo>
                  <a:pt x="168" y="327"/>
                </a:lnTo>
                <a:lnTo>
                  <a:pt x="169" y="327"/>
                </a:lnTo>
                <a:lnTo>
                  <a:pt x="169" y="326"/>
                </a:lnTo>
                <a:lnTo>
                  <a:pt x="168" y="326"/>
                </a:lnTo>
                <a:lnTo>
                  <a:pt x="168" y="325"/>
                </a:lnTo>
                <a:lnTo>
                  <a:pt x="169" y="325"/>
                </a:lnTo>
                <a:lnTo>
                  <a:pt x="169" y="324"/>
                </a:lnTo>
                <a:lnTo>
                  <a:pt x="168" y="324"/>
                </a:lnTo>
                <a:lnTo>
                  <a:pt x="167" y="324"/>
                </a:lnTo>
                <a:lnTo>
                  <a:pt x="167" y="323"/>
                </a:lnTo>
                <a:lnTo>
                  <a:pt x="167" y="322"/>
                </a:lnTo>
                <a:lnTo>
                  <a:pt x="166" y="322"/>
                </a:lnTo>
                <a:lnTo>
                  <a:pt x="166" y="321"/>
                </a:lnTo>
                <a:lnTo>
                  <a:pt x="166" y="320"/>
                </a:lnTo>
                <a:lnTo>
                  <a:pt x="167" y="320"/>
                </a:lnTo>
                <a:lnTo>
                  <a:pt x="167" y="319"/>
                </a:lnTo>
                <a:lnTo>
                  <a:pt x="168" y="319"/>
                </a:lnTo>
                <a:lnTo>
                  <a:pt x="168" y="318"/>
                </a:lnTo>
                <a:lnTo>
                  <a:pt x="168" y="317"/>
                </a:lnTo>
                <a:lnTo>
                  <a:pt x="168" y="316"/>
                </a:lnTo>
                <a:lnTo>
                  <a:pt x="168" y="314"/>
                </a:lnTo>
                <a:lnTo>
                  <a:pt x="168" y="313"/>
                </a:lnTo>
                <a:lnTo>
                  <a:pt x="169" y="313"/>
                </a:lnTo>
                <a:lnTo>
                  <a:pt x="168" y="313"/>
                </a:lnTo>
                <a:lnTo>
                  <a:pt x="168" y="312"/>
                </a:lnTo>
                <a:lnTo>
                  <a:pt x="169" y="312"/>
                </a:lnTo>
                <a:lnTo>
                  <a:pt x="169" y="311"/>
                </a:lnTo>
                <a:lnTo>
                  <a:pt x="169" y="310"/>
                </a:lnTo>
                <a:lnTo>
                  <a:pt x="169" y="309"/>
                </a:lnTo>
                <a:lnTo>
                  <a:pt x="169" y="308"/>
                </a:lnTo>
                <a:lnTo>
                  <a:pt x="168" y="308"/>
                </a:lnTo>
                <a:lnTo>
                  <a:pt x="168" y="307"/>
                </a:lnTo>
                <a:lnTo>
                  <a:pt x="168" y="306"/>
                </a:lnTo>
                <a:lnTo>
                  <a:pt x="167" y="306"/>
                </a:lnTo>
                <a:lnTo>
                  <a:pt x="167" y="305"/>
                </a:lnTo>
                <a:lnTo>
                  <a:pt x="166" y="305"/>
                </a:lnTo>
                <a:lnTo>
                  <a:pt x="166" y="304"/>
                </a:lnTo>
                <a:lnTo>
                  <a:pt x="166" y="303"/>
                </a:lnTo>
                <a:lnTo>
                  <a:pt x="166" y="302"/>
                </a:lnTo>
                <a:lnTo>
                  <a:pt x="167" y="302"/>
                </a:lnTo>
                <a:lnTo>
                  <a:pt x="167" y="301"/>
                </a:lnTo>
                <a:lnTo>
                  <a:pt x="168" y="301"/>
                </a:lnTo>
                <a:lnTo>
                  <a:pt x="169" y="301"/>
                </a:lnTo>
                <a:lnTo>
                  <a:pt x="169" y="300"/>
                </a:lnTo>
                <a:lnTo>
                  <a:pt x="169" y="299"/>
                </a:lnTo>
                <a:lnTo>
                  <a:pt x="169" y="298"/>
                </a:lnTo>
                <a:lnTo>
                  <a:pt x="169" y="297"/>
                </a:lnTo>
                <a:lnTo>
                  <a:pt x="169" y="296"/>
                </a:lnTo>
                <a:lnTo>
                  <a:pt x="169" y="295"/>
                </a:lnTo>
                <a:lnTo>
                  <a:pt x="169" y="294"/>
                </a:lnTo>
                <a:lnTo>
                  <a:pt x="169" y="293"/>
                </a:lnTo>
                <a:lnTo>
                  <a:pt x="168" y="293"/>
                </a:lnTo>
                <a:lnTo>
                  <a:pt x="168" y="292"/>
                </a:lnTo>
                <a:lnTo>
                  <a:pt x="168" y="291"/>
                </a:lnTo>
                <a:lnTo>
                  <a:pt x="168" y="290"/>
                </a:lnTo>
                <a:lnTo>
                  <a:pt x="168" y="289"/>
                </a:lnTo>
                <a:lnTo>
                  <a:pt x="168" y="288"/>
                </a:lnTo>
                <a:lnTo>
                  <a:pt x="168" y="287"/>
                </a:lnTo>
                <a:lnTo>
                  <a:pt x="168" y="286"/>
                </a:lnTo>
                <a:lnTo>
                  <a:pt x="168" y="285"/>
                </a:lnTo>
                <a:lnTo>
                  <a:pt x="168" y="284"/>
                </a:lnTo>
                <a:lnTo>
                  <a:pt x="167" y="284"/>
                </a:lnTo>
                <a:lnTo>
                  <a:pt x="168" y="284"/>
                </a:lnTo>
                <a:lnTo>
                  <a:pt x="168" y="283"/>
                </a:lnTo>
                <a:lnTo>
                  <a:pt x="169" y="283"/>
                </a:lnTo>
                <a:lnTo>
                  <a:pt x="169" y="282"/>
                </a:lnTo>
                <a:lnTo>
                  <a:pt x="170" y="282"/>
                </a:lnTo>
                <a:lnTo>
                  <a:pt x="172" y="282"/>
                </a:lnTo>
                <a:lnTo>
                  <a:pt x="172" y="281"/>
                </a:lnTo>
                <a:lnTo>
                  <a:pt x="172" y="280"/>
                </a:lnTo>
                <a:lnTo>
                  <a:pt x="172" y="279"/>
                </a:lnTo>
                <a:lnTo>
                  <a:pt x="173" y="279"/>
                </a:lnTo>
                <a:lnTo>
                  <a:pt x="172" y="278"/>
                </a:lnTo>
                <a:lnTo>
                  <a:pt x="173" y="278"/>
                </a:lnTo>
                <a:lnTo>
                  <a:pt x="172" y="278"/>
                </a:lnTo>
                <a:lnTo>
                  <a:pt x="172" y="277"/>
                </a:lnTo>
                <a:lnTo>
                  <a:pt x="170" y="277"/>
                </a:lnTo>
                <a:lnTo>
                  <a:pt x="170" y="276"/>
                </a:lnTo>
                <a:lnTo>
                  <a:pt x="170" y="275"/>
                </a:lnTo>
                <a:lnTo>
                  <a:pt x="169" y="275"/>
                </a:lnTo>
                <a:lnTo>
                  <a:pt x="168" y="275"/>
                </a:lnTo>
                <a:lnTo>
                  <a:pt x="167" y="275"/>
                </a:lnTo>
                <a:lnTo>
                  <a:pt x="166" y="275"/>
                </a:lnTo>
                <a:lnTo>
                  <a:pt x="166" y="274"/>
                </a:lnTo>
                <a:lnTo>
                  <a:pt x="166" y="273"/>
                </a:lnTo>
                <a:lnTo>
                  <a:pt x="166" y="272"/>
                </a:lnTo>
                <a:lnTo>
                  <a:pt x="166" y="271"/>
                </a:lnTo>
                <a:lnTo>
                  <a:pt x="166" y="270"/>
                </a:lnTo>
                <a:lnTo>
                  <a:pt x="166" y="269"/>
                </a:lnTo>
                <a:lnTo>
                  <a:pt x="166" y="268"/>
                </a:lnTo>
                <a:lnTo>
                  <a:pt x="166" y="267"/>
                </a:lnTo>
                <a:lnTo>
                  <a:pt x="166" y="266"/>
                </a:lnTo>
                <a:lnTo>
                  <a:pt x="166" y="265"/>
                </a:lnTo>
                <a:lnTo>
                  <a:pt x="166" y="264"/>
                </a:lnTo>
                <a:lnTo>
                  <a:pt x="166" y="263"/>
                </a:lnTo>
                <a:lnTo>
                  <a:pt x="166" y="262"/>
                </a:lnTo>
                <a:lnTo>
                  <a:pt x="166" y="261"/>
                </a:lnTo>
                <a:lnTo>
                  <a:pt x="166" y="260"/>
                </a:lnTo>
                <a:lnTo>
                  <a:pt x="165" y="260"/>
                </a:lnTo>
                <a:lnTo>
                  <a:pt x="165" y="259"/>
                </a:lnTo>
                <a:lnTo>
                  <a:pt x="164" y="259"/>
                </a:lnTo>
                <a:lnTo>
                  <a:pt x="164" y="258"/>
                </a:lnTo>
                <a:lnTo>
                  <a:pt x="165" y="258"/>
                </a:lnTo>
                <a:lnTo>
                  <a:pt x="165" y="257"/>
                </a:lnTo>
                <a:lnTo>
                  <a:pt x="165" y="256"/>
                </a:lnTo>
                <a:lnTo>
                  <a:pt x="166" y="256"/>
                </a:lnTo>
                <a:lnTo>
                  <a:pt x="168" y="256"/>
                </a:lnTo>
                <a:lnTo>
                  <a:pt x="168" y="255"/>
                </a:lnTo>
                <a:lnTo>
                  <a:pt x="168" y="254"/>
                </a:lnTo>
                <a:lnTo>
                  <a:pt x="168" y="253"/>
                </a:lnTo>
                <a:lnTo>
                  <a:pt x="169" y="253"/>
                </a:lnTo>
                <a:lnTo>
                  <a:pt x="169" y="252"/>
                </a:lnTo>
                <a:lnTo>
                  <a:pt x="168" y="252"/>
                </a:lnTo>
                <a:lnTo>
                  <a:pt x="168" y="251"/>
                </a:lnTo>
                <a:lnTo>
                  <a:pt x="168" y="250"/>
                </a:lnTo>
                <a:lnTo>
                  <a:pt x="168" y="249"/>
                </a:lnTo>
                <a:lnTo>
                  <a:pt x="168" y="248"/>
                </a:lnTo>
                <a:lnTo>
                  <a:pt x="169" y="248"/>
                </a:lnTo>
                <a:lnTo>
                  <a:pt x="169" y="247"/>
                </a:lnTo>
                <a:lnTo>
                  <a:pt x="170" y="247"/>
                </a:lnTo>
                <a:lnTo>
                  <a:pt x="170" y="246"/>
                </a:lnTo>
                <a:lnTo>
                  <a:pt x="170" y="245"/>
                </a:lnTo>
                <a:lnTo>
                  <a:pt x="170" y="244"/>
                </a:lnTo>
                <a:lnTo>
                  <a:pt x="172" y="244"/>
                </a:lnTo>
                <a:lnTo>
                  <a:pt x="172" y="243"/>
                </a:lnTo>
                <a:lnTo>
                  <a:pt x="172" y="242"/>
                </a:lnTo>
                <a:lnTo>
                  <a:pt x="172" y="241"/>
                </a:lnTo>
                <a:lnTo>
                  <a:pt x="170" y="241"/>
                </a:lnTo>
                <a:lnTo>
                  <a:pt x="170" y="240"/>
                </a:lnTo>
                <a:lnTo>
                  <a:pt x="170" y="239"/>
                </a:lnTo>
                <a:lnTo>
                  <a:pt x="172" y="239"/>
                </a:lnTo>
                <a:lnTo>
                  <a:pt x="170" y="239"/>
                </a:lnTo>
                <a:lnTo>
                  <a:pt x="169" y="239"/>
                </a:lnTo>
                <a:lnTo>
                  <a:pt x="169" y="238"/>
                </a:lnTo>
                <a:lnTo>
                  <a:pt x="168" y="238"/>
                </a:lnTo>
                <a:lnTo>
                  <a:pt x="168" y="237"/>
                </a:lnTo>
                <a:lnTo>
                  <a:pt x="167" y="237"/>
                </a:lnTo>
                <a:lnTo>
                  <a:pt x="167" y="236"/>
                </a:lnTo>
                <a:lnTo>
                  <a:pt x="167" y="235"/>
                </a:lnTo>
                <a:lnTo>
                  <a:pt x="167" y="234"/>
                </a:lnTo>
                <a:lnTo>
                  <a:pt x="167" y="232"/>
                </a:lnTo>
                <a:lnTo>
                  <a:pt x="167" y="231"/>
                </a:lnTo>
                <a:lnTo>
                  <a:pt x="167" y="230"/>
                </a:lnTo>
                <a:lnTo>
                  <a:pt x="166" y="230"/>
                </a:lnTo>
                <a:lnTo>
                  <a:pt x="166" y="229"/>
                </a:lnTo>
                <a:lnTo>
                  <a:pt x="166" y="228"/>
                </a:lnTo>
                <a:lnTo>
                  <a:pt x="166" y="227"/>
                </a:lnTo>
                <a:lnTo>
                  <a:pt x="166" y="226"/>
                </a:lnTo>
                <a:lnTo>
                  <a:pt x="167" y="226"/>
                </a:lnTo>
                <a:lnTo>
                  <a:pt x="168" y="226"/>
                </a:lnTo>
                <a:lnTo>
                  <a:pt x="168" y="225"/>
                </a:lnTo>
                <a:lnTo>
                  <a:pt x="168" y="224"/>
                </a:lnTo>
                <a:lnTo>
                  <a:pt x="167" y="223"/>
                </a:lnTo>
                <a:lnTo>
                  <a:pt x="167" y="222"/>
                </a:lnTo>
                <a:lnTo>
                  <a:pt x="166" y="222"/>
                </a:lnTo>
                <a:lnTo>
                  <a:pt x="166" y="221"/>
                </a:lnTo>
                <a:lnTo>
                  <a:pt x="166" y="220"/>
                </a:lnTo>
                <a:lnTo>
                  <a:pt x="167" y="220"/>
                </a:lnTo>
                <a:lnTo>
                  <a:pt x="167" y="219"/>
                </a:lnTo>
                <a:lnTo>
                  <a:pt x="167" y="218"/>
                </a:lnTo>
                <a:lnTo>
                  <a:pt x="167" y="217"/>
                </a:lnTo>
                <a:lnTo>
                  <a:pt x="168" y="217"/>
                </a:lnTo>
                <a:lnTo>
                  <a:pt x="168" y="216"/>
                </a:lnTo>
                <a:lnTo>
                  <a:pt x="168" y="215"/>
                </a:lnTo>
                <a:lnTo>
                  <a:pt x="168" y="214"/>
                </a:lnTo>
                <a:lnTo>
                  <a:pt x="168" y="213"/>
                </a:lnTo>
                <a:lnTo>
                  <a:pt x="169" y="213"/>
                </a:lnTo>
                <a:lnTo>
                  <a:pt x="169" y="212"/>
                </a:lnTo>
                <a:lnTo>
                  <a:pt x="169" y="211"/>
                </a:lnTo>
                <a:lnTo>
                  <a:pt x="168" y="211"/>
                </a:lnTo>
                <a:lnTo>
                  <a:pt x="167" y="211"/>
                </a:lnTo>
                <a:lnTo>
                  <a:pt x="166" y="211"/>
                </a:lnTo>
                <a:lnTo>
                  <a:pt x="166" y="210"/>
                </a:lnTo>
                <a:lnTo>
                  <a:pt x="166" y="209"/>
                </a:lnTo>
                <a:lnTo>
                  <a:pt x="166" y="208"/>
                </a:lnTo>
                <a:lnTo>
                  <a:pt x="165" y="208"/>
                </a:lnTo>
                <a:lnTo>
                  <a:pt x="164" y="208"/>
                </a:lnTo>
                <a:lnTo>
                  <a:pt x="163" y="208"/>
                </a:lnTo>
                <a:lnTo>
                  <a:pt x="163" y="209"/>
                </a:lnTo>
                <a:lnTo>
                  <a:pt x="163" y="210"/>
                </a:lnTo>
                <a:lnTo>
                  <a:pt x="162" y="210"/>
                </a:lnTo>
                <a:lnTo>
                  <a:pt x="162" y="211"/>
                </a:lnTo>
                <a:lnTo>
                  <a:pt x="162" y="210"/>
                </a:lnTo>
                <a:lnTo>
                  <a:pt x="161" y="210"/>
                </a:lnTo>
                <a:lnTo>
                  <a:pt x="161" y="209"/>
                </a:lnTo>
                <a:lnTo>
                  <a:pt x="160" y="209"/>
                </a:lnTo>
                <a:lnTo>
                  <a:pt x="159" y="209"/>
                </a:lnTo>
                <a:lnTo>
                  <a:pt x="158" y="209"/>
                </a:lnTo>
                <a:lnTo>
                  <a:pt x="158" y="208"/>
                </a:lnTo>
                <a:lnTo>
                  <a:pt x="157" y="208"/>
                </a:lnTo>
                <a:lnTo>
                  <a:pt x="157" y="209"/>
                </a:lnTo>
                <a:lnTo>
                  <a:pt x="157" y="210"/>
                </a:lnTo>
                <a:lnTo>
                  <a:pt x="156" y="210"/>
                </a:lnTo>
                <a:lnTo>
                  <a:pt x="155" y="210"/>
                </a:lnTo>
                <a:lnTo>
                  <a:pt x="155" y="209"/>
                </a:lnTo>
                <a:lnTo>
                  <a:pt x="155" y="208"/>
                </a:lnTo>
                <a:lnTo>
                  <a:pt x="156" y="208"/>
                </a:lnTo>
                <a:lnTo>
                  <a:pt x="156" y="207"/>
                </a:lnTo>
                <a:lnTo>
                  <a:pt x="155" y="207"/>
                </a:lnTo>
                <a:lnTo>
                  <a:pt x="155" y="206"/>
                </a:lnTo>
                <a:lnTo>
                  <a:pt x="155" y="205"/>
                </a:lnTo>
                <a:lnTo>
                  <a:pt x="155" y="204"/>
                </a:lnTo>
                <a:lnTo>
                  <a:pt x="154" y="204"/>
                </a:lnTo>
                <a:lnTo>
                  <a:pt x="154" y="203"/>
                </a:lnTo>
                <a:lnTo>
                  <a:pt x="154" y="202"/>
                </a:lnTo>
                <a:lnTo>
                  <a:pt x="154" y="201"/>
                </a:lnTo>
                <a:lnTo>
                  <a:pt x="153" y="201"/>
                </a:lnTo>
                <a:lnTo>
                  <a:pt x="153" y="200"/>
                </a:lnTo>
                <a:lnTo>
                  <a:pt x="153" y="199"/>
                </a:lnTo>
                <a:lnTo>
                  <a:pt x="152" y="199"/>
                </a:lnTo>
                <a:lnTo>
                  <a:pt x="152" y="200"/>
                </a:lnTo>
                <a:lnTo>
                  <a:pt x="151" y="200"/>
                </a:lnTo>
                <a:lnTo>
                  <a:pt x="151" y="201"/>
                </a:lnTo>
                <a:lnTo>
                  <a:pt x="150" y="201"/>
                </a:lnTo>
                <a:lnTo>
                  <a:pt x="150" y="202"/>
                </a:lnTo>
                <a:lnTo>
                  <a:pt x="150" y="203"/>
                </a:lnTo>
                <a:lnTo>
                  <a:pt x="149" y="203"/>
                </a:lnTo>
                <a:lnTo>
                  <a:pt x="149" y="202"/>
                </a:lnTo>
                <a:lnTo>
                  <a:pt x="148" y="202"/>
                </a:lnTo>
                <a:lnTo>
                  <a:pt x="147" y="202"/>
                </a:lnTo>
                <a:lnTo>
                  <a:pt x="147" y="201"/>
                </a:lnTo>
                <a:lnTo>
                  <a:pt x="146" y="201"/>
                </a:lnTo>
                <a:lnTo>
                  <a:pt x="146" y="200"/>
                </a:lnTo>
                <a:lnTo>
                  <a:pt x="145" y="200"/>
                </a:lnTo>
                <a:lnTo>
                  <a:pt x="144" y="200"/>
                </a:lnTo>
                <a:lnTo>
                  <a:pt x="143" y="200"/>
                </a:lnTo>
                <a:lnTo>
                  <a:pt x="143" y="199"/>
                </a:lnTo>
                <a:lnTo>
                  <a:pt x="142" y="199"/>
                </a:lnTo>
                <a:lnTo>
                  <a:pt x="142" y="198"/>
                </a:lnTo>
                <a:lnTo>
                  <a:pt x="142" y="197"/>
                </a:lnTo>
                <a:lnTo>
                  <a:pt x="141" y="197"/>
                </a:lnTo>
                <a:lnTo>
                  <a:pt x="140" y="197"/>
                </a:lnTo>
                <a:lnTo>
                  <a:pt x="140" y="196"/>
                </a:lnTo>
                <a:lnTo>
                  <a:pt x="139" y="196"/>
                </a:lnTo>
                <a:lnTo>
                  <a:pt x="139" y="197"/>
                </a:lnTo>
                <a:lnTo>
                  <a:pt x="138" y="197"/>
                </a:lnTo>
                <a:lnTo>
                  <a:pt x="138" y="198"/>
                </a:lnTo>
                <a:lnTo>
                  <a:pt x="139" y="198"/>
                </a:lnTo>
                <a:lnTo>
                  <a:pt x="139" y="199"/>
                </a:lnTo>
                <a:lnTo>
                  <a:pt x="139" y="200"/>
                </a:lnTo>
                <a:lnTo>
                  <a:pt x="139" y="201"/>
                </a:lnTo>
                <a:lnTo>
                  <a:pt x="139" y="202"/>
                </a:lnTo>
                <a:lnTo>
                  <a:pt x="138" y="202"/>
                </a:lnTo>
                <a:lnTo>
                  <a:pt x="138" y="203"/>
                </a:lnTo>
                <a:lnTo>
                  <a:pt x="138" y="204"/>
                </a:lnTo>
                <a:lnTo>
                  <a:pt x="138" y="205"/>
                </a:lnTo>
                <a:lnTo>
                  <a:pt x="138" y="206"/>
                </a:lnTo>
                <a:lnTo>
                  <a:pt x="138" y="209"/>
                </a:lnTo>
                <a:lnTo>
                  <a:pt x="138" y="210"/>
                </a:lnTo>
                <a:lnTo>
                  <a:pt x="138" y="211"/>
                </a:lnTo>
                <a:lnTo>
                  <a:pt x="137" y="211"/>
                </a:lnTo>
                <a:lnTo>
                  <a:pt x="136" y="211"/>
                </a:lnTo>
                <a:lnTo>
                  <a:pt x="135" y="211"/>
                </a:lnTo>
                <a:lnTo>
                  <a:pt x="135" y="212"/>
                </a:lnTo>
                <a:lnTo>
                  <a:pt x="134" y="212"/>
                </a:lnTo>
                <a:lnTo>
                  <a:pt x="134" y="213"/>
                </a:lnTo>
                <a:lnTo>
                  <a:pt x="133" y="213"/>
                </a:lnTo>
                <a:lnTo>
                  <a:pt x="133" y="214"/>
                </a:lnTo>
                <a:lnTo>
                  <a:pt x="133" y="215"/>
                </a:lnTo>
                <a:lnTo>
                  <a:pt x="132" y="215"/>
                </a:lnTo>
                <a:lnTo>
                  <a:pt x="132" y="216"/>
                </a:lnTo>
                <a:lnTo>
                  <a:pt x="131" y="216"/>
                </a:lnTo>
                <a:lnTo>
                  <a:pt x="130" y="216"/>
                </a:lnTo>
                <a:lnTo>
                  <a:pt x="130" y="215"/>
                </a:lnTo>
                <a:lnTo>
                  <a:pt x="129" y="215"/>
                </a:lnTo>
                <a:lnTo>
                  <a:pt x="128" y="215"/>
                </a:lnTo>
                <a:lnTo>
                  <a:pt x="127" y="215"/>
                </a:lnTo>
                <a:lnTo>
                  <a:pt x="126" y="215"/>
                </a:lnTo>
                <a:lnTo>
                  <a:pt x="126" y="214"/>
                </a:lnTo>
                <a:lnTo>
                  <a:pt x="125" y="214"/>
                </a:lnTo>
                <a:lnTo>
                  <a:pt x="125" y="213"/>
                </a:lnTo>
                <a:lnTo>
                  <a:pt x="125" y="212"/>
                </a:lnTo>
                <a:lnTo>
                  <a:pt x="124" y="212"/>
                </a:lnTo>
                <a:lnTo>
                  <a:pt x="124" y="211"/>
                </a:lnTo>
                <a:lnTo>
                  <a:pt x="124" y="208"/>
                </a:lnTo>
                <a:lnTo>
                  <a:pt x="124" y="207"/>
                </a:lnTo>
                <a:lnTo>
                  <a:pt x="124" y="206"/>
                </a:lnTo>
                <a:lnTo>
                  <a:pt x="124" y="205"/>
                </a:lnTo>
                <a:lnTo>
                  <a:pt x="124" y="204"/>
                </a:lnTo>
                <a:lnTo>
                  <a:pt x="123" y="204"/>
                </a:lnTo>
                <a:lnTo>
                  <a:pt x="123" y="203"/>
                </a:lnTo>
                <a:lnTo>
                  <a:pt x="123" y="202"/>
                </a:lnTo>
                <a:lnTo>
                  <a:pt x="123" y="201"/>
                </a:lnTo>
                <a:lnTo>
                  <a:pt x="123" y="200"/>
                </a:lnTo>
                <a:lnTo>
                  <a:pt x="124" y="200"/>
                </a:lnTo>
                <a:lnTo>
                  <a:pt x="124" y="199"/>
                </a:lnTo>
                <a:lnTo>
                  <a:pt x="123" y="199"/>
                </a:lnTo>
                <a:lnTo>
                  <a:pt x="122" y="199"/>
                </a:lnTo>
                <a:lnTo>
                  <a:pt x="122" y="198"/>
                </a:lnTo>
                <a:lnTo>
                  <a:pt x="122" y="197"/>
                </a:lnTo>
                <a:lnTo>
                  <a:pt x="122" y="196"/>
                </a:lnTo>
                <a:lnTo>
                  <a:pt x="121" y="196"/>
                </a:lnTo>
                <a:lnTo>
                  <a:pt x="121" y="195"/>
                </a:lnTo>
                <a:lnTo>
                  <a:pt x="121" y="196"/>
                </a:lnTo>
                <a:lnTo>
                  <a:pt x="120" y="196"/>
                </a:lnTo>
                <a:lnTo>
                  <a:pt x="120" y="195"/>
                </a:lnTo>
                <a:lnTo>
                  <a:pt x="120" y="194"/>
                </a:lnTo>
                <a:lnTo>
                  <a:pt x="120" y="193"/>
                </a:lnTo>
                <a:lnTo>
                  <a:pt x="119" y="193"/>
                </a:lnTo>
                <a:lnTo>
                  <a:pt x="118" y="193"/>
                </a:lnTo>
                <a:lnTo>
                  <a:pt x="118" y="192"/>
                </a:lnTo>
                <a:lnTo>
                  <a:pt x="117" y="192"/>
                </a:lnTo>
                <a:lnTo>
                  <a:pt x="117" y="191"/>
                </a:lnTo>
                <a:lnTo>
                  <a:pt x="116" y="191"/>
                </a:lnTo>
                <a:lnTo>
                  <a:pt x="117" y="191"/>
                </a:lnTo>
                <a:lnTo>
                  <a:pt x="117" y="190"/>
                </a:lnTo>
                <a:lnTo>
                  <a:pt x="117" y="189"/>
                </a:lnTo>
                <a:lnTo>
                  <a:pt x="116" y="189"/>
                </a:lnTo>
                <a:lnTo>
                  <a:pt x="116" y="188"/>
                </a:lnTo>
                <a:lnTo>
                  <a:pt x="115" y="188"/>
                </a:lnTo>
                <a:lnTo>
                  <a:pt x="116" y="188"/>
                </a:lnTo>
                <a:lnTo>
                  <a:pt x="116" y="187"/>
                </a:lnTo>
                <a:lnTo>
                  <a:pt x="117" y="186"/>
                </a:lnTo>
                <a:lnTo>
                  <a:pt x="118" y="186"/>
                </a:lnTo>
                <a:lnTo>
                  <a:pt x="118" y="185"/>
                </a:lnTo>
                <a:lnTo>
                  <a:pt x="118" y="184"/>
                </a:lnTo>
                <a:lnTo>
                  <a:pt x="117" y="184"/>
                </a:lnTo>
                <a:lnTo>
                  <a:pt x="117" y="183"/>
                </a:lnTo>
                <a:lnTo>
                  <a:pt x="116" y="183"/>
                </a:lnTo>
                <a:lnTo>
                  <a:pt x="116" y="182"/>
                </a:lnTo>
                <a:lnTo>
                  <a:pt x="115" y="182"/>
                </a:lnTo>
                <a:lnTo>
                  <a:pt x="115" y="181"/>
                </a:lnTo>
                <a:lnTo>
                  <a:pt x="116" y="181"/>
                </a:lnTo>
                <a:lnTo>
                  <a:pt x="116" y="180"/>
                </a:lnTo>
                <a:lnTo>
                  <a:pt x="116" y="179"/>
                </a:lnTo>
                <a:lnTo>
                  <a:pt x="116" y="178"/>
                </a:lnTo>
                <a:lnTo>
                  <a:pt x="117" y="178"/>
                </a:lnTo>
                <a:lnTo>
                  <a:pt x="116" y="177"/>
                </a:lnTo>
                <a:lnTo>
                  <a:pt x="116" y="176"/>
                </a:lnTo>
                <a:lnTo>
                  <a:pt x="117" y="176"/>
                </a:lnTo>
                <a:lnTo>
                  <a:pt x="116" y="176"/>
                </a:lnTo>
                <a:lnTo>
                  <a:pt x="116" y="175"/>
                </a:lnTo>
                <a:lnTo>
                  <a:pt x="116" y="176"/>
                </a:lnTo>
                <a:lnTo>
                  <a:pt x="115" y="176"/>
                </a:lnTo>
                <a:lnTo>
                  <a:pt x="115" y="175"/>
                </a:lnTo>
                <a:lnTo>
                  <a:pt x="114" y="175"/>
                </a:lnTo>
                <a:lnTo>
                  <a:pt x="114" y="174"/>
                </a:lnTo>
                <a:lnTo>
                  <a:pt x="113" y="174"/>
                </a:lnTo>
                <a:lnTo>
                  <a:pt x="113" y="173"/>
                </a:lnTo>
                <a:lnTo>
                  <a:pt x="112" y="173"/>
                </a:lnTo>
                <a:lnTo>
                  <a:pt x="111" y="172"/>
                </a:lnTo>
                <a:lnTo>
                  <a:pt x="111" y="171"/>
                </a:lnTo>
                <a:lnTo>
                  <a:pt x="111" y="170"/>
                </a:lnTo>
                <a:lnTo>
                  <a:pt x="112" y="170"/>
                </a:lnTo>
                <a:lnTo>
                  <a:pt x="112" y="169"/>
                </a:lnTo>
                <a:lnTo>
                  <a:pt x="111" y="169"/>
                </a:lnTo>
                <a:lnTo>
                  <a:pt x="112" y="169"/>
                </a:lnTo>
                <a:lnTo>
                  <a:pt x="112" y="168"/>
                </a:lnTo>
                <a:lnTo>
                  <a:pt x="112" y="167"/>
                </a:lnTo>
                <a:lnTo>
                  <a:pt x="113" y="167"/>
                </a:lnTo>
                <a:lnTo>
                  <a:pt x="113" y="168"/>
                </a:lnTo>
                <a:lnTo>
                  <a:pt x="114" y="168"/>
                </a:lnTo>
                <a:lnTo>
                  <a:pt x="114" y="167"/>
                </a:lnTo>
                <a:lnTo>
                  <a:pt x="115" y="167"/>
                </a:lnTo>
                <a:lnTo>
                  <a:pt x="115" y="166"/>
                </a:lnTo>
                <a:lnTo>
                  <a:pt x="115" y="165"/>
                </a:lnTo>
                <a:lnTo>
                  <a:pt x="115" y="164"/>
                </a:lnTo>
                <a:lnTo>
                  <a:pt x="115" y="163"/>
                </a:lnTo>
                <a:lnTo>
                  <a:pt x="114" y="163"/>
                </a:lnTo>
                <a:lnTo>
                  <a:pt x="115" y="162"/>
                </a:lnTo>
                <a:lnTo>
                  <a:pt x="114" y="162"/>
                </a:lnTo>
                <a:lnTo>
                  <a:pt x="114" y="161"/>
                </a:lnTo>
                <a:lnTo>
                  <a:pt x="114" y="160"/>
                </a:lnTo>
                <a:lnTo>
                  <a:pt x="114" y="159"/>
                </a:lnTo>
                <a:lnTo>
                  <a:pt x="113" y="159"/>
                </a:lnTo>
                <a:lnTo>
                  <a:pt x="112" y="159"/>
                </a:lnTo>
                <a:lnTo>
                  <a:pt x="111" y="159"/>
                </a:lnTo>
                <a:lnTo>
                  <a:pt x="110" y="159"/>
                </a:lnTo>
                <a:lnTo>
                  <a:pt x="110" y="158"/>
                </a:lnTo>
                <a:lnTo>
                  <a:pt x="109" y="158"/>
                </a:lnTo>
                <a:lnTo>
                  <a:pt x="109" y="157"/>
                </a:lnTo>
                <a:lnTo>
                  <a:pt x="108" y="157"/>
                </a:lnTo>
                <a:lnTo>
                  <a:pt x="108" y="156"/>
                </a:lnTo>
                <a:lnTo>
                  <a:pt x="108" y="155"/>
                </a:lnTo>
                <a:lnTo>
                  <a:pt x="108" y="154"/>
                </a:lnTo>
                <a:lnTo>
                  <a:pt x="108" y="153"/>
                </a:lnTo>
                <a:lnTo>
                  <a:pt x="108" y="152"/>
                </a:lnTo>
                <a:lnTo>
                  <a:pt x="108" y="151"/>
                </a:lnTo>
                <a:lnTo>
                  <a:pt x="109" y="151"/>
                </a:lnTo>
                <a:lnTo>
                  <a:pt x="108" y="151"/>
                </a:lnTo>
                <a:lnTo>
                  <a:pt x="109" y="150"/>
                </a:lnTo>
                <a:lnTo>
                  <a:pt x="109" y="148"/>
                </a:lnTo>
                <a:lnTo>
                  <a:pt x="109" y="147"/>
                </a:lnTo>
                <a:lnTo>
                  <a:pt x="109" y="146"/>
                </a:lnTo>
                <a:lnTo>
                  <a:pt x="109" y="145"/>
                </a:lnTo>
                <a:lnTo>
                  <a:pt x="110" y="144"/>
                </a:lnTo>
                <a:lnTo>
                  <a:pt x="111" y="142"/>
                </a:lnTo>
                <a:lnTo>
                  <a:pt x="111" y="141"/>
                </a:lnTo>
                <a:lnTo>
                  <a:pt x="112" y="140"/>
                </a:lnTo>
                <a:lnTo>
                  <a:pt x="112" y="138"/>
                </a:lnTo>
                <a:lnTo>
                  <a:pt x="112" y="137"/>
                </a:lnTo>
                <a:lnTo>
                  <a:pt x="111" y="137"/>
                </a:lnTo>
                <a:lnTo>
                  <a:pt x="111" y="134"/>
                </a:lnTo>
                <a:lnTo>
                  <a:pt x="110" y="133"/>
                </a:lnTo>
                <a:lnTo>
                  <a:pt x="109" y="132"/>
                </a:lnTo>
                <a:lnTo>
                  <a:pt x="111" y="132"/>
                </a:lnTo>
                <a:lnTo>
                  <a:pt x="112" y="130"/>
                </a:lnTo>
                <a:lnTo>
                  <a:pt x="113" y="130"/>
                </a:lnTo>
                <a:lnTo>
                  <a:pt x="114" y="128"/>
                </a:lnTo>
                <a:lnTo>
                  <a:pt x="113" y="128"/>
                </a:lnTo>
                <a:lnTo>
                  <a:pt x="113" y="124"/>
                </a:lnTo>
                <a:lnTo>
                  <a:pt x="114" y="124"/>
                </a:lnTo>
                <a:lnTo>
                  <a:pt x="115" y="123"/>
                </a:lnTo>
                <a:lnTo>
                  <a:pt x="118" y="123"/>
                </a:lnTo>
                <a:lnTo>
                  <a:pt x="121" y="122"/>
                </a:lnTo>
                <a:lnTo>
                  <a:pt x="122" y="121"/>
                </a:lnTo>
                <a:lnTo>
                  <a:pt x="124" y="121"/>
                </a:lnTo>
                <a:lnTo>
                  <a:pt x="125" y="121"/>
                </a:lnTo>
                <a:lnTo>
                  <a:pt x="125" y="120"/>
                </a:lnTo>
                <a:lnTo>
                  <a:pt x="125" y="119"/>
                </a:lnTo>
                <a:lnTo>
                  <a:pt x="124" y="117"/>
                </a:lnTo>
                <a:lnTo>
                  <a:pt x="123" y="116"/>
                </a:lnTo>
                <a:lnTo>
                  <a:pt x="123" y="114"/>
                </a:lnTo>
                <a:lnTo>
                  <a:pt x="122" y="112"/>
                </a:lnTo>
                <a:lnTo>
                  <a:pt x="121" y="110"/>
                </a:lnTo>
                <a:lnTo>
                  <a:pt x="120" y="110"/>
                </a:lnTo>
                <a:lnTo>
                  <a:pt x="120" y="109"/>
                </a:lnTo>
                <a:lnTo>
                  <a:pt x="119" y="109"/>
                </a:lnTo>
                <a:lnTo>
                  <a:pt x="119" y="108"/>
                </a:lnTo>
                <a:lnTo>
                  <a:pt x="119" y="106"/>
                </a:lnTo>
                <a:lnTo>
                  <a:pt x="119" y="105"/>
                </a:lnTo>
                <a:lnTo>
                  <a:pt x="120" y="105"/>
                </a:lnTo>
                <a:lnTo>
                  <a:pt x="121" y="105"/>
                </a:lnTo>
                <a:lnTo>
                  <a:pt x="122" y="106"/>
                </a:lnTo>
                <a:lnTo>
                  <a:pt x="122" y="104"/>
                </a:lnTo>
                <a:lnTo>
                  <a:pt x="123" y="104"/>
                </a:lnTo>
                <a:lnTo>
                  <a:pt x="124" y="103"/>
                </a:lnTo>
                <a:lnTo>
                  <a:pt x="125" y="103"/>
                </a:lnTo>
                <a:lnTo>
                  <a:pt x="126" y="103"/>
                </a:lnTo>
                <a:lnTo>
                  <a:pt x="127" y="102"/>
                </a:lnTo>
                <a:lnTo>
                  <a:pt x="128" y="102"/>
                </a:lnTo>
                <a:lnTo>
                  <a:pt x="128" y="101"/>
                </a:lnTo>
                <a:lnTo>
                  <a:pt x="129" y="101"/>
                </a:lnTo>
                <a:lnTo>
                  <a:pt x="130" y="102"/>
                </a:lnTo>
                <a:lnTo>
                  <a:pt x="130" y="103"/>
                </a:lnTo>
                <a:lnTo>
                  <a:pt x="130" y="104"/>
                </a:lnTo>
                <a:lnTo>
                  <a:pt x="130" y="105"/>
                </a:lnTo>
                <a:lnTo>
                  <a:pt x="131" y="106"/>
                </a:lnTo>
                <a:lnTo>
                  <a:pt x="132" y="107"/>
                </a:lnTo>
                <a:lnTo>
                  <a:pt x="132" y="108"/>
                </a:lnTo>
                <a:lnTo>
                  <a:pt x="132" y="109"/>
                </a:lnTo>
                <a:lnTo>
                  <a:pt x="132" y="110"/>
                </a:lnTo>
                <a:lnTo>
                  <a:pt x="132" y="111"/>
                </a:lnTo>
                <a:lnTo>
                  <a:pt x="135" y="115"/>
                </a:lnTo>
                <a:lnTo>
                  <a:pt x="137" y="118"/>
                </a:lnTo>
                <a:lnTo>
                  <a:pt x="138" y="121"/>
                </a:lnTo>
                <a:lnTo>
                  <a:pt x="138" y="123"/>
                </a:lnTo>
                <a:lnTo>
                  <a:pt x="138" y="125"/>
                </a:lnTo>
                <a:lnTo>
                  <a:pt x="137" y="125"/>
                </a:lnTo>
                <a:lnTo>
                  <a:pt x="137" y="126"/>
                </a:lnTo>
                <a:lnTo>
                  <a:pt x="137" y="127"/>
                </a:lnTo>
                <a:lnTo>
                  <a:pt x="136" y="129"/>
                </a:lnTo>
                <a:lnTo>
                  <a:pt x="137" y="129"/>
                </a:lnTo>
                <a:lnTo>
                  <a:pt x="138" y="131"/>
                </a:lnTo>
                <a:lnTo>
                  <a:pt x="138" y="133"/>
                </a:lnTo>
                <a:lnTo>
                  <a:pt x="138" y="137"/>
                </a:lnTo>
                <a:lnTo>
                  <a:pt x="138" y="138"/>
                </a:lnTo>
                <a:lnTo>
                  <a:pt x="138" y="139"/>
                </a:lnTo>
                <a:lnTo>
                  <a:pt x="139" y="139"/>
                </a:lnTo>
                <a:lnTo>
                  <a:pt x="142" y="139"/>
                </a:lnTo>
                <a:lnTo>
                  <a:pt x="143" y="138"/>
                </a:lnTo>
                <a:lnTo>
                  <a:pt x="145" y="137"/>
                </a:lnTo>
                <a:lnTo>
                  <a:pt x="146" y="136"/>
                </a:lnTo>
                <a:lnTo>
                  <a:pt x="146" y="135"/>
                </a:lnTo>
                <a:lnTo>
                  <a:pt x="145" y="135"/>
                </a:lnTo>
                <a:lnTo>
                  <a:pt x="146" y="134"/>
                </a:lnTo>
                <a:lnTo>
                  <a:pt x="147" y="134"/>
                </a:lnTo>
                <a:lnTo>
                  <a:pt x="147" y="133"/>
                </a:lnTo>
                <a:lnTo>
                  <a:pt x="147" y="134"/>
                </a:lnTo>
                <a:lnTo>
                  <a:pt x="148" y="134"/>
                </a:lnTo>
                <a:lnTo>
                  <a:pt x="149" y="134"/>
                </a:lnTo>
                <a:lnTo>
                  <a:pt x="150" y="135"/>
                </a:lnTo>
                <a:lnTo>
                  <a:pt x="151" y="135"/>
                </a:lnTo>
                <a:lnTo>
                  <a:pt x="152" y="134"/>
                </a:lnTo>
                <a:lnTo>
                  <a:pt x="153" y="133"/>
                </a:lnTo>
                <a:lnTo>
                  <a:pt x="153" y="132"/>
                </a:lnTo>
                <a:lnTo>
                  <a:pt x="155" y="131"/>
                </a:lnTo>
                <a:lnTo>
                  <a:pt x="157" y="130"/>
                </a:lnTo>
                <a:lnTo>
                  <a:pt x="160" y="130"/>
                </a:lnTo>
                <a:lnTo>
                  <a:pt x="163" y="132"/>
                </a:lnTo>
                <a:lnTo>
                  <a:pt x="165" y="133"/>
                </a:lnTo>
                <a:lnTo>
                  <a:pt x="165" y="132"/>
                </a:lnTo>
                <a:lnTo>
                  <a:pt x="165" y="131"/>
                </a:lnTo>
                <a:lnTo>
                  <a:pt x="166" y="131"/>
                </a:lnTo>
                <a:lnTo>
                  <a:pt x="167" y="130"/>
                </a:lnTo>
                <a:lnTo>
                  <a:pt x="168" y="128"/>
                </a:lnTo>
                <a:lnTo>
                  <a:pt x="169" y="127"/>
                </a:lnTo>
                <a:lnTo>
                  <a:pt x="170" y="127"/>
                </a:lnTo>
                <a:lnTo>
                  <a:pt x="172" y="128"/>
                </a:lnTo>
                <a:lnTo>
                  <a:pt x="173" y="128"/>
                </a:lnTo>
                <a:lnTo>
                  <a:pt x="174" y="127"/>
                </a:lnTo>
                <a:lnTo>
                  <a:pt x="176" y="125"/>
                </a:lnTo>
                <a:lnTo>
                  <a:pt x="176" y="123"/>
                </a:lnTo>
                <a:lnTo>
                  <a:pt x="176" y="121"/>
                </a:lnTo>
                <a:lnTo>
                  <a:pt x="177" y="119"/>
                </a:lnTo>
                <a:lnTo>
                  <a:pt x="177" y="118"/>
                </a:lnTo>
                <a:lnTo>
                  <a:pt x="176" y="118"/>
                </a:lnTo>
                <a:lnTo>
                  <a:pt x="177" y="115"/>
                </a:lnTo>
                <a:lnTo>
                  <a:pt x="178" y="114"/>
                </a:lnTo>
                <a:lnTo>
                  <a:pt x="179" y="114"/>
                </a:lnTo>
                <a:lnTo>
                  <a:pt x="181" y="114"/>
                </a:lnTo>
                <a:lnTo>
                  <a:pt x="181" y="112"/>
                </a:lnTo>
                <a:lnTo>
                  <a:pt x="182" y="112"/>
                </a:lnTo>
                <a:lnTo>
                  <a:pt x="181" y="111"/>
                </a:lnTo>
                <a:lnTo>
                  <a:pt x="181" y="110"/>
                </a:lnTo>
                <a:lnTo>
                  <a:pt x="180" y="110"/>
                </a:lnTo>
                <a:lnTo>
                  <a:pt x="180" y="109"/>
                </a:lnTo>
                <a:lnTo>
                  <a:pt x="180" y="108"/>
                </a:lnTo>
                <a:lnTo>
                  <a:pt x="180" y="107"/>
                </a:lnTo>
                <a:lnTo>
                  <a:pt x="179" y="106"/>
                </a:lnTo>
                <a:lnTo>
                  <a:pt x="178" y="105"/>
                </a:lnTo>
                <a:lnTo>
                  <a:pt x="177" y="103"/>
                </a:lnTo>
                <a:lnTo>
                  <a:pt x="177" y="102"/>
                </a:lnTo>
                <a:lnTo>
                  <a:pt x="177" y="101"/>
                </a:lnTo>
                <a:lnTo>
                  <a:pt x="176" y="99"/>
                </a:lnTo>
                <a:lnTo>
                  <a:pt x="175" y="98"/>
                </a:lnTo>
                <a:lnTo>
                  <a:pt x="175" y="97"/>
                </a:lnTo>
                <a:lnTo>
                  <a:pt x="174" y="96"/>
                </a:lnTo>
                <a:lnTo>
                  <a:pt x="174" y="95"/>
                </a:lnTo>
                <a:lnTo>
                  <a:pt x="174" y="93"/>
                </a:lnTo>
                <a:lnTo>
                  <a:pt x="170" y="92"/>
                </a:lnTo>
                <a:lnTo>
                  <a:pt x="169" y="91"/>
                </a:lnTo>
                <a:lnTo>
                  <a:pt x="168" y="91"/>
                </a:lnTo>
                <a:lnTo>
                  <a:pt x="167" y="90"/>
                </a:lnTo>
                <a:lnTo>
                  <a:pt x="167" y="88"/>
                </a:lnTo>
                <a:lnTo>
                  <a:pt x="168" y="87"/>
                </a:lnTo>
                <a:lnTo>
                  <a:pt x="169" y="85"/>
                </a:lnTo>
                <a:lnTo>
                  <a:pt x="169" y="83"/>
                </a:lnTo>
                <a:lnTo>
                  <a:pt x="168" y="80"/>
                </a:lnTo>
                <a:lnTo>
                  <a:pt x="168" y="78"/>
                </a:lnTo>
                <a:lnTo>
                  <a:pt x="168" y="75"/>
                </a:lnTo>
                <a:lnTo>
                  <a:pt x="168" y="74"/>
                </a:lnTo>
                <a:lnTo>
                  <a:pt x="168" y="73"/>
                </a:lnTo>
                <a:lnTo>
                  <a:pt x="167" y="72"/>
                </a:lnTo>
                <a:lnTo>
                  <a:pt x="166" y="69"/>
                </a:lnTo>
                <a:lnTo>
                  <a:pt x="166" y="68"/>
                </a:lnTo>
                <a:lnTo>
                  <a:pt x="166" y="66"/>
                </a:lnTo>
                <a:lnTo>
                  <a:pt x="167" y="66"/>
                </a:lnTo>
                <a:lnTo>
                  <a:pt x="168" y="66"/>
                </a:lnTo>
                <a:lnTo>
                  <a:pt x="170" y="66"/>
                </a:lnTo>
                <a:lnTo>
                  <a:pt x="170" y="65"/>
                </a:lnTo>
                <a:lnTo>
                  <a:pt x="172" y="64"/>
                </a:lnTo>
                <a:lnTo>
                  <a:pt x="173" y="63"/>
                </a:lnTo>
                <a:lnTo>
                  <a:pt x="174" y="63"/>
                </a:lnTo>
                <a:lnTo>
                  <a:pt x="175" y="63"/>
                </a:lnTo>
                <a:lnTo>
                  <a:pt x="176" y="61"/>
                </a:lnTo>
                <a:lnTo>
                  <a:pt x="177" y="60"/>
                </a:lnTo>
                <a:lnTo>
                  <a:pt x="177" y="59"/>
                </a:lnTo>
                <a:lnTo>
                  <a:pt x="177" y="57"/>
                </a:lnTo>
                <a:lnTo>
                  <a:pt x="176" y="57"/>
                </a:lnTo>
                <a:lnTo>
                  <a:pt x="176" y="56"/>
                </a:lnTo>
                <a:lnTo>
                  <a:pt x="177" y="55"/>
                </a:lnTo>
                <a:lnTo>
                  <a:pt x="176" y="54"/>
                </a:lnTo>
                <a:lnTo>
                  <a:pt x="175" y="53"/>
                </a:lnTo>
                <a:lnTo>
                  <a:pt x="175" y="51"/>
                </a:lnTo>
                <a:lnTo>
                  <a:pt x="174" y="50"/>
                </a:lnTo>
                <a:lnTo>
                  <a:pt x="174" y="49"/>
                </a:lnTo>
                <a:lnTo>
                  <a:pt x="175" y="48"/>
                </a:lnTo>
                <a:lnTo>
                  <a:pt x="175" y="47"/>
                </a:lnTo>
                <a:lnTo>
                  <a:pt x="175" y="46"/>
                </a:lnTo>
                <a:lnTo>
                  <a:pt x="176" y="46"/>
                </a:lnTo>
                <a:lnTo>
                  <a:pt x="175" y="44"/>
                </a:lnTo>
                <a:lnTo>
                  <a:pt x="175" y="43"/>
                </a:lnTo>
                <a:lnTo>
                  <a:pt x="174" y="40"/>
                </a:lnTo>
                <a:lnTo>
                  <a:pt x="174" y="39"/>
                </a:lnTo>
                <a:lnTo>
                  <a:pt x="175" y="36"/>
                </a:lnTo>
                <a:lnTo>
                  <a:pt x="175" y="35"/>
                </a:lnTo>
                <a:lnTo>
                  <a:pt x="176" y="35"/>
                </a:lnTo>
                <a:lnTo>
                  <a:pt x="176" y="34"/>
                </a:lnTo>
                <a:lnTo>
                  <a:pt x="175" y="34"/>
                </a:lnTo>
                <a:lnTo>
                  <a:pt x="174" y="34"/>
                </a:lnTo>
                <a:lnTo>
                  <a:pt x="174" y="33"/>
                </a:lnTo>
                <a:lnTo>
                  <a:pt x="173" y="31"/>
                </a:lnTo>
                <a:lnTo>
                  <a:pt x="173" y="29"/>
                </a:lnTo>
                <a:lnTo>
                  <a:pt x="173" y="28"/>
                </a:lnTo>
                <a:lnTo>
                  <a:pt x="174" y="28"/>
                </a:lnTo>
                <a:lnTo>
                  <a:pt x="174" y="29"/>
                </a:lnTo>
                <a:lnTo>
                  <a:pt x="175" y="28"/>
                </a:lnTo>
                <a:lnTo>
                  <a:pt x="176" y="28"/>
                </a:lnTo>
                <a:lnTo>
                  <a:pt x="179" y="29"/>
                </a:lnTo>
                <a:lnTo>
                  <a:pt x="180" y="30"/>
                </a:lnTo>
                <a:lnTo>
                  <a:pt x="181" y="30"/>
                </a:lnTo>
                <a:lnTo>
                  <a:pt x="182" y="30"/>
                </a:lnTo>
                <a:lnTo>
                  <a:pt x="182" y="29"/>
                </a:lnTo>
                <a:lnTo>
                  <a:pt x="183" y="29"/>
                </a:lnTo>
                <a:lnTo>
                  <a:pt x="184" y="28"/>
                </a:lnTo>
                <a:lnTo>
                  <a:pt x="185" y="27"/>
                </a:lnTo>
                <a:lnTo>
                  <a:pt x="186" y="27"/>
                </a:lnTo>
                <a:lnTo>
                  <a:pt x="187" y="26"/>
                </a:lnTo>
                <a:lnTo>
                  <a:pt x="188" y="25"/>
                </a:lnTo>
                <a:lnTo>
                  <a:pt x="190" y="26"/>
                </a:lnTo>
                <a:lnTo>
                  <a:pt x="191" y="27"/>
                </a:lnTo>
                <a:lnTo>
                  <a:pt x="192" y="30"/>
                </a:lnTo>
                <a:lnTo>
                  <a:pt x="193" y="33"/>
                </a:lnTo>
                <a:lnTo>
                  <a:pt x="193" y="35"/>
                </a:lnTo>
                <a:lnTo>
                  <a:pt x="193" y="36"/>
                </a:lnTo>
                <a:lnTo>
                  <a:pt x="193" y="38"/>
                </a:lnTo>
                <a:lnTo>
                  <a:pt x="194" y="41"/>
                </a:lnTo>
                <a:lnTo>
                  <a:pt x="194" y="44"/>
                </a:lnTo>
                <a:lnTo>
                  <a:pt x="194" y="46"/>
                </a:lnTo>
                <a:lnTo>
                  <a:pt x="194" y="47"/>
                </a:lnTo>
                <a:lnTo>
                  <a:pt x="194" y="50"/>
                </a:lnTo>
                <a:lnTo>
                  <a:pt x="195" y="52"/>
                </a:lnTo>
                <a:lnTo>
                  <a:pt x="196" y="53"/>
                </a:lnTo>
                <a:lnTo>
                  <a:pt x="197" y="53"/>
                </a:lnTo>
                <a:lnTo>
                  <a:pt x="197" y="52"/>
                </a:lnTo>
                <a:lnTo>
                  <a:pt x="198" y="52"/>
                </a:lnTo>
                <a:lnTo>
                  <a:pt x="199" y="51"/>
                </a:lnTo>
                <a:lnTo>
                  <a:pt x="201" y="52"/>
                </a:lnTo>
                <a:lnTo>
                  <a:pt x="201" y="53"/>
                </a:lnTo>
                <a:lnTo>
                  <a:pt x="203" y="53"/>
                </a:lnTo>
                <a:lnTo>
                  <a:pt x="204" y="52"/>
                </a:lnTo>
                <a:lnTo>
                  <a:pt x="204" y="51"/>
                </a:lnTo>
                <a:lnTo>
                  <a:pt x="204" y="50"/>
                </a:lnTo>
                <a:lnTo>
                  <a:pt x="205" y="50"/>
                </a:lnTo>
                <a:lnTo>
                  <a:pt x="206" y="50"/>
                </a:lnTo>
                <a:lnTo>
                  <a:pt x="207" y="50"/>
                </a:lnTo>
                <a:lnTo>
                  <a:pt x="209" y="50"/>
                </a:lnTo>
                <a:lnTo>
                  <a:pt x="210" y="50"/>
                </a:lnTo>
                <a:lnTo>
                  <a:pt x="210" y="49"/>
                </a:lnTo>
                <a:lnTo>
                  <a:pt x="210" y="48"/>
                </a:lnTo>
                <a:lnTo>
                  <a:pt x="209" y="47"/>
                </a:lnTo>
                <a:lnTo>
                  <a:pt x="210" y="46"/>
                </a:lnTo>
                <a:lnTo>
                  <a:pt x="211" y="46"/>
                </a:lnTo>
                <a:lnTo>
                  <a:pt x="210" y="45"/>
                </a:lnTo>
                <a:lnTo>
                  <a:pt x="210" y="44"/>
                </a:lnTo>
                <a:lnTo>
                  <a:pt x="209" y="44"/>
                </a:lnTo>
                <a:lnTo>
                  <a:pt x="208" y="44"/>
                </a:lnTo>
                <a:lnTo>
                  <a:pt x="204" y="42"/>
                </a:lnTo>
                <a:lnTo>
                  <a:pt x="204" y="39"/>
                </a:lnTo>
                <a:lnTo>
                  <a:pt x="205" y="38"/>
                </a:lnTo>
                <a:lnTo>
                  <a:pt x="205" y="36"/>
                </a:lnTo>
                <a:lnTo>
                  <a:pt x="205" y="34"/>
                </a:lnTo>
                <a:lnTo>
                  <a:pt x="206" y="30"/>
                </a:lnTo>
                <a:lnTo>
                  <a:pt x="207" y="29"/>
                </a:lnTo>
                <a:lnTo>
                  <a:pt x="208" y="29"/>
                </a:lnTo>
                <a:lnTo>
                  <a:pt x="210" y="28"/>
                </a:lnTo>
                <a:lnTo>
                  <a:pt x="210" y="26"/>
                </a:lnTo>
                <a:lnTo>
                  <a:pt x="214" y="24"/>
                </a:lnTo>
                <a:lnTo>
                  <a:pt x="215" y="24"/>
                </a:lnTo>
                <a:lnTo>
                  <a:pt x="216" y="24"/>
                </a:lnTo>
                <a:lnTo>
                  <a:pt x="216" y="23"/>
                </a:lnTo>
                <a:lnTo>
                  <a:pt x="216" y="21"/>
                </a:lnTo>
                <a:lnTo>
                  <a:pt x="216" y="20"/>
                </a:lnTo>
                <a:lnTo>
                  <a:pt x="216" y="18"/>
                </a:lnTo>
                <a:lnTo>
                  <a:pt x="215" y="15"/>
                </a:lnTo>
                <a:lnTo>
                  <a:pt x="214" y="14"/>
                </a:lnTo>
                <a:lnTo>
                  <a:pt x="213" y="12"/>
                </a:lnTo>
                <a:lnTo>
                  <a:pt x="212" y="11"/>
                </a:lnTo>
                <a:lnTo>
                  <a:pt x="211" y="8"/>
                </a:lnTo>
                <a:lnTo>
                  <a:pt x="211" y="6"/>
                </a:lnTo>
                <a:lnTo>
                  <a:pt x="211" y="5"/>
                </a:lnTo>
                <a:lnTo>
                  <a:pt x="212" y="5"/>
                </a:lnTo>
                <a:lnTo>
                  <a:pt x="212" y="4"/>
                </a:lnTo>
                <a:lnTo>
                  <a:pt x="213" y="4"/>
                </a:lnTo>
                <a:lnTo>
                  <a:pt x="213" y="1"/>
                </a:lnTo>
                <a:lnTo>
                  <a:pt x="214" y="1"/>
                </a:lnTo>
                <a:lnTo>
                  <a:pt x="215" y="1"/>
                </a:lnTo>
                <a:lnTo>
                  <a:pt x="217" y="2"/>
                </a:lnTo>
                <a:lnTo>
                  <a:pt x="219" y="2"/>
                </a:lnTo>
                <a:lnTo>
                  <a:pt x="220" y="1"/>
                </a:lnTo>
                <a:lnTo>
                  <a:pt x="221" y="1"/>
                </a:lnTo>
                <a:lnTo>
                  <a:pt x="224" y="1"/>
                </a:lnTo>
                <a:lnTo>
                  <a:pt x="225" y="1"/>
                </a:lnTo>
                <a:lnTo>
                  <a:pt x="226" y="0"/>
                </a:lnTo>
                <a:lnTo>
                  <a:pt x="229" y="0"/>
                </a:lnTo>
                <a:close/>
              </a:path>
            </a:pathLst>
          </a:custGeom>
          <a:solidFill>
            <a:srgbClr val="E9EBEC"/>
          </a:solidFill>
          <a:ln w="2520">
            <a:solidFill>
              <a:srgbClr val="FFFFFF"/>
            </a:solidFill>
            <a:round/>
          </a:ln>
        </p:spPr>
        <p:txBody>
          <a:bodyPr lIns="1080" tIns="1080" rIns="1080" bIns="108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44" name=""/>
          <p:cNvSpPr/>
          <p:nvPr/>
        </p:nvSpPr>
        <p:spPr>
          <a:xfrm>
            <a:off x="5127840" y="1563480"/>
            <a:ext cx="1800" cy="1440"/>
          </a:xfrm>
          <a:custGeom>
            <a:avLst/>
            <a:gdLst/>
            <a:ahLst/>
            <a:rect l="0" t="0" r="r" b="b"/>
            <a:pathLst>
              <a:path w="5" h="4">
                <a:moveTo>
                  <a:pt x="3" y="4"/>
                </a:moveTo>
                <a:lnTo>
                  <a:pt x="3" y="3"/>
                </a:lnTo>
                <a:lnTo>
                  <a:pt x="2" y="3"/>
                </a:lnTo>
                <a:lnTo>
                  <a:pt x="0" y="3"/>
                </a:lnTo>
                <a:lnTo>
                  <a:pt x="0" y="1"/>
                </a:lnTo>
                <a:lnTo>
                  <a:pt x="0" y="0"/>
                </a:lnTo>
                <a:lnTo>
                  <a:pt x="2" y="1"/>
                </a:lnTo>
                <a:lnTo>
                  <a:pt x="2" y="3"/>
                </a:lnTo>
                <a:lnTo>
                  <a:pt x="3" y="3"/>
                </a:lnTo>
                <a:lnTo>
                  <a:pt x="5" y="4"/>
                </a:lnTo>
                <a:lnTo>
                  <a:pt x="3" y="4"/>
                </a:lnTo>
                <a:close/>
              </a:path>
            </a:pathLst>
          </a:custGeom>
          <a:solidFill>
            <a:srgbClr val="F2EBE6"/>
          </a:solidFill>
          <a:ln w="2520">
            <a:solidFill>
              <a:srgbClr val="FFFFFF"/>
            </a:solidFill>
            <a:round/>
          </a:ln>
        </p:spPr>
        <p:txBody>
          <a:bodyPr lIns="1080" tIns="360" rIns="1080" bIns="3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45" name=""/>
          <p:cNvSpPr/>
          <p:nvPr/>
        </p:nvSpPr>
        <p:spPr>
          <a:xfrm>
            <a:off x="5129640" y="1562400"/>
            <a:ext cx="1440" cy="1800"/>
          </a:xfrm>
          <a:custGeom>
            <a:avLst/>
            <a:gdLst/>
            <a:ahLst/>
            <a:rect l="0" t="0" r="r" b="b"/>
            <a:pathLst>
              <a:path w="4" h="5">
                <a:moveTo>
                  <a:pt x="3" y="4"/>
                </a:moveTo>
                <a:lnTo>
                  <a:pt x="3" y="5"/>
                </a:lnTo>
                <a:lnTo>
                  <a:pt x="1" y="5"/>
                </a:lnTo>
                <a:lnTo>
                  <a:pt x="0" y="4"/>
                </a:lnTo>
                <a:lnTo>
                  <a:pt x="1" y="3"/>
                </a:lnTo>
                <a:lnTo>
                  <a:pt x="1" y="1"/>
                </a:lnTo>
                <a:lnTo>
                  <a:pt x="1" y="0"/>
                </a:lnTo>
                <a:lnTo>
                  <a:pt x="3" y="0"/>
                </a:lnTo>
                <a:lnTo>
                  <a:pt x="4" y="1"/>
                </a:lnTo>
                <a:lnTo>
                  <a:pt x="3" y="3"/>
                </a:lnTo>
                <a:lnTo>
                  <a:pt x="1" y="3"/>
                </a:lnTo>
                <a:lnTo>
                  <a:pt x="1" y="4"/>
                </a:lnTo>
                <a:lnTo>
                  <a:pt x="3" y="4"/>
                </a:lnTo>
                <a:close/>
              </a:path>
            </a:pathLst>
          </a:custGeom>
          <a:solidFill>
            <a:srgbClr val="F2EBE6"/>
          </a:solidFill>
          <a:ln w="2520">
            <a:solidFill>
              <a:srgbClr val="FFFFFF"/>
            </a:solidFill>
            <a:round/>
          </a:ln>
        </p:spPr>
        <p:txBody>
          <a:bodyPr lIns="1080" tIns="720" rIns="1080" bIns="7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46" name=""/>
          <p:cNvSpPr/>
          <p:nvPr/>
        </p:nvSpPr>
        <p:spPr>
          <a:xfrm>
            <a:off x="5130720" y="1559520"/>
            <a:ext cx="360" cy="0"/>
          </a:xfrm>
          <a:custGeom>
            <a:avLst/>
            <a:gdLst/>
            <a:ahLst/>
            <a:rect l="0" t="0" r="r" b="b"/>
            <a:pathLst>
              <a:path w="1" h="0">
                <a:moveTo>
                  <a:pt x="1" y="0"/>
                </a:moveTo>
                <a:lnTo>
                  <a:pt x="0" y="0"/>
                </a:lnTo>
                <a:lnTo>
                  <a:pt x="1" y="0"/>
                </a:lnTo>
                <a:close/>
              </a:path>
            </a:pathLst>
          </a:custGeom>
          <a:solidFill>
            <a:srgbClr val="F2EBE6"/>
          </a:solidFill>
          <a:ln w="2520">
            <a:solidFill>
              <a:srgbClr val="FFFFFF"/>
            </a:solidFill>
            <a:round/>
          </a:ln>
        </p:spPr>
        <p:txBody>
          <a:bodyPr lIns="1080" tIns="-1080" rIns="1080" bIns="-108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47" name=""/>
          <p:cNvSpPr/>
          <p:nvPr/>
        </p:nvSpPr>
        <p:spPr>
          <a:xfrm>
            <a:off x="5131080" y="1554120"/>
            <a:ext cx="1080" cy="1440"/>
          </a:xfrm>
          <a:custGeom>
            <a:avLst/>
            <a:gdLst/>
            <a:ahLst/>
            <a:rect l="0" t="0" r="r" b="b"/>
            <a:pathLst>
              <a:path w="3" h="4">
                <a:moveTo>
                  <a:pt x="1" y="4"/>
                </a:moveTo>
                <a:lnTo>
                  <a:pt x="1" y="3"/>
                </a:lnTo>
                <a:lnTo>
                  <a:pt x="0" y="3"/>
                </a:lnTo>
                <a:lnTo>
                  <a:pt x="0" y="1"/>
                </a:lnTo>
                <a:lnTo>
                  <a:pt x="1" y="1"/>
                </a:lnTo>
                <a:lnTo>
                  <a:pt x="1" y="0"/>
                </a:lnTo>
                <a:lnTo>
                  <a:pt x="3" y="0"/>
                </a:lnTo>
                <a:lnTo>
                  <a:pt x="3" y="1"/>
                </a:lnTo>
                <a:lnTo>
                  <a:pt x="3" y="3"/>
                </a:lnTo>
                <a:lnTo>
                  <a:pt x="1" y="3"/>
                </a:lnTo>
                <a:lnTo>
                  <a:pt x="1" y="4"/>
                </a:lnTo>
                <a:close/>
              </a:path>
            </a:pathLst>
          </a:custGeom>
          <a:solidFill>
            <a:srgbClr val="F2EBE6"/>
          </a:solidFill>
          <a:ln w="2520">
            <a:solidFill>
              <a:srgbClr val="FFFFFF"/>
            </a:solidFill>
            <a:round/>
          </a:ln>
        </p:spPr>
        <p:txBody>
          <a:bodyPr lIns="1080" tIns="360" rIns="1080" bIns="3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48" name=""/>
          <p:cNvSpPr/>
          <p:nvPr/>
        </p:nvSpPr>
        <p:spPr>
          <a:xfrm>
            <a:off x="5150160" y="1547280"/>
            <a:ext cx="720" cy="360"/>
          </a:xfrm>
          <a:custGeom>
            <a:avLst/>
            <a:gdLst/>
            <a:ahLst/>
            <a:rect l="0" t="0" r="r" b="b"/>
            <a:pathLst>
              <a:path w="2" h="1">
                <a:moveTo>
                  <a:pt x="1" y="0"/>
                </a:moveTo>
                <a:lnTo>
                  <a:pt x="2" y="0"/>
                </a:lnTo>
                <a:lnTo>
                  <a:pt x="2" y="1"/>
                </a:lnTo>
                <a:lnTo>
                  <a:pt x="0" y="0"/>
                </a:lnTo>
                <a:lnTo>
                  <a:pt x="1" y="0"/>
                </a:lnTo>
                <a:close/>
              </a:path>
            </a:pathLst>
          </a:custGeom>
          <a:solidFill>
            <a:srgbClr val="F2EBE6"/>
          </a:solidFill>
          <a:ln w="2520">
            <a:solidFill>
              <a:srgbClr val="FFFFFF"/>
            </a:solidFill>
            <a:round/>
          </a:ln>
        </p:spPr>
        <p:txBody>
          <a:bodyPr lIns="1080" tIns="-720" rIns="1080" bIns="-7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49" name=""/>
          <p:cNvSpPr/>
          <p:nvPr/>
        </p:nvSpPr>
        <p:spPr>
          <a:xfrm>
            <a:off x="5149080" y="1545120"/>
            <a:ext cx="2880" cy="2160"/>
          </a:xfrm>
          <a:custGeom>
            <a:avLst/>
            <a:gdLst/>
            <a:ahLst/>
            <a:rect l="0" t="0" r="r" b="b"/>
            <a:pathLst>
              <a:path w="8" h="6">
                <a:moveTo>
                  <a:pt x="3" y="0"/>
                </a:moveTo>
                <a:lnTo>
                  <a:pt x="3" y="1"/>
                </a:lnTo>
                <a:lnTo>
                  <a:pt x="4" y="1"/>
                </a:lnTo>
                <a:lnTo>
                  <a:pt x="5" y="1"/>
                </a:lnTo>
                <a:lnTo>
                  <a:pt x="5" y="3"/>
                </a:lnTo>
                <a:lnTo>
                  <a:pt x="6" y="3"/>
                </a:lnTo>
                <a:lnTo>
                  <a:pt x="7" y="3"/>
                </a:lnTo>
                <a:lnTo>
                  <a:pt x="7" y="4"/>
                </a:lnTo>
                <a:lnTo>
                  <a:pt x="8" y="5"/>
                </a:lnTo>
                <a:lnTo>
                  <a:pt x="7" y="5"/>
                </a:lnTo>
                <a:lnTo>
                  <a:pt x="6" y="4"/>
                </a:lnTo>
                <a:lnTo>
                  <a:pt x="5" y="3"/>
                </a:lnTo>
                <a:lnTo>
                  <a:pt x="5" y="4"/>
                </a:lnTo>
                <a:lnTo>
                  <a:pt x="6" y="4"/>
                </a:lnTo>
                <a:lnTo>
                  <a:pt x="6" y="5"/>
                </a:lnTo>
                <a:lnTo>
                  <a:pt x="4" y="4"/>
                </a:lnTo>
                <a:lnTo>
                  <a:pt x="3" y="3"/>
                </a:lnTo>
                <a:lnTo>
                  <a:pt x="3" y="4"/>
                </a:lnTo>
                <a:lnTo>
                  <a:pt x="1" y="4"/>
                </a:lnTo>
                <a:lnTo>
                  <a:pt x="3" y="5"/>
                </a:lnTo>
                <a:lnTo>
                  <a:pt x="4" y="6"/>
                </a:lnTo>
                <a:lnTo>
                  <a:pt x="3" y="6"/>
                </a:lnTo>
                <a:lnTo>
                  <a:pt x="3" y="5"/>
                </a:lnTo>
                <a:lnTo>
                  <a:pt x="1" y="5"/>
                </a:lnTo>
                <a:lnTo>
                  <a:pt x="0" y="4"/>
                </a:lnTo>
                <a:lnTo>
                  <a:pt x="1" y="4"/>
                </a:lnTo>
                <a:lnTo>
                  <a:pt x="1" y="3"/>
                </a:lnTo>
                <a:lnTo>
                  <a:pt x="0" y="1"/>
                </a:lnTo>
                <a:lnTo>
                  <a:pt x="1" y="1"/>
                </a:lnTo>
                <a:lnTo>
                  <a:pt x="3" y="1"/>
                </a:lnTo>
                <a:lnTo>
                  <a:pt x="1" y="1"/>
                </a:lnTo>
                <a:lnTo>
                  <a:pt x="1" y="0"/>
                </a:lnTo>
                <a:lnTo>
                  <a:pt x="0" y="0"/>
                </a:lnTo>
                <a:lnTo>
                  <a:pt x="1" y="0"/>
                </a:lnTo>
                <a:lnTo>
                  <a:pt x="3" y="0"/>
                </a:lnTo>
                <a:close/>
              </a:path>
            </a:pathLst>
          </a:custGeom>
          <a:solidFill>
            <a:srgbClr val="F2EBE6"/>
          </a:solidFill>
          <a:ln w="2520">
            <a:solidFill>
              <a:srgbClr val="FFFFFF"/>
            </a:solidFill>
            <a:round/>
          </a:ln>
        </p:spPr>
        <p:txBody>
          <a:bodyPr lIns="1080" tIns="1080" rIns="1080" bIns="108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50" name=""/>
          <p:cNvSpPr/>
          <p:nvPr/>
        </p:nvSpPr>
        <p:spPr>
          <a:xfrm>
            <a:off x="5151240" y="1545120"/>
            <a:ext cx="1440" cy="720"/>
          </a:xfrm>
          <a:custGeom>
            <a:avLst/>
            <a:gdLst/>
            <a:ahLst/>
            <a:rect l="0" t="0" r="r" b="b"/>
            <a:pathLst>
              <a:path w="4" h="2">
                <a:moveTo>
                  <a:pt x="0" y="0"/>
                </a:moveTo>
                <a:lnTo>
                  <a:pt x="2" y="0"/>
                </a:lnTo>
                <a:lnTo>
                  <a:pt x="4" y="2"/>
                </a:lnTo>
                <a:lnTo>
                  <a:pt x="2" y="2"/>
                </a:lnTo>
                <a:lnTo>
                  <a:pt x="0" y="0"/>
                </a:lnTo>
                <a:close/>
              </a:path>
            </a:pathLst>
          </a:custGeom>
          <a:solidFill>
            <a:srgbClr val="F2EBE6"/>
          </a:solidFill>
          <a:ln w="2520">
            <a:solidFill>
              <a:srgbClr val="FFFFFF"/>
            </a:solidFill>
            <a:round/>
          </a:ln>
        </p:spPr>
        <p:txBody>
          <a:bodyPr lIns="1080" tIns="-360" rIns="1080" bIns="-3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51" name=""/>
          <p:cNvSpPr/>
          <p:nvPr/>
        </p:nvSpPr>
        <p:spPr>
          <a:xfrm>
            <a:off x="5151960" y="1545120"/>
            <a:ext cx="720" cy="360"/>
          </a:xfrm>
          <a:custGeom>
            <a:avLst/>
            <a:gdLst/>
            <a:ahLst/>
            <a:rect l="0" t="0" r="r" b="b"/>
            <a:pathLst>
              <a:path w="2" h="1">
                <a:moveTo>
                  <a:pt x="2" y="0"/>
                </a:moveTo>
                <a:lnTo>
                  <a:pt x="1" y="1"/>
                </a:lnTo>
                <a:lnTo>
                  <a:pt x="0" y="0"/>
                </a:lnTo>
                <a:lnTo>
                  <a:pt x="1" y="0"/>
                </a:lnTo>
                <a:lnTo>
                  <a:pt x="2" y="0"/>
                </a:lnTo>
                <a:close/>
              </a:path>
            </a:pathLst>
          </a:custGeom>
          <a:solidFill>
            <a:srgbClr val="F2EBE6"/>
          </a:solidFill>
          <a:ln w="2520">
            <a:solidFill>
              <a:srgbClr val="FFFFFF"/>
            </a:solidFill>
            <a:round/>
          </a:ln>
        </p:spPr>
        <p:txBody>
          <a:bodyPr lIns="1080" tIns="-720" rIns="1080" bIns="-7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52" name=""/>
          <p:cNvSpPr/>
          <p:nvPr/>
        </p:nvSpPr>
        <p:spPr>
          <a:xfrm>
            <a:off x="5150520" y="1544400"/>
            <a:ext cx="360" cy="360"/>
          </a:xfrm>
          <a:custGeom>
            <a:avLst/>
            <a:gdLst/>
            <a:ahLst/>
            <a:rect l="0" t="0" r="r" b="b"/>
            <a:pathLst>
              <a:path w="1" h="1">
                <a:moveTo>
                  <a:pt x="1" y="0"/>
                </a:moveTo>
                <a:lnTo>
                  <a:pt x="1" y="1"/>
                </a:lnTo>
                <a:lnTo>
                  <a:pt x="0" y="1"/>
                </a:lnTo>
                <a:lnTo>
                  <a:pt x="0" y="0"/>
                </a:lnTo>
                <a:lnTo>
                  <a:pt x="1" y="0"/>
                </a:lnTo>
                <a:close/>
              </a:path>
            </a:pathLst>
          </a:custGeom>
          <a:solidFill>
            <a:srgbClr val="F2EBE6"/>
          </a:solidFill>
          <a:ln w="2520">
            <a:solidFill>
              <a:srgbClr val="FFFFFF"/>
            </a:solidFill>
            <a:round/>
          </a:ln>
        </p:spPr>
        <p:txBody>
          <a:bodyPr lIns="1080" tIns="-720" rIns="1080" bIns="-7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53" name=""/>
          <p:cNvSpPr/>
          <p:nvPr/>
        </p:nvSpPr>
        <p:spPr>
          <a:xfrm>
            <a:off x="5138640" y="1539000"/>
            <a:ext cx="720" cy="1440"/>
          </a:xfrm>
          <a:custGeom>
            <a:avLst/>
            <a:gdLst/>
            <a:ahLst/>
            <a:rect l="0" t="0" r="r" b="b"/>
            <a:pathLst>
              <a:path w="2" h="4">
                <a:moveTo>
                  <a:pt x="0" y="4"/>
                </a:moveTo>
                <a:lnTo>
                  <a:pt x="0" y="2"/>
                </a:lnTo>
                <a:lnTo>
                  <a:pt x="0" y="0"/>
                </a:lnTo>
                <a:lnTo>
                  <a:pt x="2" y="0"/>
                </a:lnTo>
                <a:lnTo>
                  <a:pt x="2" y="2"/>
                </a:lnTo>
                <a:lnTo>
                  <a:pt x="0" y="2"/>
                </a:lnTo>
                <a:lnTo>
                  <a:pt x="0" y="4"/>
                </a:lnTo>
                <a:close/>
              </a:path>
            </a:pathLst>
          </a:custGeom>
          <a:solidFill>
            <a:srgbClr val="F2EBE6"/>
          </a:solidFill>
          <a:ln w="2520">
            <a:solidFill>
              <a:srgbClr val="FFFFFF"/>
            </a:solidFill>
            <a:round/>
          </a:ln>
        </p:spPr>
        <p:txBody>
          <a:bodyPr lIns="1080" tIns="360" rIns="1080" bIns="3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54" name=""/>
          <p:cNvSpPr/>
          <p:nvPr/>
        </p:nvSpPr>
        <p:spPr>
          <a:xfrm>
            <a:off x="5152680" y="1537560"/>
            <a:ext cx="720" cy="720"/>
          </a:xfrm>
          <a:custGeom>
            <a:avLst/>
            <a:gdLst/>
            <a:ahLst/>
            <a:rect l="0" t="0" r="r" b="b"/>
            <a:pathLst>
              <a:path w="2" h="2">
                <a:moveTo>
                  <a:pt x="0" y="0"/>
                </a:moveTo>
                <a:lnTo>
                  <a:pt x="2" y="0"/>
                </a:lnTo>
                <a:lnTo>
                  <a:pt x="0" y="2"/>
                </a:lnTo>
                <a:lnTo>
                  <a:pt x="0" y="0"/>
                </a:lnTo>
                <a:close/>
              </a:path>
            </a:pathLst>
          </a:custGeom>
          <a:solidFill>
            <a:srgbClr val="F2EBE6"/>
          </a:solidFill>
          <a:ln w="2520">
            <a:solidFill>
              <a:srgbClr val="FFFFFF"/>
            </a:solidFill>
            <a:round/>
          </a:ln>
        </p:spPr>
        <p:txBody>
          <a:bodyPr lIns="1080" tIns="-360" rIns="1080" bIns="-3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55" name=""/>
          <p:cNvSpPr/>
          <p:nvPr/>
        </p:nvSpPr>
        <p:spPr>
          <a:xfrm>
            <a:off x="5153760" y="1537200"/>
            <a:ext cx="1800" cy="1800"/>
          </a:xfrm>
          <a:custGeom>
            <a:avLst/>
            <a:gdLst/>
            <a:ahLst/>
            <a:rect l="0" t="0" r="r" b="b"/>
            <a:pathLst>
              <a:path w="5" h="5">
                <a:moveTo>
                  <a:pt x="2" y="2"/>
                </a:moveTo>
                <a:lnTo>
                  <a:pt x="2" y="0"/>
                </a:lnTo>
                <a:lnTo>
                  <a:pt x="3" y="0"/>
                </a:lnTo>
                <a:lnTo>
                  <a:pt x="5" y="0"/>
                </a:lnTo>
                <a:lnTo>
                  <a:pt x="3" y="2"/>
                </a:lnTo>
                <a:lnTo>
                  <a:pt x="3" y="3"/>
                </a:lnTo>
                <a:lnTo>
                  <a:pt x="2" y="3"/>
                </a:lnTo>
                <a:lnTo>
                  <a:pt x="0" y="5"/>
                </a:lnTo>
                <a:lnTo>
                  <a:pt x="0" y="3"/>
                </a:lnTo>
                <a:lnTo>
                  <a:pt x="0" y="2"/>
                </a:lnTo>
                <a:lnTo>
                  <a:pt x="2" y="2"/>
                </a:lnTo>
                <a:close/>
              </a:path>
            </a:pathLst>
          </a:custGeom>
          <a:solidFill>
            <a:srgbClr val="F2EBE6"/>
          </a:solidFill>
          <a:ln w="2520">
            <a:solidFill>
              <a:srgbClr val="FFFFFF"/>
            </a:solidFill>
            <a:round/>
          </a:ln>
        </p:spPr>
        <p:txBody>
          <a:bodyPr lIns="1080" tIns="720" rIns="1080" bIns="7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56" name=""/>
          <p:cNvSpPr/>
          <p:nvPr/>
        </p:nvSpPr>
        <p:spPr>
          <a:xfrm>
            <a:off x="5144400" y="1537200"/>
            <a:ext cx="1080" cy="1440"/>
          </a:xfrm>
          <a:custGeom>
            <a:avLst/>
            <a:gdLst/>
            <a:ahLst/>
            <a:rect l="0" t="0" r="r" b="b"/>
            <a:pathLst>
              <a:path w="3" h="4">
                <a:moveTo>
                  <a:pt x="2" y="4"/>
                </a:moveTo>
                <a:lnTo>
                  <a:pt x="2" y="3"/>
                </a:lnTo>
                <a:lnTo>
                  <a:pt x="0" y="3"/>
                </a:lnTo>
                <a:lnTo>
                  <a:pt x="0" y="2"/>
                </a:lnTo>
                <a:lnTo>
                  <a:pt x="0" y="0"/>
                </a:lnTo>
                <a:lnTo>
                  <a:pt x="0" y="2"/>
                </a:lnTo>
                <a:lnTo>
                  <a:pt x="2" y="2"/>
                </a:lnTo>
                <a:lnTo>
                  <a:pt x="2" y="0"/>
                </a:lnTo>
                <a:lnTo>
                  <a:pt x="3" y="0"/>
                </a:lnTo>
                <a:lnTo>
                  <a:pt x="3" y="2"/>
                </a:lnTo>
                <a:lnTo>
                  <a:pt x="3" y="3"/>
                </a:lnTo>
                <a:lnTo>
                  <a:pt x="2" y="4"/>
                </a:lnTo>
                <a:lnTo>
                  <a:pt x="0" y="4"/>
                </a:lnTo>
                <a:lnTo>
                  <a:pt x="2" y="4"/>
                </a:lnTo>
                <a:close/>
              </a:path>
            </a:pathLst>
          </a:custGeom>
          <a:solidFill>
            <a:srgbClr val="F2EBE6"/>
          </a:solidFill>
          <a:ln w="2520">
            <a:solidFill>
              <a:srgbClr val="FFFFFF"/>
            </a:solidFill>
            <a:round/>
          </a:ln>
        </p:spPr>
        <p:txBody>
          <a:bodyPr lIns="1080" tIns="360" rIns="1080" bIns="3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57" name=""/>
          <p:cNvSpPr/>
          <p:nvPr/>
        </p:nvSpPr>
        <p:spPr>
          <a:xfrm>
            <a:off x="5138640" y="1537200"/>
            <a:ext cx="720" cy="1440"/>
          </a:xfrm>
          <a:custGeom>
            <a:avLst/>
            <a:gdLst/>
            <a:ahLst/>
            <a:rect l="0" t="0" r="r" b="b"/>
            <a:pathLst>
              <a:path w="2" h="4">
                <a:moveTo>
                  <a:pt x="2" y="0"/>
                </a:moveTo>
                <a:lnTo>
                  <a:pt x="2" y="2"/>
                </a:lnTo>
                <a:lnTo>
                  <a:pt x="2" y="4"/>
                </a:lnTo>
                <a:lnTo>
                  <a:pt x="0" y="2"/>
                </a:lnTo>
                <a:lnTo>
                  <a:pt x="0" y="0"/>
                </a:lnTo>
                <a:lnTo>
                  <a:pt x="2" y="0"/>
                </a:lnTo>
                <a:close/>
              </a:path>
            </a:pathLst>
          </a:custGeom>
          <a:solidFill>
            <a:srgbClr val="F2EBE6"/>
          </a:solidFill>
          <a:ln w="2520">
            <a:solidFill>
              <a:srgbClr val="FFFFFF"/>
            </a:solidFill>
            <a:round/>
          </a:ln>
        </p:spPr>
        <p:txBody>
          <a:bodyPr lIns="1080" tIns="360" rIns="1080" bIns="3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58" name=""/>
          <p:cNvSpPr/>
          <p:nvPr/>
        </p:nvSpPr>
        <p:spPr>
          <a:xfrm>
            <a:off x="5137920" y="1536840"/>
            <a:ext cx="720" cy="720"/>
          </a:xfrm>
          <a:custGeom>
            <a:avLst/>
            <a:gdLst/>
            <a:ahLst/>
            <a:rect l="0" t="0" r="r" b="b"/>
            <a:pathLst>
              <a:path w="2" h="2">
                <a:moveTo>
                  <a:pt x="0" y="0"/>
                </a:moveTo>
                <a:lnTo>
                  <a:pt x="2" y="0"/>
                </a:lnTo>
                <a:lnTo>
                  <a:pt x="2" y="2"/>
                </a:lnTo>
                <a:lnTo>
                  <a:pt x="0" y="2"/>
                </a:lnTo>
                <a:lnTo>
                  <a:pt x="0" y="0"/>
                </a:lnTo>
                <a:close/>
              </a:path>
            </a:pathLst>
          </a:custGeom>
          <a:solidFill>
            <a:srgbClr val="F2EBE6"/>
          </a:solidFill>
          <a:ln w="2520">
            <a:solidFill>
              <a:srgbClr val="FFFFFF"/>
            </a:solidFill>
            <a:round/>
          </a:ln>
        </p:spPr>
        <p:txBody>
          <a:bodyPr lIns="1080" tIns="-360" rIns="1080" bIns="-3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59" name=""/>
          <p:cNvSpPr/>
          <p:nvPr/>
        </p:nvSpPr>
        <p:spPr>
          <a:xfrm>
            <a:off x="5141520" y="1536120"/>
            <a:ext cx="720" cy="720"/>
          </a:xfrm>
          <a:custGeom>
            <a:avLst/>
            <a:gdLst/>
            <a:ahLst/>
            <a:rect l="0" t="0" r="r" b="b"/>
            <a:pathLst>
              <a:path w="2" h="2">
                <a:moveTo>
                  <a:pt x="0" y="0"/>
                </a:moveTo>
                <a:lnTo>
                  <a:pt x="2" y="0"/>
                </a:lnTo>
                <a:lnTo>
                  <a:pt x="0" y="2"/>
                </a:lnTo>
                <a:lnTo>
                  <a:pt x="2" y="2"/>
                </a:lnTo>
                <a:lnTo>
                  <a:pt x="0" y="2"/>
                </a:lnTo>
                <a:lnTo>
                  <a:pt x="0" y="0"/>
                </a:lnTo>
                <a:close/>
              </a:path>
            </a:pathLst>
          </a:custGeom>
          <a:solidFill>
            <a:srgbClr val="F2EBE6"/>
          </a:solidFill>
          <a:ln w="2520">
            <a:solidFill>
              <a:srgbClr val="FFFFFF"/>
            </a:solidFill>
            <a:round/>
          </a:ln>
        </p:spPr>
        <p:txBody>
          <a:bodyPr lIns="1080" tIns="-360" rIns="1080" bIns="-3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60" name=""/>
          <p:cNvSpPr/>
          <p:nvPr/>
        </p:nvSpPr>
        <p:spPr>
          <a:xfrm>
            <a:off x="5140800" y="1535760"/>
            <a:ext cx="360" cy="360"/>
          </a:xfrm>
          <a:custGeom>
            <a:avLst/>
            <a:gdLst/>
            <a:ahLst/>
            <a:rect l="0" t="0" r="r" b="b"/>
            <a:pathLst>
              <a:path w="1" h="1">
                <a:moveTo>
                  <a:pt x="1" y="0"/>
                </a:moveTo>
                <a:lnTo>
                  <a:pt x="1" y="1"/>
                </a:lnTo>
                <a:lnTo>
                  <a:pt x="0" y="1"/>
                </a:lnTo>
                <a:lnTo>
                  <a:pt x="0" y="0"/>
                </a:lnTo>
                <a:lnTo>
                  <a:pt x="1" y="0"/>
                </a:lnTo>
                <a:close/>
              </a:path>
            </a:pathLst>
          </a:custGeom>
          <a:solidFill>
            <a:srgbClr val="F2EBE6"/>
          </a:solidFill>
          <a:ln w="2520">
            <a:solidFill>
              <a:srgbClr val="FFFFFF"/>
            </a:solidFill>
            <a:round/>
          </a:ln>
        </p:spPr>
        <p:txBody>
          <a:bodyPr lIns="1080" tIns="-720" rIns="1080" bIns="-7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61" name=""/>
          <p:cNvSpPr/>
          <p:nvPr/>
        </p:nvSpPr>
        <p:spPr>
          <a:xfrm>
            <a:off x="5150160" y="1531800"/>
            <a:ext cx="720" cy="720"/>
          </a:xfrm>
          <a:custGeom>
            <a:avLst/>
            <a:gdLst/>
            <a:ahLst/>
            <a:rect l="0" t="0" r="r" b="b"/>
            <a:pathLst>
              <a:path w="2" h="2">
                <a:moveTo>
                  <a:pt x="2" y="0"/>
                </a:moveTo>
                <a:lnTo>
                  <a:pt x="2" y="2"/>
                </a:lnTo>
                <a:lnTo>
                  <a:pt x="0" y="2"/>
                </a:lnTo>
                <a:lnTo>
                  <a:pt x="0" y="0"/>
                </a:lnTo>
                <a:lnTo>
                  <a:pt x="2" y="0"/>
                </a:lnTo>
                <a:close/>
              </a:path>
            </a:pathLst>
          </a:custGeom>
          <a:solidFill>
            <a:srgbClr val="F2EBE6"/>
          </a:solidFill>
          <a:ln w="2520">
            <a:solidFill>
              <a:srgbClr val="FFFFFF"/>
            </a:solidFill>
            <a:round/>
          </a:ln>
        </p:spPr>
        <p:txBody>
          <a:bodyPr lIns="1080" tIns="-360" rIns="1080" bIns="-3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62" name=""/>
          <p:cNvSpPr/>
          <p:nvPr/>
        </p:nvSpPr>
        <p:spPr>
          <a:xfrm>
            <a:off x="5150880" y="1531800"/>
            <a:ext cx="0" cy="360"/>
          </a:xfrm>
          <a:custGeom>
            <a:avLst/>
            <a:gdLst/>
            <a:ahLst/>
            <a:rect l="0" t="0" r="r" b="b"/>
            <a:pathLst>
              <a:path w="0" h="1">
                <a:moveTo>
                  <a:pt x="0" y="0"/>
                </a:moveTo>
                <a:lnTo>
                  <a:pt x="0" y="1"/>
                </a:lnTo>
                <a:lnTo>
                  <a:pt x="0" y="0"/>
                </a:lnTo>
                <a:close/>
              </a:path>
            </a:pathLst>
          </a:custGeom>
          <a:solidFill>
            <a:srgbClr val="F2EBE6"/>
          </a:solidFill>
          <a:ln w="2520">
            <a:solidFill>
              <a:srgbClr val="FFFFFF"/>
            </a:solidFill>
            <a:round/>
          </a:ln>
        </p:spPr>
        <p:txBody>
          <a:bodyPr lIns="1080" tIns="-720" rIns="1080" bIns="-7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63" name=""/>
          <p:cNvSpPr/>
          <p:nvPr/>
        </p:nvSpPr>
        <p:spPr>
          <a:xfrm>
            <a:off x="5150160" y="1531080"/>
            <a:ext cx="1080" cy="720"/>
          </a:xfrm>
          <a:custGeom>
            <a:avLst/>
            <a:gdLst/>
            <a:ahLst/>
            <a:rect l="0" t="0" r="r" b="b"/>
            <a:pathLst>
              <a:path w="3" h="2">
                <a:moveTo>
                  <a:pt x="0" y="0"/>
                </a:moveTo>
                <a:lnTo>
                  <a:pt x="2" y="0"/>
                </a:lnTo>
                <a:lnTo>
                  <a:pt x="3" y="2"/>
                </a:lnTo>
                <a:lnTo>
                  <a:pt x="0" y="2"/>
                </a:lnTo>
                <a:lnTo>
                  <a:pt x="0" y="0"/>
                </a:lnTo>
                <a:close/>
              </a:path>
            </a:pathLst>
          </a:custGeom>
          <a:solidFill>
            <a:srgbClr val="F2EBE6"/>
          </a:solidFill>
          <a:ln w="2520">
            <a:solidFill>
              <a:srgbClr val="FFFFFF"/>
            </a:solidFill>
            <a:round/>
          </a:ln>
        </p:spPr>
        <p:txBody>
          <a:bodyPr lIns="1080" tIns="-360" rIns="1080" bIns="-3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64" name=""/>
          <p:cNvSpPr/>
          <p:nvPr/>
        </p:nvSpPr>
        <p:spPr>
          <a:xfrm>
            <a:off x="5147640" y="1530720"/>
            <a:ext cx="1080" cy="1080"/>
          </a:xfrm>
          <a:custGeom>
            <a:avLst/>
            <a:gdLst/>
            <a:ahLst/>
            <a:rect l="0" t="0" r="r" b="b"/>
            <a:pathLst>
              <a:path w="3" h="3">
                <a:moveTo>
                  <a:pt x="1" y="3"/>
                </a:moveTo>
                <a:lnTo>
                  <a:pt x="1" y="2"/>
                </a:lnTo>
                <a:lnTo>
                  <a:pt x="1" y="0"/>
                </a:lnTo>
                <a:lnTo>
                  <a:pt x="3" y="0"/>
                </a:lnTo>
                <a:lnTo>
                  <a:pt x="3" y="2"/>
                </a:lnTo>
                <a:lnTo>
                  <a:pt x="3" y="3"/>
                </a:lnTo>
                <a:lnTo>
                  <a:pt x="1" y="3"/>
                </a:lnTo>
                <a:lnTo>
                  <a:pt x="0" y="3"/>
                </a:lnTo>
                <a:lnTo>
                  <a:pt x="1" y="3"/>
                </a:lnTo>
                <a:close/>
              </a:path>
            </a:pathLst>
          </a:custGeom>
          <a:solidFill>
            <a:srgbClr val="F2EBE6"/>
          </a:solidFill>
          <a:ln w="2520">
            <a:solidFill>
              <a:srgbClr val="FFFFFF"/>
            </a:solidFill>
            <a:round/>
          </a:ln>
        </p:spPr>
        <p:txBody>
          <a:bodyPr lIns="1080" tIns="0" rIns="108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65" name=""/>
          <p:cNvSpPr/>
          <p:nvPr/>
        </p:nvSpPr>
        <p:spPr>
          <a:xfrm>
            <a:off x="5149800" y="1529280"/>
            <a:ext cx="1440" cy="1800"/>
          </a:xfrm>
          <a:custGeom>
            <a:avLst/>
            <a:gdLst/>
            <a:ahLst/>
            <a:rect l="0" t="0" r="r" b="b"/>
            <a:pathLst>
              <a:path w="4" h="5">
                <a:moveTo>
                  <a:pt x="0" y="4"/>
                </a:moveTo>
                <a:lnTo>
                  <a:pt x="0" y="3"/>
                </a:lnTo>
                <a:lnTo>
                  <a:pt x="1" y="3"/>
                </a:lnTo>
                <a:lnTo>
                  <a:pt x="3" y="1"/>
                </a:lnTo>
                <a:lnTo>
                  <a:pt x="3" y="0"/>
                </a:lnTo>
                <a:lnTo>
                  <a:pt x="4" y="0"/>
                </a:lnTo>
                <a:lnTo>
                  <a:pt x="3" y="0"/>
                </a:lnTo>
                <a:lnTo>
                  <a:pt x="3" y="1"/>
                </a:lnTo>
                <a:lnTo>
                  <a:pt x="3" y="3"/>
                </a:lnTo>
                <a:lnTo>
                  <a:pt x="3" y="4"/>
                </a:lnTo>
                <a:lnTo>
                  <a:pt x="1" y="5"/>
                </a:lnTo>
                <a:lnTo>
                  <a:pt x="0" y="5"/>
                </a:lnTo>
                <a:lnTo>
                  <a:pt x="0" y="4"/>
                </a:lnTo>
                <a:close/>
              </a:path>
            </a:pathLst>
          </a:custGeom>
          <a:solidFill>
            <a:srgbClr val="F2EBE6"/>
          </a:solidFill>
          <a:ln w="2520">
            <a:solidFill>
              <a:srgbClr val="FFFFFF"/>
            </a:solidFill>
            <a:round/>
          </a:ln>
        </p:spPr>
        <p:txBody>
          <a:bodyPr lIns="1080" tIns="720" rIns="1080" bIns="7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66" name=""/>
          <p:cNvSpPr/>
          <p:nvPr/>
        </p:nvSpPr>
        <p:spPr>
          <a:xfrm>
            <a:off x="5153040" y="1528200"/>
            <a:ext cx="720" cy="1440"/>
          </a:xfrm>
          <a:custGeom>
            <a:avLst/>
            <a:gdLst/>
            <a:ahLst/>
            <a:rect l="0" t="0" r="r" b="b"/>
            <a:pathLst>
              <a:path w="2" h="4">
                <a:moveTo>
                  <a:pt x="2" y="0"/>
                </a:moveTo>
                <a:lnTo>
                  <a:pt x="2" y="2"/>
                </a:lnTo>
                <a:lnTo>
                  <a:pt x="0" y="4"/>
                </a:lnTo>
                <a:lnTo>
                  <a:pt x="0" y="2"/>
                </a:lnTo>
                <a:lnTo>
                  <a:pt x="2" y="2"/>
                </a:lnTo>
                <a:lnTo>
                  <a:pt x="2" y="0"/>
                </a:lnTo>
                <a:close/>
              </a:path>
            </a:pathLst>
          </a:custGeom>
          <a:solidFill>
            <a:srgbClr val="F2EBE6"/>
          </a:solidFill>
          <a:ln w="2520">
            <a:solidFill>
              <a:srgbClr val="FFFFFF"/>
            </a:solidFill>
            <a:round/>
          </a:ln>
        </p:spPr>
        <p:txBody>
          <a:bodyPr lIns="1080" tIns="360" rIns="1080" bIns="3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67" name=""/>
          <p:cNvSpPr/>
          <p:nvPr/>
        </p:nvSpPr>
        <p:spPr>
          <a:xfrm>
            <a:off x="5148000" y="1527120"/>
            <a:ext cx="4320" cy="2880"/>
          </a:xfrm>
          <a:custGeom>
            <a:avLst/>
            <a:gdLst/>
            <a:ahLst/>
            <a:rect l="0" t="0" r="r" b="b"/>
            <a:pathLst>
              <a:path w="12" h="8">
                <a:moveTo>
                  <a:pt x="12" y="1"/>
                </a:moveTo>
                <a:lnTo>
                  <a:pt x="12" y="2"/>
                </a:lnTo>
                <a:lnTo>
                  <a:pt x="11" y="2"/>
                </a:lnTo>
                <a:lnTo>
                  <a:pt x="10" y="2"/>
                </a:lnTo>
                <a:lnTo>
                  <a:pt x="10" y="4"/>
                </a:lnTo>
                <a:lnTo>
                  <a:pt x="11" y="4"/>
                </a:lnTo>
                <a:lnTo>
                  <a:pt x="10" y="4"/>
                </a:lnTo>
                <a:lnTo>
                  <a:pt x="10" y="6"/>
                </a:lnTo>
                <a:lnTo>
                  <a:pt x="11" y="6"/>
                </a:lnTo>
                <a:lnTo>
                  <a:pt x="11" y="7"/>
                </a:lnTo>
                <a:lnTo>
                  <a:pt x="10" y="7"/>
                </a:lnTo>
                <a:lnTo>
                  <a:pt x="9" y="6"/>
                </a:lnTo>
                <a:lnTo>
                  <a:pt x="8" y="7"/>
                </a:lnTo>
                <a:lnTo>
                  <a:pt x="7" y="7"/>
                </a:lnTo>
                <a:lnTo>
                  <a:pt x="5" y="8"/>
                </a:lnTo>
                <a:lnTo>
                  <a:pt x="4" y="8"/>
                </a:lnTo>
                <a:lnTo>
                  <a:pt x="3" y="7"/>
                </a:lnTo>
                <a:lnTo>
                  <a:pt x="2" y="8"/>
                </a:lnTo>
                <a:lnTo>
                  <a:pt x="1" y="8"/>
                </a:lnTo>
                <a:lnTo>
                  <a:pt x="0" y="8"/>
                </a:lnTo>
                <a:lnTo>
                  <a:pt x="1" y="7"/>
                </a:lnTo>
                <a:lnTo>
                  <a:pt x="1" y="6"/>
                </a:lnTo>
                <a:lnTo>
                  <a:pt x="2" y="6"/>
                </a:lnTo>
                <a:lnTo>
                  <a:pt x="2" y="5"/>
                </a:lnTo>
                <a:lnTo>
                  <a:pt x="3" y="5"/>
                </a:lnTo>
                <a:lnTo>
                  <a:pt x="3" y="4"/>
                </a:lnTo>
                <a:lnTo>
                  <a:pt x="4" y="4"/>
                </a:lnTo>
                <a:lnTo>
                  <a:pt x="3" y="2"/>
                </a:lnTo>
                <a:lnTo>
                  <a:pt x="4" y="2"/>
                </a:lnTo>
                <a:lnTo>
                  <a:pt x="5" y="1"/>
                </a:lnTo>
                <a:lnTo>
                  <a:pt x="8" y="1"/>
                </a:lnTo>
                <a:lnTo>
                  <a:pt x="8" y="0"/>
                </a:lnTo>
                <a:lnTo>
                  <a:pt x="9" y="0"/>
                </a:lnTo>
                <a:lnTo>
                  <a:pt x="10" y="0"/>
                </a:lnTo>
                <a:lnTo>
                  <a:pt x="11" y="0"/>
                </a:lnTo>
                <a:lnTo>
                  <a:pt x="12" y="0"/>
                </a:lnTo>
                <a:lnTo>
                  <a:pt x="12" y="1"/>
                </a:lnTo>
                <a:close/>
              </a:path>
            </a:pathLst>
          </a:custGeom>
          <a:solidFill>
            <a:srgbClr val="F2EBE6"/>
          </a:solidFill>
          <a:ln w="2520">
            <a:solidFill>
              <a:srgbClr val="FFFFFF"/>
            </a:solidFill>
            <a:round/>
          </a:ln>
        </p:spPr>
        <p:txBody>
          <a:bodyPr lIns="1080" tIns="1080" rIns="1080" bIns="108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68" name=""/>
          <p:cNvSpPr/>
          <p:nvPr/>
        </p:nvSpPr>
        <p:spPr>
          <a:xfrm>
            <a:off x="5145120" y="1527120"/>
            <a:ext cx="2880" cy="2160"/>
          </a:xfrm>
          <a:custGeom>
            <a:avLst/>
            <a:gdLst/>
            <a:ahLst/>
            <a:rect l="0" t="0" r="r" b="b"/>
            <a:pathLst>
              <a:path w="8" h="6">
                <a:moveTo>
                  <a:pt x="3" y="0"/>
                </a:moveTo>
                <a:lnTo>
                  <a:pt x="3" y="2"/>
                </a:lnTo>
                <a:lnTo>
                  <a:pt x="3" y="3"/>
                </a:lnTo>
                <a:lnTo>
                  <a:pt x="4" y="3"/>
                </a:lnTo>
                <a:lnTo>
                  <a:pt x="5" y="3"/>
                </a:lnTo>
                <a:lnTo>
                  <a:pt x="7" y="2"/>
                </a:lnTo>
                <a:lnTo>
                  <a:pt x="8" y="2"/>
                </a:lnTo>
                <a:lnTo>
                  <a:pt x="7" y="3"/>
                </a:lnTo>
                <a:lnTo>
                  <a:pt x="7" y="4"/>
                </a:lnTo>
                <a:lnTo>
                  <a:pt x="5" y="4"/>
                </a:lnTo>
                <a:lnTo>
                  <a:pt x="5" y="5"/>
                </a:lnTo>
                <a:lnTo>
                  <a:pt x="5" y="4"/>
                </a:lnTo>
                <a:lnTo>
                  <a:pt x="4" y="4"/>
                </a:lnTo>
                <a:lnTo>
                  <a:pt x="3" y="4"/>
                </a:lnTo>
                <a:lnTo>
                  <a:pt x="2" y="4"/>
                </a:lnTo>
                <a:lnTo>
                  <a:pt x="1" y="5"/>
                </a:lnTo>
                <a:lnTo>
                  <a:pt x="1" y="6"/>
                </a:lnTo>
                <a:lnTo>
                  <a:pt x="0" y="6"/>
                </a:lnTo>
                <a:lnTo>
                  <a:pt x="0" y="5"/>
                </a:lnTo>
                <a:lnTo>
                  <a:pt x="1" y="5"/>
                </a:lnTo>
                <a:lnTo>
                  <a:pt x="1" y="4"/>
                </a:lnTo>
                <a:lnTo>
                  <a:pt x="0" y="4"/>
                </a:lnTo>
                <a:lnTo>
                  <a:pt x="0" y="3"/>
                </a:lnTo>
                <a:lnTo>
                  <a:pt x="1" y="3"/>
                </a:lnTo>
                <a:lnTo>
                  <a:pt x="1" y="2"/>
                </a:lnTo>
                <a:lnTo>
                  <a:pt x="1" y="0"/>
                </a:lnTo>
                <a:lnTo>
                  <a:pt x="2" y="0"/>
                </a:lnTo>
                <a:lnTo>
                  <a:pt x="3" y="0"/>
                </a:lnTo>
                <a:close/>
              </a:path>
            </a:pathLst>
          </a:custGeom>
          <a:solidFill>
            <a:srgbClr val="F2EBE6"/>
          </a:solidFill>
          <a:ln w="2520">
            <a:solidFill>
              <a:srgbClr val="FFFFFF"/>
            </a:solidFill>
            <a:round/>
          </a:ln>
        </p:spPr>
        <p:txBody>
          <a:bodyPr lIns="1080" tIns="1080" rIns="1080" bIns="108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69" name=""/>
          <p:cNvSpPr/>
          <p:nvPr/>
        </p:nvSpPr>
        <p:spPr>
          <a:xfrm>
            <a:off x="5150160" y="1526400"/>
            <a:ext cx="1440" cy="1800"/>
          </a:xfrm>
          <a:custGeom>
            <a:avLst/>
            <a:gdLst/>
            <a:ahLst/>
            <a:rect l="0" t="0" r="r" b="b"/>
            <a:pathLst>
              <a:path w="4" h="5">
                <a:moveTo>
                  <a:pt x="0" y="2"/>
                </a:moveTo>
                <a:lnTo>
                  <a:pt x="1" y="2"/>
                </a:lnTo>
                <a:lnTo>
                  <a:pt x="2" y="0"/>
                </a:lnTo>
                <a:lnTo>
                  <a:pt x="4" y="0"/>
                </a:lnTo>
                <a:lnTo>
                  <a:pt x="4" y="2"/>
                </a:lnTo>
                <a:lnTo>
                  <a:pt x="2" y="2"/>
                </a:lnTo>
                <a:lnTo>
                  <a:pt x="1" y="3"/>
                </a:lnTo>
                <a:lnTo>
                  <a:pt x="0" y="5"/>
                </a:lnTo>
                <a:lnTo>
                  <a:pt x="0" y="3"/>
                </a:lnTo>
                <a:lnTo>
                  <a:pt x="0" y="2"/>
                </a:lnTo>
                <a:close/>
              </a:path>
            </a:pathLst>
          </a:custGeom>
          <a:solidFill>
            <a:srgbClr val="F2EBE6"/>
          </a:solidFill>
          <a:ln w="2520">
            <a:solidFill>
              <a:srgbClr val="FFFFFF"/>
            </a:solidFill>
            <a:round/>
          </a:ln>
        </p:spPr>
        <p:txBody>
          <a:bodyPr lIns="1080" tIns="720" rIns="1080" bIns="7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70" name=""/>
          <p:cNvSpPr/>
          <p:nvPr/>
        </p:nvSpPr>
        <p:spPr>
          <a:xfrm>
            <a:off x="5148360" y="1525320"/>
            <a:ext cx="1800" cy="2160"/>
          </a:xfrm>
          <a:custGeom>
            <a:avLst/>
            <a:gdLst/>
            <a:ahLst/>
            <a:rect l="0" t="0" r="r" b="b"/>
            <a:pathLst>
              <a:path w="5" h="6">
                <a:moveTo>
                  <a:pt x="5" y="5"/>
                </a:moveTo>
                <a:lnTo>
                  <a:pt x="2" y="6"/>
                </a:lnTo>
                <a:lnTo>
                  <a:pt x="0" y="6"/>
                </a:lnTo>
                <a:lnTo>
                  <a:pt x="0" y="5"/>
                </a:lnTo>
                <a:lnTo>
                  <a:pt x="2" y="4"/>
                </a:lnTo>
                <a:lnTo>
                  <a:pt x="3" y="4"/>
                </a:lnTo>
                <a:lnTo>
                  <a:pt x="3" y="3"/>
                </a:lnTo>
                <a:lnTo>
                  <a:pt x="2" y="3"/>
                </a:lnTo>
                <a:lnTo>
                  <a:pt x="2" y="2"/>
                </a:lnTo>
                <a:lnTo>
                  <a:pt x="3" y="2"/>
                </a:lnTo>
                <a:lnTo>
                  <a:pt x="3" y="0"/>
                </a:lnTo>
                <a:lnTo>
                  <a:pt x="4" y="0"/>
                </a:lnTo>
                <a:lnTo>
                  <a:pt x="5" y="0"/>
                </a:lnTo>
                <a:lnTo>
                  <a:pt x="5" y="2"/>
                </a:lnTo>
                <a:lnTo>
                  <a:pt x="5" y="3"/>
                </a:lnTo>
                <a:lnTo>
                  <a:pt x="5" y="5"/>
                </a:lnTo>
                <a:close/>
              </a:path>
            </a:pathLst>
          </a:custGeom>
          <a:solidFill>
            <a:srgbClr val="F2EBE6"/>
          </a:solidFill>
          <a:ln w="2520">
            <a:solidFill>
              <a:srgbClr val="FFFFFF"/>
            </a:solidFill>
            <a:round/>
          </a:ln>
        </p:spPr>
        <p:txBody>
          <a:bodyPr lIns="1080" tIns="1080" rIns="1080" bIns="108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71" name=""/>
          <p:cNvSpPr/>
          <p:nvPr/>
        </p:nvSpPr>
        <p:spPr>
          <a:xfrm>
            <a:off x="5148000" y="1524600"/>
            <a:ext cx="1440" cy="1080"/>
          </a:xfrm>
          <a:custGeom>
            <a:avLst/>
            <a:gdLst/>
            <a:ahLst/>
            <a:rect l="0" t="0" r="r" b="b"/>
            <a:pathLst>
              <a:path w="4" h="3">
                <a:moveTo>
                  <a:pt x="4" y="0"/>
                </a:moveTo>
                <a:lnTo>
                  <a:pt x="4" y="1"/>
                </a:lnTo>
                <a:lnTo>
                  <a:pt x="2" y="3"/>
                </a:lnTo>
                <a:lnTo>
                  <a:pt x="0" y="3"/>
                </a:lnTo>
                <a:lnTo>
                  <a:pt x="2" y="1"/>
                </a:lnTo>
                <a:lnTo>
                  <a:pt x="2" y="0"/>
                </a:lnTo>
                <a:lnTo>
                  <a:pt x="4" y="0"/>
                </a:lnTo>
                <a:close/>
              </a:path>
            </a:pathLst>
          </a:custGeom>
          <a:solidFill>
            <a:srgbClr val="F2EBE6"/>
          </a:solidFill>
          <a:ln w="2520">
            <a:solidFill>
              <a:srgbClr val="FFFFFF"/>
            </a:solidFill>
            <a:round/>
          </a:ln>
        </p:spPr>
        <p:txBody>
          <a:bodyPr lIns="1080" tIns="0" rIns="108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72" name=""/>
          <p:cNvSpPr/>
          <p:nvPr/>
        </p:nvSpPr>
        <p:spPr>
          <a:xfrm>
            <a:off x="5145120" y="1521720"/>
            <a:ext cx="4320" cy="2520"/>
          </a:xfrm>
          <a:custGeom>
            <a:avLst/>
            <a:gdLst/>
            <a:ahLst/>
            <a:rect l="0" t="0" r="r" b="b"/>
            <a:pathLst>
              <a:path w="12" h="7">
                <a:moveTo>
                  <a:pt x="8" y="0"/>
                </a:moveTo>
                <a:lnTo>
                  <a:pt x="9" y="0"/>
                </a:lnTo>
                <a:lnTo>
                  <a:pt x="10" y="1"/>
                </a:lnTo>
                <a:lnTo>
                  <a:pt x="10" y="2"/>
                </a:lnTo>
                <a:lnTo>
                  <a:pt x="11" y="2"/>
                </a:lnTo>
                <a:lnTo>
                  <a:pt x="12" y="2"/>
                </a:lnTo>
                <a:lnTo>
                  <a:pt x="12" y="3"/>
                </a:lnTo>
                <a:lnTo>
                  <a:pt x="11" y="3"/>
                </a:lnTo>
                <a:lnTo>
                  <a:pt x="12" y="3"/>
                </a:lnTo>
                <a:lnTo>
                  <a:pt x="12" y="4"/>
                </a:lnTo>
                <a:lnTo>
                  <a:pt x="11" y="4"/>
                </a:lnTo>
                <a:lnTo>
                  <a:pt x="10" y="4"/>
                </a:lnTo>
                <a:lnTo>
                  <a:pt x="10" y="5"/>
                </a:lnTo>
                <a:lnTo>
                  <a:pt x="9" y="5"/>
                </a:lnTo>
                <a:lnTo>
                  <a:pt x="8" y="5"/>
                </a:lnTo>
                <a:lnTo>
                  <a:pt x="8" y="7"/>
                </a:lnTo>
                <a:lnTo>
                  <a:pt x="7" y="7"/>
                </a:lnTo>
                <a:lnTo>
                  <a:pt x="6" y="5"/>
                </a:lnTo>
                <a:lnTo>
                  <a:pt x="5" y="5"/>
                </a:lnTo>
                <a:lnTo>
                  <a:pt x="4" y="5"/>
                </a:lnTo>
                <a:lnTo>
                  <a:pt x="2" y="5"/>
                </a:lnTo>
                <a:lnTo>
                  <a:pt x="1" y="7"/>
                </a:lnTo>
                <a:lnTo>
                  <a:pt x="0" y="7"/>
                </a:lnTo>
                <a:lnTo>
                  <a:pt x="0" y="5"/>
                </a:lnTo>
                <a:lnTo>
                  <a:pt x="0" y="4"/>
                </a:lnTo>
                <a:lnTo>
                  <a:pt x="1" y="3"/>
                </a:lnTo>
                <a:lnTo>
                  <a:pt x="2" y="3"/>
                </a:lnTo>
                <a:lnTo>
                  <a:pt x="2" y="2"/>
                </a:lnTo>
                <a:lnTo>
                  <a:pt x="2" y="1"/>
                </a:lnTo>
                <a:lnTo>
                  <a:pt x="4" y="1"/>
                </a:lnTo>
                <a:lnTo>
                  <a:pt x="4" y="2"/>
                </a:lnTo>
                <a:lnTo>
                  <a:pt x="5" y="2"/>
                </a:lnTo>
                <a:lnTo>
                  <a:pt x="6" y="1"/>
                </a:lnTo>
                <a:lnTo>
                  <a:pt x="8" y="1"/>
                </a:lnTo>
                <a:lnTo>
                  <a:pt x="8" y="0"/>
                </a:lnTo>
                <a:close/>
              </a:path>
            </a:pathLst>
          </a:custGeom>
          <a:solidFill>
            <a:srgbClr val="F2EBE6"/>
          </a:solidFill>
          <a:ln w="2520">
            <a:solidFill>
              <a:srgbClr val="FFFFFF"/>
            </a:solidFill>
            <a:round/>
          </a:ln>
        </p:spPr>
        <p:txBody>
          <a:bodyPr lIns="1080" tIns="1080" rIns="1080" bIns="108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73" name=""/>
          <p:cNvSpPr/>
          <p:nvPr/>
        </p:nvSpPr>
        <p:spPr>
          <a:xfrm>
            <a:off x="5144760" y="1521000"/>
            <a:ext cx="2160" cy="2160"/>
          </a:xfrm>
          <a:custGeom>
            <a:avLst/>
            <a:gdLst/>
            <a:ahLst/>
            <a:rect l="0" t="0" r="r" b="b"/>
            <a:pathLst>
              <a:path w="6" h="6">
                <a:moveTo>
                  <a:pt x="6" y="2"/>
                </a:moveTo>
                <a:lnTo>
                  <a:pt x="5" y="2"/>
                </a:lnTo>
                <a:lnTo>
                  <a:pt x="4" y="3"/>
                </a:lnTo>
                <a:lnTo>
                  <a:pt x="2" y="4"/>
                </a:lnTo>
                <a:lnTo>
                  <a:pt x="1" y="6"/>
                </a:lnTo>
                <a:lnTo>
                  <a:pt x="0" y="6"/>
                </a:lnTo>
                <a:lnTo>
                  <a:pt x="0" y="4"/>
                </a:lnTo>
                <a:lnTo>
                  <a:pt x="1" y="4"/>
                </a:lnTo>
                <a:lnTo>
                  <a:pt x="1" y="3"/>
                </a:lnTo>
                <a:lnTo>
                  <a:pt x="2" y="2"/>
                </a:lnTo>
                <a:lnTo>
                  <a:pt x="4" y="0"/>
                </a:lnTo>
                <a:lnTo>
                  <a:pt x="5" y="0"/>
                </a:lnTo>
                <a:lnTo>
                  <a:pt x="6" y="0"/>
                </a:lnTo>
                <a:lnTo>
                  <a:pt x="6" y="2"/>
                </a:lnTo>
                <a:close/>
              </a:path>
            </a:pathLst>
          </a:custGeom>
          <a:solidFill>
            <a:srgbClr val="F2EBE6"/>
          </a:solidFill>
          <a:ln w="2520">
            <a:solidFill>
              <a:srgbClr val="FFFFFF"/>
            </a:solidFill>
            <a:round/>
          </a:ln>
        </p:spPr>
        <p:txBody>
          <a:bodyPr lIns="1080" tIns="1080" rIns="1080" bIns="108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74" name=""/>
          <p:cNvSpPr/>
          <p:nvPr/>
        </p:nvSpPr>
        <p:spPr>
          <a:xfrm>
            <a:off x="5150160" y="1520640"/>
            <a:ext cx="2880" cy="1800"/>
          </a:xfrm>
          <a:custGeom>
            <a:avLst/>
            <a:gdLst/>
            <a:ahLst/>
            <a:rect l="0" t="0" r="r" b="b"/>
            <a:pathLst>
              <a:path w="8" h="5">
                <a:moveTo>
                  <a:pt x="3" y="0"/>
                </a:moveTo>
                <a:lnTo>
                  <a:pt x="4" y="0"/>
                </a:lnTo>
                <a:lnTo>
                  <a:pt x="5" y="1"/>
                </a:lnTo>
                <a:lnTo>
                  <a:pt x="7" y="0"/>
                </a:lnTo>
                <a:lnTo>
                  <a:pt x="8" y="0"/>
                </a:lnTo>
                <a:lnTo>
                  <a:pt x="5" y="1"/>
                </a:lnTo>
                <a:lnTo>
                  <a:pt x="4" y="3"/>
                </a:lnTo>
                <a:lnTo>
                  <a:pt x="3" y="3"/>
                </a:lnTo>
                <a:lnTo>
                  <a:pt x="2" y="3"/>
                </a:lnTo>
                <a:lnTo>
                  <a:pt x="2" y="4"/>
                </a:lnTo>
                <a:lnTo>
                  <a:pt x="2" y="5"/>
                </a:lnTo>
                <a:lnTo>
                  <a:pt x="1" y="5"/>
                </a:lnTo>
                <a:lnTo>
                  <a:pt x="1" y="4"/>
                </a:lnTo>
                <a:lnTo>
                  <a:pt x="0" y="4"/>
                </a:lnTo>
                <a:lnTo>
                  <a:pt x="0" y="3"/>
                </a:lnTo>
                <a:lnTo>
                  <a:pt x="0" y="1"/>
                </a:lnTo>
                <a:lnTo>
                  <a:pt x="1" y="1"/>
                </a:lnTo>
                <a:lnTo>
                  <a:pt x="2" y="0"/>
                </a:lnTo>
                <a:lnTo>
                  <a:pt x="3" y="0"/>
                </a:lnTo>
                <a:close/>
              </a:path>
            </a:pathLst>
          </a:custGeom>
          <a:solidFill>
            <a:srgbClr val="F2EBE6"/>
          </a:solidFill>
          <a:ln w="2520">
            <a:solidFill>
              <a:srgbClr val="FFFFFF"/>
            </a:solidFill>
            <a:round/>
          </a:ln>
        </p:spPr>
        <p:txBody>
          <a:bodyPr lIns="1080" tIns="720" rIns="1080" bIns="7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75" name=""/>
          <p:cNvSpPr/>
          <p:nvPr/>
        </p:nvSpPr>
        <p:spPr>
          <a:xfrm>
            <a:off x="5148720" y="1519560"/>
            <a:ext cx="1080" cy="1440"/>
          </a:xfrm>
          <a:custGeom>
            <a:avLst/>
            <a:gdLst/>
            <a:ahLst/>
            <a:rect l="0" t="0" r="r" b="b"/>
            <a:pathLst>
              <a:path w="3" h="4">
                <a:moveTo>
                  <a:pt x="2" y="4"/>
                </a:moveTo>
                <a:lnTo>
                  <a:pt x="0" y="4"/>
                </a:lnTo>
                <a:lnTo>
                  <a:pt x="0" y="2"/>
                </a:lnTo>
                <a:lnTo>
                  <a:pt x="2" y="2"/>
                </a:lnTo>
                <a:lnTo>
                  <a:pt x="3" y="2"/>
                </a:lnTo>
                <a:lnTo>
                  <a:pt x="3" y="0"/>
                </a:lnTo>
                <a:lnTo>
                  <a:pt x="3" y="2"/>
                </a:lnTo>
                <a:lnTo>
                  <a:pt x="2" y="2"/>
                </a:lnTo>
                <a:lnTo>
                  <a:pt x="2" y="4"/>
                </a:lnTo>
                <a:close/>
              </a:path>
            </a:pathLst>
          </a:custGeom>
          <a:solidFill>
            <a:srgbClr val="F2EBE6"/>
          </a:solidFill>
          <a:ln w="2520">
            <a:solidFill>
              <a:srgbClr val="FFFFFF"/>
            </a:solidFill>
            <a:round/>
          </a:ln>
        </p:spPr>
        <p:txBody>
          <a:bodyPr lIns="1080" tIns="360" rIns="1080" bIns="3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76" name=""/>
          <p:cNvSpPr/>
          <p:nvPr/>
        </p:nvSpPr>
        <p:spPr>
          <a:xfrm>
            <a:off x="5152680" y="1517760"/>
            <a:ext cx="720" cy="720"/>
          </a:xfrm>
          <a:custGeom>
            <a:avLst/>
            <a:gdLst/>
            <a:ahLst/>
            <a:rect l="0" t="0" r="r" b="b"/>
            <a:pathLst>
              <a:path w="2" h="2">
                <a:moveTo>
                  <a:pt x="2" y="0"/>
                </a:moveTo>
                <a:lnTo>
                  <a:pt x="2" y="2"/>
                </a:lnTo>
                <a:lnTo>
                  <a:pt x="0" y="2"/>
                </a:lnTo>
                <a:lnTo>
                  <a:pt x="0" y="0"/>
                </a:lnTo>
                <a:lnTo>
                  <a:pt x="2" y="0"/>
                </a:lnTo>
                <a:close/>
              </a:path>
            </a:pathLst>
          </a:custGeom>
          <a:solidFill>
            <a:srgbClr val="F2EBE6"/>
          </a:solidFill>
          <a:ln w="2520">
            <a:solidFill>
              <a:srgbClr val="FFFFFF"/>
            </a:solidFill>
            <a:round/>
          </a:ln>
        </p:spPr>
        <p:txBody>
          <a:bodyPr lIns="1080" tIns="-360" rIns="1080" bIns="-3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77" name=""/>
          <p:cNvSpPr/>
          <p:nvPr/>
        </p:nvSpPr>
        <p:spPr>
          <a:xfrm>
            <a:off x="5153760" y="1517040"/>
            <a:ext cx="720" cy="360"/>
          </a:xfrm>
          <a:custGeom>
            <a:avLst/>
            <a:gdLst/>
            <a:ahLst/>
            <a:rect l="0" t="0" r="r" b="b"/>
            <a:pathLst>
              <a:path w="2" h="1">
                <a:moveTo>
                  <a:pt x="0" y="0"/>
                </a:moveTo>
                <a:lnTo>
                  <a:pt x="1" y="0"/>
                </a:lnTo>
                <a:lnTo>
                  <a:pt x="2" y="0"/>
                </a:lnTo>
                <a:lnTo>
                  <a:pt x="1" y="0"/>
                </a:lnTo>
                <a:lnTo>
                  <a:pt x="1" y="1"/>
                </a:lnTo>
                <a:lnTo>
                  <a:pt x="0" y="1"/>
                </a:lnTo>
                <a:lnTo>
                  <a:pt x="0" y="0"/>
                </a:lnTo>
                <a:close/>
              </a:path>
            </a:pathLst>
          </a:custGeom>
          <a:solidFill>
            <a:srgbClr val="F2EBE6"/>
          </a:solidFill>
          <a:ln w="2520">
            <a:solidFill>
              <a:srgbClr val="FFFFFF"/>
            </a:solidFill>
            <a:round/>
          </a:ln>
        </p:spPr>
        <p:txBody>
          <a:bodyPr lIns="1080" tIns="-720" rIns="1080" bIns="-7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78" name=""/>
          <p:cNvSpPr/>
          <p:nvPr/>
        </p:nvSpPr>
        <p:spPr>
          <a:xfrm>
            <a:off x="5147640" y="1512720"/>
            <a:ext cx="1440" cy="1440"/>
          </a:xfrm>
          <a:custGeom>
            <a:avLst/>
            <a:gdLst/>
            <a:ahLst/>
            <a:rect l="0" t="0" r="r" b="b"/>
            <a:pathLst>
              <a:path w="4" h="4">
                <a:moveTo>
                  <a:pt x="2" y="0"/>
                </a:moveTo>
                <a:lnTo>
                  <a:pt x="4" y="2"/>
                </a:lnTo>
                <a:lnTo>
                  <a:pt x="4" y="4"/>
                </a:lnTo>
                <a:lnTo>
                  <a:pt x="2" y="4"/>
                </a:lnTo>
                <a:lnTo>
                  <a:pt x="0" y="4"/>
                </a:lnTo>
                <a:lnTo>
                  <a:pt x="0" y="2"/>
                </a:lnTo>
                <a:lnTo>
                  <a:pt x="2" y="0"/>
                </a:lnTo>
                <a:close/>
              </a:path>
            </a:pathLst>
          </a:custGeom>
          <a:solidFill>
            <a:srgbClr val="F2EBE6"/>
          </a:solidFill>
          <a:ln w="2520">
            <a:solidFill>
              <a:srgbClr val="FFFFFF"/>
            </a:solidFill>
            <a:round/>
          </a:ln>
        </p:spPr>
        <p:txBody>
          <a:bodyPr lIns="1080" tIns="360" rIns="1080" bIns="3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79" name=""/>
          <p:cNvSpPr/>
          <p:nvPr/>
        </p:nvSpPr>
        <p:spPr>
          <a:xfrm>
            <a:off x="5147640" y="1509840"/>
            <a:ext cx="1440" cy="1800"/>
          </a:xfrm>
          <a:custGeom>
            <a:avLst/>
            <a:gdLst/>
            <a:ahLst/>
            <a:rect l="0" t="0" r="r" b="b"/>
            <a:pathLst>
              <a:path w="4" h="5">
                <a:moveTo>
                  <a:pt x="0" y="2"/>
                </a:moveTo>
                <a:lnTo>
                  <a:pt x="0" y="1"/>
                </a:lnTo>
                <a:lnTo>
                  <a:pt x="1" y="0"/>
                </a:lnTo>
                <a:lnTo>
                  <a:pt x="3" y="0"/>
                </a:lnTo>
                <a:lnTo>
                  <a:pt x="4" y="0"/>
                </a:lnTo>
                <a:lnTo>
                  <a:pt x="4" y="1"/>
                </a:lnTo>
                <a:lnTo>
                  <a:pt x="4" y="2"/>
                </a:lnTo>
                <a:lnTo>
                  <a:pt x="3" y="2"/>
                </a:lnTo>
                <a:lnTo>
                  <a:pt x="3" y="3"/>
                </a:lnTo>
                <a:lnTo>
                  <a:pt x="1" y="5"/>
                </a:lnTo>
                <a:lnTo>
                  <a:pt x="1" y="3"/>
                </a:lnTo>
                <a:lnTo>
                  <a:pt x="0" y="2"/>
                </a:lnTo>
                <a:close/>
              </a:path>
            </a:pathLst>
          </a:custGeom>
          <a:solidFill>
            <a:srgbClr val="F2EBE6"/>
          </a:solidFill>
          <a:ln w="2520">
            <a:solidFill>
              <a:srgbClr val="FFFFFF"/>
            </a:solidFill>
            <a:round/>
          </a:ln>
        </p:spPr>
        <p:txBody>
          <a:bodyPr lIns="1080" tIns="720" rIns="1080" bIns="7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80" name=""/>
          <p:cNvSpPr/>
          <p:nvPr/>
        </p:nvSpPr>
        <p:spPr>
          <a:xfrm>
            <a:off x="5148000" y="1509120"/>
            <a:ext cx="720" cy="720"/>
          </a:xfrm>
          <a:custGeom>
            <a:avLst/>
            <a:gdLst/>
            <a:ahLst/>
            <a:rect l="0" t="0" r="r" b="b"/>
            <a:pathLst>
              <a:path w="2" h="2">
                <a:moveTo>
                  <a:pt x="0" y="0"/>
                </a:moveTo>
                <a:lnTo>
                  <a:pt x="2" y="2"/>
                </a:lnTo>
                <a:lnTo>
                  <a:pt x="0" y="2"/>
                </a:lnTo>
                <a:lnTo>
                  <a:pt x="0" y="0"/>
                </a:lnTo>
                <a:close/>
              </a:path>
            </a:pathLst>
          </a:custGeom>
          <a:solidFill>
            <a:srgbClr val="F2EBE6"/>
          </a:solidFill>
          <a:ln w="2520">
            <a:solidFill>
              <a:srgbClr val="FFFFFF"/>
            </a:solidFill>
            <a:round/>
          </a:ln>
        </p:spPr>
        <p:txBody>
          <a:bodyPr lIns="1080" tIns="-360" rIns="1080" bIns="-3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81" name=""/>
          <p:cNvSpPr/>
          <p:nvPr/>
        </p:nvSpPr>
        <p:spPr>
          <a:xfrm>
            <a:off x="5146560" y="1508760"/>
            <a:ext cx="360" cy="360"/>
          </a:xfrm>
          <a:custGeom>
            <a:avLst/>
            <a:gdLst/>
            <a:ahLst/>
            <a:rect l="0" t="0" r="r" b="b"/>
            <a:pathLst>
              <a:path w="1" h="1">
                <a:moveTo>
                  <a:pt x="0" y="1"/>
                </a:moveTo>
                <a:lnTo>
                  <a:pt x="0" y="0"/>
                </a:lnTo>
                <a:lnTo>
                  <a:pt x="1" y="0"/>
                </a:lnTo>
                <a:lnTo>
                  <a:pt x="1" y="1"/>
                </a:lnTo>
                <a:lnTo>
                  <a:pt x="0" y="1"/>
                </a:lnTo>
                <a:close/>
              </a:path>
            </a:pathLst>
          </a:custGeom>
          <a:solidFill>
            <a:srgbClr val="F2EBE6"/>
          </a:solidFill>
          <a:ln w="2520">
            <a:solidFill>
              <a:srgbClr val="FFFFFF"/>
            </a:solidFill>
            <a:round/>
          </a:ln>
        </p:spPr>
        <p:txBody>
          <a:bodyPr lIns="1080" tIns="-720" rIns="1080" bIns="-7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82" name=""/>
          <p:cNvSpPr/>
          <p:nvPr/>
        </p:nvSpPr>
        <p:spPr>
          <a:xfrm>
            <a:off x="5147280" y="1508400"/>
            <a:ext cx="1440" cy="1440"/>
          </a:xfrm>
          <a:custGeom>
            <a:avLst/>
            <a:gdLst/>
            <a:ahLst/>
            <a:rect l="0" t="0" r="r" b="b"/>
            <a:pathLst>
              <a:path w="4" h="4">
                <a:moveTo>
                  <a:pt x="0" y="0"/>
                </a:moveTo>
                <a:lnTo>
                  <a:pt x="2" y="2"/>
                </a:lnTo>
                <a:lnTo>
                  <a:pt x="4" y="2"/>
                </a:lnTo>
                <a:lnTo>
                  <a:pt x="2" y="4"/>
                </a:lnTo>
                <a:lnTo>
                  <a:pt x="0" y="4"/>
                </a:lnTo>
                <a:lnTo>
                  <a:pt x="0" y="2"/>
                </a:lnTo>
                <a:lnTo>
                  <a:pt x="0" y="0"/>
                </a:lnTo>
                <a:close/>
              </a:path>
            </a:pathLst>
          </a:custGeom>
          <a:solidFill>
            <a:srgbClr val="F2EBE6"/>
          </a:solidFill>
          <a:ln w="2520">
            <a:solidFill>
              <a:srgbClr val="FFFFFF"/>
            </a:solidFill>
            <a:round/>
          </a:ln>
        </p:spPr>
        <p:txBody>
          <a:bodyPr lIns="1080" tIns="360" rIns="1080" bIns="3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83" name=""/>
          <p:cNvSpPr/>
          <p:nvPr/>
        </p:nvSpPr>
        <p:spPr>
          <a:xfrm>
            <a:off x="5147640" y="1504440"/>
            <a:ext cx="1440" cy="1800"/>
          </a:xfrm>
          <a:custGeom>
            <a:avLst/>
            <a:gdLst/>
            <a:ahLst/>
            <a:rect l="0" t="0" r="r" b="b"/>
            <a:pathLst>
              <a:path w="4" h="5">
                <a:moveTo>
                  <a:pt x="0" y="1"/>
                </a:moveTo>
                <a:lnTo>
                  <a:pt x="2" y="0"/>
                </a:lnTo>
                <a:lnTo>
                  <a:pt x="3" y="0"/>
                </a:lnTo>
                <a:lnTo>
                  <a:pt x="3" y="1"/>
                </a:lnTo>
                <a:lnTo>
                  <a:pt x="4" y="3"/>
                </a:lnTo>
                <a:lnTo>
                  <a:pt x="4" y="4"/>
                </a:lnTo>
                <a:lnTo>
                  <a:pt x="4" y="5"/>
                </a:lnTo>
                <a:lnTo>
                  <a:pt x="3" y="5"/>
                </a:lnTo>
                <a:lnTo>
                  <a:pt x="2" y="5"/>
                </a:lnTo>
                <a:lnTo>
                  <a:pt x="0" y="3"/>
                </a:lnTo>
                <a:lnTo>
                  <a:pt x="0" y="1"/>
                </a:lnTo>
                <a:close/>
              </a:path>
            </a:pathLst>
          </a:custGeom>
          <a:solidFill>
            <a:srgbClr val="F2EBE6"/>
          </a:solidFill>
          <a:ln w="2520">
            <a:solidFill>
              <a:srgbClr val="FFFFFF"/>
            </a:solidFill>
            <a:round/>
          </a:ln>
        </p:spPr>
        <p:txBody>
          <a:bodyPr lIns="1080" tIns="720" rIns="1080" bIns="7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84" name=""/>
          <p:cNvSpPr/>
          <p:nvPr/>
        </p:nvSpPr>
        <p:spPr>
          <a:xfrm>
            <a:off x="5148360" y="1503720"/>
            <a:ext cx="1440" cy="1440"/>
          </a:xfrm>
          <a:custGeom>
            <a:avLst/>
            <a:gdLst/>
            <a:ahLst/>
            <a:rect l="0" t="0" r="r" b="b"/>
            <a:pathLst>
              <a:path w="4" h="4">
                <a:moveTo>
                  <a:pt x="2" y="4"/>
                </a:moveTo>
                <a:lnTo>
                  <a:pt x="2" y="3"/>
                </a:lnTo>
                <a:lnTo>
                  <a:pt x="0" y="3"/>
                </a:lnTo>
                <a:lnTo>
                  <a:pt x="0" y="1"/>
                </a:lnTo>
                <a:lnTo>
                  <a:pt x="0" y="0"/>
                </a:lnTo>
                <a:lnTo>
                  <a:pt x="2" y="1"/>
                </a:lnTo>
                <a:lnTo>
                  <a:pt x="4" y="3"/>
                </a:lnTo>
                <a:lnTo>
                  <a:pt x="4" y="4"/>
                </a:lnTo>
                <a:lnTo>
                  <a:pt x="2" y="4"/>
                </a:lnTo>
                <a:close/>
              </a:path>
            </a:pathLst>
          </a:custGeom>
          <a:solidFill>
            <a:srgbClr val="F2EBE6"/>
          </a:solidFill>
          <a:ln w="2520">
            <a:solidFill>
              <a:srgbClr val="FFFFFF"/>
            </a:solidFill>
            <a:round/>
          </a:ln>
        </p:spPr>
        <p:txBody>
          <a:bodyPr lIns="1080" tIns="360" rIns="1080" bIns="3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85" name=""/>
          <p:cNvSpPr/>
          <p:nvPr/>
        </p:nvSpPr>
        <p:spPr>
          <a:xfrm>
            <a:off x="5016240" y="1382040"/>
            <a:ext cx="158040" cy="182160"/>
          </a:xfrm>
          <a:custGeom>
            <a:avLst/>
            <a:gdLst/>
            <a:ahLst/>
            <a:rect l="0" t="0" r="r" b="b"/>
            <a:pathLst>
              <a:path w="439" h="506">
                <a:moveTo>
                  <a:pt x="157" y="3"/>
                </a:moveTo>
                <a:lnTo>
                  <a:pt x="156" y="4"/>
                </a:lnTo>
                <a:lnTo>
                  <a:pt x="156" y="5"/>
                </a:lnTo>
                <a:lnTo>
                  <a:pt x="157" y="5"/>
                </a:lnTo>
                <a:lnTo>
                  <a:pt x="157" y="4"/>
                </a:lnTo>
                <a:lnTo>
                  <a:pt x="158" y="4"/>
                </a:lnTo>
                <a:lnTo>
                  <a:pt x="158" y="5"/>
                </a:lnTo>
                <a:lnTo>
                  <a:pt x="159" y="5"/>
                </a:lnTo>
                <a:lnTo>
                  <a:pt x="160" y="5"/>
                </a:lnTo>
                <a:lnTo>
                  <a:pt x="160" y="4"/>
                </a:lnTo>
                <a:lnTo>
                  <a:pt x="161" y="3"/>
                </a:lnTo>
                <a:lnTo>
                  <a:pt x="160" y="3"/>
                </a:lnTo>
                <a:lnTo>
                  <a:pt x="159" y="3"/>
                </a:lnTo>
                <a:lnTo>
                  <a:pt x="159" y="2"/>
                </a:lnTo>
                <a:lnTo>
                  <a:pt x="160" y="2"/>
                </a:lnTo>
                <a:lnTo>
                  <a:pt x="161" y="2"/>
                </a:lnTo>
                <a:lnTo>
                  <a:pt x="162" y="2"/>
                </a:lnTo>
                <a:lnTo>
                  <a:pt x="163" y="2"/>
                </a:lnTo>
                <a:lnTo>
                  <a:pt x="164" y="2"/>
                </a:lnTo>
                <a:lnTo>
                  <a:pt x="165" y="2"/>
                </a:lnTo>
                <a:lnTo>
                  <a:pt x="166" y="2"/>
                </a:lnTo>
                <a:lnTo>
                  <a:pt x="167" y="2"/>
                </a:lnTo>
                <a:lnTo>
                  <a:pt x="168" y="2"/>
                </a:lnTo>
                <a:lnTo>
                  <a:pt x="168" y="1"/>
                </a:lnTo>
                <a:lnTo>
                  <a:pt x="169" y="1"/>
                </a:lnTo>
                <a:lnTo>
                  <a:pt x="170" y="1"/>
                </a:lnTo>
                <a:lnTo>
                  <a:pt x="170" y="0"/>
                </a:lnTo>
                <a:lnTo>
                  <a:pt x="170" y="1"/>
                </a:lnTo>
                <a:lnTo>
                  <a:pt x="170" y="2"/>
                </a:lnTo>
                <a:lnTo>
                  <a:pt x="171" y="2"/>
                </a:lnTo>
                <a:lnTo>
                  <a:pt x="171" y="3"/>
                </a:lnTo>
                <a:lnTo>
                  <a:pt x="173" y="3"/>
                </a:lnTo>
                <a:lnTo>
                  <a:pt x="173" y="4"/>
                </a:lnTo>
                <a:lnTo>
                  <a:pt x="173" y="5"/>
                </a:lnTo>
                <a:lnTo>
                  <a:pt x="174" y="7"/>
                </a:lnTo>
                <a:lnTo>
                  <a:pt x="174" y="8"/>
                </a:lnTo>
                <a:lnTo>
                  <a:pt x="174" y="9"/>
                </a:lnTo>
                <a:lnTo>
                  <a:pt x="175" y="10"/>
                </a:lnTo>
                <a:lnTo>
                  <a:pt x="176" y="10"/>
                </a:lnTo>
                <a:lnTo>
                  <a:pt x="178" y="12"/>
                </a:lnTo>
                <a:lnTo>
                  <a:pt x="178" y="13"/>
                </a:lnTo>
                <a:lnTo>
                  <a:pt x="179" y="13"/>
                </a:lnTo>
                <a:lnTo>
                  <a:pt x="179" y="14"/>
                </a:lnTo>
                <a:lnTo>
                  <a:pt x="180" y="15"/>
                </a:lnTo>
                <a:lnTo>
                  <a:pt x="181" y="17"/>
                </a:lnTo>
                <a:lnTo>
                  <a:pt x="182" y="18"/>
                </a:lnTo>
                <a:lnTo>
                  <a:pt x="183" y="18"/>
                </a:lnTo>
                <a:lnTo>
                  <a:pt x="183" y="19"/>
                </a:lnTo>
                <a:lnTo>
                  <a:pt x="184" y="19"/>
                </a:lnTo>
                <a:lnTo>
                  <a:pt x="185" y="19"/>
                </a:lnTo>
                <a:lnTo>
                  <a:pt x="186" y="19"/>
                </a:lnTo>
                <a:lnTo>
                  <a:pt x="187" y="19"/>
                </a:lnTo>
                <a:lnTo>
                  <a:pt x="188" y="20"/>
                </a:lnTo>
                <a:lnTo>
                  <a:pt x="189" y="21"/>
                </a:lnTo>
                <a:lnTo>
                  <a:pt x="190" y="21"/>
                </a:lnTo>
                <a:lnTo>
                  <a:pt x="190" y="22"/>
                </a:lnTo>
                <a:lnTo>
                  <a:pt x="191" y="22"/>
                </a:lnTo>
                <a:lnTo>
                  <a:pt x="192" y="22"/>
                </a:lnTo>
                <a:lnTo>
                  <a:pt x="192" y="23"/>
                </a:lnTo>
                <a:lnTo>
                  <a:pt x="193" y="23"/>
                </a:lnTo>
                <a:lnTo>
                  <a:pt x="194" y="24"/>
                </a:lnTo>
                <a:lnTo>
                  <a:pt x="194" y="25"/>
                </a:lnTo>
                <a:lnTo>
                  <a:pt x="195" y="25"/>
                </a:lnTo>
                <a:lnTo>
                  <a:pt x="197" y="26"/>
                </a:lnTo>
                <a:lnTo>
                  <a:pt x="198" y="26"/>
                </a:lnTo>
                <a:lnTo>
                  <a:pt x="199" y="27"/>
                </a:lnTo>
                <a:lnTo>
                  <a:pt x="209" y="27"/>
                </a:lnTo>
                <a:lnTo>
                  <a:pt x="211" y="27"/>
                </a:lnTo>
                <a:lnTo>
                  <a:pt x="211" y="26"/>
                </a:lnTo>
                <a:lnTo>
                  <a:pt x="212" y="26"/>
                </a:lnTo>
                <a:lnTo>
                  <a:pt x="213" y="26"/>
                </a:lnTo>
                <a:lnTo>
                  <a:pt x="214" y="26"/>
                </a:lnTo>
                <a:lnTo>
                  <a:pt x="215" y="25"/>
                </a:lnTo>
                <a:lnTo>
                  <a:pt x="216" y="25"/>
                </a:lnTo>
                <a:lnTo>
                  <a:pt x="218" y="25"/>
                </a:lnTo>
                <a:lnTo>
                  <a:pt x="218" y="24"/>
                </a:lnTo>
                <a:lnTo>
                  <a:pt x="219" y="24"/>
                </a:lnTo>
                <a:lnTo>
                  <a:pt x="222" y="23"/>
                </a:lnTo>
                <a:lnTo>
                  <a:pt x="222" y="22"/>
                </a:lnTo>
                <a:lnTo>
                  <a:pt x="223" y="22"/>
                </a:lnTo>
                <a:lnTo>
                  <a:pt x="223" y="23"/>
                </a:lnTo>
                <a:lnTo>
                  <a:pt x="222" y="24"/>
                </a:lnTo>
                <a:lnTo>
                  <a:pt x="223" y="25"/>
                </a:lnTo>
                <a:lnTo>
                  <a:pt x="222" y="25"/>
                </a:lnTo>
                <a:lnTo>
                  <a:pt x="222" y="26"/>
                </a:lnTo>
                <a:lnTo>
                  <a:pt x="223" y="26"/>
                </a:lnTo>
                <a:lnTo>
                  <a:pt x="223" y="27"/>
                </a:lnTo>
                <a:lnTo>
                  <a:pt x="222" y="27"/>
                </a:lnTo>
                <a:lnTo>
                  <a:pt x="223" y="28"/>
                </a:lnTo>
                <a:lnTo>
                  <a:pt x="223" y="29"/>
                </a:lnTo>
                <a:lnTo>
                  <a:pt x="223" y="30"/>
                </a:lnTo>
                <a:lnTo>
                  <a:pt x="224" y="30"/>
                </a:lnTo>
                <a:lnTo>
                  <a:pt x="224" y="31"/>
                </a:lnTo>
                <a:lnTo>
                  <a:pt x="224" y="30"/>
                </a:lnTo>
                <a:lnTo>
                  <a:pt x="225" y="30"/>
                </a:lnTo>
                <a:lnTo>
                  <a:pt x="225" y="29"/>
                </a:lnTo>
                <a:lnTo>
                  <a:pt x="226" y="29"/>
                </a:lnTo>
                <a:lnTo>
                  <a:pt x="227" y="29"/>
                </a:lnTo>
                <a:lnTo>
                  <a:pt x="228" y="28"/>
                </a:lnTo>
                <a:lnTo>
                  <a:pt x="229" y="27"/>
                </a:lnTo>
                <a:lnTo>
                  <a:pt x="230" y="27"/>
                </a:lnTo>
                <a:lnTo>
                  <a:pt x="230" y="26"/>
                </a:lnTo>
                <a:lnTo>
                  <a:pt x="229" y="26"/>
                </a:lnTo>
                <a:lnTo>
                  <a:pt x="229" y="25"/>
                </a:lnTo>
                <a:lnTo>
                  <a:pt x="229" y="24"/>
                </a:lnTo>
                <a:lnTo>
                  <a:pt x="229" y="23"/>
                </a:lnTo>
                <a:lnTo>
                  <a:pt x="230" y="24"/>
                </a:lnTo>
                <a:lnTo>
                  <a:pt x="231" y="24"/>
                </a:lnTo>
                <a:lnTo>
                  <a:pt x="231" y="25"/>
                </a:lnTo>
                <a:lnTo>
                  <a:pt x="230" y="25"/>
                </a:lnTo>
                <a:lnTo>
                  <a:pt x="231" y="26"/>
                </a:lnTo>
                <a:lnTo>
                  <a:pt x="231" y="27"/>
                </a:lnTo>
                <a:lnTo>
                  <a:pt x="231" y="28"/>
                </a:lnTo>
                <a:lnTo>
                  <a:pt x="232" y="29"/>
                </a:lnTo>
                <a:lnTo>
                  <a:pt x="233" y="30"/>
                </a:lnTo>
                <a:lnTo>
                  <a:pt x="234" y="31"/>
                </a:lnTo>
                <a:lnTo>
                  <a:pt x="233" y="31"/>
                </a:lnTo>
                <a:lnTo>
                  <a:pt x="232" y="32"/>
                </a:lnTo>
                <a:lnTo>
                  <a:pt x="233" y="33"/>
                </a:lnTo>
                <a:lnTo>
                  <a:pt x="234" y="33"/>
                </a:lnTo>
                <a:lnTo>
                  <a:pt x="234" y="34"/>
                </a:lnTo>
                <a:lnTo>
                  <a:pt x="235" y="34"/>
                </a:lnTo>
                <a:lnTo>
                  <a:pt x="235" y="36"/>
                </a:lnTo>
                <a:lnTo>
                  <a:pt x="235" y="37"/>
                </a:lnTo>
                <a:lnTo>
                  <a:pt x="236" y="37"/>
                </a:lnTo>
                <a:lnTo>
                  <a:pt x="236" y="38"/>
                </a:lnTo>
                <a:lnTo>
                  <a:pt x="237" y="38"/>
                </a:lnTo>
                <a:lnTo>
                  <a:pt x="238" y="38"/>
                </a:lnTo>
                <a:lnTo>
                  <a:pt x="238" y="39"/>
                </a:lnTo>
                <a:lnTo>
                  <a:pt x="238" y="40"/>
                </a:lnTo>
                <a:lnTo>
                  <a:pt x="238" y="41"/>
                </a:lnTo>
                <a:lnTo>
                  <a:pt x="238" y="42"/>
                </a:lnTo>
                <a:lnTo>
                  <a:pt x="239" y="42"/>
                </a:lnTo>
                <a:lnTo>
                  <a:pt x="239" y="43"/>
                </a:lnTo>
                <a:lnTo>
                  <a:pt x="240" y="43"/>
                </a:lnTo>
                <a:lnTo>
                  <a:pt x="240" y="44"/>
                </a:lnTo>
                <a:lnTo>
                  <a:pt x="241" y="44"/>
                </a:lnTo>
                <a:lnTo>
                  <a:pt x="242" y="44"/>
                </a:lnTo>
                <a:lnTo>
                  <a:pt x="242" y="43"/>
                </a:lnTo>
                <a:lnTo>
                  <a:pt x="242" y="42"/>
                </a:lnTo>
                <a:lnTo>
                  <a:pt x="243" y="42"/>
                </a:lnTo>
                <a:lnTo>
                  <a:pt x="243" y="41"/>
                </a:lnTo>
                <a:lnTo>
                  <a:pt x="243" y="40"/>
                </a:lnTo>
                <a:lnTo>
                  <a:pt x="244" y="39"/>
                </a:lnTo>
                <a:lnTo>
                  <a:pt x="244" y="38"/>
                </a:lnTo>
                <a:lnTo>
                  <a:pt x="244" y="37"/>
                </a:lnTo>
                <a:lnTo>
                  <a:pt x="245" y="37"/>
                </a:lnTo>
                <a:lnTo>
                  <a:pt x="245" y="36"/>
                </a:lnTo>
                <a:lnTo>
                  <a:pt x="245" y="35"/>
                </a:lnTo>
                <a:lnTo>
                  <a:pt x="246" y="35"/>
                </a:lnTo>
                <a:lnTo>
                  <a:pt x="246" y="34"/>
                </a:lnTo>
                <a:lnTo>
                  <a:pt x="246" y="33"/>
                </a:lnTo>
                <a:lnTo>
                  <a:pt x="247" y="32"/>
                </a:lnTo>
                <a:lnTo>
                  <a:pt x="248" y="31"/>
                </a:lnTo>
                <a:lnTo>
                  <a:pt x="248" y="30"/>
                </a:lnTo>
                <a:lnTo>
                  <a:pt x="249" y="30"/>
                </a:lnTo>
                <a:lnTo>
                  <a:pt x="250" y="30"/>
                </a:lnTo>
                <a:lnTo>
                  <a:pt x="251" y="30"/>
                </a:lnTo>
                <a:lnTo>
                  <a:pt x="252" y="30"/>
                </a:lnTo>
                <a:lnTo>
                  <a:pt x="252" y="29"/>
                </a:lnTo>
                <a:lnTo>
                  <a:pt x="253" y="29"/>
                </a:lnTo>
                <a:lnTo>
                  <a:pt x="254" y="29"/>
                </a:lnTo>
                <a:lnTo>
                  <a:pt x="255" y="29"/>
                </a:lnTo>
                <a:lnTo>
                  <a:pt x="255" y="30"/>
                </a:lnTo>
                <a:lnTo>
                  <a:pt x="256" y="30"/>
                </a:lnTo>
                <a:lnTo>
                  <a:pt x="256" y="29"/>
                </a:lnTo>
                <a:lnTo>
                  <a:pt x="256" y="28"/>
                </a:lnTo>
                <a:lnTo>
                  <a:pt x="256" y="27"/>
                </a:lnTo>
                <a:lnTo>
                  <a:pt x="256" y="28"/>
                </a:lnTo>
                <a:lnTo>
                  <a:pt x="257" y="28"/>
                </a:lnTo>
                <a:lnTo>
                  <a:pt x="257" y="27"/>
                </a:lnTo>
                <a:lnTo>
                  <a:pt x="257" y="26"/>
                </a:lnTo>
                <a:lnTo>
                  <a:pt x="258" y="25"/>
                </a:lnTo>
                <a:lnTo>
                  <a:pt x="259" y="25"/>
                </a:lnTo>
                <a:lnTo>
                  <a:pt x="259" y="26"/>
                </a:lnTo>
                <a:lnTo>
                  <a:pt x="260" y="26"/>
                </a:lnTo>
                <a:lnTo>
                  <a:pt x="260" y="25"/>
                </a:lnTo>
                <a:lnTo>
                  <a:pt x="260" y="24"/>
                </a:lnTo>
                <a:lnTo>
                  <a:pt x="261" y="24"/>
                </a:lnTo>
                <a:lnTo>
                  <a:pt x="261" y="23"/>
                </a:lnTo>
                <a:lnTo>
                  <a:pt x="261" y="22"/>
                </a:lnTo>
                <a:lnTo>
                  <a:pt x="261" y="21"/>
                </a:lnTo>
                <a:lnTo>
                  <a:pt x="261" y="20"/>
                </a:lnTo>
                <a:lnTo>
                  <a:pt x="261" y="19"/>
                </a:lnTo>
                <a:lnTo>
                  <a:pt x="260" y="19"/>
                </a:lnTo>
                <a:lnTo>
                  <a:pt x="260" y="18"/>
                </a:lnTo>
                <a:lnTo>
                  <a:pt x="260" y="17"/>
                </a:lnTo>
                <a:lnTo>
                  <a:pt x="259" y="17"/>
                </a:lnTo>
                <a:lnTo>
                  <a:pt x="258" y="16"/>
                </a:lnTo>
                <a:lnTo>
                  <a:pt x="257" y="16"/>
                </a:lnTo>
                <a:lnTo>
                  <a:pt x="257" y="15"/>
                </a:lnTo>
                <a:lnTo>
                  <a:pt x="257" y="14"/>
                </a:lnTo>
                <a:lnTo>
                  <a:pt x="258" y="14"/>
                </a:lnTo>
                <a:lnTo>
                  <a:pt x="258" y="13"/>
                </a:lnTo>
                <a:lnTo>
                  <a:pt x="258" y="14"/>
                </a:lnTo>
                <a:lnTo>
                  <a:pt x="259" y="14"/>
                </a:lnTo>
                <a:lnTo>
                  <a:pt x="259" y="13"/>
                </a:lnTo>
                <a:lnTo>
                  <a:pt x="261" y="13"/>
                </a:lnTo>
                <a:lnTo>
                  <a:pt x="262" y="13"/>
                </a:lnTo>
                <a:lnTo>
                  <a:pt x="263" y="13"/>
                </a:lnTo>
                <a:lnTo>
                  <a:pt x="263" y="14"/>
                </a:lnTo>
                <a:lnTo>
                  <a:pt x="263" y="13"/>
                </a:lnTo>
                <a:lnTo>
                  <a:pt x="264" y="12"/>
                </a:lnTo>
                <a:lnTo>
                  <a:pt x="265" y="11"/>
                </a:lnTo>
                <a:lnTo>
                  <a:pt x="266" y="11"/>
                </a:lnTo>
                <a:lnTo>
                  <a:pt x="265" y="10"/>
                </a:lnTo>
                <a:lnTo>
                  <a:pt x="265" y="9"/>
                </a:lnTo>
                <a:lnTo>
                  <a:pt x="266" y="9"/>
                </a:lnTo>
                <a:lnTo>
                  <a:pt x="266" y="8"/>
                </a:lnTo>
                <a:lnTo>
                  <a:pt x="267" y="8"/>
                </a:lnTo>
                <a:lnTo>
                  <a:pt x="268" y="7"/>
                </a:lnTo>
                <a:lnTo>
                  <a:pt x="270" y="7"/>
                </a:lnTo>
                <a:lnTo>
                  <a:pt x="271" y="7"/>
                </a:lnTo>
                <a:lnTo>
                  <a:pt x="272" y="7"/>
                </a:lnTo>
                <a:lnTo>
                  <a:pt x="273" y="7"/>
                </a:lnTo>
                <a:lnTo>
                  <a:pt x="274" y="7"/>
                </a:lnTo>
                <a:lnTo>
                  <a:pt x="274" y="8"/>
                </a:lnTo>
                <a:lnTo>
                  <a:pt x="275" y="8"/>
                </a:lnTo>
                <a:lnTo>
                  <a:pt x="276" y="8"/>
                </a:lnTo>
                <a:lnTo>
                  <a:pt x="277" y="8"/>
                </a:lnTo>
                <a:lnTo>
                  <a:pt x="277" y="7"/>
                </a:lnTo>
                <a:lnTo>
                  <a:pt x="278" y="7"/>
                </a:lnTo>
                <a:lnTo>
                  <a:pt x="278" y="6"/>
                </a:lnTo>
                <a:lnTo>
                  <a:pt x="279" y="6"/>
                </a:lnTo>
                <a:lnTo>
                  <a:pt x="279" y="5"/>
                </a:lnTo>
                <a:lnTo>
                  <a:pt x="279" y="4"/>
                </a:lnTo>
                <a:lnTo>
                  <a:pt x="280" y="4"/>
                </a:lnTo>
                <a:lnTo>
                  <a:pt x="281" y="4"/>
                </a:lnTo>
                <a:lnTo>
                  <a:pt x="282" y="4"/>
                </a:lnTo>
                <a:lnTo>
                  <a:pt x="283" y="4"/>
                </a:lnTo>
                <a:lnTo>
                  <a:pt x="284" y="4"/>
                </a:lnTo>
                <a:lnTo>
                  <a:pt x="284" y="3"/>
                </a:lnTo>
                <a:lnTo>
                  <a:pt x="285" y="3"/>
                </a:lnTo>
                <a:lnTo>
                  <a:pt x="285" y="2"/>
                </a:lnTo>
                <a:lnTo>
                  <a:pt x="285" y="1"/>
                </a:lnTo>
                <a:lnTo>
                  <a:pt x="286" y="1"/>
                </a:lnTo>
                <a:lnTo>
                  <a:pt x="286" y="2"/>
                </a:lnTo>
                <a:lnTo>
                  <a:pt x="287" y="3"/>
                </a:lnTo>
                <a:lnTo>
                  <a:pt x="289" y="2"/>
                </a:lnTo>
                <a:lnTo>
                  <a:pt x="290" y="3"/>
                </a:lnTo>
                <a:lnTo>
                  <a:pt x="290" y="5"/>
                </a:lnTo>
                <a:lnTo>
                  <a:pt x="291" y="6"/>
                </a:lnTo>
                <a:lnTo>
                  <a:pt x="292" y="7"/>
                </a:lnTo>
                <a:lnTo>
                  <a:pt x="292" y="8"/>
                </a:lnTo>
                <a:lnTo>
                  <a:pt x="291" y="8"/>
                </a:lnTo>
                <a:lnTo>
                  <a:pt x="291" y="9"/>
                </a:lnTo>
                <a:lnTo>
                  <a:pt x="291" y="10"/>
                </a:lnTo>
                <a:lnTo>
                  <a:pt x="292" y="11"/>
                </a:lnTo>
                <a:lnTo>
                  <a:pt x="292" y="12"/>
                </a:lnTo>
                <a:lnTo>
                  <a:pt x="292" y="13"/>
                </a:lnTo>
                <a:lnTo>
                  <a:pt x="292" y="14"/>
                </a:lnTo>
                <a:lnTo>
                  <a:pt x="293" y="16"/>
                </a:lnTo>
                <a:lnTo>
                  <a:pt x="292" y="17"/>
                </a:lnTo>
                <a:lnTo>
                  <a:pt x="292" y="18"/>
                </a:lnTo>
                <a:lnTo>
                  <a:pt x="294" y="18"/>
                </a:lnTo>
                <a:lnTo>
                  <a:pt x="294" y="19"/>
                </a:lnTo>
                <a:lnTo>
                  <a:pt x="295" y="19"/>
                </a:lnTo>
                <a:lnTo>
                  <a:pt x="296" y="20"/>
                </a:lnTo>
                <a:lnTo>
                  <a:pt x="295" y="21"/>
                </a:lnTo>
                <a:lnTo>
                  <a:pt x="295" y="22"/>
                </a:lnTo>
                <a:lnTo>
                  <a:pt x="295" y="23"/>
                </a:lnTo>
                <a:lnTo>
                  <a:pt x="295" y="24"/>
                </a:lnTo>
                <a:lnTo>
                  <a:pt x="294" y="24"/>
                </a:lnTo>
                <a:lnTo>
                  <a:pt x="294" y="25"/>
                </a:lnTo>
                <a:lnTo>
                  <a:pt x="293" y="25"/>
                </a:lnTo>
                <a:lnTo>
                  <a:pt x="293" y="26"/>
                </a:lnTo>
                <a:lnTo>
                  <a:pt x="293" y="27"/>
                </a:lnTo>
                <a:lnTo>
                  <a:pt x="294" y="27"/>
                </a:lnTo>
                <a:lnTo>
                  <a:pt x="295" y="26"/>
                </a:lnTo>
                <a:lnTo>
                  <a:pt x="296" y="25"/>
                </a:lnTo>
                <a:lnTo>
                  <a:pt x="297" y="25"/>
                </a:lnTo>
                <a:lnTo>
                  <a:pt x="298" y="26"/>
                </a:lnTo>
                <a:lnTo>
                  <a:pt x="298" y="27"/>
                </a:lnTo>
                <a:lnTo>
                  <a:pt x="299" y="27"/>
                </a:lnTo>
                <a:lnTo>
                  <a:pt x="300" y="27"/>
                </a:lnTo>
                <a:lnTo>
                  <a:pt x="299" y="27"/>
                </a:lnTo>
                <a:lnTo>
                  <a:pt x="299" y="26"/>
                </a:lnTo>
                <a:lnTo>
                  <a:pt x="300" y="26"/>
                </a:lnTo>
                <a:lnTo>
                  <a:pt x="300" y="25"/>
                </a:lnTo>
                <a:lnTo>
                  <a:pt x="300" y="24"/>
                </a:lnTo>
                <a:lnTo>
                  <a:pt x="301" y="24"/>
                </a:lnTo>
                <a:lnTo>
                  <a:pt x="301" y="23"/>
                </a:lnTo>
                <a:lnTo>
                  <a:pt x="301" y="22"/>
                </a:lnTo>
                <a:lnTo>
                  <a:pt x="302" y="22"/>
                </a:lnTo>
                <a:lnTo>
                  <a:pt x="303" y="22"/>
                </a:lnTo>
                <a:lnTo>
                  <a:pt x="304" y="21"/>
                </a:lnTo>
                <a:lnTo>
                  <a:pt x="305" y="21"/>
                </a:lnTo>
                <a:lnTo>
                  <a:pt x="305" y="22"/>
                </a:lnTo>
                <a:lnTo>
                  <a:pt x="306" y="21"/>
                </a:lnTo>
                <a:lnTo>
                  <a:pt x="307" y="21"/>
                </a:lnTo>
                <a:lnTo>
                  <a:pt x="307" y="22"/>
                </a:lnTo>
                <a:lnTo>
                  <a:pt x="307" y="23"/>
                </a:lnTo>
                <a:lnTo>
                  <a:pt x="308" y="23"/>
                </a:lnTo>
                <a:lnTo>
                  <a:pt x="309" y="23"/>
                </a:lnTo>
                <a:lnTo>
                  <a:pt x="309" y="24"/>
                </a:lnTo>
                <a:lnTo>
                  <a:pt x="309" y="25"/>
                </a:lnTo>
                <a:lnTo>
                  <a:pt x="309" y="26"/>
                </a:lnTo>
                <a:lnTo>
                  <a:pt x="309" y="27"/>
                </a:lnTo>
                <a:lnTo>
                  <a:pt x="309" y="29"/>
                </a:lnTo>
                <a:lnTo>
                  <a:pt x="309" y="30"/>
                </a:lnTo>
                <a:lnTo>
                  <a:pt x="310" y="30"/>
                </a:lnTo>
                <a:lnTo>
                  <a:pt x="311" y="30"/>
                </a:lnTo>
                <a:lnTo>
                  <a:pt x="312" y="30"/>
                </a:lnTo>
                <a:lnTo>
                  <a:pt x="313" y="30"/>
                </a:lnTo>
                <a:lnTo>
                  <a:pt x="314" y="30"/>
                </a:lnTo>
                <a:lnTo>
                  <a:pt x="315" y="30"/>
                </a:lnTo>
                <a:lnTo>
                  <a:pt x="316" y="30"/>
                </a:lnTo>
                <a:lnTo>
                  <a:pt x="316" y="29"/>
                </a:lnTo>
                <a:lnTo>
                  <a:pt x="317" y="30"/>
                </a:lnTo>
                <a:lnTo>
                  <a:pt x="317" y="29"/>
                </a:lnTo>
                <a:lnTo>
                  <a:pt x="317" y="28"/>
                </a:lnTo>
                <a:lnTo>
                  <a:pt x="318" y="28"/>
                </a:lnTo>
                <a:lnTo>
                  <a:pt x="319" y="28"/>
                </a:lnTo>
                <a:lnTo>
                  <a:pt x="319" y="29"/>
                </a:lnTo>
                <a:lnTo>
                  <a:pt x="320" y="29"/>
                </a:lnTo>
                <a:lnTo>
                  <a:pt x="320" y="30"/>
                </a:lnTo>
                <a:lnTo>
                  <a:pt x="321" y="30"/>
                </a:lnTo>
                <a:lnTo>
                  <a:pt x="321" y="31"/>
                </a:lnTo>
                <a:lnTo>
                  <a:pt x="321" y="32"/>
                </a:lnTo>
                <a:lnTo>
                  <a:pt x="322" y="32"/>
                </a:lnTo>
                <a:lnTo>
                  <a:pt x="323" y="32"/>
                </a:lnTo>
                <a:lnTo>
                  <a:pt x="324" y="33"/>
                </a:lnTo>
                <a:lnTo>
                  <a:pt x="325" y="34"/>
                </a:lnTo>
                <a:lnTo>
                  <a:pt x="325" y="33"/>
                </a:lnTo>
                <a:lnTo>
                  <a:pt x="326" y="34"/>
                </a:lnTo>
                <a:lnTo>
                  <a:pt x="326" y="35"/>
                </a:lnTo>
                <a:lnTo>
                  <a:pt x="326" y="36"/>
                </a:lnTo>
                <a:lnTo>
                  <a:pt x="326" y="37"/>
                </a:lnTo>
                <a:lnTo>
                  <a:pt x="326" y="38"/>
                </a:lnTo>
                <a:lnTo>
                  <a:pt x="327" y="39"/>
                </a:lnTo>
                <a:lnTo>
                  <a:pt x="326" y="40"/>
                </a:lnTo>
                <a:lnTo>
                  <a:pt x="326" y="43"/>
                </a:lnTo>
                <a:lnTo>
                  <a:pt x="328" y="64"/>
                </a:lnTo>
                <a:lnTo>
                  <a:pt x="328" y="65"/>
                </a:lnTo>
                <a:lnTo>
                  <a:pt x="328" y="70"/>
                </a:lnTo>
                <a:lnTo>
                  <a:pt x="328" y="73"/>
                </a:lnTo>
                <a:lnTo>
                  <a:pt x="329" y="82"/>
                </a:lnTo>
                <a:lnTo>
                  <a:pt x="333" y="81"/>
                </a:lnTo>
                <a:lnTo>
                  <a:pt x="333" y="76"/>
                </a:lnTo>
                <a:lnTo>
                  <a:pt x="337" y="76"/>
                </a:lnTo>
                <a:lnTo>
                  <a:pt x="340" y="78"/>
                </a:lnTo>
                <a:lnTo>
                  <a:pt x="345" y="80"/>
                </a:lnTo>
                <a:lnTo>
                  <a:pt x="344" y="82"/>
                </a:lnTo>
                <a:lnTo>
                  <a:pt x="349" y="84"/>
                </a:lnTo>
                <a:lnTo>
                  <a:pt x="351" y="85"/>
                </a:lnTo>
                <a:lnTo>
                  <a:pt x="354" y="87"/>
                </a:lnTo>
                <a:lnTo>
                  <a:pt x="357" y="89"/>
                </a:lnTo>
                <a:lnTo>
                  <a:pt x="359" y="92"/>
                </a:lnTo>
                <a:lnTo>
                  <a:pt x="360" y="92"/>
                </a:lnTo>
                <a:lnTo>
                  <a:pt x="364" y="95"/>
                </a:lnTo>
                <a:lnTo>
                  <a:pt x="366" y="98"/>
                </a:lnTo>
                <a:lnTo>
                  <a:pt x="368" y="101"/>
                </a:lnTo>
                <a:lnTo>
                  <a:pt x="371" y="104"/>
                </a:lnTo>
                <a:lnTo>
                  <a:pt x="374" y="108"/>
                </a:lnTo>
                <a:lnTo>
                  <a:pt x="375" y="109"/>
                </a:lnTo>
                <a:lnTo>
                  <a:pt x="378" y="113"/>
                </a:lnTo>
                <a:lnTo>
                  <a:pt x="379" y="114"/>
                </a:lnTo>
                <a:lnTo>
                  <a:pt x="380" y="114"/>
                </a:lnTo>
                <a:lnTo>
                  <a:pt x="381" y="112"/>
                </a:lnTo>
                <a:lnTo>
                  <a:pt x="386" y="118"/>
                </a:lnTo>
                <a:lnTo>
                  <a:pt x="385" y="119"/>
                </a:lnTo>
                <a:lnTo>
                  <a:pt x="385" y="120"/>
                </a:lnTo>
                <a:lnTo>
                  <a:pt x="386" y="120"/>
                </a:lnTo>
                <a:lnTo>
                  <a:pt x="388" y="121"/>
                </a:lnTo>
                <a:lnTo>
                  <a:pt x="389" y="122"/>
                </a:lnTo>
                <a:lnTo>
                  <a:pt x="390" y="122"/>
                </a:lnTo>
                <a:lnTo>
                  <a:pt x="391" y="122"/>
                </a:lnTo>
                <a:lnTo>
                  <a:pt x="392" y="122"/>
                </a:lnTo>
                <a:lnTo>
                  <a:pt x="394" y="122"/>
                </a:lnTo>
                <a:lnTo>
                  <a:pt x="395" y="122"/>
                </a:lnTo>
                <a:lnTo>
                  <a:pt x="396" y="122"/>
                </a:lnTo>
                <a:lnTo>
                  <a:pt x="397" y="122"/>
                </a:lnTo>
                <a:lnTo>
                  <a:pt x="400" y="123"/>
                </a:lnTo>
                <a:lnTo>
                  <a:pt x="401" y="123"/>
                </a:lnTo>
                <a:lnTo>
                  <a:pt x="401" y="124"/>
                </a:lnTo>
                <a:lnTo>
                  <a:pt x="402" y="124"/>
                </a:lnTo>
                <a:lnTo>
                  <a:pt x="402" y="125"/>
                </a:lnTo>
                <a:lnTo>
                  <a:pt x="402" y="124"/>
                </a:lnTo>
                <a:lnTo>
                  <a:pt x="403" y="124"/>
                </a:lnTo>
                <a:lnTo>
                  <a:pt x="404" y="125"/>
                </a:lnTo>
                <a:lnTo>
                  <a:pt x="406" y="125"/>
                </a:lnTo>
                <a:lnTo>
                  <a:pt x="409" y="126"/>
                </a:lnTo>
                <a:lnTo>
                  <a:pt x="410" y="126"/>
                </a:lnTo>
                <a:lnTo>
                  <a:pt x="413" y="126"/>
                </a:lnTo>
                <a:lnTo>
                  <a:pt x="415" y="128"/>
                </a:lnTo>
                <a:lnTo>
                  <a:pt x="416" y="129"/>
                </a:lnTo>
                <a:lnTo>
                  <a:pt x="416" y="130"/>
                </a:lnTo>
                <a:lnTo>
                  <a:pt x="417" y="130"/>
                </a:lnTo>
                <a:lnTo>
                  <a:pt x="418" y="130"/>
                </a:lnTo>
                <a:lnTo>
                  <a:pt x="419" y="130"/>
                </a:lnTo>
                <a:lnTo>
                  <a:pt x="420" y="129"/>
                </a:lnTo>
                <a:lnTo>
                  <a:pt x="421" y="129"/>
                </a:lnTo>
                <a:lnTo>
                  <a:pt x="422" y="129"/>
                </a:lnTo>
                <a:lnTo>
                  <a:pt x="423" y="129"/>
                </a:lnTo>
                <a:lnTo>
                  <a:pt x="423" y="128"/>
                </a:lnTo>
                <a:lnTo>
                  <a:pt x="424" y="128"/>
                </a:lnTo>
                <a:lnTo>
                  <a:pt x="424" y="129"/>
                </a:lnTo>
                <a:lnTo>
                  <a:pt x="425" y="130"/>
                </a:lnTo>
                <a:lnTo>
                  <a:pt x="426" y="130"/>
                </a:lnTo>
                <a:lnTo>
                  <a:pt x="426" y="129"/>
                </a:lnTo>
                <a:lnTo>
                  <a:pt x="426" y="128"/>
                </a:lnTo>
                <a:lnTo>
                  <a:pt x="427" y="128"/>
                </a:lnTo>
                <a:lnTo>
                  <a:pt x="428" y="128"/>
                </a:lnTo>
                <a:lnTo>
                  <a:pt x="430" y="128"/>
                </a:lnTo>
                <a:lnTo>
                  <a:pt x="431" y="127"/>
                </a:lnTo>
                <a:lnTo>
                  <a:pt x="432" y="127"/>
                </a:lnTo>
                <a:lnTo>
                  <a:pt x="433" y="127"/>
                </a:lnTo>
                <a:lnTo>
                  <a:pt x="433" y="126"/>
                </a:lnTo>
                <a:lnTo>
                  <a:pt x="434" y="126"/>
                </a:lnTo>
                <a:lnTo>
                  <a:pt x="434" y="125"/>
                </a:lnTo>
                <a:lnTo>
                  <a:pt x="435" y="125"/>
                </a:lnTo>
                <a:lnTo>
                  <a:pt x="435" y="124"/>
                </a:lnTo>
                <a:lnTo>
                  <a:pt x="436" y="124"/>
                </a:lnTo>
                <a:lnTo>
                  <a:pt x="437" y="124"/>
                </a:lnTo>
                <a:lnTo>
                  <a:pt x="438" y="125"/>
                </a:lnTo>
                <a:lnTo>
                  <a:pt x="438" y="126"/>
                </a:lnTo>
                <a:lnTo>
                  <a:pt x="439" y="127"/>
                </a:lnTo>
                <a:lnTo>
                  <a:pt x="438" y="128"/>
                </a:lnTo>
                <a:lnTo>
                  <a:pt x="437" y="128"/>
                </a:lnTo>
                <a:lnTo>
                  <a:pt x="436" y="129"/>
                </a:lnTo>
                <a:lnTo>
                  <a:pt x="435" y="129"/>
                </a:lnTo>
                <a:lnTo>
                  <a:pt x="435" y="130"/>
                </a:lnTo>
                <a:lnTo>
                  <a:pt x="434" y="131"/>
                </a:lnTo>
                <a:lnTo>
                  <a:pt x="432" y="132"/>
                </a:lnTo>
                <a:lnTo>
                  <a:pt x="431" y="132"/>
                </a:lnTo>
                <a:lnTo>
                  <a:pt x="430" y="133"/>
                </a:lnTo>
                <a:lnTo>
                  <a:pt x="430" y="134"/>
                </a:lnTo>
                <a:lnTo>
                  <a:pt x="429" y="135"/>
                </a:lnTo>
                <a:lnTo>
                  <a:pt x="428" y="135"/>
                </a:lnTo>
                <a:lnTo>
                  <a:pt x="428" y="136"/>
                </a:lnTo>
                <a:lnTo>
                  <a:pt x="427" y="136"/>
                </a:lnTo>
                <a:lnTo>
                  <a:pt x="425" y="137"/>
                </a:lnTo>
                <a:lnTo>
                  <a:pt x="424" y="138"/>
                </a:lnTo>
                <a:lnTo>
                  <a:pt x="423" y="138"/>
                </a:lnTo>
                <a:lnTo>
                  <a:pt x="422" y="140"/>
                </a:lnTo>
                <a:lnTo>
                  <a:pt x="422" y="141"/>
                </a:lnTo>
                <a:lnTo>
                  <a:pt x="420" y="142"/>
                </a:lnTo>
                <a:lnTo>
                  <a:pt x="419" y="142"/>
                </a:lnTo>
                <a:lnTo>
                  <a:pt x="419" y="143"/>
                </a:lnTo>
                <a:lnTo>
                  <a:pt x="418" y="143"/>
                </a:lnTo>
                <a:lnTo>
                  <a:pt x="419" y="144"/>
                </a:lnTo>
                <a:lnTo>
                  <a:pt x="418" y="144"/>
                </a:lnTo>
                <a:lnTo>
                  <a:pt x="418" y="145"/>
                </a:lnTo>
                <a:lnTo>
                  <a:pt x="417" y="147"/>
                </a:lnTo>
                <a:lnTo>
                  <a:pt x="417" y="148"/>
                </a:lnTo>
                <a:lnTo>
                  <a:pt x="416" y="148"/>
                </a:lnTo>
                <a:lnTo>
                  <a:pt x="415" y="149"/>
                </a:lnTo>
                <a:lnTo>
                  <a:pt x="415" y="150"/>
                </a:lnTo>
                <a:lnTo>
                  <a:pt x="415" y="151"/>
                </a:lnTo>
                <a:lnTo>
                  <a:pt x="415" y="153"/>
                </a:lnTo>
                <a:lnTo>
                  <a:pt x="413" y="156"/>
                </a:lnTo>
                <a:lnTo>
                  <a:pt x="412" y="157"/>
                </a:lnTo>
                <a:lnTo>
                  <a:pt x="411" y="157"/>
                </a:lnTo>
                <a:lnTo>
                  <a:pt x="410" y="158"/>
                </a:lnTo>
                <a:lnTo>
                  <a:pt x="409" y="158"/>
                </a:lnTo>
                <a:lnTo>
                  <a:pt x="409" y="159"/>
                </a:lnTo>
                <a:lnTo>
                  <a:pt x="408" y="159"/>
                </a:lnTo>
                <a:lnTo>
                  <a:pt x="407" y="160"/>
                </a:lnTo>
                <a:lnTo>
                  <a:pt x="406" y="161"/>
                </a:lnTo>
                <a:lnTo>
                  <a:pt x="406" y="162"/>
                </a:lnTo>
                <a:lnTo>
                  <a:pt x="405" y="162"/>
                </a:lnTo>
                <a:lnTo>
                  <a:pt x="404" y="163"/>
                </a:lnTo>
                <a:lnTo>
                  <a:pt x="404" y="164"/>
                </a:lnTo>
                <a:lnTo>
                  <a:pt x="404" y="165"/>
                </a:lnTo>
                <a:lnTo>
                  <a:pt x="403" y="166"/>
                </a:lnTo>
                <a:lnTo>
                  <a:pt x="402" y="168"/>
                </a:lnTo>
                <a:lnTo>
                  <a:pt x="402" y="169"/>
                </a:lnTo>
                <a:lnTo>
                  <a:pt x="402" y="170"/>
                </a:lnTo>
                <a:lnTo>
                  <a:pt x="401" y="171"/>
                </a:lnTo>
                <a:lnTo>
                  <a:pt x="400" y="171"/>
                </a:lnTo>
                <a:lnTo>
                  <a:pt x="400" y="172"/>
                </a:lnTo>
                <a:lnTo>
                  <a:pt x="399" y="172"/>
                </a:lnTo>
                <a:lnTo>
                  <a:pt x="399" y="175"/>
                </a:lnTo>
                <a:lnTo>
                  <a:pt x="398" y="176"/>
                </a:lnTo>
                <a:lnTo>
                  <a:pt x="397" y="176"/>
                </a:lnTo>
                <a:lnTo>
                  <a:pt x="396" y="176"/>
                </a:lnTo>
                <a:lnTo>
                  <a:pt x="395" y="177"/>
                </a:lnTo>
                <a:lnTo>
                  <a:pt x="393" y="179"/>
                </a:lnTo>
                <a:lnTo>
                  <a:pt x="392" y="178"/>
                </a:lnTo>
                <a:lnTo>
                  <a:pt x="392" y="179"/>
                </a:lnTo>
                <a:lnTo>
                  <a:pt x="391" y="179"/>
                </a:lnTo>
                <a:lnTo>
                  <a:pt x="390" y="179"/>
                </a:lnTo>
                <a:lnTo>
                  <a:pt x="389" y="179"/>
                </a:lnTo>
                <a:lnTo>
                  <a:pt x="389" y="180"/>
                </a:lnTo>
                <a:lnTo>
                  <a:pt x="388" y="181"/>
                </a:lnTo>
                <a:lnTo>
                  <a:pt x="387" y="181"/>
                </a:lnTo>
                <a:lnTo>
                  <a:pt x="386" y="181"/>
                </a:lnTo>
                <a:lnTo>
                  <a:pt x="385" y="180"/>
                </a:lnTo>
                <a:lnTo>
                  <a:pt x="384" y="180"/>
                </a:lnTo>
                <a:lnTo>
                  <a:pt x="384" y="181"/>
                </a:lnTo>
                <a:lnTo>
                  <a:pt x="383" y="181"/>
                </a:lnTo>
                <a:lnTo>
                  <a:pt x="383" y="182"/>
                </a:lnTo>
                <a:lnTo>
                  <a:pt x="383" y="183"/>
                </a:lnTo>
                <a:lnTo>
                  <a:pt x="382" y="183"/>
                </a:lnTo>
                <a:lnTo>
                  <a:pt x="382" y="184"/>
                </a:lnTo>
                <a:lnTo>
                  <a:pt x="381" y="184"/>
                </a:lnTo>
                <a:lnTo>
                  <a:pt x="381" y="185"/>
                </a:lnTo>
                <a:lnTo>
                  <a:pt x="381" y="186"/>
                </a:lnTo>
                <a:lnTo>
                  <a:pt x="380" y="186"/>
                </a:lnTo>
                <a:lnTo>
                  <a:pt x="379" y="187"/>
                </a:lnTo>
                <a:lnTo>
                  <a:pt x="379" y="186"/>
                </a:lnTo>
                <a:lnTo>
                  <a:pt x="380" y="185"/>
                </a:lnTo>
                <a:lnTo>
                  <a:pt x="379" y="184"/>
                </a:lnTo>
                <a:lnTo>
                  <a:pt x="374" y="186"/>
                </a:lnTo>
                <a:lnTo>
                  <a:pt x="373" y="186"/>
                </a:lnTo>
                <a:lnTo>
                  <a:pt x="372" y="187"/>
                </a:lnTo>
                <a:lnTo>
                  <a:pt x="372" y="188"/>
                </a:lnTo>
                <a:lnTo>
                  <a:pt x="373" y="188"/>
                </a:lnTo>
                <a:lnTo>
                  <a:pt x="373" y="189"/>
                </a:lnTo>
                <a:lnTo>
                  <a:pt x="373" y="190"/>
                </a:lnTo>
                <a:lnTo>
                  <a:pt x="372" y="192"/>
                </a:lnTo>
                <a:lnTo>
                  <a:pt x="371" y="192"/>
                </a:lnTo>
                <a:lnTo>
                  <a:pt x="370" y="193"/>
                </a:lnTo>
                <a:lnTo>
                  <a:pt x="370" y="194"/>
                </a:lnTo>
                <a:lnTo>
                  <a:pt x="371" y="194"/>
                </a:lnTo>
                <a:lnTo>
                  <a:pt x="371" y="195"/>
                </a:lnTo>
                <a:lnTo>
                  <a:pt x="371" y="194"/>
                </a:lnTo>
                <a:lnTo>
                  <a:pt x="372" y="194"/>
                </a:lnTo>
                <a:lnTo>
                  <a:pt x="372" y="195"/>
                </a:lnTo>
                <a:lnTo>
                  <a:pt x="372" y="196"/>
                </a:lnTo>
                <a:lnTo>
                  <a:pt x="373" y="196"/>
                </a:lnTo>
                <a:lnTo>
                  <a:pt x="373" y="197"/>
                </a:lnTo>
                <a:lnTo>
                  <a:pt x="372" y="197"/>
                </a:lnTo>
                <a:lnTo>
                  <a:pt x="372" y="198"/>
                </a:lnTo>
                <a:lnTo>
                  <a:pt x="372" y="199"/>
                </a:lnTo>
                <a:lnTo>
                  <a:pt x="373" y="199"/>
                </a:lnTo>
                <a:lnTo>
                  <a:pt x="372" y="200"/>
                </a:lnTo>
                <a:lnTo>
                  <a:pt x="373" y="200"/>
                </a:lnTo>
                <a:lnTo>
                  <a:pt x="374" y="200"/>
                </a:lnTo>
                <a:lnTo>
                  <a:pt x="375" y="199"/>
                </a:lnTo>
                <a:lnTo>
                  <a:pt x="376" y="198"/>
                </a:lnTo>
                <a:lnTo>
                  <a:pt x="375" y="198"/>
                </a:lnTo>
                <a:lnTo>
                  <a:pt x="375" y="197"/>
                </a:lnTo>
                <a:lnTo>
                  <a:pt x="375" y="196"/>
                </a:lnTo>
                <a:lnTo>
                  <a:pt x="375" y="195"/>
                </a:lnTo>
                <a:lnTo>
                  <a:pt x="376" y="194"/>
                </a:lnTo>
                <a:lnTo>
                  <a:pt x="376" y="193"/>
                </a:lnTo>
                <a:lnTo>
                  <a:pt x="375" y="193"/>
                </a:lnTo>
                <a:lnTo>
                  <a:pt x="375" y="192"/>
                </a:lnTo>
                <a:lnTo>
                  <a:pt x="376" y="192"/>
                </a:lnTo>
                <a:lnTo>
                  <a:pt x="377" y="191"/>
                </a:lnTo>
                <a:lnTo>
                  <a:pt x="378" y="190"/>
                </a:lnTo>
                <a:lnTo>
                  <a:pt x="378" y="189"/>
                </a:lnTo>
                <a:lnTo>
                  <a:pt x="379" y="189"/>
                </a:lnTo>
                <a:lnTo>
                  <a:pt x="380" y="190"/>
                </a:lnTo>
                <a:lnTo>
                  <a:pt x="380" y="191"/>
                </a:lnTo>
                <a:lnTo>
                  <a:pt x="381" y="191"/>
                </a:lnTo>
                <a:lnTo>
                  <a:pt x="382" y="192"/>
                </a:lnTo>
                <a:lnTo>
                  <a:pt x="381" y="192"/>
                </a:lnTo>
                <a:lnTo>
                  <a:pt x="381" y="193"/>
                </a:lnTo>
                <a:lnTo>
                  <a:pt x="381" y="194"/>
                </a:lnTo>
                <a:lnTo>
                  <a:pt x="381" y="195"/>
                </a:lnTo>
                <a:lnTo>
                  <a:pt x="380" y="194"/>
                </a:lnTo>
                <a:lnTo>
                  <a:pt x="381" y="194"/>
                </a:lnTo>
                <a:lnTo>
                  <a:pt x="380" y="194"/>
                </a:lnTo>
                <a:lnTo>
                  <a:pt x="380" y="195"/>
                </a:lnTo>
                <a:lnTo>
                  <a:pt x="380" y="196"/>
                </a:lnTo>
                <a:lnTo>
                  <a:pt x="380" y="197"/>
                </a:lnTo>
                <a:lnTo>
                  <a:pt x="381" y="197"/>
                </a:lnTo>
                <a:lnTo>
                  <a:pt x="381" y="198"/>
                </a:lnTo>
                <a:lnTo>
                  <a:pt x="380" y="198"/>
                </a:lnTo>
                <a:lnTo>
                  <a:pt x="379" y="198"/>
                </a:lnTo>
                <a:lnTo>
                  <a:pt x="378" y="199"/>
                </a:lnTo>
                <a:lnTo>
                  <a:pt x="378" y="200"/>
                </a:lnTo>
                <a:lnTo>
                  <a:pt x="378" y="201"/>
                </a:lnTo>
                <a:lnTo>
                  <a:pt x="378" y="202"/>
                </a:lnTo>
                <a:lnTo>
                  <a:pt x="379" y="202"/>
                </a:lnTo>
                <a:lnTo>
                  <a:pt x="378" y="202"/>
                </a:lnTo>
                <a:lnTo>
                  <a:pt x="379" y="202"/>
                </a:lnTo>
                <a:lnTo>
                  <a:pt x="379" y="201"/>
                </a:lnTo>
                <a:lnTo>
                  <a:pt x="380" y="201"/>
                </a:lnTo>
                <a:lnTo>
                  <a:pt x="381" y="200"/>
                </a:lnTo>
                <a:lnTo>
                  <a:pt x="381" y="199"/>
                </a:lnTo>
                <a:lnTo>
                  <a:pt x="382" y="198"/>
                </a:lnTo>
                <a:lnTo>
                  <a:pt x="382" y="197"/>
                </a:lnTo>
                <a:lnTo>
                  <a:pt x="383" y="197"/>
                </a:lnTo>
                <a:lnTo>
                  <a:pt x="383" y="195"/>
                </a:lnTo>
                <a:lnTo>
                  <a:pt x="384" y="195"/>
                </a:lnTo>
                <a:lnTo>
                  <a:pt x="383" y="194"/>
                </a:lnTo>
                <a:lnTo>
                  <a:pt x="383" y="193"/>
                </a:lnTo>
                <a:lnTo>
                  <a:pt x="384" y="193"/>
                </a:lnTo>
                <a:lnTo>
                  <a:pt x="384" y="192"/>
                </a:lnTo>
                <a:lnTo>
                  <a:pt x="385" y="191"/>
                </a:lnTo>
                <a:lnTo>
                  <a:pt x="385" y="190"/>
                </a:lnTo>
                <a:lnTo>
                  <a:pt x="386" y="189"/>
                </a:lnTo>
                <a:lnTo>
                  <a:pt x="388" y="189"/>
                </a:lnTo>
                <a:lnTo>
                  <a:pt x="391" y="186"/>
                </a:lnTo>
                <a:lnTo>
                  <a:pt x="393" y="186"/>
                </a:lnTo>
                <a:lnTo>
                  <a:pt x="394" y="184"/>
                </a:lnTo>
                <a:lnTo>
                  <a:pt x="396" y="183"/>
                </a:lnTo>
                <a:lnTo>
                  <a:pt x="396" y="182"/>
                </a:lnTo>
                <a:lnTo>
                  <a:pt x="397" y="181"/>
                </a:lnTo>
                <a:lnTo>
                  <a:pt x="398" y="180"/>
                </a:lnTo>
                <a:lnTo>
                  <a:pt x="399" y="180"/>
                </a:lnTo>
                <a:lnTo>
                  <a:pt x="400" y="179"/>
                </a:lnTo>
                <a:lnTo>
                  <a:pt x="401" y="179"/>
                </a:lnTo>
                <a:lnTo>
                  <a:pt x="401" y="178"/>
                </a:lnTo>
                <a:lnTo>
                  <a:pt x="402" y="178"/>
                </a:lnTo>
                <a:lnTo>
                  <a:pt x="402" y="179"/>
                </a:lnTo>
                <a:lnTo>
                  <a:pt x="403" y="179"/>
                </a:lnTo>
                <a:lnTo>
                  <a:pt x="404" y="179"/>
                </a:lnTo>
                <a:lnTo>
                  <a:pt x="405" y="179"/>
                </a:lnTo>
                <a:lnTo>
                  <a:pt x="405" y="178"/>
                </a:lnTo>
                <a:lnTo>
                  <a:pt x="407" y="178"/>
                </a:lnTo>
                <a:lnTo>
                  <a:pt x="406" y="180"/>
                </a:lnTo>
                <a:lnTo>
                  <a:pt x="406" y="181"/>
                </a:lnTo>
                <a:lnTo>
                  <a:pt x="406" y="183"/>
                </a:lnTo>
                <a:lnTo>
                  <a:pt x="406" y="184"/>
                </a:lnTo>
                <a:lnTo>
                  <a:pt x="406" y="185"/>
                </a:lnTo>
                <a:lnTo>
                  <a:pt x="407" y="186"/>
                </a:lnTo>
                <a:lnTo>
                  <a:pt x="408" y="187"/>
                </a:lnTo>
                <a:lnTo>
                  <a:pt x="409" y="186"/>
                </a:lnTo>
                <a:lnTo>
                  <a:pt x="410" y="185"/>
                </a:lnTo>
                <a:lnTo>
                  <a:pt x="411" y="185"/>
                </a:lnTo>
                <a:lnTo>
                  <a:pt x="411" y="184"/>
                </a:lnTo>
                <a:lnTo>
                  <a:pt x="412" y="184"/>
                </a:lnTo>
                <a:lnTo>
                  <a:pt x="412" y="183"/>
                </a:lnTo>
                <a:lnTo>
                  <a:pt x="412" y="182"/>
                </a:lnTo>
                <a:lnTo>
                  <a:pt x="412" y="181"/>
                </a:lnTo>
                <a:lnTo>
                  <a:pt x="412" y="180"/>
                </a:lnTo>
                <a:lnTo>
                  <a:pt x="413" y="179"/>
                </a:lnTo>
                <a:lnTo>
                  <a:pt x="413" y="178"/>
                </a:lnTo>
                <a:lnTo>
                  <a:pt x="414" y="177"/>
                </a:lnTo>
                <a:lnTo>
                  <a:pt x="414" y="176"/>
                </a:lnTo>
                <a:lnTo>
                  <a:pt x="413" y="176"/>
                </a:lnTo>
                <a:lnTo>
                  <a:pt x="412" y="176"/>
                </a:lnTo>
                <a:lnTo>
                  <a:pt x="411" y="176"/>
                </a:lnTo>
                <a:lnTo>
                  <a:pt x="409" y="176"/>
                </a:lnTo>
                <a:lnTo>
                  <a:pt x="408" y="176"/>
                </a:lnTo>
                <a:lnTo>
                  <a:pt x="407" y="177"/>
                </a:lnTo>
                <a:lnTo>
                  <a:pt x="407" y="176"/>
                </a:lnTo>
                <a:lnTo>
                  <a:pt x="406" y="176"/>
                </a:lnTo>
                <a:lnTo>
                  <a:pt x="406" y="177"/>
                </a:lnTo>
                <a:lnTo>
                  <a:pt x="405" y="177"/>
                </a:lnTo>
                <a:lnTo>
                  <a:pt x="404" y="177"/>
                </a:lnTo>
                <a:lnTo>
                  <a:pt x="404" y="178"/>
                </a:lnTo>
                <a:lnTo>
                  <a:pt x="403" y="178"/>
                </a:lnTo>
                <a:lnTo>
                  <a:pt x="403" y="177"/>
                </a:lnTo>
                <a:lnTo>
                  <a:pt x="403" y="176"/>
                </a:lnTo>
                <a:lnTo>
                  <a:pt x="403" y="175"/>
                </a:lnTo>
                <a:lnTo>
                  <a:pt x="404" y="175"/>
                </a:lnTo>
                <a:lnTo>
                  <a:pt x="404" y="174"/>
                </a:lnTo>
                <a:lnTo>
                  <a:pt x="405" y="174"/>
                </a:lnTo>
                <a:lnTo>
                  <a:pt x="406" y="173"/>
                </a:lnTo>
                <a:lnTo>
                  <a:pt x="406" y="172"/>
                </a:lnTo>
                <a:lnTo>
                  <a:pt x="406" y="171"/>
                </a:lnTo>
                <a:lnTo>
                  <a:pt x="407" y="171"/>
                </a:lnTo>
                <a:lnTo>
                  <a:pt x="407" y="170"/>
                </a:lnTo>
                <a:lnTo>
                  <a:pt x="407" y="169"/>
                </a:lnTo>
                <a:lnTo>
                  <a:pt x="408" y="169"/>
                </a:lnTo>
                <a:lnTo>
                  <a:pt x="410" y="168"/>
                </a:lnTo>
                <a:lnTo>
                  <a:pt x="410" y="167"/>
                </a:lnTo>
                <a:lnTo>
                  <a:pt x="412" y="167"/>
                </a:lnTo>
                <a:lnTo>
                  <a:pt x="413" y="166"/>
                </a:lnTo>
                <a:lnTo>
                  <a:pt x="414" y="166"/>
                </a:lnTo>
                <a:lnTo>
                  <a:pt x="414" y="165"/>
                </a:lnTo>
                <a:lnTo>
                  <a:pt x="415" y="165"/>
                </a:lnTo>
                <a:lnTo>
                  <a:pt x="416" y="166"/>
                </a:lnTo>
                <a:lnTo>
                  <a:pt x="417" y="165"/>
                </a:lnTo>
                <a:lnTo>
                  <a:pt x="418" y="165"/>
                </a:lnTo>
                <a:lnTo>
                  <a:pt x="419" y="164"/>
                </a:lnTo>
                <a:lnTo>
                  <a:pt x="419" y="163"/>
                </a:lnTo>
                <a:lnTo>
                  <a:pt x="420" y="163"/>
                </a:lnTo>
                <a:lnTo>
                  <a:pt x="419" y="162"/>
                </a:lnTo>
                <a:lnTo>
                  <a:pt x="420" y="162"/>
                </a:lnTo>
                <a:lnTo>
                  <a:pt x="421" y="162"/>
                </a:lnTo>
                <a:lnTo>
                  <a:pt x="422" y="162"/>
                </a:lnTo>
                <a:lnTo>
                  <a:pt x="423" y="162"/>
                </a:lnTo>
                <a:lnTo>
                  <a:pt x="424" y="162"/>
                </a:lnTo>
                <a:lnTo>
                  <a:pt x="424" y="164"/>
                </a:lnTo>
                <a:lnTo>
                  <a:pt x="426" y="164"/>
                </a:lnTo>
                <a:lnTo>
                  <a:pt x="427" y="164"/>
                </a:lnTo>
                <a:lnTo>
                  <a:pt x="427" y="165"/>
                </a:lnTo>
                <a:lnTo>
                  <a:pt x="427" y="166"/>
                </a:lnTo>
                <a:lnTo>
                  <a:pt x="428" y="166"/>
                </a:lnTo>
                <a:lnTo>
                  <a:pt x="429" y="166"/>
                </a:lnTo>
                <a:lnTo>
                  <a:pt x="429" y="168"/>
                </a:lnTo>
                <a:lnTo>
                  <a:pt x="428" y="169"/>
                </a:lnTo>
                <a:lnTo>
                  <a:pt x="428" y="170"/>
                </a:lnTo>
                <a:lnTo>
                  <a:pt x="429" y="170"/>
                </a:lnTo>
                <a:lnTo>
                  <a:pt x="429" y="171"/>
                </a:lnTo>
                <a:lnTo>
                  <a:pt x="429" y="172"/>
                </a:lnTo>
                <a:lnTo>
                  <a:pt x="430" y="172"/>
                </a:lnTo>
                <a:lnTo>
                  <a:pt x="430" y="173"/>
                </a:lnTo>
                <a:lnTo>
                  <a:pt x="429" y="173"/>
                </a:lnTo>
                <a:lnTo>
                  <a:pt x="427" y="178"/>
                </a:lnTo>
                <a:lnTo>
                  <a:pt x="427" y="179"/>
                </a:lnTo>
                <a:lnTo>
                  <a:pt x="428" y="182"/>
                </a:lnTo>
                <a:lnTo>
                  <a:pt x="429" y="183"/>
                </a:lnTo>
                <a:lnTo>
                  <a:pt x="430" y="183"/>
                </a:lnTo>
                <a:lnTo>
                  <a:pt x="430" y="184"/>
                </a:lnTo>
                <a:lnTo>
                  <a:pt x="431" y="184"/>
                </a:lnTo>
                <a:lnTo>
                  <a:pt x="432" y="185"/>
                </a:lnTo>
                <a:lnTo>
                  <a:pt x="431" y="185"/>
                </a:lnTo>
                <a:lnTo>
                  <a:pt x="430" y="186"/>
                </a:lnTo>
                <a:lnTo>
                  <a:pt x="431" y="186"/>
                </a:lnTo>
                <a:lnTo>
                  <a:pt x="431" y="187"/>
                </a:lnTo>
                <a:lnTo>
                  <a:pt x="430" y="187"/>
                </a:lnTo>
                <a:lnTo>
                  <a:pt x="429" y="187"/>
                </a:lnTo>
                <a:lnTo>
                  <a:pt x="429" y="188"/>
                </a:lnTo>
                <a:lnTo>
                  <a:pt x="430" y="188"/>
                </a:lnTo>
                <a:lnTo>
                  <a:pt x="429" y="188"/>
                </a:lnTo>
                <a:lnTo>
                  <a:pt x="430" y="189"/>
                </a:lnTo>
                <a:lnTo>
                  <a:pt x="428" y="192"/>
                </a:lnTo>
                <a:lnTo>
                  <a:pt x="428" y="193"/>
                </a:lnTo>
                <a:lnTo>
                  <a:pt x="427" y="194"/>
                </a:lnTo>
                <a:lnTo>
                  <a:pt x="426" y="194"/>
                </a:lnTo>
                <a:lnTo>
                  <a:pt x="427" y="196"/>
                </a:lnTo>
                <a:lnTo>
                  <a:pt x="427" y="197"/>
                </a:lnTo>
                <a:lnTo>
                  <a:pt x="426" y="197"/>
                </a:lnTo>
                <a:lnTo>
                  <a:pt x="426" y="198"/>
                </a:lnTo>
                <a:lnTo>
                  <a:pt x="427" y="198"/>
                </a:lnTo>
                <a:lnTo>
                  <a:pt x="428" y="200"/>
                </a:lnTo>
                <a:lnTo>
                  <a:pt x="429" y="200"/>
                </a:lnTo>
                <a:lnTo>
                  <a:pt x="430" y="200"/>
                </a:lnTo>
                <a:lnTo>
                  <a:pt x="429" y="201"/>
                </a:lnTo>
                <a:lnTo>
                  <a:pt x="429" y="202"/>
                </a:lnTo>
                <a:lnTo>
                  <a:pt x="428" y="202"/>
                </a:lnTo>
                <a:lnTo>
                  <a:pt x="428" y="204"/>
                </a:lnTo>
                <a:lnTo>
                  <a:pt x="427" y="204"/>
                </a:lnTo>
                <a:lnTo>
                  <a:pt x="428" y="204"/>
                </a:lnTo>
                <a:lnTo>
                  <a:pt x="429" y="204"/>
                </a:lnTo>
                <a:lnTo>
                  <a:pt x="429" y="206"/>
                </a:lnTo>
                <a:lnTo>
                  <a:pt x="428" y="207"/>
                </a:lnTo>
                <a:lnTo>
                  <a:pt x="429" y="207"/>
                </a:lnTo>
                <a:lnTo>
                  <a:pt x="431" y="207"/>
                </a:lnTo>
                <a:lnTo>
                  <a:pt x="432" y="207"/>
                </a:lnTo>
                <a:lnTo>
                  <a:pt x="433" y="208"/>
                </a:lnTo>
                <a:lnTo>
                  <a:pt x="434" y="208"/>
                </a:lnTo>
                <a:lnTo>
                  <a:pt x="434" y="207"/>
                </a:lnTo>
                <a:lnTo>
                  <a:pt x="435" y="207"/>
                </a:lnTo>
                <a:lnTo>
                  <a:pt x="435" y="206"/>
                </a:lnTo>
                <a:lnTo>
                  <a:pt x="434" y="206"/>
                </a:lnTo>
                <a:lnTo>
                  <a:pt x="435" y="206"/>
                </a:lnTo>
                <a:lnTo>
                  <a:pt x="436" y="207"/>
                </a:lnTo>
                <a:lnTo>
                  <a:pt x="435" y="208"/>
                </a:lnTo>
                <a:lnTo>
                  <a:pt x="434" y="209"/>
                </a:lnTo>
                <a:lnTo>
                  <a:pt x="434" y="210"/>
                </a:lnTo>
                <a:lnTo>
                  <a:pt x="433" y="211"/>
                </a:lnTo>
                <a:lnTo>
                  <a:pt x="433" y="212"/>
                </a:lnTo>
                <a:lnTo>
                  <a:pt x="434" y="213"/>
                </a:lnTo>
                <a:lnTo>
                  <a:pt x="434" y="212"/>
                </a:lnTo>
                <a:lnTo>
                  <a:pt x="434" y="213"/>
                </a:lnTo>
                <a:lnTo>
                  <a:pt x="435" y="214"/>
                </a:lnTo>
                <a:lnTo>
                  <a:pt x="434" y="215"/>
                </a:lnTo>
                <a:lnTo>
                  <a:pt x="434" y="216"/>
                </a:lnTo>
                <a:lnTo>
                  <a:pt x="434" y="215"/>
                </a:lnTo>
                <a:lnTo>
                  <a:pt x="434" y="214"/>
                </a:lnTo>
                <a:lnTo>
                  <a:pt x="433" y="214"/>
                </a:lnTo>
                <a:lnTo>
                  <a:pt x="432" y="215"/>
                </a:lnTo>
                <a:lnTo>
                  <a:pt x="432" y="216"/>
                </a:lnTo>
                <a:lnTo>
                  <a:pt x="432" y="218"/>
                </a:lnTo>
                <a:lnTo>
                  <a:pt x="431" y="219"/>
                </a:lnTo>
                <a:lnTo>
                  <a:pt x="430" y="219"/>
                </a:lnTo>
                <a:lnTo>
                  <a:pt x="429" y="220"/>
                </a:lnTo>
                <a:lnTo>
                  <a:pt x="428" y="220"/>
                </a:lnTo>
                <a:lnTo>
                  <a:pt x="427" y="222"/>
                </a:lnTo>
                <a:lnTo>
                  <a:pt x="426" y="222"/>
                </a:lnTo>
                <a:lnTo>
                  <a:pt x="426" y="223"/>
                </a:lnTo>
                <a:lnTo>
                  <a:pt x="425" y="223"/>
                </a:lnTo>
                <a:lnTo>
                  <a:pt x="424" y="223"/>
                </a:lnTo>
                <a:lnTo>
                  <a:pt x="424" y="224"/>
                </a:lnTo>
                <a:lnTo>
                  <a:pt x="423" y="224"/>
                </a:lnTo>
                <a:lnTo>
                  <a:pt x="423" y="225"/>
                </a:lnTo>
                <a:lnTo>
                  <a:pt x="422" y="225"/>
                </a:lnTo>
                <a:lnTo>
                  <a:pt x="420" y="226"/>
                </a:lnTo>
                <a:lnTo>
                  <a:pt x="419" y="226"/>
                </a:lnTo>
                <a:lnTo>
                  <a:pt x="418" y="226"/>
                </a:lnTo>
                <a:lnTo>
                  <a:pt x="418" y="225"/>
                </a:lnTo>
                <a:lnTo>
                  <a:pt x="417" y="225"/>
                </a:lnTo>
                <a:lnTo>
                  <a:pt x="416" y="225"/>
                </a:lnTo>
                <a:lnTo>
                  <a:pt x="416" y="224"/>
                </a:lnTo>
                <a:lnTo>
                  <a:pt x="415" y="224"/>
                </a:lnTo>
                <a:lnTo>
                  <a:pt x="415" y="223"/>
                </a:lnTo>
                <a:lnTo>
                  <a:pt x="415" y="221"/>
                </a:lnTo>
                <a:lnTo>
                  <a:pt x="415" y="220"/>
                </a:lnTo>
                <a:lnTo>
                  <a:pt x="415" y="217"/>
                </a:lnTo>
                <a:lnTo>
                  <a:pt x="415" y="216"/>
                </a:lnTo>
                <a:lnTo>
                  <a:pt x="415" y="215"/>
                </a:lnTo>
                <a:lnTo>
                  <a:pt x="415" y="214"/>
                </a:lnTo>
                <a:lnTo>
                  <a:pt x="415" y="213"/>
                </a:lnTo>
                <a:lnTo>
                  <a:pt x="415" y="212"/>
                </a:lnTo>
                <a:lnTo>
                  <a:pt x="415" y="211"/>
                </a:lnTo>
                <a:lnTo>
                  <a:pt x="415" y="210"/>
                </a:lnTo>
                <a:lnTo>
                  <a:pt x="415" y="209"/>
                </a:lnTo>
                <a:lnTo>
                  <a:pt x="415" y="208"/>
                </a:lnTo>
                <a:lnTo>
                  <a:pt x="415" y="207"/>
                </a:lnTo>
                <a:lnTo>
                  <a:pt x="415" y="206"/>
                </a:lnTo>
                <a:lnTo>
                  <a:pt x="416" y="206"/>
                </a:lnTo>
                <a:lnTo>
                  <a:pt x="417" y="205"/>
                </a:lnTo>
                <a:lnTo>
                  <a:pt x="417" y="204"/>
                </a:lnTo>
                <a:lnTo>
                  <a:pt x="418" y="204"/>
                </a:lnTo>
                <a:lnTo>
                  <a:pt x="418" y="203"/>
                </a:lnTo>
                <a:lnTo>
                  <a:pt x="417" y="203"/>
                </a:lnTo>
                <a:lnTo>
                  <a:pt x="416" y="203"/>
                </a:lnTo>
                <a:lnTo>
                  <a:pt x="415" y="203"/>
                </a:lnTo>
                <a:lnTo>
                  <a:pt x="414" y="203"/>
                </a:lnTo>
                <a:lnTo>
                  <a:pt x="414" y="204"/>
                </a:lnTo>
                <a:lnTo>
                  <a:pt x="415" y="205"/>
                </a:lnTo>
                <a:lnTo>
                  <a:pt x="414" y="205"/>
                </a:lnTo>
                <a:lnTo>
                  <a:pt x="413" y="205"/>
                </a:lnTo>
                <a:lnTo>
                  <a:pt x="413" y="204"/>
                </a:lnTo>
                <a:lnTo>
                  <a:pt x="414" y="204"/>
                </a:lnTo>
                <a:lnTo>
                  <a:pt x="414" y="203"/>
                </a:lnTo>
                <a:lnTo>
                  <a:pt x="413" y="203"/>
                </a:lnTo>
                <a:lnTo>
                  <a:pt x="413" y="202"/>
                </a:lnTo>
                <a:lnTo>
                  <a:pt x="414" y="202"/>
                </a:lnTo>
                <a:lnTo>
                  <a:pt x="413" y="201"/>
                </a:lnTo>
                <a:lnTo>
                  <a:pt x="414" y="201"/>
                </a:lnTo>
                <a:lnTo>
                  <a:pt x="414" y="200"/>
                </a:lnTo>
                <a:lnTo>
                  <a:pt x="413" y="200"/>
                </a:lnTo>
                <a:lnTo>
                  <a:pt x="412" y="200"/>
                </a:lnTo>
                <a:lnTo>
                  <a:pt x="413" y="199"/>
                </a:lnTo>
                <a:lnTo>
                  <a:pt x="414" y="199"/>
                </a:lnTo>
                <a:lnTo>
                  <a:pt x="414" y="198"/>
                </a:lnTo>
                <a:lnTo>
                  <a:pt x="414" y="197"/>
                </a:lnTo>
                <a:lnTo>
                  <a:pt x="413" y="198"/>
                </a:lnTo>
                <a:lnTo>
                  <a:pt x="412" y="198"/>
                </a:lnTo>
                <a:lnTo>
                  <a:pt x="412" y="199"/>
                </a:lnTo>
                <a:lnTo>
                  <a:pt x="411" y="199"/>
                </a:lnTo>
                <a:lnTo>
                  <a:pt x="411" y="200"/>
                </a:lnTo>
                <a:lnTo>
                  <a:pt x="410" y="200"/>
                </a:lnTo>
                <a:lnTo>
                  <a:pt x="410" y="201"/>
                </a:lnTo>
                <a:lnTo>
                  <a:pt x="411" y="201"/>
                </a:lnTo>
                <a:lnTo>
                  <a:pt x="412" y="201"/>
                </a:lnTo>
                <a:lnTo>
                  <a:pt x="412" y="202"/>
                </a:lnTo>
                <a:lnTo>
                  <a:pt x="412" y="203"/>
                </a:lnTo>
                <a:lnTo>
                  <a:pt x="411" y="203"/>
                </a:lnTo>
                <a:lnTo>
                  <a:pt x="411" y="205"/>
                </a:lnTo>
                <a:lnTo>
                  <a:pt x="412" y="205"/>
                </a:lnTo>
                <a:lnTo>
                  <a:pt x="412" y="206"/>
                </a:lnTo>
                <a:lnTo>
                  <a:pt x="412" y="207"/>
                </a:lnTo>
                <a:lnTo>
                  <a:pt x="412" y="208"/>
                </a:lnTo>
                <a:lnTo>
                  <a:pt x="413" y="210"/>
                </a:lnTo>
                <a:lnTo>
                  <a:pt x="413" y="211"/>
                </a:lnTo>
                <a:lnTo>
                  <a:pt x="414" y="212"/>
                </a:lnTo>
                <a:lnTo>
                  <a:pt x="413" y="215"/>
                </a:lnTo>
                <a:lnTo>
                  <a:pt x="413" y="218"/>
                </a:lnTo>
                <a:lnTo>
                  <a:pt x="413" y="219"/>
                </a:lnTo>
                <a:lnTo>
                  <a:pt x="412" y="220"/>
                </a:lnTo>
                <a:lnTo>
                  <a:pt x="412" y="221"/>
                </a:lnTo>
                <a:lnTo>
                  <a:pt x="412" y="222"/>
                </a:lnTo>
                <a:lnTo>
                  <a:pt x="413" y="223"/>
                </a:lnTo>
                <a:lnTo>
                  <a:pt x="413" y="224"/>
                </a:lnTo>
                <a:lnTo>
                  <a:pt x="413" y="225"/>
                </a:lnTo>
                <a:lnTo>
                  <a:pt x="413" y="226"/>
                </a:lnTo>
                <a:lnTo>
                  <a:pt x="412" y="227"/>
                </a:lnTo>
                <a:lnTo>
                  <a:pt x="412" y="228"/>
                </a:lnTo>
                <a:lnTo>
                  <a:pt x="411" y="228"/>
                </a:lnTo>
                <a:lnTo>
                  <a:pt x="410" y="229"/>
                </a:lnTo>
                <a:lnTo>
                  <a:pt x="409" y="230"/>
                </a:lnTo>
                <a:lnTo>
                  <a:pt x="408" y="231"/>
                </a:lnTo>
                <a:lnTo>
                  <a:pt x="407" y="231"/>
                </a:lnTo>
                <a:lnTo>
                  <a:pt x="406" y="231"/>
                </a:lnTo>
                <a:lnTo>
                  <a:pt x="406" y="230"/>
                </a:lnTo>
                <a:lnTo>
                  <a:pt x="405" y="230"/>
                </a:lnTo>
                <a:lnTo>
                  <a:pt x="405" y="229"/>
                </a:lnTo>
                <a:lnTo>
                  <a:pt x="404" y="229"/>
                </a:lnTo>
                <a:lnTo>
                  <a:pt x="403" y="228"/>
                </a:lnTo>
                <a:lnTo>
                  <a:pt x="403" y="227"/>
                </a:lnTo>
                <a:lnTo>
                  <a:pt x="402" y="227"/>
                </a:lnTo>
                <a:lnTo>
                  <a:pt x="400" y="226"/>
                </a:lnTo>
                <a:lnTo>
                  <a:pt x="399" y="226"/>
                </a:lnTo>
                <a:lnTo>
                  <a:pt x="398" y="225"/>
                </a:lnTo>
                <a:lnTo>
                  <a:pt x="397" y="223"/>
                </a:lnTo>
                <a:lnTo>
                  <a:pt x="396" y="222"/>
                </a:lnTo>
                <a:lnTo>
                  <a:pt x="395" y="221"/>
                </a:lnTo>
                <a:lnTo>
                  <a:pt x="395" y="220"/>
                </a:lnTo>
                <a:lnTo>
                  <a:pt x="394" y="219"/>
                </a:lnTo>
                <a:lnTo>
                  <a:pt x="394" y="217"/>
                </a:lnTo>
                <a:lnTo>
                  <a:pt x="393" y="216"/>
                </a:lnTo>
                <a:lnTo>
                  <a:pt x="392" y="216"/>
                </a:lnTo>
                <a:lnTo>
                  <a:pt x="392" y="217"/>
                </a:lnTo>
                <a:lnTo>
                  <a:pt x="391" y="217"/>
                </a:lnTo>
                <a:lnTo>
                  <a:pt x="390" y="217"/>
                </a:lnTo>
                <a:lnTo>
                  <a:pt x="389" y="216"/>
                </a:lnTo>
                <a:lnTo>
                  <a:pt x="388" y="216"/>
                </a:lnTo>
                <a:lnTo>
                  <a:pt x="387" y="215"/>
                </a:lnTo>
                <a:lnTo>
                  <a:pt x="386" y="215"/>
                </a:lnTo>
                <a:lnTo>
                  <a:pt x="386" y="216"/>
                </a:lnTo>
                <a:lnTo>
                  <a:pt x="385" y="216"/>
                </a:lnTo>
                <a:lnTo>
                  <a:pt x="385" y="217"/>
                </a:lnTo>
                <a:lnTo>
                  <a:pt x="384" y="217"/>
                </a:lnTo>
                <a:lnTo>
                  <a:pt x="385" y="217"/>
                </a:lnTo>
                <a:lnTo>
                  <a:pt x="386" y="217"/>
                </a:lnTo>
                <a:lnTo>
                  <a:pt x="386" y="216"/>
                </a:lnTo>
                <a:lnTo>
                  <a:pt x="387" y="216"/>
                </a:lnTo>
                <a:lnTo>
                  <a:pt x="388" y="217"/>
                </a:lnTo>
                <a:lnTo>
                  <a:pt x="389" y="217"/>
                </a:lnTo>
                <a:lnTo>
                  <a:pt x="390" y="218"/>
                </a:lnTo>
                <a:lnTo>
                  <a:pt x="391" y="218"/>
                </a:lnTo>
                <a:lnTo>
                  <a:pt x="391" y="219"/>
                </a:lnTo>
                <a:lnTo>
                  <a:pt x="391" y="220"/>
                </a:lnTo>
                <a:lnTo>
                  <a:pt x="392" y="220"/>
                </a:lnTo>
                <a:lnTo>
                  <a:pt x="392" y="221"/>
                </a:lnTo>
                <a:lnTo>
                  <a:pt x="392" y="222"/>
                </a:lnTo>
                <a:lnTo>
                  <a:pt x="391" y="222"/>
                </a:lnTo>
                <a:lnTo>
                  <a:pt x="391" y="221"/>
                </a:lnTo>
                <a:lnTo>
                  <a:pt x="390" y="221"/>
                </a:lnTo>
                <a:lnTo>
                  <a:pt x="389" y="222"/>
                </a:lnTo>
                <a:lnTo>
                  <a:pt x="388" y="222"/>
                </a:lnTo>
                <a:lnTo>
                  <a:pt x="387" y="223"/>
                </a:lnTo>
                <a:lnTo>
                  <a:pt x="387" y="224"/>
                </a:lnTo>
                <a:lnTo>
                  <a:pt x="387" y="225"/>
                </a:lnTo>
                <a:lnTo>
                  <a:pt x="386" y="225"/>
                </a:lnTo>
                <a:lnTo>
                  <a:pt x="387" y="227"/>
                </a:lnTo>
                <a:lnTo>
                  <a:pt x="388" y="227"/>
                </a:lnTo>
                <a:lnTo>
                  <a:pt x="388" y="228"/>
                </a:lnTo>
                <a:lnTo>
                  <a:pt x="390" y="229"/>
                </a:lnTo>
                <a:lnTo>
                  <a:pt x="391" y="228"/>
                </a:lnTo>
                <a:lnTo>
                  <a:pt x="392" y="228"/>
                </a:lnTo>
                <a:lnTo>
                  <a:pt x="392" y="230"/>
                </a:lnTo>
                <a:lnTo>
                  <a:pt x="394" y="230"/>
                </a:lnTo>
                <a:lnTo>
                  <a:pt x="395" y="230"/>
                </a:lnTo>
                <a:lnTo>
                  <a:pt x="396" y="231"/>
                </a:lnTo>
                <a:lnTo>
                  <a:pt x="396" y="232"/>
                </a:lnTo>
                <a:lnTo>
                  <a:pt x="393" y="233"/>
                </a:lnTo>
                <a:lnTo>
                  <a:pt x="391" y="233"/>
                </a:lnTo>
                <a:lnTo>
                  <a:pt x="390" y="232"/>
                </a:lnTo>
                <a:lnTo>
                  <a:pt x="386" y="232"/>
                </a:lnTo>
                <a:lnTo>
                  <a:pt x="385" y="232"/>
                </a:lnTo>
                <a:lnTo>
                  <a:pt x="384" y="231"/>
                </a:lnTo>
                <a:lnTo>
                  <a:pt x="384" y="230"/>
                </a:lnTo>
                <a:lnTo>
                  <a:pt x="383" y="231"/>
                </a:lnTo>
                <a:lnTo>
                  <a:pt x="383" y="230"/>
                </a:lnTo>
                <a:lnTo>
                  <a:pt x="383" y="231"/>
                </a:lnTo>
                <a:lnTo>
                  <a:pt x="382" y="231"/>
                </a:lnTo>
                <a:lnTo>
                  <a:pt x="382" y="232"/>
                </a:lnTo>
                <a:lnTo>
                  <a:pt x="381" y="232"/>
                </a:lnTo>
                <a:lnTo>
                  <a:pt x="380" y="232"/>
                </a:lnTo>
                <a:lnTo>
                  <a:pt x="380" y="231"/>
                </a:lnTo>
                <a:lnTo>
                  <a:pt x="379" y="231"/>
                </a:lnTo>
                <a:lnTo>
                  <a:pt x="378" y="231"/>
                </a:lnTo>
                <a:lnTo>
                  <a:pt x="378" y="232"/>
                </a:lnTo>
                <a:lnTo>
                  <a:pt x="379" y="232"/>
                </a:lnTo>
                <a:lnTo>
                  <a:pt x="380" y="233"/>
                </a:lnTo>
                <a:lnTo>
                  <a:pt x="381" y="234"/>
                </a:lnTo>
                <a:lnTo>
                  <a:pt x="381" y="235"/>
                </a:lnTo>
                <a:lnTo>
                  <a:pt x="381" y="234"/>
                </a:lnTo>
                <a:lnTo>
                  <a:pt x="382" y="234"/>
                </a:lnTo>
                <a:lnTo>
                  <a:pt x="384" y="234"/>
                </a:lnTo>
                <a:lnTo>
                  <a:pt x="385" y="234"/>
                </a:lnTo>
                <a:lnTo>
                  <a:pt x="385" y="236"/>
                </a:lnTo>
                <a:lnTo>
                  <a:pt x="386" y="236"/>
                </a:lnTo>
                <a:lnTo>
                  <a:pt x="387" y="236"/>
                </a:lnTo>
                <a:lnTo>
                  <a:pt x="389" y="235"/>
                </a:lnTo>
                <a:lnTo>
                  <a:pt x="391" y="235"/>
                </a:lnTo>
                <a:lnTo>
                  <a:pt x="391" y="236"/>
                </a:lnTo>
                <a:lnTo>
                  <a:pt x="393" y="236"/>
                </a:lnTo>
                <a:lnTo>
                  <a:pt x="393" y="235"/>
                </a:lnTo>
                <a:lnTo>
                  <a:pt x="394" y="235"/>
                </a:lnTo>
                <a:lnTo>
                  <a:pt x="395" y="235"/>
                </a:lnTo>
                <a:lnTo>
                  <a:pt x="396" y="236"/>
                </a:lnTo>
                <a:lnTo>
                  <a:pt x="397" y="236"/>
                </a:lnTo>
                <a:lnTo>
                  <a:pt x="398" y="236"/>
                </a:lnTo>
                <a:lnTo>
                  <a:pt x="399" y="236"/>
                </a:lnTo>
                <a:lnTo>
                  <a:pt x="402" y="236"/>
                </a:lnTo>
                <a:lnTo>
                  <a:pt x="401" y="237"/>
                </a:lnTo>
                <a:lnTo>
                  <a:pt x="401" y="239"/>
                </a:lnTo>
                <a:lnTo>
                  <a:pt x="401" y="240"/>
                </a:lnTo>
                <a:lnTo>
                  <a:pt x="401" y="241"/>
                </a:lnTo>
                <a:lnTo>
                  <a:pt x="402" y="242"/>
                </a:lnTo>
                <a:lnTo>
                  <a:pt x="402" y="243"/>
                </a:lnTo>
                <a:lnTo>
                  <a:pt x="402" y="244"/>
                </a:lnTo>
                <a:lnTo>
                  <a:pt x="401" y="244"/>
                </a:lnTo>
                <a:lnTo>
                  <a:pt x="400" y="244"/>
                </a:lnTo>
                <a:lnTo>
                  <a:pt x="399" y="244"/>
                </a:lnTo>
                <a:lnTo>
                  <a:pt x="397" y="245"/>
                </a:lnTo>
                <a:lnTo>
                  <a:pt x="397" y="244"/>
                </a:lnTo>
                <a:lnTo>
                  <a:pt x="396" y="244"/>
                </a:lnTo>
                <a:lnTo>
                  <a:pt x="396" y="243"/>
                </a:lnTo>
                <a:lnTo>
                  <a:pt x="395" y="243"/>
                </a:lnTo>
                <a:lnTo>
                  <a:pt x="394" y="243"/>
                </a:lnTo>
                <a:lnTo>
                  <a:pt x="393" y="243"/>
                </a:lnTo>
                <a:lnTo>
                  <a:pt x="392" y="244"/>
                </a:lnTo>
                <a:lnTo>
                  <a:pt x="391" y="245"/>
                </a:lnTo>
                <a:lnTo>
                  <a:pt x="392" y="246"/>
                </a:lnTo>
                <a:lnTo>
                  <a:pt x="392" y="247"/>
                </a:lnTo>
                <a:lnTo>
                  <a:pt x="392" y="248"/>
                </a:lnTo>
                <a:lnTo>
                  <a:pt x="391" y="248"/>
                </a:lnTo>
                <a:lnTo>
                  <a:pt x="391" y="249"/>
                </a:lnTo>
                <a:lnTo>
                  <a:pt x="391" y="251"/>
                </a:lnTo>
                <a:lnTo>
                  <a:pt x="392" y="251"/>
                </a:lnTo>
                <a:lnTo>
                  <a:pt x="394" y="249"/>
                </a:lnTo>
                <a:lnTo>
                  <a:pt x="393" y="248"/>
                </a:lnTo>
                <a:lnTo>
                  <a:pt x="393" y="247"/>
                </a:lnTo>
                <a:lnTo>
                  <a:pt x="393" y="245"/>
                </a:lnTo>
                <a:lnTo>
                  <a:pt x="393" y="244"/>
                </a:lnTo>
                <a:lnTo>
                  <a:pt x="394" y="244"/>
                </a:lnTo>
                <a:lnTo>
                  <a:pt x="395" y="244"/>
                </a:lnTo>
                <a:lnTo>
                  <a:pt x="396" y="245"/>
                </a:lnTo>
                <a:lnTo>
                  <a:pt x="397" y="245"/>
                </a:lnTo>
                <a:lnTo>
                  <a:pt x="398" y="245"/>
                </a:lnTo>
                <a:lnTo>
                  <a:pt x="399" y="245"/>
                </a:lnTo>
                <a:lnTo>
                  <a:pt x="401" y="245"/>
                </a:lnTo>
                <a:lnTo>
                  <a:pt x="401" y="244"/>
                </a:lnTo>
                <a:lnTo>
                  <a:pt x="402" y="244"/>
                </a:lnTo>
                <a:lnTo>
                  <a:pt x="403" y="243"/>
                </a:lnTo>
                <a:lnTo>
                  <a:pt x="403" y="242"/>
                </a:lnTo>
                <a:lnTo>
                  <a:pt x="404" y="242"/>
                </a:lnTo>
                <a:lnTo>
                  <a:pt x="405" y="242"/>
                </a:lnTo>
                <a:lnTo>
                  <a:pt x="405" y="243"/>
                </a:lnTo>
                <a:lnTo>
                  <a:pt x="406" y="243"/>
                </a:lnTo>
                <a:lnTo>
                  <a:pt x="407" y="243"/>
                </a:lnTo>
                <a:lnTo>
                  <a:pt x="407" y="244"/>
                </a:lnTo>
                <a:lnTo>
                  <a:pt x="408" y="244"/>
                </a:lnTo>
                <a:lnTo>
                  <a:pt x="408" y="245"/>
                </a:lnTo>
                <a:lnTo>
                  <a:pt x="407" y="245"/>
                </a:lnTo>
                <a:lnTo>
                  <a:pt x="407" y="246"/>
                </a:lnTo>
                <a:lnTo>
                  <a:pt x="408" y="246"/>
                </a:lnTo>
                <a:lnTo>
                  <a:pt x="409" y="246"/>
                </a:lnTo>
                <a:lnTo>
                  <a:pt x="409" y="245"/>
                </a:lnTo>
                <a:lnTo>
                  <a:pt x="410" y="246"/>
                </a:lnTo>
                <a:lnTo>
                  <a:pt x="409" y="246"/>
                </a:lnTo>
                <a:lnTo>
                  <a:pt x="408" y="246"/>
                </a:lnTo>
                <a:lnTo>
                  <a:pt x="407" y="246"/>
                </a:lnTo>
                <a:lnTo>
                  <a:pt x="407" y="247"/>
                </a:lnTo>
                <a:lnTo>
                  <a:pt x="408" y="248"/>
                </a:lnTo>
                <a:lnTo>
                  <a:pt x="408" y="250"/>
                </a:lnTo>
                <a:lnTo>
                  <a:pt x="407" y="250"/>
                </a:lnTo>
                <a:lnTo>
                  <a:pt x="407" y="251"/>
                </a:lnTo>
                <a:lnTo>
                  <a:pt x="409" y="253"/>
                </a:lnTo>
                <a:lnTo>
                  <a:pt x="410" y="253"/>
                </a:lnTo>
                <a:lnTo>
                  <a:pt x="410" y="252"/>
                </a:lnTo>
                <a:lnTo>
                  <a:pt x="411" y="252"/>
                </a:lnTo>
                <a:lnTo>
                  <a:pt x="411" y="253"/>
                </a:lnTo>
                <a:lnTo>
                  <a:pt x="412" y="253"/>
                </a:lnTo>
                <a:lnTo>
                  <a:pt x="412" y="254"/>
                </a:lnTo>
                <a:lnTo>
                  <a:pt x="412" y="255"/>
                </a:lnTo>
                <a:lnTo>
                  <a:pt x="414" y="255"/>
                </a:lnTo>
                <a:lnTo>
                  <a:pt x="414" y="254"/>
                </a:lnTo>
                <a:lnTo>
                  <a:pt x="414" y="255"/>
                </a:lnTo>
                <a:lnTo>
                  <a:pt x="415" y="255"/>
                </a:lnTo>
                <a:lnTo>
                  <a:pt x="414" y="255"/>
                </a:lnTo>
                <a:lnTo>
                  <a:pt x="413" y="256"/>
                </a:lnTo>
                <a:lnTo>
                  <a:pt x="413" y="257"/>
                </a:lnTo>
                <a:lnTo>
                  <a:pt x="412" y="257"/>
                </a:lnTo>
                <a:lnTo>
                  <a:pt x="412" y="258"/>
                </a:lnTo>
                <a:lnTo>
                  <a:pt x="412" y="259"/>
                </a:lnTo>
                <a:lnTo>
                  <a:pt x="411" y="259"/>
                </a:lnTo>
                <a:lnTo>
                  <a:pt x="410" y="259"/>
                </a:lnTo>
                <a:lnTo>
                  <a:pt x="410" y="260"/>
                </a:lnTo>
                <a:lnTo>
                  <a:pt x="409" y="260"/>
                </a:lnTo>
                <a:lnTo>
                  <a:pt x="408" y="261"/>
                </a:lnTo>
                <a:lnTo>
                  <a:pt x="407" y="261"/>
                </a:lnTo>
                <a:lnTo>
                  <a:pt x="407" y="260"/>
                </a:lnTo>
                <a:lnTo>
                  <a:pt x="406" y="260"/>
                </a:lnTo>
                <a:lnTo>
                  <a:pt x="406" y="261"/>
                </a:lnTo>
                <a:lnTo>
                  <a:pt x="405" y="261"/>
                </a:lnTo>
                <a:lnTo>
                  <a:pt x="403" y="260"/>
                </a:lnTo>
                <a:lnTo>
                  <a:pt x="402" y="260"/>
                </a:lnTo>
                <a:lnTo>
                  <a:pt x="401" y="259"/>
                </a:lnTo>
                <a:lnTo>
                  <a:pt x="400" y="259"/>
                </a:lnTo>
                <a:lnTo>
                  <a:pt x="399" y="260"/>
                </a:lnTo>
                <a:lnTo>
                  <a:pt x="398" y="260"/>
                </a:lnTo>
                <a:lnTo>
                  <a:pt x="397" y="259"/>
                </a:lnTo>
                <a:lnTo>
                  <a:pt x="396" y="259"/>
                </a:lnTo>
                <a:lnTo>
                  <a:pt x="396" y="258"/>
                </a:lnTo>
                <a:lnTo>
                  <a:pt x="395" y="258"/>
                </a:lnTo>
                <a:lnTo>
                  <a:pt x="395" y="257"/>
                </a:lnTo>
                <a:lnTo>
                  <a:pt x="394" y="257"/>
                </a:lnTo>
                <a:lnTo>
                  <a:pt x="394" y="256"/>
                </a:lnTo>
                <a:lnTo>
                  <a:pt x="393" y="257"/>
                </a:lnTo>
                <a:lnTo>
                  <a:pt x="391" y="259"/>
                </a:lnTo>
                <a:lnTo>
                  <a:pt x="392" y="259"/>
                </a:lnTo>
                <a:lnTo>
                  <a:pt x="393" y="259"/>
                </a:lnTo>
                <a:lnTo>
                  <a:pt x="393" y="260"/>
                </a:lnTo>
                <a:lnTo>
                  <a:pt x="394" y="259"/>
                </a:lnTo>
                <a:lnTo>
                  <a:pt x="394" y="260"/>
                </a:lnTo>
                <a:lnTo>
                  <a:pt x="395" y="260"/>
                </a:lnTo>
                <a:lnTo>
                  <a:pt x="396" y="260"/>
                </a:lnTo>
                <a:lnTo>
                  <a:pt x="395" y="260"/>
                </a:lnTo>
                <a:lnTo>
                  <a:pt x="395" y="261"/>
                </a:lnTo>
                <a:lnTo>
                  <a:pt x="396" y="262"/>
                </a:lnTo>
                <a:lnTo>
                  <a:pt x="396" y="263"/>
                </a:lnTo>
                <a:lnTo>
                  <a:pt x="397" y="263"/>
                </a:lnTo>
                <a:lnTo>
                  <a:pt x="397" y="262"/>
                </a:lnTo>
                <a:lnTo>
                  <a:pt x="398" y="262"/>
                </a:lnTo>
                <a:lnTo>
                  <a:pt x="399" y="262"/>
                </a:lnTo>
                <a:lnTo>
                  <a:pt x="400" y="262"/>
                </a:lnTo>
                <a:lnTo>
                  <a:pt x="401" y="263"/>
                </a:lnTo>
                <a:lnTo>
                  <a:pt x="402" y="263"/>
                </a:lnTo>
                <a:lnTo>
                  <a:pt x="402" y="262"/>
                </a:lnTo>
                <a:lnTo>
                  <a:pt x="403" y="262"/>
                </a:lnTo>
                <a:lnTo>
                  <a:pt x="404" y="262"/>
                </a:lnTo>
                <a:lnTo>
                  <a:pt x="405" y="263"/>
                </a:lnTo>
                <a:lnTo>
                  <a:pt x="406" y="263"/>
                </a:lnTo>
                <a:lnTo>
                  <a:pt x="406" y="264"/>
                </a:lnTo>
                <a:lnTo>
                  <a:pt x="407" y="264"/>
                </a:lnTo>
                <a:lnTo>
                  <a:pt x="407" y="265"/>
                </a:lnTo>
                <a:lnTo>
                  <a:pt x="407" y="266"/>
                </a:lnTo>
                <a:lnTo>
                  <a:pt x="407" y="267"/>
                </a:lnTo>
                <a:lnTo>
                  <a:pt x="409" y="266"/>
                </a:lnTo>
                <a:lnTo>
                  <a:pt x="411" y="266"/>
                </a:lnTo>
                <a:lnTo>
                  <a:pt x="410" y="267"/>
                </a:lnTo>
                <a:lnTo>
                  <a:pt x="410" y="268"/>
                </a:lnTo>
                <a:lnTo>
                  <a:pt x="410" y="269"/>
                </a:lnTo>
                <a:lnTo>
                  <a:pt x="409" y="269"/>
                </a:lnTo>
                <a:lnTo>
                  <a:pt x="410" y="269"/>
                </a:lnTo>
                <a:lnTo>
                  <a:pt x="410" y="270"/>
                </a:lnTo>
                <a:lnTo>
                  <a:pt x="411" y="270"/>
                </a:lnTo>
                <a:lnTo>
                  <a:pt x="411" y="269"/>
                </a:lnTo>
                <a:lnTo>
                  <a:pt x="412" y="270"/>
                </a:lnTo>
                <a:lnTo>
                  <a:pt x="411" y="270"/>
                </a:lnTo>
                <a:lnTo>
                  <a:pt x="411" y="271"/>
                </a:lnTo>
                <a:lnTo>
                  <a:pt x="412" y="271"/>
                </a:lnTo>
                <a:lnTo>
                  <a:pt x="413" y="273"/>
                </a:lnTo>
                <a:lnTo>
                  <a:pt x="412" y="273"/>
                </a:lnTo>
                <a:lnTo>
                  <a:pt x="412" y="274"/>
                </a:lnTo>
                <a:lnTo>
                  <a:pt x="412" y="275"/>
                </a:lnTo>
                <a:lnTo>
                  <a:pt x="413" y="275"/>
                </a:lnTo>
                <a:lnTo>
                  <a:pt x="412" y="275"/>
                </a:lnTo>
                <a:lnTo>
                  <a:pt x="412" y="276"/>
                </a:lnTo>
                <a:lnTo>
                  <a:pt x="412" y="283"/>
                </a:lnTo>
                <a:lnTo>
                  <a:pt x="412" y="284"/>
                </a:lnTo>
                <a:lnTo>
                  <a:pt x="412" y="285"/>
                </a:lnTo>
                <a:lnTo>
                  <a:pt x="411" y="285"/>
                </a:lnTo>
                <a:lnTo>
                  <a:pt x="411" y="286"/>
                </a:lnTo>
                <a:lnTo>
                  <a:pt x="410" y="286"/>
                </a:lnTo>
                <a:lnTo>
                  <a:pt x="410" y="285"/>
                </a:lnTo>
                <a:lnTo>
                  <a:pt x="410" y="286"/>
                </a:lnTo>
                <a:lnTo>
                  <a:pt x="409" y="286"/>
                </a:lnTo>
                <a:lnTo>
                  <a:pt x="409" y="285"/>
                </a:lnTo>
                <a:lnTo>
                  <a:pt x="408" y="285"/>
                </a:lnTo>
                <a:lnTo>
                  <a:pt x="407" y="286"/>
                </a:lnTo>
                <a:lnTo>
                  <a:pt x="408" y="286"/>
                </a:lnTo>
                <a:lnTo>
                  <a:pt x="408" y="287"/>
                </a:lnTo>
                <a:lnTo>
                  <a:pt x="407" y="287"/>
                </a:lnTo>
                <a:lnTo>
                  <a:pt x="408" y="287"/>
                </a:lnTo>
                <a:lnTo>
                  <a:pt x="407" y="287"/>
                </a:lnTo>
                <a:lnTo>
                  <a:pt x="408" y="287"/>
                </a:lnTo>
                <a:lnTo>
                  <a:pt x="407" y="287"/>
                </a:lnTo>
                <a:lnTo>
                  <a:pt x="407" y="288"/>
                </a:lnTo>
                <a:lnTo>
                  <a:pt x="406" y="288"/>
                </a:lnTo>
                <a:lnTo>
                  <a:pt x="402" y="290"/>
                </a:lnTo>
                <a:lnTo>
                  <a:pt x="400" y="290"/>
                </a:lnTo>
                <a:lnTo>
                  <a:pt x="399" y="290"/>
                </a:lnTo>
                <a:lnTo>
                  <a:pt x="398" y="290"/>
                </a:lnTo>
                <a:lnTo>
                  <a:pt x="395" y="290"/>
                </a:lnTo>
                <a:lnTo>
                  <a:pt x="394" y="290"/>
                </a:lnTo>
                <a:lnTo>
                  <a:pt x="394" y="291"/>
                </a:lnTo>
                <a:lnTo>
                  <a:pt x="393" y="292"/>
                </a:lnTo>
                <a:lnTo>
                  <a:pt x="393" y="294"/>
                </a:lnTo>
                <a:lnTo>
                  <a:pt x="395" y="294"/>
                </a:lnTo>
                <a:lnTo>
                  <a:pt x="396" y="294"/>
                </a:lnTo>
                <a:lnTo>
                  <a:pt x="397" y="294"/>
                </a:lnTo>
                <a:lnTo>
                  <a:pt x="399" y="294"/>
                </a:lnTo>
                <a:lnTo>
                  <a:pt x="401" y="294"/>
                </a:lnTo>
                <a:lnTo>
                  <a:pt x="402" y="296"/>
                </a:lnTo>
                <a:lnTo>
                  <a:pt x="404" y="300"/>
                </a:lnTo>
                <a:lnTo>
                  <a:pt x="405" y="301"/>
                </a:lnTo>
                <a:lnTo>
                  <a:pt x="406" y="302"/>
                </a:lnTo>
                <a:lnTo>
                  <a:pt x="407" y="304"/>
                </a:lnTo>
                <a:lnTo>
                  <a:pt x="407" y="305"/>
                </a:lnTo>
                <a:lnTo>
                  <a:pt x="408" y="306"/>
                </a:lnTo>
                <a:lnTo>
                  <a:pt x="409" y="307"/>
                </a:lnTo>
                <a:lnTo>
                  <a:pt x="409" y="308"/>
                </a:lnTo>
                <a:lnTo>
                  <a:pt x="409" y="309"/>
                </a:lnTo>
                <a:lnTo>
                  <a:pt x="409" y="308"/>
                </a:lnTo>
                <a:lnTo>
                  <a:pt x="410" y="308"/>
                </a:lnTo>
                <a:lnTo>
                  <a:pt x="411" y="309"/>
                </a:lnTo>
                <a:lnTo>
                  <a:pt x="412" y="309"/>
                </a:lnTo>
                <a:lnTo>
                  <a:pt x="411" y="310"/>
                </a:lnTo>
                <a:lnTo>
                  <a:pt x="412" y="310"/>
                </a:lnTo>
                <a:lnTo>
                  <a:pt x="413" y="311"/>
                </a:lnTo>
                <a:lnTo>
                  <a:pt x="412" y="311"/>
                </a:lnTo>
                <a:lnTo>
                  <a:pt x="411" y="312"/>
                </a:lnTo>
                <a:lnTo>
                  <a:pt x="412" y="312"/>
                </a:lnTo>
                <a:lnTo>
                  <a:pt x="412" y="313"/>
                </a:lnTo>
                <a:lnTo>
                  <a:pt x="411" y="313"/>
                </a:lnTo>
                <a:lnTo>
                  <a:pt x="411" y="314"/>
                </a:lnTo>
                <a:lnTo>
                  <a:pt x="410" y="314"/>
                </a:lnTo>
                <a:lnTo>
                  <a:pt x="410" y="315"/>
                </a:lnTo>
                <a:lnTo>
                  <a:pt x="408" y="315"/>
                </a:lnTo>
                <a:lnTo>
                  <a:pt x="408" y="314"/>
                </a:lnTo>
                <a:lnTo>
                  <a:pt x="408" y="315"/>
                </a:lnTo>
                <a:lnTo>
                  <a:pt x="409" y="316"/>
                </a:lnTo>
                <a:lnTo>
                  <a:pt x="411" y="316"/>
                </a:lnTo>
                <a:lnTo>
                  <a:pt x="412" y="317"/>
                </a:lnTo>
                <a:lnTo>
                  <a:pt x="411" y="317"/>
                </a:lnTo>
                <a:lnTo>
                  <a:pt x="411" y="318"/>
                </a:lnTo>
                <a:lnTo>
                  <a:pt x="411" y="320"/>
                </a:lnTo>
                <a:lnTo>
                  <a:pt x="411" y="323"/>
                </a:lnTo>
                <a:lnTo>
                  <a:pt x="412" y="323"/>
                </a:lnTo>
                <a:lnTo>
                  <a:pt x="413" y="323"/>
                </a:lnTo>
                <a:lnTo>
                  <a:pt x="416" y="324"/>
                </a:lnTo>
                <a:lnTo>
                  <a:pt x="417" y="323"/>
                </a:lnTo>
                <a:lnTo>
                  <a:pt x="418" y="324"/>
                </a:lnTo>
                <a:lnTo>
                  <a:pt x="418" y="325"/>
                </a:lnTo>
                <a:lnTo>
                  <a:pt x="419" y="325"/>
                </a:lnTo>
                <a:lnTo>
                  <a:pt x="418" y="325"/>
                </a:lnTo>
                <a:lnTo>
                  <a:pt x="418" y="326"/>
                </a:lnTo>
                <a:lnTo>
                  <a:pt x="417" y="326"/>
                </a:lnTo>
                <a:lnTo>
                  <a:pt x="417" y="328"/>
                </a:lnTo>
                <a:lnTo>
                  <a:pt x="418" y="328"/>
                </a:lnTo>
                <a:lnTo>
                  <a:pt x="418" y="329"/>
                </a:lnTo>
                <a:lnTo>
                  <a:pt x="417" y="330"/>
                </a:lnTo>
                <a:lnTo>
                  <a:pt x="416" y="331"/>
                </a:lnTo>
                <a:lnTo>
                  <a:pt x="415" y="331"/>
                </a:lnTo>
                <a:lnTo>
                  <a:pt x="415" y="332"/>
                </a:lnTo>
                <a:lnTo>
                  <a:pt x="415" y="333"/>
                </a:lnTo>
                <a:lnTo>
                  <a:pt x="416" y="333"/>
                </a:lnTo>
                <a:lnTo>
                  <a:pt x="417" y="333"/>
                </a:lnTo>
                <a:lnTo>
                  <a:pt x="418" y="332"/>
                </a:lnTo>
                <a:lnTo>
                  <a:pt x="418" y="331"/>
                </a:lnTo>
                <a:lnTo>
                  <a:pt x="419" y="331"/>
                </a:lnTo>
                <a:lnTo>
                  <a:pt x="419" y="332"/>
                </a:lnTo>
                <a:lnTo>
                  <a:pt x="418" y="332"/>
                </a:lnTo>
                <a:lnTo>
                  <a:pt x="418" y="333"/>
                </a:lnTo>
                <a:lnTo>
                  <a:pt x="419" y="333"/>
                </a:lnTo>
                <a:lnTo>
                  <a:pt x="419" y="332"/>
                </a:lnTo>
                <a:lnTo>
                  <a:pt x="420" y="332"/>
                </a:lnTo>
                <a:lnTo>
                  <a:pt x="419" y="334"/>
                </a:lnTo>
                <a:lnTo>
                  <a:pt x="419" y="335"/>
                </a:lnTo>
                <a:lnTo>
                  <a:pt x="419" y="336"/>
                </a:lnTo>
                <a:lnTo>
                  <a:pt x="418" y="336"/>
                </a:lnTo>
                <a:lnTo>
                  <a:pt x="418" y="337"/>
                </a:lnTo>
                <a:lnTo>
                  <a:pt x="419" y="337"/>
                </a:lnTo>
                <a:lnTo>
                  <a:pt x="419" y="338"/>
                </a:lnTo>
                <a:lnTo>
                  <a:pt x="418" y="339"/>
                </a:lnTo>
                <a:lnTo>
                  <a:pt x="419" y="340"/>
                </a:lnTo>
                <a:lnTo>
                  <a:pt x="418" y="340"/>
                </a:lnTo>
                <a:lnTo>
                  <a:pt x="418" y="341"/>
                </a:lnTo>
                <a:lnTo>
                  <a:pt x="417" y="341"/>
                </a:lnTo>
                <a:lnTo>
                  <a:pt x="416" y="341"/>
                </a:lnTo>
                <a:lnTo>
                  <a:pt x="416" y="342"/>
                </a:lnTo>
                <a:lnTo>
                  <a:pt x="417" y="342"/>
                </a:lnTo>
                <a:lnTo>
                  <a:pt x="416" y="343"/>
                </a:lnTo>
                <a:lnTo>
                  <a:pt x="417" y="343"/>
                </a:lnTo>
                <a:lnTo>
                  <a:pt x="418" y="343"/>
                </a:lnTo>
                <a:lnTo>
                  <a:pt x="417" y="344"/>
                </a:lnTo>
                <a:lnTo>
                  <a:pt x="417" y="345"/>
                </a:lnTo>
                <a:lnTo>
                  <a:pt x="416" y="345"/>
                </a:lnTo>
                <a:lnTo>
                  <a:pt x="415" y="345"/>
                </a:lnTo>
                <a:lnTo>
                  <a:pt x="414" y="346"/>
                </a:lnTo>
                <a:lnTo>
                  <a:pt x="413" y="346"/>
                </a:lnTo>
                <a:lnTo>
                  <a:pt x="413" y="345"/>
                </a:lnTo>
                <a:lnTo>
                  <a:pt x="414" y="344"/>
                </a:lnTo>
                <a:lnTo>
                  <a:pt x="414" y="343"/>
                </a:lnTo>
                <a:lnTo>
                  <a:pt x="413" y="343"/>
                </a:lnTo>
                <a:lnTo>
                  <a:pt x="413" y="344"/>
                </a:lnTo>
                <a:lnTo>
                  <a:pt x="412" y="344"/>
                </a:lnTo>
                <a:lnTo>
                  <a:pt x="412" y="343"/>
                </a:lnTo>
                <a:lnTo>
                  <a:pt x="412" y="342"/>
                </a:lnTo>
                <a:lnTo>
                  <a:pt x="412" y="340"/>
                </a:lnTo>
                <a:lnTo>
                  <a:pt x="412" y="339"/>
                </a:lnTo>
                <a:lnTo>
                  <a:pt x="410" y="339"/>
                </a:lnTo>
                <a:lnTo>
                  <a:pt x="408" y="339"/>
                </a:lnTo>
                <a:lnTo>
                  <a:pt x="408" y="338"/>
                </a:lnTo>
                <a:lnTo>
                  <a:pt x="405" y="337"/>
                </a:lnTo>
                <a:lnTo>
                  <a:pt x="404" y="337"/>
                </a:lnTo>
                <a:lnTo>
                  <a:pt x="402" y="337"/>
                </a:lnTo>
                <a:lnTo>
                  <a:pt x="400" y="337"/>
                </a:lnTo>
                <a:lnTo>
                  <a:pt x="399" y="338"/>
                </a:lnTo>
                <a:lnTo>
                  <a:pt x="398" y="338"/>
                </a:lnTo>
                <a:lnTo>
                  <a:pt x="399" y="340"/>
                </a:lnTo>
                <a:lnTo>
                  <a:pt x="399" y="341"/>
                </a:lnTo>
                <a:lnTo>
                  <a:pt x="398" y="341"/>
                </a:lnTo>
                <a:lnTo>
                  <a:pt x="397" y="341"/>
                </a:lnTo>
                <a:lnTo>
                  <a:pt x="397" y="342"/>
                </a:lnTo>
                <a:lnTo>
                  <a:pt x="398" y="342"/>
                </a:lnTo>
                <a:lnTo>
                  <a:pt x="397" y="343"/>
                </a:lnTo>
                <a:lnTo>
                  <a:pt x="397" y="344"/>
                </a:lnTo>
                <a:lnTo>
                  <a:pt x="397" y="345"/>
                </a:lnTo>
                <a:lnTo>
                  <a:pt x="397" y="346"/>
                </a:lnTo>
                <a:lnTo>
                  <a:pt x="397" y="347"/>
                </a:lnTo>
                <a:lnTo>
                  <a:pt x="396" y="347"/>
                </a:lnTo>
                <a:lnTo>
                  <a:pt x="395" y="348"/>
                </a:lnTo>
                <a:lnTo>
                  <a:pt x="395" y="349"/>
                </a:lnTo>
                <a:lnTo>
                  <a:pt x="396" y="349"/>
                </a:lnTo>
                <a:lnTo>
                  <a:pt x="395" y="350"/>
                </a:lnTo>
                <a:lnTo>
                  <a:pt x="395" y="351"/>
                </a:lnTo>
                <a:lnTo>
                  <a:pt x="394" y="351"/>
                </a:lnTo>
                <a:lnTo>
                  <a:pt x="394" y="352"/>
                </a:lnTo>
                <a:lnTo>
                  <a:pt x="394" y="353"/>
                </a:lnTo>
                <a:lnTo>
                  <a:pt x="394" y="354"/>
                </a:lnTo>
                <a:lnTo>
                  <a:pt x="393" y="355"/>
                </a:lnTo>
                <a:lnTo>
                  <a:pt x="392" y="354"/>
                </a:lnTo>
                <a:lnTo>
                  <a:pt x="392" y="353"/>
                </a:lnTo>
                <a:lnTo>
                  <a:pt x="391" y="353"/>
                </a:lnTo>
                <a:lnTo>
                  <a:pt x="390" y="353"/>
                </a:lnTo>
                <a:lnTo>
                  <a:pt x="390" y="354"/>
                </a:lnTo>
                <a:lnTo>
                  <a:pt x="390" y="355"/>
                </a:lnTo>
                <a:lnTo>
                  <a:pt x="391" y="355"/>
                </a:lnTo>
                <a:lnTo>
                  <a:pt x="392" y="356"/>
                </a:lnTo>
                <a:lnTo>
                  <a:pt x="391" y="356"/>
                </a:lnTo>
                <a:lnTo>
                  <a:pt x="391" y="357"/>
                </a:lnTo>
                <a:lnTo>
                  <a:pt x="392" y="358"/>
                </a:lnTo>
                <a:lnTo>
                  <a:pt x="393" y="358"/>
                </a:lnTo>
                <a:lnTo>
                  <a:pt x="393" y="357"/>
                </a:lnTo>
                <a:lnTo>
                  <a:pt x="393" y="356"/>
                </a:lnTo>
                <a:lnTo>
                  <a:pt x="394" y="357"/>
                </a:lnTo>
                <a:lnTo>
                  <a:pt x="394" y="358"/>
                </a:lnTo>
                <a:lnTo>
                  <a:pt x="393" y="359"/>
                </a:lnTo>
                <a:lnTo>
                  <a:pt x="393" y="360"/>
                </a:lnTo>
                <a:lnTo>
                  <a:pt x="393" y="361"/>
                </a:lnTo>
                <a:lnTo>
                  <a:pt x="392" y="361"/>
                </a:lnTo>
                <a:lnTo>
                  <a:pt x="391" y="363"/>
                </a:lnTo>
                <a:lnTo>
                  <a:pt x="391" y="364"/>
                </a:lnTo>
                <a:lnTo>
                  <a:pt x="390" y="364"/>
                </a:lnTo>
                <a:lnTo>
                  <a:pt x="390" y="363"/>
                </a:lnTo>
                <a:lnTo>
                  <a:pt x="390" y="364"/>
                </a:lnTo>
                <a:lnTo>
                  <a:pt x="389" y="364"/>
                </a:lnTo>
                <a:lnTo>
                  <a:pt x="388" y="364"/>
                </a:lnTo>
                <a:lnTo>
                  <a:pt x="388" y="363"/>
                </a:lnTo>
                <a:lnTo>
                  <a:pt x="387" y="363"/>
                </a:lnTo>
                <a:lnTo>
                  <a:pt x="386" y="363"/>
                </a:lnTo>
                <a:lnTo>
                  <a:pt x="384" y="362"/>
                </a:lnTo>
                <a:lnTo>
                  <a:pt x="383" y="362"/>
                </a:lnTo>
                <a:lnTo>
                  <a:pt x="383" y="363"/>
                </a:lnTo>
                <a:lnTo>
                  <a:pt x="382" y="363"/>
                </a:lnTo>
                <a:lnTo>
                  <a:pt x="382" y="364"/>
                </a:lnTo>
                <a:lnTo>
                  <a:pt x="382" y="365"/>
                </a:lnTo>
                <a:lnTo>
                  <a:pt x="382" y="366"/>
                </a:lnTo>
                <a:lnTo>
                  <a:pt x="382" y="367"/>
                </a:lnTo>
                <a:lnTo>
                  <a:pt x="382" y="368"/>
                </a:lnTo>
                <a:lnTo>
                  <a:pt x="381" y="368"/>
                </a:lnTo>
                <a:lnTo>
                  <a:pt x="382" y="369"/>
                </a:lnTo>
                <a:lnTo>
                  <a:pt x="383" y="370"/>
                </a:lnTo>
                <a:lnTo>
                  <a:pt x="384" y="370"/>
                </a:lnTo>
                <a:lnTo>
                  <a:pt x="384" y="369"/>
                </a:lnTo>
                <a:lnTo>
                  <a:pt x="384" y="370"/>
                </a:lnTo>
                <a:lnTo>
                  <a:pt x="384" y="371"/>
                </a:lnTo>
                <a:lnTo>
                  <a:pt x="384" y="372"/>
                </a:lnTo>
                <a:lnTo>
                  <a:pt x="383" y="372"/>
                </a:lnTo>
                <a:lnTo>
                  <a:pt x="383" y="373"/>
                </a:lnTo>
                <a:lnTo>
                  <a:pt x="384" y="373"/>
                </a:lnTo>
                <a:lnTo>
                  <a:pt x="385" y="374"/>
                </a:lnTo>
                <a:lnTo>
                  <a:pt x="384" y="374"/>
                </a:lnTo>
                <a:lnTo>
                  <a:pt x="383" y="374"/>
                </a:lnTo>
                <a:lnTo>
                  <a:pt x="382" y="374"/>
                </a:lnTo>
                <a:lnTo>
                  <a:pt x="382" y="373"/>
                </a:lnTo>
                <a:lnTo>
                  <a:pt x="381" y="373"/>
                </a:lnTo>
                <a:lnTo>
                  <a:pt x="381" y="374"/>
                </a:lnTo>
                <a:lnTo>
                  <a:pt x="380" y="374"/>
                </a:lnTo>
                <a:lnTo>
                  <a:pt x="380" y="373"/>
                </a:lnTo>
                <a:lnTo>
                  <a:pt x="379" y="373"/>
                </a:lnTo>
                <a:lnTo>
                  <a:pt x="379" y="374"/>
                </a:lnTo>
                <a:lnTo>
                  <a:pt x="378" y="374"/>
                </a:lnTo>
                <a:lnTo>
                  <a:pt x="378" y="375"/>
                </a:lnTo>
                <a:lnTo>
                  <a:pt x="379" y="375"/>
                </a:lnTo>
                <a:lnTo>
                  <a:pt x="380" y="375"/>
                </a:lnTo>
                <a:lnTo>
                  <a:pt x="380" y="376"/>
                </a:lnTo>
                <a:lnTo>
                  <a:pt x="380" y="377"/>
                </a:lnTo>
                <a:lnTo>
                  <a:pt x="380" y="376"/>
                </a:lnTo>
                <a:lnTo>
                  <a:pt x="379" y="376"/>
                </a:lnTo>
                <a:lnTo>
                  <a:pt x="379" y="377"/>
                </a:lnTo>
                <a:lnTo>
                  <a:pt x="379" y="376"/>
                </a:lnTo>
                <a:lnTo>
                  <a:pt x="378" y="376"/>
                </a:lnTo>
                <a:lnTo>
                  <a:pt x="377" y="375"/>
                </a:lnTo>
                <a:lnTo>
                  <a:pt x="377" y="376"/>
                </a:lnTo>
                <a:lnTo>
                  <a:pt x="376" y="376"/>
                </a:lnTo>
                <a:lnTo>
                  <a:pt x="376" y="377"/>
                </a:lnTo>
                <a:lnTo>
                  <a:pt x="377" y="377"/>
                </a:lnTo>
                <a:lnTo>
                  <a:pt x="378" y="377"/>
                </a:lnTo>
                <a:lnTo>
                  <a:pt x="375" y="378"/>
                </a:lnTo>
                <a:lnTo>
                  <a:pt x="374" y="379"/>
                </a:lnTo>
                <a:lnTo>
                  <a:pt x="373" y="379"/>
                </a:lnTo>
                <a:lnTo>
                  <a:pt x="373" y="380"/>
                </a:lnTo>
                <a:lnTo>
                  <a:pt x="372" y="379"/>
                </a:lnTo>
                <a:lnTo>
                  <a:pt x="370" y="380"/>
                </a:lnTo>
                <a:lnTo>
                  <a:pt x="370" y="381"/>
                </a:lnTo>
                <a:lnTo>
                  <a:pt x="370" y="380"/>
                </a:lnTo>
                <a:lnTo>
                  <a:pt x="370" y="379"/>
                </a:lnTo>
                <a:lnTo>
                  <a:pt x="369" y="379"/>
                </a:lnTo>
                <a:lnTo>
                  <a:pt x="369" y="378"/>
                </a:lnTo>
                <a:lnTo>
                  <a:pt x="370" y="378"/>
                </a:lnTo>
                <a:lnTo>
                  <a:pt x="370" y="377"/>
                </a:lnTo>
                <a:lnTo>
                  <a:pt x="370" y="376"/>
                </a:lnTo>
                <a:lnTo>
                  <a:pt x="369" y="376"/>
                </a:lnTo>
                <a:lnTo>
                  <a:pt x="368" y="375"/>
                </a:lnTo>
                <a:lnTo>
                  <a:pt x="368" y="374"/>
                </a:lnTo>
                <a:lnTo>
                  <a:pt x="367" y="374"/>
                </a:lnTo>
                <a:lnTo>
                  <a:pt x="367" y="373"/>
                </a:lnTo>
                <a:lnTo>
                  <a:pt x="367" y="372"/>
                </a:lnTo>
                <a:lnTo>
                  <a:pt x="366" y="371"/>
                </a:lnTo>
                <a:lnTo>
                  <a:pt x="366" y="370"/>
                </a:lnTo>
                <a:lnTo>
                  <a:pt x="365" y="369"/>
                </a:lnTo>
                <a:lnTo>
                  <a:pt x="366" y="368"/>
                </a:lnTo>
                <a:lnTo>
                  <a:pt x="367" y="368"/>
                </a:lnTo>
                <a:lnTo>
                  <a:pt x="368" y="368"/>
                </a:lnTo>
                <a:lnTo>
                  <a:pt x="369" y="368"/>
                </a:lnTo>
                <a:lnTo>
                  <a:pt x="368" y="367"/>
                </a:lnTo>
                <a:lnTo>
                  <a:pt x="369" y="366"/>
                </a:lnTo>
                <a:lnTo>
                  <a:pt x="370" y="366"/>
                </a:lnTo>
                <a:lnTo>
                  <a:pt x="371" y="365"/>
                </a:lnTo>
                <a:lnTo>
                  <a:pt x="371" y="364"/>
                </a:lnTo>
                <a:lnTo>
                  <a:pt x="372" y="363"/>
                </a:lnTo>
                <a:lnTo>
                  <a:pt x="373" y="363"/>
                </a:lnTo>
                <a:lnTo>
                  <a:pt x="373" y="362"/>
                </a:lnTo>
                <a:lnTo>
                  <a:pt x="372" y="361"/>
                </a:lnTo>
                <a:lnTo>
                  <a:pt x="373" y="360"/>
                </a:lnTo>
                <a:lnTo>
                  <a:pt x="372" y="359"/>
                </a:lnTo>
                <a:lnTo>
                  <a:pt x="371" y="358"/>
                </a:lnTo>
                <a:lnTo>
                  <a:pt x="371" y="357"/>
                </a:lnTo>
                <a:lnTo>
                  <a:pt x="372" y="352"/>
                </a:lnTo>
                <a:lnTo>
                  <a:pt x="373" y="351"/>
                </a:lnTo>
                <a:lnTo>
                  <a:pt x="374" y="351"/>
                </a:lnTo>
                <a:lnTo>
                  <a:pt x="374" y="350"/>
                </a:lnTo>
                <a:lnTo>
                  <a:pt x="375" y="349"/>
                </a:lnTo>
                <a:lnTo>
                  <a:pt x="374" y="348"/>
                </a:lnTo>
                <a:lnTo>
                  <a:pt x="374" y="347"/>
                </a:lnTo>
                <a:lnTo>
                  <a:pt x="375" y="347"/>
                </a:lnTo>
                <a:lnTo>
                  <a:pt x="374" y="347"/>
                </a:lnTo>
                <a:lnTo>
                  <a:pt x="373" y="347"/>
                </a:lnTo>
                <a:lnTo>
                  <a:pt x="373" y="346"/>
                </a:lnTo>
                <a:lnTo>
                  <a:pt x="374" y="346"/>
                </a:lnTo>
                <a:lnTo>
                  <a:pt x="373" y="346"/>
                </a:lnTo>
                <a:lnTo>
                  <a:pt x="373" y="345"/>
                </a:lnTo>
                <a:lnTo>
                  <a:pt x="372" y="345"/>
                </a:lnTo>
                <a:lnTo>
                  <a:pt x="371" y="344"/>
                </a:lnTo>
                <a:lnTo>
                  <a:pt x="371" y="343"/>
                </a:lnTo>
                <a:lnTo>
                  <a:pt x="371" y="342"/>
                </a:lnTo>
                <a:lnTo>
                  <a:pt x="371" y="341"/>
                </a:lnTo>
                <a:lnTo>
                  <a:pt x="372" y="341"/>
                </a:lnTo>
                <a:lnTo>
                  <a:pt x="373" y="340"/>
                </a:lnTo>
                <a:lnTo>
                  <a:pt x="371" y="340"/>
                </a:lnTo>
                <a:lnTo>
                  <a:pt x="370" y="340"/>
                </a:lnTo>
                <a:lnTo>
                  <a:pt x="370" y="339"/>
                </a:lnTo>
                <a:lnTo>
                  <a:pt x="370" y="338"/>
                </a:lnTo>
                <a:lnTo>
                  <a:pt x="369" y="337"/>
                </a:lnTo>
                <a:lnTo>
                  <a:pt x="368" y="337"/>
                </a:lnTo>
                <a:lnTo>
                  <a:pt x="368" y="336"/>
                </a:lnTo>
                <a:lnTo>
                  <a:pt x="368" y="335"/>
                </a:lnTo>
                <a:lnTo>
                  <a:pt x="367" y="335"/>
                </a:lnTo>
                <a:lnTo>
                  <a:pt x="366" y="336"/>
                </a:lnTo>
                <a:lnTo>
                  <a:pt x="366" y="337"/>
                </a:lnTo>
                <a:lnTo>
                  <a:pt x="365" y="337"/>
                </a:lnTo>
                <a:lnTo>
                  <a:pt x="365" y="336"/>
                </a:lnTo>
                <a:lnTo>
                  <a:pt x="364" y="336"/>
                </a:lnTo>
                <a:lnTo>
                  <a:pt x="365" y="338"/>
                </a:lnTo>
                <a:lnTo>
                  <a:pt x="366" y="338"/>
                </a:lnTo>
                <a:lnTo>
                  <a:pt x="367" y="338"/>
                </a:lnTo>
                <a:lnTo>
                  <a:pt x="367" y="339"/>
                </a:lnTo>
                <a:lnTo>
                  <a:pt x="367" y="340"/>
                </a:lnTo>
                <a:lnTo>
                  <a:pt x="366" y="340"/>
                </a:lnTo>
                <a:lnTo>
                  <a:pt x="365" y="340"/>
                </a:lnTo>
                <a:lnTo>
                  <a:pt x="365" y="341"/>
                </a:lnTo>
                <a:lnTo>
                  <a:pt x="364" y="341"/>
                </a:lnTo>
                <a:lnTo>
                  <a:pt x="364" y="342"/>
                </a:lnTo>
                <a:lnTo>
                  <a:pt x="363" y="342"/>
                </a:lnTo>
                <a:lnTo>
                  <a:pt x="363" y="343"/>
                </a:lnTo>
                <a:lnTo>
                  <a:pt x="363" y="344"/>
                </a:lnTo>
                <a:lnTo>
                  <a:pt x="363" y="345"/>
                </a:lnTo>
                <a:lnTo>
                  <a:pt x="362" y="346"/>
                </a:lnTo>
                <a:lnTo>
                  <a:pt x="362" y="347"/>
                </a:lnTo>
                <a:lnTo>
                  <a:pt x="363" y="348"/>
                </a:lnTo>
                <a:lnTo>
                  <a:pt x="362" y="348"/>
                </a:lnTo>
                <a:lnTo>
                  <a:pt x="362" y="349"/>
                </a:lnTo>
                <a:lnTo>
                  <a:pt x="361" y="349"/>
                </a:lnTo>
                <a:lnTo>
                  <a:pt x="361" y="350"/>
                </a:lnTo>
                <a:lnTo>
                  <a:pt x="360" y="350"/>
                </a:lnTo>
                <a:lnTo>
                  <a:pt x="359" y="350"/>
                </a:lnTo>
                <a:lnTo>
                  <a:pt x="358" y="351"/>
                </a:lnTo>
                <a:lnTo>
                  <a:pt x="357" y="351"/>
                </a:lnTo>
                <a:lnTo>
                  <a:pt x="357" y="350"/>
                </a:lnTo>
                <a:lnTo>
                  <a:pt x="357" y="349"/>
                </a:lnTo>
                <a:lnTo>
                  <a:pt x="356" y="350"/>
                </a:lnTo>
                <a:lnTo>
                  <a:pt x="356" y="351"/>
                </a:lnTo>
                <a:lnTo>
                  <a:pt x="355" y="351"/>
                </a:lnTo>
                <a:lnTo>
                  <a:pt x="356" y="351"/>
                </a:lnTo>
                <a:lnTo>
                  <a:pt x="357" y="352"/>
                </a:lnTo>
                <a:lnTo>
                  <a:pt x="358" y="351"/>
                </a:lnTo>
                <a:lnTo>
                  <a:pt x="359" y="351"/>
                </a:lnTo>
                <a:lnTo>
                  <a:pt x="360" y="351"/>
                </a:lnTo>
                <a:lnTo>
                  <a:pt x="361" y="351"/>
                </a:lnTo>
                <a:lnTo>
                  <a:pt x="361" y="352"/>
                </a:lnTo>
                <a:lnTo>
                  <a:pt x="362" y="353"/>
                </a:lnTo>
                <a:lnTo>
                  <a:pt x="363" y="355"/>
                </a:lnTo>
                <a:lnTo>
                  <a:pt x="363" y="359"/>
                </a:lnTo>
                <a:lnTo>
                  <a:pt x="361" y="361"/>
                </a:lnTo>
                <a:lnTo>
                  <a:pt x="361" y="362"/>
                </a:lnTo>
                <a:lnTo>
                  <a:pt x="361" y="363"/>
                </a:lnTo>
                <a:lnTo>
                  <a:pt x="361" y="364"/>
                </a:lnTo>
                <a:lnTo>
                  <a:pt x="361" y="366"/>
                </a:lnTo>
                <a:lnTo>
                  <a:pt x="361" y="368"/>
                </a:lnTo>
                <a:lnTo>
                  <a:pt x="360" y="368"/>
                </a:lnTo>
                <a:lnTo>
                  <a:pt x="359" y="367"/>
                </a:lnTo>
                <a:lnTo>
                  <a:pt x="358" y="367"/>
                </a:lnTo>
                <a:lnTo>
                  <a:pt x="359" y="368"/>
                </a:lnTo>
                <a:lnTo>
                  <a:pt x="358" y="369"/>
                </a:lnTo>
                <a:lnTo>
                  <a:pt x="354" y="374"/>
                </a:lnTo>
                <a:lnTo>
                  <a:pt x="353" y="374"/>
                </a:lnTo>
                <a:lnTo>
                  <a:pt x="353" y="375"/>
                </a:lnTo>
                <a:lnTo>
                  <a:pt x="353" y="377"/>
                </a:lnTo>
                <a:lnTo>
                  <a:pt x="352" y="377"/>
                </a:lnTo>
                <a:lnTo>
                  <a:pt x="354" y="378"/>
                </a:lnTo>
                <a:lnTo>
                  <a:pt x="353" y="379"/>
                </a:lnTo>
                <a:lnTo>
                  <a:pt x="354" y="383"/>
                </a:lnTo>
                <a:lnTo>
                  <a:pt x="354" y="384"/>
                </a:lnTo>
                <a:lnTo>
                  <a:pt x="353" y="384"/>
                </a:lnTo>
                <a:lnTo>
                  <a:pt x="354" y="384"/>
                </a:lnTo>
                <a:lnTo>
                  <a:pt x="354" y="385"/>
                </a:lnTo>
                <a:lnTo>
                  <a:pt x="353" y="385"/>
                </a:lnTo>
                <a:lnTo>
                  <a:pt x="353" y="386"/>
                </a:lnTo>
                <a:lnTo>
                  <a:pt x="354" y="386"/>
                </a:lnTo>
                <a:lnTo>
                  <a:pt x="354" y="387"/>
                </a:lnTo>
                <a:lnTo>
                  <a:pt x="353" y="388"/>
                </a:lnTo>
                <a:lnTo>
                  <a:pt x="353" y="389"/>
                </a:lnTo>
                <a:lnTo>
                  <a:pt x="352" y="389"/>
                </a:lnTo>
                <a:lnTo>
                  <a:pt x="352" y="390"/>
                </a:lnTo>
                <a:lnTo>
                  <a:pt x="351" y="390"/>
                </a:lnTo>
                <a:lnTo>
                  <a:pt x="350" y="391"/>
                </a:lnTo>
                <a:lnTo>
                  <a:pt x="350" y="392"/>
                </a:lnTo>
                <a:lnTo>
                  <a:pt x="349" y="392"/>
                </a:lnTo>
                <a:lnTo>
                  <a:pt x="349" y="395"/>
                </a:lnTo>
                <a:lnTo>
                  <a:pt x="352" y="397"/>
                </a:lnTo>
                <a:lnTo>
                  <a:pt x="351" y="397"/>
                </a:lnTo>
                <a:lnTo>
                  <a:pt x="351" y="398"/>
                </a:lnTo>
                <a:lnTo>
                  <a:pt x="351" y="399"/>
                </a:lnTo>
                <a:lnTo>
                  <a:pt x="350" y="400"/>
                </a:lnTo>
                <a:lnTo>
                  <a:pt x="350" y="401"/>
                </a:lnTo>
                <a:lnTo>
                  <a:pt x="349" y="401"/>
                </a:lnTo>
                <a:lnTo>
                  <a:pt x="349" y="402"/>
                </a:lnTo>
                <a:lnTo>
                  <a:pt x="348" y="401"/>
                </a:lnTo>
                <a:lnTo>
                  <a:pt x="347" y="400"/>
                </a:lnTo>
                <a:lnTo>
                  <a:pt x="346" y="399"/>
                </a:lnTo>
                <a:lnTo>
                  <a:pt x="346" y="400"/>
                </a:lnTo>
                <a:lnTo>
                  <a:pt x="344" y="401"/>
                </a:lnTo>
                <a:lnTo>
                  <a:pt x="343" y="401"/>
                </a:lnTo>
                <a:lnTo>
                  <a:pt x="342" y="401"/>
                </a:lnTo>
                <a:lnTo>
                  <a:pt x="342" y="404"/>
                </a:lnTo>
                <a:lnTo>
                  <a:pt x="342" y="407"/>
                </a:lnTo>
                <a:lnTo>
                  <a:pt x="341" y="408"/>
                </a:lnTo>
                <a:lnTo>
                  <a:pt x="342" y="408"/>
                </a:lnTo>
                <a:lnTo>
                  <a:pt x="341" y="408"/>
                </a:lnTo>
                <a:lnTo>
                  <a:pt x="341" y="409"/>
                </a:lnTo>
                <a:lnTo>
                  <a:pt x="340" y="410"/>
                </a:lnTo>
                <a:lnTo>
                  <a:pt x="340" y="411"/>
                </a:lnTo>
                <a:lnTo>
                  <a:pt x="339" y="411"/>
                </a:lnTo>
                <a:lnTo>
                  <a:pt x="336" y="415"/>
                </a:lnTo>
                <a:lnTo>
                  <a:pt x="336" y="416"/>
                </a:lnTo>
                <a:lnTo>
                  <a:pt x="335" y="417"/>
                </a:lnTo>
                <a:lnTo>
                  <a:pt x="334" y="418"/>
                </a:lnTo>
                <a:lnTo>
                  <a:pt x="334" y="419"/>
                </a:lnTo>
                <a:lnTo>
                  <a:pt x="334" y="418"/>
                </a:lnTo>
                <a:lnTo>
                  <a:pt x="333" y="418"/>
                </a:lnTo>
                <a:lnTo>
                  <a:pt x="333" y="419"/>
                </a:lnTo>
                <a:lnTo>
                  <a:pt x="332" y="419"/>
                </a:lnTo>
                <a:lnTo>
                  <a:pt x="332" y="418"/>
                </a:lnTo>
                <a:lnTo>
                  <a:pt x="332" y="419"/>
                </a:lnTo>
                <a:lnTo>
                  <a:pt x="332" y="420"/>
                </a:lnTo>
                <a:lnTo>
                  <a:pt x="331" y="420"/>
                </a:lnTo>
                <a:lnTo>
                  <a:pt x="331" y="421"/>
                </a:lnTo>
                <a:lnTo>
                  <a:pt x="331" y="422"/>
                </a:lnTo>
                <a:lnTo>
                  <a:pt x="331" y="423"/>
                </a:lnTo>
                <a:lnTo>
                  <a:pt x="331" y="424"/>
                </a:lnTo>
                <a:lnTo>
                  <a:pt x="330" y="424"/>
                </a:lnTo>
                <a:lnTo>
                  <a:pt x="330" y="425"/>
                </a:lnTo>
                <a:lnTo>
                  <a:pt x="330" y="426"/>
                </a:lnTo>
                <a:lnTo>
                  <a:pt x="332" y="427"/>
                </a:lnTo>
                <a:lnTo>
                  <a:pt x="331" y="428"/>
                </a:lnTo>
                <a:lnTo>
                  <a:pt x="330" y="429"/>
                </a:lnTo>
                <a:lnTo>
                  <a:pt x="329" y="431"/>
                </a:lnTo>
                <a:lnTo>
                  <a:pt x="327" y="430"/>
                </a:lnTo>
                <a:lnTo>
                  <a:pt x="325" y="430"/>
                </a:lnTo>
                <a:lnTo>
                  <a:pt x="324" y="431"/>
                </a:lnTo>
                <a:lnTo>
                  <a:pt x="324" y="432"/>
                </a:lnTo>
                <a:lnTo>
                  <a:pt x="326" y="434"/>
                </a:lnTo>
                <a:lnTo>
                  <a:pt x="326" y="435"/>
                </a:lnTo>
                <a:lnTo>
                  <a:pt x="325" y="439"/>
                </a:lnTo>
                <a:lnTo>
                  <a:pt x="325" y="440"/>
                </a:lnTo>
                <a:lnTo>
                  <a:pt x="325" y="441"/>
                </a:lnTo>
                <a:lnTo>
                  <a:pt x="324" y="441"/>
                </a:lnTo>
                <a:lnTo>
                  <a:pt x="324" y="442"/>
                </a:lnTo>
                <a:lnTo>
                  <a:pt x="324" y="443"/>
                </a:lnTo>
                <a:lnTo>
                  <a:pt x="324" y="444"/>
                </a:lnTo>
                <a:lnTo>
                  <a:pt x="323" y="444"/>
                </a:lnTo>
                <a:lnTo>
                  <a:pt x="322" y="444"/>
                </a:lnTo>
                <a:lnTo>
                  <a:pt x="321" y="446"/>
                </a:lnTo>
                <a:lnTo>
                  <a:pt x="321" y="447"/>
                </a:lnTo>
                <a:lnTo>
                  <a:pt x="322" y="447"/>
                </a:lnTo>
                <a:lnTo>
                  <a:pt x="323" y="447"/>
                </a:lnTo>
                <a:lnTo>
                  <a:pt x="323" y="448"/>
                </a:lnTo>
                <a:lnTo>
                  <a:pt x="322" y="448"/>
                </a:lnTo>
                <a:lnTo>
                  <a:pt x="321" y="449"/>
                </a:lnTo>
                <a:lnTo>
                  <a:pt x="318" y="448"/>
                </a:lnTo>
                <a:lnTo>
                  <a:pt x="317" y="448"/>
                </a:lnTo>
                <a:lnTo>
                  <a:pt x="317" y="449"/>
                </a:lnTo>
                <a:lnTo>
                  <a:pt x="317" y="450"/>
                </a:lnTo>
                <a:lnTo>
                  <a:pt x="318" y="450"/>
                </a:lnTo>
                <a:lnTo>
                  <a:pt x="322" y="452"/>
                </a:lnTo>
                <a:lnTo>
                  <a:pt x="325" y="457"/>
                </a:lnTo>
                <a:lnTo>
                  <a:pt x="326" y="458"/>
                </a:lnTo>
                <a:lnTo>
                  <a:pt x="327" y="458"/>
                </a:lnTo>
                <a:lnTo>
                  <a:pt x="326" y="459"/>
                </a:lnTo>
                <a:lnTo>
                  <a:pt x="326" y="458"/>
                </a:lnTo>
                <a:lnTo>
                  <a:pt x="324" y="459"/>
                </a:lnTo>
                <a:lnTo>
                  <a:pt x="323" y="460"/>
                </a:lnTo>
                <a:lnTo>
                  <a:pt x="323" y="461"/>
                </a:lnTo>
                <a:lnTo>
                  <a:pt x="323" y="460"/>
                </a:lnTo>
                <a:lnTo>
                  <a:pt x="324" y="460"/>
                </a:lnTo>
                <a:lnTo>
                  <a:pt x="325" y="460"/>
                </a:lnTo>
                <a:lnTo>
                  <a:pt x="325" y="459"/>
                </a:lnTo>
                <a:lnTo>
                  <a:pt x="326" y="459"/>
                </a:lnTo>
                <a:lnTo>
                  <a:pt x="327" y="459"/>
                </a:lnTo>
                <a:lnTo>
                  <a:pt x="327" y="460"/>
                </a:lnTo>
                <a:lnTo>
                  <a:pt x="327" y="461"/>
                </a:lnTo>
                <a:lnTo>
                  <a:pt x="328" y="461"/>
                </a:lnTo>
                <a:lnTo>
                  <a:pt x="328" y="462"/>
                </a:lnTo>
                <a:lnTo>
                  <a:pt x="329" y="462"/>
                </a:lnTo>
                <a:lnTo>
                  <a:pt x="330" y="462"/>
                </a:lnTo>
                <a:lnTo>
                  <a:pt x="329" y="462"/>
                </a:lnTo>
                <a:lnTo>
                  <a:pt x="329" y="463"/>
                </a:lnTo>
                <a:lnTo>
                  <a:pt x="328" y="464"/>
                </a:lnTo>
                <a:lnTo>
                  <a:pt x="328" y="465"/>
                </a:lnTo>
                <a:lnTo>
                  <a:pt x="327" y="466"/>
                </a:lnTo>
                <a:lnTo>
                  <a:pt x="328" y="466"/>
                </a:lnTo>
                <a:lnTo>
                  <a:pt x="327" y="466"/>
                </a:lnTo>
                <a:lnTo>
                  <a:pt x="326" y="466"/>
                </a:lnTo>
                <a:lnTo>
                  <a:pt x="326" y="467"/>
                </a:lnTo>
                <a:lnTo>
                  <a:pt x="325" y="469"/>
                </a:lnTo>
                <a:lnTo>
                  <a:pt x="326" y="470"/>
                </a:lnTo>
                <a:lnTo>
                  <a:pt x="326" y="471"/>
                </a:lnTo>
                <a:lnTo>
                  <a:pt x="325" y="471"/>
                </a:lnTo>
                <a:lnTo>
                  <a:pt x="325" y="472"/>
                </a:lnTo>
                <a:lnTo>
                  <a:pt x="326" y="472"/>
                </a:lnTo>
                <a:lnTo>
                  <a:pt x="326" y="471"/>
                </a:lnTo>
                <a:lnTo>
                  <a:pt x="327" y="471"/>
                </a:lnTo>
                <a:lnTo>
                  <a:pt x="327" y="472"/>
                </a:lnTo>
                <a:lnTo>
                  <a:pt x="327" y="473"/>
                </a:lnTo>
                <a:lnTo>
                  <a:pt x="327" y="474"/>
                </a:lnTo>
                <a:lnTo>
                  <a:pt x="327" y="475"/>
                </a:lnTo>
                <a:lnTo>
                  <a:pt x="327" y="477"/>
                </a:lnTo>
                <a:lnTo>
                  <a:pt x="326" y="477"/>
                </a:lnTo>
                <a:lnTo>
                  <a:pt x="325" y="477"/>
                </a:lnTo>
                <a:lnTo>
                  <a:pt x="324" y="477"/>
                </a:lnTo>
                <a:lnTo>
                  <a:pt x="324" y="476"/>
                </a:lnTo>
                <a:lnTo>
                  <a:pt x="325" y="476"/>
                </a:lnTo>
                <a:lnTo>
                  <a:pt x="324" y="476"/>
                </a:lnTo>
                <a:lnTo>
                  <a:pt x="324" y="475"/>
                </a:lnTo>
                <a:lnTo>
                  <a:pt x="323" y="475"/>
                </a:lnTo>
                <a:lnTo>
                  <a:pt x="323" y="474"/>
                </a:lnTo>
                <a:lnTo>
                  <a:pt x="322" y="474"/>
                </a:lnTo>
                <a:lnTo>
                  <a:pt x="321" y="474"/>
                </a:lnTo>
                <a:lnTo>
                  <a:pt x="321" y="475"/>
                </a:lnTo>
                <a:lnTo>
                  <a:pt x="322" y="475"/>
                </a:lnTo>
                <a:lnTo>
                  <a:pt x="321" y="476"/>
                </a:lnTo>
                <a:lnTo>
                  <a:pt x="319" y="475"/>
                </a:lnTo>
                <a:lnTo>
                  <a:pt x="319" y="474"/>
                </a:lnTo>
                <a:lnTo>
                  <a:pt x="318" y="474"/>
                </a:lnTo>
                <a:lnTo>
                  <a:pt x="317" y="473"/>
                </a:lnTo>
                <a:lnTo>
                  <a:pt x="315" y="473"/>
                </a:lnTo>
                <a:lnTo>
                  <a:pt x="315" y="474"/>
                </a:lnTo>
                <a:lnTo>
                  <a:pt x="315" y="475"/>
                </a:lnTo>
                <a:lnTo>
                  <a:pt x="316" y="475"/>
                </a:lnTo>
                <a:lnTo>
                  <a:pt x="315" y="475"/>
                </a:lnTo>
                <a:lnTo>
                  <a:pt x="314" y="476"/>
                </a:lnTo>
                <a:lnTo>
                  <a:pt x="315" y="476"/>
                </a:lnTo>
                <a:lnTo>
                  <a:pt x="315" y="477"/>
                </a:lnTo>
                <a:lnTo>
                  <a:pt x="316" y="477"/>
                </a:lnTo>
                <a:lnTo>
                  <a:pt x="316" y="476"/>
                </a:lnTo>
                <a:lnTo>
                  <a:pt x="317" y="476"/>
                </a:lnTo>
                <a:lnTo>
                  <a:pt x="317" y="477"/>
                </a:lnTo>
                <a:lnTo>
                  <a:pt x="317" y="478"/>
                </a:lnTo>
                <a:lnTo>
                  <a:pt x="316" y="479"/>
                </a:lnTo>
                <a:lnTo>
                  <a:pt x="315" y="479"/>
                </a:lnTo>
                <a:lnTo>
                  <a:pt x="315" y="480"/>
                </a:lnTo>
                <a:lnTo>
                  <a:pt x="314" y="480"/>
                </a:lnTo>
                <a:lnTo>
                  <a:pt x="314" y="481"/>
                </a:lnTo>
                <a:lnTo>
                  <a:pt x="315" y="481"/>
                </a:lnTo>
                <a:lnTo>
                  <a:pt x="315" y="482"/>
                </a:lnTo>
                <a:lnTo>
                  <a:pt x="314" y="482"/>
                </a:lnTo>
                <a:lnTo>
                  <a:pt x="314" y="483"/>
                </a:lnTo>
                <a:lnTo>
                  <a:pt x="313" y="483"/>
                </a:lnTo>
                <a:lnTo>
                  <a:pt x="313" y="482"/>
                </a:lnTo>
                <a:lnTo>
                  <a:pt x="312" y="482"/>
                </a:lnTo>
                <a:lnTo>
                  <a:pt x="313" y="483"/>
                </a:lnTo>
                <a:lnTo>
                  <a:pt x="314" y="484"/>
                </a:lnTo>
                <a:lnTo>
                  <a:pt x="315" y="484"/>
                </a:lnTo>
                <a:lnTo>
                  <a:pt x="316" y="483"/>
                </a:lnTo>
                <a:lnTo>
                  <a:pt x="316" y="484"/>
                </a:lnTo>
                <a:lnTo>
                  <a:pt x="316" y="485"/>
                </a:lnTo>
                <a:lnTo>
                  <a:pt x="317" y="485"/>
                </a:lnTo>
                <a:lnTo>
                  <a:pt x="317" y="484"/>
                </a:lnTo>
                <a:lnTo>
                  <a:pt x="318" y="484"/>
                </a:lnTo>
                <a:lnTo>
                  <a:pt x="318" y="485"/>
                </a:lnTo>
                <a:lnTo>
                  <a:pt x="317" y="486"/>
                </a:lnTo>
                <a:lnTo>
                  <a:pt x="317" y="487"/>
                </a:lnTo>
                <a:lnTo>
                  <a:pt x="318" y="487"/>
                </a:lnTo>
                <a:lnTo>
                  <a:pt x="318" y="486"/>
                </a:lnTo>
                <a:lnTo>
                  <a:pt x="319" y="487"/>
                </a:lnTo>
                <a:lnTo>
                  <a:pt x="318" y="487"/>
                </a:lnTo>
                <a:lnTo>
                  <a:pt x="317" y="488"/>
                </a:lnTo>
                <a:lnTo>
                  <a:pt x="318" y="488"/>
                </a:lnTo>
                <a:lnTo>
                  <a:pt x="318" y="489"/>
                </a:lnTo>
                <a:lnTo>
                  <a:pt x="317" y="490"/>
                </a:lnTo>
                <a:lnTo>
                  <a:pt x="316" y="490"/>
                </a:lnTo>
                <a:lnTo>
                  <a:pt x="315" y="490"/>
                </a:lnTo>
                <a:lnTo>
                  <a:pt x="315" y="491"/>
                </a:lnTo>
                <a:lnTo>
                  <a:pt x="315" y="492"/>
                </a:lnTo>
                <a:lnTo>
                  <a:pt x="316" y="492"/>
                </a:lnTo>
                <a:lnTo>
                  <a:pt x="315" y="492"/>
                </a:lnTo>
                <a:lnTo>
                  <a:pt x="315" y="493"/>
                </a:lnTo>
                <a:lnTo>
                  <a:pt x="315" y="494"/>
                </a:lnTo>
                <a:lnTo>
                  <a:pt x="316" y="494"/>
                </a:lnTo>
                <a:lnTo>
                  <a:pt x="317" y="494"/>
                </a:lnTo>
                <a:lnTo>
                  <a:pt x="317" y="495"/>
                </a:lnTo>
                <a:lnTo>
                  <a:pt x="316" y="496"/>
                </a:lnTo>
                <a:lnTo>
                  <a:pt x="317" y="496"/>
                </a:lnTo>
                <a:lnTo>
                  <a:pt x="317" y="497"/>
                </a:lnTo>
                <a:lnTo>
                  <a:pt x="315" y="497"/>
                </a:lnTo>
                <a:lnTo>
                  <a:pt x="315" y="498"/>
                </a:lnTo>
                <a:lnTo>
                  <a:pt x="315" y="499"/>
                </a:lnTo>
                <a:lnTo>
                  <a:pt x="315" y="500"/>
                </a:lnTo>
                <a:lnTo>
                  <a:pt x="316" y="500"/>
                </a:lnTo>
                <a:lnTo>
                  <a:pt x="316" y="501"/>
                </a:lnTo>
                <a:lnTo>
                  <a:pt x="315" y="501"/>
                </a:lnTo>
                <a:lnTo>
                  <a:pt x="314" y="501"/>
                </a:lnTo>
                <a:lnTo>
                  <a:pt x="314" y="502"/>
                </a:lnTo>
                <a:lnTo>
                  <a:pt x="314" y="503"/>
                </a:lnTo>
                <a:lnTo>
                  <a:pt x="313" y="503"/>
                </a:lnTo>
                <a:lnTo>
                  <a:pt x="313" y="504"/>
                </a:lnTo>
                <a:lnTo>
                  <a:pt x="313" y="505"/>
                </a:lnTo>
                <a:lnTo>
                  <a:pt x="312" y="505"/>
                </a:lnTo>
                <a:lnTo>
                  <a:pt x="311" y="505"/>
                </a:lnTo>
                <a:lnTo>
                  <a:pt x="311" y="504"/>
                </a:lnTo>
                <a:lnTo>
                  <a:pt x="310" y="504"/>
                </a:lnTo>
                <a:lnTo>
                  <a:pt x="310" y="502"/>
                </a:lnTo>
                <a:lnTo>
                  <a:pt x="311" y="502"/>
                </a:lnTo>
                <a:lnTo>
                  <a:pt x="310" y="501"/>
                </a:lnTo>
                <a:lnTo>
                  <a:pt x="309" y="500"/>
                </a:lnTo>
                <a:lnTo>
                  <a:pt x="309" y="499"/>
                </a:lnTo>
                <a:lnTo>
                  <a:pt x="310" y="499"/>
                </a:lnTo>
                <a:lnTo>
                  <a:pt x="309" y="499"/>
                </a:lnTo>
                <a:lnTo>
                  <a:pt x="309" y="498"/>
                </a:lnTo>
                <a:lnTo>
                  <a:pt x="308" y="498"/>
                </a:lnTo>
                <a:lnTo>
                  <a:pt x="308" y="499"/>
                </a:lnTo>
                <a:lnTo>
                  <a:pt x="308" y="500"/>
                </a:lnTo>
                <a:lnTo>
                  <a:pt x="307" y="500"/>
                </a:lnTo>
                <a:lnTo>
                  <a:pt x="306" y="500"/>
                </a:lnTo>
                <a:lnTo>
                  <a:pt x="306" y="501"/>
                </a:lnTo>
                <a:lnTo>
                  <a:pt x="306" y="502"/>
                </a:lnTo>
                <a:lnTo>
                  <a:pt x="306" y="503"/>
                </a:lnTo>
                <a:lnTo>
                  <a:pt x="306" y="504"/>
                </a:lnTo>
                <a:lnTo>
                  <a:pt x="307" y="504"/>
                </a:lnTo>
                <a:lnTo>
                  <a:pt x="307" y="506"/>
                </a:lnTo>
                <a:lnTo>
                  <a:pt x="307" y="505"/>
                </a:lnTo>
                <a:lnTo>
                  <a:pt x="306" y="505"/>
                </a:lnTo>
                <a:lnTo>
                  <a:pt x="305" y="504"/>
                </a:lnTo>
                <a:lnTo>
                  <a:pt x="305" y="503"/>
                </a:lnTo>
                <a:lnTo>
                  <a:pt x="303" y="501"/>
                </a:lnTo>
                <a:lnTo>
                  <a:pt x="302" y="500"/>
                </a:lnTo>
                <a:lnTo>
                  <a:pt x="303" y="500"/>
                </a:lnTo>
                <a:lnTo>
                  <a:pt x="302" y="500"/>
                </a:lnTo>
                <a:lnTo>
                  <a:pt x="302" y="499"/>
                </a:lnTo>
                <a:lnTo>
                  <a:pt x="303" y="499"/>
                </a:lnTo>
                <a:lnTo>
                  <a:pt x="303" y="498"/>
                </a:lnTo>
                <a:lnTo>
                  <a:pt x="303" y="497"/>
                </a:lnTo>
                <a:lnTo>
                  <a:pt x="302" y="497"/>
                </a:lnTo>
                <a:lnTo>
                  <a:pt x="301" y="497"/>
                </a:lnTo>
                <a:lnTo>
                  <a:pt x="301" y="496"/>
                </a:lnTo>
                <a:lnTo>
                  <a:pt x="301" y="495"/>
                </a:lnTo>
                <a:lnTo>
                  <a:pt x="303" y="494"/>
                </a:lnTo>
                <a:lnTo>
                  <a:pt x="303" y="495"/>
                </a:lnTo>
                <a:lnTo>
                  <a:pt x="304" y="495"/>
                </a:lnTo>
                <a:lnTo>
                  <a:pt x="305" y="494"/>
                </a:lnTo>
                <a:lnTo>
                  <a:pt x="304" y="494"/>
                </a:lnTo>
                <a:lnTo>
                  <a:pt x="304" y="493"/>
                </a:lnTo>
                <a:lnTo>
                  <a:pt x="303" y="493"/>
                </a:lnTo>
                <a:lnTo>
                  <a:pt x="302" y="493"/>
                </a:lnTo>
                <a:lnTo>
                  <a:pt x="302" y="492"/>
                </a:lnTo>
                <a:lnTo>
                  <a:pt x="301" y="492"/>
                </a:lnTo>
                <a:lnTo>
                  <a:pt x="301" y="491"/>
                </a:lnTo>
                <a:lnTo>
                  <a:pt x="301" y="490"/>
                </a:lnTo>
                <a:lnTo>
                  <a:pt x="300" y="489"/>
                </a:lnTo>
                <a:lnTo>
                  <a:pt x="300" y="488"/>
                </a:lnTo>
                <a:lnTo>
                  <a:pt x="299" y="488"/>
                </a:lnTo>
                <a:lnTo>
                  <a:pt x="298" y="488"/>
                </a:lnTo>
                <a:lnTo>
                  <a:pt x="297" y="487"/>
                </a:lnTo>
                <a:lnTo>
                  <a:pt x="297" y="486"/>
                </a:lnTo>
                <a:lnTo>
                  <a:pt x="296" y="486"/>
                </a:lnTo>
                <a:lnTo>
                  <a:pt x="295" y="485"/>
                </a:lnTo>
                <a:lnTo>
                  <a:pt x="295" y="484"/>
                </a:lnTo>
                <a:lnTo>
                  <a:pt x="294" y="484"/>
                </a:lnTo>
                <a:lnTo>
                  <a:pt x="294" y="483"/>
                </a:lnTo>
                <a:lnTo>
                  <a:pt x="294" y="482"/>
                </a:lnTo>
                <a:lnTo>
                  <a:pt x="293" y="482"/>
                </a:lnTo>
                <a:lnTo>
                  <a:pt x="293" y="481"/>
                </a:lnTo>
                <a:lnTo>
                  <a:pt x="293" y="480"/>
                </a:lnTo>
                <a:lnTo>
                  <a:pt x="293" y="479"/>
                </a:lnTo>
                <a:lnTo>
                  <a:pt x="292" y="478"/>
                </a:lnTo>
                <a:lnTo>
                  <a:pt x="291" y="478"/>
                </a:lnTo>
                <a:lnTo>
                  <a:pt x="290" y="478"/>
                </a:lnTo>
                <a:lnTo>
                  <a:pt x="289" y="478"/>
                </a:lnTo>
                <a:lnTo>
                  <a:pt x="290" y="477"/>
                </a:lnTo>
                <a:lnTo>
                  <a:pt x="289" y="477"/>
                </a:lnTo>
                <a:lnTo>
                  <a:pt x="289" y="478"/>
                </a:lnTo>
                <a:lnTo>
                  <a:pt x="288" y="479"/>
                </a:lnTo>
                <a:lnTo>
                  <a:pt x="287" y="479"/>
                </a:lnTo>
                <a:lnTo>
                  <a:pt x="286" y="479"/>
                </a:lnTo>
                <a:lnTo>
                  <a:pt x="286" y="480"/>
                </a:lnTo>
                <a:lnTo>
                  <a:pt x="285" y="480"/>
                </a:lnTo>
                <a:lnTo>
                  <a:pt x="284" y="480"/>
                </a:lnTo>
                <a:lnTo>
                  <a:pt x="283" y="479"/>
                </a:lnTo>
                <a:lnTo>
                  <a:pt x="283" y="478"/>
                </a:lnTo>
                <a:lnTo>
                  <a:pt x="282" y="478"/>
                </a:lnTo>
                <a:lnTo>
                  <a:pt x="282" y="477"/>
                </a:lnTo>
                <a:lnTo>
                  <a:pt x="283" y="477"/>
                </a:lnTo>
                <a:lnTo>
                  <a:pt x="283" y="476"/>
                </a:lnTo>
                <a:lnTo>
                  <a:pt x="282" y="475"/>
                </a:lnTo>
                <a:lnTo>
                  <a:pt x="282" y="474"/>
                </a:lnTo>
                <a:lnTo>
                  <a:pt x="281" y="474"/>
                </a:lnTo>
                <a:lnTo>
                  <a:pt x="281" y="475"/>
                </a:lnTo>
                <a:lnTo>
                  <a:pt x="280" y="475"/>
                </a:lnTo>
                <a:lnTo>
                  <a:pt x="279" y="476"/>
                </a:lnTo>
                <a:lnTo>
                  <a:pt x="278" y="476"/>
                </a:lnTo>
                <a:lnTo>
                  <a:pt x="278" y="477"/>
                </a:lnTo>
                <a:lnTo>
                  <a:pt x="277" y="477"/>
                </a:lnTo>
                <a:lnTo>
                  <a:pt x="276" y="476"/>
                </a:lnTo>
                <a:lnTo>
                  <a:pt x="275" y="476"/>
                </a:lnTo>
                <a:lnTo>
                  <a:pt x="274" y="477"/>
                </a:lnTo>
                <a:lnTo>
                  <a:pt x="273" y="478"/>
                </a:lnTo>
                <a:lnTo>
                  <a:pt x="272" y="478"/>
                </a:lnTo>
                <a:lnTo>
                  <a:pt x="271" y="477"/>
                </a:lnTo>
                <a:lnTo>
                  <a:pt x="270" y="478"/>
                </a:lnTo>
                <a:lnTo>
                  <a:pt x="267" y="478"/>
                </a:lnTo>
                <a:lnTo>
                  <a:pt x="267" y="479"/>
                </a:lnTo>
                <a:lnTo>
                  <a:pt x="267" y="480"/>
                </a:lnTo>
                <a:lnTo>
                  <a:pt x="268" y="480"/>
                </a:lnTo>
                <a:lnTo>
                  <a:pt x="268" y="481"/>
                </a:lnTo>
                <a:lnTo>
                  <a:pt x="267" y="482"/>
                </a:lnTo>
                <a:lnTo>
                  <a:pt x="266" y="482"/>
                </a:lnTo>
                <a:lnTo>
                  <a:pt x="265" y="482"/>
                </a:lnTo>
                <a:lnTo>
                  <a:pt x="264" y="482"/>
                </a:lnTo>
                <a:lnTo>
                  <a:pt x="264" y="483"/>
                </a:lnTo>
                <a:lnTo>
                  <a:pt x="263" y="483"/>
                </a:lnTo>
                <a:lnTo>
                  <a:pt x="264" y="484"/>
                </a:lnTo>
                <a:lnTo>
                  <a:pt x="263" y="485"/>
                </a:lnTo>
                <a:lnTo>
                  <a:pt x="262" y="486"/>
                </a:lnTo>
                <a:lnTo>
                  <a:pt x="261" y="486"/>
                </a:lnTo>
                <a:lnTo>
                  <a:pt x="261" y="487"/>
                </a:lnTo>
                <a:lnTo>
                  <a:pt x="261" y="488"/>
                </a:lnTo>
                <a:lnTo>
                  <a:pt x="260" y="489"/>
                </a:lnTo>
                <a:lnTo>
                  <a:pt x="259" y="489"/>
                </a:lnTo>
                <a:lnTo>
                  <a:pt x="259" y="490"/>
                </a:lnTo>
                <a:lnTo>
                  <a:pt x="260" y="490"/>
                </a:lnTo>
                <a:lnTo>
                  <a:pt x="259" y="490"/>
                </a:lnTo>
                <a:lnTo>
                  <a:pt x="258" y="491"/>
                </a:lnTo>
                <a:lnTo>
                  <a:pt x="258" y="490"/>
                </a:lnTo>
                <a:lnTo>
                  <a:pt x="257" y="490"/>
                </a:lnTo>
                <a:lnTo>
                  <a:pt x="256" y="489"/>
                </a:lnTo>
                <a:lnTo>
                  <a:pt x="255" y="488"/>
                </a:lnTo>
                <a:lnTo>
                  <a:pt x="254" y="488"/>
                </a:lnTo>
                <a:lnTo>
                  <a:pt x="254" y="487"/>
                </a:lnTo>
                <a:lnTo>
                  <a:pt x="254" y="486"/>
                </a:lnTo>
                <a:lnTo>
                  <a:pt x="253" y="486"/>
                </a:lnTo>
                <a:lnTo>
                  <a:pt x="252" y="486"/>
                </a:lnTo>
                <a:lnTo>
                  <a:pt x="252" y="487"/>
                </a:lnTo>
                <a:lnTo>
                  <a:pt x="251" y="487"/>
                </a:lnTo>
                <a:lnTo>
                  <a:pt x="250" y="487"/>
                </a:lnTo>
                <a:lnTo>
                  <a:pt x="250" y="488"/>
                </a:lnTo>
                <a:lnTo>
                  <a:pt x="249" y="488"/>
                </a:lnTo>
                <a:lnTo>
                  <a:pt x="248" y="489"/>
                </a:lnTo>
                <a:lnTo>
                  <a:pt x="249" y="489"/>
                </a:lnTo>
                <a:lnTo>
                  <a:pt x="249" y="490"/>
                </a:lnTo>
                <a:lnTo>
                  <a:pt x="248" y="490"/>
                </a:lnTo>
                <a:lnTo>
                  <a:pt x="248" y="491"/>
                </a:lnTo>
                <a:lnTo>
                  <a:pt x="248" y="492"/>
                </a:lnTo>
                <a:lnTo>
                  <a:pt x="247" y="492"/>
                </a:lnTo>
                <a:lnTo>
                  <a:pt x="246" y="493"/>
                </a:lnTo>
                <a:lnTo>
                  <a:pt x="247" y="493"/>
                </a:lnTo>
                <a:lnTo>
                  <a:pt x="247" y="494"/>
                </a:lnTo>
                <a:lnTo>
                  <a:pt x="248" y="494"/>
                </a:lnTo>
                <a:lnTo>
                  <a:pt x="248" y="495"/>
                </a:lnTo>
                <a:lnTo>
                  <a:pt x="247" y="495"/>
                </a:lnTo>
                <a:lnTo>
                  <a:pt x="246" y="495"/>
                </a:lnTo>
                <a:lnTo>
                  <a:pt x="245" y="495"/>
                </a:lnTo>
                <a:lnTo>
                  <a:pt x="244" y="495"/>
                </a:lnTo>
                <a:lnTo>
                  <a:pt x="243" y="495"/>
                </a:lnTo>
                <a:lnTo>
                  <a:pt x="243" y="496"/>
                </a:lnTo>
                <a:lnTo>
                  <a:pt x="242" y="497"/>
                </a:lnTo>
                <a:lnTo>
                  <a:pt x="241" y="496"/>
                </a:lnTo>
                <a:lnTo>
                  <a:pt x="241" y="497"/>
                </a:lnTo>
                <a:lnTo>
                  <a:pt x="241" y="498"/>
                </a:lnTo>
                <a:lnTo>
                  <a:pt x="240" y="498"/>
                </a:lnTo>
                <a:lnTo>
                  <a:pt x="239" y="497"/>
                </a:lnTo>
                <a:lnTo>
                  <a:pt x="240" y="497"/>
                </a:lnTo>
                <a:lnTo>
                  <a:pt x="240" y="496"/>
                </a:lnTo>
                <a:lnTo>
                  <a:pt x="239" y="496"/>
                </a:lnTo>
                <a:lnTo>
                  <a:pt x="238" y="496"/>
                </a:lnTo>
                <a:lnTo>
                  <a:pt x="237" y="496"/>
                </a:lnTo>
                <a:lnTo>
                  <a:pt x="236" y="496"/>
                </a:lnTo>
                <a:lnTo>
                  <a:pt x="235" y="497"/>
                </a:lnTo>
                <a:lnTo>
                  <a:pt x="236" y="497"/>
                </a:lnTo>
                <a:lnTo>
                  <a:pt x="236" y="498"/>
                </a:lnTo>
                <a:lnTo>
                  <a:pt x="237" y="498"/>
                </a:lnTo>
                <a:lnTo>
                  <a:pt x="237" y="499"/>
                </a:lnTo>
                <a:lnTo>
                  <a:pt x="236" y="499"/>
                </a:lnTo>
                <a:lnTo>
                  <a:pt x="234" y="499"/>
                </a:lnTo>
                <a:lnTo>
                  <a:pt x="234" y="500"/>
                </a:lnTo>
                <a:lnTo>
                  <a:pt x="233" y="499"/>
                </a:lnTo>
                <a:lnTo>
                  <a:pt x="232" y="499"/>
                </a:lnTo>
                <a:lnTo>
                  <a:pt x="231" y="498"/>
                </a:lnTo>
                <a:lnTo>
                  <a:pt x="231" y="499"/>
                </a:lnTo>
                <a:lnTo>
                  <a:pt x="229" y="499"/>
                </a:lnTo>
                <a:lnTo>
                  <a:pt x="228" y="499"/>
                </a:lnTo>
                <a:lnTo>
                  <a:pt x="228" y="498"/>
                </a:lnTo>
                <a:lnTo>
                  <a:pt x="228" y="497"/>
                </a:lnTo>
                <a:lnTo>
                  <a:pt x="228" y="496"/>
                </a:lnTo>
                <a:lnTo>
                  <a:pt x="229" y="497"/>
                </a:lnTo>
                <a:lnTo>
                  <a:pt x="230" y="497"/>
                </a:lnTo>
                <a:lnTo>
                  <a:pt x="230" y="496"/>
                </a:lnTo>
                <a:lnTo>
                  <a:pt x="229" y="496"/>
                </a:lnTo>
                <a:lnTo>
                  <a:pt x="228" y="496"/>
                </a:lnTo>
                <a:lnTo>
                  <a:pt x="227" y="495"/>
                </a:lnTo>
                <a:lnTo>
                  <a:pt x="227" y="494"/>
                </a:lnTo>
                <a:lnTo>
                  <a:pt x="226" y="494"/>
                </a:lnTo>
                <a:lnTo>
                  <a:pt x="225" y="494"/>
                </a:lnTo>
                <a:lnTo>
                  <a:pt x="225" y="493"/>
                </a:lnTo>
                <a:lnTo>
                  <a:pt x="224" y="493"/>
                </a:lnTo>
                <a:lnTo>
                  <a:pt x="224" y="492"/>
                </a:lnTo>
                <a:lnTo>
                  <a:pt x="224" y="491"/>
                </a:lnTo>
                <a:lnTo>
                  <a:pt x="225" y="491"/>
                </a:lnTo>
                <a:lnTo>
                  <a:pt x="225" y="490"/>
                </a:lnTo>
                <a:lnTo>
                  <a:pt x="224" y="490"/>
                </a:lnTo>
                <a:lnTo>
                  <a:pt x="224" y="491"/>
                </a:lnTo>
                <a:lnTo>
                  <a:pt x="224" y="490"/>
                </a:lnTo>
                <a:lnTo>
                  <a:pt x="223" y="490"/>
                </a:lnTo>
                <a:lnTo>
                  <a:pt x="223" y="489"/>
                </a:lnTo>
                <a:lnTo>
                  <a:pt x="222" y="489"/>
                </a:lnTo>
                <a:lnTo>
                  <a:pt x="222" y="488"/>
                </a:lnTo>
                <a:lnTo>
                  <a:pt x="221" y="488"/>
                </a:lnTo>
                <a:lnTo>
                  <a:pt x="220" y="488"/>
                </a:lnTo>
                <a:lnTo>
                  <a:pt x="220" y="487"/>
                </a:lnTo>
                <a:lnTo>
                  <a:pt x="219" y="487"/>
                </a:lnTo>
                <a:lnTo>
                  <a:pt x="219" y="486"/>
                </a:lnTo>
                <a:lnTo>
                  <a:pt x="219" y="485"/>
                </a:lnTo>
                <a:lnTo>
                  <a:pt x="218" y="485"/>
                </a:lnTo>
                <a:lnTo>
                  <a:pt x="217" y="485"/>
                </a:lnTo>
                <a:lnTo>
                  <a:pt x="217" y="484"/>
                </a:lnTo>
                <a:lnTo>
                  <a:pt x="216" y="484"/>
                </a:lnTo>
                <a:lnTo>
                  <a:pt x="216" y="483"/>
                </a:lnTo>
                <a:lnTo>
                  <a:pt x="217" y="483"/>
                </a:lnTo>
                <a:lnTo>
                  <a:pt x="217" y="484"/>
                </a:lnTo>
                <a:lnTo>
                  <a:pt x="218" y="482"/>
                </a:lnTo>
                <a:lnTo>
                  <a:pt x="218" y="481"/>
                </a:lnTo>
                <a:lnTo>
                  <a:pt x="219" y="480"/>
                </a:lnTo>
                <a:lnTo>
                  <a:pt x="218" y="479"/>
                </a:lnTo>
                <a:lnTo>
                  <a:pt x="218" y="478"/>
                </a:lnTo>
                <a:lnTo>
                  <a:pt x="218" y="477"/>
                </a:lnTo>
                <a:lnTo>
                  <a:pt x="218" y="476"/>
                </a:lnTo>
                <a:lnTo>
                  <a:pt x="217" y="476"/>
                </a:lnTo>
                <a:lnTo>
                  <a:pt x="217" y="475"/>
                </a:lnTo>
                <a:lnTo>
                  <a:pt x="217" y="474"/>
                </a:lnTo>
                <a:lnTo>
                  <a:pt x="217" y="473"/>
                </a:lnTo>
                <a:lnTo>
                  <a:pt x="216" y="473"/>
                </a:lnTo>
                <a:lnTo>
                  <a:pt x="216" y="472"/>
                </a:lnTo>
                <a:lnTo>
                  <a:pt x="215" y="471"/>
                </a:lnTo>
                <a:lnTo>
                  <a:pt x="214" y="471"/>
                </a:lnTo>
                <a:lnTo>
                  <a:pt x="213" y="471"/>
                </a:lnTo>
                <a:lnTo>
                  <a:pt x="213" y="472"/>
                </a:lnTo>
                <a:lnTo>
                  <a:pt x="212" y="472"/>
                </a:lnTo>
                <a:lnTo>
                  <a:pt x="211" y="471"/>
                </a:lnTo>
                <a:lnTo>
                  <a:pt x="212" y="470"/>
                </a:lnTo>
                <a:lnTo>
                  <a:pt x="212" y="469"/>
                </a:lnTo>
                <a:lnTo>
                  <a:pt x="212" y="468"/>
                </a:lnTo>
                <a:lnTo>
                  <a:pt x="212" y="467"/>
                </a:lnTo>
                <a:lnTo>
                  <a:pt x="213" y="467"/>
                </a:lnTo>
                <a:lnTo>
                  <a:pt x="212" y="466"/>
                </a:lnTo>
                <a:lnTo>
                  <a:pt x="211" y="466"/>
                </a:lnTo>
                <a:lnTo>
                  <a:pt x="210" y="466"/>
                </a:lnTo>
                <a:lnTo>
                  <a:pt x="209" y="466"/>
                </a:lnTo>
                <a:lnTo>
                  <a:pt x="208" y="466"/>
                </a:lnTo>
                <a:lnTo>
                  <a:pt x="207" y="466"/>
                </a:lnTo>
                <a:lnTo>
                  <a:pt x="207" y="465"/>
                </a:lnTo>
                <a:lnTo>
                  <a:pt x="207" y="464"/>
                </a:lnTo>
                <a:lnTo>
                  <a:pt x="207" y="463"/>
                </a:lnTo>
                <a:lnTo>
                  <a:pt x="206" y="462"/>
                </a:lnTo>
                <a:lnTo>
                  <a:pt x="206" y="461"/>
                </a:lnTo>
                <a:lnTo>
                  <a:pt x="207" y="461"/>
                </a:lnTo>
                <a:lnTo>
                  <a:pt x="208" y="460"/>
                </a:lnTo>
                <a:lnTo>
                  <a:pt x="208" y="459"/>
                </a:lnTo>
                <a:lnTo>
                  <a:pt x="208" y="458"/>
                </a:lnTo>
                <a:lnTo>
                  <a:pt x="207" y="458"/>
                </a:lnTo>
                <a:lnTo>
                  <a:pt x="207" y="457"/>
                </a:lnTo>
                <a:lnTo>
                  <a:pt x="207" y="456"/>
                </a:lnTo>
                <a:lnTo>
                  <a:pt x="207" y="455"/>
                </a:lnTo>
                <a:lnTo>
                  <a:pt x="206" y="455"/>
                </a:lnTo>
                <a:lnTo>
                  <a:pt x="205" y="455"/>
                </a:lnTo>
                <a:lnTo>
                  <a:pt x="204" y="455"/>
                </a:lnTo>
                <a:lnTo>
                  <a:pt x="203" y="455"/>
                </a:lnTo>
                <a:lnTo>
                  <a:pt x="202" y="455"/>
                </a:lnTo>
                <a:lnTo>
                  <a:pt x="202" y="456"/>
                </a:lnTo>
                <a:lnTo>
                  <a:pt x="201" y="457"/>
                </a:lnTo>
                <a:lnTo>
                  <a:pt x="200" y="456"/>
                </a:lnTo>
                <a:lnTo>
                  <a:pt x="199" y="456"/>
                </a:lnTo>
                <a:lnTo>
                  <a:pt x="199" y="457"/>
                </a:lnTo>
                <a:lnTo>
                  <a:pt x="198" y="457"/>
                </a:lnTo>
                <a:lnTo>
                  <a:pt x="197" y="457"/>
                </a:lnTo>
                <a:lnTo>
                  <a:pt x="197" y="456"/>
                </a:lnTo>
                <a:lnTo>
                  <a:pt x="196" y="456"/>
                </a:lnTo>
                <a:lnTo>
                  <a:pt x="195" y="456"/>
                </a:lnTo>
                <a:lnTo>
                  <a:pt x="196" y="456"/>
                </a:lnTo>
                <a:lnTo>
                  <a:pt x="196" y="457"/>
                </a:lnTo>
                <a:lnTo>
                  <a:pt x="196" y="458"/>
                </a:lnTo>
                <a:lnTo>
                  <a:pt x="195" y="458"/>
                </a:lnTo>
                <a:lnTo>
                  <a:pt x="194" y="458"/>
                </a:lnTo>
                <a:lnTo>
                  <a:pt x="194" y="459"/>
                </a:lnTo>
                <a:lnTo>
                  <a:pt x="194" y="460"/>
                </a:lnTo>
                <a:lnTo>
                  <a:pt x="193" y="460"/>
                </a:lnTo>
                <a:lnTo>
                  <a:pt x="193" y="459"/>
                </a:lnTo>
                <a:lnTo>
                  <a:pt x="192" y="459"/>
                </a:lnTo>
                <a:lnTo>
                  <a:pt x="192" y="460"/>
                </a:lnTo>
                <a:lnTo>
                  <a:pt x="191" y="460"/>
                </a:lnTo>
                <a:lnTo>
                  <a:pt x="192" y="461"/>
                </a:lnTo>
                <a:lnTo>
                  <a:pt x="192" y="462"/>
                </a:lnTo>
                <a:lnTo>
                  <a:pt x="192" y="463"/>
                </a:lnTo>
                <a:lnTo>
                  <a:pt x="192" y="464"/>
                </a:lnTo>
                <a:lnTo>
                  <a:pt x="192" y="465"/>
                </a:lnTo>
                <a:lnTo>
                  <a:pt x="193" y="465"/>
                </a:lnTo>
                <a:lnTo>
                  <a:pt x="192" y="465"/>
                </a:lnTo>
                <a:lnTo>
                  <a:pt x="191" y="466"/>
                </a:lnTo>
                <a:lnTo>
                  <a:pt x="191" y="467"/>
                </a:lnTo>
                <a:lnTo>
                  <a:pt x="192" y="468"/>
                </a:lnTo>
                <a:lnTo>
                  <a:pt x="191" y="468"/>
                </a:lnTo>
                <a:lnTo>
                  <a:pt x="191" y="469"/>
                </a:lnTo>
                <a:lnTo>
                  <a:pt x="192" y="470"/>
                </a:lnTo>
                <a:lnTo>
                  <a:pt x="192" y="471"/>
                </a:lnTo>
                <a:lnTo>
                  <a:pt x="192" y="472"/>
                </a:lnTo>
                <a:lnTo>
                  <a:pt x="191" y="473"/>
                </a:lnTo>
                <a:lnTo>
                  <a:pt x="191" y="474"/>
                </a:lnTo>
                <a:lnTo>
                  <a:pt x="190" y="475"/>
                </a:lnTo>
                <a:lnTo>
                  <a:pt x="190" y="476"/>
                </a:lnTo>
                <a:lnTo>
                  <a:pt x="191" y="476"/>
                </a:lnTo>
                <a:lnTo>
                  <a:pt x="190" y="476"/>
                </a:lnTo>
                <a:lnTo>
                  <a:pt x="190" y="477"/>
                </a:lnTo>
                <a:lnTo>
                  <a:pt x="189" y="477"/>
                </a:lnTo>
                <a:lnTo>
                  <a:pt x="189" y="478"/>
                </a:lnTo>
                <a:lnTo>
                  <a:pt x="188" y="478"/>
                </a:lnTo>
                <a:lnTo>
                  <a:pt x="188" y="479"/>
                </a:lnTo>
                <a:lnTo>
                  <a:pt x="187" y="479"/>
                </a:lnTo>
                <a:lnTo>
                  <a:pt x="186" y="478"/>
                </a:lnTo>
                <a:lnTo>
                  <a:pt x="186" y="477"/>
                </a:lnTo>
                <a:lnTo>
                  <a:pt x="185" y="476"/>
                </a:lnTo>
                <a:lnTo>
                  <a:pt x="184" y="476"/>
                </a:lnTo>
                <a:lnTo>
                  <a:pt x="183" y="476"/>
                </a:lnTo>
                <a:lnTo>
                  <a:pt x="182" y="476"/>
                </a:lnTo>
                <a:lnTo>
                  <a:pt x="181" y="477"/>
                </a:lnTo>
                <a:lnTo>
                  <a:pt x="179" y="477"/>
                </a:lnTo>
                <a:lnTo>
                  <a:pt x="179" y="478"/>
                </a:lnTo>
                <a:lnTo>
                  <a:pt x="178" y="478"/>
                </a:lnTo>
                <a:lnTo>
                  <a:pt x="178" y="479"/>
                </a:lnTo>
                <a:lnTo>
                  <a:pt x="177" y="479"/>
                </a:lnTo>
                <a:lnTo>
                  <a:pt x="176" y="479"/>
                </a:lnTo>
                <a:lnTo>
                  <a:pt x="176" y="480"/>
                </a:lnTo>
                <a:lnTo>
                  <a:pt x="176" y="481"/>
                </a:lnTo>
                <a:lnTo>
                  <a:pt x="177" y="481"/>
                </a:lnTo>
                <a:lnTo>
                  <a:pt x="177" y="482"/>
                </a:lnTo>
                <a:lnTo>
                  <a:pt x="177" y="483"/>
                </a:lnTo>
                <a:lnTo>
                  <a:pt x="176" y="483"/>
                </a:lnTo>
                <a:lnTo>
                  <a:pt x="176" y="484"/>
                </a:lnTo>
                <a:lnTo>
                  <a:pt x="175" y="484"/>
                </a:lnTo>
                <a:lnTo>
                  <a:pt x="174" y="484"/>
                </a:lnTo>
                <a:lnTo>
                  <a:pt x="174" y="485"/>
                </a:lnTo>
                <a:lnTo>
                  <a:pt x="175" y="485"/>
                </a:lnTo>
                <a:lnTo>
                  <a:pt x="174" y="486"/>
                </a:lnTo>
                <a:lnTo>
                  <a:pt x="173" y="487"/>
                </a:lnTo>
                <a:lnTo>
                  <a:pt x="172" y="486"/>
                </a:lnTo>
                <a:lnTo>
                  <a:pt x="172" y="487"/>
                </a:lnTo>
                <a:lnTo>
                  <a:pt x="171" y="487"/>
                </a:lnTo>
                <a:lnTo>
                  <a:pt x="171" y="488"/>
                </a:lnTo>
                <a:lnTo>
                  <a:pt x="170" y="488"/>
                </a:lnTo>
                <a:lnTo>
                  <a:pt x="170" y="490"/>
                </a:lnTo>
                <a:lnTo>
                  <a:pt x="170" y="491"/>
                </a:lnTo>
                <a:lnTo>
                  <a:pt x="170" y="492"/>
                </a:lnTo>
                <a:lnTo>
                  <a:pt x="170" y="493"/>
                </a:lnTo>
                <a:lnTo>
                  <a:pt x="169" y="493"/>
                </a:lnTo>
                <a:lnTo>
                  <a:pt x="168" y="493"/>
                </a:lnTo>
                <a:lnTo>
                  <a:pt x="168" y="494"/>
                </a:lnTo>
                <a:lnTo>
                  <a:pt x="167" y="494"/>
                </a:lnTo>
                <a:lnTo>
                  <a:pt x="167" y="493"/>
                </a:lnTo>
                <a:lnTo>
                  <a:pt x="167" y="492"/>
                </a:lnTo>
                <a:lnTo>
                  <a:pt x="167" y="493"/>
                </a:lnTo>
                <a:lnTo>
                  <a:pt x="167" y="494"/>
                </a:lnTo>
                <a:lnTo>
                  <a:pt x="166" y="494"/>
                </a:lnTo>
                <a:lnTo>
                  <a:pt x="166" y="493"/>
                </a:lnTo>
                <a:lnTo>
                  <a:pt x="165" y="494"/>
                </a:lnTo>
                <a:lnTo>
                  <a:pt x="164" y="494"/>
                </a:lnTo>
                <a:lnTo>
                  <a:pt x="163" y="494"/>
                </a:lnTo>
                <a:lnTo>
                  <a:pt x="162" y="494"/>
                </a:lnTo>
                <a:lnTo>
                  <a:pt x="161" y="494"/>
                </a:lnTo>
                <a:lnTo>
                  <a:pt x="160" y="494"/>
                </a:lnTo>
                <a:lnTo>
                  <a:pt x="159" y="494"/>
                </a:lnTo>
                <a:lnTo>
                  <a:pt x="158" y="494"/>
                </a:lnTo>
                <a:lnTo>
                  <a:pt x="157" y="494"/>
                </a:lnTo>
                <a:lnTo>
                  <a:pt x="156" y="494"/>
                </a:lnTo>
                <a:lnTo>
                  <a:pt x="156" y="493"/>
                </a:lnTo>
                <a:lnTo>
                  <a:pt x="155" y="493"/>
                </a:lnTo>
                <a:lnTo>
                  <a:pt x="154" y="493"/>
                </a:lnTo>
                <a:lnTo>
                  <a:pt x="154" y="494"/>
                </a:lnTo>
                <a:lnTo>
                  <a:pt x="153" y="494"/>
                </a:lnTo>
                <a:lnTo>
                  <a:pt x="153" y="493"/>
                </a:lnTo>
                <a:lnTo>
                  <a:pt x="153" y="492"/>
                </a:lnTo>
                <a:lnTo>
                  <a:pt x="153" y="491"/>
                </a:lnTo>
                <a:lnTo>
                  <a:pt x="152" y="490"/>
                </a:lnTo>
                <a:lnTo>
                  <a:pt x="153" y="490"/>
                </a:lnTo>
                <a:lnTo>
                  <a:pt x="153" y="489"/>
                </a:lnTo>
                <a:lnTo>
                  <a:pt x="153" y="488"/>
                </a:lnTo>
                <a:lnTo>
                  <a:pt x="152" y="488"/>
                </a:lnTo>
                <a:lnTo>
                  <a:pt x="151" y="487"/>
                </a:lnTo>
                <a:lnTo>
                  <a:pt x="151" y="488"/>
                </a:lnTo>
                <a:lnTo>
                  <a:pt x="150" y="489"/>
                </a:lnTo>
                <a:lnTo>
                  <a:pt x="149" y="489"/>
                </a:lnTo>
                <a:lnTo>
                  <a:pt x="149" y="490"/>
                </a:lnTo>
                <a:lnTo>
                  <a:pt x="148" y="490"/>
                </a:lnTo>
                <a:lnTo>
                  <a:pt x="147" y="490"/>
                </a:lnTo>
                <a:lnTo>
                  <a:pt x="147" y="489"/>
                </a:lnTo>
                <a:lnTo>
                  <a:pt x="147" y="490"/>
                </a:lnTo>
                <a:lnTo>
                  <a:pt x="146" y="490"/>
                </a:lnTo>
                <a:lnTo>
                  <a:pt x="145" y="490"/>
                </a:lnTo>
                <a:lnTo>
                  <a:pt x="145" y="489"/>
                </a:lnTo>
                <a:lnTo>
                  <a:pt x="144" y="489"/>
                </a:lnTo>
                <a:lnTo>
                  <a:pt x="143" y="489"/>
                </a:lnTo>
                <a:lnTo>
                  <a:pt x="142" y="489"/>
                </a:lnTo>
                <a:lnTo>
                  <a:pt x="142" y="488"/>
                </a:lnTo>
                <a:lnTo>
                  <a:pt x="141" y="488"/>
                </a:lnTo>
                <a:lnTo>
                  <a:pt x="141" y="487"/>
                </a:lnTo>
                <a:lnTo>
                  <a:pt x="140" y="487"/>
                </a:lnTo>
                <a:lnTo>
                  <a:pt x="139" y="487"/>
                </a:lnTo>
                <a:lnTo>
                  <a:pt x="138" y="487"/>
                </a:lnTo>
                <a:lnTo>
                  <a:pt x="138" y="488"/>
                </a:lnTo>
                <a:lnTo>
                  <a:pt x="137" y="487"/>
                </a:lnTo>
                <a:lnTo>
                  <a:pt x="136" y="488"/>
                </a:lnTo>
                <a:lnTo>
                  <a:pt x="137" y="488"/>
                </a:lnTo>
                <a:lnTo>
                  <a:pt x="137" y="489"/>
                </a:lnTo>
                <a:lnTo>
                  <a:pt x="137" y="490"/>
                </a:lnTo>
                <a:lnTo>
                  <a:pt x="137" y="491"/>
                </a:lnTo>
                <a:lnTo>
                  <a:pt x="137" y="490"/>
                </a:lnTo>
                <a:lnTo>
                  <a:pt x="136" y="490"/>
                </a:lnTo>
                <a:lnTo>
                  <a:pt x="135" y="491"/>
                </a:lnTo>
                <a:lnTo>
                  <a:pt x="134" y="491"/>
                </a:lnTo>
                <a:lnTo>
                  <a:pt x="134" y="492"/>
                </a:lnTo>
                <a:lnTo>
                  <a:pt x="135" y="492"/>
                </a:lnTo>
                <a:lnTo>
                  <a:pt x="135" y="493"/>
                </a:lnTo>
                <a:lnTo>
                  <a:pt x="134" y="493"/>
                </a:lnTo>
                <a:lnTo>
                  <a:pt x="134" y="494"/>
                </a:lnTo>
                <a:lnTo>
                  <a:pt x="133" y="494"/>
                </a:lnTo>
                <a:lnTo>
                  <a:pt x="133" y="493"/>
                </a:lnTo>
                <a:lnTo>
                  <a:pt x="132" y="493"/>
                </a:lnTo>
                <a:lnTo>
                  <a:pt x="131" y="493"/>
                </a:lnTo>
                <a:lnTo>
                  <a:pt x="130" y="493"/>
                </a:lnTo>
                <a:lnTo>
                  <a:pt x="129" y="493"/>
                </a:lnTo>
                <a:lnTo>
                  <a:pt x="129" y="494"/>
                </a:lnTo>
                <a:lnTo>
                  <a:pt x="128" y="494"/>
                </a:lnTo>
                <a:lnTo>
                  <a:pt x="128" y="493"/>
                </a:lnTo>
                <a:lnTo>
                  <a:pt x="128" y="492"/>
                </a:lnTo>
                <a:lnTo>
                  <a:pt x="127" y="491"/>
                </a:lnTo>
                <a:lnTo>
                  <a:pt x="126" y="491"/>
                </a:lnTo>
                <a:lnTo>
                  <a:pt x="126" y="490"/>
                </a:lnTo>
                <a:lnTo>
                  <a:pt x="126" y="489"/>
                </a:lnTo>
                <a:lnTo>
                  <a:pt x="125" y="489"/>
                </a:lnTo>
                <a:lnTo>
                  <a:pt x="124" y="489"/>
                </a:lnTo>
                <a:lnTo>
                  <a:pt x="124" y="488"/>
                </a:lnTo>
                <a:lnTo>
                  <a:pt x="124" y="487"/>
                </a:lnTo>
                <a:lnTo>
                  <a:pt x="123" y="487"/>
                </a:lnTo>
                <a:lnTo>
                  <a:pt x="122" y="488"/>
                </a:lnTo>
                <a:lnTo>
                  <a:pt x="122" y="487"/>
                </a:lnTo>
                <a:lnTo>
                  <a:pt x="122" y="486"/>
                </a:lnTo>
                <a:lnTo>
                  <a:pt x="122" y="485"/>
                </a:lnTo>
                <a:lnTo>
                  <a:pt x="123" y="484"/>
                </a:lnTo>
                <a:lnTo>
                  <a:pt x="124" y="484"/>
                </a:lnTo>
                <a:lnTo>
                  <a:pt x="124" y="483"/>
                </a:lnTo>
                <a:lnTo>
                  <a:pt x="125" y="483"/>
                </a:lnTo>
                <a:lnTo>
                  <a:pt x="125" y="482"/>
                </a:lnTo>
                <a:lnTo>
                  <a:pt x="125" y="481"/>
                </a:lnTo>
                <a:lnTo>
                  <a:pt x="125" y="480"/>
                </a:lnTo>
                <a:lnTo>
                  <a:pt x="126" y="480"/>
                </a:lnTo>
                <a:lnTo>
                  <a:pt x="127" y="480"/>
                </a:lnTo>
                <a:lnTo>
                  <a:pt x="127" y="479"/>
                </a:lnTo>
                <a:lnTo>
                  <a:pt x="126" y="479"/>
                </a:lnTo>
                <a:lnTo>
                  <a:pt x="126" y="478"/>
                </a:lnTo>
                <a:lnTo>
                  <a:pt x="126" y="477"/>
                </a:lnTo>
                <a:lnTo>
                  <a:pt x="125" y="477"/>
                </a:lnTo>
                <a:lnTo>
                  <a:pt x="126" y="477"/>
                </a:lnTo>
                <a:lnTo>
                  <a:pt x="126" y="476"/>
                </a:lnTo>
                <a:lnTo>
                  <a:pt x="126" y="475"/>
                </a:lnTo>
                <a:lnTo>
                  <a:pt x="126" y="474"/>
                </a:lnTo>
                <a:lnTo>
                  <a:pt x="127" y="474"/>
                </a:lnTo>
                <a:lnTo>
                  <a:pt x="126" y="473"/>
                </a:lnTo>
                <a:lnTo>
                  <a:pt x="125" y="473"/>
                </a:lnTo>
                <a:lnTo>
                  <a:pt x="125" y="472"/>
                </a:lnTo>
                <a:lnTo>
                  <a:pt x="125" y="471"/>
                </a:lnTo>
                <a:lnTo>
                  <a:pt x="124" y="470"/>
                </a:lnTo>
                <a:lnTo>
                  <a:pt x="124" y="469"/>
                </a:lnTo>
                <a:lnTo>
                  <a:pt x="123" y="468"/>
                </a:lnTo>
                <a:lnTo>
                  <a:pt x="123" y="469"/>
                </a:lnTo>
                <a:lnTo>
                  <a:pt x="122" y="468"/>
                </a:lnTo>
                <a:lnTo>
                  <a:pt x="122" y="467"/>
                </a:lnTo>
                <a:lnTo>
                  <a:pt x="121" y="466"/>
                </a:lnTo>
                <a:lnTo>
                  <a:pt x="121" y="465"/>
                </a:lnTo>
                <a:lnTo>
                  <a:pt x="121" y="464"/>
                </a:lnTo>
                <a:lnTo>
                  <a:pt x="120" y="464"/>
                </a:lnTo>
                <a:lnTo>
                  <a:pt x="120" y="463"/>
                </a:lnTo>
                <a:lnTo>
                  <a:pt x="122" y="462"/>
                </a:lnTo>
                <a:lnTo>
                  <a:pt x="123" y="462"/>
                </a:lnTo>
                <a:lnTo>
                  <a:pt x="122" y="461"/>
                </a:lnTo>
                <a:lnTo>
                  <a:pt x="123" y="461"/>
                </a:lnTo>
                <a:lnTo>
                  <a:pt x="122" y="461"/>
                </a:lnTo>
                <a:lnTo>
                  <a:pt x="121" y="461"/>
                </a:lnTo>
                <a:lnTo>
                  <a:pt x="121" y="460"/>
                </a:lnTo>
                <a:lnTo>
                  <a:pt x="121" y="459"/>
                </a:lnTo>
                <a:lnTo>
                  <a:pt x="120" y="459"/>
                </a:lnTo>
                <a:lnTo>
                  <a:pt x="119" y="459"/>
                </a:lnTo>
                <a:lnTo>
                  <a:pt x="119" y="458"/>
                </a:lnTo>
                <a:lnTo>
                  <a:pt x="119" y="457"/>
                </a:lnTo>
                <a:lnTo>
                  <a:pt x="118" y="457"/>
                </a:lnTo>
                <a:lnTo>
                  <a:pt x="118" y="456"/>
                </a:lnTo>
                <a:lnTo>
                  <a:pt x="117" y="456"/>
                </a:lnTo>
                <a:lnTo>
                  <a:pt x="117" y="455"/>
                </a:lnTo>
                <a:lnTo>
                  <a:pt x="117" y="454"/>
                </a:lnTo>
                <a:lnTo>
                  <a:pt x="116" y="454"/>
                </a:lnTo>
                <a:lnTo>
                  <a:pt x="115" y="454"/>
                </a:lnTo>
                <a:lnTo>
                  <a:pt x="115" y="453"/>
                </a:lnTo>
                <a:lnTo>
                  <a:pt x="116" y="452"/>
                </a:lnTo>
                <a:lnTo>
                  <a:pt x="115" y="451"/>
                </a:lnTo>
                <a:lnTo>
                  <a:pt x="116" y="451"/>
                </a:lnTo>
                <a:lnTo>
                  <a:pt x="116" y="450"/>
                </a:lnTo>
                <a:lnTo>
                  <a:pt x="115" y="449"/>
                </a:lnTo>
                <a:lnTo>
                  <a:pt x="114" y="449"/>
                </a:lnTo>
                <a:lnTo>
                  <a:pt x="114" y="448"/>
                </a:lnTo>
                <a:lnTo>
                  <a:pt x="114" y="447"/>
                </a:lnTo>
                <a:lnTo>
                  <a:pt x="113" y="446"/>
                </a:lnTo>
                <a:lnTo>
                  <a:pt x="112" y="444"/>
                </a:lnTo>
                <a:lnTo>
                  <a:pt x="113" y="444"/>
                </a:lnTo>
                <a:lnTo>
                  <a:pt x="113" y="443"/>
                </a:lnTo>
                <a:lnTo>
                  <a:pt x="113" y="442"/>
                </a:lnTo>
                <a:lnTo>
                  <a:pt x="113" y="441"/>
                </a:lnTo>
                <a:lnTo>
                  <a:pt x="112" y="441"/>
                </a:lnTo>
                <a:lnTo>
                  <a:pt x="112" y="440"/>
                </a:lnTo>
                <a:lnTo>
                  <a:pt x="112" y="439"/>
                </a:lnTo>
                <a:lnTo>
                  <a:pt x="111" y="439"/>
                </a:lnTo>
                <a:lnTo>
                  <a:pt x="111" y="438"/>
                </a:lnTo>
                <a:lnTo>
                  <a:pt x="111" y="437"/>
                </a:lnTo>
                <a:lnTo>
                  <a:pt x="110" y="437"/>
                </a:lnTo>
                <a:lnTo>
                  <a:pt x="110" y="436"/>
                </a:lnTo>
                <a:lnTo>
                  <a:pt x="109" y="436"/>
                </a:lnTo>
                <a:lnTo>
                  <a:pt x="108" y="436"/>
                </a:lnTo>
                <a:lnTo>
                  <a:pt x="108" y="435"/>
                </a:lnTo>
                <a:lnTo>
                  <a:pt x="109" y="435"/>
                </a:lnTo>
                <a:lnTo>
                  <a:pt x="108" y="434"/>
                </a:lnTo>
                <a:lnTo>
                  <a:pt x="107" y="434"/>
                </a:lnTo>
                <a:lnTo>
                  <a:pt x="106" y="434"/>
                </a:lnTo>
                <a:lnTo>
                  <a:pt x="105" y="434"/>
                </a:lnTo>
                <a:lnTo>
                  <a:pt x="104" y="433"/>
                </a:lnTo>
                <a:lnTo>
                  <a:pt x="103" y="433"/>
                </a:lnTo>
                <a:lnTo>
                  <a:pt x="103" y="434"/>
                </a:lnTo>
                <a:lnTo>
                  <a:pt x="102" y="434"/>
                </a:lnTo>
                <a:lnTo>
                  <a:pt x="102" y="433"/>
                </a:lnTo>
                <a:lnTo>
                  <a:pt x="102" y="432"/>
                </a:lnTo>
                <a:lnTo>
                  <a:pt x="101" y="432"/>
                </a:lnTo>
                <a:lnTo>
                  <a:pt x="100" y="431"/>
                </a:lnTo>
                <a:lnTo>
                  <a:pt x="100" y="430"/>
                </a:lnTo>
                <a:lnTo>
                  <a:pt x="99" y="430"/>
                </a:lnTo>
                <a:lnTo>
                  <a:pt x="99" y="429"/>
                </a:lnTo>
                <a:lnTo>
                  <a:pt x="99" y="428"/>
                </a:lnTo>
                <a:lnTo>
                  <a:pt x="99" y="427"/>
                </a:lnTo>
                <a:lnTo>
                  <a:pt x="98" y="426"/>
                </a:lnTo>
                <a:lnTo>
                  <a:pt x="98" y="425"/>
                </a:lnTo>
                <a:lnTo>
                  <a:pt x="98" y="424"/>
                </a:lnTo>
                <a:lnTo>
                  <a:pt x="99" y="423"/>
                </a:lnTo>
                <a:lnTo>
                  <a:pt x="99" y="422"/>
                </a:lnTo>
                <a:lnTo>
                  <a:pt x="98" y="421"/>
                </a:lnTo>
                <a:lnTo>
                  <a:pt x="98" y="422"/>
                </a:lnTo>
                <a:lnTo>
                  <a:pt x="97" y="422"/>
                </a:lnTo>
                <a:lnTo>
                  <a:pt x="97" y="420"/>
                </a:lnTo>
                <a:lnTo>
                  <a:pt x="97" y="419"/>
                </a:lnTo>
                <a:lnTo>
                  <a:pt x="96" y="419"/>
                </a:lnTo>
                <a:lnTo>
                  <a:pt x="96" y="418"/>
                </a:lnTo>
                <a:lnTo>
                  <a:pt x="97" y="418"/>
                </a:lnTo>
                <a:lnTo>
                  <a:pt x="97" y="417"/>
                </a:lnTo>
                <a:lnTo>
                  <a:pt x="98" y="417"/>
                </a:lnTo>
                <a:lnTo>
                  <a:pt x="98" y="416"/>
                </a:lnTo>
                <a:lnTo>
                  <a:pt x="99" y="415"/>
                </a:lnTo>
                <a:lnTo>
                  <a:pt x="99" y="414"/>
                </a:lnTo>
                <a:lnTo>
                  <a:pt x="100" y="414"/>
                </a:lnTo>
                <a:lnTo>
                  <a:pt x="101" y="414"/>
                </a:lnTo>
                <a:lnTo>
                  <a:pt x="101" y="413"/>
                </a:lnTo>
                <a:lnTo>
                  <a:pt x="101" y="412"/>
                </a:lnTo>
                <a:lnTo>
                  <a:pt x="102" y="411"/>
                </a:lnTo>
                <a:lnTo>
                  <a:pt x="103" y="411"/>
                </a:lnTo>
                <a:lnTo>
                  <a:pt x="104" y="411"/>
                </a:lnTo>
                <a:lnTo>
                  <a:pt x="105" y="411"/>
                </a:lnTo>
                <a:lnTo>
                  <a:pt x="105" y="410"/>
                </a:lnTo>
                <a:lnTo>
                  <a:pt x="105" y="409"/>
                </a:lnTo>
                <a:lnTo>
                  <a:pt x="104" y="408"/>
                </a:lnTo>
                <a:lnTo>
                  <a:pt x="104" y="407"/>
                </a:lnTo>
                <a:lnTo>
                  <a:pt x="105" y="407"/>
                </a:lnTo>
                <a:lnTo>
                  <a:pt x="105" y="406"/>
                </a:lnTo>
                <a:lnTo>
                  <a:pt x="104" y="406"/>
                </a:lnTo>
                <a:lnTo>
                  <a:pt x="105" y="405"/>
                </a:lnTo>
                <a:lnTo>
                  <a:pt x="104" y="405"/>
                </a:lnTo>
                <a:lnTo>
                  <a:pt x="103" y="404"/>
                </a:lnTo>
                <a:lnTo>
                  <a:pt x="102" y="404"/>
                </a:lnTo>
                <a:lnTo>
                  <a:pt x="102" y="403"/>
                </a:lnTo>
                <a:lnTo>
                  <a:pt x="101" y="404"/>
                </a:lnTo>
                <a:lnTo>
                  <a:pt x="100" y="404"/>
                </a:lnTo>
                <a:lnTo>
                  <a:pt x="99" y="404"/>
                </a:lnTo>
                <a:lnTo>
                  <a:pt x="99" y="403"/>
                </a:lnTo>
                <a:lnTo>
                  <a:pt x="100" y="403"/>
                </a:lnTo>
                <a:lnTo>
                  <a:pt x="100" y="402"/>
                </a:lnTo>
                <a:lnTo>
                  <a:pt x="100" y="401"/>
                </a:lnTo>
                <a:lnTo>
                  <a:pt x="101" y="401"/>
                </a:lnTo>
                <a:lnTo>
                  <a:pt x="102" y="401"/>
                </a:lnTo>
                <a:lnTo>
                  <a:pt x="102" y="400"/>
                </a:lnTo>
                <a:lnTo>
                  <a:pt x="102" y="399"/>
                </a:lnTo>
                <a:lnTo>
                  <a:pt x="103" y="399"/>
                </a:lnTo>
                <a:lnTo>
                  <a:pt x="103" y="398"/>
                </a:lnTo>
                <a:lnTo>
                  <a:pt x="103" y="397"/>
                </a:lnTo>
                <a:lnTo>
                  <a:pt x="104" y="397"/>
                </a:lnTo>
                <a:lnTo>
                  <a:pt x="104" y="396"/>
                </a:lnTo>
                <a:lnTo>
                  <a:pt x="104" y="395"/>
                </a:lnTo>
                <a:lnTo>
                  <a:pt x="104" y="396"/>
                </a:lnTo>
                <a:lnTo>
                  <a:pt x="103" y="396"/>
                </a:lnTo>
                <a:lnTo>
                  <a:pt x="103" y="395"/>
                </a:lnTo>
                <a:lnTo>
                  <a:pt x="102" y="394"/>
                </a:lnTo>
                <a:lnTo>
                  <a:pt x="101" y="394"/>
                </a:lnTo>
                <a:lnTo>
                  <a:pt x="99" y="395"/>
                </a:lnTo>
                <a:lnTo>
                  <a:pt x="99" y="396"/>
                </a:lnTo>
                <a:lnTo>
                  <a:pt x="98" y="395"/>
                </a:lnTo>
                <a:lnTo>
                  <a:pt x="97" y="395"/>
                </a:lnTo>
                <a:lnTo>
                  <a:pt x="97" y="394"/>
                </a:lnTo>
                <a:lnTo>
                  <a:pt x="96" y="394"/>
                </a:lnTo>
                <a:lnTo>
                  <a:pt x="96" y="393"/>
                </a:lnTo>
                <a:lnTo>
                  <a:pt x="95" y="393"/>
                </a:lnTo>
                <a:lnTo>
                  <a:pt x="95" y="394"/>
                </a:lnTo>
                <a:lnTo>
                  <a:pt x="94" y="394"/>
                </a:lnTo>
                <a:lnTo>
                  <a:pt x="94" y="393"/>
                </a:lnTo>
                <a:lnTo>
                  <a:pt x="95" y="393"/>
                </a:lnTo>
                <a:lnTo>
                  <a:pt x="95" y="392"/>
                </a:lnTo>
                <a:lnTo>
                  <a:pt x="95" y="391"/>
                </a:lnTo>
                <a:lnTo>
                  <a:pt x="94" y="390"/>
                </a:lnTo>
                <a:lnTo>
                  <a:pt x="93" y="390"/>
                </a:lnTo>
                <a:lnTo>
                  <a:pt x="93" y="389"/>
                </a:lnTo>
                <a:lnTo>
                  <a:pt x="93" y="388"/>
                </a:lnTo>
                <a:lnTo>
                  <a:pt x="93" y="387"/>
                </a:lnTo>
                <a:lnTo>
                  <a:pt x="92" y="386"/>
                </a:lnTo>
                <a:lnTo>
                  <a:pt x="92" y="387"/>
                </a:lnTo>
                <a:lnTo>
                  <a:pt x="91" y="386"/>
                </a:lnTo>
                <a:lnTo>
                  <a:pt x="91" y="387"/>
                </a:lnTo>
                <a:lnTo>
                  <a:pt x="90" y="387"/>
                </a:lnTo>
                <a:lnTo>
                  <a:pt x="89" y="388"/>
                </a:lnTo>
                <a:lnTo>
                  <a:pt x="89" y="390"/>
                </a:lnTo>
                <a:lnTo>
                  <a:pt x="89" y="391"/>
                </a:lnTo>
                <a:lnTo>
                  <a:pt x="89" y="392"/>
                </a:lnTo>
                <a:lnTo>
                  <a:pt x="88" y="393"/>
                </a:lnTo>
                <a:lnTo>
                  <a:pt x="87" y="393"/>
                </a:lnTo>
                <a:lnTo>
                  <a:pt x="86" y="393"/>
                </a:lnTo>
                <a:lnTo>
                  <a:pt x="86" y="392"/>
                </a:lnTo>
                <a:lnTo>
                  <a:pt x="85" y="392"/>
                </a:lnTo>
                <a:lnTo>
                  <a:pt x="84" y="393"/>
                </a:lnTo>
                <a:lnTo>
                  <a:pt x="83" y="393"/>
                </a:lnTo>
                <a:lnTo>
                  <a:pt x="83" y="394"/>
                </a:lnTo>
                <a:lnTo>
                  <a:pt x="83" y="395"/>
                </a:lnTo>
                <a:lnTo>
                  <a:pt x="82" y="394"/>
                </a:lnTo>
                <a:lnTo>
                  <a:pt x="82" y="395"/>
                </a:lnTo>
                <a:lnTo>
                  <a:pt x="81" y="395"/>
                </a:lnTo>
                <a:lnTo>
                  <a:pt x="81" y="394"/>
                </a:lnTo>
                <a:lnTo>
                  <a:pt x="81" y="393"/>
                </a:lnTo>
                <a:lnTo>
                  <a:pt x="81" y="394"/>
                </a:lnTo>
                <a:lnTo>
                  <a:pt x="81" y="395"/>
                </a:lnTo>
                <a:lnTo>
                  <a:pt x="80" y="395"/>
                </a:lnTo>
                <a:lnTo>
                  <a:pt x="80" y="396"/>
                </a:lnTo>
                <a:lnTo>
                  <a:pt x="79" y="396"/>
                </a:lnTo>
                <a:lnTo>
                  <a:pt x="79" y="395"/>
                </a:lnTo>
                <a:lnTo>
                  <a:pt x="79" y="394"/>
                </a:lnTo>
                <a:lnTo>
                  <a:pt x="78" y="393"/>
                </a:lnTo>
                <a:lnTo>
                  <a:pt x="77" y="392"/>
                </a:lnTo>
                <a:lnTo>
                  <a:pt x="76" y="392"/>
                </a:lnTo>
                <a:lnTo>
                  <a:pt x="75" y="393"/>
                </a:lnTo>
                <a:lnTo>
                  <a:pt x="74" y="393"/>
                </a:lnTo>
                <a:lnTo>
                  <a:pt x="73" y="393"/>
                </a:lnTo>
                <a:lnTo>
                  <a:pt x="73" y="394"/>
                </a:lnTo>
                <a:lnTo>
                  <a:pt x="73" y="395"/>
                </a:lnTo>
                <a:lnTo>
                  <a:pt x="72" y="395"/>
                </a:lnTo>
                <a:lnTo>
                  <a:pt x="71" y="394"/>
                </a:lnTo>
                <a:lnTo>
                  <a:pt x="70" y="394"/>
                </a:lnTo>
                <a:lnTo>
                  <a:pt x="70" y="395"/>
                </a:lnTo>
                <a:lnTo>
                  <a:pt x="70" y="394"/>
                </a:lnTo>
                <a:lnTo>
                  <a:pt x="69" y="394"/>
                </a:lnTo>
                <a:lnTo>
                  <a:pt x="68" y="394"/>
                </a:lnTo>
                <a:lnTo>
                  <a:pt x="68" y="395"/>
                </a:lnTo>
                <a:lnTo>
                  <a:pt x="67" y="396"/>
                </a:lnTo>
                <a:lnTo>
                  <a:pt x="68" y="397"/>
                </a:lnTo>
                <a:lnTo>
                  <a:pt x="69" y="397"/>
                </a:lnTo>
                <a:lnTo>
                  <a:pt x="69" y="398"/>
                </a:lnTo>
                <a:lnTo>
                  <a:pt x="68" y="399"/>
                </a:lnTo>
                <a:lnTo>
                  <a:pt x="67" y="399"/>
                </a:lnTo>
                <a:lnTo>
                  <a:pt x="66" y="399"/>
                </a:lnTo>
                <a:lnTo>
                  <a:pt x="65" y="399"/>
                </a:lnTo>
                <a:lnTo>
                  <a:pt x="64" y="399"/>
                </a:lnTo>
                <a:lnTo>
                  <a:pt x="63" y="399"/>
                </a:lnTo>
                <a:lnTo>
                  <a:pt x="62" y="399"/>
                </a:lnTo>
                <a:lnTo>
                  <a:pt x="63" y="398"/>
                </a:lnTo>
                <a:lnTo>
                  <a:pt x="63" y="397"/>
                </a:lnTo>
                <a:lnTo>
                  <a:pt x="62" y="397"/>
                </a:lnTo>
                <a:lnTo>
                  <a:pt x="62" y="396"/>
                </a:lnTo>
                <a:lnTo>
                  <a:pt x="61" y="396"/>
                </a:lnTo>
                <a:lnTo>
                  <a:pt x="61" y="397"/>
                </a:lnTo>
                <a:lnTo>
                  <a:pt x="61" y="396"/>
                </a:lnTo>
                <a:lnTo>
                  <a:pt x="60" y="395"/>
                </a:lnTo>
                <a:lnTo>
                  <a:pt x="60" y="394"/>
                </a:lnTo>
                <a:lnTo>
                  <a:pt x="61" y="394"/>
                </a:lnTo>
                <a:lnTo>
                  <a:pt x="62" y="393"/>
                </a:lnTo>
                <a:lnTo>
                  <a:pt x="63" y="393"/>
                </a:lnTo>
                <a:lnTo>
                  <a:pt x="63" y="392"/>
                </a:lnTo>
                <a:lnTo>
                  <a:pt x="64" y="391"/>
                </a:lnTo>
                <a:lnTo>
                  <a:pt x="64" y="390"/>
                </a:lnTo>
                <a:lnTo>
                  <a:pt x="65" y="389"/>
                </a:lnTo>
                <a:lnTo>
                  <a:pt x="66" y="388"/>
                </a:lnTo>
                <a:lnTo>
                  <a:pt x="65" y="387"/>
                </a:lnTo>
                <a:lnTo>
                  <a:pt x="65" y="388"/>
                </a:lnTo>
                <a:lnTo>
                  <a:pt x="65" y="389"/>
                </a:lnTo>
                <a:lnTo>
                  <a:pt x="64" y="388"/>
                </a:lnTo>
                <a:lnTo>
                  <a:pt x="65" y="388"/>
                </a:lnTo>
                <a:lnTo>
                  <a:pt x="65" y="387"/>
                </a:lnTo>
                <a:lnTo>
                  <a:pt x="64" y="387"/>
                </a:lnTo>
                <a:lnTo>
                  <a:pt x="64" y="388"/>
                </a:lnTo>
                <a:lnTo>
                  <a:pt x="64" y="387"/>
                </a:lnTo>
                <a:lnTo>
                  <a:pt x="64" y="386"/>
                </a:lnTo>
                <a:lnTo>
                  <a:pt x="63" y="386"/>
                </a:lnTo>
                <a:lnTo>
                  <a:pt x="63" y="385"/>
                </a:lnTo>
                <a:lnTo>
                  <a:pt x="63" y="384"/>
                </a:lnTo>
                <a:lnTo>
                  <a:pt x="62" y="383"/>
                </a:lnTo>
                <a:lnTo>
                  <a:pt x="62" y="382"/>
                </a:lnTo>
                <a:lnTo>
                  <a:pt x="61" y="381"/>
                </a:lnTo>
                <a:lnTo>
                  <a:pt x="60" y="381"/>
                </a:lnTo>
                <a:lnTo>
                  <a:pt x="59" y="381"/>
                </a:lnTo>
                <a:lnTo>
                  <a:pt x="59" y="380"/>
                </a:lnTo>
                <a:lnTo>
                  <a:pt x="58" y="380"/>
                </a:lnTo>
                <a:lnTo>
                  <a:pt x="59" y="379"/>
                </a:lnTo>
                <a:lnTo>
                  <a:pt x="59" y="378"/>
                </a:lnTo>
                <a:lnTo>
                  <a:pt x="60" y="378"/>
                </a:lnTo>
                <a:lnTo>
                  <a:pt x="61" y="377"/>
                </a:lnTo>
                <a:lnTo>
                  <a:pt x="60" y="377"/>
                </a:lnTo>
                <a:lnTo>
                  <a:pt x="60" y="376"/>
                </a:lnTo>
                <a:lnTo>
                  <a:pt x="61" y="376"/>
                </a:lnTo>
                <a:lnTo>
                  <a:pt x="61" y="375"/>
                </a:lnTo>
                <a:lnTo>
                  <a:pt x="61" y="374"/>
                </a:lnTo>
                <a:lnTo>
                  <a:pt x="61" y="373"/>
                </a:lnTo>
                <a:lnTo>
                  <a:pt x="61" y="372"/>
                </a:lnTo>
                <a:lnTo>
                  <a:pt x="62" y="372"/>
                </a:lnTo>
                <a:lnTo>
                  <a:pt x="62" y="373"/>
                </a:lnTo>
                <a:lnTo>
                  <a:pt x="62" y="372"/>
                </a:lnTo>
                <a:lnTo>
                  <a:pt x="61" y="372"/>
                </a:lnTo>
                <a:lnTo>
                  <a:pt x="62" y="371"/>
                </a:lnTo>
                <a:lnTo>
                  <a:pt x="62" y="370"/>
                </a:lnTo>
                <a:lnTo>
                  <a:pt x="63" y="370"/>
                </a:lnTo>
                <a:lnTo>
                  <a:pt x="63" y="371"/>
                </a:lnTo>
                <a:lnTo>
                  <a:pt x="63" y="370"/>
                </a:lnTo>
                <a:lnTo>
                  <a:pt x="62" y="370"/>
                </a:lnTo>
                <a:lnTo>
                  <a:pt x="62" y="369"/>
                </a:lnTo>
                <a:lnTo>
                  <a:pt x="61" y="369"/>
                </a:lnTo>
                <a:lnTo>
                  <a:pt x="60" y="369"/>
                </a:lnTo>
                <a:lnTo>
                  <a:pt x="60" y="370"/>
                </a:lnTo>
                <a:lnTo>
                  <a:pt x="59" y="370"/>
                </a:lnTo>
                <a:lnTo>
                  <a:pt x="59" y="369"/>
                </a:lnTo>
                <a:lnTo>
                  <a:pt x="58" y="368"/>
                </a:lnTo>
                <a:lnTo>
                  <a:pt x="57" y="368"/>
                </a:lnTo>
                <a:lnTo>
                  <a:pt x="55" y="368"/>
                </a:lnTo>
                <a:lnTo>
                  <a:pt x="55" y="367"/>
                </a:lnTo>
                <a:lnTo>
                  <a:pt x="56" y="367"/>
                </a:lnTo>
                <a:lnTo>
                  <a:pt x="57" y="366"/>
                </a:lnTo>
                <a:lnTo>
                  <a:pt x="58" y="366"/>
                </a:lnTo>
                <a:lnTo>
                  <a:pt x="58" y="365"/>
                </a:lnTo>
                <a:lnTo>
                  <a:pt x="57" y="364"/>
                </a:lnTo>
                <a:lnTo>
                  <a:pt x="56" y="364"/>
                </a:lnTo>
                <a:lnTo>
                  <a:pt x="55" y="364"/>
                </a:lnTo>
                <a:lnTo>
                  <a:pt x="55" y="363"/>
                </a:lnTo>
                <a:lnTo>
                  <a:pt x="55" y="362"/>
                </a:lnTo>
                <a:lnTo>
                  <a:pt x="55" y="363"/>
                </a:lnTo>
                <a:lnTo>
                  <a:pt x="56" y="363"/>
                </a:lnTo>
                <a:lnTo>
                  <a:pt x="55" y="362"/>
                </a:lnTo>
                <a:lnTo>
                  <a:pt x="55" y="361"/>
                </a:lnTo>
                <a:lnTo>
                  <a:pt x="54" y="361"/>
                </a:lnTo>
                <a:lnTo>
                  <a:pt x="54" y="360"/>
                </a:lnTo>
                <a:lnTo>
                  <a:pt x="53" y="360"/>
                </a:lnTo>
                <a:lnTo>
                  <a:pt x="54" y="360"/>
                </a:lnTo>
                <a:lnTo>
                  <a:pt x="54" y="359"/>
                </a:lnTo>
                <a:lnTo>
                  <a:pt x="53" y="359"/>
                </a:lnTo>
                <a:lnTo>
                  <a:pt x="53" y="358"/>
                </a:lnTo>
                <a:lnTo>
                  <a:pt x="54" y="358"/>
                </a:lnTo>
                <a:lnTo>
                  <a:pt x="54" y="357"/>
                </a:lnTo>
                <a:lnTo>
                  <a:pt x="54" y="356"/>
                </a:lnTo>
                <a:lnTo>
                  <a:pt x="55" y="356"/>
                </a:lnTo>
                <a:lnTo>
                  <a:pt x="54" y="356"/>
                </a:lnTo>
                <a:lnTo>
                  <a:pt x="54" y="355"/>
                </a:lnTo>
                <a:lnTo>
                  <a:pt x="53" y="355"/>
                </a:lnTo>
                <a:lnTo>
                  <a:pt x="53" y="353"/>
                </a:lnTo>
                <a:lnTo>
                  <a:pt x="54" y="353"/>
                </a:lnTo>
                <a:lnTo>
                  <a:pt x="55" y="352"/>
                </a:lnTo>
                <a:lnTo>
                  <a:pt x="55" y="351"/>
                </a:lnTo>
                <a:lnTo>
                  <a:pt x="54" y="350"/>
                </a:lnTo>
                <a:lnTo>
                  <a:pt x="53" y="349"/>
                </a:lnTo>
                <a:lnTo>
                  <a:pt x="53" y="348"/>
                </a:lnTo>
                <a:lnTo>
                  <a:pt x="54" y="348"/>
                </a:lnTo>
                <a:lnTo>
                  <a:pt x="54" y="347"/>
                </a:lnTo>
                <a:lnTo>
                  <a:pt x="54" y="348"/>
                </a:lnTo>
                <a:lnTo>
                  <a:pt x="54" y="347"/>
                </a:lnTo>
                <a:lnTo>
                  <a:pt x="54" y="346"/>
                </a:lnTo>
                <a:lnTo>
                  <a:pt x="54" y="345"/>
                </a:lnTo>
                <a:lnTo>
                  <a:pt x="53" y="345"/>
                </a:lnTo>
                <a:lnTo>
                  <a:pt x="53" y="344"/>
                </a:lnTo>
                <a:lnTo>
                  <a:pt x="54" y="345"/>
                </a:lnTo>
                <a:lnTo>
                  <a:pt x="54" y="344"/>
                </a:lnTo>
                <a:lnTo>
                  <a:pt x="53" y="344"/>
                </a:lnTo>
                <a:lnTo>
                  <a:pt x="52" y="344"/>
                </a:lnTo>
                <a:lnTo>
                  <a:pt x="51" y="343"/>
                </a:lnTo>
                <a:lnTo>
                  <a:pt x="52" y="343"/>
                </a:lnTo>
                <a:lnTo>
                  <a:pt x="52" y="342"/>
                </a:lnTo>
                <a:lnTo>
                  <a:pt x="51" y="342"/>
                </a:lnTo>
                <a:lnTo>
                  <a:pt x="50" y="341"/>
                </a:lnTo>
                <a:lnTo>
                  <a:pt x="49" y="342"/>
                </a:lnTo>
                <a:lnTo>
                  <a:pt x="48" y="341"/>
                </a:lnTo>
                <a:lnTo>
                  <a:pt x="49" y="340"/>
                </a:lnTo>
                <a:lnTo>
                  <a:pt x="50" y="340"/>
                </a:lnTo>
                <a:lnTo>
                  <a:pt x="49" y="339"/>
                </a:lnTo>
                <a:lnTo>
                  <a:pt x="49" y="338"/>
                </a:lnTo>
                <a:lnTo>
                  <a:pt x="49" y="339"/>
                </a:lnTo>
                <a:lnTo>
                  <a:pt x="49" y="338"/>
                </a:lnTo>
                <a:lnTo>
                  <a:pt x="48" y="338"/>
                </a:lnTo>
                <a:lnTo>
                  <a:pt x="48" y="337"/>
                </a:lnTo>
                <a:lnTo>
                  <a:pt x="49" y="337"/>
                </a:lnTo>
                <a:lnTo>
                  <a:pt x="48" y="337"/>
                </a:lnTo>
                <a:lnTo>
                  <a:pt x="48" y="336"/>
                </a:lnTo>
                <a:lnTo>
                  <a:pt x="48" y="335"/>
                </a:lnTo>
                <a:lnTo>
                  <a:pt x="47" y="335"/>
                </a:lnTo>
                <a:lnTo>
                  <a:pt x="47" y="334"/>
                </a:lnTo>
                <a:lnTo>
                  <a:pt x="47" y="333"/>
                </a:lnTo>
                <a:lnTo>
                  <a:pt x="46" y="333"/>
                </a:lnTo>
                <a:lnTo>
                  <a:pt x="46" y="332"/>
                </a:lnTo>
                <a:lnTo>
                  <a:pt x="46" y="331"/>
                </a:lnTo>
                <a:lnTo>
                  <a:pt x="46" y="330"/>
                </a:lnTo>
                <a:lnTo>
                  <a:pt x="45" y="330"/>
                </a:lnTo>
                <a:lnTo>
                  <a:pt x="45" y="329"/>
                </a:lnTo>
                <a:lnTo>
                  <a:pt x="44" y="328"/>
                </a:lnTo>
                <a:lnTo>
                  <a:pt x="43" y="328"/>
                </a:lnTo>
                <a:lnTo>
                  <a:pt x="42" y="328"/>
                </a:lnTo>
                <a:lnTo>
                  <a:pt x="41" y="328"/>
                </a:lnTo>
                <a:lnTo>
                  <a:pt x="40" y="328"/>
                </a:lnTo>
                <a:lnTo>
                  <a:pt x="39" y="328"/>
                </a:lnTo>
                <a:lnTo>
                  <a:pt x="38" y="328"/>
                </a:lnTo>
                <a:lnTo>
                  <a:pt x="37" y="327"/>
                </a:lnTo>
                <a:lnTo>
                  <a:pt x="36" y="326"/>
                </a:lnTo>
                <a:lnTo>
                  <a:pt x="37" y="325"/>
                </a:lnTo>
                <a:lnTo>
                  <a:pt x="36" y="325"/>
                </a:lnTo>
                <a:lnTo>
                  <a:pt x="36" y="324"/>
                </a:lnTo>
                <a:lnTo>
                  <a:pt x="35" y="323"/>
                </a:lnTo>
                <a:lnTo>
                  <a:pt x="35" y="322"/>
                </a:lnTo>
                <a:lnTo>
                  <a:pt x="34" y="322"/>
                </a:lnTo>
                <a:lnTo>
                  <a:pt x="34" y="321"/>
                </a:lnTo>
                <a:lnTo>
                  <a:pt x="33" y="320"/>
                </a:lnTo>
                <a:lnTo>
                  <a:pt x="33" y="319"/>
                </a:lnTo>
                <a:lnTo>
                  <a:pt x="33" y="318"/>
                </a:lnTo>
                <a:lnTo>
                  <a:pt x="32" y="318"/>
                </a:lnTo>
                <a:lnTo>
                  <a:pt x="32" y="317"/>
                </a:lnTo>
                <a:lnTo>
                  <a:pt x="32" y="316"/>
                </a:lnTo>
                <a:lnTo>
                  <a:pt x="31" y="316"/>
                </a:lnTo>
                <a:lnTo>
                  <a:pt x="30" y="316"/>
                </a:lnTo>
                <a:lnTo>
                  <a:pt x="30" y="315"/>
                </a:lnTo>
                <a:lnTo>
                  <a:pt x="30" y="316"/>
                </a:lnTo>
                <a:lnTo>
                  <a:pt x="29" y="316"/>
                </a:lnTo>
                <a:lnTo>
                  <a:pt x="28" y="316"/>
                </a:lnTo>
                <a:lnTo>
                  <a:pt x="27" y="317"/>
                </a:lnTo>
                <a:lnTo>
                  <a:pt x="26" y="317"/>
                </a:lnTo>
                <a:lnTo>
                  <a:pt x="26" y="318"/>
                </a:lnTo>
                <a:lnTo>
                  <a:pt x="25" y="318"/>
                </a:lnTo>
                <a:lnTo>
                  <a:pt x="24" y="318"/>
                </a:lnTo>
                <a:lnTo>
                  <a:pt x="24" y="319"/>
                </a:lnTo>
                <a:lnTo>
                  <a:pt x="23" y="318"/>
                </a:lnTo>
                <a:lnTo>
                  <a:pt x="23" y="317"/>
                </a:lnTo>
                <a:lnTo>
                  <a:pt x="24" y="317"/>
                </a:lnTo>
                <a:lnTo>
                  <a:pt x="24" y="316"/>
                </a:lnTo>
                <a:lnTo>
                  <a:pt x="25" y="316"/>
                </a:lnTo>
                <a:lnTo>
                  <a:pt x="25" y="315"/>
                </a:lnTo>
                <a:lnTo>
                  <a:pt x="26" y="314"/>
                </a:lnTo>
                <a:lnTo>
                  <a:pt x="26" y="313"/>
                </a:lnTo>
                <a:lnTo>
                  <a:pt x="25" y="312"/>
                </a:lnTo>
                <a:lnTo>
                  <a:pt x="25" y="313"/>
                </a:lnTo>
                <a:lnTo>
                  <a:pt x="24" y="313"/>
                </a:lnTo>
                <a:lnTo>
                  <a:pt x="24" y="312"/>
                </a:lnTo>
                <a:lnTo>
                  <a:pt x="23" y="312"/>
                </a:lnTo>
                <a:lnTo>
                  <a:pt x="23" y="311"/>
                </a:lnTo>
                <a:lnTo>
                  <a:pt x="22" y="311"/>
                </a:lnTo>
                <a:lnTo>
                  <a:pt x="22" y="310"/>
                </a:lnTo>
                <a:lnTo>
                  <a:pt x="21" y="309"/>
                </a:lnTo>
                <a:lnTo>
                  <a:pt x="20" y="309"/>
                </a:lnTo>
                <a:lnTo>
                  <a:pt x="19" y="309"/>
                </a:lnTo>
                <a:lnTo>
                  <a:pt x="19" y="308"/>
                </a:lnTo>
                <a:lnTo>
                  <a:pt x="18" y="309"/>
                </a:lnTo>
                <a:lnTo>
                  <a:pt x="17" y="309"/>
                </a:lnTo>
                <a:lnTo>
                  <a:pt x="17" y="310"/>
                </a:lnTo>
                <a:lnTo>
                  <a:pt x="16" y="310"/>
                </a:lnTo>
                <a:lnTo>
                  <a:pt x="15" y="309"/>
                </a:lnTo>
                <a:lnTo>
                  <a:pt x="14" y="308"/>
                </a:lnTo>
                <a:lnTo>
                  <a:pt x="14" y="307"/>
                </a:lnTo>
                <a:lnTo>
                  <a:pt x="15" y="306"/>
                </a:lnTo>
                <a:lnTo>
                  <a:pt x="14" y="305"/>
                </a:lnTo>
                <a:lnTo>
                  <a:pt x="14" y="306"/>
                </a:lnTo>
                <a:lnTo>
                  <a:pt x="13" y="306"/>
                </a:lnTo>
                <a:lnTo>
                  <a:pt x="12" y="307"/>
                </a:lnTo>
                <a:lnTo>
                  <a:pt x="12" y="308"/>
                </a:lnTo>
                <a:lnTo>
                  <a:pt x="12" y="309"/>
                </a:lnTo>
                <a:lnTo>
                  <a:pt x="11" y="309"/>
                </a:lnTo>
                <a:lnTo>
                  <a:pt x="12" y="309"/>
                </a:lnTo>
                <a:lnTo>
                  <a:pt x="12" y="308"/>
                </a:lnTo>
                <a:lnTo>
                  <a:pt x="12" y="307"/>
                </a:lnTo>
                <a:lnTo>
                  <a:pt x="12" y="306"/>
                </a:lnTo>
                <a:lnTo>
                  <a:pt x="11" y="306"/>
                </a:lnTo>
                <a:lnTo>
                  <a:pt x="11" y="307"/>
                </a:lnTo>
                <a:lnTo>
                  <a:pt x="11" y="308"/>
                </a:lnTo>
                <a:lnTo>
                  <a:pt x="10" y="307"/>
                </a:lnTo>
                <a:lnTo>
                  <a:pt x="10" y="306"/>
                </a:lnTo>
                <a:lnTo>
                  <a:pt x="10" y="305"/>
                </a:lnTo>
                <a:lnTo>
                  <a:pt x="9" y="304"/>
                </a:lnTo>
                <a:lnTo>
                  <a:pt x="8" y="303"/>
                </a:lnTo>
                <a:lnTo>
                  <a:pt x="7" y="303"/>
                </a:lnTo>
                <a:lnTo>
                  <a:pt x="7" y="302"/>
                </a:lnTo>
                <a:lnTo>
                  <a:pt x="6" y="301"/>
                </a:lnTo>
                <a:lnTo>
                  <a:pt x="7" y="300"/>
                </a:lnTo>
                <a:lnTo>
                  <a:pt x="8" y="300"/>
                </a:lnTo>
                <a:lnTo>
                  <a:pt x="7" y="300"/>
                </a:lnTo>
                <a:lnTo>
                  <a:pt x="7" y="299"/>
                </a:lnTo>
                <a:lnTo>
                  <a:pt x="7" y="298"/>
                </a:lnTo>
                <a:lnTo>
                  <a:pt x="6" y="298"/>
                </a:lnTo>
                <a:lnTo>
                  <a:pt x="5" y="297"/>
                </a:lnTo>
                <a:lnTo>
                  <a:pt x="4" y="297"/>
                </a:lnTo>
                <a:lnTo>
                  <a:pt x="3" y="297"/>
                </a:lnTo>
                <a:lnTo>
                  <a:pt x="3" y="296"/>
                </a:lnTo>
                <a:lnTo>
                  <a:pt x="2" y="296"/>
                </a:lnTo>
                <a:lnTo>
                  <a:pt x="3" y="295"/>
                </a:lnTo>
                <a:lnTo>
                  <a:pt x="3" y="294"/>
                </a:lnTo>
                <a:lnTo>
                  <a:pt x="4" y="294"/>
                </a:lnTo>
                <a:lnTo>
                  <a:pt x="4" y="293"/>
                </a:lnTo>
                <a:lnTo>
                  <a:pt x="3" y="293"/>
                </a:lnTo>
                <a:lnTo>
                  <a:pt x="2" y="293"/>
                </a:lnTo>
                <a:lnTo>
                  <a:pt x="2" y="292"/>
                </a:lnTo>
                <a:lnTo>
                  <a:pt x="3" y="291"/>
                </a:lnTo>
                <a:lnTo>
                  <a:pt x="3" y="290"/>
                </a:lnTo>
                <a:lnTo>
                  <a:pt x="2" y="290"/>
                </a:lnTo>
                <a:lnTo>
                  <a:pt x="2" y="289"/>
                </a:lnTo>
                <a:lnTo>
                  <a:pt x="2" y="288"/>
                </a:lnTo>
                <a:lnTo>
                  <a:pt x="1" y="288"/>
                </a:lnTo>
                <a:lnTo>
                  <a:pt x="1" y="287"/>
                </a:lnTo>
                <a:lnTo>
                  <a:pt x="0" y="287"/>
                </a:lnTo>
                <a:lnTo>
                  <a:pt x="1" y="286"/>
                </a:lnTo>
                <a:lnTo>
                  <a:pt x="1" y="285"/>
                </a:lnTo>
                <a:lnTo>
                  <a:pt x="1" y="284"/>
                </a:lnTo>
                <a:lnTo>
                  <a:pt x="1" y="283"/>
                </a:lnTo>
                <a:lnTo>
                  <a:pt x="1" y="282"/>
                </a:lnTo>
                <a:lnTo>
                  <a:pt x="1" y="281"/>
                </a:lnTo>
                <a:lnTo>
                  <a:pt x="2" y="281"/>
                </a:lnTo>
                <a:lnTo>
                  <a:pt x="3" y="281"/>
                </a:lnTo>
                <a:lnTo>
                  <a:pt x="4" y="281"/>
                </a:lnTo>
                <a:lnTo>
                  <a:pt x="5" y="280"/>
                </a:lnTo>
                <a:lnTo>
                  <a:pt x="6" y="280"/>
                </a:lnTo>
                <a:lnTo>
                  <a:pt x="6" y="279"/>
                </a:lnTo>
                <a:lnTo>
                  <a:pt x="5" y="279"/>
                </a:lnTo>
                <a:lnTo>
                  <a:pt x="5" y="278"/>
                </a:lnTo>
                <a:lnTo>
                  <a:pt x="5" y="277"/>
                </a:lnTo>
                <a:lnTo>
                  <a:pt x="4" y="277"/>
                </a:lnTo>
                <a:lnTo>
                  <a:pt x="4" y="276"/>
                </a:lnTo>
                <a:lnTo>
                  <a:pt x="4" y="275"/>
                </a:lnTo>
                <a:lnTo>
                  <a:pt x="4" y="274"/>
                </a:lnTo>
                <a:lnTo>
                  <a:pt x="4" y="273"/>
                </a:lnTo>
                <a:lnTo>
                  <a:pt x="4" y="272"/>
                </a:lnTo>
                <a:lnTo>
                  <a:pt x="4" y="271"/>
                </a:lnTo>
                <a:lnTo>
                  <a:pt x="3" y="271"/>
                </a:lnTo>
                <a:lnTo>
                  <a:pt x="4" y="271"/>
                </a:lnTo>
                <a:lnTo>
                  <a:pt x="5" y="271"/>
                </a:lnTo>
                <a:lnTo>
                  <a:pt x="6" y="271"/>
                </a:lnTo>
                <a:lnTo>
                  <a:pt x="7" y="271"/>
                </a:lnTo>
                <a:lnTo>
                  <a:pt x="8" y="270"/>
                </a:lnTo>
                <a:lnTo>
                  <a:pt x="10" y="271"/>
                </a:lnTo>
                <a:lnTo>
                  <a:pt x="11" y="271"/>
                </a:lnTo>
                <a:lnTo>
                  <a:pt x="11" y="270"/>
                </a:lnTo>
                <a:lnTo>
                  <a:pt x="12" y="270"/>
                </a:lnTo>
                <a:lnTo>
                  <a:pt x="12" y="271"/>
                </a:lnTo>
                <a:lnTo>
                  <a:pt x="13" y="271"/>
                </a:lnTo>
                <a:lnTo>
                  <a:pt x="14" y="271"/>
                </a:lnTo>
                <a:lnTo>
                  <a:pt x="14" y="270"/>
                </a:lnTo>
                <a:lnTo>
                  <a:pt x="14" y="269"/>
                </a:lnTo>
                <a:lnTo>
                  <a:pt x="15" y="268"/>
                </a:lnTo>
                <a:lnTo>
                  <a:pt x="14" y="267"/>
                </a:lnTo>
                <a:lnTo>
                  <a:pt x="13" y="267"/>
                </a:lnTo>
                <a:lnTo>
                  <a:pt x="13" y="266"/>
                </a:lnTo>
                <a:lnTo>
                  <a:pt x="14" y="266"/>
                </a:lnTo>
                <a:lnTo>
                  <a:pt x="15" y="265"/>
                </a:lnTo>
                <a:lnTo>
                  <a:pt x="15" y="264"/>
                </a:lnTo>
                <a:lnTo>
                  <a:pt x="16" y="263"/>
                </a:lnTo>
                <a:lnTo>
                  <a:pt x="16" y="262"/>
                </a:lnTo>
                <a:lnTo>
                  <a:pt x="17" y="262"/>
                </a:lnTo>
                <a:lnTo>
                  <a:pt x="17" y="261"/>
                </a:lnTo>
                <a:lnTo>
                  <a:pt x="17" y="260"/>
                </a:lnTo>
                <a:lnTo>
                  <a:pt x="16" y="259"/>
                </a:lnTo>
                <a:lnTo>
                  <a:pt x="17" y="259"/>
                </a:lnTo>
                <a:lnTo>
                  <a:pt x="17" y="258"/>
                </a:lnTo>
                <a:lnTo>
                  <a:pt x="16" y="257"/>
                </a:lnTo>
                <a:lnTo>
                  <a:pt x="15" y="257"/>
                </a:lnTo>
                <a:lnTo>
                  <a:pt x="15" y="256"/>
                </a:lnTo>
                <a:lnTo>
                  <a:pt x="14" y="256"/>
                </a:lnTo>
                <a:lnTo>
                  <a:pt x="15" y="256"/>
                </a:lnTo>
                <a:lnTo>
                  <a:pt x="16" y="256"/>
                </a:lnTo>
                <a:lnTo>
                  <a:pt x="16" y="255"/>
                </a:lnTo>
                <a:lnTo>
                  <a:pt x="16" y="254"/>
                </a:lnTo>
                <a:lnTo>
                  <a:pt x="17" y="253"/>
                </a:lnTo>
                <a:lnTo>
                  <a:pt x="17" y="252"/>
                </a:lnTo>
                <a:lnTo>
                  <a:pt x="18" y="251"/>
                </a:lnTo>
                <a:lnTo>
                  <a:pt x="19" y="251"/>
                </a:lnTo>
                <a:lnTo>
                  <a:pt x="20" y="251"/>
                </a:lnTo>
                <a:lnTo>
                  <a:pt x="20" y="250"/>
                </a:lnTo>
                <a:lnTo>
                  <a:pt x="22" y="251"/>
                </a:lnTo>
                <a:lnTo>
                  <a:pt x="23" y="250"/>
                </a:lnTo>
                <a:lnTo>
                  <a:pt x="23" y="251"/>
                </a:lnTo>
                <a:lnTo>
                  <a:pt x="24" y="251"/>
                </a:lnTo>
                <a:lnTo>
                  <a:pt x="24" y="250"/>
                </a:lnTo>
                <a:lnTo>
                  <a:pt x="25" y="250"/>
                </a:lnTo>
                <a:lnTo>
                  <a:pt x="25" y="251"/>
                </a:lnTo>
                <a:lnTo>
                  <a:pt x="26" y="251"/>
                </a:lnTo>
                <a:lnTo>
                  <a:pt x="27" y="251"/>
                </a:lnTo>
                <a:lnTo>
                  <a:pt x="28" y="250"/>
                </a:lnTo>
                <a:lnTo>
                  <a:pt x="27" y="249"/>
                </a:lnTo>
                <a:lnTo>
                  <a:pt x="27" y="248"/>
                </a:lnTo>
                <a:lnTo>
                  <a:pt x="27" y="247"/>
                </a:lnTo>
                <a:lnTo>
                  <a:pt x="27" y="245"/>
                </a:lnTo>
                <a:lnTo>
                  <a:pt x="26" y="244"/>
                </a:lnTo>
                <a:lnTo>
                  <a:pt x="26" y="243"/>
                </a:lnTo>
                <a:lnTo>
                  <a:pt x="25" y="242"/>
                </a:lnTo>
                <a:lnTo>
                  <a:pt x="26" y="241"/>
                </a:lnTo>
                <a:lnTo>
                  <a:pt x="27" y="241"/>
                </a:lnTo>
                <a:lnTo>
                  <a:pt x="28" y="241"/>
                </a:lnTo>
                <a:lnTo>
                  <a:pt x="29" y="242"/>
                </a:lnTo>
                <a:lnTo>
                  <a:pt x="29" y="243"/>
                </a:lnTo>
                <a:lnTo>
                  <a:pt x="30" y="243"/>
                </a:lnTo>
                <a:lnTo>
                  <a:pt x="31" y="243"/>
                </a:lnTo>
                <a:lnTo>
                  <a:pt x="31" y="242"/>
                </a:lnTo>
                <a:lnTo>
                  <a:pt x="32" y="242"/>
                </a:lnTo>
                <a:lnTo>
                  <a:pt x="32" y="241"/>
                </a:lnTo>
                <a:lnTo>
                  <a:pt x="33" y="240"/>
                </a:lnTo>
                <a:lnTo>
                  <a:pt x="33" y="239"/>
                </a:lnTo>
                <a:lnTo>
                  <a:pt x="34" y="239"/>
                </a:lnTo>
                <a:lnTo>
                  <a:pt x="34" y="238"/>
                </a:lnTo>
                <a:lnTo>
                  <a:pt x="35" y="238"/>
                </a:lnTo>
                <a:lnTo>
                  <a:pt x="36" y="238"/>
                </a:lnTo>
                <a:lnTo>
                  <a:pt x="37" y="238"/>
                </a:lnTo>
                <a:lnTo>
                  <a:pt x="38" y="238"/>
                </a:lnTo>
                <a:lnTo>
                  <a:pt x="39" y="238"/>
                </a:lnTo>
                <a:lnTo>
                  <a:pt x="39" y="237"/>
                </a:lnTo>
                <a:lnTo>
                  <a:pt x="40" y="237"/>
                </a:lnTo>
                <a:lnTo>
                  <a:pt x="40" y="236"/>
                </a:lnTo>
                <a:lnTo>
                  <a:pt x="40" y="237"/>
                </a:lnTo>
                <a:lnTo>
                  <a:pt x="41" y="237"/>
                </a:lnTo>
                <a:lnTo>
                  <a:pt x="42" y="237"/>
                </a:lnTo>
                <a:lnTo>
                  <a:pt x="42" y="236"/>
                </a:lnTo>
                <a:lnTo>
                  <a:pt x="43" y="236"/>
                </a:lnTo>
                <a:lnTo>
                  <a:pt x="44" y="237"/>
                </a:lnTo>
                <a:lnTo>
                  <a:pt x="45" y="236"/>
                </a:lnTo>
                <a:lnTo>
                  <a:pt x="46" y="235"/>
                </a:lnTo>
                <a:lnTo>
                  <a:pt x="46" y="234"/>
                </a:lnTo>
                <a:lnTo>
                  <a:pt x="46" y="233"/>
                </a:lnTo>
                <a:lnTo>
                  <a:pt x="46" y="232"/>
                </a:lnTo>
                <a:lnTo>
                  <a:pt x="45" y="231"/>
                </a:lnTo>
                <a:lnTo>
                  <a:pt x="45" y="230"/>
                </a:lnTo>
                <a:lnTo>
                  <a:pt x="45" y="229"/>
                </a:lnTo>
                <a:lnTo>
                  <a:pt x="45" y="228"/>
                </a:lnTo>
                <a:lnTo>
                  <a:pt x="46" y="228"/>
                </a:lnTo>
                <a:lnTo>
                  <a:pt x="46" y="227"/>
                </a:lnTo>
                <a:lnTo>
                  <a:pt x="47" y="226"/>
                </a:lnTo>
                <a:lnTo>
                  <a:pt x="48" y="226"/>
                </a:lnTo>
                <a:lnTo>
                  <a:pt x="49" y="225"/>
                </a:lnTo>
                <a:lnTo>
                  <a:pt x="49" y="224"/>
                </a:lnTo>
                <a:lnTo>
                  <a:pt x="50" y="222"/>
                </a:lnTo>
                <a:lnTo>
                  <a:pt x="51" y="222"/>
                </a:lnTo>
                <a:lnTo>
                  <a:pt x="51" y="221"/>
                </a:lnTo>
                <a:lnTo>
                  <a:pt x="52" y="220"/>
                </a:lnTo>
                <a:lnTo>
                  <a:pt x="52" y="219"/>
                </a:lnTo>
                <a:lnTo>
                  <a:pt x="53" y="218"/>
                </a:lnTo>
                <a:lnTo>
                  <a:pt x="54" y="218"/>
                </a:lnTo>
                <a:lnTo>
                  <a:pt x="55" y="217"/>
                </a:lnTo>
                <a:lnTo>
                  <a:pt x="55" y="218"/>
                </a:lnTo>
                <a:lnTo>
                  <a:pt x="56" y="217"/>
                </a:lnTo>
                <a:lnTo>
                  <a:pt x="57" y="216"/>
                </a:lnTo>
                <a:lnTo>
                  <a:pt x="58" y="216"/>
                </a:lnTo>
                <a:lnTo>
                  <a:pt x="59" y="217"/>
                </a:lnTo>
                <a:lnTo>
                  <a:pt x="60" y="217"/>
                </a:lnTo>
                <a:lnTo>
                  <a:pt x="61" y="216"/>
                </a:lnTo>
                <a:lnTo>
                  <a:pt x="61" y="215"/>
                </a:lnTo>
                <a:lnTo>
                  <a:pt x="62" y="214"/>
                </a:lnTo>
                <a:lnTo>
                  <a:pt x="63" y="213"/>
                </a:lnTo>
                <a:lnTo>
                  <a:pt x="63" y="212"/>
                </a:lnTo>
                <a:lnTo>
                  <a:pt x="63" y="211"/>
                </a:lnTo>
                <a:lnTo>
                  <a:pt x="63" y="210"/>
                </a:lnTo>
                <a:lnTo>
                  <a:pt x="64" y="210"/>
                </a:lnTo>
                <a:lnTo>
                  <a:pt x="64" y="209"/>
                </a:lnTo>
                <a:lnTo>
                  <a:pt x="65" y="208"/>
                </a:lnTo>
                <a:lnTo>
                  <a:pt x="66" y="208"/>
                </a:lnTo>
                <a:lnTo>
                  <a:pt x="67" y="208"/>
                </a:lnTo>
                <a:lnTo>
                  <a:pt x="67" y="207"/>
                </a:lnTo>
                <a:lnTo>
                  <a:pt x="67" y="206"/>
                </a:lnTo>
                <a:lnTo>
                  <a:pt x="67" y="205"/>
                </a:lnTo>
                <a:lnTo>
                  <a:pt x="68" y="205"/>
                </a:lnTo>
                <a:lnTo>
                  <a:pt x="68" y="204"/>
                </a:lnTo>
                <a:lnTo>
                  <a:pt x="69" y="204"/>
                </a:lnTo>
                <a:lnTo>
                  <a:pt x="69" y="203"/>
                </a:lnTo>
                <a:lnTo>
                  <a:pt x="69" y="202"/>
                </a:lnTo>
                <a:lnTo>
                  <a:pt x="70" y="202"/>
                </a:lnTo>
                <a:lnTo>
                  <a:pt x="70" y="201"/>
                </a:lnTo>
                <a:lnTo>
                  <a:pt x="69" y="200"/>
                </a:lnTo>
                <a:lnTo>
                  <a:pt x="69" y="199"/>
                </a:lnTo>
                <a:lnTo>
                  <a:pt x="68" y="198"/>
                </a:lnTo>
                <a:lnTo>
                  <a:pt x="68" y="197"/>
                </a:lnTo>
                <a:lnTo>
                  <a:pt x="67" y="197"/>
                </a:lnTo>
                <a:lnTo>
                  <a:pt x="67" y="194"/>
                </a:lnTo>
                <a:lnTo>
                  <a:pt x="67" y="193"/>
                </a:lnTo>
                <a:lnTo>
                  <a:pt x="68" y="193"/>
                </a:lnTo>
                <a:lnTo>
                  <a:pt x="69" y="193"/>
                </a:lnTo>
                <a:lnTo>
                  <a:pt x="70" y="193"/>
                </a:lnTo>
                <a:lnTo>
                  <a:pt x="70" y="192"/>
                </a:lnTo>
                <a:lnTo>
                  <a:pt x="69" y="191"/>
                </a:lnTo>
                <a:lnTo>
                  <a:pt x="69" y="190"/>
                </a:lnTo>
                <a:lnTo>
                  <a:pt x="68" y="190"/>
                </a:lnTo>
                <a:lnTo>
                  <a:pt x="69" y="189"/>
                </a:lnTo>
                <a:lnTo>
                  <a:pt x="70" y="189"/>
                </a:lnTo>
                <a:lnTo>
                  <a:pt x="71" y="189"/>
                </a:lnTo>
                <a:lnTo>
                  <a:pt x="72" y="189"/>
                </a:lnTo>
                <a:lnTo>
                  <a:pt x="72" y="188"/>
                </a:lnTo>
                <a:lnTo>
                  <a:pt x="74" y="186"/>
                </a:lnTo>
                <a:lnTo>
                  <a:pt x="74" y="185"/>
                </a:lnTo>
                <a:lnTo>
                  <a:pt x="75" y="185"/>
                </a:lnTo>
                <a:lnTo>
                  <a:pt x="76" y="184"/>
                </a:lnTo>
                <a:lnTo>
                  <a:pt x="76" y="183"/>
                </a:lnTo>
                <a:lnTo>
                  <a:pt x="77" y="183"/>
                </a:lnTo>
                <a:lnTo>
                  <a:pt x="77" y="182"/>
                </a:lnTo>
                <a:lnTo>
                  <a:pt x="78" y="181"/>
                </a:lnTo>
                <a:lnTo>
                  <a:pt x="77" y="181"/>
                </a:lnTo>
                <a:lnTo>
                  <a:pt x="77" y="179"/>
                </a:lnTo>
                <a:lnTo>
                  <a:pt x="77" y="178"/>
                </a:lnTo>
                <a:lnTo>
                  <a:pt x="77" y="177"/>
                </a:lnTo>
                <a:lnTo>
                  <a:pt x="76" y="177"/>
                </a:lnTo>
                <a:lnTo>
                  <a:pt x="77" y="177"/>
                </a:lnTo>
                <a:lnTo>
                  <a:pt x="77" y="176"/>
                </a:lnTo>
                <a:lnTo>
                  <a:pt x="78" y="175"/>
                </a:lnTo>
                <a:lnTo>
                  <a:pt x="78" y="176"/>
                </a:lnTo>
                <a:lnTo>
                  <a:pt x="79" y="176"/>
                </a:lnTo>
                <a:lnTo>
                  <a:pt x="79" y="175"/>
                </a:lnTo>
                <a:lnTo>
                  <a:pt x="79" y="174"/>
                </a:lnTo>
                <a:lnTo>
                  <a:pt x="80" y="174"/>
                </a:lnTo>
                <a:lnTo>
                  <a:pt x="81" y="175"/>
                </a:lnTo>
                <a:lnTo>
                  <a:pt x="82" y="176"/>
                </a:lnTo>
                <a:lnTo>
                  <a:pt x="82" y="174"/>
                </a:lnTo>
                <a:lnTo>
                  <a:pt x="81" y="173"/>
                </a:lnTo>
                <a:lnTo>
                  <a:pt x="82" y="173"/>
                </a:lnTo>
                <a:lnTo>
                  <a:pt x="81" y="173"/>
                </a:lnTo>
                <a:lnTo>
                  <a:pt x="81" y="171"/>
                </a:lnTo>
                <a:lnTo>
                  <a:pt x="82" y="170"/>
                </a:lnTo>
                <a:lnTo>
                  <a:pt x="82" y="169"/>
                </a:lnTo>
                <a:lnTo>
                  <a:pt x="81" y="169"/>
                </a:lnTo>
                <a:lnTo>
                  <a:pt x="81" y="168"/>
                </a:lnTo>
                <a:lnTo>
                  <a:pt x="81" y="167"/>
                </a:lnTo>
                <a:lnTo>
                  <a:pt x="81" y="166"/>
                </a:lnTo>
                <a:lnTo>
                  <a:pt x="81" y="165"/>
                </a:lnTo>
                <a:lnTo>
                  <a:pt x="81" y="164"/>
                </a:lnTo>
                <a:lnTo>
                  <a:pt x="81" y="163"/>
                </a:lnTo>
                <a:lnTo>
                  <a:pt x="80" y="163"/>
                </a:lnTo>
                <a:lnTo>
                  <a:pt x="80" y="162"/>
                </a:lnTo>
                <a:lnTo>
                  <a:pt x="80" y="161"/>
                </a:lnTo>
                <a:lnTo>
                  <a:pt x="80" y="160"/>
                </a:lnTo>
                <a:lnTo>
                  <a:pt x="80" y="159"/>
                </a:lnTo>
                <a:lnTo>
                  <a:pt x="79" y="159"/>
                </a:lnTo>
                <a:lnTo>
                  <a:pt x="79" y="158"/>
                </a:lnTo>
                <a:lnTo>
                  <a:pt x="79" y="157"/>
                </a:lnTo>
                <a:lnTo>
                  <a:pt x="78" y="156"/>
                </a:lnTo>
                <a:lnTo>
                  <a:pt x="78" y="155"/>
                </a:lnTo>
                <a:lnTo>
                  <a:pt x="78" y="154"/>
                </a:lnTo>
                <a:lnTo>
                  <a:pt x="77" y="154"/>
                </a:lnTo>
                <a:lnTo>
                  <a:pt x="77" y="155"/>
                </a:lnTo>
                <a:lnTo>
                  <a:pt x="76" y="155"/>
                </a:lnTo>
                <a:lnTo>
                  <a:pt x="76" y="154"/>
                </a:lnTo>
                <a:lnTo>
                  <a:pt x="76" y="153"/>
                </a:lnTo>
                <a:lnTo>
                  <a:pt x="76" y="152"/>
                </a:lnTo>
                <a:lnTo>
                  <a:pt x="75" y="153"/>
                </a:lnTo>
                <a:lnTo>
                  <a:pt x="75" y="152"/>
                </a:lnTo>
                <a:lnTo>
                  <a:pt x="75" y="151"/>
                </a:lnTo>
                <a:lnTo>
                  <a:pt x="75" y="150"/>
                </a:lnTo>
                <a:lnTo>
                  <a:pt x="76" y="151"/>
                </a:lnTo>
                <a:lnTo>
                  <a:pt x="77" y="151"/>
                </a:lnTo>
                <a:lnTo>
                  <a:pt x="79" y="151"/>
                </a:lnTo>
                <a:lnTo>
                  <a:pt x="79" y="150"/>
                </a:lnTo>
                <a:lnTo>
                  <a:pt x="79" y="149"/>
                </a:lnTo>
                <a:lnTo>
                  <a:pt x="78" y="148"/>
                </a:lnTo>
                <a:lnTo>
                  <a:pt x="78" y="149"/>
                </a:lnTo>
                <a:lnTo>
                  <a:pt x="77" y="149"/>
                </a:lnTo>
                <a:lnTo>
                  <a:pt x="77" y="150"/>
                </a:lnTo>
                <a:lnTo>
                  <a:pt x="76" y="150"/>
                </a:lnTo>
                <a:lnTo>
                  <a:pt x="75" y="150"/>
                </a:lnTo>
                <a:lnTo>
                  <a:pt x="74" y="150"/>
                </a:lnTo>
                <a:lnTo>
                  <a:pt x="74" y="149"/>
                </a:lnTo>
                <a:lnTo>
                  <a:pt x="74" y="148"/>
                </a:lnTo>
                <a:lnTo>
                  <a:pt x="73" y="148"/>
                </a:lnTo>
                <a:lnTo>
                  <a:pt x="73" y="147"/>
                </a:lnTo>
                <a:lnTo>
                  <a:pt x="75" y="146"/>
                </a:lnTo>
                <a:lnTo>
                  <a:pt x="77" y="145"/>
                </a:lnTo>
                <a:lnTo>
                  <a:pt x="78" y="144"/>
                </a:lnTo>
                <a:lnTo>
                  <a:pt x="79" y="144"/>
                </a:lnTo>
                <a:lnTo>
                  <a:pt x="79" y="143"/>
                </a:lnTo>
                <a:lnTo>
                  <a:pt x="80" y="142"/>
                </a:lnTo>
                <a:lnTo>
                  <a:pt x="80" y="141"/>
                </a:lnTo>
                <a:lnTo>
                  <a:pt x="81" y="141"/>
                </a:lnTo>
                <a:lnTo>
                  <a:pt x="81" y="140"/>
                </a:lnTo>
                <a:lnTo>
                  <a:pt x="80" y="140"/>
                </a:lnTo>
                <a:lnTo>
                  <a:pt x="80" y="139"/>
                </a:lnTo>
                <a:lnTo>
                  <a:pt x="80" y="140"/>
                </a:lnTo>
                <a:lnTo>
                  <a:pt x="79" y="140"/>
                </a:lnTo>
                <a:lnTo>
                  <a:pt x="78" y="139"/>
                </a:lnTo>
                <a:lnTo>
                  <a:pt x="79" y="139"/>
                </a:lnTo>
                <a:lnTo>
                  <a:pt x="78" y="138"/>
                </a:lnTo>
                <a:lnTo>
                  <a:pt x="77" y="138"/>
                </a:lnTo>
                <a:lnTo>
                  <a:pt x="76" y="137"/>
                </a:lnTo>
                <a:lnTo>
                  <a:pt x="75" y="136"/>
                </a:lnTo>
                <a:lnTo>
                  <a:pt x="75" y="135"/>
                </a:lnTo>
                <a:lnTo>
                  <a:pt x="76" y="135"/>
                </a:lnTo>
                <a:lnTo>
                  <a:pt x="76" y="134"/>
                </a:lnTo>
                <a:lnTo>
                  <a:pt x="76" y="133"/>
                </a:lnTo>
                <a:lnTo>
                  <a:pt x="75" y="133"/>
                </a:lnTo>
                <a:lnTo>
                  <a:pt x="75" y="132"/>
                </a:lnTo>
                <a:lnTo>
                  <a:pt x="74" y="131"/>
                </a:lnTo>
                <a:lnTo>
                  <a:pt x="74" y="130"/>
                </a:lnTo>
                <a:lnTo>
                  <a:pt x="74" y="129"/>
                </a:lnTo>
                <a:lnTo>
                  <a:pt x="74" y="128"/>
                </a:lnTo>
                <a:lnTo>
                  <a:pt x="74" y="127"/>
                </a:lnTo>
                <a:lnTo>
                  <a:pt x="75" y="127"/>
                </a:lnTo>
                <a:lnTo>
                  <a:pt x="76" y="126"/>
                </a:lnTo>
                <a:lnTo>
                  <a:pt x="76" y="125"/>
                </a:lnTo>
                <a:lnTo>
                  <a:pt x="77" y="124"/>
                </a:lnTo>
                <a:lnTo>
                  <a:pt x="78" y="124"/>
                </a:lnTo>
                <a:lnTo>
                  <a:pt x="78" y="123"/>
                </a:lnTo>
                <a:lnTo>
                  <a:pt x="79" y="123"/>
                </a:lnTo>
                <a:lnTo>
                  <a:pt x="80" y="122"/>
                </a:lnTo>
                <a:lnTo>
                  <a:pt x="79" y="122"/>
                </a:lnTo>
                <a:lnTo>
                  <a:pt x="80" y="121"/>
                </a:lnTo>
                <a:lnTo>
                  <a:pt x="81" y="121"/>
                </a:lnTo>
                <a:lnTo>
                  <a:pt x="81" y="120"/>
                </a:lnTo>
                <a:lnTo>
                  <a:pt x="82" y="121"/>
                </a:lnTo>
                <a:lnTo>
                  <a:pt x="82" y="122"/>
                </a:lnTo>
                <a:lnTo>
                  <a:pt x="82" y="121"/>
                </a:lnTo>
                <a:lnTo>
                  <a:pt x="83" y="121"/>
                </a:lnTo>
                <a:lnTo>
                  <a:pt x="83" y="122"/>
                </a:lnTo>
                <a:lnTo>
                  <a:pt x="84" y="122"/>
                </a:lnTo>
                <a:lnTo>
                  <a:pt x="84" y="121"/>
                </a:lnTo>
                <a:lnTo>
                  <a:pt x="85" y="121"/>
                </a:lnTo>
                <a:lnTo>
                  <a:pt x="85" y="123"/>
                </a:lnTo>
                <a:lnTo>
                  <a:pt x="86" y="124"/>
                </a:lnTo>
                <a:lnTo>
                  <a:pt x="88" y="124"/>
                </a:lnTo>
                <a:lnTo>
                  <a:pt x="88" y="123"/>
                </a:lnTo>
                <a:lnTo>
                  <a:pt x="90" y="123"/>
                </a:lnTo>
                <a:lnTo>
                  <a:pt x="90" y="124"/>
                </a:lnTo>
                <a:lnTo>
                  <a:pt x="91" y="125"/>
                </a:lnTo>
                <a:lnTo>
                  <a:pt x="92" y="125"/>
                </a:lnTo>
                <a:lnTo>
                  <a:pt x="93" y="126"/>
                </a:lnTo>
                <a:lnTo>
                  <a:pt x="94" y="126"/>
                </a:lnTo>
                <a:lnTo>
                  <a:pt x="94" y="125"/>
                </a:lnTo>
                <a:lnTo>
                  <a:pt x="95" y="124"/>
                </a:lnTo>
                <a:lnTo>
                  <a:pt x="95" y="123"/>
                </a:lnTo>
                <a:lnTo>
                  <a:pt x="96" y="123"/>
                </a:lnTo>
                <a:lnTo>
                  <a:pt x="97" y="123"/>
                </a:lnTo>
                <a:lnTo>
                  <a:pt x="98" y="123"/>
                </a:lnTo>
                <a:lnTo>
                  <a:pt x="98" y="124"/>
                </a:lnTo>
                <a:lnTo>
                  <a:pt x="99" y="124"/>
                </a:lnTo>
                <a:lnTo>
                  <a:pt x="100" y="124"/>
                </a:lnTo>
                <a:lnTo>
                  <a:pt x="101" y="124"/>
                </a:lnTo>
                <a:lnTo>
                  <a:pt x="101" y="125"/>
                </a:lnTo>
                <a:lnTo>
                  <a:pt x="102" y="125"/>
                </a:lnTo>
                <a:lnTo>
                  <a:pt x="102" y="124"/>
                </a:lnTo>
                <a:lnTo>
                  <a:pt x="103" y="124"/>
                </a:lnTo>
                <a:lnTo>
                  <a:pt x="104" y="124"/>
                </a:lnTo>
                <a:lnTo>
                  <a:pt x="104" y="125"/>
                </a:lnTo>
                <a:lnTo>
                  <a:pt x="105" y="125"/>
                </a:lnTo>
                <a:lnTo>
                  <a:pt x="106" y="125"/>
                </a:lnTo>
                <a:lnTo>
                  <a:pt x="107" y="125"/>
                </a:lnTo>
                <a:lnTo>
                  <a:pt x="109" y="125"/>
                </a:lnTo>
                <a:lnTo>
                  <a:pt x="110" y="125"/>
                </a:lnTo>
                <a:lnTo>
                  <a:pt x="110" y="124"/>
                </a:lnTo>
                <a:lnTo>
                  <a:pt x="110" y="125"/>
                </a:lnTo>
                <a:lnTo>
                  <a:pt x="111" y="125"/>
                </a:lnTo>
                <a:lnTo>
                  <a:pt x="111" y="124"/>
                </a:lnTo>
                <a:lnTo>
                  <a:pt x="112" y="124"/>
                </a:lnTo>
                <a:lnTo>
                  <a:pt x="112" y="125"/>
                </a:lnTo>
                <a:lnTo>
                  <a:pt x="113" y="124"/>
                </a:lnTo>
                <a:lnTo>
                  <a:pt x="113" y="123"/>
                </a:lnTo>
                <a:lnTo>
                  <a:pt x="113" y="121"/>
                </a:lnTo>
                <a:lnTo>
                  <a:pt x="113" y="120"/>
                </a:lnTo>
                <a:lnTo>
                  <a:pt x="113" y="119"/>
                </a:lnTo>
                <a:lnTo>
                  <a:pt x="113" y="118"/>
                </a:lnTo>
                <a:lnTo>
                  <a:pt x="114" y="118"/>
                </a:lnTo>
                <a:lnTo>
                  <a:pt x="115" y="118"/>
                </a:lnTo>
                <a:lnTo>
                  <a:pt x="116" y="118"/>
                </a:lnTo>
                <a:lnTo>
                  <a:pt x="116" y="117"/>
                </a:lnTo>
                <a:lnTo>
                  <a:pt x="116" y="118"/>
                </a:lnTo>
                <a:lnTo>
                  <a:pt x="117" y="118"/>
                </a:lnTo>
                <a:lnTo>
                  <a:pt x="117" y="117"/>
                </a:lnTo>
                <a:lnTo>
                  <a:pt x="118" y="116"/>
                </a:lnTo>
                <a:lnTo>
                  <a:pt x="118" y="115"/>
                </a:lnTo>
                <a:lnTo>
                  <a:pt x="119" y="114"/>
                </a:lnTo>
                <a:lnTo>
                  <a:pt x="120" y="114"/>
                </a:lnTo>
                <a:lnTo>
                  <a:pt x="120" y="113"/>
                </a:lnTo>
                <a:lnTo>
                  <a:pt x="121" y="113"/>
                </a:lnTo>
                <a:lnTo>
                  <a:pt x="122" y="113"/>
                </a:lnTo>
                <a:lnTo>
                  <a:pt x="123" y="113"/>
                </a:lnTo>
                <a:lnTo>
                  <a:pt x="123" y="114"/>
                </a:lnTo>
                <a:lnTo>
                  <a:pt x="124" y="115"/>
                </a:lnTo>
                <a:lnTo>
                  <a:pt x="125" y="115"/>
                </a:lnTo>
                <a:lnTo>
                  <a:pt x="126" y="115"/>
                </a:lnTo>
                <a:lnTo>
                  <a:pt x="127" y="114"/>
                </a:lnTo>
                <a:lnTo>
                  <a:pt x="128" y="114"/>
                </a:lnTo>
                <a:lnTo>
                  <a:pt x="128" y="113"/>
                </a:lnTo>
                <a:lnTo>
                  <a:pt x="129" y="112"/>
                </a:lnTo>
                <a:lnTo>
                  <a:pt x="130" y="112"/>
                </a:lnTo>
                <a:lnTo>
                  <a:pt x="130" y="111"/>
                </a:lnTo>
                <a:lnTo>
                  <a:pt x="129" y="111"/>
                </a:lnTo>
                <a:lnTo>
                  <a:pt x="128" y="110"/>
                </a:lnTo>
                <a:lnTo>
                  <a:pt x="126" y="111"/>
                </a:lnTo>
                <a:lnTo>
                  <a:pt x="125" y="110"/>
                </a:lnTo>
                <a:lnTo>
                  <a:pt x="125" y="109"/>
                </a:lnTo>
                <a:lnTo>
                  <a:pt x="124" y="108"/>
                </a:lnTo>
                <a:lnTo>
                  <a:pt x="124" y="107"/>
                </a:lnTo>
                <a:lnTo>
                  <a:pt x="124" y="106"/>
                </a:lnTo>
                <a:lnTo>
                  <a:pt x="123" y="106"/>
                </a:lnTo>
                <a:lnTo>
                  <a:pt x="123" y="105"/>
                </a:lnTo>
                <a:lnTo>
                  <a:pt x="122" y="104"/>
                </a:lnTo>
                <a:lnTo>
                  <a:pt x="122" y="103"/>
                </a:lnTo>
                <a:lnTo>
                  <a:pt x="121" y="103"/>
                </a:lnTo>
                <a:lnTo>
                  <a:pt x="121" y="102"/>
                </a:lnTo>
                <a:lnTo>
                  <a:pt x="121" y="101"/>
                </a:lnTo>
                <a:lnTo>
                  <a:pt x="120" y="101"/>
                </a:lnTo>
                <a:lnTo>
                  <a:pt x="120" y="100"/>
                </a:lnTo>
                <a:lnTo>
                  <a:pt x="121" y="100"/>
                </a:lnTo>
                <a:lnTo>
                  <a:pt x="120" y="99"/>
                </a:lnTo>
                <a:lnTo>
                  <a:pt x="119" y="98"/>
                </a:lnTo>
                <a:lnTo>
                  <a:pt x="120" y="97"/>
                </a:lnTo>
                <a:lnTo>
                  <a:pt x="120" y="96"/>
                </a:lnTo>
                <a:lnTo>
                  <a:pt x="120" y="95"/>
                </a:lnTo>
                <a:lnTo>
                  <a:pt x="119" y="94"/>
                </a:lnTo>
                <a:lnTo>
                  <a:pt x="119" y="93"/>
                </a:lnTo>
                <a:lnTo>
                  <a:pt x="118" y="93"/>
                </a:lnTo>
                <a:lnTo>
                  <a:pt x="119" y="93"/>
                </a:lnTo>
                <a:lnTo>
                  <a:pt x="119" y="92"/>
                </a:lnTo>
                <a:lnTo>
                  <a:pt x="117" y="92"/>
                </a:lnTo>
                <a:lnTo>
                  <a:pt x="117" y="93"/>
                </a:lnTo>
                <a:lnTo>
                  <a:pt x="116" y="94"/>
                </a:lnTo>
                <a:lnTo>
                  <a:pt x="115" y="95"/>
                </a:lnTo>
                <a:lnTo>
                  <a:pt x="114" y="95"/>
                </a:lnTo>
                <a:lnTo>
                  <a:pt x="114" y="96"/>
                </a:lnTo>
                <a:lnTo>
                  <a:pt x="113" y="96"/>
                </a:lnTo>
                <a:lnTo>
                  <a:pt x="111" y="95"/>
                </a:lnTo>
                <a:lnTo>
                  <a:pt x="111" y="94"/>
                </a:lnTo>
                <a:lnTo>
                  <a:pt x="110" y="94"/>
                </a:lnTo>
                <a:lnTo>
                  <a:pt x="109" y="93"/>
                </a:lnTo>
                <a:lnTo>
                  <a:pt x="109" y="92"/>
                </a:lnTo>
                <a:lnTo>
                  <a:pt x="108" y="92"/>
                </a:lnTo>
                <a:lnTo>
                  <a:pt x="109" y="91"/>
                </a:lnTo>
                <a:lnTo>
                  <a:pt x="109" y="90"/>
                </a:lnTo>
                <a:lnTo>
                  <a:pt x="109" y="89"/>
                </a:lnTo>
                <a:lnTo>
                  <a:pt x="110" y="89"/>
                </a:lnTo>
                <a:lnTo>
                  <a:pt x="110" y="88"/>
                </a:lnTo>
                <a:lnTo>
                  <a:pt x="111" y="88"/>
                </a:lnTo>
                <a:lnTo>
                  <a:pt x="111" y="87"/>
                </a:lnTo>
                <a:lnTo>
                  <a:pt x="110" y="86"/>
                </a:lnTo>
                <a:lnTo>
                  <a:pt x="109" y="86"/>
                </a:lnTo>
                <a:lnTo>
                  <a:pt x="110" y="86"/>
                </a:lnTo>
                <a:lnTo>
                  <a:pt x="110" y="85"/>
                </a:lnTo>
                <a:lnTo>
                  <a:pt x="109" y="85"/>
                </a:lnTo>
                <a:lnTo>
                  <a:pt x="108" y="85"/>
                </a:lnTo>
                <a:lnTo>
                  <a:pt x="107" y="84"/>
                </a:lnTo>
                <a:lnTo>
                  <a:pt x="108" y="83"/>
                </a:lnTo>
                <a:lnTo>
                  <a:pt x="108" y="82"/>
                </a:lnTo>
                <a:lnTo>
                  <a:pt x="109" y="82"/>
                </a:lnTo>
                <a:lnTo>
                  <a:pt x="109" y="83"/>
                </a:lnTo>
                <a:lnTo>
                  <a:pt x="110" y="82"/>
                </a:lnTo>
                <a:lnTo>
                  <a:pt x="111" y="82"/>
                </a:lnTo>
                <a:lnTo>
                  <a:pt x="112" y="82"/>
                </a:lnTo>
                <a:lnTo>
                  <a:pt x="113" y="82"/>
                </a:lnTo>
                <a:lnTo>
                  <a:pt x="113" y="81"/>
                </a:lnTo>
                <a:lnTo>
                  <a:pt x="114" y="81"/>
                </a:lnTo>
                <a:lnTo>
                  <a:pt x="115" y="81"/>
                </a:lnTo>
                <a:lnTo>
                  <a:pt x="115" y="80"/>
                </a:lnTo>
                <a:lnTo>
                  <a:pt x="116" y="80"/>
                </a:lnTo>
                <a:lnTo>
                  <a:pt x="116" y="79"/>
                </a:lnTo>
                <a:lnTo>
                  <a:pt x="116" y="78"/>
                </a:lnTo>
                <a:lnTo>
                  <a:pt x="117" y="78"/>
                </a:lnTo>
                <a:lnTo>
                  <a:pt x="117" y="77"/>
                </a:lnTo>
                <a:lnTo>
                  <a:pt x="117" y="76"/>
                </a:lnTo>
                <a:lnTo>
                  <a:pt x="117" y="75"/>
                </a:lnTo>
                <a:lnTo>
                  <a:pt x="118" y="75"/>
                </a:lnTo>
                <a:lnTo>
                  <a:pt x="118" y="74"/>
                </a:lnTo>
                <a:lnTo>
                  <a:pt x="119" y="74"/>
                </a:lnTo>
                <a:lnTo>
                  <a:pt x="119" y="73"/>
                </a:lnTo>
                <a:lnTo>
                  <a:pt x="120" y="73"/>
                </a:lnTo>
                <a:lnTo>
                  <a:pt x="120" y="72"/>
                </a:lnTo>
                <a:lnTo>
                  <a:pt x="121" y="72"/>
                </a:lnTo>
                <a:lnTo>
                  <a:pt x="122" y="72"/>
                </a:lnTo>
                <a:lnTo>
                  <a:pt x="122" y="71"/>
                </a:lnTo>
                <a:lnTo>
                  <a:pt x="123" y="71"/>
                </a:lnTo>
                <a:lnTo>
                  <a:pt x="123" y="72"/>
                </a:lnTo>
                <a:lnTo>
                  <a:pt x="123" y="73"/>
                </a:lnTo>
                <a:lnTo>
                  <a:pt x="124" y="75"/>
                </a:lnTo>
                <a:lnTo>
                  <a:pt x="124" y="76"/>
                </a:lnTo>
                <a:lnTo>
                  <a:pt x="125" y="76"/>
                </a:lnTo>
                <a:lnTo>
                  <a:pt x="126" y="77"/>
                </a:lnTo>
                <a:lnTo>
                  <a:pt x="127" y="76"/>
                </a:lnTo>
                <a:lnTo>
                  <a:pt x="128" y="76"/>
                </a:lnTo>
                <a:lnTo>
                  <a:pt x="128" y="75"/>
                </a:lnTo>
                <a:lnTo>
                  <a:pt x="129" y="75"/>
                </a:lnTo>
                <a:lnTo>
                  <a:pt x="129" y="74"/>
                </a:lnTo>
                <a:lnTo>
                  <a:pt x="129" y="73"/>
                </a:lnTo>
                <a:lnTo>
                  <a:pt x="129" y="72"/>
                </a:lnTo>
                <a:lnTo>
                  <a:pt x="130" y="72"/>
                </a:lnTo>
                <a:lnTo>
                  <a:pt x="130" y="71"/>
                </a:lnTo>
                <a:lnTo>
                  <a:pt x="130" y="70"/>
                </a:lnTo>
                <a:lnTo>
                  <a:pt x="131" y="70"/>
                </a:lnTo>
                <a:lnTo>
                  <a:pt x="131" y="69"/>
                </a:lnTo>
                <a:lnTo>
                  <a:pt x="131" y="68"/>
                </a:lnTo>
                <a:lnTo>
                  <a:pt x="132" y="68"/>
                </a:lnTo>
                <a:lnTo>
                  <a:pt x="132" y="67"/>
                </a:lnTo>
                <a:lnTo>
                  <a:pt x="132" y="66"/>
                </a:lnTo>
                <a:lnTo>
                  <a:pt x="132" y="65"/>
                </a:lnTo>
                <a:lnTo>
                  <a:pt x="131" y="64"/>
                </a:lnTo>
                <a:lnTo>
                  <a:pt x="131" y="63"/>
                </a:lnTo>
                <a:lnTo>
                  <a:pt x="132" y="62"/>
                </a:lnTo>
                <a:lnTo>
                  <a:pt x="131" y="62"/>
                </a:lnTo>
                <a:lnTo>
                  <a:pt x="131" y="61"/>
                </a:lnTo>
                <a:lnTo>
                  <a:pt x="131" y="60"/>
                </a:lnTo>
                <a:lnTo>
                  <a:pt x="130" y="59"/>
                </a:lnTo>
                <a:lnTo>
                  <a:pt x="131" y="59"/>
                </a:lnTo>
                <a:lnTo>
                  <a:pt x="132" y="58"/>
                </a:lnTo>
                <a:lnTo>
                  <a:pt x="133" y="59"/>
                </a:lnTo>
                <a:lnTo>
                  <a:pt x="134" y="59"/>
                </a:lnTo>
                <a:lnTo>
                  <a:pt x="134" y="58"/>
                </a:lnTo>
                <a:lnTo>
                  <a:pt x="135" y="58"/>
                </a:lnTo>
                <a:lnTo>
                  <a:pt x="136" y="57"/>
                </a:lnTo>
                <a:lnTo>
                  <a:pt x="135" y="57"/>
                </a:lnTo>
                <a:lnTo>
                  <a:pt x="135" y="56"/>
                </a:lnTo>
                <a:lnTo>
                  <a:pt x="136" y="56"/>
                </a:lnTo>
                <a:lnTo>
                  <a:pt x="136" y="55"/>
                </a:lnTo>
                <a:lnTo>
                  <a:pt x="136" y="54"/>
                </a:lnTo>
                <a:lnTo>
                  <a:pt x="137" y="54"/>
                </a:lnTo>
                <a:lnTo>
                  <a:pt x="137" y="53"/>
                </a:lnTo>
                <a:lnTo>
                  <a:pt x="137" y="52"/>
                </a:lnTo>
                <a:lnTo>
                  <a:pt x="137" y="51"/>
                </a:lnTo>
                <a:lnTo>
                  <a:pt x="138" y="51"/>
                </a:lnTo>
                <a:lnTo>
                  <a:pt x="138" y="50"/>
                </a:lnTo>
                <a:lnTo>
                  <a:pt x="139" y="50"/>
                </a:lnTo>
                <a:lnTo>
                  <a:pt x="140" y="50"/>
                </a:lnTo>
                <a:lnTo>
                  <a:pt x="140" y="49"/>
                </a:lnTo>
                <a:lnTo>
                  <a:pt x="139" y="48"/>
                </a:lnTo>
                <a:lnTo>
                  <a:pt x="139" y="47"/>
                </a:lnTo>
                <a:lnTo>
                  <a:pt x="139" y="46"/>
                </a:lnTo>
                <a:lnTo>
                  <a:pt x="138" y="46"/>
                </a:lnTo>
                <a:lnTo>
                  <a:pt x="137" y="46"/>
                </a:lnTo>
                <a:lnTo>
                  <a:pt x="137" y="45"/>
                </a:lnTo>
                <a:lnTo>
                  <a:pt x="137" y="44"/>
                </a:lnTo>
                <a:lnTo>
                  <a:pt x="137" y="43"/>
                </a:lnTo>
                <a:lnTo>
                  <a:pt x="137" y="42"/>
                </a:lnTo>
                <a:lnTo>
                  <a:pt x="136" y="41"/>
                </a:lnTo>
                <a:lnTo>
                  <a:pt x="136" y="40"/>
                </a:lnTo>
                <a:lnTo>
                  <a:pt x="137" y="40"/>
                </a:lnTo>
                <a:lnTo>
                  <a:pt x="137" y="39"/>
                </a:lnTo>
                <a:lnTo>
                  <a:pt x="138" y="39"/>
                </a:lnTo>
                <a:lnTo>
                  <a:pt x="138" y="38"/>
                </a:lnTo>
                <a:lnTo>
                  <a:pt x="138" y="37"/>
                </a:lnTo>
                <a:lnTo>
                  <a:pt x="139" y="37"/>
                </a:lnTo>
                <a:lnTo>
                  <a:pt x="138" y="37"/>
                </a:lnTo>
                <a:lnTo>
                  <a:pt x="138" y="36"/>
                </a:lnTo>
                <a:lnTo>
                  <a:pt x="138" y="35"/>
                </a:lnTo>
                <a:lnTo>
                  <a:pt x="139" y="35"/>
                </a:lnTo>
                <a:lnTo>
                  <a:pt x="139" y="34"/>
                </a:lnTo>
                <a:lnTo>
                  <a:pt x="138" y="34"/>
                </a:lnTo>
                <a:lnTo>
                  <a:pt x="138" y="33"/>
                </a:lnTo>
                <a:lnTo>
                  <a:pt x="137" y="33"/>
                </a:lnTo>
                <a:lnTo>
                  <a:pt x="138" y="33"/>
                </a:lnTo>
                <a:lnTo>
                  <a:pt x="139" y="32"/>
                </a:lnTo>
                <a:lnTo>
                  <a:pt x="139" y="31"/>
                </a:lnTo>
                <a:lnTo>
                  <a:pt x="139" y="30"/>
                </a:lnTo>
                <a:lnTo>
                  <a:pt x="140" y="29"/>
                </a:lnTo>
                <a:lnTo>
                  <a:pt x="141" y="28"/>
                </a:lnTo>
                <a:lnTo>
                  <a:pt x="141" y="27"/>
                </a:lnTo>
                <a:lnTo>
                  <a:pt x="142" y="26"/>
                </a:lnTo>
                <a:lnTo>
                  <a:pt x="142" y="25"/>
                </a:lnTo>
                <a:lnTo>
                  <a:pt x="142" y="24"/>
                </a:lnTo>
                <a:lnTo>
                  <a:pt x="143" y="24"/>
                </a:lnTo>
                <a:lnTo>
                  <a:pt x="143" y="23"/>
                </a:lnTo>
                <a:lnTo>
                  <a:pt x="142" y="23"/>
                </a:lnTo>
                <a:lnTo>
                  <a:pt x="142" y="24"/>
                </a:lnTo>
                <a:lnTo>
                  <a:pt x="142" y="23"/>
                </a:lnTo>
                <a:lnTo>
                  <a:pt x="141" y="23"/>
                </a:lnTo>
                <a:lnTo>
                  <a:pt x="141" y="22"/>
                </a:lnTo>
                <a:lnTo>
                  <a:pt x="142" y="22"/>
                </a:lnTo>
                <a:lnTo>
                  <a:pt x="142" y="21"/>
                </a:lnTo>
                <a:lnTo>
                  <a:pt x="141" y="20"/>
                </a:lnTo>
                <a:lnTo>
                  <a:pt x="141" y="19"/>
                </a:lnTo>
                <a:lnTo>
                  <a:pt x="141" y="18"/>
                </a:lnTo>
                <a:lnTo>
                  <a:pt x="141" y="17"/>
                </a:lnTo>
                <a:lnTo>
                  <a:pt x="140" y="17"/>
                </a:lnTo>
                <a:lnTo>
                  <a:pt x="141" y="16"/>
                </a:lnTo>
                <a:lnTo>
                  <a:pt x="141" y="15"/>
                </a:lnTo>
                <a:lnTo>
                  <a:pt x="141" y="14"/>
                </a:lnTo>
                <a:lnTo>
                  <a:pt x="142" y="14"/>
                </a:lnTo>
                <a:lnTo>
                  <a:pt x="142" y="13"/>
                </a:lnTo>
                <a:lnTo>
                  <a:pt x="141" y="13"/>
                </a:lnTo>
                <a:lnTo>
                  <a:pt x="141" y="12"/>
                </a:lnTo>
                <a:lnTo>
                  <a:pt x="140" y="13"/>
                </a:lnTo>
                <a:lnTo>
                  <a:pt x="139" y="13"/>
                </a:lnTo>
                <a:lnTo>
                  <a:pt x="139" y="12"/>
                </a:lnTo>
                <a:lnTo>
                  <a:pt x="139" y="11"/>
                </a:lnTo>
                <a:lnTo>
                  <a:pt x="140" y="11"/>
                </a:lnTo>
                <a:lnTo>
                  <a:pt x="140" y="10"/>
                </a:lnTo>
                <a:lnTo>
                  <a:pt x="141" y="10"/>
                </a:lnTo>
                <a:lnTo>
                  <a:pt x="142" y="10"/>
                </a:lnTo>
                <a:lnTo>
                  <a:pt x="142" y="9"/>
                </a:lnTo>
                <a:lnTo>
                  <a:pt x="141" y="9"/>
                </a:lnTo>
                <a:lnTo>
                  <a:pt x="141" y="10"/>
                </a:lnTo>
                <a:lnTo>
                  <a:pt x="141" y="9"/>
                </a:lnTo>
                <a:lnTo>
                  <a:pt x="141" y="8"/>
                </a:lnTo>
                <a:lnTo>
                  <a:pt x="141" y="7"/>
                </a:lnTo>
                <a:lnTo>
                  <a:pt x="142" y="7"/>
                </a:lnTo>
                <a:lnTo>
                  <a:pt x="143" y="6"/>
                </a:lnTo>
                <a:lnTo>
                  <a:pt x="143" y="5"/>
                </a:lnTo>
                <a:lnTo>
                  <a:pt x="144" y="6"/>
                </a:lnTo>
                <a:lnTo>
                  <a:pt x="144" y="5"/>
                </a:lnTo>
                <a:lnTo>
                  <a:pt x="145" y="5"/>
                </a:lnTo>
                <a:lnTo>
                  <a:pt x="145" y="6"/>
                </a:lnTo>
                <a:lnTo>
                  <a:pt x="146" y="6"/>
                </a:lnTo>
                <a:lnTo>
                  <a:pt x="147" y="7"/>
                </a:lnTo>
                <a:lnTo>
                  <a:pt x="148" y="6"/>
                </a:lnTo>
                <a:lnTo>
                  <a:pt x="148" y="5"/>
                </a:lnTo>
                <a:lnTo>
                  <a:pt x="148" y="4"/>
                </a:lnTo>
                <a:lnTo>
                  <a:pt x="149" y="4"/>
                </a:lnTo>
                <a:lnTo>
                  <a:pt x="150" y="4"/>
                </a:lnTo>
                <a:lnTo>
                  <a:pt x="151" y="3"/>
                </a:lnTo>
                <a:lnTo>
                  <a:pt x="151" y="4"/>
                </a:lnTo>
                <a:lnTo>
                  <a:pt x="152" y="4"/>
                </a:lnTo>
                <a:lnTo>
                  <a:pt x="152" y="3"/>
                </a:lnTo>
                <a:lnTo>
                  <a:pt x="153" y="3"/>
                </a:lnTo>
                <a:lnTo>
                  <a:pt x="153" y="2"/>
                </a:lnTo>
                <a:lnTo>
                  <a:pt x="154" y="2"/>
                </a:lnTo>
                <a:lnTo>
                  <a:pt x="155" y="2"/>
                </a:lnTo>
                <a:lnTo>
                  <a:pt x="156" y="2"/>
                </a:lnTo>
                <a:lnTo>
                  <a:pt x="157" y="3"/>
                </a:lnTo>
                <a:close/>
              </a:path>
            </a:pathLst>
          </a:custGeom>
          <a:solidFill>
            <a:srgbClr val="F2EBE6"/>
          </a:solidFill>
          <a:ln w="2520">
            <a:solidFill>
              <a:srgbClr val="FFFFFF"/>
            </a:solidFill>
            <a:round/>
          </a:ln>
        </p:spPr>
        <p:txBody>
          <a:bodyPr lIns="1080" tIns="1080" rIns="1080" bIns="108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86" name=""/>
          <p:cNvSpPr/>
          <p:nvPr/>
        </p:nvSpPr>
        <p:spPr>
          <a:xfrm>
            <a:off x="5153760" y="1447560"/>
            <a:ext cx="1440" cy="1440"/>
          </a:xfrm>
          <a:custGeom>
            <a:avLst/>
            <a:gdLst/>
            <a:ahLst/>
            <a:rect l="0" t="0" r="r" b="b"/>
            <a:pathLst>
              <a:path w="4" h="4">
                <a:moveTo>
                  <a:pt x="4" y="4"/>
                </a:moveTo>
                <a:lnTo>
                  <a:pt x="3" y="4"/>
                </a:lnTo>
                <a:lnTo>
                  <a:pt x="3" y="2"/>
                </a:lnTo>
                <a:lnTo>
                  <a:pt x="1" y="2"/>
                </a:lnTo>
                <a:lnTo>
                  <a:pt x="0" y="2"/>
                </a:lnTo>
                <a:lnTo>
                  <a:pt x="0" y="0"/>
                </a:lnTo>
                <a:lnTo>
                  <a:pt x="1" y="0"/>
                </a:lnTo>
                <a:lnTo>
                  <a:pt x="3" y="0"/>
                </a:lnTo>
                <a:lnTo>
                  <a:pt x="3" y="2"/>
                </a:lnTo>
                <a:lnTo>
                  <a:pt x="4" y="2"/>
                </a:lnTo>
                <a:lnTo>
                  <a:pt x="4" y="4"/>
                </a:lnTo>
                <a:close/>
              </a:path>
            </a:pathLst>
          </a:custGeom>
          <a:solidFill>
            <a:srgbClr val="F2EBE6"/>
          </a:solidFill>
          <a:ln w="2520">
            <a:solidFill>
              <a:srgbClr val="FFFFFF"/>
            </a:solidFill>
            <a:round/>
          </a:ln>
        </p:spPr>
        <p:txBody>
          <a:bodyPr lIns="1080" tIns="360" rIns="1080" bIns="3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87" name=""/>
          <p:cNvSpPr/>
          <p:nvPr/>
        </p:nvSpPr>
        <p:spPr>
          <a:xfrm>
            <a:off x="5147640" y="1397520"/>
            <a:ext cx="720" cy="360"/>
          </a:xfrm>
          <a:custGeom>
            <a:avLst/>
            <a:gdLst/>
            <a:ahLst/>
            <a:rect l="0" t="0" r="r" b="b"/>
            <a:pathLst>
              <a:path w="2" h="1">
                <a:moveTo>
                  <a:pt x="2" y="0"/>
                </a:moveTo>
                <a:lnTo>
                  <a:pt x="1" y="0"/>
                </a:lnTo>
                <a:lnTo>
                  <a:pt x="0" y="1"/>
                </a:lnTo>
                <a:lnTo>
                  <a:pt x="0" y="0"/>
                </a:lnTo>
                <a:lnTo>
                  <a:pt x="1" y="0"/>
                </a:lnTo>
                <a:lnTo>
                  <a:pt x="2" y="0"/>
                </a:lnTo>
                <a:close/>
              </a:path>
            </a:pathLst>
          </a:custGeom>
          <a:solidFill>
            <a:srgbClr val="F2EBE6"/>
          </a:solidFill>
          <a:ln w="2520">
            <a:solidFill>
              <a:srgbClr val="FFFFFF"/>
            </a:solidFill>
            <a:round/>
          </a:ln>
        </p:spPr>
        <p:txBody>
          <a:bodyPr lIns="1080" tIns="-720" rIns="1080" bIns="-7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88" name=""/>
          <p:cNvSpPr/>
          <p:nvPr/>
        </p:nvSpPr>
        <p:spPr>
          <a:xfrm>
            <a:off x="5154120" y="1537920"/>
            <a:ext cx="720" cy="720"/>
          </a:xfrm>
          <a:custGeom>
            <a:avLst/>
            <a:gdLst/>
            <a:ahLst/>
            <a:rect l="0" t="0" r="r" b="b"/>
            <a:pathLst>
              <a:path w="2" h="2">
                <a:moveTo>
                  <a:pt x="2" y="0"/>
                </a:moveTo>
                <a:lnTo>
                  <a:pt x="2" y="2"/>
                </a:lnTo>
                <a:lnTo>
                  <a:pt x="0" y="2"/>
                </a:lnTo>
                <a:lnTo>
                  <a:pt x="2" y="0"/>
                </a:lnTo>
                <a:close/>
              </a:path>
            </a:pathLst>
          </a:custGeom>
          <a:solidFill>
            <a:srgbClr val="F2EBE6"/>
          </a:solidFill>
          <a:ln w="2520">
            <a:solidFill>
              <a:srgbClr val="FFFFFF"/>
            </a:solidFill>
            <a:round/>
          </a:ln>
        </p:spPr>
        <p:txBody>
          <a:bodyPr lIns="1080" tIns="-360" rIns="1080" bIns="-3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89" name=""/>
          <p:cNvSpPr/>
          <p:nvPr/>
        </p:nvSpPr>
        <p:spPr>
          <a:xfrm>
            <a:off x="5154840" y="1537920"/>
            <a:ext cx="720" cy="720"/>
          </a:xfrm>
          <a:custGeom>
            <a:avLst/>
            <a:gdLst/>
            <a:ahLst/>
            <a:rect l="0" t="0" r="r" b="b"/>
            <a:pathLst>
              <a:path w="2" h="2">
                <a:moveTo>
                  <a:pt x="0" y="0"/>
                </a:moveTo>
                <a:lnTo>
                  <a:pt x="2" y="0"/>
                </a:lnTo>
                <a:lnTo>
                  <a:pt x="2" y="2"/>
                </a:lnTo>
                <a:lnTo>
                  <a:pt x="0" y="2"/>
                </a:lnTo>
                <a:lnTo>
                  <a:pt x="0" y="0"/>
                </a:lnTo>
                <a:close/>
              </a:path>
            </a:pathLst>
          </a:custGeom>
          <a:solidFill>
            <a:srgbClr val="F2EBE6"/>
          </a:solidFill>
          <a:ln w="2520">
            <a:solidFill>
              <a:srgbClr val="FFFFFF"/>
            </a:solidFill>
            <a:round/>
          </a:ln>
        </p:spPr>
        <p:txBody>
          <a:bodyPr lIns="1080" tIns="-360" rIns="1080" bIns="-3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90" name=""/>
          <p:cNvSpPr/>
          <p:nvPr/>
        </p:nvSpPr>
        <p:spPr>
          <a:xfrm>
            <a:off x="5158800" y="1516320"/>
            <a:ext cx="720" cy="360"/>
          </a:xfrm>
          <a:custGeom>
            <a:avLst/>
            <a:gdLst/>
            <a:ahLst/>
            <a:rect l="0" t="0" r="r" b="b"/>
            <a:pathLst>
              <a:path w="2" h="1">
                <a:moveTo>
                  <a:pt x="2" y="0"/>
                </a:moveTo>
                <a:lnTo>
                  <a:pt x="2" y="1"/>
                </a:lnTo>
                <a:lnTo>
                  <a:pt x="1" y="1"/>
                </a:lnTo>
                <a:lnTo>
                  <a:pt x="0" y="1"/>
                </a:lnTo>
                <a:lnTo>
                  <a:pt x="1" y="1"/>
                </a:lnTo>
                <a:lnTo>
                  <a:pt x="2" y="0"/>
                </a:lnTo>
                <a:close/>
              </a:path>
            </a:pathLst>
          </a:custGeom>
          <a:solidFill>
            <a:srgbClr val="F2EBE6"/>
          </a:solidFill>
          <a:ln w="2520">
            <a:solidFill>
              <a:srgbClr val="FFFFFF"/>
            </a:solidFill>
            <a:round/>
          </a:ln>
        </p:spPr>
        <p:txBody>
          <a:bodyPr lIns="1080" tIns="-720" rIns="1080" bIns="-7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91" name=""/>
          <p:cNvSpPr/>
          <p:nvPr/>
        </p:nvSpPr>
        <p:spPr>
          <a:xfrm>
            <a:off x="5158440" y="1514520"/>
            <a:ext cx="1440" cy="1440"/>
          </a:xfrm>
          <a:custGeom>
            <a:avLst/>
            <a:gdLst/>
            <a:ahLst/>
            <a:rect l="0" t="0" r="r" b="b"/>
            <a:pathLst>
              <a:path w="4" h="4">
                <a:moveTo>
                  <a:pt x="0" y="2"/>
                </a:moveTo>
                <a:lnTo>
                  <a:pt x="0" y="0"/>
                </a:lnTo>
                <a:lnTo>
                  <a:pt x="2" y="0"/>
                </a:lnTo>
                <a:lnTo>
                  <a:pt x="2" y="2"/>
                </a:lnTo>
                <a:lnTo>
                  <a:pt x="4" y="2"/>
                </a:lnTo>
                <a:lnTo>
                  <a:pt x="4" y="3"/>
                </a:lnTo>
                <a:lnTo>
                  <a:pt x="2" y="3"/>
                </a:lnTo>
                <a:lnTo>
                  <a:pt x="2" y="4"/>
                </a:lnTo>
                <a:lnTo>
                  <a:pt x="0" y="3"/>
                </a:lnTo>
                <a:lnTo>
                  <a:pt x="0" y="2"/>
                </a:lnTo>
                <a:close/>
              </a:path>
            </a:pathLst>
          </a:custGeom>
          <a:solidFill>
            <a:srgbClr val="F2EBE6"/>
          </a:solidFill>
          <a:ln w="2520">
            <a:solidFill>
              <a:srgbClr val="FFFFFF"/>
            </a:solidFill>
            <a:round/>
          </a:ln>
        </p:spPr>
        <p:txBody>
          <a:bodyPr lIns="1080" tIns="360" rIns="1080" bIns="3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92" name=""/>
          <p:cNvSpPr/>
          <p:nvPr/>
        </p:nvSpPr>
        <p:spPr>
          <a:xfrm>
            <a:off x="5156280" y="1514160"/>
            <a:ext cx="1440" cy="1800"/>
          </a:xfrm>
          <a:custGeom>
            <a:avLst/>
            <a:gdLst/>
            <a:ahLst/>
            <a:rect l="0" t="0" r="r" b="b"/>
            <a:pathLst>
              <a:path w="4" h="5">
                <a:moveTo>
                  <a:pt x="0" y="4"/>
                </a:moveTo>
                <a:lnTo>
                  <a:pt x="2" y="3"/>
                </a:lnTo>
                <a:lnTo>
                  <a:pt x="3" y="1"/>
                </a:lnTo>
                <a:lnTo>
                  <a:pt x="3" y="0"/>
                </a:lnTo>
                <a:lnTo>
                  <a:pt x="4" y="0"/>
                </a:lnTo>
                <a:lnTo>
                  <a:pt x="4" y="3"/>
                </a:lnTo>
                <a:lnTo>
                  <a:pt x="3" y="3"/>
                </a:lnTo>
                <a:lnTo>
                  <a:pt x="2" y="4"/>
                </a:lnTo>
                <a:lnTo>
                  <a:pt x="0" y="4"/>
                </a:lnTo>
                <a:lnTo>
                  <a:pt x="0" y="5"/>
                </a:lnTo>
                <a:lnTo>
                  <a:pt x="0" y="4"/>
                </a:lnTo>
                <a:close/>
              </a:path>
            </a:pathLst>
          </a:custGeom>
          <a:solidFill>
            <a:srgbClr val="F2EBE6"/>
          </a:solidFill>
          <a:ln w="2520">
            <a:solidFill>
              <a:srgbClr val="FFFFFF"/>
            </a:solidFill>
            <a:round/>
          </a:ln>
        </p:spPr>
        <p:txBody>
          <a:bodyPr lIns="1080" tIns="720" rIns="1080" bIns="7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93" name=""/>
          <p:cNvSpPr/>
          <p:nvPr/>
        </p:nvSpPr>
        <p:spPr>
          <a:xfrm>
            <a:off x="5162760" y="1513440"/>
            <a:ext cx="1440" cy="1800"/>
          </a:xfrm>
          <a:custGeom>
            <a:avLst/>
            <a:gdLst/>
            <a:ahLst/>
            <a:rect l="0" t="0" r="r" b="b"/>
            <a:pathLst>
              <a:path w="4" h="5">
                <a:moveTo>
                  <a:pt x="1" y="3"/>
                </a:moveTo>
                <a:lnTo>
                  <a:pt x="1" y="4"/>
                </a:lnTo>
                <a:lnTo>
                  <a:pt x="0" y="4"/>
                </a:lnTo>
                <a:lnTo>
                  <a:pt x="0" y="5"/>
                </a:lnTo>
                <a:lnTo>
                  <a:pt x="0" y="4"/>
                </a:lnTo>
                <a:lnTo>
                  <a:pt x="0" y="3"/>
                </a:lnTo>
                <a:lnTo>
                  <a:pt x="1" y="3"/>
                </a:lnTo>
                <a:lnTo>
                  <a:pt x="1" y="1"/>
                </a:lnTo>
                <a:lnTo>
                  <a:pt x="3" y="1"/>
                </a:lnTo>
                <a:lnTo>
                  <a:pt x="3" y="0"/>
                </a:lnTo>
                <a:lnTo>
                  <a:pt x="4" y="1"/>
                </a:lnTo>
                <a:lnTo>
                  <a:pt x="3" y="3"/>
                </a:lnTo>
                <a:lnTo>
                  <a:pt x="3" y="4"/>
                </a:lnTo>
                <a:lnTo>
                  <a:pt x="1" y="3"/>
                </a:lnTo>
                <a:close/>
              </a:path>
            </a:pathLst>
          </a:custGeom>
          <a:solidFill>
            <a:srgbClr val="F2EBE6"/>
          </a:solidFill>
          <a:ln w="2520">
            <a:solidFill>
              <a:srgbClr val="FFFFFF"/>
            </a:solidFill>
            <a:round/>
          </a:ln>
        </p:spPr>
        <p:txBody>
          <a:bodyPr lIns="1080" tIns="720" rIns="1080" bIns="7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94" name=""/>
          <p:cNvSpPr/>
          <p:nvPr/>
        </p:nvSpPr>
        <p:spPr>
          <a:xfrm>
            <a:off x="5157720" y="1513080"/>
            <a:ext cx="720" cy="1440"/>
          </a:xfrm>
          <a:custGeom>
            <a:avLst/>
            <a:gdLst/>
            <a:ahLst/>
            <a:rect l="0" t="0" r="r" b="b"/>
            <a:pathLst>
              <a:path w="2" h="4">
                <a:moveTo>
                  <a:pt x="0" y="4"/>
                </a:moveTo>
                <a:lnTo>
                  <a:pt x="0" y="2"/>
                </a:lnTo>
                <a:lnTo>
                  <a:pt x="2" y="2"/>
                </a:lnTo>
                <a:lnTo>
                  <a:pt x="2" y="0"/>
                </a:lnTo>
                <a:lnTo>
                  <a:pt x="2" y="2"/>
                </a:lnTo>
                <a:lnTo>
                  <a:pt x="0" y="4"/>
                </a:lnTo>
                <a:lnTo>
                  <a:pt x="0" y="2"/>
                </a:lnTo>
                <a:lnTo>
                  <a:pt x="0" y="4"/>
                </a:lnTo>
                <a:close/>
              </a:path>
            </a:pathLst>
          </a:custGeom>
          <a:solidFill>
            <a:srgbClr val="F2EBE6"/>
          </a:solidFill>
          <a:ln w="2520">
            <a:solidFill>
              <a:srgbClr val="FFFFFF"/>
            </a:solidFill>
            <a:round/>
          </a:ln>
        </p:spPr>
        <p:txBody>
          <a:bodyPr lIns="1080" tIns="360" rIns="1080" bIns="3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95" name=""/>
          <p:cNvSpPr/>
          <p:nvPr/>
        </p:nvSpPr>
        <p:spPr>
          <a:xfrm>
            <a:off x="5166720" y="1506960"/>
            <a:ext cx="720" cy="720"/>
          </a:xfrm>
          <a:custGeom>
            <a:avLst/>
            <a:gdLst/>
            <a:ahLst/>
            <a:rect l="0" t="0" r="r" b="b"/>
            <a:pathLst>
              <a:path w="2" h="2">
                <a:moveTo>
                  <a:pt x="0" y="2"/>
                </a:moveTo>
                <a:lnTo>
                  <a:pt x="0" y="0"/>
                </a:lnTo>
                <a:lnTo>
                  <a:pt x="2" y="0"/>
                </a:lnTo>
                <a:lnTo>
                  <a:pt x="2" y="2"/>
                </a:lnTo>
                <a:lnTo>
                  <a:pt x="0" y="2"/>
                </a:lnTo>
                <a:close/>
              </a:path>
            </a:pathLst>
          </a:custGeom>
          <a:solidFill>
            <a:srgbClr val="F2EBE6"/>
          </a:solidFill>
          <a:ln w="2520">
            <a:solidFill>
              <a:srgbClr val="FFFFFF"/>
            </a:solidFill>
            <a:round/>
          </a:ln>
        </p:spPr>
        <p:txBody>
          <a:bodyPr lIns="1080" tIns="-360" rIns="1080" bIns="-3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96" name=""/>
          <p:cNvSpPr/>
          <p:nvPr/>
        </p:nvSpPr>
        <p:spPr>
          <a:xfrm>
            <a:off x="5167080" y="1503720"/>
            <a:ext cx="360" cy="360"/>
          </a:xfrm>
          <a:custGeom>
            <a:avLst/>
            <a:gdLst/>
            <a:ahLst/>
            <a:rect l="0" t="0" r="r" b="b"/>
            <a:pathLst>
              <a:path w="1" h="1">
                <a:moveTo>
                  <a:pt x="0" y="0"/>
                </a:moveTo>
                <a:lnTo>
                  <a:pt x="1" y="0"/>
                </a:lnTo>
                <a:lnTo>
                  <a:pt x="1" y="1"/>
                </a:lnTo>
                <a:lnTo>
                  <a:pt x="0" y="1"/>
                </a:lnTo>
                <a:lnTo>
                  <a:pt x="1" y="1"/>
                </a:lnTo>
                <a:lnTo>
                  <a:pt x="0" y="1"/>
                </a:lnTo>
                <a:lnTo>
                  <a:pt x="0" y="0"/>
                </a:lnTo>
                <a:close/>
              </a:path>
            </a:pathLst>
          </a:custGeom>
          <a:solidFill>
            <a:srgbClr val="F2EBE6"/>
          </a:solidFill>
          <a:ln w="2520">
            <a:solidFill>
              <a:srgbClr val="FFFFFF"/>
            </a:solidFill>
            <a:round/>
          </a:ln>
        </p:spPr>
        <p:txBody>
          <a:bodyPr lIns="1080" tIns="-720" rIns="1080" bIns="-7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97" name=""/>
          <p:cNvSpPr/>
          <p:nvPr/>
        </p:nvSpPr>
        <p:spPr>
          <a:xfrm>
            <a:off x="5166720" y="1503720"/>
            <a:ext cx="360" cy="360"/>
          </a:xfrm>
          <a:custGeom>
            <a:avLst/>
            <a:gdLst/>
            <a:ahLst/>
            <a:rect l="0" t="0" r="r" b="b"/>
            <a:pathLst>
              <a:path w="1" h="1">
                <a:moveTo>
                  <a:pt x="0" y="0"/>
                </a:moveTo>
                <a:lnTo>
                  <a:pt x="1" y="0"/>
                </a:lnTo>
                <a:lnTo>
                  <a:pt x="1" y="1"/>
                </a:lnTo>
                <a:lnTo>
                  <a:pt x="0" y="1"/>
                </a:lnTo>
                <a:lnTo>
                  <a:pt x="0" y="0"/>
                </a:lnTo>
                <a:close/>
              </a:path>
            </a:pathLst>
          </a:custGeom>
          <a:solidFill>
            <a:srgbClr val="F2EBE6"/>
          </a:solidFill>
          <a:ln w="2520">
            <a:solidFill>
              <a:srgbClr val="FFFFFF"/>
            </a:solidFill>
            <a:round/>
          </a:ln>
        </p:spPr>
        <p:txBody>
          <a:bodyPr lIns="1080" tIns="-720" rIns="1080" bIns="-7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98" name=""/>
          <p:cNvSpPr/>
          <p:nvPr/>
        </p:nvSpPr>
        <p:spPr>
          <a:xfrm>
            <a:off x="5166000" y="1500480"/>
            <a:ext cx="1440" cy="1800"/>
          </a:xfrm>
          <a:custGeom>
            <a:avLst/>
            <a:gdLst/>
            <a:ahLst/>
            <a:rect l="0" t="0" r="r" b="b"/>
            <a:pathLst>
              <a:path w="4" h="5">
                <a:moveTo>
                  <a:pt x="2" y="2"/>
                </a:moveTo>
                <a:lnTo>
                  <a:pt x="4" y="2"/>
                </a:lnTo>
                <a:lnTo>
                  <a:pt x="4" y="0"/>
                </a:lnTo>
                <a:lnTo>
                  <a:pt x="4" y="3"/>
                </a:lnTo>
                <a:lnTo>
                  <a:pt x="2" y="5"/>
                </a:lnTo>
                <a:lnTo>
                  <a:pt x="0" y="5"/>
                </a:lnTo>
                <a:lnTo>
                  <a:pt x="2" y="3"/>
                </a:lnTo>
                <a:lnTo>
                  <a:pt x="2" y="2"/>
                </a:lnTo>
                <a:close/>
              </a:path>
            </a:pathLst>
          </a:custGeom>
          <a:solidFill>
            <a:srgbClr val="F2EBE6"/>
          </a:solidFill>
          <a:ln w="2520">
            <a:solidFill>
              <a:srgbClr val="FFFFFF"/>
            </a:solidFill>
            <a:round/>
          </a:ln>
        </p:spPr>
        <p:txBody>
          <a:bodyPr lIns="1080" tIns="720" rIns="1080" bIns="7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99" name=""/>
          <p:cNvSpPr/>
          <p:nvPr/>
        </p:nvSpPr>
        <p:spPr>
          <a:xfrm>
            <a:off x="5166360" y="1498320"/>
            <a:ext cx="720" cy="720"/>
          </a:xfrm>
          <a:custGeom>
            <a:avLst/>
            <a:gdLst/>
            <a:ahLst/>
            <a:rect l="0" t="0" r="r" b="b"/>
            <a:pathLst>
              <a:path w="2" h="2">
                <a:moveTo>
                  <a:pt x="2" y="0"/>
                </a:moveTo>
                <a:lnTo>
                  <a:pt x="2" y="2"/>
                </a:lnTo>
                <a:lnTo>
                  <a:pt x="0" y="2"/>
                </a:lnTo>
                <a:lnTo>
                  <a:pt x="2" y="0"/>
                </a:lnTo>
                <a:close/>
              </a:path>
            </a:pathLst>
          </a:custGeom>
          <a:solidFill>
            <a:srgbClr val="F2EBE6"/>
          </a:solidFill>
          <a:ln w="2520">
            <a:solidFill>
              <a:srgbClr val="FFFFFF"/>
            </a:solidFill>
            <a:round/>
          </a:ln>
        </p:spPr>
        <p:txBody>
          <a:bodyPr lIns="1080" tIns="-360" rIns="1080" bIns="-3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00" name=""/>
          <p:cNvSpPr/>
          <p:nvPr/>
        </p:nvSpPr>
        <p:spPr>
          <a:xfrm>
            <a:off x="5166720" y="1498320"/>
            <a:ext cx="1080" cy="720"/>
          </a:xfrm>
          <a:custGeom>
            <a:avLst/>
            <a:gdLst/>
            <a:ahLst/>
            <a:rect l="0" t="0" r="r" b="b"/>
            <a:pathLst>
              <a:path w="3" h="2">
                <a:moveTo>
                  <a:pt x="3" y="2"/>
                </a:moveTo>
                <a:lnTo>
                  <a:pt x="2" y="2"/>
                </a:lnTo>
                <a:lnTo>
                  <a:pt x="0" y="2"/>
                </a:lnTo>
                <a:lnTo>
                  <a:pt x="0" y="0"/>
                </a:lnTo>
                <a:lnTo>
                  <a:pt x="2" y="0"/>
                </a:lnTo>
                <a:lnTo>
                  <a:pt x="3" y="0"/>
                </a:lnTo>
                <a:lnTo>
                  <a:pt x="3" y="2"/>
                </a:lnTo>
                <a:close/>
              </a:path>
            </a:pathLst>
          </a:custGeom>
          <a:solidFill>
            <a:srgbClr val="F2EBE6"/>
          </a:solidFill>
          <a:ln w="2520">
            <a:solidFill>
              <a:srgbClr val="FFFFFF"/>
            </a:solidFill>
            <a:round/>
          </a:ln>
        </p:spPr>
        <p:txBody>
          <a:bodyPr lIns="1080" tIns="-360" rIns="1080" bIns="-3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01" name=""/>
          <p:cNvSpPr/>
          <p:nvPr/>
        </p:nvSpPr>
        <p:spPr>
          <a:xfrm>
            <a:off x="5166000" y="1497960"/>
            <a:ext cx="1080" cy="720"/>
          </a:xfrm>
          <a:custGeom>
            <a:avLst/>
            <a:gdLst/>
            <a:ahLst/>
            <a:rect l="0" t="0" r="r" b="b"/>
            <a:pathLst>
              <a:path w="3" h="2">
                <a:moveTo>
                  <a:pt x="0" y="2"/>
                </a:moveTo>
                <a:lnTo>
                  <a:pt x="0" y="0"/>
                </a:lnTo>
                <a:lnTo>
                  <a:pt x="2" y="0"/>
                </a:lnTo>
                <a:lnTo>
                  <a:pt x="3" y="0"/>
                </a:lnTo>
                <a:lnTo>
                  <a:pt x="2" y="2"/>
                </a:lnTo>
                <a:lnTo>
                  <a:pt x="0" y="2"/>
                </a:lnTo>
                <a:close/>
              </a:path>
            </a:pathLst>
          </a:custGeom>
          <a:solidFill>
            <a:srgbClr val="F2EBE6"/>
          </a:solidFill>
          <a:ln w="2520">
            <a:solidFill>
              <a:srgbClr val="FFFFFF"/>
            </a:solidFill>
            <a:round/>
          </a:ln>
        </p:spPr>
        <p:txBody>
          <a:bodyPr lIns="1080" tIns="-360" rIns="1080" bIns="-3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02" name=""/>
          <p:cNvSpPr/>
          <p:nvPr/>
        </p:nvSpPr>
        <p:spPr>
          <a:xfrm>
            <a:off x="5165280" y="1497600"/>
            <a:ext cx="1800" cy="720"/>
          </a:xfrm>
          <a:custGeom>
            <a:avLst/>
            <a:gdLst/>
            <a:ahLst/>
            <a:rect l="0" t="0" r="r" b="b"/>
            <a:pathLst>
              <a:path w="5" h="2">
                <a:moveTo>
                  <a:pt x="5" y="0"/>
                </a:moveTo>
                <a:lnTo>
                  <a:pt x="4" y="0"/>
                </a:lnTo>
                <a:lnTo>
                  <a:pt x="2" y="2"/>
                </a:lnTo>
                <a:lnTo>
                  <a:pt x="1" y="2"/>
                </a:lnTo>
                <a:lnTo>
                  <a:pt x="0" y="2"/>
                </a:lnTo>
                <a:lnTo>
                  <a:pt x="0" y="0"/>
                </a:lnTo>
                <a:lnTo>
                  <a:pt x="1" y="0"/>
                </a:lnTo>
                <a:lnTo>
                  <a:pt x="4" y="0"/>
                </a:lnTo>
                <a:lnTo>
                  <a:pt x="5" y="0"/>
                </a:lnTo>
                <a:close/>
              </a:path>
            </a:pathLst>
          </a:custGeom>
          <a:solidFill>
            <a:srgbClr val="F2EBE6"/>
          </a:solidFill>
          <a:ln w="2520">
            <a:solidFill>
              <a:srgbClr val="FFFFFF"/>
            </a:solidFill>
            <a:round/>
          </a:ln>
        </p:spPr>
        <p:txBody>
          <a:bodyPr lIns="1080" tIns="-360" rIns="1080" bIns="-3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03" name=""/>
          <p:cNvSpPr/>
          <p:nvPr/>
        </p:nvSpPr>
        <p:spPr>
          <a:xfrm>
            <a:off x="5163840" y="1495080"/>
            <a:ext cx="2520" cy="1800"/>
          </a:xfrm>
          <a:custGeom>
            <a:avLst/>
            <a:gdLst/>
            <a:ahLst/>
            <a:rect l="0" t="0" r="r" b="b"/>
            <a:pathLst>
              <a:path w="7" h="5">
                <a:moveTo>
                  <a:pt x="3" y="3"/>
                </a:moveTo>
                <a:lnTo>
                  <a:pt x="3" y="4"/>
                </a:lnTo>
                <a:lnTo>
                  <a:pt x="5" y="4"/>
                </a:lnTo>
                <a:lnTo>
                  <a:pt x="5" y="3"/>
                </a:lnTo>
                <a:lnTo>
                  <a:pt x="5" y="4"/>
                </a:lnTo>
                <a:lnTo>
                  <a:pt x="6" y="4"/>
                </a:lnTo>
                <a:lnTo>
                  <a:pt x="7" y="4"/>
                </a:lnTo>
                <a:lnTo>
                  <a:pt x="6" y="4"/>
                </a:lnTo>
                <a:lnTo>
                  <a:pt x="6" y="5"/>
                </a:lnTo>
                <a:lnTo>
                  <a:pt x="5" y="5"/>
                </a:lnTo>
                <a:lnTo>
                  <a:pt x="3" y="5"/>
                </a:lnTo>
                <a:lnTo>
                  <a:pt x="3" y="4"/>
                </a:lnTo>
                <a:lnTo>
                  <a:pt x="2" y="4"/>
                </a:lnTo>
                <a:lnTo>
                  <a:pt x="2" y="5"/>
                </a:lnTo>
                <a:lnTo>
                  <a:pt x="2" y="4"/>
                </a:lnTo>
                <a:lnTo>
                  <a:pt x="1" y="4"/>
                </a:lnTo>
                <a:lnTo>
                  <a:pt x="1" y="3"/>
                </a:lnTo>
                <a:lnTo>
                  <a:pt x="0" y="2"/>
                </a:lnTo>
                <a:lnTo>
                  <a:pt x="0" y="0"/>
                </a:lnTo>
                <a:lnTo>
                  <a:pt x="1" y="0"/>
                </a:lnTo>
                <a:lnTo>
                  <a:pt x="2" y="0"/>
                </a:lnTo>
                <a:lnTo>
                  <a:pt x="3" y="0"/>
                </a:lnTo>
                <a:lnTo>
                  <a:pt x="3" y="2"/>
                </a:lnTo>
                <a:lnTo>
                  <a:pt x="3" y="3"/>
                </a:lnTo>
                <a:lnTo>
                  <a:pt x="5" y="3"/>
                </a:lnTo>
                <a:lnTo>
                  <a:pt x="3" y="3"/>
                </a:lnTo>
                <a:close/>
              </a:path>
            </a:pathLst>
          </a:custGeom>
          <a:solidFill>
            <a:srgbClr val="F2EBE6"/>
          </a:solidFill>
          <a:ln w="2520">
            <a:solidFill>
              <a:srgbClr val="FFFFFF"/>
            </a:solidFill>
            <a:round/>
          </a:ln>
        </p:spPr>
        <p:txBody>
          <a:bodyPr lIns="1080" tIns="720" rIns="1080" bIns="7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04" name=""/>
          <p:cNvSpPr/>
          <p:nvPr/>
        </p:nvSpPr>
        <p:spPr>
          <a:xfrm>
            <a:off x="5162760" y="1475640"/>
            <a:ext cx="2520" cy="1440"/>
          </a:xfrm>
          <a:custGeom>
            <a:avLst/>
            <a:gdLst/>
            <a:ahLst/>
            <a:rect l="0" t="0" r="r" b="b"/>
            <a:pathLst>
              <a:path w="7" h="4">
                <a:moveTo>
                  <a:pt x="2" y="3"/>
                </a:moveTo>
                <a:lnTo>
                  <a:pt x="3" y="4"/>
                </a:lnTo>
                <a:lnTo>
                  <a:pt x="2" y="4"/>
                </a:lnTo>
                <a:lnTo>
                  <a:pt x="0" y="3"/>
                </a:lnTo>
                <a:lnTo>
                  <a:pt x="2" y="1"/>
                </a:lnTo>
                <a:lnTo>
                  <a:pt x="3" y="1"/>
                </a:lnTo>
                <a:lnTo>
                  <a:pt x="3" y="0"/>
                </a:lnTo>
                <a:lnTo>
                  <a:pt x="4" y="0"/>
                </a:lnTo>
                <a:lnTo>
                  <a:pt x="5" y="0"/>
                </a:lnTo>
                <a:lnTo>
                  <a:pt x="5" y="1"/>
                </a:lnTo>
                <a:lnTo>
                  <a:pt x="7" y="3"/>
                </a:lnTo>
                <a:lnTo>
                  <a:pt x="5" y="3"/>
                </a:lnTo>
                <a:lnTo>
                  <a:pt x="4" y="4"/>
                </a:lnTo>
                <a:lnTo>
                  <a:pt x="4" y="3"/>
                </a:lnTo>
                <a:lnTo>
                  <a:pt x="3" y="3"/>
                </a:lnTo>
                <a:lnTo>
                  <a:pt x="2" y="3"/>
                </a:lnTo>
                <a:close/>
              </a:path>
            </a:pathLst>
          </a:custGeom>
          <a:solidFill>
            <a:srgbClr val="F2EBE6"/>
          </a:solidFill>
          <a:ln w="2520">
            <a:solidFill>
              <a:srgbClr val="FFFFFF"/>
            </a:solidFill>
            <a:round/>
          </a:ln>
        </p:spPr>
        <p:txBody>
          <a:bodyPr lIns="1080" tIns="360" rIns="1080" bIns="3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05" name=""/>
          <p:cNvSpPr/>
          <p:nvPr/>
        </p:nvSpPr>
        <p:spPr>
          <a:xfrm>
            <a:off x="5161320" y="1468440"/>
            <a:ext cx="1080" cy="720"/>
          </a:xfrm>
          <a:custGeom>
            <a:avLst/>
            <a:gdLst/>
            <a:ahLst/>
            <a:rect l="0" t="0" r="r" b="b"/>
            <a:pathLst>
              <a:path w="3" h="2">
                <a:moveTo>
                  <a:pt x="0" y="0"/>
                </a:moveTo>
                <a:lnTo>
                  <a:pt x="1" y="0"/>
                </a:lnTo>
                <a:lnTo>
                  <a:pt x="3" y="0"/>
                </a:lnTo>
                <a:lnTo>
                  <a:pt x="3" y="2"/>
                </a:lnTo>
                <a:lnTo>
                  <a:pt x="1" y="2"/>
                </a:lnTo>
                <a:lnTo>
                  <a:pt x="0" y="2"/>
                </a:lnTo>
                <a:lnTo>
                  <a:pt x="0" y="0"/>
                </a:lnTo>
                <a:close/>
              </a:path>
            </a:pathLst>
          </a:custGeom>
          <a:solidFill>
            <a:srgbClr val="F2EBE6"/>
          </a:solidFill>
          <a:ln w="2520">
            <a:solidFill>
              <a:srgbClr val="FFFFFF"/>
            </a:solidFill>
            <a:round/>
          </a:ln>
        </p:spPr>
        <p:txBody>
          <a:bodyPr lIns="1080" tIns="-360" rIns="1080" bIns="-3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06" name=""/>
          <p:cNvSpPr/>
          <p:nvPr/>
        </p:nvSpPr>
        <p:spPr>
          <a:xfrm>
            <a:off x="5162400" y="1467000"/>
            <a:ext cx="1440" cy="720"/>
          </a:xfrm>
          <a:custGeom>
            <a:avLst/>
            <a:gdLst/>
            <a:ahLst/>
            <a:rect l="0" t="0" r="r" b="b"/>
            <a:pathLst>
              <a:path w="4" h="2">
                <a:moveTo>
                  <a:pt x="4" y="2"/>
                </a:moveTo>
                <a:lnTo>
                  <a:pt x="2" y="2"/>
                </a:lnTo>
                <a:lnTo>
                  <a:pt x="0" y="2"/>
                </a:lnTo>
                <a:lnTo>
                  <a:pt x="0" y="0"/>
                </a:lnTo>
                <a:lnTo>
                  <a:pt x="2" y="0"/>
                </a:lnTo>
                <a:lnTo>
                  <a:pt x="2" y="2"/>
                </a:lnTo>
                <a:lnTo>
                  <a:pt x="4" y="2"/>
                </a:lnTo>
                <a:close/>
              </a:path>
            </a:pathLst>
          </a:custGeom>
          <a:solidFill>
            <a:srgbClr val="F2EBE6"/>
          </a:solidFill>
          <a:ln w="2520">
            <a:solidFill>
              <a:srgbClr val="FFFFFF"/>
            </a:solidFill>
            <a:round/>
          </a:ln>
        </p:spPr>
        <p:txBody>
          <a:bodyPr lIns="1080" tIns="-360" rIns="1080" bIns="-3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07" name=""/>
          <p:cNvSpPr/>
          <p:nvPr/>
        </p:nvSpPr>
        <p:spPr>
          <a:xfrm>
            <a:off x="5166360" y="1465920"/>
            <a:ext cx="2520" cy="2880"/>
          </a:xfrm>
          <a:custGeom>
            <a:avLst/>
            <a:gdLst/>
            <a:ahLst/>
            <a:rect l="0" t="0" r="r" b="b"/>
            <a:pathLst>
              <a:path w="7" h="8">
                <a:moveTo>
                  <a:pt x="6" y="3"/>
                </a:moveTo>
                <a:lnTo>
                  <a:pt x="6" y="2"/>
                </a:lnTo>
                <a:lnTo>
                  <a:pt x="5" y="2"/>
                </a:lnTo>
                <a:lnTo>
                  <a:pt x="5" y="3"/>
                </a:lnTo>
                <a:lnTo>
                  <a:pt x="6" y="4"/>
                </a:lnTo>
                <a:lnTo>
                  <a:pt x="6" y="3"/>
                </a:lnTo>
                <a:lnTo>
                  <a:pt x="7" y="4"/>
                </a:lnTo>
                <a:lnTo>
                  <a:pt x="6" y="4"/>
                </a:lnTo>
                <a:lnTo>
                  <a:pt x="6" y="5"/>
                </a:lnTo>
                <a:lnTo>
                  <a:pt x="6" y="6"/>
                </a:lnTo>
                <a:lnTo>
                  <a:pt x="7" y="6"/>
                </a:lnTo>
                <a:lnTo>
                  <a:pt x="6" y="6"/>
                </a:lnTo>
                <a:lnTo>
                  <a:pt x="6" y="8"/>
                </a:lnTo>
                <a:lnTo>
                  <a:pt x="5" y="8"/>
                </a:lnTo>
                <a:lnTo>
                  <a:pt x="5" y="6"/>
                </a:lnTo>
                <a:lnTo>
                  <a:pt x="5" y="5"/>
                </a:lnTo>
                <a:lnTo>
                  <a:pt x="3" y="5"/>
                </a:lnTo>
                <a:lnTo>
                  <a:pt x="2" y="6"/>
                </a:lnTo>
                <a:lnTo>
                  <a:pt x="1" y="5"/>
                </a:lnTo>
                <a:lnTo>
                  <a:pt x="0" y="5"/>
                </a:lnTo>
                <a:lnTo>
                  <a:pt x="0" y="4"/>
                </a:lnTo>
                <a:lnTo>
                  <a:pt x="0" y="2"/>
                </a:lnTo>
                <a:lnTo>
                  <a:pt x="2" y="0"/>
                </a:lnTo>
                <a:lnTo>
                  <a:pt x="3" y="0"/>
                </a:lnTo>
                <a:lnTo>
                  <a:pt x="5" y="0"/>
                </a:lnTo>
                <a:lnTo>
                  <a:pt x="6" y="2"/>
                </a:lnTo>
                <a:lnTo>
                  <a:pt x="6" y="3"/>
                </a:lnTo>
                <a:close/>
              </a:path>
            </a:pathLst>
          </a:custGeom>
          <a:solidFill>
            <a:srgbClr val="F2EBE6"/>
          </a:solidFill>
          <a:ln w="2520">
            <a:solidFill>
              <a:srgbClr val="FFFFFF"/>
            </a:solidFill>
            <a:round/>
          </a:ln>
        </p:spPr>
        <p:txBody>
          <a:bodyPr lIns="1080" tIns="1080" rIns="1080" bIns="108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08" name=""/>
          <p:cNvSpPr/>
          <p:nvPr/>
        </p:nvSpPr>
        <p:spPr>
          <a:xfrm>
            <a:off x="5161680" y="1466280"/>
            <a:ext cx="1440" cy="1080"/>
          </a:xfrm>
          <a:custGeom>
            <a:avLst/>
            <a:gdLst/>
            <a:ahLst/>
            <a:rect l="0" t="0" r="r" b="b"/>
            <a:pathLst>
              <a:path w="4" h="3">
                <a:moveTo>
                  <a:pt x="0" y="0"/>
                </a:moveTo>
                <a:lnTo>
                  <a:pt x="2" y="0"/>
                </a:lnTo>
                <a:lnTo>
                  <a:pt x="4" y="0"/>
                </a:lnTo>
                <a:lnTo>
                  <a:pt x="4" y="1"/>
                </a:lnTo>
                <a:lnTo>
                  <a:pt x="4" y="3"/>
                </a:lnTo>
                <a:lnTo>
                  <a:pt x="2" y="3"/>
                </a:lnTo>
                <a:lnTo>
                  <a:pt x="2" y="1"/>
                </a:lnTo>
                <a:lnTo>
                  <a:pt x="0" y="0"/>
                </a:lnTo>
                <a:close/>
              </a:path>
            </a:pathLst>
          </a:custGeom>
          <a:solidFill>
            <a:srgbClr val="F2EBE6"/>
          </a:solidFill>
          <a:ln w="2520">
            <a:solidFill>
              <a:srgbClr val="FFFFFF"/>
            </a:solidFill>
            <a:round/>
          </a:ln>
        </p:spPr>
        <p:txBody>
          <a:bodyPr lIns="1080" tIns="0" rIns="108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09" name=""/>
          <p:cNvSpPr/>
          <p:nvPr/>
        </p:nvSpPr>
        <p:spPr>
          <a:xfrm>
            <a:off x="5157720" y="1462680"/>
            <a:ext cx="0" cy="360"/>
          </a:xfrm>
          <a:custGeom>
            <a:avLst/>
            <a:gdLst/>
            <a:ahLst/>
            <a:rect l="0" t="0" r="r" b="b"/>
            <a:pathLst>
              <a:path w="0" h="1">
                <a:moveTo>
                  <a:pt x="0" y="1"/>
                </a:moveTo>
                <a:lnTo>
                  <a:pt x="0" y="0"/>
                </a:lnTo>
                <a:lnTo>
                  <a:pt x="0" y="1"/>
                </a:lnTo>
                <a:close/>
              </a:path>
            </a:pathLst>
          </a:custGeom>
          <a:solidFill>
            <a:srgbClr val="F2EBE6"/>
          </a:solidFill>
          <a:ln w="2520">
            <a:solidFill>
              <a:srgbClr val="FFFFFF"/>
            </a:solidFill>
            <a:round/>
          </a:ln>
        </p:spPr>
        <p:txBody>
          <a:bodyPr lIns="1080" tIns="-720" rIns="1080" bIns="-7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10" name=""/>
          <p:cNvSpPr/>
          <p:nvPr/>
        </p:nvSpPr>
        <p:spPr>
          <a:xfrm>
            <a:off x="5164560" y="1456200"/>
            <a:ext cx="1440" cy="1800"/>
          </a:xfrm>
          <a:custGeom>
            <a:avLst/>
            <a:gdLst/>
            <a:ahLst/>
            <a:rect l="0" t="0" r="r" b="b"/>
            <a:pathLst>
              <a:path w="4" h="5">
                <a:moveTo>
                  <a:pt x="0" y="3"/>
                </a:moveTo>
                <a:lnTo>
                  <a:pt x="2" y="3"/>
                </a:lnTo>
                <a:lnTo>
                  <a:pt x="2" y="2"/>
                </a:lnTo>
                <a:lnTo>
                  <a:pt x="2" y="0"/>
                </a:lnTo>
                <a:lnTo>
                  <a:pt x="2" y="3"/>
                </a:lnTo>
                <a:lnTo>
                  <a:pt x="4" y="3"/>
                </a:lnTo>
                <a:lnTo>
                  <a:pt x="4" y="4"/>
                </a:lnTo>
                <a:lnTo>
                  <a:pt x="2" y="4"/>
                </a:lnTo>
                <a:lnTo>
                  <a:pt x="2" y="5"/>
                </a:lnTo>
                <a:lnTo>
                  <a:pt x="2" y="4"/>
                </a:lnTo>
                <a:lnTo>
                  <a:pt x="0" y="3"/>
                </a:lnTo>
                <a:close/>
              </a:path>
            </a:pathLst>
          </a:custGeom>
          <a:solidFill>
            <a:srgbClr val="F2EBE6"/>
          </a:solidFill>
          <a:ln w="2520">
            <a:solidFill>
              <a:srgbClr val="FFFFFF"/>
            </a:solidFill>
            <a:round/>
          </a:ln>
        </p:spPr>
        <p:txBody>
          <a:bodyPr lIns="1080" tIns="720" rIns="1080" bIns="7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11" name=""/>
          <p:cNvSpPr/>
          <p:nvPr/>
        </p:nvSpPr>
        <p:spPr>
          <a:xfrm>
            <a:off x="5154840" y="1449000"/>
            <a:ext cx="360" cy="360"/>
          </a:xfrm>
          <a:custGeom>
            <a:avLst/>
            <a:gdLst/>
            <a:ahLst/>
            <a:rect l="0" t="0" r="r" b="b"/>
            <a:pathLst>
              <a:path w="1" h="1">
                <a:moveTo>
                  <a:pt x="1" y="0"/>
                </a:moveTo>
                <a:lnTo>
                  <a:pt x="1" y="1"/>
                </a:lnTo>
                <a:lnTo>
                  <a:pt x="0" y="1"/>
                </a:lnTo>
                <a:lnTo>
                  <a:pt x="1" y="1"/>
                </a:lnTo>
                <a:lnTo>
                  <a:pt x="1" y="0"/>
                </a:lnTo>
                <a:close/>
              </a:path>
            </a:pathLst>
          </a:custGeom>
          <a:solidFill>
            <a:srgbClr val="F2EBE6"/>
          </a:solidFill>
          <a:ln w="2520">
            <a:solidFill>
              <a:srgbClr val="FFFFFF"/>
            </a:solidFill>
            <a:round/>
          </a:ln>
        </p:spPr>
        <p:txBody>
          <a:bodyPr lIns="1080" tIns="-720" rIns="1080" bIns="-7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12" name=""/>
          <p:cNvSpPr/>
          <p:nvPr/>
        </p:nvSpPr>
        <p:spPr>
          <a:xfrm>
            <a:off x="5155200" y="1448280"/>
            <a:ext cx="1080" cy="1080"/>
          </a:xfrm>
          <a:custGeom>
            <a:avLst/>
            <a:gdLst/>
            <a:ahLst/>
            <a:rect l="0" t="0" r="r" b="b"/>
            <a:pathLst>
              <a:path w="3" h="3">
                <a:moveTo>
                  <a:pt x="2" y="1"/>
                </a:moveTo>
                <a:lnTo>
                  <a:pt x="3" y="1"/>
                </a:lnTo>
                <a:lnTo>
                  <a:pt x="3" y="0"/>
                </a:lnTo>
                <a:lnTo>
                  <a:pt x="3" y="1"/>
                </a:lnTo>
                <a:lnTo>
                  <a:pt x="0" y="3"/>
                </a:lnTo>
                <a:lnTo>
                  <a:pt x="2" y="1"/>
                </a:lnTo>
                <a:close/>
              </a:path>
            </a:pathLst>
          </a:custGeom>
          <a:solidFill>
            <a:srgbClr val="F2EBE6"/>
          </a:solidFill>
          <a:ln w="2520">
            <a:solidFill>
              <a:srgbClr val="FFFFFF"/>
            </a:solidFill>
            <a:round/>
          </a:ln>
        </p:spPr>
        <p:txBody>
          <a:bodyPr lIns="1080" tIns="0" rIns="108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13" name=""/>
          <p:cNvSpPr/>
          <p:nvPr/>
        </p:nvSpPr>
        <p:spPr>
          <a:xfrm>
            <a:off x="5154480" y="1447200"/>
            <a:ext cx="360" cy="360"/>
          </a:xfrm>
          <a:custGeom>
            <a:avLst/>
            <a:gdLst/>
            <a:ahLst/>
            <a:rect l="0" t="0" r="r" b="b"/>
            <a:pathLst>
              <a:path w="1" h="1">
                <a:moveTo>
                  <a:pt x="1" y="0"/>
                </a:moveTo>
                <a:lnTo>
                  <a:pt x="1" y="1"/>
                </a:lnTo>
                <a:lnTo>
                  <a:pt x="0" y="1"/>
                </a:lnTo>
                <a:lnTo>
                  <a:pt x="0" y="0"/>
                </a:lnTo>
                <a:lnTo>
                  <a:pt x="1" y="0"/>
                </a:lnTo>
                <a:close/>
              </a:path>
            </a:pathLst>
          </a:custGeom>
          <a:solidFill>
            <a:srgbClr val="F2EBE6"/>
          </a:solidFill>
          <a:ln w="2520">
            <a:solidFill>
              <a:srgbClr val="FFFFFF"/>
            </a:solidFill>
            <a:round/>
          </a:ln>
        </p:spPr>
        <p:txBody>
          <a:bodyPr lIns="1080" tIns="-720" rIns="1080" bIns="-7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14" name=""/>
          <p:cNvSpPr/>
          <p:nvPr/>
        </p:nvSpPr>
        <p:spPr>
          <a:xfrm>
            <a:off x="5155920" y="1446840"/>
            <a:ext cx="360" cy="360"/>
          </a:xfrm>
          <a:custGeom>
            <a:avLst/>
            <a:gdLst/>
            <a:ahLst/>
            <a:rect l="0" t="0" r="r" b="b"/>
            <a:pathLst>
              <a:path w="1" h="1">
                <a:moveTo>
                  <a:pt x="1" y="0"/>
                </a:moveTo>
                <a:lnTo>
                  <a:pt x="1" y="1"/>
                </a:lnTo>
                <a:lnTo>
                  <a:pt x="0" y="1"/>
                </a:lnTo>
                <a:lnTo>
                  <a:pt x="0" y="0"/>
                </a:lnTo>
                <a:lnTo>
                  <a:pt x="1" y="0"/>
                </a:lnTo>
                <a:close/>
              </a:path>
            </a:pathLst>
          </a:custGeom>
          <a:solidFill>
            <a:srgbClr val="F2EBE6"/>
          </a:solidFill>
          <a:ln w="2520">
            <a:solidFill>
              <a:srgbClr val="FFFFFF"/>
            </a:solidFill>
            <a:round/>
          </a:ln>
        </p:spPr>
        <p:txBody>
          <a:bodyPr lIns="1080" tIns="-720" rIns="1080" bIns="-7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15" name=""/>
          <p:cNvSpPr/>
          <p:nvPr/>
        </p:nvSpPr>
        <p:spPr>
          <a:xfrm>
            <a:off x="5157720" y="1446840"/>
            <a:ext cx="0" cy="0"/>
          </a:xfrm>
          <a:custGeom>
            <a:avLst/>
            <a:gdLst/>
            <a:ahLst/>
            <a:rect l="0" t="0" r="r" b="b"/>
            <a:pathLst>
              <a:path w="0" h="0">
                <a:moveTo>
                  <a:pt x="0" y="0"/>
                </a:moveTo>
                <a:lnTo>
                  <a:pt x="0" y="0"/>
                </a:lnTo>
                <a:close/>
              </a:path>
            </a:pathLst>
          </a:custGeom>
          <a:solidFill>
            <a:srgbClr val="F2EBE6"/>
          </a:solidFill>
          <a:ln w="2520">
            <a:solidFill>
              <a:srgbClr val="FFFFFF"/>
            </a:solidFill>
            <a:round/>
          </a:ln>
        </p:spPr>
        <p:txBody>
          <a:bodyPr lIns="1080" tIns="-1080" rIns="1080" bIns="-108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16" name=""/>
          <p:cNvSpPr/>
          <p:nvPr/>
        </p:nvSpPr>
        <p:spPr>
          <a:xfrm>
            <a:off x="5157720" y="1445760"/>
            <a:ext cx="1800" cy="1080"/>
          </a:xfrm>
          <a:custGeom>
            <a:avLst/>
            <a:gdLst/>
            <a:ahLst/>
            <a:rect l="0" t="0" r="r" b="b"/>
            <a:pathLst>
              <a:path w="5" h="3">
                <a:moveTo>
                  <a:pt x="2" y="3"/>
                </a:moveTo>
                <a:lnTo>
                  <a:pt x="1" y="3"/>
                </a:lnTo>
                <a:lnTo>
                  <a:pt x="0" y="3"/>
                </a:lnTo>
                <a:lnTo>
                  <a:pt x="1" y="2"/>
                </a:lnTo>
                <a:lnTo>
                  <a:pt x="2" y="0"/>
                </a:lnTo>
                <a:lnTo>
                  <a:pt x="4" y="0"/>
                </a:lnTo>
                <a:lnTo>
                  <a:pt x="5" y="2"/>
                </a:lnTo>
                <a:lnTo>
                  <a:pt x="4" y="2"/>
                </a:lnTo>
                <a:lnTo>
                  <a:pt x="4" y="3"/>
                </a:lnTo>
                <a:lnTo>
                  <a:pt x="2" y="3"/>
                </a:lnTo>
                <a:close/>
              </a:path>
            </a:pathLst>
          </a:custGeom>
          <a:solidFill>
            <a:srgbClr val="F2EBE6"/>
          </a:solidFill>
          <a:ln w="2520">
            <a:solidFill>
              <a:srgbClr val="FFFFFF"/>
            </a:solidFill>
            <a:round/>
          </a:ln>
        </p:spPr>
        <p:txBody>
          <a:bodyPr lIns="1080" tIns="0" rIns="108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17" name=""/>
          <p:cNvSpPr/>
          <p:nvPr/>
        </p:nvSpPr>
        <p:spPr>
          <a:xfrm>
            <a:off x="5160240" y="1443240"/>
            <a:ext cx="720" cy="360"/>
          </a:xfrm>
          <a:custGeom>
            <a:avLst/>
            <a:gdLst/>
            <a:ahLst/>
            <a:rect l="0" t="0" r="r" b="b"/>
            <a:pathLst>
              <a:path w="2" h="1">
                <a:moveTo>
                  <a:pt x="1" y="0"/>
                </a:moveTo>
                <a:lnTo>
                  <a:pt x="2" y="0"/>
                </a:lnTo>
                <a:lnTo>
                  <a:pt x="1" y="0"/>
                </a:lnTo>
                <a:lnTo>
                  <a:pt x="1" y="1"/>
                </a:lnTo>
                <a:lnTo>
                  <a:pt x="0" y="1"/>
                </a:lnTo>
                <a:lnTo>
                  <a:pt x="0" y="0"/>
                </a:lnTo>
                <a:lnTo>
                  <a:pt x="1" y="0"/>
                </a:lnTo>
                <a:close/>
              </a:path>
            </a:pathLst>
          </a:custGeom>
          <a:solidFill>
            <a:srgbClr val="F2EBE6"/>
          </a:solidFill>
          <a:ln w="2520">
            <a:solidFill>
              <a:srgbClr val="FFFFFF"/>
            </a:solidFill>
            <a:round/>
          </a:ln>
        </p:spPr>
        <p:txBody>
          <a:bodyPr lIns="1080" tIns="-720" rIns="1080" bIns="-7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18" name=""/>
          <p:cNvSpPr/>
          <p:nvPr/>
        </p:nvSpPr>
        <p:spPr>
          <a:xfrm>
            <a:off x="5164920" y="1425600"/>
            <a:ext cx="3960" cy="3240"/>
          </a:xfrm>
          <a:custGeom>
            <a:avLst/>
            <a:gdLst/>
            <a:ahLst/>
            <a:rect l="0" t="0" r="r" b="b"/>
            <a:pathLst>
              <a:path w="11" h="9">
                <a:moveTo>
                  <a:pt x="5" y="9"/>
                </a:moveTo>
                <a:lnTo>
                  <a:pt x="4" y="9"/>
                </a:lnTo>
                <a:lnTo>
                  <a:pt x="3" y="8"/>
                </a:lnTo>
                <a:lnTo>
                  <a:pt x="2" y="7"/>
                </a:lnTo>
                <a:lnTo>
                  <a:pt x="2" y="5"/>
                </a:lnTo>
                <a:lnTo>
                  <a:pt x="0" y="4"/>
                </a:lnTo>
                <a:lnTo>
                  <a:pt x="3" y="2"/>
                </a:lnTo>
                <a:lnTo>
                  <a:pt x="5" y="0"/>
                </a:lnTo>
                <a:lnTo>
                  <a:pt x="6" y="1"/>
                </a:lnTo>
                <a:lnTo>
                  <a:pt x="7" y="2"/>
                </a:lnTo>
                <a:lnTo>
                  <a:pt x="8" y="3"/>
                </a:lnTo>
                <a:lnTo>
                  <a:pt x="9" y="3"/>
                </a:lnTo>
                <a:lnTo>
                  <a:pt x="11" y="4"/>
                </a:lnTo>
                <a:lnTo>
                  <a:pt x="9" y="5"/>
                </a:lnTo>
                <a:lnTo>
                  <a:pt x="9" y="7"/>
                </a:lnTo>
                <a:lnTo>
                  <a:pt x="7" y="8"/>
                </a:lnTo>
                <a:lnTo>
                  <a:pt x="6" y="8"/>
                </a:lnTo>
                <a:lnTo>
                  <a:pt x="5" y="8"/>
                </a:lnTo>
                <a:lnTo>
                  <a:pt x="5" y="9"/>
                </a:lnTo>
                <a:close/>
              </a:path>
            </a:pathLst>
          </a:custGeom>
          <a:solidFill>
            <a:srgbClr val="F2EBE6"/>
          </a:solidFill>
          <a:ln w="2520">
            <a:solidFill>
              <a:srgbClr val="FFFFFF"/>
            </a:solidFill>
            <a:round/>
          </a:ln>
        </p:spPr>
        <p:txBody>
          <a:bodyPr lIns="1080" tIns="1080" rIns="1080" bIns="108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19" name=""/>
          <p:cNvSpPr/>
          <p:nvPr/>
        </p:nvSpPr>
        <p:spPr>
          <a:xfrm>
            <a:off x="5160600" y="1419480"/>
            <a:ext cx="4320" cy="6840"/>
          </a:xfrm>
          <a:custGeom>
            <a:avLst/>
            <a:gdLst/>
            <a:ahLst/>
            <a:rect l="0" t="0" r="r" b="b"/>
            <a:pathLst>
              <a:path w="12" h="19">
                <a:moveTo>
                  <a:pt x="1" y="0"/>
                </a:moveTo>
                <a:lnTo>
                  <a:pt x="2" y="0"/>
                </a:lnTo>
                <a:lnTo>
                  <a:pt x="3" y="2"/>
                </a:lnTo>
                <a:lnTo>
                  <a:pt x="5" y="2"/>
                </a:lnTo>
                <a:lnTo>
                  <a:pt x="5" y="3"/>
                </a:lnTo>
                <a:lnTo>
                  <a:pt x="3" y="3"/>
                </a:lnTo>
                <a:lnTo>
                  <a:pt x="5" y="3"/>
                </a:lnTo>
                <a:lnTo>
                  <a:pt x="6" y="3"/>
                </a:lnTo>
                <a:lnTo>
                  <a:pt x="6" y="4"/>
                </a:lnTo>
                <a:lnTo>
                  <a:pt x="7" y="5"/>
                </a:lnTo>
                <a:lnTo>
                  <a:pt x="8" y="6"/>
                </a:lnTo>
                <a:lnTo>
                  <a:pt x="9" y="6"/>
                </a:lnTo>
                <a:lnTo>
                  <a:pt x="10" y="6"/>
                </a:lnTo>
                <a:lnTo>
                  <a:pt x="10" y="7"/>
                </a:lnTo>
                <a:lnTo>
                  <a:pt x="10" y="8"/>
                </a:lnTo>
                <a:lnTo>
                  <a:pt x="11" y="9"/>
                </a:lnTo>
                <a:lnTo>
                  <a:pt x="11" y="10"/>
                </a:lnTo>
                <a:lnTo>
                  <a:pt x="11" y="11"/>
                </a:lnTo>
                <a:lnTo>
                  <a:pt x="12" y="11"/>
                </a:lnTo>
                <a:lnTo>
                  <a:pt x="12" y="12"/>
                </a:lnTo>
                <a:lnTo>
                  <a:pt x="12" y="13"/>
                </a:lnTo>
                <a:lnTo>
                  <a:pt x="11" y="14"/>
                </a:lnTo>
                <a:lnTo>
                  <a:pt x="10" y="15"/>
                </a:lnTo>
                <a:lnTo>
                  <a:pt x="9" y="15"/>
                </a:lnTo>
                <a:lnTo>
                  <a:pt x="8" y="16"/>
                </a:lnTo>
                <a:lnTo>
                  <a:pt x="8" y="17"/>
                </a:lnTo>
                <a:lnTo>
                  <a:pt x="7" y="17"/>
                </a:lnTo>
                <a:lnTo>
                  <a:pt x="6" y="19"/>
                </a:lnTo>
                <a:lnTo>
                  <a:pt x="5" y="19"/>
                </a:lnTo>
                <a:lnTo>
                  <a:pt x="3" y="19"/>
                </a:lnTo>
                <a:lnTo>
                  <a:pt x="3" y="17"/>
                </a:lnTo>
                <a:lnTo>
                  <a:pt x="3" y="16"/>
                </a:lnTo>
                <a:lnTo>
                  <a:pt x="2" y="16"/>
                </a:lnTo>
                <a:lnTo>
                  <a:pt x="2" y="15"/>
                </a:lnTo>
                <a:lnTo>
                  <a:pt x="1" y="15"/>
                </a:lnTo>
                <a:lnTo>
                  <a:pt x="1" y="14"/>
                </a:lnTo>
                <a:lnTo>
                  <a:pt x="2" y="13"/>
                </a:lnTo>
                <a:lnTo>
                  <a:pt x="2" y="12"/>
                </a:lnTo>
                <a:lnTo>
                  <a:pt x="1" y="10"/>
                </a:lnTo>
                <a:lnTo>
                  <a:pt x="1" y="9"/>
                </a:lnTo>
                <a:lnTo>
                  <a:pt x="0" y="8"/>
                </a:lnTo>
                <a:lnTo>
                  <a:pt x="1" y="7"/>
                </a:lnTo>
                <a:lnTo>
                  <a:pt x="1" y="6"/>
                </a:lnTo>
                <a:lnTo>
                  <a:pt x="1" y="5"/>
                </a:lnTo>
                <a:lnTo>
                  <a:pt x="1" y="4"/>
                </a:lnTo>
                <a:lnTo>
                  <a:pt x="1" y="3"/>
                </a:lnTo>
                <a:lnTo>
                  <a:pt x="0" y="2"/>
                </a:lnTo>
                <a:lnTo>
                  <a:pt x="0" y="0"/>
                </a:lnTo>
                <a:lnTo>
                  <a:pt x="1" y="0"/>
                </a:lnTo>
                <a:close/>
              </a:path>
            </a:pathLst>
          </a:custGeom>
          <a:solidFill>
            <a:srgbClr val="F2EBE6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20" name=""/>
          <p:cNvSpPr/>
          <p:nvPr/>
        </p:nvSpPr>
        <p:spPr>
          <a:xfrm>
            <a:off x="5160600" y="1419480"/>
            <a:ext cx="4320" cy="6840"/>
          </a:xfrm>
          <a:custGeom>
            <a:avLst/>
            <a:gdLst/>
            <a:ahLst/>
            <a:rect l="0" t="0" r="r" b="b"/>
            <a:pathLst>
              <a:path w="12" h="19">
                <a:moveTo>
                  <a:pt x="1" y="0"/>
                </a:moveTo>
                <a:lnTo>
                  <a:pt x="2" y="0"/>
                </a:lnTo>
                <a:lnTo>
                  <a:pt x="3" y="2"/>
                </a:lnTo>
                <a:lnTo>
                  <a:pt x="5" y="2"/>
                </a:lnTo>
                <a:lnTo>
                  <a:pt x="5" y="3"/>
                </a:lnTo>
                <a:lnTo>
                  <a:pt x="3" y="3"/>
                </a:lnTo>
                <a:lnTo>
                  <a:pt x="5" y="3"/>
                </a:lnTo>
                <a:lnTo>
                  <a:pt x="6" y="3"/>
                </a:lnTo>
                <a:lnTo>
                  <a:pt x="6" y="4"/>
                </a:lnTo>
                <a:lnTo>
                  <a:pt x="7" y="5"/>
                </a:lnTo>
                <a:lnTo>
                  <a:pt x="8" y="6"/>
                </a:lnTo>
                <a:lnTo>
                  <a:pt x="9" y="6"/>
                </a:lnTo>
                <a:lnTo>
                  <a:pt x="10" y="6"/>
                </a:lnTo>
                <a:lnTo>
                  <a:pt x="10" y="7"/>
                </a:lnTo>
                <a:lnTo>
                  <a:pt x="10" y="8"/>
                </a:lnTo>
                <a:lnTo>
                  <a:pt x="11" y="9"/>
                </a:lnTo>
                <a:lnTo>
                  <a:pt x="11" y="10"/>
                </a:lnTo>
                <a:lnTo>
                  <a:pt x="11" y="11"/>
                </a:lnTo>
                <a:lnTo>
                  <a:pt x="12" y="11"/>
                </a:lnTo>
                <a:lnTo>
                  <a:pt x="12" y="12"/>
                </a:lnTo>
                <a:lnTo>
                  <a:pt x="12" y="13"/>
                </a:lnTo>
                <a:lnTo>
                  <a:pt x="11" y="14"/>
                </a:lnTo>
                <a:lnTo>
                  <a:pt x="10" y="15"/>
                </a:lnTo>
                <a:lnTo>
                  <a:pt x="9" y="15"/>
                </a:lnTo>
                <a:lnTo>
                  <a:pt x="8" y="16"/>
                </a:lnTo>
                <a:lnTo>
                  <a:pt x="8" y="17"/>
                </a:lnTo>
                <a:lnTo>
                  <a:pt x="7" y="17"/>
                </a:lnTo>
                <a:lnTo>
                  <a:pt x="6" y="19"/>
                </a:lnTo>
                <a:lnTo>
                  <a:pt x="5" y="19"/>
                </a:lnTo>
                <a:lnTo>
                  <a:pt x="3" y="19"/>
                </a:lnTo>
                <a:lnTo>
                  <a:pt x="3" y="17"/>
                </a:lnTo>
                <a:lnTo>
                  <a:pt x="3" y="16"/>
                </a:lnTo>
                <a:lnTo>
                  <a:pt x="2" y="16"/>
                </a:lnTo>
                <a:lnTo>
                  <a:pt x="2" y="15"/>
                </a:lnTo>
                <a:lnTo>
                  <a:pt x="1" y="15"/>
                </a:lnTo>
                <a:lnTo>
                  <a:pt x="1" y="14"/>
                </a:lnTo>
                <a:lnTo>
                  <a:pt x="2" y="13"/>
                </a:lnTo>
                <a:lnTo>
                  <a:pt x="2" y="12"/>
                </a:lnTo>
                <a:lnTo>
                  <a:pt x="1" y="10"/>
                </a:lnTo>
                <a:lnTo>
                  <a:pt x="1" y="9"/>
                </a:lnTo>
                <a:lnTo>
                  <a:pt x="0" y="8"/>
                </a:lnTo>
                <a:lnTo>
                  <a:pt x="1" y="7"/>
                </a:lnTo>
                <a:lnTo>
                  <a:pt x="1" y="6"/>
                </a:lnTo>
                <a:lnTo>
                  <a:pt x="1" y="5"/>
                </a:lnTo>
                <a:lnTo>
                  <a:pt x="1" y="4"/>
                </a:lnTo>
                <a:lnTo>
                  <a:pt x="1" y="3"/>
                </a:lnTo>
                <a:lnTo>
                  <a:pt x="0" y="2"/>
                </a:lnTo>
                <a:lnTo>
                  <a:pt x="0" y="0"/>
                </a:lnTo>
                <a:lnTo>
                  <a:pt x="1" y="0"/>
                </a:lnTo>
                <a:close/>
              </a:path>
            </a:pathLst>
          </a:custGeom>
          <a:noFill/>
          <a:ln w="2520">
            <a:solidFill>
              <a:srgbClr val="FFFFFF"/>
            </a:solidFill>
            <a:round/>
          </a:ln>
        </p:spPr>
        <p:txBody>
          <a:bodyPr lIns="1080" tIns="1080" rIns="1080" bIns="108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21" name=""/>
          <p:cNvSpPr/>
          <p:nvPr/>
        </p:nvSpPr>
        <p:spPr>
          <a:xfrm>
            <a:off x="5159520" y="1420560"/>
            <a:ext cx="2160" cy="1080"/>
          </a:xfrm>
          <a:custGeom>
            <a:avLst/>
            <a:gdLst/>
            <a:ahLst/>
            <a:rect l="0" t="0" r="r" b="b"/>
            <a:pathLst>
              <a:path w="6" h="3">
                <a:moveTo>
                  <a:pt x="2" y="0"/>
                </a:moveTo>
                <a:lnTo>
                  <a:pt x="0" y="0"/>
                </a:lnTo>
                <a:lnTo>
                  <a:pt x="2" y="0"/>
                </a:lnTo>
                <a:lnTo>
                  <a:pt x="3" y="0"/>
                </a:lnTo>
                <a:lnTo>
                  <a:pt x="4" y="0"/>
                </a:lnTo>
                <a:lnTo>
                  <a:pt x="6" y="2"/>
                </a:lnTo>
                <a:lnTo>
                  <a:pt x="6" y="3"/>
                </a:lnTo>
                <a:lnTo>
                  <a:pt x="4" y="3"/>
                </a:lnTo>
                <a:lnTo>
                  <a:pt x="3" y="3"/>
                </a:lnTo>
                <a:lnTo>
                  <a:pt x="2" y="2"/>
                </a:lnTo>
                <a:lnTo>
                  <a:pt x="2" y="0"/>
                </a:lnTo>
                <a:close/>
              </a:path>
            </a:pathLst>
          </a:custGeom>
          <a:solidFill>
            <a:srgbClr val="F2EBE6"/>
          </a:solidFill>
          <a:ln w="2520">
            <a:solidFill>
              <a:srgbClr val="FFFFFF"/>
            </a:solidFill>
            <a:round/>
          </a:ln>
        </p:spPr>
        <p:txBody>
          <a:bodyPr lIns="1080" tIns="0" rIns="108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22" name=""/>
          <p:cNvSpPr/>
          <p:nvPr/>
        </p:nvSpPr>
        <p:spPr>
          <a:xfrm>
            <a:off x="5165280" y="1420560"/>
            <a:ext cx="720" cy="720"/>
          </a:xfrm>
          <a:custGeom>
            <a:avLst/>
            <a:gdLst/>
            <a:ahLst/>
            <a:rect l="0" t="0" r="r" b="b"/>
            <a:pathLst>
              <a:path w="2" h="2">
                <a:moveTo>
                  <a:pt x="2" y="0"/>
                </a:moveTo>
                <a:lnTo>
                  <a:pt x="2" y="2"/>
                </a:lnTo>
                <a:lnTo>
                  <a:pt x="0" y="0"/>
                </a:lnTo>
                <a:lnTo>
                  <a:pt x="2" y="0"/>
                </a:lnTo>
                <a:close/>
              </a:path>
            </a:pathLst>
          </a:custGeom>
          <a:solidFill>
            <a:srgbClr val="F2EBE6"/>
          </a:solidFill>
          <a:ln w="2520">
            <a:solidFill>
              <a:srgbClr val="FFFFFF"/>
            </a:solidFill>
            <a:round/>
          </a:ln>
        </p:spPr>
        <p:txBody>
          <a:bodyPr lIns="1080" tIns="-360" rIns="1080" bIns="-3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23" name=""/>
          <p:cNvSpPr/>
          <p:nvPr/>
        </p:nvSpPr>
        <p:spPr>
          <a:xfrm>
            <a:off x="5165640" y="1419480"/>
            <a:ext cx="1440" cy="1080"/>
          </a:xfrm>
          <a:custGeom>
            <a:avLst/>
            <a:gdLst/>
            <a:ahLst/>
            <a:rect l="0" t="0" r="r" b="b"/>
            <a:pathLst>
              <a:path w="4" h="3">
                <a:moveTo>
                  <a:pt x="0" y="1"/>
                </a:moveTo>
                <a:lnTo>
                  <a:pt x="2" y="0"/>
                </a:lnTo>
                <a:lnTo>
                  <a:pt x="4" y="1"/>
                </a:lnTo>
                <a:lnTo>
                  <a:pt x="4" y="3"/>
                </a:lnTo>
                <a:lnTo>
                  <a:pt x="2" y="3"/>
                </a:lnTo>
                <a:lnTo>
                  <a:pt x="0" y="3"/>
                </a:lnTo>
                <a:lnTo>
                  <a:pt x="0" y="1"/>
                </a:lnTo>
                <a:close/>
              </a:path>
            </a:pathLst>
          </a:custGeom>
          <a:solidFill>
            <a:srgbClr val="F2EBE6"/>
          </a:solidFill>
          <a:ln w="2520">
            <a:solidFill>
              <a:srgbClr val="FFFFFF"/>
            </a:solidFill>
            <a:round/>
          </a:ln>
        </p:spPr>
        <p:txBody>
          <a:bodyPr lIns="1080" tIns="0" rIns="108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24" name=""/>
          <p:cNvSpPr/>
          <p:nvPr/>
        </p:nvSpPr>
        <p:spPr>
          <a:xfrm>
            <a:off x="5163120" y="1418400"/>
            <a:ext cx="2160" cy="2520"/>
          </a:xfrm>
          <a:custGeom>
            <a:avLst/>
            <a:gdLst/>
            <a:ahLst/>
            <a:rect l="0" t="0" r="r" b="b"/>
            <a:pathLst>
              <a:path w="6" h="7">
                <a:moveTo>
                  <a:pt x="5" y="6"/>
                </a:moveTo>
                <a:lnTo>
                  <a:pt x="5" y="7"/>
                </a:lnTo>
                <a:lnTo>
                  <a:pt x="4" y="7"/>
                </a:lnTo>
                <a:lnTo>
                  <a:pt x="3" y="7"/>
                </a:lnTo>
                <a:lnTo>
                  <a:pt x="4" y="6"/>
                </a:lnTo>
                <a:lnTo>
                  <a:pt x="4" y="4"/>
                </a:lnTo>
                <a:lnTo>
                  <a:pt x="3" y="4"/>
                </a:lnTo>
                <a:lnTo>
                  <a:pt x="2" y="4"/>
                </a:lnTo>
                <a:lnTo>
                  <a:pt x="0" y="4"/>
                </a:lnTo>
                <a:lnTo>
                  <a:pt x="0" y="3"/>
                </a:lnTo>
                <a:lnTo>
                  <a:pt x="0" y="2"/>
                </a:lnTo>
                <a:lnTo>
                  <a:pt x="2" y="1"/>
                </a:lnTo>
                <a:lnTo>
                  <a:pt x="4" y="0"/>
                </a:lnTo>
                <a:lnTo>
                  <a:pt x="5" y="0"/>
                </a:lnTo>
                <a:lnTo>
                  <a:pt x="6" y="0"/>
                </a:lnTo>
                <a:lnTo>
                  <a:pt x="6" y="1"/>
                </a:lnTo>
                <a:lnTo>
                  <a:pt x="6" y="3"/>
                </a:lnTo>
                <a:lnTo>
                  <a:pt x="6" y="4"/>
                </a:lnTo>
                <a:lnTo>
                  <a:pt x="5" y="6"/>
                </a:lnTo>
                <a:close/>
              </a:path>
            </a:pathLst>
          </a:custGeom>
          <a:solidFill>
            <a:srgbClr val="F2EBE6"/>
          </a:solidFill>
          <a:ln w="2520">
            <a:solidFill>
              <a:srgbClr val="FFFFFF"/>
            </a:solidFill>
            <a:round/>
          </a:ln>
        </p:spPr>
        <p:txBody>
          <a:bodyPr lIns="1080" tIns="1080" rIns="1080" bIns="108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25" name=""/>
          <p:cNvSpPr/>
          <p:nvPr/>
        </p:nvSpPr>
        <p:spPr>
          <a:xfrm>
            <a:off x="5165280" y="1418760"/>
            <a:ext cx="1440" cy="1440"/>
          </a:xfrm>
          <a:custGeom>
            <a:avLst/>
            <a:gdLst/>
            <a:ahLst/>
            <a:rect l="0" t="0" r="r" b="b"/>
            <a:pathLst>
              <a:path w="4" h="4">
                <a:moveTo>
                  <a:pt x="2" y="0"/>
                </a:moveTo>
                <a:lnTo>
                  <a:pt x="4" y="0"/>
                </a:lnTo>
                <a:lnTo>
                  <a:pt x="4" y="2"/>
                </a:lnTo>
                <a:lnTo>
                  <a:pt x="2" y="2"/>
                </a:lnTo>
                <a:lnTo>
                  <a:pt x="2" y="4"/>
                </a:lnTo>
                <a:lnTo>
                  <a:pt x="2" y="2"/>
                </a:lnTo>
                <a:lnTo>
                  <a:pt x="0" y="2"/>
                </a:lnTo>
                <a:lnTo>
                  <a:pt x="0" y="0"/>
                </a:lnTo>
                <a:lnTo>
                  <a:pt x="2" y="0"/>
                </a:lnTo>
                <a:close/>
              </a:path>
            </a:pathLst>
          </a:custGeom>
          <a:solidFill>
            <a:srgbClr val="F2EBE6"/>
          </a:solidFill>
          <a:ln w="2520">
            <a:solidFill>
              <a:srgbClr val="FFFFFF"/>
            </a:solidFill>
            <a:round/>
          </a:ln>
        </p:spPr>
        <p:txBody>
          <a:bodyPr lIns="1080" tIns="360" rIns="1080" bIns="3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26" name=""/>
          <p:cNvSpPr/>
          <p:nvPr/>
        </p:nvSpPr>
        <p:spPr>
          <a:xfrm>
            <a:off x="5160960" y="1418760"/>
            <a:ext cx="360" cy="360"/>
          </a:xfrm>
          <a:custGeom>
            <a:avLst/>
            <a:gdLst/>
            <a:ahLst/>
            <a:rect l="0" t="0" r="r" b="b"/>
            <a:pathLst>
              <a:path w="1" h="1">
                <a:moveTo>
                  <a:pt x="0" y="1"/>
                </a:moveTo>
                <a:lnTo>
                  <a:pt x="0" y="0"/>
                </a:lnTo>
                <a:lnTo>
                  <a:pt x="1" y="0"/>
                </a:lnTo>
                <a:lnTo>
                  <a:pt x="1" y="1"/>
                </a:lnTo>
                <a:lnTo>
                  <a:pt x="0" y="1"/>
                </a:lnTo>
                <a:close/>
              </a:path>
            </a:pathLst>
          </a:custGeom>
          <a:solidFill>
            <a:srgbClr val="F2EBE6"/>
          </a:solidFill>
          <a:ln w="2520">
            <a:solidFill>
              <a:srgbClr val="FFFFFF"/>
            </a:solidFill>
            <a:round/>
          </a:ln>
        </p:spPr>
        <p:txBody>
          <a:bodyPr lIns="1080" tIns="-720" rIns="1080" bIns="-7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27" name=""/>
          <p:cNvSpPr/>
          <p:nvPr/>
        </p:nvSpPr>
        <p:spPr>
          <a:xfrm>
            <a:off x="5161680" y="1409040"/>
            <a:ext cx="1440" cy="720"/>
          </a:xfrm>
          <a:custGeom>
            <a:avLst/>
            <a:gdLst/>
            <a:ahLst/>
            <a:rect l="0" t="0" r="r" b="b"/>
            <a:pathLst>
              <a:path w="4" h="2">
                <a:moveTo>
                  <a:pt x="2" y="2"/>
                </a:moveTo>
                <a:lnTo>
                  <a:pt x="0" y="2"/>
                </a:lnTo>
                <a:lnTo>
                  <a:pt x="2" y="0"/>
                </a:lnTo>
                <a:lnTo>
                  <a:pt x="4" y="0"/>
                </a:lnTo>
                <a:lnTo>
                  <a:pt x="2" y="2"/>
                </a:lnTo>
                <a:close/>
              </a:path>
            </a:pathLst>
          </a:custGeom>
          <a:solidFill>
            <a:srgbClr val="F2EBE6"/>
          </a:solidFill>
          <a:ln w="2520">
            <a:solidFill>
              <a:srgbClr val="FFFFFF"/>
            </a:solidFill>
            <a:round/>
          </a:ln>
        </p:spPr>
        <p:txBody>
          <a:bodyPr lIns="1080" tIns="-360" rIns="1080" bIns="-3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28" name=""/>
          <p:cNvSpPr/>
          <p:nvPr/>
        </p:nvSpPr>
        <p:spPr>
          <a:xfrm>
            <a:off x="5163120" y="1407600"/>
            <a:ext cx="1440" cy="2880"/>
          </a:xfrm>
          <a:custGeom>
            <a:avLst/>
            <a:gdLst/>
            <a:ahLst/>
            <a:rect l="0" t="0" r="r" b="b"/>
            <a:pathLst>
              <a:path w="4" h="8">
                <a:moveTo>
                  <a:pt x="2" y="6"/>
                </a:moveTo>
                <a:lnTo>
                  <a:pt x="1" y="7"/>
                </a:lnTo>
                <a:lnTo>
                  <a:pt x="1" y="8"/>
                </a:lnTo>
                <a:lnTo>
                  <a:pt x="0" y="7"/>
                </a:lnTo>
                <a:lnTo>
                  <a:pt x="0" y="6"/>
                </a:lnTo>
                <a:lnTo>
                  <a:pt x="0" y="4"/>
                </a:lnTo>
                <a:lnTo>
                  <a:pt x="1" y="3"/>
                </a:lnTo>
                <a:lnTo>
                  <a:pt x="1" y="2"/>
                </a:lnTo>
                <a:lnTo>
                  <a:pt x="0" y="2"/>
                </a:lnTo>
                <a:lnTo>
                  <a:pt x="1" y="1"/>
                </a:lnTo>
                <a:lnTo>
                  <a:pt x="1" y="2"/>
                </a:lnTo>
                <a:lnTo>
                  <a:pt x="2" y="2"/>
                </a:lnTo>
                <a:lnTo>
                  <a:pt x="2" y="0"/>
                </a:lnTo>
                <a:lnTo>
                  <a:pt x="4" y="0"/>
                </a:lnTo>
                <a:lnTo>
                  <a:pt x="4" y="1"/>
                </a:lnTo>
                <a:lnTo>
                  <a:pt x="2" y="2"/>
                </a:lnTo>
                <a:lnTo>
                  <a:pt x="2" y="3"/>
                </a:lnTo>
                <a:lnTo>
                  <a:pt x="2" y="6"/>
                </a:lnTo>
                <a:close/>
              </a:path>
            </a:pathLst>
          </a:custGeom>
          <a:solidFill>
            <a:srgbClr val="F2EBE6"/>
          </a:solidFill>
          <a:ln w="2520">
            <a:solidFill>
              <a:srgbClr val="FFFFFF"/>
            </a:solidFill>
            <a:round/>
          </a:ln>
        </p:spPr>
        <p:txBody>
          <a:bodyPr lIns="1080" tIns="1080" rIns="1080" bIns="108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29" name=""/>
          <p:cNvSpPr/>
          <p:nvPr/>
        </p:nvSpPr>
        <p:spPr>
          <a:xfrm>
            <a:off x="5164920" y="1395360"/>
            <a:ext cx="1440" cy="1440"/>
          </a:xfrm>
          <a:custGeom>
            <a:avLst/>
            <a:gdLst/>
            <a:ahLst/>
            <a:rect l="0" t="0" r="r" b="b"/>
            <a:pathLst>
              <a:path w="4" h="4">
                <a:moveTo>
                  <a:pt x="0" y="1"/>
                </a:moveTo>
                <a:lnTo>
                  <a:pt x="0" y="0"/>
                </a:lnTo>
                <a:lnTo>
                  <a:pt x="2" y="0"/>
                </a:lnTo>
                <a:lnTo>
                  <a:pt x="3" y="0"/>
                </a:lnTo>
                <a:lnTo>
                  <a:pt x="4" y="0"/>
                </a:lnTo>
                <a:lnTo>
                  <a:pt x="3" y="0"/>
                </a:lnTo>
                <a:lnTo>
                  <a:pt x="3" y="1"/>
                </a:lnTo>
                <a:lnTo>
                  <a:pt x="4" y="1"/>
                </a:lnTo>
                <a:lnTo>
                  <a:pt x="4" y="3"/>
                </a:lnTo>
                <a:lnTo>
                  <a:pt x="3" y="3"/>
                </a:lnTo>
                <a:lnTo>
                  <a:pt x="3" y="4"/>
                </a:lnTo>
                <a:lnTo>
                  <a:pt x="2" y="3"/>
                </a:lnTo>
                <a:lnTo>
                  <a:pt x="0" y="1"/>
                </a:lnTo>
                <a:close/>
              </a:path>
            </a:pathLst>
          </a:custGeom>
          <a:solidFill>
            <a:srgbClr val="F2EBE6"/>
          </a:solidFill>
          <a:ln w="2520">
            <a:solidFill>
              <a:srgbClr val="FFFFFF"/>
            </a:solidFill>
            <a:round/>
          </a:ln>
        </p:spPr>
        <p:txBody>
          <a:bodyPr lIns="1080" tIns="360" rIns="1080" bIns="3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30" name=""/>
          <p:cNvSpPr/>
          <p:nvPr/>
        </p:nvSpPr>
        <p:spPr>
          <a:xfrm>
            <a:off x="5166360" y="1393920"/>
            <a:ext cx="1800" cy="1440"/>
          </a:xfrm>
          <a:custGeom>
            <a:avLst/>
            <a:gdLst/>
            <a:ahLst/>
            <a:rect l="0" t="0" r="r" b="b"/>
            <a:pathLst>
              <a:path w="5" h="4">
                <a:moveTo>
                  <a:pt x="5" y="0"/>
                </a:moveTo>
                <a:lnTo>
                  <a:pt x="5" y="2"/>
                </a:lnTo>
                <a:lnTo>
                  <a:pt x="5" y="4"/>
                </a:lnTo>
                <a:lnTo>
                  <a:pt x="4" y="4"/>
                </a:lnTo>
                <a:lnTo>
                  <a:pt x="2" y="4"/>
                </a:lnTo>
                <a:lnTo>
                  <a:pt x="1" y="4"/>
                </a:lnTo>
                <a:lnTo>
                  <a:pt x="0" y="4"/>
                </a:lnTo>
                <a:lnTo>
                  <a:pt x="1" y="4"/>
                </a:lnTo>
                <a:lnTo>
                  <a:pt x="1" y="2"/>
                </a:lnTo>
                <a:lnTo>
                  <a:pt x="4" y="2"/>
                </a:lnTo>
                <a:lnTo>
                  <a:pt x="5" y="0"/>
                </a:lnTo>
                <a:close/>
              </a:path>
            </a:pathLst>
          </a:custGeom>
          <a:solidFill>
            <a:srgbClr val="F2EBE6"/>
          </a:solidFill>
          <a:ln w="2520">
            <a:solidFill>
              <a:srgbClr val="FFFFFF"/>
            </a:solidFill>
            <a:round/>
          </a:ln>
        </p:spPr>
        <p:txBody>
          <a:bodyPr lIns="1080" tIns="360" rIns="1080" bIns="3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31" name=""/>
          <p:cNvSpPr/>
          <p:nvPr/>
        </p:nvSpPr>
        <p:spPr>
          <a:xfrm>
            <a:off x="5163840" y="1392840"/>
            <a:ext cx="3240" cy="2520"/>
          </a:xfrm>
          <a:custGeom>
            <a:avLst/>
            <a:gdLst/>
            <a:ahLst/>
            <a:rect l="0" t="0" r="r" b="b"/>
            <a:pathLst>
              <a:path w="9" h="7">
                <a:moveTo>
                  <a:pt x="8" y="5"/>
                </a:moveTo>
                <a:lnTo>
                  <a:pt x="8" y="7"/>
                </a:lnTo>
                <a:lnTo>
                  <a:pt x="7" y="7"/>
                </a:lnTo>
                <a:lnTo>
                  <a:pt x="5" y="5"/>
                </a:lnTo>
                <a:lnTo>
                  <a:pt x="1" y="4"/>
                </a:lnTo>
                <a:lnTo>
                  <a:pt x="0" y="3"/>
                </a:lnTo>
                <a:lnTo>
                  <a:pt x="0" y="2"/>
                </a:lnTo>
                <a:lnTo>
                  <a:pt x="1" y="2"/>
                </a:lnTo>
                <a:lnTo>
                  <a:pt x="2" y="2"/>
                </a:lnTo>
                <a:lnTo>
                  <a:pt x="2" y="0"/>
                </a:lnTo>
                <a:lnTo>
                  <a:pt x="4" y="0"/>
                </a:lnTo>
                <a:lnTo>
                  <a:pt x="4" y="2"/>
                </a:lnTo>
                <a:lnTo>
                  <a:pt x="5" y="2"/>
                </a:lnTo>
                <a:lnTo>
                  <a:pt x="5" y="3"/>
                </a:lnTo>
                <a:lnTo>
                  <a:pt x="7" y="3"/>
                </a:lnTo>
                <a:lnTo>
                  <a:pt x="8" y="4"/>
                </a:lnTo>
                <a:lnTo>
                  <a:pt x="9" y="4"/>
                </a:lnTo>
                <a:lnTo>
                  <a:pt x="8" y="5"/>
                </a:lnTo>
                <a:close/>
              </a:path>
            </a:pathLst>
          </a:custGeom>
          <a:solidFill>
            <a:srgbClr val="F2EBE6"/>
          </a:solidFill>
          <a:ln w="2520">
            <a:solidFill>
              <a:srgbClr val="FFFFFF"/>
            </a:solidFill>
            <a:round/>
          </a:ln>
        </p:spPr>
        <p:txBody>
          <a:bodyPr lIns="1080" tIns="1080" rIns="1080" bIns="108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32" name=""/>
          <p:cNvSpPr/>
          <p:nvPr/>
        </p:nvSpPr>
        <p:spPr>
          <a:xfrm>
            <a:off x="5162760" y="1392480"/>
            <a:ext cx="1440" cy="1440"/>
          </a:xfrm>
          <a:custGeom>
            <a:avLst/>
            <a:gdLst/>
            <a:ahLst/>
            <a:rect l="0" t="0" r="r" b="b"/>
            <a:pathLst>
              <a:path w="4" h="4">
                <a:moveTo>
                  <a:pt x="0" y="2"/>
                </a:moveTo>
                <a:lnTo>
                  <a:pt x="2" y="0"/>
                </a:lnTo>
                <a:lnTo>
                  <a:pt x="2" y="2"/>
                </a:lnTo>
                <a:lnTo>
                  <a:pt x="2" y="0"/>
                </a:lnTo>
                <a:lnTo>
                  <a:pt x="2" y="2"/>
                </a:lnTo>
                <a:lnTo>
                  <a:pt x="3" y="2"/>
                </a:lnTo>
                <a:lnTo>
                  <a:pt x="4" y="2"/>
                </a:lnTo>
                <a:lnTo>
                  <a:pt x="4" y="4"/>
                </a:lnTo>
                <a:lnTo>
                  <a:pt x="3" y="4"/>
                </a:lnTo>
                <a:lnTo>
                  <a:pt x="0" y="2"/>
                </a:lnTo>
                <a:close/>
              </a:path>
            </a:pathLst>
          </a:custGeom>
          <a:solidFill>
            <a:srgbClr val="F2EBE6"/>
          </a:solidFill>
          <a:ln w="2520">
            <a:solidFill>
              <a:srgbClr val="FFFFFF"/>
            </a:solidFill>
            <a:round/>
          </a:ln>
        </p:spPr>
        <p:txBody>
          <a:bodyPr lIns="1080" tIns="360" rIns="1080" bIns="3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33" name=""/>
          <p:cNvSpPr/>
          <p:nvPr/>
        </p:nvSpPr>
        <p:spPr>
          <a:xfrm>
            <a:off x="5168160" y="1504080"/>
            <a:ext cx="720" cy="720"/>
          </a:xfrm>
          <a:custGeom>
            <a:avLst/>
            <a:gdLst/>
            <a:ahLst/>
            <a:rect l="0" t="0" r="r" b="b"/>
            <a:pathLst>
              <a:path w="2" h="2">
                <a:moveTo>
                  <a:pt x="2" y="0"/>
                </a:moveTo>
                <a:lnTo>
                  <a:pt x="2" y="2"/>
                </a:lnTo>
                <a:lnTo>
                  <a:pt x="0" y="2"/>
                </a:lnTo>
                <a:lnTo>
                  <a:pt x="0" y="0"/>
                </a:lnTo>
                <a:lnTo>
                  <a:pt x="2" y="0"/>
                </a:lnTo>
                <a:close/>
              </a:path>
            </a:pathLst>
          </a:custGeom>
          <a:solidFill>
            <a:srgbClr val="F2EBE6"/>
          </a:solidFill>
          <a:ln w="2520">
            <a:solidFill>
              <a:srgbClr val="FFFFFF"/>
            </a:solidFill>
            <a:round/>
          </a:ln>
        </p:spPr>
        <p:txBody>
          <a:bodyPr lIns="1080" tIns="-360" rIns="1080" bIns="-3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34" name=""/>
          <p:cNvSpPr/>
          <p:nvPr/>
        </p:nvSpPr>
        <p:spPr>
          <a:xfrm>
            <a:off x="5167440" y="1500120"/>
            <a:ext cx="360" cy="0"/>
          </a:xfrm>
          <a:custGeom>
            <a:avLst/>
            <a:gdLst/>
            <a:ahLst/>
            <a:rect l="0" t="0" r="r" b="b"/>
            <a:pathLst>
              <a:path w="1" h="0">
                <a:moveTo>
                  <a:pt x="1" y="0"/>
                </a:moveTo>
                <a:lnTo>
                  <a:pt x="0" y="0"/>
                </a:lnTo>
                <a:lnTo>
                  <a:pt x="1" y="0"/>
                </a:lnTo>
                <a:close/>
              </a:path>
            </a:pathLst>
          </a:custGeom>
          <a:solidFill>
            <a:srgbClr val="F2EBE6"/>
          </a:solidFill>
          <a:ln w="2520">
            <a:solidFill>
              <a:srgbClr val="FFFFFF"/>
            </a:solidFill>
            <a:round/>
          </a:ln>
        </p:spPr>
        <p:txBody>
          <a:bodyPr lIns="1080" tIns="-1080" rIns="1080" bIns="-108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35" name=""/>
          <p:cNvSpPr/>
          <p:nvPr/>
        </p:nvSpPr>
        <p:spPr>
          <a:xfrm>
            <a:off x="5167800" y="1499400"/>
            <a:ext cx="360" cy="720"/>
          </a:xfrm>
          <a:custGeom>
            <a:avLst/>
            <a:gdLst/>
            <a:ahLst/>
            <a:rect l="0" t="0" r="r" b="b"/>
            <a:pathLst>
              <a:path w="1" h="2">
                <a:moveTo>
                  <a:pt x="0" y="0"/>
                </a:moveTo>
                <a:lnTo>
                  <a:pt x="0" y="1"/>
                </a:lnTo>
                <a:lnTo>
                  <a:pt x="1" y="1"/>
                </a:lnTo>
                <a:lnTo>
                  <a:pt x="0" y="1"/>
                </a:lnTo>
                <a:lnTo>
                  <a:pt x="0" y="2"/>
                </a:lnTo>
                <a:lnTo>
                  <a:pt x="0" y="1"/>
                </a:lnTo>
                <a:lnTo>
                  <a:pt x="0" y="0"/>
                </a:lnTo>
                <a:close/>
              </a:path>
            </a:pathLst>
          </a:custGeom>
          <a:solidFill>
            <a:srgbClr val="F2EBE6"/>
          </a:solidFill>
          <a:ln w="2520">
            <a:solidFill>
              <a:srgbClr val="FFFFFF"/>
            </a:solidFill>
            <a:round/>
          </a:ln>
        </p:spPr>
        <p:txBody>
          <a:bodyPr lIns="1080" tIns="-360" rIns="1080" bIns="-3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36" name=""/>
          <p:cNvSpPr/>
          <p:nvPr/>
        </p:nvSpPr>
        <p:spPr>
          <a:xfrm>
            <a:off x="5169240" y="1499400"/>
            <a:ext cx="360" cy="360"/>
          </a:xfrm>
          <a:custGeom>
            <a:avLst/>
            <a:gdLst/>
            <a:ahLst/>
            <a:rect l="0" t="0" r="r" b="b"/>
            <a:pathLst>
              <a:path w="1" h="1">
                <a:moveTo>
                  <a:pt x="0" y="0"/>
                </a:moveTo>
                <a:lnTo>
                  <a:pt x="1" y="0"/>
                </a:lnTo>
                <a:lnTo>
                  <a:pt x="0" y="1"/>
                </a:lnTo>
                <a:lnTo>
                  <a:pt x="0" y="0"/>
                </a:lnTo>
                <a:close/>
              </a:path>
            </a:pathLst>
          </a:custGeom>
          <a:solidFill>
            <a:srgbClr val="F2EBE6"/>
          </a:solidFill>
          <a:ln w="2520">
            <a:solidFill>
              <a:srgbClr val="FFFFFF"/>
            </a:solidFill>
            <a:round/>
          </a:ln>
        </p:spPr>
        <p:txBody>
          <a:bodyPr lIns="1080" tIns="-720" rIns="1080" bIns="-7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37" name=""/>
          <p:cNvSpPr/>
          <p:nvPr/>
        </p:nvSpPr>
        <p:spPr>
          <a:xfrm>
            <a:off x="5170680" y="1488600"/>
            <a:ext cx="720" cy="360"/>
          </a:xfrm>
          <a:custGeom>
            <a:avLst/>
            <a:gdLst/>
            <a:ahLst/>
            <a:rect l="0" t="0" r="r" b="b"/>
            <a:pathLst>
              <a:path w="2" h="1">
                <a:moveTo>
                  <a:pt x="1" y="0"/>
                </a:moveTo>
                <a:lnTo>
                  <a:pt x="2" y="0"/>
                </a:lnTo>
                <a:lnTo>
                  <a:pt x="1" y="1"/>
                </a:lnTo>
                <a:lnTo>
                  <a:pt x="0" y="1"/>
                </a:lnTo>
                <a:lnTo>
                  <a:pt x="1" y="0"/>
                </a:lnTo>
                <a:close/>
              </a:path>
            </a:pathLst>
          </a:custGeom>
          <a:solidFill>
            <a:srgbClr val="F2EBE6"/>
          </a:solidFill>
          <a:ln w="2520">
            <a:solidFill>
              <a:srgbClr val="FFFFFF"/>
            </a:solidFill>
            <a:round/>
          </a:ln>
        </p:spPr>
        <p:txBody>
          <a:bodyPr lIns="1080" tIns="-720" rIns="1080" bIns="-7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38" name=""/>
          <p:cNvSpPr/>
          <p:nvPr/>
        </p:nvSpPr>
        <p:spPr>
          <a:xfrm>
            <a:off x="5170680" y="1488240"/>
            <a:ext cx="1440" cy="1440"/>
          </a:xfrm>
          <a:custGeom>
            <a:avLst/>
            <a:gdLst/>
            <a:ahLst/>
            <a:rect l="0" t="0" r="r" b="b"/>
            <a:pathLst>
              <a:path w="4" h="4">
                <a:moveTo>
                  <a:pt x="0" y="4"/>
                </a:moveTo>
                <a:lnTo>
                  <a:pt x="0" y="2"/>
                </a:lnTo>
                <a:lnTo>
                  <a:pt x="2" y="2"/>
                </a:lnTo>
                <a:lnTo>
                  <a:pt x="2" y="0"/>
                </a:lnTo>
                <a:lnTo>
                  <a:pt x="4" y="0"/>
                </a:lnTo>
                <a:lnTo>
                  <a:pt x="4" y="2"/>
                </a:lnTo>
                <a:lnTo>
                  <a:pt x="2" y="2"/>
                </a:lnTo>
                <a:lnTo>
                  <a:pt x="0" y="4"/>
                </a:lnTo>
                <a:close/>
              </a:path>
            </a:pathLst>
          </a:custGeom>
          <a:solidFill>
            <a:srgbClr val="F2EBE6"/>
          </a:solidFill>
          <a:ln w="2520">
            <a:solidFill>
              <a:srgbClr val="FFFFFF"/>
            </a:solidFill>
            <a:round/>
          </a:ln>
        </p:spPr>
        <p:txBody>
          <a:bodyPr lIns="1080" tIns="360" rIns="1080" bIns="3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39" name=""/>
          <p:cNvSpPr/>
          <p:nvPr/>
        </p:nvSpPr>
        <p:spPr>
          <a:xfrm>
            <a:off x="5168160" y="1483920"/>
            <a:ext cx="2160" cy="1800"/>
          </a:xfrm>
          <a:custGeom>
            <a:avLst/>
            <a:gdLst/>
            <a:ahLst/>
            <a:rect l="0" t="0" r="r" b="b"/>
            <a:pathLst>
              <a:path w="6" h="5">
                <a:moveTo>
                  <a:pt x="5" y="3"/>
                </a:moveTo>
                <a:lnTo>
                  <a:pt x="5" y="4"/>
                </a:lnTo>
                <a:lnTo>
                  <a:pt x="5" y="5"/>
                </a:lnTo>
                <a:lnTo>
                  <a:pt x="4" y="5"/>
                </a:lnTo>
                <a:lnTo>
                  <a:pt x="3" y="4"/>
                </a:lnTo>
                <a:lnTo>
                  <a:pt x="1" y="4"/>
                </a:lnTo>
                <a:lnTo>
                  <a:pt x="0" y="4"/>
                </a:lnTo>
                <a:lnTo>
                  <a:pt x="0" y="3"/>
                </a:lnTo>
                <a:lnTo>
                  <a:pt x="0" y="1"/>
                </a:lnTo>
                <a:lnTo>
                  <a:pt x="1" y="1"/>
                </a:lnTo>
                <a:lnTo>
                  <a:pt x="3" y="1"/>
                </a:lnTo>
                <a:lnTo>
                  <a:pt x="3" y="3"/>
                </a:lnTo>
                <a:lnTo>
                  <a:pt x="1" y="3"/>
                </a:lnTo>
                <a:lnTo>
                  <a:pt x="4" y="4"/>
                </a:lnTo>
                <a:lnTo>
                  <a:pt x="4" y="3"/>
                </a:lnTo>
                <a:lnTo>
                  <a:pt x="5" y="3"/>
                </a:lnTo>
                <a:lnTo>
                  <a:pt x="5" y="1"/>
                </a:lnTo>
                <a:lnTo>
                  <a:pt x="6" y="0"/>
                </a:lnTo>
                <a:lnTo>
                  <a:pt x="6" y="1"/>
                </a:lnTo>
                <a:lnTo>
                  <a:pt x="5" y="3"/>
                </a:lnTo>
                <a:close/>
              </a:path>
            </a:pathLst>
          </a:custGeom>
          <a:solidFill>
            <a:srgbClr val="F2EBE6"/>
          </a:solidFill>
          <a:ln w="2520">
            <a:solidFill>
              <a:srgbClr val="FFFFFF"/>
            </a:solidFill>
            <a:round/>
          </a:ln>
        </p:spPr>
        <p:txBody>
          <a:bodyPr lIns="1080" tIns="720" rIns="1080" bIns="7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40" name=""/>
          <p:cNvSpPr/>
          <p:nvPr/>
        </p:nvSpPr>
        <p:spPr>
          <a:xfrm>
            <a:off x="5171040" y="1481400"/>
            <a:ext cx="1800" cy="1800"/>
          </a:xfrm>
          <a:custGeom>
            <a:avLst/>
            <a:gdLst/>
            <a:ahLst/>
            <a:rect l="0" t="0" r="r" b="b"/>
            <a:pathLst>
              <a:path w="5" h="5">
                <a:moveTo>
                  <a:pt x="3" y="2"/>
                </a:moveTo>
                <a:lnTo>
                  <a:pt x="4" y="2"/>
                </a:lnTo>
                <a:lnTo>
                  <a:pt x="5" y="4"/>
                </a:lnTo>
                <a:lnTo>
                  <a:pt x="4" y="5"/>
                </a:lnTo>
                <a:lnTo>
                  <a:pt x="3" y="5"/>
                </a:lnTo>
                <a:lnTo>
                  <a:pt x="3" y="4"/>
                </a:lnTo>
                <a:lnTo>
                  <a:pt x="1" y="4"/>
                </a:lnTo>
                <a:lnTo>
                  <a:pt x="3" y="2"/>
                </a:lnTo>
                <a:lnTo>
                  <a:pt x="1" y="2"/>
                </a:lnTo>
                <a:lnTo>
                  <a:pt x="0" y="2"/>
                </a:lnTo>
                <a:lnTo>
                  <a:pt x="1" y="1"/>
                </a:lnTo>
                <a:lnTo>
                  <a:pt x="3" y="1"/>
                </a:lnTo>
                <a:lnTo>
                  <a:pt x="4" y="1"/>
                </a:lnTo>
                <a:lnTo>
                  <a:pt x="4" y="0"/>
                </a:lnTo>
                <a:lnTo>
                  <a:pt x="5" y="0"/>
                </a:lnTo>
                <a:lnTo>
                  <a:pt x="5" y="1"/>
                </a:lnTo>
                <a:lnTo>
                  <a:pt x="4" y="1"/>
                </a:lnTo>
                <a:lnTo>
                  <a:pt x="3" y="2"/>
                </a:lnTo>
                <a:close/>
              </a:path>
            </a:pathLst>
          </a:custGeom>
          <a:solidFill>
            <a:srgbClr val="F2EBE6"/>
          </a:solidFill>
          <a:ln w="2520">
            <a:solidFill>
              <a:srgbClr val="FFFFFF"/>
            </a:solidFill>
            <a:round/>
          </a:ln>
        </p:spPr>
        <p:txBody>
          <a:bodyPr lIns="1080" tIns="720" rIns="1080" bIns="7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41" name=""/>
          <p:cNvSpPr/>
          <p:nvPr/>
        </p:nvSpPr>
        <p:spPr>
          <a:xfrm>
            <a:off x="5169960" y="1481040"/>
            <a:ext cx="720" cy="1440"/>
          </a:xfrm>
          <a:custGeom>
            <a:avLst/>
            <a:gdLst/>
            <a:ahLst/>
            <a:rect l="0" t="0" r="r" b="b"/>
            <a:pathLst>
              <a:path w="2" h="4">
                <a:moveTo>
                  <a:pt x="2" y="0"/>
                </a:moveTo>
                <a:lnTo>
                  <a:pt x="2" y="2"/>
                </a:lnTo>
                <a:lnTo>
                  <a:pt x="0" y="4"/>
                </a:lnTo>
                <a:lnTo>
                  <a:pt x="0" y="2"/>
                </a:lnTo>
                <a:lnTo>
                  <a:pt x="0" y="0"/>
                </a:lnTo>
                <a:lnTo>
                  <a:pt x="2" y="0"/>
                </a:lnTo>
                <a:close/>
              </a:path>
            </a:pathLst>
          </a:custGeom>
          <a:solidFill>
            <a:srgbClr val="F2EBE6"/>
          </a:solidFill>
          <a:ln w="2520">
            <a:solidFill>
              <a:srgbClr val="FFFFFF"/>
            </a:solidFill>
            <a:round/>
          </a:ln>
        </p:spPr>
        <p:txBody>
          <a:bodyPr lIns="1080" tIns="360" rIns="1080" bIns="3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42" name=""/>
          <p:cNvSpPr/>
          <p:nvPr/>
        </p:nvSpPr>
        <p:spPr>
          <a:xfrm>
            <a:off x="5170680" y="1478520"/>
            <a:ext cx="1440" cy="2880"/>
          </a:xfrm>
          <a:custGeom>
            <a:avLst/>
            <a:gdLst/>
            <a:ahLst/>
            <a:rect l="0" t="0" r="r" b="b"/>
            <a:pathLst>
              <a:path w="4" h="8">
                <a:moveTo>
                  <a:pt x="2" y="3"/>
                </a:moveTo>
                <a:lnTo>
                  <a:pt x="2" y="5"/>
                </a:lnTo>
                <a:lnTo>
                  <a:pt x="2" y="6"/>
                </a:lnTo>
                <a:lnTo>
                  <a:pt x="0" y="8"/>
                </a:lnTo>
                <a:lnTo>
                  <a:pt x="1" y="6"/>
                </a:lnTo>
                <a:lnTo>
                  <a:pt x="1" y="4"/>
                </a:lnTo>
                <a:lnTo>
                  <a:pt x="1" y="3"/>
                </a:lnTo>
                <a:lnTo>
                  <a:pt x="0" y="3"/>
                </a:lnTo>
                <a:lnTo>
                  <a:pt x="0" y="2"/>
                </a:lnTo>
                <a:lnTo>
                  <a:pt x="1" y="0"/>
                </a:lnTo>
                <a:lnTo>
                  <a:pt x="2" y="0"/>
                </a:lnTo>
                <a:lnTo>
                  <a:pt x="4" y="2"/>
                </a:lnTo>
                <a:lnTo>
                  <a:pt x="4" y="3"/>
                </a:lnTo>
                <a:lnTo>
                  <a:pt x="2" y="3"/>
                </a:lnTo>
                <a:close/>
              </a:path>
            </a:pathLst>
          </a:custGeom>
          <a:solidFill>
            <a:srgbClr val="F2EBE6"/>
          </a:solidFill>
          <a:ln w="2520">
            <a:solidFill>
              <a:srgbClr val="FFFFFF"/>
            </a:solidFill>
            <a:round/>
          </a:ln>
        </p:spPr>
        <p:txBody>
          <a:bodyPr lIns="1080" tIns="1080" rIns="1080" bIns="108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43" name=""/>
          <p:cNvSpPr/>
          <p:nvPr/>
        </p:nvSpPr>
        <p:spPr>
          <a:xfrm>
            <a:off x="5172120" y="1467360"/>
            <a:ext cx="1440" cy="1440"/>
          </a:xfrm>
          <a:custGeom>
            <a:avLst/>
            <a:gdLst/>
            <a:ahLst/>
            <a:rect l="0" t="0" r="r" b="b"/>
            <a:pathLst>
              <a:path w="4" h="4">
                <a:moveTo>
                  <a:pt x="1" y="2"/>
                </a:moveTo>
                <a:lnTo>
                  <a:pt x="0" y="2"/>
                </a:lnTo>
                <a:lnTo>
                  <a:pt x="0" y="4"/>
                </a:lnTo>
                <a:lnTo>
                  <a:pt x="0" y="2"/>
                </a:lnTo>
                <a:lnTo>
                  <a:pt x="3" y="0"/>
                </a:lnTo>
                <a:lnTo>
                  <a:pt x="4" y="0"/>
                </a:lnTo>
                <a:lnTo>
                  <a:pt x="3" y="2"/>
                </a:lnTo>
                <a:lnTo>
                  <a:pt x="1" y="2"/>
                </a:lnTo>
                <a:lnTo>
                  <a:pt x="1" y="4"/>
                </a:lnTo>
                <a:lnTo>
                  <a:pt x="1" y="2"/>
                </a:lnTo>
                <a:close/>
              </a:path>
            </a:pathLst>
          </a:custGeom>
          <a:solidFill>
            <a:srgbClr val="F2EBE6"/>
          </a:solidFill>
          <a:ln w="2520">
            <a:solidFill>
              <a:srgbClr val="FFFFFF"/>
            </a:solidFill>
            <a:round/>
          </a:ln>
        </p:spPr>
        <p:txBody>
          <a:bodyPr lIns="1080" tIns="360" rIns="1080" bIns="3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44" name=""/>
          <p:cNvSpPr/>
          <p:nvPr/>
        </p:nvSpPr>
        <p:spPr>
          <a:xfrm>
            <a:off x="5165640" y="1463400"/>
            <a:ext cx="4680" cy="3240"/>
          </a:xfrm>
          <a:custGeom>
            <a:avLst/>
            <a:gdLst/>
            <a:ahLst/>
            <a:rect l="0" t="0" r="r" b="b"/>
            <a:pathLst>
              <a:path w="13" h="9">
                <a:moveTo>
                  <a:pt x="9" y="0"/>
                </a:moveTo>
                <a:lnTo>
                  <a:pt x="11" y="1"/>
                </a:lnTo>
                <a:lnTo>
                  <a:pt x="9" y="2"/>
                </a:lnTo>
                <a:lnTo>
                  <a:pt x="11" y="3"/>
                </a:lnTo>
                <a:lnTo>
                  <a:pt x="12" y="3"/>
                </a:lnTo>
                <a:lnTo>
                  <a:pt x="13" y="3"/>
                </a:lnTo>
                <a:lnTo>
                  <a:pt x="13" y="4"/>
                </a:lnTo>
                <a:lnTo>
                  <a:pt x="12" y="4"/>
                </a:lnTo>
                <a:lnTo>
                  <a:pt x="12" y="5"/>
                </a:lnTo>
                <a:lnTo>
                  <a:pt x="12" y="8"/>
                </a:lnTo>
                <a:lnTo>
                  <a:pt x="11" y="9"/>
                </a:lnTo>
                <a:lnTo>
                  <a:pt x="9" y="8"/>
                </a:lnTo>
                <a:lnTo>
                  <a:pt x="8" y="8"/>
                </a:lnTo>
                <a:lnTo>
                  <a:pt x="7" y="8"/>
                </a:lnTo>
                <a:lnTo>
                  <a:pt x="6" y="8"/>
                </a:lnTo>
                <a:lnTo>
                  <a:pt x="6" y="7"/>
                </a:lnTo>
                <a:lnTo>
                  <a:pt x="5" y="7"/>
                </a:lnTo>
                <a:lnTo>
                  <a:pt x="4" y="5"/>
                </a:lnTo>
                <a:lnTo>
                  <a:pt x="3" y="5"/>
                </a:lnTo>
                <a:lnTo>
                  <a:pt x="2" y="5"/>
                </a:lnTo>
                <a:lnTo>
                  <a:pt x="1" y="5"/>
                </a:lnTo>
                <a:lnTo>
                  <a:pt x="1" y="7"/>
                </a:lnTo>
                <a:lnTo>
                  <a:pt x="1" y="5"/>
                </a:lnTo>
                <a:lnTo>
                  <a:pt x="0" y="4"/>
                </a:lnTo>
                <a:lnTo>
                  <a:pt x="0" y="3"/>
                </a:lnTo>
                <a:lnTo>
                  <a:pt x="0" y="2"/>
                </a:lnTo>
                <a:lnTo>
                  <a:pt x="0" y="1"/>
                </a:lnTo>
                <a:lnTo>
                  <a:pt x="2" y="1"/>
                </a:lnTo>
                <a:lnTo>
                  <a:pt x="3" y="1"/>
                </a:lnTo>
                <a:lnTo>
                  <a:pt x="4" y="1"/>
                </a:lnTo>
                <a:lnTo>
                  <a:pt x="5" y="1"/>
                </a:lnTo>
                <a:lnTo>
                  <a:pt x="6" y="1"/>
                </a:lnTo>
                <a:lnTo>
                  <a:pt x="7" y="1"/>
                </a:lnTo>
                <a:lnTo>
                  <a:pt x="8" y="1"/>
                </a:lnTo>
                <a:lnTo>
                  <a:pt x="9" y="1"/>
                </a:lnTo>
                <a:lnTo>
                  <a:pt x="9" y="0"/>
                </a:lnTo>
                <a:close/>
              </a:path>
            </a:pathLst>
          </a:custGeom>
          <a:solidFill>
            <a:srgbClr val="F2EBE6"/>
          </a:solidFill>
          <a:ln w="2520">
            <a:solidFill>
              <a:srgbClr val="FFFFFF"/>
            </a:solidFill>
            <a:round/>
          </a:ln>
        </p:spPr>
        <p:txBody>
          <a:bodyPr lIns="1080" tIns="1080" rIns="1080" bIns="108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45" name=""/>
          <p:cNvSpPr/>
          <p:nvPr/>
        </p:nvSpPr>
        <p:spPr>
          <a:xfrm>
            <a:off x="5169240" y="1461240"/>
            <a:ext cx="5040" cy="6480"/>
          </a:xfrm>
          <a:custGeom>
            <a:avLst/>
            <a:gdLst/>
            <a:ahLst/>
            <a:rect l="0" t="0" r="r" b="b"/>
            <a:pathLst>
              <a:path w="14" h="18">
                <a:moveTo>
                  <a:pt x="11" y="4"/>
                </a:moveTo>
                <a:lnTo>
                  <a:pt x="11" y="5"/>
                </a:lnTo>
                <a:lnTo>
                  <a:pt x="12" y="5"/>
                </a:lnTo>
                <a:lnTo>
                  <a:pt x="12" y="6"/>
                </a:lnTo>
                <a:lnTo>
                  <a:pt x="12" y="7"/>
                </a:lnTo>
                <a:lnTo>
                  <a:pt x="14" y="8"/>
                </a:lnTo>
                <a:lnTo>
                  <a:pt x="14" y="9"/>
                </a:lnTo>
                <a:lnTo>
                  <a:pt x="12" y="9"/>
                </a:lnTo>
                <a:lnTo>
                  <a:pt x="10" y="11"/>
                </a:lnTo>
                <a:lnTo>
                  <a:pt x="11" y="11"/>
                </a:lnTo>
                <a:lnTo>
                  <a:pt x="12" y="11"/>
                </a:lnTo>
                <a:lnTo>
                  <a:pt x="14" y="11"/>
                </a:lnTo>
                <a:lnTo>
                  <a:pt x="12" y="12"/>
                </a:lnTo>
                <a:lnTo>
                  <a:pt x="11" y="12"/>
                </a:lnTo>
                <a:lnTo>
                  <a:pt x="11" y="14"/>
                </a:lnTo>
                <a:lnTo>
                  <a:pt x="11" y="15"/>
                </a:lnTo>
                <a:lnTo>
                  <a:pt x="11" y="16"/>
                </a:lnTo>
                <a:lnTo>
                  <a:pt x="11" y="17"/>
                </a:lnTo>
                <a:lnTo>
                  <a:pt x="10" y="18"/>
                </a:lnTo>
                <a:lnTo>
                  <a:pt x="10" y="17"/>
                </a:lnTo>
                <a:lnTo>
                  <a:pt x="9" y="17"/>
                </a:lnTo>
                <a:lnTo>
                  <a:pt x="8" y="17"/>
                </a:lnTo>
                <a:lnTo>
                  <a:pt x="8" y="16"/>
                </a:lnTo>
                <a:lnTo>
                  <a:pt x="8" y="15"/>
                </a:lnTo>
                <a:lnTo>
                  <a:pt x="7" y="15"/>
                </a:lnTo>
                <a:lnTo>
                  <a:pt x="6" y="15"/>
                </a:lnTo>
                <a:lnTo>
                  <a:pt x="5" y="16"/>
                </a:lnTo>
                <a:lnTo>
                  <a:pt x="4" y="16"/>
                </a:lnTo>
                <a:lnTo>
                  <a:pt x="4" y="15"/>
                </a:lnTo>
                <a:lnTo>
                  <a:pt x="5" y="15"/>
                </a:lnTo>
                <a:lnTo>
                  <a:pt x="5" y="14"/>
                </a:lnTo>
                <a:lnTo>
                  <a:pt x="5" y="12"/>
                </a:lnTo>
                <a:lnTo>
                  <a:pt x="4" y="12"/>
                </a:lnTo>
                <a:lnTo>
                  <a:pt x="3" y="10"/>
                </a:lnTo>
                <a:lnTo>
                  <a:pt x="2" y="10"/>
                </a:lnTo>
                <a:lnTo>
                  <a:pt x="2" y="9"/>
                </a:lnTo>
                <a:lnTo>
                  <a:pt x="3" y="9"/>
                </a:lnTo>
                <a:lnTo>
                  <a:pt x="2" y="9"/>
                </a:lnTo>
                <a:lnTo>
                  <a:pt x="1" y="8"/>
                </a:lnTo>
                <a:lnTo>
                  <a:pt x="0" y="8"/>
                </a:lnTo>
                <a:lnTo>
                  <a:pt x="0" y="7"/>
                </a:lnTo>
                <a:lnTo>
                  <a:pt x="0" y="6"/>
                </a:lnTo>
                <a:lnTo>
                  <a:pt x="1" y="5"/>
                </a:lnTo>
                <a:lnTo>
                  <a:pt x="3" y="4"/>
                </a:lnTo>
                <a:lnTo>
                  <a:pt x="3" y="3"/>
                </a:lnTo>
                <a:lnTo>
                  <a:pt x="4" y="3"/>
                </a:lnTo>
                <a:lnTo>
                  <a:pt x="5" y="2"/>
                </a:lnTo>
                <a:lnTo>
                  <a:pt x="5" y="1"/>
                </a:lnTo>
                <a:lnTo>
                  <a:pt x="5" y="0"/>
                </a:lnTo>
                <a:lnTo>
                  <a:pt x="6" y="0"/>
                </a:lnTo>
                <a:lnTo>
                  <a:pt x="7" y="0"/>
                </a:lnTo>
                <a:lnTo>
                  <a:pt x="8" y="1"/>
                </a:lnTo>
                <a:lnTo>
                  <a:pt x="9" y="2"/>
                </a:lnTo>
                <a:lnTo>
                  <a:pt x="10" y="2"/>
                </a:lnTo>
                <a:lnTo>
                  <a:pt x="11" y="3"/>
                </a:lnTo>
                <a:lnTo>
                  <a:pt x="12" y="4"/>
                </a:lnTo>
                <a:lnTo>
                  <a:pt x="11" y="4"/>
                </a:lnTo>
                <a:close/>
              </a:path>
            </a:pathLst>
          </a:custGeom>
          <a:solidFill>
            <a:srgbClr val="F2EBE6"/>
          </a:solidFill>
          <a:ln w="2520">
            <a:solidFill>
              <a:srgbClr val="FFFFFF"/>
            </a:solidFill>
            <a:round/>
          </a:ln>
        </p:spPr>
        <p:txBody>
          <a:bodyPr lIns="1080" tIns="1080" rIns="1080" bIns="108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46" name=""/>
          <p:cNvSpPr/>
          <p:nvPr/>
        </p:nvSpPr>
        <p:spPr>
          <a:xfrm>
            <a:off x="5168160" y="1462320"/>
            <a:ext cx="1800" cy="720"/>
          </a:xfrm>
          <a:custGeom>
            <a:avLst/>
            <a:gdLst/>
            <a:ahLst/>
            <a:rect l="0" t="0" r="r" b="b"/>
            <a:pathLst>
              <a:path w="5" h="2">
                <a:moveTo>
                  <a:pt x="2" y="0"/>
                </a:moveTo>
                <a:lnTo>
                  <a:pt x="3" y="0"/>
                </a:lnTo>
                <a:lnTo>
                  <a:pt x="5" y="0"/>
                </a:lnTo>
                <a:lnTo>
                  <a:pt x="5" y="2"/>
                </a:lnTo>
                <a:lnTo>
                  <a:pt x="3" y="2"/>
                </a:lnTo>
                <a:lnTo>
                  <a:pt x="2" y="2"/>
                </a:lnTo>
                <a:lnTo>
                  <a:pt x="0" y="2"/>
                </a:lnTo>
                <a:lnTo>
                  <a:pt x="2" y="2"/>
                </a:lnTo>
                <a:lnTo>
                  <a:pt x="2" y="0"/>
                </a:lnTo>
                <a:close/>
              </a:path>
            </a:pathLst>
          </a:custGeom>
          <a:solidFill>
            <a:srgbClr val="F2EBE6"/>
          </a:solidFill>
          <a:ln w="2520">
            <a:solidFill>
              <a:srgbClr val="FFFFFF"/>
            </a:solidFill>
            <a:round/>
          </a:ln>
        </p:spPr>
        <p:txBody>
          <a:bodyPr lIns="1080" tIns="-360" rIns="1080" bIns="-3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47" name=""/>
          <p:cNvSpPr/>
          <p:nvPr/>
        </p:nvSpPr>
        <p:spPr>
          <a:xfrm>
            <a:off x="5169240" y="1461960"/>
            <a:ext cx="1440" cy="1440"/>
          </a:xfrm>
          <a:custGeom>
            <a:avLst/>
            <a:gdLst/>
            <a:ahLst/>
            <a:rect l="0" t="0" r="r" b="b"/>
            <a:pathLst>
              <a:path w="4" h="4">
                <a:moveTo>
                  <a:pt x="4" y="2"/>
                </a:moveTo>
                <a:lnTo>
                  <a:pt x="3" y="2"/>
                </a:lnTo>
                <a:lnTo>
                  <a:pt x="1" y="4"/>
                </a:lnTo>
                <a:lnTo>
                  <a:pt x="0" y="4"/>
                </a:lnTo>
                <a:lnTo>
                  <a:pt x="0" y="2"/>
                </a:lnTo>
                <a:lnTo>
                  <a:pt x="1" y="2"/>
                </a:lnTo>
                <a:lnTo>
                  <a:pt x="3" y="2"/>
                </a:lnTo>
                <a:lnTo>
                  <a:pt x="3" y="0"/>
                </a:lnTo>
                <a:lnTo>
                  <a:pt x="4" y="2"/>
                </a:lnTo>
                <a:close/>
              </a:path>
            </a:pathLst>
          </a:custGeom>
          <a:solidFill>
            <a:srgbClr val="F2EBE6"/>
          </a:solidFill>
          <a:ln w="2520">
            <a:solidFill>
              <a:srgbClr val="FFFFFF"/>
            </a:solidFill>
            <a:round/>
          </a:ln>
        </p:spPr>
        <p:txBody>
          <a:bodyPr lIns="1080" tIns="360" rIns="1080" bIns="3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48" name=""/>
          <p:cNvSpPr/>
          <p:nvPr/>
        </p:nvSpPr>
        <p:spPr>
          <a:xfrm>
            <a:off x="5171760" y="1460520"/>
            <a:ext cx="1800" cy="2160"/>
          </a:xfrm>
          <a:custGeom>
            <a:avLst/>
            <a:gdLst/>
            <a:ahLst/>
            <a:rect l="0" t="0" r="r" b="b"/>
            <a:pathLst>
              <a:path w="5" h="6">
                <a:moveTo>
                  <a:pt x="5" y="6"/>
                </a:moveTo>
                <a:lnTo>
                  <a:pt x="4" y="6"/>
                </a:lnTo>
                <a:lnTo>
                  <a:pt x="2" y="4"/>
                </a:lnTo>
                <a:lnTo>
                  <a:pt x="1" y="3"/>
                </a:lnTo>
                <a:lnTo>
                  <a:pt x="0" y="3"/>
                </a:lnTo>
                <a:lnTo>
                  <a:pt x="0" y="2"/>
                </a:lnTo>
                <a:lnTo>
                  <a:pt x="1" y="2"/>
                </a:lnTo>
                <a:lnTo>
                  <a:pt x="2" y="0"/>
                </a:lnTo>
                <a:lnTo>
                  <a:pt x="2" y="2"/>
                </a:lnTo>
                <a:lnTo>
                  <a:pt x="2" y="3"/>
                </a:lnTo>
                <a:lnTo>
                  <a:pt x="4" y="3"/>
                </a:lnTo>
                <a:lnTo>
                  <a:pt x="5" y="3"/>
                </a:lnTo>
                <a:lnTo>
                  <a:pt x="5" y="4"/>
                </a:lnTo>
                <a:lnTo>
                  <a:pt x="5" y="6"/>
                </a:lnTo>
                <a:close/>
              </a:path>
            </a:pathLst>
          </a:custGeom>
          <a:solidFill>
            <a:srgbClr val="F2EBE6"/>
          </a:solidFill>
          <a:ln w="2520">
            <a:solidFill>
              <a:srgbClr val="FFFFFF"/>
            </a:solidFill>
            <a:round/>
          </a:ln>
        </p:spPr>
        <p:txBody>
          <a:bodyPr lIns="1080" tIns="1080" rIns="1080" bIns="108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49" name=""/>
          <p:cNvSpPr/>
          <p:nvPr/>
        </p:nvSpPr>
        <p:spPr>
          <a:xfrm>
            <a:off x="5171760" y="1459800"/>
            <a:ext cx="1080" cy="1080"/>
          </a:xfrm>
          <a:custGeom>
            <a:avLst/>
            <a:gdLst/>
            <a:ahLst/>
            <a:rect l="0" t="0" r="r" b="b"/>
            <a:pathLst>
              <a:path w="3" h="3">
                <a:moveTo>
                  <a:pt x="3" y="3"/>
                </a:moveTo>
                <a:lnTo>
                  <a:pt x="2" y="3"/>
                </a:lnTo>
                <a:lnTo>
                  <a:pt x="0" y="3"/>
                </a:lnTo>
                <a:lnTo>
                  <a:pt x="0" y="0"/>
                </a:lnTo>
                <a:lnTo>
                  <a:pt x="2" y="0"/>
                </a:lnTo>
                <a:lnTo>
                  <a:pt x="2" y="1"/>
                </a:lnTo>
                <a:lnTo>
                  <a:pt x="3" y="1"/>
                </a:lnTo>
                <a:lnTo>
                  <a:pt x="3" y="3"/>
                </a:lnTo>
                <a:close/>
              </a:path>
            </a:pathLst>
          </a:custGeom>
          <a:solidFill>
            <a:srgbClr val="F2EBE6"/>
          </a:solidFill>
          <a:ln w="2520">
            <a:solidFill>
              <a:srgbClr val="FFFFFF"/>
            </a:solidFill>
            <a:round/>
          </a:ln>
        </p:spPr>
        <p:txBody>
          <a:bodyPr lIns="1080" tIns="0" rIns="108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50" name=""/>
          <p:cNvSpPr/>
          <p:nvPr/>
        </p:nvSpPr>
        <p:spPr>
          <a:xfrm>
            <a:off x="5171400" y="1453320"/>
            <a:ext cx="1440" cy="1440"/>
          </a:xfrm>
          <a:custGeom>
            <a:avLst/>
            <a:gdLst/>
            <a:ahLst/>
            <a:rect l="0" t="0" r="r" b="b"/>
            <a:pathLst>
              <a:path w="4" h="4">
                <a:moveTo>
                  <a:pt x="2" y="0"/>
                </a:moveTo>
                <a:lnTo>
                  <a:pt x="2" y="2"/>
                </a:lnTo>
                <a:lnTo>
                  <a:pt x="4" y="2"/>
                </a:lnTo>
                <a:lnTo>
                  <a:pt x="2" y="4"/>
                </a:lnTo>
                <a:lnTo>
                  <a:pt x="0" y="2"/>
                </a:lnTo>
                <a:lnTo>
                  <a:pt x="0" y="0"/>
                </a:lnTo>
                <a:lnTo>
                  <a:pt x="2" y="0"/>
                </a:lnTo>
                <a:close/>
              </a:path>
            </a:pathLst>
          </a:custGeom>
          <a:solidFill>
            <a:srgbClr val="F2EBE6"/>
          </a:solidFill>
          <a:ln w="2520">
            <a:solidFill>
              <a:srgbClr val="FFFFFF"/>
            </a:solidFill>
            <a:round/>
          </a:ln>
        </p:spPr>
        <p:txBody>
          <a:bodyPr lIns="1080" tIns="360" rIns="1080" bIns="3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51" name=""/>
          <p:cNvSpPr/>
          <p:nvPr/>
        </p:nvSpPr>
        <p:spPr>
          <a:xfrm>
            <a:off x="5172120" y="1450080"/>
            <a:ext cx="720" cy="360"/>
          </a:xfrm>
          <a:custGeom>
            <a:avLst/>
            <a:gdLst/>
            <a:ahLst/>
            <a:rect l="0" t="0" r="r" b="b"/>
            <a:pathLst>
              <a:path w="2" h="1">
                <a:moveTo>
                  <a:pt x="0" y="0"/>
                </a:moveTo>
                <a:lnTo>
                  <a:pt x="1" y="0"/>
                </a:lnTo>
                <a:lnTo>
                  <a:pt x="2" y="0"/>
                </a:lnTo>
                <a:lnTo>
                  <a:pt x="1" y="1"/>
                </a:lnTo>
                <a:lnTo>
                  <a:pt x="0" y="1"/>
                </a:lnTo>
                <a:lnTo>
                  <a:pt x="0" y="0"/>
                </a:lnTo>
                <a:close/>
              </a:path>
            </a:pathLst>
          </a:custGeom>
          <a:solidFill>
            <a:srgbClr val="F2EBE6"/>
          </a:solidFill>
          <a:ln w="2520">
            <a:solidFill>
              <a:srgbClr val="FFFFFF"/>
            </a:solidFill>
            <a:round/>
          </a:ln>
        </p:spPr>
        <p:txBody>
          <a:bodyPr lIns="1080" tIns="-720" rIns="1080" bIns="-7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52" name=""/>
          <p:cNvSpPr/>
          <p:nvPr/>
        </p:nvSpPr>
        <p:spPr>
          <a:xfrm>
            <a:off x="5170680" y="1447200"/>
            <a:ext cx="360" cy="360"/>
          </a:xfrm>
          <a:custGeom>
            <a:avLst/>
            <a:gdLst/>
            <a:ahLst/>
            <a:rect l="0" t="0" r="r" b="b"/>
            <a:pathLst>
              <a:path w="1" h="1">
                <a:moveTo>
                  <a:pt x="1" y="1"/>
                </a:moveTo>
                <a:lnTo>
                  <a:pt x="0" y="1"/>
                </a:lnTo>
                <a:lnTo>
                  <a:pt x="0" y="0"/>
                </a:lnTo>
                <a:lnTo>
                  <a:pt x="1" y="1"/>
                </a:lnTo>
                <a:close/>
              </a:path>
            </a:pathLst>
          </a:custGeom>
          <a:solidFill>
            <a:srgbClr val="F2EBE6"/>
          </a:solidFill>
          <a:ln w="2520">
            <a:solidFill>
              <a:srgbClr val="FFFFFF"/>
            </a:solidFill>
            <a:round/>
          </a:ln>
        </p:spPr>
        <p:txBody>
          <a:bodyPr lIns="1080" tIns="-720" rIns="1080" bIns="-7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53" name=""/>
          <p:cNvSpPr/>
          <p:nvPr/>
        </p:nvSpPr>
        <p:spPr>
          <a:xfrm>
            <a:off x="5170320" y="1445760"/>
            <a:ext cx="1080" cy="1440"/>
          </a:xfrm>
          <a:custGeom>
            <a:avLst/>
            <a:gdLst/>
            <a:ahLst/>
            <a:rect l="0" t="0" r="r" b="b"/>
            <a:pathLst>
              <a:path w="3" h="4">
                <a:moveTo>
                  <a:pt x="2" y="2"/>
                </a:moveTo>
                <a:lnTo>
                  <a:pt x="2" y="4"/>
                </a:lnTo>
                <a:lnTo>
                  <a:pt x="0" y="4"/>
                </a:lnTo>
                <a:lnTo>
                  <a:pt x="0" y="2"/>
                </a:lnTo>
                <a:lnTo>
                  <a:pt x="2" y="0"/>
                </a:lnTo>
                <a:lnTo>
                  <a:pt x="3" y="0"/>
                </a:lnTo>
                <a:lnTo>
                  <a:pt x="3" y="2"/>
                </a:lnTo>
                <a:lnTo>
                  <a:pt x="2" y="2"/>
                </a:lnTo>
                <a:close/>
              </a:path>
            </a:pathLst>
          </a:custGeom>
          <a:solidFill>
            <a:srgbClr val="F2EBE6"/>
          </a:solidFill>
          <a:ln w="2520">
            <a:solidFill>
              <a:srgbClr val="FFFFFF"/>
            </a:solidFill>
            <a:round/>
          </a:ln>
        </p:spPr>
        <p:txBody>
          <a:bodyPr lIns="1080" tIns="360" rIns="1080" bIns="3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54" name=""/>
          <p:cNvSpPr/>
          <p:nvPr/>
        </p:nvSpPr>
        <p:spPr>
          <a:xfrm>
            <a:off x="5171040" y="1440360"/>
            <a:ext cx="1440" cy="1080"/>
          </a:xfrm>
          <a:custGeom>
            <a:avLst/>
            <a:gdLst/>
            <a:ahLst/>
            <a:rect l="0" t="0" r="r" b="b"/>
            <a:pathLst>
              <a:path w="4" h="3">
                <a:moveTo>
                  <a:pt x="2" y="0"/>
                </a:moveTo>
                <a:lnTo>
                  <a:pt x="4" y="0"/>
                </a:lnTo>
                <a:lnTo>
                  <a:pt x="4" y="1"/>
                </a:lnTo>
                <a:lnTo>
                  <a:pt x="2" y="3"/>
                </a:lnTo>
                <a:lnTo>
                  <a:pt x="0" y="1"/>
                </a:lnTo>
                <a:lnTo>
                  <a:pt x="0" y="0"/>
                </a:lnTo>
                <a:lnTo>
                  <a:pt x="2" y="0"/>
                </a:lnTo>
                <a:close/>
              </a:path>
            </a:pathLst>
          </a:custGeom>
          <a:solidFill>
            <a:srgbClr val="F2EBE6"/>
          </a:solidFill>
          <a:ln w="2520">
            <a:solidFill>
              <a:srgbClr val="FFFFFF"/>
            </a:solidFill>
            <a:round/>
          </a:ln>
        </p:spPr>
        <p:txBody>
          <a:bodyPr lIns="1080" tIns="0" rIns="108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55" name=""/>
          <p:cNvSpPr/>
          <p:nvPr/>
        </p:nvSpPr>
        <p:spPr>
          <a:xfrm>
            <a:off x="5170320" y="1440000"/>
            <a:ext cx="360" cy="720"/>
          </a:xfrm>
          <a:custGeom>
            <a:avLst/>
            <a:gdLst/>
            <a:ahLst/>
            <a:rect l="0" t="0" r="r" b="b"/>
            <a:pathLst>
              <a:path w="1" h="2">
                <a:moveTo>
                  <a:pt x="1" y="1"/>
                </a:moveTo>
                <a:lnTo>
                  <a:pt x="0" y="1"/>
                </a:lnTo>
                <a:lnTo>
                  <a:pt x="0" y="2"/>
                </a:lnTo>
                <a:lnTo>
                  <a:pt x="0" y="1"/>
                </a:lnTo>
                <a:lnTo>
                  <a:pt x="0" y="0"/>
                </a:lnTo>
                <a:lnTo>
                  <a:pt x="1" y="1"/>
                </a:lnTo>
                <a:close/>
              </a:path>
            </a:pathLst>
          </a:custGeom>
          <a:solidFill>
            <a:srgbClr val="F2EBE6"/>
          </a:solidFill>
          <a:ln w="2520">
            <a:solidFill>
              <a:srgbClr val="FFFFFF"/>
            </a:solidFill>
            <a:round/>
          </a:ln>
        </p:spPr>
        <p:txBody>
          <a:bodyPr lIns="1080" tIns="-360" rIns="1080" bIns="-3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56" name=""/>
          <p:cNvSpPr/>
          <p:nvPr/>
        </p:nvSpPr>
        <p:spPr>
          <a:xfrm>
            <a:off x="5169960" y="1433880"/>
            <a:ext cx="1440" cy="2520"/>
          </a:xfrm>
          <a:custGeom>
            <a:avLst/>
            <a:gdLst/>
            <a:ahLst/>
            <a:rect l="0" t="0" r="r" b="b"/>
            <a:pathLst>
              <a:path w="4" h="7">
                <a:moveTo>
                  <a:pt x="1" y="7"/>
                </a:moveTo>
                <a:lnTo>
                  <a:pt x="0" y="7"/>
                </a:lnTo>
                <a:lnTo>
                  <a:pt x="0" y="6"/>
                </a:lnTo>
                <a:lnTo>
                  <a:pt x="0" y="3"/>
                </a:lnTo>
                <a:lnTo>
                  <a:pt x="0" y="2"/>
                </a:lnTo>
                <a:lnTo>
                  <a:pt x="1" y="1"/>
                </a:lnTo>
                <a:lnTo>
                  <a:pt x="3" y="1"/>
                </a:lnTo>
                <a:lnTo>
                  <a:pt x="3" y="0"/>
                </a:lnTo>
                <a:lnTo>
                  <a:pt x="3" y="1"/>
                </a:lnTo>
                <a:lnTo>
                  <a:pt x="4" y="1"/>
                </a:lnTo>
                <a:lnTo>
                  <a:pt x="4" y="2"/>
                </a:lnTo>
                <a:lnTo>
                  <a:pt x="3" y="2"/>
                </a:lnTo>
                <a:lnTo>
                  <a:pt x="3" y="3"/>
                </a:lnTo>
                <a:lnTo>
                  <a:pt x="3" y="5"/>
                </a:lnTo>
                <a:lnTo>
                  <a:pt x="3" y="6"/>
                </a:lnTo>
                <a:lnTo>
                  <a:pt x="1" y="6"/>
                </a:lnTo>
                <a:lnTo>
                  <a:pt x="3" y="7"/>
                </a:lnTo>
                <a:lnTo>
                  <a:pt x="1" y="7"/>
                </a:lnTo>
                <a:close/>
              </a:path>
            </a:pathLst>
          </a:custGeom>
          <a:solidFill>
            <a:srgbClr val="F2EBE6"/>
          </a:solidFill>
          <a:ln w="2520">
            <a:solidFill>
              <a:srgbClr val="FFFFFF"/>
            </a:solidFill>
            <a:round/>
          </a:ln>
        </p:spPr>
        <p:txBody>
          <a:bodyPr lIns="1080" tIns="1080" rIns="1080" bIns="108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57" name=""/>
          <p:cNvSpPr/>
          <p:nvPr/>
        </p:nvSpPr>
        <p:spPr>
          <a:xfrm>
            <a:off x="5166360" y="1431360"/>
            <a:ext cx="4320" cy="4320"/>
          </a:xfrm>
          <a:custGeom>
            <a:avLst/>
            <a:gdLst/>
            <a:ahLst/>
            <a:rect l="0" t="0" r="r" b="b"/>
            <a:pathLst>
              <a:path w="12" h="12">
                <a:moveTo>
                  <a:pt x="9" y="8"/>
                </a:moveTo>
                <a:lnTo>
                  <a:pt x="9" y="9"/>
                </a:lnTo>
                <a:lnTo>
                  <a:pt x="8" y="9"/>
                </a:lnTo>
                <a:lnTo>
                  <a:pt x="1" y="12"/>
                </a:lnTo>
                <a:lnTo>
                  <a:pt x="0" y="12"/>
                </a:lnTo>
                <a:lnTo>
                  <a:pt x="0" y="11"/>
                </a:lnTo>
                <a:lnTo>
                  <a:pt x="1" y="10"/>
                </a:lnTo>
                <a:lnTo>
                  <a:pt x="2" y="8"/>
                </a:lnTo>
                <a:lnTo>
                  <a:pt x="3" y="6"/>
                </a:lnTo>
                <a:lnTo>
                  <a:pt x="5" y="4"/>
                </a:lnTo>
                <a:lnTo>
                  <a:pt x="6" y="4"/>
                </a:lnTo>
                <a:lnTo>
                  <a:pt x="6" y="3"/>
                </a:lnTo>
                <a:lnTo>
                  <a:pt x="7" y="3"/>
                </a:lnTo>
                <a:lnTo>
                  <a:pt x="8" y="2"/>
                </a:lnTo>
                <a:lnTo>
                  <a:pt x="9" y="0"/>
                </a:lnTo>
                <a:lnTo>
                  <a:pt x="10" y="0"/>
                </a:lnTo>
                <a:lnTo>
                  <a:pt x="11" y="0"/>
                </a:lnTo>
                <a:lnTo>
                  <a:pt x="12" y="2"/>
                </a:lnTo>
                <a:lnTo>
                  <a:pt x="11" y="3"/>
                </a:lnTo>
                <a:lnTo>
                  <a:pt x="11" y="4"/>
                </a:lnTo>
                <a:lnTo>
                  <a:pt x="10" y="5"/>
                </a:lnTo>
                <a:lnTo>
                  <a:pt x="10" y="6"/>
                </a:lnTo>
                <a:lnTo>
                  <a:pt x="10" y="7"/>
                </a:lnTo>
                <a:lnTo>
                  <a:pt x="9" y="8"/>
                </a:lnTo>
                <a:close/>
              </a:path>
            </a:pathLst>
          </a:custGeom>
          <a:solidFill>
            <a:srgbClr val="F2EBE6"/>
          </a:solidFill>
          <a:ln w="2520">
            <a:solidFill>
              <a:srgbClr val="FFFFFF"/>
            </a:solidFill>
            <a:round/>
          </a:ln>
        </p:spPr>
        <p:txBody>
          <a:bodyPr lIns="1080" tIns="1080" rIns="1080" bIns="108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58" name=""/>
          <p:cNvSpPr/>
          <p:nvPr/>
        </p:nvSpPr>
        <p:spPr>
          <a:xfrm>
            <a:off x="5168520" y="1428120"/>
            <a:ext cx="1440" cy="1080"/>
          </a:xfrm>
          <a:custGeom>
            <a:avLst/>
            <a:gdLst/>
            <a:ahLst/>
            <a:rect l="0" t="0" r="r" b="b"/>
            <a:pathLst>
              <a:path w="4" h="3">
                <a:moveTo>
                  <a:pt x="2" y="3"/>
                </a:moveTo>
                <a:lnTo>
                  <a:pt x="2" y="1"/>
                </a:lnTo>
                <a:lnTo>
                  <a:pt x="2" y="0"/>
                </a:lnTo>
                <a:lnTo>
                  <a:pt x="0" y="0"/>
                </a:lnTo>
                <a:lnTo>
                  <a:pt x="2" y="0"/>
                </a:lnTo>
                <a:lnTo>
                  <a:pt x="4" y="0"/>
                </a:lnTo>
                <a:lnTo>
                  <a:pt x="4" y="1"/>
                </a:lnTo>
                <a:lnTo>
                  <a:pt x="2" y="3"/>
                </a:lnTo>
                <a:close/>
              </a:path>
            </a:pathLst>
          </a:custGeom>
          <a:solidFill>
            <a:srgbClr val="F2EBE6"/>
          </a:solidFill>
          <a:ln w="2520">
            <a:solidFill>
              <a:srgbClr val="FFFFFF"/>
            </a:solidFill>
            <a:round/>
          </a:ln>
        </p:spPr>
        <p:txBody>
          <a:bodyPr lIns="1080" tIns="0" rIns="108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59" name=""/>
          <p:cNvSpPr/>
          <p:nvPr/>
        </p:nvSpPr>
        <p:spPr>
          <a:xfrm>
            <a:off x="5167800" y="1427760"/>
            <a:ext cx="360" cy="360"/>
          </a:xfrm>
          <a:custGeom>
            <a:avLst/>
            <a:gdLst/>
            <a:ahLst/>
            <a:rect l="0" t="0" r="r" b="b"/>
            <a:pathLst>
              <a:path w="1" h="1">
                <a:moveTo>
                  <a:pt x="0" y="1"/>
                </a:moveTo>
                <a:lnTo>
                  <a:pt x="1" y="0"/>
                </a:lnTo>
                <a:lnTo>
                  <a:pt x="1" y="1"/>
                </a:lnTo>
                <a:lnTo>
                  <a:pt x="0" y="1"/>
                </a:lnTo>
                <a:close/>
              </a:path>
            </a:pathLst>
          </a:custGeom>
          <a:solidFill>
            <a:srgbClr val="F2EBE6"/>
          </a:solidFill>
          <a:ln w="2520">
            <a:solidFill>
              <a:srgbClr val="FFFFFF"/>
            </a:solidFill>
            <a:round/>
          </a:ln>
        </p:spPr>
        <p:txBody>
          <a:bodyPr lIns="1080" tIns="-720" rIns="1080" bIns="-7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60" name=""/>
          <p:cNvSpPr/>
          <p:nvPr/>
        </p:nvSpPr>
        <p:spPr>
          <a:xfrm>
            <a:off x="5168160" y="1427760"/>
            <a:ext cx="1440" cy="720"/>
          </a:xfrm>
          <a:custGeom>
            <a:avLst/>
            <a:gdLst/>
            <a:ahLst/>
            <a:rect l="0" t="0" r="r" b="b"/>
            <a:pathLst>
              <a:path w="4" h="2">
                <a:moveTo>
                  <a:pt x="2" y="2"/>
                </a:moveTo>
                <a:lnTo>
                  <a:pt x="0" y="0"/>
                </a:lnTo>
                <a:lnTo>
                  <a:pt x="2" y="0"/>
                </a:lnTo>
                <a:lnTo>
                  <a:pt x="4" y="0"/>
                </a:lnTo>
                <a:lnTo>
                  <a:pt x="2" y="2"/>
                </a:lnTo>
                <a:close/>
              </a:path>
            </a:pathLst>
          </a:custGeom>
          <a:solidFill>
            <a:srgbClr val="F2EBE6"/>
          </a:solidFill>
          <a:ln w="2520">
            <a:solidFill>
              <a:srgbClr val="FFFFFF"/>
            </a:solidFill>
            <a:round/>
          </a:ln>
        </p:spPr>
        <p:txBody>
          <a:bodyPr lIns="1080" tIns="-360" rIns="1080" bIns="-3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61" name=""/>
          <p:cNvSpPr/>
          <p:nvPr/>
        </p:nvSpPr>
        <p:spPr>
          <a:xfrm>
            <a:off x="5168160" y="1427040"/>
            <a:ext cx="1080" cy="720"/>
          </a:xfrm>
          <a:custGeom>
            <a:avLst/>
            <a:gdLst/>
            <a:ahLst/>
            <a:rect l="0" t="0" r="r" b="b"/>
            <a:pathLst>
              <a:path w="3" h="2">
                <a:moveTo>
                  <a:pt x="0" y="0"/>
                </a:moveTo>
                <a:lnTo>
                  <a:pt x="2" y="0"/>
                </a:lnTo>
                <a:lnTo>
                  <a:pt x="3" y="0"/>
                </a:lnTo>
                <a:lnTo>
                  <a:pt x="3" y="2"/>
                </a:lnTo>
                <a:lnTo>
                  <a:pt x="2" y="2"/>
                </a:lnTo>
                <a:lnTo>
                  <a:pt x="0" y="2"/>
                </a:lnTo>
                <a:lnTo>
                  <a:pt x="0" y="0"/>
                </a:lnTo>
                <a:close/>
              </a:path>
            </a:pathLst>
          </a:custGeom>
          <a:solidFill>
            <a:srgbClr val="F2EBE6"/>
          </a:solidFill>
          <a:ln w="2520">
            <a:solidFill>
              <a:srgbClr val="FFFFFF"/>
            </a:solidFill>
            <a:round/>
          </a:ln>
        </p:spPr>
        <p:txBody>
          <a:bodyPr lIns="1080" tIns="-360" rIns="1080" bIns="-3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62" name=""/>
          <p:cNvSpPr/>
          <p:nvPr/>
        </p:nvSpPr>
        <p:spPr>
          <a:xfrm>
            <a:off x="5169960" y="1425240"/>
            <a:ext cx="360" cy="360"/>
          </a:xfrm>
          <a:custGeom>
            <a:avLst/>
            <a:gdLst/>
            <a:ahLst/>
            <a:rect l="0" t="0" r="r" b="b"/>
            <a:pathLst>
              <a:path w="1" h="1">
                <a:moveTo>
                  <a:pt x="0" y="0"/>
                </a:moveTo>
                <a:lnTo>
                  <a:pt x="1" y="0"/>
                </a:lnTo>
                <a:lnTo>
                  <a:pt x="1" y="1"/>
                </a:lnTo>
                <a:lnTo>
                  <a:pt x="0" y="1"/>
                </a:lnTo>
                <a:lnTo>
                  <a:pt x="0" y="0"/>
                </a:lnTo>
                <a:close/>
              </a:path>
            </a:pathLst>
          </a:custGeom>
          <a:solidFill>
            <a:srgbClr val="F2EBE6"/>
          </a:solidFill>
          <a:ln w="2520">
            <a:solidFill>
              <a:srgbClr val="FFFFFF"/>
            </a:solidFill>
            <a:round/>
          </a:ln>
        </p:spPr>
        <p:txBody>
          <a:bodyPr lIns="1080" tIns="-720" rIns="1080" bIns="-7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63" name=""/>
          <p:cNvSpPr/>
          <p:nvPr/>
        </p:nvSpPr>
        <p:spPr>
          <a:xfrm>
            <a:off x="5168880" y="1424520"/>
            <a:ext cx="1440" cy="2520"/>
          </a:xfrm>
          <a:custGeom>
            <a:avLst/>
            <a:gdLst/>
            <a:ahLst/>
            <a:rect l="0" t="0" r="r" b="b"/>
            <a:pathLst>
              <a:path w="4" h="7">
                <a:moveTo>
                  <a:pt x="0" y="3"/>
                </a:moveTo>
                <a:lnTo>
                  <a:pt x="0" y="2"/>
                </a:lnTo>
                <a:lnTo>
                  <a:pt x="1" y="0"/>
                </a:lnTo>
                <a:lnTo>
                  <a:pt x="3" y="0"/>
                </a:lnTo>
                <a:lnTo>
                  <a:pt x="4" y="2"/>
                </a:lnTo>
                <a:lnTo>
                  <a:pt x="4" y="3"/>
                </a:lnTo>
                <a:lnTo>
                  <a:pt x="3" y="4"/>
                </a:lnTo>
                <a:lnTo>
                  <a:pt x="3" y="5"/>
                </a:lnTo>
                <a:lnTo>
                  <a:pt x="1" y="7"/>
                </a:lnTo>
                <a:lnTo>
                  <a:pt x="0" y="5"/>
                </a:lnTo>
                <a:lnTo>
                  <a:pt x="0" y="4"/>
                </a:lnTo>
                <a:lnTo>
                  <a:pt x="0" y="3"/>
                </a:lnTo>
                <a:close/>
              </a:path>
            </a:pathLst>
          </a:custGeom>
          <a:solidFill>
            <a:srgbClr val="F2EBE6"/>
          </a:solidFill>
          <a:ln w="2520">
            <a:solidFill>
              <a:srgbClr val="FFFFFF"/>
            </a:solidFill>
            <a:round/>
          </a:ln>
        </p:spPr>
        <p:txBody>
          <a:bodyPr lIns="1080" tIns="1080" rIns="1080" bIns="108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64" name=""/>
          <p:cNvSpPr/>
          <p:nvPr/>
        </p:nvSpPr>
        <p:spPr>
          <a:xfrm>
            <a:off x="5170680" y="1424520"/>
            <a:ext cx="1440" cy="1440"/>
          </a:xfrm>
          <a:custGeom>
            <a:avLst/>
            <a:gdLst/>
            <a:ahLst/>
            <a:rect l="0" t="0" r="r" b="b"/>
            <a:pathLst>
              <a:path w="4" h="4">
                <a:moveTo>
                  <a:pt x="3" y="4"/>
                </a:moveTo>
                <a:lnTo>
                  <a:pt x="1" y="4"/>
                </a:lnTo>
                <a:lnTo>
                  <a:pt x="0" y="3"/>
                </a:lnTo>
                <a:lnTo>
                  <a:pt x="0" y="1"/>
                </a:lnTo>
                <a:lnTo>
                  <a:pt x="1" y="0"/>
                </a:lnTo>
                <a:lnTo>
                  <a:pt x="3" y="0"/>
                </a:lnTo>
                <a:lnTo>
                  <a:pt x="3" y="1"/>
                </a:lnTo>
                <a:lnTo>
                  <a:pt x="3" y="3"/>
                </a:lnTo>
                <a:lnTo>
                  <a:pt x="4" y="3"/>
                </a:lnTo>
                <a:lnTo>
                  <a:pt x="3" y="3"/>
                </a:lnTo>
                <a:lnTo>
                  <a:pt x="3" y="4"/>
                </a:lnTo>
                <a:close/>
              </a:path>
            </a:pathLst>
          </a:custGeom>
          <a:solidFill>
            <a:srgbClr val="F2EBE6"/>
          </a:solidFill>
          <a:ln w="2520">
            <a:solidFill>
              <a:srgbClr val="FFFFFF"/>
            </a:solidFill>
            <a:round/>
          </a:ln>
        </p:spPr>
        <p:txBody>
          <a:bodyPr lIns="1080" tIns="360" rIns="1080" bIns="3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65" name=""/>
          <p:cNvSpPr/>
          <p:nvPr/>
        </p:nvSpPr>
        <p:spPr>
          <a:xfrm>
            <a:off x="5170320" y="1424520"/>
            <a:ext cx="360" cy="360"/>
          </a:xfrm>
          <a:custGeom>
            <a:avLst/>
            <a:gdLst/>
            <a:ahLst/>
            <a:rect l="0" t="0" r="r" b="b"/>
            <a:pathLst>
              <a:path w="1" h="1">
                <a:moveTo>
                  <a:pt x="0" y="0"/>
                </a:moveTo>
                <a:lnTo>
                  <a:pt x="1" y="0"/>
                </a:lnTo>
                <a:lnTo>
                  <a:pt x="1" y="1"/>
                </a:lnTo>
                <a:lnTo>
                  <a:pt x="0" y="0"/>
                </a:lnTo>
                <a:close/>
              </a:path>
            </a:pathLst>
          </a:custGeom>
          <a:solidFill>
            <a:srgbClr val="F2EBE6"/>
          </a:solidFill>
          <a:ln w="2520">
            <a:solidFill>
              <a:srgbClr val="FFFFFF"/>
            </a:solidFill>
            <a:round/>
          </a:ln>
        </p:spPr>
        <p:txBody>
          <a:bodyPr lIns="1080" tIns="-720" rIns="1080" bIns="-7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66" name=""/>
          <p:cNvSpPr/>
          <p:nvPr/>
        </p:nvSpPr>
        <p:spPr>
          <a:xfrm>
            <a:off x="5171760" y="1423440"/>
            <a:ext cx="1440" cy="1080"/>
          </a:xfrm>
          <a:custGeom>
            <a:avLst/>
            <a:gdLst/>
            <a:ahLst/>
            <a:rect l="0" t="0" r="r" b="b"/>
            <a:pathLst>
              <a:path w="4" h="3">
                <a:moveTo>
                  <a:pt x="0" y="2"/>
                </a:moveTo>
                <a:lnTo>
                  <a:pt x="0" y="0"/>
                </a:lnTo>
                <a:lnTo>
                  <a:pt x="2" y="0"/>
                </a:lnTo>
                <a:lnTo>
                  <a:pt x="4" y="0"/>
                </a:lnTo>
                <a:lnTo>
                  <a:pt x="4" y="3"/>
                </a:lnTo>
                <a:lnTo>
                  <a:pt x="2" y="3"/>
                </a:lnTo>
                <a:lnTo>
                  <a:pt x="0" y="3"/>
                </a:lnTo>
                <a:lnTo>
                  <a:pt x="0" y="2"/>
                </a:lnTo>
                <a:close/>
              </a:path>
            </a:pathLst>
          </a:custGeom>
          <a:solidFill>
            <a:srgbClr val="F2EBE6"/>
          </a:solidFill>
          <a:ln w="2520">
            <a:solidFill>
              <a:srgbClr val="FFFFFF"/>
            </a:solidFill>
            <a:round/>
          </a:ln>
        </p:spPr>
        <p:txBody>
          <a:bodyPr lIns="1080" tIns="0" rIns="108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67" name=""/>
          <p:cNvSpPr/>
          <p:nvPr/>
        </p:nvSpPr>
        <p:spPr>
          <a:xfrm>
            <a:off x="5169240" y="1423440"/>
            <a:ext cx="720" cy="720"/>
          </a:xfrm>
          <a:custGeom>
            <a:avLst/>
            <a:gdLst/>
            <a:ahLst/>
            <a:rect l="0" t="0" r="r" b="b"/>
            <a:pathLst>
              <a:path w="2" h="2">
                <a:moveTo>
                  <a:pt x="0" y="0"/>
                </a:moveTo>
                <a:lnTo>
                  <a:pt x="2" y="0"/>
                </a:lnTo>
                <a:lnTo>
                  <a:pt x="2" y="2"/>
                </a:lnTo>
                <a:lnTo>
                  <a:pt x="0" y="2"/>
                </a:lnTo>
                <a:lnTo>
                  <a:pt x="0" y="0"/>
                </a:lnTo>
                <a:close/>
              </a:path>
            </a:pathLst>
          </a:custGeom>
          <a:solidFill>
            <a:srgbClr val="F2EBE6"/>
          </a:solidFill>
          <a:ln w="2520">
            <a:solidFill>
              <a:srgbClr val="FFFFFF"/>
            </a:solidFill>
            <a:round/>
          </a:ln>
        </p:spPr>
        <p:txBody>
          <a:bodyPr lIns="1080" tIns="-360" rIns="1080" bIns="-3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68" name=""/>
          <p:cNvSpPr/>
          <p:nvPr/>
        </p:nvSpPr>
        <p:spPr>
          <a:xfrm>
            <a:off x="5169960" y="1422720"/>
            <a:ext cx="1800" cy="1440"/>
          </a:xfrm>
          <a:custGeom>
            <a:avLst/>
            <a:gdLst/>
            <a:ahLst/>
            <a:rect l="0" t="0" r="r" b="b"/>
            <a:pathLst>
              <a:path w="5" h="4">
                <a:moveTo>
                  <a:pt x="3" y="3"/>
                </a:moveTo>
                <a:lnTo>
                  <a:pt x="3" y="4"/>
                </a:lnTo>
                <a:lnTo>
                  <a:pt x="1" y="4"/>
                </a:lnTo>
                <a:lnTo>
                  <a:pt x="1" y="3"/>
                </a:lnTo>
                <a:lnTo>
                  <a:pt x="0" y="2"/>
                </a:lnTo>
                <a:lnTo>
                  <a:pt x="1" y="0"/>
                </a:lnTo>
                <a:lnTo>
                  <a:pt x="4" y="2"/>
                </a:lnTo>
                <a:lnTo>
                  <a:pt x="4" y="3"/>
                </a:lnTo>
                <a:lnTo>
                  <a:pt x="5" y="3"/>
                </a:lnTo>
                <a:lnTo>
                  <a:pt x="4" y="4"/>
                </a:lnTo>
                <a:lnTo>
                  <a:pt x="3" y="3"/>
                </a:lnTo>
                <a:close/>
              </a:path>
            </a:pathLst>
          </a:custGeom>
          <a:solidFill>
            <a:srgbClr val="F2EBE6"/>
          </a:solidFill>
          <a:ln w="2520">
            <a:solidFill>
              <a:srgbClr val="FFFFFF"/>
            </a:solidFill>
            <a:round/>
          </a:ln>
        </p:spPr>
        <p:txBody>
          <a:bodyPr lIns="1080" tIns="360" rIns="1080" bIns="3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69" name=""/>
          <p:cNvSpPr/>
          <p:nvPr/>
        </p:nvSpPr>
        <p:spPr>
          <a:xfrm>
            <a:off x="5171040" y="1422360"/>
            <a:ext cx="360" cy="360"/>
          </a:xfrm>
          <a:custGeom>
            <a:avLst/>
            <a:gdLst/>
            <a:ahLst/>
            <a:rect l="0" t="0" r="r" b="b"/>
            <a:pathLst>
              <a:path w="1" h="1">
                <a:moveTo>
                  <a:pt x="0" y="0"/>
                </a:moveTo>
                <a:lnTo>
                  <a:pt x="1" y="0"/>
                </a:lnTo>
                <a:lnTo>
                  <a:pt x="1" y="1"/>
                </a:lnTo>
                <a:lnTo>
                  <a:pt x="0" y="0"/>
                </a:lnTo>
                <a:close/>
              </a:path>
            </a:pathLst>
          </a:custGeom>
          <a:solidFill>
            <a:srgbClr val="F2EBE6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70" name=""/>
          <p:cNvSpPr/>
          <p:nvPr/>
        </p:nvSpPr>
        <p:spPr>
          <a:xfrm>
            <a:off x="5171040" y="1422360"/>
            <a:ext cx="360" cy="360"/>
          </a:xfrm>
          <a:custGeom>
            <a:avLst/>
            <a:gdLst/>
            <a:ahLst/>
            <a:rect l="0" t="0" r="r" b="b"/>
            <a:pathLst>
              <a:path w="1" h="1">
                <a:moveTo>
                  <a:pt x="0" y="0"/>
                </a:moveTo>
                <a:lnTo>
                  <a:pt x="1" y="0"/>
                </a:lnTo>
                <a:lnTo>
                  <a:pt x="1" y="1"/>
                </a:lnTo>
                <a:lnTo>
                  <a:pt x="0" y="0"/>
                </a:lnTo>
                <a:close/>
              </a:path>
            </a:pathLst>
          </a:custGeom>
          <a:noFill/>
          <a:ln w="2520">
            <a:solidFill>
              <a:srgbClr val="FFFFFF"/>
            </a:solidFill>
            <a:round/>
          </a:ln>
        </p:spPr>
        <p:txBody>
          <a:bodyPr lIns="1080" tIns="-720" rIns="1080" bIns="-7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71" name=""/>
          <p:cNvSpPr/>
          <p:nvPr/>
        </p:nvSpPr>
        <p:spPr>
          <a:xfrm>
            <a:off x="5163480" y="1415160"/>
            <a:ext cx="17640" cy="9360"/>
          </a:xfrm>
          <a:custGeom>
            <a:avLst/>
            <a:gdLst/>
            <a:ahLst/>
            <a:rect l="0" t="0" r="r" b="b"/>
            <a:pathLst>
              <a:path w="49" h="26">
                <a:moveTo>
                  <a:pt x="7" y="2"/>
                </a:moveTo>
                <a:lnTo>
                  <a:pt x="8" y="2"/>
                </a:lnTo>
                <a:lnTo>
                  <a:pt x="9" y="2"/>
                </a:lnTo>
                <a:lnTo>
                  <a:pt x="10" y="3"/>
                </a:lnTo>
                <a:lnTo>
                  <a:pt x="11" y="3"/>
                </a:lnTo>
                <a:lnTo>
                  <a:pt x="13" y="3"/>
                </a:lnTo>
                <a:lnTo>
                  <a:pt x="14" y="2"/>
                </a:lnTo>
                <a:lnTo>
                  <a:pt x="15" y="2"/>
                </a:lnTo>
                <a:lnTo>
                  <a:pt x="17" y="1"/>
                </a:lnTo>
                <a:lnTo>
                  <a:pt x="18" y="1"/>
                </a:lnTo>
                <a:lnTo>
                  <a:pt x="19" y="0"/>
                </a:lnTo>
                <a:lnTo>
                  <a:pt x="20" y="0"/>
                </a:lnTo>
                <a:lnTo>
                  <a:pt x="20" y="1"/>
                </a:lnTo>
                <a:lnTo>
                  <a:pt x="21" y="1"/>
                </a:lnTo>
                <a:lnTo>
                  <a:pt x="21" y="2"/>
                </a:lnTo>
                <a:lnTo>
                  <a:pt x="22" y="3"/>
                </a:lnTo>
                <a:lnTo>
                  <a:pt x="23" y="3"/>
                </a:lnTo>
                <a:lnTo>
                  <a:pt x="24" y="4"/>
                </a:lnTo>
                <a:lnTo>
                  <a:pt x="25" y="5"/>
                </a:lnTo>
                <a:lnTo>
                  <a:pt x="26" y="5"/>
                </a:lnTo>
                <a:lnTo>
                  <a:pt x="28" y="5"/>
                </a:lnTo>
                <a:lnTo>
                  <a:pt x="31" y="5"/>
                </a:lnTo>
                <a:lnTo>
                  <a:pt x="32" y="5"/>
                </a:lnTo>
                <a:lnTo>
                  <a:pt x="34" y="4"/>
                </a:lnTo>
                <a:lnTo>
                  <a:pt x="35" y="4"/>
                </a:lnTo>
                <a:lnTo>
                  <a:pt x="36" y="4"/>
                </a:lnTo>
                <a:lnTo>
                  <a:pt x="37" y="5"/>
                </a:lnTo>
                <a:lnTo>
                  <a:pt x="38" y="5"/>
                </a:lnTo>
                <a:lnTo>
                  <a:pt x="39" y="4"/>
                </a:lnTo>
                <a:lnTo>
                  <a:pt x="40" y="4"/>
                </a:lnTo>
                <a:lnTo>
                  <a:pt x="41" y="4"/>
                </a:lnTo>
                <a:lnTo>
                  <a:pt x="42" y="4"/>
                </a:lnTo>
                <a:lnTo>
                  <a:pt x="42" y="5"/>
                </a:lnTo>
                <a:lnTo>
                  <a:pt x="42" y="7"/>
                </a:lnTo>
                <a:lnTo>
                  <a:pt x="41" y="7"/>
                </a:lnTo>
                <a:lnTo>
                  <a:pt x="40" y="7"/>
                </a:lnTo>
                <a:lnTo>
                  <a:pt x="39" y="7"/>
                </a:lnTo>
                <a:lnTo>
                  <a:pt x="38" y="7"/>
                </a:lnTo>
                <a:lnTo>
                  <a:pt x="38" y="8"/>
                </a:lnTo>
                <a:lnTo>
                  <a:pt x="38" y="9"/>
                </a:lnTo>
                <a:lnTo>
                  <a:pt x="39" y="9"/>
                </a:lnTo>
                <a:lnTo>
                  <a:pt x="40" y="9"/>
                </a:lnTo>
                <a:lnTo>
                  <a:pt x="41" y="9"/>
                </a:lnTo>
                <a:lnTo>
                  <a:pt x="42" y="9"/>
                </a:lnTo>
                <a:lnTo>
                  <a:pt x="43" y="10"/>
                </a:lnTo>
                <a:lnTo>
                  <a:pt x="44" y="11"/>
                </a:lnTo>
                <a:lnTo>
                  <a:pt x="44" y="12"/>
                </a:lnTo>
                <a:lnTo>
                  <a:pt x="45" y="12"/>
                </a:lnTo>
                <a:lnTo>
                  <a:pt x="46" y="12"/>
                </a:lnTo>
                <a:lnTo>
                  <a:pt x="47" y="13"/>
                </a:lnTo>
                <a:lnTo>
                  <a:pt x="47" y="14"/>
                </a:lnTo>
                <a:lnTo>
                  <a:pt x="48" y="14"/>
                </a:lnTo>
                <a:lnTo>
                  <a:pt x="49" y="14"/>
                </a:lnTo>
                <a:lnTo>
                  <a:pt x="48" y="14"/>
                </a:lnTo>
                <a:lnTo>
                  <a:pt x="48" y="15"/>
                </a:lnTo>
                <a:lnTo>
                  <a:pt x="48" y="16"/>
                </a:lnTo>
                <a:lnTo>
                  <a:pt x="49" y="16"/>
                </a:lnTo>
                <a:lnTo>
                  <a:pt x="48" y="21"/>
                </a:lnTo>
                <a:lnTo>
                  <a:pt x="48" y="23"/>
                </a:lnTo>
                <a:lnTo>
                  <a:pt x="48" y="24"/>
                </a:lnTo>
                <a:lnTo>
                  <a:pt x="48" y="25"/>
                </a:lnTo>
                <a:lnTo>
                  <a:pt x="47" y="24"/>
                </a:lnTo>
                <a:lnTo>
                  <a:pt x="46" y="24"/>
                </a:lnTo>
                <a:lnTo>
                  <a:pt x="46" y="25"/>
                </a:lnTo>
                <a:lnTo>
                  <a:pt x="45" y="25"/>
                </a:lnTo>
                <a:lnTo>
                  <a:pt x="44" y="26"/>
                </a:lnTo>
                <a:lnTo>
                  <a:pt x="43" y="26"/>
                </a:lnTo>
                <a:lnTo>
                  <a:pt x="43" y="25"/>
                </a:lnTo>
                <a:lnTo>
                  <a:pt x="42" y="25"/>
                </a:lnTo>
                <a:lnTo>
                  <a:pt x="40" y="24"/>
                </a:lnTo>
                <a:lnTo>
                  <a:pt x="39" y="24"/>
                </a:lnTo>
                <a:lnTo>
                  <a:pt x="38" y="23"/>
                </a:lnTo>
                <a:lnTo>
                  <a:pt x="36" y="23"/>
                </a:lnTo>
                <a:lnTo>
                  <a:pt x="35" y="23"/>
                </a:lnTo>
                <a:lnTo>
                  <a:pt x="33" y="22"/>
                </a:lnTo>
                <a:lnTo>
                  <a:pt x="32" y="22"/>
                </a:lnTo>
                <a:lnTo>
                  <a:pt x="31" y="21"/>
                </a:lnTo>
                <a:lnTo>
                  <a:pt x="30" y="21"/>
                </a:lnTo>
                <a:lnTo>
                  <a:pt x="29" y="21"/>
                </a:lnTo>
                <a:lnTo>
                  <a:pt x="29" y="22"/>
                </a:lnTo>
                <a:lnTo>
                  <a:pt x="28" y="22"/>
                </a:lnTo>
                <a:lnTo>
                  <a:pt x="27" y="22"/>
                </a:lnTo>
                <a:lnTo>
                  <a:pt x="26" y="22"/>
                </a:lnTo>
                <a:lnTo>
                  <a:pt x="25" y="23"/>
                </a:lnTo>
                <a:lnTo>
                  <a:pt x="25" y="22"/>
                </a:lnTo>
                <a:lnTo>
                  <a:pt x="24" y="21"/>
                </a:lnTo>
                <a:lnTo>
                  <a:pt x="23" y="21"/>
                </a:lnTo>
                <a:lnTo>
                  <a:pt x="23" y="20"/>
                </a:lnTo>
                <a:lnTo>
                  <a:pt x="22" y="20"/>
                </a:lnTo>
                <a:lnTo>
                  <a:pt x="21" y="21"/>
                </a:lnTo>
                <a:lnTo>
                  <a:pt x="20" y="21"/>
                </a:lnTo>
                <a:lnTo>
                  <a:pt x="19" y="21"/>
                </a:lnTo>
                <a:lnTo>
                  <a:pt x="18" y="21"/>
                </a:lnTo>
                <a:lnTo>
                  <a:pt x="18" y="22"/>
                </a:lnTo>
                <a:lnTo>
                  <a:pt x="17" y="22"/>
                </a:lnTo>
                <a:lnTo>
                  <a:pt x="18" y="22"/>
                </a:lnTo>
                <a:lnTo>
                  <a:pt x="17" y="22"/>
                </a:lnTo>
                <a:lnTo>
                  <a:pt x="17" y="23"/>
                </a:lnTo>
                <a:lnTo>
                  <a:pt x="15" y="23"/>
                </a:lnTo>
                <a:lnTo>
                  <a:pt x="15" y="24"/>
                </a:lnTo>
                <a:lnTo>
                  <a:pt x="14" y="24"/>
                </a:lnTo>
                <a:lnTo>
                  <a:pt x="13" y="23"/>
                </a:lnTo>
                <a:lnTo>
                  <a:pt x="14" y="23"/>
                </a:lnTo>
                <a:lnTo>
                  <a:pt x="13" y="23"/>
                </a:lnTo>
                <a:lnTo>
                  <a:pt x="13" y="22"/>
                </a:lnTo>
                <a:lnTo>
                  <a:pt x="13" y="21"/>
                </a:lnTo>
                <a:lnTo>
                  <a:pt x="11" y="20"/>
                </a:lnTo>
                <a:lnTo>
                  <a:pt x="10" y="19"/>
                </a:lnTo>
                <a:lnTo>
                  <a:pt x="10" y="18"/>
                </a:lnTo>
                <a:lnTo>
                  <a:pt x="9" y="18"/>
                </a:lnTo>
                <a:lnTo>
                  <a:pt x="8" y="18"/>
                </a:lnTo>
                <a:lnTo>
                  <a:pt x="8" y="16"/>
                </a:lnTo>
                <a:lnTo>
                  <a:pt x="7" y="16"/>
                </a:lnTo>
                <a:lnTo>
                  <a:pt x="7" y="15"/>
                </a:lnTo>
                <a:lnTo>
                  <a:pt x="7" y="14"/>
                </a:lnTo>
                <a:lnTo>
                  <a:pt x="8" y="14"/>
                </a:lnTo>
                <a:lnTo>
                  <a:pt x="8" y="13"/>
                </a:lnTo>
                <a:lnTo>
                  <a:pt x="8" y="12"/>
                </a:lnTo>
                <a:lnTo>
                  <a:pt x="7" y="10"/>
                </a:lnTo>
                <a:lnTo>
                  <a:pt x="7" y="9"/>
                </a:lnTo>
                <a:lnTo>
                  <a:pt x="6" y="8"/>
                </a:lnTo>
                <a:lnTo>
                  <a:pt x="5" y="8"/>
                </a:lnTo>
                <a:lnTo>
                  <a:pt x="4" y="7"/>
                </a:lnTo>
                <a:lnTo>
                  <a:pt x="3" y="6"/>
                </a:lnTo>
                <a:lnTo>
                  <a:pt x="3" y="5"/>
                </a:lnTo>
                <a:lnTo>
                  <a:pt x="3" y="4"/>
                </a:lnTo>
                <a:lnTo>
                  <a:pt x="2" y="4"/>
                </a:lnTo>
                <a:lnTo>
                  <a:pt x="1" y="3"/>
                </a:lnTo>
                <a:lnTo>
                  <a:pt x="0" y="2"/>
                </a:lnTo>
                <a:lnTo>
                  <a:pt x="1" y="1"/>
                </a:lnTo>
                <a:lnTo>
                  <a:pt x="1" y="0"/>
                </a:lnTo>
                <a:lnTo>
                  <a:pt x="2" y="0"/>
                </a:lnTo>
                <a:lnTo>
                  <a:pt x="4" y="1"/>
                </a:lnTo>
                <a:lnTo>
                  <a:pt x="5" y="1"/>
                </a:lnTo>
                <a:lnTo>
                  <a:pt x="5" y="2"/>
                </a:lnTo>
                <a:lnTo>
                  <a:pt x="5" y="1"/>
                </a:lnTo>
                <a:lnTo>
                  <a:pt x="6" y="2"/>
                </a:lnTo>
                <a:lnTo>
                  <a:pt x="7" y="2"/>
                </a:lnTo>
                <a:close/>
              </a:path>
            </a:pathLst>
          </a:custGeom>
          <a:solidFill>
            <a:srgbClr val="F2EBE6"/>
          </a:solidFill>
          <a:ln w="2520">
            <a:solidFill>
              <a:srgbClr val="FFFFFF"/>
            </a:solidFill>
            <a:round/>
          </a:ln>
        </p:spPr>
        <p:txBody>
          <a:bodyPr lIns="1080" tIns="1080" rIns="1080" bIns="108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72" name=""/>
          <p:cNvSpPr/>
          <p:nvPr/>
        </p:nvSpPr>
        <p:spPr>
          <a:xfrm>
            <a:off x="5172120" y="1416240"/>
            <a:ext cx="1440" cy="720"/>
          </a:xfrm>
          <a:custGeom>
            <a:avLst/>
            <a:gdLst/>
            <a:ahLst/>
            <a:rect l="0" t="0" r="r" b="b"/>
            <a:pathLst>
              <a:path w="4" h="2">
                <a:moveTo>
                  <a:pt x="0" y="2"/>
                </a:moveTo>
                <a:lnTo>
                  <a:pt x="0" y="0"/>
                </a:lnTo>
                <a:lnTo>
                  <a:pt x="0" y="2"/>
                </a:lnTo>
                <a:lnTo>
                  <a:pt x="2" y="2"/>
                </a:lnTo>
                <a:lnTo>
                  <a:pt x="4" y="2"/>
                </a:lnTo>
                <a:lnTo>
                  <a:pt x="2" y="2"/>
                </a:lnTo>
                <a:lnTo>
                  <a:pt x="0" y="2"/>
                </a:lnTo>
                <a:close/>
              </a:path>
            </a:pathLst>
          </a:custGeom>
          <a:solidFill>
            <a:srgbClr val="F2EBE6"/>
          </a:solidFill>
          <a:ln w="2520">
            <a:solidFill>
              <a:srgbClr val="FFFFFF"/>
            </a:solidFill>
            <a:round/>
          </a:ln>
        </p:spPr>
        <p:txBody>
          <a:bodyPr lIns="1080" tIns="-360" rIns="1080" bIns="-3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73" name=""/>
          <p:cNvSpPr/>
          <p:nvPr/>
        </p:nvSpPr>
        <p:spPr>
          <a:xfrm>
            <a:off x="5166360" y="1413720"/>
            <a:ext cx="2160" cy="2160"/>
          </a:xfrm>
          <a:custGeom>
            <a:avLst/>
            <a:gdLst/>
            <a:ahLst/>
            <a:rect l="0" t="0" r="r" b="b"/>
            <a:pathLst>
              <a:path w="6" h="6">
                <a:moveTo>
                  <a:pt x="4" y="5"/>
                </a:moveTo>
                <a:lnTo>
                  <a:pt x="2" y="6"/>
                </a:lnTo>
                <a:lnTo>
                  <a:pt x="2" y="5"/>
                </a:lnTo>
                <a:lnTo>
                  <a:pt x="0" y="4"/>
                </a:lnTo>
                <a:lnTo>
                  <a:pt x="0" y="3"/>
                </a:lnTo>
                <a:lnTo>
                  <a:pt x="1" y="3"/>
                </a:lnTo>
                <a:lnTo>
                  <a:pt x="2" y="2"/>
                </a:lnTo>
                <a:lnTo>
                  <a:pt x="2" y="0"/>
                </a:lnTo>
                <a:lnTo>
                  <a:pt x="4" y="0"/>
                </a:lnTo>
                <a:lnTo>
                  <a:pt x="5" y="0"/>
                </a:lnTo>
                <a:lnTo>
                  <a:pt x="6" y="2"/>
                </a:lnTo>
                <a:lnTo>
                  <a:pt x="6" y="3"/>
                </a:lnTo>
                <a:lnTo>
                  <a:pt x="4" y="5"/>
                </a:lnTo>
                <a:close/>
              </a:path>
            </a:pathLst>
          </a:custGeom>
          <a:solidFill>
            <a:srgbClr val="F2EBE6"/>
          </a:solidFill>
          <a:ln w="2520">
            <a:solidFill>
              <a:srgbClr val="FFFFFF"/>
            </a:solidFill>
            <a:round/>
          </a:ln>
        </p:spPr>
        <p:txBody>
          <a:bodyPr lIns="1080" tIns="1080" rIns="1080" bIns="108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74" name=""/>
          <p:cNvSpPr/>
          <p:nvPr/>
        </p:nvSpPr>
        <p:spPr>
          <a:xfrm>
            <a:off x="5171760" y="1412640"/>
            <a:ext cx="2520" cy="3240"/>
          </a:xfrm>
          <a:custGeom>
            <a:avLst/>
            <a:gdLst/>
            <a:ahLst/>
            <a:rect l="0" t="0" r="r" b="b"/>
            <a:pathLst>
              <a:path w="7" h="9">
                <a:moveTo>
                  <a:pt x="5" y="1"/>
                </a:moveTo>
                <a:lnTo>
                  <a:pt x="6" y="1"/>
                </a:lnTo>
                <a:lnTo>
                  <a:pt x="7" y="1"/>
                </a:lnTo>
                <a:lnTo>
                  <a:pt x="7" y="2"/>
                </a:lnTo>
                <a:lnTo>
                  <a:pt x="6" y="2"/>
                </a:lnTo>
                <a:lnTo>
                  <a:pt x="6" y="3"/>
                </a:lnTo>
                <a:lnTo>
                  <a:pt x="7" y="3"/>
                </a:lnTo>
                <a:lnTo>
                  <a:pt x="6" y="3"/>
                </a:lnTo>
                <a:lnTo>
                  <a:pt x="5" y="4"/>
                </a:lnTo>
                <a:lnTo>
                  <a:pt x="5" y="5"/>
                </a:lnTo>
                <a:lnTo>
                  <a:pt x="5" y="6"/>
                </a:lnTo>
                <a:lnTo>
                  <a:pt x="4" y="8"/>
                </a:lnTo>
                <a:lnTo>
                  <a:pt x="4" y="9"/>
                </a:lnTo>
                <a:lnTo>
                  <a:pt x="3" y="9"/>
                </a:lnTo>
                <a:lnTo>
                  <a:pt x="2" y="9"/>
                </a:lnTo>
                <a:lnTo>
                  <a:pt x="0" y="8"/>
                </a:lnTo>
                <a:lnTo>
                  <a:pt x="0" y="6"/>
                </a:lnTo>
                <a:lnTo>
                  <a:pt x="0" y="5"/>
                </a:lnTo>
                <a:lnTo>
                  <a:pt x="0" y="4"/>
                </a:lnTo>
                <a:lnTo>
                  <a:pt x="0" y="2"/>
                </a:lnTo>
                <a:lnTo>
                  <a:pt x="2" y="1"/>
                </a:lnTo>
                <a:lnTo>
                  <a:pt x="3" y="0"/>
                </a:lnTo>
                <a:lnTo>
                  <a:pt x="3" y="1"/>
                </a:lnTo>
                <a:lnTo>
                  <a:pt x="4" y="1"/>
                </a:lnTo>
                <a:lnTo>
                  <a:pt x="4" y="2"/>
                </a:lnTo>
                <a:lnTo>
                  <a:pt x="4" y="1"/>
                </a:lnTo>
                <a:lnTo>
                  <a:pt x="5" y="1"/>
                </a:lnTo>
                <a:close/>
              </a:path>
            </a:pathLst>
          </a:custGeom>
          <a:solidFill>
            <a:srgbClr val="F2EBE6"/>
          </a:solidFill>
          <a:ln w="2520">
            <a:solidFill>
              <a:srgbClr val="FFFFFF"/>
            </a:solidFill>
            <a:round/>
          </a:ln>
        </p:spPr>
        <p:txBody>
          <a:bodyPr lIns="1080" tIns="1080" rIns="1080" bIns="108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75" name=""/>
          <p:cNvSpPr/>
          <p:nvPr/>
        </p:nvSpPr>
        <p:spPr>
          <a:xfrm>
            <a:off x="5170680" y="1411920"/>
            <a:ext cx="1080" cy="1080"/>
          </a:xfrm>
          <a:custGeom>
            <a:avLst/>
            <a:gdLst/>
            <a:ahLst/>
            <a:rect l="0" t="0" r="r" b="b"/>
            <a:pathLst>
              <a:path w="3" h="3">
                <a:moveTo>
                  <a:pt x="0" y="2"/>
                </a:moveTo>
                <a:lnTo>
                  <a:pt x="0" y="0"/>
                </a:lnTo>
                <a:lnTo>
                  <a:pt x="1" y="0"/>
                </a:lnTo>
                <a:lnTo>
                  <a:pt x="3" y="0"/>
                </a:lnTo>
                <a:lnTo>
                  <a:pt x="3" y="2"/>
                </a:lnTo>
                <a:lnTo>
                  <a:pt x="1" y="2"/>
                </a:lnTo>
                <a:lnTo>
                  <a:pt x="1" y="3"/>
                </a:lnTo>
                <a:lnTo>
                  <a:pt x="0" y="3"/>
                </a:lnTo>
                <a:lnTo>
                  <a:pt x="0" y="2"/>
                </a:lnTo>
                <a:close/>
              </a:path>
            </a:pathLst>
          </a:custGeom>
          <a:solidFill>
            <a:srgbClr val="F2EBE6"/>
          </a:solidFill>
          <a:ln w="2520">
            <a:solidFill>
              <a:srgbClr val="FFFFFF"/>
            </a:solidFill>
            <a:round/>
          </a:ln>
        </p:spPr>
        <p:txBody>
          <a:bodyPr lIns="1080" tIns="0" rIns="108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76" name=""/>
          <p:cNvSpPr/>
          <p:nvPr/>
        </p:nvSpPr>
        <p:spPr>
          <a:xfrm>
            <a:off x="5167080" y="1406160"/>
            <a:ext cx="7560" cy="5040"/>
          </a:xfrm>
          <a:custGeom>
            <a:avLst/>
            <a:gdLst/>
            <a:ahLst/>
            <a:rect l="0" t="0" r="r" b="b"/>
            <a:pathLst>
              <a:path w="21" h="14">
                <a:moveTo>
                  <a:pt x="15" y="2"/>
                </a:moveTo>
                <a:lnTo>
                  <a:pt x="16" y="2"/>
                </a:lnTo>
                <a:lnTo>
                  <a:pt x="18" y="2"/>
                </a:lnTo>
                <a:lnTo>
                  <a:pt x="19" y="2"/>
                </a:lnTo>
                <a:lnTo>
                  <a:pt x="18" y="2"/>
                </a:lnTo>
                <a:lnTo>
                  <a:pt x="18" y="3"/>
                </a:lnTo>
                <a:lnTo>
                  <a:pt x="19" y="4"/>
                </a:lnTo>
                <a:lnTo>
                  <a:pt x="20" y="5"/>
                </a:lnTo>
                <a:lnTo>
                  <a:pt x="21" y="5"/>
                </a:lnTo>
                <a:lnTo>
                  <a:pt x="21" y="4"/>
                </a:lnTo>
                <a:lnTo>
                  <a:pt x="21" y="5"/>
                </a:lnTo>
                <a:lnTo>
                  <a:pt x="21" y="6"/>
                </a:lnTo>
                <a:lnTo>
                  <a:pt x="20" y="7"/>
                </a:lnTo>
                <a:lnTo>
                  <a:pt x="19" y="6"/>
                </a:lnTo>
                <a:lnTo>
                  <a:pt x="19" y="7"/>
                </a:lnTo>
                <a:lnTo>
                  <a:pt x="21" y="9"/>
                </a:lnTo>
                <a:lnTo>
                  <a:pt x="21" y="8"/>
                </a:lnTo>
                <a:lnTo>
                  <a:pt x="21" y="9"/>
                </a:lnTo>
                <a:lnTo>
                  <a:pt x="21" y="10"/>
                </a:lnTo>
                <a:lnTo>
                  <a:pt x="20" y="11"/>
                </a:lnTo>
                <a:lnTo>
                  <a:pt x="21" y="12"/>
                </a:lnTo>
                <a:lnTo>
                  <a:pt x="21" y="13"/>
                </a:lnTo>
                <a:lnTo>
                  <a:pt x="21" y="14"/>
                </a:lnTo>
                <a:lnTo>
                  <a:pt x="20" y="14"/>
                </a:lnTo>
                <a:lnTo>
                  <a:pt x="19" y="14"/>
                </a:lnTo>
                <a:lnTo>
                  <a:pt x="18" y="14"/>
                </a:lnTo>
                <a:lnTo>
                  <a:pt x="16" y="13"/>
                </a:lnTo>
                <a:lnTo>
                  <a:pt x="15" y="13"/>
                </a:lnTo>
                <a:lnTo>
                  <a:pt x="13" y="14"/>
                </a:lnTo>
                <a:lnTo>
                  <a:pt x="12" y="14"/>
                </a:lnTo>
                <a:lnTo>
                  <a:pt x="10" y="13"/>
                </a:lnTo>
                <a:lnTo>
                  <a:pt x="9" y="13"/>
                </a:lnTo>
                <a:lnTo>
                  <a:pt x="7" y="12"/>
                </a:lnTo>
                <a:lnTo>
                  <a:pt x="6" y="11"/>
                </a:lnTo>
                <a:lnTo>
                  <a:pt x="5" y="11"/>
                </a:lnTo>
                <a:lnTo>
                  <a:pt x="3" y="11"/>
                </a:lnTo>
                <a:lnTo>
                  <a:pt x="3" y="10"/>
                </a:lnTo>
                <a:lnTo>
                  <a:pt x="2" y="10"/>
                </a:lnTo>
                <a:lnTo>
                  <a:pt x="1" y="10"/>
                </a:lnTo>
                <a:lnTo>
                  <a:pt x="0" y="9"/>
                </a:lnTo>
                <a:lnTo>
                  <a:pt x="0" y="8"/>
                </a:lnTo>
                <a:lnTo>
                  <a:pt x="2" y="8"/>
                </a:lnTo>
                <a:lnTo>
                  <a:pt x="1" y="8"/>
                </a:lnTo>
                <a:lnTo>
                  <a:pt x="2" y="8"/>
                </a:lnTo>
                <a:lnTo>
                  <a:pt x="4" y="8"/>
                </a:lnTo>
                <a:lnTo>
                  <a:pt x="5" y="8"/>
                </a:lnTo>
                <a:lnTo>
                  <a:pt x="5" y="7"/>
                </a:lnTo>
                <a:lnTo>
                  <a:pt x="6" y="7"/>
                </a:lnTo>
                <a:lnTo>
                  <a:pt x="5" y="7"/>
                </a:lnTo>
                <a:lnTo>
                  <a:pt x="6" y="6"/>
                </a:lnTo>
                <a:lnTo>
                  <a:pt x="6" y="5"/>
                </a:lnTo>
                <a:lnTo>
                  <a:pt x="7" y="5"/>
                </a:lnTo>
                <a:lnTo>
                  <a:pt x="7" y="6"/>
                </a:lnTo>
                <a:lnTo>
                  <a:pt x="8" y="6"/>
                </a:lnTo>
                <a:lnTo>
                  <a:pt x="9" y="5"/>
                </a:lnTo>
                <a:lnTo>
                  <a:pt x="10" y="5"/>
                </a:lnTo>
                <a:lnTo>
                  <a:pt x="10" y="4"/>
                </a:lnTo>
                <a:lnTo>
                  <a:pt x="11" y="3"/>
                </a:lnTo>
                <a:lnTo>
                  <a:pt x="12" y="2"/>
                </a:lnTo>
                <a:lnTo>
                  <a:pt x="12" y="0"/>
                </a:lnTo>
                <a:lnTo>
                  <a:pt x="13" y="0"/>
                </a:lnTo>
                <a:lnTo>
                  <a:pt x="13" y="2"/>
                </a:lnTo>
                <a:lnTo>
                  <a:pt x="14" y="3"/>
                </a:lnTo>
                <a:lnTo>
                  <a:pt x="15" y="3"/>
                </a:lnTo>
                <a:lnTo>
                  <a:pt x="15" y="2"/>
                </a:lnTo>
                <a:close/>
              </a:path>
            </a:pathLst>
          </a:custGeom>
          <a:solidFill>
            <a:srgbClr val="F2EBE6"/>
          </a:solidFill>
          <a:ln w="2520">
            <a:solidFill>
              <a:srgbClr val="FFFFFF"/>
            </a:solidFill>
            <a:round/>
          </a:ln>
        </p:spPr>
        <p:txBody>
          <a:bodyPr lIns="1080" tIns="1080" rIns="1080" bIns="108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77" name=""/>
          <p:cNvSpPr/>
          <p:nvPr/>
        </p:nvSpPr>
        <p:spPr>
          <a:xfrm>
            <a:off x="5167800" y="1393560"/>
            <a:ext cx="360" cy="360"/>
          </a:xfrm>
          <a:custGeom>
            <a:avLst/>
            <a:gdLst/>
            <a:ahLst/>
            <a:rect l="0" t="0" r="r" b="b"/>
            <a:pathLst>
              <a:path w="1" h="1">
                <a:moveTo>
                  <a:pt x="0" y="1"/>
                </a:moveTo>
                <a:lnTo>
                  <a:pt x="1" y="0"/>
                </a:lnTo>
                <a:lnTo>
                  <a:pt x="1" y="1"/>
                </a:lnTo>
                <a:lnTo>
                  <a:pt x="0" y="1"/>
                </a:lnTo>
                <a:close/>
              </a:path>
            </a:pathLst>
          </a:custGeom>
          <a:solidFill>
            <a:srgbClr val="F2EBE6"/>
          </a:solidFill>
          <a:ln w="2520">
            <a:solidFill>
              <a:srgbClr val="FFFFFF"/>
            </a:solidFill>
            <a:round/>
          </a:ln>
        </p:spPr>
        <p:txBody>
          <a:bodyPr lIns="1080" tIns="-720" rIns="1080" bIns="-7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78" name=""/>
          <p:cNvSpPr/>
          <p:nvPr/>
        </p:nvSpPr>
        <p:spPr>
          <a:xfrm>
            <a:off x="5176440" y="1497600"/>
            <a:ext cx="360" cy="360"/>
          </a:xfrm>
          <a:custGeom>
            <a:avLst/>
            <a:gdLst/>
            <a:ahLst/>
            <a:rect l="0" t="0" r="r" b="b"/>
            <a:pathLst>
              <a:path w="1" h="1">
                <a:moveTo>
                  <a:pt x="1" y="0"/>
                </a:moveTo>
                <a:lnTo>
                  <a:pt x="0" y="1"/>
                </a:lnTo>
                <a:lnTo>
                  <a:pt x="0" y="0"/>
                </a:lnTo>
                <a:lnTo>
                  <a:pt x="1" y="0"/>
                </a:lnTo>
                <a:close/>
              </a:path>
            </a:pathLst>
          </a:custGeom>
          <a:solidFill>
            <a:srgbClr val="F2EBE6"/>
          </a:solidFill>
          <a:ln w="2520">
            <a:solidFill>
              <a:srgbClr val="FFFFFF"/>
            </a:solidFill>
            <a:round/>
          </a:ln>
        </p:spPr>
        <p:txBody>
          <a:bodyPr lIns="1080" tIns="-720" rIns="1080" bIns="-7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79" name=""/>
          <p:cNvSpPr/>
          <p:nvPr/>
        </p:nvSpPr>
        <p:spPr>
          <a:xfrm>
            <a:off x="5174640" y="1494360"/>
            <a:ext cx="2160" cy="2160"/>
          </a:xfrm>
          <a:custGeom>
            <a:avLst/>
            <a:gdLst/>
            <a:ahLst/>
            <a:rect l="0" t="0" r="r" b="b"/>
            <a:pathLst>
              <a:path w="6" h="6">
                <a:moveTo>
                  <a:pt x="3" y="5"/>
                </a:moveTo>
                <a:lnTo>
                  <a:pt x="2" y="5"/>
                </a:lnTo>
                <a:lnTo>
                  <a:pt x="1" y="5"/>
                </a:lnTo>
                <a:lnTo>
                  <a:pt x="1" y="6"/>
                </a:lnTo>
                <a:lnTo>
                  <a:pt x="0" y="6"/>
                </a:lnTo>
                <a:lnTo>
                  <a:pt x="1" y="6"/>
                </a:lnTo>
                <a:lnTo>
                  <a:pt x="1" y="5"/>
                </a:lnTo>
                <a:lnTo>
                  <a:pt x="1" y="4"/>
                </a:lnTo>
                <a:lnTo>
                  <a:pt x="2" y="2"/>
                </a:lnTo>
                <a:lnTo>
                  <a:pt x="3" y="2"/>
                </a:lnTo>
                <a:lnTo>
                  <a:pt x="5" y="2"/>
                </a:lnTo>
                <a:lnTo>
                  <a:pt x="6" y="1"/>
                </a:lnTo>
                <a:lnTo>
                  <a:pt x="5" y="1"/>
                </a:lnTo>
                <a:lnTo>
                  <a:pt x="5" y="0"/>
                </a:lnTo>
                <a:lnTo>
                  <a:pt x="6" y="0"/>
                </a:lnTo>
                <a:lnTo>
                  <a:pt x="6" y="1"/>
                </a:lnTo>
                <a:lnTo>
                  <a:pt x="6" y="2"/>
                </a:lnTo>
                <a:lnTo>
                  <a:pt x="5" y="2"/>
                </a:lnTo>
                <a:lnTo>
                  <a:pt x="5" y="4"/>
                </a:lnTo>
                <a:lnTo>
                  <a:pt x="3" y="4"/>
                </a:lnTo>
                <a:lnTo>
                  <a:pt x="3" y="5"/>
                </a:lnTo>
                <a:close/>
              </a:path>
            </a:pathLst>
          </a:custGeom>
          <a:solidFill>
            <a:srgbClr val="F2EBE6"/>
          </a:solidFill>
          <a:ln w="2520">
            <a:solidFill>
              <a:srgbClr val="FFFFFF"/>
            </a:solidFill>
            <a:round/>
          </a:ln>
        </p:spPr>
        <p:txBody>
          <a:bodyPr lIns="1080" tIns="1080" rIns="1080" bIns="108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80" name=""/>
          <p:cNvSpPr/>
          <p:nvPr/>
        </p:nvSpPr>
        <p:spPr>
          <a:xfrm>
            <a:off x="5173920" y="1492200"/>
            <a:ext cx="2880" cy="2160"/>
          </a:xfrm>
          <a:custGeom>
            <a:avLst/>
            <a:gdLst/>
            <a:ahLst/>
            <a:rect l="0" t="0" r="r" b="b"/>
            <a:pathLst>
              <a:path w="8" h="6">
                <a:moveTo>
                  <a:pt x="5" y="2"/>
                </a:moveTo>
                <a:lnTo>
                  <a:pt x="6" y="2"/>
                </a:lnTo>
                <a:lnTo>
                  <a:pt x="8" y="2"/>
                </a:lnTo>
                <a:lnTo>
                  <a:pt x="6" y="4"/>
                </a:lnTo>
                <a:lnTo>
                  <a:pt x="5" y="5"/>
                </a:lnTo>
                <a:lnTo>
                  <a:pt x="4" y="6"/>
                </a:lnTo>
                <a:lnTo>
                  <a:pt x="3" y="6"/>
                </a:lnTo>
                <a:lnTo>
                  <a:pt x="2" y="6"/>
                </a:lnTo>
                <a:lnTo>
                  <a:pt x="3" y="5"/>
                </a:lnTo>
                <a:lnTo>
                  <a:pt x="3" y="4"/>
                </a:lnTo>
                <a:lnTo>
                  <a:pt x="4" y="2"/>
                </a:lnTo>
                <a:lnTo>
                  <a:pt x="3" y="2"/>
                </a:lnTo>
                <a:lnTo>
                  <a:pt x="2" y="2"/>
                </a:lnTo>
                <a:lnTo>
                  <a:pt x="2" y="4"/>
                </a:lnTo>
                <a:lnTo>
                  <a:pt x="0" y="2"/>
                </a:lnTo>
                <a:lnTo>
                  <a:pt x="3" y="2"/>
                </a:lnTo>
                <a:lnTo>
                  <a:pt x="3" y="1"/>
                </a:lnTo>
                <a:lnTo>
                  <a:pt x="3" y="0"/>
                </a:lnTo>
                <a:lnTo>
                  <a:pt x="4" y="0"/>
                </a:lnTo>
                <a:lnTo>
                  <a:pt x="4" y="1"/>
                </a:lnTo>
                <a:lnTo>
                  <a:pt x="3" y="1"/>
                </a:lnTo>
                <a:lnTo>
                  <a:pt x="4" y="1"/>
                </a:lnTo>
                <a:lnTo>
                  <a:pt x="4" y="2"/>
                </a:lnTo>
                <a:lnTo>
                  <a:pt x="5" y="2"/>
                </a:lnTo>
                <a:close/>
              </a:path>
            </a:pathLst>
          </a:custGeom>
          <a:solidFill>
            <a:srgbClr val="F2EBE6"/>
          </a:solidFill>
          <a:ln w="2520">
            <a:solidFill>
              <a:srgbClr val="FFFFFF"/>
            </a:solidFill>
            <a:round/>
          </a:ln>
        </p:spPr>
        <p:txBody>
          <a:bodyPr lIns="1080" tIns="1080" rIns="1080" bIns="108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81" name=""/>
          <p:cNvSpPr/>
          <p:nvPr/>
        </p:nvSpPr>
        <p:spPr>
          <a:xfrm>
            <a:off x="5173920" y="1482480"/>
            <a:ext cx="1440" cy="1080"/>
          </a:xfrm>
          <a:custGeom>
            <a:avLst/>
            <a:gdLst/>
            <a:ahLst/>
            <a:rect l="0" t="0" r="r" b="b"/>
            <a:pathLst>
              <a:path w="4" h="3">
                <a:moveTo>
                  <a:pt x="0" y="2"/>
                </a:moveTo>
                <a:lnTo>
                  <a:pt x="1" y="2"/>
                </a:lnTo>
                <a:lnTo>
                  <a:pt x="1" y="0"/>
                </a:lnTo>
                <a:lnTo>
                  <a:pt x="2" y="0"/>
                </a:lnTo>
                <a:lnTo>
                  <a:pt x="4" y="0"/>
                </a:lnTo>
                <a:lnTo>
                  <a:pt x="4" y="2"/>
                </a:lnTo>
                <a:lnTo>
                  <a:pt x="2" y="2"/>
                </a:lnTo>
                <a:lnTo>
                  <a:pt x="2" y="3"/>
                </a:lnTo>
                <a:lnTo>
                  <a:pt x="1" y="3"/>
                </a:lnTo>
                <a:lnTo>
                  <a:pt x="0" y="2"/>
                </a:lnTo>
                <a:close/>
              </a:path>
            </a:pathLst>
          </a:custGeom>
          <a:solidFill>
            <a:srgbClr val="F2EBE6"/>
          </a:solidFill>
          <a:ln w="2520">
            <a:solidFill>
              <a:srgbClr val="FFFFFF"/>
            </a:solidFill>
            <a:round/>
          </a:ln>
        </p:spPr>
        <p:txBody>
          <a:bodyPr lIns="1080" tIns="0" rIns="108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82" name=""/>
          <p:cNvSpPr/>
          <p:nvPr/>
        </p:nvSpPr>
        <p:spPr>
          <a:xfrm>
            <a:off x="5172480" y="1480680"/>
            <a:ext cx="1080" cy="1440"/>
          </a:xfrm>
          <a:custGeom>
            <a:avLst/>
            <a:gdLst/>
            <a:ahLst/>
            <a:rect l="0" t="0" r="r" b="b"/>
            <a:pathLst>
              <a:path w="3" h="4">
                <a:moveTo>
                  <a:pt x="0" y="4"/>
                </a:moveTo>
                <a:lnTo>
                  <a:pt x="2" y="2"/>
                </a:lnTo>
                <a:lnTo>
                  <a:pt x="2" y="0"/>
                </a:lnTo>
                <a:lnTo>
                  <a:pt x="3" y="0"/>
                </a:lnTo>
                <a:lnTo>
                  <a:pt x="3" y="2"/>
                </a:lnTo>
                <a:lnTo>
                  <a:pt x="2" y="2"/>
                </a:lnTo>
                <a:lnTo>
                  <a:pt x="3" y="2"/>
                </a:lnTo>
                <a:lnTo>
                  <a:pt x="3" y="4"/>
                </a:lnTo>
                <a:lnTo>
                  <a:pt x="2" y="4"/>
                </a:lnTo>
                <a:lnTo>
                  <a:pt x="0" y="4"/>
                </a:lnTo>
                <a:close/>
              </a:path>
            </a:pathLst>
          </a:custGeom>
          <a:solidFill>
            <a:srgbClr val="F2EBE6"/>
          </a:solidFill>
          <a:ln w="2520">
            <a:solidFill>
              <a:srgbClr val="FFFFFF"/>
            </a:solidFill>
            <a:round/>
          </a:ln>
        </p:spPr>
        <p:txBody>
          <a:bodyPr lIns="1080" tIns="360" rIns="1080" bIns="3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83" name=""/>
          <p:cNvSpPr/>
          <p:nvPr/>
        </p:nvSpPr>
        <p:spPr>
          <a:xfrm>
            <a:off x="5174640" y="1459440"/>
            <a:ext cx="2520" cy="2880"/>
          </a:xfrm>
          <a:custGeom>
            <a:avLst/>
            <a:gdLst/>
            <a:ahLst/>
            <a:rect l="0" t="0" r="r" b="b"/>
            <a:pathLst>
              <a:path w="7" h="8">
                <a:moveTo>
                  <a:pt x="3" y="5"/>
                </a:moveTo>
                <a:lnTo>
                  <a:pt x="4" y="5"/>
                </a:lnTo>
                <a:lnTo>
                  <a:pt x="6" y="5"/>
                </a:lnTo>
                <a:lnTo>
                  <a:pt x="6" y="4"/>
                </a:lnTo>
                <a:lnTo>
                  <a:pt x="7" y="4"/>
                </a:lnTo>
                <a:lnTo>
                  <a:pt x="6" y="5"/>
                </a:lnTo>
                <a:lnTo>
                  <a:pt x="6" y="6"/>
                </a:lnTo>
                <a:lnTo>
                  <a:pt x="4" y="7"/>
                </a:lnTo>
                <a:lnTo>
                  <a:pt x="4" y="6"/>
                </a:lnTo>
                <a:lnTo>
                  <a:pt x="3" y="6"/>
                </a:lnTo>
                <a:lnTo>
                  <a:pt x="2" y="6"/>
                </a:lnTo>
                <a:lnTo>
                  <a:pt x="2" y="7"/>
                </a:lnTo>
                <a:lnTo>
                  <a:pt x="2" y="8"/>
                </a:lnTo>
                <a:lnTo>
                  <a:pt x="0" y="8"/>
                </a:lnTo>
                <a:lnTo>
                  <a:pt x="0" y="6"/>
                </a:lnTo>
                <a:lnTo>
                  <a:pt x="1" y="6"/>
                </a:lnTo>
                <a:lnTo>
                  <a:pt x="2" y="5"/>
                </a:lnTo>
                <a:lnTo>
                  <a:pt x="2" y="4"/>
                </a:lnTo>
                <a:lnTo>
                  <a:pt x="1" y="4"/>
                </a:lnTo>
                <a:lnTo>
                  <a:pt x="1" y="2"/>
                </a:lnTo>
                <a:lnTo>
                  <a:pt x="1" y="1"/>
                </a:lnTo>
                <a:lnTo>
                  <a:pt x="1" y="0"/>
                </a:lnTo>
                <a:lnTo>
                  <a:pt x="2" y="0"/>
                </a:lnTo>
                <a:lnTo>
                  <a:pt x="2" y="1"/>
                </a:lnTo>
                <a:lnTo>
                  <a:pt x="4" y="2"/>
                </a:lnTo>
                <a:lnTo>
                  <a:pt x="3" y="2"/>
                </a:lnTo>
                <a:lnTo>
                  <a:pt x="2" y="4"/>
                </a:lnTo>
                <a:lnTo>
                  <a:pt x="3" y="5"/>
                </a:lnTo>
                <a:close/>
              </a:path>
            </a:pathLst>
          </a:custGeom>
          <a:solidFill>
            <a:srgbClr val="F2EBE6"/>
          </a:solidFill>
          <a:ln w="2520">
            <a:solidFill>
              <a:srgbClr val="FFFFFF"/>
            </a:solidFill>
            <a:round/>
          </a:ln>
        </p:spPr>
        <p:txBody>
          <a:bodyPr lIns="1080" tIns="1080" rIns="1080" bIns="108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84" name=""/>
          <p:cNvSpPr/>
          <p:nvPr/>
        </p:nvSpPr>
        <p:spPr>
          <a:xfrm>
            <a:off x="5172840" y="1458720"/>
            <a:ext cx="1080" cy="720"/>
          </a:xfrm>
          <a:custGeom>
            <a:avLst/>
            <a:gdLst/>
            <a:ahLst/>
            <a:rect l="0" t="0" r="r" b="b"/>
            <a:pathLst>
              <a:path w="3" h="2">
                <a:moveTo>
                  <a:pt x="0" y="0"/>
                </a:moveTo>
                <a:lnTo>
                  <a:pt x="1" y="0"/>
                </a:lnTo>
                <a:lnTo>
                  <a:pt x="3" y="2"/>
                </a:lnTo>
                <a:lnTo>
                  <a:pt x="1" y="2"/>
                </a:lnTo>
                <a:lnTo>
                  <a:pt x="0" y="0"/>
                </a:lnTo>
                <a:close/>
              </a:path>
            </a:pathLst>
          </a:custGeom>
          <a:solidFill>
            <a:srgbClr val="F2EBE6"/>
          </a:solidFill>
          <a:ln w="2520">
            <a:solidFill>
              <a:srgbClr val="FFFFFF"/>
            </a:solidFill>
            <a:round/>
          </a:ln>
        </p:spPr>
        <p:txBody>
          <a:bodyPr lIns="1080" tIns="-360" rIns="1080" bIns="-3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85" name=""/>
          <p:cNvSpPr/>
          <p:nvPr/>
        </p:nvSpPr>
        <p:spPr>
          <a:xfrm>
            <a:off x="5173560" y="1458360"/>
            <a:ext cx="720" cy="720"/>
          </a:xfrm>
          <a:custGeom>
            <a:avLst/>
            <a:gdLst/>
            <a:ahLst/>
            <a:rect l="0" t="0" r="r" b="b"/>
            <a:pathLst>
              <a:path w="2" h="2">
                <a:moveTo>
                  <a:pt x="0" y="0"/>
                </a:moveTo>
                <a:lnTo>
                  <a:pt x="2" y="0"/>
                </a:lnTo>
                <a:lnTo>
                  <a:pt x="2" y="2"/>
                </a:lnTo>
                <a:lnTo>
                  <a:pt x="0" y="2"/>
                </a:lnTo>
                <a:lnTo>
                  <a:pt x="0" y="0"/>
                </a:lnTo>
                <a:close/>
              </a:path>
            </a:pathLst>
          </a:custGeom>
          <a:solidFill>
            <a:srgbClr val="F2EBE6"/>
          </a:solidFill>
          <a:ln w="2520">
            <a:solidFill>
              <a:srgbClr val="FFFFFF"/>
            </a:solidFill>
            <a:round/>
          </a:ln>
        </p:spPr>
        <p:txBody>
          <a:bodyPr lIns="1080" tIns="-360" rIns="1080" bIns="-3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86" name=""/>
          <p:cNvSpPr/>
          <p:nvPr/>
        </p:nvSpPr>
        <p:spPr>
          <a:xfrm>
            <a:off x="5178960" y="1449360"/>
            <a:ext cx="360" cy="360"/>
          </a:xfrm>
          <a:custGeom>
            <a:avLst/>
            <a:gdLst/>
            <a:ahLst/>
            <a:rect l="0" t="0" r="r" b="b"/>
            <a:pathLst>
              <a:path w="1" h="1">
                <a:moveTo>
                  <a:pt x="1" y="0"/>
                </a:moveTo>
                <a:lnTo>
                  <a:pt x="0" y="1"/>
                </a:lnTo>
                <a:lnTo>
                  <a:pt x="0" y="0"/>
                </a:lnTo>
                <a:lnTo>
                  <a:pt x="1" y="0"/>
                </a:lnTo>
                <a:close/>
              </a:path>
            </a:pathLst>
          </a:custGeom>
          <a:solidFill>
            <a:srgbClr val="F2EBE6"/>
          </a:solidFill>
          <a:ln w="2520">
            <a:solidFill>
              <a:srgbClr val="FFFFFF"/>
            </a:solidFill>
            <a:round/>
          </a:ln>
        </p:spPr>
        <p:txBody>
          <a:bodyPr lIns="1080" tIns="-720" rIns="1080" bIns="-7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87" name=""/>
          <p:cNvSpPr/>
          <p:nvPr/>
        </p:nvSpPr>
        <p:spPr>
          <a:xfrm>
            <a:off x="5178960" y="1446480"/>
            <a:ext cx="720" cy="1440"/>
          </a:xfrm>
          <a:custGeom>
            <a:avLst/>
            <a:gdLst/>
            <a:ahLst/>
            <a:rect l="0" t="0" r="r" b="b"/>
            <a:pathLst>
              <a:path w="2" h="4">
                <a:moveTo>
                  <a:pt x="0" y="2"/>
                </a:moveTo>
                <a:lnTo>
                  <a:pt x="0" y="0"/>
                </a:lnTo>
                <a:lnTo>
                  <a:pt x="2" y="0"/>
                </a:lnTo>
                <a:lnTo>
                  <a:pt x="2" y="2"/>
                </a:lnTo>
                <a:lnTo>
                  <a:pt x="0" y="4"/>
                </a:lnTo>
                <a:lnTo>
                  <a:pt x="0" y="2"/>
                </a:lnTo>
                <a:close/>
              </a:path>
            </a:pathLst>
          </a:custGeom>
          <a:solidFill>
            <a:srgbClr val="F2EBE6"/>
          </a:solidFill>
          <a:ln w="2520">
            <a:solidFill>
              <a:srgbClr val="FFFFFF"/>
            </a:solidFill>
            <a:round/>
          </a:ln>
        </p:spPr>
        <p:txBody>
          <a:bodyPr lIns="1080" tIns="360" rIns="1080" bIns="3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88" name=""/>
          <p:cNvSpPr/>
          <p:nvPr/>
        </p:nvSpPr>
        <p:spPr>
          <a:xfrm>
            <a:off x="5176080" y="1439640"/>
            <a:ext cx="720" cy="1440"/>
          </a:xfrm>
          <a:custGeom>
            <a:avLst/>
            <a:gdLst/>
            <a:ahLst/>
            <a:rect l="0" t="0" r="r" b="b"/>
            <a:pathLst>
              <a:path w="2" h="4">
                <a:moveTo>
                  <a:pt x="2" y="0"/>
                </a:moveTo>
                <a:lnTo>
                  <a:pt x="2" y="2"/>
                </a:lnTo>
                <a:lnTo>
                  <a:pt x="2" y="4"/>
                </a:lnTo>
                <a:lnTo>
                  <a:pt x="0" y="4"/>
                </a:lnTo>
                <a:lnTo>
                  <a:pt x="0" y="2"/>
                </a:lnTo>
                <a:lnTo>
                  <a:pt x="2" y="0"/>
                </a:lnTo>
                <a:close/>
              </a:path>
            </a:pathLst>
          </a:custGeom>
          <a:solidFill>
            <a:srgbClr val="F2EBE6"/>
          </a:solidFill>
          <a:ln w="2520">
            <a:solidFill>
              <a:srgbClr val="FFFFFF"/>
            </a:solidFill>
            <a:round/>
          </a:ln>
        </p:spPr>
        <p:txBody>
          <a:bodyPr lIns="1080" tIns="360" rIns="1080" bIns="3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89" name=""/>
          <p:cNvSpPr/>
          <p:nvPr/>
        </p:nvSpPr>
        <p:spPr>
          <a:xfrm>
            <a:off x="5178600" y="1438200"/>
            <a:ext cx="1440" cy="720"/>
          </a:xfrm>
          <a:custGeom>
            <a:avLst/>
            <a:gdLst/>
            <a:ahLst/>
            <a:rect l="0" t="0" r="r" b="b"/>
            <a:pathLst>
              <a:path w="4" h="2">
                <a:moveTo>
                  <a:pt x="2" y="0"/>
                </a:moveTo>
                <a:lnTo>
                  <a:pt x="4" y="2"/>
                </a:lnTo>
                <a:lnTo>
                  <a:pt x="2" y="2"/>
                </a:lnTo>
                <a:lnTo>
                  <a:pt x="0" y="2"/>
                </a:lnTo>
                <a:lnTo>
                  <a:pt x="0" y="0"/>
                </a:lnTo>
                <a:lnTo>
                  <a:pt x="2" y="0"/>
                </a:lnTo>
                <a:close/>
              </a:path>
            </a:pathLst>
          </a:custGeom>
          <a:solidFill>
            <a:srgbClr val="F2EBE6"/>
          </a:solidFill>
          <a:ln w="2520">
            <a:solidFill>
              <a:srgbClr val="FFFFFF"/>
            </a:solidFill>
            <a:round/>
          </a:ln>
        </p:spPr>
        <p:txBody>
          <a:bodyPr lIns="1080" tIns="-360" rIns="1080" bIns="-3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90" name=""/>
          <p:cNvSpPr/>
          <p:nvPr/>
        </p:nvSpPr>
        <p:spPr>
          <a:xfrm>
            <a:off x="5178240" y="1435680"/>
            <a:ext cx="1440" cy="720"/>
          </a:xfrm>
          <a:custGeom>
            <a:avLst/>
            <a:gdLst/>
            <a:ahLst/>
            <a:rect l="0" t="0" r="r" b="b"/>
            <a:pathLst>
              <a:path w="4" h="2">
                <a:moveTo>
                  <a:pt x="0" y="2"/>
                </a:moveTo>
                <a:lnTo>
                  <a:pt x="2" y="0"/>
                </a:lnTo>
                <a:lnTo>
                  <a:pt x="4" y="2"/>
                </a:lnTo>
                <a:lnTo>
                  <a:pt x="2" y="2"/>
                </a:lnTo>
                <a:lnTo>
                  <a:pt x="0" y="2"/>
                </a:lnTo>
                <a:close/>
              </a:path>
            </a:pathLst>
          </a:custGeom>
          <a:solidFill>
            <a:srgbClr val="F2EBE6"/>
          </a:solidFill>
          <a:ln w="2520">
            <a:solidFill>
              <a:srgbClr val="FFFFFF"/>
            </a:solidFill>
            <a:round/>
          </a:ln>
        </p:spPr>
        <p:txBody>
          <a:bodyPr lIns="1080" tIns="-360" rIns="1080" bIns="-3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91" name=""/>
          <p:cNvSpPr/>
          <p:nvPr/>
        </p:nvSpPr>
        <p:spPr>
          <a:xfrm>
            <a:off x="5171400" y="1432080"/>
            <a:ext cx="6840" cy="6120"/>
          </a:xfrm>
          <a:custGeom>
            <a:avLst/>
            <a:gdLst/>
            <a:ahLst/>
            <a:rect l="0" t="0" r="r" b="b"/>
            <a:pathLst>
              <a:path w="19" h="17">
                <a:moveTo>
                  <a:pt x="8" y="3"/>
                </a:moveTo>
                <a:lnTo>
                  <a:pt x="8" y="4"/>
                </a:lnTo>
                <a:lnTo>
                  <a:pt x="10" y="5"/>
                </a:lnTo>
                <a:lnTo>
                  <a:pt x="11" y="5"/>
                </a:lnTo>
                <a:lnTo>
                  <a:pt x="11" y="6"/>
                </a:lnTo>
                <a:lnTo>
                  <a:pt x="12" y="7"/>
                </a:lnTo>
                <a:lnTo>
                  <a:pt x="13" y="7"/>
                </a:lnTo>
                <a:lnTo>
                  <a:pt x="15" y="7"/>
                </a:lnTo>
                <a:lnTo>
                  <a:pt x="16" y="7"/>
                </a:lnTo>
                <a:lnTo>
                  <a:pt x="16" y="8"/>
                </a:lnTo>
                <a:lnTo>
                  <a:pt x="17" y="8"/>
                </a:lnTo>
                <a:lnTo>
                  <a:pt x="18" y="8"/>
                </a:lnTo>
                <a:lnTo>
                  <a:pt x="18" y="9"/>
                </a:lnTo>
                <a:lnTo>
                  <a:pt x="18" y="10"/>
                </a:lnTo>
                <a:lnTo>
                  <a:pt x="19" y="11"/>
                </a:lnTo>
                <a:lnTo>
                  <a:pt x="18" y="11"/>
                </a:lnTo>
                <a:lnTo>
                  <a:pt x="18" y="12"/>
                </a:lnTo>
                <a:lnTo>
                  <a:pt x="18" y="13"/>
                </a:lnTo>
                <a:lnTo>
                  <a:pt x="18" y="15"/>
                </a:lnTo>
                <a:lnTo>
                  <a:pt x="18" y="16"/>
                </a:lnTo>
                <a:lnTo>
                  <a:pt x="18" y="17"/>
                </a:lnTo>
                <a:lnTo>
                  <a:pt x="17" y="17"/>
                </a:lnTo>
                <a:lnTo>
                  <a:pt x="17" y="16"/>
                </a:lnTo>
                <a:lnTo>
                  <a:pt x="17" y="15"/>
                </a:lnTo>
                <a:lnTo>
                  <a:pt x="16" y="15"/>
                </a:lnTo>
                <a:lnTo>
                  <a:pt x="15" y="16"/>
                </a:lnTo>
                <a:lnTo>
                  <a:pt x="15" y="17"/>
                </a:lnTo>
                <a:lnTo>
                  <a:pt x="14" y="17"/>
                </a:lnTo>
                <a:lnTo>
                  <a:pt x="14" y="16"/>
                </a:lnTo>
                <a:lnTo>
                  <a:pt x="14" y="15"/>
                </a:lnTo>
                <a:lnTo>
                  <a:pt x="13" y="15"/>
                </a:lnTo>
                <a:lnTo>
                  <a:pt x="13" y="16"/>
                </a:lnTo>
                <a:lnTo>
                  <a:pt x="13" y="17"/>
                </a:lnTo>
                <a:lnTo>
                  <a:pt x="12" y="17"/>
                </a:lnTo>
                <a:lnTo>
                  <a:pt x="12" y="16"/>
                </a:lnTo>
                <a:lnTo>
                  <a:pt x="12" y="15"/>
                </a:lnTo>
                <a:lnTo>
                  <a:pt x="12" y="16"/>
                </a:lnTo>
                <a:lnTo>
                  <a:pt x="11" y="16"/>
                </a:lnTo>
                <a:lnTo>
                  <a:pt x="11" y="15"/>
                </a:lnTo>
                <a:lnTo>
                  <a:pt x="12" y="15"/>
                </a:lnTo>
                <a:lnTo>
                  <a:pt x="10" y="12"/>
                </a:lnTo>
                <a:lnTo>
                  <a:pt x="10" y="11"/>
                </a:lnTo>
                <a:lnTo>
                  <a:pt x="8" y="11"/>
                </a:lnTo>
                <a:lnTo>
                  <a:pt x="7" y="11"/>
                </a:lnTo>
                <a:lnTo>
                  <a:pt x="7" y="9"/>
                </a:lnTo>
                <a:lnTo>
                  <a:pt x="5" y="9"/>
                </a:lnTo>
                <a:lnTo>
                  <a:pt x="4" y="11"/>
                </a:lnTo>
                <a:lnTo>
                  <a:pt x="3" y="12"/>
                </a:lnTo>
                <a:lnTo>
                  <a:pt x="3" y="11"/>
                </a:lnTo>
                <a:lnTo>
                  <a:pt x="1" y="11"/>
                </a:lnTo>
                <a:lnTo>
                  <a:pt x="0" y="10"/>
                </a:lnTo>
                <a:lnTo>
                  <a:pt x="1" y="9"/>
                </a:lnTo>
                <a:lnTo>
                  <a:pt x="1" y="8"/>
                </a:lnTo>
                <a:lnTo>
                  <a:pt x="1" y="7"/>
                </a:lnTo>
                <a:lnTo>
                  <a:pt x="1" y="6"/>
                </a:lnTo>
                <a:lnTo>
                  <a:pt x="2" y="6"/>
                </a:lnTo>
                <a:lnTo>
                  <a:pt x="2" y="5"/>
                </a:lnTo>
                <a:lnTo>
                  <a:pt x="2" y="4"/>
                </a:lnTo>
                <a:lnTo>
                  <a:pt x="1" y="3"/>
                </a:lnTo>
                <a:lnTo>
                  <a:pt x="2" y="3"/>
                </a:lnTo>
                <a:lnTo>
                  <a:pt x="2" y="2"/>
                </a:lnTo>
                <a:lnTo>
                  <a:pt x="3" y="2"/>
                </a:lnTo>
                <a:lnTo>
                  <a:pt x="4" y="2"/>
                </a:lnTo>
                <a:lnTo>
                  <a:pt x="5" y="1"/>
                </a:lnTo>
                <a:lnTo>
                  <a:pt x="6" y="1"/>
                </a:lnTo>
                <a:lnTo>
                  <a:pt x="6" y="0"/>
                </a:lnTo>
                <a:lnTo>
                  <a:pt x="7" y="0"/>
                </a:lnTo>
                <a:lnTo>
                  <a:pt x="8" y="1"/>
                </a:lnTo>
                <a:lnTo>
                  <a:pt x="8" y="2"/>
                </a:lnTo>
                <a:lnTo>
                  <a:pt x="8" y="3"/>
                </a:lnTo>
                <a:close/>
              </a:path>
            </a:pathLst>
          </a:custGeom>
          <a:solidFill>
            <a:srgbClr val="F2EBE6"/>
          </a:solidFill>
          <a:ln w="2520">
            <a:solidFill>
              <a:srgbClr val="FFFFFF"/>
            </a:solidFill>
            <a:round/>
          </a:ln>
        </p:spPr>
        <p:txBody>
          <a:bodyPr lIns="1080" tIns="1080" rIns="1080" bIns="108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92" name=""/>
          <p:cNvSpPr/>
          <p:nvPr/>
        </p:nvSpPr>
        <p:spPr>
          <a:xfrm>
            <a:off x="5177160" y="1434240"/>
            <a:ext cx="1080" cy="360"/>
          </a:xfrm>
          <a:custGeom>
            <a:avLst/>
            <a:gdLst/>
            <a:ahLst/>
            <a:rect l="0" t="0" r="r" b="b"/>
            <a:pathLst>
              <a:path w="3" h="1">
                <a:moveTo>
                  <a:pt x="0" y="0"/>
                </a:moveTo>
                <a:lnTo>
                  <a:pt x="1" y="0"/>
                </a:lnTo>
                <a:lnTo>
                  <a:pt x="2" y="0"/>
                </a:lnTo>
                <a:lnTo>
                  <a:pt x="3" y="0"/>
                </a:lnTo>
                <a:lnTo>
                  <a:pt x="3" y="1"/>
                </a:lnTo>
                <a:lnTo>
                  <a:pt x="2" y="1"/>
                </a:lnTo>
                <a:lnTo>
                  <a:pt x="1" y="1"/>
                </a:lnTo>
                <a:lnTo>
                  <a:pt x="0" y="1"/>
                </a:lnTo>
                <a:lnTo>
                  <a:pt x="0" y="0"/>
                </a:lnTo>
                <a:close/>
              </a:path>
            </a:pathLst>
          </a:custGeom>
          <a:solidFill>
            <a:srgbClr val="F2EBE6"/>
          </a:solidFill>
          <a:ln w="2520">
            <a:solidFill>
              <a:srgbClr val="FFFFFF"/>
            </a:solidFill>
            <a:round/>
          </a:ln>
        </p:spPr>
        <p:txBody>
          <a:bodyPr lIns="1080" tIns="-720" rIns="1080" bIns="-7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93" name=""/>
          <p:cNvSpPr/>
          <p:nvPr/>
        </p:nvSpPr>
        <p:spPr>
          <a:xfrm>
            <a:off x="5178240" y="1433520"/>
            <a:ext cx="1440" cy="720"/>
          </a:xfrm>
          <a:custGeom>
            <a:avLst/>
            <a:gdLst/>
            <a:ahLst/>
            <a:rect l="0" t="0" r="r" b="b"/>
            <a:pathLst>
              <a:path w="4" h="2">
                <a:moveTo>
                  <a:pt x="0" y="0"/>
                </a:moveTo>
                <a:lnTo>
                  <a:pt x="2" y="0"/>
                </a:lnTo>
                <a:lnTo>
                  <a:pt x="4" y="2"/>
                </a:lnTo>
                <a:lnTo>
                  <a:pt x="2" y="2"/>
                </a:lnTo>
                <a:lnTo>
                  <a:pt x="0" y="2"/>
                </a:lnTo>
                <a:lnTo>
                  <a:pt x="0" y="0"/>
                </a:lnTo>
                <a:close/>
              </a:path>
            </a:pathLst>
          </a:custGeom>
          <a:solidFill>
            <a:srgbClr val="F2EBE6"/>
          </a:solidFill>
          <a:ln w="2520">
            <a:solidFill>
              <a:srgbClr val="FFFFFF"/>
            </a:solidFill>
            <a:round/>
          </a:ln>
        </p:spPr>
        <p:txBody>
          <a:bodyPr lIns="1080" tIns="-360" rIns="1080" bIns="-3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94" name=""/>
          <p:cNvSpPr/>
          <p:nvPr/>
        </p:nvSpPr>
        <p:spPr>
          <a:xfrm>
            <a:off x="5176800" y="1432800"/>
            <a:ext cx="720" cy="720"/>
          </a:xfrm>
          <a:custGeom>
            <a:avLst/>
            <a:gdLst/>
            <a:ahLst/>
            <a:rect l="0" t="0" r="r" b="b"/>
            <a:pathLst>
              <a:path w="2" h="2">
                <a:moveTo>
                  <a:pt x="2" y="0"/>
                </a:moveTo>
                <a:lnTo>
                  <a:pt x="2" y="2"/>
                </a:lnTo>
                <a:lnTo>
                  <a:pt x="0" y="2"/>
                </a:lnTo>
                <a:lnTo>
                  <a:pt x="0" y="0"/>
                </a:lnTo>
                <a:lnTo>
                  <a:pt x="2" y="0"/>
                </a:lnTo>
                <a:close/>
              </a:path>
            </a:pathLst>
          </a:custGeom>
          <a:solidFill>
            <a:srgbClr val="F2EBE6"/>
          </a:solidFill>
          <a:ln w="2520">
            <a:solidFill>
              <a:srgbClr val="FFFFFF"/>
            </a:solidFill>
            <a:round/>
          </a:ln>
        </p:spPr>
        <p:txBody>
          <a:bodyPr lIns="1080" tIns="-360" rIns="1080" bIns="-3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95" name=""/>
          <p:cNvSpPr/>
          <p:nvPr/>
        </p:nvSpPr>
        <p:spPr>
          <a:xfrm>
            <a:off x="5175720" y="1431360"/>
            <a:ext cx="1440" cy="720"/>
          </a:xfrm>
          <a:custGeom>
            <a:avLst/>
            <a:gdLst/>
            <a:ahLst/>
            <a:rect l="0" t="0" r="r" b="b"/>
            <a:pathLst>
              <a:path w="4" h="2">
                <a:moveTo>
                  <a:pt x="4" y="0"/>
                </a:moveTo>
                <a:lnTo>
                  <a:pt x="4" y="2"/>
                </a:lnTo>
                <a:lnTo>
                  <a:pt x="3" y="2"/>
                </a:lnTo>
                <a:lnTo>
                  <a:pt x="1" y="2"/>
                </a:lnTo>
                <a:lnTo>
                  <a:pt x="0" y="0"/>
                </a:lnTo>
                <a:lnTo>
                  <a:pt x="1" y="0"/>
                </a:lnTo>
                <a:lnTo>
                  <a:pt x="3" y="0"/>
                </a:lnTo>
                <a:lnTo>
                  <a:pt x="4" y="0"/>
                </a:lnTo>
                <a:close/>
              </a:path>
            </a:pathLst>
          </a:custGeom>
          <a:solidFill>
            <a:srgbClr val="F2EBE6"/>
          </a:solidFill>
          <a:ln w="2520">
            <a:solidFill>
              <a:srgbClr val="FFFFFF"/>
            </a:solidFill>
            <a:round/>
          </a:ln>
        </p:spPr>
        <p:txBody>
          <a:bodyPr lIns="1080" tIns="-360" rIns="1080" bIns="-3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96" name=""/>
          <p:cNvSpPr/>
          <p:nvPr/>
        </p:nvSpPr>
        <p:spPr>
          <a:xfrm>
            <a:off x="5175000" y="1431000"/>
            <a:ext cx="720" cy="360"/>
          </a:xfrm>
          <a:custGeom>
            <a:avLst/>
            <a:gdLst/>
            <a:ahLst/>
            <a:rect l="0" t="0" r="r" b="b"/>
            <a:pathLst>
              <a:path w="2" h="1">
                <a:moveTo>
                  <a:pt x="2" y="0"/>
                </a:moveTo>
                <a:lnTo>
                  <a:pt x="2" y="1"/>
                </a:lnTo>
                <a:lnTo>
                  <a:pt x="1" y="1"/>
                </a:lnTo>
                <a:lnTo>
                  <a:pt x="0" y="0"/>
                </a:lnTo>
                <a:lnTo>
                  <a:pt x="1" y="0"/>
                </a:lnTo>
                <a:lnTo>
                  <a:pt x="2" y="0"/>
                </a:lnTo>
                <a:close/>
              </a:path>
            </a:pathLst>
          </a:custGeom>
          <a:solidFill>
            <a:srgbClr val="F2EBE6"/>
          </a:solidFill>
          <a:ln w="2520">
            <a:solidFill>
              <a:srgbClr val="FFFFFF"/>
            </a:solidFill>
            <a:round/>
          </a:ln>
        </p:spPr>
        <p:txBody>
          <a:bodyPr lIns="1080" tIns="-720" rIns="1080" bIns="-7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97" name=""/>
          <p:cNvSpPr/>
          <p:nvPr/>
        </p:nvSpPr>
        <p:spPr>
          <a:xfrm>
            <a:off x="5177520" y="1430280"/>
            <a:ext cx="1440" cy="720"/>
          </a:xfrm>
          <a:custGeom>
            <a:avLst/>
            <a:gdLst/>
            <a:ahLst/>
            <a:rect l="0" t="0" r="r" b="b"/>
            <a:pathLst>
              <a:path w="4" h="2">
                <a:moveTo>
                  <a:pt x="0" y="2"/>
                </a:moveTo>
                <a:lnTo>
                  <a:pt x="0" y="0"/>
                </a:lnTo>
                <a:lnTo>
                  <a:pt x="2" y="0"/>
                </a:lnTo>
                <a:lnTo>
                  <a:pt x="2" y="2"/>
                </a:lnTo>
                <a:lnTo>
                  <a:pt x="4" y="2"/>
                </a:lnTo>
                <a:lnTo>
                  <a:pt x="2" y="2"/>
                </a:lnTo>
                <a:lnTo>
                  <a:pt x="0" y="2"/>
                </a:lnTo>
                <a:close/>
              </a:path>
            </a:pathLst>
          </a:custGeom>
          <a:solidFill>
            <a:srgbClr val="F2EBE6"/>
          </a:solidFill>
          <a:ln w="2520">
            <a:solidFill>
              <a:srgbClr val="FFFFFF"/>
            </a:solidFill>
            <a:round/>
          </a:ln>
        </p:spPr>
        <p:txBody>
          <a:bodyPr lIns="1080" tIns="-360" rIns="1080" bIns="-3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98" name=""/>
          <p:cNvSpPr/>
          <p:nvPr/>
        </p:nvSpPr>
        <p:spPr>
          <a:xfrm>
            <a:off x="5176080" y="1430280"/>
            <a:ext cx="1440" cy="720"/>
          </a:xfrm>
          <a:custGeom>
            <a:avLst/>
            <a:gdLst/>
            <a:ahLst/>
            <a:rect l="0" t="0" r="r" b="b"/>
            <a:pathLst>
              <a:path w="4" h="2">
                <a:moveTo>
                  <a:pt x="0" y="0"/>
                </a:moveTo>
                <a:lnTo>
                  <a:pt x="2" y="0"/>
                </a:lnTo>
                <a:lnTo>
                  <a:pt x="4" y="0"/>
                </a:lnTo>
                <a:lnTo>
                  <a:pt x="4" y="2"/>
                </a:lnTo>
                <a:lnTo>
                  <a:pt x="2" y="2"/>
                </a:lnTo>
                <a:lnTo>
                  <a:pt x="0" y="2"/>
                </a:lnTo>
                <a:lnTo>
                  <a:pt x="0" y="0"/>
                </a:lnTo>
                <a:close/>
              </a:path>
            </a:pathLst>
          </a:custGeom>
          <a:solidFill>
            <a:srgbClr val="F2EBE6"/>
          </a:solidFill>
          <a:ln w="2520">
            <a:solidFill>
              <a:srgbClr val="FFFFFF"/>
            </a:solidFill>
            <a:round/>
          </a:ln>
        </p:spPr>
        <p:txBody>
          <a:bodyPr lIns="1080" tIns="-360" rIns="1080" bIns="-3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99" name=""/>
          <p:cNvSpPr/>
          <p:nvPr/>
        </p:nvSpPr>
        <p:spPr>
          <a:xfrm>
            <a:off x="5178240" y="1427040"/>
            <a:ext cx="1800" cy="1440"/>
          </a:xfrm>
          <a:custGeom>
            <a:avLst/>
            <a:gdLst/>
            <a:ahLst/>
            <a:rect l="0" t="0" r="r" b="b"/>
            <a:pathLst>
              <a:path w="5" h="4">
                <a:moveTo>
                  <a:pt x="2" y="0"/>
                </a:moveTo>
                <a:lnTo>
                  <a:pt x="3" y="0"/>
                </a:lnTo>
                <a:lnTo>
                  <a:pt x="5" y="2"/>
                </a:lnTo>
                <a:lnTo>
                  <a:pt x="3" y="2"/>
                </a:lnTo>
                <a:lnTo>
                  <a:pt x="3" y="4"/>
                </a:lnTo>
                <a:lnTo>
                  <a:pt x="2" y="4"/>
                </a:lnTo>
                <a:lnTo>
                  <a:pt x="0" y="2"/>
                </a:lnTo>
                <a:lnTo>
                  <a:pt x="0" y="0"/>
                </a:lnTo>
                <a:lnTo>
                  <a:pt x="2" y="0"/>
                </a:lnTo>
                <a:close/>
              </a:path>
            </a:pathLst>
          </a:custGeom>
          <a:solidFill>
            <a:srgbClr val="F2EBE6"/>
          </a:solidFill>
          <a:ln w="2520">
            <a:solidFill>
              <a:srgbClr val="FFFFFF"/>
            </a:solidFill>
            <a:round/>
          </a:ln>
        </p:spPr>
        <p:txBody>
          <a:bodyPr lIns="1080" tIns="360" rIns="1080" bIns="3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00" name=""/>
          <p:cNvSpPr/>
          <p:nvPr/>
        </p:nvSpPr>
        <p:spPr>
          <a:xfrm>
            <a:off x="5172840" y="1423800"/>
            <a:ext cx="1800" cy="1440"/>
          </a:xfrm>
          <a:custGeom>
            <a:avLst/>
            <a:gdLst/>
            <a:ahLst/>
            <a:rect l="0" t="0" r="r" b="b"/>
            <a:pathLst>
              <a:path w="5" h="4">
                <a:moveTo>
                  <a:pt x="2" y="2"/>
                </a:moveTo>
                <a:lnTo>
                  <a:pt x="3" y="0"/>
                </a:lnTo>
                <a:lnTo>
                  <a:pt x="4" y="0"/>
                </a:lnTo>
                <a:lnTo>
                  <a:pt x="5" y="2"/>
                </a:lnTo>
                <a:lnTo>
                  <a:pt x="5" y="3"/>
                </a:lnTo>
                <a:lnTo>
                  <a:pt x="4" y="3"/>
                </a:lnTo>
                <a:lnTo>
                  <a:pt x="3" y="3"/>
                </a:lnTo>
                <a:lnTo>
                  <a:pt x="2" y="4"/>
                </a:lnTo>
                <a:lnTo>
                  <a:pt x="0" y="3"/>
                </a:lnTo>
                <a:lnTo>
                  <a:pt x="0" y="2"/>
                </a:lnTo>
                <a:lnTo>
                  <a:pt x="2" y="2"/>
                </a:lnTo>
                <a:close/>
              </a:path>
            </a:pathLst>
          </a:custGeom>
          <a:solidFill>
            <a:srgbClr val="F2EBE6"/>
          </a:solidFill>
          <a:ln w="2520">
            <a:solidFill>
              <a:srgbClr val="FFFFFF"/>
            </a:solidFill>
            <a:round/>
          </a:ln>
        </p:spPr>
        <p:txBody>
          <a:bodyPr lIns="1080" tIns="360" rIns="1080" bIns="3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01" name=""/>
          <p:cNvSpPr/>
          <p:nvPr/>
        </p:nvSpPr>
        <p:spPr>
          <a:xfrm>
            <a:off x="5172480" y="1423800"/>
            <a:ext cx="720" cy="360"/>
          </a:xfrm>
          <a:custGeom>
            <a:avLst/>
            <a:gdLst/>
            <a:ahLst/>
            <a:rect l="0" t="0" r="r" b="b"/>
            <a:pathLst>
              <a:path w="2" h="1">
                <a:moveTo>
                  <a:pt x="1" y="0"/>
                </a:moveTo>
                <a:lnTo>
                  <a:pt x="2" y="0"/>
                </a:lnTo>
                <a:lnTo>
                  <a:pt x="1" y="1"/>
                </a:lnTo>
                <a:lnTo>
                  <a:pt x="0" y="1"/>
                </a:lnTo>
                <a:lnTo>
                  <a:pt x="0" y="0"/>
                </a:lnTo>
                <a:lnTo>
                  <a:pt x="1" y="0"/>
                </a:lnTo>
                <a:close/>
              </a:path>
            </a:pathLst>
          </a:custGeom>
          <a:solidFill>
            <a:srgbClr val="F2EBE6"/>
          </a:solidFill>
          <a:ln w="2520">
            <a:solidFill>
              <a:srgbClr val="FFFFFF"/>
            </a:solidFill>
            <a:round/>
          </a:ln>
        </p:spPr>
        <p:txBody>
          <a:bodyPr lIns="1080" tIns="-720" rIns="1080" bIns="-7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02" name=""/>
          <p:cNvSpPr/>
          <p:nvPr/>
        </p:nvSpPr>
        <p:spPr>
          <a:xfrm>
            <a:off x="5176080" y="1423440"/>
            <a:ext cx="1800" cy="1440"/>
          </a:xfrm>
          <a:custGeom>
            <a:avLst/>
            <a:gdLst/>
            <a:ahLst/>
            <a:rect l="0" t="0" r="r" b="b"/>
            <a:pathLst>
              <a:path w="5" h="4">
                <a:moveTo>
                  <a:pt x="1" y="2"/>
                </a:moveTo>
                <a:lnTo>
                  <a:pt x="1" y="0"/>
                </a:lnTo>
                <a:lnTo>
                  <a:pt x="0" y="0"/>
                </a:lnTo>
                <a:lnTo>
                  <a:pt x="1" y="0"/>
                </a:lnTo>
                <a:lnTo>
                  <a:pt x="2" y="0"/>
                </a:lnTo>
                <a:lnTo>
                  <a:pt x="3" y="0"/>
                </a:lnTo>
                <a:lnTo>
                  <a:pt x="5" y="2"/>
                </a:lnTo>
                <a:lnTo>
                  <a:pt x="5" y="4"/>
                </a:lnTo>
                <a:lnTo>
                  <a:pt x="3" y="4"/>
                </a:lnTo>
                <a:lnTo>
                  <a:pt x="2" y="2"/>
                </a:lnTo>
                <a:lnTo>
                  <a:pt x="1" y="2"/>
                </a:lnTo>
                <a:close/>
              </a:path>
            </a:pathLst>
          </a:custGeom>
          <a:solidFill>
            <a:srgbClr val="F2EBE6"/>
          </a:solidFill>
          <a:ln w="2520">
            <a:solidFill>
              <a:srgbClr val="FFFFFF"/>
            </a:solidFill>
            <a:round/>
          </a:ln>
        </p:spPr>
        <p:txBody>
          <a:bodyPr lIns="1080" tIns="360" rIns="1080" bIns="3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03" name=""/>
          <p:cNvSpPr/>
          <p:nvPr/>
        </p:nvSpPr>
        <p:spPr>
          <a:xfrm>
            <a:off x="5173200" y="1422720"/>
            <a:ext cx="2520" cy="1440"/>
          </a:xfrm>
          <a:custGeom>
            <a:avLst/>
            <a:gdLst/>
            <a:ahLst/>
            <a:rect l="0" t="0" r="r" b="b"/>
            <a:pathLst>
              <a:path w="7" h="4">
                <a:moveTo>
                  <a:pt x="6" y="4"/>
                </a:moveTo>
                <a:lnTo>
                  <a:pt x="5" y="4"/>
                </a:lnTo>
                <a:lnTo>
                  <a:pt x="4" y="3"/>
                </a:lnTo>
                <a:lnTo>
                  <a:pt x="2" y="3"/>
                </a:lnTo>
                <a:lnTo>
                  <a:pt x="1" y="3"/>
                </a:lnTo>
                <a:lnTo>
                  <a:pt x="0" y="3"/>
                </a:lnTo>
                <a:lnTo>
                  <a:pt x="1" y="2"/>
                </a:lnTo>
                <a:lnTo>
                  <a:pt x="1" y="0"/>
                </a:lnTo>
                <a:lnTo>
                  <a:pt x="2" y="0"/>
                </a:lnTo>
                <a:lnTo>
                  <a:pt x="4" y="0"/>
                </a:lnTo>
                <a:lnTo>
                  <a:pt x="4" y="2"/>
                </a:lnTo>
                <a:lnTo>
                  <a:pt x="5" y="2"/>
                </a:lnTo>
                <a:lnTo>
                  <a:pt x="6" y="3"/>
                </a:lnTo>
                <a:lnTo>
                  <a:pt x="7" y="4"/>
                </a:lnTo>
                <a:lnTo>
                  <a:pt x="6" y="4"/>
                </a:lnTo>
                <a:close/>
              </a:path>
            </a:pathLst>
          </a:custGeom>
          <a:solidFill>
            <a:srgbClr val="F2EBE6"/>
          </a:solidFill>
          <a:ln w="2520">
            <a:solidFill>
              <a:srgbClr val="FFFFFF"/>
            </a:solidFill>
            <a:round/>
          </a:ln>
        </p:spPr>
        <p:txBody>
          <a:bodyPr lIns="1080" tIns="360" rIns="1080" bIns="3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04" name=""/>
          <p:cNvSpPr/>
          <p:nvPr/>
        </p:nvSpPr>
        <p:spPr>
          <a:xfrm>
            <a:off x="5172480" y="1422720"/>
            <a:ext cx="1440" cy="720"/>
          </a:xfrm>
          <a:custGeom>
            <a:avLst/>
            <a:gdLst/>
            <a:ahLst/>
            <a:rect l="0" t="0" r="r" b="b"/>
            <a:pathLst>
              <a:path w="4" h="2">
                <a:moveTo>
                  <a:pt x="4" y="0"/>
                </a:moveTo>
                <a:lnTo>
                  <a:pt x="4" y="2"/>
                </a:lnTo>
                <a:lnTo>
                  <a:pt x="2" y="2"/>
                </a:lnTo>
                <a:lnTo>
                  <a:pt x="0" y="2"/>
                </a:lnTo>
                <a:lnTo>
                  <a:pt x="2" y="0"/>
                </a:lnTo>
                <a:lnTo>
                  <a:pt x="4" y="0"/>
                </a:lnTo>
                <a:close/>
              </a:path>
            </a:pathLst>
          </a:custGeom>
          <a:solidFill>
            <a:srgbClr val="F2EBE6"/>
          </a:solidFill>
          <a:ln w="2520">
            <a:solidFill>
              <a:srgbClr val="FFFFFF"/>
            </a:solidFill>
            <a:round/>
          </a:ln>
        </p:spPr>
        <p:txBody>
          <a:bodyPr lIns="1080" tIns="-360" rIns="1080" bIns="-3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05" name=""/>
          <p:cNvSpPr/>
          <p:nvPr/>
        </p:nvSpPr>
        <p:spPr>
          <a:xfrm>
            <a:off x="5172480" y="1411200"/>
            <a:ext cx="1800" cy="1080"/>
          </a:xfrm>
          <a:custGeom>
            <a:avLst/>
            <a:gdLst/>
            <a:ahLst/>
            <a:rect l="0" t="0" r="r" b="b"/>
            <a:pathLst>
              <a:path w="5" h="3">
                <a:moveTo>
                  <a:pt x="2" y="3"/>
                </a:moveTo>
                <a:lnTo>
                  <a:pt x="0" y="3"/>
                </a:lnTo>
                <a:lnTo>
                  <a:pt x="0" y="2"/>
                </a:lnTo>
                <a:lnTo>
                  <a:pt x="2" y="0"/>
                </a:lnTo>
                <a:lnTo>
                  <a:pt x="3" y="0"/>
                </a:lnTo>
                <a:lnTo>
                  <a:pt x="3" y="2"/>
                </a:lnTo>
                <a:lnTo>
                  <a:pt x="5" y="2"/>
                </a:lnTo>
                <a:lnTo>
                  <a:pt x="5" y="3"/>
                </a:lnTo>
                <a:lnTo>
                  <a:pt x="3" y="3"/>
                </a:lnTo>
                <a:lnTo>
                  <a:pt x="2" y="3"/>
                </a:lnTo>
                <a:close/>
              </a:path>
            </a:pathLst>
          </a:custGeom>
          <a:solidFill>
            <a:srgbClr val="F2EBE6"/>
          </a:solidFill>
          <a:ln w="2520">
            <a:solidFill>
              <a:srgbClr val="FFFFFF"/>
            </a:solidFill>
            <a:round/>
          </a:ln>
        </p:spPr>
        <p:txBody>
          <a:bodyPr lIns="1080" tIns="0" rIns="108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06" name=""/>
          <p:cNvSpPr/>
          <p:nvPr/>
        </p:nvSpPr>
        <p:spPr>
          <a:xfrm>
            <a:off x="5174280" y="1410840"/>
            <a:ext cx="1080" cy="1440"/>
          </a:xfrm>
          <a:custGeom>
            <a:avLst/>
            <a:gdLst/>
            <a:ahLst/>
            <a:rect l="0" t="0" r="r" b="b"/>
            <a:pathLst>
              <a:path w="3" h="4">
                <a:moveTo>
                  <a:pt x="0" y="2"/>
                </a:moveTo>
                <a:lnTo>
                  <a:pt x="1" y="0"/>
                </a:lnTo>
                <a:lnTo>
                  <a:pt x="3" y="2"/>
                </a:lnTo>
                <a:lnTo>
                  <a:pt x="3" y="4"/>
                </a:lnTo>
                <a:lnTo>
                  <a:pt x="1" y="4"/>
                </a:lnTo>
                <a:lnTo>
                  <a:pt x="0" y="4"/>
                </a:lnTo>
                <a:lnTo>
                  <a:pt x="0" y="2"/>
                </a:lnTo>
                <a:close/>
              </a:path>
            </a:pathLst>
          </a:custGeom>
          <a:solidFill>
            <a:srgbClr val="F2EBE6"/>
          </a:solidFill>
          <a:ln w="2520">
            <a:solidFill>
              <a:srgbClr val="FFFFFF"/>
            </a:solidFill>
            <a:round/>
          </a:ln>
        </p:spPr>
        <p:txBody>
          <a:bodyPr lIns="1080" tIns="360" rIns="1080" bIns="3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07" name=""/>
          <p:cNvSpPr/>
          <p:nvPr/>
        </p:nvSpPr>
        <p:spPr>
          <a:xfrm>
            <a:off x="5173560" y="1410840"/>
            <a:ext cx="360" cy="360"/>
          </a:xfrm>
          <a:custGeom>
            <a:avLst/>
            <a:gdLst/>
            <a:ahLst/>
            <a:rect l="0" t="0" r="r" b="b"/>
            <a:pathLst>
              <a:path w="1" h="1">
                <a:moveTo>
                  <a:pt x="1" y="0"/>
                </a:moveTo>
                <a:lnTo>
                  <a:pt x="1" y="1"/>
                </a:lnTo>
                <a:lnTo>
                  <a:pt x="0" y="1"/>
                </a:lnTo>
                <a:lnTo>
                  <a:pt x="0" y="0"/>
                </a:lnTo>
                <a:lnTo>
                  <a:pt x="1" y="0"/>
                </a:lnTo>
                <a:close/>
              </a:path>
            </a:pathLst>
          </a:custGeom>
          <a:solidFill>
            <a:srgbClr val="F2EBE6"/>
          </a:solidFill>
          <a:ln w="2520">
            <a:solidFill>
              <a:srgbClr val="FFFFFF"/>
            </a:solidFill>
            <a:round/>
          </a:ln>
        </p:spPr>
        <p:txBody>
          <a:bodyPr lIns="1080" tIns="-720" rIns="1080" bIns="-7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08" name=""/>
          <p:cNvSpPr/>
          <p:nvPr/>
        </p:nvSpPr>
        <p:spPr>
          <a:xfrm>
            <a:off x="5178240" y="1410480"/>
            <a:ext cx="360" cy="360"/>
          </a:xfrm>
          <a:custGeom>
            <a:avLst/>
            <a:gdLst/>
            <a:ahLst/>
            <a:rect l="0" t="0" r="r" b="b"/>
            <a:pathLst>
              <a:path w="1" h="1">
                <a:moveTo>
                  <a:pt x="1" y="0"/>
                </a:moveTo>
                <a:lnTo>
                  <a:pt x="1" y="1"/>
                </a:lnTo>
                <a:lnTo>
                  <a:pt x="0" y="1"/>
                </a:lnTo>
                <a:lnTo>
                  <a:pt x="0" y="0"/>
                </a:lnTo>
                <a:lnTo>
                  <a:pt x="1" y="0"/>
                </a:lnTo>
                <a:close/>
              </a:path>
            </a:pathLst>
          </a:custGeom>
          <a:solidFill>
            <a:srgbClr val="F2EBE6"/>
          </a:solidFill>
          <a:ln w="2520">
            <a:solidFill>
              <a:srgbClr val="FFFFFF"/>
            </a:solidFill>
            <a:round/>
          </a:ln>
        </p:spPr>
        <p:txBody>
          <a:bodyPr lIns="1080" tIns="-720" rIns="1080" bIns="-7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09" name=""/>
          <p:cNvSpPr/>
          <p:nvPr/>
        </p:nvSpPr>
        <p:spPr>
          <a:xfrm>
            <a:off x="5175360" y="1408680"/>
            <a:ext cx="2520" cy="2160"/>
          </a:xfrm>
          <a:custGeom>
            <a:avLst/>
            <a:gdLst/>
            <a:ahLst/>
            <a:rect l="0" t="0" r="r" b="b"/>
            <a:pathLst>
              <a:path w="7" h="6">
                <a:moveTo>
                  <a:pt x="7" y="1"/>
                </a:moveTo>
                <a:lnTo>
                  <a:pt x="7" y="2"/>
                </a:lnTo>
                <a:lnTo>
                  <a:pt x="6" y="3"/>
                </a:lnTo>
                <a:lnTo>
                  <a:pt x="5" y="3"/>
                </a:lnTo>
                <a:lnTo>
                  <a:pt x="4" y="3"/>
                </a:lnTo>
                <a:lnTo>
                  <a:pt x="2" y="4"/>
                </a:lnTo>
                <a:lnTo>
                  <a:pt x="1" y="4"/>
                </a:lnTo>
                <a:lnTo>
                  <a:pt x="1" y="6"/>
                </a:lnTo>
                <a:lnTo>
                  <a:pt x="0" y="6"/>
                </a:lnTo>
                <a:lnTo>
                  <a:pt x="0" y="3"/>
                </a:lnTo>
                <a:lnTo>
                  <a:pt x="0" y="2"/>
                </a:lnTo>
                <a:lnTo>
                  <a:pt x="0" y="1"/>
                </a:lnTo>
                <a:lnTo>
                  <a:pt x="1" y="1"/>
                </a:lnTo>
                <a:lnTo>
                  <a:pt x="2" y="1"/>
                </a:lnTo>
                <a:lnTo>
                  <a:pt x="5" y="0"/>
                </a:lnTo>
                <a:lnTo>
                  <a:pt x="5" y="1"/>
                </a:lnTo>
                <a:lnTo>
                  <a:pt x="6" y="1"/>
                </a:lnTo>
                <a:lnTo>
                  <a:pt x="7" y="1"/>
                </a:lnTo>
                <a:close/>
              </a:path>
            </a:pathLst>
          </a:custGeom>
          <a:solidFill>
            <a:srgbClr val="F2EBE6"/>
          </a:solidFill>
          <a:ln w="2520">
            <a:solidFill>
              <a:srgbClr val="FFFFFF"/>
            </a:solidFill>
            <a:round/>
          </a:ln>
        </p:spPr>
        <p:txBody>
          <a:bodyPr lIns="1080" tIns="1080" rIns="1080" bIns="108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10" name=""/>
          <p:cNvSpPr/>
          <p:nvPr/>
        </p:nvSpPr>
        <p:spPr>
          <a:xfrm>
            <a:off x="5176080" y="1407960"/>
            <a:ext cx="6120" cy="3240"/>
          </a:xfrm>
          <a:custGeom>
            <a:avLst/>
            <a:gdLst/>
            <a:ahLst/>
            <a:rect l="0" t="0" r="r" b="b"/>
            <a:pathLst>
              <a:path w="17" h="9">
                <a:moveTo>
                  <a:pt x="17" y="3"/>
                </a:moveTo>
                <a:lnTo>
                  <a:pt x="16" y="3"/>
                </a:lnTo>
                <a:lnTo>
                  <a:pt x="16" y="4"/>
                </a:lnTo>
                <a:lnTo>
                  <a:pt x="16" y="6"/>
                </a:lnTo>
                <a:lnTo>
                  <a:pt x="14" y="7"/>
                </a:lnTo>
                <a:lnTo>
                  <a:pt x="13" y="6"/>
                </a:lnTo>
                <a:lnTo>
                  <a:pt x="14" y="4"/>
                </a:lnTo>
                <a:lnTo>
                  <a:pt x="13" y="4"/>
                </a:lnTo>
                <a:lnTo>
                  <a:pt x="12" y="4"/>
                </a:lnTo>
                <a:lnTo>
                  <a:pt x="12" y="6"/>
                </a:lnTo>
                <a:lnTo>
                  <a:pt x="9" y="6"/>
                </a:lnTo>
                <a:lnTo>
                  <a:pt x="8" y="7"/>
                </a:lnTo>
                <a:lnTo>
                  <a:pt x="6" y="7"/>
                </a:lnTo>
                <a:lnTo>
                  <a:pt x="5" y="7"/>
                </a:lnTo>
                <a:lnTo>
                  <a:pt x="4" y="7"/>
                </a:lnTo>
                <a:lnTo>
                  <a:pt x="4" y="8"/>
                </a:lnTo>
                <a:lnTo>
                  <a:pt x="3" y="8"/>
                </a:lnTo>
                <a:lnTo>
                  <a:pt x="2" y="8"/>
                </a:lnTo>
                <a:lnTo>
                  <a:pt x="2" y="9"/>
                </a:lnTo>
                <a:lnTo>
                  <a:pt x="1" y="9"/>
                </a:lnTo>
                <a:lnTo>
                  <a:pt x="0" y="8"/>
                </a:lnTo>
                <a:lnTo>
                  <a:pt x="0" y="7"/>
                </a:lnTo>
                <a:lnTo>
                  <a:pt x="1" y="7"/>
                </a:lnTo>
                <a:lnTo>
                  <a:pt x="2" y="7"/>
                </a:lnTo>
                <a:lnTo>
                  <a:pt x="4" y="4"/>
                </a:lnTo>
                <a:lnTo>
                  <a:pt x="5" y="4"/>
                </a:lnTo>
                <a:lnTo>
                  <a:pt x="4" y="4"/>
                </a:lnTo>
                <a:lnTo>
                  <a:pt x="5" y="2"/>
                </a:lnTo>
                <a:lnTo>
                  <a:pt x="6" y="2"/>
                </a:lnTo>
                <a:lnTo>
                  <a:pt x="6" y="1"/>
                </a:lnTo>
                <a:lnTo>
                  <a:pt x="7" y="2"/>
                </a:lnTo>
                <a:lnTo>
                  <a:pt x="8" y="1"/>
                </a:lnTo>
                <a:lnTo>
                  <a:pt x="9" y="1"/>
                </a:lnTo>
                <a:lnTo>
                  <a:pt x="10" y="0"/>
                </a:lnTo>
                <a:lnTo>
                  <a:pt x="11" y="0"/>
                </a:lnTo>
                <a:lnTo>
                  <a:pt x="11" y="1"/>
                </a:lnTo>
                <a:lnTo>
                  <a:pt x="12" y="0"/>
                </a:lnTo>
                <a:lnTo>
                  <a:pt x="13" y="0"/>
                </a:lnTo>
                <a:lnTo>
                  <a:pt x="14" y="0"/>
                </a:lnTo>
                <a:lnTo>
                  <a:pt x="14" y="1"/>
                </a:lnTo>
                <a:lnTo>
                  <a:pt x="16" y="2"/>
                </a:lnTo>
                <a:lnTo>
                  <a:pt x="17" y="2"/>
                </a:lnTo>
                <a:lnTo>
                  <a:pt x="17" y="3"/>
                </a:lnTo>
                <a:close/>
              </a:path>
            </a:pathLst>
          </a:custGeom>
          <a:solidFill>
            <a:srgbClr val="F2EBE6"/>
          </a:solidFill>
          <a:ln w="2520">
            <a:solidFill>
              <a:srgbClr val="FFFFFF"/>
            </a:solidFill>
            <a:round/>
          </a:ln>
        </p:spPr>
        <p:txBody>
          <a:bodyPr lIns="1080" tIns="1080" rIns="1080" bIns="108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11" name=""/>
          <p:cNvSpPr/>
          <p:nvPr/>
        </p:nvSpPr>
        <p:spPr>
          <a:xfrm>
            <a:off x="5174280" y="1398600"/>
            <a:ext cx="7200" cy="3960"/>
          </a:xfrm>
          <a:custGeom>
            <a:avLst/>
            <a:gdLst/>
            <a:ahLst/>
            <a:rect l="0" t="0" r="r" b="b"/>
            <a:pathLst>
              <a:path w="20" h="11">
                <a:moveTo>
                  <a:pt x="11" y="1"/>
                </a:moveTo>
                <a:lnTo>
                  <a:pt x="10" y="2"/>
                </a:lnTo>
                <a:lnTo>
                  <a:pt x="11" y="2"/>
                </a:lnTo>
                <a:lnTo>
                  <a:pt x="11" y="3"/>
                </a:lnTo>
                <a:lnTo>
                  <a:pt x="12" y="3"/>
                </a:lnTo>
                <a:lnTo>
                  <a:pt x="13" y="3"/>
                </a:lnTo>
                <a:lnTo>
                  <a:pt x="14" y="3"/>
                </a:lnTo>
                <a:lnTo>
                  <a:pt x="15" y="3"/>
                </a:lnTo>
                <a:lnTo>
                  <a:pt x="16" y="3"/>
                </a:lnTo>
                <a:lnTo>
                  <a:pt x="17" y="4"/>
                </a:lnTo>
                <a:lnTo>
                  <a:pt x="17" y="5"/>
                </a:lnTo>
                <a:lnTo>
                  <a:pt x="16" y="5"/>
                </a:lnTo>
                <a:lnTo>
                  <a:pt x="16" y="6"/>
                </a:lnTo>
                <a:lnTo>
                  <a:pt x="19" y="6"/>
                </a:lnTo>
                <a:lnTo>
                  <a:pt x="19" y="7"/>
                </a:lnTo>
                <a:lnTo>
                  <a:pt x="20" y="7"/>
                </a:lnTo>
                <a:lnTo>
                  <a:pt x="19" y="9"/>
                </a:lnTo>
                <a:lnTo>
                  <a:pt x="17" y="9"/>
                </a:lnTo>
                <a:lnTo>
                  <a:pt x="16" y="7"/>
                </a:lnTo>
                <a:lnTo>
                  <a:pt x="15" y="7"/>
                </a:lnTo>
                <a:lnTo>
                  <a:pt x="14" y="7"/>
                </a:lnTo>
                <a:lnTo>
                  <a:pt x="14" y="6"/>
                </a:lnTo>
                <a:lnTo>
                  <a:pt x="12" y="7"/>
                </a:lnTo>
                <a:lnTo>
                  <a:pt x="11" y="9"/>
                </a:lnTo>
                <a:lnTo>
                  <a:pt x="11" y="7"/>
                </a:lnTo>
                <a:lnTo>
                  <a:pt x="10" y="7"/>
                </a:lnTo>
                <a:lnTo>
                  <a:pt x="11" y="7"/>
                </a:lnTo>
                <a:lnTo>
                  <a:pt x="10" y="6"/>
                </a:lnTo>
                <a:lnTo>
                  <a:pt x="10" y="7"/>
                </a:lnTo>
                <a:lnTo>
                  <a:pt x="10" y="6"/>
                </a:lnTo>
                <a:lnTo>
                  <a:pt x="9" y="6"/>
                </a:lnTo>
                <a:lnTo>
                  <a:pt x="9" y="7"/>
                </a:lnTo>
                <a:lnTo>
                  <a:pt x="9" y="6"/>
                </a:lnTo>
                <a:lnTo>
                  <a:pt x="9" y="7"/>
                </a:lnTo>
                <a:lnTo>
                  <a:pt x="9" y="9"/>
                </a:lnTo>
                <a:lnTo>
                  <a:pt x="9" y="10"/>
                </a:lnTo>
                <a:lnTo>
                  <a:pt x="7" y="10"/>
                </a:lnTo>
                <a:lnTo>
                  <a:pt x="6" y="11"/>
                </a:lnTo>
                <a:lnTo>
                  <a:pt x="5" y="10"/>
                </a:lnTo>
                <a:lnTo>
                  <a:pt x="3" y="10"/>
                </a:lnTo>
                <a:lnTo>
                  <a:pt x="2" y="10"/>
                </a:lnTo>
                <a:lnTo>
                  <a:pt x="2" y="9"/>
                </a:lnTo>
                <a:lnTo>
                  <a:pt x="2" y="7"/>
                </a:lnTo>
                <a:lnTo>
                  <a:pt x="1" y="7"/>
                </a:lnTo>
                <a:lnTo>
                  <a:pt x="1" y="6"/>
                </a:lnTo>
                <a:lnTo>
                  <a:pt x="1" y="5"/>
                </a:lnTo>
                <a:lnTo>
                  <a:pt x="2" y="5"/>
                </a:lnTo>
                <a:lnTo>
                  <a:pt x="2" y="4"/>
                </a:lnTo>
                <a:lnTo>
                  <a:pt x="1" y="4"/>
                </a:lnTo>
                <a:lnTo>
                  <a:pt x="1" y="3"/>
                </a:lnTo>
                <a:lnTo>
                  <a:pt x="0" y="2"/>
                </a:lnTo>
                <a:lnTo>
                  <a:pt x="1" y="2"/>
                </a:lnTo>
                <a:lnTo>
                  <a:pt x="2" y="3"/>
                </a:lnTo>
                <a:lnTo>
                  <a:pt x="3" y="3"/>
                </a:lnTo>
                <a:lnTo>
                  <a:pt x="4" y="3"/>
                </a:lnTo>
                <a:lnTo>
                  <a:pt x="5" y="2"/>
                </a:lnTo>
                <a:lnTo>
                  <a:pt x="6" y="2"/>
                </a:lnTo>
                <a:lnTo>
                  <a:pt x="6" y="3"/>
                </a:lnTo>
                <a:lnTo>
                  <a:pt x="7" y="3"/>
                </a:lnTo>
                <a:lnTo>
                  <a:pt x="8" y="3"/>
                </a:lnTo>
                <a:lnTo>
                  <a:pt x="9" y="3"/>
                </a:lnTo>
                <a:lnTo>
                  <a:pt x="9" y="2"/>
                </a:lnTo>
                <a:lnTo>
                  <a:pt x="10" y="2"/>
                </a:lnTo>
                <a:lnTo>
                  <a:pt x="10" y="1"/>
                </a:lnTo>
                <a:lnTo>
                  <a:pt x="10" y="0"/>
                </a:lnTo>
                <a:lnTo>
                  <a:pt x="11" y="0"/>
                </a:lnTo>
                <a:lnTo>
                  <a:pt x="12" y="1"/>
                </a:lnTo>
                <a:lnTo>
                  <a:pt x="11" y="1"/>
                </a:lnTo>
                <a:close/>
              </a:path>
            </a:pathLst>
          </a:custGeom>
          <a:solidFill>
            <a:srgbClr val="F2EBE6"/>
          </a:solidFill>
          <a:ln w="2520">
            <a:solidFill>
              <a:srgbClr val="FFFFFF"/>
            </a:solidFill>
            <a:round/>
          </a:ln>
        </p:spPr>
        <p:txBody>
          <a:bodyPr lIns="1080" tIns="1080" rIns="1080" bIns="108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12" name=""/>
          <p:cNvSpPr/>
          <p:nvPr/>
        </p:nvSpPr>
        <p:spPr>
          <a:xfrm>
            <a:off x="5175000" y="1398240"/>
            <a:ext cx="1080" cy="0"/>
          </a:xfrm>
          <a:custGeom>
            <a:avLst/>
            <a:gdLst/>
            <a:ahLst/>
            <a:rect l="0" t="0" r="r" b="b"/>
            <a:pathLst>
              <a:path w="3" h="0">
                <a:moveTo>
                  <a:pt x="3" y="0"/>
                </a:moveTo>
                <a:lnTo>
                  <a:pt x="2" y="0"/>
                </a:lnTo>
                <a:lnTo>
                  <a:pt x="1" y="0"/>
                </a:lnTo>
                <a:lnTo>
                  <a:pt x="0" y="0"/>
                </a:lnTo>
                <a:lnTo>
                  <a:pt x="1" y="0"/>
                </a:lnTo>
                <a:lnTo>
                  <a:pt x="2" y="0"/>
                </a:lnTo>
                <a:lnTo>
                  <a:pt x="3" y="0"/>
                </a:lnTo>
                <a:close/>
              </a:path>
            </a:pathLst>
          </a:custGeom>
          <a:solidFill>
            <a:srgbClr val="F2EBE6"/>
          </a:solidFill>
          <a:ln w="2520">
            <a:solidFill>
              <a:srgbClr val="FFFFFF"/>
            </a:solidFill>
            <a:round/>
          </a:ln>
        </p:spPr>
        <p:txBody>
          <a:bodyPr lIns="1080" tIns="-1080" rIns="1080" bIns="-108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13" name=""/>
          <p:cNvSpPr/>
          <p:nvPr/>
        </p:nvSpPr>
        <p:spPr>
          <a:xfrm>
            <a:off x="5173200" y="1397160"/>
            <a:ext cx="1440" cy="1440"/>
          </a:xfrm>
          <a:custGeom>
            <a:avLst/>
            <a:gdLst/>
            <a:ahLst/>
            <a:rect l="0" t="0" r="r" b="b"/>
            <a:pathLst>
              <a:path w="4" h="4">
                <a:moveTo>
                  <a:pt x="0" y="4"/>
                </a:moveTo>
                <a:lnTo>
                  <a:pt x="0" y="2"/>
                </a:lnTo>
                <a:lnTo>
                  <a:pt x="0" y="0"/>
                </a:lnTo>
                <a:lnTo>
                  <a:pt x="2" y="0"/>
                </a:lnTo>
                <a:lnTo>
                  <a:pt x="4" y="0"/>
                </a:lnTo>
                <a:lnTo>
                  <a:pt x="4" y="2"/>
                </a:lnTo>
                <a:lnTo>
                  <a:pt x="4" y="4"/>
                </a:lnTo>
                <a:lnTo>
                  <a:pt x="2" y="4"/>
                </a:lnTo>
                <a:lnTo>
                  <a:pt x="0" y="4"/>
                </a:lnTo>
                <a:close/>
              </a:path>
            </a:pathLst>
          </a:custGeom>
          <a:solidFill>
            <a:srgbClr val="F2EBE6"/>
          </a:solidFill>
          <a:ln w="2520">
            <a:solidFill>
              <a:srgbClr val="FFFFFF"/>
            </a:solidFill>
            <a:round/>
          </a:ln>
        </p:spPr>
        <p:txBody>
          <a:bodyPr lIns="1080" tIns="360" rIns="1080" bIns="3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14" name=""/>
          <p:cNvSpPr/>
          <p:nvPr/>
        </p:nvSpPr>
        <p:spPr>
          <a:xfrm>
            <a:off x="5175360" y="1396440"/>
            <a:ext cx="1440" cy="1440"/>
          </a:xfrm>
          <a:custGeom>
            <a:avLst/>
            <a:gdLst/>
            <a:ahLst/>
            <a:rect l="0" t="0" r="r" b="b"/>
            <a:pathLst>
              <a:path w="4" h="4">
                <a:moveTo>
                  <a:pt x="3" y="4"/>
                </a:moveTo>
                <a:lnTo>
                  <a:pt x="3" y="3"/>
                </a:lnTo>
                <a:lnTo>
                  <a:pt x="1" y="3"/>
                </a:lnTo>
                <a:lnTo>
                  <a:pt x="0" y="3"/>
                </a:lnTo>
                <a:lnTo>
                  <a:pt x="1" y="3"/>
                </a:lnTo>
                <a:lnTo>
                  <a:pt x="1" y="1"/>
                </a:lnTo>
                <a:lnTo>
                  <a:pt x="1" y="3"/>
                </a:lnTo>
                <a:lnTo>
                  <a:pt x="3" y="3"/>
                </a:lnTo>
                <a:lnTo>
                  <a:pt x="4" y="3"/>
                </a:lnTo>
                <a:lnTo>
                  <a:pt x="4" y="1"/>
                </a:lnTo>
                <a:lnTo>
                  <a:pt x="4" y="0"/>
                </a:lnTo>
                <a:lnTo>
                  <a:pt x="4" y="1"/>
                </a:lnTo>
                <a:lnTo>
                  <a:pt x="4" y="3"/>
                </a:lnTo>
                <a:lnTo>
                  <a:pt x="4" y="4"/>
                </a:lnTo>
                <a:lnTo>
                  <a:pt x="3" y="4"/>
                </a:lnTo>
                <a:close/>
              </a:path>
            </a:pathLst>
          </a:custGeom>
          <a:solidFill>
            <a:srgbClr val="F2EBE6"/>
          </a:solidFill>
          <a:ln w="2520">
            <a:solidFill>
              <a:srgbClr val="FFFFFF"/>
            </a:solidFill>
            <a:round/>
          </a:ln>
        </p:spPr>
        <p:txBody>
          <a:bodyPr lIns="1080" tIns="360" rIns="1080" bIns="3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15" name=""/>
          <p:cNvSpPr/>
          <p:nvPr/>
        </p:nvSpPr>
        <p:spPr>
          <a:xfrm>
            <a:off x="5175360" y="1393200"/>
            <a:ext cx="720" cy="1440"/>
          </a:xfrm>
          <a:custGeom>
            <a:avLst/>
            <a:gdLst/>
            <a:ahLst/>
            <a:rect l="0" t="0" r="r" b="b"/>
            <a:pathLst>
              <a:path w="2" h="4">
                <a:moveTo>
                  <a:pt x="0" y="2"/>
                </a:moveTo>
                <a:lnTo>
                  <a:pt x="2" y="0"/>
                </a:lnTo>
                <a:lnTo>
                  <a:pt x="2" y="2"/>
                </a:lnTo>
                <a:lnTo>
                  <a:pt x="0" y="4"/>
                </a:lnTo>
                <a:lnTo>
                  <a:pt x="0" y="2"/>
                </a:lnTo>
                <a:close/>
              </a:path>
            </a:pathLst>
          </a:custGeom>
          <a:solidFill>
            <a:srgbClr val="F2EBE6"/>
          </a:solidFill>
          <a:ln w="2520">
            <a:solidFill>
              <a:srgbClr val="FFFFFF"/>
            </a:solidFill>
            <a:round/>
          </a:ln>
        </p:spPr>
        <p:txBody>
          <a:bodyPr lIns="1080" tIns="360" rIns="1080" bIns="3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16" name=""/>
          <p:cNvSpPr/>
          <p:nvPr/>
        </p:nvSpPr>
        <p:spPr>
          <a:xfrm>
            <a:off x="5176440" y="1393200"/>
            <a:ext cx="1080" cy="720"/>
          </a:xfrm>
          <a:custGeom>
            <a:avLst/>
            <a:gdLst/>
            <a:ahLst/>
            <a:rect l="0" t="0" r="r" b="b"/>
            <a:pathLst>
              <a:path w="3" h="2">
                <a:moveTo>
                  <a:pt x="0" y="0"/>
                </a:moveTo>
                <a:lnTo>
                  <a:pt x="1" y="0"/>
                </a:lnTo>
                <a:lnTo>
                  <a:pt x="3" y="2"/>
                </a:lnTo>
                <a:lnTo>
                  <a:pt x="0" y="2"/>
                </a:lnTo>
                <a:lnTo>
                  <a:pt x="0" y="0"/>
                </a:lnTo>
                <a:close/>
              </a:path>
            </a:pathLst>
          </a:custGeom>
          <a:solidFill>
            <a:srgbClr val="F2EBE6"/>
          </a:solidFill>
          <a:ln w="2520">
            <a:solidFill>
              <a:srgbClr val="FFFFFF"/>
            </a:solidFill>
            <a:round/>
          </a:ln>
        </p:spPr>
        <p:txBody>
          <a:bodyPr lIns="1080" tIns="-360" rIns="1080" bIns="-3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17" name=""/>
          <p:cNvSpPr/>
          <p:nvPr/>
        </p:nvSpPr>
        <p:spPr>
          <a:xfrm>
            <a:off x="5178960" y="1391400"/>
            <a:ext cx="0" cy="720"/>
          </a:xfrm>
          <a:custGeom>
            <a:avLst/>
            <a:gdLst/>
            <a:ahLst/>
            <a:rect l="0" t="0" r="r" b="b"/>
            <a:pathLst>
              <a:path w="0" h="2">
                <a:moveTo>
                  <a:pt x="0" y="0"/>
                </a:moveTo>
                <a:lnTo>
                  <a:pt x="0" y="1"/>
                </a:lnTo>
                <a:lnTo>
                  <a:pt x="0" y="2"/>
                </a:lnTo>
                <a:lnTo>
                  <a:pt x="0" y="1"/>
                </a:lnTo>
                <a:lnTo>
                  <a:pt x="0" y="0"/>
                </a:lnTo>
                <a:close/>
              </a:path>
            </a:pathLst>
          </a:custGeom>
          <a:solidFill>
            <a:srgbClr val="F2EBE6"/>
          </a:solidFill>
          <a:ln w="2520">
            <a:solidFill>
              <a:srgbClr val="FFFFFF"/>
            </a:solidFill>
            <a:round/>
          </a:ln>
        </p:spPr>
        <p:txBody>
          <a:bodyPr lIns="1080" tIns="-360" rIns="1080" bIns="-3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18" name=""/>
          <p:cNvSpPr/>
          <p:nvPr/>
        </p:nvSpPr>
        <p:spPr>
          <a:xfrm>
            <a:off x="5172840" y="1391040"/>
            <a:ext cx="1440" cy="1440"/>
          </a:xfrm>
          <a:custGeom>
            <a:avLst/>
            <a:gdLst/>
            <a:ahLst/>
            <a:rect l="0" t="0" r="r" b="b"/>
            <a:pathLst>
              <a:path w="4" h="4">
                <a:moveTo>
                  <a:pt x="4" y="4"/>
                </a:moveTo>
                <a:lnTo>
                  <a:pt x="2" y="4"/>
                </a:lnTo>
                <a:lnTo>
                  <a:pt x="0" y="4"/>
                </a:lnTo>
                <a:lnTo>
                  <a:pt x="2" y="4"/>
                </a:lnTo>
                <a:lnTo>
                  <a:pt x="2" y="2"/>
                </a:lnTo>
                <a:lnTo>
                  <a:pt x="2" y="0"/>
                </a:lnTo>
                <a:lnTo>
                  <a:pt x="4" y="0"/>
                </a:lnTo>
                <a:lnTo>
                  <a:pt x="4" y="2"/>
                </a:lnTo>
                <a:lnTo>
                  <a:pt x="4" y="4"/>
                </a:lnTo>
                <a:close/>
              </a:path>
            </a:pathLst>
          </a:custGeom>
          <a:solidFill>
            <a:srgbClr val="F2EBE6"/>
          </a:solidFill>
          <a:ln w="2520">
            <a:solidFill>
              <a:srgbClr val="FFFFFF"/>
            </a:solidFill>
            <a:round/>
          </a:ln>
        </p:spPr>
        <p:txBody>
          <a:bodyPr lIns="1080" tIns="360" rIns="1080" bIns="3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19" name=""/>
          <p:cNvSpPr/>
          <p:nvPr/>
        </p:nvSpPr>
        <p:spPr>
          <a:xfrm>
            <a:off x="5177880" y="1388880"/>
            <a:ext cx="1440" cy="1080"/>
          </a:xfrm>
          <a:custGeom>
            <a:avLst/>
            <a:gdLst/>
            <a:ahLst/>
            <a:rect l="0" t="0" r="r" b="b"/>
            <a:pathLst>
              <a:path w="4" h="3">
                <a:moveTo>
                  <a:pt x="4" y="2"/>
                </a:moveTo>
                <a:lnTo>
                  <a:pt x="3" y="2"/>
                </a:lnTo>
                <a:lnTo>
                  <a:pt x="3" y="3"/>
                </a:lnTo>
                <a:lnTo>
                  <a:pt x="1" y="3"/>
                </a:lnTo>
                <a:lnTo>
                  <a:pt x="1" y="2"/>
                </a:lnTo>
                <a:lnTo>
                  <a:pt x="1" y="3"/>
                </a:lnTo>
                <a:lnTo>
                  <a:pt x="0" y="3"/>
                </a:lnTo>
                <a:lnTo>
                  <a:pt x="0" y="2"/>
                </a:lnTo>
                <a:lnTo>
                  <a:pt x="0" y="0"/>
                </a:lnTo>
                <a:lnTo>
                  <a:pt x="1" y="0"/>
                </a:lnTo>
                <a:lnTo>
                  <a:pt x="3" y="0"/>
                </a:lnTo>
                <a:lnTo>
                  <a:pt x="3" y="2"/>
                </a:lnTo>
                <a:lnTo>
                  <a:pt x="4" y="2"/>
                </a:lnTo>
                <a:close/>
              </a:path>
            </a:pathLst>
          </a:custGeom>
          <a:solidFill>
            <a:srgbClr val="F2EBE6"/>
          </a:solidFill>
          <a:ln w="2520">
            <a:solidFill>
              <a:srgbClr val="FFFFFF"/>
            </a:solidFill>
            <a:round/>
          </a:ln>
        </p:spPr>
        <p:txBody>
          <a:bodyPr lIns="1080" tIns="0" rIns="108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20" name=""/>
          <p:cNvSpPr/>
          <p:nvPr/>
        </p:nvSpPr>
        <p:spPr>
          <a:xfrm>
            <a:off x="5176080" y="1385280"/>
            <a:ext cx="720" cy="1800"/>
          </a:xfrm>
          <a:custGeom>
            <a:avLst/>
            <a:gdLst/>
            <a:ahLst/>
            <a:rect l="0" t="0" r="r" b="b"/>
            <a:pathLst>
              <a:path w="2" h="5">
                <a:moveTo>
                  <a:pt x="2" y="2"/>
                </a:moveTo>
                <a:lnTo>
                  <a:pt x="0" y="2"/>
                </a:lnTo>
                <a:lnTo>
                  <a:pt x="2" y="0"/>
                </a:lnTo>
                <a:lnTo>
                  <a:pt x="2" y="2"/>
                </a:lnTo>
                <a:lnTo>
                  <a:pt x="2" y="3"/>
                </a:lnTo>
                <a:lnTo>
                  <a:pt x="2" y="5"/>
                </a:lnTo>
                <a:lnTo>
                  <a:pt x="2" y="3"/>
                </a:lnTo>
                <a:lnTo>
                  <a:pt x="2" y="2"/>
                </a:lnTo>
                <a:close/>
              </a:path>
            </a:pathLst>
          </a:custGeom>
          <a:solidFill>
            <a:srgbClr val="F2EBE6"/>
          </a:solidFill>
          <a:ln w="2520">
            <a:solidFill>
              <a:srgbClr val="FFFFFF"/>
            </a:solidFill>
            <a:round/>
          </a:ln>
        </p:spPr>
        <p:txBody>
          <a:bodyPr lIns="1080" tIns="720" rIns="1080" bIns="7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21" name=""/>
          <p:cNvSpPr/>
          <p:nvPr/>
        </p:nvSpPr>
        <p:spPr>
          <a:xfrm>
            <a:off x="5178960" y="1385280"/>
            <a:ext cx="1080" cy="1440"/>
          </a:xfrm>
          <a:custGeom>
            <a:avLst/>
            <a:gdLst/>
            <a:ahLst/>
            <a:rect l="0" t="0" r="r" b="b"/>
            <a:pathLst>
              <a:path w="3" h="4">
                <a:moveTo>
                  <a:pt x="2" y="0"/>
                </a:moveTo>
                <a:lnTo>
                  <a:pt x="3" y="2"/>
                </a:lnTo>
                <a:lnTo>
                  <a:pt x="2" y="2"/>
                </a:lnTo>
                <a:lnTo>
                  <a:pt x="0" y="2"/>
                </a:lnTo>
                <a:lnTo>
                  <a:pt x="0" y="4"/>
                </a:lnTo>
                <a:lnTo>
                  <a:pt x="0" y="2"/>
                </a:lnTo>
                <a:lnTo>
                  <a:pt x="0" y="0"/>
                </a:lnTo>
                <a:lnTo>
                  <a:pt x="2" y="0"/>
                </a:lnTo>
                <a:close/>
              </a:path>
            </a:pathLst>
          </a:custGeom>
          <a:solidFill>
            <a:srgbClr val="F2EBE6"/>
          </a:solidFill>
          <a:ln w="2520">
            <a:solidFill>
              <a:srgbClr val="FFFFFF"/>
            </a:solidFill>
            <a:round/>
          </a:ln>
        </p:spPr>
        <p:txBody>
          <a:bodyPr lIns="1080" tIns="360" rIns="1080" bIns="3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22" name=""/>
          <p:cNvSpPr/>
          <p:nvPr/>
        </p:nvSpPr>
        <p:spPr>
          <a:xfrm>
            <a:off x="5185440" y="1473840"/>
            <a:ext cx="720" cy="720"/>
          </a:xfrm>
          <a:custGeom>
            <a:avLst/>
            <a:gdLst/>
            <a:ahLst/>
            <a:rect l="0" t="0" r="r" b="b"/>
            <a:pathLst>
              <a:path w="2" h="2">
                <a:moveTo>
                  <a:pt x="0" y="0"/>
                </a:moveTo>
                <a:lnTo>
                  <a:pt x="2" y="0"/>
                </a:lnTo>
                <a:lnTo>
                  <a:pt x="2" y="2"/>
                </a:lnTo>
                <a:lnTo>
                  <a:pt x="0" y="2"/>
                </a:lnTo>
                <a:lnTo>
                  <a:pt x="0" y="0"/>
                </a:lnTo>
                <a:close/>
              </a:path>
            </a:pathLst>
          </a:custGeom>
          <a:solidFill>
            <a:srgbClr val="F2EBE6"/>
          </a:solidFill>
          <a:ln w="2520">
            <a:solidFill>
              <a:srgbClr val="FFFFFF"/>
            </a:solidFill>
            <a:round/>
          </a:ln>
        </p:spPr>
        <p:txBody>
          <a:bodyPr lIns="1080" tIns="-360" rIns="1080" bIns="-3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23" name=""/>
          <p:cNvSpPr/>
          <p:nvPr/>
        </p:nvSpPr>
        <p:spPr>
          <a:xfrm>
            <a:off x="5186520" y="1472400"/>
            <a:ext cx="360" cy="360"/>
          </a:xfrm>
          <a:custGeom>
            <a:avLst/>
            <a:gdLst/>
            <a:ahLst/>
            <a:rect l="0" t="0" r="r" b="b"/>
            <a:pathLst>
              <a:path w="1" h="1">
                <a:moveTo>
                  <a:pt x="0" y="0"/>
                </a:moveTo>
                <a:lnTo>
                  <a:pt x="1" y="0"/>
                </a:lnTo>
                <a:lnTo>
                  <a:pt x="1" y="1"/>
                </a:lnTo>
                <a:lnTo>
                  <a:pt x="0" y="1"/>
                </a:lnTo>
                <a:lnTo>
                  <a:pt x="0" y="0"/>
                </a:lnTo>
                <a:close/>
              </a:path>
            </a:pathLst>
          </a:custGeom>
          <a:solidFill>
            <a:srgbClr val="F2EBE6"/>
          </a:solidFill>
          <a:ln w="2520">
            <a:solidFill>
              <a:srgbClr val="FFFFFF"/>
            </a:solidFill>
            <a:round/>
          </a:ln>
        </p:spPr>
        <p:txBody>
          <a:bodyPr lIns="1080" tIns="-720" rIns="1080" bIns="-7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24" name=""/>
          <p:cNvSpPr/>
          <p:nvPr/>
        </p:nvSpPr>
        <p:spPr>
          <a:xfrm>
            <a:off x="5181120" y="1450080"/>
            <a:ext cx="360" cy="360"/>
          </a:xfrm>
          <a:custGeom>
            <a:avLst/>
            <a:gdLst/>
            <a:ahLst/>
            <a:rect l="0" t="0" r="r" b="b"/>
            <a:pathLst>
              <a:path w="1" h="1">
                <a:moveTo>
                  <a:pt x="0" y="0"/>
                </a:moveTo>
                <a:lnTo>
                  <a:pt x="1" y="0"/>
                </a:lnTo>
                <a:lnTo>
                  <a:pt x="1" y="1"/>
                </a:lnTo>
                <a:lnTo>
                  <a:pt x="0" y="1"/>
                </a:lnTo>
                <a:lnTo>
                  <a:pt x="0" y="0"/>
                </a:lnTo>
                <a:close/>
              </a:path>
            </a:pathLst>
          </a:custGeom>
          <a:solidFill>
            <a:srgbClr val="F2EBE6"/>
          </a:solidFill>
          <a:ln w="2520">
            <a:solidFill>
              <a:srgbClr val="FFFFFF"/>
            </a:solidFill>
            <a:round/>
          </a:ln>
        </p:spPr>
        <p:txBody>
          <a:bodyPr lIns="1080" tIns="-720" rIns="1080" bIns="-7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25" name=""/>
          <p:cNvSpPr/>
          <p:nvPr/>
        </p:nvSpPr>
        <p:spPr>
          <a:xfrm>
            <a:off x="5178960" y="1447560"/>
            <a:ext cx="2160" cy="1800"/>
          </a:xfrm>
          <a:custGeom>
            <a:avLst/>
            <a:gdLst/>
            <a:ahLst/>
            <a:rect l="0" t="0" r="r" b="b"/>
            <a:pathLst>
              <a:path w="6" h="5">
                <a:moveTo>
                  <a:pt x="6" y="2"/>
                </a:moveTo>
                <a:lnTo>
                  <a:pt x="3" y="2"/>
                </a:lnTo>
                <a:lnTo>
                  <a:pt x="2" y="2"/>
                </a:lnTo>
                <a:lnTo>
                  <a:pt x="2" y="3"/>
                </a:lnTo>
                <a:lnTo>
                  <a:pt x="3" y="3"/>
                </a:lnTo>
                <a:lnTo>
                  <a:pt x="2" y="4"/>
                </a:lnTo>
                <a:lnTo>
                  <a:pt x="1" y="4"/>
                </a:lnTo>
                <a:lnTo>
                  <a:pt x="1" y="5"/>
                </a:lnTo>
                <a:lnTo>
                  <a:pt x="0" y="5"/>
                </a:lnTo>
                <a:lnTo>
                  <a:pt x="0" y="4"/>
                </a:lnTo>
                <a:lnTo>
                  <a:pt x="0" y="3"/>
                </a:lnTo>
                <a:lnTo>
                  <a:pt x="1" y="4"/>
                </a:lnTo>
                <a:lnTo>
                  <a:pt x="2" y="3"/>
                </a:lnTo>
                <a:lnTo>
                  <a:pt x="2" y="2"/>
                </a:lnTo>
                <a:lnTo>
                  <a:pt x="2" y="0"/>
                </a:lnTo>
                <a:lnTo>
                  <a:pt x="3" y="0"/>
                </a:lnTo>
                <a:lnTo>
                  <a:pt x="5" y="0"/>
                </a:lnTo>
                <a:lnTo>
                  <a:pt x="6" y="0"/>
                </a:lnTo>
                <a:lnTo>
                  <a:pt x="6" y="2"/>
                </a:lnTo>
                <a:close/>
              </a:path>
            </a:pathLst>
          </a:custGeom>
          <a:solidFill>
            <a:srgbClr val="F2EBE6"/>
          </a:solidFill>
          <a:ln w="2520">
            <a:solidFill>
              <a:srgbClr val="FFFFFF"/>
            </a:solidFill>
            <a:round/>
          </a:ln>
        </p:spPr>
        <p:txBody>
          <a:bodyPr lIns="1080" tIns="720" rIns="1080" bIns="7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26" name=""/>
          <p:cNvSpPr/>
          <p:nvPr/>
        </p:nvSpPr>
        <p:spPr>
          <a:xfrm>
            <a:off x="5178960" y="1437120"/>
            <a:ext cx="720" cy="360"/>
          </a:xfrm>
          <a:custGeom>
            <a:avLst/>
            <a:gdLst/>
            <a:ahLst/>
            <a:rect l="0" t="0" r="r" b="b"/>
            <a:pathLst>
              <a:path w="2" h="1">
                <a:moveTo>
                  <a:pt x="0" y="0"/>
                </a:moveTo>
                <a:lnTo>
                  <a:pt x="2" y="0"/>
                </a:lnTo>
                <a:lnTo>
                  <a:pt x="2" y="1"/>
                </a:lnTo>
                <a:lnTo>
                  <a:pt x="1" y="1"/>
                </a:lnTo>
                <a:lnTo>
                  <a:pt x="0" y="0"/>
                </a:lnTo>
                <a:close/>
              </a:path>
            </a:pathLst>
          </a:custGeom>
          <a:solidFill>
            <a:srgbClr val="F2EBE6"/>
          </a:solidFill>
          <a:ln w="2520">
            <a:solidFill>
              <a:srgbClr val="FFFFFF"/>
            </a:solidFill>
            <a:round/>
          </a:ln>
        </p:spPr>
        <p:txBody>
          <a:bodyPr lIns="1080" tIns="-720" rIns="1080" bIns="-7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27" name=""/>
          <p:cNvSpPr/>
          <p:nvPr/>
        </p:nvSpPr>
        <p:spPr>
          <a:xfrm>
            <a:off x="5178960" y="1436040"/>
            <a:ext cx="720" cy="1440"/>
          </a:xfrm>
          <a:custGeom>
            <a:avLst/>
            <a:gdLst/>
            <a:ahLst/>
            <a:rect l="0" t="0" r="r" b="b"/>
            <a:pathLst>
              <a:path w="2" h="4">
                <a:moveTo>
                  <a:pt x="0" y="2"/>
                </a:moveTo>
                <a:lnTo>
                  <a:pt x="2" y="2"/>
                </a:lnTo>
                <a:lnTo>
                  <a:pt x="2" y="4"/>
                </a:lnTo>
                <a:lnTo>
                  <a:pt x="0" y="4"/>
                </a:lnTo>
                <a:lnTo>
                  <a:pt x="0" y="2"/>
                </a:lnTo>
                <a:lnTo>
                  <a:pt x="0" y="0"/>
                </a:lnTo>
                <a:lnTo>
                  <a:pt x="0" y="2"/>
                </a:lnTo>
                <a:close/>
              </a:path>
            </a:pathLst>
          </a:custGeom>
          <a:solidFill>
            <a:srgbClr val="F2EBE6"/>
          </a:solidFill>
          <a:ln w="2520">
            <a:solidFill>
              <a:srgbClr val="FFFFFF"/>
            </a:solidFill>
            <a:round/>
          </a:ln>
        </p:spPr>
        <p:txBody>
          <a:bodyPr lIns="1080" tIns="360" rIns="1080" bIns="3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28" name=""/>
          <p:cNvSpPr/>
          <p:nvPr/>
        </p:nvSpPr>
        <p:spPr>
          <a:xfrm>
            <a:off x="5177520" y="1434600"/>
            <a:ext cx="3600" cy="1800"/>
          </a:xfrm>
          <a:custGeom>
            <a:avLst/>
            <a:gdLst/>
            <a:ahLst/>
            <a:rect l="0" t="0" r="r" b="b"/>
            <a:pathLst>
              <a:path w="10" h="5">
                <a:moveTo>
                  <a:pt x="7" y="4"/>
                </a:moveTo>
                <a:lnTo>
                  <a:pt x="8" y="4"/>
                </a:lnTo>
                <a:lnTo>
                  <a:pt x="9" y="4"/>
                </a:lnTo>
                <a:lnTo>
                  <a:pt x="10" y="4"/>
                </a:lnTo>
                <a:lnTo>
                  <a:pt x="10" y="5"/>
                </a:lnTo>
                <a:lnTo>
                  <a:pt x="9" y="4"/>
                </a:lnTo>
                <a:lnTo>
                  <a:pt x="8" y="4"/>
                </a:lnTo>
                <a:lnTo>
                  <a:pt x="7" y="4"/>
                </a:lnTo>
                <a:lnTo>
                  <a:pt x="7" y="5"/>
                </a:lnTo>
                <a:lnTo>
                  <a:pt x="5" y="5"/>
                </a:lnTo>
                <a:lnTo>
                  <a:pt x="4" y="5"/>
                </a:lnTo>
                <a:lnTo>
                  <a:pt x="4" y="4"/>
                </a:lnTo>
                <a:lnTo>
                  <a:pt x="3" y="4"/>
                </a:lnTo>
                <a:lnTo>
                  <a:pt x="2" y="4"/>
                </a:lnTo>
                <a:lnTo>
                  <a:pt x="1" y="3"/>
                </a:lnTo>
                <a:lnTo>
                  <a:pt x="1" y="2"/>
                </a:lnTo>
                <a:lnTo>
                  <a:pt x="0" y="2"/>
                </a:lnTo>
                <a:lnTo>
                  <a:pt x="1" y="2"/>
                </a:lnTo>
                <a:lnTo>
                  <a:pt x="2" y="2"/>
                </a:lnTo>
                <a:lnTo>
                  <a:pt x="3" y="2"/>
                </a:lnTo>
                <a:lnTo>
                  <a:pt x="3" y="0"/>
                </a:lnTo>
                <a:lnTo>
                  <a:pt x="4" y="0"/>
                </a:lnTo>
                <a:lnTo>
                  <a:pt x="4" y="2"/>
                </a:lnTo>
                <a:lnTo>
                  <a:pt x="3" y="2"/>
                </a:lnTo>
                <a:lnTo>
                  <a:pt x="3" y="3"/>
                </a:lnTo>
                <a:lnTo>
                  <a:pt x="4" y="3"/>
                </a:lnTo>
                <a:lnTo>
                  <a:pt x="5" y="4"/>
                </a:lnTo>
                <a:lnTo>
                  <a:pt x="7" y="4"/>
                </a:lnTo>
                <a:close/>
              </a:path>
            </a:pathLst>
          </a:custGeom>
          <a:solidFill>
            <a:srgbClr val="F2EBE6"/>
          </a:solidFill>
          <a:ln w="2520">
            <a:solidFill>
              <a:srgbClr val="FFFFFF"/>
            </a:solidFill>
            <a:round/>
          </a:ln>
        </p:spPr>
        <p:txBody>
          <a:bodyPr lIns="1080" tIns="720" rIns="1080" bIns="7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29" name=""/>
          <p:cNvSpPr/>
          <p:nvPr/>
        </p:nvSpPr>
        <p:spPr>
          <a:xfrm>
            <a:off x="5177520" y="1431720"/>
            <a:ext cx="4320" cy="2160"/>
          </a:xfrm>
          <a:custGeom>
            <a:avLst/>
            <a:gdLst/>
            <a:ahLst/>
            <a:rect l="0" t="0" r="r" b="b"/>
            <a:pathLst>
              <a:path w="12" h="6">
                <a:moveTo>
                  <a:pt x="10" y="5"/>
                </a:moveTo>
                <a:lnTo>
                  <a:pt x="11" y="4"/>
                </a:lnTo>
                <a:lnTo>
                  <a:pt x="12" y="4"/>
                </a:lnTo>
                <a:lnTo>
                  <a:pt x="12" y="5"/>
                </a:lnTo>
                <a:lnTo>
                  <a:pt x="12" y="6"/>
                </a:lnTo>
                <a:lnTo>
                  <a:pt x="11" y="6"/>
                </a:lnTo>
                <a:lnTo>
                  <a:pt x="10" y="6"/>
                </a:lnTo>
                <a:lnTo>
                  <a:pt x="9" y="6"/>
                </a:lnTo>
                <a:lnTo>
                  <a:pt x="8" y="6"/>
                </a:lnTo>
                <a:lnTo>
                  <a:pt x="7" y="6"/>
                </a:lnTo>
                <a:lnTo>
                  <a:pt x="5" y="6"/>
                </a:lnTo>
                <a:lnTo>
                  <a:pt x="3" y="4"/>
                </a:lnTo>
                <a:lnTo>
                  <a:pt x="0" y="3"/>
                </a:lnTo>
                <a:lnTo>
                  <a:pt x="0" y="2"/>
                </a:lnTo>
                <a:lnTo>
                  <a:pt x="2" y="0"/>
                </a:lnTo>
                <a:lnTo>
                  <a:pt x="3" y="0"/>
                </a:lnTo>
                <a:lnTo>
                  <a:pt x="4" y="0"/>
                </a:lnTo>
                <a:lnTo>
                  <a:pt x="5" y="0"/>
                </a:lnTo>
                <a:lnTo>
                  <a:pt x="6" y="0"/>
                </a:lnTo>
                <a:lnTo>
                  <a:pt x="6" y="2"/>
                </a:lnTo>
                <a:lnTo>
                  <a:pt x="5" y="3"/>
                </a:lnTo>
                <a:lnTo>
                  <a:pt x="5" y="4"/>
                </a:lnTo>
                <a:lnTo>
                  <a:pt x="6" y="5"/>
                </a:lnTo>
                <a:lnTo>
                  <a:pt x="7" y="5"/>
                </a:lnTo>
                <a:lnTo>
                  <a:pt x="8" y="4"/>
                </a:lnTo>
                <a:lnTo>
                  <a:pt x="9" y="5"/>
                </a:lnTo>
                <a:lnTo>
                  <a:pt x="10" y="5"/>
                </a:lnTo>
                <a:close/>
              </a:path>
            </a:pathLst>
          </a:custGeom>
          <a:solidFill>
            <a:srgbClr val="F2EBE6"/>
          </a:solidFill>
          <a:ln w="2520">
            <a:solidFill>
              <a:srgbClr val="FFFFFF"/>
            </a:solidFill>
            <a:round/>
          </a:ln>
        </p:spPr>
        <p:txBody>
          <a:bodyPr lIns="1080" tIns="1080" rIns="1080" bIns="108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30" name=""/>
          <p:cNvSpPr/>
          <p:nvPr/>
        </p:nvSpPr>
        <p:spPr>
          <a:xfrm>
            <a:off x="5177520" y="1428480"/>
            <a:ext cx="4680" cy="3600"/>
          </a:xfrm>
          <a:custGeom>
            <a:avLst/>
            <a:gdLst/>
            <a:ahLst/>
            <a:rect l="0" t="0" r="r" b="b"/>
            <a:pathLst>
              <a:path w="13" h="10">
                <a:moveTo>
                  <a:pt x="8" y="0"/>
                </a:moveTo>
                <a:lnTo>
                  <a:pt x="9" y="1"/>
                </a:lnTo>
                <a:lnTo>
                  <a:pt x="10" y="1"/>
                </a:lnTo>
                <a:lnTo>
                  <a:pt x="11" y="1"/>
                </a:lnTo>
                <a:lnTo>
                  <a:pt x="12" y="2"/>
                </a:lnTo>
                <a:lnTo>
                  <a:pt x="11" y="2"/>
                </a:lnTo>
                <a:lnTo>
                  <a:pt x="10" y="2"/>
                </a:lnTo>
                <a:lnTo>
                  <a:pt x="9" y="2"/>
                </a:lnTo>
                <a:lnTo>
                  <a:pt x="9" y="3"/>
                </a:lnTo>
                <a:lnTo>
                  <a:pt x="9" y="4"/>
                </a:lnTo>
                <a:lnTo>
                  <a:pt x="10" y="4"/>
                </a:lnTo>
                <a:lnTo>
                  <a:pt x="11" y="4"/>
                </a:lnTo>
                <a:lnTo>
                  <a:pt x="11" y="5"/>
                </a:lnTo>
                <a:lnTo>
                  <a:pt x="10" y="5"/>
                </a:lnTo>
                <a:lnTo>
                  <a:pt x="11" y="7"/>
                </a:lnTo>
                <a:lnTo>
                  <a:pt x="12" y="8"/>
                </a:lnTo>
                <a:lnTo>
                  <a:pt x="13" y="8"/>
                </a:lnTo>
                <a:lnTo>
                  <a:pt x="13" y="9"/>
                </a:lnTo>
                <a:lnTo>
                  <a:pt x="12" y="9"/>
                </a:lnTo>
                <a:lnTo>
                  <a:pt x="12" y="10"/>
                </a:lnTo>
                <a:lnTo>
                  <a:pt x="11" y="10"/>
                </a:lnTo>
                <a:lnTo>
                  <a:pt x="10" y="9"/>
                </a:lnTo>
                <a:lnTo>
                  <a:pt x="9" y="9"/>
                </a:lnTo>
                <a:lnTo>
                  <a:pt x="8" y="8"/>
                </a:lnTo>
                <a:lnTo>
                  <a:pt x="7" y="8"/>
                </a:lnTo>
                <a:lnTo>
                  <a:pt x="6" y="8"/>
                </a:lnTo>
                <a:lnTo>
                  <a:pt x="5" y="7"/>
                </a:lnTo>
                <a:lnTo>
                  <a:pt x="4" y="5"/>
                </a:lnTo>
                <a:lnTo>
                  <a:pt x="4" y="4"/>
                </a:lnTo>
                <a:lnTo>
                  <a:pt x="2" y="3"/>
                </a:lnTo>
                <a:lnTo>
                  <a:pt x="0" y="2"/>
                </a:lnTo>
                <a:lnTo>
                  <a:pt x="0" y="1"/>
                </a:lnTo>
                <a:lnTo>
                  <a:pt x="2" y="1"/>
                </a:lnTo>
                <a:lnTo>
                  <a:pt x="3" y="0"/>
                </a:lnTo>
                <a:lnTo>
                  <a:pt x="4" y="0"/>
                </a:lnTo>
                <a:lnTo>
                  <a:pt x="5" y="0"/>
                </a:lnTo>
                <a:lnTo>
                  <a:pt x="6" y="0"/>
                </a:lnTo>
                <a:lnTo>
                  <a:pt x="7" y="0"/>
                </a:lnTo>
                <a:lnTo>
                  <a:pt x="8" y="0"/>
                </a:lnTo>
                <a:close/>
              </a:path>
            </a:pathLst>
          </a:custGeom>
          <a:solidFill>
            <a:srgbClr val="F2EBE6"/>
          </a:solidFill>
          <a:ln w="2520">
            <a:solidFill>
              <a:srgbClr val="FFFFFF"/>
            </a:solidFill>
            <a:round/>
          </a:ln>
        </p:spPr>
        <p:txBody>
          <a:bodyPr lIns="1080" tIns="1080" rIns="1080" bIns="108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31" name=""/>
          <p:cNvSpPr/>
          <p:nvPr/>
        </p:nvSpPr>
        <p:spPr>
          <a:xfrm>
            <a:off x="5181120" y="1428480"/>
            <a:ext cx="720" cy="720"/>
          </a:xfrm>
          <a:custGeom>
            <a:avLst/>
            <a:gdLst/>
            <a:ahLst/>
            <a:rect l="0" t="0" r="r" b="b"/>
            <a:pathLst>
              <a:path w="2" h="2">
                <a:moveTo>
                  <a:pt x="0" y="0"/>
                </a:moveTo>
                <a:lnTo>
                  <a:pt x="2" y="0"/>
                </a:lnTo>
                <a:lnTo>
                  <a:pt x="2" y="2"/>
                </a:lnTo>
                <a:lnTo>
                  <a:pt x="0" y="0"/>
                </a:lnTo>
                <a:close/>
              </a:path>
            </a:pathLst>
          </a:custGeom>
          <a:solidFill>
            <a:srgbClr val="F2EBE6"/>
          </a:solidFill>
          <a:ln w="2520">
            <a:solidFill>
              <a:srgbClr val="FFFFFF"/>
            </a:solidFill>
            <a:round/>
          </a:ln>
        </p:spPr>
        <p:txBody>
          <a:bodyPr lIns="1080" tIns="-360" rIns="1080" bIns="-3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32" name=""/>
          <p:cNvSpPr/>
          <p:nvPr/>
        </p:nvSpPr>
        <p:spPr>
          <a:xfrm>
            <a:off x="5182560" y="1427760"/>
            <a:ext cx="1080" cy="1440"/>
          </a:xfrm>
          <a:custGeom>
            <a:avLst/>
            <a:gdLst/>
            <a:ahLst/>
            <a:rect l="0" t="0" r="r" b="b"/>
            <a:pathLst>
              <a:path w="3" h="4">
                <a:moveTo>
                  <a:pt x="2" y="0"/>
                </a:moveTo>
                <a:lnTo>
                  <a:pt x="3" y="0"/>
                </a:lnTo>
                <a:lnTo>
                  <a:pt x="3" y="2"/>
                </a:lnTo>
                <a:lnTo>
                  <a:pt x="3" y="4"/>
                </a:lnTo>
                <a:lnTo>
                  <a:pt x="0" y="2"/>
                </a:lnTo>
                <a:lnTo>
                  <a:pt x="2" y="2"/>
                </a:lnTo>
                <a:lnTo>
                  <a:pt x="2" y="0"/>
                </a:lnTo>
                <a:close/>
              </a:path>
            </a:pathLst>
          </a:custGeom>
          <a:solidFill>
            <a:srgbClr val="F2EBE6"/>
          </a:solidFill>
          <a:ln w="2520">
            <a:solidFill>
              <a:srgbClr val="FFFFFF"/>
            </a:solidFill>
            <a:round/>
          </a:ln>
        </p:spPr>
        <p:txBody>
          <a:bodyPr lIns="1080" tIns="360" rIns="1080" bIns="3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33" name=""/>
          <p:cNvSpPr/>
          <p:nvPr/>
        </p:nvSpPr>
        <p:spPr>
          <a:xfrm>
            <a:off x="5179320" y="1426320"/>
            <a:ext cx="2880" cy="2160"/>
          </a:xfrm>
          <a:custGeom>
            <a:avLst/>
            <a:gdLst/>
            <a:ahLst/>
            <a:rect l="0" t="0" r="r" b="b"/>
            <a:pathLst>
              <a:path w="8" h="6">
                <a:moveTo>
                  <a:pt x="7" y="0"/>
                </a:moveTo>
                <a:lnTo>
                  <a:pt x="8" y="0"/>
                </a:lnTo>
                <a:lnTo>
                  <a:pt x="8" y="1"/>
                </a:lnTo>
                <a:lnTo>
                  <a:pt x="7" y="1"/>
                </a:lnTo>
                <a:lnTo>
                  <a:pt x="7" y="2"/>
                </a:lnTo>
                <a:lnTo>
                  <a:pt x="8" y="2"/>
                </a:lnTo>
                <a:lnTo>
                  <a:pt x="8" y="3"/>
                </a:lnTo>
                <a:lnTo>
                  <a:pt x="7" y="3"/>
                </a:lnTo>
                <a:lnTo>
                  <a:pt x="6" y="3"/>
                </a:lnTo>
                <a:lnTo>
                  <a:pt x="6" y="5"/>
                </a:lnTo>
                <a:lnTo>
                  <a:pt x="5" y="5"/>
                </a:lnTo>
                <a:lnTo>
                  <a:pt x="4" y="5"/>
                </a:lnTo>
                <a:lnTo>
                  <a:pt x="4" y="6"/>
                </a:lnTo>
                <a:lnTo>
                  <a:pt x="3" y="5"/>
                </a:lnTo>
                <a:lnTo>
                  <a:pt x="1" y="5"/>
                </a:lnTo>
                <a:lnTo>
                  <a:pt x="0" y="3"/>
                </a:lnTo>
                <a:lnTo>
                  <a:pt x="0" y="2"/>
                </a:lnTo>
                <a:lnTo>
                  <a:pt x="1" y="2"/>
                </a:lnTo>
                <a:lnTo>
                  <a:pt x="3" y="0"/>
                </a:lnTo>
                <a:lnTo>
                  <a:pt x="5" y="1"/>
                </a:lnTo>
                <a:lnTo>
                  <a:pt x="7" y="0"/>
                </a:lnTo>
                <a:close/>
              </a:path>
            </a:pathLst>
          </a:custGeom>
          <a:solidFill>
            <a:srgbClr val="F2EBE6"/>
          </a:solidFill>
          <a:ln w="2520">
            <a:solidFill>
              <a:srgbClr val="FFFFFF"/>
            </a:solidFill>
            <a:round/>
          </a:ln>
        </p:spPr>
        <p:txBody>
          <a:bodyPr lIns="1080" tIns="1080" rIns="1080" bIns="108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34" name=""/>
          <p:cNvSpPr/>
          <p:nvPr/>
        </p:nvSpPr>
        <p:spPr>
          <a:xfrm>
            <a:off x="5180760" y="1422720"/>
            <a:ext cx="4680" cy="5760"/>
          </a:xfrm>
          <a:custGeom>
            <a:avLst/>
            <a:gdLst/>
            <a:ahLst/>
            <a:rect l="0" t="0" r="r" b="b"/>
            <a:pathLst>
              <a:path w="13" h="16">
                <a:moveTo>
                  <a:pt x="5" y="2"/>
                </a:moveTo>
                <a:lnTo>
                  <a:pt x="7" y="2"/>
                </a:lnTo>
                <a:lnTo>
                  <a:pt x="8" y="3"/>
                </a:lnTo>
                <a:lnTo>
                  <a:pt x="9" y="2"/>
                </a:lnTo>
                <a:lnTo>
                  <a:pt x="10" y="2"/>
                </a:lnTo>
                <a:lnTo>
                  <a:pt x="10" y="0"/>
                </a:lnTo>
                <a:lnTo>
                  <a:pt x="11" y="0"/>
                </a:lnTo>
                <a:lnTo>
                  <a:pt x="11" y="2"/>
                </a:lnTo>
                <a:lnTo>
                  <a:pt x="10" y="2"/>
                </a:lnTo>
                <a:lnTo>
                  <a:pt x="11" y="3"/>
                </a:lnTo>
                <a:lnTo>
                  <a:pt x="11" y="4"/>
                </a:lnTo>
                <a:lnTo>
                  <a:pt x="12" y="4"/>
                </a:lnTo>
                <a:lnTo>
                  <a:pt x="12" y="5"/>
                </a:lnTo>
                <a:lnTo>
                  <a:pt x="10" y="5"/>
                </a:lnTo>
                <a:lnTo>
                  <a:pt x="9" y="5"/>
                </a:lnTo>
                <a:lnTo>
                  <a:pt x="10" y="6"/>
                </a:lnTo>
                <a:lnTo>
                  <a:pt x="11" y="6"/>
                </a:lnTo>
                <a:lnTo>
                  <a:pt x="12" y="6"/>
                </a:lnTo>
                <a:lnTo>
                  <a:pt x="13" y="6"/>
                </a:lnTo>
                <a:lnTo>
                  <a:pt x="13" y="7"/>
                </a:lnTo>
                <a:lnTo>
                  <a:pt x="12" y="7"/>
                </a:lnTo>
                <a:lnTo>
                  <a:pt x="12" y="8"/>
                </a:lnTo>
                <a:lnTo>
                  <a:pt x="13" y="8"/>
                </a:lnTo>
                <a:lnTo>
                  <a:pt x="13" y="9"/>
                </a:lnTo>
                <a:lnTo>
                  <a:pt x="12" y="9"/>
                </a:lnTo>
                <a:lnTo>
                  <a:pt x="12" y="10"/>
                </a:lnTo>
                <a:lnTo>
                  <a:pt x="11" y="10"/>
                </a:lnTo>
                <a:lnTo>
                  <a:pt x="11" y="11"/>
                </a:lnTo>
                <a:lnTo>
                  <a:pt x="10" y="11"/>
                </a:lnTo>
                <a:lnTo>
                  <a:pt x="10" y="12"/>
                </a:lnTo>
                <a:lnTo>
                  <a:pt x="10" y="13"/>
                </a:lnTo>
                <a:lnTo>
                  <a:pt x="10" y="14"/>
                </a:lnTo>
                <a:lnTo>
                  <a:pt x="11" y="14"/>
                </a:lnTo>
                <a:lnTo>
                  <a:pt x="12" y="14"/>
                </a:lnTo>
                <a:lnTo>
                  <a:pt x="12" y="15"/>
                </a:lnTo>
                <a:lnTo>
                  <a:pt x="13" y="16"/>
                </a:lnTo>
                <a:lnTo>
                  <a:pt x="12" y="16"/>
                </a:lnTo>
                <a:lnTo>
                  <a:pt x="11" y="16"/>
                </a:lnTo>
                <a:lnTo>
                  <a:pt x="10" y="16"/>
                </a:lnTo>
                <a:lnTo>
                  <a:pt x="9" y="16"/>
                </a:lnTo>
                <a:lnTo>
                  <a:pt x="8" y="15"/>
                </a:lnTo>
                <a:lnTo>
                  <a:pt x="8" y="14"/>
                </a:lnTo>
                <a:lnTo>
                  <a:pt x="7" y="13"/>
                </a:lnTo>
                <a:lnTo>
                  <a:pt x="8" y="12"/>
                </a:lnTo>
                <a:lnTo>
                  <a:pt x="8" y="11"/>
                </a:lnTo>
                <a:lnTo>
                  <a:pt x="8" y="10"/>
                </a:lnTo>
                <a:lnTo>
                  <a:pt x="7" y="10"/>
                </a:lnTo>
                <a:lnTo>
                  <a:pt x="6" y="9"/>
                </a:lnTo>
                <a:lnTo>
                  <a:pt x="6" y="8"/>
                </a:lnTo>
                <a:lnTo>
                  <a:pt x="6" y="7"/>
                </a:lnTo>
                <a:lnTo>
                  <a:pt x="3" y="7"/>
                </a:lnTo>
                <a:lnTo>
                  <a:pt x="2" y="6"/>
                </a:lnTo>
                <a:lnTo>
                  <a:pt x="2" y="7"/>
                </a:lnTo>
                <a:lnTo>
                  <a:pt x="2" y="6"/>
                </a:lnTo>
                <a:lnTo>
                  <a:pt x="1" y="6"/>
                </a:lnTo>
                <a:lnTo>
                  <a:pt x="0" y="5"/>
                </a:lnTo>
                <a:lnTo>
                  <a:pt x="0" y="4"/>
                </a:lnTo>
                <a:lnTo>
                  <a:pt x="2" y="0"/>
                </a:lnTo>
                <a:lnTo>
                  <a:pt x="2" y="2"/>
                </a:lnTo>
                <a:lnTo>
                  <a:pt x="3" y="2"/>
                </a:lnTo>
                <a:lnTo>
                  <a:pt x="5" y="2"/>
                </a:lnTo>
                <a:lnTo>
                  <a:pt x="5" y="0"/>
                </a:lnTo>
                <a:lnTo>
                  <a:pt x="5" y="2"/>
                </a:lnTo>
                <a:close/>
              </a:path>
            </a:pathLst>
          </a:custGeom>
          <a:solidFill>
            <a:srgbClr val="F2EBE6"/>
          </a:solidFill>
          <a:ln w="2520">
            <a:solidFill>
              <a:srgbClr val="FFFFFF"/>
            </a:solidFill>
            <a:round/>
          </a:ln>
        </p:spPr>
        <p:txBody>
          <a:bodyPr lIns="1080" tIns="1080" rIns="1080" bIns="108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35" name=""/>
          <p:cNvSpPr/>
          <p:nvPr/>
        </p:nvSpPr>
        <p:spPr>
          <a:xfrm>
            <a:off x="5178960" y="1423800"/>
            <a:ext cx="1800" cy="1080"/>
          </a:xfrm>
          <a:custGeom>
            <a:avLst/>
            <a:gdLst/>
            <a:ahLst/>
            <a:rect l="0" t="0" r="r" b="b"/>
            <a:pathLst>
              <a:path w="5" h="3">
                <a:moveTo>
                  <a:pt x="0" y="1"/>
                </a:moveTo>
                <a:lnTo>
                  <a:pt x="3" y="0"/>
                </a:lnTo>
                <a:lnTo>
                  <a:pt x="5" y="0"/>
                </a:lnTo>
                <a:lnTo>
                  <a:pt x="5" y="1"/>
                </a:lnTo>
                <a:lnTo>
                  <a:pt x="5" y="3"/>
                </a:lnTo>
                <a:lnTo>
                  <a:pt x="3" y="3"/>
                </a:lnTo>
                <a:lnTo>
                  <a:pt x="2" y="3"/>
                </a:lnTo>
                <a:lnTo>
                  <a:pt x="0" y="1"/>
                </a:lnTo>
                <a:close/>
              </a:path>
            </a:pathLst>
          </a:custGeom>
          <a:solidFill>
            <a:srgbClr val="F2EBE6"/>
          </a:solidFill>
          <a:ln w="2520">
            <a:solidFill>
              <a:srgbClr val="FFFFFF"/>
            </a:solidFill>
            <a:round/>
          </a:ln>
        </p:spPr>
        <p:txBody>
          <a:bodyPr lIns="1080" tIns="0" rIns="108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36" name=""/>
          <p:cNvSpPr/>
          <p:nvPr/>
        </p:nvSpPr>
        <p:spPr>
          <a:xfrm>
            <a:off x="5185440" y="1422360"/>
            <a:ext cx="720" cy="1440"/>
          </a:xfrm>
          <a:custGeom>
            <a:avLst/>
            <a:gdLst/>
            <a:ahLst/>
            <a:rect l="0" t="0" r="r" b="b"/>
            <a:pathLst>
              <a:path w="2" h="4">
                <a:moveTo>
                  <a:pt x="0" y="1"/>
                </a:moveTo>
                <a:lnTo>
                  <a:pt x="0" y="0"/>
                </a:lnTo>
                <a:lnTo>
                  <a:pt x="2" y="0"/>
                </a:lnTo>
                <a:lnTo>
                  <a:pt x="2" y="1"/>
                </a:lnTo>
                <a:lnTo>
                  <a:pt x="2" y="3"/>
                </a:lnTo>
                <a:lnTo>
                  <a:pt x="2" y="4"/>
                </a:lnTo>
                <a:lnTo>
                  <a:pt x="0" y="3"/>
                </a:lnTo>
                <a:lnTo>
                  <a:pt x="0" y="1"/>
                </a:lnTo>
                <a:close/>
              </a:path>
            </a:pathLst>
          </a:custGeom>
          <a:solidFill>
            <a:srgbClr val="F2EBE6"/>
          </a:solidFill>
          <a:ln w="2520">
            <a:solidFill>
              <a:srgbClr val="FFFFFF"/>
            </a:solidFill>
            <a:round/>
          </a:ln>
        </p:spPr>
        <p:txBody>
          <a:bodyPr lIns="1080" tIns="360" rIns="1080" bIns="3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37" name=""/>
          <p:cNvSpPr/>
          <p:nvPr/>
        </p:nvSpPr>
        <p:spPr>
          <a:xfrm>
            <a:off x="5185080" y="1422000"/>
            <a:ext cx="1440" cy="720"/>
          </a:xfrm>
          <a:custGeom>
            <a:avLst/>
            <a:gdLst/>
            <a:ahLst/>
            <a:rect l="0" t="0" r="r" b="b"/>
            <a:pathLst>
              <a:path w="4" h="2">
                <a:moveTo>
                  <a:pt x="2" y="0"/>
                </a:moveTo>
                <a:lnTo>
                  <a:pt x="2" y="2"/>
                </a:lnTo>
                <a:lnTo>
                  <a:pt x="4" y="2"/>
                </a:lnTo>
                <a:lnTo>
                  <a:pt x="2" y="2"/>
                </a:lnTo>
                <a:lnTo>
                  <a:pt x="0" y="2"/>
                </a:lnTo>
                <a:lnTo>
                  <a:pt x="0" y="0"/>
                </a:lnTo>
                <a:lnTo>
                  <a:pt x="2" y="0"/>
                </a:lnTo>
                <a:close/>
              </a:path>
            </a:pathLst>
          </a:custGeom>
          <a:solidFill>
            <a:srgbClr val="F2EBE6"/>
          </a:solidFill>
          <a:ln w="2520">
            <a:solidFill>
              <a:srgbClr val="FFFFFF"/>
            </a:solidFill>
            <a:round/>
          </a:ln>
        </p:spPr>
        <p:txBody>
          <a:bodyPr lIns="1080" tIns="-360" rIns="1080" bIns="-3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38" name=""/>
          <p:cNvSpPr/>
          <p:nvPr/>
        </p:nvSpPr>
        <p:spPr>
          <a:xfrm>
            <a:off x="5185080" y="1421280"/>
            <a:ext cx="0" cy="360"/>
          </a:xfrm>
          <a:custGeom>
            <a:avLst/>
            <a:gdLst/>
            <a:ahLst/>
            <a:rect l="0" t="0" r="r" b="b"/>
            <a:pathLst>
              <a:path w="0" h="1">
                <a:moveTo>
                  <a:pt x="0" y="1"/>
                </a:moveTo>
                <a:lnTo>
                  <a:pt x="0" y="0"/>
                </a:lnTo>
                <a:lnTo>
                  <a:pt x="0" y="1"/>
                </a:lnTo>
                <a:close/>
              </a:path>
            </a:pathLst>
          </a:custGeom>
          <a:solidFill>
            <a:srgbClr val="F2EBE6"/>
          </a:solidFill>
          <a:ln w="2520">
            <a:solidFill>
              <a:srgbClr val="FFFFFF"/>
            </a:solidFill>
            <a:round/>
          </a:ln>
        </p:spPr>
        <p:txBody>
          <a:bodyPr lIns="1080" tIns="-720" rIns="1080" bIns="-7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39" name=""/>
          <p:cNvSpPr/>
          <p:nvPr/>
        </p:nvSpPr>
        <p:spPr>
          <a:xfrm>
            <a:off x="5181840" y="1418760"/>
            <a:ext cx="2160" cy="3240"/>
          </a:xfrm>
          <a:custGeom>
            <a:avLst/>
            <a:gdLst/>
            <a:ahLst/>
            <a:rect l="0" t="0" r="r" b="b"/>
            <a:pathLst>
              <a:path w="6" h="9">
                <a:moveTo>
                  <a:pt x="5" y="4"/>
                </a:moveTo>
                <a:lnTo>
                  <a:pt x="6" y="4"/>
                </a:lnTo>
                <a:lnTo>
                  <a:pt x="5" y="4"/>
                </a:lnTo>
                <a:lnTo>
                  <a:pt x="5" y="5"/>
                </a:lnTo>
                <a:lnTo>
                  <a:pt x="5" y="4"/>
                </a:lnTo>
                <a:lnTo>
                  <a:pt x="3" y="4"/>
                </a:lnTo>
                <a:lnTo>
                  <a:pt x="3" y="5"/>
                </a:lnTo>
                <a:lnTo>
                  <a:pt x="2" y="5"/>
                </a:lnTo>
                <a:lnTo>
                  <a:pt x="2" y="6"/>
                </a:lnTo>
                <a:lnTo>
                  <a:pt x="2" y="8"/>
                </a:lnTo>
                <a:lnTo>
                  <a:pt x="3" y="9"/>
                </a:lnTo>
                <a:lnTo>
                  <a:pt x="2" y="9"/>
                </a:lnTo>
                <a:lnTo>
                  <a:pt x="1" y="9"/>
                </a:lnTo>
                <a:lnTo>
                  <a:pt x="0" y="9"/>
                </a:lnTo>
                <a:lnTo>
                  <a:pt x="0" y="8"/>
                </a:lnTo>
                <a:lnTo>
                  <a:pt x="0" y="5"/>
                </a:lnTo>
                <a:lnTo>
                  <a:pt x="1" y="4"/>
                </a:lnTo>
                <a:lnTo>
                  <a:pt x="1" y="3"/>
                </a:lnTo>
                <a:lnTo>
                  <a:pt x="1" y="2"/>
                </a:lnTo>
                <a:lnTo>
                  <a:pt x="0" y="2"/>
                </a:lnTo>
                <a:lnTo>
                  <a:pt x="1" y="2"/>
                </a:lnTo>
                <a:lnTo>
                  <a:pt x="2" y="2"/>
                </a:lnTo>
                <a:lnTo>
                  <a:pt x="3" y="1"/>
                </a:lnTo>
                <a:lnTo>
                  <a:pt x="3" y="0"/>
                </a:lnTo>
                <a:lnTo>
                  <a:pt x="3" y="1"/>
                </a:lnTo>
                <a:lnTo>
                  <a:pt x="3" y="3"/>
                </a:lnTo>
                <a:lnTo>
                  <a:pt x="3" y="4"/>
                </a:lnTo>
                <a:lnTo>
                  <a:pt x="5" y="4"/>
                </a:lnTo>
                <a:close/>
              </a:path>
            </a:pathLst>
          </a:custGeom>
          <a:solidFill>
            <a:srgbClr val="F2EBE6"/>
          </a:solidFill>
          <a:ln w="2520">
            <a:solidFill>
              <a:srgbClr val="FFFFFF"/>
            </a:solidFill>
            <a:round/>
          </a:ln>
        </p:spPr>
        <p:txBody>
          <a:bodyPr lIns="1080" tIns="1080" rIns="1080" bIns="108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40" name=""/>
          <p:cNvSpPr/>
          <p:nvPr/>
        </p:nvSpPr>
        <p:spPr>
          <a:xfrm>
            <a:off x="5183640" y="1418400"/>
            <a:ext cx="1440" cy="1080"/>
          </a:xfrm>
          <a:custGeom>
            <a:avLst/>
            <a:gdLst/>
            <a:ahLst/>
            <a:rect l="0" t="0" r="r" b="b"/>
            <a:pathLst>
              <a:path w="4" h="3">
                <a:moveTo>
                  <a:pt x="0" y="0"/>
                </a:moveTo>
                <a:lnTo>
                  <a:pt x="2" y="2"/>
                </a:lnTo>
                <a:lnTo>
                  <a:pt x="4" y="3"/>
                </a:lnTo>
                <a:lnTo>
                  <a:pt x="2" y="3"/>
                </a:lnTo>
                <a:lnTo>
                  <a:pt x="0" y="3"/>
                </a:lnTo>
                <a:lnTo>
                  <a:pt x="2" y="3"/>
                </a:lnTo>
                <a:lnTo>
                  <a:pt x="2" y="2"/>
                </a:lnTo>
                <a:lnTo>
                  <a:pt x="0" y="2"/>
                </a:lnTo>
                <a:lnTo>
                  <a:pt x="0" y="0"/>
                </a:lnTo>
                <a:close/>
              </a:path>
            </a:pathLst>
          </a:custGeom>
          <a:solidFill>
            <a:srgbClr val="F2EBE6"/>
          </a:solidFill>
          <a:ln w="2520">
            <a:solidFill>
              <a:srgbClr val="FFFFFF"/>
            </a:solidFill>
            <a:round/>
          </a:ln>
        </p:spPr>
        <p:txBody>
          <a:bodyPr lIns="1080" tIns="0" rIns="108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41" name=""/>
          <p:cNvSpPr/>
          <p:nvPr/>
        </p:nvSpPr>
        <p:spPr>
          <a:xfrm>
            <a:off x="5195880" y="1411200"/>
            <a:ext cx="1440" cy="1800"/>
          </a:xfrm>
          <a:custGeom>
            <a:avLst/>
            <a:gdLst/>
            <a:ahLst/>
            <a:rect l="0" t="0" r="r" b="b"/>
            <a:pathLst>
              <a:path w="4" h="5">
                <a:moveTo>
                  <a:pt x="1" y="3"/>
                </a:moveTo>
                <a:lnTo>
                  <a:pt x="1" y="5"/>
                </a:lnTo>
                <a:lnTo>
                  <a:pt x="0" y="3"/>
                </a:lnTo>
                <a:lnTo>
                  <a:pt x="0" y="2"/>
                </a:lnTo>
                <a:lnTo>
                  <a:pt x="0" y="0"/>
                </a:lnTo>
                <a:lnTo>
                  <a:pt x="1" y="2"/>
                </a:lnTo>
                <a:lnTo>
                  <a:pt x="3" y="2"/>
                </a:lnTo>
                <a:lnTo>
                  <a:pt x="4" y="3"/>
                </a:lnTo>
                <a:lnTo>
                  <a:pt x="3" y="3"/>
                </a:lnTo>
                <a:lnTo>
                  <a:pt x="1" y="3"/>
                </a:lnTo>
                <a:close/>
              </a:path>
            </a:pathLst>
          </a:custGeom>
          <a:solidFill>
            <a:srgbClr val="F2EBE6"/>
          </a:solidFill>
          <a:ln w="2520">
            <a:solidFill>
              <a:srgbClr val="FFFFFF"/>
            </a:solidFill>
            <a:round/>
          </a:ln>
        </p:spPr>
        <p:txBody>
          <a:bodyPr lIns="1080" tIns="720" rIns="1080" bIns="7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42" name=""/>
          <p:cNvSpPr/>
          <p:nvPr/>
        </p:nvSpPr>
        <p:spPr>
          <a:xfrm>
            <a:off x="5193720" y="1409760"/>
            <a:ext cx="1440" cy="1440"/>
          </a:xfrm>
          <a:custGeom>
            <a:avLst/>
            <a:gdLst/>
            <a:ahLst/>
            <a:rect l="0" t="0" r="r" b="b"/>
            <a:pathLst>
              <a:path w="4" h="4">
                <a:moveTo>
                  <a:pt x="2" y="0"/>
                </a:moveTo>
                <a:lnTo>
                  <a:pt x="2" y="2"/>
                </a:lnTo>
                <a:lnTo>
                  <a:pt x="4" y="2"/>
                </a:lnTo>
                <a:lnTo>
                  <a:pt x="2" y="4"/>
                </a:lnTo>
                <a:lnTo>
                  <a:pt x="0" y="4"/>
                </a:lnTo>
                <a:lnTo>
                  <a:pt x="0" y="2"/>
                </a:lnTo>
                <a:lnTo>
                  <a:pt x="2" y="0"/>
                </a:lnTo>
                <a:close/>
              </a:path>
            </a:pathLst>
          </a:custGeom>
          <a:solidFill>
            <a:srgbClr val="F2EBE6"/>
          </a:solidFill>
          <a:ln w="2520">
            <a:solidFill>
              <a:srgbClr val="FFFFFF"/>
            </a:solidFill>
            <a:round/>
          </a:ln>
        </p:spPr>
        <p:txBody>
          <a:bodyPr lIns="1080" tIns="360" rIns="1080" bIns="3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43" name=""/>
          <p:cNvSpPr/>
          <p:nvPr/>
        </p:nvSpPr>
        <p:spPr>
          <a:xfrm>
            <a:off x="5188680" y="1409760"/>
            <a:ext cx="0" cy="360"/>
          </a:xfrm>
          <a:custGeom>
            <a:avLst/>
            <a:gdLst/>
            <a:ahLst/>
            <a:rect l="0" t="0" r="r" b="b"/>
            <a:pathLst>
              <a:path w="0" h="1">
                <a:moveTo>
                  <a:pt x="0" y="0"/>
                </a:moveTo>
                <a:lnTo>
                  <a:pt x="0" y="1"/>
                </a:lnTo>
                <a:lnTo>
                  <a:pt x="0" y="0"/>
                </a:lnTo>
                <a:close/>
              </a:path>
            </a:pathLst>
          </a:custGeom>
          <a:solidFill>
            <a:srgbClr val="F2EBE6"/>
          </a:solidFill>
          <a:ln w="2520">
            <a:solidFill>
              <a:srgbClr val="FFFFFF"/>
            </a:solidFill>
            <a:round/>
          </a:ln>
        </p:spPr>
        <p:txBody>
          <a:bodyPr lIns="1080" tIns="-720" rIns="1080" bIns="-7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44" name=""/>
          <p:cNvSpPr/>
          <p:nvPr/>
        </p:nvSpPr>
        <p:spPr>
          <a:xfrm>
            <a:off x="5190480" y="1409040"/>
            <a:ext cx="1080" cy="1440"/>
          </a:xfrm>
          <a:custGeom>
            <a:avLst/>
            <a:gdLst/>
            <a:ahLst/>
            <a:rect l="0" t="0" r="r" b="b"/>
            <a:pathLst>
              <a:path w="3" h="4">
                <a:moveTo>
                  <a:pt x="0" y="1"/>
                </a:moveTo>
                <a:lnTo>
                  <a:pt x="0" y="0"/>
                </a:lnTo>
                <a:lnTo>
                  <a:pt x="2" y="0"/>
                </a:lnTo>
                <a:lnTo>
                  <a:pt x="3" y="0"/>
                </a:lnTo>
                <a:lnTo>
                  <a:pt x="3" y="2"/>
                </a:lnTo>
                <a:lnTo>
                  <a:pt x="3" y="4"/>
                </a:lnTo>
                <a:lnTo>
                  <a:pt x="2" y="2"/>
                </a:lnTo>
                <a:lnTo>
                  <a:pt x="0" y="1"/>
                </a:lnTo>
                <a:close/>
              </a:path>
            </a:pathLst>
          </a:custGeom>
          <a:solidFill>
            <a:srgbClr val="F2EBE6"/>
          </a:solidFill>
          <a:ln w="2520">
            <a:solidFill>
              <a:srgbClr val="FFFFFF"/>
            </a:solidFill>
            <a:round/>
          </a:ln>
        </p:spPr>
        <p:txBody>
          <a:bodyPr lIns="1080" tIns="360" rIns="1080" bIns="3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45" name=""/>
          <p:cNvSpPr/>
          <p:nvPr/>
        </p:nvSpPr>
        <p:spPr>
          <a:xfrm>
            <a:off x="5191920" y="1409040"/>
            <a:ext cx="1800" cy="1440"/>
          </a:xfrm>
          <a:custGeom>
            <a:avLst/>
            <a:gdLst/>
            <a:ahLst/>
            <a:rect l="0" t="0" r="r" b="b"/>
            <a:pathLst>
              <a:path w="5" h="4">
                <a:moveTo>
                  <a:pt x="0" y="0"/>
                </a:moveTo>
                <a:lnTo>
                  <a:pt x="2" y="0"/>
                </a:lnTo>
                <a:lnTo>
                  <a:pt x="3" y="0"/>
                </a:lnTo>
                <a:lnTo>
                  <a:pt x="5" y="2"/>
                </a:lnTo>
                <a:lnTo>
                  <a:pt x="5" y="4"/>
                </a:lnTo>
                <a:lnTo>
                  <a:pt x="3" y="4"/>
                </a:lnTo>
                <a:lnTo>
                  <a:pt x="3" y="2"/>
                </a:lnTo>
                <a:lnTo>
                  <a:pt x="2" y="2"/>
                </a:lnTo>
                <a:lnTo>
                  <a:pt x="0" y="1"/>
                </a:lnTo>
                <a:lnTo>
                  <a:pt x="0" y="0"/>
                </a:lnTo>
                <a:close/>
              </a:path>
            </a:pathLst>
          </a:custGeom>
          <a:solidFill>
            <a:srgbClr val="F2EBE6"/>
          </a:solidFill>
          <a:ln w="2520">
            <a:solidFill>
              <a:srgbClr val="FFFFFF"/>
            </a:solidFill>
            <a:round/>
          </a:ln>
        </p:spPr>
        <p:txBody>
          <a:bodyPr lIns="1080" tIns="360" rIns="1080" bIns="3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46" name=""/>
          <p:cNvSpPr/>
          <p:nvPr/>
        </p:nvSpPr>
        <p:spPr>
          <a:xfrm>
            <a:off x="5184000" y="1409400"/>
            <a:ext cx="1440" cy="720"/>
          </a:xfrm>
          <a:custGeom>
            <a:avLst/>
            <a:gdLst/>
            <a:ahLst/>
            <a:rect l="0" t="0" r="r" b="b"/>
            <a:pathLst>
              <a:path w="4" h="2">
                <a:moveTo>
                  <a:pt x="0" y="0"/>
                </a:moveTo>
                <a:lnTo>
                  <a:pt x="1" y="0"/>
                </a:lnTo>
                <a:lnTo>
                  <a:pt x="3" y="0"/>
                </a:lnTo>
                <a:lnTo>
                  <a:pt x="4" y="0"/>
                </a:lnTo>
                <a:lnTo>
                  <a:pt x="4" y="2"/>
                </a:lnTo>
                <a:lnTo>
                  <a:pt x="1" y="2"/>
                </a:lnTo>
                <a:lnTo>
                  <a:pt x="0" y="0"/>
                </a:lnTo>
                <a:close/>
              </a:path>
            </a:pathLst>
          </a:custGeom>
          <a:solidFill>
            <a:srgbClr val="F2EBE6"/>
          </a:solidFill>
          <a:ln w="2520">
            <a:solidFill>
              <a:srgbClr val="FFFFFF"/>
            </a:solidFill>
            <a:round/>
          </a:ln>
        </p:spPr>
        <p:txBody>
          <a:bodyPr lIns="1080" tIns="-360" rIns="1080" bIns="-3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47" name=""/>
          <p:cNvSpPr/>
          <p:nvPr/>
        </p:nvSpPr>
        <p:spPr>
          <a:xfrm>
            <a:off x="5185440" y="1409040"/>
            <a:ext cx="1440" cy="720"/>
          </a:xfrm>
          <a:custGeom>
            <a:avLst/>
            <a:gdLst/>
            <a:ahLst/>
            <a:rect l="0" t="0" r="r" b="b"/>
            <a:pathLst>
              <a:path w="4" h="2">
                <a:moveTo>
                  <a:pt x="2" y="2"/>
                </a:moveTo>
                <a:lnTo>
                  <a:pt x="2" y="0"/>
                </a:lnTo>
                <a:lnTo>
                  <a:pt x="0" y="0"/>
                </a:lnTo>
                <a:lnTo>
                  <a:pt x="2" y="0"/>
                </a:lnTo>
                <a:lnTo>
                  <a:pt x="4" y="0"/>
                </a:lnTo>
                <a:lnTo>
                  <a:pt x="4" y="2"/>
                </a:lnTo>
                <a:lnTo>
                  <a:pt x="2" y="2"/>
                </a:lnTo>
                <a:close/>
              </a:path>
            </a:pathLst>
          </a:custGeom>
          <a:solidFill>
            <a:srgbClr val="F2EBE6"/>
          </a:solidFill>
          <a:ln w="2520">
            <a:solidFill>
              <a:srgbClr val="FFFFFF"/>
            </a:solidFill>
            <a:round/>
          </a:ln>
        </p:spPr>
        <p:txBody>
          <a:bodyPr lIns="1080" tIns="-360" rIns="1080" bIns="-3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48" name=""/>
          <p:cNvSpPr/>
          <p:nvPr/>
        </p:nvSpPr>
        <p:spPr>
          <a:xfrm>
            <a:off x="5193000" y="1408680"/>
            <a:ext cx="1440" cy="1440"/>
          </a:xfrm>
          <a:custGeom>
            <a:avLst/>
            <a:gdLst/>
            <a:ahLst/>
            <a:rect l="0" t="0" r="r" b="b"/>
            <a:pathLst>
              <a:path w="4" h="4">
                <a:moveTo>
                  <a:pt x="2" y="0"/>
                </a:moveTo>
                <a:lnTo>
                  <a:pt x="2" y="1"/>
                </a:lnTo>
                <a:lnTo>
                  <a:pt x="2" y="3"/>
                </a:lnTo>
                <a:lnTo>
                  <a:pt x="4" y="3"/>
                </a:lnTo>
                <a:lnTo>
                  <a:pt x="4" y="4"/>
                </a:lnTo>
                <a:lnTo>
                  <a:pt x="2" y="4"/>
                </a:lnTo>
                <a:lnTo>
                  <a:pt x="2" y="3"/>
                </a:lnTo>
                <a:lnTo>
                  <a:pt x="0" y="1"/>
                </a:lnTo>
                <a:lnTo>
                  <a:pt x="2" y="0"/>
                </a:lnTo>
                <a:close/>
              </a:path>
            </a:pathLst>
          </a:custGeom>
          <a:solidFill>
            <a:srgbClr val="F2EBE6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49" name=""/>
          <p:cNvSpPr/>
          <p:nvPr/>
        </p:nvSpPr>
        <p:spPr>
          <a:xfrm>
            <a:off x="5193000" y="1408680"/>
            <a:ext cx="1440" cy="1440"/>
          </a:xfrm>
          <a:custGeom>
            <a:avLst/>
            <a:gdLst/>
            <a:ahLst/>
            <a:rect l="0" t="0" r="r" b="b"/>
            <a:pathLst>
              <a:path w="4" h="4">
                <a:moveTo>
                  <a:pt x="2" y="0"/>
                </a:moveTo>
                <a:lnTo>
                  <a:pt x="2" y="1"/>
                </a:lnTo>
                <a:lnTo>
                  <a:pt x="2" y="3"/>
                </a:lnTo>
                <a:lnTo>
                  <a:pt x="4" y="3"/>
                </a:lnTo>
                <a:lnTo>
                  <a:pt x="4" y="4"/>
                </a:lnTo>
                <a:lnTo>
                  <a:pt x="2" y="4"/>
                </a:lnTo>
                <a:lnTo>
                  <a:pt x="2" y="3"/>
                </a:lnTo>
                <a:lnTo>
                  <a:pt x="0" y="1"/>
                </a:lnTo>
                <a:lnTo>
                  <a:pt x="2" y="0"/>
                </a:lnTo>
                <a:close/>
              </a:path>
            </a:pathLst>
          </a:custGeom>
          <a:noFill/>
          <a:ln w="2520">
            <a:solidFill>
              <a:srgbClr val="FFFFFF"/>
            </a:solidFill>
            <a:round/>
          </a:ln>
        </p:spPr>
        <p:txBody>
          <a:bodyPr lIns="1080" tIns="360" rIns="1080" bIns="3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50" name=""/>
          <p:cNvSpPr/>
          <p:nvPr/>
        </p:nvSpPr>
        <p:spPr>
          <a:xfrm>
            <a:off x="5178960" y="1407600"/>
            <a:ext cx="720" cy="360"/>
          </a:xfrm>
          <a:custGeom>
            <a:avLst/>
            <a:gdLst/>
            <a:ahLst/>
            <a:rect l="0" t="0" r="r" b="b"/>
            <a:pathLst>
              <a:path w="2" h="1">
                <a:moveTo>
                  <a:pt x="1" y="1"/>
                </a:moveTo>
                <a:lnTo>
                  <a:pt x="2" y="0"/>
                </a:lnTo>
                <a:lnTo>
                  <a:pt x="2" y="1"/>
                </a:lnTo>
                <a:lnTo>
                  <a:pt x="1" y="1"/>
                </a:lnTo>
                <a:lnTo>
                  <a:pt x="0" y="1"/>
                </a:lnTo>
                <a:lnTo>
                  <a:pt x="1" y="1"/>
                </a:lnTo>
                <a:close/>
              </a:path>
            </a:pathLst>
          </a:custGeom>
          <a:solidFill>
            <a:srgbClr val="F2EBE6"/>
          </a:solidFill>
          <a:ln w="2520">
            <a:solidFill>
              <a:srgbClr val="FFFFFF"/>
            </a:solidFill>
            <a:round/>
          </a:ln>
        </p:spPr>
        <p:txBody>
          <a:bodyPr lIns="1080" tIns="-720" rIns="1080" bIns="-7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51" name=""/>
          <p:cNvSpPr/>
          <p:nvPr/>
        </p:nvSpPr>
        <p:spPr>
          <a:xfrm>
            <a:off x="5182200" y="1401120"/>
            <a:ext cx="360" cy="360"/>
          </a:xfrm>
          <a:custGeom>
            <a:avLst/>
            <a:gdLst/>
            <a:ahLst/>
            <a:rect l="0" t="0" r="r" b="b"/>
            <a:pathLst>
              <a:path w="1" h="1">
                <a:moveTo>
                  <a:pt x="0" y="0"/>
                </a:moveTo>
                <a:lnTo>
                  <a:pt x="1" y="0"/>
                </a:lnTo>
                <a:lnTo>
                  <a:pt x="1" y="1"/>
                </a:lnTo>
                <a:lnTo>
                  <a:pt x="0" y="1"/>
                </a:lnTo>
                <a:lnTo>
                  <a:pt x="0" y="0"/>
                </a:lnTo>
                <a:close/>
              </a:path>
            </a:pathLst>
          </a:custGeom>
          <a:solidFill>
            <a:srgbClr val="F2EBE6"/>
          </a:solidFill>
          <a:ln w="2520">
            <a:solidFill>
              <a:srgbClr val="FFFFFF"/>
            </a:solidFill>
            <a:round/>
          </a:ln>
        </p:spPr>
        <p:txBody>
          <a:bodyPr lIns="1080" tIns="-720" rIns="1080" bIns="-7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52" name=""/>
          <p:cNvSpPr/>
          <p:nvPr/>
        </p:nvSpPr>
        <p:spPr>
          <a:xfrm>
            <a:off x="5181480" y="1399680"/>
            <a:ext cx="1800" cy="1440"/>
          </a:xfrm>
          <a:custGeom>
            <a:avLst/>
            <a:gdLst/>
            <a:ahLst/>
            <a:rect l="0" t="0" r="r" b="b"/>
            <a:pathLst>
              <a:path w="5" h="4">
                <a:moveTo>
                  <a:pt x="4" y="3"/>
                </a:moveTo>
                <a:lnTo>
                  <a:pt x="5" y="3"/>
                </a:lnTo>
                <a:lnTo>
                  <a:pt x="5" y="4"/>
                </a:lnTo>
                <a:lnTo>
                  <a:pt x="4" y="4"/>
                </a:lnTo>
                <a:lnTo>
                  <a:pt x="3" y="4"/>
                </a:lnTo>
                <a:lnTo>
                  <a:pt x="2" y="4"/>
                </a:lnTo>
                <a:lnTo>
                  <a:pt x="2" y="3"/>
                </a:lnTo>
                <a:lnTo>
                  <a:pt x="0" y="4"/>
                </a:lnTo>
                <a:lnTo>
                  <a:pt x="0" y="3"/>
                </a:lnTo>
                <a:lnTo>
                  <a:pt x="2" y="3"/>
                </a:lnTo>
                <a:lnTo>
                  <a:pt x="2" y="1"/>
                </a:lnTo>
                <a:lnTo>
                  <a:pt x="2" y="0"/>
                </a:lnTo>
                <a:lnTo>
                  <a:pt x="3" y="0"/>
                </a:lnTo>
                <a:lnTo>
                  <a:pt x="3" y="1"/>
                </a:lnTo>
                <a:lnTo>
                  <a:pt x="4" y="3"/>
                </a:lnTo>
                <a:close/>
              </a:path>
            </a:pathLst>
          </a:custGeom>
          <a:solidFill>
            <a:srgbClr val="F2EBE6"/>
          </a:solidFill>
          <a:ln w="2520">
            <a:solidFill>
              <a:srgbClr val="FFFFFF"/>
            </a:solidFill>
            <a:round/>
          </a:ln>
        </p:spPr>
        <p:txBody>
          <a:bodyPr lIns="1080" tIns="360" rIns="1080" bIns="3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53" name=""/>
          <p:cNvSpPr/>
          <p:nvPr/>
        </p:nvSpPr>
        <p:spPr>
          <a:xfrm>
            <a:off x="5181840" y="1389600"/>
            <a:ext cx="1440" cy="720"/>
          </a:xfrm>
          <a:custGeom>
            <a:avLst/>
            <a:gdLst/>
            <a:ahLst/>
            <a:rect l="0" t="0" r="r" b="b"/>
            <a:pathLst>
              <a:path w="4" h="2">
                <a:moveTo>
                  <a:pt x="2" y="2"/>
                </a:moveTo>
                <a:lnTo>
                  <a:pt x="4" y="2"/>
                </a:lnTo>
                <a:lnTo>
                  <a:pt x="2" y="2"/>
                </a:lnTo>
                <a:lnTo>
                  <a:pt x="0" y="2"/>
                </a:lnTo>
                <a:lnTo>
                  <a:pt x="2" y="0"/>
                </a:lnTo>
                <a:lnTo>
                  <a:pt x="2" y="2"/>
                </a:lnTo>
                <a:close/>
              </a:path>
            </a:pathLst>
          </a:custGeom>
          <a:solidFill>
            <a:srgbClr val="F2EBE6"/>
          </a:solidFill>
          <a:ln w="2520">
            <a:solidFill>
              <a:srgbClr val="FFFFFF"/>
            </a:solidFill>
            <a:round/>
          </a:ln>
        </p:spPr>
        <p:txBody>
          <a:bodyPr lIns="1080" tIns="-360" rIns="1080" bIns="-3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54" name=""/>
          <p:cNvSpPr/>
          <p:nvPr/>
        </p:nvSpPr>
        <p:spPr>
          <a:xfrm>
            <a:off x="5183280" y="1388160"/>
            <a:ext cx="1800" cy="2160"/>
          </a:xfrm>
          <a:custGeom>
            <a:avLst/>
            <a:gdLst/>
            <a:ahLst/>
            <a:rect l="0" t="0" r="r" b="b"/>
            <a:pathLst>
              <a:path w="5" h="6">
                <a:moveTo>
                  <a:pt x="5" y="2"/>
                </a:moveTo>
                <a:lnTo>
                  <a:pt x="5" y="3"/>
                </a:lnTo>
                <a:lnTo>
                  <a:pt x="3" y="3"/>
                </a:lnTo>
                <a:lnTo>
                  <a:pt x="2" y="3"/>
                </a:lnTo>
                <a:lnTo>
                  <a:pt x="2" y="4"/>
                </a:lnTo>
                <a:lnTo>
                  <a:pt x="3" y="4"/>
                </a:lnTo>
                <a:lnTo>
                  <a:pt x="3" y="6"/>
                </a:lnTo>
                <a:lnTo>
                  <a:pt x="2" y="6"/>
                </a:lnTo>
                <a:lnTo>
                  <a:pt x="0" y="6"/>
                </a:lnTo>
                <a:lnTo>
                  <a:pt x="0" y="4"/>
                </a:lnTo>
                <a:lnTo>
                  <a:pt x="1" y="4"/>
                </a:lnTo>
                <a:lnTo>
                  <a:pt x="0" y="3"/>
                </a:lnTo>
                <a:lnTo>
                  <a:pt x="1" y="3"/>
                </a:lnTo>
                <a:lnTo>
                  <a:pt x="1" y="2"/>
                </a:lnTo>
                <a:lnTo>
                  <a:pt x="1" y="0"/>
                </a:lnTo>
                <a:lnTo>
                  <a:pt x="2" y="2"/>
                </a:lnTo>
                <a:lnTo>
                  <a:pt x="3" y="2"/>
                </a:lnTo>
                <a:lnTo>
                  <a:pt x="5" y="2"/>
                </a:lnTo>
                <a:close/>
              </a:path>
            </a:pathLst>
          </a:custGeom>
          <a:solidFill>
            <a:srgbClr val="F2EBE6"/>
          </a:solidFill>
          <a:ln w="2520">
            <a:solidFill>
              <a:srgbClr val="FFFFFF"/>
            </a:solidFill>
            <a:round/>
          </a:ln>
        </p:spPr>
        <p:txBody>
          <a:bodyPr lIns="1080" tIns="1080" rIns="1080" bIns="108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55" name=""/>
          <p:cNvSpPr/>
          <p:nvPr/>
        </p:nvSpPr>
        <p:spPr>
          <a:xfrm>
            <a:off x="5182200" y="1388520"/>
            <a:ext cx="1440" cy="1440"/>
          </a:xfrm>
          <a:custGeom>
            <a:avLst/>
            <a:gdLst/>
            <a:ahLst/>
            <a:rect l="0" t="0" r="r" b="b"/>
            <a:pathLst>
              <a:path w="4" h="4">
                <a:moveTo>
                  <a:pt x="4" y="4"/>
                </a:moveTo>
                <a:lnTo>
                  <a:pt x="3" y="2"/>
                </a:lnTo>
                <a:lnTo>
                  <a:pt x="1" y="2"/>
                </a:lnTo>
                <a:lnTo>
                  <a:pt x="0" y="2"/>
                </a:lnTo>
                <a:lnTo>
                  <a:pt x="0" y="0"/>
                </a:lnTo>
                <a:lnTo>
                  <a:pt x="1" y="0"/>
                </a:lnTo>
                <a:lnTo>
                  <a:pt x="3" y="2"/>
                </a:lnTo>
                <a:lnTo>
                  <a:pt x="4" y="2"/>
                </a:lnTo>
                <a:lnTo>
                  <a:pt x="4" y="4"/>
                </a:lnTo>
                <a:close/>
              </a:path>
            </a:pathLst>
          </a:custGeom>
          <a:solidFill>
            <a:srgbClr val="F2EBE6"/>
          </a:solidFill>
          <a:ln w="2520">
            <a:solidFill>
              <a:srgbClr val="FFFFFF"/>
            </a:solidFill>
            <a:round/>
          </a:ln>
        </p:spPr>
        <p:txBody>
          <a:bodyPr lIns="1080" tIns="360" rIns="1080" bIns="3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56" name=""/>
          <p:cNvSpPr/>
          <p:nvPr/>
        </p:nvSpPr>
        <p:spPr>
          <a:xfrm>
            <a:off x="5178240" y="1386000"/>
            <a:ext cx="4680" cy="3240"/>
          </a:xfrm>
          <a:custGeom>
            <a:avLst/>
            <a:gdLst/>
            <a:ahLst/>
            <a:rect l="0" t="0" r="r" b="b"/>
            <a:pathLst>
              <a:path w="13" h="9">
                <a:moveTo>
                  <a:pt x="8" y="2"/>
                </a:moveTo>
                <a:lnTo>
                  <a:pt x="9" y="1"/>
                </a:lnTo>
                <a:lnTo>
                  <a:pt x="9" y="2"/>
                </a:lnTo>
                <a:lnTo>
                  <a:pt x="10" y="2"/>
                </a:lnTo>
                <a:lnTo>
                  <a:pt x="10" y="1"/>
                </a:lnTo>
                <a:lnTo>
                  <a:pt x="12" y="1"/>
                </a:lnTo>
                <a:lnTo>
                  <a:pt x="12" y="2"/>
                </a:lnTo>
                <a:lnTo>
                  <a:pt x="12" y="1"/>
                </a:lnTo>
                <a:lnTo>
                  <a:pt x="10" y="2"/>
                </a:lnTo>
                <a:lnTo>
                  <a:pt x="12" y="3"/>
                </a:lnTo>
                <a:lnTo>
                  <a:pt x="13" y="3"/>
                </a:lnTo>
                <a:lnTo>
                  <a:pt x="13" y="5"/>
                </a:lnTo>
                <a:lnTo>
                  <a:pt x="12" y="3"/>
                </a:lnTo>
                <a:lnTo>
                  <a:pt x="10" y="3"/>
                </a:lnTo>
                <a:lnTo>
                  <a:pt x="9" y="3"/>
                </a:lnTo>
                <a:lnTo>
                  <a:pt x="9" y="5"/>
                </a:lnTo>
                <a:lnTo>
                  <a:pt x="8" y="5"/>
                </a:lnTo>
                <a:lnTo>
                  <a:pt x="7" y="6"/>
                </a:lnTo>
                <a:lnTo>
                  <a:pt x="7" y="5"/>
                </a:lnTo>
                <a:lnTo>
                  <a:pt x="6" y="5"/>
                </a:lnTo>
                <a:lnTo>
                  <a:pt x="5" y="6"/>
                </a:lnTo>
                <a:lnTo>
                  <a:pt x="4" y="6"/>
                </a:lnTo>
                <a:lnTo>
                  <a:pt x="4" y="7"/>
                </a:lnTo>
                <a:lnTo>
                  <a:pt x="3" y="7"/>
                </a:lnTo>
                <a:lnTo>
                  <a:pt x="2" y="6"/>
                </a:lnTo>
                <a:lnTo>
                  <a:pt x="2" y="7"/>
                </a:lnTo>
                <a:lnTo>
                  <a:pt x="1" y="7"/>
                </a:lnTo>
                <a:lnTo>
                  <a:pt x="0" y="8"/>
                </a:lnTo>
                <a:lnTo>
                  <a:pt x="1" y="8"/>
                </a:lnTo>
                <a:lnTo>
                  <a:pt x="1" y="9"/>
                </a:lnTo>
                <a:lnTo>
                  <a:pt x="0" y="9"/>
                </a:lnTo>
                <a:lnTo>
                  <a:pt x="0" y="8"/>
                </a:lnTo>
                <a:lnTo>
                  <a:pt x="0" y="7"/>
                </a:lnTo>
                <a:lnTo>
                  <a:pt x="0" y="6"/>
                </a:lnTo>
                <a:lnTo>
                  <a:pt x="1" y="6"/>
                </a:lnTo>
                <a:lnTo>
                  <a:pt x="1" y="5"/>
                </a:lnTo>
                <a:lnTo>
                  <a:pt x="2" y="3"/>
                </a:lnTo>
                <a:lnTo>
                  <a:pt x="1" y="1"/>
                </a:lnTo>
                <a:lnTo>
                  <a:pt x="0" y="1"/>
                </a:lnTo>
                <a:lnTo>
                  <a:pt x="0" y="0"/>
                </a:lnTo>
                <a:lnTo>
                  <a:pt x="1" y="0"/>
                </a:lnTo>
                <a:lnTo>
                  <a:pt x="3" y="1"/>
                </a:lnTo>
                <a:lnTo>
                  <a:pt x="4" y="2"/>
                </a:lnTo>
                <a:lnTo>
                  <a:pt x="5" y="2"/>
                </a:lnTo>
                <a:lnTo>
                  <a:pt x="4" y="2"/>
                </a:lnTo>
                <a:lnTo>
                  <a:pt x="4" y="3"/>
                </a:lnTo>
                <a:lnTo>
                  <a:pt x="5" y="3"/>
                </a:lnTo>
                <a:lnTo>
                  <a:pt x="6" y="3"/>
                </a:lnTo>
                <a:lnTo>
                  <a:pt x="7" y="3"/>
                </a:lnTo>
                <a:lnTo>
                  <a:pt x="8" y="3"/>
                </a:lnTo>
                <a:lnTo>
                  <a:pt x="8" y="2"/>
                </a:lnTo>
                <a:close/>
              </a:path>
            </a:pathLst>
          </a:custGeom>
          <a:solidFill>
            <a:srgbClr val="F2EBE6"/>
          </a:solidFill>
          <a:ln w="2520">
            <a:solidFill>
              <a:srgbClr val="FFFFFF"/>
            </a:solidFill>
            <a:round/>
          </a:ln>
        </p:spPr>
        <p:txBody>
          <a:bodyPr lIns="1080" tIns="1080" rIns="1080" bIns="108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57" name=""/>
          <p:cNvSpPr/>
          <p:nvPr/>
        </p:nvSpPr>
        <p:spPr>
          <a:xfrm>
            <a:off x="5190840" y="1384200"/>
            <a:ext cx="2160" cy="1800"/>
          </a:xfrm>
          <a:custGeom>
            <a:avLst/>
            <a:gdLst/>
            <a:ahLst/>
            <a:rect l="0" t="0" r="r" b="b"/>
            <a:pathLst>
              <a:path w="6" h="5">
                <a:moveTo>
                  <a:pt x="5" y="2"/>
                </a:moveTo>
                <a:lnTo>
                  <a:pt x="4" y="2"/>
                </a:lnTo>
                <a:lnTo>
                  <a:pt x="4" y="3"/>
                </a:lnTo>
                <a:lnTo>
                  <a:pt x="5" y="4"/>
                </a:lnTo>
                <a:lnTo>
                  <a:pt x="5" y="5"/>
                </a:lnTo>
                <a:lnTo>
                  <a:pt x="4" y="5"/>
                </a:lnTo>
                <a:lnTo>
                  <a:pt x="4" y="4"/>
                </a:lnTo>
                <a:lnTo>
                  <a:pt x="2" y="4"/>
                </a:lnTo>
                <a:lnTo>
                  <a:pt x="1" y="4"/>
                </a:lnTo>
                <a:lnTo>
                  <a:pt x="1" y="5"/>
                </a:lnTo>
                <a:lnTo>
                  <a:pt x="0" y="4"/>
                </a:lnTo>
                <a:lnTo>
                  <a:pt x="2" y="2"/>
                </a:lnTo>
                <a:lnTo>
                  <a:pt x="2" y="0"/>
                </a:lnTo>
                <a:lnTo>
                  <a:pt x="4" y="0"/>
                </a:lnTo>
                <a:lnTo>
                  <a:pt x="5" y="0"/>
                </a:lnTo>
                <a:lnTo>
                  <a:pt x="5" y="2"/>
                </a:lnTo>
                <a:lnTo>
                  <a:pt x="6" y="2"/>
                </a:lnTo>
                <a:lnTo>
                  <a:pt x="5" y="2"/>
                </a:lnTo>
                <a:close/>
              </a:path>
            </a:pathLst>
          </a:custGeom>
          <a:solidFill>
            <a:srgbClr val="F2EBE6"/>
          </a:solidFill>
          <a:ln w="2520">
            <a:solidFill>
              <a:srgbClr val="FFFFFF"/>
            </a:solidFill>
            <a:round/>
          </a:ln>
        </p:spPr>
        <p:txBody>
          <a:bodyPr lIns="1080" tIns="720" rIns="1080" bIns="7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58" name=""/>
          <p:cNvSpPr/>
          <p:nvPr/>
        </p:nvSpPr>
        <p:spPr>
          <a:xfrm>
            <a:off x="5193000" y="1383840"/>
            <a:ext cx="1440" cy="2160"/>
          </a:xfrm>
          <a:custGeom>
            <a:avLst/>
            <a:gdLst/>
            <a:ahLst/>
            <a:rect l="0" t="0" r="r" b="b"/>
            <a:pathLst>
              <a:path w="4" h="6">
                <a:moveTo>
                  <a:pt x="4" y="2"/>
                </a:moveTo>
                <a:lnTo>
                  <a:pt x="4" y="3"/>
                </a:lnTo>
                <a:lnTo>
                  <a:pt x="4" y="4"/>
                </a:lnTo>
                <a:lnTo>
                  <a:pt x="4" y="6"/>
                </a:lnTo>
                <a:lnTo>
                  <a:pt x="3" y="4"/>
                </a:lnTo>
                <a:lnTo>
                  <a:pt x="3" y="3"/>
                </a:lnTo>
                <a:lnTo>
                  <a:pt x="2" y="3"/>
                </a:lnTo>
                <a:lnTo>
                  <a:pt x="0" y="3"/>
                </a:lnTo>
                <a:lnTo>
                  <a:pt x="0" y="2"/>
                </a:lnTo>
                <a:lnTo>
                  <a:pt x="0" y="0"/>
                </a:lnTo>
                <a:lnTo>
                  <a:pt x="2" y="0"/>
                </a:lnTo>
                <a:lnTo>
                  <a:pt x="2" y="2"/>
                </a:lnTo>
                <a:lnTo>
                  <a:pt x="3" y="0"/>
                </a:lnTo>
                <a:lnTo>
                  <a:pt x="4" y="2"/>
                </a:lnTo>
                <a:close/>
              </a:path>
            </a:pathLst>
          </a:custGeom>
          <a:solidFill>
            <a:srgbClr val="F2EBE6"/>
          </a:solidFill>
          <a:ln w="2520">
            <a:solidFill>
              <a:srgbClr val="FFFFFF"/>
            </a:solidFill>
            <a:round/>
          </a:ln>
        </p:spPr>
        <p:txBody>
          <a:bodyPr lIns="1080" tIns="1080" rIns="1080" bIns="108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59" name=""/>
          <p:cNvSpPr/>
          <p:nvPr/>
        </p:nvSpPr>
        <p:spPr>
          <a:xfrm>
            <a:off x="5191200" y="1381320"/>
            <a:ext cx="1080" cy="1440"/>
          </a:xfrm>
          <a:custGeom>
            <a:avLst/>
            <a:gdLst/>
            <a:ahLst/>
            <a:rect l="0" t="0" r="r" b="b"/>
            <a:pathLst>
              <a:path w="3" h="4">
                <a:moveTo>
                  <a:pt x="2" y="0"/>
                </a:moveTo>
                <a:lnTo>
                  <a:pt x="3" y="4"/>
                </a:lnTo>
                <a:lnTo>
                  <a:pt x="0" y="2"/>
                </a:lnTo>
                <a:lnTo>
                  <a:pt x="0" y="0"/>
                </a:lnTo>
                <a:lnTo>
                  <a:pt x="2" y="0"/>
                </a:lnTo>
                <a:close/>
              </a:path>
            </a:pathLst>
          </a:custGeom>
          <a:solidFill>
            <a:srgbClr val="F2EBE6"/>
          </a:solidFill>
          <a:ln w="2520">
            <a:solidFill>
              <a:srgbClr val="FFFFFF"/>
            </a:solidFill>
            <a:round/>
          </a:ln>
        </p:spPr>
        <p:txBody>
          <a:bodyPr lIns="1080" tIns="360" rIns="1080" bIns="3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60" name=""/>
          <p:cNvSpPr/>
          <p:nvPr/>
        </p:nvSpPr>
        <p:spPr>
          <a:xfrm>
            <a:off x="5190480" y="1381320"/>
            <a:ext cx="360" cy="360"/>
          </a:xfrm>
          <a:custGeom>
            <a:avLst/>
            <a:gdLst/>
            <a:ahLst/>
            <a:rect l="0" t="0" r="r" b="b"/>
            <a:pathLst>
              <a:path w="1" h="1">
                <a:moveTo>
                  <a:pt x="1" y="0"/>
                </a:moveTo>
                <a:lnTo>
                  <a:pt x="0" y="1"/>
                </a:lnTo>
                <a:lnTo>
                  <a:pt x="0" y="0"/>
                </a:lnTo>
                <a:lnTo>
                  <a:pt x="1" y="0"/>
                </a:lnTo>
                <a:close/>
              </a:path>
            </a:pathLst>
          </a:custGeom>
          <a:solidFill>
            <a:srgbClr val="F2EBE6"/>
          </a:solidFill>
          <a:ln w="2520">
            <a:solidFill>
              <a:srgbClr val="FFFFFF"/>
            </a:solidFill>
            <a:round/>
          </a:ln>
        </p:spPr>
        <p:txBody>
          <a:bodyPr lIns="1080" tIns="-720" rIns="1080" bIns="-7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61" name=""/>
          <p:cNvSpPr/>
          <p:nvPr/>
        </p:nvSpPr>
        <p:spPr>
          <a:xfrm>
            <a:off x="5184360" y="1380960"/>
            <a:ext cx="1440" cy="720"/>
          </a:xfrm>
          <a:custGeom>
            <a:avLst/>
            <a:gdLst/>
            <a:ahLst/>
            <a:rect l="0" t="0" r="r" b="b"/>
            <a:pathLst>
              <a:path w="4" h="2">
                <a:moveTo>
                  <a:pt x="3" y="2"/>
                </a:moveTo>
                <a:lnTo>
                  <a:pt x="2" y="0"/>
                </a:lnTo>
                <a:lnTo>
                  <a:pt x="2" y="2"/>
                </a:lnTo>
                <a:lnTo>
                  <a:pt x="0" y="2"/>
                </a:lnTo>
                <a:lnTo>
                  <a:pt x="2" y="0"/>
                </a:lnTo>
                <a:lnTo>
                  <a:pt x="3" y="0"/>
                </a:lnTo>
                <a:lnTo>
                  <a:pt x="4" y="0"/>
                </a:lnTo>
                <a:lnTo>
                  <a:pt x="4" y="2"/>
                </a:lnTo>
                <a:lnTo>
                  <a:pt x="3" y="2"/>
                </a:lnTo>
                <a:close/>
              </a:path>
            </a:pathLst>
          </a:custGeom>
          <a:solidFill>
            <a:srgbClr val="F2EBE6"/>
          </a:solidFill>
          <a:ln w="2520">
            <a:solidFill>
              <a:srgbClr val="FFFFFF"/>
            </a:solidFill>
            <a:round/>
          </a:ln>
        </p:spPr>
        <p:txBody>
          <a:bodyPr lIns="1080" tIns="-360" rIns="1080" bIns="-3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62" name=""/>
          <p:cNvSpPr/>
          <p:nvPr/>
        </p:nvSpPr>
        <p:spPr>
          <a:xfrm>
            <a:off x="5185440" y="1380600"/>
            <a:ext cx="1440" cy="1440"/>
          </a:xfrm>
          <a:custGeom>
            <a:avLst/>
            <a:gdLst/>
            <a:ahLst/>
            <a:rect l="0" t="0" r="r" b="b"/>
            <a:pathLst>
              <a:path w="4" h="4">
                <a:moveTo>
                  <a:pt x="0" y="0"/>
                </a:moveTo>
                <a:lnTo>
                  <a:pt x="2" y="0"/>
                </a:lnTo>
                <a:lnTo>
                  <a:pt x="4" y="2"/>
                </a:lnTo>
                <a:lnTo>
                  <a:pt x="2" y="4"/>
                </a:lnTo>
                <a:lnTo>
                  <a:pt x="0" y="4"/>
                </a:lnTo>
                <a:lnTo>
                  <a:pt x="0" y="2"/>
                </a:lnTo>
                <a:lnTo>
                  <a:pt x="2" y="2"/>
                </a:lnTo>
                <a:lnTo>
                  <a:pt x="0" y="0"/>
                </a:lnTo>
                <a:close/>
              </a:path>
            </a:pathLst>
          </a:custGeom>
          <a:solidFill>
            <a:srgbClr val="F2EBE6"/>
          </a:solidFill>
          <a:ln w="2520">
            <a:solidFill>
              <a:srgbClr val="FFFFFF"/>
            </a:solidFill>
            <a:round/>
          </a:ln>
        </p:spPr>
        <p:txBody>
          <a:bodyPr lIns="1080" tIns="360" rIns="1080" bIns="3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63" name=""/>
          <p:cNvSpPr/>
          <p:nvPr/>
        </p:nvSpPr>
        <p:spPr>
          <a:xfrm>
            <a:off x="5186160" y="1378800"/>
            <a:ext cx="2160" cy="1800"/>
          </a:xfrm>
          <a:custGeom>
            <a:avLst/>
            <a:gdLst/>
            <a:ahLst/>
            <a:rect l="0" t="0" r="r" b="b"/>
            <a:pathLst>
              <a:path w="6" h="5">
                <a:moveTo>
                  <a:pt x="6" y="2"/>
                </a:moveTo>
                <a:lnTo>
                  <a:pt x="6" y="3"/>
                </a:lnTo>
                <a:lnTo>
                  <a:pt x="5" y="3"/>
                </a:lnTo>
                <a:lnTo>
                  <a:pt x="5" y="5"/>
                </a:lnTo>
                <a:lnTo>
                  <a:pt x="3" y="5"/>
                </a:lnTo>
                <a:lnTo>
                  <a:pt x="2" y="5"/>
                </a:lnTo>
                <a:lnTo>
                  <a:pt x="0" y="3"/>
                </a:lnTo>
                <a:lnTo>
                  <a:pt x="1" y="3"/>
                </a:lnTo>
                <a:lnTo>
                  <a:pt x="1" y="2"/>
                </a:lnTo>
                <a:lnTo>
                  <a:pt x="1" y="0"/>
                </a:lnTo>
                <a:lnTo>
                  <a:pt x="2" y="0"/>
                </a:lnTo>
                <a:lnTo>
                  <a:pt x="3" y="3"/>
                </a:lnTo>
                <a:lnTo>
                  <a:pt x="5" y="2"/>
                </a:lnTo>
                <a:lnTo>
                  <a:pt x="6" y="2"/>
                </a:lnTo>
                <a:close/>
              </a:path>
            </a:pathLst>
          </a:custGeom>
          <a:solidFill>
            <a:srgbClr val="F2EBE6"/>
          </a:solidFill>
          <a:ln w="2520">
            <a:solidFill>
              <a:srgbClr val="FFFFFF"/>
            </a:solidFill>
            <a:round/>
          </a:ln>
        </p:spPr>
        <p:txBody>
          <a:bodyPr lIns="1080" tIns="720" rIns="1080" bIns="7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64" name=""/>
          <p:cNvSpPr/>
          <p:nvPr/>
        </p:nvSpPr>
        <p:spPr>
          <a:xfrm>
            <a:off x="5168880" y="947520"/>
            <a:ext cx="0" cy="0"/>
          </a:xfrm>
          <a:custGeom>
            <a:avLst/>
            <a:gdLst/>
            <a:ahLst/>
            <a:rect l="0" t="0" r="r" b="b"/>
            <a:pathLst>
              <a:path w="0" h="0">
                <a:moveTo>
                  <a:pt x="0" y="0"/>
                </a:moveTo>
                <a:lnTo>
                  <a:pt x="0" y="0"/>
                </a:lnTo>
                <a:close/>
              </a:path>
            </a:pathLst>
          </a:custGeom>
          <a:noFill/>
          <a:ln w="2520">
            <a:solidFill>
              <a:srgbClr val="FFFFFF"/>
            </a:solidFill>
            <a:round/>
          </a:ln>
        </p:spPr>
        <p:txBody>
          <a:bodyPr lIns="1080" tIns="-1080" rIns="1080" bIns="-108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65" name=""/>
          <p:cNvSpPr/>
          <p:nvPr/>
        </p:nvSpPr>
        <p:spPr>
          <a:xfrm>
            <a:off x="5166360" y="947160"/>
            <a:ext cx="0" cy="0"/>
          </a:xfrm>
          <a:custGeom>
            <a:avLst/>
            <a:gdLst/>
            <a:ahLst/>
            <a:rect l="0" t="0" r="r" b="b"/>
            <a:pathLst>
              <a:path w="0" h="0">
                <a:moveTo>
                  <a:pt x="0" y="0"/>
                </a:moveTo>
                <a:lnTo>
                  <a:pt x="0" y="0"/>
                </a:lnTo>
                <a:close/>
              </a:path>
            </a:pathLst>
          </a:custGeom>
          <a:noFill/>
          <a:ln w="2520">
            <a:solidFill>
              <a:srgbClr val="FFFFFF"/>
            </a:solidFill>
            <a:round/>
          </a:ln>
        </p:spPr>
        <p:txBody>
          <a:bodyPr lIns="1080" tIns="-1080" rIns="1080" bIns="-108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66" name=""/>
          <p:cNvSpPr/>
          <p:nvPr/>
        </p:nvSpPr>
        <p:spPr>
          <a:xfrm>
            <a:off x="5166360" y="947160"/>
            <a:ext cx="0" cy="0"/>
          </a:xfrm>
          <a:custGeom>
            <a:avLst/>
            <a:gdLst/>
            <a:ahLst/>
            <a:rect l="0" t="0" r="r" b="b"/>
            <a:pathLst>
              <a:path w="0" h="0">
                <a:moveTo>
                  <a:pt x="0" y="0"/>
                </a:moveTo>
                <a:lnTo>
                  <a:pt x="0" y="0"/>
                </a:lnTo>
                <a:close/>
              </a:path>
            </a:pathLst>
          </a:custGeom>
          <a:solidFill>
            <a:srgbClr val="C2C2BF"/>
          </a:solidFill>
          <a:ln w="2520">
            <a:solidFill>
              <a:srgbClr val="FFFFFF"/>
            </a:solidFill>
            <a:round/>
          </a:ln>
        </p:spPr>
        <p:txBody>
          <a:bodyPr lIns="1080" tIns="-1080" rIns="1080" bIns="-108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67" name=""/>
          <p:cNvSpPr/>
          <p:nvPr/>
        </p:nvSpPr>
        <p:spPr>
          <a:xfrm>
            <a:off x="5166360" y="947160"/>
            <a:ext cx="0" cy="0"/>
          </a:xfrm>
          <a:custGeom>
            <a:avLst/>
            <a:gdLst/>
            <a:ahLst/>
            <a:rect l="0" t="0" r="r" b="b"/>
            <a:pathLst>
              <a:path w="0" h="0">
                <a:moveTo>
                  <a:pt x="0" y="0"/>
                </a:moveTo>
                <a:lnTo>
                  <a:pt x="0" y="0"/>
                </a:lnTo>
                <a:close/>
              </a:path>
            </a:pathLst>
          </a:custGeom>
          <a:noFill/>
          <a:ln w="2520">
            <a:solidFill>
              <a:srgbClr val="FFFFFF"/>
            </a:solidFill>
            <a:round/>
          </a:ln>
        </p:spPr>
        <p:txBody>
          <a:bodyPr lIns="1080" tIns="-1080" rIns="1080" bIns="-108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68" name=""/>
          <p:cNvSpPr/>
          <p:nvPr/>
        </p:nvSpPr>
        <p:spPr>
          <a:xfrm>
            <a:off x="5166360" y="947160"/>
            <a:ext cx="0" cy="0"/>
          </a:xfrm>
          <a:custGeom>
            <a:avLst/>
            <a:gdLst/>
            <a:ahLst/>
            <a:rect l="0" t="0" r="r" b="b"/>
            <a:pathLst>
              <a:path w="0" h="0">
                <a:moveTo>
                  <a:pt x="0" y="0"/>
                </a:moveTo>
                <a:lnTo>
                  <a:pt x="0" y="0"/>
                </a:lnTo>
                <a:close/>
              </a:path>
            </a:pathLst>
          </a:custGeom>
          <a:solidFill>
            <a:srgbClr val="C2C2BF"/>
          </a:solidFill>
          <a:ln w="2520">
            <a:solidFill>
              <a:srgbClr val="FFFFFF"/>
            </a:solidFill>
            <a:round/>
          </a:ln>
        </p:spPr>
        <p:txBody>
          <a:bodyPr lIns="1080" tIns="-1080" rIns="1080" bIns="-108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69" name=""/>
          <p:cNvSpPr/>
          <p:nvPr/>
        </p:nvSpPr>
        <p:spPr>
          <a:xfrm>
            <a:off x="5171400" y="937080"/>
            <a:ext cx="0" cy="1080"/>
          </a:xfrm>
          <a:custGeom>
            <a:avLst/>
            <a:gdLst/>
            <a:ahLst/>
            <a:rect l="0" t="0" r="r" b="b"/>
            <a:pathLst>
              <a:path w="0" h="3">
                <a:moveTo>
                  <a:pt x="0" y="3"/>
                </a:moveTo>
                <a:lnTo>
                  <a:pt x="0" y="2"/>
                </a:lnTo>
                <a:lnTo>
                  <a:pt x="0" y="1"/>
                </a:lnTo>
                <a:lnTo>
                  <a:pt x="0" y="0"/>
                </a:lnTo>
                <a:lnTo>
                  <a:pt x="0" y="1"/>
                </a:lnTo>
                <a:lnTo>
                  <a:pt x="0" y="2"/>
                </a:lnTo>
                <a:lnTo>
                  <a:pt x="0" y="3"/>
                </a:lnTo>
                <a:close/>
              </a:path>
            </a:pathLst>
          </a:custGeom>
          <a:solidFill>
            <a:srgbClr val="C2C2BF"/>
          </a:solidFill>
          <a:ln w="2520">
            <a:solidFill>
              <a:srgbClr val="FFFFFF"/>
            </a:solidFill>
            <a:round/>
          </a:ln>
        </p:spPr>
        <p:txBody>
          <a:bodyPr lIns="1080" tIns="0" rIns="108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70" name=""/>
          <p:cNvSpPr/>
          <p:nvPr/>
        </p:nvSpPr>
        <p:spPr>
          <a:xfrm>
            <a:off x="5171400" y="938160"/>
            <a:ext cx="0" cy="0"/>
          </a:xfrm>
          <a:custGeom>
            <a:avLst/>
            <a:gdLst/>
            <a:ahLst/>
            <a:rect l="0" t="0" r="r" b="b"/>
            <a:pathLst>
              <a:path w="0" h="0">
                <a:moveTo>
                  <a:pt x="0" y="0"/>
                </a:moveTo>
                <a:lnTo>
                  <a:pt x="0" y="0"/>
                </a:lnTo>
                <a:close/>
              </a:path>
            </a:pathLst>
          </a:custGeom>
          <a:noFill/>
          <a:ln w="2520">
            <a:solidFill>
              <a:srgbClr val="FFFFFF"/>
            </a:solidFill>
            <a:round/>
          </a:ln>
        </p:spPr>
        <p:txBody>
          <a:bodyPr lIns="1080" tIns="-1080" rIns="1080" bIns="-108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71" name=""/>
          <p:cNvSpPr/>
          <p:nvPr/>
        </p:nvSpPr>
        <p:spPr>
          <a:xfrm>
            <a:off x="5175360" y="929520"/>
            <a:ext cx="0" cy="0"/>
          </a:xfrm>
          <a:custGeom>
            <a:avLst/>
            <a:gdLst/>
            <a:ahLst/>
            <a:rect l="0" t="0" r="r" b="b"/>
            <a:pathLst>
              <a:path w="0" h="0">
                <a:moveTo>
                  <a:pt x="0" y="0"/>
                </a:moveTo>
                <a:lnTo>
                  <a:pt x="0" y="0"/>
                </a:lnTo>
                <a:close/>
              </a:path>
            </a:pathLst>
          </a:custGeom>
          <a:solidFill>
            <a:srgbClr val="C2C2BF"/>
          </a:solidFill>
          <a:ln w="2520">
            <a:solidFill>
              <a:srgbClr val="FFFFFF"/>
            </a:solidFill>
            <a:round/>
          </a:ln>
        </p:spPr>
        <p:txBody>
          <a:bodyPr lIns="1080" tIns="-1080" rIns="1080" bIns="-108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72" name=""/>
          <p:cNvSpPr/>
          <p:nvPr/>
        </p:nvSpPr>
        <p:spPr>
          <a:xfrm>
            <a:off x="5175000" y="929160"/>
            <a:ext cx="1080" cy="720"/>
          </a:xfrm>
          <a:custGeom>
            <a:avLst/>
            <a:gdLst/>
            <a:ahLst/>
            <a:rect l="0" t="0" r="r" b="b"/>
            <a:pathLst>
              <a:path w="3" h="2">
                <a:moveTo>
                  <a:pt x="3" y="0"/>
                </a:moveTo>
                <a:lnTo>
                  <a:pt x="1" y="0"/>
                </a:lnTo>
                <a:lnTo>
                  <a:pt x="1" y="2"/>
                </a:lnTo>
                <a:lnTo>
                  <a:pt x="0" y="2"/>
                </a:lnTo>
                <a:lnTo>
                  <a:pt x="1" y="2"/>
                </a:lnTo>
                <a:lnTo>
                  <a:pt x="1" y="0"/>
                </a:lnTo>
                <a:lnTo>
                  <a:pt x="3" y="0"/>
                </a:lnTo>
                <a:close/>
              </a:path>
            </a:pathLst>
          </a:custGeom>
          <a:solidFill>
            <a:srgbClr val="C2C2BF"/>
          </a:solidFill>
          <a:ln w="2520">
            <a:solidFill>
              <a:srgbClr val="FFFFFF"/>
            </a:solidFill>
            <a:round/>
          </a:ln>
        </p:spPr>
        <p:txBody>
          <a:bodyPr lIns="1080" tIns="-360" rIns="1080" bIns="-3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73" name=""/>
          <p:cNvSpPr/>
          <p:nvPr/>
        </p:nvSpPr>
        <p:spPr>
          <a:xfrm>
            <a:off x="5176080" y="929160"/>
            <a:ext cx="0" cy="0"/>
          </a:xfrm>
          <a:custGeom>
            <a:avLst/>
            <a:gdLst/>
            <a:ahLst/>
            <a:rect l="0" t="0" r="r" b="b"/>
            <a:pathLst>
              <a:path w="0" h="0">
                <a:moveTo>
                  <a:pt x="0" y="0"/>
                </a:moveTo>
                <a:lnTo>
                  <a:pt x="0" y="0"/>
                </a:lnTo>
                <a:close/>
              </a:path>
            </a:pathLst>
          </a:custGeom>
          <a:solidFill>
            <a:srgbClr val="C2C2BF"/>
          </a:solidFill>
          <a:ln w="2520">
            <a:solidFill>
              <a:srgbClr val="FFFFFF"/>
            </a:solidFill>
            <a:round/>
          </a:ln>
        </p:spPr>
        <p:txBody>
          <a:bodyPr lIns="1080" tIns="-1080" rIns="1080" bIns="-108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74" name=""/>
          <p:cNvSpPr/>
          <p:nvPr/>
        </p:nvSpPr>
        <p:spPr>
          <a:xfrm>
            <a:off x="5163120" y="891720"/>
            <a:ext cx="54000" cy="63000"/>
          </a:xfrm>
          <a:custGeom>
            <a:avLst/>
            <a:gdLst/>
            <a:ahLst/>
            <a:rect l="0" t="0" r="r" b="b"/>
            <a:pathLst>
              <a:path w="150" h="175">
                <a:moveTo>
                  <a:pt x="9" y="155"/>
                </a:moveTo>
                <a:lnTo>
                  <a:pt x="9" y="156"/>
                </a:lnTo>
                <a:lnTo>
                  <a:pt x="9" y="157"/>
                </a:lnTo>
                <a:lnTo>
                  <a:pt x="9" y="158"/>
                </a:lnTo>
                <a:lnTo>
                  <a:pt x="9" y="157"/>
                </a:lnTo>
                <a:lnTo>
                  <a:pt x="10" y="157"/>
                </a:lnTo>
                <a:lnTo>
                  <a:pt x="10" y="158"/>
                </a:lnTo>
                <a:lnTo>
                  <a:pt x="9" y="159"/>
                </a:lnTo>
                <a:lnTo>
                  <a:pt x="10" y="159"/>
                </a:lnTo>
                <a:lnTo>
                  <a:pt x="9" y="159"/>
                </a:lnTo>
                <a:lnTo>
                  <a:pt x="9" y="160"/>
                </a:lnTo>
                <a:lnTo>
                  <a:pt x="10" y="160"/>
                </a:lnTo>
                <a:lnTo>
                  <a:pt x="10" y="159"/>
                </a:lnTo>
                <a:lnTo>
                  <a:pt x="10" y="158"/>
                </a:lnTo>
                <a:lnTo>
                  <a:pt x="11" y="158"/>
                </a:lnTo>
                <a:lnTo>
                  <a:pt x="11" y="157"/>
                </a:lnTo>
                <a:lnTo>
                  <a:pt x="12" y="157"/>
                </a:lnTo>
                <a:lnTo>
                  <a:pt x="13" y="156"/>
                </a:lnTo>
                <a:lnTo>
                  <a:pt x="13" y="155"/>
                </a:lnTo>
                <a:lnTo>
                  <a:pt x="14" y="155"/>
                </a:lnTo>
                <a:lnTo>
                  <a:pt x="14" y="153"/>
                </a:lnTo>
                <a:lnTo>
                  <a:pt x="14" y="152"/>
                </a:lnTo>
                <a:lnTo>
                  <a:pt x="14" y="151"/>
                </a:lnTo>
                <a:lnTo>
                  <a:pt x="14" y="152"/>
                </a:lnTo>
                <a:lnTo>
                  <a:pt x="14" y="153"/>
                </a:lnTo>
                <a:lnTo>
                  <a:pt x="15" y="153"/>
                </a:lnTo>
                <a:lnTo>
                  <a:pt x="15" y="152"/>
                </a:lnTo>
                <a:lnTo>
                  <a:pt x="15" y="151"/>
                </a:lnTo>
                <a:lnTo>
                  <a:pt x="15" y="150"/>
                </a:lnTo>
                <a:lnTo>
                  <a:pt x="15" y="148"/>
                </a:lnTo>
                <a:lnTo>
                  <a:pt x="15" y="147"/>
                </a:lnTo>
                <a:lnTo>
                  <a:pt x="15" y="146"/>
                </a:lnTo>
                <a:lnTo>
                  <a:pt x="15" y="145"/>
                </a:lnTo>
                <a:lnTo>
                  <a:pt x="14" y="145"/>
                </a:lnTo>
                <a:lnTo>
                  <a:pt x="13" y="144"/>
                </a:lnTo>
                <a:lnTo>
                  <a:pt x="12" y="144"/>
                </a:lnTo>
                <a:lnTo>
                  <a:pt x="11" y="144"/>
                </a:lnTo>
                <a:lnTo>
                  <a:pt x="11" y="143"/>
                </a:lnTo>
                <a:lnTo>
                  <a:pt x="11" y="142"/>
                </a:lnTo>
                <a:lnTo>
                  <a:pt x="11" y="141"/>
                </a:lnTo>
                <a:lnTo>
                  <a:pt x="11" y="140"/>
                </a:lnTo>
                <a:lnTo>
                  <a:pt x="11" y="139"/>
                </a:lnTo>
                <a:lnTo>
                  <a:pt x="12" y="139"/>
                </a:lnTo>
                <a:lnTo>
                  <a:pt x="12" y="138"/>
                </a:lnTo>
                <a:lnTo>
                  <a:pt x="13" y="137"/>
                </a:lnTo>
                <a:lnTo>
                  <a:pt x="13" y="136"/>
                </a:lnTo>
                <a:lnTo>
                  <a:pt x="14" y="135"/>
                </a:lnTo>
                <a:lnTo>
                  <a:pt x="14" y="134"/>
                </a:lnTo>
                <a:lnTo>
                  <a:pt x="15" y="134"/>
                </a:lnTo>
                <a:lnTo>
                  <a:pt x="15" y="133"/>
                </a:lnTo>
                <a:lnTo>
                  <a:pt x="15" y="132"/>
                </a:lnTo>
                <a:lnTo>
                  <a:pt x="16" y="131"/>
                </a:lnTo>
                <a:lnTo>
                  <a:pt x="16" y="130"/>
                </a:lnTo>
                <a:lnTo>
                  <a:pt x="17" y="130"/>
                </a:lnTo>
                <a:lnTo>
                  <a:pt x="18" y="129"/>
                </a:lnTo>
                <a:lnTo>
                  <a:pt x="18" y="128"/>
                </a:lnTo>
                <a:lnTo>
                  <a:pt x="18" y="127"/>
                </a:lnTo>
                <a:lnTo>
                  <a:pt x="19" y="127"/>
                </a:lnTo>
                <a:lnTo>
                  <a:pt x="18" y="127"/>
                </a:lnTo>
                <a:lnTo>
                  <a:pt x="18" y="126"/>
                </a:lnTo>
                <a:lnTo>
                  <a:pt x="19" y="126"/>
                </a:lnTo>
                <a:lnTo>
                  <a:pt x="19" y="125"/>
                </a:lnTo>
                <a:lnTo>
                  <a:pt x="20" y="125"/>
                </a:lnTo>
                <a:lnTo>
                  <a:pt x="21" y="125"/>
                </a:lnTo>
                <a:lnTo>
                  <a:pt x="21" y="124"/>
                </a:lnTo>
                <a:lnTo>
                  <a:pt x="22" y="124"/>
                </a:lnTo>
                <a:lnTo>
                  <a:pt x="21" y="124"/>
                </a:lnTo>
                <a:lnTo>
                  <a:pt x="21" y="125"/>
                </a:lnTo>
                <a:lnTo>
                  <a:pt x="21" y="124"/>
                </a:lnTo>
                <a:lnTo>
                  <a:pt x="21" y="125"/>
                </a:lnTo>
                <a:lnTo>
                  <a:pt x="22" y="125"/>
                </a:lnTo>
                <a:lnTo>
                  <a:pt x="22" y="124"/>
                </a:lnTo>
                <a:lnTo>
                  <a:pt x="22" y="123"/>
                </a:lnTo>
                <a:lnTo>
                  <a:pt x="22" y="122"/>
                </a:lnTo>
                <a:lnTo>
                  <a:pt x="23" y="122"/>
                </a:lnTo>
                <a:lnTo>
                  <a:pt x="23" y="121"/>
                </a:lnTo>
                <a:lnTo>
                  <a:pt x="24" y="121"/>
                </a:lnTo>
                <a:lnTo>
                  <a:pt x="24" y="120"/>
                </a:lnTo>
                <a:lnTo>
                  <a:pt x="24" y="119"/>
                </a:lnTo>
                <a:lnTo>
                  <a:pt x="25" y="119"/>
                </a:lnTo>
                <a:lnTo>
                  <a:pt x="26" y="118"/>
                </a:lnTo>
                <a:lnTo>
                  <a:pt x="27" y="118"/>
                </a:lnTo>
                <a:lnTo>
                  <a:pt x="27" y="117"/>
                </a:lnTo>
                <a:lnTo>
                  <a:pt x="27" y="116"/>
                </a:lnTo>
                <a:lnTo>
                  <a:pt x="27" y="117"/>
                </a:lnTo>
                <a:lnTo>
                  <a:pt x="26" y="117"/>
                </a:lnTo>
                <a:lnTo>
                  <a:pt x="26" y="116"/>
                </a:lnTo>
                <a:lnTo>
                  <a:pt x="27" y="116"/>
                </a:lnTo>
                <a:lnTo>
                  <a:pt x="26" y="116"/>
                </a:lnTo>
                <a:lnTo>
                  <a:pt x="26" y="115"/>
                </a:lnTo>
                <a:lnTo>
                  <a:pt x="27" y="115"/>
                </a:lnTo>
                <a:lnTo>
                  <a:pt x="27" y="114"/>
                </a:lnTo>
                <a:lnTo>
                  <a:pt x="28" y="114"/>
                </a:lnTo>
                <a:lnTo>
                  <a:pt x="28" y="113"/>
                </a:lnTo>
                <a:lnTo>
                  <a:pt x="28" y="112"/>
                </a:lnTo>
                <a:lnTo>
                  <a:pt x="29" y="112"/>
                </a:lnTo>
                <a:lnTo>
                  <a:pt x="29" y="111"/>
                </a:lnTo>
                <a:lnTo>
                  <a:pt x="30" y="111"/>
                </a:lnTo>
                <a:lnTo>
                  <a:pt x="30" y="110"/>
                </a:lnTo>
                <a:lnTo>
                  <a:pt x="30" y="109"/>
                </a:lnTo>
                <a:lnTo>
                  <a:pt x="31" y="109"/>
                </a:lnTo>
                <a:lnTo>
                  <a:pt x="31" y="108"/>
                </a:lnTo>
                <a:lnTo>
                  <a:pt x="32" y="108"/>
                </a:lnTo>
                <a:lnTo>
                  <a:pt x="32" y="107"/>
                </a:lnTo>
                <a:lnTo>
                  <a:pt x="33" y="107"/>
                </a:lnTo>
                <a:lnTo>
                  <a:pt x="33" y="106"/>
                </a:lnTo>
                <a:lnTo>
                  <a:pt x="33" y="107"/>
                </a:lnTo>
                <a:lnTo>
                  <a:pt x="34" y="107"/>
                </a:lnTo>
                <a:lnTo>
                  <a:pt x="34" y="106"/>
                </a:lnTo>
                <a:lnTo>
                  <a:pt x="35" y="106"/>
                </a:lnTo>
                <a:lnTo>
                  <a:pt x="36" y="106"/>
                </a:lnTo>
                <a:lnTo>
                  <a:pt x="36" y="105"/>
                </a:lnTo>
                <a:lnTo>
                  <a:pt x="37" y="105"/>
                </a:lnTo>
                <a:lnTo>
                  <a:pt x="37" y="104"/>
                </a:lnTo>
                <a:lnTo>
                  <a:pt x="38" y="104"/>
                </a:lnTo>
                <a:lnTo>
                  <a:pt x="38" y="103"/>
                </a:lnTo>
                <a:lnTo>
                  <a:pt x="39" y="103"/>
                </a:lnTo>
                <a:lnTo>
                  <a:pt x="39" y="102"/>
                </a:lnTo>
                <a:lnTo>
                  <a:pt x="39" y="103"/>
                </a:lnTo>
                <a:lnTo>
                  <a:pt x="40" y="103"/>
                </a:lnTo>
                <a:lnTo>
                  <a:pt x="40" y="102"/>
                </a:lnTo>
                <a:lnTo>
                  <a:pt x="39" y="102"/>
                </a:lnTo>
                <a:lnTo>
                  <a:pt x="40" y="102"/>
                </a:lnTo>
                <a:lnTo>
                  <a:pt x="41" y="101"/>
                </a:lnTo>
                <a:lnTo>
                  <a:pt x="41" y="100"/>
                </a:lnTo>
                <a:lnTo>
                  <a:pt x="41" y="99"/>
                </a:lnTo>
                <a:lnTo>
                  <a:pt x="41" y="98"/>
                </a:lnTo>
                <a:lnTo>
                  <a:pt x="41" y="97"/>
                </a:lnTo>
                <a:lnTo>
                  <a:pt x="41" y="96"/>
                </a:lnTo>
                <a:lnTo>
                  <a:pt x="41" y="95"/>
                </a:lnTo>
                <a:lnTo>
                  <a:pt x="41" y="94"/>
                </a:lnTo>
                <a:lnTo>
                  <a:pt x="42" y="94"/>
                </a:lnTo>
                <a:lnTo>
                  <a:pt x="42" y="93"/>
                </a:lnTo>
                <a:lnTo>
                  <a:pt x="42" y="92"/>
                </a:lnTo>
                <a:lnTo>
                  <a:pt x="43" y="92"/>
                </a:lnTo>
                <a:lnTo>
                  <a:pt x="43" y="91"/>
                </a:lnTo>
                <a:lnTo>
                  <a:pt x="44" y="91"/>
                </a:lnTo>
                <a:lnTo>
                  <a:pt x="45" y="91"/>
                </a:lnTo>
                <a:lnTo>
                  <a:pt x="45" y="90"/>
                </a:lnTo>
                <a:lnTo>
                  <a:pt x="46" y="90"/>
                </a:lnTo>
                <a:lnTo>
                  <a:pt x="46" y="89"/>
                </a:lnTo>
                <a:lnTo>
                  <a:pt x="47" y="88"/>
                </a:lnTo>
                <a:lnTo>
                  <a:pt x="48" y="87"/>
                </a:lnTo>
                <a:lnTo>
                  <a:pt x="49" y="87"/>
                </a:lnTo>
                <a:lnTo>
                  <a:pt x="49" y="86"/>
                </a:lnTo>
                <a:lnTo>
                  <a:pt x="49" y="85"/>
                </a:lnTo>
                <a:lnTo>
                  <a:pt x="50" y="85"/>
                </a:lnTo>
                <a:lnTo>
                  <a:pt x="50" y="84"/>
                </a:lnTo>
                <a:lnTo>
                  <a:pt x="51" y="84"/>
                </a:lnTo>
                <a:lnTo>
                  <a:pt x="51" y="83"/>
                </a:lnTo>
                <a:lnTo>
                  <a:pt x="51" y="82"/>
                </a:lnTo>
                <a:lnTo>
                  <a:pt x="52" y="81"/>
                </a:lnTo>
                <a:lnTo>
                  <a:pt x="52" y="80"/>
                </a:lnTo>
                <a:lnTo>
                  <a:pt x="53" y="79"/>
                </a:lnTo>
                <a:lnTo>
                  <a:pt x="53" y="78"/>
                </a:lnTo>
                <a:lnTo>
                  <a:pt x="53" y="77"/>
                </a:lnTo>
                <a:lnTo>
                  <a:pt x="54" y="77"/>
                </a:lnTo>
                <a:lnTo>
                  <a:pt x="55" y="77"/>
                </a:lnTo>
                <a:lnTo>
                  <a:pt x="55" y="78"/>
                </a:lnTo>
                <a:lnTo>
                  <a:pt x="55" y="79"/>
                </a:lnTo>
                <a:lnTo>
                  <a:pt x="56" y="79"/>
                </a:lnTo>
                <a:lnTo>
                  <a:pt x="56" y="80"/>
                </a:lnTo>
                <a:lnTo>
                  <a:pt x="58" y="80"/>
                </a:lnTo>
                <a:lnTo>
                  <a:pt x="59" y="79"/>
                </a:lnTo>
                <a:lnTo>
                  <a:pt x="60" y="78"/>
                </a:lnTo>
                <a:lnTo>
                  <a:pt x="61" y="78"/>
                </a:lnTo>
                <a:lnTo>
                  <a:pt x="61" y="77"/>
                </a:lnTo>
                <a:lnTo>
                  <a:pt x="62" y="76"/>
                </a:lnTo>
                <a:lnTo>
                  <a:pt x="63" y="76"/>
                </a:lnTo>
                <a:lnTo>
                  <a:pt x="64" y="77"/>
                </a:lnTo>
                <a:lnTo>
                  <a:pt x="65" y="77"/>
                </a:lnTo>
                <a:lnTo>
                  <a:pt x="65" y="76"/>
                </a:lnTo>
                <a:lnTo>
                  <a:pt x="65" y="77"/>
                </a:lnTo>
                <a:lnTo>
                  <a:pt x="65" y="78"/>
                </a:lnTo>
                <a:lnTo>
                  <a:pt x="66" y="78"/>
                </a:lnTo>
                <a:lnTo>
                  <a:pt x="67" y="77"/>
                </a:lnTo>
                <a:lnTo>
                  <a:pt x="67" y="76"/>
                </a:lnTo>
                <a:lnTo>
                  <a:pt x="67" y="75"/>
                </a:lnTo>
                <a:lnTo>
                  <a:pt x="67" y="76"/>
                </a:lnTo>
                <a:lnTo>
                  <a:pt x="67" y="75"/>
                </a:lnTo>
                <a:lnTo>
                  <a:pt x="66" y="75"/>
                </a:lnTo>
                <a:lnTo>
                  <a:pt x="67" y="75"/>
                </a:lnTo>
                <a:lnTo>
                  <a:pt x="66" y="75"/>
                </a:lnTo>
                <a:lnTo>
                  <a:pt x="65" y="74"/>
                </a:lnTo>
                <a:lnTo>
                  <a:pt x="64" y="74"/>
                </a:lnTo>
                <a:lnTo>
                  <a:pt x="63" y="74"/>
                </a:lnTo>
                <a:lnTo>
                  <a:pt x="62" y="73"/>
                </a:lnTo>
                <a:lnTo>
                  <a:pt x="62" y="72"/>
                </a:lnTo>
                <a:lnTo>
                  <a:pt x="62" y="71"/>
                </a:lnTo>
                <a:lnTo>
                  <a:pt x="62" y="70"/>
                </a:lnTo>
                <a:lnTo>
                  <a:pt x="62" y="69"/>
                </a:lnTo>
                <a:lnTo>
                  <a:pt x="63" y="69"/>
                </a:lnTo>
                <a:lnTo>
                  <a:pt x="63" y="68"/>
                </a:lnTo>
                <a:lnTo>
                  <a:pt x="64" y="67"/>
                </a:lnTo>
                <a:lnTo>
                  <a:pt x="65" y="67"/>
                </a:lnTo>
                <a:lnTo>
                  <a:pt x="65" y="66"/>
                </a:lnTo>
                <a:lnTo>
                  <a:pt x="64" y="65"/>
                </a:lnTo>
                <a:lnTo>
                  <a:pt x="64" y="64"/>
                </a:lnTo>
                <a:lnTo>
                  <a:pt x="63" y="64"/>
                </a:lnTo>
                <a:lnTo>
                  <a:pt x="65" y="64"/>
                </a:lnTo>
                <a:lnTo>
                  <a:pt x="65" y="65"/>
                </a:lnTo>
                <a:lnTo>
                  <a:pt x="66" y="65"/>
                </a:lnTo>
                <a:lnTo>
                  <a:pt x="66" y="66"/>
                </a:lnTo>
                <a:lnTo>
                  <a:pt x="66" y="65"/>
                </a:lnTo>
                <a:lnTo>
                  <a:pt x="67" y="65"/>
                </a:lnTo>
                <a:lnTo>
                  <a:pt x="68" y="64"/>
                </a:lnTo>
                <a:lnTo>
                  <a:pt x="68" y="63"/>
                </a:lnTo>
                <a:lnTo>
                  <a:pt x="67" y="63"/>
                </a:lnTo>
                <a:lnTo>
                  <a:pt x="66" y="63"/>
                </a:lnTo>
                <a:lnTo>
                  <a:pt x="66" y="62"/>
                </a:lnTo>
                <a:lnTo>
                  <a:pt x="66" y="61"/>
                </a:lnTo>
                <a:lnTo>
                  <a:pt x="66" y="60"/>
                </a:lnTo>
                <a:lnTo>
                  <a:pt x="67" y="60"/>
                </a:lnTo>
                <a:lnTo>
                  <a:pt x="66" y="59"/>
                </a:lnTo>
                <a:lnTo>
                  <a:pt x="67" y="59"/>
                </a:lnTo>
                <a:lnTo>
                  <a:pt x="67" y="60"/>
                </a:lnTo>
                <a:lnTo>
                  <a:pt x="67" y="61"/>
                </a:lnTo>
                <a:lnTo>
                  <a:pt x="67" y="62"/>
                </a:lnTo>
                <a:lnTo>
                  <a:pt x="68" y="63"/>
                </a:lnTo>
                <a:lnTo>
                  <a:pt x="68" y="62"/>
                </a:lnTo>
                <a:lnTo>
                  <a:pt x="69" y="62"/>
                </a:lnTo>
                <a:lnTo>
                  <a:pt x="69" y="63"/>
                </a:lnTo>
                <a:lnTo>
                  <a:pt x="68" y="63"/>
                </a:lnTo>
                <a:lnTo>
                  <a:pt x="69" y="63"/>
                </a:lnTo>
                <a:lnTo>
                  <a:pt x="69" y="64"/>
                </a:lnTo>
                <a:lnTo>
                  <a:pt x="70" y="63"/>
                </a:lnTo>
                <a:lnTo>
                  <a:pt x="71" y="63"/>
                </a:lnTo>
                <a:lnTo>
                  <a:pt x="71" y="62"/>
                </a:lnTo>
                <a:lnTo>
                  <a:pt x="71" y="63"/>
                </a:lnTo>
                <a:lnTo>
                  <a:pt x="71" y="62"/>
                </a:lnTo>
                <a:lnTo>
                  <a:pt x="72" y="62"/>
                </a:lnTo>
                <a:lnTo>
                  <a:pt x="72" y="61"/>
                </a:lnTo>
                <a:lnTo>
                  <a:pt x="72" y="60"/>
                </a:lnTo>
                <a:lnTo>
                  <a:pt x="71" y="60"/>
                </a:lnTo>
                <a:lnTo>
                  <a:pt x="72" y="60"/>
                </a:lnTo>
                <a:lnTo>
                  <a:pt x="72" y="61"/>
                </a:lnTo>
                <a:lnTo>
                  <a:pt x="72" y="60"/>
                </a:lnTo>
                <a:lnTo>
                  <a:pt x="73" y="60"/>
                </a:lnTo>
                <a:lnTo>
                  <a:pt x="73" y="59"/>
                </a:lnTo>
                <a:lnTo>
                  <a:pt x="74" y="59"/>
                </a:lnTo>
                <a:lnTo>
                  <a:pt x="75" y="58"/>
                </a:lnTo>
                <a:lnTo>
                  <a:pt x="75" y="57"/>
                </a:lnTo>
                <a:lnTo>
                  <a:pt x="76" y="57"/>
                </a:lnTo>
                <a:lnTo>
                  <a:pt x="76" y="56"/>
                </a:lnTo>
                <a:lnTo>
                  <a:pt x="76" y="55"/>
                </a:lnTo>
                <a:lnTo>
                  <a:pt x="77" y="55"/>
                </a:lnTo>
                <a:lnTo>
                  <a:pt x="77" y="54"/>
                </a:lnTo>
                <a:lnTo>
                  <a:pt x="77" y="53"/>
                </a:lnTo>
                <a:lnTo>
                  <a:pt x="76" y="53"/>
                </a:lnTo>
                <a:lnTo>
                  <a:pt x="76" y="52"/>
                </a:lnTo>
                <a:lnTo>
                  <a:pt x="75" y="52"/>
                </a:lnTo>
                <a:lnTo>
                  <a:pt x="74" y="51"/>
                </a:lnTo>
                <a:lnTo>
                  <a:pt x="75" y="51"/>
                </a:lnTo>
                <a:lnTo>
                  <a:pt x="75" y="50"/>
                </a:lnTo>
                <a:lnTo>
                  <a:pt x="75" y="49"/>
                </a:lnTo>
                <a:lnTo>
                  <a:pt x="76" y="49"/>
                </a:lnTo>
                <a:lnTo>
                  <a:pt x="76" y="50"/>
                </a:lnTo>
                <a:lnTo>
                  <a:pt x="75" y="50"/>
                </a:lnTo>
                <a:lnTo>
                  <a:pt x="75" y="51"/>
                </a:lnTo>
                <a:lnTo>
                  <a:pt x="76" y="51"/>
                </a:lnTo>
                <a:lnTo>
                  <a:pt x="76" y="52"/>
                </a:lnTo>
                <a:lnTo>
                  <a:pt x="77" y="52"/>
                </a:lnTo>
                <a:lnTo>
                  <a:pt x="77" y="53"/>
                </a:lnTo>
                <a:lnTo>
                  <a:pt x="77" y="54"/>
                </a:lnTo>
                <a:lnTo>
                  <a:pt x="78" y="54"/>
                </a:lnTo>
                <a:lnTo>
                  <a:pt x="79" y="54"/>
                </a:lnTo>
                <a:lnTo>
                  <a:pt x="80" y="54"/>
                </a:lnTo>
                <a:lnTo>
                  <a:pt x="81" y="54"/>
                </a:lnTo>
                <a:lnTo>
                  <a:pt x="82" y="53"/>
                </a:lnTo>
                <a:lnTo>
                  <a:pt x="83" y="53"/>
                </a:lnTo>
                <a:lnTo>
                  <a:pt x="84" y="53"/>
                </a:lnTo>
                <a:lnTo>
                  <a:pt x="84" y="52"/>
                </a:lnTo>
                <a:lnTo>
                  <a:pt x="84" y="51"/>
                </a:lnTo>
                <a:lnTo>
                  <a:pt x="84" y="50"/>
                </a:lnTo>
                <a:lnTo>
                  <a:pt x="84" y="49"/>
                </a:lnTo>
                <a:lnTo>
                  <a:pt x="84" y="48"/>
                </a:lnTo>
                <a:lnTo>
                  <a:pt x="85" y="47"/>
                </a:lnTo>
                <a:lnTo>
                  <a:pt x="86" y="47"/>
                </a:lnTo>
                <a:lnTo>
                  <a:pt x="87" y="47"/>
                </a:lnTo>
                <a:lnTo>
                  <a:pt x="89" y="47"/>
                </a:lnTo>
                <a:lnTo>
                  <a:pt x="90" y="48"/>
                </a:lnTo>
                <a:lnTo>
                  <a:pt x="91" y="49"/>
                </a:lnTo>
                <a:lnTo>
                  <a:pt x="92" y="49"/>
                </a:lnTo>
                <a:lnTo>
                  <a:pt x="92" y="48"/>
                </a:lnTo>
                <a:lnTo>
                  <a:pt x="92" y="47"/>
                </a:lnTo>
                <a:lnTo>
                  <a:pt x="93" y="47"/>
                </a:lnTo>
                <a:lnTo>
                  <a:pt x="94" y="47"/>
                </a:lnTo>
                <a:lnTo>
                  <a:pt x="94" y="46"/>
                </a:lnTo>
                <a:lnTo>
                  <a:pt x="95" y="46"/>
                </a:lnTo>
                <a:lnTo>
                  <a:pt x="96" y="46"/>
                </a:lnTo>
                <a:lnTo>
                  <a:pt x="96" y="47"/>
                </a:lnTo>
                <a:lnTo>
                  <a:pt x="97" y="48"/>
                </a:lnTo>
                <a:lnTo>
                  <a:pt x="98" y="49"/>
                </a:lnTo>
                <a:lnTo>
                  <a:pt x="99" y="49"/>
                </a:lnTo>
                <a:lnTo>
                  <a:pt x="99" y="48"/>
                </a:lnTo>
                <a:lnTo>
                  <a:pt x="100" y="48"/>
                </a:lnTo>
                <a:lnTo>
                  <a:pt x="99" y="48"/>
                </a:lnTo>
                <a:lnTo>
                  <a:pt x="99" y="47"/>
                </a:lnTo>
                <a:lnTo>
                  <a:pt x="99" y="46"/>
                </a:lnTo>
                <a:lnTo>
                  <a:pt x="98" y="46"/>
                </a:lnTo>
                <a:lnTo>
                  <a:pt x="98" y="45"/>
                </a:lnTo>
                <a:lnTo>
                  <a:pt x="98" y="44"/>
                </a:lnTo>
                <a:lnTo>
                  <a:pt x="98" y="43"/>
                </a:lnTo>
                <a:lnTo>
                  <a:pt x="99" y="43"/>
                </a:lnTo>
                <a:lnTo>
                  <a:pt x="99" y="42"/>
                </a:lnTo>
                <a:lnTo>
                  <a:pt x="99" y="43"/>
                </a:lnTo>
                <a:lnTo>
                  <a:pt x="100" y="43"/>
                </a:lnTo>
                <a:lnTo>
                  <a:pt x="100" y="42"/>
                </a:lnTo>
                <a:lnTo>
                  <a:pt x="100" y="41"/>
                </a:lnTo>
                <a:lnTo>
                  <a:pt x="99" y="40"/>
                </a:lnTo>
                <a:lnTo>
                  <a:pt x="100" y="40"/>
                </a:lnTo>
                <a:lnTo>
                  <a:pt x="101" y="41"/>
                </a:lnTo>
                <a:lnTo>
                  <a:pt x="101" y="43"/>
                </a:lnTo>
                <a:lnTo>
                  <a:pt x="101" y="42"/>
                </a:lnTo>
                <a:lnTo>
                  <a:pt x="101" y="40"/>
                </a:lnTo>
                <a:lnTo>
                  <a:pt x="101" y="39"/>
                </a:lnTo>
                <a:lnTo>
                  <a:pt x="101" y="38"/>
                </a:lnTo>
                <a:lnTo>
                  <a:pt x="101" y="37"/>
                </a:lnTo>
                <a:lnTo>
                  <a:pt x="102" y="37"/>
                </a:lnTo>
                <a:lnTo>
                  <a:pt x="102" y="36"/>
                </a:lnTo>
                <a:lnTo>
                  <a:pt x="103" y="36"/>
                </a:lnTo>
                <a:lnTo>
                  <a:pt x="103" y="35"/>
                </a:lnTo>
                <a:lnTo>
                  <a:pt x="104" y="35"/>
                </a:lnTo>
                <a:lnTo>
                  <a:pt x="104" y="34"/>
                </a:lnTo>
                <a:lnTo>
                  <a:pt x="105" y="34"/>
                </a:lnTo>
                <a:lnTo>
                  <a:pt x="106" y="34"/>
                </a:lnTo>
                <a:lnTo>
                  <a:pt x="106" y="35"/>
                </a:lnTo>
                <a:lnTo>
                  <a:pt x="108" y="35"/>
                </a:lnTo>
                <a:lnTo>
                  <a:pt x="108" y="34"/>
                </a:lnTo>
                <a:lnTo>
                  <a:pt x="107" y="31"/>
                </a:lnTo>
                <a:lnTo>
                  <a:pt x="107" y="30"/>
                </a:lnTo>
                <a:lnTo>
                  <a:pt x="108" y="30"/>
                </a:lnTo>
                <a:lnTo>
                  <a:pt x="108" y="31"/>
                </a:lnTo>
                <a:lnTo>
                  <a:pt x="108" y="33"/>
                </a:lnTo>
                <a:lnTo>
                  <a:pt x="108" y="34"/>
                </a:lnTo>
                <a:lnTo>
                  <a:pt x="108" y="33"/>
                </a:lnTo>
                <a:lnTo>
                  <a:pt x="109" y="33"/>
                </a:lnTo>
                <a:lnTo>
                  <a:pt x="109" y="31"/>
                </a:lnTo>
                <a:lnTo>
                  <a:pt x="108" y="31"/>
                </a:lnTo>
                <a:lnTo>
                  <a:pt x="109" y="31"/>
                </a:lnTo>
                <a:lnTo>
                  <a:pt x="108" y="31"/>
                </a:lnTo>
                <a:lnTo>
                  <a:pt x="109" y="31"/>
                </a:lnTo>
                <a:lnTo>
                  <a:pt x="109" y="30"/>
                </a:lnTo>
                <a:lnTo>
                  <a:pt x="108" y="30"/>
                </a:lnTo>
                <a:lnTo>
                  <a:pt x="108" y="29"/>
                </a:lnTo>
                <a:lnTo>
                  <a:pt x="108" y="28"/>
                </a:lnTo>
                <a:lnTo>
                  <a:pt x="108" y="27"/>
                </a:lnTo>
                <a:lnTo>
                  <a:pt x="109" y="27"/>
                </a:lnTo>
                <a:lnTo>
                  <a:pt x="109" y="26"/>
                </a:lnTo>
                <a:lnTo>
                  <a:pt x="109" y="25"/>
                </a:lnTo>
                <a:lnTo>
                  <a:pt x="110" y="25"/>
                </a:lnTo>
                <a:lnTo>
                  <a:pt x="110" y="24"/>
                </a:lnTo>
                <a:lnTo>
                  <a:pt x="111" y="24"/>
                </a:lnTo>
                <a:lnTo>
                  <a:pt x="112" y="24"/>
                </a:lnTo>
                <a:lnTo>
                  <a:pt x="112" y="25"/>
                </a:lnTo>
                <a:lnTo>
                  <a:pt x="113" y="24"/>
                </a:lnTo>
                <a:lnTo>
                  <a:pt x="113" y="25"/>
                </a:lnTo>
                <a:lnTo>
                  <a:pt x="112" y="26"/>
                </a:lnTo>
                <a:lnTo>
                  <a:pt x="113" y="26"/>
                </a:lnTo>
                <a:lnTo>
                  <a:pt x="113" y="27"/>
                </a:lnTo>
                <a:lnTo>
                  <a:pt x="114" y="27"/>
                </a:lnTo>
                <a:lnTo>
                  <a:pt x="115" y="27"/>
                </a:lnTo>
                <a:lnTo>
                  <a:pt x="116" y="26"/>
                </a:lnTo>
                <a:lnTo>
                  <a:pt x="117" y="26"/>
                </a:lnTo>
                <a:lnTo>
                  <a:pt x="117" y="25"/>
                </a:lnTo>
                <a:lnTo>
                  <a:pt x="118" y="25"/>
                </a:lnTo>
                <a:lnTo>
                  <a:pt x="119" y="25"/>
                </a:lnTo>
                <a:lnTo>
                  <a:pt x="120" y="25"/>
                </a:lnTo>
                <a:lnTo>
                  <a:pt x="121" y="25"/>
                </a:lnTo>
                <a:lnTo>
                  <a:pt x="121" y="24"/>
                </a:lnTo>
                <a:lnTo>
                  <a:pt x="121" y="23"/>
                </a:lnTo>
                <a:lnTo>
                  <a:pt x="120" y="23"/>
                </a:lnTo>
                <a:lnTo>
                  <a:pt x="119" y="23"/>
                </a:lnTo>
                <a:lnTo>
                  <a:pt x="119" y="22"/>
                </a:lnTo>
                <a:lnTo>
                  <a:pt x="117" y="22"/>
                </a:lnTo>
                <a:lnTo>
                  <a:pt x="116" y="22"/>
                </a:lnTo>
                <a:lnTo>
                  <a:pt x="115" y="22"/>
                </a:lnTo>
                <a:lnTo>
                  <a:pt x="115" y="21"/>
                </a:lnTo>
                <a:lnTo>
                  <a:pt x="115" y="20"/>
                </a:lnTo>
                <a:lnTo>
                  <a:pt x="115" y="19"/>
                </a:lnTo>
                <a:lnTo>
                  <a:pt x="116" y="18"/>
                </a:lnTo>
                <a:lnTo>
                  <a:pt x="116" y="17"/>
                </a:lnTo>
                <a:lnTo>
                  <a:pt x="117" y="17"/>
                </a:lnTo>
                <a:lnTo>
                  <a:pt x="118" y="16"/>
                </a:lnTo>
                <a:lnTo>
                  <a:pt x="118" y="15"/>
                </a:lnTo>
                <a:lnTo>
                  <a:pt x="119" y="15"/>
                </a:lnTo>
                <a:lnTo>
                  <a:pt x="119" y="14"/>
                </a:lnTo>
                <a:lnTo>
                  <a:pt x="119" y="13"/>
                </a:lnTo>
                <a:lnTo>
                  <a:pt x="120" y="13"/>
                </a:lnTo>
                <a:lnTo>
                  <a:pt x="120" y="12"/>
                </a:lnTo>
                <a:lnTo>
                  <a:pt x="120" y="11"/>
                </a:lnTo>
                <a:lnTo>
                  <a:pt x="121" y="11"/>
                </a:lnTo>
                <a:lnTo>
                  <a:pt x="122" y="10"/>
                </a:lnTo>
                <a:lnTo>
                  <a:pt x="123" y="10"/>
                </a:lnTo>
                <a:lnTo>
                  <a:pt x="122" y="10"/>
                </a:lnTo>
                <a:lnTo>
                  <a:pt x="123" y="10"/>
                </a:lnTo>
                <a:lnTo>
                  <a:pt x="124" y="10"/>
                </a:lnTo>
                <a:lnTo>
                  <a:pt x="124" y="9"/>
                </a:lnTo>
                <a:lnTo>
                  <a:pt x="125" y="8"/>
                </a:lnTo>
                <a:lnTo>
                  <a:pt x="125" y="7"/>
                </a:lnTo>
                <a:lnTo>
                  <a:pt x="126" y="7"/>
                </a:lnTo>
                <a:lnTo>
                  <a:pt x="128" y="7"/>
                </a:lnTo>
                <a:lnTo>
                  <a:pt x="129" y="7"/>
                </a:lnTo>
                <a:lnTo>
                  <a:pt x="129" y="8"/>
                </a:lnTo>
                <a:lnTo>
                  <a:pt x="129" y="9"/>
                </a:lnTo>
                <a:lnTo>
                  <a:pt x="130" y="9"/>
                </a:lnTo>
                <a:lnTo>
                  <a:pt x="130" y="10"/>
                </a:lnTo>
                <a:lnTo>
                  <a:pt x="131" y="10"/>
                </a:lnTo>
                <a:lnTo>
                  <a:pt x="131" y="9"/>
                </a:lnTo>
                <a:lnTo>
                  <a:pt x="131" y="8"/>
                </a:lnTo>
                <a:lnTo>
                  <a:pt x="132" y="8"/>
                </a:lnTo>
                <a:lnTo>
                  <a:pt x="133" y="7"/>
                </a:lnTo>
                <a:lnTo>
                  <a:pt x="134" y="7"/>
                </a:lnTo>
                <a:lnTo>
                  <a:pt x="134" y="6"/>
                </a:lnTo>
                <a:lnTo>
                  <a:pt x="135" y="6"/>
                </a:lnTo>
                <a:lnTo>
                  <a:pt x="135" y="4"/>
                </a:lnTo>
                <a:lnTo>
                  <a:pt x="135" y="3"/>
                </a:lnTo>
                <a:lnTo>
                  <a:pt x="136" y="3"/>
                </a:lnTo>
                <a:lnTo>
                  <a:pt x="136" y="4"/>
                </a:lnTo>
                <a:lnTo>
                  <a:pt x="137" y="4"/>
                </a:lnTo>
                <a:lnTo>
                  <a:pt x="138" y="4"/>
                </a:lnTo>
                <a:lnTo>
                  <a:pt x="138" y="3"/>
                </a:lnTo>
                <a:lnTo>
                  <a:pt x="138" y="2"/>
                </a:lnTo>
                <a:lnTo>
                  <a:pt x="139" y="2"/>
                </a:lnTo>
                <a:lnTo>
                  <a:pt x="139" y="1"/>
                </a:lnTo>
                <a:lnTo>
                  <a:pt x="139" y="2"/>
                </a:lnTo>
                <a:lnTo>
                  <a:pt x="139" y="3"/>
                </a:lnTo>
                <a:lnTo>
                  <a:pt x="139" y="4"/>
                </a:lnTo>
                <a:lnTo>
                  <a:pt x="139" y="5"/>
                </a:lnTo>
                <a:lnTo>
                  <a:pt x="140" y="5"/>
                </a:lnTo>
                <a:lnTo>
                  <a:pt x="141" y="5"/>
                </a:lnTo>
                <a:lnTo>
                  <a:pt x="142" y="5"/>
                </a:lnTo>
                <a:lnTo>
                  <a:pt x="143" y="5"/>
                </a:lnTo>
                <a:lnTo>
                  <a:pt x="144" y="4"/>
                </a:lnTo>
                <a:lnTo>
                  <a:pt x="144" y="3"/>
                </a:lnTo>
                <a:lnTo>
                  <a:pt x="144" y="2"/>
                </a:lnTo>
                <a:lnTo>
                  <a:pt x="145" y="1"/>
                </a:lnTo>
                <a:lnTo>
                  <a:pt x="146" y="1"/>
                </a:lnTo>
                <a:lnTo>
                  <a:pt x="147" y="1"/>
                </a:lnTo>
                <a:lnTo>
                  <a:pt x="147" y="2"/>
                </a:lnTo>
                <a:lnTo>
                  <a:pt x="147" y="1"/>
                </a:lnTo>
                <a:lnTo>
                  <a:pt x="148" y="1"/>
                </a:lnTo>
                <a:lnTo>
                  <a:pt x="148" y="0"/>
                </a:lnTo>
                <a:lnTo>
                  <a:pt x="149" y="0"/>
                </a:lnTo>
                <a:lnTo>
                  <a:pt x="149" y="1"/>
                </a:lnTo>
                <a:lnTo>
                  <a:pt x="150" y="1"/>
                </a:lnTo>
                <a:lnTo>
                  <a:pt x="149" y="2"/>
                </a:lnTo>
                <a:lnTo>
                  <a:pt x="148" y="2"/>
                </a:lnTo>
                <a:lnTo>
                  <a:pt x="147" y="2"/>
                </a:lnTo>
                <a:lnTo>
                  <a:pt x="147" y="3"/>
                </a:lnTo>
                <a:lnTo>
                  <a:pt x="147" y="2"/>
                </a:lnTo>
                <a:lnTo>
                  <a:pt x="147" y="3"/>
                </a:lnTo>
                <a:lnTo>
                  <a:pt x="146" y="2"/>
                </a:lnTo>
                <a:lnTo>
                  <a:pt x="145" y="2"/>
                </a:lnTo>
                <a:lnTo>
                  <a:pt x="145" y="1"/>
                </a:lnTo>
                <a:lnTo>
                  <a:pt x="145" y="2"/>
                </a:lnTo>
                <a:lnTo>
                  <a:pt x="144" y="2"/>
                </a:lnTo>
                <a:lnTo>
                  <a:pt x="144" y="3"/>
                </a:lnTo>
                <a:lnTo>
                  <a:pt x="145" y="3"/>
                </a:lnTo>
                <a:lnTo>
                  <a:pt x="145" y="4"/>
                </a:lnTo>
                <a:lnTo>
                  <a:pt x="144" y="4"/>
                </a:lnTo>
                <a:lnTo>
                  <a:pt x="145" y="4"/>
                </a:lnTo>
                <a:lnTo>
                  <a:pt x="144" y="4"/>
                </a:lnTo>
                <a:lnTo>
                  <a:pt x="144" y="5"/>
                </a:lnTo>
                <a:lnTo>
                  <a:pt x="143" y="5"/>
                </a:lnTo>
                <a:lnTo>
                  <a:pt x="142" y="5"/>
                </a:lnTo>
                <a:lnTo>
                  <a:pt x="142" y="6"/>
                </a:lnTo>
                <a:lnTo>
                  <a:pt x="142" y="5"/>
                </a:lnTo>
                <a:lnTo>
                  <a:pt x="140" y="5"/>
                </a:lnTo>
                <a:lnTo>
                  <a:pt x="139" y="5"/>
                </a:lnTo>
                <a:lnTo>
                  <a:pt x="139" y="4"/>
                </a:lnTo>
                <a:lnTo>
                  <a:pt x="139" y="3"/>
                </a:lnTo>
                <a:lnTo>
                  <a:pt x="139" y="2"/>
                </a:lnTo>
                <a:lnTo>
                  <a:pt x="138" y="2"/>
                </a:lnTo>
                <a:lnTo>
                  <a:pt x="139" y="2"/>
                </a:lnTo>
                <a:lnTo>
                  <a:pt x="138" y="2"/>
                </a:lnTo>
                <a:lnTo>
                  <a:pt x="139" y="3"/>
                </a:lnTo>
                <a:lnTo>
                  <a:pt x="138" y="3"/>
                </a:lnTo>
                <a:lnTo>
                  <a:pt x="138" y="4"/>
                </a:lnTo>
                <a:lnTo>
                  <a:pt x="137" y="4"/>
                </a:lnTo>
                <a:lnTo>
                  <a:pt x="136" y="4"/>
                </a:lnTo>
                <a:lnTo>
                  <a:pt x="136" y="3"/>
                </a:lnTo>
                <a:lnTo>
                  <a:pt x="135" y="3"/>
                </a:lnTo>
                <a:lnTo>
                  <a:pt x="135" y="4"/>
                </a:lnTo>
                <a:lnTo>
                  <a:pt x="135" y="6"/>
                </a:lnTo>
                <a:lnTo>
                  <a:pt x="134" y="6"/>
                </a:lnTo>
                <a:lnTo>
                  <a:pt x="134" y="7"/>
                </a:lnTo>
                <a:lnTo>
                  <a:pt x="133" y="7"/>
                </a:lnTo>
                <a:lnTo>
                  <a:pt x="133" y="8"/>
                </a:lnTo>
                <a:lnTo>
                  <a:pt x="132" y="8"/>
                </a:lnTo>
                <a:lnTo>
                  <a:pt x="132" y="9"/>
                </a:lnTo>
                <a:lnTo>
                  <a:pt x="131" y="9"/>
                </a:lnTo>
                <a:lnTo>
                  <a:pt x="131" y="10"/>
                </a:lnTo>
                <a:lnTo>
                  <a:pt x="130" y="10"/>
                </a:lnTo>
                <a:lnTo>
                  <a:pt x="129" y="10"/>
                </a:lnTo>
                <a:lnTo>
                  <a:pt x="129" y="9"/>
                </a:lnTo>
                <a:lnTo>
                  <a:pt x="129" y="8"/>
                </a:lnTo>
                <a:lnTo>
                  <a:pt x="128" y="8"/>
                </a:lnTo>
                <a:lnTo>
                  <a:pt x="128" y="7"/>
                </a:lnTo>
                <a:lnTo>
                  <a:pt x="127" y="7"/>
                </a:lnTo>
                <a:lnTo>
                  <a:pt x="126" y="7"/>
                </a:lnTo>
                <a:lnTo>
                  <a:pt x="126" y="8"/>
                </a:lnTo>
                <a:lnTo>
                  <a:pt x="125" y="8"/>
                </a:lnTo>
                <a:lnTo>
                  <a:pt x="125" y="9"/>
                </a:lnTo>
                <a:lnTo>
                  <a:pt x="125" y="8"/>
                </a:lnTo>
                <a:lnTo>
                  <a:pt x="126" y="8"/>
                </a:lnTo>
                <a:lnTo>
                  <a:pt x="126" y="9"/>
                </a:lnTo>
                <a:lnTo>
                  <a:pt x="125" y="9"/>
                </a:lnTo>
                <a:lnTo>
                  <a:pt x="125" y="10"/>
                </a:lnTo>
                <a:lnTo>
                  <a:pt x="126" y="10"/>
                </a:lnTo>
                <a:lnTo>
                  <a:pt x="125" y="9"/>
                </a:lnTo>
                <a:lnTo>
                  <a:pt x="126" y="9"/>
                </a:lnTo>
                <a:lnTo>
                  <a:pt x="126" y="10"/>
                </a:lnTo>
                <a:lnTo>
                  <a:pt x="125" y="10"/>
                </a:lnTo>
                <a:lnTo>
                  <a:pt x="125" y="11"/>
                </a:lnTo>
                <a:lnTo>
                  <a:pt x="124" y="11"/>
                </a:lnTo>
                <a:lnTo>
                  <a:pt x="123" y="11"/>
                </a:lnTo>
                <a:lnTo>
                  <a:pt x="122" y="12"/>
                </a:lnTo>
                <a:lnTo>
                  <a:pt x="121" y="12"/>
                </a:lnTo>
                <a:lnTo>
                  <a:pt x="121" y="13"/>
                </a:lnTo>
                <a:lnTo>
                  <a:pt x="121" y="14"/>
                </a:lnTo>
                <a:lnTo>
                  <a:pt x="120" y="14"/>
                </a:lnTo>
                <a:lnTo>
                  <a:pt x="120" y="15"/>
                </a:lnTo>
                <a:lnTo>
                  <a:pt x="120" y="16"/>
                </a:lnTo>
                <a:lnTo>
                  <a:pt x="119" y="16"/>
                </a:lnTo>
                <a:lnTo>
                  <a:pt x="118" y="17"/>
                </a:lnTo>
                <a:lnTo>
                  <a:pt x="118" y="18"/>
                </a:lnTo>
                <a:lnTo>
                  <a:pt x="117" y="19"/>
                </a:lnTo>
                <a:lnTo>
                  <a:pt x="116" y="19"/>
                </a:lnTo>
                <a:lnTo>
                  <a:pt x="116" y="20"/>
                </a:lnTo>
                <a:lnTo>
                  <a:pt x="116" y="21"/>
                </a:lnTo>
                <a:lnTo>
                  <a:pt x="117" y="21"/>
                </a:lnTo>
                <a:lnTo>
                  <a:pt x="118" y="21"/>
                </a:lnTo>
                <a:lnTo>
                  <a:pt x="119" y="21"/>
                </a:lnTo>
                <a:lnTo>
                  <a:pt x="120" y="22"/>
                </a:lnTo>
                <a:lnTo>
                  <a:pt x="121" y="22"/>
                </a:lnTo>
                <a:lnTo>
                  <a:pt x="121" y="23"/>
                </a:lnTo>
                <a:lnTo>
                  <a:pt x="122" y="23"/>
                </a:lnTo>
                <a:lnTo>
                  <a:pt x="122" y="24"/>
                </a:lnTo>
                <a:lnTo>
                  <a:pt x="122" y="25"/>
                </a:lnTo>
                <a:lnTo>
                  <a:pt x="121" y="26"/>
                </a:lnTo>
                <a:lnTo>
                  <a:pt x="120" y="26"/>
                </a:lnTo>
                <a:lnTo>
                  <a:pt x="119" y="26"/>
                </a:lnTo>
                <a:lnTo>
                  <a:pt x="118" y="26"/>
                </a:lnTo>
                <a:lnTo>
                  <a:pt x="117" y="26"/>
                </a:lnTo>
                <a:lnTo>
                  <a:pt x="117" y="27"/>
                </a:lnTo>
                <a:lnTo>
                  <a:pt x="116" y="27"/>
                </a:lnTo>
                <a:lnTo>
                  <a:pt x="115" y="27"/>
                </a:lnTo>
                <a:lnTo>
                  <a:pt x="115" y="28"/>
                </a:lnTo>
                <a:lnTo>
                  <a:pt x="114" y="28"/>
                </a:lnTo>
                <a:lnTo>
                  <a:pt x="113" y="28"/>
                </a:lnTo>
                <a:lnTo>
                  <a:pt x="112" y="28"/>
                </a:lnTo>
                <a:lnTo>
                  <a:pt x="112" y="27"/>
                </a:lnTo>
                <a:lnTo>
                  <a:pt x="111" y="27"/>
                </a:lnTo>
                <a:lnTo>
                  <a:pt x="110" y="27"/>
                </a:lnTo>
                <a:lnTo>
                  <a:pt x="109" y="27"/>
                </a:lnTo>
                <a:lnTo>
                  <a:pt x="109" y="28"/>
                </a:lnTo>
                <a:lnTo>
                  <a:pt x="110" y="28"/>
                </a:lnTo>
                <a:lnTo>
                  <a:pt x="110" y="30"/>
                </a:lnTo>
                <a:lnTo>
                  <a:pt x="109" y="30"/>
                </a:lnTo>
                <a:lnTo>
                  <a:pt x="110" y="31"/>
                </a:lnTo>
                <a:lnTo>
                  <a:pt x="110" y="33"/>
                </a:lnTo>
                <a:lnTo>
                  <a:pt x="109" y="33"/>
                </a:lnTo>
                <a:lnTo>
                  <a:pt x="109" y="34"/>
                </a:lnTo>
                <a:lnTo>
                  <a:pt x="109" y="35"/>
                </a:lnTo>
                <a:lnTo>
                  <a:pt x="108" y="35"/>
                </a:lnTo>
                <a:lnTo>
                  <a:pt x="108" y="36"/>
                </a:lnTo>
                <a:lnTo>
                  <a:pt x="107" y="36"/>
                </a:lnTo>
                <a:lnTo>
                  <a:pt x="106" y="36"/>
                </a:lnTo>
                <a:lnTo>
                  <a:pt x="104" y="36"/>
                </a:lnTo>
                <a:lnTo>
                  <a:pt x="103" y="36"/>
                </a:lnTo>
                <a:lnTo>
                  <a:pt x="103" y="37"/>
                </a:lnTo>
                <a:lnTo>
                  <a:pt x="102" y="37"/>
                </a:lnTo>
                <a:lnTo>
                  <a:pt x="102" y="38"/>
                </a:lnTo>
                <a:lnTo>
                  <a:pt x="103" y="38"/>
                </a:lnTo>
                <a:lnTo>
                  <a:pt x="102" y="38"/>
                </a:lnTo>
                <a:lnTo>
                  <a:pt x="102" y="39"/>
                </a:lnTo>
                <a:lnTo>
                  <a:pt x="102" y="40"/>
                </a:lnTo>
                <a:lnTo>
                  <a:pt x="102" y="41"/>
                </a:lnTo>
                <a:lnTo>
                  <a:pt x="102" y="43"/>
                </a:lnTo>
                <a:lnTo>
                  <a:pt x="102" y="44"/>
                </a:lnTo>
                <a:lnTo>
                  <a:pt x="101" y="44"/>
                </a:lnTo>
                <a:lnTo>
                  <a:pt x="100" y="44"/>
                </a:lnTo>
                <a:lnTo>
                  <a:pt x="100" y="43"/>
                </a:lnTo>
                <a:lnTo>
                  <a:pt x="99" y="43"/>
                </a:lnTo>
                <a:lnTo>
                  <a:pt x="99" y="44"/>
                </a:lnTo>
                <a:lnTo>
                  <a:pt x="99" y="45"/>
                </a:lnTo>
                <a:lnTo>
                  <a:pt x="99" y="46"/>
                </a:lnTo>
                <a:lnTo>
                  <a:pt x="100" y="46"/>
                </a:lnTo>
                <a:lnTo>
                  <a:pt x="100" y="47"/>
                </a:lnTo>
                <a:lnTo>
                  <a:pt x="100" y="48"/>
                </a:lnTo>
                <a:lnTo>
                  <a:pt x="100" y="49"/>
                </a:lnTo>
                <a:lnTo>
                  <a:pt x="99" y="50"/>
                </a:lnTo>
                <a:lnTo>
                  <a:pt x="98" y="50"/>
                </a:lnTo>
                <a:lnTo>
                  <a:pt x="98" y="49"/>
                </a:lnTo>
                <a:lnTo>
                  <a:pt x="97" y="49"/>
                </a:lnTo>
                <a:lnTo>
                  <a:pt x="96" y="48"/>
                </a:lnTo>
                <a:lnTo>
                  <a:pt x="96" y="47"/>
                </a:lnTo>
                <a:lnTo>
                  <a:pt x="95" y="47"/>
                </a:lnTo>
                <a:lnTo>
                  <a:pt x="96" y="47"/>
                </a:lnTo>
                <a:lnTo>
                  <a:pt x="95" y="47"/>
                </a:lnTo>
                <a:lnTo>
                  <a:pt x="94" y="47"/>
                </a:lnTo>
                <a:lnTo>
                  <a:pt x="94" y="48"/>
                </a:lnTo>
                <a:lnTo>
                  <a:pt x="93" y="48"/>
                </a:lnTo>
                <a:lnTo>
                  <a:pt x="93" y="49"/>
                </a:lnTo>
                <a:lnTo>
                  <a:pt x="92" y="49"/>
                </a:lnTo>
                <a:lnTo>
                  <a:pt x="91" y="50"/>
                </a:lnTo>
                <a:lnTo>
                  <a:pt x="91" y="49"/>
                </a:lnTo>
                <a:lnTo>
                  <a:pt x="90" y="49"/>
                </a:lnTo>
                <a:lnTo>
                  <a:pt x="89" y="49"/>
                </a:lnTo>
                <a:lnTo>
                  <a:pt x="89" y="48"/>
                </a:lnTo>
                <a:lnTo>
                  <a:pt x="87" y="48"/>
                </a:lnTo>
                <a:lnTo>
                  <a:pt x="86" y="48"/>
                </a:lnTo>
                <a:lnTo>
                  <a:pt x="85" y="48"/>
                </a:lnTo>
                <a:lnTo>
                  <a:pt x="85" y="49"/>
                </a:lnTo>
                <a:lnTo>
                  <a:pt x="86" y="49"/>
                </a:lnTo>
                <a:lnTo>
                  <a:pt x="85" y="49"/>
                </a:lnTo>
                <a:lnTo>
                  <a:pt x="85" y="50"/>
                </a:lnTo>
                <a:lnTo>
                  <a:pt x="85" y="52"/>
                </a:lnTo>
                <a:lnTo>
                  <a:pt x="85" y="53"/>
                </a:lnTo>
                <a:lnTo>
                  <a:pt x="85" y="54"/>
                </a:lnTo>
                <a:lnTo>
                  <a:pt x="84" y="54"/>
                </a:lnTo>
                <a:lnTo>
                  <a:pt x="85" y="55"/>
                </a:lnTo>
                <a:lnTo>
                  <a:pt x="84" y="56"/>
                </a:lnTo>
                <a:lnTo>
                  <a:pt x="84" y="55"/>
                </a:lnTo>
                <a:lnTo>
                  <a:pt x="83" y="55"/>
                </a:lnTo>
                <a:lnTo>
                  <a:pt x="82" y="55"/>
                </a:lnTo>
                <a:lnTo>
                  <a:pt x="81" y="55"/>
                </a:lnTo>
                <a:lnTo>
                  <a:pt x="81" y="56"/>
                </a:lnTo>
                <a:lnTo>
                  <a:pt x="80" y="56"/>
                </a:lnTo>
                <a:lnTo>
                  <a:pt x="79" y="56"/>
                </a:lnTo>
                <a:lnTo>
                  <a:pt x="79" y="57"/>
                </a:lnTo>
                <a:lnTo>
                  <a:pt x="78" y="57"/>
                </a:lnTo>
                <a:lnTo>
                  <a:pt x="77" y="58"/>
                </a:lnTo>
                <a:lnTo>
                  <a:pt x="76" y="58"/>
                </a:lnTo>
                <a:lnTo>
                  <a:pt x="76" y="59"/>
                </a:lnTo>
                <a:lnTo>
                  <a:pt x="75" y="59"/>
                </a:lnTo>
                <a:lnTo>
                  <a:pt x="75" y="60"/>
                </a:lnTo>
                <a:lnTo>
                  <a:pt x="75" y="59"/>
                </a:lnTo>
                <a:lnTo>
                  <a:pt x="75" y="60"/>
                </a:lnTo>
                <a:lnTo>
                  <a:pt x="74" y="61"/>
                </a:lnTo>
                <a:lnTo>
                  <a:pt x="74" y="62"/>
                </a:lnTo>
                <a:lnTo>
                  <a:pt x="73" y="62"/>
                </a:lnTo>
                <a:lnTo>
                  <a:pt x="73" y="63"/>
                </a:lnTo>
                <a:lnTo>
                  <a:pt x="73" y="62"/>
                </a:lnTo>
                <a:lnTo>
                  <a:pt x="73" y="63"/>
                </a:lnTo>
                <a:lnTo>
                  <a:pt x="72" y="63"/>
                </a:lnTo>
                <a:lnTo>
                  <a:pt x="73" y="63"/>
                </a:lnTo>
                <a:lnTo>
                  <a:pt x="73" y="64"/>
                </a:lnTo>
                <a:lnTo>
                  <a:pt x="74" y="64"/>
                </a:lnTo>
                <a:lnTo>
                  <a:pt x="73" y="64"/>
                </a:lnTo>
                <a:lnTo>
                  <a:pt x="72" y="64"/>
                </a:lnTo>
                <a:lnTo>
                  <a:pt x="71" y="64"/>
                </a:lnTo>
                <a:lnTo>
                  <a:pt x="70" y="65"/>
                </a:lnTo>
                <a:lnTo>
                  <a:pt x="69" y="65"/>
                </a:lnTo>
                <a:lnTo>
                  <a:pt x="69" y="66"/>
                </a:lnTo>
                <a:lnTo>
                  <a:pt x="68" y="66"/>
                </a:lnTo>
                <a:lnTo>
                  <a:pt x="68" y="67"/>
                </a:lnTo>
                <a:lnTo>
                  <a:pt x="69" y="67"/>
                </a:lnTo>
                <a:lnTo>
                  <a:pt x="70" y="68"/>
                </a:lnTo>
                <a:lnTo>
                  <a:pt x="71" y="68"/>
                </a:lnTo>
                <a:lnTo>
                  <a:pt x="70" y="68"/>
                </a:lnTo>
                <a:lnTo>
                  <a:pt x="69" y="68"/>
                </a:lnTo>
                <a:lnTo>
                  <a:pt x="68" y="67"/>
                </a:lnTo>
                <a:lnTo>
                  <a:pt x="68" y="68"/>
                </a:lnTo>
                <a:lnTo>
                  <a:pt x="67" y="67"/>
                </a:lnTo>
                <a:lnTo>
                  <a:pt x="66" y="68"/>
                </a:lnTo>
                <a:lnTo>
                  <a:pt x="65" y="68"/>
                </a:lnTo>
                <a:lnTo>
                  <a:pt x="65" y="69"/>
                </a:lnTo>
                <a:lnTo>
                  <a:pt x="64" y="69"/>
                </a:lnTo>
                <a:lnTo>
                  <a:pt x="64" y="70"/>
                </a:lnTo>
                <a:lnTo>
                  <a:pt x="63" y="70"/>
                </a:lnTo>
                <a:lnTo>
                  <a:pt x="64" y="70"/>
                </a:lnTo>
                <a:lnTo>
                  <a:pt x="63" y="71"/>
                </a:lnTo>
                <a:lnTo>
                  <a:pt x="64" y="71"/>
                </a:lnTo>
                <a:lnTo>
                  <a:pt x="64" y="72"/>
                </a:lnTo>
                <a:lnTo>
                  <a:pt x="65" y="72"/>
                </a:lnTo>
                <a:lnTo>
                  <a:pt x="65" y="73"/>
                </a:lnTo>
                <a:lnTo>
                  <a:pt x="66" y="73"/>
                </a:lnTo>
                <a:lnTo>
                  <a:pt x="67" y="73"/>
                </a:lnTo>
                <a:lnTo>
                  <a:pt x="68" y="73"/>
                </a:lnTo>
                <a:lnTo>
                  <a:pt x="69" y="73"/>
                </a:lnTo>
                <a:lnTo>
                  <a:pt x="69" y="74"/>
                </a:lnTo>
                <a:lnTo>
                  <a:pt x="70" y="74"/>
                </a:lnTo>
                <a:lnTo>
                  <a:pt x="71" y="74"/>
                </a:lnTo>
                <a:lnTo>
                  <a:pt x="70" y="74"/>
                </a:lnTo>
                <a:lnTo>
                  <a:pt x="70" y="75"/>
                </a:lnTo>
                <a:lnTo>
                  <a:pt x="69" y="75"/>
                </a:lnTo>
                <a:lnTo>
                  <a:pt x="69" y="76"/>
                </a:lnTo>
                <a:lnTo>
                  <a:pt x="69" y="77"/>
                </a:lnTo>
                <a:lnTo>
                  <a:pt x="68" y="78"/>
                </a:lnTo>
                <a:lnTo>
                  <a:pt x="67" y="78"/>
                </a:lnTo>
                <a:lnTo>
                  <a:pt x="66" y="79"/>
                </a:lnTo>
                <a:lnTo>
                  <a:pt x="65" y="79"/>
                </a:lnTo>
                <a:lnTo>
                  <a:pt x="65" y="78"/>
                </a:lnTo>
                <a:lnTo>
                  <a:pt x="64" y="78"/>
                </a:lnTo>
                <a:lnTo>
                  <a:pt x="63" y="78"/>
                </a:lnTo>
                <a:lnTo>
                  <a:pt x="63" y="77"/>
                </a:lnTo>
                <a:lnTo>
                  <a:pt x="62" y="77"/>
                </a:lnTo>
                <a:lnTo>
                  <a:pt x="62" y="78"/>
                </a:lnTo>
                <a:lnTo>
                  <a:pt x="61" y="79"/>
                </a:lnTo>
                <a:lnTo>
                  <a:pt x="60" y="79"/>
                </a:lnTo>
                <a:lnTo>
                  <a:pt x="61" y="79"/>
                </a:lnTo>
                <a:lnTo>
                  <a:pt x="60" y="79"/>
                </a:lnTo>
                <a:lnTo>
                  <a:pt x="60" y="80"/>
                </a:lnTo>
                <a:lnTo>
                  <a:pt x="59" y="80"/>
                </a:lnTo>
                <a:lnTo>
                  <a:pt x="58" y="80"/>
                </a:lnTo>
                <a:lnTo>
                  <a:pt x="56" y="80"/>
                </a:lnTo>
                <a:lnTo>
                  <a:pt x="55" y="80"/>
                </a:lnTo>
                <a:lnTo>
                  <a:pt x="55" y="79"/>
                </a:lnTo>
                <a:lnTo>
                  <a:pt x="55" y="78"/>
                </a:lnTo>
                <a:lnTo>
                  <a:pt x="54" y="78"/>
                </a:lnTo>
                <a:lnTo>
                  <a:pt x="54" y="77"/>
                </a:lnTo>
                <a:lnTo>
                  <a:pt x="54" y="78"/>
                </a:lnTo>
                <a:lnTo>
                  <a:pt x="53" y="78"/>
                </a:lnTo>
                <a:lnTo>
                  <a:pt x="53" y="79"/>
                </a:lnTo>
                <a:lnTo>
                  <a:pt x="53" y="80"/>
                </a:lnTo>
                <a:lnTo>
                  <a:pt x="53" y="81"/>
                </a:lnTo>
                <a:lnTo>
                  <a:pt x="53" y="82"/>
                </a:lnTo>
                <a:lnTo>
                  <a:pt x="52" y="82"/>
                </a:lnTo>
                <a:lnTo>
                  <a:pt x="52" y="83"/>
                </a:lnTo>
                <a:lnTo>
                  <a:pt x="52" y="84"/>
                </a:lnTo>
                <a:lnTo>
                  <a:pt x="52" y="85"/>
                </a:lnTo>
                <a:lnTo>
                  <a:pt x="51" y="85"/>
                </a:lnTo>
                <a:lnTo>
                  <a:pt x="51" y="86"/>
                </a:lnTo>
                <a:lnTo>
                  <a:pt x="50" y="87"/>
                </a:lnTo>
                <a:lnTo>
                  <a:pt x="49" y="88"/>
                </a:lnTo>
                <a:lnTo>
                  <a:pt x="49" y="89"/>
                </a:lnTo>
                <a:lnTo>
                  <a:pt x="48" y="89"/>
                </a:lnTo>
                <a:lnTo>
                  <a:pt x="48" y="90"/>
                </a:lnTo>
                <a:lnTo>
                  <a:pt x="47" y="90"/>
                </a:lnTo>
                <a:lnTo>
                  <a:pt x="47" y="91"/>
                </a:lnTo>
                <a:lnTo>
                  <a:pt x="46" y="91"/>
                </a:lnTo>
                <a:lnTo>
                  <a:pt x="45" y="91"/>
                </a:lnTo>
                <a:lnTo>
                  <a:pt x="45" y="92"/>
                </a:lnTo>
                <a:lnTo>
                  <a:pt x="44" y="92"/>
                </a:lnTo>
                <a:lnTo>
                  <a:pt x="44" y="93"/>
                </a:lnTo>
                <a:lnTo>
                  <a:pt x="43" y="93"/>
                </a:lnTo>
                <a:lnTo>
                  <a:pt x="43" y="94"/>
                </a:lnTo>
                <a:lnTo>
                  <a:pt x="42" y="95"/>
                </a:lnTo>
                <a:lnTo>
                  <a:pt x="42" y="96"/>
                </a:lnTo>
                <a:lnTo>
                  <a:pt x="43" y="96"/>
                </a:lnTo>
                <a:lnTo>
                  <a:pt x="42" y="96"/>
                </a:lnTo>
                <a:lnTo>
                  <a:pt x="42" y="97"/>
                </a:lnTo>
                <a:lnTo>
                  <a:pt x="42" y="98"/>
                </a:lnTo>
                <a:lnTo>
                  <a:pt x="42" y="99"/>
                </a:lnTo>
                <a:lnTo>
                  <a:pt x="42" y="101"/>
                </a:lnTo>
                <a:lnTo>
                  <a:pt x="41" y="102"/>
                </a:lnTo>
                <a:lnTo>
                  <a:pt x="40" y="102"/>
                </a:lnTo>
                <a:lnTo>
                  <a:pt x="41" y="102"/>
                </a:lnTo>
                <a:lnTo>
                  <a:pt x="40" y="102"/>
                </a:lnTo>
                <a:lnTo>
                  <a:pt x="41" y="102"/>
                </a:lnTo>
                <a:lnTo>
                  <a:pt x="40" y="102"/>
                </a:lnTo>
                <a:lnTo>
                  <a:pt x="40" y="103"/>
                </a:lnTo>
                <a:lnTo>
                  <a:pt x="39" y="103"/>
                </a:lnTo>
                <a:lnTo>
                  <a:pt x="39" y="104"/>
                </a:lnTo>
                <a:lnTo>
                  <a:pt x="38" y="104"/>
                </a:lnTo>
                <a:lnTo>
                  <a:pt x="38" y="105"/>
                </a:lnTo>
                <a:lnTo>
                  <a:pt x="37" y="105"/>
                </a:lnTo>
                <a:lnTo>
                  <a:pt x="36" y="105"/>
                </a:lnTo>
                <a:lnTo>
                  <a:pt x="36" y="106"/>
                </a:lnTo>
                <a:lnTo>
                  <a:pt x="35" y="106"/>
                </a:lnTo>
                <a:lnTo>
                  <a:pt x="35" y="107"/>
                </a:lnTo>
                <a:lnTo>
                  <a:pt x="34" y="107"/>
                </a:lnTo>
                <a:lnTo>
                  <a:pt x="33" y="107"/>
                </a:lnTo>
                <a:lnTo>
                  <a:pt x="32" y="107"/>
                </a:lnTo>
                <a:lnTo>
                  <a:pt x="32" y="108"/>
                </a:lnTo>
                <a:lnTo>
                  <a:pt x="32" y="109"/>
                </a:lnTo>
                <a:lnTo>
                  <a:pt x="31" y="109"/>
                </a:lnTo>
                <a:lnTo>
                  <a:pt x="31" y="110"/>
                </a:lnTo>
                <a:lnTo>
                  <a:pt x="30" y="110"/>
                </a:lnTo>
                <a:lnTo>
                  <a:pt x="30" y="111"/>
                </a:lnTo>
                <a:lnTo>
                  <a:pt x="30" y="112"/>
                </a:lnTo>
                <a:lnTo>
                  <a:pt x="30" y="113"/>
                </a:lnTo>
                <a:lnTo>
                  <a:pt x="30" y="114"/>
                </a:lnTo>
                <a:lnTo>
                  <a:pt x="30" y="115"/>
                </a:lnTo>
                <a:lnTo>
                  <a:pt x="30" y="116"/>
                </a:lnTo>
                <a:lnTo>
                  <a:pt x="29" y="116"/>
                </a:lnTo>
                <a:lnTo>
                  <a:pt x="29" y="117"/>
                </a:lnTo>
                <a:lnTo>
                  <a:pt x="28" y="117"/>
                </a:lnTo>
                <a:lnTo>
                  <a:pt x="28" y="118"/>
                </a:lnTo>
                <a:lnTo>
                  <a:pt x="27" y="118"/>
                </a:lnTo>
                <a:lnTo>
                  <a:pt x="26" y="118"/>
                </a:lnTo>
                <a:lnTo>
                  <a:pt x="26" y="119"/>
                </a:lnTo>
                <a:lnTo>
                  <a:pt x="25" y="119"/>
                </a:lnTo>
                <a:lnTo>
                  <a:pt x="25" y="120"/>
                </a:lnTo>
                <a:lnTo>
                  <a:pt x="25" y="121"/>
                </a:lnTo>
                <a:lnTo>
                  <a:pt x="25" y="122"/>
                </a:lnTo>
                <a:lnTo>
                  <a:pt x="26" y="122"/>
                </a:lnTo>
                <a:lnTo>
                  <a:pt x="26" y="123"/>
                </a:lnTo>
                <a:lnTo>
                  <a:pt x="26" y="124"/>
                </a:lnTo>
                <a:lnTo>
                  <a:pt x="26" y="125"/>
                </a:lnTo>
                <a:lnTo>
                  <a:pt x="25" y="125"/>
                </a:lnTo>
                <a:lnTo>
                  <a:pt x="24" y="125"/>
                </a:lnTo>
                <a:lnTo>
                  <a:pt x="24" y="126"/>
                </a:lnTo>
                <a:lnTo>
                  <a:pt x="24" y="125"/>
                </a:lnTo>
                <a:lnTo>
                  <a:pt x="25" y="125"/>
                </a:lnTo>
                <a:lnTo>
                  <a:pt x="26" y="125"/>
                </a:lnTo>
                <a:lnTo>
                  <a:pt x="26" y="124"/>
                </a:lnTo>
                <a:lnTo>
                  <a:pt x="26" y="123"/>
                </a:lnTo>
                <a:lnTo>
                  <a:pt x="25" y="123"/>
                </a:lnTo>
                <a:lnTo>
                  <a:pt x="25" y="122"/>
                </a:lnTo>
                <a:lnTo>
                  <a:pt x="25" y="121"/>
                </a:lnTo>
                <a:lnTo>
                  <a:pt x="25" y="120"/>
                </a:lnTo>
                <a:lnTo>
                  <a:pt x="24" y="120"/>
                </a:lnTo>
                <a:lnTo>
                  <a:pt x="25" y="120"/>
                </a:lnTo>
                <a:lnTo>
                  <a:pt x="24" y="120"/>
                </a:lnTo>
                <a:lnTo>
                  <a:pt x="24" y="121"/>
                </a:lnTo>
                <a:lnTo>
                  <a:pt x="23" y="121"/>
                </a:lnTo>
                <a:lnTo>
                  <a:pt x="23" y="122"/>
                </a:lnTo>
                <a:lnTo>
                  <a:pt x="23" y="123"/>
                </a:lnTo>
                <a:lnTo>
                  <a:pt x="23" y="124"/>
                </a:lnTo>
                <a:lnTo>
                  <a:pt x="23" y="125"/>
                </a:lnTo>
                <a:lnTo>
                  <a:pt x="22" y="125"/>
                </a:lnTo>
                <a:lnTo>
                  <a:pt x="21" y="125"/>
                </a:lnTo>
                <a:lnTo>
                  <a:pt x="20" y="125"/>
                </a:lnTo>
                <a:lnTo>
                  <a:pt x="20" y="126"/>
                </a:lnTo>
                <a:lnTo>
                  <a:pt x="20" y="127"/>
                </a:lnTo>
                <a:lnTo>
                  <a:pt x="20" y="128"/>
                </a:lnTo>
                <a:lnTo>
                  <a:pt x="19" y="128"/>
                </a:lnTo>
                <a:lnTo>
                  <a:pt x="19" y="129"/>
                </a:lnTo>
                <a:lnTo>
                  <a:pt x="19" y="130"/>
                </a:lnTo>
                <a:lnTo>
                  <a:pt x="18" y="130"/>
                </a:lnTo>
                <a:lnTo>
                  <a:pt x="17" y="130"/>
                </a:lnTo>
                <a:lnTo>
                  <a:pt x="17" y="131"/>
                </a:lnTo>
                <a:lnTo>
                  <a:pt x="16" y="131"/>
                </a:lnTo>
                <a:lnTo>
                  <a:pt x="16" y="132"/>
                </a:lnTo>
                <a:lnTo>
                  <a:pt x="16" y="133"/>
                </a:lnTo>
                <a:lnTo>
                  <a:pt x="17" y="133"/>
                </a:lnTo>
                <a:lnTo>
                  <a:pt x="17" y="132"/>
                </a:lnTo>
                <a:lnTo>
                  <a:pt x="18" y="132"/>
                </a:lnTo>
                <a:lnTo>
                  <a:pt x="19" y="132"/>
                </a:lnTo>
                <a:lnTo>
                  <a:pt x="19" y="131"/>
                </a:lnTo>
                <a:lnTo>
                  <a:pt x="20" y="131"/>
                </a:lnTo>
                <a:lnTo>
                  <a:pt x="21" y="131"/>
                </a:lnTo>
                <a:lnTo>
                  <a:pt x="21" y="130"/>
                </a:lnTo>
                <a:lnTo>
                  <a:pt x="21" y="129"/>
                </a:lnTo>
                <a:lnTo>
                  <a:pt x="22" y="129"/>
                </a:lnTo>
                <a:lnTo>
                  <a:pt x="22" y="128"/>
                </a:lnTo>
                <a:lnTo>
                  <a:pt x="22" y="127"/>
                </a:lnTo>
                <a:lnTo>
                  <a:pt x="21" y="127"/>
                </a:lnTo>
                <a:lnTo>
                  <a:pt x="21" y="126"/>
                </a:lnTo>
                <a:lnTo>
                  <a:pt x="21" y="127"/>
                </a:lnTo>
                <a:lnTo>
                  <a:pt x="22" y="127"/>
                </a:lnTo>
                <a:lnTo>
                  <a:pt x="22" y="128"/>
                </a:lnTo>
                <a:lnTo>
                  <a:pt x="22" y="130"/>
                </a:lnTo>
                <a:lnTo>
                  <a:pt x="21" y="130"/>
                </a:lnTo>
                <a:lnTo>
                  <a:pt x="21" y="131"/>
                </a:lnTo>
                <a:lnTo>
                  <a:pt x="20" y="131"/>
                </a:lnTo>
                <a:lnTo>
                  <a:pt x="20" y="132"/>
                </a:lnTo>
                <a:lnTo>
                  <a:pt x="20" y="131"/>
                </a:lnTo>
                <a:lnTo>
                  <a:pt x="20" y="132"/>
                </a:lnTo>
                <a:lnTo>
                  <a:pt x="19" y="132"/>
                </a:lnTo>
                <a:lnTo>
                  <a:pt x="19" y="133"/>
                </a:lnTo>
                <a:lnTo>
                  <a:pt x="18" y="133"/>
                </a:lnTo>
                <a:lnTo>
                  <a:pt x="19" y="133"/>
                </a:lnTo>
                <a:lnTo>
                  <a:pt x="18" y="133"/>
                </a:lnTo>
                <a:lnTo>
                  <a:pt x="17" y="133"/>
                </a:lnTo>
                <a:lnTo>
                  <a:pt x="16" y="133"/>
                </a:lnTo>
                <a:lnTo>
                  <a:pt x="16" y="134"/>
                </a:lnTo>
                <a:lnTo>
                  <a:pt x="15" y="135"/>
                </a:lnTo>
                <a:lnTo>
                  <a:pt x="14" y="136"/>
                </a:lnTo>
                <a:lnTo>
                  <a:pt x="14" y="137"/>
                </a:lnTo>
                <a:lnTo>
                  <a:pt x="14" y="138"/>
                </a:lnTo>
                <a:lnTo>
                  <a:pt x="13" y="138"/>
                </a:lnTo>
                <a:lnTo>
                  <a:pt x="14" y="138"/>
                </a:lnTo>
                <a:lnTo>
                  <a:pt x="14" y="139"/>
                </a:lnTo>
                <a:lnTo>
                  <a:pt x="14" y="140"/>
                </a:lnTo>
                <a:lnTo>
                  <a:pt x="15" y="140"/>
                </a:lnTo>
                <a:lnTo>
                  <a:pt x="15" y="141"/>
                </a:lnTo>
                <a:lnTo>
                  <a:pt x="15" y="142"/>
                </a:lnTo>
                <a:lnTo>
                  <a:pt x="15" y="143"/>
                </a:lnTo>
                <a:lnTo>
                  <a:pt x="15" y="144"/>
                </a:lnTo>
                <a:lnTo>
                  <a:pt x="16" y="144"/>
                </a:lnTo>
                <a:lnTo>
                  <a:pt x="16" y="145"/>
                </a:lnTo>
                <a:lnTo>
                  <a:pt x="16" y="146"/>
                </a:lnTo>
                <a:lnTo>
                  <a:pt x="16" y="147"/>
                </a:lnTo>
                <a:lnTo>
                  <a:pt x="16" y="148"/>
                </a:lnTo>
                <a:lnTo>
                  <a:pt x="16" y="149"/>
                </a:lnTo>
                <a:lnTo>
                  <a:pt x="16" y="150"/>
                </a:lnTo>
                <a:lnTo>
                  <a:pt x="16" y="151"/>
                </a:lnTo>
                <a:lnTo>
                  <a:pt x="16" y="152"/>
                </a:lnTo>
                <a:lnTo>
                  <a:pt x="16" y="153"/>
                </a:lnTo>
                <a:lnTo>
                  <a:pt x="16" y="154"/>
                </a:lnTo>
                <a:lnTo>
                  <a:pt x="17" y="154"/>
                </a:lnTo>
                <a:lnTo>
                  <a:pt x="17" y="155"/>
                </a:lnTo>
                <a:lnTo>
                  <a:pt x="17" y="156"/>
                </a:lnTo>
                <a:lnTo>
                  <a:pt x="17" y="155"/>
                </a:lnTo>
                <a:lnTo>
                  <a:pt x="17" y="154"/>
                </a:lnTo>
                <a:lnTo>
                  <a:pt x="16" y="154"/>
                </a:lnTo>
                <a:lnTo>
                  <a:pt x="16" y="155"/>
                </a:lnTo>
                <a:lnTo>
                  <a:pt x="16" y="156"/>
                </a:lnTo>
                <a:lnTo>
                  <a:pt x="15" y="156"/>
                </a:lnTo>
                <a:lnTo>
                  <a:pt x="15" y="157"/>
                </a:lnTo>
                <a:lnTo>
                  <a:pt x="14" y="158"/>
                </a:lnTo>
                <a:lnTo>
                  <a:pt x="15" y="158"/>
                </a:lnTo>
                <a:lnTo>
                  <a:pt x="16" y="158"/>
                </a:lnTo>
                <a:lnTo>
                  <a:pt x="16" y="157"/>
                </a:lnTo>
                <a:lnTo>
                  <a:pt x="16" y="156"/>
                </a:lnTo>
                <a:lnTo>
                  <a:pt x="16" y="157"/>
                </a:lnTo>
                <a:lnTo>
                  <a:pt x="16" y="158"/>
                </a:lnTo>
                <a:lnTo>
                  <a:pt x="15" y="158"/>
                </a:lnTo>
                <a:lnTo>
                  <a:pt x="14" y="158"/>
                </a:lnTo>
                <a:lnTo>
                  <a:pt x="14" y="159"/>
                </a:lnTo>
                <a:lnTo>
                  <a:pt x="13" y="159"/>
                </a:lnTo>
                <a:lnTo>
                  <a:pt x="13" y="160"/>
                </a:lnTo>
                <a:lnTo>
                  <a:pt x="13" y="161"/>
                </a:lnTo>
                <a:lnTo>
                  <a:pt x="13" y="162"/>
                </a:lnTo>
                <a:lnTo>
                  <a:pt x="13" y="163"/>
                </a:lnTo>
                <a:lnTo>
                  <a:pt x="14" y="163"/>
                </a:lnTo>
                <a:lnTo>
                  <a:pt x="14" y="164"/>
                </a:lnTo>
                <a:lnTo>
                  <a:pt x="15" y="164"/>
                </a:lnTo>
                <a:lnTo>
                  <a:pt x="16" y="165"/>
                </a:lnTo>
                <a:lnTo>
                  <a:pt x="17" y="165"/>
                </a:lnTo>
                <a:lnTo>
                  <a:pt x="17" y="166"/>
                </a:lnTo>
                <a:lnTo>
                  <a:pt x="17" y="167"/>
                </a:lnTo>
                <a:lnTo>
                  <a:pt x="18" y="167"/>
                </a:lnTo>
                <a:lnTo>
                  <a:pt x="18" y="168"/>
                </a:lnTo>
                <a:lnTo>
                  <a:pt x="18" y="169"/>
                </a:lnTo>
                <a:lnTo>
                  <a:pt x="19" y="169"/>
                </a:lnTo>
                <a:lnTo>
                  <a:pt x="20" y="169"/>
                </a:lnTo>
                <a:lnTo>
                  <a:pt x="20" y="170"/>
                </a:lnTo>
                <a:lnTo>
                  <a:pt x="20" y="169"/>
                </a:lnTo>
                <a:lnTo>
                  <a:pt x="19" y="168"/>
                </a:lnTo>
                <a:lnTo>
                  <a:pt x="19" y="167"/>
                </a:lnTo>
                <a:lnTo>
                  <a:pt x="19" y="166"/>
                </a:lnTo>
                <a:lnTo>
                  <a:pt x="18" y="166"/>
                </a:lnTo>
                <a:lnTo>
                  <a:pt x="18" y="165"/>
                </a:lnTo>
                <a:lnTo>
                  <a:pt x="18" y="164"/>
                </a:lnTo>
                <a:lnTo>
                  <a:pt x="17" y="164"/>
                </a:lnTo>
                <a:lnTo>
                  <a:pt x="16" y="164"/>
                </a:lnTo>
                <a:lnTo>
                  <a:pt x="16" y="163"/>
                </a:lnTo>
                <a:lnTo>
                  <a:pt x="16" y="164"/>
                </a:lnTo>
                <a:lnTo>
                  <a:pt x="17" y="164"/>
                </a:lnTo>
                <a:lnTo>
                  <a:pt x="18" y="164"/>
                </a:lnTo>
                <a:lnTo>
                  <a:pt x="18" y="165"/>
                </a:lnTo>
                <a:lnTo>
                  <a:pt x="19" y="166"/>
                </a:lnTo>
                <a:lnTo>
                  <a:pt x="19" y="167"/>
                </a:lnTo>
                <a:lnTo>
                  <a:pt x="19" y="168"/>
                </a:lnTo>
                <a:lnTo>
                  <a:pt x="20" y="168"/>
                </a:lnTo>
                <a:lnTo>
                  <a:pt x="20" y="169"/>
                </a:lnTo>
                <a:lnTo>
                  <a:pt x="21" y="169"/>
                </a:lnTo>
                <a:lnTo>
                  <a:pt x="21" y="168"/>
                </a:lnTo>
                <a:lnTo>
                  <a:pt x="21" y="167"/>
                </a:lnTo>
                <a:lnTo>
                  <a:pt x="21" y="166"/>
                </a:lnTo>
                <a:lnTo>
                  <a:pt x="21" y="165"/>
                </a:lnTo>
                <a:lnTo>
                  <a:pt x="21" y="164"/>
                </a:lnTo>
                <a:lnTo>
                  <a:pt x="20" y="164"/>
                </a:lnTo>
                <a:lnTo>
                  <a:pt x="21" y="164"/>
                </a:lnTo>
                <a:lnTo>
                  <a:pt x="21" y="165"/>
                </a:lnTo>
                <a:lnTo>
                  <a:pt x="21" y="167"/>
                </a:lnTo>
                <a:lnTo>
                  <a:pt x="21" y="168"/>
                </a:lnTo>
                <a:lnTo>
                  <a:pt x="22" y="168"/>
                </a:lnTo>
                <a:lnTo>
                  <a:pt x="23" y="169"/>
                </a:lnTo>
                <a:lnTo>
                  <a:pt x="24" y="169"/>
                </a:lnTo>
                <a:lnTo>
                  <a:pt x="24" y="170"/>
                </a:lnTo>
                <a:lnTo>
                  <a:pt x="25" y="170"/>
                </a:lnTo>
                <a:lnTo>
                  <a:pt x="25" y="171"/>
                </a:lnTo>
                <a:lnTo>
                  <a:pt x="25" y="172"/>
                </a:lnTo>
                <a:lnTo>
                  <a:pt x="25" y="173"/>
                </a:lnTo>
                <a:lnTo>
                  <a:pt x="23" y="173"/>
                </a:lnTo>
                <a:lnTo>
                  <a:pt x="22" y="173"/>
                </a:lnTo>
                <a:lnTo>
                  <a:pt x="21" y="173"/>
                </a:lnTo>
                <a:lnTo>
                  <a:pt x="20" y="173"/>
                </a:lnTo>
                <a:lnTo>
                  <a:pt x="19" y="173"/>
                </a:lnTo>
                <a:lnTo>
                  <a:pt x="18" y="174"/>
                </a:lnTo>
                <a:lnTo>
                  <a:pt x="17" y="174"/>
                </a:lnTo>
                <a:lnTo>
                  <a:pt x="16" y="174"/>
                </a:lnTo>
                <a:lnTo>
                  <a:pt x="15" y="174"/>
                </a:lnTo>
                <a:lnTo>
                  <a:pt x="13" y="174"/>
                </a:lnTo>
                <a:lnTo>
                  <a:pt x="12" y="174"/>
                </a:lnTo>
                <a:lnTo>
                  <a:pt x="11" y="174"/>
                </a:lnTo>
                <a:lnTo>
                  <a:pt x="11" y="172"/>
                </a:lnTo>
                <a:lnTo>
                  <a:pt x="11" y="171"/>
                </a:lnTo>
                <a:lnTo>
                  <a:pt x="10" y="171"/>
                </a:lnTo>
                <a:lnTo>
                  <a:pt x="10" y="170"/>
                </a:lnTo>
                <a:lnTo>
                  <a:pt x="10" y="169"/>
                </a:lnTo>
                <a:lnTo>
                  <a:pt x="10" y="168"/>
                </a:lnTo>
                <a:lnTo>
                  <a:pt x="9" y="168"/>
                </a:lnTo>
                <a:lnTo>
                  <a:pt x="9" y="165"/>
                </a:lnTo>
                <a:lnTo>
                  <a:pt x="10" y="164"/>
                </a:lnTo>
                <a:lnTo>
                  <a:pt x="9" y="164"/>
                </a:lnTo>
                <a:lnTo>
                  <a:pt x="9" y="163"/>
                </a:lnTo>
                <a:lnTo>
                  <a:pt x="9" y="162"/>
                </a:lnTo>
                <a:lnTo>
                  <a:pt x="9" y="160"/>
                </a:lnTo>
                <a:lnTo>
                  <a:pt x="10" y="160"/>
                </a:lnTo>
                <a:lnTo>
                  <a:pt x="9" y="160"/>
                </a:lnTo>
                <a:lnTo>
                  <a:pt x="8" y="160"/>
                </a:lnTo>
                <a:lnTo>
                  <a:pt x="7" y="160"/>
                </a:lnTo>
                <a:lnTo>
                  <a:pt x="6" y="160"/>
                </a:lnTo>
                <a:lnTo>
                  <a:pt x="5" y="161"/>
                </a:lnTo>
                <a:lnTo>
                  <a:pt x="5" y="162"/>
                </a:lnTo>
                <a:lnTo>
                  <a:pt x="4" y="162"/>
                </a:lnTo>
                <a:lnTo>
                  <a:pt x="4" y="163"/>
                </a:lnTo>
                <a:lnTo>
                  <a:pt x="4" y="164"/>
                </a:lnTo>
                <a:lnTo>
                  <a:pt x="4" y="165"/>
                </a:lnTo>
                <a:lnTo>
                  <a:pt x="4" y="166"/>
                </a:lnTo>
                <a:lnTo>
                  <a:pt x="4" y="167"/>
                </a:lnTo>
                <a:lnTo>
                  <a:pt x="5" y="167"/>
                </a:lnTo>
                <a:lnTo>
                  <a:pt x="5" y="168"/>
                </a:lnTo>
                <a:lnTo>
                  <a:pt x="5" y="169"/>
                </a:lnTo>
                <a:lnTo>
                  <a:pt x="5" y="170"/>
                </a:lnTo>
                <a:lnTo>
                  <a:pt x="5" y="171"/>
                </a:lnTo>
                <a:lnTo>
                  <a:pt x="5" y="172"/>
                </a:lnTo>
                <a:lnTo>
                  <a:pt x="5" y="173"/>
                </a:lnTo>
                <a:lnTo>
                  <a:pt x="4" y="173"/>
                </a:lnTo>
                <a:lnTo>
                  <a:pt x="4" y="174"/>
                </a:lnTo>
                <a:lnTo>
                  <a:pt x="3" y="174"/>
                </a:lnTo>
                <a:lnTo>
                  <a:pt x="3" y="175"/>
                </a:lnTo>
                <a:lnTo>
                  <a:pt x="1" y="175"/>
                </a:lnTo>
                <a:lnTo>
                  <a:pt x="0" y="175"/>
                </a:lnTo>
                <a:lnTo>
                  <a:pt x="0" y="174"/>
                </a:lnTo>
                <a:lnTo>
                  <a:pt x="1" y="173"/>
                </a:lnTo>
                <a:lnTo>
                  <a:pt x="2" y="173"/>
                </a:lnTo>
                <a:lnTo>
                  <a:pt x="2" y="172"/>
                </a:lnTo>
                <a:lnTo>
                  <a:pt x="3" y="172"/>
                </a:lnTo>
                <a:lnTo>
                  <a:pt x="3" y="171"/>
                </a:lnTo>
                <a:lnTo>
                  <a:pt x="4" y="170"/>
                </a:lnTo>
                <a:lnTo>
                  <a:pt x="4" y="169"/>
                </a:lnTo>
                <a:lnTo>
                  <a:pt x="4" y="168"/>
                </a:lnTo>
                <a:lnTo>
                  <a:pt x="4" y="167"/>
                </a:lnTo>
                <a:lnTo>
                  <a:pt x="4" y="166"/>
                </a:lnTo>
                <a:lnTo>
                  <a:pt x="4" y="165"/>
                </a:lnTo>
                <a:lnTo>
                  <a:pt x="4" y="164"/>
                </a:lnTo>
                <a:lnTo>
                  <a:pt x="4" y="163"/>
                </a:lnTo>
                <a:lnTo>
                  <a:pt x="4" y="162"/>
                </a:lnTo>
                <a:lnTo>
                  <a:pt x="5" y="162"/>
                </a:lnTo>
                <a:lnTo>
                  <a:pt x="5" y="161"/>
                </a:lnTo>
                <a:lnTo>
                  <a:pt x="6" y="160"/>
                </a:lnTo>
                <a:lnTo>
                  <a:pt x="7" y="160"/>
                </a:lnTo>
                <a:lnTo>
                  <a:pt x="9" y="160"/>
                </a:lnTo>
                <a:lnTo>
                  <a:pt x="9" y="159"/>
                </a:lnTo>
                <a:lnTo>
                  <a:pt x="9" y="158"/>
                </a:lnTo>
                <a:lnTo>
                  <a:pt x="10" y="158"/>
                </a:lnTo>
                <a:lnTo>
                  <a:pt x="10" y="157"/>
                </a:lnTo>
                <a:lnTo>
                  <a:pt x="9" y="158"/>
                </a:lnTo>
                <a:lnTo>
                  <a:pt x="9" y="157"/>
                </a:lnTo>
                <a:lnTo>
                  <a:pt x="9" y="156"/>
                </a:lnTo>
                <a:lnTo>
                  <a:pt x="9" y="155"/>
                </a:lnTo>
                <a:moveTo>
                  <a:pt x="18" y="170"/>
                </a:moveTo>
                <a:lnTo>
                  <a:pt x="18" y="169"/>
                </a:lnTo>
                <a:lnTo>
                  <a:pt x="17" y="169"/>
                </a:lnTo>
                <a:lnTo>
                  <a:pt x="18" y="170"/>
                </a:lnTo>
                <a:moveTo>
                  <a:pt x="11" y="162"/>
                </a:moveTo>
                <a:lnTo>
                  <a:pt x="12" y="161"/>
                </a:lnTo>
                <a:lnTo>
                  <a:pt x="12" y="160"/>
                </a:lnTo>
                <a:lnTo>
                  <a:pt x="12" y="159"/>
                </a:lnTo>
                <a:lnTo>
                  <a:pt x="12" y="160"/>
                </a:lnTo>
                <a:lnTo>
                  <a:pt x="11" y="160"/>
                </a:lnTo>
                <a:lnTo>
                  <a:pt x="11" y="161"/>
                </a:lnTo>
                <a:lnTo>
                  <a:pt x="11" y="162"/>
                </a:lnTo>
                <a:moveTo>
                  <a:pt x="13" y="157"/>
                </a:moveTo>
                <a:lnTo>
                  <a:pt x="13" y="158"/>
                </a:lnTo>
                <a:lnTo>
                  <a:pt x="14" y="157"/>
                </a:lnTo>
                <a:lnTo>
                  <a:pt x="13" y="157"/>
                </a:lnTo>
                <a:moveTo>
                  <a:pt x="13" y="141"/>
                </a:moveTo>
                <a:lnTo>
                  <a:pt x="13" y="140"/>
                </a:lnTo>
                <a:lnTo>
                  <a:pt x="13" y="139"/>
                </a:lnTo>
                <a:lnTo>
                  <a:pt x="13" y="140"/>
                </a:lnTo>
                <a:lnTo>
                  <a:pt x="12" y="140"/>
                </a:lnTo>
                <a:lnTo>
                  <a:pt x="12" y="141"/>
                </a:lnTo>
                <a:lnTo>
                  <a:pt x="12" y="142"/>
                </a:lnTo>
                <a:lnTo>
                  <a:pt x="12" y="143"/>
                </a:lnTo>
                <a:lnTo>
                  <a:pt x="13" y="143"/>
                </a:lnTo>
                <a:lnTo>
                  <a:pt x="13" y="144"/>
                </a:lnTo>
                <a:lnTo>
                  <a:pt x="14" y="144"/>
                </a:lnTo>
                <a:lnTo>
                  <a:pt x="15" y="144"/>
                </a:lnTo>
                <a:lnTo>
                  <a:pt x="14" y="144"/>
                </a:lnTo>
                <a:lnTo>
                  <a:pt x="14" y="143"/>
                </a:lnTo>
                <a:lnTo>
                  <a:pt x="15" y="143"/>
                </a:lnTo>
                <a:lnTo>
                  <a:pt x="14" y="143"/>
                </a:lnTo>
                <a:lnTo>
                  <a:pt x="14" y="142"/>
                </a:lnTo>
                <a:lnTo>
                  <a:pt x="13" y="142"/>
                </a:lnTo>
                <a:lnTo>
                  <a:pt x="13" y="141"/>
                </a:lnTo>
                <a:moveTo>
                  <a:pt x="15" y="141"/>
                </a:moveTo>
                <a:lnTo>
                  <a:pt x="15" y="140"/>
                </a:lnTo>
                <a:lnTo>
                  <a:pt x="14" y="140"/>
                </a:lnTo>
                <a:lnTo>
                  <a:pt x="14" y="141"/>
                </a:lnTo>
                <a:lnTo>
                  <a:pt x="15" y="141"/>
                </a:lnTo>
                <a:moveTo>
                  <a:pt x="19" y="128"/>
                </a:moveTo>
                <a:lnTo>
                  <a:pt x="18" y="128"/>
                </a:lnTo>
                <a:lnTo>
                  <a:pt x="18" y="129"/>
                </a:lnTo>
                <a:lnTo>
                  <a:pt x="19" y="129"/>
                </a:lnTo>
                <a:lnTo>
                  <a:pt x="19" y="128"/>
                </a:lnTo>
                <a:moveTo>
                  <a:pt x="20" y="128"/>
                </a:moveTo>
                <a:lnTo>
                  <a:pt x="20" y="127"/>
                </a:lnTo>
                <a:lnTo>
                  <a:pt x="19" y="128"/>
                </a:lnTo>
                <a:lnTo>
                  <a:pt x="20" y="128"/>
                </a:lnTo>
                <a:moveTo>
                  <a:pt x="20" y="125"/>
                </a:moveTo>
                <a:lnTo>
                  <a:pt x="20" y="126"/>
                </a:lnTo>
                <a:lnTo>
                  <a:pt x="20" y="125"/>
                </a:lnTo>
                <a:moveTo>
                  <a:pt x="28" y="117"/>
                </a:moveTo>
                <a:lnTo>
                  <a:pt x="28" y="116"/>
                </a:lnTo>
                <a:lnTo>
                  <a:pt x="29" y="116"/>
                </a:lnTo>
                <a:lnTo>
                  <a:pt x="29" y="115"/>
                </a:lnTo>
                <a:lnTo>
                  <a:pt x="30" y="115"/>
                </a:lnTo>
                <a:lnTo>
                  <a:pt x="30" y="114"/>
                </a:lnTo>
                <a:lnTo>
                  <a:pt x="30" y="113"/>
                </a:lnTo>
                <a:lnTo>
                  <a:pt x="29" y="113"/>
                </a:lnTo>
                <a:lnTo>
                  <a:pt x="28" y="113"/>
                </a:lnTo>
                <a:lnTo>
                  <a:pt x="28" y="114"/>
                </a:lnTo>
                <a:lnTo>
                  <a:pt x="27" y="114"/>
                </a:lnTo>
                <a:lnTo>
                  <a:pt x="27" y="115"/>
                </a:lnTo>
                <a:lnTo>
                  <a:pt x="27" y="116"/>
                </a:lnTo>
                <a:lnTo>
                  <a:pt x="27" y="117"/>
                </a:lnTo>
                <a:lnTo>
                  <a:pt x="28" y="117"/>
                </a:lnTo>
                <a:moveTo>
                  <a:pt x="29" y="113"/>
                </a:moveTo>
                <a:lnTo>
                  <a:pt x="29" y="112"/>
                </a:lnTo>
                <a:lnTo>
                  <a:pt x="28" y="113"/>
                </a:lnTo>
                <a:lnTo>
                  <a:pt x="28" y="114"/>
                </a:lnTo>
                <a:lnTo>
                  <a:pt x="29" y="113"/>
                </a:lnTo>
                <a:moveTo>
                  <a:pt x="29" y="113"/>
                </a:moveTo>
                <a:lnTo>
                  <a:pt x="30" y="113"/>
                </a:lnTo>
                <a:lnTo>
                  <a:pt x="30" y="112"/>
                </a:lnTo>
                <a:lnTo>
                  <a:pt x="30" y="111"/>
                </a:lnTo>
                <a:lnTo>
                  <a:pt x="29" y="111"/>
                </a:lnTo>
                <a:lnTo>
                  <a:pt x="29" y="112"/>
                </a:lnTo>
                <a:lnTo>
                  <a:pt x="29" y="113"/>
                </a:lnTo>
                <a:moveTo>
                  <a:pt x="38" y="104"/>
                </a:moveTo>
                <a:lnTo>
                  <a:pt x="37" y="105"/>
                </a:lnTo>
                <a:lnTo>
                  <a:pt x="38" y="104"/>
                </a:lnTo>
                <a:moveTo>
                  <a:pt x="41" y="102"/>
                </a:moveTo>
                <a:lnTo>
                  <a:pt x="42" y="102"/>
                </a:lnTo>
                <a:lnTo>
                  <a:pt x="42" y="101"/>
                </a:lnTo>
                <a:lnTo>
                  <a:pt x="42" y="100"/>
                </a:lnTo>
                <a:lnTo>
                  <a:pt x="41" y="100"/>
                </a:lnTo>
                <a:lnTo>
                  <a:pt x="41" y="101"/>
                </a:lnTo>
                <a:lnTo>
                  <a:pt x="41" y="102"/>
                </a:lnTo>
                <a:moveTo>
                  <a:pt x="51" y="83"/>
                </a:moveTo>
                <a:lnTo>
                  <a:pt x="51" y="84"/>
                </a:lnTo>
                <a:lnTo>
                  <a:pt x="51" y="85"/>
                </a:lnTo>
                <a:lnTo>
                  <a:pt x="51" y="84"/>
                </a:lnTo>
                <a:lnTo>
                  <a:pt x="52" y="84"/>
                </a:lnTo>
                <a:lnTo>
                  <a:pt x="51" y="84"/>
                </a:lnTo>
                <a:lnTo>
                  <a:pt x="51" y="83"/>
                </a:lnTo>
                <a:close/>
              </a:path>
            </a:pathLst>
          </a:custGeom>
          <a:solidFill>
            <a:srgbClr val="C2C2BF"/>
          </a:solidFill>
          <a:ln w="2520">
            <a:solidFill>
              <a:srgbClr val="FFFFFF"/>
            </a:solidFill>
            <a:round/>
          </a:ln>
        </p:spPr>
        <p:txBody>
          <a:bodyPr lIns="1080" tIns="1080" rIns="1080" bIns="108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75" name=""/>
          <p:cNvSpPr/>
          <p:nvPr/>
        </p:nvSpPr>
        <p:spPr>
          <a:xfrm>
            <a:off x="5227200" y="847800"/>
            <a:ext cx="6120" cy="19080"/>
          </a:xfrm>
          <a:custGeom>
            <a:avLst/>
            <a:gdLst/>
            <a:ahLst/>
            <a:rect l="0" t="0" r="r" b="b"/>
            <a:pathLst>
              <a:path w="17" h="53">
                <a:moveTo>
                  <a:pt x="15" y="1"/>
                </a:moveTo>
                <a:lnTo>
                  <a:pt x="15" y="2"/>
                </a:lnTo>
                <a:lnTo>
                  <a:pt x="16" y="2"/>
                </a:lnTo>
                <a:lnTo>
                  <a:pt x="17" y="2"/>
                </a:lnTo>
                <a:lnTo>
                  <a:pt x="17" y="3"/>
                </a:lnTo>
                <a:lnTo>
                  <a:pt x="16" y="3"/>
                </a:lnTo>
                <a:lnTo>
                  <a:pt x="15" y="2"/>
                </a:lnTo>
                <a:lnTo>
                  <a:pt x="14" y="2"/>
                </a:lnTo>
                <a:lnTo>
                  <a:pt x="13" y="1"/>
                </a:lnTo>
                <a:lnTo>
                  <a:pt x="11" y="1"/>
                </a:lnTo>
                <a:lnTo>
                  <a:pt x="10" y="2"/>
                </a:lnTo>
                <a:lnTo>
                  <a:pt x="11" y="2"/>
                </a:lnTo>
                <a:lnTo>
                  <a:pt x="11" y="3"/>
                </a:lnTo>
                <a:lnTo>
                  <a:pt x="11" y="2"/>
                </a:lnTo>
                <a:lnTo>
                  <a:pt x="12" y="3"/>
                </a:lnTo>
                <a:lnTo>
                  <a:pt x="14" y="3"/>
                </a:lnTo>
                <a:lnTo>
                  <a:pt x="15" y="3"/>
                </a:lnTo>
                <a:lnTo>
                  <a:pt x="15" y="4"/>
                </a:lnTo>
                <a:lnTo>
                  <a:pt x="15" y="5"/>
                </a:lnTo>
                <a:lnTo>
                  <a:pt x="15" y="6"/>
                </a:lnTo>
                <a:lnTo>
                  <a:pt x="14" y="6"/>
                </a:lnTo>
                <a:lnTo>
                  <a:pt x="14" y="7"/>
                </a:lnTo>
                <a:lnTo>
                  <a:pt x="13" y="8"/>
                </a:lnTo>
                <a:lnTo>
                  <a:pt x="12" y="10"/>
                </a:lnTo>
                <a:lnTo>
                  <a:pt x="13" y="10"/>
                </a:lnTo>
                <a:lnTo>
                  <a:pt x="13" y="11"/>
                </a:lnTo>
                <a:lnTo>
                  <a:pt x="13" y="12"/>
                </a:lnTo>
                <a:lnTo>
                  <a:pt x="12" y="12"/>
                </a:lnTo>
                <a:lnTo>
                  <a:pt x="11" y="12"/>
                </a:lnTo>
                <a:lnTo>
                  <a:pt x="10" y="12"/>
                </a:lnTo>
                <a:lnTo>
                  <a:pt x="10" y="13"/>
                </a:lnTo>
                <a:lnTo>
                  <a:pt x="10" y="14"/>
                </a:lnTo>
                <a:lnTo>
                  <a:pt x="7" y="14"/>
                </a:lnTo>
                <a:lnTo>
                  <a:pt x="6" y="14"/>
                </a:lnTo>
                <a:lnTo>
                  <a:pt x="6" y="13"/>
                </a:lnTo>
                <a:lnTo>
                  <a:pt x="5" y="13"/>
                </a:lnTo>
                <a:lnTo>
                  <a:pt x="4" y="13"/>
                </a:lnTo>
                <a:lnTo>
                  <a:pt x="4" y="14"/>
                </a:lnTo>
                <a:lnTo>
                  <a:pt x="5" y="15"/>
                </a:lnTo>
                <a:lnTo>
                  <a:pt x="5" y="16"/>
                </a:lnTo>
                <a:lnTo>
                  <a:pt x="5" y="18"/>
                </a:lnTo>
                <a:lnTo>
                  <a:pt x="4" y="19"/>
                </a:lnTo>
                <a:lnTo>
                  <a:pt x="4" y="20"/>
                </a:lnTo>
                <a:lnTo>
                  <a:pt x="4" y="21"/>
                </a:lnTo>
                <a:lnTo>
                  <a:pt x="3" y="21"/>
                </a:lnTo>
                <a:lnTo>
                  <a:pt x="3" y="22"/>
                </a:lnTo>
                <a:lnTo>
                  <a:pt x="2" y="22"/>
                </a:lnTo>
                <a:lnTo>
                  <a:pt x="2" y="24"/>
                </a:lnTo>
                <a:lnTo>
                  <a:pt x="3" y="25"/>
                </a:lnTo>
                <a:lnTo>
                  <a:pt x="4" y="25"/>
                </a:lnTo>
                <a:lnTo>
                  <a:pt x="5" y="26"/>
                </a:lnTo>
                <a:lnTo>
                  <a:pt x="5" y="27"/>
                </a:lnTo>
                <a:lnTo>
                  <a:pt x="5" y="28"/>
                </a:lnTo>
                <a:lnTo>
                  <a:pt x="5" y="29"/>
                </a:lnTo>
                <a:lnTo>
                  <a:pt x="5" y="30"/>
                </a:lnTo>
                <a:lnTo>
                  <a:pt x="4" y="31"/>
                </a:lnTo>
                <a:lnTo>
                  <a:pt x="4" y="32"/>
                </a:lnTo>
                <a:lnTo>
                  <a:pt x="4" y="33"/>
                </a:lnTo>
                <a:lnTo>
                  <a:pt x="4" y="35"/>
                </a:lnTo>
                <a:lnTo>
                  <a:pt x="3" y="36"/>
                </a:lnTo>
                <a:lnTo>
                  <a:pt x="3" y="37"/>
                </a:lnTo>
                <a:lnTo>
                  <a:pt x="4" y="37"/>
                </a:lnTo>
                <a:lnTo>
                  <a:pt x="4" y="38"/>
                </a:lnTo>
                <a:lnTo>
                  <a:pt x="4" y="39"/>
                </a:lnTo>
                <a:lnTo>
                  <a:pt x="3" y="39"/>
                </a:lnTo>
                <a:lnTo>
                  <a:pt x="3" y="40"/>
                </a:lnTo>
                <a:lnTo>
                  <a:pt x="3" y="41"/>
                </a:lnTo>
                <a:lnTo>
                  <a:pt x="2" y="42"/>
                </a:lnTo>
                <a:lnTo>
                  <a:pt x="2" y="43"/>
                </a:lnTo>
                <a:lnTo>
                  <a:pt x="2" y="44"/>
                </a:lnTo>
                <a:lnTo>
                  <a:pt x="2" y="45"/>
                </a:lnTo>
                <a:lnTo>
                  <a:pt x="1" y="45"/>
                </a:lnTo>
                <a:lnTo>
                  <a:pt x="1" y="46"/>
                </a:lnTo>
                <a:lnTo>
                  <a:pt x="2" y="46"/>
                </a:lnTo>
                <a:lnTo>
                  <a:pt x="3" y="46"/>
                </a:lnTo>
                <a:lnTo>
                  <a:pt x="2" y="47"/>
                </a:lnTo>
                <a:lnTo>
                  <a:pt x="2" y="48"/>
                </a:lnTo>
                <a:lnTo>
                  <a:pt x="3" y="48"/>
                </a:lnTo>
                <a:lnTo>
                  <a:pt x="2" y="49"/>
                </a:lnTo>
                <a:lnTo>
                  <a:pt x="3" y="50"/>
                </a:lnTo>
                <a:lnTo>
                  <a:pt x="4" y="50"/>
                </a:lnTo>
                <a:lnTo>
                  <a:pt x="3" y="51"/>
                </a:lnTo>
                <a:lnTo>
                  <a:pt x="3" y="52"/>
                </a:lnTo>
                <a:lnTo>
                  <a:pt x="3" y="53"/>
                </a:lnTo>
                <a:lnTo>
                  <a:pt x="2" y="53"/>
                </a:lnTo>
                <a:lnTo>
                  <a:pt x="2" y="52"/>
                </a:lnTo>
                <a:lnTo>
                  <a:pt x="1" y="52"/>
                </a:lnTo>
                <a:lnTo>
                  <a:pt x="1" y="51"/>
                </a:lnTo>
                <a:lnTo>
                  <a:pt x="1" y="50"/>
                </a:lnTo>
                <a:lnTo>
                  <a:pt x="1" y="48"/>
                </a:lnTo>
                <a:lnTo>
                  <a:pt x="1" y="47"/>
                </a:lnTo>
                <a:lnTo>
                  <a:pt x="0" y="47"/>
                </a:lnTo>
                <a:lnTo>
                  <a:pt x="0" y="46"/>
                </a:lnTo>
                <a:lnTo>
                  <a:pt x="1" y="45"/>
                </a:lnTo>
                <a:lnTo>
                  <a:pt x="1" y="44"/>
                </a:lnTo>
                <a:lnTo>
                  <a:pt x="1" y="43"/>
                </a:lnTo>
                <a:lnTo>
                  <a:pt x="1" y="42"/>
                </a:lnTo>
                <a:lnTo>
                  <a:pt x="2" y="41"/>
                </a:lnTo>
                <a:lnTo>
                  <a:pt x="2" y="40"/>
                </a:lnTo>
                <a:lnTo>
                  <a:pt x="2" y="39"/>
                </a:lnTo>
                <a:lnTo>
                  <a:pt x="3" y="39"/>
                </a:lnTo>
                <a:lnTo>
                  <a:pt x="3" y="38"/>
                </a:lnTo>
                <a:lnTo>
                  <a:pt x="2" y="38"/>
                </a:lnTo>
                <a:lnTo>
                  <a:pt x="2" y="37"/>
                </a:lnTo>
                <a:lnTo>
                  <a:pt x="2" y="36"/>
                </a:lnTo>
                <a:lnTo>
                  <a:pt x="2" y="35"/>
                </a:lnTo>
                <a:lnTo>
                  <a:pt x="3" y="35"/>
                </a:lnTo>
                <a:lnTo>
                  <a:pt x="2" y="34"/>
                </a:lnTo>
                <a:lnTo>
                  <a:pt x="2" y="33"/>
                </a:lnTo>
                <a:lnTo>
                  <a:pt x="2" y="32"/>
                </a:lnTo>
                <a:lnTo>
                  <a:pt x="3" y="32"/>
                </a:lnTo>
                <a:lnTo>
                  <a:pt x="3" y="31"/>
                </a:lnTo>
                <a:lnTo>
                  <a:pt x="2" y="31"/>
                </a:lnTo>
                <a:lnTo>
                  <a:pt x="2" y="30"/>
                </a:lnTo>
                <a:lnTo>
                  <a:pt x="3" y="30"/>
                </a:lnTo>
                <a:lnTo>
                  <a:pt x="4" y="29"/>
                </a:lnTo>
                <a:lnTo>
                  <a:pt x="4" y="28"/>
                </a:lnTo>
                <a:lnTo>
                  <a:pt x="4" y="27"/>
                </a:lnTo>
                <a:lnTo>
                  <a:pt x="3" y="26"/>
                </a:lnTo>
                <a:lnTo>
                  <a:pt x="3" y="25"/>
                </a:lnTo>
                <a:lnTo>
                  <a:pt x="2" y="25"/>
                </a:lnTo>
                <a:lnTo>
                  <a:pt x="2" y="24"/>
                </a:lnTo>
                <a:lnTo>
                  <a:pt x="1" y="24"/>
                </a:lnTo>
                <a:lnTo>
                  <a:pt x="1" y="23"/>
                </a:lnTo>
                <a:lnTo>
                  <a:pt x="1" y="21"/>
                </a:lnTo>
                <a:lnTo>
                  <a:pt x="2" y="21"/>
                </a:lnTo>
                <a:lnTo>
                  <a:pt x="2" y="20"/>
                </a:lnTo>
                <a:lnTo>
                  <a:pt x="3" y="20"/>
                </a:lnTo>
                <a:lnTo>
                  <a:pt x="3" y="19"/>
                </a:lnTo>
                <a:lnTo>
                  <a:pt x="3" y="18"/>
                </a:lnTo>
                <a:lnTo>
                  <a:pt x="4" y="18"/>
                </a:lnTo>
                <a:lnTo>
                  <a:pt x="4" y="16"/>
                </a:lnTo>
                <a:lnTo>
                  <a:pt x="4" y="15"/>
                </a:lnTo>
                <a:lnTo>
                  <a:pt x="3" y="14"/>
                </a:lnTo>
                <a:lnTo>
                  <a:pt x="3" y="13"/>
                </a:lnTo>
                <a:lnTo>
                  <a:pt x="4" y="13"/>
                </a:lnTo>
                <a:lnTo>
                  <a:pt x="4" y="12"/>
                </a:lnTo>
                <a:lnTo>
                  <a:pt x="5" y="12"/>
                </a:lnTo>
                <a:lnTo>
                  <a:pt x="6" y="12"/>
                </a:lnTo>
                <a:lnTo>
                  <a:pt x="7" y="13"/>
                </a:lnTo>
                <a:lnTo>
                  <a:pt x="9" y="13"/>
                </a:lnTo>
                <a:lnTo>
                  <a:pt x="10" y="12"/>
                </a:lnTo>
                <a:lnTo>
                  <a:pt x="11" y="11"/>
                </a:lnTo>
                <a:lnTo>
                  <a:pt x="12" y="11"/>
                </a:lnTo>
                <a:lnTo>
                  <a:pt x="11" y="11"/>
                </a:lnTo>
                <a:lnTo>
                  <a:pt x="11" y="10"/>
                </a:lnTo>
                <a:lnTo>
                  <a:pt x="11" y="9"/>
                </a:lnTo>
                <a:lnTo>
                  <a:pt x="12" y="9"/>
                </a:lnTo>
                <a:lnTo>
                  <a:pt x="13" y="8"/>
                </a:lnTo>
                <a:lnTo>
                  <a:pt x="13" y="7"/>
                </a:lnTo>
                <a:lnTo>
                  <a:pt x="13" y="6"/>
                </a:lnTo>
                <a:lnTo>
                  <a:pt x="14" y="6"/>
                </a:lnTo>
                <a:lnTo>
                  <a:pt x="14" y="5"/>
                </a:lnTo>
                <a:lnTo>
                  <a:pt x="13" y="4"/>
                </a:lnTo>
                <a:lnTo>
                  <a:pt x="11" y="4"/>
                </a:lnTo>
                <a:lnTo>
                  <a:pt x="10" y="4"/>
                </a:lnTo>
                <a:lnTo>
                  <a:pt x="10" y="3"/>
                </a:lnTo>
                <a:lnTo>
                  <a:pt x="10" y="2"/>
                </a:lnTo>
                <a:lnTo>
                  <a:pt x="10" y="1"/>
                </a:lnTo>
                <a:lnTo>
                  <a:pt x="11" y="0"/>
                </a:lnTo>
                <a:lnTo>
                  <a:pt x="12" y="0"/>
                </a:lnTo>
                <a:lnTo>
                  <a:pt x="13" y="0"/>
                </a:lnTo>
                <a:lnTo>
                  <a:pt x="14" y="1"/>
                </a:lnTo>
                <a:lnTo>
                  <a:pt x="15" y="1"/>
                </a:lnTo>
                <a:close/>
              </a:path>
            </a:pathLst>
          </a:custGeom>
          <a:solidFill>
            <a:srgbClr val="C2C2BF"/>
          </a:solidFill>
          <a:ln w="2520">
            <a:solidFill>
              <a:srgbClr val="FFFFFF"/>
            </a:solidFill>
            <a:round/>
          </a:ln>
        </p:spPr>
        <p:txBody>
          <a:bodyPr lIns="1080" tIns="1080" rIns="1080" bIns="108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76" name=""/>
          <p:cNvSpPr/>
          <p:nvPr/>
        </p:nvSpPr>
        <p:spPr>
          <a:xfrm>
            <a:off x="5335560" y="767520"/>
            <a:ext cx="18360" cy="18720"/>
          </a:xfrm>
          <a:custGeom>
            <a:avLst/>
            <a:gdLst/>
            <a:ahLst/>
            <a:rect l="0" t="0" r="r" b="b"/>
            <a:pathLst>
              <a:path w="51" h="52">
                <a:moveTo>
                  <a:pt x="0" y="5"/>
                </a:moveTo>
                <a:lnTo>
                  <a:pt x="0" y="6"/>
                </a:lnTo>
                <a:lnTo>
                  <a:pt x="1" y="6"/>
                </a:lnTo>
                <a:lnTo>
                  <a:pt x="1" y="7"/>
                </a:lnTo>
                <a:lnTo>
                  <a:pt x="1" y="8"/>
                </a:lnTo>
                <a:lnTo>
                  <a:pt x="1" y="9"/>
                </a:lnTo>
                <a:lnTo>
                  <a:pt x="1" y="10"/>
                </a:lnTo>
                <a:lnTo>
                  <a:pt x="1" y="11"/>
                </a:lnTo>
                <a:lnTo>
                  <a:pt x="1" y="12"/>
                </a:lnTo>
                <a:lnTo>
                  <a:pt x="1" y="13"/>
                </a:lnTo>
                <a:lnTo>
                  <a:pt x="0" y="14"/>
                </a:lnTo>
                <a:lnTo>
                  <a:pt x="1" y="14"/>
                </a:lnTo>
                <a:lnTo>
                  <a:pt x="1" y="15"/>
                </a:lnTo>
                <a:lnTo>
                  <a:pt x="2" y="15"/>
                </a:lnTo>
                <a:lnTo>
                  <a:pt x="2" y="16"/>
                </a:lnTo>
                <a:lnTo>
                  <a:pt x="3" y="16"/>
                </a:lnTo>
                <a:lnTo>
                  <a:pt x="3" y="17"/>
                </a:lnTo>
                <a:lnTo>
                  <a:pt x="3" y="19"/>
                </a:lnTo>
                <a:lnTo>
                  <a:pt x="3" y="20"/>
                </a:lnTo>
                <a:lnTo>
                  <a:pt x="3" y="21"/>
                </a:lnTo>
                <a:lnTo>
                  <a:pt x="5" y="22"/>
                </a:lnTo>
                <a:lnTo>
                  <a:pt x="6" y="22"/>
                </a:lnTo>
                <a:lnTo>
                  <a:pt x="6" y="23"/>
                </a:lnTo>
                <a:lnTo>
                  <a:pt x="6" y="24"/>
                </a:lnTo>
                <a:lnTo>
                  <a:pt x="7" y="24"/>
                </a:lnTo>
                <a:lnTo>
                  <a:pt x="8" y="24"/>
                </a:lnTo>
                <a:lnTo>
                  <a:pt x="9" y="24"/>
                </a:lnTo>
                <a:lnTo>
                  <a:pt x="10" y="24"/>
                </a:lnTo>
                <a:lnTo>
                  <a:pt x="10" y="25"/>
                </a:lnTo>
                <a:lnTo>
                  <a:pt x="11" y="25"/>
                </a:lnTo>
                <a:lnTo>
                  <a:pt x="11" y="26"/>
                </a:lnTo>
                <a:lnTo>
                  <a:pt x="12" y="26"/>
                </a:lnTo>
                <a:lnTo>
                  <a:pt x="12" y="27"/>
                </a:lnTo>
                <a:lnTo>
                  <a:pt x="13" y="28"/>
                </a:lnTo>
                <a:lnTo>
                  <a:pt x="14" y="29"/>
                </a:lnTo>
                <a:lnTo>
                  <a:pt x="15" y="30"/>
                </a:lnTo>
                <a:lnTo>
                  <a:pt x="16" y="30"/>
                </a:lnTo>
                <a:lnTo>
                  <a:pt x="17" y="30"/>
                </a:lnTo>
                <a:lnTo>
                  <a:pt x="18" y="30"/>
                </a:lnTo>
                <a:lnTo>
                  <a:pt x="18" y="31"/>
                </a:lnTo>
                <a:lnTo>
                  <a:pt x="19" y="31"/>
                </a:lnTo>
                <a:lnTo>
                  <a:pt x="19" y="32"/>
                </a:lnTo>
                <a:lnTo>
                  <a:pt x="20" y="32"/>
                </a:lnTo>
                <a:lnTo>
                  <a:pt x="21" y="33"/>
                </a:lnTo>
                <a:lnTo>
                  <a:pt x="21" y="34"/>
                </a:lnTo>
                <a:lnTo>
                  <a:pt x="23" y="34"/>
                </a:lnTo>
                <a:lnTo>
                  <a:pt x="23" y="33"/>
                </a:lnTo>
                <a:lnTo>
                  <a:pt x="23" y="32"/>
                </a:lnTo>
                <a:lnTo>
                  <a:pt x="24" y="32"/>
                </a:lnTo>
                <a:lnTo>
                  <a:pt x="25" y="31"/>
                </a:lnTo>
                <a:lnTo>
                  <a:pt x="25" y="32"/>
                </a:lnTo>
                <a:lnTo>
                  <a:pt x="26" y="32"/>
                </a:lnTo>
                <a:lnTo>
                  <a:pt x="26" y="33"/>
                </a:lnTo>
                <a:lnTo>
                  <a:pt x="27" y="33"/>
                </a:lnTo>
                <a:lnTo>
                  <a:pt x="26" y="34"/>
                </a:lnTo>
                <a:lnTo>
                  <a:pt x="26" y="35"/>
                </a:lnTo>
                <a:lnTo>
                  <a:pt x="26" y="36"/>
                </a:lnTo>
                <a:lnTo>
                  <a:pt x="26" y="37"/>
                </a:lnTo>
                <a:lnTo>
                  <a:pt x="26" y="38"/>
                </a:lnTo>
                <a:lnTo>
                  <a:pt x="27" y="38"/>
                </a:lnTo>
                <a:lnTo>
                  <a:pt x="27" y="39"/>
                </a:lnTo>
                <a:lnTo>
                  <a:pt x="28" y="39"/>
                </a:lnTo>
                <a:lnTo>
                  <a:pt x="29" y="39"/>
                </a:lnTo>
                <a:lnTo>
                  <a:pt x="30" y="39"/>
                </a:lnTo>
                <a:lnTo>
                  <a:pt x="31" y="38"/>
                </a:lnTo>
                <a:lnTo>
                  <a:pt x="31" y="37"/>
                </a:lnTo>
                <a:lnTo>
                  <a:pt x="31" y="36"/>
                </a:lnTo>
                <a:lnTo>
                  <a:pt x="30" y="36"/>
                </a:lnTo>
                <a:lnTo>
                  <a:pt x="30" y="35"/>
                </a:lnTo>
                <a:lnTo>
                  <a:pt x="30" y="34"/>
                </a:lnTo>
                <a:lnTo>
                  <a:pt x="29" y="34"/>
                </a:lnTo>
                <a:lnTo>
                  <a:pt x="29" y="33"/>
                </a:lnTo>
                <a:lnTo>
                  <a:pt x="28" y="32"/>
                </a:lnTo>
                <a:lnTo>
                  <a:pt x="29" y="31"/>
                </a:lnTo>
                <a:lnTo>
                  <a:pt x="29" y="30"/>
                </a:lnTo>
                <a:lnTo>
                  <a:pt x="30" y="29"/>
                </a:lnTo>
                <a:lnTo>
                  <a:pt x="31" y="29"/>
                </a:lnTo>
                <a:lnTo>
                  <a:pt x="32" y="29"/>
                </a:lnTo>
                <a:lnTo>
                  <a:pt x="33" y="29"/>
                </a:lnTo>
                <a:lnTo>
                  <a:pt x="34" y="29"/>
                </a:lnTo>
                <a:lnTo>
                  <a:pt x="34" y="30"/>
                </a:lnTo>
                <a:lnTo>
                  <a:pt x="34" y="32"/>
                </a:lnTo>
                <a:lnTo>
                  <a:pt x="34" y="33"/>
                </a:lnTo>
                <a:lnTo>
                  <a:pt x="34" y="34"/>
                </a:lnTo>
                <a:lnTo>
                  <a:pt x="35" y="34"/>
                </a:lnTo>
                <a:lnTo>
                  <a:pt x="36" y="35"/>
                </a:lnTo>
                <a:lnTo>
                  <a:pt x="36" y="36"/>
                </a:lnTo>
                <a:lnTo>
                  <a:pt x="36" y="38"/>
                </a:lnTo>
                <a:lnTo>
                  <a:pt x="37" y="38"/>
                </a:lnTo>
                <a:lnTo>
                  <a:pt x="38" y="39"/>
                </a:lnTo>
                <a:lnTo>
                  <a:pt x="39" y="40"/>
                </a:lnTo>
                <a:lnTo>
                  <a:pt x="40" y="40"/>
                </a:lnTo>
                <a:lnTo>
                  <a:pt x="40" y="41"/>
                </a:lnTo>
                <a:lnTo>
                  <a:pt x="40" y="44"/>
                </a:lnTo>
                <a:lnTo>
                  <a:pt x="41" y="45"/>
                </a:lnTo>
                <a:lnTo>
                  <a:pt x="42" y="45"/>
                </a:lnTo>
                <a:lnTo>
                  <a:pt x="43" y="45"/>
                </a:lnTo>
                <a:lnTo>
                  <a:pt x="44" y="45"/>
                </a:lnTo>
                <a:lnTo>
                  <a:pt x="44" y="46"/>
                </a:lnTo>
                <a:lnTo>
                  <a:pt x="44" y="47"/>
                </a:lnTo>
                <a:lnTo>
                  <a:pt x="43" y="47"/>
                </a:lnTo>
                <a:lnTo>
                  <a:pt x="43" y="49"/>
                </a:lnTo>
                <a:lnTo>
                  <a:pt x="44" y="51"/>
                </a:lnTo>
                <a:lnTo>
                  <a:pt x="44" y="52"/>
                </a:lnTo>
                <a:lnTo>
                  <a:pt x="45" y="52"/>
                </a:lnTo>
                <a:lnTo>
                  <a:pt x="46" y="52"/>
                </a:lnTo>
                <a:lnTo>
                  <a:pt x="46" y="51"/>
                </a:lnTo>
                <a:lnTo>
                  <a:pt x="47" y="51"/>
                </a:lnTo>
                <a:lnTo>
                  <a:pt x="48" y="51"/>
                </a:lnTo>
                <a:lnTo>
                  <a:pt x="49" y="51"/>
                </a:lnTo>
                <a:lnTo>
                  <a:pt x="50" y="51"/>
                </a:lnTo>
                <a:lnTo>
                  <a:pt x="50" y="52"/>
                </a:lnTo>
                <a:lnTo>
                  <a:pt x="50" y="51"/>
                </a:lnTo>
                <a:lnTo>
                  <a:pt x="51" y="52"/>
                </a:lnTo>
                <a:lnTo>
                  <a:pt x="50" y="52"/>
                </a:lnTo>
                <a:lnTo>
                  <a:pt x="49" y="51"/>
                </a:lnTo>
                <a:lnTo>
                  <a:pt x="48" y="51"/>
                </a:lnTo>
                <a:lnTo>
                  <a:pt x="47" y="51"/>
                </a:lnTo>
                <a:lnTo>
                  <a:pt x="47" y="52"/>
                </a:lnTo>
                <a:lnTo>
                  <a:pt x="46" y="52"/>
                </a:lnTo>
                <a:lnTo>
                  <a:pt x="45" y="52"/>
                </a:lnTo>
                <a:lnTo>
                  <a:pt x="44" y="52"/>
                </a:lnTo>
                <a:lnTo>
                  <a:pt x="44" y="51"/>
                </a:lnTo>
                <a:lnTo>
                  <a:pt x="43" y="51"/>
                </a:lnTo>
                <a:lnTo>
                  <a:pt x="43" y="50"/>
                </a:lnTo>
                <a:lnTo>
                  <a:pt x="42" y="49"/>
                </a:lnTo>
                <a:lnTo>
                  <a:pt x="42" y="48"/>
                </a:lnTo>
                <a:lnTo>
                  <a:pt x="42" y="47"/>
                </a:lnTo>
                <a:lnTo>
                  <a:pt x="42" y="46"/>
                </a:lnTo>
                <a:lnTo>
                  <a:pt x="42" y="45"/>
                </a:lnTo>
                <a:lnTo>
                  <a:pt x="41" y="45"/>
                </a:lnTo>
                <a:lnTo>
                  <a:pt x="40" y="45"/>
                </a:lnTo>
                <a:lnTo>
                  <a:pt x="40" y="44"/>
                </a:lnTo>
                <a:lnTo>
                  <a:pt x="40" y="42"/>
                </a:lnTo>
                <a:lnTo>
                  <a:pt x="39" y="42"/>
                </a:lnTo>
                <a:lnTo>
                  <a:pt x="39" y="41"/>
                </a:lnTo>
                <a:lnTo>
                  <a:pt x="38" y="40"/>
                </a:lnTo>
                <a:lnTo>
                  <a:pt x="38" y="39"/>
                </a:lnTo>
                <a:lnTo>
                  <a:pt x="37" y="39"/>
                </a:lnTo>
                <a:lnTo>
                  <a:pt x="37" y="38"/>
                </a:lnTo>
                <a:lnTo>
                  <a:pt x="36" y="38"/>
                </a:lnTo>
                <a:lnTo>
                  <a:pt x="36" y="37"/>
                </a:lnTo>
                <a:lnTo>
                  <a:pt x="36" y="36"/>
                </a:lnTo>
                <a:lnTo>
                  <a:pt x="36" y="35"/>
                </a:lnTo>
                <a:lnTo>
                  <a:pt x="35" y="35"/>
                </a:lnTo>
                <a:lnTo>
                  <a:pt x="35" y="34"/>
                </a:lnTo>
                <a:lnTo>
                  <a:pt x="34" y="34"/>
                </a:lnTo>
                <a:lnTo>
                  <a:pt x="34" y="33"/>
                </a:lnTo>
                <a:lnTo>
                  <a:pt x="34" y="32"/>
                </a:lnTo>
                <a:lnTo>
                  <a:pt x="34" y="31"/>
                </a:lnTo>
                <a:lnTo>
                  <a:pt x="34" y="30"/>
                </a:lnTo>
                <a:lnTo>
                  <a:pt x="33" y="30"/>
                </a:lnTo>
                <a:lnTo>
                  <a:pt x="33" y="29"/>
                </a:lnTo>
                <a:lnTo>
                  <a:pt x="31" y="29"/>
                </a:lnTo>
                <a:lnTo>
                  <a:pt x="31" y="30"/>
                </a:lnTo>
                <a:lnTo>
                  <a:pt x="30" y="29"/>
                </a:lnTo>
                <a:lnTo>
                  <a:pt x="30" y="30"/>
                </a:lnTo>
                <a:lnTo>
                  <a:pt x="29" y="31"/>
                </a:lnTo>
                <a:lnTo>
                  <a:pt x="29" y="32"/>
                </a:lnTo>
                <a:lnTo>
                  <a:pt x="29" y="33"/>
                </a:lnTo>
                <a:lnTo>
                  <a:pt x="30" y="33"/>
                </a:lnTo>
                <a:lnTo>
                  <a:pt x="30" y="34"/>
                </a:lnTo>
                <a:lnTo>
                  <a:pt x="31" y="35"/>
                </a:lnTo>
                <a:lnTo>
                  <a:pt x="31" y="36"/>
                </a:lnTo>
                <a:lnTo>
                  <a:pt x="32" y="36"/>
                </a:lnTo>
                <a:lnTo>
                  <a:pt x="32" y="37"/>
                </a:lnTo>
                <a:lnTo>
                  <a:pt x="31" y="38"/>
                </a:lnTo>
                <a:lnTo>
                  <a:pt x="31" y="39"/>
                </a:lnTo>
                <a:lnTo>
                  <a:pt x="30" y="39"/>
                </a:lnTo>
                <a:lnTo>
                  <a:pt x="30" y="40"/>
                </a:lnTo>
                <a:lnTo>
                  <a:pt x="29" y="40"/>
                </a:lnTo>
                <a:lnTo>
                  <a:pt x="28" y="40"/>
                </a:lnTo>
                <a:lnTo>
                  <a:pt x="27" y="39"/>
                </a:lnTo>
                <a:lnTo>
                  <a:pt x="26" y="38"/>
                </a:lnTo>
                <a:lnTo>
                  <a:pt x="25" y="38"/>
                </a:lnTo>
                <a:lnTo>
                  <a:pt x="25" y="37"/>
                </a:lnTo>
                <a:lnTo>
                  <a:pt x="25" y="36"/>
                </a:lnTo>
                <a:lnTo>
                  <a:pt x="26" y="36"/>
                </a:lnTo>
                <a:lnTo>
                  <a:pt x="26" y="35"/>
                </a:lnTo>
                <a:lnTo>
                  <a:pt x="26" y="34"/>
                </a:lnTo>
                <a:lnTo>
                  <a:pt x="26" y="33"/>
                </a:lnTo>
                <a:lnTo>
                  <a:pt x="26" y="32"/>
                </a:lnTo>
                <a:lnTo>
                  <a:pt x="25" y="32"/>
                </a:lnTo>
                <a:lnTo>
                  <a:pt x="24" y="32"/>
                </a:lnTo>
                <a:lnTo>
                  <a:pt x="23" y="33"/>
                </a:lnTo>
                <a:lnTo>
                  <a:pt x="23" y="34"/>
                </a:lnTo>
                <a:lnTo>
                  <a:pt x="22" y="34"/>
                </a:lnTo>
                <a:lnTo>
                  <a:pt x="22" y="35"/>
                </a:lnTo>
                <a:lnTo>
                  <a:pt x="21" y="35"/>
                </a:lnTo>
                <a:lnTo>
                  <a:pt x="21" y="34"/>
                </a:lnTo>
                <a:lnTo>
                  <a:pt x="21" y="33"/>
                </a:lnTo>
                <a:lnTo>
                  <a:pt x="20" y="33"/>
                </a:lnTo>
                <a:lnTo>
                  <a:pt x="20" y="32"/>
                </a:lnTo>
                <a:lnTo>
                  <a:pt x="19" y="32"/>
                </a:lnTo>
                <a:lnTo>
                  <a:pt x="18" y="31"/>
                </a:lnTo>
                <a:lnTo>
                  <a:pt x="17" y="31"/>
                </a:lnTo>
                <a:lnTo>
                  <a:pt x="17" y="30"/>
                </a:lnTo>
                <a:lnTo>
                  <a:pt x="16" y="30"/>
                </a:lnTo>
                <a:lnTo>
                  <a:pt x="15" y="30"/>
                </a:lnTo>
                <a:lnTo>
                  <a:pt x="14" y="29"/>
                </a:lnTo>
                <a:lnTo>
                  <a:pt x="13" y="29"/>
                </a:lnTo>
                <a:lnTo>
                  <a:pt x="12" y="28"/>
                </a:lnTo>
                <a:lnTo>
                  <a:pt x="12" y="27"/>
                </a:lnTo>
                <a:lnTo>
                  <a:pt x="11" y="27"/>
                </a:lnTo>
                <a:lnTo>
                  <a:pt x="11" y="26"/>
                </a:lnTo>
                <a:lnTo>
                  <a:pt x="10" y="25"/>
                </a:lnTo>
                <a:lnTo>
                  <a:pt x="10" y="24"/>
                </a:lnTo>
                <a:lnTo>
                  <a:pt x="9" y="24"/>
                </a:lnTo>
                <a:lnTo>
                  <a:pt x="8" y="24"/>
                </a:lnTo>
                <a:lnTo>
                  <a:pt x="7" y="24"/>
                </a:lnTo>
                <a:lnTo>
                  <a:pt x="6" y="24"/>
                </a:lnTo>
                <a:lnTo>
                  <a:pt x="6" y="23"/>
                </a:lnTo>
                <a:lnTo>
                  <a:pt x="5" y="22"/>
                </a:lnTo>
                <a:lnTo>
                  <a:pt x="3" y="21"/>
                </a:lnTo>
                <a:lnTo>
                  <a:pt x="2" y="21"/>
                </a:lnTo>
                <a:lnTo>
                  <a:pt x="2" y="20"/>
                </a:lnTo>
                <a:lnTo>
                  <a:pt x="2" y="19"/>
                </a:lnTo>
                <a:lnTo>
                  <a:pt x="2" y="18"/>
                </a:lnTo>
                <a:lnTo>
                  <a:pt x="3" y="18"/>
                </a:lnTo>
                <a:lnTo>
                  <a:pt x="3" y="17"/>
                </a:lnTo>
                <a:lnTo>
                  <a:pt x="2" y="16"/>
                </a:lnTo>
                <a:lnTo>
                  <a:pt x="1" y="16"/>
                </a:lnTo>
                <a:lnTo>
                  <a:pt x="1" y="15"/>
                </a:lnTo>
                <a:lnTo>
                  <a:pt x="0" y="14"/>
                </a:lnTo>
                <a:lnTo>
                  <a:pt x="0" y="13"/>
                </a:lnTo>
                <a:lnTo>
                  <a:pt x="0" y="12"/>
                </a:lnTo>
                <a:lnTo>
                  <a:pt x="1" y="12"/>
                </a:lnTo>
                <a:lnTo>
                  <a:pt x="0" y="12"/>
                </a:lnTo>
                <a:lnTo>
                  <a:pt x="0" y="11"/>
                </a:lnTo>
                <a:lnTo>
                  <a:pt x="0" y="10"/>
                </a:lnTo>
                <a:lnTo>
                  <a:pt x="1" y="9"/>
                </a:lnTo>
                <a:lnTo>
                  <a:pt x="0" y="8"/>
                </a:lnTo>
                <a:lnTo>
                  <a:pt x="0" y="7"/>
                </a:lnTo>
                <a:lnTo>
                  <a:pt x="0" y="6"/>
                </a:lnTo>
                <a:lnTo>
                  <a:pt x="0" y="5"/>
                </a:lnTo>
                <a:lnTo>
                  <a:pt x="1" y="4"/>
                </a:lnTo>
                <a:lnTo>
                  <a:pt x="1" y="3"/>
                </a:lnTo>
                <a:lnTo>
                  <a:pt x="1" y="2"/>
                </a:lnTo>
                <a:lnTo>
                  <a:pt x="1" y="1"/>
                </a:lnTo>
                <a:lnTo>
                  <a:pt x="1" y="0"/>
                </a:lnTo>
                <a:lnTo>
                  <a:pt x="1" y="1"/>
                </a:lnTo>
                <a:lnTo>
                  <a:pt x="1" y="3"/>
                </a:lnTo>
                <a:lnTo>
                  <a:pt x="1" y="4"/>
                </a:lnTo>
                <a:lnTo>
                  <a:pt x="0" y="5"/>
                </a:lnTo>
                <a:moveTo>
                  <a:pt x="43" y="50"/>
                </a:moveTo>
                <a:lnTo>
                  <a:pt x="43" y="49"/>
                </a:lnTo>
                <a:lnTo>
                  <a:pt x="43" y="48"/>
                </a:lnTo>
                <a:lnTo>
                  <a:pt x="43" y="49"/>
                </a:lnTo>
                <a:lnTo>
                  <a:pt x="43" y="50"/>
                </a:lnTo>
                <a:moveTo>
                  <a:pt x="43" y="47"/>
                </a:moveTo>
                <a:lnTo>
                  <a:pt x="44" y="46"/>
                </a:lnTo>
                <a:lnTo>
                  <a:pt x="43" y="45"/>
                </a:lnTo>
                <a:lnTo>
                  <a:pt x="42" y="46"/>
                </a:lnTo>
                <a:lnTo>
                  <a:pt x="42" y="47"/>
                </a:lnTo>
                <a:lnTo>
                  <a:pt x="43" y="47"/>
                </a:lnTo>
                <a:moveTo>
                  <a:pt x="40" y="42"/>
                </a:moveTo>
                <a:lnTo>
                  <a:pt x="40" y="41"/>
                </a:lnTo>
                <a:lnTo>
                  <a:pt x="39" y="41"/>
                </a:lnTo>
                <a:lnTo>
                  <a:pt x="39" y="40"/>
                </a:lnTo>
                <a:lnTo>
                  <a:pt x="38" y="39"/>
                </a:lnTo>
                <a:lnTo>
                  <a:pt x="38" y="40"/>
                </a:lnTo>
                <a:lnTo>
                  <a:pt x="39" y="40"/>
                </a:lnTo>
                <a:lnTo>
                  <a:pt x="39" y="41"/>
                </a:lnTo>
                <a:lnTo>
                  <a:pt x="40" y="42"/>
                </a:lnTo>
                <a:moveTo>
                  <a:pt x="31" y="29"/>
                </a:moveTo>
                <a:lnTo>
                  <a:pt x="32" y="29"/>
                </a:lnTo>
                <a:lnTo>
                  <a:pt x="31" y="29"/>
                </a:lnTo>
                <a:moveTo>
                  <a:pt x="3" y="18"/>
                </a:moveTo>
                <a:lnTo>
                  <a:pt x="3" y="19"/>
                </a:lnTo>
                <a:lnTo>
                  <a:pt x="3" y="18"/>
                </a:lnTo>
                <a:moveTo>
                  <a:pt x="1" y="11"/>
                </a:moveTo>
                <a:lnTo>
                  <a:pt x="1" y="10"/>
                </a:lnTo>
                <a:lnTo>
                  <a:pt x="1" y="9"/>
                </a:lnTo>
                <a:lnTo>
                  <a:pt x="0" y="10"/>
                </a:lnTo>
                <a:lnTo>
                  <a:pt x="0" y="11"/>
                </a:lnTo>
                <a:lnTo>
                  <a:pt x="1" y="11"/>
                </a:lnTo>
                <a:moveTo>
                  <a:pt x="1" y="3"/>
                </a:moveTo>
                <a:lnTo>
                  <a:pt x="1" y="3"/>
                </a:lnTo>
                <a:close/>
              </a:path>
            </a:pathLst>
          </a:custGeom>
          <a:solidFill>
            <a:srgbClr val="C2C2BF"/>
          </a:solidFill>
          <a:ln w="2520">
            <a:solidFill>
              <a:srgbClr val="FFFFFF"/>
            </a:solidFill>
            <a:round/>
          </a:ln>
        </p:spPr>
        <p:txBody>
          <a:bodyPr lIns="1080" tIns="1080" rIns="1080" bIns="108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77" name=""/>
          <p:cNvSpPr/>
          <p:nvPr/>
        </p:nvSpPr>
        <p:spPr>
          <a:xfrm>
            <a:off x="4707360" y="2018880"/>
            <a:ext cx="720" cy="360"/>
          </a:xfrm>
          <a:custGeom>
            <a:avLst/>
            <a:gdLst/>
            <a:ahLst/>
            <a:rect l="0" t="0" r="r" b="b"/>
            <a:pathLst>
              <a:path fill="none" w="2" h="1">
                <a:moveTo>
                  <a:pt x="1" y="0"/>
                </a:moveTo>
                <a:lnTo>
                  <a:pt x="1" y="1"/>
                </a:lnTo>
                <a:lnTo>
                  <a:pt x="0" y="1"/>
                </a:lnTo>
                <a:lnTo>
                  <a:pt x="0" y="0"/>
                </a:lnTo>
                <a:lnTo>
                  <a:pt x="1" y="0"/>
                </a:lnTo>
                <a:lnTo>
                  <a:pt x="2" y="0"/>
                </a:lnTo>
                <a:lnTo>
                  <a:pt x="1" y="0"/>
                </a:lnTo>
              </a:path>
            </a:pathLst>
          </a:custGeom>
          <a:ln w="4680">
            <a:solidFill>
              <a:srgbClr val="4A4A4A"/>
            </a:solidFill>
            <a:round/>
          </a:ln>
        </p:spPr>
        <p:txBody>
          <a:bodyPr lIns="2160" tIns="-1800" rIns="2160" bIns="-180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78" name=""/>
          <p:cNvSpPr/>
          <p:nvPr/>
        </p:nvSpPr>
        <p:spPr>
          <a:xfrm>
            <a:off x="4694760" y="2017800"/>
            <a:ext cx="360" cy="360"/>
          </a:xfrm>
          <a:custGeom>
            <a:avLst/>
            <a:gdLst/>
            <a:ahLst/>
            <a:rect l="0" t="0" r="r" b="b"/>
            <a:pathLst>
              <a:path fill="none" w="1" h="1">
                <a:moveTo>
                  <a:pt x="1" y="1"/>
                </a:moveTo>
                <a:lnTo>
                  <a:pt x="0" y="1"/>
                </a:lnTo>
                <a:lnTo>
                  <a:pt x="0" y="0"/>
                </a:lnTo>
                <a:lnTo>
                  <a:pt x="1" y="1"/>
                </a:lnTo>
              </a:path>
            </a:pathLst>
          </a:custGeom>
          <a:ln w="4680">
            <a:solidFill>
              <a:srgbClr val="4A4A4A"/>
            </a:solidFill>
            <a:round/>
          </a:ln>
        </p:spPr>
        <p:txBody>
          <a:bodyPr lIns="2160" tIns="-1800" rIns="2160" bIns="-180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79" name=""/>
          <p:cNvSpPr/>
          <p:nvPr/>
        </p:nvSpPr>
        <p:spPr>
          <a:xfrm>
            <a:off x="4705920" y="2017440"/>
            <a:ext cx="720" cy="720"/>
          </a:xfrm>
          <a:custGeom>
            <a:avLst/>
            <a:gdLst/>
            <a:ahLst/>
            <a:rect l="0" t="0" r="r" b="b"/>
            <a:pathLst>
              <a:path fill="none" w="2" h="2">
                <a:moveTo>
                  <a:pt x="2" y="2"/>
                </a:moveTo>
                <a:lnTo>
                  <a:pt x="0" y="2"/>
                </a:lnTo>
                <a:lnTo>
                  <a:pt x="0" y="0"/>
                </a:lnTo>
                <a:lnTo>
                  <a:pt x="2" y="0"/>
                </a:lnTo>
                <a:lnTo>
                  <a:pt x="2" y="2"/>
                </a:lnTo>
              </a:path>
            </a:pathLst>
          </a:custGeom>
          <a:ln w="4680">
            <a:solidFill>
              <a:srgbClr val="4A4A4A"/>
            </a:solidFill>
            <a:round/>
          </a:ln>
        </p:spPr>
        <p:txBody>
          <a:bodyPr lIns="2160" tIns="-1440" rIns="2160" bIns="-144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80" name=""/>
          <p:cNvSpPr/>
          <p:nvPr/>
        </p:nvSpPr>
        <p:spPr>
          <a:xfrm>
            <a:off x="4692600" y="2016720"/>
            <a:ext cx="1440" cy="1800"/>
          </a:xfrm>
          <a:custGeom>
            <a:avLst/>
            <a:gdLst/>
            <a:ahLst/>
            <a:rect l="0" t="0" r="r" b="b"/>
            <a:pathLst>
              <a:path fill="none" w="4" h="5">
                <a:moveTo>
                  <a:pt x="2" y="5"/>
                </a:moveTo>
                <a:lnTo>
                  <a:pt x="0" y="5"/>
                </a:lnTo>
                <a:lnTo>
                  <a:pt x="0" y="3"/>
                </a:lnTo>
                <a:lnTo>
                  <a:pt x="0" y="2"/>
                </a:lnTo>
                <a:lnTo>
                  <a:pt x="0" y="0"/>
                </a:lnTo>
                <a:lnTo>
                  <a:pt x="2" y="0"/>
                </a:lnTo>
                <a:lnTo>
                  <a:pt x="2" y="2"/>
                </a:lnTo>
                <a:lnTo>
                  <a:pt x="4" y="3"/>
                </a:lnTo>
                <a:lnTo>
                  <a:pt x="2" y="5"/>
                </a:lnTo>
              </a:path>
            </a:pathLst>
          </a:custGeom>
          <a:ln w="4680">
            <a:solidFill>
              <a:srgbClr val="4A4A4A"/>
            </a:solidFill>
            <a:round/>
          </a:ln>
        </p:spPr>
        <p:txBody>
          <a:bodyPr lIns="2160" tIns="-360" rIns="2160" bIns="-3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81" name=""/>
          <p:cNvSpPr/>
          <p:nvPr/>
        </p:nvSpPr>
        <p:spPr>
          <a:xfrm>
            <a:off x="4698000" y="2016720"/>
            <a:ext cx="360" cy="360"/>
          </a:xfrm>
          <a:custGeom>
            <a:avLst/>
            <a:gdLst/>
            <a:ahLst/>
            <a:rect l="0" t="0" r="r" b="b"/>
            <a:pathLst>
              <a:path fill="none" w="1" h="1">
                <a:moveTo>
                  <a:pt x="0" y="1"/>
                </a:moveTo>
                <a:lnTo>
                  <a:pt x="0" y="0"/>
                </a:lnTo>
                <a:lnTo>
                  <a:pt x="1" y="0"/>
                </a:lnTo>
                <a:lnTo>
                  <a:pt x="0" y="1"/>
                </a:lnTo>
              </a:path>
            </a:pathLst>
          </a:custGeom>
          <a:ln w="4680">
            <a:solidFill>
              <a:srgbClr val="4A4A4A"/>
            </a:solidFill>
            <a:round/>
          </a:ln>
        </p:spPr>
        <p:txBody>
          <a:bodyPr lIns="2160" tIns="-1800" rIns="2160" bIns="-180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82" name=""/>
          <p:cNvSpPr/>
          <p:nvPr/>
        </p:nvSpPr>
        <p:spPr>
          <a:xfrm>
            <a:off x="4710240" y="2012760"/>
            <a:ext cx="720" cy="1440"/>
          </a:xfrm>
          <a:custGeom>
            <a:avLst/>
            <a:gdLst/>
            <a:ahLst/>
            <a:rect l="0" t="0" r="r" b="b"/>
            <a:pathLst>
              <a:path fill="none" w="2" h="4">
                <a:moveTo>
                  <a:pt x="2" y="4"/>
                </a:moveTo>
                <a:lnTo>
                  <a:pt x="0" y="4"/>
                </a:lnTo>
                <a:lnTo>
                  <a:pt x="0" y="2"/>
                </a:lnTo>
                <a:lnTo>
                  <a:pt x="0" y="0"/>
                </a:lnTo>
                <a:lnTo>
                  <a:pt x="2" y="0"/>
                </a:lnTo>
                <a:lnTo>
                  <a:pt x="2" y="2"/>
                </a:lnTo>
                <a:lnTo>
                  <a:pt x="2" y="4"/>
                </a:lnTo>
              </a:path>
            </a:pathLst>
          </a:custGeom>
          <a:ln w="4680">
            <a:solidFill>
              <a:srgbClr val="4A4A4A"/>
            </a:solidFill>
            <a:round/>
          </a:ln>
        </p:spPr>
        <p:txBody>
          <a:bodyPr lIns="2160" tIns="-720" rIns="2160" bIns="-7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83" name=""/>
          <p:cNvSpPr/>
          <p:nvPr/>
        </p:nvSpPr>
        <p:spPr>
          <a:xfrm>
            <a:off x="4736160" y="1996920"/>
            <a:ext cx="720" cy="0"/>
          </a:xfrm>
          <a:custGeom>
            <a:avLst/>
            <a:gdLst/>
            <a:ahLst/>
            <a:rect l="0" t="0" r="r" b="b"/>
            <a:pathLst>
              <a:path fill="none" w="2" h="0">
                <a:moveTo>
                  <a:pt x="1" y="0"/>
                </a:moveTo>
                <a:lnTo>
                  <a:pt x="0" y="0"/>
                </a:lnTo>
                <a:lnTo>
                  <a:pt x="1" y="0"/>
                </a:lnTo>
                <a:lnTo>
                  <a:pt x="2" y="0"/>
                </a:lnTo>
                <a:lnTo>
                  <a:pt x="1" y="0"/>
                </a:lnTo>
              </a:path>
            </a:pathLst>
          </a:custGeom>
          <a:ln w="4680">
            <a:solidFill>
              <a:srgbClr val="4A4A4A"/>
            </a:solidFill>
            <a:round/>
          </a:ln>
        </p:spPr>
        <p:txBody>
          <a:bodyPr lIns="2160" tIns="-2160" rIns="2160" bIns="-21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84" name=""/>
          <p:cNvSpPr/>
          <p:nvPr/>
        </p:nvSpPr>
        <p:spPr>
          <a:xfrm>
            <a:off x="4741560" y="1995120"/>
            <a:ext cx="1440" cy="1080"/>
          </a:xfrm>
          <a:custGeom>
            <a:avLst/>
            <a:gdLst/>
            <a:ahLst/>
            <a:rect l="0" t="0" r="r" b="b"/>
            <a:pathLst>
              <a:path fill="none" w="4" h="3">
                <a:moveTo>
                  <a:pt x="1" y="3"/>
                </a:moveTo>
                <a:lnTo>
                  <a:pt x="0" y="3"/>
                </a:lnTo>
                <a:lnTo>
                  <a:pt x="0" y="2"/>
                </a:lnTo>
                <a:lnTo>
                  <a:pt x="1" y="0"/>
                </a:lnTo>
                <a:lnTo>
                  <a:pt x="3" y="0"/>
                </a:lnTo>
                <a:lnTo>
                  <a:pt x="4" y="0"/>
                </a:lnTo>
                <a:lnTo>
                  <a:pt x="4" y="2"/>
                </a:lnTo>
                <a:lnTo>
                  <a:pt x="3" y="2"/>
                </a:lnTo>
                <a:lnTo>
                  <a:pt x="3" y="3"/>
                </a:lnTo>
                <a:lnTo>
                  <a:pt x="1" y="3"/>
                </a:lnTo>
              </a:path>
            </a:pathLst>
          </a:custGeom>
          <a:ln w="4680">
            <a:solidFill>
              <a:srgbClr val="4A4A4A"/>
            </a:solidFill>
            <a:round/>
          </a:ln>
        </p:spPr>
        <p:txBody>
          <a:bodyPr lIns="2160" tIns="-1080" rIns="2160" bIns="-108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85" name=""/>
          <p:cNvSpPr/>
          <p:nvPr/>
        </p:nvSpPr>
        <p:spPr>
          <a:xfrm>
            <a:off x="4741560" y="1994400"/>
            <a:ext cx="720" cy="1440"/>
          </a:xfrm>
          <a:custGeom>
            <a:avLst/>
            <a:gdLst/>
            <a:ahLst/>
            <a:rect l="0" t="0" r="r" b="b"/>
            <a:pathLst>
              <a:path fill="none" w="2" h="4">
                <a:moveTo>
                  <a:pt x="2" y="4"/>
                </a:moveTo>
                <a:lnTo>
                  <a:pt x="0" y="4"/>
                </a:lnTo>
                <a:lnTo>
                  <a:pt x="0" y="0"/>
                </a:lnTo>
                <a:lnTo>
                  <a:pt x="2" y="2"/>
                </a:lnTo>
                <a:lnTo>
                  <a:pt x="2" y="4"/>
                </a:lnTo>
              </a:path>
            </a:pathLst>
          </a:custGeom>
          <a:ln w="4680">
            <a:solidFill>
              <a:srgbClr val="4A4A4A"/>
            </a:solidFill>
            <a:round/>
          </a:ln>
        </p:spPr>
        <p:txBody>
          <a:bodyPr lIns="2160" tIns="-720" rIns="2160" bIns="-7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86" name=""/>
          <p:cNvSpPr/>
          <p:nvPr/>
        </p:nvSpPr>
        <p:spPr>
          <a:xfrm>
            <a:off x="4744440" y="1973520"/>
            <a:ext cx="720" cy="1080"/>
          </a:xfrm>
          <a:custGeom>
            <a:avLst/>
            <a:gdLst/>
            <a:ahLst/>
            <a:rect l="0" t="0" r="r" b="b"/>
            <a:pathLst>
              <a:path fill="none" w="2" h="3">
                <a:moveTo>
                  <a:pt x="0" y="3"/>
                </a:moveTo>
                <a:lnTo>
                  <a:pt x="0" y="2"/>
                </a:lnTo>
                <a:lnTo>
                  <a:pt x="2" y="0"/>
                </a:lnTo>
                <a:lnTo>
                  <a:pt x="2" y="2"/>
                </a:lnTo>
                <a:lnTo>
                  <a:pt x="0" y="3"/>
                </a:lnTo>
              </a:path>
            </a:pathLst>
          </a:custGeom>
          <a:ln w="4680">
            <a:solidFill>
              <a:srgbClr val="4A4A4A"/>
            </a:solidFill>
            <a:round/>
          </a:ln>
        </p:spPr>
        <p:txBody>
          <a:bodyPr lIns="2160" tIns="-1080" rIns="2160" bIns="-108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87" name=""/>
          <p:cNvSpPr/>
          <p:nvPr/>
        </p:nvSpPr>
        <p:spPr>
          <a:xfrm>
            <a:off x="4746600" y="1970280"/>
            <a:ext cx="360" cy="360"/>
          </a:xfrm>
          <a:custGeom>
            <a:avLst/>
            <a:gdLst/>
            <a:ahLst/>
            <a:rect l="0" t="0" r="r" b="b"/>
            <a:pathLst>
              <a:path fill="none" w="1" h="1">
                <a:moveTo>
                  <a:pt x="1" y="1"/>
                </a:moveTo>
                <a:lnTo>
                  <a:pt x="0" y="1"/>
                </a:lnTo>
                <a:lnTo>
                  <a:pt x="0" y="0"/>
                </a:lnTo>
                <a:lnTo>
                  <a:pt x="1" y="0"/>
                </a:lnTo>
                <a:lnTo>
                  <a:pt x="1" y="1"/>
                </a:lnTo>
              </a:path>
            </a:pathLst>
          </a:custGeom>
          <a:ln w="4680">
            <a:solidFill>
              <a:srgbClr val="4A4A4A"/>
            </a:solidFill>
            <a:round/>
          </a:ln>
        </p:spPr>
        <p:txBody>
          <a:bodyPr lIns="2160" tIns="-1800" rIns="2160" bIns="-180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88" name=""/>
          <p:cNvSpPr/>
          <p:nvPr/>
        </p:nvSpPr>
        <p:spPr>
          <a:xfrm>
            <a:off x="4659120" y="1969560"/>
            <a:ext cx="360" cy="360"/>
          </a:xfrm>
          <a:custGeom>
            <a:avLst/>
            <a:gdLst/>
            <a:ahLst/>
            <a:rect l="0" t="0" r="r" b="b"/>
            <a:pathLst>
              <a:path fill="none" w="1" h="1">
                <a:moveTo>
                  <a:pt x="1" y="1"/>
                </a:moveTo>
                <a:lnTo>
                  <a:pt x="0" y="1"/>
                </a:lnTo>
                <a:lnTo>
                  <a:pt x="1" y="0"/>
                </a:lnTo>
                <a:lnTo>
                  <a:pt x="1" y="1"/>
                </a:lnTo>
              </a:path>
            </a:pathLst>
          </a:custGeom>
          <a:ln w="4680">
            <a:solidFill>
              <a:srgbClr val="4A4A4A"/>
            </a:solidFill>
            <a:round/>
          </a:ln>
        </p:spPr>
        <p:txBody>
          <a:bodyPr lIns="2160" tIns="-1800" rIns="2160" bIns="-180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89" name=""/>
          <p:cNvSpPr/>
          <p:nvPr/>
        </p:nvSpPr>
        <p:spPr>
          <a:xfrm>
            <a:off x="4888440" y="1958760"/>
            <a:ext cx="6120" cy="4320"/>
          </a:xfrm>
          <a:custGeom>
            <a:avLst/>
            <a:gdLst/>
            <a:ahLst/>
            <a:rect l="0" t="0" r="r" b="b"/>
            <a:pathLst>
              <a:path fill="none" w="17" h="12">
                <a:moveTo>
                  <a:pt x="11" y="12"/>
                </a:moveTo>
                <a:lnTo>
                  <a:pt x="8" y="12"/>
                </a:lnTo>
                <a:lnTo>
                  <a:pt x="5" y="11"/>
                </a:lnTo>
                <a:lnTo>
                  <a:pt x="2" y="10"/>
                </a:lnTo>
                <a:lnTo>
                  <a:pt x="0" y="6"/>
                </a:lnTo>
                <a:lnTo>
                  <a:pt x="1" y="2"/>
                </a:lnTo>
                <a:lnTo>
                  <a:pt x="3" y="1"/>
                </a:lnTo>
                <a:lnTo>
                  <a:pt x="7" y="0"/>
                </a:lnTo>
                <a:lnTo>
                  <a:pt x="10" y="0"/>
                </a:lnTo>
                <a:lnTo>
                  <a:pt x="13" y="1"/>
                </a:lnTo>
                <a:lnTo>
                  <a:pt x="16" y="1"/>
                </a:lnTo>
                <a:lnTo>
                  <a:pt x="17" y="3"/>
                </a:lnTo>
                <a:lnTo>
                  <a:pt x="16" y="7"/>
                </a:lnTo>
                <a:lnTo>
                  <a:pt x="15" y="9"/>
                </a:lnTo>
                <a:lnTo>
                  <a:pt x="13" y="11"/>
                </a:lnTo>
                <a:lnTo>
                  <a:pt x="11" y="12"/>
                </a:lnTo>
              </a:path>
            </a:pathLst>
          </a:custGeom>
          <a:ln w="4680">
            <a:solidFill>
              <a:srgbClr val="4A4A4A"/>
            </a:solidFill>
            <a:round/>
          </a:ln>
        </p:spPr>
        <p:txBody>
          <a:bodyPr lIns="2160" tIns="2160" rIns="2160" bIns="21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90" name=""/>
          <p:cNvSpPr/>
          <p:nvPr/>
        </p:nvSpPr>
        <p:spPr>
          <a:xfrm>
            <a:off x="4680720" y="1952640"/>
            <a:ext cx="1800" cy="1800"/>
          </a:xfrm>
          <a:custGeom>
            <a:avLst/>
            <a:gdLst/>
            <a:ahLst/>
            <a:rect l="0" t="0" r="r" b="b"/>
            <a:pathLst>
              <a:path fill="none" w="5" h="5">
                <a:moveTo>
                  <a:pt x="3" y="2"/>
                </a:moveTo>
                <a:lnTo>
                  <a:pt x="3" y="0"/>
                </a:lnTo>
                <a:lnTo>
                  <a:pt x="5" y="0"/>
                </a:lnTo>
                <a:lnTo>
                  <a:pt x="5" y="2"/>
                </a:lnTo>
                <a:lnTo>
                  <a:pt x="5" y="3"/>
                </a:lnTo>
                <a:lnTo>
                  <a:pt x="3" y="5"/>
                </a:lnTo>
                <a:lnTo>
                  <a:pt x="2" y="5"/>
                </a:lnTo>
                <a:lnTo>
                  <a:pt x="0" y="3"/>
                </a:lnTo>
                <a:lnTo>
                  <a:pt x="2" y="2"/>
                </a:lnTo>
                <a:lnTo>
                  <a:pt x="0" y="2"/>
                </a:lnTo>
                <a:lnTo>
                  <a:pt x="2" y="2"/>
                </a:lnTo>
                <a:lnTo>
                  <a:pt x="2" y="0"/>
                </a:lnTo>
                <a:lnTo>
                  <a:pt x="3" y="2"/>
                </a:lnTo>
              </a:path>
            </a:pathLst>
          </a:custGeom>
          <a:ln w="4680">
            <a:solidFill>
              <a:srgbClr val="4A4A4A"/>
            </a:solidFill>
            <a:round/>
          </a:ln>
        </p:spPr>
        <p:txBody>
          <a:bodyPr lIns="2160" tIns="-360" rIns="2160" bIns="-3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91" name=""/>
          <p:cNvSpPr/>
          <p:nvPr/>
        </p:nvSpPr>
        <p:spPr>
          <a:xfrm>
            <a:off x="4851000" y="1948680"/>
            <a:ext cx="3240" cy="3240"/>
          </a:xfrm>
          <a:custGeom>
            <a:avLst/>
            <a:gdLst/>
            <a:ahLst/>
            <a:rect l="0" t="0" r="r" b="b"/>
            <a:pathLst>
              <a:path fill="none" w="9" h="9">
                <a:moveTo>
                  <a:pt x="7" y="8"/>
                </a:moveTo>
                <a:lnTo>
                  <a:pt x="5" y="9"/>
                </a:lnTo>
                <a:lnTo>
                  <a:pt x="3" y="9"/>
                </a:lnTo>
                <a:lnTo>
                  <a:pt x="2" y="9"/>
                </a:lnTo>
                <a:lnTo>
                  <a:pt x="0" y="8"/>
                </a:lnTo>
                <a:lnTo>
                  <a:pt x="0" y="6"/>
                </a:lnTo>
                <a:lnTo>
                  <a:pt x="0" y="4"/>
                </a:lnTo>
                <a:lnTo>
                  <a:pt x="2" y="1"/>
                </a:lnTo>
                <a:lnTo>
                  <a:pt x="4" y="0"/>
                </a:lnTo>
                <a:lnTo>
                  <a:pt x="5" y="0"/>
                </a:lnTo>
                <a:lnTo>
                  <a:pt x="6" y="0"/>
                </a:lnTo>
                <a:lnTo>
                  <a:pt x="8" y="1"/>
                </a:lnTo>
                <a:lnTo>
                  <a:pt x="9" y="4"/>
                </a:lnTo>
                <a:lnTo>
                  <a:pt x="9" y="6"/>
                </a:lnTo>
                <a:lnTo>
                  <a:pt x="8" y="7"/>
                </a:lnTo>
                <a:lnTo>
                  <a:pt x="7" y="8"/>
                </a:lnTo>
              </a:path>
            </a:pathLst>
          </a:custGeom>
          <a:ln w="4680">
            <a:solidFill>
              <a:srgbClr val="4A4A4A"/>
            </a:solidFill>
            <a:round/>
          </a:ln>
        </p:spPr>
        <p:txBody>
          <a:bodyPr lIns="2160" tIns="1080" rIns="2160" bIns="108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92" name=""/>
          <p:cNvSpPr/>
          <p:nvPr/>
        </p:nvSpPr>
        <p:spPr>
          <a:xfrm>
            <a:off x="4770720" y="1937160"/>
            <a:ext cx="360" cy="720"/>
          </a:xfrm>
          <a:custGeom>
            <a:avLst/>
            <a:gdLst/>
            <a:ahLst/>
            <a:rect l="0" t="0" r="r" b="b"/>
            <a:pathLst>
              <a:path fill="none" w="1" h="2">
                <a:moveTo>
                  <a:pt x="0" y="1"/>
                </a:moveTo>
                <a:lnTo>
                  <a:pt x="0" y="2"/>
                </a:lnTo>
                <a:lnTo>
                  <a:pt x="0" y="1"/>
                </a:lnTo>
                <a:lnTo>
                  <a:pt x="0" y="0"/>
                </a:lnTo>
                <a:lnTo>
                  <a:pt x="0" y="1"/>
                </a:lnTo>
                <a:lnTo>
                  <a:pt x="1" y="1"/>
                </a:lnTo>
                <a:lnTo>
                  <a:pt x="0" y="1"/>
                </a:lnTo>
              </a:path>
            </a:pathLst>
          </a:custGeom>
          <a:ln w="4680">
            <a:solidFill>
              <a:srgbClr val="4A4A4A"/>
            </a:solidFill>
            <a:round/>
          </a:ln>
        </p:spPr>
        <p:txBody>
          <a:bodyPr lIns="2160" tIns="-1440" rIns="2160" bIns="-144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93" name=""/>
          <p:cNvSpPr/>
          <p:nvPr/>
        </p:nvSpPr>
        <p:spPr>
          <a:xfrm>
            <a:off x="4741560" y="1933920"/>
            <a:ext cx="1440" cy="720"/>
          </a:xfrm>
          <a:custGeom>
            <a:avLst/>
            <a:gdLst/>
            <a:ahLst/>
            <a:rect l="0" t="0" r="r" b="b"/>
            <a:pathLst>
              <a:path fill="none" w="4" h="2">
                <a:moveTo>
                  <a:pt x="4" y="0"/>
                </a:moveTo>
                <a:lnTo>
                  <a:pt x="4" y="2"/>
                </a:lnTo>
                <a:lnTo>
                  <a:pt x="2" y="2"/>
                </a:lnTo>
                <a:lnTo>
                  <a:pt x="4" y="2"/>
                </a:lnTo>
                <a:lnTo>
                  <a:pt x="2" y="2"/>
                </a:lnTo>
                <a:lnTo>
                  <a:pt x="0" y="2"/>
                </a:lnTo>
                <a:lnTo>
                  <a:pt x="2" y="2"/>
                </a:lnTo>
                <a:lnTo>
                  <a:pt x="2" y="0"/>
                </a:lnTo>
                <a:lnTo>
                  <a:pt x="4" y="0"/>
                </a:lnTo>
              </a:path>
            </a:pathLst>
          </a:custGeom>
          <a:ln w="4680">
            <a:solidFill>
              <a:srgbClr val="4A4A4A"/>
            </a:solidFill>
            <a:round/>
          </a:ln>
        </p:spPr>
        <p:txBody>
          <a:bodyPr lIns="2160" tIns="-1440" rIns="2160" bIns="-144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94" name=""/>
          <p:cNvSpPr/>
          <p:nvPr/>
        </p:nvSpPr>
        <p:spPr>
          <a:xfrm>
            <a:off x="4727160" y="1932480"/>
            <a:ext cx="1440" cy="720"/>
          </a:xfrm>
          <a:custGeom>
            <a:avLst/>
            <a:gdLst/>
            <a:ahLst/>
            <a:rect l="0" t="0" r="r" b="b"/>
            <a:pathLst>
              <a:path fill="none" w="4" h="2">
                <a:moveTo>
                  <a:pt x="0" y="0"/>
                </a:moveTo>
                <a:lnTo>
                  <a:pt x="2" y="0"/>
                </a:lnTo>
                <a:lnTo>
                  <a:pt x="2" y="2"/>
                </a:lnTo>
                <a:lnTo>
                  <a:pt x="4" y="2"/>
                </a:lnTo>
                <a:lnTo>
                  <a:pt x="2" y="2"/>
                </a:lnTo>
                <a:lnTo>
                  <a:pt x="2" y="0"/>
                </a:lnTo>
                <a:lnTo>
                  <a:pt x="0" y="0"/>
                </a:lnTo>
              </a:path>
            </a:pathLst>
          </a:custGeom>
          <a:ln w="4680">
            <a:solidFill>
              <a:srgbClr val="4A4A4A"/>
            </a:solidFill>
            <a:round/>
          </a:ln>
        </p:spPr>
        <p:txBody>
          <a:bodyPr lIns="2160" tIns="-1440" rIns="2160" bIns="-144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95" name=""/>
          <p:cNvSpPr/>
          <p:nvPr/>
        </p:nvSpPr>
        <p:spPr>
          <a:xfrm>
            <a:off x="4657320" y="1927440"/>
            <a:ext cx="107640" cy="93240"/>
          </a:xfrm>
          <a:custGeom>
            <a:avLst/>
            <a:gdLst/>
            <a:ahLst/>
            <a:rect l="0" t="0" r="r" b="b"/>
            <a:pathLst>
              <a:path fill="none" w="299" h="259">
                <a:moveTo>
                  <a:pt x="252" y="4"/>
                </a:moveTo>
                <a:lnTo>
                  <a:pt x="253" y="8"/>
                </a:lnTo>
                <a:lnTo>
                  <a:pt x="254" y="11"/>
                </a:lnTo>
                <a:lnTo>
                  <a:pt x="257" y="13"/>
                </a:lnTo>
                <a:lnTo>
                  <a:pt x="257" y="14"/>
                </a:lnTo>
                <a:lnTo>
                  <a:pt x="258" y="14"/>
                </a:lnTo>
                <a:lnTo>
                  <a:pt x="259" y="14"/>
                </a:lnTo>
                <a:lnTo>
                  <a:pt x="260" y="14"/>
                </a:lnTo>
                <a:lnTo>
                  <a:pt x="260" y="15"/>
                </a:lnTo>
                <a:lnTo>
                  <a:pt x="260" y="16"/>
                </a:lnTo>
                <a:lnTo>
                  <a:pt x="261" y="16"/>
                </a:lnTo>
                <a:lnTo>
                  <a:pt x="261" y="17"/>
                </a:lnTo>
                <a:lnTo>
                  <a:pt x="262" y="17"/>
                </a:lnTo>
                <a:lnTo>
                  <a:pt x="264" y="18"/>
                </a:lnTo>
                <a:lnTo>
                  <a:pt x="264" y="19"/>
                </a:lnTo>
                <a:lnTo>
                  <a:pt x="266" y="19"/>
                </a:lnTo>
                <a:lnTo>
                  <a:pt x="267" y="19"/>
                </a:lnTo>
                <a:lnTo>
                  <a:pt x="268" y="19"/>
                </a:lnTo>
                <a:lnTo>
                  <a:pt x="269" y="20"/>
                </a:lnTo>
                <a:lnTo>
                  <a:pt x="270" y="20"/>
                </a:lnTo>
                <a:lnTo>
                  <a:pt x="271" y="20"/>
                </a:lnTo>
                <a:lnTo>
                  <a:pt x="272" y="20"/>
                </a:lnTo>
                <a:lnTo>
                  <a:pt x="273" y="20"/>
                </a:lnTo>
                <a:lnTo>
                  <a:pt x="272" y="20"/>
                </a:lnTo>
                <a:lnTo>
                  <a:pt x="273" y="20"/>
                </a:lnTo>
                <a:lnTo>
                  <a:pt x="274" y="20"/>
                </a:lnTo>
                <a:lnTo>
                  <a:pt x="275" y="20"/>
                </a:lnTo>
                <a:lnTo>
                  <a:pt x="275" y="19"/>
                </a:lnTo>
                <a:lnTo>
                  <a:pt x="276" y="19"/>
                </a:lnTo>
                <a:lnTo>
                  <a:pt x="278" y="19"/>
                </a:lnTo>
                <a:lnTo>
                  <a:pt x="279" y="19"/>
                </a:lnTo>
                <a:lnTo>
                  <a:pt x="279" y="18"/>
                </a:lnTo>
                <a:lnTo>
                  <a:pt x="281" y="18"/>
                </a:lnTo>
                <a:lnTo>
                  <a:pt x="281" y="17"/>
                </a:lnTo>
                <a:lnTo>
                  <a:pt x="282" y="17"/>
                </a:lnTo>
                <a:lnTo>
                  <a:pt x="283" y="17"/>
                </a:lnTo>
                <a:lnTo>
                  <a:pt x="283" y="18"/>
                </a:lnTo>
                <a:lnTo>
                  <a:pt x="285" y="22"/>
                </a:lnTo>
                <a:lnTo>
                  <a:pt x="285" y="24"/>
                </a:lnTo>
                <a:lnTo>
                  <a:pt x="286" y="26"/>
                </a:lnTo>
                <a:lnTo>
                  <a:pt x="287" y="28"/>
                </a:lnTo>
                <a:lnTo>
                  <a:pt x="287" y="29"/>
                </a:lnTo>
                <a:lnTo>
                  <a:pt x="288" y="30"/>
                </a:lnTo>
                <a:lnTo>
                  <a:pt x="288" y="31"/>
                </a:lnTo>
                <a:lnTo>
                  <a:pt x="288" y="32"/>
                </a:lnTo>
                <a:lnTo>
                  <a:pt x="289" y="33"/>
                </a:lnTo>
                <a:lnTo>
                  <a:pt x="289" y="34"/>
                </a:lnTo>
                <a:lnTo>
                  <a:pt x="290" y="36"/>
                </a:lnTo>
                <a:lnTo>
                  <a:pt x="290" y="37"/>
                </a:lnTo>
                <a:lnTo>
                  <a:pt x="291" y="38"/>
                </a:lnTo>
                <a:lnTo>
                  <a:pt x="291" y="40"/>
                </a:lnTo>
                <a:lnTo>
                  <a:pt x="291" y="41"/>
                </a:lnTo>
                <a:lnTo>
                  <a:pt x="292" y="41"/>
                </a:lnTo>
                <a:lnTo>
                  <a:pt x="292" y="46"/>
                </a:lnTo>
                <a:lnTo>
                  <a:pt x="292" y="49"/>
                </a:lnTo>
                <a:lnTo>
                  <a:pt x="292" y="50"/>
                </a:lnTo>
                <a:lnTo>
                  <a:pt x="292" y="51"/>
                </a:lnTo>
                <a:lnTo>
                  <a:pt x="293" y="52"/>
                </a:lnTo>
                <a:lnTo>
                  <a:pt x="293" y="54"/>
                </a:lnTo>
                <a:lnTo>
                  <a:pt x="293" y="55"/>
                </a:lnTo>
                <a:lnTo>
                  <a:pt x="294" y="56"/>
                </a:lnTo>
                <a:lnTo>
                  <a:pt x="294" y="58"/>
                </a:lnTo>
                <a:lnTo>
                  <a:pt x="294" y="57"/>
                </a:lnTo>
                <a:lnTo>
                  <a:pt x="295" y="57"/>
                </a:lnTo>
                <a:lnTo>
                  <a:pt x="295" y="58"/>
                </a:lnTo>
                <a:lnTo>
                  <a:pt x="296" y="58"/>
                </a:lnTo>
                <a:lnTo>
                  <a:pt x="297" y="59"/>
                </a:lnTo>
                <a:lnTo>
                  <a:pt x="297" y="60"/>
                </a:lnTo>
                <a:lnTo>
                  <a:pt x="297" y="61"/>
                </a:lnTo>
                <a:lnTo>
                  <a:pt x="297" y="62"/>
                </a:lnTo>
                <a:lnTo>
                  <a:pt x="297" y="63"/>
                </a:lnTo>
                <a:lnTo>
                  <a:pt x="298" y="63"/>
                </a:lnTo>
                <a:lnTo>
                  <a:pt x="298" y="62"/>
                </a:lnTo>
                <a:lnTo>
                  <a:pt x="299" y="63"/>
                </a:lnTo>
                <a:lnTo>
                  <a:pt x="298" y="63"/>
                </a:lnTo>
                <a:lnTo>
                  <a:pt x="297" y="64"/>
                </a:lnTo>
                <a:lnTo>
                  <a:pt x="295" y="63"/>
                </a:lnTo>
                <a:lnTo>
                  <a:pt x="293" y="63"/>
                </a:lnTo>
                <a:lnTo>
                  <a:pt x="291" y="63"/>
                </a:lnTo>
                <a:lnTo>
                  <a:pt x="289" y="66"/>
                </a:lnTo>
                <a:lnTo>
                  <a:pt x="289" y="67"/>
                </a:lnTo>
                <a:lnTo>
                  <a:pt x="288" y="68"/>
                </a:lnTo>
                <a:lnTo>
                  <a:pt x="287" y="69"/>
                </a:lnTo>
                <a:lnTo>
                  <a:pt x="286" y="69"/>
                </a:lnTo>
                <a:lnTo>
                  <a:pt x="285" y="70"/>
                </a:lnTo>
                <a:lnTo>
                  <a:pt x="284" y="70"/>
                </a:lnTo>
                <a:lnTo>
                  <a:pt x="284" y="71"/>
                </a:lnTo>
                <a:lnTo>
                  <a:pt x="283" y="72"/>
                </a:lnTo>
                <a:lnTo>
                  <a:pt x="282" y="72"/>
                </a:lnTo>
                <a:lnTo>
                  <a:pt x="282" y="73"/>
                </a:lnTo>
                <a:lnTo>
                  <a:pt x="281" y="75"/>
                </a:lnTo>
                <a:lnTo>
                  <a:pt x="279" y="75"/>
                </a:lnTo>
                <a:lnTo>
                  <a:pt x="279" y="76"/>
                </a:lnTo>
                <a:lnTo>
                  <a:pt x="278" y="76"/>
                </a:lnTo>
                <a:lnTo>
                  <a:pt x="278" y="77"/>
                </a:lnTo>
                <a:lnTo>
                  <a:pt x="277" y="78"/>
                </a:lnTo>
                <a:lnTo>
                  <a:pt x="276" y="79"/>
                </a:lnTo>
                <a:lnTo>
                  <a:pt x="275" y="78"/>
                </a:lnTo>
                <a:lnTo>
                  <a:pt x="274" y="78"/>
                </a:lnTo>
                <a:lnTo>
                  <a:pt x="274" y="77"/>
                </a:lnTo>
                <a:lnTo>
                  <a:pt x="274" y="76"/>
                </a:lnTo>
                <a:lnTo>
                  <a:pt x="273" y="76"/>
                </a:lnTo>
                <a:lnTo>
                  <a:pt x="273" y="75"/>
                </a:lnTo>
                <a:lnTo>
                  <a:pt x="272" y="75"/>
                </a:lnTo>
                <a:lnTo>
                  <a:pt x="273" y="75"/>
                </a:lnTo>
                <a:lnTo>
                  <a:pt x="273" y="74"/>
                </a:lnTo>
                <a:lnTo>
                  <a:pt x="272" y="74"/>
                </a:lnTo>
                <a:lnTo>
                  <a:pt x="272" y="73"/>
                </a:lnTo>
                <a:lnTo>
                  <a:pt x="271" y="73"/>
                </a:lnTo>
                <a:lnTo>
                  <a:pt x="272" y="73"/>
                </a:lnTo>
                <a:lnTo>
                  <a:pt x="272" y="72"/>
                </a:lnTo>
                <a:lnTo>
                  <a:pt x="272" y="71"/>
                </a:lnTo>
                <a:lnTo>
                  <a:pt x="271" y="70"/>
                </a:lnTo>
                <a:lnTo>
                  <a:pt x="271" y="69"/>
                </a:lnTo>
                <a:lnTo>
                  <a:pt x="272" y="69"/>
                </a:lnTo>
                <a:lnTo>
                  <a:pt x="272" y="68"/>
                </a:lnTo>
                <a:lnTo>
                  <a:pt x="273" y="68"/>
                </a:lnTo>
                <a:lnTo>
                  <a:pt x="274" y="68"/>
                </a:lnTo>
                <a:lnTo>
                  <a:pt x="275" y="69"/>
                </a:lnTo>
                <a:lnTo>
                  <a:pt x="276" y="68"/>
                </a:lnTo>
                <a:lnTo>
                  <a:pt x="277" y="68"/>
                </a:lnTo>
                <a:lnTo>
                  <a:pt x="276" y="68"/>
                </a:lnTo>
                <a:lnTo>
                  <a:pt x="276" y="67"/>
                </a:lnTo>
                <a:lnTo>
                  <a:pt x="277" y="66"/>
                </a:lnTo>
                <a:lnTo>
                  <a:pt x="278" y="66"/>
                </a:lnTo>
                <a:lnTo>
                  <a:pt x="278" y="65"/>
                </a:lnTo>
                <a:lnTo>
                  <a:pt x="278" y="64"/>
                </a:lnTo>
                <a:lnTo>
                  <a:pt x="278" y="63"/>
                </a:lnTo>
                <a:lnTo>
                  <a:pt x="279" y="63"/>
                </a:lnTo>
                <a:lnTo>
                  <a:pt x="281" y="63"/>
                </a:lnTo>
                <a:lnTo>
                  <a:pt x="279" y="63"/>
                </a:lnTo>
                <a:lnTo>
                  <a:pt x="278" y="63"/>
                </a:lnTo>
                <a:lnTo>
                  <a:pt x="277" y="64"/>
                </a:lnTo>
                <a:lnTo>
                  <a:pt x="277" y="66"/>
                </a:lnTo>
                <a:lnTo>
                  <a:pt x="277" y="67"/>
                </a:lnTo>
                <a:lnTo>
                  <a:pt x="276" y="67"/>
                </a:lnTo>
                <a:lnTo>
                  <a:pt x="275" y="66"/>
                </a:lnTo>
                <a:lnTo>
                  <a:pt x="273" y="66"/>
                </a:lnTo>
                <a:lnTo>
                  <a:pt x="272" y="66"/>
                </a:lnTo>
                <a:lnTo>
                  <a:pt x="270" y="67"/>
                </a:lnTo>
                <a:lnTo>
                  <a:pt x="270" y="66"/>
                </a:lnTo>
                <a:lnTo>
                  <a:pt x="269" y="67"/>
                </a:lnTo>
                <a:lnTo>
                  <a:pt x="268" y="67"/>
                </a:lnTo>
                <a:lnTo>
                  <a:pt x="267" y="67"/>
                </a:lnTo>
                <a:lnTo>
                  <a:pt x="267" y="66"/>
                </a:lnTo>
                <a:lnTo>
                  <a:pt x="266" y="66"/>
                </a:lnTo>
                <a:lnTo>
                  <a:pt x="266" y="67"/>
                </a:lnTo>
                <a:lnTo>
                  <a:pt x="265" y="67"/>
                </a:lnTo>
                <a:lnTo>
                  <a:pt x="264" y="67"/>
                </a:lnTo>
                <a:lnTo>
                  <a:pt x="263" y="67"/>
                </a:lnTo>
                <a:lnTo>
                  <a:pt x="264" y="68"/>
                </a:lnTo>
                <a:lnTo>
                  <a:pt x="264" y="67"/>
                </a:lnTo>
                <a:lnTo>
                  <a:pt x="265" y="67"/>
                </a:lnTo>
                <a:lnTo>
                  <a:pt x="265" y="68"/>
                </a:lnTo>
                <a:lnTo>
                  <a:pt x="266" y="68"/>
                </a:lnTo>
                <a:lnTo>
                  <a:pt x="266" y="69"/>
                </a:lnTo>
                <a:lnTo>
                  <a:pt x="267" y="69"/>
                </a:lnTo>
                <a:lnTo>
                  <a:pt x="268" y="71"/>
                </a:lnTo>
                <a:lnTo>
                  <a:pt x="269" y="71"/>
                </a:lnTo>
                <a:lnTo>
                  <a:pt x="269" y="72"/>
                </a:lnTo>
                <a:lnTo>
                  <a:pt x="270" y="72"/>
                </a:lnTo>
                <a:lnTo>
                  <a:pt x="270" y="73"/>
                </a:lnTo>
                <a:lnTo>
                  <a:pt x="271" y="74"/>
                </a:lnTo>
                <a:lnTo>
                  <a:pt x="271" y="75"/>
                </a:lnTo>
                <a:lnTo>
                  <a:pt x="273" y="77"/>
                </a:lnTo>
                <a:lnTo>
                  <a:pt x="273" y="78"/>
                </a:lnTo>
                <a:lnTo>
                  <a:pt x="272" y="78"/>
                </a:lnTo>
                <a:lnTo>
                  <a:pt x="272" y="77"/>
                </a:lnTo>
                <a:lnTo>
                  <a:pt x="271" y="77"/>
                </a:lnTo>
                <a:lnTo>
                  <a:pt x="270" y="78"/>
                </a:lnTo>
                <a:lnTo>
                  <a:pt x="269" y="79"/>
                </a:lnTo>
                <a:lnTo>
                  <a:pt x="269" y="80"/>
                </a:lnTo>
                <a:lnTo>
                  <a:pt x="269" y="81"/>
                </a:lnTo>
                <a:lnTo>
                  <a:pt x="270" y="81"/>
                </a:lnTo>
                <a:lnTo>
                  <a:pt x="270" y="82"/>
                </a:lnTo>
                <a:lnTo>
                  <a:pt x="269" y="84"/>
                </a:lnTo>
                <a:lnTo>
                  <a:pt x="269" y="85"/>
                </a:lnTo>
                <a:lnTo>
                  <a:pt x="268" y="85"/>
                </a:lnTo>
                <a:lnTo>
                  <a:pt x="268" y="86"/>
                </a:lnTo>
                <a:lnTo>
                  <a:pt x="267" y="86"/>
                </a:lnTo>
                <a:lnTo>
                  <a:pt x="268" y="86"/>
                </a:lnTo>
                <a:lnTo>
                  <a:pt x="267" y="87"/>
                </a:lnTo>
                <a:lnTo>
                  <a:pt x="266" y="87"/>
                </a:lnTo>
                <a:lnTo>
                  <a:pt x="266" y="88"/>
                </a:lnTo>
                <a:lnTo>
                  <a:pt x="265" y="88"/>
                </a:lnTo>
                <a:lnTo>
                  <a:pt x="264" y="88"/>
                </a:lnTo>
                <a:lnTo>
                  <a:pt x="264" y="89"/>
                </a:lnTo>
                <a:lnTo>
                  <a:pt x="265" y="89"/>
                </a:lnTo>
                <a:lnTo>
                  <a:pt x="265" y="88"/>
                </a:lnTo>
                <a:lnTo>
                  <a:pt x="266" y="89"/>
                </a:lnTo>
                <a:lnTo>
                  <a:pt x="265" y="89"/>
                </a:lnTo>
                <a:lnTo>
                  <a:pt x="265" y="90"/>
                </a:lnTo>
                <a:lnTo>
                  <a:pt x="265" y="91"/>
                </a:lnTo>
                <a:lnTo>
                  <a:pt x="265" y="92"/>
                </a:lnTo>
                <a:lnTo>
                  <a:pt x="264" y="93"/>
                </a:lnTo>
                <a:lnTo>
                  <a:pt x="263" y="93"/>
                </a:lnTo>
                <a:lnTo>
                  <a:pt x="262" y="93"/>
                </a:lnTo>
                <a:lnTo>
                  <a:pt x="261" y="94"/>
                </a:lnTo>
                <a:lnTo>
                  <a:pt x="261" y="95"/>
                </a:lnTo>
                <a:lnTo>
                  <a:pt x="261" y="94"/>
                </a:lnTo>
                <a:lnTo>
                  <a:pt x="260" y="94"/>
                </a:lnTo>
                <a:lnTo>
                  <a:pt x="258" y="94"/>
                </a:lnTo>
                <a:lnTo>
                  <a:pt x="257" y="94"/>
                </a:lnTo>
                <a:lnTo>
                  <a:pt x="256" y="95"/>
                </a:lnTo>
                <a:lnTo>
                  <a:pt x="255" y="95"/>
                </a:lnTo>
                <a:lnTo>
                  <a:pt x="255" y="96"/>
                </a:lnTo>
                <a:lnTo>
                  <a:pt x="254" y="97"/>
                </a:lnTo>
                <a:lnTo>
                  <a:pt x="254" y="98"/>
                </a:lnTo>
                <a:lnTo>
                  <a:pt x="254" y="99"/>
                </a:lnTo>
                <a:lnTo>
                  <a:pt x="254" y="100"/>
                </a:lnTo>
                <a:lnTo>
                  <a:pt x="253" y="100"/>
                </a:lnTo>
                <a:lnTo>
                  <a:pt x="254" y="101"/>
                </a:lnTo>
                <a:lnTo>
                  <a:pt x="254" y="102"/>
                </a:lnTo>
                <a:lnTo>
                  <a:pt x="255" y="103"/>
                </a:lnTo>
                <a:lnTo>
                  <a:pt x="256" y="103"/>
                </a:lnTo>
                <a:lnTo>
                  <a:pt x="256" y="104"/>
                </a:lnTo>
                <a:lnTo>
                  <a:pt x="255" y="105"/>
                </a:lnTo>
                <a:lnTo>
                  <a:pt x="255" y="106"/>
                </a:lnTo>
                <a:lnTo>
                  <a:pt x="254" y="106"/>
                </a:lnTo>
                <a:lnTo>
                  <a:pt x="253" y="107"/>
                </a:lnTo>
                <a:lnTo>
                  <a:pt x="252" y="107"/>
                </a:lnTo>
                <a:lnTo>
                  <a:pt x="251" y="107"/>
                </a:lnTo>
                <a:lnTo>
                  <a:pt x="250" y="107"/>
                </a:lnTo>
                <a:lnTo>
                  <a:pt x="250" y="108"/>
                </a:lnTo>
                <a:lnTo>
                  <a:pt x="250" y="110"/>
                </a:lnTo>
                <a:lnTo>
                  <a:pt x="250" y="111"/>
                </a:lnTo>
                <a:lnTo>
                  <a:pt x="250" y="113"/>
                </a:lnTo>
                <a:lnTo>
                  <a:pt x="250" y="114"/>
                </a:lnTo>
                <a:lnTo>
                  <a:pt x="249" y="116"/>
                </a:lnTo>
                <a:lnTo>
                  <a:pt x="249" y="117"/>
                </a:lnTo>
                <a:lnTo>
                  <a:pt x="248" y="117"/>
                </a:lnTo>
                <a:lnTo>
                  <a:pt x="249" y="117"/>
                </a:lnTo>
                <a:lnTo>
                  <a:pt x="248" y="118"/>
                </a:lnTo>
                <a:lnTo>
                  <a:pt x="248" y="119"/>
                </a:lnTo>
                <a:lnTo>
                  <a:pt x="248" y="120"/>
                </a:lnTo>
                <a:lnTo>
                  <a:pt x="247" y="121"/>
                </a:lnTo>
                <a:lnTo>
                  <a:pt x="246" y="122"/>
                </a:lnTo>
                <a:lnTo>
                  <a:pt x="245" y="123"/>
                </a:lnTo>
                <a:lnTo>
                  <a:pt x="245" y="124"/>
                </a:lnTo>
                <a:lnTo>
                  <a:pt x="245" y="125"/>
                </a:lnTo>
                <a:lnTo>
                  <a:pt x="245" y="126"/>
                </a:lnTo>
                <a:lnTo>
                  <a:pt x="245" y="127"/>
                </a:lnTo>
                <a:lnTo>
                  <a:pt x="244" y="127"/>
                </a:lnTo>
                <a:lnTo>
                  <a:pt x="243" y="127"/>
                </a:lnTo>
                <a:lnTo>
                  <a:pt x="243" y="128"/>
                </a:lnTo>
                <a:lnTo>
                  <a:pt x="242" y="128"/>
                </a:lnTo>
                <a:lnTo>
                  <a:pt x="241" y="128"/>
                </a:lnTo>
                <a:lnTo>
                  <a:pt x="241" y="129"/>
                </a:lnTo>
                <a:lnTo>
                  <a:pt x="242" y="130"/>
                </a:lnTo>
                <a:lnTo>
                  <a:pt x="242" y="131"/>
                </a:lnTo>
                <a:lnTo>
                  <a:pt x="242" y="132"/>
                </a:lnTo>
                <a:lnTo>
                  <a:pt x="242" y="133"/>
                </a:lnTo>
                <a:lnTo>
                  <a:pt x="241" y="133"/>
                </a:lnTo>
                <a:lnTo>
                  <a:pt x="241" y="134"/>
                </a:lnTo>
                <a:lnTo>
                  <a:pt x="241" y="135"/>
                </a:lnTo>
                <a:lnTo>
                  <a:pt x="242" y="135"/>
                </a:lnTo>
                <a:lnTo>
                  <a:pt x="242" y="134"/>
                </a:lnTo>
                <a:lnTo>
                  <a:pt x="243" y="133"/>
                </a:lnTo>
                <a:lnTo>
                  <a:pt x="242" y="133"/>
                </a:lnTo>
                <a:lnTo>
                  <a:pt x="242" y="132"/>
                </a:lnTo>
                <a:lnTo>
                  <a:pt x="243" y="132"/>
                </a:lnTo>
                <a:lnTo>
                  <a:pt x="243" y="131"/>
                </a:lnTo>
                <a:lnTo>
                  <a:pt x="242" y="130"/>
                </a:lnTo>
                <a:lnTo>
                  <a:pt x="243" y="130"/>
                </a:lnTo>
                <a:lnTo>
                  <a:pt x="244" y="130"/>
                </a:lnTo>
                <a:lnTo>
                  <a:pt x="244" y="132"/>
                </a:lnTo>
                <a:lnTo>
                  <a:pt x="243" y="133"/>
                </a:lnTo>
                <a:lnTo>
                  <a:pt x="243" y="134"/>
                </a:lnTo>
                <a:lnTo>
                  <a:pt x="243" y="135"/>
                </a:lnTo>
                <a:lnTo>
                  <a:pt x="243" y="139"/>
                </a:lnTo>
                <a:lnTo>
                  <a:pt x="243" y="140"/>
                </a:lnTo>
                <a:lnTo>
                  <a:pt x="243" y="141"/>
                </a:lnTo>
                <a:lnTo>
                  <a:pt x="242" y="141"/>
                </a:lnTo>
                <a:lnTo>
                  <a:pt x="240" y="141"/>
                </a:lnTo>
                <a:lnTo>
                  <a:pt x="239" y="142"/>
                </a:lnTo>
                <a:lnTo>
                  <a:pt x="239" y="143"/>
                </a:lnTo>
                <a:lnTo>
                  <a:pt x="239" y="144"/>
                </a:lnTo>
                <a:lnTo>
                  <a:pt x="239" y="145"/>
                </a:lnTo>
                <a:lnTo>
                  <a:pt x="238" y="145"/>
                </a:lnTo>
                <a:lnTo>
                  <a:pt x="238" y="146"/>
                </a:lnTo>
                <a:lnTo>
                  <a:pt x="237" y="147"/>
                </a:lnTo>
                <a:lnTo>
                  <a:pt x="237" y="148"/>
                </a:lnTo>
                <a:lnTo>
                  <a:pt x="237" y="149"/>
                </a:lnTo>
                <a:lnTo>
                  <a:pt x="237" y="151"/>
                </a:lnTo>
                <a:lnTo>
                  <a:pt x="237" y="153"/>
                </a:lnTo>
                <a:lnTo>
                  <a:pt x="237" y="155"/>
                </a:lnTo>
                <a:lnTo>
                  <a:pt x="237" y="156"/>
                </a:lnTo>
                <a:lnTo>
                  <a:pt x="237" y="157"/>
                </a:lnTo>
                <a:lnTo>
                  <a:pt x="237" y="158"/>
                </a:lnTo>
                <a:lnTo>
                  <a:pt x="238" y="159"/>
                </a:lnTo>
                <a:lnTo>
                  <a:pt x="238" y="160"/>
                </a:lnTo>
                <a:lnTo>
                  <a:pt x="238" y="161"/>
                </a:lnTo>
                <a:lnTo>
                  <a:pt x="237" y="160"/>
                </a:lnTo>
                <a:lnTo>
                  <a:pt x="236" y="160"/>
                </a:lnTo>
                <a:lnTo>
                  <a:pt x="236" y="161"/>
                </a:lnTo>
                <a:lnTo>
                  <a:pt x="235" y="161"/>
                </a:lnTo>
                <a:lnTo>
                  <a:pt x="234" y="162"/>
                </a:lnTo>
                <a:lnTo>
                  <a:pt x="233" y="162"/>
                </a:lnTo>
                <a:lnTo>
                  <a:pt x="234" y="162"/>
                </a:lnTo>
                <a:lnTo>
                  <a:pt x="233" y="164"/>
                </a:lnTo>
                <a:lnTo>
                  <a:pt x="232" y="164"/>
                </a:lnTo>
                <a:lnTo>
                  <a:pt x="232" y="163"/>
                </a:lnTo>
                <a:lnTo>
                  <a:pt x="232" y="162"/>
                </a:lnTo>
                <a:lnTo>
                  <a:pt x="231" y="163"/>
                </a:lnTo>
                <a:lnTo>
                  <a:pt x="232" y="163"/>
                </a:lnTo>
                <a:lnTo>
                  <a:pt x="232" y="164"/>
                </a:lnTo>
                <a:lnTo>
                  <a:pt x="232" y="165"/>
                </a:lnTo>
                <a:lnTo>
                  <a:pt x="232" y="166"/>
                </a:lnTo>
                <a:lnTo>
                  <a:pt x="231" y="168"/>
                </a:lnTo>
                <a:lnTo>
                  <a:pt x="230" y="168"/>
                </a:lnTo>
                <a:lnTo>
                  <a:pt x="228" y="168"/>
                </a:lnTo>
                <a:lnTo>
                  <a:pt x="228" y="169"/>
                </a:lnTo>
                <a:lnTo>
                  <a:pt x="228" y="170"/>
                </a:lnTo>
                <a:lnTo>
                  <a:pt x="229" y="171"/>
                </a:lnTo>
                <a:lnTo>
                  <a:pt x="230" y="171"/>
                </a:lnTo>
                <a:lnTo>
                  <a:pt x="231" y="171"/>
                </a:lnTo>
                <a:lnTo>
                  <a:pt x="232" y="173"/>
                </a:lnTo>
                <a:lnTo>
                  <a:pt x="233" y="173"/>
                </a:lnTo>
                <a:lnTo>
                  <a:pt x="234" y="173"/>
                </a:lnTo>
                <a:lnTo>
                  <a:pt x="235" y="173"/>
                </a:lnTo>
                <a:lnTo>
                  <a:pt x="235" y="174"/>
                </a:lnTo>
                <a:lnTo>
                  <a:pt x="236" y="174"/>
                </a:lnTo>
                <a:lnTo>
                  <a:pt x="236" y="173"/>
                </a:lnTo>
                <a:lnTo>
                  <a:pt x="237" y="173"/>
                </a:lnTo>
                <a:lnTo>
                  <a:pt x="238" y="173"/>
                </a:lnTo>
                <a:lnTo>
                  <a:pt x="238" y="171"/>
                </a:lnTo>
                <a:lnTo>
                  <a:pt x="237" y="170"/>
                </a:lnTo>
                <a:lnTo>
                  <a:pt x="236" y="170"/>
                </a:lnTo>
                <a:lnTo>
                  <a:pt x="236" y="169"/>
                </a:lnTo>
                <a:lnTo>
                  <a:pt x="237" y="169"/>
                </a:lnTo>
                <a:lnTo>
                  <a:pt x="237" y="167"/>
                </a:lnTo>
                <a:lnTo>
                  <a:pt x="236" y="167"/>
                </a:lnTo>
                <a:lnTo>
                  <a:pt x="236" y="166"/>
                </a:lnTo>
                <a:lnTo>
                  <a:pt x="235" y="166"/>
                </a:lnTo>
                <a:lnTo>
                  <a:pt x="235" y="165"/>
                </a:lnTo>
                <a:lnTo>
                  <a:pt x="235" y="164"/>
                </a:lnTo>
                <a:lnTo>
                  <a:pt x="235" y="163"/>
                </a:lnTo>
                <a:lnTo>
                  <a:pt x="235" y="162"/>
                </a:lnTo>
                <a:lnTo>
                  <a:pt x="235" y="161"/>
                </a:lnTo>
                <a:lnTo>
                  <a:pt x="236" y="161"/>
                </a:lnTo>
                <a:lnTo>
                  <a:pt x="237" y="161"/>
                </a:lnTo>
                <a:lnTo>
                  <a:pt x="238" y="162"/>
                </a:lnTo>
                <a:lnTo>
                  <a:pt x="238" y="164"/>
                </a:lnTo>
                <a:lnTo>
                  <a:pt x="238" y="165"/>
                </a:lnTo>
                <a:lnTo>
                  <a:pt x="238" y="166"/>
                </a:lnTo>
                <a:lnTo>
                  <a:pt x="238" y="167"/>
                </a:lnTo>
                <a:lnTo>
                  <a:pt x="239" y="168"/>
                </a:lnTo>
                <a:lnTo>
                  <a:pt x="239" y="170"/>
                </a:lnTo>
                <a:lnTo>
                  <a:pt x="240" y="171"/>
                </a:lnTo>
                <a:lnTo>
                  <a:pt x="240" y="173"/>
                </a:lnTo>
                <a:lnTo>
                  <a:pt x="240" y="174"/>
                </a:lnTo>
                <a:lnTo>
                  <a:pt x="241" y="174"/>
                </a:lnTo>
                <a:lnTo>
                  <a:pt x="242" y="174"/>
                </a:lnTo>
                <a:lnTo>
                  <a:pt x="242" y="175"/>
                </a:lnTo>
                <a:lnTo>
                  <a:pt x="241" y="175"/>
                </a:lnTo>
                <a:lnTo>
                  <a:pt x="241" y="174"/>
                </a:lnTo>
                <a:lnTo>
                  <a:pt x="240" y="174"/>
                </a:lnTo>
                <a:lnTo>
                  <a:pt x="239" y="175"/>
                </a:lnTo>
                <a:lnTo>
                  <a:pt x="238" y="175"/>
                </a:lnTo>
                <a:lnTo>
                  <a:pt x="238" y="176"/>
                </a:lnTo>
                <a:lnTo>
                  <a:pt x="238" y="175"/>
                </a:lnTo>
                <a:lnTo>
                  <a:pt x="237" y="175"/>
                </a:lnTo>
                <a:lnTo>
                  <a:pt x="237" y="176"/>
                </a:lnTo>
                <a:lnTo>
                  <a:pt x="236" y="176"/>
                </a:lnTo>
                <a:lnTo>
                  <a:pt x="236" y="177"/>
                </a:lnTo>
                <a:lnTo>
                  <a:pt x="235" y="177"/>
                </a:lnTo>
                <a:lnTo>
                  <a:pt x="235" y="178"/>
                </a:lnTo>
                <a:lnTo>
                  <a:pt x="235" y="177"/>
                </a:lnTo>
                <a:lnTo>
                  <a:pt x="235" y="176"/>
                </a:lnTo>
                <a:lnTo>
                  <a:pt x="234" y="176"/>
                </a:lnTo>
                <a:lnTo>
                  <a:pt x="233" y="176"/>
                </a:lnTo>
                <a:lnTo>
                  <a:pt x="233" y="177"/>
                </a:lnTo>
                <a:lnTo>
                  <a:pt x="232" y="178"/>
                </a:lnTo>
                <a:lnTo>
                  <a:pt x="231" y="180"/>
                </a:lnTo>
                <a:lnTo>
                  <a:pt x="231" y="181"/>
                </a:lnTo>
                <a:lnTo>
                  <a:pt x="230" y="182"/>
                </a:lnTo>
                <a:lnTo>
                  <a:pt x="229" y="182"/>
                </a:lnTo>
                <a:lnTo>
                  <a:pt x="229" y="183"/>
                </a:lnTo>
                <a:lnTo>
                  <a:pt x="228" y="184"/>
                </a:lnTo>
                <a:lnTo>
                  <a:pt x="228" y="185"/>
                </a:lnTo>
                <a:lnTo>
                  <a:pt x="228" y="189"/>
                </a:lnTo>
                <a:lnTo>
                  <a:pt x="227" y="190"/>
                </a:lnTo>
                <a:lnTo>
                  <a:pt x="227" y="191"/>
                </a:lnTo>
                <a:lnTo>
                  <a:pt x="226" y="191"/>
                </a:lnTo>
                <a:lnTo>
                  <a:pt x="226" y="190"/>
                </a:lnTo>
                <a:lnTo>
                  <a:pt x="225" y="190"/>
                </a:lnTo>
                <a:lnTo>
                  <a:pt x="226" y="190"/>
                </a:lnTo>
                <a:lnTo>
                  <a:pt x="225" y="190"/>
                </a:lnTo>
                <a:lnTo>
                  <a:pt x="224" y="190"/>
                </a:lnTo>
                <a:lnTo>
                  <a:pt x="225" y="190"/>
                </a:lnTo>
                <a:lnTo>
                  <a:pt x="224" y="190"/>
                </a:lnTo>
                <a:lnTo>
                  <a:pt x="224" y="189"/>
                </a:lnTo>
                <a:lnTo>
                  <a:pt x="223" y="189"/>
                </a:lnTo>
                <a:lnTo>
                  <a:pt x="223" y="190"/>
                </a:lnTo>
                <a:lnTo>
                  <a:pt x="222" y="190"/>
                </a:lnTo>
                <a:lnTo>
                  <a:pt x="221" y="190"/>
                </a:lnTo>
                <a:lnTo>
                  <a:pt x="220" y="191"/>
                </a:lnTo>
                <a:lnTo>
                  <a:pt x="219" y="191"/>
                </a:lnTo>
                <a:lnTo>
                  <a:pt x="219" y="190"/>
                </a:lnTo>
                <a:lnTo>
                  <a:pt x="218" y="190"/>
                </a:lnTo>
                <a:lnTo>
                  <a:pt x="217" y="190"/>
                </a:lnTo>
                <a:lnTo>
                  <a:pt x="216" y="191"/>
                </a:lnTo>
                <a:lnTo>
                  <a:pt x="216" y="190"/>
                </a:lnTo>
                <a:lnTo>
                  <a:pt x="217" y="190"/>
                </a:lnTo>
                <a:lnTo>
                  <a:pt x="217" y="189"/>
                </a:lnTo>
                <a:lnTo>
                  <a:pt x="218" y="189"/>
                </a:lnTo>
                <a:lnTo>
                  <a:pt x="218" y="188"/>
                </a:lnTo>
                <a:lnTo>
                  <a:pt x="219" y="188"/>
                </a:lnTo>
                <a:lnTo>
                  <a:pt x="220" y="188"/>
                </a:lnTo>
                <a:lnTo>
                  <a:pt x="221" y="188"/>
                </a:lnTo>
                <a:lnTo>
                  <a:pt x="222" y="188"/>
                </a:lnTo>
                <a:lnTo>
                  <a:pt x="223" y="188"/>
                </a:lnTo>
                <a:lnTo>
                  <a:pt x="224" y="188"/>
                </a:lnTo>
                <a:lnTo>
                  <a:pt x="225" y="188"/>
                </a:lnTo>
                <a:lnTo>
                  <a:pt x="225" y="187"/>
                </a:lnTo>
                <a:lnTo>
                  <a:pt x="226" y="187"/>
                </a:lnTo>
                <a:lnTo>
                  <a:pt x="226" y="188"/>
                </a:lnTo>
                <a:lnTo>
                  <a:pt x="226" y="187"/>
                </a:lnTo>
                <a:lnTo>
                  <a:pt x="227" y="187"/>
                </a:lnTo>
                <a:lnTo>
                  <a:pt x="225" y="186"/>
                </a:lnTo>
                <a:lnTo>
                  <a:pt x="224" y="186"/>
                </a:lnTo>
                <a:lnTo>
                  <a:pt x="224" y="187"/>
                </a:lnTo>
                <a:lnTo>
                  <a:pt x="225" y="187"/>
                </a:lnTo>
                <a:lnTo>
                  <a:pt x="225" y="188"/>
                </a:lnTo>
                <a:lnTo>
                  <a:pt x="224" y="188"/>
                </a:lnTo>
                <a:lnTo>
                  <a:pt x="223" y="187"/>
                </a:lnTo>
                <a:lnTo>
                  <a:pt x="222" y="187"/>
                </a:lnTo>
                <a:lnTo>
                  <a:pt x="222" y="188"/>
                </a:lnTo>
                <a:lnTo>
                  <a:pt x="221" y="188"/>
                </a:lnTo>
                <a:lnTo>
                  <a:pt x="220" y="188"/>
                </a:lnTo>
                <a:lnTo>
                  <a:pt x="219" y="188"/>
                </a:lnTo>
                <a:lnTo>
                  <a:pt x="218" y="188"/>
                </a:lnTo>
                <a:lnTo>
                  <a:pt x="217" y="189"/>
                </a:lnTo>
                <a:lnTo>
                  <a:pt x="215" y="190"/>
                </a:lnTo>
                <a:lnTo>
                  <a:pt x="216" y="191"/>
                </a:lnTo>
                <a:lnTo>
                  <a:pt x="215" y="191"/>
                </a:lnTo>
                <a:lnTo>
                  <a:pt x="215" y="192"/>
                </a:lnTo>
                <a:lnTo>
                  <a:pt x="214" y="192"/>
                </a:lnTo>
                <a:lnTo>
                  <a:pt x="213" y="192"/>
                </a:lnTo>
                <a:lnTo>
                  <a:pt x="213" y="191"/>
                </a:lnTo>
                <a:lnTo>
                  <a:pt x="212" y="191"/>
                </a:lnTo>
                <a:lnTo>
                  <a:pt x="210" y="191"/>
                </a:lnTo>
                <a:lnTo>
                  <a:pt x="209" y="192"/>
                </a:lnTo>
                <a:lnTo>
                  <a:pt x="208" y="192"/>
                </a:lnTo>
                <a:lnTo>
                  <a:pt x="207" y="192"/>
                </a:lnTo>
                <a:lnTo>
                  <a:pt x="206" y="194"/>
                </a:lnTo>
                <a:lnTo>
                  <a:pt x="204" y="195"/>
                </a:lnTo>
                <a:lnTo>
                  <a:pt x="204" y="196"/>
                </a:lnTo>
                <a:lnTo>
                  <a:pt x="203" y="196"/>
                </a:lnTo>
                <a:lnTo>
                  <a:pt x="202" y="196"/>
                </a:lnTo>
                <a:lnTo>
                  <a:pt x="202" y="197"/>
                </a:lnTo>
                <a:lnTo>
                  <a:pt x="201" y="197"/>
                </a:lnTo>
                <a:lnTo>
                  <a:pt x="200" y="198"/>
                </a:lnTo>
                <a:lnTo>
                  <a:pt x="199" y="199"/>
                </a:lnTo>
                <a:lnTo>
                  <a:pt x="199" y="200"/>
                </a:lnTo>
                <a:lnTo>
                  <a:pt x="198" y="200"/>
                </a:lnTo>
                <a:lnTo>
                  <a:pt x="198" y="201"/>
                </a:lnTo>
                <a:lnTo>
                  <a:pt x="198" y="202"/>
                </a:lnTo>
                <a:lnTo>
                  <a:pt x="197" y="202"/>
                </a:lnTo>
                <a:lnTo>
                  <a:pt x="196" y="202"/>
                </a:lnTo>
                <a:lnTo>
                  <a:pt x="195" y="203"/>
                </a:lnTo>
                <a:lnTo>
                  <a:pt x="195" y="204"/>
                </a:lnTo>
                <a:lnTo>
                  <a:pt x="194" y="204"/>
                </a:lnTo>
                <a:lnTo>
                  <a:pt x="194" y="205"/>
                </a:lnTo>
                <a:lnTo>
                  <a:pt x="193" y="206"/>
                </a:lnTo>
                <a:lnTo>
                  <a:pt x="192" y="207"/>
                </a:lnTo>
                <a:lnTo>
                  <a:pt x="191" y="207"/>
                </a:lnTo>
                <a:lnTo>
                  <a:pt x="190" y="208"/>
                </a:lnTo>
                <a:lnTo>
                  <a:pt x="189" y="209"/>
                </a:lnTo>
                <a:lnTo>
                  <a:pt x="188" y="211"/>
                </a:lnTo>
                <a:lnTo>
                  <a:pt x="188" y="213"/>
                </a:lnTo>
                <a:lnTo>
                  <a:pt x="188" y="214"/>
                </a:lnTo>
                <a:lnTo>
                  <a:pt x="187" y="214"/>
                </a:lnTo>
                <a:lnTo>
                  <a:pt x="187" y="215"/>
                </a:lnTo>
                <a:lnTo>
                  <a:pt x="187" y="216"/>
                </a:lnTo>
                <a:lnTo>
                  <a:pt x="186" y="218"/>
                </a:lnTo>
                <a:lnTo>
                  <a:pt x="186" y="221"/>
                </a:lnTo>
                <a:lnTo>
                  <a:pt x="185" y="223"/>
                </a:lnTo>
                <a:lnTo>
                  <a:pt x="185" y="225"/>
                </a:lnTo>
                <a:lnTo>
                  <a:pt x="184" y="225"/>
                </a:lnTo>
                <a:lnTo>
                  <a:pt x="184" y="224"/>
                </a:lnTo>
                <a:lnTo>
                  <a:pt x="184" y="223"/>
                </a:lnTo>
                <a:lnTo>
                  <a:pt x="185" y="223"/>
                </a:lnTo>
                <a:lnTo>
                  <a:pt x="185" y="222"/>
                </a:lnTo>
                <a:lnTo>
                  <a:pt x="184" y="221"/>
                </a:lnTo>
                <a:lnTo>
                  <a:pt x="183" y="221"/>
                </a:lnTo>
                <a:lnTo>
                  <a:pt x="183" y="220"/>
                </a:lnTo>
                <a:lnTo>
                  <a:pt x="183" y="221"/>
                </a:lnTo>
                <a:lnTo>
                  <a:pt x="182" y="221"/>
                </a:lnTo>
                <a:lnTo>
                  <a:pt x="182" y="222"/>
                </a:lnTo>
                <a:lnTo>
                  <a:pt x="181" y="222"/>
                </a:lnTo>
                <a:lnTo>
                  <a:pt x="181" y="223"/>
                </a:lnTo>
                <a:lnTo>
                  <a:pt x="182" y="223"/>
                </a:lnTo>
                <a:lnTo>
                  <a:pt x="183" y="223"/>
                </a:lnTo>
                <a:lnTo>
                  <a:pt x="183" y="224"/>
                </a:lnTo>
                <a:lnTo>
                  <a:pt x="182" y="224"/>
                </a:lnTo>
                <a:lnTo>
                  <a:pt x="181" y="224"/>
                </a:lnTo>
                <a:lnTo>
                  <a:pt x="181" y="225"/>
                </a:lnTo>
                <a:lnTo>
                  <a:pt x="181" y="226"/>
                </a:lnTo>
                <a:lnTo>
                  <a:pt x="181" y="225"/>
                </a:lnTo>
                <a:lnTo>
                  <a:pt x="181" y="224"/>
                </a:lnTo>
                <a:lnTo>
                  <a:pt x="182" y="224"/>
                </a:lnTo>
                <a:lnTo>
                  <a:pt x="182" y="225"/>
                </a:lnTo>
                <a:lnTo>
                  <a:pt x="183" y="225"/>
                </a:lnTo>
                <a:lnTo>
                  <a:pt x="184" y="225"/>
                </a:lnTo>
                <a:lnTo>
                  <a:pt x="184" y="226"/>
                </a:lnTo>
                <a:lnTo>
                  <a:pt x="184" y="227"/>
                </a:lnTo>
                <a:lnTo>
                  <a:pt x="183" y="228"/>
                </a:lnTo>
                <a:lnTo>
                  <a:pt x="182" y="228"/>
                </a:lnTo>
                <a:lnTo>
                  <a:pt x="181" y="228"/>
                </a:lnTo>
                <a:lnTo>
                  <a:pt x="180" y="228"/>
                </a:lnTo>
                <a:lnTo>
                  <a:pt x="179" y="228"/>
                </a:lnTo>
                <a:lnTo>
                  <a:pt x="179" y="229"/>
                </a:lnTo>
                <a:lnTo>
                  <a:pt x="178" y="229"/>
                </a:lnTo>
                <a:lnTo>
                  <a:pt x="177" y="230"/>
                </a:lnTo>
                <a:lnTo>
                  <a:pt x="177" y="229"/>
                </a:lnTo>
                <a:lnTo>
                  <a:pt x="176" y="228"/>
                </a:lnTo>
                <a:lnTo>
                  <a:pt x="175" y="228"/>
                </a:lnTo>
                <a:lnTo>
                  <a:pt x="174" y="228"/>
                </a:lnTo>
                <a:lnTo>
                  <a:pt x="174" y="229"/>
                </a:lnTo>
                <a:lnTo>
                  <a:pt x="173" y="228"/>
                </a:lnTo>
                <a:lnTo>
                  <a:pt x="173" y="227"/>
                </a:lnTo>
                <a:lnTo>
                  <a:pt x="173" y="226"/>
                </a:lnTo>
                <a:lnTo>
                  <a:pt x="172" y="226"/>
                </a:lnTo>
                <a:lnTo>
                  <a:pt x="173" y="226"/>
                </a:lnTo>
                <a:lnTo>
                  <a:pt x="173" y="225"/>
                </a:lnTo>
                <a:lnTo>
                  <a:pt x="174" y="226"/>
                </a:lnTo>
                <a:lnTo>
                  <a:pt x="175" y="227"/>
                </a:lnTo>
                <a:lnTo>
                  <a:pt x="177" y="227"/>
                </a:lnTo>
                <a:lnTo>
                  <a:pt x="179" y="225"/>
                </a:lnTo>
                <a:lnTo>
                  <a:pt x="179" y="224"/>
                </a:lnTo>
                <a:lnTo>
                  <a:pt x="180" y="223"/>
                </a:lnTo>
                <a:lnTo>
                  <a:pt x="180" y="222"/>
                </a:lnTo>
                <a:lnTo>
                  <a:pt x="180" y="221"/>
                </a:lnTo>
                <a:lnTo>
                  <a:pt x="179" y="221"/>
                </a:lnTo>
                <a:lnTo>
                  <a:pt x="179" y="220"/>
                </a:lnTo>
                <a:lnTo>
                  <a:pt x="178" y="221"/>
                </a:lnTo>
                <a:lnTo>
                  <a:pt x="179" y="221"/>
                </a:lnTo>
                <a:lnTo>
                  <a:pt x="179" y="222"/>
                </a:lnTo>
                <a:lnTo>
                  <a:pt x="178" y="222"/>
                </a:lnTo>
                <a:lnTo>
                  <a:pt x="177" y="222"/>
                </a:lnTo>
                <a:lnTo>
                  <a:pt x="176" y="222"/>
                </a:lnTo>
                <a:lnTo>
                  <a:pt x="175" y="222"/>
                </a:lnTo>
                <a:lnTo>
                  <a:pt x="175" y="223"/>
                </a:lnTo>
                <a:lnTo>
                  <a:pt x="174" y="223"/>
                </a:lnTo>
                <a:lnTo>
                  <a:pt x="174" y="224"/>
                </a:lnTo>
                <a:lnTo>
                  <a:pt x="173" y="224"/>
                </a:lnTo>
                <a:lnTo>
                  <a:pt x="173" y="225"/>
                </a:lnTo>
                <a:lnTo>
                  <a:pt x="171" y="225"/>
                </a:lnTo>
                <a:lnTo>
                  <a:pt x="169" y="225"/>
                </a:lnTo>
                <a:lnTo>
                  <a:pt x="168" y="225"/>
                </a:lnTo>
                <a:lnTo>
                  <a:pt x="167" y="225"/>
                </a:lnTo>
                <a:lnTo>
                  <a:pt x="166" y="225"/>
                </a:lnTo>
                <a:lnTo>
                  <a:pt x="164" y="225"/>
                </a:lnTo>
                <a:lnTo>
                  <a:pt x="163" y="226"/>
                </a:lnTo>
                <a:lnTo>
                  <a:pt x="161" y="227"/>
                </a:lnTo>
                <a:lnTo>
                  <a:pt x="160" y="227"/>
                </a:lnTo>
                <a:lnTo>
                  <a:pt x="160" y="228"/>
                </a:lnTo>
                <a:lnTo>
                  <a:pt x="159" y="228"/>
                </a:lnTo>
                <a:lnTo>
                  <a:pt x="158" y="229"/>
                </a:lnTo>
                <a:lnTo>
                  <a:pt x="157" y="229"/>
                </a:lnTo>
                <a:lnTo>
                  <a:pt x="156" y="230"/>
                </a:lnTo>
                <a:lnTo>
                  <a:pt x="155" y="230"/>
                </a:lnTo>
                <a:lnTo>
                  <a:pt x="154" y="230"/>
                </a:lnTo>
                <a:lnTo>
                  <a:pt x="154" y="229"/>
                </a:lnTo>
                <a:lnTo>
                  <a:pt x="154" y="228"/>
                </a:lnTo>
                <a:lnTo>
                  <a:pt x="153" y="228"/>
                </a:lnTo>
                <a:lnTo>
                  <a:pt x="152" y="227"/>
                </a:lnTo>
                <a:lnTo>
                  <a:pt x="151" y="227"/>
                </a:lnTo>
                <a:lnTo>
                  <a:pt x="150" y="228"/>
                </a:lnTo>
                <a:lnTo>
                  <a:pt x="149" y="228"/>
                </a:lnTo>
                <a:lnTo>
                  <a:pt x="148" y="229"/>
                </a:lnTo>
                <a:lnTo>
                  <a:pt x="147" y="229"/>
                </a:lnTo>
                <a:lnTo>
                  <a:pt x="147" y="230"/>
                </a:lnTo>
                <a:lnTo>
                  <a:pt x="146" y="230"/>
                </a:lnTo>
                <a:lnTo>
                  <a:pt x="146" y="231"/>
                </a:lnTo>
                <a:lnTo>
                  <a:pt x="145" y="232"/>
                </a:lnTo>
                <a:lnTo>
                  <a:pt x="144" y="235"/>
                </a:lnTo>
                <a:lnTo>
                  <a:pt x="144" y="236"/>
                </a:lnTo>
                <a:lnTo>
                  <a:pt x="144" y="237"/>
                </a:lnTo>
                <a:lnTo>
                  <a:pt x="143" y="239"/>
                </a:lnTo>
                <a:lnTo>
                  <a:pt x="142" y="241"/>
                </a:lnTo>
                <a:lnTo>
                  <a:pt x="142" y="242"/>
                </a:lnTo>
                <a:lnTo>
                  <a:pt x="142" y="243"/>
                </a:lnTo>
                <a:lnTo>
                  <a:pt x="143" y="243"/>
                </a:lnTo>
                <a:lnTo>
                  <a:pt x="143" y="244"/>
                </a:lnTo>
                <a:lnTo>
                  <a:pt x="144" y="244"/>
                </a:lnTo>
                <a:lnTo>
                  <a:pt x="144" y="243"/>
                </a:lnTo>
                <a:lnTo>
                  <a:pt x="145" y="244"/>
                </a:lnTo>
                <a:lnTo>
                  <a:pt x="144" y="244"/>
                </a:lnTo>
                <a:lnTo>
                  <a:pt x="143" y="244"/>
                </a:lnTo>
                <a:lnTo>
                  <a:pt x="143" y="245"/>
                </a:lnTo>
                <a:lnTo>
                  <a:pt x="142" y="245"/>
                </a:lnTo>
                <a:lnTo>
                  <a:pt x="141" y="245"/>
                </a:lnTo>
                <a:lnTo>
                  <a:pt x="141" y="244"/>
                </a:lnTo>
                <a:lnTo>
                  <a:pt x="141" y="243"/>
                </a:lnTo>
                <a:lnTo>
                  <a:pt x="140" y="242"/>
                </a:lnTo>
                <a:lnTo>
                  <a:pt x="139" y="243"/>
                </a:lnTo>
                <a:lnTo>
                  <a:pt x="139" y="244"/>
                </a:lnTo>
                <a:lnTo>
                  <a:pt x="138" y="244"/>
                </a:lnTo>
                <a:lnTo>
                  <a:pt x="137" y="243"/>
                </a:lnTo>
                <a:lnTo>
                  <a:pt x="137" y="244"/>
                </a:lnTo>
                <a:lnTo>
                  <a:pt x="137" y="245"/>
                </a:lnTo>
                <a:lnTo>
                  <a:pt x="138" y="246"/>
                </a:lnTo>
                <a:lnTo>
                  <a:pt x="139" y="245"/>
                </a:lnTo>
                <a:lnTo>
                  <a:pt x="140" y="244"/>
                </a:lnTo>
                <a:lnTo>
                  <a:pt x="139" y="243"/>
                </a:lnTo>
                <a:lnTo>
                  <a:pt x="140" y="243"/>
                </a:lnTo>
                <a:lnTo>
                  <a:pt x="140" y="244"/>
                </a:lnTo>
                <a:lnTo>
                  <a:pt x="140" y="245"/>
                </a:lnTo>
                <a:lnTo>
                  <a:pt x="140" y="246"/>
                </a:lnTo>
                <a:lnTo>
                  <a:pt x="141" y="246"/>
                </a:lnTo>
                <a:lnTo>
                  <a:pt x="143" y="245"/>
                </a:lnTo>
                <a:lnTo>
                  <a:pt x="144" y="245"/>
                </a:lnTo>
                <a:lnTo>
                  <a:pt x="145" y="246"/>
                </a:lnTo>
                <a:lnTo>
                  <a:pt x="145" y="247"/>
                </a:lnTo>
                <a:lnTo>
                  <a:pt x="145" y="248"/>
                </a:lnTo>
                <a:lnTo>
                  <a:pt x="145" y="249"/>
                </a:lnTo>
                <a:lnTo>
                  <a:pt x="144" y="249"/>
                </a:lnTo>
                <a:lnTo>
                  <a:pt x="144" y="250"/>
                </a:lnTo>
                <a:lnTo>
                  <a:pt x="144" y="251"/>
                </a:lnTo>
                <a:lnTo>
                  <a:pt x="144" y="252"/>
                </a:lnTo>
                <a:lnTo>
                  <a:pt x="143" y="252"/>
                </a:lnTo>
                <a:lnTo>
                  <a:pt x="143" y="251"/>
                </a:lnTo>
                <a:lnTo>
                  <a:pt x="142" y="251"/>
                </a:lnTo>
                <a:lnTo>
                  <a:pt x="141" y="251"/>
                </a:lnTo>
                <a:lnTo>
                  <a:pt x="141" y="252"/>
                </a:lnTo>
                <a:lnTo>
                  <a:pt x="142" y="253"/>
                </a:lnTo>
                <a:lnTo>
                  <a:pt x="141" y="254"/>
                </a:lnTo>
                <a:lnTo>
                  <a:pt x="140" y="254"/>
                </a:lnTo>
                <a:lnTo>
                  <a:pt x="139" y="252"/>
                </a:lnTo>
                <a:lnTo>
                  <a:pt x="139" y="251"/>
                </a:lnTo>
                <a:lnTo>
                  <a:pt x="140" y="251"/>
                </a:lnTo>
                <a:lnTo>
                  <a:pt x="140" y="250"/>
                </a:lnTo>
                <a:lnTo>
                  <a:pt x="139" y="250"/>
                </a:lnTo>
                <a:lnTo>
                  <a:pt x="138" y="249"/>
                </a:lnTo>
                <a:lnTo>
                  <a:pt x="137" y="249"/>
                </a:lnTo>
                <a:lnTo>
                  <a:pt x="136" y="249"/>
                </a:lnTo>
                <a:lnTo>
                  <a:pt x="135" y="249"/>
                </a:lnTo>
                <a:lnTo>
                  <a:pt x="133" y="249"/>
                </a:lnTo>
                <a:lnTo>
                  <a:pt x="132" y="250"/>
                </a:lnTo>
                <a:lnTo>
                  <a:pt x="131" y="250"/>
                </a:lnTo>
                <a:lnTo>
                  <a:pt x="130" y="251"/>
                </a:lnTo>
                <a:lnTo>
                  <a:pt x="129" y="252"/>
                </a:lnTo>
                <a:lnTo>
                  <a:pt x="129" y="253"/>
                </a:lnTo>
                <a:lnTo>
                  <a:pt x="129" y="254"/>
                </a:lnTo>
                <a:lnTo>
                  <a:pt x="129" y="255"/>
                </a:lnTo>
                <a:lnTo>
                  <a:pt x="130" y="255"/>
                </a:lnTo>
                <a:lnTo>
                  <a:pt x="131" y="257"/>
                </a:lnTo>
                <a:lnTo>
                  <a:pt x="130" y="257"/>
                </a:lnTo>
                <a:lnTo>
                  <a:pt x="129" y="257"/>
                </a:lnTo>
                <a:lnTo>
                  <a:pt x="129" y="256"/>
                </a:lnTo>
                <a:lnTo>
                  <a:pt x="129" y="257"/>
                </a:lnTo>
                <a:lnTo>
                  <a:pt x="128" y="257"/>
                </a:lnTo>
                <a:lnTo>
                  <a:pt x="127" y="257"/>
                </a:lnTo>
                <a:lnTo>
                  <a:pt x="126" y="256"/>
                </a:lnTo>
                <a:lnTo>
                  <a:pt x="125" y="257"/>
                </a:lnTo>
                <a:lnTo>
                  <a:pt x="126" y="258"/>
                </a:lnTo>
                <a:lnTo>
                  <a:pt x="125" y="258"/>
                </a:lnTo>
                <a:lnTo>
                  <a:pt x="125" y="259"/>
                </a:lnTo>
                <a:lnTo>
                  <a:pt x="124" y="259"/>
                </a:lnTo>
                <a:lnTo>
                  <a:pt x="123" y="258"/>
                </a:lnTo>
                <a:lnTo>
                  <a:pt x="123" y="257"/>
                </a:lnTo>
                <a:lnTo>
                  <a:pt x="124" y="257"/>
                </a:lnTo>
                <a:lnTo>
                  <a:pt x="124" y="256"/>
                </a:lnTo>
                <a:lnTo>
                  <a:pt x="124" y="255"/>
                </a:lnTo>
                <a:lnTo>
                  <a:pt x="124" y="254"/>
                </a:lnTo>
                <a:lnTo>
                  <a:pt x="125" y="254"/>
                </a:lnTo>
                <a:lnTo>
                  <a:pt x="125" y="253"/>
                </a:lnTo>
                <a:lnTo>
                  <a:pt x="124" y="253"/>
                </a:lnTo>
                <a:lnTo>
                  <a:pt x="122" y="253"/>
                </a:lnTo>
                <a:lnTo>
                  <a:pt x="123" y="252"/>
                </a:lnTo>
                <a:lnTo>
                  <a:pt x="122" y="252"/>
                </a:lnTo>
                <a:lnTo>
                  <a:pt x="121" y="252"/>
                </a:lnTo>
                <a:lnTo>
                  <a:pt x="121" y="251"/>
                </a:lnTo>
                <a:lnTo>
                  <a:pt x="122" y="250"/>
                </a:lnTo>
                <a:lnTo>
                  <a:pt x="123" y="250"/>
                </a:lnTo>
                <a:lnTo>
                  <a:pt x="123" y="249"/>
                </a:lnTo>
                <a:lnTo>
                  <a:pt x="124" y="249"/>
                </a:lnTo>
                <a:lnTo>
                  <a:pt x="124" y="248"/>
                </a:lnTo>
                <a:lnTo>
                  <a:pt x="124" y="247"/>
                </a:lnTo>
                <a:lnTo>
                  <a:pt x="123" y="247"/>
                </a:lnTo>
                <a:lnTo>
                  <a:pt x="123" y="248"/>
                </a:lnTo>
                <a:lnTo>
                  <a:pt x="123" y="249"/>
                </a:lnTo>
                <a:lnTo>
                  <a:pt x="122" y="249"/>
                </a:lnTo>
                <a:lnTo>
                  <a:pt x="121" y="250"/>
                </a:lnTo>
                <a:lnTo>
                  <a:pt x="120" y="250"/>
                </a:lnTo>
                <a:lnTo>
                  <a:pt x="119" y="251"/>
                </a:lnTo>
                <a:lnTo>
                  <a:pt x="119" y="252"/>
                </a:lnTo>
                <a:lnTo>
                  <a:pt x="120" y="252"/>
                </a:lnTo>
                <a:lnTo>
                  <a:pt x="120" y="251"/>
                </a:lnTo>
                <a:lnTo>
                  <a:pt x="120" y="252"/>
                </a:lnTo>
                <a:lnTo>
                  <a:pt x="120" y="253"/>
                </a:lnTo>
                <a:lnTo>
                  <a:pt x="119" y="253"/>
                </a:lnTo>
                <a:lnTo>
                  <a:pt x="119" y="252"/>
                </a:lnTo>
                <a:lnTo>
                  <a:pt x="118" y="252"/>
                </a:lnTo>
                <a:lnTo>
                  <a:pt x="118" y="251"/>
                </a:lnTo>
                <a:lnTo>
                  <a:pt x="117" y="252"/>
                </a:lnTo>
                <a:lnTo>
                  <a:pt x="116" y="253"/>
                </a:lnTo>
                <a:lnTo>
                  <a:pt x="115" y="253"/>
                </a:lnTo>
                <a:lnTo>
                  <a:pt x="115" y="254"/>
                </a:lnTo>
                <a:lnTo>
                  <a:pt x="114" y="255"/>
                </a:lnTo>
                <a:lnTo>
                  <a:pt x="114" y="256"/>
                </a:lnTo>
                <a:lnTo>
                  <a:pt x="113" y="256"/>
                </a:lnTo>
                <a:lnTo>
                  <a:pt x="112" y="254"/>
                </a:lnTo>
                <a:lnTo>
                  <a:pt x="112" y="253"/>
                </a:lnTo>
                <a:lnTo>
                  <a:pt x="113" y="253"/>
                </a:lnTo>
                <a:lnTo>
                  <a:pt x="114" y="252"/>
                </a:lnTo>
                <a:lnTo>
                  <a:pt x="114" y="251"/>
                </a:lnTo>
                <a:lnTo>
                  <a:pt x="113" y="251"/>
                </a:lnTo>
                <a:lnTo>
                  <a:pt x="114" y="251"/>
                </a:lnTo>
                <a:lnTo>
                  <a:pt x="115" y="250"/>
                </a:lnTo>
                <a:lnTo>
                  <a:pt x="115" y="248"/>
                </a:lnTo>
                <a:lnTo>
                  <a:pt x="114" y="248"/>
                </a:lnTo>
                <a:lnTo>
                  <a:pt x="113" y="246"/>
                </a:lnTo>
                <a:lnTo>
                  <a:pt x="112" y="245"/>
                </a:lnTo>
                <a:lnTo>
                  <a:pt x="111" y="245"/>
                </a:lnTo>
                <a:lnTo>
                  <a:pt x="110" y="245"/>
                </a:lnTo>
                <a:lnTo>
                  <a:pt x="108" y="244"/>
                </a:lnTo>
                <a:lnTo>
                  <a:pt x="107" y="244"/>
                </a:lnTo>
                <a:lnTo>
                  <a:pt x="106" y="244"/>
                </a:lnTo>
                <a:lnTo>
                  <a:pt x="102" y="244"/>
                </a:lnTo>
                <a:lnTo>
                  <a:pt x="100" y="244"/>
                </a:lnTo>
                <a:lnTo>
                  <a:pt x="99" y="244"/>
                </a:lnTo>
                <a:lnTo>
                  <a:pt x="98" y="244"/>
                </a:lnTo>
                <a:lnTo>
                  <a:pt x="97" y="244"/>
                </a:lnTo>
                <a:lnTo>
                  <a:pt x="96" y="244"/>
                </a:lnTo>
                <a:lnTo>
                  <a:pt x="95" y="244"/>
                </a:lnTo>
                <a:lnTo>
                  <a:pt x="95" y="243"/>
                </a:lnTo>
                <a:lnTo>
                  <a:pt x="94" y="243"/>
                </a:lnTo>
                <a:lnTo>
                  <a:pt x="94" y="242"/>
                </a:lnTo>
                <a:lnTo>
                  <a:pt x="93" y="242"/>
                </a:lnTo>
                <a:lnTo>
                  <a:pt x="91" y="242"/>
                </a:lnTo>
                <a:lnTo>
                  <a:pt x="90" y="242"/>
                </a:lnTo>
                <a:lnTo>
                  <a:pt x="89" y="242"/>
                </a:lnTo>
                <a:lnTo>
                  <a:pt x="88" y="242"/>
                </a:lnTo>
                <a:lnTo>
                  <a:pt x="86" y="243"/>
                </a:lnTo>
                <a:lnTo>
                  <a:pt x="85" y="243"/>
                </a:lnTo>
                <a:lnTo>
                  <a:pt x="84" y="243"/>
                </a:lnTo>
                <a:lnTo>
                  <a:pt x="83" y="244"/>
                </a:lnTo>
                <a:lnTo>
                  <a:pt x="82" y="243"/>
                </a:lnTo>
                <a:lnTo>
                  <a:pt x="81" y="243"/>
                </a:lnTo>
                <a:lnTo>
                  <a:pt x="80" y="243"/>
                </a:lnTo>
                <a:lnTo>
                  <a:pt x="79" y="244"/>
                </a:lnTo>
                <a:lnTo>
                  <a:pt x="78" y="244"/>
                </a:lnTo>
                <a:lnTo>
                  <a:pt x="77" y="244"/>
                </a:lnTo>
                <a:lnTo>
                  <a:pt x="76" y="245"/>
                </a:lnTo>
                <a:lnTo>
                  <a:pt x="75" y="245"/>
                </a:lnTo>
                <a:lnTo>
                  <a:pt x="74" y="245"/>
                </a:lnTo>
                <a:lnTo>
                  <a:pt x="73" y="245"/>
                </a:lnTo>
                <a:lnTo>
                  <a:pt x="71" y="245"/>
                </a:lnTo>
                <a:lnTo>
                  <a:pt x="71" y="244"/>
                </a:lnTo>
                <a:lnTo>
                  <a:pt x="70" y="242"/>
                </a:lnTo>
                <a:lnTo>
                  <a:pt x="71" y="241"/>
                </a:lnTo>
                <a:lnTo>
                  <a:pt x="71" y="240"/>
                </a:lnTo>
                <a:lnTo>
                  <a:pt x="70" y="240"/>
                </a:lnTo>
                <a:lnTo>
                  <a:pt x="70" y="239"/>
                </a:lnTo>
                <a:lnTo>
                  <a:pt x="69" y="239"/>
                </a:lnTo>
                <a:lnTo>
                  <a:pt x="68" y="239"/>
                </a:lnTo>
                <a:lnTo>
                  <a:pt x="68" y="238"/>
                </a:lnTo>
                <a:lnTo>
                  <a:pt x="67" y="238"/>
                </a:lnTo>
                <a:lnTo>
                  <a:pt x="66" y="237"/>
                </a:lnTo>
                <a:lnTo>
                  <a:pt x="65" y="236"/>
                </a:lnTo>
                <a:lnTo>
                  <a:pt x="64" y="236"/>
                </a:lnTo>
                <a:lnTo>
                  <a:pt x="63" y="236"/>
                </a:lnTo>
                <a:lnTo>
                  <a:pt x="62" y="236"/>
                </a:lnTo>
                <a:lnTo>
                  <a:pt x="60" y="235"/>
                </a:lnTo>
                <a:lnTo>
                  <a:pt x="59" y="236"/>
                </a:lnTo>
                <a:lnTo>
                  <a:pt x="58" y="236"/>
                </a:lnTo>
                <a:lnTo>
                  <a:pt x="56" y="236"/>
                </a:lnTo>
                <a:lnTo>
                  <a:pt x="54" y="237"/>
                </a:lnTo>
                <a:lnTo>
                  <a:pt x="53" y="237"/>
                </a:lnTo>
                <a:lnTo>
                  <a:pt x="51" y="237"/>
                </a:lnTo>
                <a:lnTo>
                  <a:pt x="50" y="237"/>
                </a:lnTo>
                <a:lnTo>
                  <a:pt x="51" y="237"/>
                </a:lnTo>
                <a:lnTo>
                  <a:pt x="50" y="236"/>
                </a:lnTo>
                <a:lnTo>
                  <a:pt x="49" y="235"/>
                </a:lnTo>
                <a:lnTo>
                  <a:pt x="48" y="235"/>
                </a:lnTo>
                <a:lnTo>
                  <a:pt x="48" y="234"/>
                </a:lnTo>
                <a:lnTo>
                  <a:pt x="47" y="234"/>
                </a:lnTo>
                <a:lnTo>
                  <a:pt x="47" y="233"/>
                </a:lnTo>
                <a:lnTo>
                  <a:pt x="47" y="232"/>
                </a:lnTo>
                <a:lnTo>
                  <a:pt x="46" y="232"/>
                </a:lnTo>
                <a:lnTo>
                  <a:pt x="45" y="232"/>
                </a:lnTo>
                <a:lnTo>
                  <a:pt x="44" y="231"/>
                </a:lnTo>
                <a:lnTo>
                  <a:pt x="43" y="231"/>
                </a:lnTo>
                <a:lnTo>
                  <a:pt x="41" y="230"/>
                </a:lnTo>
                <a:lnTo>
                  <a:pt x="40" y="230"/>
                </a:lnTo>
                <a:lnTo>
                  <a:pt x="39" y="230"/>
                </a:lnTo>
                <a:lnTo>
                  <a:pt x="38" y="230"/>
                </a:lnTo>
                <a:lnTo>
                  <a:pt x="37" y="230"/>
                </a:lnTo>
                <a:lnTo>
                  <a:pt x="36" y="230"/>
                </a:lnTo>
                <a:lnTo>
                  <a:pt x="35" y="229"/>
                </a:lnTo>
                <a:lnTo>
                  <a:pt x="34" y="229"/>
                </a:lnTo>
                <a:lnTo>
                  <a:pt x="35" y="228"/>
                </a:lnTo>
                <a:lnTo>
                  <a:pt x="34" y="228"/>
                </a:lnTo>
                <a:lnTo>
                  <a:pt x="33" y="228"/>
                </a:lnTo>
                <a:lnTo>
                  <a:pt x="33" y="227"/>
                </a:lnTo>
                <a:lnTo>
                  <a:pt x="32" y="227"/>
                </a:lnTo>
                <a:lnTo>
                  <a:pt x="32" y="226"/>
                </a:lnTo>
                <a:lnTo>
                  <a:pt x="31" y="225"/>
                </a:lnTo>
                <a:lnTo>
                  <a:pt x="30" y="225"/>
                </a:lnTo>
                <a:lnTo>
                  <a:pt x="28" y="224"/>
                </a:lnTo>
                <a:lnTo>
                  <a:pt x="25" y="223"/>
                </a:lnTo>
                <a:lnTo>
                  <a:pt x="23" y="222"/>
                </a:lnTo>
                <a:lnTo>
                  <a:pt x="21" y="222"/>
                </a:lnTo>
                <a:lnTo>
                  <a:pt x="19" y="222"/>
                </a:lnTo>
                <a:lnTo>
                  <a:pt x="15" y="222"/>
                </a:lnTo>
                <a:lnTo>
                  <a:pt x="15" y="221"/>
                </a:lnTo>
                <a:lnTo>
                  <a:pt x="14" y="221"/>
                </a:lnTo>
                <a:lnTo>
                  <a:pt x="13" y="221"/>
                </a:lnTo>
                <a:lnTo>
                  <a:pt x="12" y="220"/>
                </a:lnTo>
                <a:lnTo>
                  <a:pt x="12" y="219"/>
                </a:lnTo>
                <a:lnTo>
                  <a:pt x="12" y="218"/>
                </a:lnTo>
                <a:lnTo>
                  <a:pt x="11" y="218"/>
                </a:lnTo>
                <a:lnTo>
                  <a:pt x="11" y="217"/>
                </a:lnTo>
                <a:lnTo>
                  <a:pt x="11" y="216"/>
                </a:lnTo>
                <a:lnTo>
                  <a:pt x="10" y="215"/>
                </a:lnTo>
                <a:lnTo>
                  <a:pt x="10" y="214"/>
                </a:lnTo>
                <a:lnTo>
                  <a:pt x="11" y="212"/>
                </a:lnTo>
                <a:lnTo>
                  <a:pt x="11" y="211"/>
                </a:lnTo>
                <a:lnTo>
                  <a:pt x="12" y="211"/>
                </a:lnTo>
                <a:lnTo>
                  <a:pt x="12" y="210"/>
                </a:lnTo>
                <a:lnTo>
                  <a:pt x="12" y="209"/>
                </a:lnTo>
                <a:lnTo>
                  <a:pt x="13" y="207"/>
                </a:lnTo>
                <a:lnTo>
                  <a:pt x="13" y="206"/>
                </a:lnTo>
                <a:lnTo>
                  <a:pt x="13" y="205"/>
                </a:lnTo>
                <a:lnTo>
                  <a:pt x="13" y="204"/>
                </a:lnTo>
                <a:lnTo>
                  <a:pt x="13" y="203"/>
                </a:lnTo>
                <a:lnTo>
                  <a:pt x="13" y="202"/>
                </a:lnTo>
                <a:lnTo>
                  <a:pt x="13" y="201"/>
                </a:lnTo>
                <a:lnTo>
                  <a:pt x="13" y="200"/>
                </a:lnTo>
                <a:lnTo>
                  <a:pt x="13" y="199"/>
                </a:lnTo>
                <a:lnTo>
                  <a:pt x="12" y="198"/>
                </a:lnTo>
                <a:lnTo>
                  <a:pt x="13" y="196"/>
                </a:lnTo>
                <a:lnTo>
                  <a:pt x="12" y="195"/>
                </a:lnTo>
                <a:lnTo>
                  <a:pt x="12" y="194"/>
                </a:lnTo>
                <a:lnTo>
                  <a:pt x="12" y="193"/>
                </a:lnTo>
                <a:lnTo>
                  <a:pt x="12" y="192"/>
                </a:lnTo>
                <a:lnTo>
                  <a:pt x="12" y="191"/>
                </a:lnTo>
                <a:lnTo>
                  <a:pt x="11" y="190"/>
                </a:lnTo>
                <a:lnTo>
                  <a:pt x="10" y="189"/>
                </a:lnTo>
                <a:lnTo>
                  <a:pt x="9" y="186"/>
                </a:lnTo>
                <a:lnTo>
                  <a:pt x="9" y="185"/>
                </a:lnTo>
                <a:lnTo>
                  <a:pt x="8" y="183"/>
                </a:lnTo>
                <a:lnTo>
                  <a:pt x="7" y="182"/>
                </a:lnTo>
                <a:lnTo>
                  <a:pt x="6" y="182"/>
                </a:lnTo>
                <a:lnTo>
                  <a:pt x="5" y="181"/>
                </a:lnTo>
                <a:lnTo>
                  <a:pt x="4" y="181"/>
                </a:lnTo>
                <a:lnTo>
                  <a:pt x="3" y="181"/>
                </a:lnTo>
                <a:lnTo>
                  <a:pt x="2" y="179"/>
                </a:lnTo>
                <a:lnTo>
                  <a:pt x="3" y="178"/>
                </a:lnTo>
                <a:lnTo>
                  <a:pt x="3" y="177"/>
                </a:lnTo>
                <a:lnTo>
                  <a:pt x="3" y="176"/>
                </a:lnTo>
                <a:lnTo>
                  <a:pt x="5" y="176"/>
                </a:lnTo>
                <a:lnTo>
                  <a:pt x="4" y="176"/>
                </a:lnTo>
                <a:lnTo>
                  <a:pt x="4" y="175"/>
                </a:lnTo>
                <a:lnTo>
                  <a:pt x="4" y="174"/>
                </a:lnTo>
                <a:lnTo>
                  <a:pt x="5" y="173"/>
                </a:lnTo>
                <a:lnTo>
                  <a:pt x="6" y="171"/>
                </a:lnTo>
                <a:lnTo>
                  <a:pt x="6" y="170"/>
                </a:lnTo>
                <a:lnTo>
                  <a:pt x="6" y="169"/>
                </a:lnTo>
                <a:lnTo>
                  <a:pt x="6" y="168"/>
                </a:lnTo>
                <a:lnTo>
                  <a:pt x="6" y="167"/>
                </a:lnTo>
                <a:lnTo>
                  <a:pt x="6" y="166"/>
                </a:lnTo>
                <a:lnTo>
                  <a:pt x="6" y="165"/>
                </a:lnTo>
                <a:lnTo>
                  <a:pt x="5" y="163"/>
                </a:lnTo>
                <a:lnTo>
                  <a:pt x="5" y="162"/>
                </a:lnTo>
                <a:lnTo>
                  <a:pt x="4" y="162"/>
                </a:lnTo>
                <a:lnTo>
                  <a:pt x="4" y="161"/>
                </a:lnTo>
                <a:lnTo>
                  <a:pt x="5" y="161"/>
                </a:lnTo>
                <a:lnTo>
                  <a:pt x="5" y="160"/>
                </a:lnTo>
                <a:lnTo>
                  <a:pt x="5" y="158"/>
                </a:lnTo>
                <a:lnTo>
                  <a:pt x="4" y="157"/>
                </a:lnTo>
                <a:lnTo>
                  <a:pt x="4" y="156"/>
                </a:lnTo>
                <a:lnTo>
                  <a:pt x="4" y="155"/>
                </a:lnTo>
                <a:lnTo>
                  <a:pt x="3" y="154"/>
                </a:lnTo>
                <a:lnTo>
                  <a:pt x="3" y="153"/>
                </a:lnTo>
                <a:lnTo>
                  <a:pt x="3" y="152"/>
                </a:lnTo>
                <a:lnTo>
                  <a:pt x="2" y="150"/>
                </a:lnTo>
                <a:lnTo>
                  <a:pt x="2" y="149"/>
                </a:lnTo>
                <a:lnTo>
                  <a:pt x="1" y="149"/>
                </a:lnTo>
                <a:lnTo>
                  <a:pt x="1" y="148"/>
                </a:lnTo>
                <a:lnTo>
                  <a:pt x="1" y="147"/>
                </a:lnTo>
                <a:lnTo>
                  <a:pt x="0" y="146"/>
                </a:lnTo>
                <a:lnTo>
                  <a:pt x="0" y="145"/>
                </a:lnTo>
                <a:lnTo>
                  <a:pt x="1" y="145"/>
                </a:lnTo>
                <a:lnTo>
                  <a:pt x="2" y="145"/>
                </a:lnTo>
                <a:lnTo>
                  <a:pt x="3" y="144"/>
                </a:lnTo>
                <a:lnTo>
                  <a:pt x="4" y="142"/>
                </a:lnTo>
                <a:lnTo>
                  <a:pt x="6" y="141"/>
                </a:lnTo>
                <a:lnTo>
                  <a:pt x="6" y="140"/>
                </a:lnTo>
                <a:lnTo>
                  <a:pt x="6" y="139"/>
                </a:lnTo>
                <a:lnTo>
                  <a:pt x="7" y="138"/>
                </a:lnTo>
                <a:lnTo>
                  <a:pt x="7" y="137"/>
                </a:lnTo>
                <a:lnTo>
                  <a:pt x="8" y="137"/>
                </a:lnTo>
                <a:lnTo>
                  <a:pt x="8" y="136"/>
                </a:lnTo>
                <a:lnTo>
                  <a:pt x="7" y="134"/>
                </a:lnTo>
                <a:lnTo>
                  <a:pt x="6" y="132"/>
                </a:lnTo>
                <a:lnTo>
                  <a:pt x="5" y="131"/>
                </a:lnTo>
                <a:lnTo>
                  <a:pt x="4" y="131"/>
                </a:lnTo>
                <a:lnTo>
                  <a:pt x="2" y="131"/>
                </a:lnTo>
                <a:lnTo>
                  <a:pt x="2" y="130"/>
                </a:lnTo>
                <a:lnTo>
                  <a:pt x="2" y="129"/>
                </a:lnTo>
                <a:lnTo>
                  <a:pt x="2" y="128"/>
                </a:lnTo>
                <a:lnTo>
                  <a:pt x="2" y="126"/>
                </a:lnTo>
                <a:lnTo>
                  <a:pt x="2" y="125"/>
                </a:lnTo>
                <a:lnTo>
                  <a:pt x="2" y="123"/>
                </a:lnTo>
                <a:lnTo>
                  <a:pt x="2" y="122"/>
                </a:lnTo>
                <a:lnTo>
                  <a:pt x="2" y="121"/>
                </a:lnTo>
                <a:lnTo>
                  <a:pt x="2" y="120"/>
                </a:lnTo>
                <a:lnTo>
                  <a:pt x="3" y="121"/>
                </a:lnTo>
                <a:lnTo>
                  <a:pt x="4" y="121"/>
                </a:lnTo>
                <a:lnTo>
                  <a:pt x="6" y="122"/>
                </a:lnTo>
                <a:lnTo>
                  <a:pt x="6" y="121"/>
                </a:lnTo>
                <a:lnTo>
                  <a:pt x="5" y="120"/>
                </a:lnTo>
                <a:lnTo>
                  <a:pt x="4" y="120"/>
                </a:lnTo>
                <a:lnTo>
                  <a:pt x="4" y="119"/>
                </a:lnTo>
                <a:lnTo>
                  <a:pt x="3" y="119"/>
                </a:lnTo>
                <a:lnTo>
                  <a:pt x="4" y="119"/>
                </a:lnTo>
                <a:lnTo>
                  <a:pt x="4" y="118"/>
                </a:lnTo>
                <a:lnTo>
                  <a:pt x="5" y="118"/>
                </a:lnTo>
                <a:lnTo>
                  <a:pt x="5" y="119"/>
                </a:lnTo>
                <a:lnTo>
                  <a:pt x="6" y="120"/>
                </a:lnTo>
                <a:lnTo>
                  <a:pt x="6" y="121"/>
                </a:lnTo>
                <a:lnTo>
                  <a:pt x="7" y="120"/>
                </a:lnTo>
                <a:lnTo>
                  <a:pt x="6" y="120"/>
                </a:lnTo>
                <a:lnTo>
                  <a:pt x="6" y="119"/>
                </a:lnTo>
                <a:lnTo>
                  <a:pt x="5" y="118"/>
                </a:lnTo>
                <a:lnTo>
                  <a:pt x="6" y="118"/>
                </a:lnTo>
                <a:lnTo>
                  <a:pt x="6" y="117"/>
                </a:lnTo>
                <a:lnTo>
                  <a:pt x="7" y="117"/>
                </a:lnTo>
                <a:lnTo>
                  <a:pt x="7" y="118"/>
                </a:lnTo>
                <a:lnTo>
                  <a:pt x="8" y="118"/>
                </a:lnTo>
                <a:lnTo>
                  <a:pt x="8" y="119"/>
                </a:lnTo>
                <a:lnTo>
                  <a:pt x="8" y="118"/>
                </a:lnTo>
                <a:lnTo>
                  <a:pt x="7" y="117"/>
                </a:lnTo>
                <a:lnTo>
                  <a:pt x="7" y="116"/>
                </a:lnTo>
                <a:lnTo>
                  <a:pt x="6" y="115"/>
                </a:lnTo>
                <a:lnTo>
                  <a:pt x="5" y="115"/>
                </a:lnTo>
                <a:lnTo>
                  <a:pt x="5" y="114"/>
                </a:lnTo>
                <a:lnTo>
                  <a:pt x="6" y="113"/>
                </a:lnTo>
                <a:lnTo>
                  <a:pt x="7" y="113"/>
                </a:lnTo>
                <a:lnTo>
                  <a:pt x="7" y="112"/>
                </a:lnTo>
                <a:lnTo>
                  <a:pt x="7" y="111"/>
                </a:lnTo>
                <a:lnTo>
                  <a:pt x="8" y="111"/>
                </a:lnTo>
                <a:lnTo>
                  <a:pt x="8" y="110"/>
                </a:lnTo>
                <a:lnTo>
                  <a:pt x="8" y="111"/>
                </a:lnTo>
                <a:lnTo>
                  <a:pt x="9" y="111"/>
                </a:lnTo>
                <a:lnTo>
                  <a:pt x="11" y="111"/>
                </a:lnTo>
                <a:lnTo>
                  <a:pt x="12" y="111"/>
                </a:lnTo>
                <a:lnTo>
                  <a:pt x="13" y="111"/>
                </a:lnTo>
                <a:lnTo>
                  <a:pt x="15" y="110"/>
                </a:lnTo>
                <a:lnTo>
                  <a:pt x="16" y="109"/>
                </a:lnTo>
                <a:lnTo>
                  <a:pt x="17" y="109"/>
                </a:lnTo>
                <a:lnTo>
                  <a:pt x="18" y="108"/>
                </a:lnTo>
                <a:lnTo>
                  <a:pt x="19" y="108"/>
                </a:lnTo>
                <a:lnTo>
                  <a:pt x="21" y="105"/>
                </a:lnTo>
                <a:lnTo>
                  <a:pt x="22" y="104"/>
                </a:lnTo>
                <a:lnTo>
                  <a:pt x="23" y="104"/>
                </a:lnTo>
                <a:lnTo>
                  <a:pt x="23" y="103"/>
                </a:lnTo>
                <a:lnTo>
                  <a:pt x="24" y="102"/>
                </a:lnTo>
                <a:lnTo>
                  <a:pt x="25" y="101"/>
                </a:lnTo>
                <a:lnTo>
                  <a:pt x="26" y="101"/>
                </a:lnTo>
                <a:lnTo>
                  <a:pt x="27" y="101"/>
                </a:lnTo>
                <a:lnTo>
                  <a:pt x="27" y="100"/>
                </a:lnTo>
                <a:lnTo>
                  <a:pt x="29" y="100"/>
                </a:lnTo>
                <a:lnTo>
                  <a:pt x="30" y="99"/>
                </a:lnTo>
                <a:lnTo>
                  <a:pt x="31" y="99"/>
                </a:lnTo>
                <a:lnTo>
                  <a:pt x="32" y="98"/>
                </a:lnTo>
                <a:lnTo>
                  <a:pt x="33" y="97"/>
                </a:lnTo>
                <a:lnTo>
                  <a:pt x="35" y="95"/>
                </a:lnTo>
                <a:lnTo>
                  <a:pt x="36" y="94"/>
                </a:lnTo>
                <a:lnTo>
                  <a:pt x="37" y="93"/>
                </a:lnTo>
                <a:lnTo>
                  <a:pt x="38" y="93"/>
                </a:lnTo>
                <a:lnTo>
                  <a:pt x="38" y="92"/>
                </a:lnTo>
                <a:lnTo>
                  <a:pt x="39" y="92"/>
                </a:lnTo>
                <a:lnTo>
                  <a:pt x="40" y="92"/>
                </a:lnTo>
                <a:lnTo>
                  <a:pt x="40" y="93"/>
                </a:lnTo>
                <a:lnTo>
                  <a:pt x="40" y="92"/>
                </a:lnTo>
                <a:lnTo>
                  <a:pt x="39" y="92"/>
                </a:lnTo>
                <a:lnTo>
                  <a:pt x="38" y="92"/>
                </a:lnTo>
                <a:lnTo>
                  <a:pt x="39" y="92"/>
                </a:lnTo>
                <a:lnTo>
                  <a:pt x="39" y="91"/>
                </a:lnTo>
                <a:lnTo>
                  <a:pt x="40" y="90"/>
                </a:lnTo>
                <a:lnTo>
                  <a:pt x="41" y="89"/>
                </a:lnTo>
                <a:lnTo>
                  <a:pt x="42" y="89"/>
                </a:lnTo>
                <a:lnTo>
                  <a:pt x="43" y="88"/>
                </a:lnTo>
                <a:lnTo>
                  <a:pt x="44" y="87"/>
                </a:lnTo>
                <a:lnTo>
                  <a:pt x="45" y="86"/>
                </a:lnTo>
                <a:lnTo>
                  <a:pt x="45" y="85"/>
                </a:lnTo>
                <a:lnTo>
                  <a:pt x="46" y="83"/>
                </a:lnTo>
                <a:lnTo>
                  <a:pt x="47" y="83"/>
                </a:lnTo>
                <a:lnTo>
                  <a:pt x="48" y="82"/>
                </a:lnTo>
                <a:lnTo>
                  <a:pt x="49" y="82"/>
                </a:lnTo>
                <a:lnTo>
                  <a:pt x="50" y="81"/>
                </a:lnTo>
                <a:lnTo>
                  <a:pt x="52" y="81"/>
                </a:lnTo>
                <a:lnTo>
                  <a:pt x="53" y="81"/>
                </a:lnTo>
                <a:lnTo>
                  <a:pt x="54" y="80"/>
                </a:lnTo>
                <a:lnTo>
                  <a:pt x="55" y="80"/>
                </a:lnTo>
                <a:lnTo>
                  <a:pt x="57" y="79"/>
                </a:lnTo>
                <a:lnTo>
                  <a:pt x="57" y="78"/>
                </a:lnTo>
                <a:lnTo>
                  <a:pt x="58" y="78"/>
                </a:lnTo>
                <a:lnTo>
                  <a:pt x="59" y="77"/>
                </a:lnTo>
                <a:lnTo>
                  <a:pt x="61" y="76"/>
                </a:lnTo>
                <a:lnTo>
                  <a:pt x="63" y="75"/>
                </a:lnTo>
                <a:lnTo>
                  <a:pt x="64" y="75"/>
                </a:lnTo>
                <a:lnTo>
                  <a:pt x="65" y="75"/>
                </a:lnTo>
                <a:lnTo>
                  <a:pt x="66" y="74"/>
                </a:lnTo>
                <a:lnTo>
                  <a:pt x="68" y="73"/>
                </a:lnTo>
                <a:lnTo>
                  <a:pt x="68" y="72"/>
                </a:lnTo>
                <a:lnTo>
                  <a:pt x="69" y="72"/>
                </a:lnTo>
                <a:lnTo>
                  <a:pt x="70" y="71"/>
                </a:lnTo>
                <a:lnTo>
                  <a:pt x="71" y="70"/>
                </a:lnTo>
                <a:lnTo>
                  <a:pt x="71" y="69"/>
                </a:lnTo>
                <a:lnTo>
                  <a:pt x="71" y="68"/>
                </a:lnTo>
                <a:lnTo>
                  <a:pt x="71" y="67"/>
                </a:lnTo>
                <a:lnTo>
                  <a:pt x="71" y="65"/>
                </a:lnTo>
                <a:lnTo>
                  <a:pt x="71" y="64"/>
                </a:lnTo>
                <a:lnTo>
                  <a:pt x="72" y="65"/>
                </a:lnTo>
                <a:lnTo>
                  <a:pt x="73" y="66"/>
                </a:lnTo>
                <a:lnTo>
                  <a:pt x="73" y="65"/>
                </a:lnTo>
                <a:lnTo>
                  <a:pt x="74" y="64"/>
                </a:lnTo>
                <a:lnTo>
                  <a:pt x="75" y="64"/>
                </a:lnTo>
                <a:lnTo>
                  <a:pt x="78" y="64"/>
                </a:lnTo>
                <a:lnTo>
                  <a:pt x="79" y="64"/>
                </a:lnTo>
                <a:lnTo>
                  <a:pt x="80" y="64"/>
                </a:lnTo>
                <a:lnTo>
                  <a:pt x="81" y="65"/>
                </a:lnTo>
                <a:lnTo>
                  <a:pt x="81" y="66"/>
                </a:lnTo>
                <a:lnTo>
                  <a:pt x="82" y="66"/>
                </a:lnTo>
                <a:lnTo>
                  <a:pt x="81" y="66"/>
                </a:lnTo>
                <a:lnTo>
                  <a:pt x="82" y="66"/>
                </a:lnTo>
                <a:lnTo>
                  <a:pt x="82" y="67"/>
                </a:lnTo>
                <a:lnTo>
                  <a:pt x="82" y="68"/>
                </a:lnTo>
                <a:lnTo>
                  <a:pt x="83" y="68"/>
                </a:lnTo>
                <a:lnTo>
                  <a:pt x="83" y="67"/>
                </a:lnTo>
                <a:lnTo>
                  <a:pt x="83" y="65"/>
                </a:lnTo>
                <a:lnTo>
                  <a:pt x="82" y="64"/>
                </a:lnTo>
                <a:lnTo>
                  <a:pt x="81" y="63"/>
                </a:lnTo>
                <a:lnTo>
                  <a:pt x="81" y="64"/>
                </a:lnTo>
                <a:lnTo>
                  <a:pt x="81" y="63"/>
                </a:lnTo>
                <a:lnTo>
                  <a:pt x="80" y="62"/>
                </a:lnTo>
                <a:lnTo>
                  <a:pt x="78" y="62"/>
                </a:lnTo>
                <a:lnTo>
                  <a:pt x="79" y="62"/>
                </a:lnTo>
                <a:lnTo>
                  <a:pt x="79" y="61"/>
                </a:lnTo>
                <a:lnTo>
                  <a:pt x="79" y="60"/>
                </a:lnTo>
                <a:lnTo>
                  <a:pt x="81" y="60"/>
                </a:lnTo>
                <a:lnTo>
                  <a:pt x="82" y="60"/>
                </a:lnTo>
                <a:lnTo>
                  <a:pt x="82" y="61"/>
                </a:lnTo>
                <a:lnTo>
                  <a:pt x="83" y="60"/>
                </a:lnTo>
                <a:lnTo>
                  <a:pt x="82" y="60"/>
                </a:lnTo>
                <a:lnTo>
                  <a:pt x="82" y="59"/>
                </a:lnTo>
                <a:lnTo>
                  <a:pt x="82" y="58"/>
                </a:lnTo>
                <a:lnTo>
                  <a:pt x="82" y="57"/>
                </a:lnTo>
                <a:lnTo>
                  <a:pt x="83" y="57"/>
                </a:lnTo>
                <a:lnTo>
                  <a:pt x="84" y="57"/>
                </a:lnTo>
                <a:lnTo>
                  <a:pt x="84" y="56"/>
                </a:lnTo>
                <a:lnTo>
                  <a:pt x="83" y="56"/>
                </a:lnTo>
                <a:lnTo>
                  <a:pt x="82" y="56"/>
                </a:lnTo>
                <a:lnTo>
                  <a:pt x="81" y="56"/>
                </a:lnTo>
                <a:lnTo>
                  <a:pt x="80" y="56"/>
                </a:lnTo>
                <a:lnTo>
                  <a:pt x="80" y="55"/>
                </a:lnTo>
                <a:lnTo>
                  <a:pt x="79" y="55"/>
                </a:lnTo>
                <a:lnTo>
                  <a:pt x="79" y="56"/>
                </a:lnTo>
                <a:lnTo>
                  <a:pt x="78" y="55"/>
                </a:lnTo>
                <a:lnTo>
                  <a:pt x="79" y="56"/>
                </a:lnTo>
                <a:lnTo>
                  <a:pt x="78" y="57"/>
                </a:lnTo>
                <a:lnTo>
                  <a:pt x="78" y="58"/>
                </a:lnTo>
                <a:lnTo>
                  <a:pt x="78" y="59"/>
                </a:lnTo>
                <a:lnTo>
                  <a:pt x="77" y="59"/>
                </a:lnTo>
                <a:lnTo>
                  <a:pt x="77" y="58"/>
                </a:lnTo>
                <a:lnTo>
                  <a:pt x="76" y="58"/>
                </a:lnTo>
                <a:lnTo>
                  <a:pt x="76" y="59"/>
                </a:lnTo>
                <a:lnTo>
                  <a:pt x="76" y="60"/>
                </a:lnTo>
                <a:lnTo>
                  <a:pt x="75" y="60"/>
                </a:lnTo>
                <a:lnTo>
                  <a:pt x="75" y="59"/>
                </a:lnTo>
                <a:lnTo>
                  <a:pt x="74" y="59"/>
                </a:lnTo>
                <a:lnTo>
                  <a:pt x="73" y="59"/>
                </a:lnTo>
                <a:lnTo>
                  <a:pt x="73" y="60"/>
                </a:lnTo>
                <a:lnTo>
                  <a:pt x="73" y="61"/>
                </a:lnTo>
                <a:lnTo>
                  <a:pt x="73" y="62"/>
                </a:lnTo>
                <a:lnTo>
                  <a:pt x="72" y="62"/>
                </a:lnTo>
                <a:lnTo>
                  <a:pt x="72" y="61"/>
                </a:lnTo>
                <a:lnTo>
                  <a:pt x="71" y="61"/>
                </a:lnTo>
                <a:lnTo>
                  <a:pt x="71" y="62"/>
                </a:lnTo>
                <a:lnTo>
                  <a:pt x="72" y="63"/>
                </a:lnTo>
                <a:lnTo>
                  <a:pt x="71" y="63"/>
                </a:lnTo>
                <a:lnTo>
                  <a:pt x="71" y="64"/>
                </a:lnTo>
                <a:lnTo>
                  <a:pt x="70" y="64"/>
                </a:lnTo>
                <a:lnTo>
                  <a:pt x="69" y="64"/>
                </a:lnTo>
                <a:lnTo>
                  <a:pt x="68" y="63"/>
                </a:lnTo>
                <a:lnTo>
                  <a:pt x="68" y="64"/>
                </a:lnTo>
                <a:lnTo>
                  <a:pt x="67" y="65"/>
                </a:lnTo>
                <a:lnTo>
                  <a:pt x="66" y="65"/>
                </a:lnTo>
                <a:lnTo>
                  <a:pt x="66" y="66"/>
                </a:lnTo>
                <a:lnTo>
                  <a:pt x="66" y="65"/>
                </a:lnTo>
                <a:lnTo>
                  <a:pt x="65" y="65"/>
                </a:lnTo>
                <a:lnTo>
                  <a:pt x="65" y="66"/>
                </a:lnTo>
                <a:lnTo>
                  <a:pt x="64" y="66"/>
                </a:lnTo>
                <a:lnTo>
                  <a:pt x="64" y="65"/>
                </a:lnTo>
                <a:lnTo>
                  <a:pt x="65" y="64"/>
                </a:lnTo>
                <a:lnTo>
                  <a:pt x="66" y="64"/>
                </a:lnTo>
                <a:lnTo>
                  <a:pt x="66" y="63"/>
                </a:lnTo>
                <a:lnTo>
                  <a:pt x="67" y="63"/>
                </a:lnTo>
                <a:lnTo>
                  <a:pt x="67" y="62"/>
                </a:lnTo>
                <a:lnTo>
                  <a:pt x="66" y="62"/>
                </a:lnTo>
                <a:lnTo>
                  <a:pt x="66" y="61"/>
                </a:lnTo>
                <a:lnTo>
                  <a:pt x="66" y="60"/>
                </a:lnTo>
                <a:lnTo>
                  <a:pt x="65" y="60"/>
                </a:lnTo>
                <a:lnTo>
                  <a:pt x="65" y="58"/>
                </a:lnTo>
                <a:lnTo>
                  <a:pt x="64" y="58"/>
                </a:lnTo>
                <a:lnTo>
                  <a:pt x="64" y="56"/>
                </a:lnTo>
                <a:lnTo>
                  <a:pt x="64" y="55"/>
                </a:lnTo>
                <a:lnTo>
                  <a:pt x="66" y="53"/>
                </a:lnTo>
                <a:lnTo>
                  <a:pt x="66" y="52"/>
                </a:lnTo>
                <a:lnTo>
                  <a:pt x="68" y="51"/>
                </a:lnTo>
                <a:lnTo>
                  <a:pt x="69" y="51"/>
                </a:lnTo>
                <a:lnTo>
                  <a:pt x="70" y="52"/>
                </a:lnTo>
                <a:lnTo>
                  <a:pt x="70" y="51"/>
                </a:lnTo>
                <a:lnTo>
                  <a:pt x="70" y="50"/>
                </a:lnTo>
                <a:lnTo>
                  <a:pt x="70" y="49"/>
                </a:lnTo>
                <a:lnTo>
                  <a:pt x="71" y="49"/>
                </a:lnTo>
                <a:lnTo>
                  <a:pt x="71" y="48"/>
                </a:lnTo>
                <a:lnTo>
                  <a:pt x="72" y="48"/>
                </a:lnTo>
                <a:lnTo>
                  <a:pt x="72" y="47"/>
                </a:lnTo>
                <a:lnTo>
                  <a:pt x="73" y="47"/>
                </a:lnTo>
                <a:lnTo>
                  <a:pt x="73" y="48"/>
                </a:lnTo>
                <a:lnTo>
                  <a:pt x="72" y="49"/>
                </a:lnTo>
                <a:lnTo>
                  <a:pt x="74" y="49"/>
                </a:lnTo>
                <a:lnTo>
                  <a:pt x="74" y="48"/>
                </a:lnTo>
                <a:lnTo>
                  <a:pt x="73" y="48"/>
                </a:lnTo>
                <a:lnTo>
                  <a:pt x="73" y="47"/>
                </a:lnTo>
                <a:lnTo>
                  <a:pt x="74" y="47"/>
                </a:lnTo>
                <a:lnTo>
                  <a:pt x="75" y="47"/>
                </a:lnTo>
                <a:lnTo>
                  <a:pt x="76" y="47"/>
                </a:lnTo>
                <a:lnTo>
                  <a:pt x="76" y="46"/>
                </a:lnTo>
                <a:lnTo>
                  <a:pt x="76" y="45"/>
                </a:lnTo>
                <a:lnTo>
                  <a:pt x="77" y="43"/>
                </a:lnTo>
                <a:lnTo>
                  <a:pt x="76" y="43"/>
                </a:lnTo>
                <a:lnTo>
                  <a:pt x="76" y="42"/>
                </a:lnTo>
                <a:lnTo>
                  <a:pt x="77" y="42"/>
                </a:lnTo>
                <a:lnTo>
                  <a:pt x="78" y="42"/>
                </a:lnTo>
                <a:lnTo>
                  <a:pt x="79" y="42"/>
                </a:lnTo>
                <a:lnTo>
                  <a:pt x="80" y="42"/>
                </a:lnTo>
                <a:lnTo>
                  <a:pt x="80" y="41"/>
                </a:lnTo>
                <a:lnTo>
                  <a:pt x="80" y="40"/>
                </a:lnTo>
                <a:lnTo>
                  <a:pt x="81" y="39"/>
                </a:lnTo>
                <a:lnTo>
                  <a:pt x="82" y="39"/>
                </a:lnTo>
                <a:lnTo>
                  <a:pt x="82" y="40"/>
                </a:lnTo>
                <a:lnTo>
                  <a:pt x="83" y="39"/>
                </a:lnTo>
                <a:lnTo>
                  <a:pt x="83" y="40"/>
                </a:lnTo>
                <a:lnTo>
                  <a:pt x="84" y="40"/>
                </a:lnTo>
                <a:lnTo>
                  <a:pt x="84" y="41"/>
                </a:lnTo>
                <a:lnTo>
                  <a:pt x="83" y="42"/>
                </a:lnTo>
                <a:lnTo>
                  <a:pt x="84" y="43"/>
                </a:lnTo>
                <a:lnTo>
                  <a:pt x="84" y="44"/>
                </a:lnTo>
                <a:lnTo>
                  <a:pt x="85" y="44"/>
                </a:lnTo>
                <a:lnTo>
                  <a:pt x="86" y="43"/>
                </a:lnTo>
                <a:lnTo>
                  <a:pt x="87" y="43"/>
                </a:lnTo>
                <a:lnTo>
                  <a:pt x="88" y="42"/>
                </a:lnTo>
                <a:lnTo>
                  <a:pt x="89" y="42"/>
                </a:lnTo>
                <a:lnTo>
                  <a:pt x="89" y="43"/>
                </a:lnTo>
                <a:lnTo>
                  <a:pt x="89" y="42"/>
                </a:lnTo>
                <a:lnTo>
                  <a:pt x="90" y="42"/>
                </a:lnTo>
                <a:lnTo>
                  <a:pt x="90" y="43"/>
                </a:lnTo>
                <a:lnTo>
                  <a:pt x="91" y="44"/>
                </a:lnTo>
                <a:lnTo>
                  <a:pt x="91" y="43"/>
                </a:lnTo>
                <a:lnTo>
                  <a:pt x="91" y="42"/>
                </a:lnTo>
                <a:lnTo>
                  <a:pt x="91" y="43"/>
                </a:lnTo>
                <a:lnTo>
                  <a:pt x="92" y="43"/>
                </a:lnTo>
                <a:lnTo>
                  <a:pt x="92" y="44"/>
                </a:lnTo>
                <a:lnTo>
                  <a:pt x="93" y="44"/>
                </a:lnTo>
                <a:lnTo>
                  <a:pt x="94" y="45"/>
                </a:lnTo>
                <a:lnTo>
                  <a:pt x="94" y="46"/>
                </a:lnTo>
                <a:lnTo>
                  <a:pt x="95" y="46"/>
                </a:lnTo>
                <a:lnTo>
                  <a:pt x="96" y="46"/>
                </a:lnTo>
                <a:lnTo>
                  <a:pt x="96" y="47"/>
                </a:lnTo>
                <a:lnTo>
                  <a:pt x="96" y="46"/>
                </a:lnTo>
                <a:lnTo>
                  <a:pt x="96" y="47"/>
                </a:lnTo>
                <a:lnTo>
                  <a:pt x="95" y="47"/>
                </a:lnTo>
                <a:lnTo>
                  <a:pt x="97" y="47"/>
                </a:lnTo>
                <a:lnTo>
                  <a:pt x="96" y="47"/>
                </a:lnTo>
                <a:lnTo>
                  <a:pt x="96" y="46"/>
                </a:lnTo>
                <a:lnTo>
                  <a:pt x="97" y="46"/>
                </a:lnTo>
                <a:lnTo>
                  <a:pt x="98" y="45"/>
                </a:lnTo>
                <a:lnTo>
                  <a:pt x="98" y="44"/>
                </a:lnTo>
                <a:lnTo>
                  <a:pt x="99" y="44"/>
                </a:lnTo>
                <a:lnTo>
                  <a:pt x="99" y="45"/>
                </a:lnTo>
                <a:lnTo>
                  <a:pt x="100" y="46"/>
                </a:lnTo>
                <a:lnTo>
                  <a:pt x="100" y="45"/>
                </a:lnTo>
                <a:lnTo>
                  <a:pt x="101" y="45"/>
                </a:lnTo>
                <a:lnTo>
                  <a:pt x="102" y="46"/>
                </a:lnTo>
                <a:lnTo>
                  <a:pt x="102" y="47"/>
                </a:lnTo>
                <a:lnTo>
                  <a:pt x="103" y="48"/>
                </a:lnTo>
                <a:lnTo>
                  <a:pt x="103" y="49"/>
                </a:lnTo>
                <a:lnTo>
                  <a:pt x="102" y="50"/>
                </a:lnTo>
                <a:lnTo>
                  <a:pt x="103" y="50"/>
                </a:lnTo>
                <a:lnTo>
                  <a:pt x="103" y="49"/>
                </a:lnTo>
                <a:lnTo>
                  <a:pt x="104" y="48"/>
                </a:lnTo>
                <a:lnTo>
                  <a:pt x="105" y="48"/>
                </a:lnTo>
                <a:lnTo>
                  <a:pt x="106" y="48"/>
                </a:lnTo>
                <a:lnTo>
                  <a:pt x="107" y="47"/>
                </a:lnTo>
                <a:lnTo>
                  <a:pt x="108" y="47"/>
                </a:lnTo>
                <a:lnTo>
                  <a:pt x="109" y="47"/>
                </a:lnTo>
                <a:lnTo>
                  <a:pt x="109" y="46"/>
                </a:lnTo>
                <a:lnTo>
                  <a:pt x="110" y="46"/>
                </a:lnTo>
                <a:lnTo>
                  <a:pt x="110" y="45"/>
                </a:lnTo>
                <a:lnTo>
                  <a:pt x="110" y="44"/>
                </a:lnTo>
                <a:lnTo>
                  <a:pt x="110" y="45"/>
                </a:lnTo>
                <a:lnTo>
                  <a:pt x="110" y="46"/>
                </a:lnTo>
                <a:lnTo>
                  <a:pt x="110" y="47"/>
                </a:lnTo>
                <a:lnTo>
                  <a:pt x="109" y="47"/>
                </a:lnTo>
                <a:lnTo>
                  <a:pt x="108" y="49"/>
                </a:lnTo>
                <a:lnTo>
                  <a:pt x="109" y="49"/>
                </a:lnTo>
                <a:lnTo>
                  <a:pt x="109" y="48"/>
                </a:lnTo>
                <a:lnTo>
                  <a:pt x="110" y="48"/>
                </a:lnTo>
                <a:lnTo>
                  <a:pt x="110" y="49"/>
                </a:lnTo>
                <a:lnTo>
                  <a:pt x="110" y="48"/>
                </a:lnTo>
                <a:lnTo>
                  <a:pt x="111" y="48"/>
                </a:lnTo>
                <a:lnTo>
                  <a:pt x="111" y="47"/>
                </a:lnTo>
                <a:lnTo>
                  <a:pt x="112" y="46"/>
                </a:lnTo>
                <a:lnTo>
                  <a:pt x="113" y="46"/>
                </a:lnTo>
                <a:lnTo>
                  <a:pt x="114" y="46"/>
                </a:lnTo>
                <a:lnTo>
                  <a:pt x="114" y="47"/>
                </a:lnTo>
                <a:lnTo>
                  <a:pt x="114" y="46"/>
                </a:lnTo>
                <a:lnTo>
                  <a:pt x="114" y="45"/>
                </a:lnTo>
                <a:lnTo>
                  <a:pt x="115" y="45"/>
                </a:lnTo>
                <a:lnTo>
                  <a:pt x="116" y="45"/>
                </a:lnTo>
                <a:lnTo>
                  <a:pt x="115" y="45"/>
                </a:lnTo>
                <a:lnTo>
                  <a:pt x="114" y="45"/>
                </a:lnTo>
                <a:lnTo>
                  <a:pt x="113" y="45"/>
                </a:lnTo>
                <a:lnTo>
                  <a:pt x="112" y="45"/>
                </a:lnTo>
                <a:lnTo>
                  <a:pt x="111" y="45"/>
                </a:lnTo>
                <a:lnTo>
                  <a:pt x="111" y="44"/>
                </a:lnTo>
                <a:lnTo>
                  <a:pt x="110" y="44"/>
                </a:lnTo>
                <a:lnTo>
                  <a:pt x="109" y="44"/>
                </a:lnTo>
                <a:lnTo>
                  <a:pt x="108" y="44"/>
                </a:lnTo>
                <a:lnTo>
                  <a:pt x="108" y="43"/>
                </a:lnTo>
                <a:lnTo>
                  <a:pt x="108" y="42"/>
                </a:lnTo>
                <a:lnTo>
                  <a:pt x="109" y="42"/>
                </a:lnTo>
                <a:lnTo>
                  <a:pt x="109" y="41"/>
                </a:lnTo>
                <a:lnTo>
                  <a:pt x="108" y="41"/>
                </a:lnTo>
                <a:lnTo>
                  <a:pt x="108" y="40"/>
                </a:lnTo>
                <a:lnTo>
                  <a:pt x="108" y="39"/>
                </a:lnTo>
                <a:lnTo>
                  <a:pt x="109" y="39"/>
                </a:lnTo>
                <a:lnTo>
                  <a:pt x="109" y="38"/>
                </a:lnTo>
                <a:lnTo>
                  <a:pt x="111" y="38"/>
                </a:lnTo>
                <a:lnTo>
                  <a:pt x="111" y="39"/>
                </a:lnTo>
                <a:lnTo>
                  <a:pt x="112" y="39"/>
                </a:lnTo>
                <a:lnTo>
                  <a:pt x="113" y="39"/>
                </a:lnTo>
                <a:lnTo>
                  <a:pt x="114" y="39"/>
                </a:lnTo>
                <a:lnTo>
                  <a:pt x="113" y="39"/>
                </a:lnTo>
                <a:lnTo>
                  <a:pt x="113" y="38"/>
                </a:lnTo>
                <a:lnTo>
                  <a:pt x="112" y="38"/>
                </a:lnTo>
                <a:lnTo>
                  <a:pt x="111" y="38"/>
                </a:lnTo>
                <a:lnTo>
                  <a:pt x="110" y="38"/>
                </a:lnTo>
                <a:lnTo>
                  <a:pt x="109" y="37"/>
                </a:lnTo>
                <a:lnTo>
                  <a:pt x="109" y="36"/>
                </a:lnTo>
                <a:lnTo>
                  <a:pt x="110" y="35"/>
                </a:lnTo>
                <a:lnTo>
                  <a:pt x="110" y="34"/>
                </a:lnTo>
                <a:lnTo>
                  <a:pt x="111" y="34"/>
                </a:lnTo>
                <a:lnTo>
                  <a:pt x="112" y="34"/>
                </a:lnTo>
                <a:lnTo>
                  <a:pt x="112" y="33"/>
                </a:lnTo>
                <a:lnTo>
                  <a:pt x="113" y="33"/>
                </a:lnTo>
                <a:lnTo>
                  <a:pt x="113" y="32"/>
                </a:lnTo>
                <a:lnTo>
                  <a:pt x="114" y="32"/>
                </a:lnTo>
                <a:lnTo>
                  <a:pt x="114" y="31"/>
                </a:lnTo>
                <a:lnTo>
                  <a:pt x="114" y="30"/>
                </a:lnTo>
                <a:lnTo>
                  <a:pt x="115" y="30"/>
                </a:lnTo>
                <a:lnTo>
                  <a:pt x="116" y="29"/>
                </a:lnTo>
                <a:lnTo>
                  <a:pt x="117" y="29"/>
                </a:lnTo>
                <a:lnTo>
                  <a:pt x="119" y="28"/>
                </a:lnTo>
                <a:lnTo>
                  <a:pt x="121" y="28"/>
                </a:lnTo>
                <a:lnTo>
                  <a:pt x="122" y="28"/>
                </a:lnTo>
                <a:lnTo>
                  <a:pt x="123" y="28"/>
                </a:lnTo>
                <a:lnTo>
                  <a:pt x="124" y="27"/>
                </a:lnTo>
                <a:lnTo>
                  <a:pt x="125" y="27"/>
                </a:lnTo>
                <a:lnTo>
                  <a:pt x="126" y="27"/>
                </a:lnTo>
                <a:lnTo>
                  <a:pt x="126" y="26"/>
                </a:lnTo>
                <a:lnTo>
                  <a:pt x="127" y="26"/>
                </a:lnTo>
                <a:lnTo>
                  <a:pt x="128" y="26"/>
                </a:lnTo>
                <a:lnTo>
                  <a:pt x="129" y="26"/>
                </a:lnTo>
                <a:lnTo>
                  <a:pt x="130" y="26"/>
                </a:lnTo>
                <a:lnTo>
                  <a:pt x="131" y="25"/>
                </a:lnTo>
                <a:lnTo>
                  <a:pt x="131" y="26"/>
                </a:lnTo>
                <a:lnTo>
                  <a:pt x="132" y="26"/>
                </a:lnTo>
                <a:lnTo>
                  <a:pt x="133" y="26"/>
                </a:lnTo>
                <a:lnTo>
                  <a:pt x="133" y="27"/>
                </a:lnTo>
                <a:lnTo>
                  <a:pt x="134" y="28"/>
                </a:lnTo>
                <a:lnTo>
                  <a:pt x="133" y="28"/>
                </a:lnTo>
                <a:lnTo>
                  <a:pt x="133" y="29"/>
                </a:lnTo>
                <a:lnTo>
                  <a:pt x="134" y="30"/>
                </a:lnTo>
                <a:lnTo>
                  <a:pt x="134" y="29"/>
                </a:lnTo>
                <a:lnTo>
                  <a:pt x="134" y="28"/>
                </a:lnTo>
                <a:lnTo>
                  <a:pt x="135" y="29"/>
                </a:lnTo>
                <a:lnTo>
                  <a:pt x="136" y="30"/>
                </a:lnTo>
                <a:lnTo>
                  <a:pt x="137" y="31"/>
                </a:lnTo>
                <a:lnTo>
                  <a:pt x="138" y="31"/>
                </a:lnTo>
                <a:lnTo>
                  <a:pt x="140" y="31"/>
                </a:lnTo>
                <a:lnTo>
                  <a:pt x="141" y="30"/>
                </a:lnTo>
                <a:lnTo>
                  <a:pt x="141" y="31"/>
                </a:lnTo>
                <a:lnTo>
                  <a:pt x="142" y="31"/>
                </a:lnTo>
                <a:lnTo>
                  <a:pt x="142" y="30"/>
                </a:lnTo>
                <a:lnTo>
                  <a:pt x="143" y="31"/>
                </a:lnTo>
                <a:lnTo>
                  <a:pt x="142" y="31"/>
                </a:lnTo>
                <a:lnTo>
                  <a:pt x="142" y="32"/>
                </a:lnTo>
                <a:lnTo>
                  <a:pt x="143" y="32"/>
                </a:lnTo>
                <a:lnTo>
                  <a:pt x="143" y="33"/>
                </a:lnTo>
                <a:lnTo>
                  <a:pt x="143" y="34"/>
                </a:lnTo>
                <a:lnTo>
                  <a:pt x="145" y="33"/>
                </a:lnTo>
                <a:lnTo>
                  <a:pt x="145" y="32"/>
                </a:lnTo>
                <a:lnTo>
                  <a:pt x="145" y="31"/>
                </a:lnTo>
                <a:lnTo>
                  <a:pt x="144" y="31"/>
                </a:lnTo>
                <a:lnTo>
                  <a:pt x="144" y="30"/>
                </a:lnTo>
                <a:lnTo>
                  <a:pt x="144" y="29"/>
                </a:lnTo>
                <a:lnTo>
                  <a:pt x="144" y="28"/>
                </a:lnTo>
                <a:lnTo>
                  <a:pt x="146" y="28"/>
                </a:lnTo>
                <a:lnTo>
                  <a:pt x="146" y="29"/>
                </a:lnTo>
                <a:lnTo>
                  <a:pt x="147" y="29"/>
                </a:lnTo>
                <a:lnTo>
                  <a:pt x="147" y="30"/>
                </a:lnTo>
                <a:lnTo>
                  <a:pt x="147" y="32"/>
                </a:lnTo>
                <a:lnTo>
                  <a:pt x="148" y="33"/>
                </a:lnTo>
                <a:lnTo>
                  <a:pt x="147" y="34"/>
                </a:lnTo>
                <a:lnTo>
                  <a:pt x="147" y="35"/>
                </a:lnTo>
                <a:lnTo>
                  <a:pt x="147" y="36"/>
                </a:lnTo>
                <a:lnTo>
                  <a:pt x="147" y="37"/>
                </a:lnTo>
                <a:lnTo>
                  <a:pt x="147" y="36"/>
                </a:lnTo>
                <a:lnTo>
                  <a:pt x="148" y="36"/>
                </a:lnTo>
                <a:lnTo>
                  <a:pt x="148" y="37"/>
                </a:lnTo>
                <a:lnTo>
                  <a:pt x="148" y="36"/>
                </a:lnTo>
                <a:lnTo>
                  <a:pt x="147" y="36"/>
                </a:lnTo>
                <a:lnTo>
                  <a:pt x="147" y="35"/>
                </a:lnTo>
                <a:lnTo>
                  <a:pt x="148" y="34"/>
                </a:lnTo>
                <a:lnTo>
                  <a:pt x="148" y="33"/>
                </a:lnTo>
                <a:lnTo>
                  <a:pt x="150" y="33"/>
                </a:lnTo>
                <a:lnTo>
                  <a:pt x="151" y="34"/>
                </a:lnTo>
                <a:lnTo>
                  <a:pt x="151" y="33"/>
                </a:lnTo>
                <a:lnTo>
                  <a:pt x="150" y="33"/>
                </a:lnTo>
                <a:lnTo>
                  <a:pt x="151" y="33"/>
                </a:lnTo>
                <a:lnTo>
                  <a:pt x="151" y="32"/>
                </a:lnTo>
                <a:lnTo>
                  <a:pt x="152" y="32"/>
                </a:lnTo>
                <a:lnTo>
                  <a:pt x="152" y="31"/>
                </a:lnTo>
                <a:lnTo>
                  <a:pt x="151" y="30"/>
                </a:lnTo>
                <a:lnTo>
                  <a:pt x="152" y="30"/>
                </a:lnTo>
                <a:lnTo>
                  <a:pt x="153" y="30"/>
                </a:lnTo>
                <a:lnTo>
                  <a:pt x="153" y="29"/>
                </a:lnTo>
                <a:lnTo>
                  <a:pt x="153" y="28"/>
                </a:lnTo>
                <a:lnTo>
                  <a:pt x="152" y="28"/>
                </a:lnTo>
                <a:lnTo>
                  <a:pt x="152" y="27"/>
                </a:lnTo>
                <a:lnTo>
                  <a:pt x="153" y="27"/>
                </a:lnTo>
                <a:lnTo>
                  <a:pt x="154" y="27"/>
                </a:lnTo>
                <a:lnTo>
                  <a:pt x="154" y="28"/>
                </a:lnTo>
                <a:lnTo>
                  <a:pt x="155" y="28"/>
                </a:lnTo>
                <a:lnTo>
                  <a:pt x="155" y="27"/>
                </a:lnTo>
                <a:lnTo>
                  <a:pt x="156" y="28"/>
                </a:lnTo>
                <a:lnTo>
                  <a:pt x="156" y="27"/>
                </a:lnTo>
                <a:lnTo>
                  <a:pt x="158" y="27"/>
                </a:lnTo>
                <a:lnTo>
                  <a:pt x="159" y="26"/>
                </a:lnTo>
                <a:lnTo>
                  <a:pt x="160" y="27"/>
                </a:lnTo>
                <a:lnTo>
                  <a:pt x="161" y="28"/>
                </a:lnTo>
                <a:lnTo>
                  <a:pt x="161" y="29"/>
                </a:lnTo>
                <a:lnTo>
                  <a:pt x="162" y="30"/>
                </a:lnTo>
                <a:lnTo>
                  <a:pt x="162" y="31"/>
                </a:lnTo>
                <a:lnTo>
                  <a:pt x="164" y="32"/>
                </a:lnTo>
                <a:lnTo>
                  <a:pt x="165" y="32"/>
                </a:lnTo>
                <a:lnTo>
                  <a:pt x="166" y="32"/>
                </a:lnTo>
                <a:lnTo>
                  <a:pt x="166" y="33"/>
                </a:lnTo>
                <a:lnTo>
                  <a:pt x="167" y="33"/>
                </a:lnTo>
                <a:lnTo>
                  <a:pt x="168" y="33"/>
                </a:lnTo>
                <a:lnTo>
                  <a:pt x="169" y="32"/>
                </a:lnTo>
                <a:lnTo>
                  <a:pt x="169" y="31"/>
                </a:lnTo>
                <a:lnTo>
                  <a:pt x="169" y="32"/>
                </a:lnTo>
                <a:lnTo>
                  <a:pt x="170" y="32"/>
                </a:lnTo>
                <a:lnTo>
                  <a:pt x="169" y="32"/>
                </a:lnTo>
                <a:lnTo>
                  <a:pt x="169" y="33"/>
                </a:lnTo>
                <a:lnTo>
                  <a:pt x="168" y="33"/>
                </a:lnTo>
                <a:lnTo>
                  <a:pt x="167" y="33"/>
                </a:lnTo>
                <a:lnTo>
                  <a:pt x="166" y="33"/>
                </a:lnTo>
                <a:lnTo>
                  <a:pt x="165" y="34"/>
                </a:lnTo>
                <a:lnTo>
                  <a:pt x="164" y="35"/>
                </a:lnTo>
                <a:lnTo>
                  <a:pt x="163" y="35"/>
                </a:lnTo>
                <a:lnTo>
                  <a:pt x="162" y="36"/>
                </a:lnTo>
                <a:lnTo>
                  <a:pt x="163" y="36"/>
                </a:lnTo>
                <a:lnTo>
                  <a:pt x="163" y="37"/>
                </a:lnTo>
                <a:lnTo>
                  <a:pt x="164" y="37"/>
                </a:lnTo>
                <a:lnTo>
                  <a:pt x="165" y="36"/>
                </a:lnTo>
                <a:lnTo>
                  <a:pt x="165" y="37"/>
                </a:lnTo>
                <a:lnTo>
                  <a:pt x="166" y="37"/>
                </a:lnTo>
                <a:lnTo>
                  <a:pt x="167" y="38"/>
                </a:lnTo>
                <a:lnTo>
                  <a:pt x="167" y="37"/>
                </a:lnTo>
                <a:lnTo>
                  <a:pt x="166" y="36"/>
                </a:lnTo>
                <a:lnTo>
                  <a:pt x="166" y="35"/>
                </a:lnTo>
                <a:lnTo>
                  <a:pt x="167" y="35"/>
                </a:lnTo>
                <a:lnTo>
                  <a:pt x="167" y="36"/>
                </a:lnTo>
                <a:lnTo>
                  <a:pt x="168" y="36"/>
                </a:lnTo>
                <a:lnTo>
                  <a:pt x="168" y="37"/>
                </a:lnTo>
                <a:lnTo>
                  <a:pt x="168" y="36"/>
                </a:lnTo>
                <a:lnTo>
                  <a:pt x="168" y="35"/>
                </a:lnTo>
                <a:lnTo>
                  <a:pt x="167" y="35"/>
                </a:lnTo>
                <a:lnTo>
                  <a:pt x="166" y="34"/>
                </a:lnTo>
                <a:lnTo>
                  <a:pt x="166" y="35"/>
                </a:lnTo>
                <a:lnTo>
                  <a:pt x="165" y="34"/>
                </a:lnTo>
                <a:lnTo>
                  <a:pt x="166" y="34"/>
                </a:lnTo>
                <a:lnTo>
                  <a:pt x="166" y="33"/>
                </a:lnTo>
                <a:lnTo>
                  <a:pt x="167" y="33"/>
                </a:lnTo>
                <a:lnTo>
                  <a:pt x="167" y="34"/>
                </a:lnTo>
                <a:lnTo>
                  <a:pt x="168" y="33"/>
                </a:lnTo>
                <a:lnTo>
                  <a:pt x="169" y="33"/>
                </a:lnTo>
                <a:lnTo>
                  <a:pt x="170" y="33"/>
                </a:lnTo>
                <a:lnTo>
                  <a:pt x="170" y="32"/>
                </a:lnTo>
                <a:lnTo>
                  <a:pt x="170" y="31"/>
                </a:lnTo>
                <a:lnTo>
                  <a:pt x="169" y="31"/>
                </a:lnTo>
                <a:lnTo>
                  <a:pt x="168" y="31"/>
                </a:lnTo>
                <a:lnTo>
                  <a:pt x="168" y="30"/>
                </a:lnTo>
                <a:lnTo>
                  <a:pt x="169" y="30"/>
                </a:lnTo>
                <a:lnTo>
                  <a:pt x="170" y="30"/>
                </a:lnTo>
                <a:lnTo>
                  <a:pt x="172" y="29"/>
                </a:lnTo>
                <a:lnTo>
                  <a:pt x="173" y="29"/>
                </a:lnTo>
                <a:lnTo>
                  <a:pt x="173" y="28"/>
                </a:lnTo>
                <a:lnTo>
                  <a:pt x="174" y="27"/>
                </a:lnTo>
                <a:lnTo>
                  <a:pt x="175" y="27"/>
                </a:lnTo>
                <a:lnTo>
                  <a:pt x="176" y="27"/>
                </a:lnTo>
                <a:lnTo>
                  <a:pt x="177" y="28"/>
                </a:lnTo>
                <a:lnTo>
                  <a:pt x="178" y="28"/>
                </a:lnTo>
                <a:lnTo>
                  <a:pt x="179" y="27"/>
                </a:lnTo>
                <a:lnTo>
                  <a:pt x="180" y="27"/>
                </a:lnTo>
                <a:lnTo>
                  <a:pt x="181" y="27"/>
                </a:lnTo>
                <a:lnTo>
                  <a:pt x="181" y="28"/>
                </a:lnTo>
                <a:lnTo>
                  <a:pt x="181" y="29"/>
                </a:lnTo>
                <a:lnTo>
                  <a:pt x="182" y="28"/>
                </a:lnTo>
                <a:lnTo>
                  <a:pt x="182" y="27"/>
                </a:lnTo>
                <a:lnTo>
                  <a:pt x="183" y="26"/>
                </a:lnTo>
                <a:lnTo>
                  <a:pt x="182" y="26"/>
                </a:lnTo>
                <a:lnTo>
                  <a:pt x="181" y="26"/>
                </a:lnTo>
                <a:lnTo>
                  <a:pt x="180" y="26"/>
                </a:lnTo>
                <a:lnTo>
                  <a:pt x="179" y="27"/>
                </a:lnTo>
                <a:lnTo>
                  <a:pt x="178" y="27"/>
                </a:lnTo>
                <a:lnTo>
                  <a:pt x="177" y="27"/>
                </a:lnTo>
                <a:lnTo>
                  <a:pt x="176" y="27"/>
                </a:lnTo>
                <a:lnTo>
                  <a:pt x="175" y="27"/>
                </a:lnTo>
                <a:lnTo>
                  <a:pt x="175" y="26"/>
                </a:lnTo>
                <a:lnTo>
                  <a:pt x="176" y="26"/>
                </a:lnTo>
                <a:lnTo>
                  <a:pt x="178" y="26"/>
                </a:lnTo>
                <a:lnTo>
                  <a:pt x="179" y="26"/>
                </a:lnTo>
                <a:lnTo>
                  <a:pt x="180" y="26"/>
                </a:lnTo>
                <a:lnTo>
                  <a:pt x="181" y="25"/>
                </a:lnTo>
                <a:lnTo>
                  <a:pt x="182" y="24"/>
                </a:lnTo>
                <a:lnTo>
                  <a:pt x="183" y="24"/>
                </a:lnTo>
                <a:lnTo>
                  <a:pt x="183" y="23"/>
                </a:lnTo>
                <a:lnTo>
                  <a:pt x="184" y="22"/>
                </a:lnTo>
                <a:lnTo>
                  <a:pt x="184" y="21"/>
                </a:lnTo>
                <a:lnTo>
                  <a:pt x="184" y="20"/>
                </a:lnTo>
                <a:lnTo>
                  <a:pt x="185" y="19"/>
                </a:lnTo>
                <a:lnTo>
                  <a:pt x="185" y="17"/>
                </a:lnTo>
                <a:lnTo>
                  <a:pt x="186" y="16"/>
                </a:lnTo>
                <a:lnTo>
                  <a:pt x="187" y="16"/>
                </a:lnTo>
                <a:lnTo>
                  <a:pt x="188" y="16"/>
                </a:lnTo>
                <a:lnTo>
                  <a:pt x="190" y="16"/>
                </a:lnTo>
                <a:lnTo>
                  <a:pt x="191" y="16"/>
                </a:lnTo>
                <a:lnTo>
                  <a:pt x="192" y="16"/>
                </a:lnTo>
                <a:lnTo>
                  <a:pt x="192" y="17"/>
                </a:lnTo>
                <a:lnTo>
                  <a:pt x="193" y="17"/>
                </a:lnTo>
                <a:lnTo>
                  <a:pt x="194" y="17"/>
                </a:lnTo>
                <a:lnTo>
                  <a:pt x="194" y="18"/>
                </a:lnTo>
                <a:lnTo>
                  <a:pt x="195" y="18"/>
                </a:lnTo>
                <a:lnTo>
                  <a:pt x="195" y="19"/>
                </a:lnTo>
                <a:lnTo>
                  <a:pt x="196" y="19"/>
                </a:lnTo>
                <a:lnTo>
                  <a:pt x="197" y="19"/>
                </a:lnTo>
                <a:lnTo>
                  <a:pt x="197" y="20"/>
                </a:lnTo>
                <a:lnTo>
                  <a:pt x="198" y="20"/>
                </a:lnTo>
                <a:lnTo>
                  <a:pt x="199" y="20"/>
                </a:lnTo>
                <a:lnTo>
                  <a:pt x="200" y="20"/>
                </a:lnTo>
                <a:lnTo>
                  <a:pt x="201" y="20"/>
                </a:lnTo>
                <a:lnTo>
                  <a:pt x="200" y="20"/>
                </a:lnTo>
                <a:lnTo>
                  <a:pt x="200" y="19"/>
                </a:lnTo>
                <a:lnTo>
                  <a:pt x="201" y="19"/>
                </a:lnTo>
                <a:lnTo>
                  <a:pt x="200" y="18"/>
                </a:lnTo>
                <a:lnTo>
                  <a:pt x="200" y="17"/>
                </a:lnTo>
                <a:lnTo>
                  <a:pt x="201" y="18"/>
                </a:lnTo>
                <a:lnTo>
                  <a:pt x="202" y="18"/>
                </a:lnTo>
                <a:lnTo>
                  <a:pt x="203" y="19"/>
                </a:lnTo>
                <a:lnTo>
                  <a:pt x="204" y="18"/>
                </a:lnTo>
                <a:lnTo>
                  <a:pt x="205" y="18"/>
                </a:lnTo>
                <a:lnTo>
                  <a:pt x="205" y="17"/>
                </a:lnTo>
                <a:lnTo>
                  <a:pt x="207" y="17"/>
                </a:lnTo>
                <a:lnTo>
                  <a:pt x="207" y="16"/>
                </a:lnTo>
                <a:lnTo>
                  <a:pt x="204" y="16"/>
                </a:lnTo>
                <a:lnTo>
                  <a:pt x="203" y="16"/>
                </a:lnTo>
                <a:lnTo>
                  <a:pt x="203" y="15"/>
                </a:lnTo>
                <a:lnTo>
                  <a:pt x="203" y="14"/>
                </a:lnTo>
                <a:lnTo>
                  <a:pt x="204" y="14"/>
                </a:lnTo>
                <a:lnTo>
                  <a:pt x="205" y="13"/>
                </a:lnTo>
                <a:lnTo>
                  <a:pt x="206" y="13"/>
                </a:lnTo>
                <a:lnTo>
                  <a:pt x="208" y="12"/>
                </a:lnTo>
                <a:lnTo>
                  <a:pt x="210" y="11"/>
                </a:lnTo>
                <a:lnTo>
                  <a:pt x="211" y="11"/>
                </a:lnTo>
                <a:lnTo>
                  <a:pt x="212" y="11"/>
                </a:lnTo>
                <a:lnTo>
                  <a:pt x="212" y="12"/>
                </a:lnTo>
                <a:lnTo>
                  <a:pt x="212" y="13"/>
                </a:lnTo>
                <a:lnTo>
                  <a:pt x="213" y="13"/>
                </a:lnTo>
                <a:lnTo>
                  <a:pt x="214" y="13"/>
                </a:lnTo>
                <a:lnTo>
                  <a:pt x="215" y="13"/>
                </a:lnTo>
                <a:lnTo>
                  <a:pt x="216" y="14"/>
                </a:lnTo>
                <a:lnTo>
                  <a:pt x="217" y="14"/>
                </a:lnTo>
                <a:lnTo>
                  <a:pt x="218" y="14"/>
                </a:lnTo>
                <a:lnTo>
                  <a:pt x="218" y="15"/>
                </a:lnTo>
                <a:lnTo>
                  <a:pt x="219" y="15"/>
                </a:lnTo>
                <a:lnTo>
                  <a:pt x="219" y="16"/>
                </a:lnTo>
                <a:lnTo>
                  <a:pt x="221" y="16"/>
                </a:lnTo>
                <a:lnTo>
                  <a:pt x="221" y="17"/>
                </a:lnTo>
                <a:lnTo>
                  <a:pt x="222" y="17"/>
                </a:lnTo>
                <a:lnTo>
                  <a:pt x="223" y="17"/>
                </a:lnTo>
                <a:lnTo>
                  <a:pt x="224" y="17"/>
                </a:lnTo>
                <a:lnTo>
                  <a:pt x="224" y="18"/>
                </a:lnTo>
                <a:lnTo>
                  <a:pt x="225" y="18"/>
                </a:lnTo>
                <a:lnTo>
                  <a:pt x="226" y="18"/>
                </a:lnTo>
                <a:lnTo>
                  <a:pt x="226" y="19"/>
                </a:lnTo>
                <a:lnTo>
                  <a:pt x="227" y="19"/>
                </a:lnTo>
                <a:lnTo>
                  <a:pt x="228" y="19"/>
                </a:lnTo>
                <a:lnTo>
                  <a:pt x="229" y="19"/>
                </a:lnTo>
                <a:lnTo>
                  <a:pt x="231" y="19"/>
                </a:lnTo>
                <a:lnTo>
                  <a:pt x="232" y="19"/>
                </a:lnTo>
                <a:lnTo>
                  <a:pt x="234" y="19"/>
                </a:lnTo>
                <a:lnTo>
                  <a:pt x="233" y="19"/>
                </a:lnTo>
                <a:lnTo>
                  <a:pt x="233" y="20"/>
                </a:lnTo>
                <a:lnTo>
                  <a:pt x="233" y="21"/>
                </a:lnTo>
                <a:lnTo>
                  <a:pt x="233" y="22"/>
                </a:lnTo>
                <a:lnTo>
                  <a:pt x="234" y="24"/>
                </a:lnTo>
                <a:lnTo>
                  <a:pt x="234" y="25"/>
                </a:lnTo>
                <a:lnTo>
                  <a:pt x="234" y="26"/>
                </a:lnTo>
                <a:lnTo>
                  <a:pt x="234" y="25"/>
                </a:lnTo>
                <a:lnTo>
                  <a:pt x="235" y="25"/>
                </a:lnTo>
                <a:lnTo>
                  <a:pt x="235" y="24"/>
                </a:lnTo>
                <a:lnTo>
                  <a:pt x="236" y="24"/>
                </a:lnTo>
                <a:lnTo>
                  <a:pt x="237" y="24"/>
                </a:lnTo>
                <a:lnTo>
                  <a:pt x="237" y="23"/>
                </a:lnTo>
                <a:lnTo>
                  <a:pt x="237" y="22"/>
                </a:lnTo>
                <a:lnTo>
                  <a:pt x="237" y="21"/>
                </a:lnTo>
                <a:lnTo>
                  <a:pt x="238" y="21"/>
                </a:lnTo>
                <a:lnTo>
                  <a:pt x="239" y="22"/>
                </a:lnTo>
                <a:lnTo>
                  <a:pt x="238" y="23"/>
                </a:lnTo>
                <a:lnTo>
                  <a:pt x="238" y="24"/>
                </a:lnTo>
                <a:lnTo>
                  <a:pt x="238" y="25"/>
                </a:lnTo>
                <a:lnTo>
                  <a:pt x="239" y="26"/>
                </a:lnTo>
                <a:lnTo>
                  <a:pt x="240" y="26"/>
                </a:lnTo>
                <a:lnTo>
                  <a:pt x="239" y="26"/>
                </a:lnTo>
                <a:lnTo>
                  <a:pt x="239" y="27"/>
                </a:lnTo>
                <a:lnTo>
                  <a:pt x="238" y="26"/>
                </a:lnTo>
                <a:lnTo>
                  <a:pt x="238" y="27"/>
                </a:lnTo>
                <a:lnTo>
                  <a:pt x="237" y="27"/>
                </a:lnTo>
                <a:lnTo>
                  <a:pt x="236" y="27"/>
                </a:lnTo>
                <a:lnTo>
                  <a:pt x="236" y="28"/>
                </a:lnTo>
                <a:lnTo>
                  <a:pt x="237" y="27"/>
                </a:lnTo>
                <a:lnTo>
                  <a:pt x="238" y="28"/>
                </a:lnTo>
                <a:lnTo>
                  <a:pt x="239" y="28"/>
                </a:lnTo>
                <a:lnTo>
                  <a:pt x="240" y="27"/>
                </a:lnTo>
                <a:lnTo>
                  <a:pt x="240" y="28"/>
                </a:lnTo>
                <a:lnTo>
                  <a:pt x="240" y="29"/>
                </a:lnTo>
                <a:lnTo>
                  <a:pt x="239" y="29"/>
                </a:lnTo>
                <a:lnTo>
                  <a:pt x="239" y="28"/>
                </a:lnTo>
                <a:lnTo>
                  <a:pt x="238" y="29"/>
                </a:lnTo>
                <a:lnTo>
                  <a:pt x="239" y="29"/>
                </a:lnTo>
                <a:lnTo>
                  <a:pt x="240" y="30"/>
                </a:lnTo>
                <a:lnTo>
                  <a:pt x="240" y="32"/>
                </a:lnTo>
                <a:lnTo>
                  <a:pt x="241" y="32"/>
                </a:lnTo>
                <a:lnTo>
                  <a:pt x="241" y="33"/>
                </a:lnTo>
                <a:lnTo>
                  <a:pt x="242" y="33"/>
                </a:lnTo>
                <a:lnTo>
                  <a:pt x="242" y="34"/>
                </a:lnTo>
                <a:lnTo>
                  <a:pt x="242" y="35"/>
                </a:lnTo>
                <a:lnTo>
                  <a:pt x="242" y="34"/>
                </a:lnTo>
                <a:lnTo>
                  <a:pt x="242" y="33"/>
                </a:lnTo>
                <a:lnTo>
                  <a:pt x="241" y="33"/>
                </a:lnTo>
                <a:lnTo>
                  <a:pt x="241" y="32"/>
                </a:lnTo>
                <a:lnTo>
                  <a:pt x="242" y="32"/>
                </a:lnTo>
                <a:lnTo>
                  <a:pt x="242" y="31"/>
                </a:lnTo>
                <a:lnTo>
                  <a:pt x="244" y="31"/>
                </a:lnTo>
                <a:lnTo>
                  <a:pt x="245" y="31"/>
                </a:lnTo>
                <a:lnTo>
                  <a:pt x="245" y="30"/>
                </a:lnTo>
                <a:lnTo>
                  <a:pt x="245" y="29"/>
                </a:lnTo>
                <a:lnTo>
                  <a:pt x="244" y="28"/>
                </a:lnTo>
                <a:lnTo>
                  <a:pt x="244" y="27"/>
                </a:lnTo>
                <a:lnTo>
                  <a:pt x="243" y="27"/>
                </a:lnTo>
                <a:lnTo>
                  <a:pt x="243" y="26"/>
                </a:lnTo>
                <a:lnTo>
                  <a:pt x="243" y="25"/>
                </a:lnTo>
                <a:lnTo>
                  <a:pt x="243" y="24"/>
                </a:lnTo>
                <a:lnTo>
                  <a:pt x="242" y="23"/>
                </a:lnTo>
                <a:lnTo>
                  <a:pt x="242" y="22"/>
                </a:lnTo>
                <a:lnTo>
                  <a:pt x="242" y="21"/>
                </a:lnTo>
                <a:lnTo>
                  <a:pt x="241" y="21"/>
                </a:lnTo>
                <a:lnTo>
                  <a:pt x="241" y="20"/>
                </a:lnTo>
                <a:lnTo>
                  <a:pt x="242" y="20"/>
                </a:lnTo>
                <a:lnTo>
                  <a:pt x="241" y="20"/>
                </a:lnTo>
                <a:lnTo>
                  <a:pt x="241" y="19"/>
                </a:lnTo>
                <a:lnTo>
                  <a:pt x="241" y="20"/>
                </a:lnTo>
                <a:lnTo>
                  <a:pt x="242" y="20"/>
                </a:lnTo>
                <a:lnTo>
                  <a:pt x="242" y="19"/>
                </a:lnTo>
                <a:lnTo>
                  <a:pt x="242" y="18"/>
                </a:lnTo>
                <a:lnTo>
                  <a:pt x="241" y="18"/>
                </a:lnTo>
                <a:lnTo>
                  <a:pt x="241" y="19"/>
                </a:lnTo>
                <a:lnTo>
                  <a:pt x="240" y="19"/>
                </a:lnTo>
                <a:lnTo>
                  <a:pt x="240" y="18"/>
                </a:lnTo>
                <a:lnTo>
                  <a:pt x="239" y="18"/>
                </a:lnTo>
                <a:lnTo>
                  <a:pt x="238" y="18"/>
                </a:lnTo>
                <a:lnTo>
                  <a:pt x="238" y="19"/>
                </a:lnTo>
                <a:lnTo>
                  <a:pt x="237" y="19"/>
                </a:lnTo>
                <a:lnTo>
                  <a:pt x="237" y="18"/>
                </a:lnTo>
                <a:lnTo>
                  <a:pt x="237" y="17"/>
                </a:lnTo>
                <a:lnTo>
                  <a:pt x="236" y="17"/>
                </a:lnTo>
                <a:lnTo>
                  <a:pt x="236" y="16"/>
                </a:lnTo>
                <a:lnTo>
                  <a:pt x="236" y="15"/>
                </a:lnTo>
                <a:lnTo>
                  <a:pt x="236" y="14"/>
                </a:lnTo>
                <a:lnTo>
                  <a:pt x="236" y="13"/>
                </a:lnTo>
                <a:lnTo>
                  <a:pt x="237" y="12"/>
                </a:lnTo>
                <a:lnTo>
                  <a:pt x="237" y="11"/>
                </a:lnTo>
                <a:lnTo>
                  <a:pt x="237" y="10"/>
                </a:lnTo>
                <a:lnTo>
                  <a:pt x="236" y="10"/>
                </a:lnTo>
                <a:lnTo>
                  <a:pt x="238" y="9"/>
                </a:lnTo>
                <a:lnTo>
                  <a:pt x="239" y="8"/>
                </a:lnTo>
                <a:lnTo>
                  <a:pt x="239" y="7"/>
                </a:lnTo>
                <a:lnTo>
                  <a:pt x="240" y="7"/>
                </a:lnTo>
                <a:lnTo>
                  <a:pt x="241" y="7"/>
                </a:lnTo>
                <a:lnTo>
                  <a:pt x="242" y="7"/>
                </a:lnTo>
                <a:lnTo>
                  <a:pt x="244" y="8"/>
                </a:lnTo>
                <a:lnTo>
                  <a:pt x="245" y="7"/>
                </a:lnTo>
                <a:lnTo>
                  <a:pt x="246" y="7"/>
                </a:lnTo>
                <a:lnTo>
                  <a:pt x="246" y="6"/>
                </a:lnTo>
                <a:lnTo>
                  <a:pt x="247" y="6"/>
                </a:lnTo>
                <a:lnTo>
                  <a:pt x="247" y="5"/>
                </a:lnTo>
                <a:lnTo>
                  <a:pt x="247" y="4"/>
                </a:lnTo>
                <a:lnTo>
                  <a:pt x="248" y="4"/>
                </a:lnTo>
                <a:lnTo>
                  <a:pt x="249" y="3"/>
                </a:lnTo>
                <a:lnTo>
                  <a:pt x="249" y="2"/>
                </a:lnTo>
                <a:lnTo>
                  <a:pt x="248" y="1"/>
                </a:lnTo>
                <a:lnTo>
                  <a:pt x="250" y="0"/>
                </a:lnTo>
                <a:lnTo>
                  <a:pt x="250" y="1"/>
                </a:lnTo>
                <a:lnTo>
                  <a:pt x="250" y="2"/>
                </a:lnTo>
                <a:lnTo>
                  <a:pt x="251" y="2"/>
                </a:lnTo>
                <a:lnTo>
                  <a:pt x="251" y="3"/>
                </a:lnTo>
                <a:lnTo>
                  <a:pt x="252" y="3"/>
                </a:lnTo>
                <a:lnTo>
                  <a:pt x="252" y="4"/>
                </a:lnTo>
              </a:path>
            </a:pathLst>
          </a:custGeom>
          <a:ln w="4680">
            <a:solidFill>
              <a:srgbClr val="4A4A4A"/>
            </a:solidFill>
            <a:round/>
          </a:ln>
        </p:spPr>
        <p:txBody>
          <a:bodyPr lIns="2160" tIns="2160" rIns="2160" bIns="21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96" name=""/>
          <p:cNvSpPr/>
          <p:nvPr/>
        </p:nvSpPr>
        <p:spPr>
          <a:xfrm>
            <a:off x="4740840" y="1917720"/>
            <a:ext cx="2520" cy="2520"/>
          </a:xfrm>
          <a:custGeom>
            <a:avLst/>
            <a:gdLst/>
            <a:ahLst/>
            <a:rect l="0" t="0" r="r" b="b"/>
            <a:pathLst>
              <a:path fill="none" w="7" h="7">
                <a:moveTo>
                  <a:pt x="2" y="7"/>
                </a:moveTo>
                <a:lnTo>
                  <a:pt x="0" y="7"/>
                </a:lnTo>
                <a:lnTo>
                  <a:pt x="2" y="7"/>
                </a:lnTo>
                <a:lnTo>
                  <a:pt x="3" y="5"/>
                </a:lnTo>
                <a:lnTo>
                  <a:pt x="3" y="2"/>
                </a:lnTo>
                <a:lnTo>
                  <a:pt x="4" y="1"/>
                </a:lnTo>
                <a:lnTo>
                  <a:pt x="5" y="1"/>
                </a:lnTo>
                <a:lnTo>
                  <a:pt x="5" y="0"/>
                </a:lnTo>
                <a:lnTo>
                  <a:pt x="7" y="0"/>
                </a:lnTo>
                <a:lnTo>
                  <a:pt x="7" y="1"/>
                </a:lnTo>
                <a:lnTo>
                  <a:pt x="7" y="2"/>
                </a:lnTo>
                <a:lnTo>
                  <a:pt x="5" y="2"/>
                </a:lnTo>
                <a:lnTo>
                  <a:pt x="5" y="3"/>
                </a:lnTo>
                <a:lnTo>
                  <a:pt x="4" y="5"/>
                </a:lnTo>
                <a:lnTo>
                  <a:pt x="3" y="7"/>
                </a:lnTo>
                <a:lnTo>
                  <a:pt x="2" y="7"/>
                </a:lnTo>
              </a:path>
            </a:pathLst>
          </a:custGeom>
          <a:ln w="4680">
            <a:solidFill>
              <a:srgbClr val="4A4A4A"/>
            </a:solidFill>
            <a:round/>
          </a:ln>
        </p:spPr>
        <p:txBody>
          <a:bodyPr lIns="2160" tIns="360" rIns="2160" bIns="3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97" name=""/>
          <p:cNvSpPr/>
          <p:nvPr/>
        </p:nvSpPr>
        <p:spPr>
          <a:xfrm>
            <a:off x="4740120" y="1910160"/>
            <a:ext cx="360" cy="720"/>
          </a:xfrm>
          <a:custGeom>
            <a:avLst/>
            <a:gdLst/>
            <a:ahLst/>
            <a:rect l="0" t="0" r="r" b="b"/>
            <a:pathLst>
              <a:path fill="none" w="1" h="2">
                <a:moveTo>
                  <a:pt x="0" y="0"/>
                </a:moveTo>
                <a:lnTo>
                  <a:pt x="1" y="0"/>
                </a:lnTo>
                <a:lnTo>
                  <a:pt x="1" y="1"/>
                </a:lnTo>
                <a:lnTo>
                  <a:pt x="1" y="2"/>
                </a:lnTo>
                <a:lnTo>
                  <a:pt x="1" y="1"/>
                </a:lnTo>
                <a:lnTo>
                  <a:pt x="0" y="1"/>
                </a:lnTo>
                <a:lnTo>
                  <a:pt x="0" y="0"/>
                </a:lnTo>
              </a:path>
            </a:pathLst>
          </a:custGeom>
          <a:ln w="4680">
            <a:solidFill>
              <a:srgbClr val="4A4A4A"/>
            </a:solidFill>
            <a:round/>
          </a:ln>
        </p:spPr>
        <p:txBody>
          <a:bodyPr lIns="2160" tIns="-1440" rIns="2160" bIns="-144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98" name=""/>
          <p:cNvSpPr/>
          <p:nvPr/>
        </p:nvSpPr>
        <p:spPr>
          <a:xfrm>
            <a:off x="4734000" y="1907640"/>
            <a:ext cx="720" cy="1440"/>
          </a:xfrm>
          <a:custGeom>
            <a:avLst/>
            <a:gdLst/>
            <a:ahLst/>
            <a:rect l="0" t="0" r="r" b="b"/>
            <a:pathLst>
              <a:path fill="none" w="2" h="4">
                <a:moveTo>
                  <a:pt x="0" y="0"/>
                </a:moveTo>
                <a:lnTo>
                  <a:pt x="2" y="0"/>
                </a:lnTo>
                <a:lnTo>
                  <a:pt x="2" y="1"/>
                </a:lnTo>
                <a:lnTo>
                  <a:pt x="2" y="3"/>
                </a:lnTo>
                <a:lnTo>
                  <a:pt x="2" y="4"/>
                </a:lnTo>
                <a:lnTo>
                  <a:pt x="2" y="3"/>
                </a:lnTo>
                <a:lnTo>
                  <a:pt x="0" y="3"/>
                </a:lnTo>
                <a:lnTo>
                  <a:pt x="0" y="1"/>
                </a:lnTo>
                <a:lnTo>
                  <a:pt x="0" y="0"/>
                </a:lnTo>
              </a:path>
            </a:pathLst>
          </a:custGeom>
          <a:ln w="4680">
            <a:solidFill>
              <a:srgbClr val="4A4A4A"/>
            </a:solidFill>
            <a:round/>
          </a:ln>
        </p:spPr>
        <p:txBody>
          <a:bodyPr lIns="2160" tIns="-720" rIns="2160" bIns="-7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99" name=""/>
          <p:cNvSpPr/>
          <p:nvPr/>
        </p:nvSpPr>
        <p:spPr>
          <a:xfrm>
            <a:off x="4731120" y="1904400"/>
            <a:ext cx="1440" cy="1800"/>
          </a:xfrm>
          <a:custGeom>
            <a:avLst/>
            <a:gdLst/>
            <a:ahLst/>
            <a:rect l="0" t="0" r="r" b="b"/>
            <a:pathLst>
              <a:path fill="none" w="4" h="5">
                <a:moveTo>
                  <a:pt x="2" y="3"/>
                </a:moveTo>
                <a:lnTo>
                  <a:pt x="2" y="5"/>
                </a:lnTo>
                <a:lnTo>
                  <a:pt x="1" y="3"/>
                </a:lnTo>
                <a:lnTo>
                  <a:pt x="0" y="3"/>
                </a:lnTo>
                <a:lnTo>
                  <a:pt x="0" y="2"/>
                </a:lnTo>
                <a:lnTo>
                  <a:pt x="0" y="0"/>
                </a:lnTo>
                <a:lnTo>
                  <a:pt x="1" y="0"/>
                </a:lnTo>
                <a:lnTo>
                  <a:pt x="1" y="2"/>
                </a:lnTo>
                <a:lnTo>
                  <a:pt x="2" y="2"/>
                </a:lnTo>
                <a:lnTo>
                  <a:pt x="2" y="3"/>
                </a:lnTo>
                <a:lnTo>
                  <a:pt x="4" y="3"/>
                </a:lnTo>
                <a:lnTo>
                  <a:pt x="2" y="3"/>
                </a:lnTo>
              </a:path>
            </a:pathLst>
          </a:custGeom>
          <a:ln w="4680">
            <a:solidFill>
              <a:srgbClr val="4A4A4A"/>
            </a:solidFill>
            <a:round/>
          </a:ln>
        </p:spPr>
        <p:txBody>
          <a:bodyPr lIns="2160" tIns="-360" rIns="2160" bIns="-3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00" name=""/>
          <p:cNvSpPr/>
          <p:nvPr/>
        </p:nvSpPr>
        <p:spPr>
          <a:xfrm>
            <a:off x="4733280" y="1903320"/>
            <a:ext cx="1800" cy="2160"/>
          </a:xfrm>
          <a:custGeom>
            <a:avLst/>
            <a:gdLst/>
            <a:ahLst/>
            <a:rect l="0" t="0" r="r" b="b"/>
            <a:pathLst>
              <a:path fill="none" w="5" h="6">
                <a:moveTo>
                  <a:pt x="2" y="0"/>
                </a:moveTo>
                <a:lnTo>
                  <a:pt x="4" y="0"/>
                </a:lnTo>
                <a:lnTo>
                  <a:pt x="4" y="2"/>
                </a:lnTo>
                <a:lnTo>
                  <a:pt x="5" y="3"/>
                </a:lnTo>
                <a:lnTo>
                  <a:pt x="5" y="4"/>
                </a:lnTo>
                <a:lnTo>
                  <a:pt x="4" y="6"/>
                </a:lnTo>
                <a:lnTo>
                  <a:pt x="4" y="4"/>
                </a:lnTo>
                <a:lnTo>
                  <a:pt x="2" y="4"/>
                </a:lnTo>
                <a:lnTo>
                  <a:pt x="2" y="6"/>
                </a:lnTo>
                <a:lnTo>
                  <a:pt x="1" y="6"/>
                </a:lnTo>
                <a:lnTo>
                  <a:pt x="1" y="4"/>
                </a:lnTo>
                <a:lnTo>
                  <a:pt x="0" y="4"/>
                </a:lnTo>
                <a:lnTo>
                  <a:pt x="0" y="3"/>
                </a:lnTo>
                <a:lnTo>
                  <a:pt x="1" y="3"/>
                </a:lnTo>
                <a:lnTo>
                  <a:pt x="1" y="2"/>
                </a:lnTo>
                <a:lnTo>
                  <a:pt x="0" y="2"/>
                </a:lnTo>
                <a:lnTo>
                  <a:pt x="1" y="0"/>
                </a:lnTo>
                <a:lnTo>
                  <a:pt x="2" y="0"/>
                </a:lnTo>
              </a:path>
            </a:pathLst>
          </a:custGeom>
          <a:ln w="4680">
            <a:solidFill>
              <a:srgbClr val="4A4A4A"/>
            </a:solidFill>
            <a:round/>
          </a:ln>
        </p:spPr>
        <p:txBody>
          <a:bodyPr lIns="2160" tIns="0" rIns="216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01" name=""/>
          <p:cNvSpPr/>
          <p:nvPr/>
        </p:nvSpPr>
        <p:spPr>
          <a:xfrm>
            <a:off x="4703760" y="1900800"/>
            <a:ext cx="1080" cy="1800"/>
          </a:xfrm>
          <a:custGeom>
            <a:avLst/>
            <a:gdLst/>
            <a:ahLst/>
            <a:rect l="0" t="0" r="r" b="b"/>
            <a:pathLst>
              <a:path fill="none" w="3" h="5">
                <a:moveTo>
                  <a:pt x="2" y="1"/>
                </a:moveTo>
                <a:lnTo>
                  <a:pt x="3" y="1"/>
                </a:lnTo>
                <a:lnTo>
                  <a:pt x="2" y="1"/>
                </a:lnTo>
                <a:lnTo>
                  <a:pt x="2" y="3"/>
                </a:lnTo>
                <a:lnTo>
                  <a:pt x="2" y="4"/>
                </a:lnTo>
                <a:lnTo>
                  <a:pt x="3" y="4"/>
                </a:lnTo>
                <a:lnTo>
                  <a:pt x="3" y="5"/>
                </a:lnTo>
                <a:lnTo>
                  <a:pt x="3" y="4"/>
                </a:lnTo>
                <a:lnTo>
                  <a:pt x="2" y="4"/>
                </a:lnTo>
                <a:lnTo>
                  <a:pt x="2" y="3"/>
                </a:lnTo>
                <a:lnTo>
                  <a:pt x="0" y="3"/>
                </a:lnTo>
                <a:lnTo>
                  <a:pt x="0" y="1"/>
                </a:lnTo>
                <a:lnTo>
                  <a:pt x="2" y="1"/>
                </a:lnTo>
                <a:lnTo>
                  <a:pt x="0" y="1"/>
                </a:lnTo>
                <a:lnTo>
                  <a:pt x="2" y="0"/>
                </a:lnTo>
                <a:lnTo>
                  <a:pt x="2" y="1"/>
                </a:lnTo>
              </a:path>
            </a:pathLst>
          </a:custGeom>
          <a:ln w="4680">
            <a:solidFill>
              <a:srgbClr val="4A4A4A"/>
            </a:solidFill>
            <a:round/>
          </a:ln>
        </p:spPr>
        <p:txBody>
          <a:bodyPr lIns="2160" tIns="-360" rIns="2160" bIns="-3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02" name=""/>
          <p:cNvSpPr/>
          <p:nvPr/>
        </p:nvSpPr>
        <p:spPr>
          <a:xfrm>
            <a:off x="4680360" y="1896480"/>
            <a:ext cx="1440" cy="1080"/>
          </a:xfrm>
          <a:custGeom>
            <a:avLst/>
            <a:gdLst/>
            <a:ahLst/>
            <a:rect l="0" t="0" r="r" b="b"/>
            <a:pathLst>
              <a:path fill="none" w="4" h="3">
                <a:moveTo>
                  <a:pt x="0" y="0"/>
                </a:moveTo>
                <a:lnTo>
                  <a:pt x="2" y="0"/>
                </a:lnTo>
                <a:lnTo>
                  <a:pt x="2" y="2"/>
                </a:lnTo>
                <a:lnTo>
                  <a:pt x="4" y="2"/>
                </a:lnTo>
                <a:lnTo>
                  <a:pt x="2" y="2"/>
                </a:lnTo>
                <a:lnTo>
                  <a:pt x="2" y="3"/>
                </a:lnTo>
                <a:lnTo>
                  <a:pt x="0" y="3"/>
                </a:lnTo>
                <a:lnTo>
                  <a:pt x="0" y="2"/>
                </a:lnTo>
                <a:lnTo>
                  <a:pt x="0" y="0"/>
                </a:lnTo>
              </a:path>
            </a:pathLst>
          </a:custGeom>
          <a:ln w="4680">
            <a:solidFill>
              <a:srgbClr val="4A4A4A"/>
            </a:solidFill>
            <a:round/>
          </a:ln>
        </p:spPr>
        <p:txBody>
          <a:bodyPr lIns="2160" tIns="-1080" rIns="2160" bIns="-108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03" name=""/>
          <p:cNvSpPr/>
          <p:nvPr/>
        </p:nvSpPr>
        <p:spPr>
          <a:xfrm>
            <a:off x="4736160" y="1893240"/>
            <a:ext cx="1800" cy="720"/>
          </a:xfrm>
          <a:custGeom>
            <a:avLst/>
            <a:gdLst/>
            <a:ahLst/>
            <a:rect l="0" t="0" r="r" b="b"/>
            <a:pathLst>
              <a:path fill="none" w="5" h="2">
                <a:moveTo>
                  <a:pt x="2" y="0"/>
                </a:moveTo>
                <a:lnTo>
                  <a:pt x="3" y="0"/>
                </a:lnTo>
                <a:lnTo>
                  <a:pt x="3" y="2"/>
                </a:lnTo>
                <a:lnTo>
                  <a:pt x="5" y="2"/>
                </a:lnTo>
                <a:lnTo>
                  <a:pt x="3" y="2"/>
                </a:lnTo>
                <a:lnTo>
                  <a:pt x="2" y="2"/>
                </a:lnTo>
                <a:lnTo>
                  <a:pt x="2" y="0"/>
                </a:lnTo>
                <a:lnTo>
                  <a:pt x="2" y="2"/>
                </a:lnTo>
                <a:lnTo>
                  <a:pt x="2" y="0"/>
                </a:lnTo>
                <a:lnTo>
                  <a:pt x="0" y="0"/>
                </a:lnTo>
                <a:lnTo>
                  <a:pt x="2" y="0"/>
                </a:lnTo>
              </a:path>
            </a:pathLst>
          </a:custGeom>
          <a:ln w="4680">
            <a:solidFill>
              <a:srgbClr val="4A4A4A"/>
            </a:solidFill>
            <a:round/>
          </a:ln>
        </p:spPr>
        <p:txBody>
          <a:bodyPr lIns="2160" tIns="-1440" rIns="2160" bIns="-144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04" name=""/>
          <p:cNvSpPr/>
          <p:nvPr/>
        </p:nvSpPr>
        <p:spPr>
          <a:xfrm>
            <a:off x="4739400" y="1891800"/>
            <a:ext cx="3960" cy="4320"/>
          </a:xfrm>
          <a:custGeom>
            <a:avLst/>
            <a:gdLst/>
            <a:ahLst/>
            <a:rect l="0" t="0" r="r" b="b"/>
            <a:pathLst>
              <a:path fill="none" w="11" h="12">
                <a:moveTo>
                  <a:pt x="5" y="0"/>
                </a:moveTo>
                <a:lnTo>
                  <a:pt x="5" y="1"/>
                </a:lnTo>
                <a:lnTo>
                  <a:pt x="6" y="1"/>
                </a:lnTo>
                <a:lnTo>
                  <a:pt x="7" y="1"/>
                </a:lnTo>
                <a:lnTo>
                  <a:pt x="8" y="1"/>
                </a:lnTo>
                <a:lnTo>
                  <a:pt x="8" y="2"/>
                </a:lnTo>
                <a:lnTo>
                  <a:pt x="9" y="2"/>
                </a:lnTo>
                <a:lnTo>
                  <a:pt x="9" y="1"/>
                </a:lnTo>
                <a:lnTo>
                  <a:pt x="9" y="2"/>
                </a:lnTo>
                <a:lnTo>
                  <a:pt x="9" y="1"/>
                </a:lnTo>
                <a:lnTo>
                  <a:pt x="9" y="2"/>
                </a:lnTo>
                <a:lnTo>
                  <a:pt x="9" y="1"/>
                </a:lnTo>
                <a:lnTo>
                  <a:pt x="9" y="2"/>
                </a:lnTo>
                <a:lnTo>
                  <a:pt x="9" y="1"/>
                </a:lnTo>
                <a:lnTo>
                  <a:pt x="11" y="1"/>
                </a:lnTo>
                <a:lnTo>
                  <a:pt x="11" y="2"/>
                </a:lnTo>
                <a:lnTo>
                  <a:pt x="11" y="3"/>
                </a:lnTo>
                <a:lnTo>
                  <a:pt x="11" y="4"/>
                </a:lnTo>
                <a:lnTo>
                  <a:pt x="11" y="5"/>
                </a:lnTo>
                <a:lnTo>
                  <a:pt x="9" y="5"/>
                </a:lnTo>
                <a:lnTo>
                  <a:pt x="9" y="6"/>
                </a:lnTo>
                <a:lnTo>
                  <a:pt x="9" y="7"/>
                </a:lnTo>
                <a:lnTo>
                  <a:pt x="8" y="7"/>
                </a:lnTo>
                <a:lnTo>
                  <a:pt x="9" y="7"/>
                </a:lnTo>
                <a:lnTo>
                  <a:pt x="9" y="8"/>
                </a:lnTo>
                <a:lnTo>
                  <a:pt x="8" y="8"/>
                </a:lnTo>
                <a:lnTo>
                  <a:pt x="7" y="8"/>
                </a:lnTo>
                <a:lnTo>
                  <a:pt x="7" y="9"/>
                </a:lnTo>
                <a:lnTo>
                  <a:pt x="7" y="11"/>
                </a:lnTo>
                <a:lnTo>
                  <a:pt x="6" y="11"/>
                </a:lnTo>
                <a:lnTo>
                  <a:pt x="6" y="12"/>
                </a:lnTo>
                <a:lnTo>
                  <a:pt x="5" y="12"/>
                </a:lnTo>
                <a:lnTo>
                  <a:pt x="6" y="12"/>
                </a:lnTo>
                <a:lnTo>
                  <a:pt x="5" y="12"/>
                </a:lnTo>
                <a:lnTo>
                  <a:pt x="4" y="12"/>
                </a:lnTo>
                <a:lnTo>
                  <a:pt x="3" y="12"/>
                </a:lnTo>
                <a:lnTo>
                  <a:pt x="2" y="12"/>
                </a:lnTo>
                <a:lnTo>
                  <a:pt x="2" y="11"/>
                </a:lnTo>
                <a:lnTo>
                  <a:pt x="1" y="11"/>
                </a:lnTo>
                <a:lnTo>
                  <a:pt x="1" y="9"/>
                </a:lnTo>
                <a:lnTo>
                  <a:pt x="1" y="11"/>
                </a:lnTo>
                <a:lnTo>
                  <a:pt x="2" y="11"/>
                </a:lnTo>
                <a:lnTo>
                  <a:pt x="2" y="9"/>
                </a:lnTo>
                <a:lnTo>
                  <a:pt x="1" y="9"/>
                </a:lnTo>
                <a:lnTo>
                  <a:pt x="2" y="9"/>
                </a:lnTo>
                <a:lnTo>
                  <a:pt x="1" y="9"/>
                </a:lnTo>
                <a:lnTo>
                  <a:pt x="2" y="9"/>
                </a:lnTo>
                <a:lnTo>
                  <a:pt x="2" y="8"/>
                </a:lnTo>
                <a:lnTo>
                  <a:pt x="1" y="8"/>
                </a:lnTo>
                <a:lnTo>
                  <a:pt x="1" y="9"/>
                </a:lnTo>
                <a:lnTo>
                  <a:pt x="1" y="8"/>
                </a:lnTo>
                <a:lnTo>
                  <a:pt x="0" y="8"/>
                </a:lnTo>
                <a:lnTo>
                  <a:pt x="0" y="7"/>
                </a:lnTo>
                <a:lnTo>
                  <a:pt x="0" y="6"/>
                </a:lnTo>
                <a:lnTo>
                  <a:pt x="1" y="6"/>
                </a:lnTo>
                <a:lnTo>
                  <a:pt x="2" y="6"/>
                </a:lnTo>
                <a:lnTo>
                  <a:pt x="2" y="5"/>
                </a:lnTo>
                <a:lnTo>
                  <a:pt x="1" y="5"/>
                </a:lnTo>
                <a:lnTo>
                  <a:pt x="2" y="5"/>
                </a:lnTo>
                <a:lnTo>
                  <a:pt x="2" y="4"/>
                </a:lnTo>
                <a:lnTo>
                  <a:pt x="2" y="5"/>
                </a:lnTo>
                <a:lnTo>
                  <a:pt x="2" y="4"/>
                </a:lnTo>
                <a:lnTo>
                  <a:pt x="3" y="4"/>
                </a:lnTo>
                <a:lnTo>
                  <a:pt x="3" y="3"/>
                </a:lnTo>
                <a:lnTo>
                  <a:pt x="3" y="2"/>
                </a:lnTo>
                <a:lnTo>
                  <a:pt x="4" y="2"/>
                </a:lnTo>
                <a:lnTo>
                  <a:pt x="4" y="3"/>
                </a:lnTo>
                <a:lnTo>
                  <a:pt x="4" y="2"/>
                </a:lnTo>
                <a:lnTo>
                  <a:pt x="5" y="2"/>
                </a:lnTo>
                <a:lnTo>
                  <a:pt x="4" y="2"/>
                </a:lnTo>
                <a:lnTo>
                  <a:pt x="4" y="1"/>
                </a:lnTo>
                <a:lnTo>
                  <a:pt x="4" y="0"/>
                </a:lnTo>
                <a:lnTo>
                  <a:pt x="5" y="0"/>
                </a:lnTo>
              </a:path>
            </a:pathLst>
          </a:custGeom>
          <a:ln w="4680">
            <a:solidFill>
              <a:srgbClr val="4A4A4A"/>
            </a:solidFill>
            <a:round/>
          </a:ln>
        </p:spPr>
        <p:txBody>
          <a:bodyPr lIns="2160" tIns="2160" rIns="2160" bIns="21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05" name=""/>
          <p:cNvSpPr/>
          <p:nvPr/>
        </p:nvSpPr>
        <p:spPr>
          <a:xfrm>
            <a:off x="4723920" y="1891440"/>
            <a:ext cx="2880" cy="2160"/>
          </a:xfrm>
          <a:custGeom>
            <a:avLst/>
            <a:gdLst/>
            <a:ahLst/>
            <a:rect l="0" t="0" r="r" b="b"/>
            <a:pathLst>
              <a:path fill="none" w="8" h="6">
                <a:moveTo>
                  <a:pt x="4" y="1"/>
                </a:moveTo>
                <a:lnTo>
                  <a:pt x="6" y="1"/>
                </a:lnTo>
                <a:lnTo>
                  <a:pt x="6" y="2"/>
                </a:lnTo>
                <a:lnTo>
                  <a:pt x="8" y="2"/>
                </a:lnTo>
                <a:lnTo>
                  <a:pt x="6" y="2"/>
                </a:lnTo>
                <a:lnTo>
                  <a:pt x="6" y="3"/>
                </a:lnTo>
                <a:lnTo>
                  <a:pt x="5" y="3"/>
                </a:lnTo>
                <a:lnTo>
                  <a:pt x="4" y="3"/>
                </a:lnTo>
                <a:lnTo>
                  <a:pt x="3" y="5"/>
                </a:lnTo>
                <a:lnTo>
                  <a:pt x="2" y="5"/>
                </a:lnTo>
                <a:lnTo>
                  <a:pt x="2" y="6"/>
                </a:lnTo>
                <a:lnTo>
                  <a:pt x="0" y="6"/>
                </a:lnTo>
                <a:lnTo>
                  <a:pt x="0" y="5"/>
                </a:lnTo>
                <a:lnTo>
                  <a:pt x="0" y="3"/>
                </a:lnTo>
                <a:lnTo>
                  <a:pt x="0" y="1"/>
                </a:lnTo>
                <a:lnTo>
                  <a:pt x="0" y="0"/>
                </a:lnTo>
                <a:lnTo>
                  <a:pt x="2" y="0"/>
                </a:lnTo>
                <a:lnTo>
                  <a:pt x="3" y="0"/>
                </a:lnTo>
                <a:lnTo>
                  <a:pt x="3" y="1"/>
                </a:lnTo>
                <a:lnTo>
                  <a:pt x="4" y="1"/>
                </a:lnTo>
              </a:path>
            </a:pathLst>
          </a:custGeom>
          <a:ln w="4680">
            <a:solidFill>
              <a:srgbClr val="4A4A4A"/>
            </a:solidFill>
            <a:round/>
          </a:ln>
        </p:spPr>
        <p:txBody>
          <a:bodyPr lIns="2160" tIns="0" rIns="216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06" name=""/>
          <p:cNvSpPr/>
          <p:nvPr/>
        </p:nvSpPr>
        <p:spPr>
          <a:xfrm>
            <a:off x="4674600" y="1889640"/>
            <a:ext cx="2880" cy="3240"/>
          </a:xfrm>
          <a:custGeom>
            <a:avLst/>
            <a:gdLst/>
            <a:ahLst/>
            <a:rect l="0" t="0" r="r" b="b"/>
            <a:pathLst>
              <a:path fill="none" w="8" h="9">
                <a:moveTo>
                  <a:pt x="8" y="4"/>
                </a:moveTo>
                <a:lnTo>
                  <a:pt x="7" y="7"/>
                </a:lnTo>
                <a:lnTo>
                  <a:pt x="6" y="7"/>
                </a:lnTo>
                <a:lnTo>
                  <a:pt x="5" y="7"/>
                </a:lnTo>
                <a:lnTo>
                  <a:pt x="5" y="6"/>
                </a:lnTo>
                <a:lnTo>
                  <a:pt x="4" y="6"/>
                </a:lnTo>
                <a:lnTo>
                  <a:pt x="3" y="7"/>
                </a:lnTo>
                <a:lnTo>
                  <a:pt x="3" y="8"/>
                </a:lnTo>
                <a:lnTo>
                  <a:pt x="4" y="8"/>
                </a:lnTo>
                <a:lnTo>
                  <a:pt x="4" y="9"/>
                </a:lnTo>
                <a:lnTo>
                  <a:pt x="3" y="9"/>
                </a:lnTo>
                <a:lnTo>
                  <a:pt x="1" y="8"/>
                </a:lnTo>
                <a:lnTo>
                  <a:pt x="1" y="7"/>
                </a:lnTo>
                <a:lnTo>
                  <a:pt x="1" y="6"/>
                </a:lnTo>
                <a:lnTo>
                  <a:pt x="1" y="4"/>
                </a:lnTo>
                <a:lnTo>
                  <a:pt x="0" y="4"/>
                </a:lnTo>
                <a:lnTo>
                  <a:pt x="0" y="3"/>
                </a:lnTo>
                <a:lnTo>
                  <a:pt x="1" y="2"/>
                </a:lnTo>
                <a:lnTo>
                  <a:pt x="3" y="1"/>
                </a:lnTo>
                <a:lnTo>
                  <a:pt x="4" y="0"/>
                </a:lnTo>
                <a:lnTo>
                  <a:pt x="5" y="0"/>
                </a:lnTo>
                <a:lnTo>
                  <a:pt x="6" y="0"/>
                </a:lnTo>
                <a:lnTo>
                  <a:pt x="7" y="0"/>
                </a:lnTo>
                <a:lnTo>
                  <a:pt x="8" y="1"/>
                </a:lnTo>
                <a:lnTo>
                  <a:pt x="8" y="2"/>
                </a:lnTo>
                <a:lnTo>
                  <a:pt x="8" y="3"/>
                </a:lnTo>
                <a:lnTo>
                  <a:pt x="8" y="4"/>
                </a:lnTo>
              </a:path>
            </a:pathLst>
          </a:custGeom>
          <a:ln w="4680">
            <a:solidFill>
              <a:srgbClr val="4A4A4A"/>
            </a:solidFill>
            <a:round/>
          </a:ln>
        </p:spPr>
        <p:txBody>
          <a:bodyPr lIns="2160" tIns="1080" rIns="2160" bIns="108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07" name=""/>
          <p:cNvSpPr/>
          <p:nvPr/>
        </p:nvSpPr>
        <p:spPr>
          <a:xfrm>
            <a:off x="4733280" y="1886400"/>
            <a:ext cx="1800" cy="1440"/>
          </a:xfrm>
          <a:custGeom>
            <a:avLst/>
            <a:gdLst/>
            <a:ahLst/>
            <a:rect l="0" t="0" r="r" b="b"/>
            <a:pathLst>
              <a:path fill="none" w="5" h="4">
                <a:moveTo>
                  <a:pt x="5" y="4"/>
                </a:moveTo>
                <a:lnTo>
                  <a:pt x="2" y="4"/>
                </a:lnTo>
                <a:lnTo>
                  <a:pt x="0" y="2"/>
                </a:lnTo>
                <a:lnTo>
                  <a:pt x="2" y="0"/>
                </a:lnTo>
                <a:lnTo>
                  <a:pt x="5" y="4"/>
                </a:lnTo>
              </a:path>
            </a:pathLst>
          </a:custGeom>
          <a:ln w="4680">
            <a:solidFill>
              <a:srgbClr val="4A4A4A"/>
            </a:solidFill>
            <a:round/>
          </a:ln>
        </p:spPr>
        <p:txBody>
          <a:bodyPr lIns="2160" tIns="-720" rIns="2160" bIns="-7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08" name=""/>
          <p:cNvSpPr/>
          <p:nvPr/>
        </p:nvSpPr>
        <p:spPr>
          <a:xfrm>
            <a:off x="4726080" y="1886040"/>
            <a:ext cx="13320" cy="7560"/>
          </a:xfrm>
          <a:custGeom>
            <a:avLst/>
            <a:gdLst/>
            <a:ahLst/>
            <a:rect l="0" t="0" r="r" b="b"/>
            <a:pathLst>
              <a:path fill="none" w="37" h="21">
                <a:moveTo>
                  <a:pt x="20" y="2"/>
                </a:moveTo>
                <a:lnTo>
                  <a:pt x="21" y="3"/>
                </a:lnTo>
                <a:lnTo>
                  <a:pt x="21" y="4"/>
                </a:lnTo>
                <a:lnTo>
                  <a:pt x="22" y="4"/>
                </a:lnTo>
                <a:lnTo>
                  <a:pt x="23" y="4"/>
                </a:lnTo>
                <a:lnTo>
                  <a:pt x="24" y="4"/>
                </a:lnTo>
                <a:lnTo>
                  <a:pt x="25" y="4"/>
                </a:lnTo>
                <a:lnTo>
                  <a:pt x="26" y="4"/>
                </a:lnTo>
                <a:lnTo>
                  <a:pt x="27" y="4"/>
                </a:lnTo>
                <a:lnTo>
                  <a:pt x="29" y="3"/>
                </a:lnTo>
                <a:lnTo>
                  <a:pt x="28" y="2"/>
                </a:lnTo>
                <a:lnTo>
                  <a:pt x="30" y="2"/>
                </a:lnTo>
                <a:lnTo>
                  <a:pt x="32" y="1"/>
                </a:lnTo>
                <a:lnTo>
                  <a:pt x="33" y="1"/>
                </a:lnTo>
                <a:lnTo>
                  <a:pt x="34" y="1"/>
                </a:lnTo>
                <a:lnTo>
                  <a:pt x="34" y="2"/>
                </a:lnTo>
                <a:lnTo>
                  <a:pt x="35" y="2"/>
                </a:lnTo>
                <a:lnTo>
                  <a:pt x="36" y="2"/>
                </a:lnTo>
                <a:lnTo>
                  <a:pt x="37" y="2"/>
                </a:lnTo>
                <a:lnTo>
                  <a:pt x="37" y="3"/>
                </a:lnTo>
                <a:lnTo>
                  <a:pt x="37" y="4"/>
                </a:lnTo>
                <a:lnTo>
                  <a:pt x="37" y="5"/>
                </a:lnTo>
                <a:lnTo>
                  <a:pt x="36" y="6"/>
                </a:lnTo>
                <a:lnTo>
                  <a:pt x="36" y="7"/>
                </a:lnTo>
                <a:lnTo>
                  <a:pt x="36" y="8"/>
                </a:lnTo>
                <a:lnTo>
                  <a:pt x="36" y="9"/>
                </a:lnTo>
                <a:lnTo>
                  <a:pt x="35" y="10"/>
                </a:lnTo>
                <a:lnTo>
                  <a:pt x="35" y="13"/>
                </a:lnTo>
                <a:lnTo>
                  <a:pt x="35" y="14"/>
                </a:lnTo>
                <a:lnTo>
                  <a:pt x="35" y="15"/>
                </a:lnTo>
                <a:lnTo>
                  <a:pt x="35" y="17"/>
                </a:lnTo>
                <a:lnTo>
                  <a:pt x="35" y="18"/>
                </a:lnTo>
                <a:lnTo>
                  <a:pt x="35" y="19"/>
                </a:lnTo>
                <a:lnTo>
                  <a:pt x="35" y="20"/>
                </a:lnTo>
                <a:lnTo>
                  <a:pt x="35" y="21"/>
                </a:lnTo>
                <a:lnTo>
                  <a:pt x="34" y="21"/>
                </a:lnTo>
                <a:lnTo>
                  <a:pt x="33" y="21"/>
                </a:lnTo>
                <a:lnTo>
                  <a:pt x="32" y="21"/>
                </a:lnTo>
                <a:lnTo>
                  <a:pt x="32" y="20"/>
                </a:lnTo>
                <a:lnTo>
                  <a:pt x="32" y="19"/>
                </a:lnTo>
                <a:lnTo>
                  <a:pt x="31" y="19"/>
                </a:lnTo>
                <a:lnTo>
                  <a:pt x="31" y="18"/>
                </a:lnTo>
                <a:lnTo>
                  <a:pt x="32" y="18"/>
                </a:lnTo>
                <a:lnTo>
                  <a:pt x="32" y="17"/>
                </a:lnTo>
                <a:lnTo>
                  <a:pt x="31" y="17"/>
                </a:lnTo>
                <a:lnTo>
                  <a:pt x="30" y="17"/>
                </a:lnTo>
                <a:lnTo>
                  <a:pt x="30" y="16"/>
                </a:lnTo>
                <a:lnTo>
                  <a:pt x="29" y="15"/>
                </a:lnTo>
                <a:lnTo>
                  <a:pt x="28" y="13"/>
                </a:lnTo>
                <a:lnTo>
                  <a:pt x="27" y="13"/>
                </a:lnTo>
                <a:lnTo>
                  <a:pt x="27" y="12"/>
                </a:lnTo>
                <a:lnTo>
                  <a:pt x="26" y="12"/>
                </a:lnTo>
                <a:lnTo>
                  <a:pt x="25" y="12"/>
                </a:lnTo>
                <a:lnTo>
                  <a:pt x="24" y="12"/>
                </a:lnTo>
                <a:lnTo>
                  <a:pt x="24" y="13"/>
                </a:lnTo>
                <a:lnTo>
                  <a:pt x="23" y="13"/>
                </a:lnTo>
                <a:lnTo>
                  <a:pt x="22" y="13"/>
                </a:lnTo>
                <a:lnTo>
                  <a:pt x="21" y="12"/>
                </a:lnTo>
                <a:lnTo>
                  <a:pt x="20" y="12"/>
                </a:lnTo>
                <a:lnTo>
                  <a:pt x="19" y="12"/>
                </a:lnTo>
                <a:lnTo>
                  <a:pt x="18" y="13"/>
                </a:lnTo>
                <a:lnTo>
                  <a:pt x="17" y="13"/>
                </a:lnTo>
                <a:lnTo>
                  <a:pt x="16" y="13"/>
                </a:lnTo>
                <a:lnTo>
                  <a:pt x="13" y="13"/>
                </a:lnTo>
                <a:lnTo>
                  <a:pt x="12" y="13"/>
                </a:lnTo>
                <a:lnTo>
                  <a:pt x="11" y="13"/>
                </a:lnTo>
                <a:lnTo>
                  <a:pt x="11" y="14"/>
                </a:lnTo>
                <a:lnTo>
                  <a:pt x="10" y="14"/>
                </a:lnTo>
                <a:lnTo>
                  <a:pt x="9" y="15"/>
                </a:lnTo>
                <a:lnTo>
                  <a:pt x="8" y="15"/>
                </a:lnTo>
                <a:lnTo>
                  <a:pt x="8" y="16"/>
                </a:lnTo>
                <a:lnTo>
                  <a:pt x="7" y="16"/>
                </a:lnTo>
                <a:lnTo>
                  <a:pt x="7" y="17"/>
                </a:lnTo>
                <a:lnTo>
                  <a:pt x="6" y="17"/>
                </a:lnTo>
                <a:lnTo>
                  <a:pt x="5" y="17"/>
                </a:lnTo>
                <a:lnTo>
                  <a:pt x="4" y="17"/>
                </a:lnTo>
                <a:lnTo>
                  <a:pt x="3" y="18"/>
                </a:lnTo>
                <a:lnTo>
                  <a:pt x="2" y="18"/>
                </a:lnTo>
                <a:lnTo>
                  <a:pt x="1" y="18"/>
                </a:lnTo>
                <a:lnTo>
                  <a:pt x="0" y="19"/>
                </a:lnTo>
                <a:lnTo>
                  <a:pt x="0" y="18"/>
                </a:lnTo>
                <a:lnTo>
                  <a:pt x="1" y="18"/>
                </a:lnTo>
                <a:lnTo>
                  <a:pt x="1" y="17"/>
                </a:lnTo>
                <a:lnTo>
                  <a:pt x="0" y="17"/>
                </a:lnTo>
                <a:lnTo>
                  <a:pt x="1" y="16"/>
                </a:lnTo>
                <a:lnTo>
                  <a:pt x="2" y="14"/>
                </a:lnTo>
                <a:lnTo>
                  <a:pt x="3" y="14"/>
                </a:lnTo>
                <a:lnTo>
                  <a:pt x="3" y="13"/>
                </a:lnTo>
                <a:lnTo>
                  <a:pt x="3" y="12"/>
                </a:lnTo>
                <a:lnTo>
                  <a:pt x="3" y="10"/>
                </a:lnTo>
                <a:lnTo>
                  <a:pt x="4" y="10"/>
                </a:lnTo>
                <a:lnTo>
                  <a:pt x="5" y="8"/>
                </a:lnTo>
                <a:lnTo>
                  <a:pt x="6" y="8"/>
                </a:lnTo>
                <a:lnTo>
                  <a:pt x="7" y="8"/>
                </a:lnTo>
                <a:lnTo>
                  <a:pt x="7" y="9"/>
                </a:lnTo>
                <a:lnTo>
                  <a:pt x="8" y="8"/>
                </a:lnTo>
                <a:lnTo>
                  <a:pt x="9" y="8"/>
                </a:lnTo>
                <a:lnTo>
                  <a:pt x="8" y="8"/>
                </a:lnTo>
                <a:lnTo>
                  <a:pt x="7" y="7"/>
                </a:lnTo>
                <a:lnTo>
                  <a:pt x="7" y="6"/>
                </a:lnTo>
                <a:lnTo>
                  <a:pt x="7" y="5"/>
                </a:lnTo>
                <a:lnTo>
                  <a:pt x="8" y="5"/>
                </a:lnTo>
                <a:lnTo>
                  <a:pt x="8" y="4"/>
                </a:lnTo>
                <a:lnTo>
                  <a:pt x="7" y="4"/>
                </a:lnTo>
                <a:lnTo>
                  <a:pt x="7" y="3"/>
                </a:lnTo>
                <a:lnTo>
                  <a:pt x="6" y="3"/>
                </a:lnTo>
                <a:lnTo>
                  <a:pt x="7" y="3"/>
                </a:lnTo>
                <a:lnTo>
                  <a:pt x="8" y="3"/>
                </a:lnTo>
                <a:lnTo>
                  <a:pt x="9" y="3"/>
                </a:lnTo>
                <a:lnTo>
                  <a:pt x="9" y="2"/>
                </a:lnTo>
                <a:lnTo>
                  <a:pt x="10" y="2"/>
                </a:lnTo>
                <a:lnTo>
                  <a:pt x="11" y="2"/>
                </a:lnTo>
                <a:lnTo>
                  <a:pt x="12" y="2"/>
                </a:lnTo>
                <a:lnTo>
                  <a:pt x="13" y="2"/>
                </a:lnTo>
                <a:lnTo>
                  <a:pt x="14" y="2"/>
                </a:lnTo>
                <a:lnTo>
                  <a:pt x="14" y="1"/>
                </a:lnTo>
                <a:lnTo>
                  <a:pt x="16" y="0"/>
                </a:lnTo>
                <a:lnTo>
                  <a:pt x="17" y="0"/>
                </a:lnTo>
                <a:lnTo>
                  <a:pt x="18" y="0"/>
                </a:lnTo>
                <a:lnTo>
                  <a:pt x="19" y="0"/>
                </a:lnTo>
                <a:lnTo>
                  <a:pt x="19" y="1"/>
                </a:lnTo>
                <a:lnTo>
                  <a:pt x="20" y="1"/>
                </a:lnTo>
                <a:lnTo>
                  <a:pt x="20" y="2"/>
                </a:lnTo>
              </a:path>
            </a:pathLst>
          </a:custGeom>
          <a:ln w="4680">
            <a:solidFill>
              <a:srgbClr val="4A4A4A"/>
            </a:solidFill>
            <a:round/>
          </a:ln>
        </p:spPr>
        <p:txBody>
          <a:bodyPr lIns="2160" tIns="2160" rIns="2160" bIns="21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09" name=""/>
          <p:cNvSpPr/>
          <p:nvPr/>
        </p:nvSpPr>
        <p:spPr>
          <a:xfrm>
            <a:off x="4731840" y="1884960"/>
            <a:ext cx="1800" cy="1440"/>
          </a:xfrm>
          <a:custGeom>
            <a:avLst/>
            <a:gdLst/>
            <a:ahLst/>
            <a:rect l="0" t="0" r="r" b="b"/>
            <a:pathLst>
              <a:path fill="none" w="5" h="4">
                <a:moveTo>
                  <a:pt x="5" y="2"/>
                </a:moveTo>
                <a:lnTo>
                  <a:pt x="5" y="4"/>
                </a:lnTo>
                <a:lnTo>
                  <a:pt x="4" y="4"/>
                </a:lnTo>
                <a:lnTo>
                  <a:pt x="3" y="2"/>
                </a:lnTo>
                <a:lnTo>
                  <a:pt x="1" y="2"/>
                </a:lnTo>
                <a:lnTo>
                  <a:pt x="0" y="2"/>
                </a:lnTo>
                <a:lnTo>
                  <a:pt x="1" y="2"/>
                </a:lnTo>
                <a:lnTo>
                  <a:pt x="3" y="0"/>
                </a:lnTo>
                <a:lnTo>
                  <a:pt x="4" y="0"/>
                </a:lnTo>
                <a:lnTo>
                  <a:pt x="5" y="0"/>
                </a:lnTo>
                <a:lnTo>
                  <a:pt x="5" y="2"/>
                </a:lnTo>
              </a:path>
            </a:pathLst>
          </a:custGeom>
          <a:ln w="4680">
            <a:solidFill>
              <a:srgbClr val="4A4A4A"/>
            </a:solidFill>
            <a:round/>
          </a:ln>
        </p:spPr>
        <p:txBody>
          <a:bodyPr lIns="2160" tIns="-720" rIns="2160" bIns="-7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10" name=""/>
          <p:cNvSpPr/>
          <p:nvPr/>
        </p:nvSpPr>
        <p:spPr>
          <a:xfrm>
            <a:off x="4732920" y="1882440"/>
            <a:ext cx="1440" cy="1440"/>
          </a:xfrm>
          <a:custGeom>
            <a:avLst/>
            <a:gdLst/>
            <a:ahLst/>
            <a:rect l="0" t="0" r="r" b="b"/>
            <a:pathLst>
              <a:path fill="none" w="4" h="4">
                <a:moveTo>
                  <a:pt x="3" y="4"/>
                </a:moveTo>
                <a:lnTo>
                  <a:pt x="2" y="4"/>
                </a:lnTo>
                <a:lnTo>
                  <a:pt x="0" y="4"/>
                </a:lnTo>
                <a:lnTo>
                  <a:pt x="0" y="2"/>
                </a:lnTo>
                <a:lnTo>
                  <a:pt x="2" y="2"/>
                </a:lnTo>
                <a:lnTo>
                  <a:pt x="2" y="0"/>
                </a:lnTo>
                <a:lnTo>
                  <a:pt x="3" y="0"/>
                </a:lnTo>
                <a:lnTo>
                  <a:pt x="4" y="0"/>
                </a:lnTo>
                <a:lnTo>
                  <a:pt x="4" y="2"/>
                </a:lnTo>
                <a:lnTo>
                  <a:pt x="4" y="4"/>
                </a:lnTo>
                <a:lnTo>
                  <a:pt x="3" y="4"/>
                </a:lnTo>
              </a:path>
            </a:pathLst>
          </a:custGeom>
          <a:ln w="4680">
            <a:solidFill>
              <a:srgbClr val="4A4A4A"/>
            </a:solidFill>
            <a:round/>
          </a:ln>
        </p:spPr>
        <p:txBody>
          <a:bodyPr lIns="2160" tIns="-720" rIns="2160" bIns="-7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11" name=""/>
          <p:cNvSpPr/>
          <p:nvPr/>
        </p:nvSpPr>
        <p:spPr>
          <a:xfrm>
            <a:off x="4736520" y="1880280"/>
            <a:ext cx="360" cy="360"/>
          </a:xfrm>
          <a:custGeom>
            <a:avLst/>
            <a:gdLst/>
            <a:ahLst/>
            <a:rect l="0" t="0" r="r" b="b"/>
            <a:pathLst>
              <a:path fill="none" w="1" h="1">
                <a:moveTo>
                  <a:pt x="1" y="1"/>
                </a:moveTo>
                <a:lnTo>
                  <a:pt x="0" y="0"/>
                </a:lnTo>
                <a:lnTo>
                  <a:pt x="1" y="0"/>
                </a:lnTo>
                <a:lnTo>
                  <a:pt x="1" y="1"/>
                </a:lnTo>
              </a:path>
            </a:pathLst>
          </a:custGeom>
          <a:ln w="4680">
            <a:solidFill>
              <a:srgbClr val="4A4A4A"/>
            </a:solidFill>
            <a:round/>
          </a:ln>
        </p:spPr>
        <p:txBody>
          <a:bodyPr lIns="2160" tIns="-1800" rIns="2160" bIns="-180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12" name=""/>
          <p:cNvSpPr/>
          <p:nvPr/>
        </p:nvSpPr>
        <p:spPr>
          <a:xfrm>
            <a:off x="4733280" y="1879920"/>
            <a:ext cx="8640" cy="6120"/>
          </a:xfrm>
          <a:custGeom>
            <a:avLst/>
            <a:gdLst/>
            <a:ahLst/>
            <a:rect l="0" t="0" r="r" b="b"/>
            <a:pathLst>
              <a:path fill="none" w="24" h="17">
                <a:moveTo>
                  <a:pt x="24" y="0"/>
                </a:moveTo>
                <a:lnTo>
                  <a:pt x="24" y="1"/>
                </a:lnTo>
                <a:lnTo>
                  <a:pt x="24" y="2"/>
                </a:lnTo>
                <a:lnTo>
                  <a:pt x="24" y="4"/>
                </a:lnTo>
                <a:lnTo>
                  <a:pt x="23" y="4"/>
                </a:lnTo>
                <a:lnTo>
                  <a:pt x="22" y="7"/>
                </a:lnTo>
                <a:lnTo>
                  <a:pt x="22" y="8"/>
                </a:lnTo>
                <a:lnTo>
                  <a:pt x="22" y="9"/>
                </a:lnTo>
                <a:lnTo>
                  <a:pt x="21" y="9"/>
                </a:lnTo>
                <a:lnTo>
                  <a:pt x="21" y="10"/>
                </a:lnTo>
                <a:lnTo>
                  <a:pt x="21" y="11"/>
                </a:lnTo>
                <a:lnTo>
                  <a:pt x="19" y="12"/>
                </a:lnTo>
                <a:lnTo>
                  <a:pt x="19" y="13"/>
                </a:lnTo>
                <a:lnTo>
                  <a:pt x="19" y="15"/>
                </a:lnTo>
                <a:lnTo>
                  <a:pt x="18" y="16"/>
                </a:lnTo>
                <a:lnTo>
                  <a:pt x="17" y="16"/>
                </a:lnTo>
                <a:lnTo>
                  <a:pt x="15" y="17"/>
                </a:lnTo>
                <a:lnTo>
                  <a:pt x="14" y="17"/>
                </a:lnTo>
                <a:lnTo>
                  <a:pt x="13" y="16"/>
                </a:lnTo>
                <a:lnTo>
                  <a:pt x="13" y="15"/>
                </a:lnTo>
                <a:lnTo>
                  <a:pt x="14" y="15"/>
                </a:lnTo>
                <a:lnTo>
                  <a:pt x="13" y="14"/>
                </a:lnTo>
                <a:lnTo>
                  <a:pt x="13" y="13"/>
                </a:lnTo>
                <a:lnTo>
                  <a:pt x="12" y="13"/>
                </a:lnTo>
                <a:lnTo>
                  <a:pt x="12" y="14"/>
                </a:lnTo>
                <a:lnTo>
                  <a:pt x="11" y="13"/>
                </a:lnTo>
                <a:lnTo>
                  <a:pt x="11" y="12"/>
                </a:lnTo>
                <a:lnTo>
                  <a:pt x="11" y="11"/>
                </a:lnTo>
                <a:lnTo>
                  <a:pt x="11" y="10"/>
                </a:lnTo>
                <a:lnTo>
                  <a:pt x="11" y="9"/>
                </a:lnTo>
                <a:lnTo>
                  <a:pt x="11" y="8"/>
                </a:lnTo>
                <a:lnTo>
                  <a:pt x="11" y="9"/>
                </a:lnTo>
                <a:lnTo>
                  <a:pt x="10" y="10"/>
                </a:lnTo>
                <a:lnTo>
                  <a:pt x="9" y="10"/>
                </a:lnTo>
                <a:lnTo>
                  <a:pt x="9" y="9"/>
                </a:lnTo>
                <a:lnTo>
                  <a:pt x="8" y="9"/>
                </a:lnTo>
                <a:lnTo>
                  <a:pt x="8" y="10"/>
                </a:lnTo>
                <a:lnTo>
                  <a:pt x="8" y="11"/>
                </a:lnTo>
                <a:lnTo>
                  <a:pt x="7" y="11"/>
                </a:lnTo>
                <a:lnTo>
                  <a:pt x="6" y="10"/>
                </a:lnTo>
                <a:lnTo>
                  <a:pt x="5" y="10"/>
                </a:lnTo>
                <a:lnTo>
                  <a:pt x="4" y="10"/>
                </a:lnTo>
                <a:lnTo>
                  <a:pt x="3" y="9"/>
                </a:lnTo>
                <a:lnTo>
                  <a:pt x="3" y="8"/>
                </a:lnTo>
                <a:lnTo>
                  <a:pt x="3" y="7"/>
                </a:lnTo>
                <a:lnTo>
                  <a:pt x="2" y="8"/>
                </a:lnTo>
                <a:lnTo>
                  <a:pt x="1" y="8"/>
                </a:lnTo>
                <a:lnTo>
                  <a:pt x="0" y="8"/>
                </a:lnTo>
                <a:lnTo>
                  <a:pt x="0" y="7"/>
                </a:lnTo>
                <a:lnTo>
                  <a:pt x="1" y="7"/>
                </a:lnTo>
                <a:lnTo>
                  <a:pt x="0" y="7"/>
                </a:lnTo>
                <a:lnTo>
                  <a:pt x="0" y="5"/>
                </a:lnTo>
                <a:lnTo>
                  <a:pt x="2" y="5"/>
                </a:lnTo>
                <a:lnTo>
                  <a:pt x="3" y="5"/>
                </a:lnTo>
                <a:lnTo>
                  <a:pt x="3" y="4"/>
                </a:lnTo>
                <a:lnTo>
                  <a:pt x="4" y="4"/>
                </a:lnTo>
                <a:lnTo>
                  <a:pt x="5" y="3"/>
                </a:lnTo>
                <a:lnTo>
                  <a:pt x="4" y="3"/>
                </a:lnTo>
                <a:lnTo>
                  <a:pt x="4" y="2"/>
                </a:lnTo>
                <a:lnTo>
                  <a:pt x="6" y="2"/>
                </a:lnTo>
                <a:lnTo>
                  <a:pt x="8" y="1"/>
                </a:lnTo>
                <a:lnTo>
                  <a:pt x="9" y="2"/>
                </a:lnTo>
                <a:lnTo>
                  <a:pt x="10" y="2"/>
                </a:lnTo>
                <a:lnTo>
                  <a:pt x="10" y="3"/>
                </a:lnTo>
                <a:lnTo>
                  <a:pt x="10" y="4"/>
                </a:lnTo>
                <a:lnTo>
                  <a:pt x="9" y="4"/>
                </a:lnTo>
                <a:lnTo>
                  <a:pt x="9" y="5"/>
                </a:lnTo>
                <a:lnTo>
                  <a:pt x="10" y="5"/>
                </a:lnTo>
                <a:lnTo>
                  <a:pt x="11" y="5"/>
                </a:lnTo>
                <a:lnTo>
                  <a:pt x="11" y="4"/>
                </a:lnTo>
                <a:lnTo>
                  <a:pt x="12" y="3"/>
                </a:lnTo>
                <a:lnTo>
                  <a:pt x="13" y="3"/>
                </a:lnTo>
                <a:lnTo>
                  <a:pt x="14" y="3"/>
                </a:lnTo>
                <a:lnTo>
                  <a:pt x="15" y="2"/>
                </a:lnTo>
                <a:lnTo>
                  <a:pt x="16" y="2"/>
                </a:lnTo>
                <a:lnTo>
                  <a:pt x="18" y="2"/>
                </a:lnTo>
                <a:lnTo>
                  <a:pt x="19" y="2"/>
                </a:lnTo>
                <a:lnTo>
                  <a:pt x="19" y="3"/>
                </a:lnTo>
                <a:lnTo>
                  <a:pt x="21" y="2"/>
                </a:lnTo>
                <a:lnTo>
                  <a:pt x="22" y="2"/>
                </a:lnTo>
                <a:lnTo>
                  <a:pt x="23" y="1"/>
                </a:lnTo>
                <a:lnTo>
                  <a:pt x="23" y="0"/>
                </a:lnTo>
                <a:lnTo>
                  <a:pt x="24" y="0"/>
                </a:lnTo>
              </a:path>
            </a:pathLst>
          </a:custGeom>
          <a:ln w="4680">
            <a:solidFill>
              <a:srgbClr val="4A4A4A"/>
            </a:solidFill>
            <a:round/>
          </a:ln>
        </p:spPr>
        <p:txBody>
          <a:bodyPr lIns="2160" tIns="2160" rIns="2160" bIns="21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13" name=""/>
          <p:cNvSpPr/>
          <p:nvPr/>
        </p:nvSpPr>
        <p:spPr>
          <a:xfrm>
            <a:off x="4673880" y="1870560"/>
            <a:ext cx="1080" cy="360"/>
          </a:xfrm>
          <a:custGeom>
            <a:avLst/>
            <a:gdLst/>
            <a:ahLst/>
            <a:rect l="0" t="0" r="r" b="b"/>
            <a:pathLst>
              <a:path fill="none" w="3" h="1">
                <a:moveTo>
                  <a:pt x="3" y="0"/>
                </a:moveTo>
                <a:lnTo>
                  <a:pt x="2" y="1"/>
                </a:lnTo>
                <a:lnTo>
                  <a:pt x="0" y="1"/>
                </a:lnTo>
                <a:lnTo>
                  <a:pt x="1" y="1"/>
                </a:lnTo>
                <a:lnTo>
                  <a:pt x="2" y="0"/>
                </a:lnTo>
                <a:lnTo>
                  <a:pt x="3" y="0"/>
                </a:lnTo>
              </a:path>
            </a:pathLst>
          </a:custGeom>
          <a:ln w="4680">
            <a:solidFill>
              <a:srgbClr val="4A4A4A"/>
            </a:solidFill>
            <a:round/>
          </a:ln>
        </p:spPr>
        <p:txBody>
          <a:bodyPr lIns="2160" tIns="-1800" rIns="2160" bIns="-180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14" name=""/>
          <p:cNvSpPr/>
          <p:nvPr/>
        </p:nvSpPr>
        <p:spPr>
          <a:xfrm>
            <a:off x="4765680" y="1870560"/>
            <a:ext cx="720" cy="1080"/>
          </a:xfrm>
          <a:custGeom>
            <a:avLst/>
            <a:gdLst/>
            <a:ahLst/>
            <a:rect l="0" t="0" r="r" b="b"/>
            <a:pathLst>
              <a:path fill="none" w="2" h="3">
                <a:moveTo>
                  <a:pt x="2" y="0"/>
                </a:moveTo>
                <a:lnTo>
                  <a:pt x="2" y="2"/>
                </a:lnTo>
                <a:lnTo>
                  <a:pt x="0" y="2"/>
                </a:lnTo>
                <a:lnTo>
                  <a:pt x="0" y="3"/>
                </a:lnTo>
                <a:lnTo>
                  <a:pt x="0" y="2"/>
                </a:lnTo>
                <a:lnTo>
                  <a:pt x="0" y="0"/>
                </a:lnTo>
                <a:lnTo>
                  <a:pt x="2" y="0"/>
                </a:lnTo>
              </a:path>
            </a:pathLst>
          </a:custGeom>
          <a:ln w="4680">
            <a:solidFill>
              <a:srgbClr val="4A4A4A"/>
            </a:solidFill>
            <a:round/>
          </a:ln>
        </p:spPr>
        <p:txBody>
          <a:bodyPr lIns="2160" tIns="-1080" rIns="2160" bIns="-108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15" name=""/>
          <p:cNvSpPr/>
          <p:nvPr/>
        </p:nvSpPr>
        <p:spPr>
          <a:xfrm>
            <a:off x="4759200" y="1865520"/>
            <a:ext cx="720" cy="1440"/>
          </a:xfrm>
          <a:custGeom>
            <a:avLst/>
            <a:gdLst/>
            <a:ahLst/>
            <a:rect l="0" t="0" r="r" b="b"/>
            <a:pathLst>
              <a:path fill="none" w="2" h="4">
                <a:moveTo>
                  <a:pt x="2" y="2"/>
                </a:moveTo>
                <a:lnTo>
                  <a:pt x="2" y="4"/>
                </a:lnTo>
                <a:lnTo>
                  <a:pt x="2" y="2"/>
                </a:lnTo>
                <a:lnTo>
                  <a:pt x="2" y="4"/>
                </a:lnTo>
                <a:lnTo>
                  <a:pt x="0" y="4"/>
                </a:lnTo>
                <a:lnTo>
                  <a:pt x="0" y="2"/>
                </a:lnTo>
                <a:lnTo>
                  <a:pt x="0" y="0"/>
                </a:lnTo>
                <a:lnTo>
                  <a:pt x="0" y="2"/>
                </a:lnTo>
                <a:lnTo>
                  <a:pt x="2" y="2"/>
                </a:lnTo>
              </a:path>
            </a:pathLst>
          </a:custGeom>
          <a:ln w="4680">
            <a:solidFill>
              <a:srgbClr val="4A4A4A"/>
            </a:solidFill>
            <a:round/>
          </a:ln>
        </p:spPr>
        <p:txBody>
          <a:bodyPr lIns="2160" tIns="-720" rIns="2160" bIns="-7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16" name=""/>
          <p:cNvSpPr/>
          <p:nvPr/>
        </p:nvSpPr>
        <p:spPr>
          <a:xfrm>
            <a:off x="4655880" y="1865520"/>
            <a:ext cx="1440" cy="1800"/>
          </a:xfrm>
          <a:custGeom>
            <a:avLst/>
            <a:gdLst/>
            <a:ahLst/>
            <a:rect l="0" t="0" r="r" b="b"/>
            <a:pathLst>
              <a:path fill="none" w="4" h="5">
                <a:moveTo>
                  <a:pt x="4" y="2"/>
                </a:moveTo>
                <a:lnTo>
                  <a:pt x="3" y="3"/>
                </a:lnTo>
                <a:lnTo>
                  <a:pt x="3" y="5"/>
                </a:lnTo>
                <a:lnTo>
                  <a:pt x="1" y="5"/>
                </a:lnTo>
                <a:lnTo>
                  <a:pt x="1" y="3"/>
                </a:lnTo>
                <a:lnTo>
                  <a:pt x="0" y="5"/>
                </a:lnTo>
                <a:lnTo>
                  <a:pt x="1" y="3"/>
                </a:lnTo>
                <a:lnTo>
                  <a:pt x="3" y="2"/>
                </a:lnTo>
                <a:lnTo>
                  <a:pt x="3" y="0"/>
                </a:lnTo>
                <a:lnTo>
                  <a:pt x="4" y="2"/>
                </a:lnTo>
              </a:path>
            </a:pathLst>
          </a:custGeom>
          <a:ln w="4680">
            <a:solidFill>
              <a:srgbClr val="4A4A4A"/>
            </a:solidFill>
            <a:round/>
          </a:ln>
        </p:spPr>
        <p:txBody>
          <a:bodyPr lIns="2160" tIns="-360" rIns="2160" bIns="-3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17" name=""/>
          <p:cNvSpPr/>
          <p:nvPr/>
        </p:nvSpPr>
        <p:spPr>
          <a:xfrm>
            <a:off x="4671360" y="1864080"/>
            <a:ext cx="1800" cy="1800"/>
          </a:xfrm>
          <a:custGeom>
            <a:avLst/>
            <a:gdLst/>
            <a:ahLst/>
            <a:rect l="0" t="0" r="r" b="b"/>
            <a:pathLst>
              <a:path fill="none" w="5" h="5">
                <a:moveTo>
                  <a:pt x="1" y="5"/>
                </a:moveTo>
                <a:lnTo>
                  <a:pt x="0" y="5"/>
                </a:lnTo>
                <a:lnTo>
                  <a:pt x="0" y="4"/>
                </a:lnTo>
                <a:lnTo>
                  <a:pt x="1" y="3"/>
                </a:lnTo>
                <a:lnTo>
                  <a:pt x="3" y="3"/>
                </a:lnTo>
                <a:lnTo>
                  <a:pt x="4" y="1"/>
                </a:lnTo>
                <a:lnTo>
                  <a:pt x="5" y="0"/>
                </a:lnTo>
                <a:lnTo>
                  <a:pt x="5" y="1"/>
                </a:lnTo>
                <a:lnTo>
                  <a:pt x="4" y="3"/>
                </a:lnTo>
                <a:lnTo>
                  <a:pt x="3" y="3"/>
                </a:lnTo>
                <a:lnTo>
                  <a:pt x="3" y="4"/>
                </a:lnTo>
                <a:lnTo>
                  <a:pt x="1" y="4"/>
                </a:lnTo>
                <a:lnTo>
                  <a:pt x="1" y="5"/>
                </a:lnTo>
              </a:path>
            </a:pathLst>
          </a:custGeom>
          <a:ln w="4680">
            <a:solidFill>
              <a:srgbClr val="4A4A4A"/>
            </a:solidFill>
            <a:round/>
          </a:ln>
        </p:spPr>
        <p:txBody>
          <a:bodyPr lIns="2160" tIns="-360" rIns="2160" bIns="-3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18" name=""/>
          <p:cNvSpPr/>
          <p:nvPr/>
        </p:nvSpPr>
        <p:spPr>
          <a:xfrm>
            <a:off x="4641480" y="1863360"/>
            <a:ext cx="0" cy="360"/>
          </a:xfrm>
          <a:prstGeom prst="line">
            <a:avLst/>
          </a:prstGeom>
          <a:ln w="4680">
            <a:solidFill>
              <a:srgbClr val="4A4A4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2160" tIns="-1800" rIns="2160" bIns="-180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19" name=""/>
          <p:cNvSpPr/>
          <p:nvPr/>
        </p:nvSpPr>
        <p:spPr>
          <a:xfrm>
            <a:off x="4672800" y="1863000"/>
            <a:ext cx="360" cy="720"/>
          </a:xfrm>
          <a:custGeom>
            <a:avLst/>
            <a:gdLst/>
            <a:ahLst/>
            <a:rect l="0" t="0" r="r" b="b"/>
            <a:pathLst>
              <a:path fill="none" w="1" h="2">
                <a:moveTo>
                  <a:pt x="1" y="2"/>
                </a:moveTo>
                <a:lnTo>
                  <a:pt x="0" y="1"/>
                </a:lnTo>
                <a:lnTo>
                  <a:pt x="0" y="0"/>
                </a:lnTo>
                <a:lnTo>
                  <a:pt x="1" y="0"/>
                </a:lnTo>
                <a:lnTo>
                  <a:pt x="0" y="1"/>
                </a:lnTo>
                <a:lnTo>
                  <a:pt x="1" y="2"/>
                </a:lnTo>
              </a:path>
            </a:pathLst>
          </a:custGeom>
          <a:ln w="4680">
            <a:solidFill>
              <a:srgbClr val="4A4A4A"/>
            </a:solidFill>
            <a:round/>
          </a:ln>
        </p:spPr>
        <p:txBody>
          <a:bodyPr lIns="2160" tIns="-1440" rIns="2160" bIns="-144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20" name=""/>
          <p:cNvSpPr/>
          <p:nvPr/>
        </p:nvSpPr>
        <p:spPr>
          <a:xfrm>
            <a:off x="4640760" y="1863000"/>
            <a:ext cx="2880" cy="6120"/>
          </a:xfrm>
          <a:custGeom>
            <a:avLst/>
            <a:gdLst/>
            <a:ahLst/>
            <a:rect l="0" t="0" r="r" b="b"/>
            <a:pathLst>
              <a:path fill="none" w="8" h="17">
                <a:moveTo>
                  <a:pt x="6" y="2"/>
                </a:moveTo>
                <a:lnTo>
                  <a:pt x="8" y="3"/>
                </a:lnTo>
                <a:lnTo>
                  <a:pt x="8" y="4"/>
                </a:lnTo>
                <a:lnTo>
                  <a:pt x="6" y="5"/>
                </a:lnTo>
                <a:lnTo>
                  <a:pt x="5" y="5"/>
                </a:lnTo>
                <a:lnTo>
                  <a:pt x="4" y="6"/>
                </a:lnTo>
                <a:lnTo>
                  <a:pt x="4" y="7"/>
                </a:lnTo>
                <a:lnTo>
                  <a:pt x="4" y="9"/>
                </a:lnTo>
                <a:lnTo>
                  <a:pt x="5" y="10"/>
                </a:lnTo>
                <a:lnTo>
                  <a:pt x="5" y="11"/>
                </a:lnTo>
                <a:lnTo>
                  <a:pt x="4" y="11"/>
                </a:lnTo>
                <a:lnTo>
                  <a:pt x="4" y="12"/>
                </a:lnTo>
                <a:lnTo>
                  <a:pt x="3" y="13"/>
                </a:lnTo>
                <a:lnTo>
                  <a:pt x="2" y="13"/>
                </a:lnTo>
                <a:lnTo>
                  <a:pt x="2" y="14"/>
                </a:lnTo>
                <a:lnTo>
                  <a:pt x="3" y="14"/>
                </a:lnTo>
                <a:lnTo>
                  <a:pt x="3" y="15"/>
                </a:lnTo>
                <a:lnTo>
                  <a:pt x="4" y="15"/>
                </a:lnTo>
                <a:lnTo>
                  <a:pt x="3" y="17"/>
                </a:lnTo>
                <a:lnTo>
                  <a:pt x="2" y="17"/>
                </a:lnTo>
                <a:lnTo>
                  <a:pt x="2" y="16"/>
                </a:lnTo>
                <a:lnTo>
                  <a:pt x="1" y="16"/>
                </a:lnTo>
                <a:lnTo>
                  <a:pt x="1" y="15"/>
                </a:lnTo>
                <a:lnTo>
                  <a:pt x="1" y="14"/>
                </a:lnTo>
                <a:lnTo>
                  <a:pt x="1" y="13"/>
                </a:lnTo>
                <a:lnTo>
                  <a:pt x="0" y="11"/>
                </a:lnTo>
                <a:lnTo>
                  <a:pt x="0" y="10"/>
                </a:lnTo>
                <a:lnTo>
                  <a:pt x="0" y="9"/>
                </a:lnTo>
                <a:lnTo>
                  <a:pt x="1" y="9"/>
                </a:lnTo>
                <a:lnTo>
                  <a:pt x="2" y="9"/>
                </a:lnTo>
                <a:lnTo>
                  <a:pt x="2" y="7"/>
                </a:lnTo>
                <a:lnTo>
                  <a:pt x="2" y="6"/>
                </a:lnTo>
                <a:lnTo>
                  <a:pt x="2" y="5"/>
                </a:lnTo>
                <a:lnTo>
                  <a:pt x="3" y="4"/>
                </a:lnTo>
                <a:lnTo>
                  <a:pt x="3" y="3"/>
                </a:lnTo>
                <a:lnTo>
                  <a:pt x="3" y="2"/>
                </a:lnTo>
                <a:lnTo>
                  <a:pt x="3" y="1"/>
                </a:lnTo>
                <a:lnTo>
                  <a:pt x="4" y="1"/>
                </a:lnTo>
                <a:lnTo>
                  <a:pt x="4" y="0"/>
                </a:lnTo>
                <a:lnTo>
                  <a:pt x="5" y="1"/>
                </a:lnTo>
                <a:lnTo>
                  <a:pt x="5" y="2"/>
                </a:lnTo>
                <a:lnTo>
                  <a:pt x="6" y="2"/>
                </a:lnTo>
              </a:path>
            </a:pathLst>
          </a:custGeom>
          <a:ln w="4680">
            <a:solidFill>
              <a:srgbClr val="4A4A4A"/>
            </a:solidFill>
            <a:round/>
          </a:ln>
        </p:spPr>
        <p:txBody>
          <a:bodyPr lIns="2160" tIns="2160" rIns="2160" bIns="21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21" name=""/>
          <p:cNvSpPr/>
          <p:nvPr/>
        </p:nvSpPr>
        <p:spPr>
          <a:xfrm>
            <a:off x="4640760" y="1861920"/>
            <a:ext cx="360" cy="720"/>
          </a:xfrm>
          <a:custGeom>
            <a:avLst/>
            <a:gdLst/>
            <a:ahLst/>
            <a:rect l="0" t="0" r="r" b="b"/>
            <a:pathLst>
              <a:path fill="none" w="1" h="2">
                <a:moveTo>
                  <a:pt x="1" y="2"/>
                </a:moveTo>
                <a:lnTo>
                  <a:pt x="0" y="2"/>
                </a:lnTo>
                <a:lnTo>
                  <a:pt x="0" y="0"/>
                </a:lnTo>
                <a:lnTo>
                  <a:pt x="1" y="0"/>
                </a:lnTo>
                <a:lnTo>
                  <a:pt x="1" y="1"/>
                </a:lnTo>
                <a:lnTo>
                  <a:pt x="1" y="2"/>
                </a:lnTo>
              </a:path>
            </a:pathLst>
          </a:custGeom>
          <a:ln w="4680">
            <a:solidFill>
              <a:srgbClr val="4A4A4A"/>
            </a:solidFill>
            <a:round/>
          </a:ln>
        </p:spPr>
        <p:txBody>
          <a:bodyPr lIns="2160" tIns="-1440" rIns="2160" bIns="-144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22" name=""/>
          <p:cNvSpPr/>
          <p:nvPr/>
        </p:nvSpPr>
        <p:spPr>
          <a:xfrm>
            <a:off x="4663440" y="1860120"/>
            <a:ext cx="360" cy="720"/>
          </a:xfrm>
          <a:custGeom>
            <a:avLst/>
            <a:gdLst/>
            <a:ahLst/>
            <a:rect l="0" t="0" r="r" b="b"/>
            <a:pathLst>
              <a:path fill="none" w="1" h="2">
                <a:moveTo>
                  <a:pt x="0" y="2"/>
                </a:moveTo>
                <a:lnTo>
                  <a:pt x="0" y="1"/>
                </a:lnTo>
                <a:lnTo>
                  <a:pt x="0" y="0"/>
                </a:lnTo>
                <a:lnTo>
                  <a:pt x="1" y="1"/>
                </a:lnTo>
                <a:lnTo>
                  <a:pt x="1" y="2"/>
                </a:lnTo>
                <a:lnTo>
                  <a:pt x="0" y="2"/>
                </a:lnTo>
              </a:path>
            </a:pathLst>
          </a:custGeom>
          <a:ln w="4680">
            <a:solidFill>
              <a:srgbClr val="4A4A4A"/>
            </a:solidFill>
            <a:round/>
          </a:ln>
        </p:spPr>
        <p:txBody>
          <a:bodyPr lIns="2160" tIns="-1440" rIns="2160" bIns="-144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23" name=""/>
          <p:cNvSpPr/>
          <p:nvPr/>
        </p:nvSpPr>
        <p:spPr>
          <a:xfrm>
            <a:off x="4651200" y="1860120"/>
            <a:ext cx="1800" cy="1440"/>
          </a:xfrm>
          <a:custGeom>
            <a:avLst/>
            <a:gdLst/>
            <a:ahLst/>
            <a:rect l="0" t="0" r="r" b="b"/>
            <a:pathLst>
              <a:path fill="none" w="5" h="4">
                <a:moveTo>
                  <a:pt x="3" y="0"/>
                </a:moveTo>
                <a:lnTo>
                  <a:pt x="5" y="0"/>
                </a:lnTo>
                <a:lnTo>
                  <a:pt x="5" y="2"/>
                </a:lnTo>
                <a:lnTo>
                  <a:pt x="3" y="3"/>
                </a:lnTo>
                <a:lnTo>
                  <a:pt x="3" y="4"/>
                </a:lnTo>
                <a:lnTo>
                  <a:pt x="3" y="3"/>
                </a:lnTo>
                <a:lnTo>
                  <a:pt x="2" y="3"/>
                </a:lnTo>
                <a:lnTo>
                  <a:pt x="2" y="2"/>
                </a:lnTo>
                <a:lnTo>
                  <a:pt x="0" y="0"/>
                </a:lnTo>
                <a:lnTo>
                  <a:pt x="2" y="0"/>
                </a:lnTo>
                <a:lnTo>
                  <a:pt x="3" y="0"/>
                </a:lnTo>
              </a:path>
            </a:pathLst>
          </a:custGeom>
          <a:ln w="4680">
            <a:solidFill>
              <a:srgbClr val="4A4A4A"/>
            </a:solidFill>
            <a:round/>
          </a:ln>
        </p:spPr>
        <p:txBody>
          <a:bodyPr lIns="2160" tIns="-720" rIns="2160" bIns="-7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24" name=""/>
          <p:cNvSpPr/>
          <p:nvPr/>
        </p:nvSpPr>
        <p:spPr>
          <a:xfrm>
            <a:off x="4808520" y="1859760"/>
            <a:ext cx="1440" cy="1080"/>
          </a:xfrm>
          <a:custGeom>
            <a:avLst/>
            <a:gdLst/>
            <a:ahLst/>
            <a:rect l="0" t="0" r="r" b="b"/>
            <a:pathLst>
              <a:path fill="none" w="4" h="3">
                <a:moveTo>
                  <a:pt x="2" y="0"/>
                </a:moveTo>
                <a:lnTo>
                  <a:pt x="3" y="0"/>
                </a:lnTo>
                <a:lnTo>
                  <a:pt x="4" y="0"/>
                </a:lnTo>
                <a:lnTo>
                  <a:pt x="4" y="2"/>
                </a:lnTo>
                <a:lnTo>
                  <a:pt x="3" y="2"/>
                </a:lnTo>
                <a:lnTo>
                  <a:pt x="2" y="2"/>
                </a:lnTo>
                <a:lnTo>
                  <a:pt x="0" y="3"/>
                </a:lnTo>
                <a:lnTo>
                  <a:pt x="0" y="2"/>
                </a:lnTo>
                <a:lnTo>
                  <a:pt x="0" y="0"/>
                </a:lnTo>
                <a:lnTo>
                  <a:pt x="2" y="0"/>
                </a:lnTo>
              </a:path>
            </a:pathLst>
          </a:custGeom>
          <a:ln w="4680">
            <a:solidFill>
              <a:srgbClr val="4A4A4A"/>
            </a:solidFill>
            <a:round/>
          </a:ln>
        </p:spPr>
        <p:txBody>
          <a:bodyPr lIns="2160" tIns="-1080" rIns="2160" bIns="-108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25" name=""/>
          <p:cNvSpPr/>
          <p:nvPr/>
        </p:nvSpPr>
        <p:spPr>
          <a:xfrm>
            <a:off x="4651200" y="1859400"/>
            <a:ext cx="0" cy="720"/>
          </a:xfrm>
          <a:custGeom>
            <a:avLst/>
            <a:gdLst/>
            <a:ahLst/>
            <a:rect l="0" t="0" r="r" b="b"/>
            <a:pathLst>
              <a:path fill="none" w="0" h="2">
                <a:moveTo>
                  <a:pt x="0" y="2"/>
                </a:moveTo>
                <a:lnTo>
                  <a:pt x="0" y="1"/>
                </a:lnTo>
                <a:lnTo>
                  <a:pt x="0" y="0"/>
                </a:lnTo>
                <a:lnTo>
                  <a:pt x="0" y="1"/>
                </a:lnTo>
                <a:lnTo>
                  <a:pt x="0" y="2"/>
                </a:lnTo>
              </a:path>
            </a:pathLst>
          </a:custGeom>
          <a:ln w="4680">
            <a:solidFill>
              <a:srgbClr val="4A4A4A"/>
            </a:solidFill>
            <a:round/>
          </a:ln>
        </p:spPr>
        <p:txBody>
          <a:bodyPr lIns="2160" tIns="-1440" rIns="2160" bIns="-144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26" name=""/>
          <p:cNvSpPr/>
          <p:nvPr/>
        </p:nvSpPr>
        <p:spPr>
          <a:xfrm>
            <a:off x="4650840" y="1858680"/>
            <a:ext cx="1440" cy="1080"/>
          </a:xfrm>
          <a:custGeom>
            <a:avLst/>
            <a:gdLst/>
            <a:ahLst/>
            <a:rect l="0" t="0" r="r" b="b"/>
            <a:pathLst>
              <a:path fill="none" w="4" h="3">
                <a:moveTo>
                  <a:pt x="4" y="1"/>
                </a:moveTo>
                <a:lnTo>
                  <a:pt x="4" y="3"/>
                </a:lnTo>
                <a:lnTo>
                  <a:pt x="3" y="3"/>
                </a:lnTo>
                <a:lnTo>
                  <a:pt x="2" y="3"/>
                </a:lnTo>
                <a:lnTo>
                  <a:pt x="0" y="1"/>
                </a:lnTo>
                <a:lnTo>
                  <a:pt x="0" y="0"/>
                </a:lnTo>
                <a:lnTo>
                  <a:pt x="2" y="0"/>
                </a:lnTo>
                <a:lnTo>
                  <a:pt x="3" y="0"/>
                </a:lnTo>
                <a:lnTo>
                  <a:pt x="4" y="1"/>
                </a:lnTo>
              </a:path>
            </a:pathLst>
          </a:custGeom>
          <a:ln w="4680">
            <a:solidFill>
              <a:srgbClr val="4A4A4A"/>
            </a:solidFill>
            <a:round/>
          </a:ln>
        </p:spPr>
        <p:txBody>
          <a:bodyPr lIns="2160" tIns="-1080" rIns="2160" bIns="-108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27" name=""/>
          <p:cNvSpPr/>
          <p:nvPr/>
        </p:nvSpPr>
        <p:spPr>
          <a:xfrm>
            <a:off x="4650840" y="1858320"/>
            <a:ext cx="720" cy="720"/>
          </a:xfrm>
          <a:custGeom>
            <a:avLst/>
            <a:gdLst/>
            <a:ahLst/>
            <a:rect l="0" t="0" r="r" b="b"/>
            <a:pathLst>
              <a:path fill="none" w="2" h="2">
                <a:moveTo>
                  <a:pt x="2" y="2"/>
                </a:moveTo>
                <a:lnTo>
                  <a:pt x="0" y="2"/>
                </a:lnTo>
                <a:lnTo>
                  <a:pt x="0" y="0"/>
                </a:lnTo>
                <a:lnTo>
                  <a:pt x="2" y="0"/>
                </a:lnTo>
                <a:lnTo>
                  <a:pt x="2" y="2"/>
                </a:lnTo>
              </a:path>
            </a:pathLst>
          </a:custGeom>
          <a:ln w="4680">
            <a:solidFill>
              <a:srgbClr val="4A4A4A"/>
            </a:solidFill>
            <a:round/>
          </a:ln>
        </p:spPr>
        <p:txBody>
          <a:bodyPr lIns="2160" tIns="-1440" rIns="2160" bIns="-144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28" name=""/>
          <p:cNvSpPr/>
          <p:nvPr/>
        </p:nvSpPr>
        <p:spPr>
          <a:xfrm>
            <a:off x="4806720" y="1857240"/>
            <a:ext cx="360" cy="720"/>
          </a:xfrm>
          <a:custGeom>
            <a:avLst/>
            <a:gdLst/>
            <a:ahLst/>
            <a:rect l="0" t="0" r="r" b="b"/>
            <a:pathLst>
              <a:path fill="none" w="1" h="2">
                <a:moveTo>
                  <a:pt x="0" y="2"/>
                </a:moveTo>
                <a:lnTo>
                  <a:pt x="0" y="0"/>
                </a:lnTo>
                <a:lnTo>
                  <a:pt x="0" y="1"/>
                </a:lnTo>
                <a:lnTo>
                  <a:pt x="1" y="1"/>
                </a:lnTo>
                <a:lnTo>
                  <a:pt x="0" y="2"/>
                </a:lnTo>
              </a:path>
            </a:pathLst>
          </a:custGeom>
          <a:ln w="4680">
            <a:solidFill>
              <a:srgbClr val="4A4A4A"/>
            </a:solidFill>
            <a:round/>
          </a:ln>
        </p:spPr>
        <p:txBody>
          <a:bodyPr lIns="2160" tIns="-1440" rIns="2160" bIns="-144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29" name=""/>
          <p:cNvSpPr/>
          <p:nvPr/>
        </p:nvSpPr>
        <p:spPr>
          <a:xfrm>
            <a:off x="4835160" y="1856520"/>
            <a:ext cx="1440" cy="1080"/>
          </a:xfrm>
          <a:custGeom>
            <a:avLst/>
            <a:gdLst/>
            <a:ahLst/>
            <a:rect l="0" t="0" r="r" b="b"/>
            <a:pathLst>
              <a:path fill="none" w="4" h="3">
                <a:moveTo>
                  <a:pt x="1" y="3"/>
                </a:moveTo>
                <a:lnTo>
                  <a:pt x="0" y="3"/>
                </a:lnTo>
                <a:lnTo>
                  <a:pt x="1" y="3"/>
                </a:lnTo>
                <a:lnTo>
                  <a:pt x="1" y="1"/>
                </a:lnTo>
                <a:lnTo>
                  <a:pt x="3" y="0"/>
                </a:lnTo>
                <a:lnTo>
                  <a:pt x="4" y="0"/>
                </a:lnTo>
                <a:lnTo>
                  <a:pt x="4" y="1"/>
                </a:lnTo>
                <a:lnTo>
                  <a:pt x="3" y="3"/>
                </a:lnTo>
                <a:lnTo>
                  <a:pt x="1" y="3"/>
                </a:lnTo>
              </a:path>
            </a:pathLst>
          </a:custGeom>
          <a:ln w="4680">
            <a:solidFill>
              <a:srgbClr val="4A4A4A"/>
            </a:solidFill>
            <a:round/>
          </a:ln>
        </p:spPr>
        <p:txBody>
          <a:bodyPr lIns="2160" tIns="-1080" rIns="2160" bIns="-108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30" name=""/>
          <p:cNvSpPr/>
          <p:nvPr/>
        </p:nvSpPr>
        <p:spPr>
          <a:xfrm>
            <a:off x="4825800" y="1856520"/>
            <a:ext cx="1440" cy="1440"/>
          </a:xfrm>
          <a:custGeom>
            <a:avLst/>
            <a:gdLst/>
            <a:ahLst/>
            <a:rect l="0" t="0" r="r" b="b"/>
            <a:pathLst>
              <a:path fill="none" w="4" h="4">
                <a:moveTo>
                  <a:pt x="3" y="2"/>
                </a:moveTo>
                <a:lnTo>
                  <a:pt x="1" y="2"/>
                </a:lnTo>
                <a:lnTo>
                  <a:pt x="1" y="4"/>
                </a:lnTo>
                <a:lnTo>
                  <a:pt x="1" y="2"/>
                </a:lnTo>
                <a:lnTo>
                  <a:pt x="0" y="2"/>
                </a:lnTo>
                <a:lnTo>
                  <a:pt x="0" y="0"/>
                </a:lnTo>
                <a:lnTo>
                  <a:pt x="1" y="0"/>
                </a:lnTo>
                <a:lnTo>
                  <a:pt x="3" y="0"/>
                </a:lnTo>
                <a:lnTo>
                  <a:pt x="4" y="0"/>
                </a:lnTo>
                <a:lnTo>
                  <a:pt x="3" y="2"/>
                </a:lnTo>
              </a:path>
            </a:pathLst>
          </a:custGeom>
          <a:ln w="4680">
            <a:solidFill>
              <a:srgbClr val="4A4A4A"/>
            </a:solidFill>
            <a:round/>
          </a:ln>
        </p:spPr>
        <p:txBody>
          <a:bodyPr lIns="2160" tIns="-720" rIns="2160" bIns="-7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31" name=""/>
          <p:cNvSpPr/>
          <p:nvPr/>
        </p:nvSpPr>
        <p:spPr>
          <a:xfrm>
            <a:off x="4805640" y="1855800"/>
            <a:ext cx="720" cy="1440"/>
          </a:xfrm>
          <a:custGeom>
            <a:avLst/>
            <a:gdLst/>
            <a:ahLst/>
            <a:rect l="0" t="0" r="r" b="b"/>
            <a:pathLst>
              <a:path fill="none" w="2" h="4">
                <a:moveTo>
                  <a:pt x="0" y="4"/>
                </a:moveTo>
                <a:lnTo>
                  <a:pt x="0" y="2"/>
                </a:lnTo>
                <a:lnTo>
                  <a:pt x="0" y="0"/>
                </a:lnTo>
                <a:lnTo>
                  <a:pt x="2" y="0"/>
                </a:lnTo>
                <a:lnTo>
                  <a:pt x="2" y="2"/>
                </a:lnTo>
                <a:lnTo>
                  <a:pt x="0" y="4"/>
                </a:lnTo>
              </a:path>
            </a:pathLst>
          </a:custGeom>
          <a:ln w="4680">
            <a:solidFill>
              <a:srgbClr val="4A4A4A"/>
            </a:solidFill>
            <a:round/>
          </a:ln>
        </p:spPr>
        <p:txBody>
          <a:bodyPr lIns="2160" tIns="-720" rIns="2160" bIns="-7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32" name=""/>
          <p:cNvSpPr/>
          <p:nvPr/>
        </p:nvSpPr>
        <p:spPr>
          <a:xfrm>
            <a:off x="4828680" y="1855800"/>
            <a:ext cx="1440" cy="1440"/>
          </a:xfrm>
          <a:custGeom>
            <a:avLst/>
            <a:gdLst/>
            <a:ahLst/>
            <a:rect l="0" t="0" r="r" b="b"/>
            <a:pathLst>
              <a:path fill="none" w="4" h="4">
                <a:moveTo>
                  <a:pt x="3" y="0"/>
                </a:moveTo>
                <a:lnTo>
                  <a:pt x="4" y="2"/>
                </a:lnTo>
                <a:lnTo>
                  <a:pt x="3" y="2"/>
                </a:lnTo>
                <a:lnTo>
                  <a:pt x="1" y="2"/>
                </a:lnTo>
                <a:lnTo>
                  <a:pt x="3" y="4"/>
                </a:lnTo>
                <a:lnTo>
                  <a:pt x="1" y="4"/>
                </a:lnTo>
                <a:lnTo>
                  <a:pt x="0" y="4"/>
                </a:lnTo>
                <a:lnTo>
                  <a:pt x="0" y="2"/>
                </a:lnTo>
                <a:lnTo>
                  <a:pt x="1" y="2"/>
                </a:lnTo>
                <a:lnTo>
                  <a:pt x="3" y="0"/>
                </a:lnTo>
              </a:path>
            </a:pathLst>
          </a:custGeom>
          <a:ln w="4680">
            <a:solidFill>
              <a:srgbClr val="4A4A4A"/>
            </a:solidFill>
            <a:round/>
          </a:ln>
        </p:spPr>
        <p:txBody>
          <a:bodyPr lIns="2160" tIns="-720" rIns="2160" bIns="-7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33" name=""/>
          <p:cNvSpPr/>
          <p:nvPr/>
        </p:nvSpPr>
        <p:spPr>
          <a:xfrm>
            <a:off x="4792320" y="1855800"/>
            <a:ext cx="9360" cy="5400"/>
          </a:xfrm>
          <a:custGeom>
            <a:avLst/>
            <a:gdLst/>
            <a:ahLst/>
            <a:rect l="0" t="0" r="r" b="b"/>
            <a:pathLst>
              <a:path fill="none" w="26" h="15">
                <a:moveTo>
                  <a:pt x="15" y="1"/>
                </a:moveTo>
                <a:lnTo>
                  <a:pt x="17" y="2"/>
                </a:lnTo>
                <a:lnTo>
                  <a:pt x="18" y="2"/>
                </a:lnTo>
                <a:lnTo>
                  <a:pt x="19" y="1"/>
                </a:lnTo>
                <a:lnTo>
                  <a:pt x="19" y="0"/>
                </a:lnTo>
                <a:lnTo>
                  <a:pt x="19" y="1"/>
                </a:lnTo>
                <a:lnTo>
                  <a:pt x="20" y="1"/>
                </a:lnTo>
                <a:lnTo>
                  <a:pt x="20" y="2"/>
                </a:lnTo>
                <a:lnTo>
                  <a:pt x="21" y="2"/>
                </a:lnTo>
                <a:lnTo>
                  <a:pt x="21" y="1"/>
                </a:lnTo>
                <a:lnTo>
                  <a:pt x="22" y="1"/>
                </a:lnTo>
                <a:lnTo>
                  <a:pt x="23" y="0"/>
                </a:lnTo>
                <a:lnTo>
                  <a:pt x="23" y="1"/>
                </a:lnTo>
                <a:lnTo>
                  <a:pt x="24" y="1"/>
                </a:lnTo>
                <a:lnTo>
                  <a:pt x="24" y="2"/>
                </a:lnTo>
                <a:lnTo>
                  <a:pt x="25" y="2"/>
                </a:lnTo>
                <a:lnTo>
                  <a:pt x="25" y="1"/>
                </a:lnTo>
                <a:lnTo>
                  <a:pt x="26" y="2"/>
                </a:lnTo>
                <a:lnTo>
                  <a:pt x="26" y="3"/>
                </a:lnTo>
                <a:lnTo>
                  <a:pt x="25" y="5"/>
                </a:lnTo>
                <a:lnTo>
                  <a:pt x="25" y="6"/>
                </a:lnTo>
                <a:lnTo>
                  <a:pt x="24" y="6"/>
                </a:lnTo>
                <a:lnTo>
                  <a:pt x="23" y="6"/>
                </a:lnTo>
                <a:lnTo>
                  <a:pt x="21" y="7"/>
                </a:lnTo>
                <a:lnTo>
                  <a:pt x="20" y="7"/>
                </a:lnTo>
                <a:lnTo>
                  <a:pt x="20" y="8"/>
                </a:lnTo>
                <a:lnTo>
                  <a:pt x="19" y="8"/>
                </a:lnTo>
                <a:lnTo>
                  <a:pt x="18" y="8"/>
                </a:lnTo>
                <a:lnTo>
                  <a:pt x="17" y="8"/>
                </a:lnTo>
                <a:lnTo>
                  <a:pt x="18" y="7"/>
                </a:lnTo>
                <a:lnTo>
                  <a:pt x="17" y="7"/>
                </a:lnTo>
                <a:lnTo>
                  <a:pt x="16" y="7"/>
                </a:lnTo>
                <a:lnTo>
                  <a:pt x="15" y="8"/>
                </a:lnTo>
                <a:lnTo>
                  <a:pt x="14" y="8"/>
                </a:lnTo>
                <a:lnTo>
                  <a:pt x="13" y="9"/>
                </a:lnTo>
                <a:lnTo>
                  <a:pt x="12" y="10"/>
                </a:lnTo>
                <a:lnTo>
                  <a:pt x="11" y="11"/>
                </a:lnTo>
                <a:lnTo>
                  <a:pt x="10" y="12"/>
                </a:lnTo>
                <a:lnTo>
                  <a:pt x="9" y="13"/>
                </a:lnTo>
                <a:lnTo>
                  <a:pt x="8" y="14"/>
                </a:lnTo>
                <a:lnTo>
                  <a:pt x="7" y="14"/>
                </a:lnTo>
                <a:lnTo>
                  <a:pt x="7" y="13"/>
                </a:lnTo>
                <a:lnTo>
                  <a:pt x="6" y="13"/>
                </a:lnTo>
                <a:lnTo>
                  <a:pt x="5" y="14"/>
                </a:lnTo>
                <a:lnTo>
                  <a:pt x="4" y="14"/>
                </a:lnTo>
                <a:lnTo>
                  <a:pt x="4" y="15"/>
                </a:lnTo>
                <a:lnTo>
                  <a:pt x="3" y="15"/>
                </a:lnTo>
                <a:lnTo>
                  <a:pt x="2" y="15"/>
                </a:lnTo>
                <a:lnTo>
                  <a:pt x="0" y="15"/>
                </a:lnTo>
                <a:lnTo>
                  <a:pt x="2" y="15"/>
                </a:lnTo>
                <a:lnTo>
                  <a:pt x="0" y="14"/>
                </a:lnTo>
                <a:lnTo>
                  <a:pt x="2" y="14"/>
                </a:lnTo>
                <a:lnTo>
                  <a:pt x="3" y="14"/>
                </a:lnTo>
                <a:lnTo>
                  <a:pt x="2" y="13"/>
                </a:lnTo>
                <a:lnTo>
                  <a:pt x="3" y="13"/>
                </a:lnTo>
                <a:lnTo>
                  <a:pt x="4" y="13"/>
                </a:lnTo>
                <a:lnTo>
                  <a:pt x="4" y="12"/>
                </a:lnTo>
                <a:lnTo>
                  <a:pt x="3" y="11"/>
                </a:lnTo>
                <a:lnTo>
                  <a:pt x="4" y="11"/>
                </a:lnTo>
                <a:lnTo>
                  <a:pt x="4" y="10"/>
                </a:lnTo>
                <a:lnTo>
                  <a:pt x="5" y="10"/>
                </a:lnTo>
                <a:lnTo>
                  <a:pt x="6" y="9"/>
                </a:lnTo>
                <a:lnTo>
                  <a:pt x="6" y="8"/>
                </a:lnTo>
                <a:lnTo>
                  <a:pt x="7" y="7"/>
                </a:lnTo>
                <a:lnTo>
                  <a:pt x="6" y="6"/>
                </a:lnTo>
                <a:lnTo>
                  <a:pt x="6" y="5"/>
                </a:lnTo>
                <a:lnTo>
                  <a:pt x="5" y="5"/>
                </a:lnTo>
                <a:lnTo>
                  <a:pt x="4" y="5"/>
                </a:lnTo>
                <a:lnTo>
                  <a:pt x="4" y="3"/>
                </a:lnTo>
                <a:lnTo>
                  <a:pt x="4" y="2"/>
                </a:lnTo>
                <a:lnTo>
                  <a:pt x="5" y="1"/>
                </a:lnTo>
                <a:lnTo>
                  <a:pt x="6" y="1"/>
                </a:lnTo>
                <a:lnTo>
                  <a:pt x="6" y="2"/>
                </a:lnTo>
                <a:lnTo>
                  <a:pt x="7" y="2"/>
                </a:lnTo>
                <a:lnTo>
                  <a:pt x="8" y="3"/>
                </a:lnTo>
                <a:lnTo>
                  <a:pt x="9" y="3"/>
                </a:lnTo>
                <a:lnTo>
                  <a:pt x="9" y="2"/>
                </a:lnTo>
                <a:lnTo>
                  <a:pt x="11" y="2"/>
                </a:lnTo>
                <a:lnTo>
                  <a:pt x="11" y="3"/>
                </a:lnTo>
                <a:lnTo>
                  <a:pt x="11" y="2"/>
                </a:lnTo>
                <a:lnTo>
                  <a:pt x="12" y="1"/>
                </a:lnTo>
                <a:lnTo>
                  <a:pt x="13" y="1"/>
                </a:lnTo>
                <a:lnTo>
                  <a:pt x="14" y="0"/>
                </a:lnTo>
                <a:lnTo>
                  <a:pt x="15" y="0"/>
                </a:lnTo>
                <a:lnTo>
                  <a:pt x="15" y="1"/>
                </a:lnTo>
              </a:path>
            </a:pathLst>
          </a:custGeom>
          <a:ln w="4680">
            <a:solidFill>
              <a:srgbClr val="4A4A4A"/>
            </a:solidFill>
            <a:round/>
          </a:ln>
        </p:spPr>
        <p:txBody>
          <a:bodyPr lIns="2160" tIns="2160" rIns="2160" bIns="21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34" name=""/>
          <p:cNvSpPr/>
          <p:nvPr/>
        </p:nvSpPr>
        <p:spPr>
          <a:xfrm>
            <a:off x="4829400" y="1855440"/>
            <a:ext cx="360" cy="360"/>
          </a:xfrm>
          <a:custGeom>
            <a:avLst/>
            <a:gdLst/>
            <a:ahLst/>
            <a:rect l="0" t="0" r="r" b="b"/>
            <a:pathLst>
              <a:path fill="none" w="1" h="1">
                <a:moveTo>
                  <a:pt x="1" y="1"/>
                </a:moveTo>
                <a:lnTo>
                  <a:pt x="0" y="1"/>
                </a:lnTo>
                <a:lnTo>
                  <a:pt x="0" y="0"/>
                </a:lnTo>
                <a:lnTo>
                  <a:pt x="1" y="0"/>
                </a:lnTo>
                <a:lnTo>
                  <a:pt x="1" y="1"/>
                </a:lnTo>
              </a:path>
            </a:pathLst>
          </a:custGeom>
          <a:ln w="4680">
            <a:solidFill>
              <a:srgbClr val="4A4A4A"/>
            </a:solidFill>
            <a:round/>
          </a:ln>
        </p:spPr>
        <p:txBody>
          <a:bodyPr lIns="2160" tIns="-1800" rIns="2160" bIns="-180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35" name=""/>
          <p:cNvSpPr/>
          <p:nvPr/>
        </p:nvSpPr>
        <p:spPr>
          <a:xfrm>
            <a:off x="4838040" y="1854720"/>
            <a:ext cx="2160" cy="1800"/>
          </a:xfrm>
          <a:custGeom>
            <a:avLst/>
            <a:gdLst/>
            <a:ahLst/>
            <a:rect l="0" t="0" r="r" b="b"/>
            <a:pathLst>
              <a:path fill="none" w="6" h="5">
                <a:moveTo>
                  <a:pt x="3" y="0"/>
                </a:moveTo>
                <a:lnTo>
                  <a:pt x="3" y="2"/>
                </a:lnTo>
                <a:lnTo>
                  <a:pt x="5" y="2"/>
                </a:lnTo>
                <a:lnTo>
                  <a:pt x="6" y="2"/>
                </a:lnTo>
                <a:lnTo>
                  <a:pt x="6" y="3"/>
                </a:lnTo>
                <a:lnTo>
                  <a:pt x="5" y="3"/>
                </a:lnTo>
                <a:lnTo>
                  <a:pt x="3" y="5"/>
                </a:lnTo>
                <a:lnTo>
                  <a:pt x="3" y="3"/>
                </a:lnTo>
                <a:lnTo>
                  <a:pt x="2" y="3"/>
                </a:lnTo>
                <a:lnTo>
                  <a:pt x="1" y="5"/>
                </a:lnTo>
                <a:lnTo>
                  <a:pt x="1" y="3"/>
                </a:lnTo>
                <a:lnTo>
                  <a:pt x="1" y="2"/>
                </a:lnTo>
                <a:lnTo>
                  <a:pt x="0" y="3"/>
                </a:lnTo>
                <a:lnTo>
                  <a:pt x="0" y="2"/>
                </a:lnTo>
                <a:lnTo>
                  <a:pt x="1" y="2"/>
                </a:lnTo>
                <a:lnTo>
                  <a:pt x="2" y="2"/>
                </a:lnTo>
                <a:lnTo>
                  <a:pt x="2" y="0"/>
                </a:lnTo>
                <a:lnTo>
                  <a:pt x="3" y="0"/>
                </a:lnTo>
              </a:path>
            </a:pathLst>
          </a:custGeom>
          <a:ln w="4680">
            <a:solidFill>
              <a:srgbClr val="4A4A4A"/>
            </a:solidFill>
            <a:round/>
          </a:ln>
        </p:spPr>
        <p:txBody>
          <a:bodyPr lIns="2160" tIns="-360" rIns="2160" bIns="-3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36" name=""/>
          <p:cNvSpPr/>
          <p:nvPr/>
        </p:nvSpPr>
        <p:spPr>
          <a:xfrm>
            <a:off x="4792680" y="1854360"/>
            <a:ext cx="720" cy="1440"/>
          </a:xfrm>
          <a:custGeom>
            <a:avLst/>
            <a:gdLst/>
            <a:ahLst/>
            <a:rect l="0" t="0" r="r" b="b"/>
            <a:pathLst>
              <a:path fill="none" w="2" h="4">
                <a:moveTo>
                  <a:pt x="2" y="1"/>
                </a:moveTo>
                <a:lnTo>
                  <a:pt x="2" y="4"/>
                </a:lnTo>
                <a:lnTo>
                  <a:pt x="0" y="3"/>
                </a:lnTo>
                <a:lnTo>
                  <a:pt x="0" y="1"/>
                </a:lnTo>
                <a:lnTo>
                  <a:pt x="0" y="0"/>
                </a:lnTo>
                <a:lnTo>
                  <a:pt x="2" y="1"/>
                </a:lnTo>
              </a:path>
            </a:pathLst>
          </a:custGeom>
          <a:ln w="4680">
            <a:solidFill>
              <a:srgbClr val="4A4A4A"/>
            </a:solidFill>
            <a:round/>
          </a:ln>
        </p:spPr>
        <p:txBody>
          <a:bodyPr lIns="2160" tIns="-720" rIns="2160" bIns="-7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37" name=""/>
          <p:cNvSpPr/>
          <p:nvPr/>
        </p:nvSpPr>
        <p:spPr>
          <a:xfrm>
            <a:off x="4791240" y="1854360"/>
            <a:ext cx="1080" cy="1440"/>
          </a:xfrm>
          <a:custGeom>
            <a:avLst/>
            <a:gdLst/>
            <a:ahLst/>
            <a:rect l="0" t="0" r="r" b="b"/>
            <a:pathLst>
              <a:path fill="none" w="3" h="4">
                <a:moveTo>
                  <a:pt x="1" y="0"/>
                </a:moveTo>
                <a:lnTo>
                  <a:pt x="3" y="1"/>
                </a:lnTo>
                <a:lnTo>
                  <a:pt x="3" y="3"/>
                </a:lnTo>
                <a:lnTo>
                  <a:pt x="1" y="4"/>
                </a:lnTo>
                <a:lnTo>
                  <a:pt x="0" y="4"/>
                </a:lnTo>
                <a:lnTo>
                  <a:pt x="0" y="3"/>
                </a:lnTo>
                <a:lnTo>
                  <a:pt x="0" y="1"/>
                </a:lnTo>
                <a:lnTo>
                  <a:pt x="0" y="0"/>
                </a:lnTo>
                <a:lnTo>
                  <a:pt x="1" y="0"/>
                </a:lnTo>
              </a:path>
            </a:pathLst>
          </a:custGeom>
          <a:ln w="4680">
            <a:solidFill>
              <a:srgbClr val="4A4A4A"/>
            </a:solidFill>
            <a:round/>
          </a:ln>
        </p:spPr>
        <p:txBody>
          <a:bodyPr lIns="2160" tIns="-720" rIns="2160" bIns="-7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38" name=""/>
          <p:cNvSpPr/>
          <p:nvPr/>
        </p:nvSpPr>
        <p:spPr>
          <a:xfrm>
            <a:off x="4650840" y="1852920"/>
            <a:ext cx="2880" cy="2880"/>
          </a:xfrm>
          <a:custGeom>
            <a:avLst/>
            <a:gdLst/>
            <a:ahLst/>
            <a:rect l="0" t="0" r="r" b="b"/>
            <a:pathLst>
              <a:path fill="none" w="8" h="8">
                <a:moveTo>
                  <a:pt x="8" y="2"/>
                </a:moveTo>
                <a:lnTo>
                  <a:pt x="7" y="2"/>
                </a:lnTo>
                <a:lnTo>
                  <a:pt x="6" y="3"/>
                </a:lnTo>
                <a:lnTo>
                  <a:pt x="5" y="3"/>
                </a:lnTo>
                <a:lnTo>
                  <a:pt x="5" y="5"/>
                </a:lnTo>
                <a:lnTo>
                  <a:pt x="4" y="5"/>
                </a:lnTo>
                <a:lnTo>
                  <a:pt x="4" y="6"/>
                </a:lnTo>
                <a:lnTo>
                  <a:pt x="4" y="7"/>
                </a:lnTo>
                <a:lnTo>
                  <a:pt x="3" y="7"/>
                </a:lnTo>
                <a:lnTo>
                  <a:pt x="3" y="8"/>
                </a:lnTo>
                <a:lnTo>
                  <a:pt x="1" y="8"/>
                </a:lnTo>
                <a:lnTo>
                  <a:pt x="1" y="7"/>
                </a:lnTo>
                <a:lnTo>
                  <a:pt x="3" y="6"/>
                </a:lnTo>
                <a:lnTo>
                  <a:pt x="4" y="5"/>
                </a:lnTo>
                <a:lnTo>
                  <a:pt x="3" y="5"/>
                </a:lnTo>
                <a:lnTo>
                  <a:pt x="1" y="5"/>
                </a:lnTo>
                <a:lnTo>
                  <a:pt x="1" y="3"/>
                </a:lnTo>
                <a:lnTo>
                  <a:pt x="0" y="2"/>
                </a:lnTo>
                <a:lnTo>
                  <a:pt x="1" y="2"/>
                </a:lnTo>
                <a:lnTo>
                  <a:pt x="1" y="1"/>
                </a:lnTo>
                <a:lnTo>
                  <a:pt x="3" y="2"/>
                </a:lnTo>
                <a:lnTo>
                  <a:pt x="3" y="1"/>
                </a:lnTo>
                <a:lnTo>
                  <a:pt x="4" y="1"/>
                </a:lnTo>
                <a:lnTo>
                  <a:pt x="5" y="0"/>
                </a:lnTo>
                <a:lnTo>
                  <a:pt x="6" y="0"/>
                </a:lnTo>
                <a:lnTo>
                  <a:pt x="7" y="1"/>
                </a:lnTo>
                <a:lnTo>
                  <a:pt x="8" y="1"/>
                </a:lnTo>
                <a:lnTo>
                  <a:pt x="8" y="2"/>
                </a:lnTo>
              </a:path>
            </a:pathLst>
          </a:custGeom>
          <a:ln w="4680">
            <a:solidFill>
              <a:srgbClr val="4A4A4A"/>
            </a:solidFill>
            <a:round/>
          </a:ln>
        </p:spPr>
        <p:txBody>
          <a:bodyPr lIns="2160" tIns="720" rIns="2160" bIns="7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39" name=""/>
          <p:cNvSpPr/>
          <p:nvPr/>
        </p:nvSpPr>
        <p:spPr>
          <a:xfrm>
            <a:off x="4791960" y="1852920"/>
            <a:ext cx="360" cy="720"/>
          </a:xfrm>
          <a:custGeom>
            <a:avLst/>
            <a:gdLst/>
            <a:ahLst/>
            <a:rect l="0" t="0" r="r" b="b"/>
            <a:pathLst>
              <a:path fill="none" w="1" h="2">
                <a:moveTo>
                  <a:pt x="1" y="1"/>
                </a:moveTo>
                <a:lnTo>
                  <a:pt x="1" y="2"/>
                </a:lnTo>
                <a:lnTo>
                  <a:pt x="0" y="2"/>
                </a:lnTo>
                <a:lnTo>
                  <a:pt x="0" y="1"/>
                </a:lnTo>
                <a:lnTo>
                  <a:pt x="1" y="1"/>
                </a:lnTo>
                <a:lnTo>
                  <a:pt x="1" y="0"/>
                </a:lnTo>
                <a:lnTo>
                  <a:pt x="1" y="1"/>
                </a:lnTo>
              </a:path>
            </a:pathLst>
          </a:custGeom>
          <a:ln w="4680">
            <a:solidFill>
              <a:srgbClr val="4A4A4A"/>
            </a:solidFill>
            <a:round/>
          </a:ln>
        </p:spPr>
        <p:txBody>
          <a:bodyPr lIns="2160" tIns="-1440" rIns="2160" bIns="-144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40" name=""/>
          <p:cNvSpPr/>
          <p:nvPr/>
        </p:nvSpPr>
        <p:spPr>
          <a:xfrm>
            <a:off x="4819320" y="1852920"/>
            <a:ext cx="1440" cy="2160"/>
          </a:xfrm>
          <a:custGeom>
            <a:avLst/>
            <a:gdLst/>
            <a:ahLst/>
            <a:rect l="0" t="0" r="r" b="b"/>
            <a:pathLst>
              <a:path fill="none" w="4" h="6">
                <a:moveTo>
                  <a:pt x="4" y="3"/>
                </a:moveTo>
                <a:lnTo>
                  <a:pt x="4" y="4"/>
                </a:lnTo>
                <a:lnTo>
                  <a:pt x="3" y="5"/>
                </a:lnTo>
                <a:lnTo>
                  <a:pt x="4" y="5"/>
                </a:lnTo>
                <a:lnTo>
                  <a:pt x="3" y="6"/>
                </a:lnTo>
                <a:lnTo>
                  <a:pt x="2" y="6"/>
                </a:lnTo>
                <a:lnTo>
                  <a:pt x="0" y="5"/>
                </a:lnTo>
                <a:lnTo>
                  <a:pt x="0" y="4"/>
                </a:lnTo>
                <a:lnTo>
                  <a:pt x="2" y="4"/>
                </a:lnTo>
                <a:lnTo>
                  <a:pt x="2" y="3"/>
                </a:lnTo>
                <a:lnTo>
                  <a:pt x="3" y="3"/>
                </a:lnTo>
                <a:lnTo>
                  <a:pt x="3" y="2"/>
                </a:lnTo>
                <a:lnTo>
                  <a:pt x="3" y="0"/>
                </a:lnTo>
                <a:lnTo>
                  <a:pt x="4" y="0"/>
                </a:lnTo>
                <a:lnTo>
                  <a:pt x="4" y="2"/>
                </a:lnTo>
                <a:lnTo>
                  <a:pt x="4" y="3"/>
                </a:lnTo>
              </a:path>
            </a:pathLst>
          </a:custGeom>
          <a:ln w="4680">
            <a:solidFill>
              <a:srgbClr val="4A4A4A"/>
            </a:solidFill>
            <a:round/>
          </a:ln>
        </p:spPr>
        <p:txBody>
          <a:bodyPr lIns="2160" tIns="0" rIns="216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41" name=""/>
          <p:cNvSpPr/>
          <p:nvPr/>
        </p:nvSpPr>
        <p:spPr>
          <a:xfrm>
            <a:off x="4791960" y="1852560"/>
            <a:ext cx="360" cy="360"/>
          </a:xfrm>
          <a:custGeom>
            <a:avLst/>
            <a:gdLst/>
            <a:ahLst/>
            <a:rect l="0" t="0" r="r" b="b"/>
            <a:pathLst>
              <a:path fill="none" w="1" h="1">
                <a:moveTo>
                  <a:pt x="0" y="1"/>
                </a:moveTo>
                <a:lnTo>
                  <a:pt x="0" y="0"/>
                </a:lnTo>
                <a:lnTo>
                  <a:pt x="1" y="0"/>
                </a:lnTo>
                <a:lnTo>
                  <a:pt x="1" y="1"/>
                </a:lnTo>
                <a:lnTo>
                  <a:pt x="0" y="1"/>
                </a:lnTo>
              </a:path>
            </a:pathLst>
          </a:custGeom>
          <a:ln w="4680">
            <a:solidFill>
              <a:srgbClr val="4A4A4A"/>
            </a:solidFill>
            <a:round/>
          </a:ln>
        </p:spPr>
        <p:txBody>
          <a:bodyPr lIns="2160" tIns="-1800" rIns="2160" bIns="-180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42" name=""/>
          <p:cNvSpPr/>
          <p:nvPr/>
        </p:nvSpPr>
        <p:spPr>
          <a:xfrm>
            <a:off x="4823280" y="1851120"/>
            <a:ext cx="6480" cy="6480"/>
          </a:xfrm>
          <a:custGeom>
            <a:avLst/>
            <a:gdLst/>
            <a:ahLst/>
            <a:rect l="0" t="0" r="r" b="b"/>
            <a:pathLst>
              <a:path fill="none" w="18" h="18">
                <a:moveTo>
                  <a:pt x="16" y="2"/>
                </a:moveTo>
                <a:lnTo>
                  <a:pt x="16" y="0"/>
                </a:lnTo>
                <a:lnTo>
                  <a:pt x="17" y="0"/>
                </a:lnTo>
                <a:lnTo>
                  <a:pt x="17" y="2"/>
                </a:lnTo>
                <a:lnTo>
                  <a:pt x="18" y="3"/>
                </a:lnTo>
                <a:lnTo>
                  <a:pt x="17" y="4"/>
                </a:lnTo>
                <a:lnTo>
                  <a:pt x="17" y="5"/>
                </a:lnTo>
                <a:lnTo>
                  <a:pt x="16" y="5"/>
                </a:lnTo>
                <a:lnTo>
                  <a:pt x="14" y="6"/>
                </a:lnTo>
                <a:lnTo>
                  <a:pt x="14" y="7"/>
                </a:lnTo>
                <a:lnTo>
                  <a:pt x="14" y="8"/>
                </a:lnTo>
                <a:lnTo>
                  <a:pt x="14" y="9"/>
                </a:lnTo>
                <a:lnTo>
                  <a:pt x="15" y="9"/>
                </a:lnTo>
                <a:lnTo>
                  <a:pt x="15" y="10"/>
                </a:lnTo>
                <a:lnTo>
                  <a:pt x="16" y="10"/>
                </a:lnTo>
                <a:lnTo>
                  <a:pt x="17" y="10"/>
                </a:lnTo>
                <a:lnTo>
                  <a:pt x="18" y="10"/>
                </a:lnTo>
                <a:lnTo>
                  <a:pt x="17" y="11"/>
                </a:lnTo>
                <a:lnTo>
                  <a:pt x="16" y="11"/>
                </a:lnTo>
                <a:lnTo>
                  <a:pt x="15" y="11"/>
                </a:lnTo>
                <a:lnTo>
                  <a:pt x="14" y="11"/>
                </a:lnTo>
                <a:lnTo>
                  <a:pt x="14" y="12"/>
                </a:lnTo>
                <a:lnTo>
                  <a:pt x="14" y="13"/>
                </a:lnTo>
                <a:lnTo>
                  <a:pt x="13" y="13"/>
                </a:lnTo>
                <a:lnTo>
                  <a:pt x="12" y="13"/>
                </a:lnTo>
                <a:lnTo>
                  <a:pt x="12" y="14"/>
                </a:lnTo>
                <a:lnTo>
                  <a:pt x="13" y="14"/>
                </a:lnTo>
                <a:lnTo>
                  <a:pt x="13" y="15"/>
                </a:lnTo>
                <a:lnTo>
                  <a:pt x="12" y="15"/>
                </a:lnTo>
                <a:lnTo>
                  <a:pt x="12" y="14"/>
                </a:lnTo>
                <a:lnTo>
                  <a:pt x="11" y="14"/>
                </a:lnTo>
                <a:lnTo>
                  <a:pt x="11" y="15"/>
                </a:lnTo>
                <a:lnTo>
                  <a:pt x="10" y="15"/>
                </a:lnTo>
                <a:lnTo>
                  <a:pt x="10" y="14"/>
                </a:lnTo>
                <a:lnTo>
                  <a:pt x="9" y="14"/>
                </a:lnTo>
                <a:lnTo>
                  <a:pt x="8" y="14"/>
                </a:lnTo>
                <a:lnTo>
                  <a:pt x="7" y="13"/>
                </a:lnTo>
                <a:lnTo>
                  <a:pt x="6" y="13"/>
                </a:lnTo>
                <a:lnTo>
                  <a:pt x="6" y="14"/>
                </a:lnTo>
                <a:lnTo>
                  <a:pt x="5" y="15"/>
                </a:lnTo>
                <a:lnTo>
                  <a:pt x="4" y="15"/>
                </a:lnTo>
                <a:lnTo>
                  <a:pt x="3" y="15"/>
                </a:lnTo>
                <a:lnTo>
                  <a:pt x="3" y="16"/>
                </a:lnTo>
                <a:lnTo>
                  <a:pt x="4" y="17"/>
                </a:lnTo>
                <a:lnTo>
                  <a:pt x="5" y="17"/>
                </a:lnTo>
                <a:lnTo>
                  <a:pt x="6" y="17"/>
                </a:lnTo>
                <a:lnTo>
                  <a:pt x="5" y="17"/>
                </a:lnTo>
                <a:lnTo>
                  <a:pt x="5" y="18"/>
                </a:lnTo>
                <a:lnTo>
                  <a:pt x="5" y="17"/>
                </a:lnTo>
                <a:lnTo>
                  <a:pt x="4" y="18"/>
                </a:lnTo>
                <a:lnTo>
                  <a:pt x="4" y="17"/>
                </a:lnTo>
                <a:lnTo>
                  <a:pt x="3" y="17"/>
                </a:lnTo>
                <a:lnTo>
                  <a:pt x="1" y="18"/>
                </a:lnTo>
                <a:lnTo>
                  <a:pt x="0" y="18"/>
                </a:lnTo>
                <a:lnTo>
                  <a:pt x="0" y="17"/>
                </a:lnTo>
                <a:lnTo>
                  <a:pt x="1" y="17"/>
                </a:lnTo>
                <a:lnTo>
                  <a:pt x="1" y="16"/>
                </a:lnTo>
                <a:lnTo>
                  <a:pt x="3" y="16"/>
                </a:lnTo>
                <a:lnTo>
                  <a:pt x="1" y="16"/>
                </a:lnTo>
                <a:lnTo>
                  <a:pt x="3" y="16"/>
                </a:lnTo>
                <a:lnTo>
                  <a:pt x="3" y="15"/>
                </a:lnTo>
                <a:lnTo>
                  <a:pt x="1" y="15"/>
                </a:lnTo>
                <a:lnTo>
                  <a:pt x="1" y="14"/>
                </a:lnTo>
                <a:lnTo>
                  <a:pt x="3" y="13"/>
                </a:lnTo>
                <a:lnTo>
                  <a:pt x="1" y="13"/>
                </a:lnTo>
                <a:lnTo>
                  <a:pt x="3" y="12"/>
                </a:lnTo>
                <a:lnTo>
                  <a:pt x="4" y="13"/>
                </a:lnTo>
                <a:lnTo>
                  <a:pt x="4" y="12"/>
                </a:lnTo>
                <a:lnTo>
                  <a:pt x="5" y="12"/>
                </a:lnTo>
                <a:lnTo>
                  <a:pt x="6" y="11"/>
                </a:lnTo>
                <a:lnTo>
                  <a:pt x="7" y="10"/>
                </a:lnTo>
                <a:lnTo>
                  <a:pt x="7" y="9"/>
                </a:lnTo>
                <a:lnTo>
                  <a:pt x="6" y="9"/>
                </a:lnTo>
                <a:lnTo>
                  <a:pt x="5" y="9"/>
                </a:lnTo>
                <a:lnTo>
                  <a:pt x="5" y="8"/>
                </a:lnTo>
                <a:lnTo>
                  <a:pt x="6" y="8"/>
                </a:lnTo>
                <a:lnTo>
                  <a:pt x="6" y="7"/>
                </a:lnTo>
                <a:lnTo>
                  <a:pt x="7" y="7"/>
                </a:lnTo>
                <a:lnTo>
                  <a:pt x="8" y="7"/>
                </a:lnTo>
                <a:lnTo>
                  <a:pt x="9" y="5"/>
                </a:lnTo>
                <a:lnTo>
                  <a:pt x="8" y="5"/>
                </a:lnTo>
                <a:lnTo>
                  <a:pt x="8" y="4"/>
                </a:lnTo>
                <a:lnTo>
                  <a:pt x="10" y="3"/>
                </a:lnTo>
                <a:lnTo>
                  <a:pt x="11" y="3"/>
                </a:lnTo>
                <a:lnTo>
                  <a:pt x="12" y="3"/>
                </a:lnTo>
                <a:lnTo>
                  <a:pt x="12" y="2"/>
                </a:lnTo>
                <a:lnTo>
                  <a:pt x="12" y="3"/>
                </a:lnTo>
                <a:lnTo>
                  <a:pt x="13" y="3"/>
                </a:lnTo>
                <a:lnTo>
                  <a:pt x="13" y="2"/>
                </a:lnTo>
                <a:lnTo>
                  <a:pt x="14" y="2"/>
                </a:lnTo>
                <a:lnTo>
                  <a:pt x="14" y="0"/>
                </a:lnTo>
                <a:lnTo>
                  <a:pt x="15" y="0"/>
                </a:lnTo>
                <a:lnTo>
                  <a:pt x="16" y="0"/>
                </a:lnTo>
                <a:lnTo>
                  <a:pt x="16" y="2"/>
                </a:lnTo>
              </a:path>
            </a:pathLst>
          </a:custGeom>
          <a:ln w="4680">
            <a:solidFill>
              <a:srgbClr val="4A4A4A"/>
            </a:solidFill>
            <a:round/>
          </a:ln>
        </p:spPr>
        <p:txBody>
          <a:bodyPr lIns="2160" tIns="2160" rIns="2160" bIns="21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43" name=""/>
          <p:cNvSpPr/>
          <p:nvPr/>
        </p:nvSpPr>
        <p:spPr>
          <a:xfrm>
            <a:off x="4829760" y="1851120"/>
            <a:ext cx="720" cy="1440"/>
          </a:xfrm>
          <a:custGeom>
            <a:avLst/>
            <a:gdLst/>
            <a:ahLst/>
            <a:rect l="0" t="0" r="r" b="b"/>
            <a:pathLst>
              <a:path fill="none" w="2" h="4">
                <a:moveTo>
                  <a:pt x="0" y="4"/>
                </a:moveTo>
                <a:lnTo>
                  <a:pt x="0" y="2"/>
                </a:lnTo>
                <a:lnTo>
                  <a:pt x="0" y="0"/>
                </a:lnTo>
                <a:lnTo>
                  <a:pt x="2" y="0"/>
                </a:lnTo>
                <a:lnTo>
                  <a:pt x="2" y="2"/>
                </a:lnTo>
                <a:lnTo>
                  <a:pt x="0" y="4"/>
                </a:lnTo>
              </a:path>
            </a:pathLst>
          </a:custGeom>
          <a:ln w="4680">
            <a:solidFill>
              <a:srgbClr val="4A4A4A"/>
            </a:solidFill>
            <a:round/>
          </a:ln>
        </p:spPr>
        <p:txBody>
          <a:bodyPr lIns="2160" tIns="-720" rIns="2160" bIns="-7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44" name=""/>
          <p:cNvSpPr/>
          <p:nvPr/>
        </p:nvSpPr>
        <p:spPr>
          <a:xfrm>
            <a:off x="4830840" y="1847520"/>
            <a:ext cx="7560" cy="10080"/>
          </a:xfrm>
          <a:custGeom>
            <a:avLst/>
            <a:gdLst/>
            <a:ahLst/>
            <a:rect l="0" t="0" r="r" b="b"/>
            <a:pathLst>
              <a:path fill="none" w="21" h="28">
                <a:moveTo>
                  <a:pt x="18" y="1"/>
                </a:moveTo>
                <a:lnTo>
                  <a:pt x="19" y="1"/>
                </a:lnTo>
                <a:lnTo>
                  <a:pt x="20" y="1"/>
                </a:lnTo>
                <a:lnTo>
                  <a:pt x="21" y="1"/>
                </a:lnTo>
                <a:lnTo>
                  <a:pt x="21" y="2"/>
                </a:lnTo>
                <a:lnTo>
                  <a:pt x="21" y="3"/>
                </a:lnTo>
                <a:lnTo>
                  <a:pt x="20" y="3"/>
                </a:lnTo>
                <a:lnTo>
                  <a:pt x="20" y="4"/>
                </a:lnTo>
                <a:lnTo>
                  <a:pt x="19" y="4"/>
                </a:lnTo>
                <a:lnTo>
                  <a:pt x="18" y="4"/>
                </a:lnTo>
                <a:lnTo>
                  <a:pt x="18" y="5"/>
                </a:lnTo>
                <a:lnTo>
                  <a:pt x="16" y="5"/>
                </a:lnTo>
                <a:lnTo>
                  <a:pt x="15" y="5"/>
                </a:lnTo>
                <a:lnTo>
                  <a:pt x="16" y="5"/>
                </a:lnTo>
                <a:lnTo>
                  <a:pt x="15" y="6"/>
                </a:lnTo>
                <a:lnTo>
                  <a:pt x="15" y="7"/>
                </a:lnTo>
                <a:lnTo>
                  <a:pt x="14" y="8"/>
                </a:lnTo>
                <a:lnTo>
                  <a:pt x="15" y="9"/>
                </a:lnTo>
                <a:lnTo>
                  <a:pt x="14" y="9"/>
                </a:lnTo>
                <a:lnTo>
                  <a:pt x="14" y="10"/>
                </a:lnTo>
                <a:lnTo>
                  <a:pt x="13" y="10"/>
                </a:lnTo>
                <a:lnTo>
                  <a:pt x="13" y="11"/>
                </a:lnTo>
                <a:lnTo>
                  <a:pt x="13" y="13"/>
                </a:lnTo>
                <a:lnTo>
                  <a:pt x="13" y="14"/>
                </a:lnTo>
                <a:lnTo>
                  <a:pt x="14" y="14"/>
                </a:lnTo>
                <a:lnTo>
                  <a:pt x="14" y="15"/>
                </a:lnTo>
                <a:lnTo>
                  <a:pt x="14" y="16"/>
                </a:lnTo>
                <a:lnTo>
                  <a:pt x="15" y="16"/>
                </a:lnTo>
                <a:lnTo>
                  <a:pt x="15" y="17"/>
                </a:lnTo>
                <a:lnTo>
                  <a:pt x="14" y="18"/>
                </a:lnTo>
                <a:lnTo>
                  <a:pt x="13" y="19"/>
                </a:lnTo>
                <a:lnTo>
                  <a:pt x="13" y="20"/>
                </a:lnTo>
                <a:lnTo>
                  <a:pt x="13" y="21"/>
                </a:lnTo>
                <a:lnTo>
                  <a:pt x="12" y="21"/>
                </a:lnTo>
                <a:lnTo>
                  <a:pt x="12" y="22"/>
                </a:lnTo>
                <a:lnTo>
                  <a:pt x="13" y="22"/>
                </a:lnTo>
                <a:lnTo>
                  <a:pt x="13" y="23"/>
                </a:lnTo>
                <a:lnTo>
                  <a:pt x="14" y="23"/>
                </a:lnTo>
                <a:lnTo>
                  <a:pt x="14" y="24"/>
                </a:lnTo>
                <a:lnTo>
                  <a:pt x="14" y="25"/>
                </a:lnTo>
                <a:lnTo>
                  <a:pt x="14" y="24"/>
                </a:lnTo>
                <a:lnTo>
                  <a:pt x="15" y="24"/>
                </a:lnTo>
                <a:lnTo>
                  <a:pt x="15" y="25"/>
                </a:lnTo>
                <a:lnTo>
                  <a:pt x="15" y="26"/>
                </a:lnTo>
                <a:lnTo>
                  <a:pt x="14" y="26"/>
                </a:lnTo>
                <a:lnTo>
                  <a:pt x="14" y="27"/>
                </a:lnTo>
                <a:lnTo>
                  <a:pt x="13" y="27"/>
                </a:lnTo>
                <a:lnTo>
                  <a:pt x="12" y="27"/>
                </a:lnTo>
                <a:lnTo>
                  <a:pt x="12" y="28"/>
                </a:lnTo>
                <a:lnTo>
                  <a:pt x="11" y="28"/>
                </a:lnTo>
                <a:lnTo>
                  <a:pt x="10" y="28"/>
                </a:lnTo>
                <a:lnTo>
                  <a:pt x="11" y="28"/>
                </a:lnTo>
                <a:lnTo>
                  <a:pt x="10" y="28"/>
                </a:lnTo>
                <a:lnTo>
                  <a:pt x="9" y="28"/>
                </a:lnTo>
                <a:lnTo>
                  <a:pt x="9" y="27"/>
                </a:lnTo>
                <a:lnTo>
                  <a:pt x="10" y="27"/>
                </a:lnTo>
                <a:lnTo>
                  <a:pt x="10" y="26"/>
                </a:lnTo>
                <a:lnTo>
                  <a:pt x="11" y="26"/>
                </a:lnTo>
                <a:lnTo>
                  <a:pt x="10" y="25"/>
                </a:lnTo>
                <a:lnTo>
                  <a:pt x="9" y="25"/>
                </a:lnTo>
                <a:lnTo>
                  <a:pt x="9" y="26"/>
                </a:lnTo>
                <a:lnTo>
                  <a:pt x="8" y="26"/>
                </a:lnTo>
                <a:lnTo>
                  <a:pt x="8" y="25"/>
                </a:lnTo>
                <a:lnTo>
                  <a:pt x="9" y="25"/>
                </a:lnTo>
                <a:lnTo>
                  <a:pt x="8" y="24"/>
                </a:lnTo>
                <a:lnTo>
                  <a:pt x="8" y="23"/>
                </a:lnTo>
                <a:lnTo>
                  <a:pt x="9" y="23"/>
                </a:lnTo>
                <a:lnTo>
                  <a:pt x="8" y="23"/>
                </a:lnTo>
                <a:lnTo>
                  <a:pt x="8" y="22"/>
                </a:lnTo>
                <a:lnTo>
                  <a:pt x="8" y="23"/>
                </a:lnTo>
                <a:lnTo>
                  <a:pt x="7" y="23"/>
                </a:lnTo>
                <a:lnTo>
                  <a:pt x="7" y="24"/>
                </a:lnTo>
                <a:lnTo>
                  <a:pt x="6" y="24"/>
                </a:lnTo>
                <a:lnTo>
                  <a:pt x="4" y="24"/>
                </a:lnTo>
                <a:lnTo>
                  <a:pt x="4" y="23"/>
                </a:lnTo>
                <a:lnTo>
                  <a:pt x="4" y="22"/>
                </a:lnTo>
                <a:lnTo>
                  <a:pt x="6" y="22"/>
                </a:lnTo>
                <a:lnTo>
                  <a:pt x="6" y="21"/>
                </a:lnTo>
                <a:lnTo>
                  <a:pt x="7" y="20"/>
                </a:lnTo>
                <a:lnTo>
                  <a:pt x="7" y="19"/>
                </a:lnTo>
                <a:lnTo>
                  <a:pt x="7" y="18"/>
                </a:lnTo>
                <a:lnTo>
                  <a:pt x="8" y="18"/>
                </a:lnTo>
                <a:lnTo>
                  <a:pt x="9" y="18"/>
                </a:lnTo>
                <a:lnTo>
                  <a:pt x="9" y="19"/>
                </a:lnTo>
                <a:lnTo>
                  <a:pt x="10" y="19"/>
                </a:lnTo>
                <a:lnTo>
                  <a:pt x="10" y="18"/>
                </a:lnTo>
                <a:lnTo>
                  <a:pt x="11" y="18"/>
                </a:lnTo>
                <a:lnTo>
                  <a:pt x="11" y="17"/>
                </a:lnTo>
                <a:lnTo>
                  <a:pt x="10" y="17"/>
                </a:lnTo>
                <a:lnTo>
                  <a:pt x="10" y="16"/>
                </a:lnTo>
                <a:lnTo>
                  <a:pt x="11" y="16"/>
                </a:lnTo>
                <a:lnTo>
                  <a:pt x="11" y="15"/>
                </a:lnTo>
                <a:lnTo>
                  <a:pt x="11" y="14"/>
                </a:lnTo>
                <a:lnTo>
                  <a:pt x="11" y="15"/>
                </a:lnTo>
                <a:lnTo>
                  <a:pt x="11" y="14"/>
                </a:lnTo>
                <a:lnTo>
                  <a:pt x="10" y="14"/>
                </a:lnTo>
                <a:lnTo>
                  <a:pt x="10" y="15"/>
                </a:lnTo>
                <a:lnTo>
                  <a:pt x="9" y="14"/>
                </a:lnTo>
                <a:lnTo>
                  <a:pt x="8" y="14"/>
                </a:lnTo>
                <a:lnTo>
                  <a:pt x="7" y="14"/>
                </a:lnTo>
                <a:lnTo>
                  <a:pt x="6" y="15"/>
                </a:lnTo>
                <a:lnTo>
                  <a:pt x="6" y="16"/>
                </a:lnTo>
                <a:lnTo>
                  <a:pt x="4" y="16"/>
                </a:lnTo>
                <a:lnTo>
                  <a:pt x="3" y="15"/>
                </a:lnTo>
                <a:lnTo>
                  <a:pt x="2" y="15"/>
                </a:lnTo>
                <a:lnTo>
                  <a:pt x="1" y="15"/>
                </a:lnTo>
                <a:lnTo>
                  <a:pt x="2" y="15"/>
                </a:lnTo>
                <a:lnTo>
                  <a:pt x="1" y="15"/>
                </a:lnTo>
                <a:lnTo>
                  <a:pt x="1" y="14"/>
                </a:lnTo>
                <a:lnTo>
                  <a:pt x="2" y="13"/>
                </a:lnTo>
                <a:lnTo>
                  <a:pt x="2" y="14"/>
                </a:lnTo>
                <a:lnTo>
                  <a:pt x="2" y="13"/>
                </a:lnTo>
                <a:lnTo>
                  <a:pt x="2" y="11"/>
                </a:lnTo>
                <a:lnTo>
                  <a:pt x="1" y="11"/>
                </a:lnTo>
                <a:lnTo>
                  <a:pt x="1" y="13"/>
                </a:lnTo>
                <a:lnTo>
                  <a:pt x="1" y="11"/>
                </a:lnTo>
                <a:lnTo>
                  <a:pt x="0" y="11"/>
                </a:lnTo>
                <a:lnTo>
                  <a:pt x="1" y="11"/>
                </a:lnTo>
                <a:lnTo>
                  <a:pt x="1" y="10"/>
                </a:lnTo>
                <a:lnTo>
                  <a:pt x="2" y="10"/>
                </a:lnTo>
                <a:lnTo>
                  <a:pt x="3" y="10"/>
                </a:lnTo>
                <a:lnTo>
                  <a:pt x="3" y="9"/>
                </a:lnTo>
                <a:lnTo>
                  <a:pt x="2" y="9"/>
                </a:lnTo>
                <a:lnTo>
                  <a:pt x="3" y="8"/>
                </a:lnTo>
                <a:lnTo>
                  <a:pt x="4" y="8"/>
                </a:lnTo>
                <a:lnTo>
                  <a:pt x="6" y="8"/>
                </a:lnTo>
                <a:lnTo>
                  <a:pt x="6" y="7"/>
                </a:lnTo>
                <a:lnTo>
                  <a:pt x="7" y="7"/>
                </a:lnTo>
                <a:lnTo>
                  <a:pt x="8" y="7"/>
                </a:lnTo>
                <a:lnTo>
                  <a:pt x="8" y="8"/>
                </a:lnTo>
                <a:lnTo>
                  <a:pt x="7" y="8"/>
                </a:lnTo>
                <a:lnTo>
                  <a:pt x="7" y="9"/>
                </a:lnTo>
                <a:lnTo>
                  <a:pt x="8" y="9"/>
                </a:lnTo>
                <a:lnTo>
                  <a:pt x="8" y="8"/>
                </a:lnTo>
                <a:lnTo>
                  <a:pt x="9" y="8"/>
                </a:lnTo>
                <a:lnTo>
                  <a:pt x="9" y="7"/>
                </a:lnTo>
                <a:lnTo>
                  <a:pt x="9" y="6"/>
                </a:lnTo>
                <a:lnTo>
                  <a:pt x="10" y="6"/>
                </a:lnTo>
                <a:lnTo>
                  <a:pt x="10" y="5"/>
                </a:lnTo>
                <a:lnTo>
                  <a:pt x="9" y="5"/>
                </a:lnTo>
                <a:lnTo>
                  <a:pt x="9" y="4"/>
                </a:lnTo>
                <a:lnTo>
                  <a:pt x="10" y="4"/>
                </a:lnTo>
                <a:lnTo>
                  <a:pt x="10" y="3"/>
                </a:lnTo>
                <a:lnTo>
                  <a:pt x="9" y="3"/>
                </a:lnTo>
                <a:lnTo>
                  <a:pt x="10" y="2"/>
                </a:lnTo>
                <a:lnTo>
                  <a:pt x="10" y="3"/>
                </a:lnTo>
                <a:lnTo>
                  <a:pt x="11" y="3"/>
                </a:lnTo>
                <a:lnTo>
                  <a:pt x="12" y="3"/>
                </a:lnTo>
                <a:lnTo>
                  <a:pt x="12" y="2"/>
                </a:lnTo>
                <a:lnTo>
                  <a:pt x="13" y="2"/>
                </a:lnTo>
                <a:lnTo>
                  <a:pt x="14" y="2"/>
                </a:lnTo>
                <a:lnTo>
                  <a:pt x="15" y="2"/>
                </a:lnTo>
                <a:lnTo>
                  <a:pt x="15" y="1"/>
                </a:lnTo>
                <a:lnTo>
                  <a:pt x="16" y="1"/>
                </a:lnTo>
                <a:lnTo>
                  <a:pt x="16" y="0"/>
                </a:lnTo>
                <a:lnTo>
                  <a:pt x="17" y="0"/>
                </a:lnTo>
                <a:lnTo>
                  <a:pt x="18" y="1"/>
                </a:lnTo>
              </a:path>
            </a:pathLst>
          </a:custGeom>
          <a:ln w="4680">
            <a:solidFill>
              <a:srgbClr val="4A4A4A"/>
            </a:solidFill>
            <a:round/>
          </a:ln>
        </p:spPr>
        <p:txBody>
          <a:bodyPr lIns="2160" tIns="2160" rIns="2160" bIns="21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45" name=""/>
          <p:cNvSpPr/>
          <p:nvPr/>
        </p:nvSpPr>
        <p:spPr>
          <a:xfrm>
            <a:off x="4843440" y="1842120"/>
            <a:ext cx="2160" cy="2160"/>
          </a:xfrm>
          <a:custGeom>
            <a:avLst/>
            <a:gdLst/>
            <a:ahLst/>
            <a:rect l="0" t="0" r="r" b="b"/>
            <a:pathLst>
              <a:path fill="none" w="6" h="6">
                <a:moveTo>
                  <a:pt x="6" y="3"/>
                </a:moveTo>
                <a:lnTo>
                  <a:pt x="6" y="4"/>
                </a:lnTo>
                <a:lnTo>
                  <a:pt x="5" y="4"/>
                </a:lnTo>
                <a:lnTo>
                  <a:pt x="5" y="5"/>
                </a:lnTo>
                <a:lnTo>
                  <a:pt x="3" y="4"/>
                </a:lnTo>
                <a:lnTo>
                  <a:pt x="2" y="4"/>
                </a:lnTo>
                <a:lnTo>
                  <a:pt x="2" y="5"/>
                </a:lnTo>
                <a:lnTo>
                  <a:pt x="2" y="6"/>
                </a:lnTo>
                <a:lnTo>
                  <a:pt x="2" y="5"/>
                </a:lnTo>
                <a:lnTo>
                  <a:pt x="1" y="5"/>
                </a:lnTo>
                <a:lnTo>
                  <a:pt x="1" y="4"/>
                </a:lnTo>
                <a:lnTo>
                  <a:pt x="1" y="3"/>
                </a:lnTo>
                <a:lnTo>
                  <a:pt x="0" y="3"/>
                </a:lnTo>
                <a:lnTo>
                  <a:pt x="1" y="2"/>
                </a:lnTo>
                <a:lnTo>
                  <a:pt x="2" y="2"/>
                </a:lnTo>
                <a:lnTo>
                  <a:pt x="3" y="0"/>
                </a:lnTo>
                <a:lnTo>
                  <a:pt x="5" y="0"/>
                </a:lnTo>
                <a:lnTo>
                  <a:pt x="5" y="2"/>
                </a:lnTo>
                <a:lnTo>
                  <a:pt x="6" y="3"/>
                </a:lnTo>
              </a:path>
            </a:pathLst>
          </a:custGeom>
          <a:ln w="4680">
            <a:solidFill>
              <a:srgbClr val="4A4A4A"/>
            </a:solidFill>
            <a:round/>
          </a:ln>
        </p:spPr>
        <p:txBody>
          <a:bodyPr lIns="2160" tIns="0" rIns="216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46" name=""/>
          <p:cNvSpPr/>
          <p:nvPr/>
        </p:nvSpPr>
        <p:spPr>
          <a:xfrm>
            <a:off x="4848840" y="1842120"/>
            <a:ext cx="3240" cy="2160"/>
          </a:xfrm>
          <a:custGeom>
            <a:avLst/>
            <a:gdLst/>
            <a:ahLst/>
            <a:rect l="0" t="0" r="r" b="b"/>
            <a:pathLst>
              <a:path fill="none" w="9" h="6">
                <a:moveTo>
                  <a:pt x="4" y="0"/>
                </a:moveTo>
                <a:lnTo>
                  <a:pt x="5" y="2"/>
                </a:lnTo>
                <a:lnTo>
                  <a:pt x="6" y="2"/>
                </a:lnTo>
                <a:lnTo>
                  <a:pt x="8" y="2"/>
                </a:lnTo>
                <a:lnTo>
                  <a:pt x="8" y="0"/>
                </a:lnTo>
                <a:lnTo>
                  <a:pt x="9" y="0"/>
                </a:lnTo>
                <a:lnTo>
                  <a:pt x="9" y="2"/>
                </a:lnTo>
                <a:lnTo>
                  <a:pt x="8" y="3"/>
                </a:lnTo>
                <a:lnTo>
                  <a:pt x="6" y="3"/>
                </a:lnTo>
                <a:lnTo>
                  <a:pt x="6" y="4"/>
                </a:lnTo>
                <a:lnTo>
                  <a:pt x="6" y="3"/>
                </a:lnTo>
                <a:lnTo>
                  <a:pt x="5" y="3"/>
                </a:lnTo>
                <a:lnTo>
                  <a:pt x="4" y="3"/>
                </a:lnTo>
                <a:lnTo>
                  <a:pt x="3" y="3"/>
                </a:lnTo>
                <a:lnTo>
                  <a:pt x="3" y="4"/>
                </a:lnTo>
                <a:lnTo>
                  <a:pt x="2" y="4"/>
                </a:lnTo>
                <a:lnTo>
                  <a:pt x="2" y="5"/>
                </a:lnTo>
                <a:lnTo>
                  <a:pt x="1" y="6"/>
                </a:lnTo>
                <a:lnTo>
                  <a:pt x="1" y="5"/>
                </a:lnTo>
                <a:lnTo>
                  <a:pt x="0" y="4"/>
                </a:lnTo>
                <a:lnTo>
                  <a:pt x="0" y="3"/>
                </a:lnTo>
                <a:lnTo>
                  <a:pt x="0" y="2"/>
                </a:lnTo>
                <a:lnTo>
                  <a:pt x="1" y="2"/>
                </a:lnTo>
                <a:lnTo>
                  <a:pt x="1" y="0"/>
                </a:lnTo>
                <a:lnTo>
                  <a:pt x="2" y="2"/>
                </a:lnTo>
                <a:lnTo>
                  <a:pt x="3" y="2"/>
                </a:lnTo>
                <a:lnTo>
                  <a:pt x="3" y="0"/>
                </a:lnTo>
                <a:lnTo>
                  <a:pt x="4" y="0"/>
                </a:lnTo>
                <a:lnTo>
                  <a:pt x="3" y="0"/>
                </a:lnTo>
                <a:lnTo>
                  <a:pt x="4" y="0"/>
                </a:lnTo>
              </a:path>
            </a:pathLst>
          </a:custGeom>
          <a:ln w="4680">
            <a:solidFill>
              <a:srgbClr val="4A4A4A"/>
            </a:solidFill>
            <a:round/>
          </a:ln>
        </p:spPr>
        <p:txBody>
          <a:bodyPr lIns="2160" tIns="0" rIns="216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47" name=""/>
          <p:cNvSpPr/>
          <p:nvPr/>
        </p:nvSpPr>
        <p:spPr>
          <a:xfrm>
            <a:off x="4848120" y="1839240"/>
            <a:ext cx="1800" cy="2160"/>
          </a:xfrm>
          <a:custGeom>
            <a:avLst/>
            <a:gdLst/>
            <a:ahLst/>
            <a:rect l="0" t="0" r="r" b="b"/>
            <a:pathLst>
              <a:path fill="none" w="5" h="6">
                <a:moveTo>
                  <a:pt x="1" y="6"/>
                </a:moveTo>
                <a:lnTo>
                  <a:pt x="0" y="6"/>
                </a:lnTo>
                <a:lnTo>
                  <a:pt x="1" y="6"/>
                </a:lnTo>
                <a:lnTo>
                  <a:pt x="1" y="5"/>
                </a:lnTo>
                <a:lnTo>
                  <a:pt x="1" y="3"/>
                </a:lnTo>
                <a:lnTo>
                  <a:pt x="3" y="3"/>
                </a:lnTo>
                <a:lnTo>
                  <a:pt x="3" y="2"/>
                </a:lnTo>
                <a:lnTo>
                  <a:pt x="3" y="1"/>
                </a:lnTo>
                <a:lnTo>
                  <a:pt x="4" y="0"/>
                </a:lnTo>
                <a:lnTo>
                  <a:pt x="5" y="1"/>
                </a:lnTo>
                <a:lnTo>
                  <a:pt x="5" y="2"/>
                </a:lnTo>
                <a:lnTo>
                  <a:pt x="4" y="2"/>
                </a:lnTo>
                <a:lnTo>
                  <a:pt x="4" y="3"/>
                </a:lnTo>
                <a:lnTo>
                  <a:pt x="3" y="3"/>
                </a:lnTo>
                <a:lnTo>
                  <a:pt x="3" y="5"/>
                </a:lnTo>
                <a:lnTo>
                  <a:pt x="1" y="6"/>
                </a:lnTo>
              </a:path>
            </a:pathLst>
          </a:custGeom>
          <a:ln w="4680">
            <a:solidFill>
              <a:srgbClr val="4A4A4A"/>
            </a:solidFill>
            <a:round/>
          </a:ln>
        </p:spPr>
        <p:txBody>
          <a:bodyPr lIns="2160" tIns="0" rIns="216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48" name=""/>
          <p:cNvSpPr/>
          <p:nvPr/>
        </p:nvSpPr>
        <p:spPr>
          <a:xfrm>
            <a:off x="4886640" y="1838880"/>
            <a:ext cx="1800" cy="1440"/>
          </a:xfrm>
          <a:custGeom>
            <a:avLst/>
            <a:gdLst/>
            <a:ahLst/>
            <a:rect l="0" t="0" r="r" b="b"/>
            <a:pathLst>
              <a:path fill="none" w="5" h="4">
                <a:moveTo>
                  <a:pt x="2" y="2"/>
                </a:moveTo>
                <a:lnTo>
                  <a:pt x="2" y="4"/>
                </a:lnTo>
                <a:lnTo>
                  <a:pt x="0" y="4"/>
                </a:lnTo>
                <a:lnTo>
                  <a:pt x="2" y="4"/>
                </a:lnTo>
                <a:lnTo>
                  <a:pt x="2" y="2"/>
                </a:lnTo>
                <a:lnTo>
                  <a:pt x="2" y="1"/>
                </a:lnTo>
                <a:lnTo>
                  <a:pt x="3" y="0"/>
                </a:lnTo>
                <a:lnTo>
                  <a:pt x="5" y="0"/>
                </a:lnTo>
                <a:lnTo>
                  <a:pt x="3" y="0"/>
                </a:lnTo>
                <a:lnTo>
                  <a:pt x="3" y="1"/>
                </a:lnTo>
                <a:lnTo>
                  <a:pt x="2" y="1"/>
                </a:lnTo>
                <a:lnTo>
                  <a:pt x="2" y="2"/>
                </a:lnTo>
              </a:path>
            </a:pathLst>
          </a:custGeom>
          <a:ln w="4680">
            <a:solidFill>
              <a:srgbClr val="4A4A4A"/>
            </a:solidFill>
            <a:round/>
          </a:ln>
        </p:spPr>
        <p:txBody>
          <a:bodyPr lIns="2160" tIns="-720" rIns="2160" bIns="-7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49" name=""/>
          <p:cNvSpPr/>
          <p:nvPr/>
        </p:nvSpPr>
        <p:spPr>
          <a:xfrm>
            <a:off x="4815720" y="1838520"/>
            <a:ext cx="360" cy="360"/>
          </a:xfrm>
          <a:custGeom>
            <a:avLst/>
            <a:gdLst/>
            <a:ahLst/>
            <a:rect l="0" t="0" r="r" b="b"/>
            <a:pathLst>
              <a:path fill="none" w="1" h="1">
                <a:moveTo>
                  <a:pt x="0" y="1"/>
                </a:moveTo>
                <a:lnTo>
                  <a:pt x="0" y="0"/>
                </a:lnTo>
                <a:lnTo>
                  <a:pt x="1" y="0"/>
                </a:lnTo>
                <a:lnTo>
                  <a:pt x="1" y="1"/>
                </a:lnTo>
                <a:lnTo>
                  <a:pt x="0" y="1"/>
                </a:lnTo>
              </a:path>
            </a:pathLst>
          </a:custGeom>
          <a:ln w="4680">
            <a:solidFill>
              <a:srgbClr val="4A4A4A"/>
            </a:solidFill>
            <a:round/>
          </a:ln>
        </p:spPr>
        <p:txBody>
          <a:bodyPr lIns="2160" tIns="-1800" rIns="2160" bIns="-180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50" name=""/>
          <p:cNvSpPr/>
          <p:nvPr/>
        </p:nvSpPr>
        <p:spPr>
          <a:xfrm>
            <a:off x="4849920" y="1838520"/>
            <a:ext cx="720" cy="720"/>
          </a:xfrm>
          <a:custGeom>
            <a:avLst/>
            <a:gdLst/>
            <a:ahLst/>
            <a:rect l="0" t="0" r="r" b="b"/>
            <a:pathLst>
              <a:path fill="none" w="2" h="2">
                <a:moveTo>
                  <a:pt x="2" y="2"/>
                </a:moveTo>
                <a:lnTo>
                  <a:pt x="0" y="2"/>
                </a:lnTo>
                <a:lnTo>
                  <a:pt x="0" y="0"/>
                </a:lnTo>
                <a:lnTo>
                  <a:pt x="2" y="0"/>
                </a:lnTo>
                <a:lnTo>
                  <a:pt x="0" y="0"/>
                </a:lnTo>
                <a:lnTo>
                  <a:pt x="2" y="2"/>
                </a:lnTo>
              </a:path>
            </a:pathLst>
          </a:custGeom>
          <a:ln w="4680">
            <a:solidFill>
              <a:srgbClr val="4A4A4A"/>
            </a:solidFill>
            <a:round/>
          </a:ln>
        </p:spPr>
        <p:txBody>
          <a:bodyPr lIns="2160" tIns="-1440" rIns="2160" bIns="-144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51" name=""/>
          <p:cNvSpPr/>
          <p:nvPr/>
        </p:nvSpPr>
        <p:spPr>
          <a:xfrm>
            <a:off x="4887720" y="1837080"/>
            <a:ext cx="2520" cy="1800"/>
          </a:xfrm>
          <a:custGeom>
            <a:avLst/>
            <a:gdLst/>
            <a:ahLst/>
            <a:rect l="0" t="0" r="r" b="b"/>
            <a:pathLst>
              <a:path fill="none" w="7" h="5">
                <a:moveTo>
                  <a:pt x="4" y="0"/>
                </a:moveTo>
                <a:lnTo>
                  <a:pt x="5" y="0"/>
                </a:lnTo>
                <a:lnTo>
                  <a:pt x="4" y="1"/>
                </a:lnTo>
                <a:lnTo>
                  <a:pt x="5" y="1"/>
                </a:lnTo>
                <a:lnTo>
                  <a:pt x="7" y="1"/>
                </a:lnTo>
                <a:lnTo>
                  <a:pt x="5" y="2"/>
                </a:lnTo>
                <a:lnTo>
                  <a:pt x="4" y="2"/>
                </a:lnTo>
                <a:lnTo>
                  <a:pt x="3" y="2"/>
                </a:lnTo>
                <a:lnTo>
                  <a:pt x="2" y="4"/>
                </a:lnTo>
                <a:lnTo>
                  <a:pt x="2" y="5"/>
                </a:lnTo>
                <a:lnTo>
                  <a:pt x="0" y="5"/>
                </a:lnTo>
                <a:lnTo>
                  <a:pt x="0" y="4"/>
                </a:lnTo>
                <a:lnTo>
                  <a:pt x="2" y="2"/>
                </a:lnTo>
                <a:lnTo>
                  <a:pt x="3" y="2"/>
                </a:lnTo>
                <a:lnTo>
                  <a:pt x="4" y="1"/>
                </a:lnTo>
                <a:lnTo>
                  <a:pt x="4" y="0"/>
                </a:lnTo>
              </a:path>
            </a:pathLst>
          </a:custGeom>
          <a:ln w="4680">
            <a:solidFill>
              <a:srgbClr val="4A4A4A"/>
            </a:solidFill>
            <a:round/>
          </a:ln>
        </p:spPr>
        <p:txBody>
          <a:bodyPr lIns="2160" tIns="-360" rIns="2160" bIns="-3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52" name=""/>
          <p:cNvSpPr/>
          <p:nvPr/>
        </p:nvSpPr>
        <p:spPr>
          <a:xfrm>
            <a:off x="4816440" y="1836360"/>
            <a:ext cx="0" cy="720"/>
          </a:xfrm>
          <a:custGeom>
            <a:avLst/>
            <a:gdLst/>
            <a:ahLst/>
            <a:rect l="0" t="0" r="r" b="b"/>
            <a:pathLst>
              <a:path fill="none" w="0" h="2">
                <a:moveTo>
                  <a:pt x="0" y="1"/>
                </a:moveTo>
                <a:lnTo>
                  <a:pt x="0" y="2"/>
                </a:lnTo>
                <a:lnTo>
                  <a:pt x="0" y="1"/>
                </a:lnTo>
                <a:lnTo>
                  <a:pt x="0" y="0"/>
                </a:lnTo>
                <a:lnTo>
                  <a:pt x="0" y="1"/>
                </a:lnTo>
              </a:path>
            </a:pathLst>
          </a:custGeom>
          <a:ln w="4680">
            <a:solidFill>
              <a:srgbClr val="4A4A4A"/>
            </a:solidFill>
            <a:round/>
          </a:ln>
        </p:spPr>
        <p:txBody>
          <a:bodyPr lIns="2160" tIns="-1440" rIns="2160" bIns="-144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53" name=""/>
          <p:cNvSpPr/>
          <p:nvPr/>
        </p:nvSpPr>
        <p:spPr>
          <a:xfrm>
            <a:off x="4873680" y="1836360"/>
            <a:ext cx="1800" cy="1800"/>
          </a:xfrm>
          <a:custGeom>
            <a:avLst/>
            <a:gdLst/>
            <a:ahLst/>
            <a:rect l="0" t="0" r="r" b="b"/>
            <a:pathLst>
              <a:path fill="none" w="5" h="5">
                <a:moveTo>
                  <a:pt x="2" y="0"/>
                </a:moveTo>
                <a:lnTo>
                  <a:pt x="3" y="0"/>
                </a:lnTo>
                <a:lnTo>
                  <a:pt x="5" y="0"/>
                </a:lnTo>
                <a:lnTo>
                  <a:pt x="5" y="2"/>
                </a:lnTo>
                <a:lnTo>
                  <a:pt x="3" y="2"/>
                </a:lnTo>
                <a:lnTo>
                  <a:pt x="5" y="2"/>
                </a:lnTo>
                <a:lnTo>
                  <a:pt x="5" y="4"/>
                </a:lnTo>
                <a:lnTo>
                  <a:pt x="3" y="4"/>
                </a:lnTo>
                <a:lnTo>
                  <a:pt x="2" y="4"/>
                </a:lnTo>
                <a:lnTo>
                  <a:pt x="2" y="5"/>
                </a:lnTo>
                <a:lnTo>
                  <a:pt x="1" y="5"/>
                </a:lnTo>
                <a:lnTo>
                  <a:pt x="1" y="4"/>
                </a:lnTo>
                <a:lnTo>
                  <a:pt x="1" y="3"/>
                </a:lnTo>
                <a:lnTo>
                  <a:pt x="0" y="3"/>
                </a:lnTo>
                <a:lnTo>
                  <a:pt x="0" y="2"/>
                </a:lnTo>
                <a:lnTo>
                  <a:pt x="1" y="2"/>
                </a:lnTo>
                <a:lnTo>
                  <a:pt x="0" y="2"/>
                </a:lnTo>
                <a:lnTo>
                  <a:pt x="0" y="0"/>
                </a:lnTo>
                <a:lnTo>
                  <a:pt x="1" y="0"/>
                </a:lnTo>
                <a:lnTo>
                  <a:pt x="2" y="0"/>
                </a:lnTo>
              </a:path>
            </a:pathLst>
          </a:custGeom>
          <a:ln w="4680">
            <a:solidFill>
              <a:srgbClr val="4A4A4A"/>
            </a:solidFill>
            <a:round/>
          </a:ln>
        </p:spPr>
        <p:txBody>
          <a:bodyPr lIns="2160" tIns="-360" rIns="2160" bIns="-3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54" name=""/>
          <p:cNvSpPr/>
          <p:nvPr/>
        </p:nvSpPr>
        <p:spPr>
          <a:xfrm>
            <a:off x="4872240" y="1836000"/>
            <a:ext cx="1440" cy="1440"/>
          </a:xfrm>
          <a:custGeom>
            <a:avLst/>
            <a:gdLst/>
            <a:ahLst/>
            <a:rect l="0" t="0" r="r" b="b"/>
            <a:pathLst>
              <a:path fill="none" w="4" h="4">
                <a:moveTo>
                  <a:pt x="4" y="3"/>
                </a:moveTo>
                <a:lnTo>
                  <a:pt x="4" y="4"/>
                </a:lnTo>
                <a:lnTo>
                  <a:pt x="4" y="3"/>
                </a:lnTo>
                <a:lnTo>
                  <a:pt x="3" y="4"/>
                </a:lnTo>
                <a:lnTo>
                  <a:pt x="2" y="4"/>
                </a:lnTo>
                <a:lnTo>
                  <a:pt x="0" y="4"/>
                </a:lnTo>
                <a:lnTo>
                  <a:pt x="0" y="3"/>
                </a:lnTo>
                <a:lnTo>
                  <a:pt x="2" y="0"/>
                </a:lnTo>
                <a:lnTo>
                  <a:pt x="3" y="0"/>
                </a:lnTo>
                <a:lnTo>
                  <a:pt x="4" y="1"/>
                </a:lnTo>
                <a:lnTo>
                  <a:pt x="4" y="3"/>
                </a:lnTo>
              </a:path>
            </a:pathLst>
          </a:custGeom>
          <a:ln w="4680">
            <a:solidFill>
              <a:srgbClr val="4A4A4A"/>
            </a:solidFill>
            <a:round/>
          </a:ln>
        </p:spPr>
        <p:txBody>
          <a:bodyPr lIns="2160" tIns="-720" rIns="2160" bIns="-7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55" name=""/>
          <p:cNvSpPr/>
          <p:nvPr/>
        </p:nvSpPr>
        <p:spPr>
          <a:xfrm>
            <a:off x="4874760" y="1834200"/>
            <a:ext cx="1800" cy="1800"/>
          </a:xfrm>
          <a:custGeom>
            <a:avLst/>
            <a:gdLst/>
            <a:ahLst/>
            <a:rect l="0" t="0" r="r" b="b"/>
            <a:pathLst>
              <a:path fill="none" w="5" h="5">
                <a:moveTo>
                  <a:pt x="5" y="1"/>
                </a:moveTo>
                <a:lnTo>
                  <a:pt x="5" y="2"/>
                </a:lnTo>
                <a:lnTo>
                  <a:pt x="5" y="4"/>
                </a:lnTo>
                <a:lnTo>
                  <a:pt x="4" y="4"/>
                </a:lnTo>
                <a:lnTo>
                  <a:pt x="4" y="5"/>
                </a:lnTo>
                <a:lnTo>
                  <a:pt x="3" y="5"/>
                </a:lnTo>
                <a:lnTo>
                  <a:pt x="3" y="4"/>
                </a:lnTo>
                <a:lnTo>
                  <a:pt x="2" y="4"/>
                </a:lnTo>
                <a:lnTo>
                  <a:pt x="2" y="2"/>
                </a:lnTo>
                <a:lnTo>
                  <a:pt x="0" y="2"/>
                </a:lnTo>
                <a:lnTo>
                  <a:pt x="0" y="1"/>
                </a:lnTo>
                <a:lnTo>
                  <a:pt x="2" y="1"/>
                </a:lnTo>
                <a:lnTo>
                  <a:pt x="3" y="1"/>
                </a:lnTo>
                <a:lnTo>
                  <a:pt x="4" y="1"/>
                </a:lnTo>
                <a:lnTo>
                  <a:pt x="4" y="0"/>
                </a:lnTo>
                <a:lnTo>
                  <a:pt x="5" y="0"/>
                </a:lnTo>
                <a:lnTo>
                  <a:pt x="5" y="1"/>
                </a:lnTo>
              </a:path>
            </a:pathLst>
          </a:custGeom>
          <a:ln w="4680">
            <a:solidFill>
              <a:srgbClr val="4A4A4A"/>
            </a:solidFill>
            <a:round/>
          </a:ln>
        </p:spPr>
        <p:txBody>
          <a:bodyPr lIns="2160" tIns="-360" rIns="2160" bIns="-3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56" name=""/>
          <p:cNvSpPr/>
          <p:nvPr/>
        </p:nvSpPr>
        <p:spPr>
          <a:xfrm>
            <a:off x="4891680" y="1833840"/>
            <a:ext cx="1080" cy="1440"/>
          </a:xfrm>
          <a:custGeom>
            <a:avLst/>
            <a:gdLst/>
            <a:ahLst/>
            <a:rect l="0" t="0" r="r" b="b"/>
            <a:pathLst>
              <a:path fill="none" w="3" h="4">
                <a:moveTo>
                  <a:pt x="3" y="0"/>
                </a:moveTo>
                <a:lnTo>
                  <a:pt x="3" y="2"/>
                </a:lnTo>
                <a:lnTo>
                  <a:pt x="2" y="2"/>
                </a:lnTo>
                <a:lnTo>
                  <a:pt x="0" y="2"/>
                </a:lnTo>
                <a:lnTo>
                  <a:pt x="0" y="4"/>
                </a:lnTo>
                <a:lnTo>
                  <a:pt x="0" y="2"/>
                </a:lnTo>
                <a:lnTo>
                  <a:pt x="2" y="2"/>
                </a:lnTo>
                <a:lnTo>
                  <a:pt x="2" y="0"/>
                </a:lnTo>
                <a:lnTo>
                  <a:pt x="3" y="0"/>
                </a:lnTo>
              </a:path>
            </a:pathLst>
          </a:custGeom>
          <a:ln w="4680">
            <a:solidFill>
              <a:srgbClr val="4A4A4A"/>
            </a:solidFill>
            <a:round/>
          </a:ln>
        </p:spPr>
        <p:txBody>
          <a:bodyPr lIns="2160" tIns="-720" rIns="2160" bIns="-7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57" name=""/>
          <p:cNvSpPr/>
          <p:nvPr/>
        </p:nvSpPr>
        <p:spPr>
          <a:xfrm>
            <a:off x="4877280" y="1833480"/>
            <a:ext cx="720" cy="360"/>
          </a:xfrm>
          <a:custGeom>
            <a:avLst/>
            <a:gdLst/>
            <a:ahLst/>
            <a:rect l="0" t="0" r="r" b="b"/>
            <a:pathLst>
              <a:path fill="none" w="2" h="1">
                <a:moveTo>
                  <a:pt x="1" y="1"/>
                </a:moveTo>
                <a:lnTo>
                  <a:pt x="2" y="1"/>
                </a:lnTo>
                <a:lnTo>
                  <a:pt x="1" y="1"/>
                </a:lnTo>
                <a:lnTo>
                  <a:pt x="0" y="1"/>
                </a:lnTo>
                <a:lnTo>
                  <a:pt x="1" y="1"/>
                </a:lnTo>
                <a:lnTo>
                  <a:pt x="1" y="0"/>
                </a:lnTo>
                <a:lnTo>
                  <a:pt x="1" y="1"/>
                </a:lnTo>
              </a:path>
            </a:pathLst>
          </a:custGeom>
          <a:ln w="4680">
            <a:solidFill>
              <a:srgbClr val="4A4A4A"/>
            </a:solidFill>
            <a:round/>
          </a:ln>
        </p:spPr>
        <p:txBody>
          <a:bodyPr lIns="2160" tIns="-1800" rIns="2160" bIns="-180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58" name=""/>
          <p:cNvSpPr/>
          <p:nvPr/>
        </p:nvSpPr>
        <p:spPr>
          <a:xfrm>
            <a:off x="4878360" y="1833480"/>
            <a:ext cx="1080" cy="1440"/>
          </a:xfrm>
          <a:custGeom>
            <a:avLst/>
            <a:gdLst/>
            <a:ahLst/>
            <a:rect l="0" t="0" r="r" b="b"/>
            <a:pathLst>
              <a:path fill="none" w="3" h="4">
                <a:moveTo>
                  <a:pt x="1" y="2"/>
                </a:moveTo>
                <a:lnTo>
                  <a:pt x="3" y="2"/>
                </a:lnTo>
                <a:lnTo>
                  <a:pt x="3" y="4"/>
                </a:lnTo>
                <a:lnTo>
                  <a:pt x="1" y="4"/>
                </a:lnTo>
                <a:lnTo>
                  <a:pt x="0" y="4"/>
                </a:lnTo>
                <a:lnTo>
                  <a:pt x="0" y="2"/>
                </a:lnTo>
                <a:lnTo>
                  <a:pt x="0" y="0"/>
                </a:lnTo>
                <a:lnTo>
                  <a:pt x="0" y="2"/>
                </a:lnTo>
                <a:lnTo>
                  <a:pt x="1" y="2"/>
                </a:lnTo>
              </a:path>
            </a:pathLst>
          </a:custGeom>
          <a:ln w="4680">
            <a:solidFill>
              <a:srgbClr val="4A4A4A"/>
            </a:solidFill>
            <a:round/>
          </a:ln>
        </p:spPr>
        <p:txBody>
          <a:bodyPr lIns="2160" tIns="-720" rIns="2160" bIns="-7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59" name=""/>
          <p:cNvSpPr/>
          <p:nvPr/>
        </p:nvSpPr>
        <p:spPr>
          <a:xfrm>
            <a:off x="4872600" y="1832760"/>
            <a:ext cx="1800" cy="1440"/>
          </a:xfrm>
          <a:custGeom>
            <a:avLst/>
            <a:gdLst/>
            <a:ahLst/>
            <a:rect l="0" t="0" r="r" b="b"/>
            <a:pathLst>
              <a:path fill="none" w="5" h="4">
                <a:moveTo>
                  <a:pt x="4" y="1"/>
                </a:moveTo>
                <a:lnTo>
                  <a:pt x="2" y="3"/>
                </a:lnTo>
                <a:lnTo>
                  <a:pt x="4" y="3"/>
                </a:lnTo>
                <a:lnTo>
                  <a:pt x="4" y="1"/>
                </a:lnTo>
                <a:lnTo>
                  <a:pt x="5" y="1"/>
                </a:lnTo>
                <a:lnTo>
                  <a:pt x="5" y="3"/>
                </a:lnTo>
                <a:lnTo>
                  <a:pt x="4" y="4"/>
                </a:lnTo>
                <a:lnTo>
                  <a:pt x="2" y="4"/>
                </a:lnTo>
                <a:lnTo>
                  <a:pt x="1" y="4"/>
                </a:lnTo>
                <a:lnTo>
                  <a:pt x="1" y="3"/>
                </a:lnTo>
                <a:lnTo>
                  <a:pt x="0" y="3"/>
                </a:lnTo>
                <a:lnTo>
                  <a:pt x="0" y="1"/>
                </a:lnTo>
                <a:lnTo>
                  <a:pt x="1" y="1"/>
                </a:lnTo>
                <a:lnTo>
                  <a:pt x="2" y="0"/>
                </a:lnTo>
                <a:lnTo>
                  <a:pt x="4" y="0"/>
                </a:lnTo>
                <a:lnTo>
                  <a:pt x="4" y="1"/>
                </a:lnTo>
              </a:path>
            </a:pathLst>
          </a:custGeom>
          <a:ln w="4680">
            <a:solidFill>
              <a:srgbClr val="4A4A4A"/>
            </a:solidFill>
            <a:round/>
          </a:ln>
        </p:spPr>
        <p:txBody>
          <a:bodyPr lIns="2160" tIns="-720" rIns="2160" bIns="-7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60" name=""/>
          <p:cNvSpPr/>
          <p:nvPr/>
        </p:nvSpPr>
        <p:spPr>
          <a:xfrm>
            <a:off x="4871160" y="1832760"/>
            <a:ext cx="720" cy="1080"/>
          </a:xfrm>
          <a:custGeom>
            <a:avLst/>
            <a:gdLst/>
            <a:ahLst/>
            <a:rect l="0" t="0" r="r" b="b"/>
            <a:pathLst>
              <a:path fill="none" w="2" h="3">
                <a:moveTo>
                  <a:pt x="2" y="3"/>
                </a:moveTo>
                <a:lnTo>
                  <a:pt x="0" y="3"/>
                </a:lnTo>
                <a:lnTo>
                  <a:pt x="2" y="1"/>
                </a:lnTo>
                <a:lnTo>
                  <a:pt x="2" y="0"/>
                </a:lnTo>
                <a:lnTo>
                  <a:pt x="0" y="0"/>
                </a:lnTo>
                <a:lnTo>
                  <a:pt x="2" y="0"/>
                </a:lnTo>
                <a:lnTo>
                  <a:pt x="2" y="1"/>
                </a:lnTo>
                <a:lnTo>
                  <a:pt x="2" y="3"/>
                </a:lnTo>
              </a:path>
            </a:pathLst>
          </a:custGeom>
          <a:ln w="4680">
            <a:solidFill>
              <a:srgbClr val="4A4A4A"/>
            </a:solidFill>
            <a:round/>
          </a:ln>
        </p:spPr>
        <p:txBody>
          <a:bodyPr lIns="2160" tIns="-1080" rIns="2160" bIns="-108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61" name=""/>
          <p:cNvSpPr/>
          <p:nvPr/>
        </p:nvSpPr>
        <p:spPr>
          <a:xfrm>
            <a:off x="4891320" y="1832400"/>
            <a:ext cx="2880" cy="1800"/>
          </a:xfrm>
          <a:custGeom>
            <a:avLst/>
            <a:gdLst/>
            <a:ahLst/>
            <a:rect l="0" t="0" r="r" b="b"/>
            <a:pathLst>
              <a:path fill="none" w="8" h="5">
                <a:moveTo>
                  <a:pt x="6" y="2"/>
                </a:moveTo>
                <a:lnTo>
                  <a:pt x="6" y="3"/>
                </a:lnTo>
                <a:lnTo>
                  <a:pt x="5" y="5"/>
                </a:lnTo>
                <a:lnTo>
                  <a:pt x="4" y="5"/>
                </a:lnTo>
                <a:lnTo>
                  <a:pt x="3" y="5"/>
                </a:lnTo>
                <a:lnTo>
                  <a:pt x="2" y="5"/>
                </a:lnTo>
                <a:lnTo>
                  <a:pt x="0" y="5"/>
                </a:lnTo>
                <a:lnTo>
                  <a:pt x="2" y="3"/>
                </a:lnTo>
                <a:lnTo>
                  <a:pt x="3" y="3"/>
                </a:lnTo>
                <a:lnTo>
                  <a:pt x="4" y="3"/>
                </a:lnTo>
                <a:lnTo>
                  <a:pt x="4" y="2"/>
                </a:lnTo>
                <a:lnTo>
                  <a:pt x="5" y="2"/>
                </a:lnTo>
                <a:lnTo>
                  <a:pt x="6" y="0"/>
                </a:lnTo>
                <a:lnTo>
                  <a:pt x="6" y="2"/>
                </a:lnTo>
                <a:lnTo>
                  <a:pt x="8" y="2"/>
                </a:lnTo>
                <a:lnTo>
                  <a:pt x="6" y="2"/>
                </a:lnTo>
              </a:path>
            </a:pathLst>
          </a:custGeom>
          <a:ln w="4680">
            <a:solidFill>
              <a:srgbClr val="4A4A4A"/>
            </a:solidFill>
            <a:round/>
          </a:ln>
        </p:spPr>
        <p:txBody>
          <a:bodyPr lIns="2160" tIns="-360" rIns="2160" bIns="-3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62" name=""/>
          <p:cNvSpPr/>
          <p:nvPr/>
        </p:nvSpPr>
        <p:spPr>
          <a:xfrm>
            <a:off x="4872240" y="1832400"/>
            <a:ext cx="360" cy="360"/>
          </a:xfrm>
          <a:custGeom>
            <a:avLst/>
            <a:gdLst/>
            <a:ahLst/>
            <a:rect l="0" t="0" r="r" b="b"/>
            <a:pathLst>
              <a:path fill="none" w="1" h="1">
                <a:moveTo>
                  <a:pt x="1" y="1"/>
                </a:moveTo>
                <a:lnTo>
                  <a:pt x="0" y="0"/>
                </a:lnTo>
                <a:lnTo>
                  <a:pt x="1" y="0"/>
                </a:lnTo>
                <a:lnTo>
                  <a:pt x="1" y="1"/>
                </a:lnTo>
              </a:path>
            </a:pathLst>
          </a:custGeom>
          <a:ln w="4680">
            <a:solidFill>
              <a:srgbClr val="4A4A4A"/>
            </a:solidFill>
            <a:round/>
          </a:ln>
        </p:spPr>
        <p:txBody>
          <a:bodyPr lIns="2160" tIns="-1800" rIns="2160" bIns="-180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63" name=""/>
          <p:cNvSpPr/>
          <p:nvPr/>
        </p:nvSpPr>
        <p:spPr>
          <a:xfrm>
            <a:off x="4861440" y="1832040"/>
            <a:ext cx="720" cy="1080"/>
          </a:xfrm>
          <a:custGeom>
            <a:avLst/>
            <a:gdLst/>
            <a:ahLst/>
            <a:rect l="0" t="0" r="r" b="b"/>
            <a:pathLst>
              <a:path fill="none" w="2" h="3">
                <a:moveTo>
                  <a:pt x="2" y="1"/>
                </a:moveTo>
                <a:lnTo>
                  <a:pt x="0" y="3"/>
                </a:lnTo>
                <a:lnTo>
                  <a:pt x="0" y="1"/>
                </a:lnTo>
                <a:lnTo>
                  <a:pt x="2" y="1"/>
                </a:lnTo>
                <a:lnTo>
                  <a:pt x="2" y="0"/>
                </a:lnTo>
                <a:lnTo>
                  <a:pt x="2" y="1"/>
                </a:lnTo>
              </a:path>
            </a:pathLst>
          </a:custGeom>
          <a:ln w="4680">
            <a:solidFill>
              <a:srgbClr val="4A4A4A"/>
            </a:solidFill>
            <a:round/>
          </a:ln>
        </p:spPr>
        <p:txBody>
          <a:bodyPr lIns="2160" tIns="-1080" rIns="2160" bIns="-108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64" name=""/>
          <p:cNvSpPr/>
          <p:nvPr/>
        </p:nvSpPr>
        <p:spPr>
          <a:xfrm>
            <a:off x="4893480" y="1831680"/>
            <a:ext cx="2520" cy="1440"/>
          </a:xfrm>
          <a:custGeom>
            <a:avLst/>
            <a:gdLst/>
            <a:ahLst/>
            <a:rect l="0" t="0" r="r" b="b"/>
            <a:pathLst>
              <a:path fill="none" w="7" h="4">
                <a:moveTo>
                  <a:pt x="6" y="1"/>
                </a:moveTo>
                <a:lnTo>
                  <a:pt x="6" y="3"/>
                </a:lnTo>
                <a:lnTo>
                  <a:pt x="7" y="3"/>
                </a:lnTo>
                <a:lnTo>
                  <a:pt x="7" y="4"/>
                </a:lnTo>
                <a:lnTo>
                  <a:pt x="6" y="4"/>
                </a:lnTo>
                <a:lnTo>
                  <a:pt x="3" y="4"/>
                </a:lnTo>
                <a:lnTo>
                  <a:pt x="2" y="4"/>
                </a:lnTo>
                <a:lnTo>
                  <a:pt x="1" y="4"/>
                </a:lnTo>
                <a:lnTo>
                  <a:pt x="0" y="3"/>
                </a:lnTo>
                <a:lnTo>
                  <a:pt x="1" y="1"/>
                </a:lnTo>
                <a:lnTo>
                  <a:pt x="2" y="1"/>
                </a:lnTo>
                <a:lnTo>
                  <a:pt x="4" y="1"/>
                </a:lnTo>
                <a:lnTo>
                  <a:pt x="6" y="1"/>
                </a:lnTo>
                <a:lnTo>
                  <a:pt x="6" y="0"/>
                </a:lnTo>
                <a:lnTo>
                  <a:pt x="6" y="1"/>
                </a:lnTo>
              </a:path>
            </a:pathLst>
          </a:custGeom>
          <a:ln w="4680">
            <a:solidFill>
              <a:srgbClr val="4A4A4A"/>
            </a:solidFill>
            <a:round/>
          </a:ln>
        </p:spPr>
        <p:txBody>
          <a:bodyPr lIns="2160" tIns="-720" rIns="2160" bIns="-7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65" name=""/>
          <p:cNvSpPr/>
          <p:nvPr/>
        </p:nvSpPr>
        <p:spPr>
          <a:xfrm>
            <a:off x="4860720" y="1831680"/>
            <a:ext cx="1440" cy="720"/>
          </a:xfrm>
          <a:custGeom>
            <a:avLst/>
            <a:gdLst/>
            <a:ahLst/>
            <a:rect l="0" t="0" r="r" b="b"/>
            <a:pathLst>
              <a:path fill="none" w="4" h="2">
                <a:moveTo>
                  <a:pt x="2" y="2"/>
                </a:moveTo>
                <a:lnTo>
                  <a:pt x="0" y="2"/>
                </a:lnTo>
                <a:lnTo>
                  <a:pt x="2" y="0"/>
                </a:lnTo>
                <a:lnTo>
                  <a:pt x="4" y="0"/>
                </a:lnTo>
                <a:lnTo>
                  <a:pt x="2" y="0"/>
                </a:lnTo>
                <a:lnTo>
                  <a:pt x="2" y="2"/>
                </a:lnTo>
              </a:path>
            </a:pathLst>
          </a:custGeom>
          <a:ln w="4680">
            <a:solidFill>
              <a:srgbClr val="4A4A4A"/>
            </a:solidFill>
            <a:round/>
          </a:ln>
        </p:spPr>
        <p:txBody>
          <a:bodyPr lIns="2160" tIns="-1440" rIns="2160" bIns="-144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66" name=""/>
          <p:cNvSpPr/>
          <p:nvPr/>
        </p:nvSpPr>
        <p:spPr>
          <a:xfrm>
            <a:off x="4881600" y="1831680"/>
            <a:ext cx="720" cy="720"/>
          </a:xfrm>
          <a:custGeom>
            <a:avLst/>
            <a:gdLst/>
            <a:ahLst/>
            <a:rect l="0" t="0" r="r" b="b"/>
            <a:pathLst>
              <a:path fill="none" w="2" h="2">
                <a:moveTo>
                  <a:pt x="2" y="2"/>
                </a:moveTo>
                <a:lnTo>
                  <a:pt x="0" y="2"/>
                </a:lnTo>
                <a:lnTo>
                  <a:pt x="2" y="0"/>
                </a:lnTo>
                <a:lnTo>
                  <a:pt x="2" y="2"/>
                </a:lnTo>
              </a:path>
            </a:pathLst>
          </a:custGeom>
          <a:ln w="4680">
            <a:solidFill>
              <a:srgbClr val="4A4A4A"/>
            </a:solidFill>
            <a:round/>
          </a:ln>
        </p:spPr>
        <p:txBody>
          <a:bodyPr lIns="2160" tIns="-1440" rIns="2160" bIns="-144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67" name=""/>
          <p:cNvSpPr/>
          <p:nvPr/>
        </p:nvSpPr>
        <p:spPr>
          <a:xfrm>
            <a:off x="4863240" y="1831680"/>
            <a:ext cx="1080" cy="1080"/>
          </a:xfrm>
          <a:custGeom>
            <a:avLst/>
            <a:gdLst/>
            <a:ahLst/>
            <a:rect l="0" t="0" r="r" b="b"/>
            <a:pathLst>
              <a:path fill="none" w="3" h="3">
                <a:moveTo>
                  <a:pt x="3" y="3"/>
                </a:moveTo>
                <a:lnTo>
                  <a:pt x="1" y="3"/>
                </a:lnTo>
                <a:lnTo>
                  <a:pt x="0" y="0"/>
                </a:lnTo>
                <a:lnTo>
                  <a:pt x="1" y="0"/>
                </a:lnTo>
                <a:lnTo>
                  <a:pt x="3" y="3"/>
                </a:lnTo>
              </a:path>
            </a:pathLst>
          </a:custGeom>
          <a:ln w="4680">
            <a:solidFill>
              <a:srgbClr val="4A4A4A"/>
            </a:solidFill>
            <a:round/>
          </a:ln>
        </p:spPr>
        <p:txBody>
          <a:bodyPr lIns="2160" tIns="-1080" rIns="2160" bIns="-108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68" name=""/>
          <p:cNvSpPr/>
          <p:nvPr/>
        </p:nvSpPr>
        <p:spPr>
          <a:xfrm>
            <a:off x="4885920" y="1831320"/>
            <a:ext cx="1440" cy="1440"/>
          </a:xfrm>
          <a:custGeom>
            <a:avLst/>
            <a:gdLst/>
            <a:ahLst/>
            <a:rect l="0" t="0" r="r" b="b"/>
            <a:pathLst>
              <a:path fill="none" w="4" h="4">
                <a:moveTo>
                  <a:pt x="2" y="4"/>
                </a:moveTo>
                <a:lnTo>
                  <a:pt x="0" y="4"/>
                </a:lnTo>
                <a:lnTo>
                  <a:pt x="0" y="2"/>
                </a:lnTo>
                <a:lnTo>
                  <a:pt x="2" y="2"/>
                </a:lnTo>
                <a:lnTo>
                  <a:pt x="2" y="0"/>
                </a:lnTo>
                <a:lnTo>
                  <a:pt x="2" y="2"/>
                </a:lnTo>
                <a:lnTo>
                  <a:pt x="4" y="2"/>
                </a:lnTo>
                <a:lnTo>
                  <a:pt x="2" y="2"/>
                </a:lnTo>
                <a:lnTo>
                  <a:pt x="2" y="4"/>
                </a:lnTo>
              </a:path>
            </a:pathLst>
          </a:custGeom>
          <a:ln w="4680">
            <a:solidFill>
              <a:srgbClr val="4A4A4A"/>
            </a:solidFill>
            <a:round/>
          </a:ln>
        </p:spPr>
        <p:txBody>
          <a:bodyPr lIns="2160" tIns="-720" rIns="2160" bIns="-7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69" name=""/>
          <p:cNvSpPr/>
          <p:nvPr/>
        </p:nvSpPr>
        <p:spPr>
          <a:xfrm>
            <a:off x="4882320" y="1831320"/>
            <a:ext cx="1080" cy="1080"/>
          </a:xfrm>
          <a:custGeom>
            <a:avLst/>
            <a:gdLst/>
            <a:ahLst/>
            <a:rect l="0" t="0" r="r" b="b"/>
            <a:pathLst>
              <a:path fill="none" w="3" h="3">
                <a:moveTo>
                  <a:pt x="0" y="3"/>
                </a:moveTo>
                <a:lnTo>
                  <a:pt x="0" y="1"/>
                </a:lnTo>
                <a:lnTo>
                  <a:pt x="0" y="0"/>
                </a:lnTo>
                <a:lnTo>
                  <a:pt x="2" y="0"/>
                </a:lnTo>
                <a:lnTo>
                  <a:pt x="3" y="1"/>
                </a:lnTo>
                <a:lnTo>
                  <a:pt x="2" y="1"/>
                </a:lnTo>
                <a:lnTo>
                  <a:pt x="0" y="3"/>
                </a:lnTo>
              </a:path>
            </a:pathLst>
          </a:custGeom>
          <a:ln w="4680">
            <a:solidFill>
              <a:srgbClr val="4A4A4A"/>
            </a:solidFill>
            <a:round/>
          </a:ln>
        </p:spPr>
        <p:txBody>
          <a:bodyPr lIns="2160" tIns="-1080" rIns="2160" bIns="-108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70" name=""/>
          <p:cNvSpPr/>
          <p:nvPr/>
        </p:nvSpPr>
        <p:spPr>
          <a:xfrm>
            <a:off x="4886280" y="1830960"/>
            <a:ext cx="360" cy="360"/>
          </a:xfrm>
          <a:custGeom>
            <a:avLst/>
            <a:gdLst/>
            <a:ahLst/>
            <a:rect l="0" t="0" r="r" b="b"/>
            <a:pathLst>
              <a:path fill="none" w="1" h="1">
                <a:moveTo>
                  <a:pt x="1" y="0"/>
                </a:moveTo>
                <a:lnTo>
                  <a:pt x="1" y="1"/>
                </a:lnTo>
                <a:lnTo>
                  <a:pt x="0" y="1"/>
                </a:lnTo>
                <a:lnTo>
                  <a:pt x="0" y="0"/>
                </a:lnTo>
                <a:lnTo>
                  <a:pt x="1" y="0"/>
                </a:lnTo>
              </a:path>
            </a:pathLst>
          </a:custGeom>
          <a:ln w="4680">
            <a:solidFill>
              <a:srgbClr val="4A4A4A"/>
            </a:solidFill>
            <a:round/>
          </a:ln>
        </p:spPr>
        <p:txBody>
          <a:bodyPr lIns="2160" tIns="-1800" rIns="2160" bIns="-180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71" name=""/>
          <p:cNvSpPr/>
          <p:nvPr/>
        </p:nvSpPr>
        <p:spPr>
          <a:xfrm>
            <a:off x="4885200" y="1830960"/>
            <a:ext cx="1440" cy="1440"/>
          </a:xfrm>
          <a:custGeom>
            <a:avLst/>
            <a:gdLst/>
            <a:ahLst/>
            <a:rect l="0" t="0" r="r" b="b"/>
            <a:pathLst>
              <a:path fill="none" w="4" h="4">
                <a:moveTo>
                  <a:pt x="4" y="0"/>
                </a:moveTo>
                <a:lnTo>
                  <a:pt x="4" y="2"/>
                </a:lnTo>
                <a:lnTo>
                  <a:pt x="2" y="4"/>
                </a:lnTo>
                <a:lnTo>
                  <a:pt x="2" y="2"/>
                </a:lnTo>
                <a:lnTo>
                  <a:pt x="0" y="0"/>
                </a:lnTo>
                <a:lnTo>
                  <a:pt x="2" y="0"/>
                </a:lnTo>
                <a:lnTo>
                  <a:pt x="4" y="0"/>
                </a:lnTo>
              </a:path>
            </a:pathLst>
          </a:custGeom>
          <a:ln w="4680">
            <a:solidFill>
              <a:srgbClr val="4A4A4A"/>
            </a:solidFill>
            <a:round/>
          </a:ln>
        </p:spPr>
        <p:txBody>
          <a:bodyPr lIns="2160" tIns="-720" rIns="2160" bIns="-7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72" name=""/>
          <p:cNvSpPr/>
          <p:nvPr/>
        </p:nvSpPr>
        <p:spPr>
          <a:xfrm>
            <a:off x="4884480" y="1830240"/>
            <a:ext cx="1440" cy="1440"/>
          </a:xfrm>
          <a:custGeom>
            <a:avLst/>
            <a:gdLst/>
            <a:ahLst/>
            <a:rect l="0" t="0" r="r" b="b"/>
            <a:pathLst>
              <a:path fill="none" w="4" h="4">
                <a:moveTo>
                  <a:pt x="2" y="4"/>
                </a:moveTo>
                <a:lnTo>
                  <a:pt x="0" y="2"/>
                </a:lnTo>
                <a:lnTo>
                  <a:pt x="2" y="2"/>
                </a:lnTo>
                <a:lnTo>
                  <a:pt x="2" y="0"/>
                </a:lnTo>
                <a:lnTo>
                  <a:pt x="2" y="2"/>
                </a:lnTo>
                <a:lnTo>
                  <a:pt x="4" y="2"/>
                </a:lnTo>
                <a:lnTo>
                  <a:pt x="2" y="4"/>
                </a:lnTo>
              </a:path>
            </a:pathLst>
          </a:custGeom>
          <a:ln w="4680">
            <a:solidFill>
              <a:srgbClr val="4A4A4A"/>
            </a:solidFill>
            <a:round/>
          </a:ln>
        </p:spPr>
        <p:txBody>
          <a:bodyPr lIns="2160" tIns="-720" rIns="2160" bIns="-7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73" name=""/>
          <p:cNvSpPr/>
          <p:nvPr/>
        </p:nvSpPr>
        <p:spPr>
          <a:xfrm>
            <a:off x="4872600" y="1829880"/>
            <a:ext cx="720" cy="720"/>
          </a:xfrm>
          <a:custGeom>
            <a:avLst/>
            <a:gdLst/>
            <a:ahLst/>
            <a:rect l="0" t="0" r="r" b="b"/>
            <a:pathLst>
              <a:path fill="none" w="2" h="2">
                <a:moveTo>
                  <a:pt x="2" y="2"/>
                </a:moveTo>
                <a:lnTo>
                  <a:pt x="0" y="0"/>
                </a:lnTo>
                <a:lnTo>
                  <a:pt x="2" y="0"/>
                </a:lnTo>
                <a:lnTo>
                  <a:pt x="2" y="2"/>
                </a:lnTo>
              </a:path>
            </a:pathLst>
          </a:custGeom>
          <a:ln w="4680">
            <a:solidFill>
              <a:srgbClr val="4A4A4A"/>
            </a:solidFill>
            <a:round/>
          </a:ln>
        </p:spPr>
        <p:txBody>
          <a:bodyPr lIns="2160" tIns="-1440" rIns="2160" bIns="-144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74" name=""/>
          <p:cNvSpPr/>
          <p:nvPr/>
        </p:nvSpPr>
        <p:spPr>
          <a:xfrm>
            <a:off x="4895280" y="1829160"/>
            <a:ext cx="4680" cy="2880"/>
          </a:xfrm>
          <a:custGeom>
            <a:avLst/>
            <a:gdLst/>
            <a:ahLst/>
            <a:rect l="0" t="0" r="r" b="b"/>
            <a:pathLst>
              <a:path fill="none" w="13" h="8">
                <a:moveTo>
                  <a:pt x="13" y="0"/>
                </a:moveTo>
                <a:lnTo>
                  <a:pt x="12" y="1"/>
                </a:lnTo>
                <a:lnTo>
                  <a:pt x="11" y="1"/>
                </a:lnTo>
                <a:lnTo>
                  <a:pt x="11" y="2"/>
                </a:lnTo>
                <a:lnTo>
                  <a:pt x="10" y="3"/>
                </a:lnTo>
                <a:lnTo>
                  <a:pt x="8" y="3"/>
                </a:lnTo>
                <a:lnTo>
                  <a:pt x="8" y="5"/>
                </a:lnTo>
                <a:lnTo>
                  <a:pt x="7" y="5"/>
                </a:lnTo>
                <a:lnTo>
                  <a:pt x="6" y="6"/>
                </a:lnTo>
                <a:lnTo>
                  <a:pt x="5" y="6"/>
                </a:lnTo>
                <a:lnTo>
                  <a:pt x="3" y="6"/>
                </a:lnTo>
                <a:lnTo>
                  <a:pt x="2" y="6"/>
                </a:lnTo>
                <a:lnTo>
                  <a:pt x="2" y="7"/>
                </a:lnTo>
                <a:lnTo>
                  <a:pt x="2" y="8"/>
                </a:lnTo>
                <a:lnTo>
                  <a:pt x="1" y="8"/>
                </a:lnTo>
                <a:lnTo>
                  <a:pt x="1" y="7"/>
                </a:lnTo>
                <a:lnTo>
                  <a:pt x="0" y="7"/>
                </a:lnTo>
                <a:lnTo>
                  <a:pt x="1" y="6"/>
                </a:lnTo>
                <a:lnTo>
                  <a:pt x="2" y="6"/>
                </a:lnTo>
                <a:lnTo>
                  <a:pt x="2" y="5"/>
                </a:lnTo>
                <a:lnTo>
                  <a:pt x="3" y="5"/>
                </a:lnTo>
                <a:lnTo>
                  <a:pt x="5" y="5"/>
                </a:lnTo>
                <a:lnTo>
                  <a:pt x="5" y="3"/>
                </a:lnTo>
                <a:lnTo>
                  <a:pt x="6" y="3"/>
                </a:lnTo>
                <a:lnTo>
                  <a:pt x="7" y="3"/>
                </a:lnTo>
                <a:lnTo>
                  <a:pt x="6" y="3"/>
                </a:lnTo>
                <a:lnTo>
                  <a:pt x="7" y="2"/>
                </a:lnTo>
                <a:lnTo>
                  <a:pt x="8" y="2"/>
                </a:lnTo>
                <a:lnTo>
                  <a:pt x="9" y="2"/>
                </a:lnTo>
                <a:lnTo>
                  <a:pt x="10" y="2"/>
                </a:lnTo>
                <a:lnTo>
                  <a:pt x="11" y="2"/>
                </a:lnTo>
                <a:lnTo>
                  <a:pt x="11" y="1"/>
                </a:lnTo>
                <a:lnTo>
                  <a:pt x="11" y="0"/>
                </a:lnTo>
                <a:lnTo>
                  <a:pt x="12" y="0"/>
                </a:lnTo>
                <a:lnTo>
                  <a:pt x="13" y="0"/>
                </a:lnTo>
              </a:path>
            </a:pathLst>
          </a:custGeom>
          <a:ln w="4680">
            <a:solidFill>
              <a:srgbClr val="4A4A4A"/>
            </a:solidFill>
            <a:round/>
          </a:ln>
        </p:spPr>
        <p:txBody>
          <a:bodyPr lIns="2160" tIns="720" rIns="2160" bIns="7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75" name=""/>
          <p:cNvSpPr/>
          <p:nvPr/>
        </p:nvSpPr>
        <p:spPr>
          <a:xfrm>
            <a:off x="4886640" y="1828080"/>
            <a:ext cx="1440" cy="1800"/>
          </a:xfrm>
          <a:custGeom>
            <a:avLst/>
            <a:gdLst/>
            <a:ahLst/>
            <a:rect l="0" t="0" r="r" b="b"/>
            <a:pathLst>
              <a:path fill="none" w="4" h="5">
                <a:moveTo>
                  <a:pt x="2" y="0"/>
                </a:moveTo>
                <a:lnTo>
                  <a:pt x="4" y="2"/>
                </a:lnTo>
                <a:lnTo>
                  <a:pt x="4" y="3"/>
                </a:lnTo>
                <a:lnTo>
                  <a:pt x="4" y="5"/>
                </a:lnTo>
                <a:lnTo>
                  <a:pt x="2" y="3"/>
                </a:lnTo>
                <a:lnTo>
                  <a:pt x="1" y="3"/>
                </a:lnTo>
                <a:lnTo>
                  <a:pt x="0" y="3"/>
                </a:lnTo>
                <a:lnTo>
                  <a:pt x="0" y="2"/>
                </a:lnTo>
                <a:lnTo>
                  <a:pt x="1" y="2"/>
                </a:lnTo>
                <a:lnTo>
                  <a:pt x="1" y="0"/>
                </a:lnTo>
                <a:lnTo>
                  <a:pt x="2" y="0"/>
                </a:lnTo>
              </a:path>
            </a:pathLst>
          </a:custGeom>
          <a:ln w="4680">
            <a:solidFill>
              <a:srgbClr val="4A4A4A"/>
            </a:solidFill>
            <a:round/>
          </a:ln>
        </p:spPr>
        <p:txBody>
          <a:bodyPr lIns="2160" tIns="-360" rIns="2160" bIns="-3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76" name=""/>
          <p:cNvSpPr/>
          <p:nvPr/>
        </p:nvSpPr>
        <p:spPr>
          <a:xfrm>
            <a:off x="4880520" y="1827720"/>
            <a:ext cx="1440" cy="1440"/>
          </a:xfrm>
          <a:custGeom>
            <a:avLst/>
            <a:gdLst/>
            <a:ahLst/>
            <a:rect l="0" t="0" r="r" b="b"/>
            <a:pathLst>
              <a:path fill="none" w="4" h="4">
                <a:moveTo>
                  <a:pt x="2" y="4"/>
                </a:moveTo>
                <a:lnTo>
                  <a:pt x="0" y="4"/>
                </a:lnTo>
                <a:lnTo>
                  <a:pt x="0" y="2"/>
                </a:lnTo>
                <a:lnTo>
                  <a:pt x="2" y="2"/>
                </a:lnTo>
                <a:lnTo>
                  <a:pt x="2" y="0"/>
                </a:lnTo>
                <a:lnTo>
                  <a:pt x="2" y="2"/>
                </a:lnTo>
                <a:lnTo>
                  <a:pt x="4" y="2"/>
                </a:lnTo>
                <a:lnTo>
                  <a:pt x="2" y="4"/>
                </a:lnTo>
              </a:path>
            </a:pathLst>
          </a:custGeom>
          <a:ln w="4680">
            <a:solidFill>
              <a:srgbClr val="4A4A4A"/>
            </a:solidFill>
            <a:round/>
          </a:ln>
        </p:spPr>
        <p:txBody>
          <a:bodyPr lIns="2160" tIns="-720" rIns="2160" bIns="-7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77" name=""/>
          <p:cNvSpPr/>
          <p:nvPr/>
        </p:nvSpPr>
        <p:spPr>
          <a:xfrm>
            <a:off x="4872600" y="1827720"/>
            <a:ext cx="1440" cy="720"/>
          </a:xfrm>
          <a:custGeom>
            <a:avLst/>
            <a:gdLst/>
            <a:ahLst/>
            <a:rect l="0" t="0" r="r" b="b"/>
            <a:pathLst>
              <a:path fill="none" w="4" h="2">
                <a:moveTo>
                  <a:pt x="4" y="0"/>
                </a:moveTo>
                <a:lnTo>
                  <a:pt x="2" y="2"/>
                </a:lnTo>
                <a:lnTo>
                  <a:pt x="0" y="2"/>
                </a:lnTo>
                <a:lnTo>
                  <a:pt x="0" y="0"/>
                </a:lnTo>
                <a:lnTo>
                  <a:pt x="2" y="0"/>
                </a:lnTo>
                <a:lnTo>
                  <a:pt x="4" y="0"/>
                </a:lnTo>
              </a:path>
            </a:pathLst>
          </a:custGeom>
          <a:ln w="4680">
            <a:solidFill>
              <a:srgbClr val="4A4A4A"/>
            </a:solidFill>
            <a:round/>
          </a:ln>
        </p:spPr>
        <p:txBody>
          <a:bodyPr lIns="2160" tIns="-1440" rIns="2160" bIns="-144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78" name=""/>
          <p:cNvSpPr/>
          <p:nvPr/>
        </p:nvSpPr>
        <p:spPr>
          <a:xfrm>
            <a:off x="4865400" y="1827360"/>
            <a:ext cx="3240" cy="2880"/>
          </a:xfrm>
          <a:custGeom>
            <a:avLst/>
            <a:gdLst/>
            <a:ahLst/>
            <a:rect l="0" t="0" r="r" b="b"/>
            <a:pathLst>
              <a:path fill="none" w="9" h="8">
                <a:moveTo>
                  <a:pt x="7" y="0"/>
                </a:moveTo>
                <a:lnTo>
                  <a:pt x="8" y="2"/>
                </a:lnTo>
                <a:lnTo>
                  <a:pt x="9" y="4"/>
                </a:lnTo>
                <a:lnTo>
                  <a:pt x="9" y="5"/>
                </a:lnTo>
                <a:lnTo>
                  <a:pt x="8" y="5"/>
                </a:lnTo>
                <a:lnTo>
                  <a:pt x="8" y="4"/>
                </a:lnTo>
                <a:lnTo>
                  <a:pt x="7" y="2"/>
                </a:lnTo>
                <a:lnTo>
                  <a:pt x="5" y="2"/>
                </a:lnTo>
                <a:lnTo>
                  <a:pt x="5" y="4"/>
                </a:lnTo>
                <a:lnTo>
                  <a:pt x="5" y="5"/>
                </a:lnTo>
                <a:lnTo>
                  <a:pt x="7" y="5"/>
                </a:lnTo>
                <a:lnTo>
                  <a:pt x="8" y="5"/>
                </a:lnTo>
                <a:lnTo>
                  <a:pt x="8" y="6"/>
                </a:lnTo>
                <a:lnTo>
                  <a:pt x="7" y="6"/>
                </a:lnTo>
                <a:lnTo>
                  <a:pt x="5" y="6"/>
                </a:lnTo>
                <a:lnTo>
                  <a:pt x="5" y="7"/>
                </a:lnTo>
                <a:lnTo>
                  <a:pt x="4" y="7"/>
                </a:lnTo>
                <a:lnTo>
                  <a:pt x="5" y="7"/>
                </a:lnTo>
                <a:lnTo>
                  <a:pt x="5" y="8"/>
                </a:lnTo>
                <a:lnTo>
                  <a:pt x="4" y="8"/>
                </a:lnTo>
                <a:lnTo>
                  <a:pt x="3" y="8"/>
                </a:lnTo>
                <a:lnTo>
                  <a:pt x="2" y="8"/>
                </a:lnTo>
                <a:lnTo>
                  <a:pt x="2" y="7"/>
                </a:lnTo>
                <a:lnTo>
                  <a:pt x="2" y="4"/>
                </a:lnTo>
                <a:lnTo>
                  <a:pt x="1" y="2"/>
                </a:lnTo>
                <a:lnTo>
                  <a:pt x="0" y="1"/>
                </a:lnTo>
                <a:lnTo>
                  <a:pt x="1" y="0"/>
                </a:lnTo>
                <a:lnTo>
                  <a:pt x="2" y="0"/>
                </a:lnTo>
                <a:lnTo>
                  <a:pt x="4" y="0"/>
                </a:lnTo>
                <a:lnTo>
                  <a:pt x="5" y="0"/>
                </a:lnTo>
                <a:lnTo>
                  <a:pt x="7" y="0"/>
                </a:lnTo>
              </a:path>
            </a:pathLst>
          </a:custGeom>
          <a:ln w="4680">
            <a:solidFill>
              <a:srgbClr val="4A4A4A"/>
            </a:solidFill>
            <a:round/>
          </a:ln>
        </p:spPr>
        <p:txBody>
          <a:bodyPr lIns="2160" tIns="720" rIns="2160" bIns="7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79" name=""/>
          <p:cNvSpPr/>
          <p:nvPr/>
        </p:nvSpPr>
        <p:spPr>
          <a:xfrm>
            <a:off x="4877280" y="1826640"/>
            <a:ext cx="1800" cy="2160"/>
          </a:xfrm>
          <a:custGeom>
            <a:avLst/>
            <a:gdLst/>
            <a:ahLst/>
            <a:rect l="0" t="0" r="r" b="b"/>
            <a:pathLst>
              <a:path fill="none" w="5" h="6">
                <a:moveTo>
                  <a:pt x="2" y="2"/>
                </a:moveTo>
                <a:lnTo>
                  <a:pt x="3" y="2"/>
                </a:lnTo>
                <a:lnTo>
                  <a:pt x="5" y="2"/>
                </a:lnTo>
                <a:lnTo>
                  <a:pt x="5" y="3"/>
                </a:lnTo>
                <a:lnTo>
                  <a:pt x="3" y="5"/>
                </a:lnTo>
                <a:lnTo>
                  <a:pt x="3" y="6"/>
                </a:lnTo>
                <a:lnTo>
                  <a:pt x="2" y="6"/>
                </a:lnTo>
                <a:lnTo>
                  <a:pt x="2" y="5"/>
                </a:lnTo>
                <a:lnTo>
                  <a:pt x="0" y="5"/>
                </a:lnTo>
                <a:lnTo>
                  <a:pt x="0" y="3"/>
                </a:lnTo>
                <a:lnTo>
                  <a:pt x="2" y="3"/>
                </a:lnTo>
                <a:lnTo>
                  <a:pt x="2" y="2"/>
                </a:lnTo>
                <a:lnTo>
                  <a:pt x="2" y="1"/>
                </a:lnTo>
                <a:lnTo>
                  <a:pt x="0" y="1"/>
                </a:lnTo>
                <a:lnTo>
                  <a:pt x="0" y="0"/>
                </a:lnTo>
                <a:lnTo>
                  <a:pt x="2" y="0"/>
                </a:lnTo>
                <a:lnTo>
                  <a:pt x="2" y="2"/>
                </a:lnTo>
              </a:path>
            </a:pathLst>
          </a:custGeom>
          <a:ln w="4680">
            <a:solidFill>
              <a:srgbClr val="4A4A4A"/>
            </a:solidFill>
            <a:round/>
          </a:ln>
        </p:spPr>
        <p:txBody>
          <a:bodyPr lIns="2160" tIns="0" rIns="216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80" name=""/>
          <p:cNvSpPr/>
          <p:nvPr/>
        </p:nvSpPr>
        <p:spPr>
          <a:xfrm>
            <a:off x="4876560" y="1825920"/>
            <a:ext cx="1080" cy="1080"/>
          </a:xfrm>
          <a:custGeom>
            <a:avLst/>
            <a:gdLst/>
            <a:ahLst/>
            <a:rect l="0" t="0" r="r" b="b"/>
            <a:pathLst>
              <a:path fill="none" w="3" h="3">
                <a:moveTo>
                  <a:pt x="0" y="0"/>
                </a:moveTo>
                <a:lnTo>
                  <a:pt x="2" y="0"/>
                </a:lnTo>
                <a:lnTo>
                  <a:pt x="2" y="2"/>
                </a:lnTo>
                <a:lnTo>
                  <a:pt x="3" y="3"/>
                </a:lnTo>
                <a:lnTo>
                  <a:pt x="0" y="3"/>
                </a:lnTo>
                <a:lnTo>
                  <a:pt x="0" y="2"/>
                </a:lnTo>
                <a:lnTo>
                  <a:pt x="0" y="0"/>
                </a:lnTo>
              </a:path>
            </a:pathLst>
          </a:custGeom>
          <a:ln w="4680">
            <a:solidFill>
              <a:srgbClr val="4A4A4A"/>
            </a:solidFill>
            <a:round/>
          </a:ln>
        </p:spPr>
        <p:txBody>
          <a:bodyPr lIns="2160" tIns="-1080" rIns="2160" bIns="-108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81" name=""/>
          <p:cNvSpPr/>
          <p:nvPr/>
        </p:nvSpPr>
        <p:spPr>
          <a:xfrm>
            <a:off x="4866480" y="1825920"/>
            <a:ext cx="360" cy="360"/>
          </a:xfrm>
          <a:custGeom>
            <a:avLst/>
            <a:gdLst/>
            <a:ahLst/>
            <a:rect l="0" t="0" r="r" b="b"/>
            <a:pathLst>
              <a:path fill="none" w="1" h="1">
                <a:moveTo>
                  <a:pt x="1" y="1"/>
                </a:moveTo>
                <a:lnTo>
                  <a:pt x="0" y="1"/>
                </a:lnTo>
                <a:lnTo>
                  <a:pt x="0" y="0"/>
                </a:lnTo>
                <a:lnTo>
                  <a:pt x="1" y="0"/>
                </a:lnTo>
                <a:lnTo>
                  <a:pt x="1" y="1"/>
                </a:lnTo>
              </a:path>
            </a:pathLst>
          </a:custGeom>
          <a:ln w="4680">
            <a:solidFill>
              <a:srgbClr val="4A4A4A"/>
            </a:solidFill>
            <a:round/>
          </a:ln>
        </p:spPr>
        <p:txBody>
          <a:bodyPr lIns="2160" tIns="-1800" rIns="2160" bIns="-180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82" name=""/>
          <p:cNvSpPr/>
          <p:nvPr/>
        </p:nvSpPr>
        <p:spPr>
          <a:xfrm>
            <a:off x="4880880" y="1825920"/>
            <a:ext cx="1080" cy="1440"/>
          </a:xfrm>
          <a:custGeom>
            <a:avLst/>
            <a:gdLst/>
            <a:ahLst/>
            <a:rect l="0" t="0" r="r" b="b"/>
            <a:pathLst>
              <a:path fill="none" w="3" h="4">
                <a:moveTo>
                  <a:pt x="3" y="2"/>
                </a:moveTo>
                <a:lnTo>
                  <a:pt x="2" y="4"/>
                </a:lnTo>
                <a:lnTo>
                  <a:pt x="0" y="2"/>
                </a:lnTo>
                <a:lnTo>
                  <a:pt x="2" y="2"/>
                </a:lnTo>
                <a:lnTo>
                  <a:pt x="3" y="2"/>
                </a:lnTo>
                <a:lnTo>
                  <a:pt x="3" y="0"/>
                </a:lnTo>
                <a:lnTo>
                  <a:pt x="3" y="2"/>
                </a:lnTo>
              </a:path>
            </a:pathLst>
          </a:custGeom>
          <a:ln w="4680">
            <a:solidFill>
              <a:srgbClr val="4A4A4A"/>
            </a:solidFill>
            <a:round/>
          </a:ln>
        </p:spPr>
        <p:txBody>
          <a:bodyPr lIns="2160" tIns="-720" rIns="2160" bIns="-7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83" name=""/>
          <p:cNvSpPr/>
          <p:nvPr/>
        </p:nvSpPr>
        <p:spPr>
          <a:xfrm>
            <a:off x="4866480" y="1825200"/>
            <a:ext cx="1440" cy="1080"/>
          </a:xfrm>
          <a:custGeom>
            <a:avLst/>
            <a:gdLst/>
            <a:ahLst/>
            <a:rect l="0" t="0" r="r" b="b"/>
            <a:pathLst>
              <a:path fill="none" w="4" h="3">
                <a:moveTo>
                  <a:pt x="2" y="3"/>
                </a:moveTo>
                <a:lnTo>
                  <a:pt x="2" y="2"/>
                </a:lnTo>
                <a:lnTo>
                  <a:pt x="0" y="2"/>
                </a:lnTo>
                <a:lnTo>
                  <a:pt x="0" y="0"/>
                </a:lnTo>
                <a:lnTo>
                  <a:pt x="2" y="0"/>
                </a:lnTo>
                <a:lnTo>
                  <a:pt x="4" y="0"/>
                </a:lnTo>
                <a:lnTo>
                  <a:pt x="4" y="2"/>
                </a:lnTo>
                <a:lnTo>
                  <a:pt x="4" y="3"/>
                </a:lnTo>
                <a:lnTo>
                  <a:pt x="2" y="3"/>
                </a:lnTo>
              </a:path>
            </a:pathLst>
          </a:custGeom>
          <a:ln w="4680">
            <a:solidFill>
              <a:srgbClr val="4A4A4A"/>
            </a:solidFill>
            <a:round/>
          </a:ln>
        </p:spPr>
        <p:txBody>
          <a:bodyPr lIns="2160" tIns="-1080" rIns="2160" bIns="-108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84" name=""/>
          <p:cNvSpPr/>
          <p:nvPr/>
        </p:nvSpPr>
        <p:spPr>
          <a:xfrm>
            <a:off x="4881240" y="1825200"/>
            <a:ext cx="1440" cy="720"/>
          </a:xfrm>
          <a:custGeom>
            <a:avLst/>
            <a:gdLst/>
            <a:ahLst/>
            <a:rect l="0" t="0" r="r" b="b"/>
            <a:pathLst>
              <a:path fill="none" w="4" h="2">
                <a:moveTo>
                  <a:pt x="2" y="2"/>
                </a:moveTo>
                <a:lnTo>
                  <a:pt x="0" y="2"/>
                </a:lnTo>
                <a:lnTo>
                  <a:pt x="0" y="0"/>
                </a:lnTo>
                <a:lnTo>
                  <a:pt x="2" y="0"/>
                </a:lnTo>
                <a:lnTo>
                  <a:pt x="4" y="0"/>
                </a:lnTo>
                <a:lnTo>
                  <a:pt x="4" y="2"/>
                </a:lnTo>
                <a:lnTo>
                  <a:pt x="2" y="2"/>
                </a:lnTo>
              </a:path>
            </a:pathLst>
          </a:custGeom>
          <a:ln w="4680">
            <a:solidFill>
              <a:srgbClr val="4A4A4A"/>
            </a:solidFill>
            <a:round/>
          </a:ln>
        </p:spPr>
        <p:txBody>
          <a:bodyPr lIns="2160" tIns="-1440" rIns="2160" bIns="-144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85" name=""/>
          <p:cNvSpPr/>
          <p:nvPr/>
        </p:nvSpPr>
        <p:spPr>
          <a:xfrm>
            <a:off x="4884480" y="1824120"/>
            <a:ext cx="720" cy="1440"/>
          </a:xfrm>
          <a:custGeom>
            <a:avLst/>
            <a:gdLst/>
            <a:ahLst/>
            <a:rect l="0" t="0" r="r" b="b"/>
            <a:pathLst>
              <a:path fill="none" w="2" h="4">
                <a:moveTo>
                  <a:pt x="2" y="4"/>
                </a:moveTo>
                <a:lnTo>
                  <a:pt x="0" y="2"/>
                </a:lnTo>
                <a:lnTo>
                  <a:pt x="0" y="0"/>
                </a:lnTo>
                <a:lnTo>
                  <a:pt x="2" y="0"/>
                </a:lnTo>
                <a:lnTo>
                  <a:pt x="2" y="2"/>
                </a:lnTo>
                <a:lnTo>
                  <a:pt x="2" y="4"/>
                </a:lnTo>
              </a:path>
            </a:pathLst>
          </a:custGeom>
          <a:ln w="4680">
            <a:solidFill>
              <a:srgbClr val="4A4A4A"/>
            </a:solidFill>
            <a:round/>
          </a:ln>
        </p:spPr>
        <p:txBody>
          <a:bodyPr lIns="2160" tIns="-720" rIns="2160" bIns="-7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86" name=""/>
          <p:cNvSpPr/>
          <p:nvPr/>
        </p:nvSpPr>
        <p:spPr>
          <a:xfrm>
            <a:off x="4896000" y="1824120"/>
            <a:ext cx="1800" cy="1440"/>
          </a:xfrm>
          <a:custGeom>
            <a:avLst/>
            <a:gdLst/>
            <a:ahLst/>
            <a:rect l="0" t="0" r="r" b="b"/>
            <a:pathLst>
              <a:path fill="none" w="5" h="4">
                <a:moveTo>
                  <a:pt x="3" y="0"/>
                </a:moveTo>
                <a:lnTo>
                  <a:pt x="5" y="0"/>
                </a:lnTo>
                <a:lnTo>
                  <a:pt x="5" y="1"/>
                </a:lnTo>
                <a:lnTo>
                  <a:pt x="5" y="3"/>
                </a:lnTo>
                <a:lnTo>
                  <a:pt x="3" y="3"/>
                </a:lnTo>
                <a:lnTo>
                  <a:pt x="3" y="4"/>
                </a:lnTo>
                <a:lnTo>
                  <a:pt x="2" y="4"/>
                </a:lnTo>
                <a:lnTo>
                  <a:pt x="2" y="3"/>
                </a:lnTo>
                <a:lnTo>
                  <a:pt x="0" y="3"/>
                </a:lnTo>
                <a:lnTo>
                  <a:pt x="0" y="1"/>
                </a:lnTo>
                <a:lnTo>
                  <a:pt x="2" y="1"/>
                </a:lnTo>
                <a:lnTo>
                  <a:pt x="3" y="0"/>
                </a:lnTo>
              </a:path>
            </a:pathLst>
          </a:custGeom>
          <a:ln w="4680">
            <a:solidFill>
              <a:srgbClr val="4A4A4A"/>
            </a:solidFill>
            <a:round/>
          </a:ln>
        </p:spPr>
        <p:txBody>
          <a:bodyPr lIns="2160" tIns="-720" rIns="2160" bIns="-7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87" name=""/>
          <p:cNvSpPr/>
          <p:nvPr/>
        </p:nvSpPr>
        <p:spPr>
          <a:xfrm>
            <a:off x="4895640" y="1823760"/>
            <a:ext cx="1440" cy="720"/>
          </a:xfrm>
          <a:custGeom>
            <a:avLst/>
            <a:gdLst/>
            <a:ahLst/>
            <a:rect l="0" t="0" r="r" b="b"/>
            <a:pathLst>
              <a:path fill="none" w="4" h="2">
                <a:moveTo>
                  <a:pt x="4" y="0"/>
                </a:moveTo>
                <a:lnTo>
                  <a:pt x="4" y="2"/>
                </a:lnTo>
                <a:lnTo>
                  <a:pt x="2" y="2"/>
                </a:lnTo>
                <a:lnTo>
                  <a:pt x="0" y="0"/>
                </a:lnTo>
                <a:lnTo>
                  <a:pt x="2" y="0"/>
                </a:lnTo>
                <a:lnTo>
                  <a:pt x="4" y="0"/>
                </a:lnTo>
              </a:path>
            </a:pathLst>
          </a:custGeom>
          <a:ln w="4680">
            <a:solidFill>
              <a:srgbClr val="4A4A4A"/>
            </a:solidFill>
            <a:round/>
          </a:ln>
        </p:spPr>
        <p:txBody>
          <a:bodyPr lIns="2160" tIns="-1440" rIns="2160" bIns="-144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88" name=""/>
          <p:cNvSpPr/>
          <p:nvPr/>
        </p:nvSpPr>
        <p:spPr>
          <a:xfrm>
            <a:off x="4897440" y="1823400"/>
            <a:ext cx="360" cy="360"/>
          </a:xfrm>
          <a:custGeom>
            <a:avLst/>
            <a:gdLst/>
            <a:ahLst/>
            <a:rect l="0" t="0" r="r" b="b"/>
            <a:pathLst>
              <a:path fill="none" w="1" h="1">
                <a:moveTo>
                  <a:pt x="1" y="1"/>
                </a:moveTo>
                <a:lnTo>
                  <a:pt x="0" y="1"/>
                </a:lnTo>
                <a:lnTo>
                  <a:pt x="1" y="0"/>
                </a:lnTo>
                <a:lnTo>
                  <a:pt x="1" y="1"/>
                </a:lnTo>
              </a:path>
            </a:pathLst>
          </a:custGeom>
          <a:ln w="4680">
            <a:solidFill>
              <a:srgbClr val="4A4A4A"/>
            </a:solidFill>
            <a:round/>
          </a:ln>
        </p:spPr>
        <p:txBody>
          <a:bodyPr lIns="2160" tIns="-1800" rIns="2160" bIns="-180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89" name=""/>
          <p:cNvSpPr/>
          <p:nvPr/>
        </p:nvSpPr>
        <p:spPr>
          <a:xfrm>
            <a:off x="4867560" y="1823400"/>
            <a:ext cx="360" cy="0"/>
          </a:xfrm>
          <a:prstGeom prst="line">
            <a:avLst/>
          </a:prstGeom>
          <a:ln w="4680">
            <a:solidFill>
              <a:srgbClr val="4A4A4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2160" tIns="-2160" rIns="2160" bIns="-21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90" name=""/>
          <p:cNvSpPr/>
          <p:nvPr/>
        </p:nvSpPr>
        <p:spPr>
          <a:xfrm>
            <a:off x="4885920" y="1823040"/>
            <a:ext cx="1800" cy="1800"/>
          </a:xfrm>
          <a:custGeom>
            <a:avLst/>
            <a:gdLst/>
            <a:ahLst/>
            <a:rect l="0" t="0" r="r" b="b"/>
            <a:pathLst>
              <a:path fill="none" w="5" h="5">
                <a:moveTo>
                  <a:pt x="3" y="3"/>
                </a:moveTo>
                <a:lnTo>
                  <a:pt x="5" y="3"/>
                </a:lnTo>
                <a:lnTo>
                  <a:pt x="3" y="4"/>
                </a:lnTo>
                <a:lnTo>
                  <a:pt x="3" y="3"/>
                </a:lnTo>
                <a:lnTo>
                  <a:pt x="3" y="4"/>
                </a:lnTo>
                <a:lnTo>
                  <a:pt x="2" y="4"/>
                </a:lnTo>
                <a:lnTo>
                  <a:pt x="2" y="5"/>
                </a:lnTo>
                <a:lnTo>
                  <a:pt x="0" y="4"/>
                </a:lnTo>
                <a:lnTo>
                  <a:pt x="2" y="3"/>
                </a:lnTo>
                <a:lnTo>
                  <a:pt x="2" y="1"/>
                </a:lnTo>
                <a:lnTo>
                  <a:pt x="2" y="0"/>
                </a:lnTo>
                <a:lnTo>
                  <a:pt x="3" y="0"/>
                </a:lnTo>
                <a:lnTo>
                  <a:pt x="3" y="1"/>
                </a:lnTo>
                <a:lnTo>
                  <a:pt x="2" y="1"/>
                </a:lnTo>
                <a:lnTo>
                  <a:pt x="3" y="3"/>
                </a:lnTo>
              </a:path>
            </a:pathLst>
          </a:custGeom>
          <a:ln w="4680">
            <a:solidFill>
              <a:srgbClr val="4A4A4A"/>
            </a:solidFill>
            <a:round/>
          </a:ln>
        </p:spPr>
        <p:txBody>
          <a:bodyPr lIns="2160" tIns="-360" rIns="2160" bIns="-3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91" name=""/>
          <p:cNvSpPr/>
          <p:nvPr/>
        </p:nvSpPr>
        <p:spPr>
          <a:xfrm>
            <a:off x="4889520" y="1821960"/>
            <a:ext cx="2880" cy="2880"/>
          </a:xfrm>
          <a:custGeom>
            <a:avLst/>
            <a:gdLst/>
            <a:ahLst/>
            <a:rect l="0" t="0" r="r" b="b"/>
            <a:pathLst>
              <a:path fill="none" w="8" h="8">
                <a:moveTo>
                  <a:pt x="2" y="1"/>
                </a:moveTo>
                <a:lnTo>
                  <a:pt x="3" y="1"/>
                </a:lnTo>
                <a:lnTo>
                  <a:pt x="3" y="2"/>
                </a:lnTo>
                <a:lnTo>
                  <a:pt x="4" y="2"/>
                </a:lnTo>
                <a:lnTo>
                  <a:pt x="4" y="3"/>
                </a:lnTo>
                <a:lnTo>
                  <a:pt x="3" y="3"/>
                </a:lnTo>
                <a:lnTo>
                  <a:pt x="3" y="5"/>
                </a:lnTo>
                <a:lnTo>
                  <a:pt x="4" y="5"/>
                </a:lnTo>
                <a:lnTo>
                  <a:pt x="6" y="3"/>
                </a:lnTo>
                <a:lnTo>
                  <a:pt x="7" y="3"/>
                </a:lnTo>
                <a:lnTo>
                  <a:pt x="8" y="3"/>
                </a:lnTo>
                <a:lnTo>
                  <a:pt x="8" y="5"/>
                </a:lnTo>
                <a:lnTo>
                  <a:pt x="7" y="5"/>
                </a:lnTo>
                <a:lnTo>
                  <a:pt x="6" y="6"/>
                </a:lnTo>
                <a:lnTo>
                  <a:pt x="7" y="8"/>
                </a:lnTo>
                <a:lnTo>
                  <a:pt x="6" y="8"/>
                </a:lnTo>
                <a:lnTo>
                  <a:pt x="6" y="7"/>
                </a:lnTo>
                <a:lnTo>
                  <a:pt x="4" y="7"/>
                </a:lnTo>
                <a:lnTo>
                  <a:pt x="6" y="7"/>
                </a:lnTo>
                <a:lnTo>
                  <a:pt x="6" y="8"/>
                </a:lnTo>
                <a:lnTo>
                  <a:pt x="4" y="8"/>
                </a:lnTo>
                <a:lnTo>
                  <a:pt x="3" y="8"/>
                </a:lnTo>
                <a:lnTo>
                  <a:pt x="2" y="8"/>
                </a:lnTo>
                <a:lnTo>
                  <a:pt x="2" y="7"/>
                </a:lnTo>
                <a:lnTo>
                  <a:pt x="3" y="7"/>
                </a:lnTo>
                <a:lnTo>
                  <a:pt x="3" y="5"/>
                </a:lnTo>
                <a:lnTo>
                  <a:pt x="2" y="3"/>
                </a:lnTo>
                <a:lnTo>
                  <a:pt x="2" y="2"/>
                </a:lnTo>
                <a:lnTo>
                  <a:pt x="2" y="3"/>
                </a:lnTo>
                <a:lnTo>
                  <a:pt x="2" y="2"/>
                </a:lnTo>
                <a:lnTo>
                  <a:pt x="1" y="2"/>
                </a:lnTo>
                <a:lnTo>
                  <a:pt x="2" y="3"/>
                </a:lnTo>
                <a:lnTo>
                  <a:pt x="1" y="3"/>
                </a:lnTo>
                <a:lnTo>
                  <a:pt x="0" y="5"/>
                </a:lnTo>
                <a:lnTo>
                  <a:pt x="0" y="2"/>
                </a:lnTo>
                <a:lnTo>
                  <a:pt x="1" y="2"/>
                </a:lnTo>
                <a:lnTo>
                  <a:pt x="1" y="1"/>
                </a:lnTo>
                <a:lnTo>
                  <a:pt x="0" y="1"/>
                </a:lnTo>
                <a:lnTo>
                  <a:pt x="1" y="1"/>
                </a:lnTo>
                <a:lnTo>
                  <a:pt x="1" y="0"/>
                </a:lnTo>
                <a:lnTo>
                  <a:pt x="2" y="0"/>
                </a:lnTo>
                <a:lnTo>
                  <a:pt x="2" y="1"/>
                </a:lnTo>
              </a:path>
            </a:pathLst>
          </a:custGeom>
          <a:ln w="4680">
            <a:solidFill>
              <a:srgbClr val="4A4A4A"/>
            </a:solidFill>
            <a:round/>
          </a:ln>
        </p:spPr>
        <p:txBody>
          <a:bodyPr lIns="2160" tIns="720" rIns="2160" bIns="7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92" name=""/>
          <p:cNvSpPr/>
          <p:nvPr/>
        </p:nvSpPr>
        <p:spPr>
          <a:xfrm>
            <a:off x="4866840" y="1821600"/>
            <a:ext cx="720" cy="1440"/>
          </a:xfrm>
          <a:custGeom>
            <a:avLst/>
            <a:gdLst/>
            <a:ahLst/>
            <a:rect l="0" t="0" r="r" b="b"/>
            <a:pathLst>
              <a:path fill="none" w="2" h="4">
                <a:moveTo>
                  <a:pt x="0" y="4"/>
                </a:moveTo>
                <a:lnTo>
                  <a:pt x="0" y="2"/>
                </a:lnTo>
                <a:lnTo>
                  <a:pt x="0" y="0"/>
                </a:lnTo>
                <a:lnTo>
                  <a:pt x="0" y="2"/>
                </a:lnTo>
                <a:lnTo>
                  <a:pt x="2" y="2"/>
                </a:lnTo>
                <a:lnTo>
                  <a:pt x="0" y="4"/>
                </a:lnTo>
              </a:path>
            </a:pathLst>
          </a:custGeom>
          <a:ln w="4680">
            <a:solidFill>
              <a:srgbClr val="4A4A4A"/>
            </a:solidFill>
            <a:round/>
          </a:ln>
        </p:spPr>
        <p:txBody>
          <a:bodyPr lIns="2160" tIns="-720" rIns="2160" bIns="-7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93" name=""/>
          <p:cNvSpPr/>
          <p:nvPr/>
        </p:nvSpPr>
        <p:spPr>
          <a:xfrm>
            <a:off x="4891320" y="1821600"/>
            <a:ext cx="1080" cy="1080"/>
          </a:xfrm>
          <a:custGeom>
            <a:avLst/>
            <a:gdLst/>
            <a:ahLst/>
            <a:rect l="0" t="0" r="r" b="b"/>
            <a:pathLst>
              <a:path fill="none" w="3" h="3">
                <a:moveTo>
                  <a:pt x="3" y="3"/>
                </a:moveTo>
                <a:lnTo>
                  <a:pt x="1" y="2"/>
                </a:lnTo>
                <a:lnTo>
                  <a:pt x="0" y="0"/>
                </a:lnTo>
                <a:lnTo>
                  <a:pt x="1" y="0"/>
                </a:lnTo>
                <a:lnTo>
                  <a:pt x="3" y="0"/>
                </a:lnTo>
                <a:lnTo>
                  <a:pt x="3" y="2"/>
                </a:lnTo>
                <a:lnTo>
                  <a:pt x="3" y="3"/>
                </a:lnTo>
              </a:path>
            </a:pathLst>
          </a:custGeom>
          <a:ln w="4680">
            <a:solidFill>
              <a:srgbClr val="4A4A4A"/>
            </a:solidFill>
            <a:round/>
          </a:ln>
        </p:spPr>
        <p:txBody>
          <a:bodyPr lIns="2160" tIns="-1080" rIns="2160" bIns="-108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94" name=""/>
          <p:cNvSpPr/>
          <p:nvPr/>
        </p:nvSpPr>
        <p:spPr>
          <a:xfrm>
            <a:off x="4886280" y="1821240"/>
            <a:ext cx="1080" cy="1080"/>
          </a:xfrm>
          <a:custGeom>
            <a:avLst/>
            <a:gdLst/>
            <a:ahLst/>
            <a:rect l="0" t="0" r="r" b="b"/>
            <a:pathLst>
              <a:path fill="none" w="3" h="3">
                <a:moveTo>
                  <a:pt x="3" y="1"/>
                </a:moveTo>
                <a:lnTo>
                  <a:pt x="3" y="3"/>
                </a:lnTo>
                <a:lnTo>
                  <a:pt x="1" y="3"/>
                </a:lnTo>
                <a:lnTo>
                  <a:pt x="1" y="1"/>
                </a:lnTo>
                <a:lnTo>
                  <a:pt x="0" y="1"/>
                </a:lnTo>
                <a:lnTo>
                  <a:pt x="0" y="0"/>
                </a:lnTo>
                <a:lnTo>
                  <a:pt x="3" y="0"/>
                </a:lnTo>
                <a:lnTo>
                  <a:pt x="3" y="1"/>
                </a:lnTo>
              </a:path>
            </a:pathLst>
          </a:custGeom>
          <a:ln w="4680">
            <a:solidFill>
              <a:srgbClr val="4A4A4A"/>
            </a:solidFill>
            <a:round/>
          </a:ln>
        </p:spPr>
        <p:txBody>
          <a:bodyPr lIns="2160" tIns="-1080" rIns="2160" bIns="-108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95" name=""/>
          <p:cNvSpPr/>
          <p:nvPr/>
        </p:nvSpPr>
        <p:spPr>
          <a:xfrm>
            <a:off x="4887000" y="1820880"/>
            <a:ext cx="360" cy="360"/>
          </a:xfrm>
          <a:custGeom>
            <a:avLst/>
            <a:gdLst/>
            <a:ahLst/>
            <a:rect l="0" t="0" r="r" b="b"/>
            <a:pathLst>
              <a:path fill="none" w="1" h="1">
                <a:moveTo>
                  <a:pt x="1" y="0"/>
                </a:moveTo>
                <a:lnTo>
                  <a:pt x="1" y="1"/>
                </a:lnTo>
                <a:lnTo>
                  <a:pt x="0" y="1"/>
                </a:lnTo>
                <a:lnTo>
                  <a:pt x="0" y="0"/>
                </a:lnTo>
                <a:lnTo>
                  <a:pt x="0" y="1"/>
                </a:lnTo>
                <a:lnTo>
                  <a:pt x="1" y="1"/>
                </a:lnTo>
                <a:lnTo>
                  <a:pt x="1" y="0"/>
                </a:lnTo>
              </a:path>
            </a:pathLst>
          </a:custGeom>
          <a:ln w="4680">
            <a:solidFill>
              <a:srgbClr val="4A4A4A"/>
            </a:solidFill>
            <a:round/>
          </a:ln>
        </p:spPr>
        <p:txBody>
          <a:bodyPr lIns="2160" tIns="-1800" rIns="2160" bIns="-180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96" name=""/>
          <p:cNvSpPr/>
          <p:nvPr/>
        </p:nvSpPr>
        <p:spPr>
          <a:xfrm>
            <a:off x="4897080" y="1820160"/>
            <a:ext cx="1080" cy="1800"/>
          </a:xfrm>
          <a:custGeom>
            <a:avLst/>
            <a:gdLst/>
            <a:ahLst/>
            <a:rect l="0" t="0" r="r" b="b"/>
            <a:pathLst>
              <a:path fill="none" w="3" h="5">
                <a:moveTo>
                  <a:pt x="3" y="5"/>
                </a:moveTo>
                <a:lnTo>
                  <a:pt x="1" y="5"/>
                </a:lnTo>
                <a:lnTo>
                  <a:pt x="0" y="5"/>
                </a:lnTo>
                <a:lnTo>
                  <a:pt x="0" y="3"/>
                </a:lnTo>
                <a:lnTo>
                  <a:pt x="0" y="2"/>
                </a:lnTo>
                <a:lnTo>
                  <a:pt x="3" y="0"/>
                </a:lnTo>
                <a:lnTo>
                  <a:pt x="3" y="2"/>
                </a:lnTo>
                <a:lnTo>
                  <a:pt x="3" y="3"/>
                </a:lnTo>
                <a:lnTo>
                  <a:pt x="3" y="5"/>
                </a:lnTo>
              </a:path>
            </a:pathLst>
          </a:custGeom>
          <a:ln w="4680">
            <a:solidFill>
              <a:srgbClr val="4A4A4A"/>
            </a:solidFill>
            <a:round/>
          </a:ln>
        </p:spPr>
        <p:txBody>
          <a:bodyPr lIns="2160" tIns="-360" rIns="2160" bIns="-3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97" name=""/>
          <p:cNvSpPr/>
          <p:nvPr/>
        </p:nvSpPr>
        <p:spPr>
          <a:xfrm>
            <a:off x="4886280" y="1819800"/>
            <a:ext cx="1440" cy="1440"/>
          </a:xfrm>
          <a:custGeom>
            <a:avLst/>
            <a:gdLst/>
            <a:ahLst/>
            <a:rect l="0" t="0" r="r" b="b"/>
            <a:pathLst>
              <a:path fill="none" w="4" h="4">
                <a:moveTo>
                  <a:pt x="2" y="0"/>
                </a:moveTo>
                <a:lnTo>
                  <a:pt x="2" y="2"/>
                </a:lnTo>
                <a:lnTo>
                  <a:pt x="4" y="2"/>
                </a:lnTo>
                <a:lnTo>
                  <a:pt x="2" y="2"/>
                </a:lnTo>
                <a:lnTo>
                  <a:pt x="2" y="4"/>
                </a:lnTo>
                <a:lnTo>
                  <a:pt x="2" y="2"/>
                </a:lnTo>
                <a:lnTo>
                  <a:pt x="0" y="2"/>
                </a:lnTo>
                <a:lnTo>
                  <a:pt x="0" y="0"/>
                </a:lnTo>
                <a:lnTo>
                  <a:pt x="2" y="0"/>
                </a:lnTo>
                <a:lnTo>
                  <a:pt x="4" y="0"/>
                </a:lnTo>
                <a:lnTo>
                  <a:pt x="2" y="0"/>
                </a:lnTo>
              </a:path>
            </a:pathLst>
          </a:custGeom>
          <a:ln w="4680">
            <a:solidFill>
              <a:srgbClr val="4A4A4A"/>
            </a:solidFill>
            <a:round/>
          </a:ln>
        </p:spPr>
        <p:txBody>
          <a:bodyPr lIns="2160" tIns="-720" rIns="2160" bIns="-7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98" name=""/>
          <p:cNvSpPr/>
          <p:nvPr/>
        </p:nvSpPr>
        <p:spPr>
          <a:xfrm>
            <a:off x="4889880" y="1819080"/>
            <a:ext cx="6840" cy="5040"/>
          </a:xfrm>
          <a:custGeom>
            <a:avLst/>
            <a:gdLst/>
            <a:ahLst/>
            <a:rect l="0" t="0" r="r" b="b"/>
            <a:pathLst>
              <a:path fill="none" w="19" h="14">
                <a:moveTo>
                  <a:pt x="13" y="1"/>
                </a:moveTo>
                <a:lnTo>
                  <a:pt x="14" y="1"/>
                </a:lnTo>
                <a:lnTo>
                  <a:pt x="15" y="1"/>
                </a:lnTo>
                <a:lnTo>
                  <a:pt x="15" y="2"/>
                </a:lnTo>
                <a:lnTo>
                  <a:pt x="17" y="2"/>
                </a:lnTo>
                <a:lnTo>
                  <a:pt x="15" y="3"/>
                </a:lnTo>
                <a:lnTo>
                  <a:pt x="17" y="3"/>
                </a:lnTo>
                <a:lnTo>
                  <a:pt x="18" y="3"/>
                </a:lnTo>
                <a:lnTo>
                  <a:pt x="18" y="4"/>
                </a:lnTo>
                <a:lnTo>
                  <a:pt x="18" y="6"/>
                </a:lnTo>
                <a:lnTo>
                  <a:pt x="17" y="7"/>
                </a:lnTo>
                <a:lnTo>
                  <a:pt x="17" y="6"/>
                </a:lnTo>
                <a:lnTo>
                  <a:pt x="17" y="7"/>
                </a:lnTo>
                <a:lnTo>
                  <a:pt x="18" y="7"/>
                </a:lnTo>
                <a:lnTo>
                  <a:pt x="18" y="8"/>
                </a:lnTo>
                <a:lnTo>
                  <a:pt x="18" y="9"/>
                </a:lnTo>
                <a:lnTo>
                  <a:pt x="18" y="10"/>
                </a:lnTo>
                <a:lnTo>
                  <a:pt x="18" y="11"/>
                </a:lnTo>
                <a:lnTo>
                  <a:pt x="19" y="11"/>
                </a:lnTo>
                <a:lnTo>
                  <a:pt x="18" y="11"/>
                </a:lnTo>
                <a:lnTo>
                  <a:pt x="19" y="11"/>
                </a:lnTo>
                <a:lnTo>
                  <a:pt x="18" y="11"/>
                </a:lnTo>
                <a:lnTo>
                  <a:pt x="18" y="12"/>
                </a:lnTo>
                <a:lnTo>
                  <a:pt x="17" y="12"/>
                </a:lnTo>
                <a:lnTo>
                  <a:pt x="17" y="11"/>
                </a:lnTo>
                <a:lnTo>
                  <a:pt x="17" y="10"/>
                </a:lnTo>
                <a:lnTo>
                  <a:pt x="15" y="10"/>
                </a:lnTo>
                <a:lnTo>
                  <a:pt x="15" y="9"/>
                </a:lnTo>
                <a:lnTo>
                  <a:pt x="15" y="8"/>
                </a:lnTo>
                <a:lnTo>
                  <a:pt x="15" y="7"/>
                </a:lnTo>
                <a:lnTo>
                  <a:pt x="14" y="7"/>
                </a:lnTo>
                <a:lnTo>
                  <a:pt x="13" y="7"/>
                </a:lnTo>
                <a:lnTo>
                  <a:pt x="14" y="8"/>
                </a:lnTo>
                <a:lnTo>
                  <a:pt x="14" y="9"/>
                </a:lnTo>
                <a:lnTo>
                  <a:pt x="13" y="9"/>
                </a:lnTo>
                <a:lnTo>
                  <a:pt x="13" y="8"/>
                </a:lnTo>
                <a:lnTo>
                  <a:pt x="13" y="9"/>
                </a:lnTo>
                <a:lnTo>
                  <a:pt x="12" y="10"/>
                </a:lnTo>
                <a:lnTo>
                  <a:pt x="13" y="11"/>
                </a:lnTo>
                <a:lnTo>
                  <a:pt x="14" y="11"/>
                </a:lnTo>
                <a:lnTo>
                  <a:pt x="13" y="11"/>
                </a:lnTo>
                <a:lnTo>
                  <a:pt x="13" y="12"/>
                </a:lnTo>
                <a:lnTo>
                  <a:pt x="14" y="12"/>
                </a:lnTo>
                <a:lnTo>
                  <a:pt x="14" y="13"/>
                </a:lnTo>
                <a:lnTo>
                  <a:pt x="13" y="13"/>
                </a:lnTo>
                <a:lnTo>
                  <a:pt x="13" y="14"/>
                </a:lnTo>
                <a:lnTo>
                  <a:pt x="12" y="13"/>
                </a:lnTo>
                <a:lnTo>
                  <a:pt x="12" y="12"/>
                </a:lnTo>
                <a:lnTo>
                  <a:pt x="12" y="11"/>
                </a:lnTo>
                <a:lnTo>
                  <a:pt x="13" y="11"/>
                </a:lnTo>
                <a:lnTo>
                  <a:pt x="12" y="11"/>
                </a:lnTo>
                <a:lnTo>
                  <a:pt x="12" y="10"/>
                </a:lnTo>
                <a:lnTo>
                  <a:pt x="12" y="11"/>
                </a:lnTo>
                <a:lnTo>
                  <a:pt x="11" y="11"/>
                </a:lnTo>
                <a:lnTo>
                  <a:pt x="11" y="12"/>
                </a:lnTo>
                <a:lnTo>
                  <a:pt x="11" y="11"/>
                </a:lnTo>
                <a:lnTo>
                  <a:pt x="11" y="10"/>
                </a:lnTo>
                <a:lnTo>
                  <a:pt x="10" y="10"/>
                </a:lnTo>
                <a:lnTo>
                  <a:pt x="10" y="8"/>
                </a:lnTo>
                <a:lnTo>
                  <a:pt x="9" y="8"/>
                </a:lnTo>
                <a:lnTo>
                  <a:pt x="9" y="7"/>
                </a:lnTo>
                <a:lnTo>
                  <a:pt x="8" y="7"/>
                </a:lnTo>
                <a:lnTo>
                  <a:pt x="8" y="8"/>
                </a:lnTo>
                <a:lnTo>
                  <a:pt x="8" y="9"/>
                </a:lnTo>
                <a:lnTo>
                  <a:pt x="7" y="9"/>
                </a:lnTo>
                <a:lnTo>
                  <a:pt x="6" y="9"/>
                </a:lnTo>
                <a:lnTo>
                  <a:pt x="6" y="8"/>
                </a:lnTo>
                <a:lnTo>
                  <a:pt x="5" y="8"/>
                </a:lnTo>
                <a:lnTo>
                  <a:pt x="5" y="7"/>
                </a:lnTo>
                <a:lnTo>
                  <a:pt x="4" y="7"/>
                </a:lnTo>
                <a:lnTo>
                  <a:pt x="4" y="8"/>
                </a:lnTo>
                <a:lnTo>
                  <a:pt x="3" y="8"/>
                </a:lnTo>
                <a:lnTo>
                  <a:pt x="3" y="7"/>
                </a:lnTo>
                <a:lnTo>
                  <a:pt x="2" y="7"/>
                </a:lnTo>
                <a:lnTo>
                  <a:pt x="1" y="6"/>
                </a:lnTo>
                <a:lnTo>
                  <a:pt x="1" y="4"/>
                </a:lnTo>
                <a:lnTo>
                  <a:pt x="0" y="3"/>
                </a:lnTo>
                <a:lnTo>
                  <a:pt x="1" y="3"/>
                </a:lnTo>
                <a:lnTo>
                  <a:pt x="1" y="2"/>
                </a:lnTo>
                <a:lnTo>
                  <a:pt x="2" y="2"/>
                </a:lnTo>
                <a:lnTo>
                  <a:pt x="2" y="1"/>
                </a:lnTo>
                <a:lnTo>
                  <a:pt x="3" y="1"/>
                </a:lnTo>
                <a:lnTo>
                  <a:pt x="4" y="1"/>
                </a:lnTo>
                <a:lnTo>
                  <a:pt x="5" y="2"/>
                </a:lnTo>
                <a:lnTo>
                  <a:pt x="7" y="2"/>
                </a:lnTo>
                <a:lnTo>
                  <a:pt x="8" y="2"/>
                </a:lnTo>
                <a:lnTo>
                  <a:pt x="9" y="1"/>
                </a:lnTo>
                <a:lnTo>
                  <a:pt x="9" y="0"/>
                </a:lnTo>
                <a:lnTo>
                  <a:pt x="11" y="0"/>
                </a:lnTo>
                <a:lnTo>
                  <a:pt x="12" y="0"/>
                </a:lnTo>
                <a:lnTo>
                  <a:pt x="13" y="1"/>
                </a:lnTo>
              </a:path>
            </a:pathLst>
          </a:custGeom>
          <a:ln w="4680">
            <a:solidFill>
              <a:srgbClr val="4A4A4A"/>
            </a:solidFill>
            <a:round/>
          </a:ln>
        </p:spPr>
        <p:txBody>
          <a:bodyPr lIns="2160" tIns="2160" rIns="2160" bIns="21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99" name=""/>
          <p:cNvSpPr/>
          <p:nvPr/>
        </p:nvSpPr>
        <p:spPr>
          <a:xfrm>
            <a:off x="4880160" y="1818720"/>
            <a:ext cx="3240" cy="1800"/>
          </a:xfrm>
          <a:custGeom>
            <a:avLst/>
            <a:gdLst/>
            <a:ahLst/>
            <a:rect l="0" t="0" r="r" b="b"/>
            <a:pathLst>
              <a:path fill="none" w="9" h="5">
                <a:moveTo>
                  <a:pt x="6" y="0"/>
                </a:moveTo>
                <a:lnTo>
                  <a:pt x="6" y="1"/>
                </a:lnTo>
                <a:lnTo>
                  <a:pt x="7" y="0"/>
                </a:lnTo>
                <a:lnTo>
                  <a:pt x="9" y="0"/>
                </a:lnTo>
                <a:lnTo>
                  <a:pt x="9" y="1"/>
                </a:lnTo>
                <a:lnTo>
                  <a:pt x="9" y="3"/>
                </a:lnTo>
                <a:lnTo>
                  <a:pt x="7" y="1"/>
                </a:lnTo>
                <a:lnTo>
                  <a:pt x="6" y="1"/>
                </a:lnTo>
                <a:lnTo>
                  <a:pt x="6" y="3"/>
                </a:lnTo>
                <a:lnTo>
                  <a:pt x="6" y="4"/>
                </a:lnTo>
                <a:lnTo>
                  <a:pt x="5" y="4"/>
                </a:lnTo>
                <a:lnTo>
                  <a:pt x="5" y="5"/>
                </a:lnTo>
                <a:lnTo>
                  <a:pt x="6" y="5"/>
                </a:lnTo>
                <a:lnTo>
                  <a:pt x="5" y="5"/>
                </a:lnTo>
                <a:lnTo>
                  <a:pt x="3" y="5"/>
                </a:lnTo>
                <a:lnTo>
                  <a:pt x="2" y="5"/>
                </a:lnTo>
                <a:lnTo>
                  <a:pt x="1" y="5"/>
                </a:lnTo>
                <a:lnTo>
                  <a:pt x="0" y="5"/>
                </a:lnTo>
                <a:lnTo>
                  <a:pt x="1" y="4"/>
                </a:lnTo>
                <a:lnTo>
                  <a:pt x="0" y="4"/>
                </a:lnTo>
                <a:lnTo>
                  <a:pt x="0" y="3"/>
                </a:lnTo>
                <a:lnTo>
                  <a:pt x="5" y="0"/>
                </a:lnTo>
                <a:lnTo>
                  <a:pt x="5" y="1"/>
                </a:lnTo>
                <a:lnTo>
                  <a:pt x="6" y="0"/>
                </a:lnTo>
              </a:path>
            </a:pathLst>
          </a:custGeom>
          <a:ln w="4680">
            <a:solidFill>
              <a:srgbClr val="4A4A4A"/>
            </a:solidFill>
            <a:round/>
          </a:ln>
        </p:spPr>
        <p:txBody>
          <a:bodyPr lIns="2160" tIns="-360" rIns="2160" bIns="-3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00" name=""/>
          <p:cNvSpPr/>
          <p:nvPr/>
        </p:nvSpPr>
        <p:spPr>
          <a:xfrm>
            <a:off x="4878360" y="1817280"/>
            <a:ext cx="9360" cy="7920"/>
          </a:xfrm>
          <a:custGeom>
            <a:avLst/>
            <a:gdLst/>
            <a:ahLst/>
            <a:rect l="0" t="0" r="r" b="b"/>
            <a:pathLst>
              <a:path fill="none" w="26" h="22">
                <a:moveTo>
                  <a:pt x="24" y="0"/>
                </a:moveTo>
                <a:lnTo>
                  <a:pt x="25" y="0"/>
                </a:lnTo>
                <a:lnTo>
                  <a:pt x="25" y="1"/>
                </a:lnTo>
                <a:lnTo>
                  <a:pt x="26" y="1"/>
                </a:lnTo>
                <a:lnTo>
                  <a:pt x="25" y="2"/>
                </a:lnTo>
                <a:lnTo>
                  <a:pt x="25" y="4"/>
                </a:lnTo>
                <a:lnTo>
                  <a:pt x="25" y="5"/>
                </a:lnTo>
                <a:lnTo>
                  <a:pt x="25" y="6"/>
                </a:lnTo>
                <a:lnTo>
                  <a:pt x="24" y="6"/>
                </a:lnTo>
                <a:lnTo>
                  <a:pt x="23" y="6"/>
                </a:lnTo>
                <a:lnTo>
                  <a:pt x="22" y="6"/>
                </a:lnTo>
                <a:lnTo>
                  <a:pt x="20" y="6"/>
                </a:lnTo>
                <a:lnTo>
                  <a:pt x="20" y="7"/>
                </a:lnTo>
                <a:lnTo>
                  <a:pt x="20" y="8"/>
                </a:lnTo>
                <a:lnTo>
                  <a:pt x="22" y="8"/>
                </a:lnTo>
                <a:lnTo>
                  <a:pt x="22" y="7"/>
                </a:lnTo>
                <a:lnTo>
                  <a:pt x="22" y="8"/>
                </a:lnTo>
                <a:lnTo>
                  <a:pt x="20" y="8"/>
                </a:lnTo>
                <a:lnTo>
                  <a:pt x="20" y="9"/>
                </a:lnTo>
                <a:lnTo>
                  <a:pt x="22" y="9"/>
                </a:lnTo>
                <a:lnTo>
                  <a:pt x="22" y="10"/>
                </a:lnTo>
                <a:lnTo>
                  <a:pt x="22" y="11"/>
                </a:lnTo>
                <a:lnTo>
                  <a:pt x="22" y="12"/>
                </a:lnTo>
                <a:lnTo>
                  <a:pt x="20" y="12"/>
                </a:lnTo>
                <a:lnTo>
                  <a:pt x="20" y="11"/>
                </a:lnTo>
                <a:lnTo>
                  <a:pt x="19" y="11"/>
                </a:lnTo>
                <a:lnTo>
                  <a:pt x="18" y="11"/>
                </a:lnTo>
                <a:lnTo>
                  <a:pt x="18" y="12"/>
                </a:lnTo>
                <a:lnTo>
                  <a:pt x="19" y="12"/>
                </a:lnTo>
                <a:lnTo>
                  <a:pt x="20" y="13"/>
                </a:lnTo>
                <a:lnTo>
                  <a:pt x="19" y="14"/>
                </a:lnTo>
                <a:lnTo>
                  <a:pt x="18" y="14"/>
                </a:lnTo>
                <a:lnTo>
                  <a:pt x="18" y="15"/>
                </a:lnTo>
                <a:lnTo>
                  <a:pt x="19" y="15"/>
                </a:lnTo>
                <a:lnTo>
                  <a:pt x="18" y="15"/>
                </a:lnTo>
                <a:lnTo>
                  <a:pt x="19" y="15"/>
                </a:lnTo>
                <a:lnTo>
                  <a:pt x="19" y="16"/>
                </a:lnTo>
                <a:lnTo>
                  <a:pt x="20" y="16"/>
                </a:lnTo>
                <a:lnTo>
                  <a:pt x="22" y="16"/>
                </a:lnTo>
                <a:lnTo>
                  <a:pt x="22" y="17"/>
                </a:lnTo>
                <a:lnTo>
                  <a:pt x="20" y="17"/>
                </a:lnTo>
                <a:lnTo>
                  <a:pt x="20" y="18"/>
                </a:lnTo>
                <a:lnTo>
                  <a:pt x="19" y="18"/>
                </a:lnTo>
                <a:lnTo>
                  <a:pt x="18" y="18"/>
                </a:lnTo>
                <a:lnTo>
                  <a:pt x="18" y="19"/>
                </a:lnTo>
                <a:lnTo>
                  <a:pt x="17" y="19"/>
                </a:lnTo>
                <a:lnTo>
                  <a:pt x="17" y="18"/>
                </a:lnTo>
                <a:lnTo>
                  <a:pt x="17" y="17"/>
                </a:lnTo>
                <a:lnTo>
                  <a:pt x="16" y="17"/>
                </a:lnTo>
                <a:lnTo>
                  <a:pt x="16" y="16"/>
                </a:lnTo>
                <a:lnTo>
                  <a:pt x="16" y="15"/>
                </a:lnTo>
                <a:lnTo>
                  <a:pt x="15" y="15"/>
                </a:lnTo>
                <a:lnTo>
                  <a:pt x="15" y="16"/>
                </a:lnTo>
                <a:lnTo>
                  <a:pt x="14" y="16"/>
                </a:lnTo>
                <a:lnTo>
                  <a:pt x="14" y="17"/>
                </a:lnTo>
                <a:lnTo>
                  <a:pt x="14" y="16"/>
                </a:lnTo>
                <a:lnTo>
                  <a:pt x="13" y="16"/>
                </a:lnTo>
                <a:lnTo>
                  <a:pt x="12" y="17"/>
                </a:lnTo>
                <a:lnTo>
                  <a:pt x="11" y="17"/>
                </a:lnTo>
                <a:lnTo>
                  <a:pt x="11" y="18"/>
                </a:lnTo>
                <a:lnTo>
                  <a:pt x="10" y="18"/>
                </a:lnTo>
                <a:lnTo>
                  <a:pt x="9" y="18"/>
                </a:lnTo>
                <a:lnTo>
                  <a:pt x="9" y="19"/>
                </a:lnTo>
                <a:lnTo>
                  <a:pt x="10" y="19"/>
                </a:lnTo>
                <a:lnTo>
                  <a:pt x="11" y="19"/>
                </a:lnTo>
                <a:lnTo>
                  <a:pt x="11" y="20"/>
                </a:lnTo>
                <a:lnTo>
                  <a:pt x="10" y="20"/>
                </a:lnTo>
                <a:lnTo>
                  <a:pt x="9" y="20"/>
                </a:lnTo>
                <a:lnTo>
                  <a:pt x="8" y="20"/>
                </a:lnTo>
                <a:lnTo>
                  <a:pt x="7" y="20"/>
                </a:lnTo>
                <a:lnTo>
                  <a:pt x="7" y="19"/>
                </a:lnTo>
                <a:lnTo>
                  <a:pt x="6" y="19"/>
                </a:lnTo>
                <a:lnTo>
                  <a:pt x="7" y="19"/>
                </a:lnTo>
                <a:lnTo>
                  <a:pt x="7" y="18"/>
                </a:lnTo>
                <a:lnTo>
                  <a:pt x="6" y="18"/>
                </a:lnTo>
                <a:lnTo>
                  <a:pt x="5" y="19"/>
                </a:lnTo>
                <a:lnTo>
                  <a:pt x="4" y="20"/>
                </a:lnTo>
                <a:lnTo>
                  <a:pt x="3" y="21"/>
                </a:lnTo>
                <a:lnTo>
                  <a:pt x="2" y="21"/>
                </a:lnTo>
                <a:lnTo>
                  <a:pt x="1" y="22"/>
                </a:lnTo>
                <a:lnTo>
                  <a:pt x="2" y="22"/>
                </a:lnTo>
                <a:lnTo>
                  <a:pt x="1" y="22"/>
                </a:lnTo>
                <a:lnTo>
                  <a:pt x="1" y="21"/>
                </a:lnTo>
                <a:lnTo>
                  <a:pt x="0" y="21"/>
                </a:lnTo>
                <a:lnTo>
                  <a:pt x="0" y="20"/>
                </a:lnTo>
                <a:lnTo>
                  <a:pt x="0" y="19"/>
                </a:lnTo>
                <a:lnTo>
                  <a:pt x="0" y="18"/>
                </a:lnTo>
                <a:lnTo>
                  <a:pt x="0" y="17"/>
                </a:lnTo>
                <a:lnTo>
                  <a:pt x="0" y="18"/>
                </a:lnTo>
                <a:lnTo>
                  <a:pt x="1" y="18"/>
                </a:lnTo>
                <a:lnTo>
                  <a:pt x="1" y="17"/>
                </a:lnTo>
                <a:lnTo>
                  <a:pt x="1" y="16"/>
                </a:lnTo>
                <a:lnTo>
                  <a:pt x="2" y="16"/>
                </a:lnTo>
                <a:lnTo>
                  <a:pt x="2" y="15"/>
                </a:lnTo>
                <a:lnTo>
                  <a:pt x="1" y="15"/>
                </a:lnTo>
                <a:lnTo>
                  <a:pt x="1" y="14"/>
                </a:lnTo>
                <a:lnTo>
                  <a:pt x="2" y="14"/>
                </a:lnTo>
                <a:lnTo>
                  <a:pt x="3" y="13"/>
                </a:lnTo>
                <a:lnTo>
                  <a:pt x="4" y="13"/>
                </a:lnTo>
                <a:lnTo>
                  <a:pt x="5" y="13"/>
                </a:lnTo>
                <a:lnTo>
                  <a:pt x="5" y="12"/>
                </a:lnTo>
                <a:lnTo>
                  <a:pt x="5" y="11"/>
                </a:lnTo>
                <a:lnTo>
                  <a:pt x="5" y="10"/>
                </a:lnTo>
                <a:lnTo>
                  <a:pt x="6" y="10"/>
                </a:lnTo>
                <a:lnTo>
                  <a:pt x="6" y="9"/>
                </a:lnTo>
                <a:lnTo>
                  <a:pt x="7" y="9"/>
                </a:lnTo>
                <a:lnTo>
                  <a:pt x="8" y="9"/>
                </a:lnTo>
                <a:lnTo>
                  <a:pt x="9" y="9"/>
                </a:lnTo>
                <a:lnTo>
                  <a:pt x="9" y="10"/>
                </a:lnTo>
                <a:lnTo>
                  <a:pt x="9" y="11"/>
                </a:lnTo>
                <a:lnTo>
                  <a:pt x="10" y="11"/>
                </a:lnTo>
                <a:lnTo>
                  <a:pt x="10" y="10"/>
                </a:lnTo>
                <a:lnTo>
                  <a:pt x="10" y="9"/>
                </a:lnTo>
                <a:lnTo>
                  <a:pt x="11" y="9"/>
                </a:lnTo>
                <a:lnTo>
                  <a:pt x="12" y="9"/>
                </a:lnTo>
                <a:lnTo>
                  <a:pt x="12" y="8"/>
                </a:lnTo>
                <a:lnTo>
                  <a:pt x="13" y="8"/>
                </a:lnTo>
                <a:lnTo>
                  <a:pt x="14" y="8"/>
                </a:lnTo>
                <a:lnTo>
                  <a:pt x="15" y="8"/>
                </a:lnTo>
                <a:lnTo>
                  <a:pt x="15" y="7"/>
                </a:lnTo>
                <a:lnTo>
                  <a:pt x="16" y="6"/>
                </a:lnTo>
                <a:lnTo>
                  <a:pt x="17" y="6"/>
                </a:lnTo>
                <a:lnTo>
                  <a:pt x="17" y="5"/>
                </a:lnTo>
                <a:lnTo>
                  <a:pt x="18" y="5"/>
                </a:lnTo>
                <a:lnTo>
                  <a:pt x="19" y="4"/>
                </a:lnTo>
                <a:lnTo>
                  <a:pt x="20" y="2"/>
                </a:lnTo>
                <a:lnTo>
                  <a:pt x="20" y="4"/>
                </a:lnTo>
                <a:lnTo>
                  <a:pt x="22" y="4"/>
                </a:lnTo>
                <a:lnTo>
                  <a:pt x="22" y="2"/>
                </a:lnTo>
                <a:lnTo>
                  <a:pt x="23" y="1"/>
                </a:lnTo>
                <a:lnTo>
                  <a:pt x="24" y="0"/>
                </a:lnTo>
              </a:path>
            </a:pathLst>
          </a:custGeom>
          <a:ln w="4680">
            <a:solidFill>
              <a:srgbClr val="4A4A4A"/>
            </a:solidFill>
            <a:round/>
          </a:ln>
        </p:spPr>
        <p:txBody>
          <a:bodyPr lIns="2160" tIns="2160" rIns="2160" bIns="21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01" name=""/>
          <p:cNvSpPr/>
          <p:nvPr/>
        </p:nvSpPr>
        <p:spPr>
          <a:xfrm>
            <a:off x="4900320" y="1817280"/>
            <a:ext cx="720" cy="1440"/>
          </a:xfrm>
          <a:custGeom>
            <a:avLst/>
            <a:gdLst/>
            <a:ahLst/>
            <a:rect l="0" t="0" r="r" b="b"/>
            <a:pathLst>
              <a:path fill="none" w="2" h="4">
                <a:moveTo>
                  <a:pt x="2" y="0"/>
                </a:moveTo>
                <a:lnTo>
                  <a:pt x="2" y="2"/>
                </a:lnTo>
                <a:lnTo>
                  <a:pt x="2" y="4"/>
                </a:lnTo>
                <a:lnTo>
                  <a:pt x="2" y="2"/>
                </a:lnTo>
                <a:lnTo>
                  <a:pt x="0" y="2"/>
                </a:lnTo>
                <a:lnTo>
                  <a:pt x="0" y="0"/>
                </a:lnTo>
                <a:lnTo>
                  <a:pt x="2" y="0"/>
                </a:lnTo>
              </a:path>
            </a:pathLst>
          </a:custGeom>
          <a:ln w="4680">
            <a:solidFill>
              <a:srgbClr val="4A4A4A"/>
            </a:solidFill>
            <a:round/>
          </a:ln>
        </p:spPr>
        <p:txBody>
          <a:bodyPr lIns="2160" tIns="-720" rIns="2160" bIns="-7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02" name=""/>
          <p:cNvSpPr/>
          <p:nvPr/>
        </p:nvSpPr>
        <p:spPr>
          <a:xfrm>
            <a:off x="4897440" y="1816920"/>
            <a:ext cx="720" cy="720"/>
          </a:xfrm>
          <a:custGeom>
            <a:avLst/>
            <a:gdLst/>
            <a:ahLst/>
            <a:rect l="0" t="0" r="r" b="b"/>
            <a:pathLst>
              <a:path fill="none" w="2" h="2">
                <a:moveTo>
                  <a:pt x="0" y="2"/>
                </a:moveTo>
                <a:lnTo>
                  <a:pt x="0" y="0"/>
                </a:lnTo>
                <a:lnTo>
                  <a:pt x="0" y="2"/>
                </a:lnTo>
                <a:lnTo>
                  <a:pt x="2" y="2"/>
                </a:lnTo>
                <a:lnTo>
                  <a:pt x="0" y="2"/>
                </a:lnTo>
              </a:path>
            </a:pathLst>
          </a:custGeom>
          <a:ln w="4680">
            <a:solidFill>
              <a:srgbClr val="4A4A4A"/>
            </a:solidFill>
            <a:round/>
          </a:ln>
        </p:spPr>
        <p:txBody>
          <a:bodyPr lIns="2160" tIns="-1440" rIns="2160" bIns="-144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03" name=""/>
          <p:cNvSpPr/>
          <p:nvPr/>
        </p:nvSpPr>
        <p:spPr>
          <a:xfrm>
            <a:off x="4899600" y="1816920"/>
            <a:ext cx="720" cy="1440"/>
          </a:xfrm>
          <a:custGeom>
            <a:avLst/>
            <a:gdLst/>
            <a:ahLst/>
            <a:rect l="0" t="0" r="r" b="b"/>
            <a:pathLst>
              <a:path fill="none" w="2" h="4">
                <a:moveTo>
                  <a:pt x="2" y="2"/>
                </a:moveTo>
                <a:lnTo>
                  <a:pt x="2" y="4"/>
                </a:lnTo>
                <a:lnTo>
                  <a:pt x="0" y="4"/>
                </a:lnTo>
                <a:lnTo>
                  <a:pt x="0" y="2"/>
                </a:lnTo>
                <a:lnTo>
                  <a:pt x="2" y="2"/>
                </a:lnTo>
                <a:lnTo>
                  <a:pt x="2" y="0"/>
                </a:lnTo>
                <a:lnTo>
                  <a:pt x="2" y="2"/>
                </a:lnTo>
                <a:lnTo>
                  <a:pt x="2" y="0"/>
                </a:lnTo>
                <a:lnTo>
                  <a:pt x="2" y="2"/>
                </a:lnTo>
              </a:path>
            </a:pathLst>
          </a:custGeom>
          <a:ln w="4680">
            <a:solidFill>
              <a:srgbClr val="4A4A4A"/>
            </a:solidFill>
            <a:round/>
          </a:ln>
        </p:spPr>
        <p:txBody>
          <a:bodyPr lIns="2160" tIns="-720" rIns="2160" bIns="-7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04" name=""/>
          <p:cNvSpPr/>
          <p:nvPr/>
        </p:nvSpPr>
        <p:spPr>
          <a:xfrm>
            <a:off x="4887000" y="1816920"/>
            <a:ext cx="720" cy="720"/>
          </a:xfrm>
          <a:custGeom>
            <a:avLst/>
            <a:gdLst/>
            <a:ahLst/>
            <a:rect l="0" t="0" r="r" b="b"/>
            <a:pathLst>
              <a:path fill="none" w="2" h="2">
                <a:moveTo>
                  <a:pt x="2" y="2"/>
                </a:moveTo>
                <a:lnTo>
                  <a:pt x="0" y="2"/>
                </a:lnTo>
                <a:lnTo>
                  <a:pt x="0" y="0"/>
                </a:lnTo>
                <a:lnTo>
                  <a:pt x="2" y="0"/>
                </a:lnTo>
                <a:lnTo>
                  <a:pt x="2" y="2"/>
                </a:lnTo>
              </a:path>
            </a:pathLst>
          </a:custGeom>
          <a:ln w="4680">
            <a:solidFill>
              <a:srgbClr val="4A4A4A"/>
            </a:solidFill>
            <a:round/>
          </a:ln>
        </p:spPr>
        <p:txBody>
          <a:bodyPr lIns="2160" tIns="-1440" rIns="2160" bIns="-144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05" name=""/>
          <p:cNvSpPr/>
          <p:nvPr/>
        </p:nvSpPr>
        <p:spPr>
          <a:xfrm>
            <a:off x="4898160" y="1816560"/>
            <a:ext cx="1440" cy="1080"/>
          </a:xfrm>
          <a:custGeom>
            <a:avLst/>
            <a:gdLst/>
            <a:ahLst/>
            <a:rect l="0" t="0" r="r" b="b"/>
            <a:pathLst>
              <a:path fill="none" w="4" h="3">
                <a:moveTo>
                  <a:pt x="4" y="2"/>
                </a:moveTo>
                <a:lnTo>
                  <a:pt x="4" y="3"/>
                </a:lnTo>
                <a:lnTo>
                  <a:pt x="2" y="3"/>
                </a:lnTo>
                <a:lnTo>
                  <a:pt x="2" y="2"/>
                </a:lnTo>
                <a:lnTo>
                  <a:pt x="2" y="3"/>
                </a:lnTo>
                <a:lnTo>
                  <a:pt x="2" y="2"/>
                </a:lnTo>
                <a:lnTo>
                  <a:pt x="2" y="3"/>
                </a:lnTo>
                <a:lnTo>
                  <a:pt x="2" y="2"/>
                </a:lnTo>
                <a:lnTo>
                  <a:pt x="0" y="0"/>
                </a:lnTo>
                <a:lnTo>
                  <a:pt x="2" y="0"/>
                </a:lnTo>
                <a:lnTo>
                  <a:pt x="4" y="2"/>
                </a:lnTo>
              </a:path>
            </a:pathLst>
          </a:custGeom>
          <a:ln w="4680">
            <a:solidFill>
              <a:srgbClr val="4A4A4A"/>
            </a:solidFill>
            <a:round/>
          </a:ln>
        </p:spPr>
        <p:txBody>
          <a:bodyPr lIns="2160" tIns="-1080" rIns="2160" bIns="-108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06" name=""/>
          <p:cNvSpPr/>
          <p:nvPr/>
        </p:nvSpPr>
        <p:spPr>
          <a:xfrm>
            <a:off x="4900320" y="1816200"/>
            <a:ext cx="360" cy="720"/>
          </a:xfrm>
          <a:custGeom>
            <a:avLst/>
            <a:gdLst/>
            <a:ahLst/>
            <a:rect l="0" t="0" r="r" b="b"/>
            <a:pathLst>
              <a:path fill="none" w="1" h="2">
                <a:moveTo>
                  <a:pt x="1" y="1"/>
                </a:moveTo>
                <a:lnTo>
                  <a:pt x="0" y="2"/>
                </a:lnTo>
                <a:lnTo>
                  <a:pt x="0" y="1"/>
                </a:lnTo>
                <a:lnTo>
                  <a:pt x="0" y="0"/>
                </a:lnTo>
                <a:lnTo>
                  <a:pt x="0" y="1"/>
                </a:lnTo>
                <a:lnTo>
                  <a:pt x="1" y="1"/>
                </a:lnTo>
              </a:path>
            </a:pathLst>
          </a:custGeom>
          <a:ln w="4680">
            <a:solidFill>
              <a:srgbClr val="4A4A4A"/>
            </a:solidFill>
            <a:round/>
          </a:ln>
        </p:spPr>
        <p:txBody>
          <a:bodyPr lIns="2160" tIns="-1440" rIns="2160" bIns="-144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07" name=""/>
          <p:cNvSpPr/>
          <p:nvPr/>
        </p:nvSpPr>
        <p:spPr>
          <a:xfrm>
            <a:off x="4888080" y="1816200"/>
            <a:ext cx="2160" cy="2520"/>
          </a:xfrm>
          <a:custGeom>
            <a:avLst/>
            <a:gdLst/>
            <a:ahLst/>
            <a:rect l="0" t="0" r="r" b="b"/>
            <a:pathLst>
              <a:path fill="none" w="6" h="7">
                <a:moveTo>
                  <a:pt x="3" y="0"/>
                </a:moveTo>
                <a:lnTo>
                  <a:pt x="3" y="2"/>
                </a:lnTo>
                <a:lnTo>
                  <a:pt x="3" y="3"/>
                </a:lnTo>
                <a:lnTo>
                  <a:pt x="5" y="3"/>
                </a:lnTo>
                <a:lnTo>
                  <a:pt x="5" y="4"/>
                </a:lnTo>
                <a:lnTo>
                  <a:pt x="6" y="5"/>
                </a:lnTo>
                <a:lnTo>
                  <a:pt x="5" y="7"/>
                </a:lnTo>
                <a:lnTo>
                  <a:pt x="3" y="7"/>
                </a:lnTo>
                <a:lnTo>
                  <a:pt x="2" y="7"/>
                </a:lnTo>
                <a:lnTo>
                  <a:pt x="1" y="7"/>
                </a:lnTo>
                <a:lnTo>
                  <a:pt x="1" y="5"/>
                </a:lnTo>
                <a:lnTo>
                  <a:pt x="2" y="5"/>
                </a:lnTo>
                <a:lnTo>
                  <a:pt x="1" y="4"/>
                </a:lnTo>
                <a:lnTo>
                  <a:pt x="0" y="4"/>
                </a:lnTo>
                <a:lnTo>
                  <a:pt x="1" y="4"/>
                </a:lnTo>
                <a:lnTo>
                  <a:pt x="0" y="3"/>
                </a:lnTo>
                <a:lnTo>
                  <a:pt x="0" y="2"/>
                </a:lnTo>
                <a:lnTo>
                  <a:pt x="1" y="2"/>
                </a:lnTo>
                <a:lnTo>
                  <a:pt x="2" y="2"/>
                </a:lnTo>
                <a:lnTo>
                  <a:pt x="2" y="0"/>
                </a:lnTo>
                <a:lnTo>
                  <a:pt x="3" y="0"/>
                </a:lnTo>
              </a:path>
            </a:pathLst>
          </a:custGeom>
          <a:ln w="4680">
            <a:solidFill>
              <a:srgbClr val="4A4A4A"/>
            </a:solidFill>
            <a:round/>
          </a:ln>
        </p:spPr>
        <p:txBody>
          <a:bodyPr lIns="2160" tIns="360" rIns="2160" bIns="3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08" name=""/>
          <p:cNvSpPr/>
          <p:nvPr/>
        </p:nvSpPr>
        <p:spPr>
          <a:xfrm>
            <a:off x="4879440" y="1816200"/>
            <a:ext cx="720" cy="1440"/>
          </a:xfrm>
          <a:custGeom>
            <a:avLst/>
            <a:gdLst/>
            <a:ahLst/>
            <a:rect l="0" t="0" r="r" b="b"/>
            <a:pathLst>
              <a:path fill="none" w="2" h="4">
                <a:moveTo>
                  <a:pt x="2" y="4"/>
                </a:moveTo>
                <a:lnTo>
                  <a:pt x="0" y="4"/>
                </a:lnTo>
                <a:lnTo>
                  <a:pt x="0" y="2"/>
                </a:lnTo>
                <a:lnTo>
                  <a:pt x="0" y="0"/>
                </a:lnTo>
                <a:lnTo>
                  <a:pt x="2" y="2"/>
                </a:lnTo>
                <a:lnTo>
                  <a:pt x="2" y="4"/>
                </a:lnTo>
              </a:path>
            </a:pathLst>
          </a:custGeom>
          <a:ln w="4680">
            <a:solidFill>
              <a:srgbClr val="4A4A4A"/>
            </a:solidFill>
            <a:round/>
          </a:ln>
        </p:spPr>
        <p:txBody>
          <a:bodyPr lIns="2160" tIns="-720" rIns="2160" bIns="-7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09" name=""/>
          <p:cNvSpPr/>
          <p:nvPr/>
        </p:nvSpPr>
        <p:spPr>
          <a:xfrm>
            <a:off x="4897080" y="1815120"/>
            <a:ext cx="720" cy="1800"/>
          </a:xfrm>
          <a:custGeom>
            <a:avLst/>
            <a:gdLst/>
            <a:ahLst/>
            <a:rect l="0" t="0" r="r" b="b"/>
            <a:pathLst>
              <a:path fill="none" w="2" h="5">
                <a:moveTo>
                  <a:pt x="0" y="0"/>
                </a:moveTo>
                <a:lnTo>
                  <a:pt x="0" y="2"/>
                </a:lnTo>
                <a:lnTo>
                  <a:pt x="2" y="2"/>
                </a:lnTo>
                <a:lnTo>
                  <a:pt x="2" y="3"/>
                </a:lnTo>
                <a:lnTo>
                  <a:pt x="2" y="5"/>
                </a:lnTo>
                <a:lnTo>
                  <a:pt x="0" y="3"/>
                </a:lnTo>
                <a:lnTo>
                  <a:pt x="0" y="2"/>
                </a:lnTo>
                <a:lnTo>
                  <a:pt x="0" y="0"/>
                </a:lnTo>
              </a:path>
            </a:pathLst>
          </a:custGeom>
          <a:ln w="4680">
            <a:solidFill>
              <a:srgbClr val="4A4A4A"/>
            </a:solidFill>
            <a:round/>
          </a:ln>
        </p:spPr>
        <p:txBody>
          <a:bodyPr lIns="2160" tIns="-360" rIns="2160" bIns="-3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10" name=""/>
          <p:cNvSpPr/>
          <p:nvPr/>
        </p:nvSpPr>
        <p:spPr>
          <a:xfrm>
            <a:off x="4898160" y="1814760"/>
            <a:ext cx="720" cy="1440"/>
          </a:xfrm>
          <a:custGeom>
            <a:avLst/>
            <a:gdLst/>
            <a:ahLst/>
            <a:rect l="0" t="0" r="r" b="b"/>
            <a:pathLst>
              <a:path fill="none" w="2" h="4">
                <a:moveTo>
                  <a:pt x="2" y="0"/>
                </a:moveTo>
                <a:lnTo>
                  <a:pt x="2" y="4"/>
                </a:lnTo>
                <a:lnTo>
                  <a:pt x="2" y="2"/>
                </a:lnTo>
                <a:lnTo>
                  <a:pt x="0" y="2"/>
                </a:lnTo>
                <a:lnTo>
                  <a:pt x="0" y="0"/>
                </a:lnTo>
                <a:lnTo>
                  <a:pt x="2" y="0"/>
                </a:lnTo>
              </a:path>
            </a:pathLst>
          </a:custGeom>
          <a:ln w="4680">
            <a:solidFill>
              <a:srgbClr val="4A4A4A"/>
            </a:solidFill>
            <a:round/>
          </a:ln>
        </p:spPr>
        <p:txBody>
          <a:bodyPr lIns="2160" tIns="-720" rIns="2160" bIns="-7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11" name=""/>
          <p:cNvSpPr/>
          <p:nvPr/>
        </p:nvSpPr>
        <p:spPr>
          <a:xfrm>
            <a:off x="4897440" y="1814760"/>
            <a:ext cx="1440" cy="2520"/>
          </a:xfrm>
          <a:custGeom>
            <a:avLst/>
            <a:gdLst/>
            <a:ahLst/>
            <a:rect l="0" t="0" r="r" b="b"/>
            <a:pathLst>
              <a:path fill="none" w="4" h="7">
                <a:moveTo>
                  <a:pt x="2" y="2"/>
                </a:moveTo>
                <a:lnTo>
                  <a:pt x="4" y="2"/>
                </a:lnTo>
                <a:lnTo>
                  <a:pt x="4" y="3"/>
                </a:lnTo>
                <a:lnTo>
                  <a:pt x="4" y="4"/>
                </a:lnTo>
                <a:lnTo>
                  <a:pt x="4" y="5"/>
                </a:lnTo>
                <a:lnTo>
                  <a:pt x="4" y="7"/>
                </a:lnTo>
                <a:lnTo>
                  <a:pt x="2" y="5"/>
                </a:lnTo>
                <a:lnTo>
                  <a:pt x="2" y="7"/>
                </a:lnTo>
                <a:lnTo>
                  <a:pt x="1" y="5"/>
                </a:lnTo>
                <a:lnTo>
                  <a:pt x="1" y="4"/>
                </a:lnTo>
                <a:lnTo>
                  <a:pt x="1" y="3"/>
                </a:lnTo>
                <a:lnTo>
                  <a:pt x="0" y="2"/>
                </a:lnTo>
                <a:lnTo>
                  <a:pt x="0" y="0"/>
                </a:lnTo>
                <a:lnTo>
                  <a:pt x="1" y="0"/>
                </a:lnTo>
                <a:lnTo>
                  <a:pt x="1" y="2"/>
                </a:lnTo>
                <a:lnTo>
                  <a:pt x="0" y="2"/>
                </a:lnTo>
                <a:lnTo>
                  <a:pt x="1" y="2"/>
                </a:lnTo>
                <a:lnTo>
                  <a:pt x="1" y="0"/>
                </a:lnTo>
                <a:lnTo>
                  <a:pt x="2" y="0"/>
                </a:lnTo>
                <a:lnTo>
                  <a:pt x="2" y="2"/>
                </a:lnTo>
              </a:path>
            </a:pathLst>
          </a:custGeom>
          <a:ln w="4680">
            <a:solidFill>
              <a:srgbClr val="4A4A4A"/>
            </a:solidFill>
            <a:round/>
          </a:ln>
        </p:spPr>
        <p:txBody>
          <a:bodyPr lIns="2160" tIns="360" rIns="2160" bIns="3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12" name=""/>
          <p:cNvSpPr/>
          <p:nvPr/>
        </p:nvSpPr>
        <p:spPr>
          <a:xfrm>
            <a:off x="4874760" y="1814760"/>
            <a:ext cx="2520" cy="1440"/>
          </a:xfrm>
          <a:custGeom>
            <a:avLst/>
            <a:gdLst/>
            <a:ahLst/>
            <a:rect l="0" t="0" r="r" b="b"/>
            <a:pathLst>
              <a:path fill="none" w="7" h="4">
                <a:moveTo>
                  <a:pt x="4" y="0"/>
                </a:moveTo>
                <a:lnTo>
                  <a:pt x="5" y="0"/>
                </a:lnTo>
                <a:lnTo>
                  <a:pt x="5" y="2"/>
                </a:lnTo>
                <a:lnTo>
                  <a:pt x="7" y="3"/>
                </a:lnTo>
                <a:lnTo>
                  <a:pt x="7" y="4"/>
                </a:lnTo>
                <a:lnTo>
                  <a:pt x="5" y="4"/>
                </a:lnTo>
                <a:lnTo>
                  <a:pt x="4" y="3"/>
                </a:lnTo>
                <a:lnTo>
                  <a:pt x="3" y="3"/>
                </a:lnTo>
                <a:lnTo>
                  <a:pt x="3" y="2"/>
                </a:lnTo>
                <a:lnTo>
                  <a:pt x="2" y="2"/>
                </a:lnTo>
                <a:lnTo>
                  <a:pt x="0" y="2"/>
                </a:lnTo>
                <a:lnTo>
                  <a:pt x="2" y="0"/>
                </a:lnTo>
                <a:lnTo>
                  <a:pt x="2" y="2"/>
                </a:lnTo>
                <a:lnTo>
                  <a:pt x="3" y="2"/>
                </a:lnTo>
                <a:lnTo>
                  <a:pt x="3" y="0"/>
                </a:lnTo>
                <a:lnTo>
                  <a:pt x="4" y="0"/>
                </a:lnTo>
              </a:path>
            </a:pathLst>
          </a:custGeom>
          <a:ln w="4680">
            <a:solidFill>
              <a:srgbClr val="4A4A4A"/>
            </a:solidFill>
            <a:round/>
          </a:ln>
        </p:spPr>
        <p:txBody>
          <a:bodyPr lIns="2160" tIns="-720" rIns="2160" bIns="-7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13" name=""/>
          <p:cNvSpPr/>
          <p:nvPr/>
        </p:nvSpPr>
        <p:spPr>
          <a:xfrm>
            <a:off x="4867560" y="1814400"/>
            <a:ext cx="2520" cy="2880"/>
          </a:xfrm>
          <a:custGeom>
            <a:avLst/>
            <a:gdLst/>
            <a:ahLst/>
            <a:rect l="0" t="0" r="r" b="b"/>
            <a:pathLst>
              <a:path fill="none" w="7" h="8">
                <a:moveTo>
                  <a:pt x="6" y="1"/>
                </a:moveTo>
                <a:lnTo>
                  <a:pt x="7" y="1"/>
                </a:lnTo>
                <a:lnTo>
                  <a:pt x="7" y="2"/>
                </a:lnTo>
                <a:lnTo>
                  <a:pt x="6" y="2"/>
                </a:lnTo>
                <a:lnTo>
                  <a:pt x="6" y="3"/>
                </a:lnTo>
                <a:lnTo>
                  <a:pt x="7" y="3"/>
                </a:lnTo>
                <a:lnTo>
                  <a:pt x="7" y="5"/>
                </a:lnTo>
                <a:lnTo>
                  <a:pt x="6" y="5"/>
                </a:lnTo>
                <a:lnTo>
                  <a:pt x="5" y="5"/>
                </a:lnTo>
                <a:lnTo>
                  <a:pt x="5" y="6"/>
                </a:lnTo>
                <a:lnTo>
                  <a:pt x="5" y="7"/>
                </a:lnTo>
                <a:lnTo>
                  <a:pt x="4" y="7"/>
                </a:lnTo>
                <a:lnTo>
                  <a:pt x="3" y="8"/>
                </a:lnTo>
                <a:lnTo>
                  <a:pt x="1" y="8"/>
                </a:lnTo>
                <a:lnTo>
                  <a:pt x="0" y="6"/>
                </a:lnTo>
                <a:lnTo>
                  <a:pt x="0" y="3"/>
                </a:lnTo>
                <a:lnTo>
                  <a:pt x="0" y="2"/>
                </a:lnTo>
                <a:lnTo>
                  <a:pt x="1" y="2"/>
                </a:lnTo>
                <a:lnTo>
                  <a:pt x="1" y="3"/>
                </a:lnTo>
                <a:lnTo>
                  <a:pt x="3" y="2"/>
                </a:lnTo>
                <a:lnTo>
                  <a:pt x="4" y="2"/>
                </a:lnTo>
                <a:lnTo>
                  <a:pt x="4" y="1"/>
                </a:lnTo>
                <a:lnTo>
                  <a:pt x="5" y="1"/>
                </a:lnTo>
                <a:lnTo>
                  <a:pt x="6" y="0"/>
                </a:lnTo>
                <a:lnTo>
                  <a:pt x="6" y="1"/>
                </a:lnTo>
              </a:path>
            </a:pathLst>
          </a:custGeom>
          <a:ln w="4680">
            <a:solidFill>
              <a:srgbClr val="4A4A4A"/>
            </a:solidFill>
            <a:round/>
          </a:ln>
        </p:spPr>
        <p:txBody>
          <a:bodyPr lIns="2160" tIns="720" rIns="2160" bIns="7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14" name=""/>
          <p:cNvSpPr/>
          <p:nvPr/>
        </p:nvSpPr>
        <p:spPr>
          <a:xfrm>
            <a:off x="4876920" y="1810800"/>
            <a:ext cx="720" cy="720"/>
          </a:xfrm>
          <a:custGeom>
            <a:avLst/>
            <a:gdLst/>
            <a:ahLst/>
            <a:rect l="0" t="0" r="r" b="b"/>
            <a:pathLst>
              <a:path fill="none" w="2" h="2">
                <a:moveTo>
                  <a:pt x="2" y="2"/>
                </a:moveTo>
                <a:lnTo>
                  <a:pt x="0" y="2"/>
                </a:lnTo>
                <a:lnTo>
                  <a:pt x="0" y="0"/>
                </a:lnTo>
                <a:lnTo>
                  <a:pt x="2" y="2"/>
                </a:lnTo>
              </a:path>
            </a:pathLst>
          </a:custGeom>
          <a:ln w="4680">
            <a:solidFill>
              <a:srgbClr val="4A4A4A"/>
            </a:solidFill>
            <a:round/>
          </a:ln>
        </p:spPr>
        <p:txBody>
          <a:bodyPr lIns="2160" tIns="-1440" rIns="2160" bIns="-144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15" name=""/>
          <p:cNvSpPr/>
          <p:nvPr/>
        </p:nvSpPr>
        <p:spPr>
          <a:xfrm>
            <a:off x="4911840" y="1810440"/>
            <a:ext cx="1440" cy="1080"/>
          </a:xfrm>
          <a:custGeom>
            <a:avLst/>
            <a:gdLst/>
            <a:ahLst/>
            <a:rect l="0" t="0" r="r" b="b"/>
            <a:pathLst>
              <a:path fill="none" w="4" h="3">
                <a:moveTo>
                  <a:pt x="2" y="0"/>
                </a:moveTo>
                <a:lnTo>
                  <a:pt x="4" y="0"/>
                </a:lnTo>
                <a:lnTo>
                  <a:pt x="2" y="0"/>
                </a:lnTo>
                <a:lnTo>
                  <a:pt x="2" y="1"/>
                </a:lnTo>
                <a:lnTo>
                  <a:pt x="0" y="1"/>
                </a:lnTo>
                <a:lnTo>
                  <a:pt x="0" y="3"/>
                </a:lnTo>
                <a:lnTo>
                  <a:pt x="0" y="1"/>
                </a:lnTo>
                <a:lnTo>
                  <a:pt x="0" y="0"/>
                </a:lnTo>
                <a:lnTo>
                  <a:pt x="2" y="0"/>
                </a:lnTo>
              </a:path>
            </a:pathLst>
          </a:custGeom>
          <a:ln w="4680">
            <a:solidFill>
              <a:srgbClr val="4A4A4A"/>
            </a:solidFill>
            <a:round/>
          </a:ln>
        </p:spPr>
        <p:txBody>
          <a:bodyPr lIns="2160" tIns="-1080" rIns="2160" bIns="-108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16" name=""/>
          <p:cNvSpPr/>
          <p:nvPr/>
        </p:nvSpPr>
        <p:spPr>
          <a:xfrm>
            <a:off x="4876920" y="1810080"/>
            <a:ext cx="1440" cy="1440"/>
          </a:xfrm>
          <a:custGeom>
            <a:avLst/>
            <a:gdLst/>
            <a:ahLst/>
            <a:rect l="0" t="0" r="r" b="b"/>
            <a:pathLst>
              <a:path fill="none" w="4" h="4">
                <a:moveTo>
                  <a:pt x="2" y="2"/>
                </a:moveTo>
                <a:lnTo>
                  <a:pt x="4" y="2"/>
                </a:lnTo>
                <a:lnTo>
                  <a:pt x="4" y="4"/>
                </a:lnTo>
                <a:lnTo>
                  <a:pt x="2" y="4"/>
                </a:lnTo>
                <a:lnTo>
                  <a:pt x="0" y="2"/>
                </a:lnTo>
                <a:lnTo>
                  <a:pt x="0" y="0"/>
                </a:lnTo>
                <a:lnTo>
                  <a:pt x="2" y="2"/>
                </a:lnTo>
              </a:path>
            </a:pathLst>
          </a:custGeom>
          <a:ln w="4680">
            <a:solidFill>
              <a:srgbClr val="4A4A4A"/>
            </a:solidFill>
            <a:round/>
          </a:ln>
        </p:spPr>
        <p:txBody>
          <a:bodyPr lIns="2160" tIns="-720" rIns="2160" bIns="-7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17" name=""/>
          <p:cNvSpPr/>
          <p:nvPr/>
        </p:nvSpPr>
        <p:spPr>
          <a:xfrm>
            <a:off x="4899240" y="1809720"/>
            <a:ext cx="1440" cy="1440"/>
          </a:xfrm>
          <a:custGeom>
            <a:avLst/>
            <a:gdLst/>
            <a:ahLst/>
            <a:rect l="0" t="0" r="r" b="b"/>
            <a:pathLst>
              <a:path fill="none" w="4" h="4">
                <a:moveTo>
                  <a:pt x="2" y="0"/>
                </a:moveTo>
                <a:lnTo>
                  <a:pt x="4" y="1"/>
                </a:lnTo>
                <a:lnTo>
                  <a:pt x="4" y="3"/>
                </a:lnTo>
                <a:lnTo>
                  <a:pt x="2" y="3"/>
                </a:lnTo>
                <a:lnTo>
                  <a:pt x="2" y="4"/>
                </a:lnTo>
                <a:lnTo>
                  <a:pt x="2" y="3"/>
                </a:lnTo>
                <a:lnTo>
                  <a:pt x="2" y="1"/>
                </a:lnTo>
                <a:lnTo>
                  <a:pt x="0" y="1"/>
                </a:lnTo>
                <a:lnTo>
                  <a:pt x="2" y="0"/>
                </a:lnTo>
              </a:path>
            </a:pathLst>
          </a:custGeom>
          <a:ln w="4680">
            <a:solidFill>
              <a:srgbClr val="4A4A4A"/>
            </a:solidFill>
            <a:round/>
          </a:ln>
        </p:spPr>
        <p:txBody>
          <a:bodyPr lIns="2160" tIns="-720" rIns="2160" bIns="-7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18" name=""/>
          <p:cNvSpPr/>
          <p:nvPr/>
        </p:nvSpPr>
        <p:spPr>
          <a:xfrm>
            <a:off x="4910760" y="1809000"/>
            <a:ext cx="1800" cy="1440"/>
          </a:xfrm>
          <a:custGeom>
            <a:avLst/>
            <a:gdLst/>
            <a:ahLst/>
            <a:rect l="0" t="0" r="r" b="b"/>
            <a:pathLst>
              <a:path fill="none" w="5" h="4">
                <a:moveTo>
                  <a:pt x="3" y="0"/>
                </a:moveTo>
                <a:lnTo>
                  <a:pt x="3" y="1"/>
                </a:lnTo>
                <a:lnTo>
                  <a:pt x="4" y="1"/>
                </a:lnTo>
                <a:lnTo>
                  <a:pt x="5" y="1"/>
                </a:lnTo>
                <a:lnTo>
                  <a:pt x="4" y="3"/>
                </a:lnTo>
                <a:lnTo>
                  <a:pt x="3" y="3"/>
                </a:lnTo>
                <a:lnTo>
                  <a:pt x="3" y="4"/>
                </a:lnTo>
                <a:lnTo>
                  <a:pt x="2" y="4"/>
                </a:lnTo>
                <a:lnTo>
                  <a:pt x="0" y="4"/>
                </a:lnTo>
                <a:lnTo>
                  <a:pt x="0" y="3"/>
                </a:lnTo>
                <a:lnTo>
                  <a:pt x="0" y="1"/>
                </a:lnTo>
                <a:lnTo>
                  <a:pt x="0" y="3"/>
                </a:lnTo>
                <a:lnTo>
                  <a:pt x="0" y="1"/>
                </a:lnTo>
                <a:lnTo>
                  <a:pt x="2" y="1"/>
                </a:lnTo>
                <a:lnTo>
                  <a:pt x="2" y="0"/>
                </a:lnTo>
                <a:lnTo>
                  <a:pt x="3" y="0"/>
                </a:lnTo>
              </a:path>
            </a:pathLst>
          </a:custGeom>
          <a:ln w="4680">
            <a:solidFill>
              <a:srgbClr val="4A4A4A"/>
            </a:solidFill>
            <a:round/>
          </a:ln>
        </p:spPr>
        <p:txBody>
          <a:bodyPr lIns="2160" tIns="-720" rIns="2160" bIns="-7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19" name=""/>
          <p:cNvSpPr/>
          <p:nvPr/>
        </p:nvSpPr>
        <p:spPr>
          <a:xfrm>
            <a:off x="4899240" y="1809000"/>
            <a:ext cx="360" cy="360"/>
          </a:xfrm>
          <a:custGeom>
            <a:avLst/>
            <a:gdLst/>
            <a:ahLst/>
            <a:rect l="0" t="0" r="r" b="b"/>
            <a:pathLst>
              <a:path fill="none" w="1" h="1">
                <a:moveTo>
                  <a:pt x="1" y="0"/>
                </a:moveTo>
                <a:lnTo>
                  <a:pt x="1" y="1"/>
                </a:lnTo>
                <a:lnTo>
                  <a:pt x="0" y="1"/>
                </a:lnTo>
                <a:lnTo>
                  <a:pt x="0" y="0"/>
                </a:lnTo>
                <a:lnTo>
                  <a:pt x="1" y="0"/>
                </a:lnTo>
              </a:path>
            </a:pathLst>
          </a:custGeom>
          <a:ln w="4680">
            <a:solidFill>
              <a:srgbClr val="4A4A4A"/>
            </a:solidFill>
            <a:round/>
          </a:ln>
        </p:spPr>
        <p:txBody>
          <a:bodyPr lIns="2160" tIns="-1800" rIns="2160" bIns="-180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20" name=""/>
          <p:cNvSpPr/>
          <p:nvPr/>
        </p:nvSpPr>
        <p:spPr>
          <a:xfrm>
            <a:off x="4896720" y="1807920"/>
            <a:ext cx="1440" cy="1800"/>
          </a:xfrm>
          <a:custGeom>
            <a:avLst/>
            <a:gdLst/>
            <a:ahLst/>
            <a:rect l="0" t="0" r="r" b="b"/>
            <a:pathLst>
              <a:path fill="none" w="4" h="5">
                <a:moveTo>
                  <a:pt x="3" y="3"/>
                </a:moveTo>
                <a:lnTo>
                  <a:pt x="3" y="5"/>
                </a:lnTo>
                <a:lnTo>
                  <a:pt x="1" y="5"/>
                </a:lnTo>
                <a:lnTo>
                  <a:pt x="0" y="5"/>
                </a:lnTo>
                <a:lnTo>
                  <a:pt x="0" y="3"/>
                </a:lnTo>
                <a:lnTo>
                  <a:pt x="1" y="3"/>
                </a:lnTo>
                <a:lnTo>
                  <a:pt x="1" y="5"/>
                </a:lnTo>
                <a:lnTo>
                  <a:pt x="1" y="3"/>
                </a:lnTo>
                <a:lnTo>
                  <a:pt x="1" y="2"/>
                </a:lnTo>
                <a:lnTo>
                  <a:pt x="1" y="0"/>
                </a:lnTo>
                <a:lnTo>
                  <a:pt x="3" y="2"/>
                </a:lnTo>
                <a:lnTo>
                  <a:pt x="4" y="3"/>
                </a:lnTo>
                <a:lnTo>
                  <a:pt x="3" y="3"/>
                </a:lnTo>
              </a:path>
            </a:pathLst>
          </a:custGeom>
          <a:ln w="4680">
            <a:solidFill>
              <a:srgbClr val="4A4A4A"/>
            </a:solidFill>
            <a:round/>
          </a:ln>
        </p:spPr>
        <p:txBody>
          <a:bodyPr lIns="2160" tIns="-360" rIns="2160" bIns="-3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21" name=""/>
          <p:cNvSpPr/>
          <p:nvPr/>
        </p:nvSpPr>
        <p:spPr>
          <a:xfrm>
            <a:off x="4867560" y="1807560"/>
            <a:ext cx="1800" cy="1800"/>
          </a:xfrm>
          <a:custGeom>
            <a:avLst/>
            <a:gdLst/>
            <a:ahLst/>
            <a:rect l="0" t="0" r="r" b="b"/>
            <a:pathLst>
              <a:path fill="none" w="5" h="5">
                <a:moveTo>
                  <a:pt x="4" y="2"/>
                </a:moveTo>
                <a:lnTo>
                  <a:pt x="1" y="5"/>
                </a:lnTo>
                <a:lnTo>
                  <a:pt x="0" y="4"/>
                </a:lnTo>
                <a:lnTo>
                  <a:pt x="1" y="2"/>
                </a:lnTo>
                <a:lnTo>
                  <a:pt x="3" y="1"/>
                </a:lnTo>
                <a:lnTo>
                  <a:pt x="4" y="0"/>
                </a:lnTo>
                <a:lnTo>
                  <a:pt x="4" y="1"/>
                </a:lnTo>
                <a:lnTo>
                  <a:pt x="5" y="2"/>
                </a:lnTo>
                <a:lnTo>
                  <a:pt x="4" y="2"/>
                </a:lnTo>
              </a:path>
            </a:pathLst>
          </a:custGeom>
          <a:ln w="4680">
            <a:solidFill>
              <a:srgbClr val="4A4A4A"/>
            </a:solidFill>
            <a:round/>
          </a:ln>
        </p:spPr>
        <p:txBody>
          <a:bodyPr lIns="2160" tIns="-360" rIns="2160" bIns="-3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22" name=""/>
          <p:cNvSpPr/>
          <p:nvPr/>
        </p:nvSpPr>
        <p:spPr>
          <a:xfrm>
            <a:off x="4897080" y="1807560"/>
            <a:ext cx="1440" cy="1440"/>
          </a:xfrm>
          <a:custGeom>
            <a:avLst/>
            <a:gdLst/>
            <a:ahLst/>
            <a:rect l="0" t="0" r="r" b="b"/>
            <a:pathLst>
              <a:path fill="none" w="4" h="4">
                <a:moveTo>
                  <a:pt x="4" y="0"/>
                </a:moveTo>
                <a:lnTo>
                  <a:pt x="4" y="4"/>
                </a:lnTo>
                <a:lnTo>
                  <a:pt x="2" y="4"/>
                </a:lnTo>
                <a:lnTo>
                  <a:pt x="2" y="2"/>
                </a:lnTo>
                <a:lnTo>
                  <a:pt x="0" y="2"/>
                </a:lnTo>
                <a:lnTo>
                  <a:pt x="0" y="0"/>
                </a:lnTo>
                <a:lnTo>
                  <a:pt x="2" y="2"/>
                </a:lnTo>
                <a:lnTo>
                  <a:pt x="2" y="0"/>
                </a:lnTo>
                <a:lnTo>
                  <a:pt x="4" y="0"/>
                </a:lnTo>
              </a:path>
            </a:pathLst>
          </a:custGeom>
          <a:ln w="4680">
            <a:solidFill>
              <a:srgbClr val="4A4A4A"/>
            </a:solidFill>
            <a:round/>
          </a:ln>
        </p:spPr>
        <p:txBody>
          <a:bodyPr lIns="2160" tIns="-720" rIns="2160" bIns="-7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23" name=""/>
          <p:cNvSpPr/>
          <p:nvPr/>
        </p:nvSpPr>
        <p:spPr>
          <a:xfrm>
            <a:off x="4896000" y="1806840"/>
            <a:ext cx="2160" cy="1440"/>
          </a:xfrm>
          <a:custGeom>
            <a:avLst/>
            <a:gdLst/>
            <a:ahLst/>
            <a:rect l="0" t="0" r="r" b="b"/>
            <a:pathLst>
              <a:path fill="none" w="6" h="4">
                <a:moveTo>
                  <a:pt x="2" y="1"/>
                </a:moveTo>
                <a:lnTo>
                  <a:pt x="3" y="1"/>
                </a:lnTo>
                <a:lnTo>
                  <a:pt x="3" y="0"/>
                </a:lnTo>
                <a:lnTo>
                  <a:pt x="4" y="0"/>
                </a:lnTo>
                <a:lnTo>
                  <a:pt x="6" y="0"/>
                </a:lnTo>
                <a:lnTo>
                  <a:pt x="6" y="1"/>
                </a:lnTo>
                <a:lnTo>
                  <a:pt x="4" y="1"/>
                </a:lnTo>
                <a:lnTo>
                  <a:pt x="3" y="1"/>
                </a:lnTo>
                <a:lnTo>
                  <a:pt x="2" y="1"/>
                </a:lnTo>
                <a:lnTo>
                  <a:pt x="3" y="3"/>
                </a:lnTo>
                <a:lnTo>
                  <a:pt x="4" y="3"/>
                </a:lnTo>
                <a:lnTo>
                  <a:pt x="4" y="4"/>
                </a:lnTo>
                <a:lnTo>
                  <a:pt x="3" y="4"/>
                </a:lnTo>
                <a:lnTo>
                  <a:pt x="3" y="3"/>
                </a:lnTo>
                <a:lnTo>
                  <a:pt x="2" y="4"/>
                </a:lnTo>
                <a:lnTo>
                  <a:pt x="0" y="4"/>
                </a:lnTo>
                <a:lnTo>
                  <a:pt x="0" y="3"/>
                </a:lnTo>
                <a:lnTo>
                  <a:pt x="2" y="3"/>
                </a:lnTo>
                <a:lnTo>
                  <a:pt x="2" y="1"/>
                </a:lnTo>
                <a:lnTo>
                  <a:pt x="0" y="0"/>
                </a:lnTo>
                <a:lnTo>
                  <a:pt x="2" y="0"/>
                </a:lnTo>
                <a:lnTo>
                  <a:pt x="2" y="1"/>
                </a:lnTo>
              </a:path>
            </a:pathLst>
          </a:custGeom>
          <a:ln w="4680">
            <a:solidFill>
              <a:srgbClr val="4A4A4A"/>
            </a:solidFill>
            <a:round/>
          </a:ln>
        </p:spPr>
        <p:txBody>
          <a:bodyPr lIns="2160" tIns="-720" rIns="2160" bIns="-7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24" name=""/>
          <p:cNvSpPr/>
          <p:nvPr/>
        </p:nvSpPr>
        <p:spPr>
          <a:xfrm>
            <a:off x="4902120" y="1806480"/>
            <a:ext cx="1080" cy="1440"/>
          </a:xfrm>
          <a:custGeom>
            <a:avLst/>
            <a:gdLst/>
            <a:ahLst/>
            <a:rect l="0" t="0" r="r" b="b"/>
            <a:pathLst>
              <a:path fill="none" w="3" h="4">
                <a:moveTo>
                  <a:pt x="0" y="0"/>
                </a:moveTo>
                <a:lnTo>
                  <a:pt x="1" y="0"/>
                </a:lnTo>
                <a:lnTo>
                  <a:pt x="1" y="2"/>
                </a:lnTo>
                <a:lnTo>
                  <a:pt x="3" y="2"/>
                </a:lnTo>
                <a:lnTo>
                  <a:pt x="3" y="4"/>
                </a:lnTo>
                <a:lnTo>
                  <a:pt x="1" y="4"/>
                </a:lnTo>
                <a:lnTo>
                  <a:pt x="1" y="2"/>
                </a:lnTo>
                <a:lnTo>
                  <a:pt x="0" y="2"/>
                </a:lnTo>
                <a:lnTo>
                  <a:pt x="0" y="0"/>
                </a:lnTo>
              </a:path>
            </a:pathLst>
          </a:custGeom>
          <a:ln w="4680">
            <a:solidFill>
              <a:srgbClr val="4A4A4A"/>
            </a:solidFill>
            <a:round/>
          </a:ln>
        </p:spPr>
        <p:txBody>
          <a:bodyPr lIns="2160" tIns="-720" rIns="2160" bIns="-7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25" name=""/>
          <p:cNvSpPr/>
          <p:nvPr/>
        </p:nvSpPr>
        <p:spPr>
          <a:xfrm>
            <a:off x="4919760" y="1806120"/>
            <a:ext cx="1440" cy="1440"/>
          </a:xfrm>
          <a:custGeom>
            <a:avLst/>
            <a:gdLst/>
            <a:ahLst/>
            <a:rect l="0" t="0" r="r" b="b"/>
            <a:pathLst>
              <a:path fill="none" w="4" h="4">
                <a:moveTo>
                  <a:pt x="2" y="0"/>
                </a:moveTo>
                <a:lnTo>
                  <a:pt x="2" y="2"/>
                </a:lnTo>
                <a:lnTo>
                  <a:pt x="4" y="0"/>
                </a:lnTo>
                <a:lnTo>
                  <a:pt x="4" y="2"/>
                </a:lnTo>
                <a:lnTo>
                  <a:pt x="2" y="2"/>
                </a:lnTo>
                <a:lnTo>
                  <a:pt x="2" y="4"/>
                </a:lnTo>
                <a:lnTo>
                  <a:pt x="0" y="4"/>
                </a:lnTo>
                <a:lnTo>
                  <a:pt x="0" y="2"/>
                </a:lnTo>
                <a:lnTo>
                  <a:pt x="0" y="0"/>
                </a:lnTo>
                <a:lnTo>
                  <a:pt x="2" y="0"/>
                </a:lnTo>
              </a:path>
            </a:pathLst>
          </a:custGeom>
          <a:ln w="4680">
            <a:solidFill>
              <a:srgbClr val="4A4A4A"/>
            </a:solidFill>
            <a:round/>
          </a:ln>
        </p:spPr>
        <p:txBody>
          <a:bodyPr lIns="2160" tIns="-720" rIns="2160" bIns="-7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26" name=""/>
          <p:cNvSpPr/>
          <p:nvPr/>
        </p:nvSpPr>
        <p:spPr>
          <a:xfrm>
            <a:off x="4910760" y="1803960"/>
            <a:ext cx="1440" cy="1440"/>
          </a:xfrm>
          <a:custGeom>
            <a:avLst/>
            <a:gdLst/>
            <a:ahLst/>
            <a:rect l="0" t="0" r="r" b="b"/>
            <a:pathLst>
              <a:path fill="none" w="4" h="4">
                <a:moveTo>
                  <a:pt x="1" y="0"/>
                </a:moveTo>
                <a:lnTo>
                  <a:pt x="1" y="2"/>
                </a:lnTo>
                <a:lnTo>
                  <a:pt x="3" y="2"/>
                </a:lnTo>
                <a:lnTo>
                  <a:pt x="4" y="2"/>
                </a:lnTo>
                <a:lnTo>
                  <a:pt x="4" y="3"/>
                </a:lnTo>
                <a:lnTo>
                  <a:pt x="4" y="4"/>
                </a:lnTo>
                <a:lnTo>
                  <a:pt x="4" y="3"/>
                </a:lnTo>
                <a:lnTo>
                  <a:pt x="3" y="3"/>
                </a:lnTo>
                <a:lnTo>
                  <a:pt x="3" y="2"/>
                </a:lnTo>
                <a:lnTo>
                  <a:pt x="1" y="2"/>
                </a:lnTo>
                <a:lnTo>
                  <a:pt x="0" y="2"/>
                </a:lnTo>
                <a:lnTo>
                  <a:pt x="0" y="0"/>
                </a:lnTo>
                <a:lnTo>
                  <a:pt x="1" y="0"/>
                </a:lnTo>
              </a:path>
            </a:pathLst>
          </a:custGeom>
          <a:ln w="4680">
            <a:solidFill>
              <a:srgbClr val="4A4A4A"/>
            </a:solidFill>
            <a:round/>
          </a:ln>
        </p:spPr>
        <p:txBody>
          <a:bodyPr lIns="2160" tIns="-720" rIns="2160" bIns="-7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27" name=""/>
          <p:cNvSpPr/>
          <p:nvPr/>
        </p:nvSpPr>
        <p:spPr>
          <a:xfrm>
            <a:off x="4914360" y="1803600"/>
            <a:ext cx="360" cy="360"/>
          </a:xfrm>
          <a:custGeom>
            <a:avLst/>
            <a:gdLst/>
            <a:ahLst/>
            <a:rect l="0" t="0" r="r" b="b"/>
            <a:pathLst>
              <a:path fill="none" w="1" h="1">
                <a:moveTo>
                  <a:pt x="1" y="1"/>
                </a:moveTo>
                <a:lnTo>
                  <a:pt x="0" y="1"/>
                </a:lnTo>
                <a:lnTo>
                  <a:pt x="0" y="0"/>
                </a:lnTo>
                <a:lnTo>
                  <a:pt x="1" y="0"/>
                </a:lnTo>
                <a:lnTo>
                  <a:pt x="1" y="1"/>
                </a:lnTo>
              </a:path>
            </a:pathLst>
          </a:custGeom>
          <a:ln w="4680">
            <a:solidFill>
              <a:srgbClr val="4A4A4A"/>
            </a:solidFill>
            <a:round/>
          </a:ln>
        </p:spPr>
        <p:txBody>
          <a:bodyPr lIns="2160" tIns="-1800" rIns="2160" bIns="-180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28" name=""/>
          <p:cNvSpPr/>
          <p:nvPr/>
        </p:nvSpPr>
        <p:spPr>
          <a:xfrm>
            <a:off x="4865040" y="1801440"/>
            <a:ext cx="5760" cy="7200"/>
          </a:xfrm>
          <a:custGeom>
            <a:avLst/>
            <a:gdLst/>
            <a:ahLst/>
            <a:rect l="0" t="0" r="r" b="b"/>
            <a:pathLst>
              <a:path fill="none" w="16" h="20">
                <a:moveTo>
                  <a:pt x="7" y="1"/>
                </a:moveTo>
                <a:lnTo>
                  <a:pt x="7" y="2"/>
                </a:lnTo>
                <a:lnTo>
                  <a:pt x="8" y="2"/>
                </a:lnTo>
                <a:lnTo>
                  <a:pt x="7" y="3"/>
                </a:lnTo>
                <a:lnTo>
                  <a:pt x="8" y="4"/>
                </a:lnTo>
                <a:lnTo>
                  <a:pt x="8" y="3"/>
                </a:lnTo>
                <a:lnTo>
                  <a:pt x="10" y="3"/>
                </a:lnTo>
                <a:lnTo>
                  <a:pt x="11" y="5"/>
                </a:lnTo>
                <a:lnTo>
                  <a:pt x="12" y="6"/>
                </a:lnTo>
                <a:lnTo>
                  <a:pt x="12" y="7"/>
                </a:lnTo>
                <a:lnTo>
                  <a:pt x="12" y="8"/>
                </a:lnTo>
                <a:lnTo>
                  <a:pt x="13" y="8"/>
                </a:lnTo>
                <a:lnTo>
                  <a:pt x="12" y="8"/>
                </a:lnTo>
                <a:lnTo>
                  <a:pt x="12" y="10"/>
                </a:lnTo>
                <a:lnTo>
                  <a:pt x="13" y="8"/>
                </a:lnTo>
                <a:lnTo>
                  <a:pt x="14" y="11"/>
                </a:lnTo>
                <a:lnTo>
                  <a:pt x="15" y="13"/>
                </a:lnTo>
                <a:lnTo>
                  <a:pt x="15" y="15"/>
                </a:lnTo>
                <a:lnTo>
                  <a:pt x="15" y="16"/>
                </a:lnTo>
                <a:lnTo>
                  <a:pt x="16" y="17"/>
                </a:lnTo>
                <a:lnTo>
                  <a:pt x="16" y="18"/>
                </a:lnTo>
                <a:lnTo>
                  <a:pt x="16" y="19"/>
                </a:lnTo>
                <a:lnTo>
                  <a:pt x="16" y="20"/>
                </a:lnTo>
                <a:lnTo>
                  <a:pt x="15" y="18"/>
                </a:lnTo>
                <a:lnTo>
                  <a:pt x="13" y="17"/>
                </a:lnTo>
                <a:lnTo>
                  <a:pt x="13" y="16"/>
                </a:lnTo>
                <a:lnTo>
                  <a:pt x="13" y="15"/>
                </a:lnTo>
                <a:lnTo>
                  <a:pt x="12" y="13"/>
                </a:lnTo>
                <a:lnTo>
                  <a:pt x="11" y="12"/>
                </a:lnTo>
                <a:lnTo>
                  <a:pt x="11" y="11"/>
                </a:lnTo>
                <a:lnTo>
                  <a:pt x="12" y="10"/>
                </a:lnTo>
                <a:lnTo>
                  <a:pt x="11" y="11"/>
                </a:lnTo>
                <a:lnTo>
                  <a:pt x="8" y="8"/>
                </a:lnTo>
                <a:lnTo>
                  <a:pt x="7" y="7"/>
                </a:lnTo>
                <a:lnTo>
                  <a:pt x="6" y="7"/>
                </a:lnTo>
                <a:lnTo>
                  <a:pt x="6" y="6"/>
                </a:lnTo>
                <a:lnTo>
                  <a:pt x="5" y="6"/>
                </a:lnTo>
                <a:lnTo>
                  <a:pt x="4" y="5"/>
                </a:lnTo>
                <a:lnTo>
                  <a:pt x="3" y="4"/>
                </a:lnTo>
                <a:lnTo>
                  <a:pt x="3" y="5"/>
                </a:lnTo>
                <a:lnTo>
                  <a:pt x="2" y="4"/>
                </a:lnTo>
                <a:lnTo>
                  <a:pt x="1" y="4"/>
                </a:lnTo>
                <a:lnTo>
                  <a:pt x="1" y="3"/>
                </a:lnTo>
                <a:lnTo>
                  <a:pt x="0" y="2"/>
                </a:lnTo>
                <a:lnTo>
                  <a:pt x="0" y="1"/>
                </a:lnTo>
                <a:lnTo>
                  <a:pt x="1" y="1"/>
                </a:lnTo>
                <a:lnTo>
                  <a:pt x="2" y="1"/>
                </a:lnTo>
                <a:lnTo>
                  <a:pt x="3" y="2"/>
                </a:lnTo>
                <a:lnTo>
                  <a:pt x="4" y="1"/>
                </a:lnTo>
                <a:lnTo>
                  <a:pt x="5" y="0"/>
                </a:lnTo>
                <a:lnTo>
                  <a:pt x="7" y="1"/>
                </a:lnTo>
              </a:path>
            </a:pathLst>
          </a:custGeom>
          <a:ln w="4680">
            <a:solidFill>
              <a:srgbClr val="4A4A4A"/>
            </a:solidFill>
            <a:round/>
          </a:ln>
        </p:spPr>
        <p:txBody>
          <a:bodyPr lIns="2160" tIns="2160" rIns="2160" bIns="21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29" name=""/>
          <p:cNvSpPr/>
          <p:nvPr/>
        </p:nvSpPr>
        <p:spPr>
          <a:xfrm>
            <a:off x="4911120" y="1800360"/>
            <a:ext cx="0" cy="360"/>
          </a:xfrm>
          <a:prstGeom prst="line">
            <a:avLst/>
          </a:prstGeom>
          <a:ln w="4680">
            <a:solidFill>
              <a:srgbClr val="4A4A4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2160" tIns="-1800" rIns="2160" bIns="-180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30" name=""/>
          <p:cNvSpPr/>
          <p:nvPr/>
        </p:nvSpPr>
        <p:spPr>
          <a:xfrm>
            <a:off x="4908960" y="1800000"/>
            <a:ext cx="1440" cy="1440"/>
          </a:xfrm>
          <a:custGeom>
            <a:avLst/>
            <a:gdLst/>
            <a:ahLst/>
            <a:rect l="0" t="0" r="r" b="b"/>
            <a:pathLst>
              <a:path fill="none" w="4" h="4">
                <a:moveTo>
                  <a:pt x="2" y="0"/>
                </a:moveTo>
                <a:lnTo>
                  <a:pt x="4" y="0"/>
                </a:lnTo>
                <a:lnTo>
                  <a:pt x="4" y="2"/>
                </a:lnTo>
                <a:lnTo>
                  <a:pt x="2" y="2"/>
                </a:lnTo>
                <a:lnTo>
                  <a:pt x="2" y="4"/>
                </a:lnTo>
                <a:lnTo>
                  <a:pt x="0" y="4"/>
                </a:lnTo>
                <a:lnTo>
                  <a:pt x="0" y="2"/>
                </a:lnTo>
                <a:lnTo>
                  <a:pt x="2" y="2"/>
                </a:lnTo>
                <a:lnTo>
                  <a:pt x="2" y="0"/>
                </a:lnTo>
              </a:path>
            </a:pathLst>
          </a:custGeom>
          <a:ln w="4680">
            <a:solidFill>
              <a:srgbClr val="4A4A4A"/>
            </a:solidFill>
            <a:round/>
          </a:ln>
        </p:spPr>
        <p:txBody>
          <a:bodyPr lIns="2160" tIns="-720" rIns="2160" bIns="-7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31" name=""/>
          <p:cNvSpPr/>
          <p:nvPr/>
        </p:nvSpPr>
        <p:spPr>
          <a:xfrm>
            <a:off x="4910760" y="1799640"/>
            <a:ext cx="360" cy="720"/>
          </a:xfrm>
          <a:custGeom>
            <a:avLst/>
            <a:gdLst/>
            <a:ahLst/>
            <a:rect l="0" t="0" r="r" b="b"/>
            <a:pathLst>
              <a:path fill="none" w="1" h="2">
                <a:moveTo>
                  <a:pt x="1" y="2"/>
                </a:moveTo>
                <a:lnTo>
                  <a:pt x="0" y="2"/>
                </a:lnTo>
                <a:lnTo>
                  <a:pt x="0" y="1"/>
                </a:lnTo>
                <a:lnTo>
                  <a:pt x="1" y="1"/>
                </a:lnTo>
                <a:lnTo>
                  <a:pt x="1" y="0"/>
                </a:lnTo>
                <a:lnTo>
                  <a:pt x="1" y="1"/>
                </a:lnTo>
                <a:lnTo>
                  <a:pt x="1" y="2"/>
                </a:lnTo>
              </a:path>
            </a:pathLst>
          </a:custGeom>
          <a:ln w="4680">
            <a:solidFill>
              <a:srgbClr val="4A4A4A"/>
            </a:solidFill>
            <a:round/>
          </a:ln>
        </p:spPr>
        <p:txBody>
          <a:bodyPr lIns="2160" tIns="-1440" rIns="2160" bIns="-144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32" name=""/>
          <p:cNvSpPr/>
          <p:nvPr/>
        </p:nvSpPr>
        <p:spPr>
          <a:xfrm>
            <a:off x="4908240" y="1798200"/>
            <a:ext cx="360" cy="360"/>
          </a:xfrm>
          <a:custGeom>
            <a:avLst/>
            <a:gdLst/>
            <a:ahLst/>
            <a:rect l="0" t="0" r="r" b="b"/>
            <a:pathLst>
              <a:path fill="none" w="1" h="1">
                <a:moveTo>
                  <a:pt x="1" y="1"/>
                </a:moveTo>
                <a:lnTo>
                  <a:pt x="0" y="1"/>
                </a:lnTo>
                <a:lnTo>
                  <a:pt x="0" y="0"/>
                </a:lnTo>
                <a:lnTo>
                  <a:pt x="1" y="0"/>
                </a:lnTo>
                <a:lnTo>
                  <a:pt x="1" y="1"/>
                </a:lnTo>
              </a:path>
            </a:pathLst>
          </a:custGeom>
          <a:ln w="4680">
            <a:solidFill>
              <a:srgbClr val="4A4A4A"/>
            </a:solidFill>
            <a:round/>
          </a:ln>
        </p:spPr>
        <p:txBody>
          <a:bodyPr lIns="2160" tIns="-1800" rIns="2160" bIns="-180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33" name=""/>
          <p:cNvSpPr/>
          <p:nvPr/>
        </p:nvSpPr>
        <p:spPr>
          <a:xfrm>
            <a:off x="4950720" y="1796760"/>
            <a:ext cx="0" cy="360"/>
          </a:xfrm>
          <a:prstGeom prst="line">
            <a:avLst/>
          </a:prstGeom>
          <a:ln w="4680">
            <a:solidFill>
              <a:srgbClr val="4A4A4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2160" tIns="-1800" rIns="2160" bIns="-180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34" name=""/>
          <p:cNvSpPr/>
          <p:nvPr/>
        </p:nvSpPr>
        <p:spPr>
          <a:xfrm>
            <a:off x="4923000" y="1796040"/>
            <a:ext cx="1080" cy="1440"/>
          </a:xfrm>
          <a:custGeom>
            <a:avLst/>
            <a:gdLst/>
            <a:ahLst/>
            <a:rect l="0" t="0" r="r" b="b"/>
            <a:pathLst>
              <a:path fill="none" w="3" h="4">
                <a:moveTo>
                  <a:pt x="3" y="0"/>
                </a:moveTo>
                <a:lnTo>
                  <a:pt x="3" y="1"/>
                </a:lnTo>
                <a:lnTo>
                  <a:pt x="3" y="4"/>
                </a:lnTo>
                <a:lnTo>
                  <a:pt x="1" y="3"/>
                </a:lnTo>
                <a:lnTo>
                  <a:pt x="0" y="3"/>
                </a:lnTo>
                <a:lnTo>
                  <a:pt x="0" y="1"/>
                </a:lnTo>
                <a:lnTo>
                  <a:pt x="0" y="0"/>
                </a:lnTo>
                <a:lnTo>
                  <a:pt x="1" y="0"/>
                </a:lnTo>
                <a:lnTo>
                  <a:pt x="3" y="0"/>
                </a:lnTo>
              </a:path>
            </a:pathLst>
          </a:custGeom>
          <a:ln w="4680">
            <a:solidFill>
              <a:srgbClr val="4A4A4A"/>
            </a:solidFill>
            <a:round/>
          </a:ln>
        </p:spPr>
        <p:txBody>
          <a:bodyPr lIns="2160" tIns="-720" rIns="2160" bIns="-7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35" name=""/>
          <p:cNvSpPr/>
          <p:nvPr/>
        </p:nvSpPr>
        <p:spPr>
          <a:xfrm>
            <a:off x="4933800" y="1794240"/>
            <a:ext cx="360" cy="360"/>
          </a:xfrm>
          <a:custGeom>
            <a:avLst/>
            <a:gdLst/>
            <a:ahLst/>
            <a:rect l="0" t="0" r="r" b="b"/>
            <a:pathLst>
              <a:path fill="none" w="1" h="1">
                <a:moveTo>
                  <a:pt x="1" y="1"/>
                </a:moveTo>
                <a:lnTo>
                  <a:pt x="0" y="1"/>
                </a:lnTo>
                <a:lnTo>
                  <a:pt x="0" y="0"/>
                </a:lnTo>
                <a:lnTo>
                  <a:pt x="1" y="0"/>
                </a:lnTo>
                <a:lnTo>
                  <a:pt x="1" y="1"/>
                </a:lnTo>
              </a:path>
            </a:pathLst>
          </a:custGeom>
          <a:ln w="4680">
            <a:solidFill>
              <a:srgbClr val="4A4A4A"/>
            </a:solidFill>
            <a:round/>
          </a:ln>
        </p:spPr>
        <p:txBody>
          <a:bodyPr lIns="2160" tIns="-1800" rIns="2160" bIns="-180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36" name=""/>
          <p:cNvSpPr/>
          <p:nvPr/>
        </p:nvSpPr>
        <p:spPr>
          <a:xfrm>
            <a:off x="4930200" y="1792800"/>
            <a:ext cx="720" cy="1440"/>
          </a:xfrm>
          <a:custGeom>
            <a:avLst/>
            <a:gdLst/>
            <a:ahLst/>
            <a:rect l="0" t="0" r="r" b="b"/>
            <a:pathLst>
              <a:path fill="none" w="2" h="4">
                <a:moveTo>
                  <a:pt x="0" y="2"/>
                </a:moveTo>
                <a:lnTo>
                  <a:pt x="0" y="4"/>
                </a:lnTo>
                <a:lnTo>
                  <a:pt x="0" y="2"/>
                </a:lnTo>
                <a:lnTo>
                  <a:pt x="0" y="0"/>
                </a:lnTo>
                <a:lnTo>
                  <a:pt x="2" y="0"/>
                </a:lnTo>
                <a:lnTo>
                  <a:pt x="2" y="2"/>
                </a:lnTo>
                <a:lnTo>
                  <a:pt x="0" y="2"/>
                </a:lnTo>
              </a:path>
            </a:pathLst>
          </a:custGeom>
          <a:ln w="4680">
            <a:solidFill>
              <a:srgbClr val="4A4A4A"/>
            </a:solidFill>
            <a:round/>
          </a:ln>
        </p:spPr>
        <p:txBody>
          <a:bodyPr lIns="2160" tIns="-720" rIns="2160" bIns="-7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37" name=""/>
          <p:cNvSpPr/>
          <p:nvPr/>
        </p:nvSpPr>
        <p:spPr>
          <a:xfrm>
            <a:off x="5213880" y="1792800"/>
            <a:ext cx="720" cy="720"/>
          </a:xfrm>
          <a:custGeom>
            <a:avLst/>
            <a:gdLst/>
            <a:ahLst/>
            <a:rect l="0" t="0" r="r" b="b"/>
            <a:pathLst>
              <a:path fill="none" w="2" h="2">
                <a:moveTo>
                  <a:pt x="2" y="2"/>
                </a:moveTo>
                <a:lnTo>
                  <a:pt x="0" y="2"/>
                </a:lnTo>
                <a:lnTo>
                  <a:pt x="0" y="0"/>
                </a:lnTo>
                <a:lnTo>
                  <a:pt x="2" y="0"/>
                </a:lnTo>
                <a:lnTo>
                  <a:pt x="2" y="2"/>
                </a:lnTo>
              </a:path>
            </a:pathLst>
          </a:custGeom>
          <a:ln w="4680">
            <a:solidFill>
              <a:srgbClr val="4A4A4A"/>
            </a:solidFill>
            <a:round/>
          </a:ln>
        </p:spPr>
        <p:txBody>
          <a:bodyPr lIns="2160" tIns="-1440" rIns="2160" bIns="-144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38" name=""/>
          <p:cNvSpPr/>
          <p:nvPr/>
        </p:nvSpPr>
        <p:spPr>
          <a:xfrm>
            <a:off x="5208480" y="1787040"/>
            <a:ext cx="5040" cy="4680"/>
          </a:xfrm>
          <a:custGeom>
            <a:avLst/>
            <a:gdLst/>
            <a:ahLst/>
            <a:rect l="0" t="0" r="r" b="b"/>
            <a:pathLst>
              <a:path fill="none" w="14" h="13">
                <a:moveTo>
                  <a:pt x="9" y="2"/>
                </a:moveTo>
                <a:lnTo>
                  <a:pt x="9" y="3"/>
                </a:lnTo>
                <a:lnTo>
                  <a:pt x="9" y="4"/>
                </a:lnTo>
                <a:lnTo>
                  <a:pt x="10" y="4"/>
                </a:lnTo>
                <a:lnTo>
                  <a:pt x="10" y="5"/>
                </a:lnTo>
                <a:lnTo>
                  <a:pt x="9" y="5"/>
                </a:lnTo>
                <a:lnTo>
                  <a:pt x="9" y="6"/>
                </a:lnTo>
                <a:lnTo>
                  <a:pt x="10" y="6"/>
                </a:lnTo>
                <a:lnTo>
                  <a:pt x="10" y="7"/>
                </a:lnTo>
                <a:lnTo>
                  <a:pt x="11" y="7"/>
                </a:lnTo>
                <a:lnTo>
                  <a:pt x="11" y="8"/>
                </a:lnTo>
                <a:lnTo>
                  <a:pt x="12" y="8"/>
                </a:lnTo>
                <a:lnTo>
                  <a:pt x="13" y="8"/>
                </a:lnTo>
                <a:lnTo>
                  <a:pt x="14" y="8"/>
                </a:lnTo>
                <a:lnTo>
                  <a:pt x="14" y="9"/>
                </a:lnTo>
                <a:lnTo>
                  <a:pt x="14" y="10"/>
                </a:lnTo>
                <a:lnTo>
                  <a:pt x="14" y="11"/>
                </a:lnTo>
                <a:lnTo>
                  <a:pt x="13" y="13"/>
                </a:lnTo>
                <a:lnTo>
                  <a:pt x="12" y="11"/>
                </a:lnTo>
                <a:lnTo>
                  <a:pt x="11" y="13"/>
                </a:lnTo>
                <a:lnTo>
                  <a:pt x="11" y="11"/>
                </a:lnTo>
                <a:lnTo>
                  <a:pt x="10" y="11"/>
                </a:lnTo>
                <a:lnTo>
                  <a:pt x="10" y="10"/>
                </a:lnTo>
                <a:lnTo>
                  <a:pt x="9" y="10"/>
                </a:lnTo>
                <a:lnTo>
                  <a:pt x="9" y="9"/>
                </a:lnTo>
                <a:lnTo>
                  <a:pt x="7" y="9"/>
                </a:lnTo>
                <a:lnTo>
                  <a:pt x="6" y="9"/>
                </a:lnTo>
                <a:lnTo>
                  <a:pt x="6" y="10"/>
                </a:lnTo>
                <a:lnTo>
                  <a:pt x="5" y="10"/>
                </a:lnTo>
                <a:lnTo>
                  <a:pt x="4" y="9"/>
                </a:lnTo>
                <a:lnTo>
                  <a:pt x="4" y="8"/>
                </a:lnTo>
                <a:lnTo>
                  <a:pt x="3" y="8"/>
                </a:lnTo>
                <a:lnTo>
                  <a:pt x="2" y="7"/>
                </a:lnTo>
                <a:lnTo>
                  <a:pt x="1" y="7"/>
                </a:lnTo>
                <a:lnTo>
                  <a:pt x="1" y="6"/>
                </a:lnTo>
                <a:lnTo>
                  <a:pt x="2" y="6"/>
                </a:lnTo>
                <a:lnTo>
                  <a:pt x="2" y="5"/>
                </a:lnTo>
                <a:lnTo>
                  <a:pt x="1" y="5"/>
                </a:lnTo>
                <a:lnTo>
                  <a:pt x="1" y="4"/>
                </a:lnTo>
                <a:lnTo>
                  <a:pt x="0" y="4"/>
                </a:lnTo>
                <a:lnTo>
                  <a:pt x="0" y="3"/>
                </a:lnTo>
                <a:lnTo>
                  <a:pt x="1" y="3"/>
                </a:lnTo>
                <a:lnTo>
                  <a:pt x="2" y="3"/>
                </a:lnTo>
                <a:lnTo>
                  <a:pt x="3" y="3"/>
                </a:lnTo>
                <a:lnTo>
                  <a:pt x="4" y="3"/>
                </a:lnTo>
                <a:lnTo>
                  <a:pt x="5" y="2"/>
                </a:lnTo>
                <a:lnTo>
                  <a:pt x="6" y="2"/>
                </a:lnTo>
                <a:lnTo>
                  <a:pt x="7" y="2"/>
                </a:lnTo>
                <a:lnTo>
                  <a:pt x="9" y="2"/>
                </a:lnTo>
                <a:lnTo>
                  <a:pt x="9" y="0"/>
                </a:lnTo>
                <a:lnTo>
                  <a:pt x="9" y="2"/>
                </a:lnTo>
              </a:path>
            </a:pathLst>
          </a:custGeom>
          <a:ln w="4680">
            <a:solidFill>
              <a:srgbClr val="4A4A4A"/>
            </a:solidFill>
            <a:round/>
          </a:ln>
        </p:spPr>
        <p:txBody>
          <a:bodyPr lIns="2160" tIns="2160" rIns="2160" bIns="21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39" name=""/>
          <p:cNvSpPr/>
          <p:nvPr/>
        </p:nvSpPr>
        <p:spPr>
          <a:xfrm>
            <a:off x="4938120" y="1786680"/>
            <a:ext cx="360" cy="0"/>
          </a:xfrm>
          <a:prstGeom prst="line">
            <a:avLst/>
          </a:prstGeom>
          <a:ln w="4680">
            <a:solidFill>
              <a:srgbClr val="4A4A4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2160" tIns="-2160" rIns="2160" bIns="-21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40" name=""/>
          <p:cNvSpPr/>
          <p:nvPr/>
        </p:nvSpPr>
        <p:spPr>
          <a:xfrm>
            <a:off x="5157720" y="1783440"/>
            <a:ext cx="1800" cy="1800"/>
          </a:xfrm>
          <a:custGeom>
            <a:avLst/>
            <a:gdLst/>
            <a:ahLst/>
            <a:rect l="0" t="0" r="r" b="b"/>
            <a:pathLst>
              <a:path fill="none" w="5" h="5">
                <a:moveTo>
                  <a:pt x="1" y="5"/>
                </a:moveTo>
                <a:lnTo>
                  <a:pt x="0" y="5"/>
                </a:lnTo>
                <a:lnTo>
                  <a:pt x="0" y="3"/>
                </a:lnTo>
                <a:lnTo>
                  <a:pt x="0" y="2"/>
                </a:lnTo>
                <a:lnTo>
                  <a:pt x="0" y="1"/>
                </a:lnTo>
                <a:lnTo>
                  <a:pt x="1" y="0"/>
                </a:lnTo>
                <a:lnTo>
                  <a:pt x="2" y="0"/>
                </a:lnTo>
                <a:lnTo>
                  <a:pt x="4" y="0"/>
                </a:lnTo>
                <a:lnTo>
                  <a:pt x="5" y="0"/>
                </a:lnTo>
                <a:lnTo>
                  <a:pt x="5" y="1"/>
                </a:lnTo>
                <a:lnTo>
                  <a:pt x="4" y="1"/>
                </a:lnTo>
                <a:lnTo>
                  <a:pt x="4" y="2"/>
                </a:lnTo>
                <a:lnTo>
                  <a:pt x="2" y="2"/>
                </a:lnTo>
                <a:lnTo>
                  <a:pt x="2" y="3"/>
                </a:lnTo>
                <a:lnTo>
                  <a:pt x="1" y="5"/>
                </a:lnTo>
              </a:path>
            </a:pathLst>
          </a:custGeom>
          <a:ln w="4680">
            <a:solidFill>
              <a:srgbClr val="4A4A4A"/>
            </a:solidFill>
            <a:round/>
          </a:ln>
        </p:spPr>
        <p:txBody>
          <a:bodyPr lIns="2160" tIns="-360" rIns="2160" bIns="-3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41" name=""/>
          <p:cNvSpPr/>
          <p:nvPr/>
        </p:nvSpPr>
        <p:spPr>
          <a:xfrm>
            <a:off x="5151600" y="1772280"/>
            <a:ext cx="3240" cy="2880"/>
          </a:xfrm>
          <a:custGeom>
            <a:avLst/>
            <a:gdLst/>
            <a:ahLst/>
            <a:rect l="0" t="0" r="r" b="b"/>
            <a:pathLst>
              <a:path fill="none" w="9" h="8">
                <a:moveTo>
                  <a:pt x="3" y="1"/>
                </a:moveTo>
                <a:lnTo>
                  <a:pt x="4" y="1"/>
                </a:lnTo>
                <a:lnTo>
                  <a:pt x="4" y="2"/>
                </a:lnTo>
                <a:lnTo>
                  <a:pt x="5" y="2"/>
                </a:lnTo>
                <a:lnTo>
                  <a:pt x="5" y="3"/>
                </a:lnTo>
                <a:lnTo>
                  <a:pt x="6" y="4"/>
                </a:lnTo>
                <a:lnTo>
                  <a:pt x="7" y="5"/>
                </a:lnTo>
                <a:lnTo>
                  <a:pt x="9" y="8"/>
                </a:lnTo>
                <a:lnTo>
                  <a:pt x="8" y="8"/>
                </a:lnTo>
                <a:lnTo>
                  <a:pt x="7" y="7"/>
                </a:lnTo>
                <a:lnTo>
                  <a:pt x="7" y="5"/>
                </a:lnTo>
                <a:lnTo>
                  <a:pt x="5" y="3"/>
                </a:lnTo>
                <a:lnTo>
                  <a:pt x="4" y="3"/>
                </a:lnTo>
                <a:lnTo>
                  <a:pt x="4" y="2"/>
                </a:lnTo>
                <a:lnTo>
                  <a:pt x="3" y="1"/>
                </a:lnTo>
                <a:lnTo>
                  <a:pt x="1" y="1"/>
                </a:lnTo>
                <a:lnTo>
                  <a:pt x="0" y="0"/>
                </a:lnTo>
                <a:lnTo>
                  <a:pt x="1" y="0"/>
                </a:lnTo>
                <a:lnTo>
                  <a:pt x="3" y="0"/>
                </a:lnTo>
                <a:lnTo>
                  <a:pt x="3" y="1"/>
                </a:lnTo>
              </a:path>
            </a:pathLst>
          </a:custGeom>
          <a:ln w="4680">
            <a:solidFill>
              <a:srgbClr val="4A4A4A"/>
            </a:solidFill>
            <a:round/>
          </a:ln>
        </p:spPr>
        <p:txBody>
          <a:bodyPr lIns="2160" tIns="720" rIns="2160" bIns="7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42" name=""/>
          <p:cNvSpPr/>
          <p:nvPr/>
        </p:nvSpPr>
        <p:spPr>
          <a:xfrm>
            <a:off x="5204520" y="1761840"/>
            <a:ext cx="0" cy="0"/>
          </a:xfrm>
          <a:custGeom>
            <a:avLst/>
            <a:gdLst/>
            <a:ahLst/>
            <a:rect l="0" t="0" r="r" b="b"/>
            <a:pathLst>
              <a:path fill="none" w="0" h="0">
                <a:moveTo>
                  <a:pt x="0" y="0"/>
                </a:moveTo>
              </a:path>
            </a:pathLst>
          </a:custGeom>
          <a:ln w="4680">
            <a:solidFill>
              <a:srgbClr val="4A4A4A"/>
            </a:solidFill>
            <a:round/>
          </a:ln>
        </p:spPr>
        <p:txBody>
          <a:bodyPr lIns="2160" tIns="-2160" rIns="2160" bIns="-21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43" name=""/>
          <p:cNvSpPr/>
          <p:nvPr/>
        </p:nvSpPr>
        <p:spPr>
          <a:xfrm>
            <a:off x="5202360" y="1761120"/>
            <a:ext cx="2520" cy="2160"/>
          </a:xfrm>
          <a:custGeom>
            <a:avLst/>
            <a:gdLst/>
            <a:ahLst/>
            <a:rect l="0" t="0" r="r" b="b"/>
            <a:pathLst>
              <a:path fill="none" w="7" h="6">
                <a:moveTo>
                  <a:pt x="7" y="0"/>
                </a:moveTo>
                <a:lnTo>
                  <a:pt x="7" y="2"/>
                </a:lnTo>
                <a:lnTo>
                  <a:pt x="7" y="3"/>
                </a:lnTo>
                <a:lnTo>
                  <a:pt x="7" y="4"/>
                </a:lnTo>
                <a:lnTo>
                  <a:pt x="6" y="4"/>
                </a:lnTo>
                <a:lnTo>
                  <a:pt x="6" y="5"/>
                </a:lnTo>
                <a:lnTo>
                  <a:pt x="7" y="5"/>
                </a:lnTo>
                <a:lnTo>
                  <a:pt x="7" y="6"/>
                </a:lnTo>
                <a:lnTo>
                  <a:pt x="6" y="6"/>
                </a:lnTo>
                <a:lnTo>
                  <a:pt x="5" y="5"/>
                </a:lnTo>
                <a:lnTo>
                  <a:pt x="4" y="5"/>
                </a:lnTo>
                <a:lnTo>
                  <a:pt x="3" y="5"/>
                </a:lnTo>
                <a:lnTo>
                  <a:pt x="3" y="4"/>
                </a:lnTo>
                <a:lnTo>
                  <a:pt x="3" y="3"/>
                </a:lnTo>
                <a:lnTo>
                  <a:pt x="1" y="3"/>
                </a:lnTo>
                <a:lnTo>
                  <a:pt x="1" y="2"/>
                </a:lnTo>
                <a:lnTo>
                  <a:pt x="0" y="2"/>
                </a:lnTo>
                <a:lnTo>
                  <a:pt x="0" y="0"/>
                </a:lnTo>
                <a:lnTo>
                  <a:pt x="3" y="0"/>
                </a:lnTo>
                <a:lnTo>
                  <a:pt x="4" y="0"/>
                </a:lnTo>
                <a:lnTo>
                  <a:pt x="5" y="0"/>
                </a:lnTo>
                <a:lnTo>
                  <a:pt x="6" y="0"/>
                </a:lnTo>
                <a:lnTo>
                  <a:pt x="7" y="0"/>
                </a:lnTo>
              </a:path>
            </a:pathLst>
          </a:custGeom>
          <a:ln w="4680">
            <a:solidFill>
              <a:srgbClr val="4A4A4A"/>
            </a:solidFill>
            <a:round/>
          </a:ln>
        </p:spPr>
        <p:txBody>
          <a:bodyPr lIns="2160" tIns="0" rIns="216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44" name=""/>
          <p:cNvSpPr/>
          <p:nvPr/>
        </p:nvSpPr>
        <p:spPr>
          <a:xfrm>
            <a:off x="5020560" y="1760400"/>
            <a:ext cx="360" cy="720"/>
          </a:xfrm>
          <a:custGeom>
            <a:avLst/>
            <a:gdLst/>
            <a:ahLst/>
            <a:rect l="0" t="0" r="r" b="b"/>
            <a:pathLst>
              <a:path fill="none" w="1" h="2">
                <a:moveTo>
                  <a:pt x="1" y="0"/>
                </a:moveTo>
                <a:lnTo>
                  <a:pt x="1" y="1"/>
                </a:lnTo>
                <a:lnTo>
                  <a:pt x="1" y="2"/>
                </a:lnTo>
                <a:lnTo>
                  <a:pt x="0" y="2"/>
                </a:lnTo>
                <a:lnTo>
                  <a:pt x="0" y="1"/>
                </a:lnTo>
                <a:lnTo>
                  <a:pt x="1" y="0"/>
                </a:lnTo>
              </a:path>
            </a:pathLst>
          </a:custGeom>
          <a:ln w="4680">
            <a:solidFill>
              <a:srgbClr val="4A4A4A"/>
            </a:solidFill>
            <a:round/>
          </a:ln>
        </p:spPr>
        <p:txBody>
          <a:bodyPr lIns="2160" tIns="-1440" rIns="2160" bIns="-144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45" name=""/>
          <p:cNvSpPr/>
          <p:nvPr/>
        </p:nvSpPr>
        <p:spPr>
          <a:xfrm>
            <a:off x="5021280" y="1759680"/>
            <a:ext cx="360" cy="360"/>
          </a:xfrm>
          <a:custGeom>
            <a:avLst/>
            <a:gdLst/>
            <a:ahLst/>
            <a:rect l="0" t="0" r="r" b="b"/>
            <a:pathLst>
              <a:path fill="none" w="1" h="1">
                <a:moveTo>
                  <a:pt x="0" y="0"/>
                </a:moveTo>
                <a:lnTo>
                  <a:pt x="1" y="1"/>
                </a:lnTo>
                <a:lnTo>
                  <a:pt x="0" y="1"/>
                </a:lnTo>
                <a:lnTo>
                  <a:pt x="0" y="0"/>
                </a:lnTo>
              </a:path>
            </a:pathLst>
          </a:custGeom>
          <a:ln w="4680">
            <a:solidFill>
              <a:srgbClr val="4A4A4A"/>
            </a:solidFill>
            <a:round/>
          </a:ln>
        </p:spPr>
        <p:txBody>
          <a:bodyPr lIns="2160" tIns="-1800" rIns="2160" bIns="-180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46" name=""/>
          <p:cNvSpPr/>
          <p:nvPr/>
        </p:nvSpPr>
        <p:spPr>
          <a:xfrm>
            <a:off x="5011560" y="1751760"/>
            <a:ext cx="360" cy="360"/>
          </a:xfrm>
          <a:custGeom>
            <a:avLst/>
            <a:gdLst/>
            <a:ahLst/>
            <a:rect l="0" t="0" r="r" b="b"/>
            <a:pathLst>
              <a:path fill="none" w="1" h="1">
                <a:moveTo>
                  <a:pt x="0" y="1"/>
                </a:moveTo>
                <a:lnTo>
                  <a:pt x="0" y="0"/>
                </a:lnTo>
                <a:lnTo>
                  <a:pt x="1" y="0"/>
                </a:lnTo>
                <a:lnTo>
                  <a:pt x="0" y="1"/>
                </a:lnTo>
              </a:path>
            </a:pathLst>
          </a:custGeom>
          <a:ln w="4680">
            <a:solidFill>
              <a:srgbClr val="4A4A4A"/>
            </a:solidFill>
            <a:round/>
          </a:ln>
        </p:spPr>
        <p:txBody>
          <a:bodyPr lIns="2160" tIns="-1800" rIns="2160" bIns="-180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47" name=""/>
          <p:cNvSpPr/>
          <p:nvPr/>
        </p:nvSpPr>
        <p:spPr>
          <a:xfrm>
            <a:off x="5005080" y="1751400"/>
            <a:ext cx="9360" cy="4680"/>
          </a:xfrm>
          <a:custGeom>
            <a:avLst/>
            <a:gdLst/>
            <a:ahLst/>
            <a:rect l="0" t="0" r="r" b="b"/>
            <a:pathLst>
              <a:path fill="none" w="26" h="13">
                <a:moveTo>
                  <a:pt x="22" y="1"/>
                </a:moveTo>
                <a:lnTo>
                  <a:pt x="23" y="1"/>
                </a:lnTo>
                <a:lnTo>
                  <a:pt x="23" y="2"/>
                </a:lnTo>
                <a:lnTo>
                  <a:pt x="22" y="2"/>
                </a:lnTo>
                <a:lnTo>
                  <a:pt x="22" y="4"/>
                </a:lnTo>
                <a:lnTo>
                  <a:pt x="23" y="4"/>
                </a:lnTo>
                <a:lnTo>
                  <a:pt x="24" y="4"/>
                </a:lnTo>
                <a:lnTo>
                  <a:pt x="24" y="5"/>
                </a:lnTo>
                <a:lnTo>
                  <a:pt x="25" y="5"/>
                </a:lnTo>
                <a:lnTo>
                  <a:pt x="26" y="5"/>
                </a:lnTo>
                <a:lnTo>
                  <a:pt x="26" y="6"/>
                </a:lnTo>
                <a:lnTo>
                  <a:pt x="25" y="5"/>
                </a:lnTo>
                <a:lnTo>
                  <a:pt x="25" y="6"/>
                </a:lnTo>
                <a:lnTo>
                  <a:pt x="24" y="5"/>
                </a:lnTo>
                <a:lnTo>
                  <a:pt x="24" y="6"/>
                </a:lnTo>
                <a:lnTo>
                  <a:pt x="24" y="7"/>
                </a:lnTo>
                <a:lnTo>
                  <a:pt x="24" y="8"/>
                </a:lnTo>
                <a:lnTo>
                  <a:pt x="24" y="9"/>
                </a:lnTo>
                <a:lnTo>
                  <a:pt x="25" y="9"/>
                </a:lnTo>
                <a:lnTo>
                  <a:pt x="25" y="10"/>
                </a:lnTo>
                <a:lnTo>
                  <a:pt x="25" y="11"/>
                </a:lnTo>
                <a:lnTo>
                  <a:pt x="25" y="12"/>
                </a:lnTo>
                <a:lnTo>
                  <a:pt x="24" y="12"/>
                </a:lnTo>
                <a:lnTo>
                  <a:pt x="24" y="11"/>
                </a:lnTo>
                <a:lnTo>
                  <a:pt x="24" y="12"/>
                </a:lnTo>
                <a:lnTo>
                  <a:pt x="23" y="13"/>
                </a:lnTo>
                <a:lnTo>
                  <a:pt x="23" y="12"/>
                </a:lnTo>
                <a:lnTo>
                  <a:pt x="22" y="11"/>
                </a:lnTo>
                <a:lnTo>
                  <a:pt x="22" y="12"/>
                </a:lnTo>
                <a:lnTo>
                  <a:pt x="21" y="12"/>
                </a:lnTo>
                <a:lnTo>
                  <a:pt x="21" y="13"/>
                </a:lnTo>
                <a:lnTo>
                  <a:pt x="21" y="12"/>
                </a:lnTo>
                <a:lnTo>
                  <a:pt x="21" y="11"/>
                </a:lnTo>
                <a:lnTo>
                  <a:pt x="20" y="11"/>
                </a:lnTo>
                <a:lnTo>
                  <a:pt x="19" y="11"/>
                </a:lnTo>
                <a:lnTo>
                  <a:pt x="18" y="11"/>
                </a:lnTo>
                <a:lnTo>
                  <a:pt x="17" y="11"/>
                </a:lnTo>
                <a:lnTo>
                  <a:pt x="16" y="11"/>
                </a:lnTo>
                <a:lnTo>
                  <a:pt x="16" y="12"/>
                </a:lnTo>
                <a:lnTo>
                  <a:pt x="15" y="12"/>
                </a:lnTo>
                <a:lnTo>
                  <a:pt x="14" y="12"/>
                </a:lnTo>
                <a:lnTo>
                  <a:pt x="13" y="12"/>
                </a:lnTo>
                <a:lnTo>
                  <a:pt x="12" y="12"/>
                </a:lnTo>
                <a:lnTo>
                  <a:pt x="12" y="11"/>
                </a:lnTo>
                <a:lnTo>
                  <a:pt x="10" y="11"/>
                </a:lnTo>
                <a:lnTo>
                  <a:pt x="9" y="11"/>
                </a:lnTo>
                <a:lnTo>
                  <a:pt x="8" y="11"/>
                </a:lnTo>
                <a:lnTo>
                  <a:pt x="6" y="11"/>
                </a:lnTo>
                <a:lnTo>
                  <a:pt x="6" y="12"/>
                </a:lnTo>
                <a:lnTo>
                  <a:pt x="3" y="12"/>
                </a:lnTo>
                <a:lnTo>
                  <a:pt x="3" y="11"/>
                </a:lnTo>
                <a:lnTo>
                  <a:pt x="2" y="11"/>
                </a:lnTo>
                <a:lnTo>
                  <a:pt x="1" y="11"/>
                </a:lnTo>
                <a:lnTo>
                  <a:pt x="0" y="11"/>
                </a:lnTo>
                <a:lnTo>
                  <a:pt x="0" y="10"/>
                </a:lnTo>
                <a:lnTo>
                  <a:pt x="1" y="9"/>
                </a:lnTo>
                <a:lnTo>
                  <a:pt x="1" y="8"/>
                </a:lnTo>
                <a:lnTo>
                  <a:pt x="2" y="8"/>
                </a:lnTo>
                <a:lnTo>
                  <a:pt x="3" y="7"/>
                </a:lnTo>
                <a:lnTo>
                  <a:pt x="3" y="6"/>
                </a:lnTo>
                <a:lnTo>
                  <a:pt x="4" y="6"/>
                </a:lnTo>
                <a:lnTo>
                  <a:pt x="6" y="6"/>
                </a:lnTo>
                <a:lnTo>
                  <a:pt x="7" y="6"/>
                </a:lnTo>
                <a:lnTo>
                  <a:pt x="8" y="6"/>
                </a:lnTo>
                <a:lnTo>
                  <a:pt x="8" y="7"/>
                </a:lnTo>
                <a:lnTo>
                  <a:pt x="9" y="8"/>
                </a:lnTo>
                <a:lnTo>
                  <a:pt x="10" y="9"/>
                </a:lnTo>
                <a:lnTo>
                  <a:pt x="11" y="9"/>
                </a:lnTo>
                <a:lnTo>
                  <a:pt x="11" y="8"/>
                </a:lnTo>
                <a:lnTo>
                  <a:pt x="11" y="7"/>
                </a:lnTo>
                <a:lnTo>
                  <a:pt x="12" y="7"/>
                </a:lnTo>
                <a:lnTo>
                  <a:pt x="12" y="6"/>
                </a:lnTo>
                <a:lnTo>
                  <a:pt x="13" y="6"/>
                </a:lnTo>
                <a:lnTo>
                  <a:pt x="13" y="5"/>
                </a:lnTo>
                <a:lnTo>
                  <a:pt x="13" y="4"/>
                </a:lnTo>
                <a:lnTo>
                  <a:pt x="14" y="2"/>
                </a:lnTo>
                <a:lnTo>
                  <a:pt x="15" y="2"/>
                </a:lnTo>
                <a:lnTo>
                  <a:pt x="16" y="2"/>
                </a:lnTo>
                <a:lnTo>
                  <a:pt x="17" y="2"/>
                </a:lnTo>
                <a:lnTo>
                  <a:pt x="17" y="4"/>
                </a:lnTo>
                <a:lnTo>
                  <a:pt x="18" y="4"/>
                </a:lnTo>
                <a:lnTo>
                  <a:pt x="18" y="5"/>
                </a:lnTo>
                <a:lnTo>
                  <a:pt x="19" y="4"/>
                </a:lnTo>
                <a:lnTo>
                  <a:pt x="20" y="4"/>
                </a:lnTo>
                <a:lnTo>
                  <a:pt x="20" y="2"/>
                </a:lnTo>
                <a:lnTo>
                  <a:pt x="20" y="1"/>
                </a:lnTo>
                <a:lnTo>
                  <a:pt x="21" y="1"/>
                </a:lnTo>
                <a:lnTo>
                  <a:pt x="22" y="0"/>
                </a:lnTo>
                <a:lnTo>
                  <a:pt x="22" y="1"/>
                </a:lnTo>
              </a:path>
            </a:pathLst>
          </a:custGeom>
          <a:ln w="4680">
            <a:solidFill>
              <a:srgbClr val="4A4A4A"/>
            </a:solidFill>
            <a:round/>
          </a:ln>
        </p:spPr>
        <p:txBody>
          <a:bodyPr lIns="2160" tIns="2160" rIns="2160" bIns="21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48" name=""/>
          <p:cNvSpPr/>
          <p:nvPr/>
        </p:nvSpPr>
        <p:spPr>
          <a:xfrm>
            <a:off x="5111280" y="1749960"/>
            <a:ext cx="2160" cy="2520"/>
          </a:xfrm>
          <a:custGeom>
            <a:avLst/>
            <a:gdLst/>
            <a:ahLst/>
            <a:rect l="0" t="0" r="r" b="b"/>
            <a:pathLst>
              <a:path fill="none" w="6" h="7">
                <a:moveTo>
                  <a:pt x="5" y="4"/>
                </a:moveTo>
                <a:lnTo>
                  <a:pt x="3" y="4"/>
                </a:lnTo>
                <a:lnTo>
                  <a:pt x="3" y="5"/>
                </a:lnTo>
                <a:lnTo>
                  <a:pt x="3" y="7"/>
                </a:lnTo>
                <a:lnTo>
                  <a:pt x="2" y="7"/>
                </a:lnTo>
                <a:lnTo>
                  <a:pt x="2" y="5"/>
                </a:lnTo>
                <a:lnTo>
                  <a:pt x="2" y="4"/>
                </a:lnTo>
                <a:lnTo>
                  <a:pt x="1" y="3"/>
                </a:lnTo>
                <a:lnTo>
                  <a:pt x="0" y="3"/>
                </a:lnTo>
                <a:lnTo>
                  <a:pt x="1" y="2"/>
                </a:lnTo>
                <a:lnTo>
                  <a:pt x="2" y="2"/>
                </a:lnTo>
                <a:lnTo>
                  <a:pt x="3" y="2"/>
                </a:lnTo>
                <a:lnTo>
                  <a:pt x="3" y="0"/>
                </a:lnTo>
                <a:lnTo>
                  <a:pt x="6" y="0"/>
                </a:lnTo>
                <a:lnTo>
                  <a:pt x="6" y="2"/>
                </a:lnTo>
                <a:lnTo>
                  <a:pt x="5" y="2"/>
                </a:lnTo>
                <a:lnTo>
                  <a:pt x="5" y="3"/>
                </a:lnTo>
                <a:lnTo>
                  <a:pt x="5" y="4"/>
                </a:lnTo>
              </a:path>
            </a:pathLst>
          </a:custGeom>
          <a:ln w="4680">
            <a:solidFill>
              <a:srgbClr val="4A4A4A"/>
            </a:solidFill>
            <a:round/>
          </a:ln>
        </p:spPr>
        <p:txBody>
          <a:bodyPr lIns="2160" tIns="360" rIns="2160" bIns="3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49" name=""/>
          <p:cNvSpPr/>
          <p:nvPr/>
        </p:nvSpPr>
        <p:spPr>
          <a:xfrm>
            <a:off x="5139000" y="1749960"/>
            <a:ext cx="360" cy="720"/>
          </a:xfrm>
          <a:custGeom>
            <a:avLst/>
            <a:gdLst/>
            <a:ahLst/>
            <a:rect l="0" t="0" r="r" b="b"/>
            <a:pathLst>
              <a:path fill="none" w="1" h="2">
                <a:moveTo>
                  <a:pt x="1" y="2"/>
                </a:moveTo>
                <a:lnTo>
                  <a:pt x="0" y="2"/>
                </a:lnTo>
                <a:lnTo>
                  <a:pt x="1" y="0"/>
                </a:lnTo>
                <a:lnTo>
                  <a:pt x="1" y="1"/>
                </a:lnTo>
                <a:lnTo>
                  <a:pt x="1" y="2"/>
                </a:lnTo>
              </a:path>
            </a:pathLst>
          </a:custGeom>
          <a:ln w="4680">
            <a:solidFill>
              <a:srgbClr val="4A4A4A"/>
            </a:solidFill>
            <a:round/>
          </a:ln>
        </p:spPr>
        <p:txBody>
          <a:bodyPr lIns="2160" tIns="-1440" rIns="2160" bIns="-144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50" name=""/>
          <p:cNvSpPr/>
          <p:nvPr/>
        </p:nvSpPr>
        <p:spPr>
          <a:xfrm>
            <a:off x="5115600" y="1747800"/>
            <a:ext cx="360" cy="360"/>
          </a:xfrm>
          <a:custGeom>
            <a:avLst/>
            <a:gdLst/>
            <a:ahLst/>
            <a:rect l="0" t="0" r="r" b="b"/>
            <a:pathLst>
              <a:path fill="none" w="1" h="1">
                <a:moveTo>
                  <a:pt x="0" y="0"/>
                </a:moveTo>
                <a:lnTo>
                  <a:pt x="1" y="0"/>
                </a:lnTo>
                <a:lnTo>
                  <a:pt x="0" y="0"/>
                </a:lnTo>
                <a:lnTo>
                  <a:pt x="0" y="1"/>
                </a:lnTo>
                <a:lnTo>
                  <a:pt x="0" y="0"/>
                </a:lnTo>
              </a:path>
            </a:pathLst>
          </a:custGeom>
          <a:ln w="4680">
            <a:solidFill>
              <a:srgbClr val="4A4A4A"/>
            </a:solidFill>
            <a:round/>
          </a:ln>
        </p:spPr>
        <p:txBody>
          <a:bodyPr lIns="2160" tIns="-1800" rIns="2160" bIns="-180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51" name=""/>
          <p:cNvSpPr/>
          <p:nvPr/>
        </p:nvSpPr>
        <p:spPr>
          <a:xfrm>
            <a:off x="5119560" y="1747440"/>
            <a:ext cx="1440" cy="720"/>
          </a:xfrm>
          <a:custGeom>
            <a:avLst/>
            <a:gdLst/>
            <a:ahLst/>
            <a:rect l="0" t="0" r="r" b="b"/>
            <a:pathLst>
              <a:path fill="none" w="4" h="2">
                <a:moveTo>
                  <a:pt x="2" y="0"/>
                </a:moveTo>
                <a:lnTo>
                  <a:pt x="4" y="0"/>
                </a:lnTo>
                <a:lnTo>
                  <a:pt x="2" y="2"/>
                </a:lnTo>
                <a:lnTo>
                  <a:pt x="0" y="2"/>
                </a:lnTo>
                <a:lnTo>
                  <a:pt x="0" y="0"/>
                </a:lnTo>
                <a:lnTo>
                  <a:pt x="2" y="0"/>
                </a:lnTo>
              </a:path>
            </a:pathLst>
          </a:custGeom>
          <a:ln w="4680">
            <a:solidFill>
              <a:srgbClr val="4A4A4A"/>
            </a:solidFill>
            <a:round/>
          </a:ln>
        </p:spPr>
        <p:txBody>
          <a:bodyPr lIns="2160" tIns="-1440" rIns="2160" bIns="-144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52" name=""/>
          <p:cNvSpPr/>
          <p:nvPr/>
        </p:nvSpPr>
        <p:spPr>
          <a:xfrm>
            <a:off x="5009400" y="1747440"/>
            <a:ext cx="1440" cy="1440"/>
          </a:xfrm>
          <a:custGeom>
            <a:avLst/>
            <a:gdLst/>
            <a:ahLst/>
            <a:rect l="0" t="0" r="r" b="b"/>
            <a:pathLst>
              <a:path fill="none" w="4" h="4">
                <a:moveTo>
                  <a:pt x="3" y="0"/>
                </a:moveTo>
                <a:lnTo>
                  <a:pt x="4" y="2"/>
                </a:lnTo>
                <a:lnTo>
                  <a:pt x="4" y="4"/>
                </a:lnTo>
                <a:lnTo>
                  <a:pt x="3" y="4"/>
                </a:lnTo>
                <a:lnTo>
                  <a:pt x="1" y="4"/>
                </a:lnTo>
                <a:lnTo>
                  <a:pt x="0" y="2"/>
                </a:lnTo>
                <a:lnTo>
                  <a:pt x="0" y="0"/>
                </a:lnTo>
                <a:lnTo>
                  <a:pt x="1" y="0"/>
                </a:lnTo>
                <a:lnTo>
                  <a:pt x="3" y="0"/>
                </a:lnTo>
              </a:path>
            </a:pathLst>
          </a:custGeom>
          <a:ln w="4680">
            <a:solidFill>
              <a:srgbClr val="4A4A4A"/>
            </a:solidFill>
            <a:round/>
          </a:ln>
        </p:spPr>
        <p:txBody>
          <a:bodyPr lIns="2160" tIns="-720" rIns="2160" bIns="-7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53" name=""/>
          <p:cNvSpPr/>
          <p:nvPr/>
        </p:nvSpPr>
        <p:spPr>
          <a:xfrm>
            <a:off x="5007600" y="1747440"/>
            <a:ext cx="1800" cy="1080"/>
          </a:xfrm>
          <a:custGeom>
            <a:avLst/>
            <a:gdLst/>
            <a:ahLst/>
            <a:rect l="0" t="0" r="r" b="b"/>
            <a:pathLst>
              <a:path fill="none" w="5" h="3">
                <a:moveTo>
                  <a:pt x="5" y="0"/>
                </a:moveTo>
                <a:lnTo>
                  <a:pt x="5" y="2"/>
                </a:lnTo>
                <a:lnTo>
                  <a:pt x="3" y="3"/>
                </a:lnTo>
                <a:lnTo>
                  <a:pt x="2" y="3"/>
                </a:lnTo>
                <a:lnTo>
                  <a:pt x="0" y="2"/>
                </a:lnTo>
                <a:lnTo>
                  <a:pt x="0" y="0"/>
                </a:lnTo>
                <a:lnTo>
                  <a:pt x="2" y="0"/>
                </a:lnTo>
                <a:lnTo>
                  <a:pt x="2" y="2"/>
                </a:lnTo>
                <a:lnTo>
                  <a:pt x="3" y="2"/>
                </a:lnTo>
                <a:lnTo>
                  <a:pt x="3" y="0"/>
                </a:lnTo>
                <a:lnTo>
                  <a:pt x="5" y="0"/>
                </a:lnTo>
              </a:path>
            </a:pathLst>
          </a:custGeom>
          <a:ln w="4680">
            <a:solidFill>
              <a:srgbClr val="4A4A4A"/>
            </a:solidFill>
            <a:round/>
          </a:ln>
        </p:spPr>
        <p:txBody>
          <a:bodyPr lIns="2160" tIns="-1080" rIns="2160" bIns="-108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54" name=""/>
          <p:cNvSpPr/>
          <p:nvPr/>
        </p:nvSpPr>
        <p:spPr>
          <a:xfrm>
            <a:off x="5114880" y="1747440"/>
            <a:ext cx="360" cy="0"/>
          </a:xfrm>
          <a:prstGeom prst="line">
            <a:avLst/>
          </a:prstGeom>
          <a:ln w="4680">
            <a:solidFill>
              <a:srgbClr val="4A4A4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2160" tIns="-2160" rIns="2160" bIns="-21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55" name=""/>
          <p:cNvSpPr/>
          <p:nvPr/>
        </p:nvSpPr>
        <p:spPr>
          <a:xfrm>
            <a:off x="5121720" y="1746720"/>
            <a:ext cx="1440" cy="1800"/>
          </a:xfrm>
          <a:custGeom>
            <a:avLst/>
            <a:gdLst/>
            <a:ahLst/>
            <a:rect l="0" t="0" r="r" b="b"/>
            <a:pathLst>
              <a:path fill="none" w="4" h="5">
                <a:moveTo>
                  <a:pt x="4" y="0"/>
                </a:moveTo>
                <a:lnTo>
                  <a:pt x="4" y="2"/>
                </a:lnTo>
                <a:lnTo>
                  <a:pt x="4" y="3"/>
                </a:lnTo>
                <a:lnTo>
                  <a:pt x="4" y="5"/>
                </a:lnTo>
                <a:lnTo>
                  <a:pt x="4" y="3"/>
                </a:lnTo>
                <a:lnTo>
                  <a:pt x="2" y="3"/>
                </a:lnTo>
                <a:lnTo>
                  <a:pt x="2" y="2"/>
                </a:lnTo>
                <a:lnTo>
                  <a:pt x="0" y="2"/>
                </a:lnTo>
                <a:lnTo>
                  <a:pt x="2" y="2"/>
                </a:lnTo>
                <a:lnTo>
                  <a:pt x="2" y="0"/>
                </a:lnTo>
                <a:lnTo>
                  <a:pt x="4" y="0"/>
                </a:lnTo>
              </a:path>
            </a:pathLst>
          </a:custGeom>
          <a:ln w="4680">
            <a:solidFill>
              <a:srgbClr val="4A4A4A"/>
            </a:solidFill>
            <a:round/>
          </a:ln>
        </p:spPr>
        <p:txBody>
          <a:bodyPr lIns="2160" tIns="-360" rIns="2160" bIns="-3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56" name=""/>
          <p:cNvSpPr/>
          <p:nvPr/>
        </p:nvSpPr>
        <p:spPr>
          <a:xfrm>
            <a:off x="5018760" y="1744920"/>
            <a:ext cx="720" cy="1440"/>
          </a:xfrm>
          <a:custGeom>
            <a:avLst/>
            <a:gdLst/>
            <a:ahLst/>
            <a:rect l="0" t="0" r="r" b="b"/>
            <a:pathLst>
              <a:path fill="none" w="2" h="4">
                <a:moveTo>
                  <a:pt x="2" y="2"/>
                </a:moveTo>
                <a:lnTo>
                  <a:pt x="2" y="4"/>
                </a:lnTo>
                <a:lnTo>
                  <a:pt x="2" y="2"/>
                </a:lnTo>
                <a:lnTo>
                  <a:pt x="2" y="4"/>
                </a:lnTo>
                <a:lnTo>
                  <a:pt x="0" y="4"/>
                </a:lnTo>
                <a:lnTo>
                  <a:pt x="0" y="2"/>
                </a:lnTo>
                <a:lnTo>
                  <a:pt x="2" y="0"/>
                </a:lnTo>
                <a:lnTo>
                  <a:pt x="2" y="2"/>
                </a:lnTo>
              </a:path>
            </a:pathLst>
          </a:custGeom>
          <a:ln w="4680">
            <a:solidFill>
              <a:srgbClr val="4A4A4A"/>
            </a:solidFill>
            <a:round/>
          </a:ln>
        </p:spPr>
        <p:txBody>
          <a:bodyPr lIns="2160" tIns="-720" rIns="2160" bIns="-7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57" name=""/>
          <p:cNvSpPr/>
          <p:nvPr/>
        </p:nvSpPr>
        <p:spPr>
          <a:xfrm>
            <a:off x="5019840" y="1744560"/>
            <a:ext cx="1080" cy="720"/>
          </a:xfrm>
          <a:custGeom>
            <a:avLst/>
            <a:gdLst/>
            <a:ahLst/>
            <a:rect l="0" t="0" r="r" b="b"/>
            <a:pathLst>
              <a:path fill="none" w="3" h="2">
                <a:moveTo>
                  <a:pt x="3" y="0"/>
                </a:moveTo>
                <a:lnTo>
                  <a:pt x="2" y="0"/>
                </a:lnTo>
                <a:lnTo>
                  <a:pt x="2" y="2"/>
                </a:lnTo>
                <a:lnTo>
                  <a:pt x="0" y="2"/>
                </a:lnTo>
                <a:lnTo>
                  <a:pt x="0" y="0"/>
                </a:lnTo>
                <a:lnTo>
                  <a:pt x="2" y="0"/>
                </a:lnTo>
                <a:lnTo>
                  <a:pt x="3" y="0"/>
                </a:lnTo>
              </a:path>
            </a:pathLst>
          </a:custGeom>
          <a:ln w="4680">
            <a:solidFill>
              <a:srgbClr val="4A4A4A"/>
            </a:solidFill>
            <a:round/>
          </a:ln>
        </p:spPr>
        <p:txBody>
          <a:bodyPr lIns="2160" tIns="-1440" rIns="2160" bIns="-144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58" name=""/>
          <p:cNvSpPr/>
          <p:nvPr/>
        </p:nvSpPr>
        <p:spPr>
          <a:xfrm>
            <a:off x="5139720" y="1744200"/>
            <a:ext cx="360" cy="1080"/>
          </a:xfrm>
          <a:custGeom>
            <a:avLst/>
            <a:gdLst/>
            <a:ahLst/>
            <a:rect l="0" t="0" r="r" b="b"/>
            <a:pathLst>
              <a:path fill="none" w="1" h="3">
                <a:moveTo>
                  <a:pt x="1" y="3"/>
                </a:moveTo>
                <a:lnTo>
                  <a:pt x="0" y="3"/>
                </a:lnTo>
                <a:lnTo>
                  <a:pt x="0" y="2"/>
                </a:lnTo>
                <a:lnTo>
                  <a:pt x="1" y="2"/>
                </a:lnTo>
                <a:lnTo>
                  <a:pt x="1" y="1"/>
                </a:lnTo>
                <a:lnTo>
                  <a:pt x="1" y="0"/>
                </a:lnTo>
                <a:lnTo>
                  <a:pt x="1" y="1"/>
                </a:lnTo>
                <a:lnTo>
                  <a:pt x="1" y="2"/>
                </a:lnTo>
                <a:lnTo>
                  <a:pt x="1" y="3"/>
                </a:lnTo>
              </a:path>
            </a:pathLst>
          </a:custGeom>
          <a:ln w="4680">
            <a:solidFill>
              <a:srgbClr val="4A4A4A"/>
            </a:solidFill>
            <a:round/>
          </a:ln>
        </p:spPr>
        <p:txBody>
          <a:bodyPr lIns="2160" tIns="-1080" rIns="2160" bIns="-108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59" name=""/>
          <p:cNvSpPr/>
          <p:nvPr/>
        </p:nvSpPr>
        <p:spPr>
          <a:xfrm>
            <a:off x="5114880" y="1742400"/>
            <a:ext cx="1800" cy="1080"/>
          </a:xfrm>
          <a:custGeom>
            <a:avLst/>
            <a:gdLst/>
            <a:ahLst/>
            <a:rect l="0" t="0" r="r" b="b"/>
            <a:pathLst>
              <a:path fill="none" w="5" h="3">
                <a:moveTo>
                  <a:pt x="5" y="2"/>
                </a:moveTo>
                <a:lnTo>
                  <a:pt x="5" y="3"/>
                </a:lnTo>
                <a:lnTo>
                  <a:pt x="5" y="2"/>
                </a:lnTo>
                <a:lnTo>
                  <a:pt x="5" y="3"/>
                </a:lnTo>
                <a:lnTo>
                  <a:pt x="3" y="3"/>
                </a:lnTo>
                <a:lnTo>
                  <a:pt x="2" y="3"/>
                </a:lnTo>
                <a:lnTo>
                  <a:pt x="0" y="3"/>
                </a:lnTo>
                <a:lnTo>
                  <a:pt x="2" y="3"/>
                </a:lnTo>
                <a:lnTo>
                  <a:pt x="2" y="2"/>
                </a:lnTo>
                <a:lnTo>
                  <a:pt x="3" y="2"/>
                </a:lnTo>
                <a:lnTo>
                  <a:pt x="3" y="0"/>
                </a:lnTo>
                <a:lnTo>
                  <a:pt x="5" y="0"/>
                </a:lnTo>
                <a:lnTo>
                  <a:pt x="5" y="2"/>
                </a:lnTo>
              </a:path>
            </a:pathLst>
          </a:custGeom>
          <a:ln w="4680">
            <a:solidFill>
              <a:srgbClr val="4A4A4A"/>
            </a:solidFill>
            <a:round/>
          </a:ln>
        </p:spPr>
        <p:txBody>
          <a:bodyPr lIns="2160" tIns="-1080" rIns="2160" bIns="-108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60" name=""/>
          <p:cNvSpPr/>
          <p:nvPr/>
        </p:nvSpPr>
        <p:spPr>
          <a:xfrm>
            <a:off x="5105880" y="1742040"/>
            <a:ext cx="1440" cy="1440"/>
          </a:xfrm>
          <a:custGeom>
            <a:avLst/>
            <a:gdLst/>
            <a:ahLst/>
            <a:rect l="0" t="0" r="r" b="b"/>
            <a:pathLst>
              <a:path fill="none" w="4" h="4">
                <a:moveTo>
                  <a:pt x="4" y="4"/>
                </a:moveTo>
                <a:lnTo>
                  <a:pt x="2" y="4"/>
                </a:lnTo>
                <a:lnTo>
                  <a:pt x="0" y="4"/>
                </a:lnTo>
                <a:lnTo>
                  <a:pt x="2" y="4"/>
                </a:lnTo>
                <a:lnTo>
                  <a:pt x="2" y="2"/>
                </a:lnTo>
                <a:lnTo>
                  <a:pt x="2" y="0"/>
                </a:lnTo>
                <a:lnTo>
                  <a:pt x="2" y="2"/>
                </a:lnTo>
                <a:lnTo>
                  <a:pt x="4" y="2"/>
                </a:lnTo>
                <a:lnTo>
                  <a:pt x="4" y="4"/>
                </a:lnTo>
              </a:path>
            </a:pathLst>
          </a:custGeom>
          <a:ln w="4680">
            <a:solidFill>
              <a:srgbClr val="4A4A4A"/>
            </a:solidFill>
            <a:round/>
          </a:ln>
        </p:spPr>
        <p:txBody>
          <a:bodyPr lIns="2160" tIns="-720" rIns="2160" bIns="-7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61" name=""/>
          <p:cNvSpPr/>
          <p:nvPr/>
        </p:nvSpPr>
        <p:spPr>
          <a:xfrm>
            <a:off x="5113440" y="1741680"/>
            <a:ext cx="1800" cy="2520"/>
          </a:xfrm>
          <a:custGeom>
            <a:avLst/>
            <a:gdLst/>
            <a:ahLst/>
            <a:rect l="0" t="0" r="r" b="b"/>
            <a:pathLst>
              <a:path fill="none" w="5" h="7">
                <a:moveTo>
                  <a:pt x="1" y="1"/>
                </a:moveTo>
                <a:lnTo>
                  <a:pt x="2" y="1"/>
                </a:lnTo>
                <a:lnTo>
                  <a:pt x="4" y="1"/>
                </a:lnTo>
                <a:lnTo>
                  <a:pt x="4" y="2"/>
                </a:lnTo>
                <a:lnTo>
                  <a:pt x="4" y="3"/>
                </a:lnTo>
                <a:lnTo>
                  <a:pt x="4" y="4"/>
                </a:lnTo>
                <a:lnTo>
                  <a:pt x="4" y="3"/>
                </a:lnTo>
                <a:lnTo>
                  <a:pt x="5" y="3"/>
                </a:lnTo>
                <a:lnTo>
                  <a:pt x="5" y="4"/>
                </a:lnTo>
                <a:lnTo>
                  <a:pt x="4" y="4"/>
                </a:lnTo>
                <a:lnTo>
                  <a:pt x="4" y="6"/>
                </a:lnTo>
                <a:lnTo>
                  <a:pt x="2" y="6"/>
                </a:lnTo>
                <a:lnTo>
                  <a:pt x="2" y="7"/>
                </a:lnTo>
                <a:lnTo>
                  <a:pt x="1" y="7"/>
                </a:lnTo>
                <a:lnTo>
                  <a:pt x="1" y="6"/>
                </a:lnTo>
                <a:lnTo>
                  <a:pt x="1" y="4"/>
                </a:lnTo>
                <a:lnTo>
                  <a:pt x="1" y="3"/>
                </a:lnTo>
                <a:lnTo>
                  <a:pt x="1" y="1"/>
                </a:lnTo>
                <a:lnTo>
                  <a:pt x="0" y="1"/>
                </a:lnTo>
                <a:lnTo>
                  <a:pt x="0" y="0"/>
                </a:lnTo>
                <a:lnTo>
                  <a:pt x="1" y="0"/>
                </a:lnTo>
                <a:lnTo>
                  <a:pt x="1" y="1"/>
                </a:lnTo>
              </a:path>
            </a:pathLst>
          </a:custGeom>
          <a:ln w="4680">
            <a:solidFill>
              <a:srgbClr val="4A4A4A"/>
            </a:solidFill>
            <a:round/>
          </a:ln>
        </p:spPr>
        <p:txBody>
          <a:bodyPr lIns="2160" tIns="360" rIns="2160" bIns="3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62" name=""/>
          <p:cNvSpPr/>
          <p:nvPr/>
        </p:nvSpPr>
        <p:spPr>
          <a:xfrm>
            <a:off x="5029200" y="1737360"/>
            <a:ext cx="1440" cy="1440"/>
          </a:xfrm>
          <a:custGeom>
            <a:avLst/>
            <a:gdLst/>
            <a:ahLst/>
            <a:rect l="0" t="0" r="r" b="b"/>
            <a:pathLst>
              <a:path fill="none" w="4" h="4">
                <a:moveTo>
                  <a:pt x="4" y="4"/>
                </a:moveTo>
                <a:lnTo>
                  <a:pt x="2" y="4"/>
                </a:lnTo>
                <a:lnTo>
                  <a:pt x="0" y="2"/>
                </a:lnTo>
                <a:lnTo>
                  <a:pt x="2" y="2"/>
                </a:lnTo>
                <a:lnTo>
                  <a:pt x="2" y="0"/>
                </a:lnTo>
                <a:lnTo>
                  <a:pt x="4" y="2"/>
                </a:lnTo>
                <a:lnTo>
                  <a:pt x="4" y="4"/>
                </a:lnTo>
              </a:path>
            </a:pathLst>
          </a:custGeom>
          <a:ln w="4680">
            <a:solidFill>
              <a:srgbClr val="4A4A4A"/>
            </a:solidFill>
            <a:round/>
          </a:ln>
        </p:spPr>
        <p:txBody>
          <a:bodyPr lIns="2160" tIns="-720" rIns="2160" bIns="-7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63" name=""/>
          <p:cNvSpPr/>
          <p:nvPr/>
        </p:nvSpPr>
        <p:spPr>
          <a:xfrm>
            <a:off x="5113800" y="1737000"/>
            <a:ext cx="1800" cy="1080"/>
          </a:xfrm>
          <a:custGeom>
            <a:avLst/>
            <a:gdLst/>
            <a:ahLst/>
            <a:rect l="0" t="0" r="r" b="b"/>
            <a:pathLst>
              <a:path fill="none" w="5" h="3">
                <a:moveTo>
                  <a:pt x="3" y="1"/>
                </a:moveTo>
                <a:lnTo>
                  <a:pt x="3" y="3"/>
                </a:lnTo>
                <a:lnTo>
                  <a:pt x="1" y="3"/>
                </a:lnTo>
                <a:lnTo>
                  <a:pt x="0" y="3"/>
                </a:lnTo>
                <a:lnTo>
                  <a:pt x="0" y="1"/>
                </a:lnTo>
                <a:lnTo>
                  <a:pt x="0" y="3"/>
                </a:lnTo>
                <a:lnTo>
                  <a:pt x="1" y="3"/>
                </a:lnTo>
                <a:lnTo>
                  <a:pt x="1" y="1"/>
                </a:lnTo>
                <a:lnTo>
                  <a:pt x="3" y="1"/>
                </a:lnTo>
                <a:lnTo>
                  <a:pt x="3" y="0"/>
                </a:lnTo>
                <a:lnTo>
                  <a:pt x="4" y="0"/>
                </a:lnTo>
                <a:lnTo>
                  <a:pt x="5" y="0"/>
                </a:lnTo>
                <a:lnTo>
                  <a:pt x="4" y="0"/>
                </a:lnTo>
                <a:lnTo>
                  <a:pt x="4" y="1"/>
                </a:lnTo>
                <a:lnTo>
                  <a:pt x="3" y="1"/>
                </a:lnTo>
              </a:path>
            </a:pathLst>
          </a:custGeom>
          <a:ln w="4680">
            <a:solidFill>
              <a:srgbClr val="4A4A4A"/>
            </a:solidFill>
            <a:round/>
          </a:ln>
        </p:spPr>
        <p:txBody>
          <a:bodyPr lIns="2160" tIns="-1080" rIns="2160" bIns="-108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64" name=""/>
          <p:cNvSpPr/>
          <p:nvPr/>
        </p:nvSpPr>
        <p:spPr>
          <a:xfrm>
            <a:off x="5035680" y="1734840"/>
            <a:ext cx="1080" cy="720"/>
          </a:xfrm>
          <a:custGeom>
            <a:avLst/>
            <a:gdLst/>
            <a:ahLst/>
            <a:rect l="0" t="0" r="r" b="b"/>
            <a:pathLst>
              <a:path fill="none" w="3" h="2">
                <a:moveTo>
                  <a:pt x="0" y="0"/>
                </a:moveTo>
                <a:lnTo>
                  <a:pt x="2" y="0"/>
                </a:lnTo>
                <a:lnTo>
                  <a:pt x="3" y="0"/>
                </a:lnTo>
                <a:lnTo>
                  <a:pt x="3" y="2"/>
                </a:lnTo>
                <a:lnTo>
                  <a:pt x="3" y="0"/>
                </a:lnTo>
                <a:lnTo>
                  <a:pt x="2" y="0"/>
                </a:lnTo>
                <a:lnTo>
                  <a:pt x="2" y="2"/>
                </a:lnTo>
                <a:lnTo>
                  <a:pt x="0" y="2"/>
                </a:lnTo>
                <a:lnTo>
                  <a:pt x="0" y="0"/>
                </a:lnTo>
              </a:path>
            </a:pathLst>
          </a:custGeom>
          <a:ln w="4680">
            <a:solidFill>
              <a:srgbClr val="4A4A4A"/>
            </a:solidFill>
            <a:round/>
          </a:ln>
        </p:spPr>
        <p:txBody>
          <a:bodyPr lIns="2160" tIns="-1440" rIns="2160" bIns="-144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65" name=""/>
          <p:cNvSpPr/>
          <p:nvPr/>
        </p:nvSpPr>
        <p:spPr>
          <a:xfrm>
            <a:off x="5034600" y="1734480"/>
            <a:ext cx="720" cy="720"/>
          </a:xfrm>
          <a:custGeom>
            <a:avLst/>
            <a:gdLst/>
            <a:ahLst/>
            <a:rect l="0" t="0" r="r" b="b"/>
            <a:pathLst>
              <a:path fill="none" w="2" h="2">
                <a:moveTo>
                  <a:pt x="0" y="2"/>
                </a:moveTo>
                <a:lnTo>
                  <a:pt x="2" y="2"/>
                </a:lnTo>
                <a:lnTo>
                  <a:pt x="0" y="2"/>
                </a:lnTo>
                <a:lnTo>
                  <a:pt x="0" y="0"/>
                </a:lnTo>
                <a:lnTo>
                  <a:pt x="0" y="2"/>
                </a:lnTo>
              </a:path>
            </a:pathLst>
          </a:custGeom>
          <a:ln w="4680">
            <a:solidFill>
              <a:srgbClr val="4A4A4A"/>
            </a:solidFill>
            <a:round/>
          </a:ln>
        </p:spPr>
        <p:txBody>
          <a:bodyPr lIns="2160" tIns="-1440" rIns="2160" bIns="-144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66" name=""/>
          <p:cNvSpPr/>
          <p:nvPr/>
        </p:nvSpPr>
        <p:spPr>
          <a:xfrm>
            <a:off x="5036040" y="1734120"/>
            <a:ext cx="360" cy="360"/>
          </a:xfrm>
          <a:custGeom>
            <a:avLst/>
            <a:gdLst/>
            <a:ahLst/>
            <a:rect l="0" t="0" r="r" b="b"/>
            <a:pathLst>
              <a:path fill="none" w="1" h="1">
                <a:moveTo>
                  <a:pt x="1" y="1"/>
                </a:moveTo>
                <a:lnTo>
                  <a:pt x="0" y="0"/>
                </a:lnTo>
                <a:lnTo>
                  <a:pt x="1" y="0"/>
                </a:lnTo>
                <a:lnTo>
                  <a:pt x="1" y="1"/>
                </a:lnTo>
              </a:path>
            </a:pathLst>
          </a:custGeom>
          <a:ln w="4680">
            <a:solidFill>
              <a:srgbClr val="4A4A4A"/>
            </a:solidFill>
            <a:round/>
          </a:ln>
        </p:spPr>
        <p:txBody>
          <a:bodyPr lIns="2160" tIns="-1800" rIns="2160" bIns="-180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67" name=""/>
          <p:cNvSpPr/>
          <p:nvPr/>
        </p:nvSpPr>
        <p:spPr>
          <a:xfrm>
            <a:off x="5033880" y="1733760"/>
            <a:ext cx="720" cy="1080"/>
          </a:xfrm>
          <a:custGeom>
            <a:avLst/>
            <a:gdLst/>
            <a:ahLst/>
            <a:rect l="0" t="0" r="r" b="b"/>
            <a:pathLst>
              <a:path fill="none" w="2" h="3">
                <a:moveTo>
                  <a:pt x="0" y="3"/>
                </a:moveTo>
                <a:lnTo>
                  <a:pt x="0" y="2"/>
                </a:lnTo>
                <a:lnTo>
                  <a:pt x="0" y="0"/>
                </a:lnTo>
                <a:lnTo>
                  <a:pt x="0" y="2"/>
                </a:lnTo>
                <a:lnTo>
                  <a:pt x="0" y="3"/>
                </a:lnTo>
                <a:lnTo>
                  <a:pt x="2" y="3"/>
                </a:lnTo>
                <a:lnTo>
                  <a:pt x="0" y="3"/>
                </a:lnTo>
              </a:path>
            </a:pathLst>
          </a:custGeom>
          <a:ln w="4680">
            <a:solidFill>
              <a:srgbClr val="4A4A4A"/>
            </a:solidFill>
            <a:round/>
          </a:ln>
        </p:spPr>
        <p:txBody>
          <a:bodyPr lIns="2160" tIns="-1080" rIns="2160" bIns="-108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68" name=""/>
          <p:cNvSpPr/>
          <p:nvPr/>
        </p:nvSpPr>
        <p:spPr>
          <a:xfrm>
            <a:off x="5037480" y="1732680"/>
            <a:ext cx="360" cy="360"/>
          </a:xfrm>
          <a:custGeom>
            <a:avLst/>
            <a:gdLst/>
            <a:ahLst/>
            <a:rect l="0" t="0" r="r" b="b"/>
            <a:pathLst>
              <a:path fill="none" w="1" h="1">
                <a:moveTo>
                  <a:pt x="1" y="0"/>
                </a:moveTo>
                <a:lnTo>
                  <a:pt x="1" y="1"/>
                </a:lnTo>
                <a:lnTo>
                  <a:pt x="0" y="1"/>
                </a:lnTo>
                <a:lnTo>
                  <a:pt x="0" y="0"/>
                </a:lnTo>
                <a:lnTo>
                  <a:pt x="1" y="0"/>
                </a:lnTo>
              </a:path>
            </a:pathLst>
          </a:custGeom>
          <a:ln w="4680">
            <a:solidFill>
              <a:srgbClr val="4A4A4A"/>
            </a:solidFill>
            <a:round/>
          </a:ln>
        </p:spPr>
        <p:txBody>
          <a:bodyPr lIns="2160" tIns="-1800" rIns="2160" bIns="-180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69" name=""/>
          <p:cNvSpPr/>
          <p:nvPr/>
        </p:nvSpPr>
        <p:spPr>
          <a:xfrm>
            <a:off x="5134680" y="1732320"/>
            <a:ext cx="3960" cy="3600"/>
          </a:xfrm>
          <a:custGeom>
            <a:avLst/>
            <a:gdLst/>
            <a:ahLst/>
            <a:rect l="0" t="0" r="r" b="b"/>
            <a:pathLst>
              <a:path fill="none" w="11" h="10">
                <a:moveTo>
                  <a:pt x="11" y="1"/>
                </a:moveTo>
                <a:lnTo>
                  <a:pt x="10" y="1"/>
                </a:lnTo>
                <a:lnTo>
                  <a:pt x="10" y="2"/>
                </a:lnTo>
                <a:lnTo>
                  <a:pt x="9" y="2"/>
                </a:lnTo>
                <a:lnTo>
                  <a:pt x="9" y="3"/>
                </a:lnTo>
                <a:lnTo>
                  <a:pt x="8" y="3"/>
                </a:lnTo>
                <a:lnTo>
                  <a:pt x="8" y="4"/>
                </a:lnTo>
                <a:lnTo>
                  <a:pt x="9" y="4"/>
                </a:lnTo>
                <a:lnTo>
                  <a:pt x="8" y="4"/>
                </a:lnTo>
                <a:lnTo>
                  <a:pt x="7" y="4"/>
                </a:lnTo>
                <a:lnTo>
                  <a:pt x="7" y="5"/>
                </a:lnTo>
                <a:lnTo>
                  <a:pt x="8" y="5"/>
                </a:lnTo>
                <a:lnTo>
                  <a:pt x="8" y="6"/>
                </a:lnTo>
                <a:lnTo>
                  <a:pt x="7" y="6"/>
                </a:lnTo>
                <a:lnTo>
                  <a:pt x="8" y="6"/>
                </a:lnTo>
                <a:lnTo>
                  <a:pt x="7" y="5"/>
                </a:lnTo>
                <a:lnTo>
                  <a:pt x="7" y="6"/>
                </a:lnTo>
                <a:lnTo>
                  <a:pt x="6" y="7"/>
                </a:lnTo>
                <a:lnTo>
                  <a:pt x="5" y="7"/>
                </a:lnTo>
                <a:lnTo>
                  <a:pt x="5" y="6"/>
                </a:lnTo>
                <a:lnTo>
                  <a:pt x="4" y="7"/>
                </a:lnTo>
                <a:lnTo>
                  <a:pt x="4" y="9"/>
                </a:lnTo>
                <a:lnTo>
                  <a:pt x="4" y="10"/>
                </a:lnTo>
                <a:lnTo>
                  <a:pt x="3" y="10"/>
                </a:lnTo>
                <a:lnTo>
                  <a:pt x="3" y="9"/>
                </a:lnTo>
                <a:lnTo>
                  <a:pt x="1" y="9"/>
                </a:lnTo>
                <a:lnTo>
                  <a:pt x="1" y="10"/>
                </a:lnTo>
                <a:lnTo>
                  <a:pt x="0" y="10"/>
                </a:lnTo>
                <a:lnTo>
                  <a:pt x="0" y="9"/>
                </a:lnTo>
                <a:lnTo>
                  <a:pt x="1" y="7"/>
                </a:lnTo>
                <a:lnTo>
                  <a:pt x="3" y="6"/>
                </a:lnTo>
                <a:lnTo>
                  <a:pt x="4" y="5"/>
                </a:lnTo>
                <a:lnTo>
                  <a:pt x="5" y="4"/>
                </a:lnTo>
                <a:lnTo>
                  <a:pt x="6" y="3"/>
                </a:lnTo>
                <a:lnTo>
                  <a:pt x="8" y="2"/>
                </a:lnTo>
                <a:lnTo>
                  <a:pt x="8" y="1"/>
                </a:lnTo>
                <a:lnTo>
                  <a:pt x="9" y="1"/>
                </a:lnTo>
                <a:lnTo>
                  <a:pt x="9" y="0"/>
                </a:lnTo>
                <a:lnTo>
                  <a:pt x="10" y="0"/>
                </a:lnTo>
                <a:lnTo>
                  <a:pt x="11" y="0"/>
                </a:lnTo>
                <a:lnTo>
                  <a:pt x="11" y="1"/>
                </a:lnTo>
              </a:path>
            </a:pathLst>
          </a:custGeom>
          <a:ln w="4680">
            <a:solidFill>
              <a:srgbClr val="4A4A4A"/>
            </a:solidFill>
            <a:round/>
          </a:ln>
        </p:spPr>
        <p:txBody>
          <a:bodyPr lIns="2160" tIns="1440" rIns="2160" bIns="144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70" name=""/>
          <p:cNvSpPr/>
          <p:nvPr/>
        </p:nvSpPr>
        <p:spPr>
          <a:xfrm>
            <a:off x="5140440" y="1731960"/>
            <a:ext cx="360" cy="0"/>
          </a:xfrm>
          <a:prstGeom prst="line">
            <a:avLst/>
          </a:prstGeom>
          <a:ln w="4680">
            <a:solidFill>
              <a:srgbClr val="4A4A4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2160" tIns="-2160" rIns="2160" bIns="-21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71" name=""/>
          <p:cNvSpPr/>
          <p:nvPr/>
        </p:nvSpPr>
        <p:spPr>
          <a:xfrm>
            <a:off x="5114880" y="1731240"/>
            <a:ext cx="6480" cy="5400"/>
          </a:xfrm>
          <a:custGeom>
            <a:avLst/>
            <a:gdLst/>
            <a:ahLst/>
            <a:rect l="0" t="0" r="r" b="b"/>
            <a:pathLst>
              <a:path fill="none" w="18" h="15">
                <a:moveTo>
                  <a:pt x="12" y="0"/>
                </a:moveTo>
                <a:lnTo>
                  <a:pt x="12" y="1"/>
                </a:lnTo>
                <a:lnTo>
                  <a:pt x="14" y="2"/>
                </a:lnTo>
                <a:lnTo>
                  <a:pt x="15" y="2"/>
                </a:lnTo>
                <a:lnTo>
                  <a:pt x="15" y="1"/>
                </a:lnTo>
                <a:lnTo>
                  <a:pt x="16" y="2"/>
                </a:lnTo>
                <a:lnTo>
                  <a:pt x="16" y="3"/>
                </a:lnTo>
                <a:lnTo>
                  <a:pt x="16" y="4"/>
                </a:lnTo>
                <a:lnTo>
                  <a:pt x="17" y="5"/>
                </a:lnTo>
                <a:lnTo>
                  <a:pt x="18" y="5"/>
                </a:lnTo>
                <a:lnTo>
                  <a:pt x="18" y="6"/>
                </a:lnTo>
                <a:lnTo>
                  <a:pt x="17" y="6"/>
                </a:lnTo>
                <a:lnTo>
                  <a:pt x="16" y="7"/>
                </a:lnTo>
                <a:lnTo>
                  <a:pt x="16" y="6"/>
                </a:lnTo>
                <a:lnTo>
                  <a:pt x="16" y="5"/>
                </a:lnTo>
                <a:lnTo>
                  <a:pt x="15" y="5"/>
                </a:lnTo>
                <a:lnTo>
                  <a:pt x="15" y="6"/>
                </a:lnTo>
                <a:lnTo>
                  <a:pt x="14" y="6"/>
                </a:lnTo>
                <a:lnTo>
                  <a:pt x="12" y="6"/>
                </a:lnTo>
                <a:lnTo>
                  <a:pt x="11" y="6"/>
                </a:lnTo>
                <a:lnTo>
                  <a:pt x="11" y="7"/>
                </a:lnTo>
                <a:lnTo>
                  <a:pt x="10" y="8"/>
                </a:lnTo>
                <a:lnTo>
                  <a:pt x="8" y="9"/>
                </a:lnTo>
                <a:lnTo>
                  <a:pt x="8" y="10"/>
                </a:lnTo>
                <a:lnTo>
                  <a:pt x="7" y="11"/>
                </a:lnTo>
                <a:lnTo>
                  <a:pt x="7" y="12"/>
                </a:lnTo>
                <a:lnTo>
                  <a:pt x="8" y="12"/>
                </a:lnTo>
                <a:lnTo>
                  <a:pt x="8" y="11"/>
                </a:lnTo>
                <a:lnTo>
                  <a:pt x="8" y="12"/>
                </a:lnTo>
                <a:lnTo>
                  <a:pt x="8" y="13"/>
                </a:lnTo>
                <a:lnTo>
                  <a:pt x="7" y="13"/>
                </a:lnTo>
                <a:lnTo>
                  <a:pt x="6" y="13"/>
                </a:lnTo>
                <a:lnTo>
                  <a:pt x="5" y="15"/>
                </a:lnTo>
                <a:lnTo>
                  <a:pt x="4" y="15"/>
                </a:lnTo>
                <a:lnTo>
                  <a:pt x="4" y="13"/>
                </a:lnTo>
                <a:lnTo>
                  <a:pt x="4" y="12"/>
                </a:lnTo>
                <a:lnTo>
                  <a:pt x="3" y="12"/>
                </a:lnTo>
                <a:lnTo>
                  <a:pt x="2" y="12"/>
                </a:lnTo>
                <a:lnTo>
                  <a:pt x="1" y="12"/>
                </a:lnTo>
                <a:lnTo>
                  <a:pt x="1" y="11"/>
                </a:lnTo>
                <a:lnTo>
                  <a:pt x="1" y="10"/>
                </a:lnTo>
                <a:lnTo>
                  <a:pt x="0" y="10"/>
                </a:lnTo>
                <a:lnTo>
                  <a:pt x="0" y="11"/>
                </a:lnTo>
                <a:lnTo>
                  <a:pt x="0" y="10"/>
                </a:lnTo>
                <a:lnTo>
                  <a:pt x="0" y="9"/>
                </a:lnTo>
                <a:lnTo>
                  <a:pt x="1" y="9"/>
                </a:lnTo>
                <a:lnTo>
                  <a:pt x="1" y="10"/>
                </a:lnTo>
                <a:lnTo>
                  <a:pt x="2" y="10"/>
                </a:lnTo>
                <a:lnTo>
                  <a:pt x="2" y="11"/>
                </a:lnTo>
                <a:lnTo>
                  <a:pt x="1" y="11"/>
                </a:lnTo>
                <a:lnTo>
                  <a:pt x="1" y="12"/>
                </a:lnTo>
                <a:lnTo>
                  <a:pt x="2" y="12"/>
                </a:lnTo>
                <a:lnTo>
                  <a:pt x="2" y="11"/>
                </a:lnTo>
                <a:lnTo>
                  <a:pt x="3" y="11"/>
                </a:lnTo>
                <a:lnTo>
                  <a:pt x="3" y="12"/>
                </a:lnTo>
                <a:lnTo>
                  <a:pt x="4" y="12"/>
                </a:lnTo>
                <a:lnTo>
                  <a:pt x="5" y="12"/>
                </a:lnTo>
                <a:lnTo>
                  <a:pt x="5" y="11"/>
                </a:lnTo>
                <a:lnTo>
                  <a:pt x="4" y="11"/>
                </a:lnTo>
                <a:lnTo>
                  <a:pt x="5" y="11"/>
                </a:lnTo>
                <a:lnTo>
                  <a:pt x="6" y="11"/>
                </a:lnTo>
                <a:lnTo>
                  <a:pt x="7" y="11"/>
                </a:lnTo>
                <a:lnTo>
                  <a:pt x="7" y="10"/>
                </a:lnTo>
                <a:lnTo>
                  <a:pt x="6" y="10"/>
                </a:lnTo>
                <a:lnTo>
                  <a:pt x="7" y="10"/>
                </a:lnTo>
                <a:lnTo>
                  <a:pt x="7" y="9"/>
                </a:lnTo>
                <a:lnTo>
                  <a:pt x="7" y="8"/>
                </a:lnTo>
                <a:lnTo>
                  <a:pt x="6" y="8"/>
                </a:lnTo>
                <a:lnTo>
                  <a:pt x="5" y="8"/>
                </a:lnTo>
                <a:lnTo>
                  <a:pt x="5" y="9"/>
                </a:lnTo>
                <a:lnTo>
                  <a:pt x="3" y="9"/>
                </a:lnTo>
                <a:lnTo>
                  <a:pt x="2" y="9"/>
                </a:lnTo>
                <a:lnTo>
                  <a:pt x="2" y="8"/>
                </a:lnTo>
                <a:lnTo>
                  <a:pt x="3" y="8"/>
                </a:lnTo>
                <a:lnTo>
                  <a:pt x="4" y="7"/>
                </a:lnTo>
                <a:lnTo>
                  <a:pt x="3" y="7"/>
                </a:lnTo>
                <a:lnTo>
                  <a:pt x="3" y="6"/>
                </a:lnTo>
                <a:lnTo>
                  <a:pt x="3" y="7"/>
                </a:lnTo>
                <a:lnTo>
                  <a:pt x="2" y="7"/>
                </a:lnTo>
                <a:lnTo>
                  <a:pt x="1" y="7"/>
                </a:lnTo>
                <a:lnTo>
                  <a:pt x="2" y="6"/>
                </a:lnTo>
                <a:lnTo>
                  <a:pt x="2" y="5"/>
                </a:lnTo>
                <a:lnTo>
                  <a:pt x="1" y="5"/>
                </a:lnTo>
                <a:lnTo>
                  <a:pt x="1" y="4"/>
                </a:lnTo>
                <a:lnTo>
                  <a:pt x="2" y="4"/>
                </a:lnTo>
                <a:lnTo>
                  <a:pt x="3" y="4"/>
                </a:lnTo>
                <a:lnTo>
                  <a:pt x="4" y="3"/>
                </a:lnTo>
                <a:lnTo>
                  <a:pt x="4" y="4"/>
                </a:lnTo>
                <a:lnTo>
                  <a:pt x="4" y="5"/>
                </a:lnTo>
                <a:lnTo>
                  <a:pt x="4" y="6"/>
                </a:lnTo>
                <a:lnTo>
                  <a:pt x="5" y="6"/>
                </a:lnTo>
                <a:lnTo>
                  <a:pt x="5" y="5"/>
                </a:lnTo>
                <a:lnTo>
                  <a:pt x="6" y="5"/>
                </a:lnTo>
                <a:lnTo>
                  <a:pt x="6" y="4"/>
                </a:lnTo>
                <a:lnTo>
                  <a:pt x="7" y="4"/>
                </a:lnTo>
                <a:lnTo>
                  <a:pt x="7" y="3"/>
                </a:lnTo>
                <a:lnTo>
                  <a:pt x="6" y="2"/>
                </a:lnTo>
                <a:lnTo>
                  <a:pt x="6" y="1"/>
                </a:lnTo>
                <a:lnTo>
                  <a:pt x="7" y="1"/>
                </a:lnTo>
                <a:lnTo>
                  <a:pt x="7" y="2"/>
                </a:lnTo>
                <a:lnTo>
                  <a:pt x="8" y="1"/>
                </a:lnTo>
                <a:lnTo>
                  <a:pt x="9" y="1"/>
                </a:lnTo>
                <a:lnTo>
                  <a:pt x="8" y="1"/>
                </a:lnTo>
                <a:lnTo>
                  <a:pt x="8" y="3"/>
                </a:lnTo>
                <a:lnTo>
                  <a:pt x="9" y="3"/>
                </a:lnTo>
                <a:lnTo>
                  <a:pt x="9" y="4"/>
                </a:lnTo>
                <a:lnTo>
                  <a:pt x="9" y="3"/>
                </a:lnTo>
                <a:lnTo>
                  <a:pt x="10" y="3"/>
                </a:lnTo>
                <a:lnTo>
                  <a:pt x="10" y="2"/>
                </a:lnTo>
                <a:lnTo>
                  <a:pt x="9" y="2"/>
                </a:lnTo>
                <a:lnTo>
                  <a:pt x="10" y="1"/>
                </a:lnTo>
                <a:lnTo>
                  <a:pt x="10" y="2"/>
                </a:lnTo>
                <a:lnTo>
                  <a:pt x="10" y="3"/>
                </a:lnTo>
                <a:lnTo>
                  <a:pt x="11" y="3"/>
                </a:lnTo>
                <a:lnTo>
                  <a:pt x="11" y="2"/>
                </a:lnTo>
                <a:lnTo>
                  <a:pt x="11" y="1"/>
                </a:lnTo>
                <a:lnTo>
                  <a:pt x="11" y="0"/>
                </a:lnTo>
                <a:lnTo>
                  <a:pt x="12" y="0"/>
                </a:lnTo>
              </a:path>
            </a:pathLst>
          </a:custGeom>
          <a:ln w="4680">
            <a:solidFill>
              <a:srgbClr val="4A4A4A"/>
            </a:solidFill>
            <a:round/>
          </a:ln>
        </p:spPr>
        <p:txBody>
          <a:bodyPr lIns="2160" tIns="2160" rIns="2160" bIns="21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72" name=""/>
          <p:cNvSpPr/>
          <p:nvPr/>
        </p:nvSpPr>
        <p:spPr>
          <a:xfrm>
            <a:off x="5116680" y="1730880"/>
            <a:ext cx="1080" cy="1440"/>
          </a:xfrm>
          <a:custGeom>
            <a:avLst/>
            <a:gdLst/>
            <a:ahLst/>
            <a:rect l="0" t="0" r="r" b="b"/>
            <a:pathLst>
              <a:path fill="none" w="3" h="4">
                <a:moveTo>
                  <a:pt x="1" y="0"/>
                </a:moveTo>
                <a:lnTo>
                  <a:pt x="3" y="0"/>
                </a:lnTo>
                <a:lnTo>
                  <a:pt x="3" y="2"/>
                </a:lnTo>
                <a:lnTo>
                  <a:pt x="1" y="2"/>
                </a:lnTo>
                <a:lnTo>
                  <a:pt x="1" y="4"/>
                </a:lnTo>
                <a:lnTo>
                  <a:pt x="1" y="2"/>
                </a:lnTo>
                <a:lnTo>
                  <a:pt x="0" y="2"/>
                </a:lnTo>
                <a:lnTo>
                  <a:pt x="1" y="0"/>
                </a:lnTo>
              </a:path>
            </a:pathLst>
          </a:custGeom>
          <a:ln w="4680">
            <a:solidFill>
              <a:srgbClr val="4A4A4A"/>
            </a:solidFill>
            <a:round/>
          </a:ln>
        </p:spPr>
        <p:txBody>
          <a:bodyPr lIns="2160" tIns="-720" rIns="2160" bIns="-7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73" name=""/>
          <p:cNvSpPr/>
          <p:nvPr/>
        </p:nvSpPr>
        <p:spPr>
          <a:xfrm>
            <a:off x="5111640" y="1730160"/>
            <a:ext cx="2880" cy="4680"/>
          </a:xfrm>
          <a:custGeom>
            <a:avLst/>
            <a:gdLst/>
            <a:ahLst/>
            <a:rect l="0" t="0" r="r" b="b"/>
            <a:pathLst>
              <a:path fill="none" w="8" h="13">
                <a:moveTo>
                  <a:pt x="5" y="0"/>
                </a:moveTo>
                <a:lnTo>
                  <a:pt x="5" y="1"/>
                </a:lnTo>
                <a:lnTo>
                  <a:pt x="6" y="1"/>
                </a:lnTo>
                <a:lnTo>
                  <a:pt x="7" y="1"/>
                </a:lnTo>
                <a:lnTo>
                  <a:pt x="8" y="1"/>
                </a:lnTo>
                <a:lnTo>
                  <a:pt x="8" y="2"/>
                </a:lnTo>
                <a:lnTo>
                  <a:pt x="7" y="2"/>
                </a:lnTo>
                <a:lnTo>
                  <a:pt x="6" y="2"/>
                </a:lnTo>
                <a:lnTo>
                  <a:pt x="5" y="3"/>
                </a:lnTo>
                <a:lnTo>
                  <a:pt x="6" y="4"/>
                </a:lnTo>
                <a:lnTo>
                  <a:pt x="6" y="5"/>
                </a:lnTo>
                <a:lnTo>
                  <a:pt x="6" y="6"/>
                </a:lnTo>
                <a:lnTo>
                  <a:pt x="6" y="7"/>
                </a:lnTo>
                <a:lnTo>
                  <a:pt x="5" y="7"/>
                </a:lnTo>
                <a:lnTo>
                  <a:pt x="5" y="8"/>
                </a:lnTo>
                <a:lnTo>
                  <a:pt x="6" y="8"/>
                </a:lnTo>
                <a:lnTo>
                  <a:pt x="6" y="9"/>
                </a:lnTo>
                <a:lnTo>
                  <a:pt x="5" y="9"/>
                </a:lnTo>
                <a:lnTo>
                  <a:pt x="6" y="9"/>
                </a:lnTo>
                <a:lnTo>
                  <a:pt x="6" y="10"/>
                </a:lnTo>
                <a:lnTo>
                  <a:pt x="6" y="11"/>
                </a:lnTo>
                <a:lnTo>
                  <a:pt x="5" y="11"/>
                </a:lnTo>
                <a:lnTo>
                  <a:pt x="4" y="11"/>
                </a:lnTo>
                <a:lnTo>
                  <a:pt x="3" y="11"/>
                </a:lnTo>
                <a:lnTo>
                  <a:pt x="3" y="13"/>
                </a:lnTo>
                <a:lnTo>
                  <a:pt x="2" y="11"/>
                </a:lnTo>
                <a:lnTo>
                  <a:pt x="2" y="13"/>
                </a:lnTo>
                <a:lnTo>
                  <a:pt x="0" y="13"/>
                </a:lnTo>
                <a:lnTo>
                  <a:pt x="0" y="11"/>
                </a:lnTo>
                <a:lnTo>
                  <a:pt x="2" y="11"/>
                </a:lnTo>
                <a:lnTo>
                  <a:pt x="2" y="10"/>
                </a:lnTo>
                <a:lnTo>
                  <a:pt x="3" y="10"/>
                </a:lnTo>
                <a:lnTo>
                  <a:pt x="3" y="11"/>
                </a:lnTo>
                <a:lnTo>
                  <a:pt x="4" y="11"/>
                </a:lnTo>
                <a:lnTo>
                  <a:pt x="4" y="10"/>
                </a:lnTo>
                <a:lnTo>
                  <a:pt x="4" y="9"/>
                </a:lnTo>
                <a:lnTo>
                  <a:pt x="5" y="9"/>
                </a:lnTo>
                <a:lnTo>
                  <a:pt x="4" y="8"/>
                </a:lnTo>
                <a:lnTo>
                  <a:pt x="3" y="8"/>
                </a:lnTo>
                <a:lnTo>
                  <a:pt x="3" y="7"/>
                </a:lnTo>
                <a:lnTo>
                  <a:pt x="4" y="7"/>
                </a:lnTo>
                <a:lnTo>
                  <a:pt x="4" y="6"/>
                </a:lnTo>
                <a:lnTo>
                  <a:pt x="4" y="5"/>
                </a:lnTo>
                <a:lnTo>
                  <a:pt x="5" y="5"/>
                </a:lnTo>
                <a:lnTo>
                  <a:pt x="4" y="5"/>
                </a:lnTo>
                <a:lnTo>
                  <a:pt x="4" y="4"/>
                </a:lnTo>
                <a:lnTo>
                  <a:pt x="3" y="4"/>
                </a:lnTo>
                <a:lnTo>
                  <a:pt x="4" y="4"/>
                </a:lnTo>
                <a:lnTo>
                  <a:pt x="4" y="3"/>
                </a:lnTo>
                <a:lnTo>
                  <a:pt x="3" y="3"/>
                </a:lnTo>
                <a:lnTo>
                  <a:pt x="3" y="2"/>
                </a:lnTo>
                <a:lnTo>
                  <a:pt x="4" y="2"/>
                </a:lnTo>
                <a:lnTo>
                  <a:pt x="4" y="1"/>
                </a:lnTo>
                <a:lnTo>
                  <a:pt x="4" y="0"/>
                </a:lnTo>
                <a:lnTo>
                  <a:pt x="5" y="0"/>
                </a:lnTo>
              </a:path>
            </a:pathLst>
          </a:custGeom>
          <a:ln w="4680">
            <a:solidFill>
              <a:srgbClr val="4A4A4A"/>
            </a:solidFill>
            <a:round/>
          </a:ln>
        </p:spPr>
        <p:txBody>
          <a:bodyPr lIns="2160" tIns="2160" rIns="2160" bIns="21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74" name=""/>
          <p:cNvSpPr/>
          <p:nvPr/>
        </p:nvSpPr>
        <p:spPr>
          <a:xfrm>
            <a:off x="5112720" y="1729800"/>
            <a:ext cx="360" cy="360"/>
          </a:xfrm>
          <a:custGeom>
            <a:avLst/>
            <a:gdLst/>
            <a:ahLst/>
            <a:rect l="0" t="0" r="r" b="b"/>
            <a:pathLst>
              <a:path fill="none" w="1" h="1">
                <a:moveTo>
                  <a:pt x="1" y="0"/>
                </a:moveTo>
                <a:lnTo>
                  <a:pt x="1" y="1"/>
                </a:lnTo>
                <a:lnTo>
                  <a:pt x="0" y="1"/>
                </a:lnTo>
                <a:lnTo>
                  <a:pt x="1" y="1"/>
                </a:lnTo>
                <a:lnTo>
                  <a:pt x="1" y="0"/>
                </a:lnTo>
              </a:path>
            </a:pathLst>
          </a:custGeom>
          <a:ln w="4680">
            <a:solidFill>
              <a:srgbClr val="4A4A4A"/>
            </a:solidFill>
            <a:round/>
          </a:ln>
        </p:spPr>
        <p:txBody>
          <a:bodyPr lIns="2160" tIns="-1800" rIns="2160" bIns="-180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75" name=""/>
          <p:cNvSpPr/>
          <p:nvPr/>
        </p:nvSpPr>
        <p:spPr>
          <a:xfrm>
            <a:off x="5023080" y="1729440"/>
            <a:ext cx="720" cy="360"/>
          </a:xfrm>
          <a:custGeom>
            <a:avLst/>
            <a:gdLst/>
            <a:ahLst/>
            <a:rect l="0" t="0" r="r" b="b"/>
            <a:pathLst>
              <a:path fill="none" w="2" h="1">
                <a:moveTo>
                  <a:pt x="2" y="0"/>
                </a:moveTo>
                <a:lnTo>
                  <a:pt x="1" y="1"/>
                </a:lnTo>
                <a:lnTo>
                  <a:pt x="0" y="1"/>
                </a:lnTo>
                <a:lnTo>
                  <a:pt x="0" y="0"/>
                </a:lnTo>
                <a:lnTo>
                  <a:pt x="1" y="0"/>
                </a:lnTo>
                <a:lnTo>
                  <a:pt x="2" y="0"/>
                </a:lnTo>
              </a:path>
            </a:pathLst>
          </a:custGeom>
          <a:ln w="4680">
            <a:solidFill>
              <a:srgbClr val="4A4A4A"/>
            </a:solidFill>
            <a:round/>
          </a:ln>
        </p:spPr>
        <p:txBody>
          <a:bodyPr lIns="2160" tIns="-1800" rIns="2160" bIns="-180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76" name=""/>
          <p:cNvSpPr/>
          <p:nvPr/>
        </p:nvSpPr>
        <p:spPr>
          <a:xfrm>
            <a:off x="5114520" y="1728360"/>
            <a:ext cx="2880" cy="2880"/>
          </a:xfrm>
          <a:custGeom>
            <a:avLst/>
            <a:gdLst/>
            <a:ahLst/>
            <a:rect l="0" t="0" r="r" b="b"/>
            <a:pathLst>
              <a:path fill="none" w="8" h="8">
                <a:moveTo>
                  <a:pt x="4" y="1"/>
                </a:moveTo>
                <a:lnTo>
                  <a:pt x="5" y="1"/>
                </a:lnTo>
                <a:lnTo>
                  <a:pt x="6" y="1"/>
                </a:lnTo>
                <a:lnTo>
                  <a:pt x="6" y="3"/>
                </a:lnTo>
                <a:lnTo>
                  <a:pt x="8" y="4"/>
                </a:lnTo>
                <a:lnTo>
                  <a:pt x="8" y="5"/>
                </a:lnTo>
                <a:lnTo>
                  <a:pt x="6" y="5"/>
                </a:lnTo>
                <a:lnTo>
                  <a:pt x="6" y="6"/>
                </a:lnTo>
                <a:lnTo>
                  <a:pt x="5" y="6"/>
                </a:lnTo>
                <a:lnTo>
                  <a:pt x="6" y="6"/>
                </a:lnTo>
                <a:lnTo>
                  <a:pt x="6" y="7"/>
                </a:lnTo>
                <a:lnTo>
                  <a:pt x="6" y="6"/>
                </a:lnTo>
                <a:lnTo>
                  <a:pt x="8" y="6"/>
                </a:lnTo>
                <a:lnTo>
                  <a:pt x="8" y="7"/>
                </a:lnTo>
                <a:lnTo>
                  <a:pt x="6" y="7"/>
                </a:lnTo>
                <a:lnTo>
                  <a:pt x="6" y="8"/>
                </a:lnTo>
                <a:lnTo>
                  <a:pt x="5" y="8"/>
                </a:lnTo>
                <a:lnTo>
                  <a:pt x="5" y="7"/>
                </a:lnTo>
                <a:lnTo>
                  <a:pt x="5" y="6"/>
                </a:lnTo>
                <a:lnTo>
                  <a:pt x="4" y="5"/>
                </a:lnTo>
                <a:lnTo>
                  <a:pt x="3" y="5"/>
                </a:lnTo>
                <a:lnTo>
                  <a:pt x="3" y="4"/>
                </a:lnTo>
                <a:lnTo>
                  <a:pt x="3" y="3"/>
                </a:lnTo>
                <a:lnTo>
                  <a:pt x="2" y="3"/>
                </a:lnTo>
                <a:lnTo>
                  <a:pt x="2" y="4"/>
                </a:lnTo>
                <a:lnTo>
                  <a:pt x="1" y="4"/>
                </a:lnTo>
                <a:lnTo>
                  <a:pt x="1" y="5"/>
                </a:lnTo>
                <a:lnTo>
                  <a:pt x="0" y="5"/>
                </a:lnTo>
                <a:lnTo>
                  <a:pt x="0" y="4"/>
                </a:lnTo>
                <a:lnTo>
                  <a:pt x="0" y="3"/>
                </a:lnTo>
                <a:lnTo>
                  <a:pt x="1" y="3"/>
                </a:lnTo>
                <a:lnTo>
                  <a:pt x="1" y="1"/>
                </a:lnTo>
                <a:lnTo>
                  <a:pt x="2" y="1"/>
                </a:lnTo>
                <a:lnTo>
                  <a:pt x="3" y="1"/>
                </a:lnTo>
                <a:lnTo>
                  <a:pt x="3" y="0"/>
                </a:lnTo>
                <a:lnTo>
                  <a:pt x="3" y="1"/>
                </a:lnTo>
                <a:lnTo>
                  <a:pt x="4" y="1"/>
                </a:lnTo>
              </a:path>
            </a:pathLst>
          </a:custGeom>
          <a:ln w="4680">
            <a:solidFill>
              <a:srgbClr val="4A4A4A"/>
            </a:solidFill>
            <a:round/>
          </a:ln>
        </p:spPr>
        <p:txBody>
          <a:bodyPr lIns="2160" tIns="720" rIns="2160" bIns="7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77" name=""/>
          <p:cNvSpPr/>
          <p:nvPr/>
        </p:nvSpPr>
        <p:spPr>
          <a:xfrm>
            <a:off x="5115600" y="1724760"/>
            <a:ext cx="1440" cy="1440"/>
          </a:xfrm>
          <a:custGeom>
            <a:avLst/>
            <a:gdLst/>
            <a:ahLst/>
            <a:rect l="0" t="0" r="r" b="b"/>
            <a:pathLst>
              <a:path fill="none" w="4" h="4">
                <a:moveTo>
                  <a:pt x="4" y="3"/>
                </a:moveTo>
                <a:lnTo>
                  <a:pt x="2" y="3"/>
                </a:lnTo>
                <a:lnTo>
                  <a:pt x="2" y="4"/>
                </a:lnTo>
                <a:lnTo>
                  <a:pt x="1" y="4"/>
                </a:lnTo>
                <a:lnTo>
                  <a:pt x="0" y="4"/>
                </a:lnTo>
                <a:lnTo>
                  <a:pt x="1" y="3"/>
                </a:lnTo>
                <a:lnTo>
                  <a:pt x="2" y="0"/>
                </a:lnTo>
                <a:lnTo>
                  <a:pt x="4" y="1"/>
                </a:lnTo>
                <a:lnTo>
                  <a:pt x="4" y="3"/>
                </a:lnTo>
              </a:path>
            </a:pathLst>
          </a:custGeom>
          <a:ln w="4680">
            <a:solidFill>
              <a:srgbClr val="4A4A4A"/>
            </a:solidFill>
            <a:round/>
          </a:ln>
        </p:spPr>
        <p:txBody>
          <a:bodyPr lIns="2160" tIns="-720" rIns="2160" bIns="-7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78" name=""/>
          <p:cNvSpPr/>
          <p:nvPr/>
        </p:nvSpPr>
        <p:spPr>
          <a:xfrm>
            <a:off x="5139000" y="1724760"/>
            <a:ext cx="720" cy="2160"/>
          </a:xfrm>
          <a:custGeom>
            <a:avLst/>
            <a:gdLst/>
            <a:ahLst/>
            <a:rect l="0" t="0" r="r" b="b"/>
            <a:pathLst>
              <a:path fill="none" w="2" h="6">
                <a:moveTo>
                  <a:pt x="2" y="6"/>
                </a:moveTo>
                <a:lnTo>
                  <a:pt x="0" y="5"/>
                </a:lnTo>
                <a:lnTo>
                  <a:pt x="0" y="4"/>
                </a:lnTo>
                <a:lnTo>
                  <a:pt x="0" y="3"/>
                </a:lnTo>
                <a:lnTo>
                  <a:pt x="2" y="1"/>
                </a:lnTo>
                <a:lnTo>
                  <a:pt x="2" y="0"/>
                </a:lnTo>
                <a:lnTo>
                  <a:pt x="2" y="1"/>
                </a:lnTo>
                <a:lnTo>
                  <a:pt x="2" y="3"/>
                </a:lnTo>
                <a:lnTo>
                  <a:pt x="2" y="4"/>
                </a:lnTo>
                <a:lnTo>
                  <a:pt x="2" y="5"/>
                </a:lnTo>
                <a:lnTo>
                  <a:pt x="2" y="6"/>
                </a:lnTo>
              </a:path>
            </a:pathLst>
          </a:custGeom>
          <a:ln w="4680">
            <a:solidFill>
              <a:srgbClr val="4A4A4A"/>
            </a:solidFill>
            <a:round/>
          </a:ln>
        </p:spPr>
        <p:txBody>
          <a:bodyPr lIns="2160" tIns="0" rIns="216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79" name=""/>
          <p:cNvSpPr/>
          <p:nvPr/>
        </p:nvSpPr>
        <p:spPr>
          <a:xfrm>
            <a:off x="5139360" y="1721880"/>
            <a:ext cx="720" cy="1440"/>
          </a:xfrm>
          <a:custGeom>
            <a:avLst/>
            <a:gdLst/>
            <a:ahLst/>
            <a:rect l="0" t="0" r="r" b="b"/>
            <a:pathLst>
              <a:path fill="none" w="2" h="4">
                <a:moveTo>
                  <a:pt x="2" y="4"/>
                </a:moveTo>
                <a:lnTo>
                  <a:pt x="0" y="4"/>
                </a:lnTo>
                <a:lnTo>
                  <a:pt x="0" y="1"/>
                </a:lnTo>
                <a:lnTo>
                  <a:pt x="2" y="0"/>
                </a:lnTo>
                <a:lnTo>
                  <a:pt x="2" y="4"/>
                </a:lnTo>
              </a:path>
            </a:pathLst>
          </a:custGeom>
          <a:ln w="4680">
            <a:solidFill>
              <a:srgbClr val="4A4A4A"/>
            </a:solidFill>
            <a:round/>
          </a:ln>
        </p:spPr>
        <p:txBody>
          <a:bodyPr lIns="2160" tIns="-720" rIns="2160" bIns="-7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80" name=""/>
          <p:cNvSpPr/>
          <p:nvPr/>
        </p:nvSpPr>
        <p:spPr>
          <a:xfrm>
            <a:off x="5141880" y="1716840"/>
            <a:ext cx="1080" cy="1440"/>
          </a:xfrm>
          <a:custGeom>
            <a:avLst/>
            <a:gdLst/>
            <a:ahLst/>
            <a:rect l="0" t="0" r="r" b="b"/>
            <a:pathLst>
              <a:path fill="none" w="3" h="4">
                <a:moveTo>
                  <a:pt x="1" y="2"/>
                </a:moveTo>
                <a:lnTo>
                  <a:pt x="3" y="2"/>
                </a:lnTo>
                <a:lnTo>
                  <a:pt x="3" y="4"/>
                </a:lnTo>
                <a:lnTo>
                  <a:pt x="1" y="4"/>
                </a:lnTo>
                <a:lnTo>
                  <a:pt x="0" y="2"/>
                </a:lnTo>
                <a:lnTo>
                  <a:pt x="0" y="0"/>
                </a:lnTo>
                <a:lnTo>
                  <a:pt x="0" y="2"/>
                </a:lnTo>
                <a:lnTo>
                  <a:pt x="1" y="2"/>
                </a:lnTo>
              </a:path>
            </a:pathLst>
          </a:custGeom>
          <a:ln w="4680">
            <a:solidFill>
              <a:srgbClr val="4A4A4A"/>
            </a:solidFill>
            <a:round/>
          </a:ln>
        </p:spPr>
        <p:txBody>
          <a:bodyPr lIns="2160" tIns="-720" rIns="2160" bIns="-7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81" name=""/>
          <p:cNvSpPr/>
          <p:nvPr/>
        </p:nvSpPr>
        <p:spPr>
          <a:xfrm>
            <a:off x="5050800" y="1706760"/>
            <a:ext cx="720" cy="1440"/>
          </a:xfrm>
          <a:custGeom>
            <a:avLst/>
            <a:gdLst/>
            <a:ahLst/>
            <a:rect l="0" t="0" r="r" b="b"/>
            <a:pathLst>
              <a:path fill="none" w="2" h="4">
                <a:moveTo>
                  <a:pt x="2" y="3"/>
                </a:moveTo>
                <a:lnTo>
                  <a:pt x="0" y="4"/>
                </a:lnTo>
                <a:lnTo>
                  <a:pt x="0" y="1"/>
                </a:lnTo>
                <a:lnTo>
                  <a:pt x="0" y="0"/>
                </a:lnTo>
                <a:lnTo>
                  <a:pt x="2" y="1"/>
                </a:lnTo>
                <a:lnTo>
                  <a:pt x="0" y="1"/>
                </a:lnTo>
                <a:lnTo>
                  <a:pt x="0" y="3"/>
                </a:lnTo>
                <a:lnTo>
                  <a:pt x="2" y="3"/>
                </a:lnTo>
              </a:path>
            </a:pathLst>
          </a:custGeom>
          <a:ln w="4680">
            <a:solidFill>
              <a:srgbClr val="4A4A4A"/>
            </a:solidFill>
            <a:round/>
          </a:ln>
        </p:spPr>
        <p:txBody>
          <a:bodyPr lIns="2160" tIns="-720" rIns="2160" bIns="-7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82" name=""/>
          <p:cNvSpPr/>
          <p:nvPr/>
        </p:nvSpPr>
        <p:spPr>
          <a:xfrm>
            <a:off x="5047200" y="1705320"/>
            <a:ext cx="720" cy="720"/>
          </a:xfrm>
          <a:custGeom>
            <a:avLst/>
            <a:gdLst/>
            <a:ahLst/>
            <a:rect l="0" t="0" r="r" b="b"/>
            <a:pathLst>
              <a:path fill="none" w="2" h="2">
                <a:moveTo>
                  <a:pt x="2" y="0"/>
                </a:moveTo>
                <a:lnTo>
                  <a:pt x="2" y="2"/>
                </a:lnTo>
                <a:lnTo>
                  <a:pt x="0" y="2"/>
                </a:lnTo>
                <a:lnTo>
                  <a:pt x="2" y="2"/>
                </a:lnTo>
                <a:lnTo>
                  <a:pt x="0" y="2"/>
                </a:lnTo>
                <a:lnTo>
                  <a:pt x="0" y="0"/>
                </a:lnTo>
                <a:lnTo>
                  <a:pt x="2" y="0"/>
                </a:lnTo>
              </a:path>
            </a:pathLst>
          </a:custGeom>
          <a:ln w="4680">
            <a:solidFill>
              <a:srgbClr val="4A4A4A"/>
            </a:solidFill>
            <a:round/>
          </a:ln>
        </p:spPr>
        <p:txBody>
          <a:bodyPr lIns="2160" tIns="-1440" rIns="2160" bIns="-144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83" name=""/>
          <p:cNvSpPr/>
          <p:nvPr/>
        </p:nvSpPr>
        <p:spPr>
          <a:xfrm>
            <a:off x="5040360" y="1704960"/>
            <a:ext cx="720" cy="360"/>
          </a:xfrm>
          <a:custGeom>
            <a:avLst/>
            <a:gdLst/>
            <a:ahLst/>
            <a:rect l="0" t="0" r="r" b="b"/>
            <a:pathLst>
              <a:path fill="none" w="2" h="1">
                <a:moveTo>
                  <a:pt x="1" y="1"/>
                </a:moveTo>
                <a:lnTo>
                  <a:pt x="0" y="1"/>
                </a:lnTo>
                <a:lnTo>
                  <a:pt x="1" y="0"/>
                </a:lnTo>
                <a:lnTo>
                  <a:pt x="2" y="0"/>
                </a:lnTo>
                <a:lnTo>
                  <a:pt x="1" y="1"/>
                </a:lnTo>
              </a:path>
            </a:pathLst>
          </a:custGeom>
          <a:ln w="4680">
            <a:solidFill>
              <a:srgbClr val="4A4A4A"/>
            </a:solidFill>
            <a:round/>
          </a:ln>
        </p:spPr>
        <p:txBody>
          <a:bodyPr lIns="2160" tIns="-1800" rIns="2160" bIns="-180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84" name=""/>
          <p:cNvSpPr/>
          <p:nvPr/>
        </p:nvSpPr>
        <p:spPr>
          <a:xfrm>
            <a:off x="5145840" y="1704600"/>
            <a:ext cx="2520" cy="1800"/>
          </a:xfrm>
          <a:custGeom>
            <a:avLst/>
            <a:gdLst/>
            <a:ahLst/>
            <a:rect l="0" t="0" r="r" b="b"/>
            <a:pathLst>
              <a:path fill="none" w="7" h="5">
                <a:moveTo>
                  <a:pt x="0" y="5"/>
                </a:moveTo>
                <a:lnTo>
                  <a:pt x="1" y="1"/>
                </a:lnTo>
                <a:lnTo>
                  <a:pt x="2" y="1"/>
                </a:lnTo>
                <a:lnTo>
                  <a:pt x="3" y="1"/>
                </a:lnTo>
                <a:lnTo>
                  <a:pt x="5" y="0"/>
                </a:lnTo>
                <a:lnTo>
                  <a:pt x="6" y="0"/>
                </a:lnTo>
                <a:lnTo>
                  <a:pt x="7" y="0"/>
                </a:lnTo>
                <a:lnTo>
                  <a:pt x="7" y="1"/>
                </a:lnTo>
                <a:lnTo>
                  <a:pt x="6" y="2"/>
                </a:lnTo>
                <a:lnTo>
                  <a:pt x="6" y="4"/>
                </a:lnTo>
                <a:lnTo>
                  <a:pt x="5" y="4"/>
                </a:lnTo>
                <a:lnTo>
                  <a:pt x="5" y="5"/>
                </a:lnTo>
                <a:lnTo>
                  <a:pt x="3" y="5"/>
                </a:lnTo>
                <a:lnTo>
                  <a:pt x="0" y="5"/>
                </a:lnTo>
              </a:path>
            </a:pathLst>
          </a:custGeom>
          <a:ln w="4680">
            <a:solidFill>
              <a:srgbClr val="4A4A4A"/>
            </a:solidFill>
            <a:round/>
          </a:ln>
        </p:spPr>
        <p:txBody>
          <a:bodyPr lIns="2160" tIns="-360" rIns="2160" bIns="-3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85" name=""/>
          <p:cNvSpPr/>
          <p:nvPr/>
        </p:nvSpPr>
        <p:spPr>
          <a:xfrm>
            <a:off x="5041800" y="1704240"/>
            <a:ext cx="1800" cy="1440"/>
          </a:xfrm>
          <a:custGeom>
            <a:avLst/>
            <a:gdLst/>
            <a:ahLst/>
            <a:rect l="0" t="0" r="r" b="b"/>
            <a:pathLst>
              <a:path fill="none" w="5" h="4">
                <a:moveTo>
                  <a:pt x="3" y="4"/>
                </a:moveTo>
                <a:lnTo>
                  <a:pt x="0" y="4"/>
                </a:lnTo>
                <a:lnTo>
                  <a:pt x="0" y="2"/>
                </a:lnTo>
                <a:lnTo>
                  <a:pt x="3" y="0"/>
                </a:lnTo>
                <a:lnTo>
                  <a:pt x="5" y="0"/>
                </a:lnTo>
                <a:lnTo>
                  <a:pt x="5" y="2"/>
                </a:lnTo>
                <a:lnTo>
                  <a:pt x="3" y="4"/>
                </a:lnTo>
              </a:path>
            </a:pathLst>
          </a:custGeom>
          <a:ln w="4680">
            <a:solidFill>
              <a:srgbClr val="4A4A4A"/>
            </a:solidFill>
            <a:round/>
          </a:ln>
        </p:spPr>
        <p:txBody>
          <a:bodyPr lIns="2160" tIns="-720" rIns="2160" bIns="-7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86" name=""/>
          <p:cNvSpPr/>
          <p:nvPr/>
        </p:nvSpPr>
        <p:spPr>
          <a:xfrm>
            <a:off x="5051160" y="1704240"/>
            <a:ext cx="720" cy="720"/>
          </a:xfrm>
          <a:custGeom>
            <a:avLst/>
            <a:gdLst/>
            <a:ahLst/>
            <a:rect l="0" t="0" r="r" b="b"/>
            <a:pathLst>
              <a:path fill="none" w="2" h="2">
                <a:moveTo>
                  <a:pt x="2" y="2"/>
                </a:moveTo>
                <a:lnTo>
                  <a:pt x="0" y="2"/>
                </a:lnTo>
                <a:lnTo>
                  <a:pt x="0" y="0"/>
                </a:lnTo>
                <a:lnTo>
                  <a:pt x="0" y="2"/>
                </a:lnTo>
                <a:lnTo>
                  <a:pt x="2" y="2"/>
                </a:lnTo>
              </a:path>
            </a:pathLst>
          </a:custGeom>
          <a:ln w="4680">
            <a:solidFill>
              <a:srgbClr val="4A4A4A"/>
            </a:solidFill>
            <a:round/>
          </a:ln>
        </p:spPr>
        <p:txBody>
          <a:bodyPr lIns="2160" tIns="-1440" rIns="2160" bIns="-144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87" name=""/>
          <p:cNvSpPr/>
          <p:nvPr/>
        </p:nvSpPr>
        <p:spPr>
          <a:xfrm>
            <a:off x="5046480" y="1702080"/>
            <a:ext cx="1080" cy="1080"/>
          </a:xfrm>
          <a:custGeom>
            <a:avLst/>
            <a:gdLst/>
            <a:ahLst/>
            <a:rect l="0" t="0" r="r" b="b"/>
            <a:pathLst>
              <a:path fill="none" w="3" h="3">
                <a:moveTo>
                  <a:pt x="3" y="2"/>
                </a:moveTo>
                <a:lnTo>
                  <a:pt x="3" y="3"/>
                </a:lnTo>
                <a:lnTo>
                  <a:pt x="2" y="3"/>
                </a:lnTo>
                <a:lnTo>
                  <a:pt x="2" y="2"/>
                </a:lnTo>
                <a:lnTo>
                  <a:pt x="0" y="2"/>
                </a:lnTo>
                <a:lnTo>
                  <a:pt x="0" y="0"/>
                </a:lnTo>
                <a:lnTo>
                  <a:pt x="3" y="2"/>
                </a:lnTo>
              </a:path>
            </a:pathLst>
          </a:custGeom>
          <a:ln w="4680">
            <a:solidFill>
              <a:srgbClr val="4A4A4A"/>
            </a:solidFill>
            <a:round/>
          </a:ln>
        </p:spPr>
        <p:txBody>
          <a:bodyPr lIns="2160" tIns="-1080" rIns="2160" bIns="-108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88" name=""/>
          <p:cNvSpPr/>
          <p:nvPr/>
        </p:nvSpPr>
        <p:spPr>
          <a:xfrm>
            <a:off x="5040000" y="1701720"/>
            <a:ext cx="1080" cy="1440"/>
          </a:xfrm>
          <a:custGeom>
            <a:avLst/>
            <a:gdLst/>
            <a:ahLst/>
            <a:rect l="0" t="0" r="r" b="b"/>
            <a:pathLst>
              <a:path fill="none" w="3" h="4">
                <a:moveTo>
                  <a:pt x="3" y="2"/>
                </a:moveTo>
                <a:lnTo>
                  <a:pt x="2" y="2"/>
                </a:lnTo>
                <a:lnTo>
                  <a:pt x="3" y="4"/>
                </a:lnTo>
                <a:lnTo>
                  <a:pt x="2" y="4"/>
                </a:lnTo>
                <a:lnTo>
                  <a:pt x="2" y="2"/>
                </a:lnTo>
                <a:lnTo>
                  <a:pt x="0" y="2"/>
                </a:lnTo>
                <a:lnTo>
                  <a:pt x="0" y="0"/>
                </a:lnTo>
                <a:lnTo>
                  <a:pt x="2" y="0"/>
                </a:lnTo>
                <a:lnTo>
                  <a:pt x="2" y="2"/>
                </a:lnTo>
                <a:lnTo>
                  <a:pt x="3" y="2"/>
                </a:lnTo>
              </a:path>
            </a:pathLst>
          </a:custGeom>
          <a:ln w="4680">
            <a:solidFill>
              <a:srgbClr val="4A4A4A"/>
            </a:solidFill>
            <a:round/>
          </a:ln>
        </p:spPr>
        <p:txBody>
          <a:bodyPr lIns="2160" tIns="-720" rIns="2160" bIns="-7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89" name=""/>
          <p:cNvSpPr/>
          <p:nvPr/>
        </p:nvSpPr>
        <p:spPr>
          <a:xfrm>
            <a:off x="5053320" y="1701000"/>
            <a:ext cx="2880" cy="2880"/>
          </a:xfrm>
          <a:custGeom>
            <a:avLst/>
            <a:gdLst/>
            <a:ahLst/>
            <a:rect l="0" t="0" r="r" b="b"/>
            <a:pathLst>
              <a:path fill="none" w="8" h="8">
                <a:moveTo>
                  <a:pt x="6" y="1"/>
                </a:moveTo>
                <a:lnTo>
                  <a:pt x="8" y="1"/>
                </a:lnTo>
                <a:lnTo>
                  <a:pt x="8" y="2"/>
                </a:lnTo>
                <a:lnTo>
                  <a:pt x="6" y="4"/>
                </a:lnTo>
                <a:lnTo>
                  <a:pt x="5" y="4"/>
                </a:lnTo>
                <a:lnTo>
                  <a:pt x="4" y="4"/>
                </a:lnTo>
                <a:lnTo>
                  <a:pt x="4" y="5"/>
                </a:lnTo>
                <a:lnTo>
                  <a:pt x="3" y="7"/>
                </a:lnTo>
                <a:lnTo>
                  <a:pt x="2" y="8"/>
                </a:lnTo>
                <a:lnTo>
                  <a:pt x="0" y="7"/>
                </a:lnTo>
                <a:lnTo>
                  <a:pt x="0" y="5"/>
                </a:lnTo>
                <a:lnTo>
                  <a:pt x="0" y="4"/>
                </a:lnTo>
                <a:lnTo>
                  <a:pt x="2" y="4"/>
                </a:lnTo>
                <a:lnTo>
                  <a:pt x="2" y="1"/>
                </a:lnTo>
                <a:lnTo>
                  <a:pt x="4" y="0"/>
                </a:lnTo>
                <a:lnTo>
                  <a:pt x="6" y="1"/>
                </a:lnTo>
              </a:path>
            </a:pathLst>
          </a:custGeom>
          <a:ln w="4680">
            <a:solidFill>
              <a:srgbClr val="4A4A4A"/>
            </a:solidFill>
            <a:round/>
          </a:ln>
        </p:spPr>
        <p:txBody>
          <a:bodyPr lIns="2160" tIns="720" rIns="2160" bIns="7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90" name=""/>
          <p:cNvSpPr/>
          <p:nvPr/>
        </p:nvSpPr>
        <p:spPr>
          <a:xfrm>
            <a:off x="5046840" y="1696680"/>
            <a:ext cx="5760" cy="6840"/>
          </a:xfrm>
          <a:custGeom>
            <a:avLst/>
            <a:gdLst/>
            <a:ahLst/>
            <a:rect l="0" t="0" r="r" b="b"/>
            <a:pathLst>
              <a:path fill="none" w="16" h="19">
                <a:moveTo>
                  <a:pt x="10" y="2"/>
                </a:moveTo>
                <a:lnTo>
                  <a:pt x="12" y="2"/>
                </a:lnTo>
                <a:lnTo>
                  <a:pt x="11" y="2"/>
                </a:lnTo>
                <a:lnTo>
                  <a:pt x="11" y="3"/>
                </a:lnTo>
                <a:lnTo>
                  <a:pt x="12" y="4"/>
                </a:lnTo>
                <a:lnTo>
                  <a:pt x="12" y="6"/>
                </a:lnTo>
                <a:lnTo>
                  <a:pt x="11" y="6"/>
                </a:lnTo>
                <a:lnTo>
                  <a:pt x="11" y="7"/>
                </a:lnTo>
                <a:lnTo>
                  <a:pt x="12" y="6"/>
                </a:lnTo>
                <a:lnTo>
                  <a:pt x="13" y="4"/>
                </a:lnTo>
                <a:lnTo>
                  <a:pt x="12" y="3"/>
                </a:lnTo>
                <a:lnTo>
                  <a:pt x="12" y="2"/>
                </a:lnTo>
                <a:lnTo>
                  <a:pt x="13" y="3"/>
                </a:lnTo>
                <a:lnTo>
                  <a:pt x="14" y="3"/>
                </a:lnTo>
                <a:lnTo>
                  <a:pt x="14" y="4"/>
                </a:lnTo>
                <a:lnTo>
                  <a:pt x="15" y="6"/>
                </a:lnTo>
                <a:lnTo>
                  <a:pt x="15" y="8"/>
                </a:lnTo>
                <a:lnTo>
                  <a:pt x="15" y="10"/>
                </a:lnTo>
                <a:lnTo>
                  <a:pt x="16" y="10"/>
                </a:lnTo>
                <a:lnTo>
                  <a:pt x="16" y="11"/>
                </a:lnTo>
                <a:lnTo>
                  <a:pt x="15" y="12"/>
                </a:lnTo>
                <a:lnTo>
                  <a:pt x="14" y="12"/>
                </a:lnTo>
                <a:lnTo>
                  <a:pt x="14" y="14"/>
                </a:lnTo>
                <a:lnTo>
                  <a:pt x="11" y="17"/>
                </a:lnTo>
                <a:lnTo>
                  <a:pt x="10" y="18"/>
                </a:lnTo>
                <a:lnTo>
                  <a:pt x="9" y="18"/>
                </a:lnTo>
                <a:lnTo>
                  <a:pt x="9" y="19"/>
                </a:lnTo>
                <a:lnTo>
                  <a:pt x="7" y="19"/>
                </a:lnTo>
                <a:lnTo>
                  <a:pt x="7" y="18"/>
                </a:lnTo>
                <a:lnTo>
                  <a:pt x="6" y="18"/>
                </a:lnTo>
                <a:lnTo>
                  <a:pt x="5" y="18"/>
                </a:lnTo>
                <a:lnTo>
                  <a:pt x="3" y="18"/>
                </a:lnTo>
                <a:lnTo>
                  <a:pt x="1" y="16"/>
                </a:lnTo>
                <a:lnTo>
                  <a:pt x="0" y="15"/>
                </a:lnTo>
                <a:lnTo>
                  <a:pt x="0" y="13"/>
                </a:lnTo>
                <a:lnTo>
                  <a:pt x="0" y="12"/>
                </a:lnTo>
                <a:lnTo>
                  <a:pt x="0" y="10"/>
                </a:lnTo>
                <a:lnTo>
                  <a:pt x="0" y="9"/>
                </a:lnTo>
                <a:lnTo>
                  <a:pt x="1" y="7"/>
                </a:lnTo>
                <a:lnTo>
                  <a:pt x="1" y="4"/>
                </a:lnTo>
                <a:lnTo>
                  <a:pt x="1" y="3"/>
                </a:lnTo>
                <a:lnTo>
                  <a:pt x="3" y="2"/>
                </a:lnTo>
                <a:lnTo>
                  <a:pt x="5" y="1"/>
                </a:lnTo>
                <a:lnTo>
                  <a:pt x="7" y="1"/>
                </a:lnTo>
                <a:lnTo>
                  <a:pt x="7" y="0"/>
                </a:lnTo>
                <a:lnTo>
                  <a:pt x="8" y="0"/>
                </a:lnTo>
                <a:lnTo>
                  <a:pt x="10" y="2"/>
                </a:lnTo>
              </a:path>
            </a:pathLst>
          </a:custGeom>
          <a:ln w="4680">
            <a:solidFill>
              <a:srgbClr val="4A4A4A"/>
            </a:solidFill>
            <a:round/>
          </a:ln>
        </p:spPr>
        <p:txBody>
          <a:bodyPr lIns="2160" tIns="2160" rIns="2160" bIns="21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91" name=""/>
          <p:cNvSpPr/>
          <p:nvPr/>
        </p:nvSpPr>
        <p:spPr>
          <a:xfrm>
            <a:off x="5055840" y="1696680"/>
            <a:ext cx="8640" cy="7560"/>
          </a:xfrm>
          <a:custGeom>
            <a:avLst/>
            <a:gdLst/>
            <a:ahLst/>
            <a:rect l="0" t="0" r="r" b="b"/>
            <a:pathLst>
              <a:path fill="none" w="24" h="21">
                <a:moveTo>
                  <a:pt x="18" y="2"/>
                </a:moveTo>
                <a:lnTo>
                  <a:pt x="19" y="2"/>
                </a:lnTo>
                <a:lnTo>
                  <a:pt x="20" y="2"/>
                </a:lnTo>
                <a:lnTo>
                  <a:pt x="20" y="3"/>
                </a:lnTo>
                <a:lnTo>
                  <a:pt x="20" y="4"/>
                </a:lnTo>
                <a:lnTo>
                  <a:pt x="21" y="5"/>
                </a:lnTo>
                <a:lnTo>
                  <a:pt x="21" y="6"/>
                </a:lnTo>
                <a:lnTo>
                  <a:pt x="22" y="6"/>
                </a:lnTo>
                <a:lnTo>
                  <a:pt x="22" y="7"/>
                </a:lnTo>
                <a:lnTo>
                  <a:pt x="22" y="8"/>
                </a:lnTo>
                <a:lnTo>
                  <a:pt x="22" y="10"/>
                </a:lnTo>
                <a:lnTo>
                  <a:pt x="23" y="10"/>
                </a:lnTo>
                <a:lnTo>
                  <a:pt x="23" y="11"/>
                </a:lnTo>
                <a:lnTo>
                  <a:pt x="24" y="11"/>
                </a:lnTo>
                <a:lnTo>
                  <a:pt x="23" y="11"/>
                </a:lnTo>
                <a:lnTo>
                  <a:pt x="22" y="12"/>
                </a:lnTo>
                <a:lnTo>
                  <a:pt x="23" y="13"/>
                </a:lnTo>
                <a:lnTo>
                  <a:pt x="22" y="13"/>
                </a:lnTo>
                <a:lnTo>
                  <a:pt x="21" y="15"/>
                </a:lnTo>
                <a:lnTo>
                  <a:pt x="20" y="15"/>
                </a:lnTo>
                <a:lnTo>
                  <a:pt x="20" y="16"/>
                </a:lnTo>
                <a:lnTo>
                  <a:pt x="19" y="16"/>
                </a:lnTo>
                <a:lnTo>
                  <a:pt x="20" y="16"/>
                </a:lnTo>
                <a:lnTo>
                  <a:pt x="20" y="15"/>
                </a:lnTo>
                <a:lnTo>
                  <a:pt x="19" y="15"/>
                </a:lnTo>
                <a:lnTo>
                  <a:pt x="19" y="14"/>
                </a:lnTo>
                <a:lnTo>
                  <a:pt x="18" y="14"/>
                </a:lnTo>
                <a:lnTo>
                  <a:pt x="17" y="14"/>
                </a:lnTo>
                <a:lnTo>
                  <a:pt x="16" y="14"/>
                </a:lnTo>
                <a:lnTo>
                  <a:pt x="16" y="13"/>
                </a:lnTo>
                <a:lnTo>
                  <a:pt x="15" y="13"/>
                </a:lnTo>
                <a:lnTo>
                  <a:pt x="14" y="13"/>
                </a:lnTo>
                <a:lnTo>
                  <a:pt x="13" y="13"/>
                </a:lnTo>
                <a:lnTo>
                  <a:pt x="12" y="14"/>
                </a:lnTo>
                <a:lnTo>
                  <a:pt x="11" y="15"/>
                </a:lnTo>
                <a:lnTo>
                  <a:pt x="10" y="15"/>
                </a:lnTo>
                <a:lnTo>
                  <a:pt x="10" y="16"/>
                </a:lnTo>
                <a:lnTo>
                  <a:pt x="9" y="17"/>
                </a:lnTo>
                <a:lnTo>
                  <a:pt x="8" y="18"/>
                </a:lnTo>
                <a:lnTo>
                  <a:pt x="8" y="19"/>
                </a:lnTo>
                <a:lnTo>
                  <a:pt x="8" y="20"/>
                </a:lnTo>
                <a:lnTo>
                  <a:pt x="7" y="21"/>
                </a:lnTo>
                <a:lnTo>
                  <a:pt x="6" y="20"/>
                </a:lnTo>
                <a:lnTo>
                  <a:pt x="5" y="20"/>
                </a:lnTo>
                <a:lnTo>
                  <a:pt x="4" y="20"/>
                </a:lnTo>
                <a:lnTo>
                  <a:pt x="2" y="19"/>
                </a:lnTo>
                <a:lnTo>
                  <a:pt x="1" y="18"/>
                </a:lnTo>
                <a:lnTo>
                  <a:pt x="0" y="18"/>
                </a:lnTo>
                <a:lnTo>
                  <a:pt x="1" y="18"/>
                </a:lnTo>
                <a:lnTo>
                  <a:pt x="1" y="17"/>
                </a:lnTo>
                <a:lnTo>
                  <a:pt x="2" y="17"/>
                </a:lnTo>
                <a:lnTo>
                  <a:pt x="4" y="17"/>
                </a:lnTo>
                <a:lnTo>
                  <a:pt x="4" y="16"/>
                </a:lnTo>
                <a:lnTo>
                  <a:pt x="5" y="15"/>
                </a:lnTo>
                <a:lnTo>
                  <a:pt x="4" y="14"/>
                </a:lnTo>
                <a:lnTo>
                  <a:pt x="4" y="13"/>
                </a:lnTo>
                <a:lnTo>
                  <a:pt x="2" y="11"/>
                </a:lnTo>
                <a:lnTo>
                  <a:pt x="1" y="11"/>
                </a:lnTo>
                <a:lnTo>
                  <a:pt x="1" y="10"/>
                </a:lnTo>
                <a:lnTo>
                  <a:pt x="1" y="8"/>
                </a:lnTo>
                <a:lnTo>
                  <a:pt x="2" y="7"/>
                </a:lnTo>
                <a:lnTo>
                  <a:pt x="4" y="7"/>
                </a:lnTo>
                <a:lnTo>
                  <a:pt x="5" y="7"/>
                </a:lnTo>
                <a:lnTo>
                  <a:pt x="6" y="8"/>
                </a:lnTo>
                <a:lnTo>
                  <a:pt x="7" y="10"/>
                </a:lnTo>
                <a:lnTo>
                  <a:pt x="8" y="10"/>
                </a:lnTo>
                <a:lnTo>
                  <a:pt x="9" y="10"/>
                </a:lnTo>
                <a:lnTo>
                  <a:pt x="11" y="10"/>
                </a:lnTo>
                <a:lnTo>
                  <a:pt x="12" y="10"/>
                </a:lnTo>
                <a:lnTo>
                  <a:pt x="13" y="8"/>
                </a:lnTo>
                <a:lnTo>
                  <a:pt x="13" y="7"/>
                </a:lnTo>
                <a:lnTo>
                  <a:pt x="13" y="6"/>
                </a:lnTo>
                <a:lnTo>
                  <a:pt x="14" y="5"/>
                </a:lnTo>
                <a:lnTo>
                  <a:pt x="13" y="5"/>
                </a:lnTo>
                <a:lnTo>
                  <a:pt x="13" y="4"/>
                </a:lnTo>
                <a:lnTo>
                  <a:pt x="13" y="3"/>
                </a:lnTo>
                <a:lnTo>
                  <a:pt x="14" y="2"/>
                </a:lnTo>
                <a:lnTo>
                  <a:pt x="15" y="2"/>
                </a:lnTo>
                <a:lnTo>
                  <a:pt x="15" y="1"/>
                </a:lnTo>
                <a:lnTo>
                  <a:pt x="15" y="0"/>
                </a:lnTo>
                <a:lnTo>
                  <a:pt x="16" y="0"/>
                </a:lnTo>
                <a:lnTo>
                  <a:pt x="17" y="0"/>
                </a:lnTo>
                <a:lnTo>
                  <a:pt x="17" y="1"/>
                </a:lnTo>
                <a:lnTo>
                  <a:pt x="18" y="2"/>
                </a:lnTo>
              </a:path>
            </a:pathLst>
          </a:custGeom>
          <a:ln w="4680">
            <a:solidFill>
              <a:srgbClr val="4A4A4A"/>
            </a:solidFill>
            <a:round/>
          </a:ln>
        </p:spPr>
        <p:txBody>
          <a:bodyPr lIns="2160" tIns="2160" rIns="2160" bIns="21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92" name=""/>
          <p:cNvSpPr/>
          <p:nvPr/>
        </p:nvSpPr>
        <p:spPr>
          <a:xfrm>
            <a:off x="5055480" y="1695240"/>
            <a:ext cx="3960" cy="1800"/>
          </a:xfrm>
          <a:custGeom>
            <a:avLst/>
            <a:gdLst/>
            <a:ahLst/>
            <a:rect l="0" t="0" r="r" b="b"/>
            <a:pathLst>
              <a:path fill="none" w="11" h="5">
                <a:moveTo>
                  <a:pt x="5" y="0"/>
                </a:moveTo>
                <a:lnTo>
                  <a:pt x="8" y="0"/>
                </a:lnTo>
                <a:lnTo>
                  <a:pt x="9" y="0"/>
                </a:lnTo>
                <a:lnTo>
                  <a:pt x="10" y="0"/>
                </a:lnTo>
                <a:lnTo>
                  <a:pt x="11" y="2"/>
                </a:lnTo>
                <a:lnTo>
                  <a:pt x="10" y="2"/>
                </a:lnTo>
                <a:lnTo>
                  <a:pt x="9" y="2"/>
                </a:lnTo>
                <a:lnTo>
                  <a:pt x="9" y="3"/>
                </a:lnTo>
                <a:lnTo>
                  <a:pt x="8" y="2"/>
                </a:lnTo>
                <a:lnTo>
                  <a:pt x="9" y="3"/>
                </a:lnTo>
                <a:lnTo>
                  <a:pt x="10" y="3"/>
                </a:lnTo>
                <a:lnTo>
                  <a:pt x="11" y="2"/>
                </a:lnTo>
                <a:lnTo>
                  <a:pt x="9" y="4"/>
                </a:lnTo>
                <a:lnTo>
                  <a:pt x="9" y="5"/>
                </a:lnTo>
                <a:lnTo>
                  <a:pt x="8" y="5"/>
                </a:lnTo>
                <a:lnTo>
                  <a:pt x="7" y="5"/>
                </a:lnTo>
                <a:lnTo>
                  <a:pt x="7" y="4"/>
                </a:lnTo>
                <a:lnTo>
                  <a:pt x="7" y="5"/>
                </a:lnTo>
                <a:lnTo>
                  <a:pt x="5" y="5"/>
                </a:lnTo>
                <a:lnTo>
                  <a:pt x="5" y="4"/>
                </a:lnTo>
                <a:lnTo>
                  <a:pt x="4" y="4"/>
                </a:lnTo>
                <a:lnTo>
                  <a:pt x="4" y="3"/>
                </a:lnTo>
                <a:lnTo>
                  <a:pt x="3" y="3"/>
                </a:lnTo>
                <a:lnTo>
                  <a:pt x="3" y="4"/>
                </a:lnTo>
                <a:lnTo>
                  <a:pt x="1" y="3"/>
                </a:lnTo>
                <a:lnTo>
                  <a:pt x="0" y="3"/>
                </a:lnTo>
                <a:lnTo>
                  <a:pt x="0" y="2"/>
                </a:lnTo>
                <a:lnTo>
                  <a:pt x="1" y="0"/>
                </a:lnTo>
                <a:lnTo>
                  <a:pt x="3" y="0"/>
                </a:lnTo>
                <a:lnTo>
                  <a:pt x="4" y="0"/>
                </a:lnTo>
                <a:lnTo>
                  <a:pt x="5" y="0"/>
                </a:lnTo>
              </a:path>
            </a:pathLst>
          </a:custGeom>
          <a:ln w="4680">
            <a:solidFill>
              <a:srgbClr val="4A4A4A"/>
            </a:solidFill>
            <a:round/>
          </a:ln>
        </p:spPr>
        <p:txBody>
          <a:bodyPr lIns="2160" tIns="-360" rIns="2160" bIns="-3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93" name=""/>
          <p:cNvSpPr/>
          <p:nvPr/>
        </p:nvSpPr>
        <p:spPr>
          <a:xfrm>
            <a:off x="5073840" y="1680840"/>
            <a:ext cx="360" cy="0"/>
          </a:xfrm>
          <a:prstGeom prst="line">
            <a:avLst/>
          </a:prstGeom>
          <a:ln w="4680">
            <a:solidFill>
              <a:srgbClr val="4A4A4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2160" tIns="-2160" rIns="2160" bIns="-21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94" name=""/>
          <p:cNvSpPr/>
          <p:nvPr/>
        </p:nvSpPr>
        <p:spPr>
          <a:xfrm>
            <a:off x="5083200" y="1669680"/>
            <a:ext cx="720" cy="720"/>
          </a:xfrm>
          <a:custGeom>
            <a:avLst/>
            <a:gdLst/>
            <a:ahLst/>
            <a:rect l="0" t="0" r="r" b="b"/>
            <a:pathLst>
              <a:path fill="none" w="2" h="2">
                <a:moveTo>
                  <a:pt x="0" y="2"/>
                </a:moveTo>
                <a:lnTo>
                  <a:pt x="0" y="0"/>
                </a:lnTo>
                <a:lnTo>
                  <a:pt x="0" y="2"/>
                </a:lnTo>
                <a:lnTo>
                  <a:pt x="2" y="2"/>
                </a:lnTo>
                <a:lnTo>
                  <a:pt x="0" y="2"/>
                </a:lnTo>
              </a:path>
            </a:pathLst>
          </a:custGeom>
          <a:ln w="4680">
            <a:solidFill>
              <a:srgbClr val="4A4A4A"/>
            </a:solidFill>
            <a:round/>
          </a:ln>
        </p:spPr>
        <p:txBody>
          <a:bodyPr lIns="2160" tIns="-1440" rIns="2160" bIns="-144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95" name=""/>
          <p:cNvSpPr/>
          <p:nvPr/>
        </p:nvSpPr>
        <p:spPr>
          <a:xfrm>
            <a:off x="5100840" y="1669320"/>
            <a:ext cx="1080" cy="720"/>
          </a:xfrm>
          <a:custGeom>
            <a:avLst/>
            <a:gdLst/>
            <a:ahLst/>
            <a:rect l="0" t="0" r="r" b="b"/>
            <a:pathLst>
              <a:path fill="none" w="3" h="2">
                <a:moveTo>
                  <a:pt x="3" y="2"/>
                </a:moveTo>
                <a:lnTo>
                  <a:pt x="1" y="2"/>
                </a:lnTo>
                <a:lnTo>
                  <a:pt x="0" y="0"/>
                </a:lnTo>
                <a:lnTo>
                  <a:pt x="1" y="0"/>
                </a:lnTo>
                <a:lnTo>
                  <a:pt x="3" y="0"/>
                </a:lnTo>
                <a:lnTo>
                  <a:pt x="3" y="2"/>
                </a:lnTo>
              </a:path>
            </a:pathLst>
          </a:custGeom>
          <a:ln w="4680">
            <a:solidFill>
              <a:srgbClr val="4A4A4A"/>
            </a:solidFill>
            <a:round/>
          </a:ln>
        </p:spPr>
        <p:txBody>
          <a:bodyPr lIns="2160" tIns="-1440" rIns="2160" bIns="-144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96" name=""/>
          <p:cNvSpPr/>
          <p:nvPr/>
        </p:nvSpPr>
        <p:spPr>
          <a:xfrm>
            <a:off x="5083200" y="1667520"/>
            <a:ext cx="360" cy="720"/>
          </a:xfrm>
          <a:custGeom>
            <a:avLst/>
            <a:gdLst/>
            <a:ahLst/>
            <a:rect l="0" t="0" r="r" b="b"/>
            <a:pathLst>
              <a:path fill="none" w="1" h="2">
                <a:moveTo>
                  <a:pt x="1" y="2"/>
                </a:moveTo>
                <a:lnTo>
                  <a:pt x="0" y="1"/>
                </a:lnTo>
                <a:lnTo>
                  <a:pt x="1" y="1"/>
                </a:lnTo>
                <a:lnTo>
                  <a:pt x="1" y="0"/>
                </a:lnTo>
                <a:lnTo>
                  <a:pt x="1" y="1"/>
                </a:lnTo>
                <a:lnTo>
                  <a:pt x="1" y="2"/>
                </a:lnTo>
              </a:path>
            </a:pathLst>
          </a:custGeom>
          <a:ln w="4680">
            <a:solidFill>
              <a:srgbClr val="4A4A4A"/>
            </a:solidFill>
            <a:round/>
          </a:ln>
        </p:spPr>
        <p:txBody>
          <a:bodyPr lIns="2160" tIns="-1440" rIns="2160" bIns="-144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97" name=""/>
          <p:cNvSpPr/>
          <p:nvPr/>
        </p:nvSpPr>
        <p:spPr>
          <a:xfrm>
            <a:off x="5085720" y="1666080"/>
            <a:ext cx="2880" cy="4320"/>
          </a:xfrm>
          <a:custGeom>
            <a:avLst/>
            <a:gdLst/>
            <a:ahLst/>
            <a:rect l="0" t="0" r="r" b="b"/>
            <a:pathLst>
              <a:path fill="none" w="8" h="12">
                <a:moveTo>
                  <a:pt x="7" y="1"/>
                </a:moveTo>
                <a:lnTo>
                  <a:pt x="7" y="2"/>
                </a:lnTo>
                <a:lnTo>
                  <a:pt x="7" y="3"/>
                </a:lnTo>
                <a:lnTo>
                  <a:pt x="5" y="3"/>
                </a:lnTo>
                <a:lnTo>
                  <a:pt x="4" y="4"/>
                </a:lnTo>
                <a:lnTo>
                  <a:pt x="5" y="5"/>
                </a:lnTo>
                <a:lnTo>
                  <a:pt x="7" y="5"/>
                </a:lnTo>
                <a:lnTo>
                  <a:pt x="5" y="5"/>
                </a:lnTo>
                <a:lnTo>
                  <a:pt x="5" y="6"/>
                </a:lnTo>
                <a:lnTo>
                  <a:pt x="7" y="6"/>
                </a:lnTo>
                <a:lnTo>
                  <a:pt x="7" y="8"/>
                </a:lnTo>
                <a:lnTo>
                  <a:pt x="5" y="8"/>
                </a:lnTo>
                <a:lnTo>
                  <a:pt x="5" y="9"/>
                </a:lnTo>
                <a:lnTo>
                  <a:pt x="5" y="10"/>
                </a:lnTo>
                <a:lnTo>
                  <a:pt x="4" y="10"/>
                </a:lnTo>
                <a:lnTo>
                  <a:pt x="5" y="10"/>
                </a:lnTo>
                <a:lnTo>
                  <a:pt x="4" y="10"/>
                </a:lnTo>
                <a:lnTo>
                  <a:pt x="4" y="11"/>
                </a:lnTo>
                <a:lnTo>
                  <a:pt x="5" y="11"/>
                </a:lnTo>
                <a:lnTo>
                  <a:pt x="4" y="12"/>
                </a:lnTo>
                <a:lnTo>
                  <a:pt x="4" y="11"/>
                </a:lnTo>
                <a:lnTo>
                  <a:pt x="3" y="10"/>
                </a:lnTo>
                <a:lnTo>
                  <a:pt x="2" y="9"/>
                </a:lnTo>
                <a:lnTo>
                  <a:pt x="1" y="9"/>
                </a:lnTo>
                <a:lnTo>
                  <a:pt x="0" y="9"/>
                </a:lnTo>
                <a:lnTo>
                  <a:pt x="0" y="8"/>
                </a:lnTo>
                <a:lnTo>
                  <a:pt x="1" y="8"/>
                </a:lnTo>
                <a:lnTo>
                  <a:pt x="1" y="9"/>
                </a:lnTo>
                <a:lnTo>
                  <a:pt x="3" y="9"/>
                </a:lnTo>
                <a:lnTo>
                  <a:pt x="3" y="8"/>
                </a:lnTo>
                <a:lnTo>
                  <a:pt x="3" y="6"/>
                </a:lnTo>
                <a:lnTo>
                  <a:pt x="3" y="5"/>
                </a:lnTo>
                <a:lnTo>
                  <a:pt x="2" y="5"/>
                </a:lnTo>
                <a:lnTo>
                  <a:pt x="2" y="4"/>
                </a:lnTo>
                <a:lnTo>
                  <a:pt x="3" y="4"/>
                </a:lnTo>
                <a:lnTo>
                  <a:pt x="2" y="3"/>
                </a:lnTo>
                <a:lnTo>
                  <a:pt x="3" y="3"/>
                </a:lnTo>
                <a:lnTo>
                  <a:pt x="3" y="2"/>
                </a:lnTo>
                <a:lnTo>
                  <a:pt x="4" y="2"/>
                </a:lnTo>
                <a:lnTo>
                  <a:pt x="5" y="2"/>
                </a:lnTo>
                <a:lnTo>
                  <a:pt x="5" y="1"/>
                </a:lnTo>
                <a:lnTo>
                  <a:pt x="5" y="2"/>
                </a:lnTo>
                <a:lnTo>
                  <a:pt x="7" y="1"/>
                </a:lnTo>
                <a:lnTo>
                  <a:pt x="7" y="0"/>
                </a:lnTo>
                <a:lnTo>
                  <a:pt x="8" y="0"/>
                </a:lnTo>
                <a:lnTo>
                  <a:pt x="8" y="1"/>
                </a:lnTo>
                <a:lnTo>
                  <a:pt x="7" y="1"/>
                </a:lnTo>
              </a:path>
            </a:pathLst>
          </a:custGeom>
          <a:ln w="4680">
            <a:solidFill>
              <a:srgbClr val="4A4A4A"/>
            </a:solidFill>
            <a:round/>
          </a:ln>
        </p:spPr>
        <p:txBody>
          <a:bodyPr lIns="2160" tIns="2160" rIns="2160" bIns="21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98" name=""/>
          <p:cNvSpPr/>
          <p:nvPr/>
        </p:nvSpPr>
        <p:spPr>
          <a:xfrm>
            <a:off x="5096520" y="1663560"/>
            <a:ext cx="1440" cy="1440"/>
          </a:xfrm>
          <a:custGeom>
            <a:avLst/>
            <a:gdLst/>
            <a:ahLst/>
            <a:rect l="0" t="0" r="r" b="b"/>
            <a:pathLst>
              <a:path fill="none" w="4" h="4">
                <a:moveTo>
                  <a:pt x="2" y="2"/>
                </a:moveTo>
                <a:lnTo>
                  <a:pt x="4" y="2"/>
                </a:lnTo>
                <a:lnTo>
                  <a:pt x="2" y="4"/>
                </a:lnTo>
                <a:lnTo>
                  <a:pt x="0" y="4"/>
                </a:lnTo>
                <a:lnTo>
                  <a:pt x="0" y="0"/>
                </a:lnTo>
                <a:lnTo>
                  <a:pt x="2" y="0"/>
                </a:lnTo>
                <a:lnTo>
                  <a:pt x="2" y="2"/>
                </a:lnTo>
              </a:path>
            </a:pathLst>
          </a:custGeom>
          <a:ln w="4680">
            <a:solidFill>
              <a:srgbClr val="4A4A4A"/>
            </a:solidFill>
            <a:round/>
          </a:ln>
        </p:spPr>
        <p:txBody>
          <a:bodyPr lIns="2160" tIns="-720" rIns="2160" bIns="-7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99" name=""/>
          <p:cNvSpPr/>
          <p:nvPr/>
        </p:nvSpPr>
        <p:spPr>
          <a:xfrm>
            <a:off x="5081760" y="1663200"/>
            <a:ext cx="720" cy="720"/>
          </a:xfrm>
          <a:custGeom>
            <a:avLst/>
            <a:gdLst/>
            <a:ahLst/>
            <a:rect l="0" t="0" r="r" b="b"/>
            <a:pathLst>
              <a:path fill="none" w="2" h="2">
                <a:moveTo>
                  <a:pt x="2" y="2"/>
                </a:moveTo>
                <a:lnTo>
                  <a:pt x="0" y="2"/>
                </a:lnTo>
                <a:lnTo>
                  <a:pt x="0" y="0"/>
                </a:lnTo>
                <a:lnTo>
                  <a:pt x="2" y="0"/>
                </a:lnTo>
                <a:lnTo>
                  <a:pt x="2" y="2"/>
                </a:lnTo>
              </a:path>
            </a:pathLst>
          </a:custGeom>
          <a:ln w="4680">
            <a:solidFill>
              <a:srgbClr val="4A4A4A"/>
            </a:solidFill>
            <a:round/>
          </a:ln>
        </p:spPr>
        <p:txBody>
          <a:bodyPr lIns="2160" tIns="-1440" rIns="2160" bIns="-144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700" name=""/>
          <p:cNvSpPr/>
          <p:nvPr/>
        </p:nvSpPr>
        <p:spPr>
          <a:xfrm>
            <a:off x="5080680" y="1663200"/>
            <a:ext cx="720" cy="1080"/>
          </a:xfrm>
          <a:custGeom>
            <a:avLst/>
            <a:gdLst/>
            <a:ahLst/>
            <a:rect l="0" t="0" r="r" b="b"/>
            <a:pathLst>
              <a:path fill="none" w="2" h="3">
                <a:moveTo>
                  <a:pt x="2" y="2"/>
                </a:moveTo>
                <a:lnTo>
                  <a:pt x="2" y="3"/>
                </a:lnTo>
                <a:lnTo>
                  <a:pt x="0" y="2"/>
                </a:lnTo>
                <a:lnTo>
                  <a:pt x="2" y="2"/>
                </a:lnTo>
                <a:lnTo>
                  <a:pt x="2" y="0"/>
                </a:lnTo>
                <a:lnTo>
                  <a:pt x="2" y="2"/>
                </a:lnTo>
              </a:path>
            </a:pathLst>
          </a:custGeom>
          <a:ln w="4680">
            <a:solidFill>
              <a:srgbClr val="4A4A4A"/>
            </a:solidFill>
            <a:round/>
          </a:ln>
        </p:spPr>
        <p:txBody>
          <a:bodyPr lIns="2160" tIns="-1080" rIns="2160" bIns="-108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701" name=""/>
          <p:cNvSpPr/>
          <p:nvPr/>
        </p:nvSpPr>
        <p:spPr>
          <a:xfrm>
            <a:off x="5205600" y="1659240"/>
            <a:ext cx="1800" cy="1440"/>
          </a:xfrm>
          <a:custGeom>
            <a:avLst/>
            <a:gdLst/>
            <a:ahLst/>
            <a:rect l="0" t="0" r="r" b="b"/>
            <a:pathLst>
              <a:path fill="none" w="5" h="4">
                <a:moveTo>
                  <a:pt x="3" y="4"/>
                </a:moveTo>
                <a:lnTo>
                  <a:pt x="1" y="4"/>
                </a:lnTo>
                <a:lnTo>
                  <a:pt x="0" y="4"/>
                </a:lnTo>
                <a:lnTo>
                  <a:pt x="0" y="2"/>
                </a:lnTo>
                <a:lnTo>
                  <a:pt x="1" y="2"/>
                </a:lnTo>
                <a:lnTo>
                  <a:pt x="1" y="0"/>
                </a:lnTo>
                <a:lnTo>
                  <a:pt x="3" y="0"/>
                </a:lnTo>
                <a:lnTo>
                  <a:pt x="4" y="0"/>
                </a:lnTo>
                <a:lnTo>
                  <a:pt x="4" y="2"/>
                </a:lnTo>
                <a:lnTo>
                  <a:pt x="5" y="4"/>
                </a:lnTo>
                <a:lnTo>
                  <a:pt x="4" y="4"/>
                </a:lnTo>
                <a:lnTo>
                  <a:pt x="3" y="4"/>
                </a:lnTo>
              </a:path>
            </a:pathLst>
          </a:custGeom>
          <a:ln w="4680">
            <a:solidFill>
              <a:srgbClr val="4A4A4A"/>
            </a:solidFill>
            <a:round/>
          </a:ln>
        </p:spPr>
        <p:txBody>
          <a:bodyPr lIns="2160" tIns="-720" rIns="2160" bIns="-7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702" name=""/>
          <p:cNvSpPr/>
          <p:nvPr/>
        </p:nvSpPr>
        <p:spPr>
          <a:xfrm>
            <a:off x="5105520" y="1659240"/>
            <a:ext cx="360" cy="360"/>
          </a:xfrm>
          <a:custGeom>
            <a:avLst/>
            <a:gdLst/>
            <a:ahLst/>
            <a:rect l="0" t="0" r="r" b="b"/>
            <a:pathLst>
              <a:path fill="none" w="1" h="1">
                <a:moveTo>
                  <a:pt x="1" y="1"/>
                </a:moveTo>
                <a:lnTo>
                  <a:pt x="0" y="1"/>
                </a:lnTo>
                <a:lnTo>
                  <a:pt x="0" y="0"/>
                </a:lnTo>
                <a:lnTo>
                  <a:pt x="1" y="0"/>
                </a:lnTo>
                <a:lnTo>
                  <a:pt x="1" y="1"/>
                </a:lnTo>
              </a:path>
            </a:pathLst>
          </a:custGeom>
          <a:ln w="4680">
            <a:solidFill>
              <a:srgbClr val="4A4A4A"/>
            </a:solidFill>
            <a:round/>
          </a:ln>
        </p:spPr>
        <p:txBody>
          <a:bodyPr lIns="2160" tIns="-1800" rIns="2160" bIns="-180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703" name=""/>
          <p:cNvSpPr/>
          <p:nvPr/>
        </p:nvSpPr>
        <p:spPr>
          <a:xfrm>
            <a:off x="5107320" y="1657080"/>
            <a:ext cx="360" cy="360"/>
          </a:xfrm>
          <a:custGeom>
            <a:avLst/>
            <a:gdLst/>
            <a:ahLst/>
            <a:rect l="0" t="0" r="r" b="b"/>
            <a:pathLst>
              <a:path fill="none" w="1" h="1">
                <a:moveTo>
                  <a:pt x="1" y="1"/>
                </a:moveTo>
                <a:lnTo>
                  <a:pt x="0" y="1"/>
                </a:lnTo>
                <a:lnTo>
                  <a:pt x="0" y="0"/>
                </a:lnTo>
                <a:lnTo>
                  <a:pt x="1" y="1"/>
                </a:lnTo>
              </a:path>
            </a:pathLst>
          </a:custGeom>
          <a:ln w="4680">
            <a:solidFill>
              <a:srgbClr val="4A4A4A"/>
            </a:solidFill>
            <a:round/>
          </a:ln>
        </p:spPr>
        <p:txBody>
          <a:bodyPr lIns="2160" tIns="-1800" rIns="2160" bIns="-180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704" name=""/>
          <p:cNvSpPr/>
          <p:nvPr/>
        </p:nvSpPr>
        <p:spPr>
          <a:xfrm>
            <a:off x="5099040" y="1657080"/>
            <a:ext cx="6120" cy="4320"/>
          </a:xfrm>
          <a:custGeom>
            <a:avLst/>
            <a:gdLst/>
            <a:ahLst/>
            <a:rect l="0" t="0" r="r" b="b"/>
            <a:pathLst>
              <a:path fill="none" w="17" h="12">
                <a:moveTo>
                  <a:pt x="5" y="3"/>
                </a:moveTo>
                <a:lnTo>
                  <a:pt x="6" y="3"/>
                </a:lnTo>
                <a:lnTo>
                  <a:pt x="6" y="2"/>
                </a:lnTo>
                <a:lnTo>
                  <a:pt x="7" y="2"/>
                </a:lnTo>
                <a:lnTo>
                  <a:pt x="7" y="3"/>
                </a:lnTo>
                <a:lnTo>
                  <a:pt x="7" y="4"/>
                </a:lnTo>
                <a:lnTo>
                  <a:pt x="7" y="5"/>
                </a:lnTo>
                <a:lnTo>
                  <a:pt x="8" y="6"/>
                </a:lnTo>
                <a:lnTo>
                  <a:pt x="9" y="6"/>
                </a:lnTo>
                <a:lnTo>
                  <a:pt x="11" y="7"/>
                </a:lnTo>
                <a:lnTo>
                  <a:pt x="12" y="7"/>
                </a:lnTo>
                <a:lnTo>
                  <a:pt x="13" y="7"/>
                </a:lnTo>
                <a:lnTo>
                  <a:pt x="13" y="6"/>
                </a:lnTo>
                <a:lnTo>
                  <a:pt x="14" y="6"/>
                </a:lnTo>
                <a:lnTo>
                  <a:pt x="15" y="6"/>
                </a:lnTo>
                <a:lnTo>
                  <a:pt x="15" y="7"/>
                </a:lnTo>
                <a:lnTo>
                  <a:pt x="15" y="6"/>
                </a:lnTo>
                <a:lnTo>
                  <a:pt x="16" y="6"/>
                </a:lnTo>
                <a:lnTo>
                  <a:pt x="16" y="5"/>
                </a:lnTo>
                <a:lnTo>
                  <a:pt x="17" y="6"/>
                </a:lnTo>
                <a:lnTo>
                  <a:pt x="16" y="6"/>
                </a:lnTo>
                <a:lnTo>
                  <a:pt x="16" y="7"/>
                </a:lnTo>
                <a:lnTo>
                  <a:pt x="17" y="7"/>
                </a:lnTo>
                <a:lnTo>
                  <a:pt x="16" y="7"/>
                </a:lnTo>
                <a:lnTo>
                  <a:pt x="15" y="7"/>
                </a:lnTo>
                <a:lnTo>
                  <a:pt x="14" y="8"/>
                </a:lnTo>
                <a:lnTo>
                  <a:pt x="13" y="9"/>
                </a:lnTo>
                <a:lnTo>
                  <a:pt x="13" y="10"/>
                </a:lnTo>
                <a:lnTo>
                  <a:pt x="14" y="10"/>
                </a:lnTo>
                <a:lnTo>
                  <a:pt x="15" y="10"/>
                </a:lnTo>
                <a:lnTo>
                  <a:pt x="15" y="11"/>
                </a:lnTo>
                <a:lnTo>
                  <a:pt x="15" y="12"/>
                </a:lnTo>
                <a:lnTo>
                  <a:pt x="14" y="12"/>
                </a:lnTo>
                <a:lnTo>
                  <a:pt x="12" y="12"/>
                </a:lnTo>
                <a:lnTo>
                  <a:pt x="11" y="11"/>
                </a:lnTo>
                <a:lnTo>
                  <a:pt x="10" y="11"/>
                </a:lnTo>
                <a:lnTo>
                  <a:pt x="10" y="10"/>
                </a:lnTo>
                <a:lnTo>
                  <a:pt x="7" y="9"/>
                </a:lnTo>
                <a:lnTo>
                  <a:pt x="6" y="8"/>
                </a:lnTo>
                <a:lnTo>
                  <a:pt x="5" y="8"/>
                </a:lnTo>
                <a:lnTo>
                  <a:pt x="2" y="8"/>
                </a:lnTo>
                <a:lnTo>
                  <a:pt x="1" y="8"/>
                </a:lnTo>
                <a:lnTo>
                  <a:pt x="1" y="7"/>
                </a:lnTo>
                <a:lnTo>
                  <a:pt x="1" y="6"/>
                </a:lnTo>
                <a:lnTo>
                  <a:pt x="0" y="5"/>
                </a:lnTo>
                <a:lnTo>
                  <a:pt x="0" y="4"/>
                </a:lnTo>
                <a:lnTo>
                  <a:pt x="1" y="5"/>
                </a:lnTo>
                <a:lnTo>
                  <a:pt x="2" y="5"/>
                </a:lnTo>
                <a:lnTo>
                  <a:pt x="2" y="4"/>
                </a:lnTo>
                <a:lnTo>
                  <a:pt x="2" y="3"/>
                </a:lnTo>
                <a:lnTo>
                  <a:pt x="3" y="3"/>
                </a:lnTo>
                <a:lnTo>
                  <a:pt x="3" y="2"/>
                </a:lnTo>
                <a:lnTo>
                  <a:pt x="3" y="0"/>
                </a:lnTo>
                <a:lnTo>
                  <a:pt x="5" y="0"/>
                </a:lnTo>
                <a:lnTo>
                  <a:pt x="5" y="2"/>
                </a:lnTo>
                <a:lnTo>
                  <a:pt x="5" y="3"/>
                </a:lnTo>
              </a:path>
            </a:pathLst>
          </a:custGeom>
          <a:ln w="4680">
            <a:solidFill>
              <a:srgbClr val="4A4A4A"/>
            </a:solidFill>
            <a:round/>
          </a:ln>
        </p:spPr>
        <p:txBody>
          <a:bodyPr lIns="2160" tIns="2160" rIns="2160" bIns="21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705" name=""/>
          <p:cNvSpPr/>
          <p:nvPr/>
        </p:nvSpPr>
        <p:spPr>
          <a:xfrm>
            <a:off x="5105160" y="1657080"/>
            <a:ext cx="360" cy="360"/>
          </a:xfrm>
          <a:custGeom>
            <a:avLst/>
            <a:gdLst/>
            <a:ahLst/>
            <a:rect l="0" t="0" r="r" b="b"/>
            <a:pathLst>
              <a:path fill="none" w="1" h="1">
                <a:moveTo>
                  <a:pt x="1" y="0"/>
                </a:moveTo>
                <a:lnTo>
                  <a:pt x="1" y="1"/>
                </a:lnTo>
                <a:lnTo>
                  <a:pt x="0" y="1"/>
                </a:lnTo>
                <a:lnTo>
                  <a:pt x="0" y="0"/>
                </a:lnTo>
                <a:lnTo>
                  <a:pt x="1" y="0"/>
                </a:lnTo>
              </a:path>
            </a:pathLst>
          </a:custGeom>
          <a:ln w="4680">
            <a:solidFill>
              <a:srgbClr val="4A4A4A"/>
            </a:solidFill>
            <a:round/>
          </a:ln>
        </p:spPr>
        <p:txBody>
          <a:bodyPr lIns="2160" tIns="-1800" rIns="2160" bIns="-180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706" name=""/>
          <p:cNvSpPr/>
          <p:nvPr/>
        </p:nvSpPr>
        <p:spPr>
          <a:xfrm>
            <a:off x="5104800" y="1656720"/>
            <a:ext cx="360" cy="360"/>
          </a:xfrm>
          <a:custGeom>
            <a:avLst/>
            <a:gdLst/>
            <a:ahLst/>
            <a:rect l="0" t="0" r="r" b="b"/>
            <a:pathLst>
              <a:path fill="none" w="1" h="1">
                <a:moveTo>
                  <a:pt x="1" y="0"/>
                </a:moveTo>
                <a:lnTo>
                  <a:pt x="0" y="1"/>
                </a:lnTo>
                <a:lnTo>
                  <a:pt x="0" y="0"/>
                </a:lnTo>
                <a:lnTo>
                  <a:pt x="1" y="0"/>
                </a:lnTo>
              </a:path>
            </a:pathLst>
          </a:custGeom>
          <a:ln w="4680">
            <a:solidFill>
              <a:srgbClr val="4A4A4A"/>
            </a:solidFill>
            <a:round/>
          </a:ln>
        </p:spPr>
        <p:txBody>
          <a:bodyPr lIns="2160" tIns="-1800" rIns="2160" bIns="-180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707" name=""/>
          <p:cNvSpPr/>
          <p:nvPr/>
        </p:nvSpPr>
        <p:spPr>
          <a:xfrm>
            <a:off x="5106600" y="1656000"/>
            <a:ext cx="360" cy="360"/>
          </a:xfrm>
          <a:custGeom>
            <a:avLst/>
            <a:gdLst/>
            <a:ahLst/>
            <a:rect l="0" t="0" r="r" b="b"/>
            <a:pathLst>
              <a:path fill="none" w="1" h="1">
                <a:moveTo>
                  <a:pt x="1" y="0"/>
                </a:moveTo>
                <a:lnTo>
                  <a:pt x="0" y="1"/>
                </a:lnTo>
                <a:lnTo>
                  <a:pt x="0" y="0"/>
                </a:lnTo>
                <a:lnTo>
                  <a:pt x="1" y="0"/>
                </a:lnTo>
              </a:path>
            </a:pathLst>
          </a:custGeom>
          <a:ln w="4680">
            <a:solidFill>
              <a:srgbClr val="4A4A4A"/>
            </a:solidFill>
            <a:round/>
          </a:ln>
        </p:spPr>
        <p:txBody>
          <a:bodyPr lIns="2160" tIns="-1800" rIns="2160" bIns="-180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708" name=""/>
          <p:cNvSpPr/>
          <p:nvPr/>
        </p:nvSpPr>
        <p:spPr>
          <a:xfrm>
            <a:off x="5104080" y="1656000"/>
            <a:ext cx="360" cy="360"/>
          </a:xfrm>
          <a:custGeom>
            <a:avLst/>
            <a:gdLst/>
            <a:ahLst/>
            <a:rect l="0" t="0" r="r" b="b"/>
            <a:pathLst>
              <a:path fill="none" w="1" h="1">
                <a:moveTo>
                  <a:pt x="1" y="0"/>
                </a:moveTo>
                <a:lnTo>
                  <a:pt x="0" y="1"/>
                </a:lnTo>
                <a:lnTo>
                  <a:pt x="0" y="0"/>
                </a:lnTo>
                <a:lnTo>
                  <a:pt x="1" y="0"/>
                </a:lnTo>
              </a:path>
            </a:pathLst>
          </a:custGeom>
          <a:ln w="4680">
            <a:solidFill>
              <a:srgbClr val="4A4A4A"/>
            </a:solidFill>
            <a:round/>
          </a:ln>
        </p:spPr>
        <p:txBody>
          <a:bodyPr lIns="2160" tIns="-1800" rIns="2160" bIns="-180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709" name=""/>
          <p:cNvSpPr/>
          <p:nvPr/>
        </p:nvSpPr>
        <p:spPr>
          <a:xfrm>
            <a:off x="5101920" y="1655640"/>
            <a:ext cx="720" cy="1440"/>
          </a:xfrm>
          <a:custGeom>
            <a:avLst/>
            <a:gdLst/>
            <a:ahLst/>
            <a:rect l="0" t="0" r="r" b="b"/>
            <a:pathLst>
              <a:path fill="none" w="2" h="4">
                <a:moveTo>
                  <a:pt x="2" y="4"/>
                </a:moveTo>
                <a:lnTo>
                  <a:pt x="0" y="4"/>
                </a:lnTo>
                <a:lnTo>
                  <a:pt x="0" y="2"/>
                </a:lnTo>
                <a:lnTo>
                  <a:pt x="0" y="0"/>
                </a:lnTo>
                <a:lnTo>
                  <a:pt x="2" y="2"/>
                </a:lnTo>
                <a:lnTo>
                  <a:pt x="2" y="4"/>
                </a:lnTo>
              </a:path>
            </a:pathLst>
          </a:custGeom>
          <a:ln w="4680">
            <a:solidFill>
              <a:srgbClr val="4A4A4A"/>
            </a:solidFill>
            <a:round/>
          </a:ln>
        </p:spPr>
        <p:txBody>
          <a:bodyPr lIns="2160" tIns="-720" rIns="2160" bIns="-7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710" name=""/>
          <p:cNvSpPr/>
          <p:nvPr/>
        </p:nvSpPr>
        <p:spPr>
          <a:xfrm>
            <a:off x="5095080" y="1654200"/>
            <a:ext cx="720" cy="360"/>
          </a:xfrm>
          <a:custGeom>
            <a:avLst/>
            <a:gdLst/>
            <a:ahLst/>
            <a:rect l="0" t="0" r="r" b="b"/>
            <a:pathLst>
              <a:path fill="none" w="2" h="1">
                <a:moveTo>
                  <a:pt x="2" y="1"/>
                </a:moveTo>
                <a:lnTo>
                  <a:pt x="1" y="1"/>
                </a:lnTo>
                <a:lnTo>
                  <a:pt x="0" y="1"/>
                </a:lnTo>
                <a:lnTo>
                  <a:pt x="0" y="0"/>
                </a:lnTo>
                <a:lnTo>
                  <a:pt x="1" y="0"/>
                </a:lnTo>
                <a:lnTo>
                  <a:pt x="2" y="1"/>
                </a:lnTo>
              </a:path>
            </a:pathLst>
          </a:custGeom>
          <a:ln w="4680">
            <a:solidFill>
              <a:srgbClr val="4A4A4A"/>
            </a:solidFill>
            <a:round/>
          </a:ln>
        </p:spPr>
        <p:txBody>
          <a:bodyPr lIns="2160" tIns="-1800" rIns="2160" bIns="-180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711" name=""/>
          <p:cNvSpPr/>
          <p:nvPr/>
        </p:nvSpPr>
        <p:spPr>
          <a:xfrm>
            <a:off x="5090760" y="1653840"/>
            <a:ext cx="0" cy="360"/>
          </a:xfrm>
          <a:prstGeom prst="line">
            <a:avLst/>
          </a:prstGeom>
          <a:ln w="4680">
            <a:solidFill>
              <a:srgbClr val="4A4A4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2160" tIns="-1800" rIns="2160" bIns="-180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712" name=""/>
          <p:cNvSpPr/>
          <p:nvPr/>
        </p:nvSpPr>
        <p:spPr>
          <a:xfrm>
            <a:off x="5111640" y="1653120"/>
            <a:ext cx="720" cy="1440"/>
          </a:xfrm>
          <a:custGeom>
            <a:avLst/>
            <a:gdLst/>
            <a:ahLst/>
            <a:rect l="0" t="0" r="r" b="b"/>
            <a:pathLst>
              <a:path fill="none" w="2" h="4">
                <a:moveTo>
                  <a:pt x="2" y="4"/>
                </a:moveTo>
                <a:lnTo>
                  <a:pt x="0" y="2"/>
                </a:lnTo>
                <a:lnTo>
                  <a:pt x="2" y="0"/>
                </a:lnTo>
                <a:lnTo>
                  <a:pt x="2" y="2"/>
                </a:lnTo>
                <a:lnTo>
                  <a:pt x="2" y="4"/>
                </a:lnTo>
              </a:path>
            </a:pathLst>
          </a:custGeom>
          <a:ln w="4680">
            <a:solidFill>
              <a:srgbClr val="4A4A4A"/>
            </a:solidFill>
            <a:round/>
          </a:ln>
        </p:spPr>
        <p:txBody>
          <a:bodyPr lIns="2160" tIns="-720" rIns="2160" bIns="-7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713" name=""/>
          <p:cNvSpPr/>
          <p:nvPr/>
        </p:nvSpPr>
        <p:spPr>
          <a:xfrm>
            <a:off x="5099400" y="1652760"/>
            <a:ext cx="1440" cy="1440"/>
          </a:xfrm>
          <a:custGeom>
            <a:avLst/>
            <a:gdLst/>
            <a:ahLst/>
            <a:rect l="0" t="0" r="r" b="b"/>
            <a:pathLst>
              <a:path fill="none" w="4" h="4">
                <a:moveTo>
                  <a:pt x="4" y="3"/>
                </a:moveTo>
                <a:lnTo>
                  <a:pt x="3" y="4"/>
                </a:lnTo>
                <a:lnTo>
                  <a:pt x="3" y="3"/>
                </a:lnTo>
                <a:lnTo>
                  <a:pt x="1" y="3"/>
                </a:lnTo>
                <a:lnTo>
                  <a:pt x="0" y="3"/>
                </a:lnTo>
                <a:lnTo>
                  <a:pt x="0" y="1"/>
                </a:lnTo>
                <a:lnTo>
                  <a:pt x="1" y="1"/>
                </a:lnTo>
                <a:lnTo>
                  <a:pt x="1" y="0"/>
                </a:lnTo>
                <a:lnTo>
                  <a:pt x="3" y="0"/>
                </a:lnTo>
                <a:lnTo>
                  <a:pt x="3" y="1"/>
                </a:lnTo>
                <a:lnTo>
                  <a:pt x="3" y="3"/>
                </a:lnTo>
                <a:lnTo>
                  <a:pt x="4" y="3"/>
                </a:lnTo>
              </a:path>
            </a:pathLst>
          </a:custGeom>
          <a:ln w="4680">
            <a:solidFill>
              <a:srgbClr val="4A4A4A"/>
            </a:solidFill>
            <a:round/>
          </a:ln>
        </p:spPr>
        <p:txBody>
          <a:bodyPr lIns="2160" tIns="-720" rIns="2160" bIns="-7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714" name=""/>
          <p:cNvSpPr/>
          <p:nvPr/>
        </p:nvSpPr>
        <p:spPr>
          <a:xfrm>
            <a:off x="5108760" y="1652040"/>
            <a:ext cx="1440" cy="1800"/>
          </a:xfrm>
          <a:custGeom>
            <a:avLst/>
            <a:gdLst/>
            <a:ahLst/>
            <a:rect l="0" t="0" r="r" b="b"/>
            <a:pathLst>
              <a:path fill="none" w="4" h="5">
                <a:moveTo>
                  <a:pt x="1" y="0"/>
                </a:moveTo>
                <a:lnTo>
                  <a:pt x="1" y="2"/>
                </a:lnTo>
                <a:lnTo>
                  <a:pt x="1" y="0"/>
                </a:lnTo>
                <a:lnTo>
                  <a:pt x="1" y="2"/>
                </a:lnTo>
                <a:lnTo>
                  <a:pt x="1" y="3"/>
                </a:lnTo>
                <a:lnTo>
                  <a:pt x="3" y="3"/>
                </a:lnTo>
                <a:lnTo>
                  <a:pt x="4" y="3"/>
                </a:lnTo>
                <a:lnTo>
                  <a:pt x="4" y="4"/>
                </a:lnTo>
                <a:lnTo>
                  <a:pt x="3" y="4"/>
                </a:lnTo>
                <a:lnTo>
                  <a:pt x="3" y="3"/>
                </a:lnTo>
                <a:lnTo>
                  <a:pt x="3" y="4"/>
                </a:lnTo>
                <a:lnTo>
                  <a:pt x="1" y="4"/>
                </a:lnTo>
                <a:lnTo>
                  <a:pt x="1" y="5"/>
                </a:lnTo>
                <a:lnTo>
                  <a:pt x="0" y="5"/>
                </a:lnTo>
                <a:lnTo>
                  <a:pt x="0" y="4"/>
                </a:lnTo>
                <a:lnTo>
                  <a:pt x="1" y="4"/>
                </a:lnTo>
                <a:lnTo>
                  <a:pt x="1" y="3"/>
                </a:lnTo>
                <a:lnTo>
                  <a:pt x="0" y="3"/>
                </a:lnTo>
                <a:lnTo>
                  <a:pt x="0" y="2"/>
                </a:lnTo>
                <a:lnTo>
                  <a:pt x="0" y="0"/>
                </a:lnTo>
                <a:lnTo>
                  <a:pt x="1" y="0"/>
                </a:lnTo>
              </a:path>
            </a:pathLst>
          </a:custGeom>
          <a:ln w="4680">
            <a:solidFill>
              <a:srgbClr val="4A4A4A"/>
            </a:solidFill>
            <a:round/>
          </a:ln>
        </p:spPr>
        <p:txBody>
          <a:bodyPr lIns="2160" tIns="-360" rIns="2160" bIns="-3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715" name=""/>
          <p:cNvSpPr/>
          <p:nvPr/>
        </p:nvSpPr>
        <p:spPr>
          <a:xfrm>
            <a:off x="5108760" y="1649880"/>
            <a:ext cx="1800" cy="1800"/>
          </a:xfrm>
          <a:custGeom>
            <a:avLst/>
            <a:gdLst/>
            <a:ahLst/>
            <a:rect l="0" t="0" r="r" b="b"/>
            <a:pathLst>
              <a:path fill="none" w="5" h="5">
                <a:moveTo>
                  <a:pt x="4" y="1"/>
                </a:moveTo>
                <a:lnTo>
                  <a:pt x="4" y="2"/>
                </a:lnTo>
                <a:lnTo>
                  <a:pt x="5" y="2"/>
                </a:lnTo>
                <a:lnTo>
                  <a:pt x="5" y="4"/>
                </a:lnTo>
                <a:lnTo>
                  <a:pt x="4" y="4"/>
                </a:lnTo>
                <a:lnTo>
                  <a:pt x="1" y="5"/>
                </a:lnTo>
                <a:lnTo>
                  <a:pt x="1" y="4"/>
                </a:lnTo>
                <a:lnTo>
                  <a:pt x="0" y="2"/>
                </a:lnTo>
                <a:lnTo>
                  <a:pt x="1" y="2"/>
                </a:lnTo>
                <a:lnTo>
                  <a:pt x="1" y="1"/>
                </a:lnTo>
                <a:lnTo>
                  <a:pt x="2" y="2"/>
                </a:lnTo>
                <a:lnTo>
                  <a:pt x="2" y="1"/>
                </a:lnTo>
                <a:lnTo>
                  <a:pt x="4" y="1"/>
                </a:lnTo>
                <a:lnTo>
                  <a:pt x="2" y="1"/>
                </a:lnTo>
                <a:lnTo>
                  <a:pt x="4" y="1"/>
                </a:lnTo>
                <a:lnTo>
                  <a:pt x="4" y="0"/>
                </a:lnTo>
                <a:lnTo>
                  <a:pt x="4" y="1"/>
                </a:lnTo>
                <a:lnTo>
                  <a:pt x="5" y="1"/>
                </a:lnTo>
                <a:lnTo>
                  <a:pt x="4" y="1"/>
                </a:lnTo>
              </a:path>
            </a:pathLst>
          </a:custGeom>
          <a:ln w="4680">
            <a:solidFill>
              <a:srgbClr val="4A4A4A"/>
            </a:solidFill>
            <a:round/>
          </a:ln>
        </p:spPr>
        <p:txBody>
          <a:bodyPr lIns="2160" tIns="-360" rIns="2160" bIns="-3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716" name=""/>
          <p:cNvSpPr/>
          <p:nvPr/>
        </p:nvSpPr>
        <p:spPr>
          <a:xfrm>
            <a:off x="5095440" y="1649160"/>
            <a:ext cx="1440" cy="720"/>
          </a:xfrm>
          <a:custGeom>
            <a:avLst/>
            <a:gdLst/>
            <a:ahLst/>
            <a:rect l="0" t="0" r="r" b="b"/>
            <a:pathLst>
              <a:path fill="none" w="4" h="2">
                <a:moveTo>
                  <a:pt x="2" y="2"/>
                </a:moveTo>
                <a:lnTo>
                  <a:pt x="4" y="2"/>
                </a:lnTo>
                <a:lnTo>
                  <a:pt x="2" y="2"/>
                </a:lnTo>
                <a:lnTo>
                  <a:pt x="0" y="2"/>
                </a:lnTo>
                <a:lnTo>
                  <a:pt x="0" y="0"/>
                </a:lnTo>
                <a:lnTo>
                  <a:pt x="2" y="0"/>
                </a:lnTo>
                <a:lnTo>
                  <a:pt x="2" y="2"/>
                </a:lnTo>
              </a:path>
            </a:pathLst>
          </a:custGeom>
          <a:ln w="4680">
            <a:solidFill>
              <a:srgbClr val="4A4A4A"/>
            </a:solidFill>
            <a:round/>
          </a:ln>
        </p:spPr>
        <p:txBody>
          <a:bodyPr lIns="2160" tIns="-1440" rIns="2160" bIns="-144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717" name=""/>
          <p:cNvSpPr/>
          <p:nvPr/>
        </p:nvSpPr>
        <p:spPr>
          <a:xfrm>
            <a:off x="5106960" y="1648080"/>
            <a:ext cx="720" cy="1800"/>
          </a:xfrm>
          <a:custGeom>
            <a:avLst/>
            <a:gdLst/>
            <a:ahLst/>
            <a:rect l="0" t="0" r="r" b="b"/>
            <a:pathLst>
              <a:path fill="none" w="2" h="5">
                <a:moveTo>
                  <a:pt x="2" y="5"/>
                </a:moveTo>
                <a:lnTo>
                  <a:pt x="0" y="5"/>
                </a:lnTo>
                <a:lnTo>
                  <a:pt x="0" y="3"/>
                </a:lnTo>
                <a:lnTo>
                  <a:pt x="0" y="2"/>
                </a:lnTo>
                <a:lnTo>
                  <a:pt x="0" y="0"/>
                </a:lnTo>
                <a:lnTo>
                  <a:pt x="2" y="0"/>
                </a:lnTo>
                <a:lnTo>
                  <a:pt x="2" y="2"/>
                </a:lnTo>
                <a:lnTo>
                  <a:pt x="2" y="3"/>
                </a:lnTo>
                <a:lnTo>
                  <a:pt x="2" y="5"/>
                </a:lnTo>
              </a:path>
            </a:pathLst>
          </a:custGeom>
          <a:ln w="4680">
            <a:solidFill>
              <a:srgbClr val="4A4A4A"/>
            </a:solidFill>
            <a:round/>
          </a:ln>
        </p:spPr>
        <p:txBody>
          <a:bodyPr lIns="2160" tIns="-360" rIns="2160" bIns="-3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718" name=""/>
          <p:cNvSpPr/>
          <p:nvPr/>
        </p:nvSpPr>
        <p:spPr>
          <a:xfrm>
            <a:off x="5195880" y="1646280"/>
            <a:ext cx="1080" cy="1440"/>
          </a:xfrm>
          <a:custGeom>
            <a:avLst/>
            <a:gdLst/>
            <a:ahLst/>
            <a:rect l="0" t="0" r="r" b="b"/>
            <a:pathLst>
              <a:path fill="none" w="3" h="4">
                <a:moveTo>
                  <a:pt x="0" y="4"/>
                </a:moveTo>
                <a:lnTo>
                  <a:pt x="0" y="2"/>
                </a:lnTo>
                <a:lnTo>
                  <a:pt x="0" y="0"/>
                </a:lnTo>
                <a:lnTo>
                  <a:pt x="1" y="0"/>
                </a:lnTo>
                <a:lnTo>
                  <a:pt x="3" y="2"/>
                </a:lnTo>
                <a:lnTo>
                  <a:pt x="0" y="4"/>
                </a:lnTo>
              </a:path>
            </a:pathLst>
          </a:custGeom>
          <a:ln w="4680">
            <a:solidFill>
              <a:srgbClr val="4A4A4A"/>
            </a:solidFill>
            <a:round/>
          </a:ln>
        </p:spPr>
        <p:txBody>
          <a:bodyPr lIns="2160" tIns="-720" rIns="2160" bIns="-7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719" name=""/>
          <p:cNvSpPr/>
          <p:nvPr/>
        </p:nvSpPr>
        <p:spPr>
          <a:xfrm>
            <a:off x="5112720" y="1646280"/>
            <a:ext cx="720" cy="1440"/>
          </a:xfrm>
          <a:custGeom>
            <a:avLst/>
            <a:gdLst/>
            <a:ahLst/>
            <a:rect l="0" t="0" r="r" b="b"/>
            <a:pathLst>
              <a:path fill="none" w="2" h="4">
                <a:moveTo>
                  <a:pt x="2" y="2"/>
                </a:moveTo>
                <a:lnTo>
                  <a:pt x="2" y="4"/>
                </a:lnTo>
                <a:lnTo>
                  <a:pt x="0" y="4"/>
                </a:lnTo>
                <a:lnTo>
                  <a:pt x="0" y="2"/>
                </a:lnTo>
                <a:lnTo>
                  <a:pt x="0" y="0"/>
                </a:lnTo>
                <a:lnTo>
                  <a:pt x="0" y="2"/>
                </a:lnTo>
                <a:lnTo>
                  <a:pt x="2" y="2"/>
                </a:lnTo>
              </a:path>
            </a:pathLst>
          </a:custGeom>
          <a:ln w="4680">
            <a:solidFill>
              <a:srgbClr val="4A4A4A"/>
            </a:solidFill>
            <a:round/>
          </a:ln>
        </p:spPr>
        <p:txBody>
          <a:bodyPr lIns="2160" tIns="-720" rIns="2160" bIns="-7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720" name=""/>
          <p:cNvSpPr/>
          <p:nvPr/>
        </p:nvSpPr>
        <p:spPr>
          <a:xfrm>
            <a:off x="5138640" y="1641600"/>
            <a:ext cx="68760" cy="159480"/>
          </a:xfrm>
          <a:custGeom>
            <a:avLst/>
            <a:gdLst/>
            <a:ahLst/>
            <a:rect l="0" t="0" r="r" b="b"/>
            <a:pathLst>
              <a:path fill="none" w="191" h="443">
                <a:moveTo>
                  <a:pt x="136" y="0"/>
                </a:moveTo>
                <a:lnTo>
                  <a:pt x="136" y="1"/>
                </a:lnTo>
                <a:lnTo>
                  <a:pt x="137" y="1"/>
                </a:lnTo>
                <a:lnTo>
                  <a:pt x="138" y="1"/>
                </a:lnTo>
                <a:lnTo>
                  <a:pt x="140" y="2"/>
                </a:lnTo>
                <a:lnTo>
                  <a:pt x="141" y="2"/>
                </a:lnTo>
                <a:lnTo>
                  <a:pt x="141" y="3"/>
                </a:lnTo>
                <a:lnTo>
                  <a:pt x="142" y="3"/>
                </a:lnTo>
                <a:lnTo>
                  <a:pt x="142" y="4"/>
                </a:lnTo>
                <a:lnTo>
                  <a:pt x="143" y="5"/>
                </a:lnTo>
                <a:lnTo>
                  <a:pt x="143" y="6"/>
                </a:lnTo>
                <a:lnTo>
                  <a:pt x="143" y="7"/>
                </a:lnTo>
                <a:lnTo>
                  <a:pt x="144" y="7"/>
                </a:lnTo>
                <a:lnTo>
                  <a:pt x="145" y="7"/>
                </a:lnTo>
                <a:lnTo>
                  <a:pt x="145" y="8"/>
                </a:lnTo>
                <a:lnTo>
                  <a:pt x="145" y="9"/>
                </a:lnTo>
                <a:lnTo>
                  <a:pt x="146" y="9"/>
                </a:lnTo>
                <a:lnTo>
                  <a:pt x="147" y="10"/>
                </a:lnTo>
                <a:lnTo>
                  <a:pt x="148" y="10"/>
                </a:lnTo>
                <a:lnTo>
                  <a:pt x="149" y="10"/>
                </a:lnTo>
                <a:lnTo>
                  <a:pt x="150" y="9"/>
                </a:lnTo>
                <a:lnTo>
                  <a:pt x="151" y="8"/>
                </a:lnTo>
                <a:lnTo>
                  <a:pt x="151" y="9"/>
                </a:lnTo>
                <a:lnTo>
                  <a:pt x="150" y="10"/>
                </a:lnTo>
                <a:lnTo>
                  <a:pt x="150" y="11"/>
                </a:lnTo>
                <a:lnTo>
                  <a:pt x="150" y="12"/>
                </a:lnTo>
                <a:lnTo>
                  <a:pt x="150" y="13"/>
                </a:lnTo>
                <a:lnTo>
                  <a:pt x="151" y="13"/>
                </a:lnTo>
                <a:lnTo>
                  <a:pt x="151" y="12"/>
                </a:lnTo>
                <a:lnTo>
                  <a:pt x="152" y="13"/>
                </a:lnTo>
                <a:lnTo>
                  <a:pt x="153" y="13"/>
                </a:lnTo>
                <a:lnTo>
                  <a:pt x="153" y="14"/>
                </a:lnTo>
                <a:lnTo>
                  <a:pt x="154" y="14"/>
                </a:lnTo>
                <a:lnTo>
                  <a:pt x="155" y="14"/>
                </a:lnTo>
                <a:lnTo>
                  <a:pt x="156" y="14"/>
                </a:lnTo>
                <a:lnTo>
                  <a:pt x="156" y="15"/>
                </a:lnTo>
                <a:lnTo>
                  <a:pt x="157" y="15"/>
                </a:lnTo>
                <a:lnTo>
                  <a:pt x="158" y="15"/>
                </a:lnTo>
                <a:lnTo>
                  <a:pt x="158" y="16"/>
                </a:lnTo>
                <a:lnTo>
                  <a:pt x="159" y="16"/>
                </a:lnTo>
                <a:lnTo>
                  <a:pt x="158" y="17"/>
                </a:lnTo>
                <a:lnTo>
                  <a:pt x="157" y="17"/>
                </a:lnTo>
                <a:lnTo>
                  <a:pt x="157" y="18"/>
                </a:lnTo>
                <a:lnTo>
                  <a:pt x="158" y="18"/>
                </a:lnTo>
                <a:lnTo>
                  <a:pt x="158" y="17"/>
                </a:lnTo>
                <a:lnTo>
                  <a:pt x="159" y="16"/>
                </a:lnTo>
                <a:lnTo>
                  <a:pt x="159" y="15"/>
                </a:lnTo>
                <a:lnTo>
                  <a:pt x="160" y="15"/>
                </a:lnTo>
                <a:lnTo>
                  <a:pt x="160" y="14"/>
                </a:lnTo>
                <a:lnTo>
                  <a:pt x="161" y="14"/>
                </a:lnTo>
                <a:lnTo>
                  <a:pt x="161" y="15"/>
                </a:lnTo>
                <a:lnTo>
                  <a:pt x="162" y="15"/>
                </a:lnTo>
                <a:lnTo>
                  <a:pt x="163" y="15"/>
                </a:lnTo>
                <a:lnTo>
                  <a:pt x="164" y="14"/>
                </a:lnTo>
                <a:lnTo>
                  <a:pt x="165" y="15"/>
                </a:lnTo>
                <a:lnTo>
                  <a:pt x="164" y="15"/>
                </a:lnTo>
                <a:lnTo>
                  <a:pt x="164" y="16"/>
                </a:lnTo>
                <a:lnTo>
                  <a:pt x="165" y="16"/>
                </a:lnTo>
                <a:lnTo>
                  <a:pt x="166" y="16"/>
                </a:lnTo>
                <a:lnTo>
                  <a:pt x="167" y="16"/>
                </a:lnTo>
                <a:lnTo>
                  <a:pt x="166" y="16"/>
                </a:lnTo>
                <a:lnTo>
                  <a:pt x="166" y="17"/>
                </a:lnTo>
                <a:lnTo>
                  <a:pt x="167" y="17"/>
                </a:lnTo>
                <a:lnTo>
                  <a:pt x="168" y="17"/>
                </a:lnTo>
                <a:lnTo>
                  <a:pt x="168" y="16"/>
                </a:lnTo>
                <a:lnTo>
                  <a:pt x="169" y="16"/>
                </a:lnTo>
                <a:lnTo>
                  <a:pt x="170" y="16"/>
                </a:lnTo>
                <a:lnTo>
                  <a:pt x="172" y="17"/>
                </a:lnTo>
                <a:lnTo>
                  <a:pt x="173" y="16"/>
                </a:lnTo>
                <a:lnTo>
                  <a:pt x="174" y="16"/>
                </a:lnTo>
                <a:lnTo>
                  <a:pt x="175" y="16"/>
                </a:lnTo>
                <a:lnTo>
                  <a:pt x="176" y="16"/>
                </a:lnTo>
                <a:lnTo>
                  <a:pt x="177" y="16"/>
                </a:lnTo>
                <a:lnTo>
                  <a:pt x="178" y="15"/>
                </a:lnTo>
                <a:lnTo>
                  <a:pt x="178" y="16"/>
                </a:lnTo>
                <a:lnTo>
                  <a:pt x="178" y="17"/>
                </a:lnTo>
                <a:lnTo>
                  <a:pt x="179" y="17"/>
                </a:lnTo>
                <a:lnTo>
                  <a:pt x="179" y="18"/>
                </a:lnTo>
                <a:lnTo>
                  <a:pt x="178" y="18"/>
                </a:lnTo>
                <a:lnTo>
                  <a:pt x="178" y="19"/>
                </a:lnTo>
                <a:lnTo>
                  <a:pt x="178" y="20"/>
                </a:lnTo>
                <a:lnTo>
                  <a:pt x="178" y="21"/>
                </a:lnTo>
                <a:lnTo>
                  <a:pt x="179" y="21"/>
                </a:lnTo>
                <a:lnTo>
                  <a:pt x="179" y="22"/>
                </a:lnTo>
                <a:lnTo>
                  <a:pt x="180" y="22"/>
                </a:lnTo>
                <a:lnTo>
                  <a:pt x="181" y="23"/>
                </a:lnTo>
                <a:lnTo>
                  <a:pt x="181" y="24"/>
                </a:lnTo>
                <a:lnTo>
                  <a:pt x="181" y="25"/>
                </a:lnTo>
                <a:lnTo>
                  <a:pt x="181" y="26"/>
                </a:lnTo>
                <a:lnTo>
                  <a:pt x="182" y="26"/>
                </a:lnTo>
                <a:lnTo>
                  <a:pt x="182" y="27"/>
                </a:lnTo>
                <a:lnTo>
                  <a:pt x="182" y="28"/>
                </a:lnTo>
                <a:lnTo>
                  <a:pt x="183" y="28"/>
                </a:lnTo>
                <a:lnTo>
                  <a:pt x="184" y="28"/>
                </a:lnTo>
                <a:lnTo>
                  <a:pt x="186" y="27"/>
                </a:lnTo>
                <a:lnTo>
                  <a:pt x="187" y="27"/>
                </a:lnTo>
                <a:lnTo>
                  <a:pt x="188" y="27"/>
                </a:lnTo>
                <a:lnTo>
                  <a:pt x="189" y="27"/>
                </a:lnTo>
                <a:lnTo>
                  <a:pt x="189" y="28"/>
                </a:lnTo>
                <a:lnTo>
                  <a:pt x="190" y="28"/>
                </a:lnTo>
                <a:lnTo>
                  <a:pt x="190" y="27"/>
                </a:lnTo>
                <a:lnTo>
                  <a:pt x="191" y="27"/>
                </a:lnTo>
                <a:lnTo>
                  <a:pt x="191" y="28"/>
                </a:lnTo>
                <a:lnTo>
                  <a:pt x="191" y="29"/>
                </a:lnTo>
                <a:lnTo>
                  <a:pt x="190" y="29"/>
                </a:lnTo>
                <a:lnTo>
                  <a:pt x="190" y="30"/>
                </a:lnTo>
                <a:lnTo>
                  <a:pt x="189" y="30"/>
                </a:lnTo>
                <a:lnTo>
                  <a:pt x="189" y="31"/>
                </a:lnTo>
                <a:lnTo>
                  <a:pt x="188" y="32"/>
                </a:lnTo>
                <a:lnTo>
                  <a:pt x="187" y="32"/>
                </a:lnTo>
                <a:lnTo>
                  <a:pt x="186" y="32"/>
                </a:lnTo>
                <a:lnTo>
                  <a:pt x="186" y="33"/>
                </a:lnTo>
                <a:lnTo>
                  <a:pt x="184" y="33"/>
                </a:lnTo>
                <a:lnTo>
                  <a:pt x="183" y="34"/>
                </a:lnTo>
                <a:lnTo>
                  <a:pt x="182" y="35"/>
                </a:lnTo>
                <a:lnTo>
                  <a:pt x="182" y="36"/>
                </a:lnTo>
                <a:lnTo>
                  <a:pt x="181" y="37"/>
                </a:lnTo>
                <a:lnTo>
                  <a:pt x="180" y="38"/>
                </a:lnTo>
                <a:lnTo>
                  <a:pt x="179" y="39"/>
                </a:lnTo>
                <a:lnTo>
                  <a:pt x="179" y="40"/>
                </a:lnTo>
                <a:lnTo>
                  <a:pt x="178" y="40"/>
                </a:lnTo>
                <a:lnTo>
                  <a:pt x="179" y="41"/>
                </a:lnTo>
                <a:lnTo>
                  <a:pt x="178" y="42"/>
                </a:lnTo>
                <a:lnTo>
                  <a:pt x="178" y="43"/>
                </a:lnTo>
                <a:lnTo>
                  <a:pt x="177" y="44"/>
                </a:lnTo>
                <a:lnTo>
                  <a:pt x="176" y="46"/>
                </a:lnTo>
                <a:lnTo>
                  <a:pt x="175" y="46"/>
                </a:lnTo>
                <a:lnTo>
                  <a:pt x="175" y="48"/>
                </a:lnTo>
                <a:lnTo>
                  <a:pt x="174" y="49"/>
                </a:lnTo>
                <a:lnTo>
                  <a:pt x="174" y="50"/>
                </a:lnTo>
                <a:lnTo>
                  <a:pt x="174" y="51"/>
                </a:lnTo>
                <a:lnTo>
                  <a:pt x="174" y="52"/>
                </a:lnTo>
                <a:lnTo>
                  <a:pt x="174" y="54"/>
                </a:lnTo>
                <a:lnTo>
                  <a:pt x="173" y="54"/>
                </a:lnTo>
                <a:lnTo>
                  <a:pt x="173" y="56"/>
                </a:lnTo>
                <a:lnTo>
                  <a:pt x="174" y="58"/>
                </a:lnTo>
                <a:lnTo>
                  <a:pt x="174" y="59"/>
                </a:lnTo>
                <a:lnTo>
                  <a:pt x="174" y="60"/>
                </a:lnTo>
                <a:lnTo>
                  <a:pt x="174" y="61"/>
                </a:lnTo>
                <a:lnTo>
                  <a:pt x="174" y="62"/>
                </a:lnTo>
                <a:lnTo>
                  <a:pt x="174" y="63"/>
                </a:lnTo>
                <a:lnTo>
                  <a:pt x="175" y="64"/>
                </a:lnTo>
                <a:lnTo>
                  <a:pt x="175" y="65"/>
                </a:lnTo>
                <a:lnTo>
                  <a:pt x="175" y="66"/>
                </a:lnTo>
                <a:lnTo>
                  <a:pt x="176" y="67"/>
                </a:lnTo>
                <a:lnTo>
                  <a:pt x="177" y="68"/>
                </a:lnTo>
                <a:lnTo>
                  <a:pt x="177" y="69"/>
                </a:lnTo>
                <a:lnTo>
                  <a:pt x="176" y="69"/>
                </a:lnTo>
                <a:lnTo>
                  <a:pt x="175" y="70"/>
                </a:lnTo>
                <a:lnTo>
                  <a:pt x="176" y="70"/>
                </a:lnTo>
                <a:lnTo>
                  <a:pt x="177" y="70"/>
                </a:lnTo>
                <a:lnTo>
                  <a:pt x="178" y="70"/>
                </a:lnTo>
                <a:lnTo>
                  <a:pt x="178" y="71"/>
                </a:lnTo>
                <a:lnTo>
                  <a:pt x="178" y="72"/>
                </a:lnTo>
                <a:lnTo>
                  <a:pt x="178" y="73"/>
                </a:lnTo>
                <a:lnTo>
                  <a:pt x="178" y="74"/>
                </a:lnTo>
                <a:lnTo>
                  <a:pt x="179" y="75"/>
                </a:lnTo>
                <a:lnTo>
                  <a:pt x="179" y="76"/>
                </a:lnTo>
                <a:lnTo>
                  <a:pt x="179" y="77"/>
                </a:lnTo>
                <a:lnTo>
                  <a:pt x="180" y="77"/>
                </a:lnTo>
                <a:lnTo>
                  <a:pt x="180" y="78"/>
                </a:lnTo>
                <a:lnTo>
                  <a:pt x="181" y="79"/>
                </a:lnTo>
                <a:lnTo>
                  <a:pt x="182" y="80"/>
                </a:lnTo>
                <a:lnTo>
                  <a:pt x="182" y="82"/>
                </a:lnTo>
                <a:lnTo>
                  <a:pt x="183" y="82"/>
                </a:lnTo>
                <a:lnTo>
                  <a:pt x="186" y="83"/>
                </a:lnTo>
                <a:lnTo>
                  <a:pt x="187" y="83"/>
                </a:lnTo>
                <a:lnTo>
                  <a:pt x="186" y="83"/>
                </a:lnTo>
                <a:lnTo>
                  <a:pt x="184" y="83"/>
                </a:lnTo>
                <a:lnTo>
                  <a:pt x="183" y="83"/>
                </a:lnTo>
                <a:lnTo>
                  <a:pt x="182" y="83"/>
                </a:lnTo>
                <a:lnTo>
                  <a:pt x="182" y="84"/>
                </a:lnTo>
                <a:lnTo>
                  <a:pt x="183" y="84"/>
                </a:lnTo>
                <a:lnTo>
                  <a:pt x="183" y="85"/>
                </a:lnTo>
                <a:lnTo>
                  <a:pt x="184" y="85"/>
                </a:lnTo>
                <a:lnTo>
                  <a:pt x="186" y="86"/>
                </a:lnTo>
                <a:lnTo>
                  <a:pt x="184" y="86"/>
                </a:lnTo>
                <a:lnTo>
                  <a:pt x="184" y="87"/>
                </a:lnTo>
                <a:lnTo>
                  <a:pt x="184" y="88"/>
                </a:lnTo>
                <a:lnTo>
                  <a:pt x="186" y="89"/>
                </a:lnTo>
                <a:lnTo>
                  <a:pt x="186" y="90"/>
                </a:lnTo>
                <a:lnTo>
                  <a:pt x="187" y="92"/>
                </a:lnTo>
                <a:lnTo>
                  <a:pt x="186" y="92"/>
                </a:lnTo>
                <a:lnTo>
                  <a:pt x="186" y="93"/>
                </a:lnTo>
                <a:lnTo>
                  <a:pt x="183" y="94"/>
                </a:lnTo>
                <a:lnTo>
                  <a:pt x="182" y="94"/>
                </a:lnTo>
                <a:lnTo>
                  <a:pt x="182" y="95"/>
                </a:lnTo>
                <a:lnTo>
                  <a:pt x="182" y="96"/>
                </a:lnTo>
                <a:lnTo>
                  <a:pt x="182" y="97"/>
                </a:lnTo>
                <a:lnTo>
                  <a:pt x="183" y="97"/>
                </a:lnTo>
                <a:lnTo>
                  <a:pt x="184" y="97"/>
                </a:lnTo>
                <a:lnTo>
                  <a:pt x="184" y="98"/>
                </a:lnTo>
                <a:lnTo>
                  <a:pt x="184" y="99"/>
                </a:lnTo>
                <a:lnTo>
                  <a:pt x="183" y="99"/>
                </a:lnTo>
                <a:lnTo>
                  <a:pt x="183" y="100"/>
                </a:lnTo>
                <a:lnTo>
                  <a:pt x="182" y="101"/>
                </a:lnTo>
                <a:lnTo>
                  <a:pt x="181" y="101"/>
                </a:lnTo>
                <a:lnTo>
                  <a:pt x="181" y="102"/>
                </a:lnTo>
                <a:lnTo>
                  <a:pt x="181" y="103"/>
                </a:lnTo>
                <a:lnTo>
                  <a:pt x="181" y="104"/>
                </a:lnTo>
                <a:lnTo>
                  <a:pt x="180" y="105"/>
                </a:lnTo>
                <a:lnTo>
                  <a:pt x="179" y="105"/>
                </a:lnTo>
                <a:lnTo>
                  <a:pt x="179" y="106"/>
                </a:lnTo>
                <a:lnTo>
                  <a:pt x="179" y="107"/>
                </a:lnTo>
                <a:lnTo>
                  <a:pt x="179" y="108"/>
                </a:lnTo>
                <a:lnTo>
                  <a:pt x="179" y="111"/>
                </a:lnTo>
                <a:lnTo>
                  <a:pt x="179" y="112"/>
                </a:lnTo>
                <a:lnTo>
                  <a:pt x="179" y="113"/>
                </a:lnTo>
                <a:lnTo>
                  <a:pt x="179" y="115"/>
                </a:lnTo>
                <a:lnTo>
                  <a:pt x="178" y="116"/>
                </a:lnTo>
                <a:lnTo>
                  <a:pt x="178" y="118"/>
                </a:lnTo>
                <a:lnTo>
                  <a:pt x="178" y="119"/>
                </a:lnTo>
                <a:lnTo>
                  <a:pt x="178" y="120"/>
                </a:lnTo>
                <a:lnTo>
                  <a:pt x="178" y="121"/>
                </a:lnTo>
                <a:lnTo>
                  <a:pt x="179" y="121"/>
                </a:lnTo>
                <a:lnTo>
                  <a:pt x="179" y="123"/>
                </a:lnTo>
                <a:lnTo>
                  <a:pt x="178" y="123"/>
                </a:lnTo>
                <a:lnTo>
                  <a:pt x="177" y="123"/>
                </a:lnTo>
                <a:lnTo>
                  <a:pt x="177" y="125"/>
                </a:lnTo>
                <a:lnTo>
                  <a:pt x="177" y="126"/>
                </a:lnTo>
                <a:lnTo>
                  <a:pt x="176" y="126"/>
                </a:lnTo>
                <a:lnTo>
                  <a:pt x="176" y="127"/>
                </a:lnTo>
                <a:lnTo>
                  <a:pt x="176" y="128"/>
                </a:lnTo>
                <a:lnTo>
                  <a:pt x="176" y="129"/>
                </a:lnTo>
                <a:lnTo>
                  <a:pt x="175" y="130"/>
                </a:lnTo>
                <a:lnTo>
                  <a:pt x="175" y="131"/>
                </a:lnTo>
                <a:lnTo>
                  <a:pt x="174" y="131"/>
                </a:lnTo>
                <a:lnTo>
                  <a:pt x="173" y="132"/>
                </a:lnTo>
                <a:lnTo>
                  <a:pt x="173" y="133"/>
                </a:lnTo>
                <a:lnTo>
                  <a:pt x="173" y="134"/>
                </a:lnTo>
                <a:lnTo>
                  <a:pt x="172" y="134"/>
                </a:lnTo>
                <a:lnTo>
                  <a:pt x="172" y="135"/>
                </a:lnTo>
                <a:lnTo>
                  <a:pt x="171" y="136"/>
                </a:lnTo>
                <a:lnTo>
                  <a:pt x="170" y="136"/>
                </a:lnTo>
                <a:lnTo>
                  <a:pt x="170" y="137"/>
                </a:lnTo>
                <a:lnTo>
                  <a:pt x="169" y="137"/>
                </a:lnTo>
                <a:lnTo>
                  <a:pt x="169" y="138"/>
                </a:lnTo>
                <a:lnTo>
                  <a:pt x="169" y="139"/>
                </a:lnTo>
                <a:lnTo>
                  <a:pt x="168" y="139"/>
                </a:lnTo>
                <a:lnTo>
                  <a:pt x="168" y="140"/>
                </a:lnTo>
                <a:lnTo>
                  <a:pt x="168" y="141"/>
                </a:lnTo>
                <a:lnTo>
                  <a:pt x="168" y="142"/>
                </a:lnTo>
                <a:lnTo>
                  <a:pt x="169" y="142"/>
                </a:lnTo>
                <a:lnTo>
                  <a:pt x="169" y="143"/>
                </a:lnTo>
                <a:lnTo>
                  <a:pt x="170" y="145"/>
                </a:lnTo>
                <a:lnTo>
                  <a:pt x="170" y="146"/>
                </a:lnTo>
                <a:lnTo>
                  <a:pt x="169" y="148"/>
                </a:lnTo>
                <a:lnTo>
                  <a:pt x="168" y="150"/>
                </a:lnTo>
                <a:lnTo>
                  <a:pt x="167" y="150"/>
                </a:lnTo>
                <a:lnTo>
                  <a:pt x="167" y="151"/>
                </a:lnTo>
                <a:lnTo>
                  <a:pt x="166" y="151"/>
                </a:lnTo>
                <a:lnTo>
                  <a:pt x="166" y="152"/>
                </a:lnTo>
                <a:lnTo>
                  <a:pt x="166" y="153"/>
                </a:lnTo>
                <a:lnTo>
                  <a:pt x="165" y="154"/>
                </a:lnTo>
                <a:lnTo>
                  <a:pt x="165" y="155"/>
                </a:lnTo>
                <a:lnTo>
                  <a:pt x="166" y="155"/>
                </a:lnTo>
                <a:lnTo>
                  <a:pt x="166" y="156"/>
                </a:lnTo>
                <a:lnTo>
                  <a:pt x="166" y="158"/>
                </a:lnTo>
                <a:lnTo>
                  <a:pt x="167" y="158"/>
                </a:lnTo>
                <a:lnTo>
                  <a:pt x="167" y="159"/>
                </a:lnTo>
                <a:lnTo>
                  <a:pt x="168" y="160"/>
                </a:lnTo>
                <a:lnTo>
                  <a:pt x="169" y="161"/>
                </a:lnTo>
                <a:lnTo>
                  <a:pt x="170" y="161"/>
                </a:lnTo>
                <a:lnTo>
                  <a:pt x="171" y="162"/>
                </a:lnTo>
                <a:lnTo>
                  <a:pt x="171" y="163"/>
                </a:lnTo>
                <a:lnTo>
                  <a:pt x="170" y="164"/>
                </a:lnTo>
                <a:lnTo>
                  <a:pt x="170" y="165"/>
                </a:lnTo>
                <a:lnTo>
                  <a:pt x="169" y="166"/>
                </a:lnTo>
                <a:lnTo>
                  <a:pt x="168" y="166"/>
                </a:lnTo>
                <a:lnTo>
                  <a:pt x="168" y="167"/>
                </a:lnTo>
                <a:lnTo>
                  <a:pt x="167" y="169"/>
                </a:lnTo>
                <a:lnTo>
                  <a:pt x="167" y="170"/>
                </a:lnTo>
                <a:lnTo>
                  <a:pt x="167" y="171"/>
                </a:lnTo>
                <a:lnTo>
                  <a:pt x="168" y="171"/>
                </a:lnTo>
                <a:lnTo>
                  <a:pt x="168" y="173"/>
                </a:lnTo>
                <a:lnTo>
                  <a:pt x="168" y="174"/>
                </a:lnTo>
                <a:lnTo>
                  <a:pt x="168" y="175"/>
                </a:lnTo>
                <a:lnTo>
                  <a:pt x="168" y="176"/>
                </a:lnTo>
                <a:lnTo>
                  <a:pt x="168" y="177"/>
                </a:lnTo>
                <a:lnTo>
                  <a:pt x="168" y="182"/>
                </a:lnTo>
                <a:lnTo>
                  <a:pt x="168" y="183"/>
                </a:lnTo>
                <a:lnTo>
                  <a:pt x="168" y="184"/>
                </a:lnTo>
                <a:lnTo>
                  <a:pt x="168" y="185"/>
                </a:lnTo>
                <a:lnTo>
                  <a:pt x="167" y="185"/>
                </a:lnTo>
                <a:lnTo>
                  <a:pt x="167" y="186"/>
                </a:lnTo>
                <a:lnTo>
                  <a:pt x="167" y="188"/>
                </a:lnTo>
                <a:lnTo>
                  <a:pt x="167" y="189"/>
                </a:lnTo>
                <a:lnTo>
                  <a:pt x="166" y="189"/>
                </a:lnTo>
                <a:lnTo>
                  <a:pt x="166" y="191"/>
                </a:lnTo>
                <a:lnTo>
                  <a:pt x="166" y="193"/>
                </a:lnTo>
                <a:lnTo>
                  <a:pt x="167" y="193"/>
                </a:lnTo>
                <a:lnTo>
                  <a:pt x="167" y="194"/>
                </a:lnTo>
                <a:lnTo>
                  <a:pt x="167" y="195"/>
                </a:lnTo>
                <a:lnTo>
                  <a:pt x="167" y="196"/>
                </a:lnTo>
                <a:lnTo>
                  <a:pt x="167" y="197"/>
                </a:lnTo>
                <a:lnTo>
                  <a:pt x="167" y="198"/>
                </a:lnTo>
                <a:lnTo>
                  <a:pt x="166" y="199"/>
                </a:lnTo>
                <a:lnTo>
                  <a:pt x="166" y="200"/>
                </a:lnTo>
                <a:lnTo>
                  <a:pt x="165" y="201"/>
                </a:lnTo>
                <a:lnTo>
                  <a:pt x="165" y="202"/>
                </a:lnTo>
                <a:lnTo>
                  <a:pt x="166" y="203"/>
                </a:lnTo>
                <a:lnTo>
                  <a:pt x="166" y="204"/>
                </a:lnTo>
                <a:lnTo>
                  <a:pt x="166" y="205"/>
                </a:lnTo>
                <a:lnTo>
                  <a:pt x="166" y="207"/>
                </a:lnTo>
                <a:lnTo>
                  <a:pt x="166" y="208"/>
                </a:lnTo>
                <a:lnTo>
                  <a:pt x="166" y="209"/>
                </a:lnTo>
                <a:lnTo>
                  <a:pt x="165" y="210"/>
                </a:lnTo>
                <a:lnTo>
                  <a:pt x="165" y="212"/>
                </a:lnTo>
                <a:lnTo>
                  <a:pt x="165" y="213"/>
                </a:lnTo>
                <a:lnTo>
                  <a:pt x="165" y="214"/>
                </a:lnTo>
                <a:lnTo>
                  <a:pt x="165" y="216"/>
                </a:lnTo>
                <a:lnTo>
                  <a:pt x="166" y="216"/>
                </a:lnTo>
                <a:lnTo>
                  <a:pt x="166" y="218"/>
                </a:lnTo>
                <a:lnTo>
                  <a:pt x="165" y="218"/>
                </a:lnTo>
                <a:lnTo>
                  <a:pt x="165" y="219"/>
                </a:lnTo>
                <a:lnTo>
                  <a:pt x="166" y="219"/>
                </a:lnTo>
                <a:lnTo>
                  <a:pt x="165" y="219"/>
                </a:lnTo>
                <a:lnTo>
                  <a:pt x="165" y="220"/>
                </a:lnTo>
                <a:lnTo>
                  <a:pt x="165" y="221"/>
                </a:lnTo>
                <a:lnTo>
                  <a:pt x="164" y="222"/>
                </a:lnTo>
                <a:lnTo>
                  <a:pt x="164" y="223"/>
                </a:lnTo>
                <a:lnTo>
                  <a:pt x="164" y="224"/>
                </a:lnTo>
                <a:lnTo>
                  <a:pt x="164" y="225"/>
                </a:lnTo>
                <a:lnTo>
                  <a:pt x="164" y="227"/>
                </a:lnTo>
                <a:lnTo>
                  <a:pt x="164" y="228"/>
                </a:lnTo>
                <a:lnTo>
                  <a:pt x="165" y="229"/>
                </a:lnTo>
                <a:lnTo>
                  <a:pt x="165" y="230"/>
                </a:lnTo>
                <a:lnTo>
                  <a:pt x="166" y="230"/>
                </a:lnTo>
                <a:lnTo>
                  <a:pt x="166" y="231"/>
                </a:lnTo>
                <a:lnTo>
                  <a:pt x="166" y="232"/>
                </a:lnTo>
                <a:lnTo>
                  <a:pt x="165" y="233"/>
                </a:lnTo>
                <a:lnTo>
                  <a:pt x="165" y="234"/>
                </a:lnTo>
                <a:lnTo>
                  <a:pt x="165" y="237"/>
                </a:lnTo>
                <a:lnTo>
                  <a:pt x="165" y="238"/>
                </a:lnTo>
                <a:lnTo>
                  <a:pt x="165" y="239"/>
                </a:lnTo>
                <a:lnTo>
                  <a:pt x="164" y="239"/>
                </a:lnTo>
                <a:lnTo>
                  <a:pt x="164" y="241"/>
                </a:lnTo>
                <a:lnTo>
                  <a:pt x="164" y="242"/>
                </a:lnTo>
                <a:lnTo>
                  <a:pt x="164" y="243"/>
                </a:lnTo>
                <a:lnTo>
                  <a:pt x="163" y="244"/>
                </a:lnTo>
                <a:lnTo>
                  <a:pt x="164" y="245"/>
                </a:lnTo>
                <a:lnTo>
                  <a:pt x="164" y="246"/>
                </a:lnTo>
                <a:lnTo>
                  <a:pt x="163" y="246"/>
                </a:lnTo>
                <a:lnTo>
                  <a:pt x="164" y="246"/>
                </a:lnTo>
                <a:lnTo>
                  <a:pt x="164" y="249"/>
                </a:lnTo>
                <a:lnTo>
                  <a:pt x="164" y="251"/>
                </a:lnTo>
                <a:lnTo>
                  <a:pt x="164" y="252"/>
                </a:lnTo>
                <a:lnTo>
                  <a:pt x="164" y="253"/>
                </a:lnTo>
                <a:lnTo>
                  <a:pt x="163" y="254"/>
                </a:lnTo>
                <a:lnTo>
                  <a:pt x="162" y="254"/>
                </a:lnTo>
                <a:lnTo>
                  <a:pt x="162" y="255"/>
                </a:lnTo>
                <a:lnTo>
                  <a:pt x="161" y="256"/>
                </a:lnTo>
                <a:lnTo>
                  <a:pt x="161" y="257"/>
                </a:lnTo>
                <a:lnTo>
                  <a:pt x="160" y="258"/>
                </a:lnTo>
                <a:lnTo>
                  <a:pt x="160" y="259"/>
                </a:lnTo>
                <a:lnTo>
                  <a:pt x="160" y="261"/>
                </a:lnTo>
                <a:lnTo>
                  <a:pt x="160" y="264"/>
                </a:lnTo>
                <a:lnTo>
                  <a:pt x="160" y="265"/>
                </a:lnTo>
                <a:lnTo>
                  <a:pt x="161" y="265"/>
                </a:lnTo>
                <a:lnTo>
                  <a:pt x="160" y="266"/>
                </a:lnTo>
                <a:lnTo>
                  <a:pt x="160" y="267"/>
                </a:lnTo>
                <a:lnTo>
                  <a:pt x="159" y="267"/>
                </a:lnTo>
                <a:lnTo>
                  <a:pt x="158" y="268"/>
                </a:lnTo>
                <a:lnTo>
                  <a:pt x="158" y="269"/>
                </a:lnTo>
                <a:lnTo>
                  <a:pt x="158" y="270"/>
                </a:lnTo>
                <a:lnTo>
                  <a:pt x="159" y="270"/>
                </a:lnTo>
                <a:lnTo>
                  <a:pt x="159" y="271"/>
                </a:lnTo>
                <a:lnTo>
                  <a:pt x="159" y="272"/>
                </a:lnTo>
                <a:lnTo>
                  <a:pt x="160" y="273"/>
                </a:lnTo>
                <a:lnTo>
                  <a:pt x="160" y="275"/>
                </a:lnTo>
                <a:lnTo>
                  <a:pt x="160" y="276"/>
                </a:lnTo>
                <a:lnTo>
                  <a:pt x="160" y="277"/>
                </a:lnTo>
                <a:lnTo>
                  <a:pt x="160" y="278"/>
                </a:lnTo>
                <a:lnTo>
                  <a:pt x="161" y="278"/>
                </a:lnTo>
                <a:lnTo>
                  <a:pt x="162" y="278"/>
                </a:lnTo>
                <a:lnTo>
                  <a:pt x="162" y="279"/>
                </a:lnTo>
                <a:lnTo>
                  <a:pt x="161" y="279"/>
                </a:lnTo>
                <a:lnTo>
                  <a:pt x="161" y="280"/>
                </a:lnTo>
                <a:lnTo>
                  <a:pt x="160" y="280"/>
                </a:lnTo>
                <a:lnTo>
                  <a:pt x="160" y="279"/>
                </a:lnTo>
                <a:lnTo>
                  <a:pt x="160" y="280"/>
                </a:lnTo>
                <a:lnTo>
                  <a:pt x="160" y="281"/>
                </a:lnTo>
                <a:lnTo>
                  <a:pt x="159" y="282"/>
                </a:lnTo>
                <a:lnTo>
                  <a:pt x="158" y="283"/>
                </a:lnTo>
                <a:lnTo>
                  <a:pt x="157" y="283"/>
                </a:lnTo>
                <a:lnTo>
                  <a:pt x="156" y="284"/>
                </a:lnTo>
                <a:lnTo>
                  <a:pt x="156" y="285"/>
                </a:lnTo>
                <a:lnTo>
                  <a:pt x="155" y="287"/>
                </a:lnTo>
                <a:lnTo>
                  <a:pt x="155" y="289"/>
                </a:lnTo>
                <a:lnTo>
                  <a:pt x="155" y="290"/>
                </a:lnTo>
                <a:lnTo>
                  <a:pt x="155" y="291"/>
                </a:lnTo>
                <a:lnTo>
                  <a:pt x="155" y="292"/>
                </a:lnTo>
                <a:lnTo>
                  <a:pt x="155" y="293"/>
                </a:lnTo>
                <a:lnTo>
                  <a:pt x="154" y="297"/>
                </a:lnTo>
                <a:lnTo>
                  <a:pt x="153" y="298"/>
                </a:lnTo>
                <a:lnTo>
                  <a:pt x="153" y="299"/>
                </a:lnTo>
                <a:lnTo>
                  <a:pt x="152" y="300"/>
                </a:lnTo>
                <a:lnTo>
                  <a:pt x="152" y="301"/>
                </a:lnTo>
                <a:lnTo>
                  <a:pt x="152" y="302"/>
                </a:lnTo>
                <a:lnTo>
                  <a:pt x="151" y="302"/>
                </a:lnTo>
                <a:lnTo>
                  <a:pt x="150" y="303"/>
                </a:lnTo>
                <a:lnTo>
                  <a:pt x="150" y="304"/>
                </a:lnTo>
                <a:lnTo>
                  <a:pt x="150" y="305"/>
                </a:lnTo>
                <a:lnTo>
                  <a:pt x="148" y="309"/>
                </a:lnTo>
                <a:lnTo>
                  <a:pt x="148" y="310"/>
                </a:lnTo>
                <a:lnTo>
                  <a:pt x="148" y="311"/>
                </a:lnTo>
                <a:lnTo>
                  <a:pt x="147" y="312"/>
                </a:lnTo>
                <a:lnTo>
                  <a:pt x="146" y="313"/>
                </a:lnTo>
                <a:lnTo>
                  <a:pt x="146" y="314"/>
                </a:lnTo>
                <a:lnTo>
                  <a:pt x="145" y="314"/>
                </a:lnTo>
                <a:lnTo>
                  <a:pt x="144" y="315"/>
                </a:lnTo>
                <a:lnTo>
                  <a:pt x="143" y="315"/>
                </a:lnTo>
                <a:lnTo>
                  <a:pt x="142" y="316"/>
                </a:lnTo>
                <a:lnTo>
                  <a:pt x="142" y="317"/>
                </a:lnTo>
                <a:lnTo>
                  <a:pt x="141" y="317"/>
                </a:lnTo>
                <a:lnTo>
                  <a:pt x="141" y="319"/>
                </a:lnTo>
                <a:lnTo>
                  <a:pt x="141" y="320"/>
                </a:lnTo>
                <a:lnTo>
                  <a:pt x="142" y="320"/>
                </a:lnTo>
                <a:lnTo>
                  <a:pt x="143" y="321"/>
                </a:lnTo>
                <a:lnTo>
                  <a:pt x="143" y="322"/>
                </a:lnTo>
                <a:lnTo>
                  <a:pt x="143" y="323"/>
                </a:lnTo>
                <a:lnTo>
                  <a:pt x="143" y="324"/>
                </a:lnTo>
                <a:lnTo>
                  <a:pt x="142" y="324"/>
                </a:lnTo>
                <a:lnTo>
                  <a:pt x="142" y="325"/>
                </a:lnTo>
                <a:lnTo>
                  <a:pt x="141" y="326"/>
                </a:lnTo>
                <a:lnTo>
                  <a:pt x="142" y="327"/>
                </a:lnTo>
                <a:lnTo>
                  <a:pt x="142" y="328"/>
                </a:lnTo>
                <a:lnTo>
                  <a:pt x="141" y="329"/>
                </a:lnTo>
                <a:lnTo>
                  <a:pt x="141" y="330"/>
                </a:lnTo>
                <a:lnTo>
                  <a:pt x="140" y="330"/>
                </a:lnTo>
                <a:lnTo>
                  <a:pt x="140" y="331"/>
                </a:lnTo>
                <a:lnTo>
                  <a:pt x="139" y="331"/>
                </a:lnTo>
                <a:lnTo>
                  <a:pt x="139" y="332"/>
                </a:lnTo>
                <a:lnTo>
                  <a:pt x="138" y="332"/>
                </a:lnTo>
                <a:lnTo>
                  <a:pt x="138" y="333"/>
                </a:lnTo>
                <a:lnTo>
                  <a:pt x="137" y="333"/>
                </a:lnTo>
                <a:lnTo>
                  <a:pt x="137" y="334"/>
                </a:lnTo>
                <a:lnTo>
                  <a:pt x="136" y="335"/>
                </a:lnTo>
                <a:lnTo>
                  <a:pt x="136" y="336"/>
                </a:lnTo>
                <a:lnTo>
                  <a:pt x="135" y="336"/>
                </a:lnTo>
                <a:lnTo>
                  <a:pt x="134" y="337"/>
                </a:lnTo>
                <a:lnTo>
                  <a:pt x="133" y="337"/>
                </a:lnTo>
                <a:lnTo>
                  <a:pt x="132" y="338"/>
                </a:lnTo>
                <a:lnTo>
                  <a:pt x="131" y="338"/>
                </a:lnTo>
                <a:lnTo>
                  <a:pt x="131" y="339"/>
                </a:lnTo>
                <a:lnTo>
                  <a:pt x="130" y="340"/>
                </a:lnTo>
                <a:lnTo>
                  <a:pt x="130" y="341"/>
                </a:lnTo>
                <a:lnTo>
                  <a:pt x="129" y="341"/>
                </a:lnTo>
                <a:lnTo>
                  <a:pt x="129" y="342"/>
                </a:lnTo>
                <a:lnTo>
                  <a:pt x="128" y="342"/>
                </a:lnTo>
                <a:lnTo>
                  <a:pt x="127" y="342"/>
                </a:lnTo>
                <a:lnTo>
                  <a:pt x="127" y="343"/>
                </a:lnTo>
                <a:lnTo>
                  <a:pt x="126" y="344"/>
                </a:lnTo>
                <a:lnTo>
                  <a:pt x="126" y="345"/>
                </a:lnTo>
                <a:lnTo>
                  <a:pt x="126" y="346"/>
                </a:lnTo>
                <a:lnTo>
                  <a:pt x="125" y="346"/>
                </a:lnTo>
                <a:lnTo>
                  <a:pt x="125" y="347"/>
                </a:lnTo>
                <a:lnTo>
                  <a:pt x="125" y="348"/>
                </a:lnTo>
                <a:lnTo>
                  <a:pt x="125" y="353"/>
                </a:lnTo>
                <a:lnTo>
                  <a:pt x="125" y="354"/>
                </a:lnTo>
                <a:lnTo>
                  <a:pt x="124" y="355"/>
                </a:lnTo>
                <a:lnTo>
                  <a:pt x="123" y="356"/>
                </a:lnTo>
                <a:lnTo>
                  <a:pt x="123" y="357"/>
                </a:lnTo>
                <a:lnTo>
                  <a:pt x="122" y="358"/>
                </a:lnTo>
                <a:lnTo>
                  <a:pt x="122" y="359"/>
                </a:lnTo>
                <a:lnTo>
                  <a:pt x="122" y="360"/>
                </a:lnTo>
                <a:lnTo>
                  <a:pt x="122" y="361"/>
                </a:lnTo>
                <a:lnTo>
                  <a:pt x="122" y="362"/>
                </a:lnTo>
                <a:lnTo>
                  <a:pt x="121" y="363"/>
                </a:lnTo>
                <a:lnTo>
                  <a:pt x="121" y="364"/>
                </a:lnTo>
                <a:lnTo>
                  <a:pt x="121" y="365"/>
                </a:lnTo>
                <a:lnTo>
                  <a:pt x="121" y="366"/>
                </a:lnTo>
                <a:lnTo>
                  <a:pt x="121" y="367"/>
                </a:lnTo>
                <a:lnTo>
                  <a:pt x="121" y="368"/>
                </a:lnTo>
                <a:lnTo>
                  <a:pt x="121" y="369"/>
                </a:lnTo>
                <a:lnTo>
                  <a:pt x="120" y="370"/>
                </a:lnTo>
                <a:lnTo>
                  <a:pt x="120" y="371"/>
                </a:lnTo>
                <a:lnTo>
                  <a:pt x="120" y="372"/>
                </a:lnTo>
                <a:lnTo>
                  <a:pt x="120" y="373"/>
                </a:lnTo>
                <a:lnTo>
                  <a:pt x="120" y="374"/>
                </a:lnTo>
                <a:lnTo>
                  <a:pt x="120" y="375"/>
                </a:lnTo>
                <a:lnTo>
                  <a:pt x="120" y="376"/>
                </a:lnTo>
                <a:lnTo>
                  <a:pt x="119" y="376"/>
                </a:lnTo>
                <a:lnTo>
                  <a:pt x="119" y="377"/>
                </a:lnTo>
                <a:lnTo>
                  <a:pt x="119" y="378"/>
                </a:lnTo>
                <a:lnTo>
                  <a:pt x="119" y="379"/>
                </a:lnTo>
                <a:lnTo>
                  <a:pt x="119" y="380"/>
                </a:lnTo>
                <a:lnTo>
                  <a:pt x="118" y="380"/>
                </a:lnTo>
                <a:lnTo>
                  <a:pt x="118" y="381"/>
                </a:lnTo>
                <a:lnTo>
                  <a:pt x="118" y="384"/>
                </a:lnTo>
                <a:lnTo>
                  <a:pt x="118" y="385"/>
                </a:lnTo>
                <a:lnTo>
                  <a:pt x="117" y="385"/>
                </a:lnTo>
                <a:lnTo>
                  <a:pt x="117" y="386"/>
                </a:lnTo>
                <a:lnTo>
                  <a:pt x="117" y="387"/>
                </a:lnTo>
                <a:lnTo>
                  <a:pt x="117" y="388"/>
                </a:lnTo>
                <a:lnTo>
                  <a:pt x="117" y="389"/>
                </a:lnTo>
                <a:lnTo>
                  <a:pt x="117" y="391"/>
                </a:lnTo>
                <a:lnTo>
                  <a:pt x="117" y="392"/>
                </a:lnTo>
                <a:lnTo>
                  <a:pt x="117" y="393"/>
                </a:lnTo>
                <a:lnTo>
                  <a:pt x="117" y="394"/>
                </a:lnTo>
                <a:lnTo>
                  <a:pt x="118" y="395"/>
                </a:lnTo>
                <a:lnTo>
                  <a:pt x="118" y="396"/>
                </a:lnTo>
                <a:lnTo>
                  <a:pt x="118" y="399"/>
                </a:lnTo>
                <a:lnTo>
                  <a:pt x="119" y="405"/>
                </a:lnTo>
                <a:lnTo>
                  <a:pt x="120" y="405"/>
                </a:lnTo>
                <a:lnTo>
                  <a:pt x="121" y="411"/>
                </a:lnTo>
                <a:lnTo>
                  <a:pt x="121" y="412"/>
                </a:lnTo>
                <a:lnTo>
                  <a:pt x="120" y="413"/>
                </a:lnTo>
                <a:lnTo>
                  <a:pt x="120" y="414"/>
                </a:lnTo>
                <a:lnTo>
                  <a:pt x="121" y="415"/>
                </a:lnTo>
                <a:lnTo>
                  <a:pt x="121" y="416"/>
                </a:lnTo>
                <a:lnTo>
                  <a:pt x="122" y="416"/>
                </a:lnTo>
                <a:lnTo>
                  <a:pt x="122" y="417"/>
                </a:lnTo>
                <a:lnTo>
                  <a:pt x="121" y="419"/>
                </a:lnTo>
                <a:lnTo>
                  <a:pt x="121" y="420"/>
                </a:lnTo>
                <a:lnTo>
                  <a:pt x="122" y="420"/>
                </a:lnTo>
                <a:lnTo>
                  <a:pt x="122" y="421"/>
                </a:lnTo>
                <a:lnTo>
                  <a:pt x="122" y="422"/>
                </a:lnTo>
                <a:lnTo>
                  <a:pt x="122" y="423"/>
                </a:lnTo>
                <a:lnTo>
                  <a:pt x="123" y="423"/>
                </a:lnTo>
                <a:lnTo>
                  <a:pt x="123" y="424"/>
                </a:lnTo>
                <a:lnTo>
                  <a:pt x="123" y="425"/>
                </a:lnTo>
                <a:lnTo>
                  <a:pt x="124" y="425"/>
                </a:lnTo>
                <a:lnTo>
                  <a:pt x="123" y="425"/>
                </a:lnTo>
                <a:lnTo>
                  <a:pt x="123" y="426"/>
                </a:lnTo>
                <a:lnTo>
                  <a:pt x="122" y="426"/>
                </a:lnTo>
                <a:lnTo>
                  <a:pt x="122" y="427"/>
                </a:lnTo>
                <a:lnTo>
                  <a:pt x="121" y="429"/>
                </a:lnTo>
                <a:lnTo>
                  <a:pt x="121" y="430"/>
                </a:lnTo>
                <a:lnTo>
                  <a:pt x="120" y="431"/>
                </a:lnTo>
                <a:lnTo>
                  <a:pt x="119" y="431"/>
                </a:lnTo>
                <a:lnTo>
                  <a:pt x="118" y="432"/>
                </a:lnTo>
                <a:lnTo>
                  <a:pt x="118" y="433"/>
                </a:lnTo>
                <a:lnTo>
                  <a:pt x="118" y="434"/>
                </a:lnTo>
                <a:lnTo>
                  <a:pt x="118" y="435"/>
                </a:lnTo>
                <a:lnTo>
                  <a:pt x="118" y="436"/>
                </a:lnTo>
                <a:lnTo>
                  <a:pt x="118" y="437"/>
                </a:lnTo>
                <a:lnTo>
                  <a:pt x="119" y="438"/>
                </a:lnTo>
                <a:lnTo>
                  <a:pt x="119" y="439"/>
                </a:lnTo>
                <a:lnTo>
                  <a:pt x="120" y="439"/>
                </a:lnTo>
                <a:lnTo>
                  <a:pt x="121" y="440"/>
                </a:lnTo>
                <a:lnTo>
                  <a:pt x="121" y="441"/>
                </a:lnTo>
                <a:lnTo>
                  <a:pt x="122" y="442"/>
                </a:lnTo>
                <a:lnTo>
                  <a:pt x="122" y="443"/>
                </a:lnTo>
                <a:lnTo>
                  <a:pt x="121" y="443"/>
                </a:lnTo>
                <a:lnTo>
                  <a:pt x="120" y="443"/>
                </a:lnTo>
                <a:lnTo>
                  <a:pt x="120" y="442"/>
                </a:lnTo>
                <a:lnTo>
                  <a:pt x="120" y="441"/>
                </a:lnTo>
                <a:lnTo>
                  <a:pt x="119" y="441"/>
                </a:lnTo>
                <a:lnTo>
                  <a:pt x="118" y="441"/>
                </a:lnTo>
                <a:lnTo>
                  <a:pt x="118" y="440"/>
                </a:lnTo>
                <a:lnTo>
                  <a:pt x="117" y="440"/>
                </a:lnTo>
                <a:lnTo>
                  <a:pt x="117" y="439"/>
                </a:lnTo>
                <a:lnTo>
                  <a:pt x="116" y="439"/>
                </a:lnTo>
                <a:lnTo>
                  <a:pt x="115" y="439"/>
                </a:lnTo>
                <a:lnTo>
                  <a:pt x="114" y="439"/>
                </a:lnTo>
                <a:lnTo>
                  <a:pt x="113" y="439"/>
                </a:lnTo>
                <a:lnTo>
                  <a:pt x="111" y="438"/>
                </a:lnTo>
                <a:lnTo>
                  <a:pt x="110" y="438"/>
                </a:lnTo>
                <a:lnTo>
                  <a:pt x="110" y="437"/>
                </a:lnTo>
                <a:lnTo>
                  <a:pt x="109" y="437"/>
                </a:lnTo>
                <a:lnTo>
                  <a:pt x="108" y="437"/>
                </a:lnTo>
                <a:lnTo>
                  <a:pt x="108" y="438"/>
                </a:lnTo>
                <a:lnTo>
                  <a:pt x="107" y="439"/>
                </a:lnTo>
                <a:lnTo>
                  <a:pt x="107" y="440"/>
                </a:lnTo>
                <a:lnTo>
                  <a:pt x="107" y="442"/>
                </a:lnTo>
                <a:lnTo>
                  <a:pt x="107" y="443"/>
                </a:lnTo>
                <a:lnTo>
                  <a:pt x="106" y="443"/>
                </a:lnTo>
                <a:lnTo>
                  <a:pt x="105" y="443"/>
                </a:lnTo>
                <a:lnTo>
                  <a:pt x="104" y="442"/>
                </a:lnTo>
                <a:lnTo>
                  <a:pt x="103" y="441"/>
                </a:lnTo>
                <a:lnTo>
                  <a:pt x="103" y="440"/>
                </a:lnTo>
                <a:lnTo>
                  <a:pt x="103" y="439"/>
                </a:lnTo>
                <a:lnTo>
                  <a:pt x="103" y="438"/>
                </a:lnTo>
                <a:lnTo>
                  <a:pt x="103" y="437"/>
                </a:lnTo>
                <a:lnTo>
                  <a:pt x="103" y="436"/>
                </a:lnTo>
                <a:lnTo>
                  <a:pt x="103" y="435"/>
                </a:lnTo>
                <a:lnTo>
                  <a:pt x="102" y="435"/>
                </a:lnTo>
                <a:lnTo>
                  <a:pt x="102" y="434"/>
                </a:lnTo>
                <a:lnTo>
                  <a:pt x="100" y="433"/>
                </a:lnTo>
                <a:lnTo>
                  <a:pt x="99" y="432"/>
                </a:lnTo>
                <a:lnTo>
                  <a:pt x="99" y="431"/>
                </a:lnTo>
                <a:lnTo>
                  <a:pt x="98" y="431"/>
                </a:lnTo>
                <a:lnTo>
                  <a:pt x="98" y="430"/>
                </a:lnTo>
                <a:lnTo>
                  <a:pt x="98" y="429"/>
                </a:lnTo>
                <a:lnTo>
                  <a:pt x="99" y="429"/>
                </a:lnTo>
                <a:lnTo>
                  <a:pt x="99" y="428"/>
                </a:lnTo>
                <a:lnTo>
                  <a:pt x="99" y="427"/>
                </a:lnTo>
                <a:lnTo>
                  <a:pt x="99" y="426"/>
                </a:lnTo>
                <a:lnTo>
                  <a:pt x="100" y="426"/>
                </a:lnTo>
                <a:lnTo>
                  <a:pt x="100" y="425"/>
                </a:lnTo>
                <a:lnTo>
                  <a:pt x="100" y="424"/>
                </a:lnTo>
                <a:lnTo>
                  <a:pt x="99" y="423"/>
                </a:lnTo>
                <a:lnTo>
                  <a:pt x="99" y="422"/>
                </a:lnTo>
                <a:lnTo>
                  <a:pt x="100" y="422"/>
                </a:lnTo>
                <a:lnTo>
                  <a:pt x="101" y="421"/>
                </a:lnTo>
                <a:lnTo>
                  <a:pt x="100" y="420"/>
                </a:lnTo>
                <a:lnTo>
                  <a:pt x="100" y="419"/>
                </a:lnTo>
                <a:lnTo>
                  <a:pt x="99" y="418"/>
                </a:lnTo>
                <a:lnTo>
                  <a:pt x="99" y="417"/>
                </a:lnTo>
                <a:lnTo>
                  <a:pt x="95" y="409"/>
                </a:lnTo>
                <a:lnTo>
                  <a:pt x="95" y="408"/>
                </a:lnTo>
                <a:lnTo>
                  <a:pt x="95" y="407"/>
                </a:lnTo>
                <a:lnTo>
                  <a:pt x="94" y="407"/>
                </a:lnTo>
                <a:lnTo>
                  <a:pt x="94" y="406"/>
                </a:lnTo>
                <a:lnTo>
                  <a:pt x="93" y="406"/>
                </a:lnTo>
                <a:lnTo>
                  <a:pt x="93" y="405"/>
                </a:lnTo>
                <a:lnTo>
                  <a:pt x="92" y="404"/>
                </a:lnTo>
                <a:lnTo>
                  <a:pt x="91" y="403"/>
                </a:lnTo>
                <a:lnTo>
                  <a:pt x="90" y="403"/>
                </a:lnTo>
                <a:lnTo>
                  <a:pt x="90" y="402"/>
                </a:lnTo>
                <a:lnTo>
                  <a:pt x="90" y="403"/>
                </a:lnTo>
                <a:lnTo>
                  <a:pt x="90" y="402"/>
                </a:lnTo>
                <a:lnTo>
                  <a:pt x="89" y="402"/>
                </a:lnTo>
                <a:lnTo>
                  <a:pt x="89" y="401"/>
                </a:lnTo>
                <a:lnTo>
                  <a:pt x="89" y="400"/>
                </a:lnTo>
                <a:lnTo>
                  <a:pt x="89" y="399"/>
                </a:lnTo>
                <a:lnTo>
                  <a:pt x="88" y="399"/>
                </a:lnTo>
                <a:lnTo>
                  <a:pt x="88" y="398"/>
                </a:lnTo>
                <a:lnTo>
                  <a:pt x="88" y="397"/>
                </a:lnTo>
                <a:lnTo>
                  <a:pt x="88" y="396"/>
                </a:lnTo>
                <a:lnTo>
                  <a:pt x="87" y="396"/>
                </a:lnTo>
                <a:lnTo>
                  <a:pt x="87" y="395"/>
                </a:lnTo>
                <a:lnTo>
                  <a:pt x="86" y="395"/>
                </a:lnTo>
                <a:lnTo>
                  <a:pt x="86" y="394"/>
                </a:lnTo>
                <a:lnTo>
                  <a:pt x="85" y="394"/>
                </a:lnTo>
                <a:lnTo>
                  <a:pt x="85" y="393"/>
                </a:lnTo>
                <a:lnTo>
                  <a:pt x="84" y="393"/>
                </a:lnTo>
                <a:lnTo>
                  <a:pt x="83" y="392"/>
                </a:lnTo>
                <a:lnTo>
                  <a:pt x="82" y="392"/>
                </a:lnTo>
                <a:lnTo>
                  <a:pt x="82" y="391"/>
                </a:lnTo>
                <a:lnTo>
                  <a:pt x="81" y="390"/>
                </a:lnTo>
                <a:lnTo>
                  <a:pt x="81" y="389"/>
                </a:lnTo>
                <a:lnTo>
                  <a:pt x="80" y="389"/>
                </a:lnTo>
                <a:lnTo>
                  <a:pt x="79" y="389"/>
                </a:lnTo>
                <a:lnTo>
                  <a:pt x="79" y="388"/>
                </a:lnTo>
                <a:lnTo>
                  <a:pt x="78" y="388"/>
                </a:lnTo>
                <a:lnTo>
                  <a:pt x="77" y="387"/>
                </a:lnTo>
                <a:lnTo>
                  <a:pt x="76" y="387"/>
                </a:lnTo>
                <a:lnTo>
                  <a:pt x="74" y="386"/>
                </a:lnTo>
                <a:lnTo>
                  <a:pt x="73" y="386"/>
                </a:lnTo>
                <a:lnTo>
                  <a:pt x="72" y="386"/>
                </a:lnTo>
                <a:lnTo>
                  <a:pt x="72" y="385"/>
                </a:lnTo>
                <a:lnTo>
                  <a:pt x="70" y="385"/>
                </a:lnTo>
                <a:lnTo>
                  <a:pt x="69" y="385"/>
                </a:lnTo>
                <a:lnTo>
                  <a:pt x="69" y="384"/>
                </a:lnTo>
                <a:lnTo>
                  <a:pt x="68" y="384"/>
                </a:lnTo>
                <a:lnTo>
                  <a:pt x="67" y="384"/>
                </a:lnTo>
                <a:lnTo>
                  <a:pt x="66" y="383"/>
                </a:lnTo>
                <a:lnTo>
                  <a:pt x="65" y="383"/>
                </a:lnTo>
                <a:lnTo>
                  <a:pt x="64" y="383"/>
                </a:lnTo>
                <a:lnTo>
                  <a:pt x="64" y="382"/>
                </a:lnTo>
                <a:lnTo>
                  <a:pt x="63" y="382"/>
                </a:lnTo>
                <a:lnTo>
                  <a:pt x="62" y="382"/>
                </a:lnTo>
                <a:lnTo>
                  <a:pt x="62" y="381"/>
                </a:lnTo>
                <a:lnTo>
                  <a:pt x="61" y="381"/>
                </a:lnTo>
                <a:lnTo>
                  <a:pt x="61" y="380"/>
                </a:lnTo>
                <a:lnTo>
                  <a:pt x="60" y="380"/>
                </a:lnTo>
                <a:lnTo>
                  <a:pt x="60" y="379"/>
                </a:lnTo>
                <a:lnTo>
                  <a:pt x="59" y="379"/>
                </a:lnTo>
                <a:lnTo>
                  <a:pt x="59" y="378"/>
                </a:lnTo>
                <a:lnTo>
                  <a:pt x="58" y="378"/>
                </a:lnTo>
                <a:lnTo>
                  <a:pt x="57" y="378"/>
                </a:lnTo>
                <a:lnTo>
                  <a:pt x="57" y="379"/>
                </a:lnTo>
                <a:lnTo>
                  <a:pt x="56" y="379"/>
                </a:lnTo>
                <a:lnTo>
                  <a:pt x="55" y="379"/>
                </a:lnTo>
                <a:lnTo>
                  <a:pt x="55" y="378"/>
                </a:lnTo>
                <a:lnTo>
                  <a:pt x="54" y="378"/>
                </a:lnTo>
                <a:lnTo>
                  <a:pt x="53" y="377"/>
                </a:lnTo>
                <a:lnTo>
                  <a:pt x="51" y="376"/>
                </a:lnTo>
                <a:lnTo>
                  <a:pt x="50" y="376"/>
                </a:lnTo>
                <a:lnTo>
                  <a:pt x="49" y="376"/>
                </a:lnTo>
                <a:lnTo>
                  <a:pt x="48" y="375"/>
                </a:lnTo>
                <a:lnTo>
                  <a:pt x="47" y="374"/>
                </a:lnTo>
                <a:lnTo>
                  <a:pt x="46" y="374"/>
                </a:lnTo>
                <a:lnTo>
                  <a:pt x="46" y="373"/>
                </a:lnTo>
                <a:lnTo>
                  <a:pt x="45" y="372"/>
                </a:lnTo>
                <a:lnTo>
                  <a:pt x="44" y="372"/>
                </a:lnTo>
                <a:lnTo>
                  <a:pt x="44" y="371"/>
                </a:lnTo>
                <a:lnTo>
                  <a:pt x="45" y="371"/>
                </a:lnTo>
                <a:lnTo>
                  <a:pt x="46" y="372"/>
                </a:lnTo>
                <a:lnTo>
                  <a:pt x="46" y="373"/>
                </a:lnTo>
                <a:lnTo>
                  <a:pt x="46" y="372"/>
                </a:lnTo>
                <a:lnTo>
                  <a:pt x="47" y="372"/>
                </a:lnTo>
                <a:lnTo>
                  <a:pt x="46" y="371"/>
                </a:lnTo>
                <a:lnTo>
                  <a:pt x="44" y="370"/>
                </a:lnTo>
                <a:lnTo>
                  <a:pt x="44" y="369"/>
                </a:lnTo>
                <a:lnTo>
                  <a:pt x="43" y="369"/>
                </a:lnTo>
                <a:lnTo>
                  <a:pt x="42" y="368"/>
                </a:lnTo>
                <a:lnTo>
                  <a:pt x="41" y="368"/>
                </a:lnTo>
                <a:lnTo>
                  <a:pt x="41" y="367"/>
                </a:lnTo>
                <a:lnTo>
                  <a:pt x="40" y="366"/>
                </a:lnTo>
                <a:lnTo>
                  <a:pt x="40" y="365"/>
                </a:lnTo>
                <a:lnTo>
                  <a:pt x="39" y="365"/>
                </a:lnTo>
                <a:lnTo>
                  <a:pt x="39" y="364"/>
                </a:lnTo>
                <a:lnTo>
                  <a:pt x="40" y="365"/>
                </a:lnTo>
                <a:lnTo>
                  <a:pt x="40" y="364"/>
                </a:lnTo>
                <a:lnTo>
                  <a:pt x="40" y="363"/>
                </a:lnTo>
                <a:lnTo>
                  <a:pt x="39" y="363"/>
                </a:lnTo>
                <a:lnTo>
                  <a:pt x="40" y="363"/>
                </a:lnTo>
                <a:lnTo>
                  <a:pt x="39" y="363"/>
                </a:lnTo>
                <a:lnTo>
                  <a:pt x="39" y="364"/>
                </a:lnTo>
                <a:lnTo>
                  <a:pt x="38" y="363"/>
                </a:lnTo>
                <a:lnTo>
                  <a:pt x="37" y="364"/>
                </a:lnTo>
                <a:lnTo>
                  <a:pt x="37" y="363"/>
                </a:lnTo>
                <a:lnTo>
                  <a:pt x="36" y="362"/>
                </a:lnTo>
                <a:lnTo>
                  <a:pt x="35" y="362"/>
                </a:lnTo>
                <a:lnTo>
                  <a:pt x="35" y="361"/>
                </a:lnTo>
                <a:lnTo>
                  <a:pt x="34" y="361"/>
                </a:lnTo>
                <a:lnTo>
                  <a:pt x="34" y="360"/>
                </a:lnTo>
                <a:lnTo>
                  <a:pt x="34" y="359"/>
                </a:lnTo>
                <a:lnTo>
                  <a:pt x="34" y="358"/>
                </a:lnTo>
                <a:lnTo>
                  <a:pt x="34" y="357"/>
                </a:lnTo>
                <a:lnTo>
                  <a:pt x="35" y="357"/>
                </a:lnTo>
                <a:lnTo>
                  <a:pt x="36" y="356"/>
                </a:lnTo>
                <a:lnTo>
                  <a:pt x="36" y="355"/>
                </a:lnTo>
                <a:lnTo>
                  <a:pt x="36" y="354"/>
                </a:lnTo>
                <a:lnTo>
                  <a:pt x="36" y="353"/>
                </a:lnTo>
                <a:lnTo>
                  <a:pt x="36" y="352"/>
                </a:lnTo>
                <a:lnTo>
                  <a:pt x="35" y="352"/>
                </a:lnTo>
                <a:lnTo>
                  <a:pt x="35" y="353"/>
                </a:lnTo>
                <a:lnTo>
                  <a:pt x="34" y="353"/>
                </a:lnTo>
                <a:lnTo>
                  <a:pt x="34" y="352"/>
                </a:lnTo>
                <a:lnTo>
                  <a:pt x="34" y="351"/>
                </a:lnTo>
                <a:lnTo>
                  <a:pt x="33" y="351"/>
                </a:lnTo>
                <a:lnTo>
                  <a:pt x="33" y="350"/>
                </a:lnTo>
                <a:lnTo>
                  <a:pt x="32" y="350"/>
                </a:lnTo>
                <a:lnTo>
                  <a:pt x="32" y="349"/>
                </a:lnTo>
                <a:lnTo>
                  <a:pt x="32" y="348"/>
                </a:lnTo>
                <a:lnTo>
                  <a:pt x="31" y="348"/>
                </a:lnTo>
                <a:lnTo>
                  <a:pt x="31" y="347"/>
                </a:lnTo>
                <a:lnTo>
                  <a:pt x="30" y="346"/>
                </a:lnTo>
                <a:lnTo>
                  <a:pt x="29" y="344"/>
                </a:lnTo>
                <a:lnTo>
                  <a:pt x="28" y="343"/>
                </a:lnTo>
                <a:lnTo>
                  <a:pt x="28" y="342"/>
                </a:lnTo>
                <a:lnTo>
                  <a:pt x="27" y="342"/>
                </a:lnTo>
                <a:lnTo>
                  <a:pt x="27" y="341"/>
                </a:lnTo>
                <a:lnTo>
                  <a:pt x="26" y="341"/>
                </a:lnTo>
                <a:lnTo>
                  <a:pt x="25" y="340"/>
                </a:lnTo>
                <a:lnTo>
                  <a:pt x="26" y="340"/>
                </a:lnTo>
                <a:lnTo>
                  <a:pt x="26" y="339"/>
                </a:lnTo>
                <a:lnTo>
                  <a:pt x="25" y="338"/>
                </a:lnTo>
                <a:lnTo>
                  <a:pt x="24" y="337"/>
                </a:lnTo>
                <a:lnTo>
                  <a:pt x="24" y="336"/>
                </a:lnTo>
                <a:lnTo>
                  <a:pt x="23" y="335"/>
                </a:lnTo>
                <a:lnTo>
                  <a:pt x="23" y="334"/>
                </a:lnTo>
                <a:lnTo>
                  <a:pt x="23" y="333"/>
                </a:lnTo>
                <a:lnTo>
                  <a:pt x="22" y="332"/>
                </a:lnTo>
                <a:lnTo>
                  <a:pt x="22" y="331"/>
                </a:lnTo>
                <a:lnTo>
                  <a:pt x="21" y="331"/>
                </a:lnTo>
                <a:lnTo>
                  <a:pt x="21" y="330"/>
                </a:lnTo>
                <a:lnTo>
                  <a:pt x="20" y="329"/>
                </a:lnTo>
                <a:lnTo>
                  <a:pt x="20" y="328"/>
                </a:lnTo>
                <a:lnTo>
                  <a:pt x="20" y="326"/>
                </a:lnTo>
                <a:lnTo>
                  <a:pt x="20" y="325"/>
                </a:lnTo>
                <a:lnTo>
                  <a:pt x="19" y="324"/>
                </a:lnTo>
                <a:lnTo>
                  <a:pt x="19" y="323"/>
                </a:lnTo>
                <a:lnTo>
                  <a:pt x="18" y="322"/>
                </a:lnTo>
                <a:lnTo>
                  <a:pt x="17" y="321"/>
                </a:lnTo>
                <a:lnTo>
                  <a:pt x="17" y="320"/>
                </a:lnTo>
                <a:lnTo>
                  <a:pt x="16" y="320"/>
                </a:lnTo>
                <a:lnTo>
                  <a:pt x="16" y="319"/>
                </a:lnTo>
                <a:lnTo>
                  <a:pt x="15" y="319"/>
                </a:lnTo>
                <a:lnTo>
                  <a:pt x="15" y="318"/>
                </a:lnTo>
                <a:lnTo>
                  <a:pt x="14" y="318"/>
                </a:lnTo>
                <a:lnTo>
                  <a:pt x="12" y="317"/>
                </a:lnTo>
                <a:lnTo>
                  <a:pt x="11" y="317"/>
                </a:lnTo>
                <a:lnTo>
                  <a:pt x="10" y="316"/>
                </a:lnTo>
                <a:lnTo>
                  <a:pt x="8" y="315"/>
                </a:lnTo>
                <a:lnTo>
                  <a:pt x="7" y="315"/>
                </a:lnTo>
                <a:lnTo>
                  <a:pt x="7" y="314"/>
                </a:lnTo>
                <a:lnTo>
                  <a:pt x="6" y="314"/>
                </a:lnTo>
                <a:lnTo>
                  <a:pt x="5" y="314"/>
                </a:lnTo>
                <a:lnTo>
                  <a:pt x="5" y="313"/>
                </a:lnTo>
                <a:lnTo>
                  <a:pt x="4" y="313"/>
                </a:lnTo>
                <a:lnTo>
                  <a:pt x="3" y="313"/>
                </a:lnTo>
                <a:lnTo>
                  <a:pt x="3" y="312"/>
                </a:lnTo>
                <a:lnTo>
                  <a:pt x="2" y="312"/>
                </a:lnTo>
                <a:lnTo>
                  <a:pt x="2" y="313"/>
                </a:lnTo>
                <a:lnTo>
                  <a:pt x="1" y="313"/>
                </a:lnTo>
                <a:lnTo>
                  <a:pt x="1" y="311"/>
                </a:lnTo>
                <a:lnTo>
                  <a:pt x="1" y="310"/>
                </a:lnTo>
                <a:lnTo>
                  <a:pt x="0" y="309"/>
                </a:lnTo>
                <a:lnTo>
                  <a:pt x="0" y="308"/>
                </a:lnTo>
                <a:lnTo>
                  <a:pt x="0" y="307"/>
                </a:lnTo>
                <a:lnTo>
                  <a:pt x="0" y="306"/>
                </a:lnTo>
                <a:lnTo>
                  <a:pt x="1" y="305"/>
                </a:lnTo>
                <a:lnTo>
                  <a:pt x="2" y="305"/>
                </a:lnTo>
                <a:lnTo>
                  <a:pt x="1" y="305"/>
                </a:lnTo>
                <a:lnTo>
                  <a:pt x="1" y="306"/>
                </a:lnTo>
                <a:lnTo>
                  <a:pt x="1" y="307"/>
                </a:lnTo>
                <a:lnTo>
                  <a:pt x="2" y="305"/>
                </a:lnTo>
                <a:lnTo>
                  <a:pt x="4" y="304"/>
                </a:lnTo>
                <a:lnTo>
                  <a:pt x="5" y="303"/>
                </a:lnTo>
                <a:lnTo>
                  <a:pt x="6" y="303"/>
                </a:lnTo>
                <a:lnTo>
                  <a:pt x="5" y="303"/>
                </a:lnTo>
                <a:lnTo>
                  <a:pt x="5" y="302"/>
                </a:lnTo>
                <a:lnTo>
                  <a:pt x="5" y="301"/>
                </a:lnTo>
                <a:lnTo>
                  <a:pt x="4" y="301"/>
                </a:lnTo>
                <a:lnTo>
                  <a:pt x="3" y="298"/>
                </a:lnTo>
                <a:lnTo>
                  <a:pt x="3" y="297"/>
                </a:lnTo>
                <a:lnTo>
                  <a:pt x="3" y="296"/>
                </a:lnTo>
                <a:lnTo>
                  <a:pt x="2" y="296"/>
                </a:lnTo>
                <a:lnTo>
                  <a:pt x="3" y="296"/>
                </a:lnTo>
                <a:lnTo>
                  <a:pt x="3" y="295"/>
                </a:lnTo>
                <a:lnTo>
                  <a:pt x="3" y="294"/>
                </a:lnTo>
                <a:lnTo>
                  <a:pt x="3" y="293"/>
                </a:lnTo>
                <a:lnTo>
                  <a:pt x="4" y="293"/>
                </a:lnTo>
                <a:lnTo>
                  <a:pt x="4" y="292"/>
                </a:lnTo>
                <a:lnTo>
                  <a:pt x="3" y="292"/>
                </a:lnTo>
                <a:lnTo>
                  <a:pt x="3" y="291"/>
                </a:lnTo>
                <a:lnTo>
                  <a:pt x="3" y="290"/>
                </a:lnTo>
                <a:lnTo>
                  <a:pt x="3" y="289"/>
                </a:lnTo>
                <a:lnTo>
                  <a:pt x="4" y="290"/>
                </a:lnTo>
                <a:lnTo>
                  <a:pt x="3" y="290"/>
                </a:lnTo>
                <a:lnTo>
                  <a:pt x="4" y="290"/>
                </a:lnTo>
                <a:lnTo>
                  <a:pt x="4" y="291"/>
                </a:lnTo>
                <a:lnTo>
                  <a:pt x="5" y="291"/>
                </a:lnTo>
                <a:lnTo>
                  <a:pt x="5" y="290"/>
                </a:lnTo>
                <a:lnTo>
                  <a:pt x="5" y="289"/>
                </a:lnTo>
                <a:lnTo>
                  <a:pt x="5" y="288"/>
                </a:lnTo>
                <a:lnTo>
                  <a:pt x="5" y="287"/>
                </a:lnTo>
                <a:lnTo>
                  <a:pt x="6" y="287"/>
                </a:lnTo>
                <a:lnTo>
                  <a:pt x="6" y="286"/>
                </a:lnTo>
                <a:lnTo>
                  <a:pt x="5" y="286"/>
                </a:lnTo>
                <a:lnTo>
                  <a:pt x="5" y="285"/>
                </a:lnTo>
                <a:lnTo>
                  <a:pt x="6" y="285"/>
                </a:lnTo>
                <a:lnTo>
                  <a:pt x="7" y="284"/>
                </a:lnTo>
                <a:lnTo>
                  <a:pt x="6" y="284"/>
                </a:lnTo>
                <a:lnTo>
                  <a:pt x="5" y="285"/>
                </a:lnTo>
                <a:lnTo>
                  <a:pt x="4" y="285"/>
                </a:lnTo>
                <a:lnTo>
                  <a:pt x="4" y="284"/>
                </a:lnTo>
                <a:lnTo>
                  <a:pt x="4" y="283"/>
                </a:lnTo>
                <a:lnTo>
                  <a:pt x="4" y="282"/>
                </a:lnTo>
                <a:lnTo>
                  <a:pt x="4" y="281"/>
                </a:lnTo>
                <a:lnTo>
                  <a:pt x="5" y="281"/>
                </a:lnTo>
                <a:lnTo>
                  <a:pt x="5" y="282"/>
                </a:lnTo>
                <a:lnTo>
                  <a:pt x="6" y="281"/>
                </a:lnTo>
                <a:lnTo>
                  <a:pt x="5" y="281"/>
                </a:lnTo>
                <a:lnTo>
                  <a:pt x="4" y="281"/>
                </a:lnTo>
                <a:lnTo>
                  <a:pt x="5" y="280"/>
                </a:lnTo>
                <a:lnTo>
                  <a:pt x="5" y="279"/>
                </a:lnTo>
                <a:lnTo>
                  <a:pt x="5" y="278"/>
                </a:lnTo>
                <a:lnTo>
                  <a:pt x="6" y="277"/>
                </a:lnTo>
                <a:lnTo>
                  <a:pt x="6" y="276"/>
                </a:lnTo>
                <a:lnTo>
                  <a:pt x="7" y="276"/>
                </a:lnTo>
                <a:lnTo>
                  <a:pt x="7" y="275"/>
                </a:lnTo>
                <a:lnTo>
                  <a:pt x="6" y="275"/>
                </a:lnTo>
                <a:lnTo>
                  <a:pt x="5" y="275"/>
                </a:lnTo>
                <a:lnTo>
                  <a:pt x="5" y="274"/>
                </a:lnTo>
                <a:lnTo>
                  <a:pt x="6" y="273"/>
                </a:lnTo>
                <a:lnTo>
                  <a:pt x="6" y="272"/>
                </a:lnTo>
                <a:lnTo>
                  <a:pt x="7" y="271"/>
                </a:lnTo>
                <a:lnTo>
                  <a:pt x="7" y="272"/>
                </a:lnTo>
                <a:lnTo>
                  <a:pt x="6" y="273"/>
                </a:lnTo>
                <a:lnTo>
                  <a:pt x="7" y="273"/>
                </a:lnTo>
                <a:lnTo>
                  <a:pt x="7" y="272"/>
                </a:lnTo>
                <a:lnTo>
                  <a:pt x="8" y="272"/>
                </a:lnTo>
                <a:lnTo>
                  <a:pt x="8" y="273"/>
                </a:lnTo>
                <a:lnTo>
                  <a:pt x="9" y="273"/>
                </a:lnTo>
                <a:lnTo>
                  <a:pt x="9" y="272"/>
                </a:lnTo>
                <a:lnTo>
                  <a:pt x="9" y="271"/>
                </a:lnTo>
                <a:lnTo>
                  <a:pt x="9" y="270"/>
                </a:lnTo>
                <a:lnTo>
                  <a:pt x="8" y="270"/>
                </a:lnTo>
                <a:lnTo>
                  <a:pt x="7" y="270"/>
                </a:lnTo>
                <a:lnTo>
                  <a:pt x="6" y="270"/>
                </a:lnTo>
                <a:lnTo>
                  <a:pt x="8" y="269"/>
                </a:lnTo>
                <a:lnTo>
                  <a:pt x="9" y="269"/>
                </a:lnTo>
                <a:lnTo>
                  <a:pt x="10" y="268"/>
                </a:lnTo>
                <a:lnTo>
                  <a:pt x="9" y="268"/>
                </a:lnTo>
                <a:lnTo>
                  <a:pt x="9" y="267"/>
                </a:lnTo>
                <a:lnTo>
                  <a:pt x="9" y="266"/>
                </a:lnTo>
                <a:lnTo>
                  <a:pt x="8" y="267"/>
                </a:lnTo>
                <a:lnTo>
                  <a:pt x="7" y="266"/>
                </a:lnTo>
                <a:lnTo>
                  <a:pt x="7" y="264"/>
                </a:lnTo>
                <a:lnTo>
                  <a:pt x="8" y="264"/>
                </a:lnTo>
                <a:lnTo>
                  <a:pt x="7" y="264"/>
                </a:lnTo>
                <a:lnTo>
                  <a:pt x="7" y="263"/>
                </a:lnTo>
                <a:lnTo>
                  <a:pt x="7" y="262"/>
                </a:lnTo>
                <a:lnTo>
                  <a:pt x="7" y="261"/>
                </a:lnTo>
                <a:lnTo>
                  <a:pt x="6" y="261"/>
                </a:lnTo>
                <a:lnTo>
                  <a:pt x="5" y="261"/>
                </a:lnTo>
                <a:lnTo>
                  <a:pt x="5" y="262"/>
                </a:lnTo>
                <a:lnTo>
                  <a:pt x="5" y="261"/>
                </a:lnTo>
                <a:lnTo>
                  <a:pt x="5" y="260"/>
                </a:lnTo>
                <a:lnTo>
                  <a:pt x="6" y="260"/>
                </a:lnTo>
                <a:lnTo>
                  <a:pt x="6" y="259"/>
                </a:lnTo>
                <a:lnTo>
                  <a:pt x="6" y="258"/>
                </a:lnTo>
                <a:lnTo>
                  <a:pt x="6" y="257"/>
                </a:lnTo>
                <a:lnTo>
                  <a:pt x="7" y="257"/>
                </a:lnTo>
                <a:lnTo>
                  <a:pt x="7" y="256"/>
                </a:lnTo>
                <a:lnTo>
                  <a:pt x="6" y="255"/>
                </a:lnTo>
                <a:lnTo>
                  <a:pt x="5" y="256"/>
                </a:lnTo>
                <a:lnTo>
                  <a:pt x="4" y="257"/>
                </a:lnTo>
                <a:lnTo>
                  <a:pt x="3" y="257"/>
                </a:lnTo>
                <a:lnTo>
                  <a:pt x="2" y="256"/>
                </a:lnTo>
                <a:lnTo>
                  <a:pt x="2" y="255"/>
                </a:lnTo>
                <a:lnTo>
                  <a:pt x="2" y="253"/>
                </a:lnTo>
                <a:lnTo>
                  <a:pt x="5" y="253"/>
                </a:lnTo>
                <a:lnTo>
                  <a:pt x="5" y="252"/>
                </a:lnTo>
                <a:lnTo>
                  <a:pt x="6" y="252"/>
                </a:lnTo>
                <a:lnTo>
                  <a:pt x="6" y="251"/>
                </a:lnTo>
                <a:lnTo>
                  <a:pt x="5" y="251"/>
                </a:lnTo>
                <a:lnTo>
                  <a:pt x="5" y="250"/>
                </a:lnTo>
                <a:lnTo>
                  <a:pt x="4" y="250"/>
                </a:lnTo>
                <a:lnTo>
                  <a:pt x="4" y="249"/>
                </a:lnTo>
                <a:lnTo>
                  <a:pt x="4" y="247"/>
                </a:lnTo>
                <a:lnTo>
                  <a:pt x="4" y="246"/>
                </a:lnTo>
                <a:lnTo>
                  <a:pt x="3" y="246"/>
                </a:lnTo>
                <a:lnTo>
                  <a:pt x="3" y="244"/>
                </a:lnTo>
                <a:lnTo>
                  <a:pt x="3" y="243"/>
                </a:lnTo>
                <a:lnTo>
                  <a:pt x="4" y="243"/>
                </a:lnTo>
                <a:lnTo>
                  <a:pt x="3" y="243"/>
                </a:lnTo>
                <a:lnTo>
                  <a:pt x="3" y="242"/>
                </a:lnTo>
                <a:lnTo>
                  <a:pt x="3" y="241"/>
                </a:lnTo>
                <a:lnTo>
                  <a:pt x="2" y="240"/>
                </a:lnTo>
                <a:lnTo>
                  <a:pt x="2" y="238"/>
                </a:lnTo>
                <a:lnTo>
                  <a:pt x="2" y="237"/>
                </a:lnTo>
                <a:lnTo>
                  <a:pt x="2" y="236"/>
                </a:lnTo>
                <a:lnTo>
                  <a:pt x="3" y="235"/>
                </a:lnTo>
                <a:lnTo>
                  <a:pt x="3" y="234"/>
                </a:lnTo>
                <a:lnTo>
                  <a:pt x="3" y="233"/>
                </a:lnTo>
                <a:lnTo>
                  <a:pt x="4" y="232"/>
                </a:lnTo>
                <a:lnTo>
                  <a:pt x="4" y="231"/>
                </a:lnTo>
                <a:lnTo>
                  <a:pt x="5" y="230"/>
                </a:lnTo>
                <a:lnTo>
                  <a:pt x="5" y="229"/>
                </a:lnTo>
                <a:lnTo>
                  <a:pt x="6" y="229"/>
                </a:lnTo>
                <a:lnTo>
                  <a:pt x="4" y="229"/>
                </a:lnTo>
                <a:lnTo>
                  <a:pt x="4" y="228"/>
                </a:lnTo>
                <a:lnTo>
                  <a:pt x="4" y="227"/>
                </a:lnTo>
                <a:lnTo>
                  <a:pt x="4" y="226"/>
                </a:lnTo>
                <a:lnTo>
                  <a:pt x="4" y="224"/>
                </a:lnTo>
                <a:lnTo>
                  <a:pt x="4" y="222"/>
                </a:lnTo>
                <a:lnTo>
                  <a:pt x="5" y="222"/>
                </a:lnTo>
                <a:lnTo>
                  <a:pt x="7" y="221"/>
                </a:lnTo>
                <a:lnTo>
                  <a:pt x="7" y="220"/>
                </a:lnTo>
                <a:lnTo>
                  <a:pt x="7" y="218"/>
                </a:lnTo>
                <a:lnTo>
                  <a:pt x="8" y="218"/>
                </a:lnTo>
                <a:lnTo>
                  <a:pt x="8" y="217"/>
                </a:lnTo>
                <a:lnTo>
                  <a:pt x="9" y="217"/>
                </a:lnTo>
                <a:lnTo>
                  <a:pt x="8" y="217"/>
                </a:lnTo>
                <a:lnTo>
                  <a:pt x="7" y="217"/>
                </a:lnTo>
                <a:lnTo>
                  <a:pt x="7" y="218"/>
                </a:lnTo>
                <a:lnTo>
                  <a:pt x="6" y="220"/>
                </a:lnTo>
                <a:lnTo>
                  <a:pt x="6" y="221"/>
                </a:lnTo>
                <a:lnTo>
                  <a:pt x="5" y="221"/>
                </a:lnTo>
                <a:lnTo>
                  <a:pt x="5" y="222"/>
                </a:lnTo>
                <a:lnTo>
                  <a:pt x="4" y="222"/>
                </a:lnTo>
                <a:lnTo>
                  <a:pt x="3" y="222"/>
                </a:lnTo>
                <a:lnTo>
                  <a:pt x="3" y="221"/>
                </a:lnTo>
                <a:lnTo>
                  <a:pt x="3" y="220"/>
                </a:lnTo>
                <a:lnTo>
                  <a:pt x="4" y="218"/>
                </a:lnTo>
                <a:lnTo>
                  <a:pt x="4" y="217"/>
                </a:lnTo>
                <a:lnTo>
                  <a:pt x="3" y="217"/>
                </a:lnTo>
                <a:lnTo>
                  <a:pt x="3" y="216"/>
                </a:lnTo>
                <a:lnTo>
                  <a:pt x="5" y="214"/>
                </a:lnTo>
                <a:lnTo>
                  <a:pt x="6" y="214"/>
                </a:lnTo>
                <a:lnTo>
                  <a:pt x="6" y="213"/>
                </a:lnTo>
                <a:lnTo>
                  <a:pt x="8" y="213"/>
                </a:lnTo>
                <a:lnTo>
                  <a:pt x="8" y="212"/>
                </a:lnTo>
                <a:lnTo>
                  <a:pt x="8" y="211"/>
                </a:lnTo>
                <a:lnTo>
                  <a:pt x="8" y="212"/>
                </a:lnTo>
                <a:lnTo>
                  <a:pt x="10" y="212"/>
                </a:lnTo>
                <a:lnTo>
                  <a:pt x="10" y="213"/>
                </a:lnTo>
                <a:lnTo>
                  <a:pt x="11" y="212"/>
                </a:lnTo>
                <a:lnTo>
                  <a:pt x="11" y="211"/>
                </a:lnTo>
                <a:lnTo>
                  <a:pt x="12" y="211"/>
                </a:lnTo>
                <a:lnTo>
                  <a:pt x="12" y="210"/>
                </a:lnTo>
                <a:lnTo>
                  <a:pt x="13" y="210"/>
                </a:lnTo>
                <a:lnTo>
                  <a:pt x="12" y="209"/>
                </a:lnTo>
                <a:lnTo>
                  <a:pt x="11" y="209"/>
                </a:lnTo>
                <a:lnTo>
                  <a:pt x="11" y="208"/>
                </a:lnTo>
                <a:lnTo>
                  <a:pt x="11" y="207"/>
                </a:lnTo>
                <a:lnTo>
                  <a:pt x="11" y="208"/>
                </a:lnTo>
                <a:lnTo>
                  <a:pt x="12" y="208"/>
                </a:lnTo>
                <a:lnTo>
                  <a:pt x="12" y="207"/>
                </a:lnTo>
                <a:lnTo>
                  <a:pt x="12" y="206"/>
                </a:lnTo>
                <a:lnTo>
                  <a:pt x="13" y="207"/>
                </a:lnTo>
                <a:lnTo>
                  <a:pt x="13" y="206"/>
                </a:lnTo>
                <a:lnTo>
                  <a:pt x="14" y="206"/>
                </a:lnTo>
                <a:lnTo>
                  <a:pt x="15" y="205"/>
                </a:lnTo>
                <a:lnTo>
                  <a:pt x="15" y="204"/>
                </a:lnTo>
                <a:lnTo>
                  <a:pt x="15" y="203"/>
                </a:lnTo>
                <a:lnTo>
                  <a:pt x="15" y="202"/>
                </a:lnTo>
                <a:lnTo>
                  <a:pt x="16" y="201"/>
                </a:lnTo>
                <a:lnTo>
                  <a:pt x="16" y="200"/>
                </a:lnTo>
                <a:lnTo>
                  <a:pt x="16" y="199"/>
                </a:lnTo>
                <a:lnTo>
                  <a:pt x="17" y="199"/>
                </a:lnTo>
                <a:lnTo>
                  <a:pt x="17" y="198"/>
                </a:lnTo>
                <a:lnTo>
                  <a:pt x="17" y="197"/>
                </a:lnTo>
                <a:lnTo>
                  <a:pt x="15" y="197"/>
                </a:lnTo>
                <a:lnTo>
                  <a:pt x="15" y="196"/>
                </a:lnTo>
                <a:lnTo>
                  <a:pt x="17" y="193"/>
                </a:lnTo>
                <a:lnTo>
                  <a:pt x="17" y="192"/>
                </a:lnTo>
                <a:lnTo>
                  <a:pt x="17" y="191"/>
                </a:lnTo>
                <a:lnTo>
                  <a:pt x="17" y="190"/>
                </a:lnTo>
                <a:lnTo>
                  <a:pt x="18" y="190"/>
                </a:lnTo>
                <a:lnTo>
                  <a:pt x="19" y="189"/>
                </a:lnTo>
                <a:lnTo>
                  <a:pt x="19" y="188"/>
                </a:lnTo>
                <a:lnTo>
                  <a:pt x="20" y="187"/>
                </a:lnTo>
                <a:lnTo>
                  <a:pt x="20" y="186"/>
                </a:lnTo>
                <a:lnTo>
                  <a:pt x="20" y="185"/>
                </a:lnTo>
                <a:lnTo>
                  <a:pt x="21" y="184"/>
                </a:lnTo>
                <a:lnTo>
                  <a:pt x="21" y="183"/>
                </a:lnTo>
                <a:lnTo>
                  <a:pt x="22" y="182"/>
                </a:lnTo>
                <a:lnTo>
                  <a:pt x="24" y="181"/>
                </a:lnTo>
                <a:lnTo>
                  <a:pt x="24" y="180"/>
                </a:lnTo>
                <a:lnTo>
                  <a:pt x="25" y="180"/>
                </a:lnTo>
                <a:lnTo>
                  <a:pt x="25" y="179"/>
                </a:lnTo>
                <a:lnTo>
                  <a:pt x="25" y="178"/>
                </a:lnTo>
                <a:lnTo>
                  <a:pt x="26" y="178"/>
                </a:lnTo>
                <a:lnTo>
                  <a:pt x="26" y="177"/>
                </a:lnTo>
                <a:lnTo>
                  <a:pt x="26" y="176"/>
                </a:lnTo>
                <a:lnTo>
                  <a:pt x="27" y="176"/>
                </a:lnTo>
                <a:lnTo>
                  <a:pt x="28" y="175"/>
                </a:lnTo>
                <a:lnTo>
                  <a:pt x="27" y="175"/>
                </a:lnTo>
                <a:lnTo>
                  <a:pt x="27" y="174"/>
                </a:lnTo>
                <a:lnTo>
                  <a:pt x="27" y="172"/>
                </a:lnTo>
                <a:lnTo>
                  <a:pt x="27" y="171"/>
                </a:lnTo>
                <a:lnTo>
                  <a:pt x="28" y="171"/>
                </a:lnTo>
                <a:lnTo>
                  <a:pt x="27" y="171"/>
                </a:lnTo>
                <a:lnTo>
                  <a:pt x="26" y="171"/>
                </a:lnTo>
                <a:lnTo>
                  <a:pt x="25" y="171"/>
                </a:lnTo>
                <a:lnTo>
                  <a:pt x="25" y="172"/>
                </a:lnTo>
                <a:lnTo>
                  <a:pt x="25" y="174"/>
                </a:lnTo>
                <a:lnTo>
                  <a:pt x="24" y="174"/>
                </a:lnTo>
                <a:lnTo>
                  <a:pt x="24" y="175"/>
                </a:lnTo>
                <a:lnTo>
                  <a:pt x="23" y="175"/>
                </a:lnTo>
                <a:lnTo>
                  <a:pt x="23" y="176"/>
                </a:lnTo>
                <a:lnTo>
                  <a:pt x="22" y="176"/>
                </a:lnTo>
                <a:lnTo>
                  <a:pt x="21" y="176"/>
                </a:lnTo>
                <a:lnTo>
                  <a:pt x="21" y="175"/>
                </a:lnTo>
                <a:lnTo>
                  <a:pt x="23" y="171"/>
                </a:lnTo>
                <a:lnTo>
                  <a:pt x="24" y="171"/>
                </a:lnTo>
                <a:lnTo>
                  <a:pt x="25" y="171"/>
                </a:lnTo>
                <a:lnTo>
                  <a:pt x="25" y="170"/>
                </a:lnTo>
                <a:lnTo>
                  <a:pt x="25" y="169"/>
                </a:lnTo>
                <a:lnTo>
                  <a:pt x="25" y="168"/>
                </a:lnTo>
                <a:lnTo>
                  <a:pt x="26" y="167"/>
                </a:lnTo>
                <a:lnTo>
                  <a:pt x="26" y="166"/>
                </a:lnTo>
                <a:lnTo>
                  <a:pt x="27" y="166"/>
                </a:lnTo>
                <a:lnTo>
                  <a:pt x="29" y="166"/>
                </a:lnTo>
                <a:lnTo>
                  <a:pt x="30" y="166"/>
                </a:lnTo>
                <a:lnTo>
                  <a:pt x="30" y="165"/>
                </a:lnTo>
                <a:lnTo>
                  <a:pt x="29" y="165"/>
                </a:lnTo>
                <a:lnTo>
                  <a:pt x="29" y="164"/>
                </a:lnTo>
                <a:lnTo>
                  <a:pt x="30" y="164"/>
                </a:lnTo>
                <a:lnTo>
                  <a:pt x="30" y="163"/>
                </a:lnTo>
                <a:lnTo>
                  <a:pt x="31" y="163"/>
                </a:lnTo>
                <a:lnTo>
                  <a:pt x="31" y="162"/>
                </a:lnTo>
                <a:lnTo>
                  <a:pt x="31" y="161"/>
                </a:lnTo>
                <a:lnTo>
                  <a:pt x="32" y="160"/>
                </a:lnTo>
                <a:lnTo>
                  <a:pt x="31" y="159"/>
                </a:lnTo>
                <a:lnTo>
                  <a:pt x="30" y="159"/>
                </a:lnTo>
                <a:lnTo>
                  <a:pt x="29" y="159"/>
                </a:lnTo>
                <a:lnTo>
                  <a:pt x="29" y="158"/>
                </a:lnTo>
                <a:lnTo>
                  <a:pt x="29" y="157"/>
                </a:lnTo>
                <a:lnTo>
                  <a:pt x="30" y="157"/>
                </a:lnTo>
                <a:lnTo>
                  <a:pt x="30" y="156"/>
                </a:lnTo>
                <a:lnTo>
                  <a:pt x="31" y="153"/>
                </a:lnTo>
                <a:lnTo>
                  <a:pt x="31" y="151"/>
                </a:lnTo>
                <a:lnTo>
                  <a:pt x="32" y="152"/>
                </a:lnTo>
                <a:lnTo>
                  <a:pt x="32" y="151"/>
                </a:lnTo>
                <a:lnTo>
                  <a:pt x="32" y="150"/>
                </a:lnTo>
                <a:lnTo>
                  <a:pt x="32" y="149"/>
                </a:lnTo>
                <a:lnTo>
                  <a:pt x="33" y="149"/>
                </a:lnTo>
                <a:lnTo>
                  <a:pt x="32" y="151"/>
                </a:lnTo>
                <a:lnTo>
                  <a:pt x="32" y="152"/>
                </a:lnTo>
                <a:lnTo>
                  <a:pt x="32" y="153"/>
                </a:lnTo>
                <a:lnTo>
                  <a:pt x="32" y="154"/>
                </a:lnTo>
                <a:lnTo>
                  <a:pt x="31" y="154"/>
                </a:lnTo>
                <a:lnTo>
                  <a:pt x="30" y="156"/>
                </a:lnTo>
                <a:lnTo>
                  <a:pt x="30" y="158"/>
                </a:lnTo>
                <a:lnTo>
                  <a:pt x="31" y="158"/>
                </a:lnTo>
                <a:lnTo>
                  <a:pt x="31" y="157"/>
                </a:lnTo>
                <a:lnTo>
                  <a:pt x="31" y="156"/>
                </a:lnTo>
                <a:lnTo>
                  <a:pt x="31" y="155"/>
                </a:lnTo>
                <a:lnTo>
                  <a:pt x="32" y="155"/>
                </a:lnTo>
                <a:lnTo>
                  <a:pt x="33" y="156"/>
                </a:lnTo>
                <a:lnTo>
                  <a:pt x="32" y="155"/>
                </a:lnTo>
                <a:lnTo>
                  <a:pt x="33" y="153"/>
                </a:lnTo>
                <a:lnTo>
                  <a:pt x="34" y="150"/>
                </a:lnTo>
                <a:lnTo>
                  <a:pt x="34" y="151"/>
                </a:lnTo>
                <a:lnTo>
                  <a:pt x="34" y="152"/>
                </a:lnTo>
                <a:lnTo>
                  <a:pt x="34" y="151"/>
                </a:lnTo>
                <a:lnTo>
                  <a:pt x="35" y="151"/>
                </a:lnTo>
                <a:lnTo>
                  <a:pt x="35" y="150"/>
                </a:lnTo>
                <a:lnTo>
                  <a:pt x="34" y="150"/>
                </a:lnTo>
                <a:lnTo>
                  <a:pt x="34" y="149"/>
                </a:lnTo>
                <a:lnTo>
                  <a:pt x="35" y="149"/>
                </a:lnTo>
                <a:lnTo>
                  <a:pt x="35" y="148"/>
                </a:lnTo>
                <a:lnTo>
                  <a:pt x="34" y="149"/>
                </a:lnTo>
                <a:lnTo>
                  <a:pt x="33" y="149"/>
                </a:lnTo>
                <a:lnTo>
                  <a:pt x="33" y="148"/>
                </a:lnTo>
                <a:lnTo>
                  <a:pt x="33" y="147"/>
                </a:lnTo>
                <a:lnTo>
                  <a:pt x="34" y="147"/>
                </a:lnTo>
                <a:lnTo>
                  <a:pt x="34" y="146"/>
                </a:lnTo>
                <a:lnTo>
                  <a:pt x="34" y="145"/>
                </a:lnTo>
                <a:lnTo>
                  <a:pt x="35" y="146"/>
                </a:lnTo>
                <a:lnTo>
                  <a:pt x="36" y="146"/>
                </a:lnTo>
                <a:lnTo>
                  <a:pt x="37" y="146"/>
                </a:lnTo>
                <a:lnTo>
                  <a:pt x="37" y="143"/>
                </a:lnTo>
                <a:lnTo>
                  <a:pt x="36" y="143"/>
                </a:lnTo>
                <a:lnTo>
                  <a:pt x="37" y="142"/>
                </a:lnTo>
                <a:lnTo>
                  <a:pt x="37" y="141"/>
                </a:lnTo>
                <a:lnTo>
                  <a:pt x="37" y="140"/>
                </a:lnTo>
                <a:lnTo>
                  <a:pt x="38" y="140"/>
                </a:lnTo>
                <a:lnTo>
                  <a:pt x="38" y="139"/>
                </a:lnTo>
                <a:lnTo>
                  <a:pt x="39" y="138"/>
                </a:lnTo>
                <a:lnTo>
                  <a:pt x="39" y="137"/>
                </a:lnTo>
                <a:lnTo>
                  <a:pt x="39" y="136"/>
                </a:lnTo>
                <a:lnTo>
                  <a:pt x="39" y="135"/>
                </a:lnTo>
                <a:lnTo>
                  <a:pt x="40" y="134"/>
                </a:lnTo>
                <a:lnTo>
                  <a:pt x="40" y="133"/>
                </a:lnTo>
                <a:lnTo>
                  <a:pt x="41" y="132"/>
                </a:lnTo>
                <a:lnTo>
                  <a:pt x="41" y="131"/>
                </a:lnTo>
                <a:lnTo>
                  <a:pt x="42" y="130"/>
                </a:lnTo>
                <a:lnTo>
                  <a:pt x="42" y="129"/>
                </a:lnTo>
                <a:lnTo>
                  <a:pt x="42" y="128"/>
                </a:lnTo>
                <a:lnTo>
                  <a:pt x="43" y="127"/>
                </a:lnTo>
                <a:lnTo>
                  <a:pt x="44" y="127"/>
                </a:lnTo>
                <a:lnTo>
                  <a:pt x="45" y="125"/>
                </a:lnTo>
                <a:lnTo>
                  <a:pt x="45" y="124"/>
                </a:lnTo>
                <a:lnTo>
                  <a:pt x="46" y="121"/>
                </a:lnTo>
                <a:lnTo>
                  <a:pt x="47" y="120"/>
                </a:lnTo>
                <a:lnTo>
                  <a:pt x="47" y="119"/>
                </a:lnTo>
                <a:lnTo>
                  <a:pt x="48" y="116"/>
                </a:lnTo>
                <a:lnTo>
                  <a:pt x="48" y="115"/>
                </a:lnTo>
                <a:lnTo>
                  <a:pt x="49" y="114"/>
                </a:lnTo>
                <a:lnTo>
                  <a:pt x="49" y="113"/>
                </a:lnTo>
                <a:lnTo>
                  <a:pt x="49" y="112"/>
                </a:lnTo>
                <a:lnTo>
                  <a:pt x="49" y="111"/>
                </a:lnTo>
                <a:lnTo>
                  <a:pt x="49" y="110"/>
                </a:lnTo>
                <a:lnTo>
                  <a:pt x="50" y="110"/>
                </a:lnTo>
                <a:lnTo>
                  <a:pt x="50" y="109"/>
                </a:lnTo>
                <a:lnTo>
                  <a:pt x="50" y="108"/>
                </a:lnTo>
                <a:lnTo>
                  <a:pt x="50" y="107"/>
                </a:lnTo>
                <a:lnTo>
                  <a:pt x="50" y="106"/>
                </a:lnTo>
                <a:lnTo>
                  <a:pt x="50" y="105"/>
                </a:lnTo>
                <a:lnTo>
                  <a:pt x="51" y="105"/>
                </a:lnTo>
                <a:lnTo>
                  <a:pt x="51" y="104"/>
                </a:lnTo>
                <a:lnTo>
                  <a:pt x="52" y="104"/>
                </a:lnTo>
                <a:lnTo>
                  <a:pt x="54" y="103"/>
                </a:lnTo>
                <a:lnTo>
                  <a:pt x="55" y="103"/>
                </a:lnTo>
                <a:lnTo>
                  <a:pt x="56" y="103"/>
                </a:lnTo>
                <a:lnTo>
                  <a:pt x="56" y="104"/>
                </a:lnTo>
                <a:lnTo>
                  <a:pt x="56" y="103"/>
                </a:lnTo>
                <a:lnTo>
                  <a:pt x="55" y="102"/>
                </a:lnTo>
                <a:lnTo>
                  <a:pt x="54" y="102"/>
                </a:lnTo>
                <a:lnTo>
                  <a:pt x="54" y="101"/>
                </a:lnTo>
                <a:lnTo>
                  <a:pt x="55" y="101"/>
                </a:lnTo>
                <a:lnTo>
                  <a:pt x="55" y="99"/>
                </a:lnTo>
                <a:lnTo>
                  <a:pt x="56" y="97"/>
                </a:lnTo>
                <a:lnTo>
                  <a:pt x="57" y="96"/>
                </a:lnTo>
                <a:lnTo>
                  <a:pt x="58" y="96"/>
                </a:lnTo>
                <a:lnTo>
                  <a:pt x="59" y="96"/>
                </a:lnTo>
                <a:lnTo>
                  <a:pt x="60" y="95"/>
                </a:lnTo>
                <a:lnTo>
                  <a:pt x="61" y="95"/>
                </a:lnTo>
                <a:lnTo>
                  <a:pt x="61" y="94"/>
                </a:lnTo>
                <a:lnTo>
                  <a:pt x="62" y="94"/>
                </a:lnTo>
                <a:lnTo>
                  <a:pt x="62" y="93"/>
                </a:lnTo>
                <a:lnTo>
                  <a:pt x="63" y="93"/>
                </a:lnTo>
                <a:lnTo>
                  <a:pt x="63" y="92"/>
                </a:lnTo>
                <a:lnTo>
                  <a:pt x="64" y="92"/>
                </a:lnTo>
                <a:lnTo>
                  <a:pt x="65" y="90"/>
                </a:lnTo>
                <a:lnTo>
                  <a:pt x="65" y="89"/>
                </a:lnTo>
                <a:lnTo>
                  <a:pt x="65" y="87"/>
                </a:lnTo>
                <a:lnTo>
                  <a:pt x="66" y="86"/>
                </a:lnTo>
                <a:lnTo>
                  <a:pt x="66" y="85"/>
                </a:lnTo>
                <a:lnTo>
                  <a:pt x="67" y="84"/>
                </a:lnTo>
                <a:lnTo>
                  <a:pt x="68" y="84"/>
                </a:lnTo>
                <a:lnTo>
                  <a:pt x="69" y="84"/>
                </a:lnTo>
                <a:lnTo>
                  <a:pt x="69" y="83"/>
                </a:lnTo>
                <a:lnTo>
                  <a:pt x="69" y="82"/>
                </a:lnTo>
                <a:lnTo>
                  <a:pt x="69" y="80"/>
                </a:lnTo>
                <a:lnTo>
                  <a:pt x="70" y="80"/>
                </a:lnTo>
                <a:lnTo>
                  <a:pt x="70" y="78"/>
                </a:lnTo>
                <a:lnTo>
                  <a:pt x="69" y="76"/>
                </a:lnTo>
                <a:lnTo>
                  <a:pt x="69" y="75"/>
                </a:lnTo>
                <a:lnTo>
                  <a:pt x="69" y="74"/>
                </a:lnTo>
                <a:lnTo>
                  <a:pt x="68" y="74"/>
                </a:lnTo>
                <a:lnTo>
                  <a:pt x="68" y="73"/>
                </a:lnTo>
                <a:lnTo>
                  <a:pt x="68" y="72"/>
                </a:lnTo>
                <a:lnTo>
                  <a:pt x="68" y="71"/>
                </a:lnTo>
                <a:lnTo>
                  <a:pt x="69" y="70"/>
                </a:lnTo>
                <a:lnTo>
                  <a:pt x="69" y="69"/>
                </a:lnTo>
                <a:lnTo>
                  <a:pt x="70" y="69"/>
                </a:lnTo>
                <a:lnTo>
                  <a:pt x="70" y="70"/>
                </a:lnTo>
                <a:lnTo>
                  <a:pt x="71" y="70"/>
                </a:lnTo>
                <a:lnTo>
                  <a:pt x="71" y="69"/>
                </a:lnTo>
                <a:lnTo>
                  <a:pt x="71" y="68"/>
                </a:lnTo>
                <a:lnTo>
                  <a:pt x="70" y="68"/>
                </a:lnTo>
                <a:lnTo>
                  <a:pt x="70" y="67"/>
                </a:lnTo>
                <a:lnTo>
                  <a:pt x="71" y="67"/>
                </a:lnTo>
                <a:lnTo>
                  <a:pt x="71" y="66"/>
                </a:lnTo>
                <a:lnTo>
                  <a:pt x="71" y="65"/>
                </a:lnTo>
                <a:lnTo>
                  <a:pt x="72" y="65"/>
                </a:lnTo>
                <a:lnTo>
                  <a:pt x="72" y="64"/>
                </a:lnTo>
                <a:lnTo>
                  <a:pt x="72" y="63"/>
                </a:lnTo>
                <a:lnTo>
                  <a:pt x="72" y="62"/>
                </a:lnTo>
                <a:lnTo>
                  <a:pt x="73" y="62"/>
                </a:lnTo>
                <a:lnTo>
                  <a:pt x="73" y="61"/>
                </a:lnTo>
                <a:lnTo>
                  <a:pt x="73" y="60"/>
                </a:lnTo>
                <a:lnTo>
                  <a:pt x="73" y="59"/>
                </a:lnTo>
                <a:lnTo>
                  <a:pt x="73" y="58"/>
                </a:lnTo>
                <a:lnTo>
                  <a:pt x="74" y="57"/>
                </a:lnTo>
                <a:lnTo>
                  <a:pt x="75" y="57"/>
                </a:lnTo>
                <a:lnTo>
                  <a:pt x="75" y="56"/>
                </a:lnTo>
                <a:lnTo>
                  <a:pt x="75" y="55"/>
                </a:lnTo>
                <a:lnTo>
                  <a:pt x="76" y="54"/>
                </a:lnTo>
                <a:lnTo>
                  <a:pt x="76" y="53"/>
                </a:lnTo>
                <a:lnTo>
                  <a:pt x="77" y="52"/>
                </a:lnTo>
                <a:lnTo>
                  <a:pt x="77" y="51"/>
                </a:lnTo>
                <a:lnTo>
                  <a:pt x="77" y="50"/>
                </a:lnTo>
                <a:lnTo>
                  <a:pt x="77" y="48"/>
                </a:lnTo>
                <a:lnTo>
                  <a:pt x="78" y="47"/>
                </a:lnTo>
                <a:lnTo>
                  <a:pt x="78" y="46"/>
                </a:lnTo>
                <a:lnTo>
                  <a:pt x="79" y="46"/>
                </a:lnTo>
                <a:lnTo>
                  <a:pt x="79" y="45"/>
                </a:lnTo>
                <a:lnTo>
                  <a:pt x="80" y="43"/>
                </a:lnTo>
                <a:lnTo>
                  <a:pt x="81" y="42"/>
                </a:lnTo>
                <a:lnTo>
                  <a:pt x="82" y="42"/>
                </a:lnTo>
                <a:lnTo>
                  <a:pt x="82" y="41"/>
                </a:lnTo>
                <a:lnTo>
                  <a:pt x="84" y="40"/>
                </a:lnTo>
                <a:lnTo>
                  <a:pt x="84" y="39"/>
                </a:lnTo>
                <a:lnTo>
                  <a:pt x="85" y="39"/>
                </a:lnTo>
                <a:lnTo>
                  <a:pt x="85" y="38"/>
                </a:lnTo>
                <a:lnTo>
                  <a:pt x="87" y="37"/>
                </a:lnTo>
                <a:lnTo>
                  <a:pt x="88" y="37"/>
                </a:lnTo>
                <a:lnTo>
                  <a:pt x="89" y="36"/>
                </a:lnTo>
                <a:lnTo>
                  <a:pt x="90" y="36"/>
                </a:lnTo>
                <a:lnTo>
                  <a:pt x="91" y="36"/>
                </a:lnTo>
                <a:lnTo>
                  <a:pt x="92" y="35"/>
                </a:lnTo>
                <a:lnTo>
                  <a:pt x="93" y="35"/>
                </a:lnTo>
                <a:lnTo>
                  <a:pt x="94" y="33"/>
                </a:lnTo>
                <a:lnTo>
                  <a:pt x="95" y="33"/>
                </a:lnTo>
                <a:lnTo>
                  <a:pt x="96" y="32"/>
                </a:lnTo>
                <a:lnTo>
                  <a:pt x="97" y="32"/>
                </a:lnTo>
                <a:lnTo>
                  <a:pt x="97" y="31"/>
                </a:lnTo>
                <a:lnTo>
                  <a:pt x="98" y="31"/>
                </a:lnTo>
                <a:lnTo>
                  <a:pt x="98" y="30"/>
                </a:lnTo>
                <a:lnTo>
                  <a:pt x="99" y="30"/>
                </a:lnTo>
                <a:lnTo>
                  <a:pt x="100" y="30"/>
                </a:lnTo>
                <a:lnTo>
                  <a:pt x="100" y="29"/>
                </a:lnTo>
                <a:lnTo>
                  <a:pt x="101" y="29"/>
                </a:lnTo>
                <a:lnTo>
                  <a:pt x="102" y="28"/>
                </a:lnTo>
                <a:lnTo>
                  <a:pt x="103" y="28"/>
                </a:lnTo>
                <a:lnTo>
                  <a:pt x="103" y="29"/>
                </a:lnTo>
                <a:lnTo>
                  <a:pt x="105" y="29"/>
                </a:lnTo>
                <a:lnTo>
                  <a:pt x="105" y="28"/>
                </a:lnTo>
                <a:lnTo>
                  <a:pt x="106" y="28"/>
                </a:lnTo>
                <a:lnTo>
                  <a:pt x="107" y="27"/>
                </a:lnTo>
                <a:lnTo>
                  <a:pt x="108" y="27"/>
                </a:lnTo>
                <a:lnTo>
                  <a:pt x="109" y="27"/>
                </a:lnTo>
                <a:lnTo>
                  <a:pt x="110" y="27"/>
                </a:lnTo>
                <a:lnTo>
                  <a:pt x="111" y="27"/>
                </a:lnTo>
                <a:lnTo>
                  <a:pt x="111" y="26"/>
                </a:lnTo>
                <a:lnTo>
                  <a:pt x="112" y="26"/>
                </a:lnTo>
                <a:lnTo>
                  <a:pt x="113" y="25"/>
                </a:lnTo>
                <a:lnTo>
                  <a:pt x="114" y="24"/>
                </a:lnTo>
                <a:lnTo>
                  <a:pt x="115" y="24"/>
                </a:lnTo>
                <a:lnTo>
                  <a:pt x="117" y="23"/>
                </a:lnTo>
                <a:lnTo>
                  <a:pt x="117" y="22"/>
                </a:lnTo>
                <a:lnTo>
                  <a:pt x="116" y="22"/>
                </a:lnTo>
                <a:lnTo>
                  <a:pt x="117" y="21"/>
                </a:lnTo>
                <a:lnTo>
                  <a:pt x="118" y="21"/>
                </a:lnTo>
                <a:lnTo>
                  <a:pt x="118" y="20"/>
                </a:lnTo>
                <a:lnTo>
                  <a:pt x="119" y="19"/>
                </a:lnTo>
                <a:lnTo>
                  <a:pt x="120" y="20"/>
                </a:lnTo>
                <a:lnTo>
                  <a:pt x="121" y="20"/>
                </a:lnTo>
                <a:lnTo>
                  <a:pt x="122" y="20"/>
                </a:lnTo>
                <a:lnTo>
                  <a:pt x="122" y="21"/>
                </a:lnTo>
                <a:lnTo>
                  <a:pt x="123" y="22"/>
                </a:lnTo>
                <a:lnTo>
                  <a:pt x="124" y="22"/>
                </a:lnTo>
                <a:lnTo>
                  <a:pt x="124" y="23"/>
                </a:lnTo>
                <a:lnTo>
                  <a:pt x="124" y="24"/>
                </a:lnTo>
                <a:lnTo>
                  <a:pt x="125" y="25"/>
                </a:lnTo>
                <a:lnTo>
                  <a:pt x="125" y="24"/>
                </a:lnTo>
                <a:lnTo>
                  <a:pt x="125" y="23"/>
                </a:lnTo>
                <a:lnTo>
                  <a:pt x="124" y="22"/>
                </a:lnTo>
                <a:lnTo>
                  <a:pt x="124" y="21"/>
                </a:lnTo>
                <a:lnTo>
                  <a:pt x="123" y="20"/>
                </a:lnTo>
                <a:lnTo>
                  <a:pt x="123" y="19"/>
                </a:lnTo>
                <a:lnTo>
                  <a:pt x="122" y="19"/>
                </a:lnTo>
                <a:lnTo>
                  <a:pt x="121" y="19"/>
                </a:lnTo>
                <a:lnTo>
                  <a:pt x="121" y="18"/>
                </a:lnTo>
                <a:lnTo>
                  <a:pt x="120" y="18"/>
                </a:lnTo>
                <a:lnTo>
                  <a:pt x="119" y="18"/>
                </a:lnTo>
                <a:lnTo>
                  <a:pt x="118" y="18"/>
                </a:lnTo>
                <a:lnTo>
                  <a:pt x="118" y="17"/>
                </a:lnTo>
                <a:lnTo>
                  <a:pt x="119" y="17"/>
                </a:lnTo>
                <a:lnTo>
                  <a:pt x="119" y="16"/>
                </a:lnTo>
                <a:lnTo>
                  <a:pt x="119" y="15"/>
                </a:lnTo>
                <a:lnTo>
                  <a:pt x="120" y="14"/>
                </a:lnTo>
                <a:lnTo>
                  <a:pt x="120" y="13"/>
                </a:lnTo>
                <a:lnTo>
                  <a:pt x="121" y="13"/>
                </a:lnTo>
                <a:lnTo>
                  <a:pt x="121" y="11"/>
                </a:lnTo>
                <a:lnTo>
                  <a:pt x="121" y="10"/>
                </a:lnTo>
                <a:lnTo>
                  <a:pt x="121" y="9"/>
                </a:lnTo>
                <a:lnTo>
                  <a:pt x="122" y="9"/>
                </a:lnTo>
                <a:lnTo>
                  <a:pt x="122" y="8"/>
                </a:lnTo>
                <a:lnTo>
                  <a:pt x="123" y="8"/>
                </a:lnTo>
                <a:lnTo>
                  <a:pt x="124" y="8"/>
                </a:lnTo>
                <a:lnTo>
                  <a:pt x="124" y="7"/>
                </a:lnTo>
                <a:lnTo>
                  <a:pt x="124" y="6"/>
                </a:lnTo>
                <a:lnTo>
                  <a:pt x="125" y="5"/>
                </a:lnTo>
                <a:lnTo>
                  <a:pt x="126" y="4"/>
                </a:lnTo>
                <a:lnTo>
                  <a:pt x="127" y="4"/>
                </a:lnTo>
                <a:lnTo>
                  <a:pt x="128" y="3"/>
                </a:lnTo>
                <a:lnTo>
                  <a:pt x="127" y="3"/>
                </a:lnTo>
                <a:lnTo>
                  <a:pt x="127" y="2"/>
                </a:lnTo>
                <a:lnTo>
                  <a:pt x="128" y="2"/>
                </a:lnTo>
                <a:lnTo>
                  <a:pt x="128" y="3"/>
                </a:lnTo>
                <a:lnTo>
                  <a:pt x="129" y="3"/>
                </a:lnTo>
                <a:lnTo>
                  <a:pt x="130" y="2"/>
                </a:lnTo>
                <a:lnTo>
                  <a:pt x="130" y="1"/>
                </a:lnTo>
                <a:lnTo>
                  <a:pt x="131" y="1"/>
                </a:lnTo>
                <a:lnTo>
                  <a:pt x="132" y="1"/>
                </a:lnTo>
                <a:lnTo>
                  <a:pt x="134" y="1"/>
                </a:lnTo>
                <a:lnTo>
                  <a:pt x="134" y="0"/>
                </a:lnTo>
                <a:lnTo>
                  <a:pt x="135" y="0"/>
                </a:lnTo>
                <a:lnTo>
                  <a:pt x="136" y="0"/>
                </a:lnTo>
              </a:path>
            </a:pathLst>
          </a:custGeom>
          <a:ln w="4680">
            <a:solidFill>
              <a:srgbClr val="4A4A4A"/>
            </a:solidFill>
            <a:round/>
          </a:ln>
        </p:spPr>
        <p:txBody>
          <a:bodyPr lIns="2160" tIns="2160" rIns="2160" bIns="21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721" name=""/>
          <p:cNvSpPr/>
          <p:nvPr/>
        </p:nvSpPr>
        <p:spPr>
          <a:xfrm>
            <a:off x="5114520" y="1638360"/>
            <a:ext cx="1800" cy="1440"/>
          </a:xfrm>
          <a:custGeom>
            <a:avLst/>
            <a:gdLst/>
            <a:ahLst/>
            <a:rect l="0" t="0" r="r" b="b"/>
            <a:pathLst>
              <a:path fill="none" w="5" h="4">
                <a:moveTo>
                  <a:pt x="4" y="3"/>
                </a:moveTo>
                <a:lnTo>
                  <a:pt x="5" y="3"/>
                </a:lnTo>
                <a:lnTo>
                  <a:pt x="5" y="4"/>
                </a:lnTo>
                <a:lnTo>
                  <a:pt x="4" y="4"/>
                </a:lnTo>
                <a:lnTo>
                  <a:pt x="2" y="4"/>
                </a:lnTo>
                <a:lnTo>
                  <a:pt x="1" y="4"/>
                </a:lnTo>
                <a:lnTo>
                  <a:pt x="0" y="4"/>
                </a:lnTo>
                <a:lnTo>
                  <a:pt x="0" y="1"/>
                </a:lnTo>
                <a:lnTo>
                  <a:pt x="1" y="1"/>
                </a:lnTo>
                <a:lnTo>
                  <a:pt x="1" y="3"/>
                </a:lnTo>
                <a:lnTo>
                  <a:pt x="2" y="3"/>
                </a:lnTo>
                <a:lnTo>
                  <a:pt x="2" y="1"/>
                </a:lnTo>
                <a:lnTo>
                  <a:pt x="2" y="3"/>
                </a:lnTo>
                <a:lnTo>
                  <a:pt x="4" y="3"/>
                </a:lnTo>
                <a:lnTo>
                  <a:pt x="2" y="1"/>
                </a:lnTo>
                <a:lnTo>
                  <a:pt x="2" y="0"/>
                </a:lnTo>
                <a:lnTo>
                  <a:pt x="4" y="0"/>
                </a:lnTo>
                <a:lnTo>
                  <a:pt x="4" y="3"/>
                </a:lnTo>
              </a:path>
            </a:pathLst>
          </a:custGeom>
          <a:ln w="4680">
            <a:solidFill>
              <a:srgbClr val="4A4A4A"/>
            </a:solidFill>
            <a:round/>
          </a:ln>
        </p:spPr>
        <p:txBody>
          <a:bodyPr lIns="2160" tIns="-720" rIns="2160" bIns="-7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722" name=""/>
          <p:cNvSpPr/>
          <p:nvPr/>
        </p:nvSpPr>
        <p:spPr>
          <a:xfrm>
            <a:off x="5101920" y="1637280"/>
            <a:ext cx="720" cy="1080"/>
          </a:xfrm>
          <a:custGeom>
            <a:avLst/>
            <a:gdLst/>
            <a:ahLst/>
            <a:rect l="0" t="0" r="r" b="b"/>
            <a:pathLst>
              <a:path fill="none" w="2" h="3">
                <a:moveTo>
                  <a:pt x="0" y="3"/>
                </a:moveTo>
                <a:lnTo>
                  <a:pt x="0" y="2"/>
                </a:lnTo>
                <a:lnTo>
                  <a:pt x="0" y="0"/>
                </a:lnTo>
                <a:lnTo>
                  <a:pt x="2" y="0"/>
                </a:lnTo>
                <a:lnTo>
                  <a:pt x="0" y="2"/>
                </a:lnTo>
                <a:lnTo>
                  <a:pt x="0" y="3"/>
                </a:lnTo>
              </a:path>
            </a:pathLst>
          </a:custGeom>
          <a:ln w="4680">
            <a:solidFill>
              <a:srgbClr val="4A4A4A"/>
            </a:solidFill>
            <a:round/>
          </a:ln>
        </p:spPr>
        <p:txBody>
          <a:bodyPr lIns="2160" tIns="-1080" rIns="2160" bIns="-108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723" name=""/>
          <p:cNvSpPr/>
          <p:nvPr/>
        </p:nvSpPr>
        <p:spPr>
          <a:xfrm>
            <a:off x="5105520" y="1636920"/>
            <a:ext cx="2520" cy="2160"/>
          </a:xfrm>
          <a:custGeom>
            <a:avLst/>
            <a:gdLst/>
            <a:ahLst/>
            <a:rect l="0" t="0" r="r" b="b"/>
            <a:pathLst>
              <a:path fill="none" w="7" h="6">
                <a:moveTo>
                  <a:pt x="7" y="4"/>
                </a:moveTo>
                <a:lnTo>
                  <a:pt x="7" y="5"/>
                </a:lnTo>
                <a:lnTo>
                  <a:pt x="6" y="5"/>
                </a:lnTo>
                <a:lnTo>
                  <a:pt x="6" y="4"/>
                </a:lnTo>
                <a:lnTo>
                  <a:pt x="4" y="4"/>
                </a:lnTo>
                <a:lnTo>
                  <a:pt x="4" y="5"/>
                </a:lnTo>
                <a:lnTo>
                  <a:pt x="3" y="5"/>
                </a:lnTo>
                <a:lnTo>
                  <a:pt x="2" y="5"/>
                </a:lnTo>
                <a:lnTo>
                  <a:pt x="2" y="6"/>
                </a:lnTo>
                <a:lnTo>
                  <a:pt x="2" y="5"/>
                </a:lnTo>
                <a:lnTo>
                  <a:pt x="1" y="5"/>
                </a:lnTo>
                <a:lnTo>
                  <a:pt x="1" y="6"/>
                </a:lnTo>
                <a:lnTo>
                  <a:pt x="1" y="5"/>
                </a:lnTo>
                <a:lnTo>
                  <a:pt x="0" y="5"/>
                </a:lnTo>
                <a:lnTo>
                  <a:pt x="0" y="4"/>
                </a:lnTo>
                <a:lnTo>
                  <a:pt x="1" y="2"/>
                </a:lnTo>
                <a:lnTo>
                  <a:pt x="1" y="4"/>
                </a:lnTo>
                <a:lnTo>
                  <a:pt x="2" y="4"/>
                </a:lnTo>
                <a:lnTo>
                  <a:pt x="3" y="2"/>
                </a:lnTo>
                <a:lnTo>
                  <a:pt x="4" y="2"/>
                </a:lnTo>
                <a:lnTo>
                  <a:pt x="6" y="1"/>
                </a:lnTo>
                <a:lnTo>
                  <a:pt x="6" y="0"/>
                </a:lnTo>
                <a:lnTo>
                  <a:pt x="7" y="0"/>
                </a:lnTo>
                <a:lnTo>
                  <a:pt x="7" y="1"/>
                </a:lnTo>
                <a:lnTo>
                  <a:pt x="7" y="2"/>
                </a:lnTo>
                <a:lnTo>
                  <a:pt x="7" y="4"/>
                </a:lnTo>
              </a:path>
            </a:pathLst>
          </a:custGeom>
          <a:ln w="4680">
            <a:solidFill>
              <a:srgbClr val="4A4A4A"/>
            </a:solidFill>
            <a:round/>
          </a:ln>
        </p:spPr>
        <p:txBody>
          <a:bodyPr lIns="2160" tIns="0" rIns="216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724" name=""/>
          <p:cNvSpPr/>
          <p:nvPr/>
        </p:nvSpPr>
        <p:spPr>
          <a:xfrm>
            <a:off x="5104800" y="1636920"/>
            <a:ext cx="1080" cy="1440"/>
          </a:xfrm>
          <a:custGeom>
            <a:avLst/>
            <a:gdLst/>
            <a:ahLst/>
            <a:rect l="0" t="0" r="r" b="b"/>
            <a:pathLst>
              <a:path fill="none" w="3" h="4">
                <a:moveTo>
                  <a:pt x="3" y="3"/>
                </a:moveTo>
                <a:lnTo>
                  <a:pt x="2" y="3"/>
                </a:lnTo>
                <a:lnTo>
                  <a:pt x="0" y="3"/>
                </a:lnTo>
                <a:lnTo>
                  <a:pt x="0" y="4"/>
                </a:lnTo>
                <a:lnTo>
                  <a:pt x="0" y="3"/>
                </a:lnTo>
                <a:lnTo>
                  <a:pt x="0" y="1"/>
                </a:lnTo>
                <a:lnTo>
                  <a:pt x="2" y="0"/>
                </a:lnTo>
                <a:lnTo>
                  <a:pt x="3" y="1"/>
                </a:lnTo>
                <a:lnTo>
                  <a:pt x="3" y="3"/>
                </a:lnTo>
              </a:path>
            </a:pathLst>
          </a:custGeom>
          <a:ln w="4680">
            <a:solidFill>
              <a:srgbClr val="4A4A4A"/>
            </a:solidFill>
            <a:round/>
          </a:ln>
        </p:spPr>
        <p:txBody>
          <a:bodyPr lIns="2160" tIns="-720" rIns="2160" bIns="-7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725" name=""/>
          <p:cNvSpPr/>
          <p:nvPr/>
        </p:nvSpPr>
        <p:spPr>
          <a:xfrm>
            <a:off x="5101200" y="1636920"/>
            <a:ext cx="2520" cy="2880"/>
          </a:xfrm>
          <a:custGeom>
            <a:avLst/>
            <a:gdLst/>
            <a:ahLst/>
            <a:rect l="0" t="0" r="r" b="b"/>
            <a:pathLst>
              <a:path fill="none" w="7" h="8">
                <a:moveTo>
                  <a:pt x="7" y="1"/>
                </a:moveTo>
                <a:lnTo>
                  <a:pt x="6" y="2"/>
                </a:lnTo>
                <a:lnTo>
                  <a:pt x="7" y="3"/>
                </a:lnTo>
                <a:lnTo>
                  <a:pt x="6" y="3"/>
                </a:lnTo>
                <a:lnTo>
                  <a:pt x="6" y="5"/>
                </a:lnTo>
                <a:lnTo>
                  <a:pt x="3" y="6"/>
                </a:lnTo>
                <a:lnTo>
                  <a:pt x="3" y="8"/>
                </a:lnTo>
                <a:lnTo>
                  <a:pt x="2" y="8"/>
                </a:lnTo>
                <a:lnTo>
                  <a:pt x="0" y="8"/>
                </a:lnTo>
                <a:lnTo>
                  <a:pt x="0" y="6"/>
                </a:lnTo>
                <a:lnTo>
                  <a:pt x="1" y="5"/>
                </a:lnTo>
                <a:lnTo>
                  <a:pt x="1" y="6"/>
                </a:lnTo>
                <a:lnTo>
                  <a:pt x="1" y="8"/>
                </a:lnTo>
                <a:lnTo>
                  <a:pt x="2" y="8"/>
                </a:lnTo>
                <a:lnTo>
                  <a:pt x="2" y="6"/>
                </a:lnTo>
                <a:lnTo>
                  <a:pt x="2" y="5"/>
                </a:lnTo>
                <a:lnTo>
                  <a:pt x="3" y="3"/>
                </a:lnTo>
                <a:lnTo>
                  <a:pt x="4" y="3"/>
                </a:lnTo>
                <a:lnTo>
                  <a:pt x="4" y="2"/>
                </a:lnTo>
                <a:lnTo>
                  <a:pt x="6" y="2"/>
                </a:lnTo>
                <a:lnTo>
                  <a:pt x="7" y="1"/>
                </a:lnTo>
                <a:lnTo>
                  <a:pt x="7" y="0"/>
                </a:lnTo>
                <a:lnTo>
                  <a:pt x="7" y="1"/>
                </a:lnTo>
              </a:path>
            </a:pathLst>
          </a:custGeom>
          <a:ln w="4680">
            <a:solidFill>
              <a:srgbClr val="4A4A4A"/>
            </a:solidFill>
            <a:round/>
          </a:ln>
        </p:spPr>
        <p:txBody>
          <a:bodyPr lIns="2160" tIns="720" rIns="2160" bIns="7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726" name=""/>
          <p:cNvSpPr/>
          <p:nvPr/>
        </p:nvSpPr>
        <p:spPr>
          <a:xfrm>
            <a:off x="5106600" y="1636560"/>
            <a:ext cx="9000" cy="12600"/>
          </a:xfrm>
          <a:custGeom>
            <a:avLst/>
            <a:gdLst/>
            <a:ahLst/>
            <a:rect l="0" t="0" r="r" b="b"/>
            <a:pathLst>
              <a:path fill="none" w="25" h="35">
                <a:moveTo>
                  <a:pt x="10" y="4"/>
                </a:moveTo>
                <a:lnTo>
                  <a:pt x="10" y="5"/>
                </a:lnTo>
                <a:lnTo>
                  <a:pt x="11" y="7"/>
                </a:lnTo>
                <a:lnTo>
                  <a:pt x="12" y="7"/>
                </a:lnTo>
                <a:lnTo>
                  <a:pt x="13" y="6"/>
                </a:lnTo>
                <a:lnTo>
                  <a:pt x="14" y="5"/>
                </a:lnTo>
                <a:lnTo>
                  <a:pt x="15" y="5"/>
                </a:lnTo>
                <a:lnTo>
                  <a:pt x="15" y="6"/>
                </a:lnTo>
                <a:lnTo>
                  <a:pt x="17" y="7"/>
                </a:lnTo>
                <a:lnTo>
                  <a:pt x="19" y="7"/>
                </a:lnTo>
                <a:lnTo>
                  <a:pt x="19" y="8"/>
                </a:lnTo>
                <a:lnTo>
                  <a:pt x="17" y="10"/>
                </a:lnTo>
                <a:lnTo>
                  <a:pt x="19" y="11"/>
                </a:lnTo>
                <a:lnTo>
                  <a:pt x="21" y="12"/>
                </a:lnTo>
                <a:lnTo>
                  <a:pt x="23" y="12"/>
                </a:lnTo>
                <a:lnTo>
                  <a:pt x="24" y="11"/>
                </a:lnTo>
                <a:lnTo>
                  <a:pt x="25" y="11"/>
                </a:lnTo>
                <a:lnTo>
                  <a:pt x="24" y="13"/>
                </a:lnTo>
                <a:lnTo>
                  <a:pt x="24" y="14"/>
                </a:lnTo>
                <a:lnTo>
                  <a:pt x="23" y="15"/>
                </a:lnTo>
                <a:lnTo>
                  <a:pt x="22" y="15"/>
                </a:lnTo>
                <a:lnTo>
                  <a:pt x="22" y="14"/>
                </a:lnTo>
                <a:lnTo>
                  <a:pt x="21" y="13"/>
                </a:lnTo>
                <a:lnTo>
                  <a:pt x="20" y="14"/>
                </a:lnTo>
                <a:lnTo>
                  <a:pt x="19" y="14"/>
                </a:lnTo>
                <a:lnTo>
                  <a:pt x="19" y="15"/>
                </a:lnTo>
                <a:lnTo>
                  <a:pt x="17" y="15"/>
                </a:lnTo>
                <a:lnTo>
                  <a:pt x="16" y="15"/>
                </a:lnTo>
                <a:lnTo>
                  <a:pt x="16" y="17"/>
                </a:lnTo>
                <a:lnTo>
                  <a:pt x="16" y="18"/>
                </a:lnTo>
                <a:lnTo>
                  <a:pt x="16" y="19"/>
                </a:lnTo>
                <a:lnTo>
                  <a:pt x="16" y="20"/>
                </a:lnTo>
                <a:lnTo>
                  <a:pt x="16" y="21"/>
                </a:lnTo>
                <a:lnTo>
                  <a:pt x="17" y="21"/>
                </a:lnTo>
                <a:lnTo>
                  <a:pt x="17" y="22"/>
                </a:lnTo>
                <a:lnTo>
                  <a:pt x="17" y="21"/>
                </a:lnTo>
                <a:lnTo>
                  <a:pt x="19" y="21"/>
                </a:lnTo>
                <a:lnTo>
                  <a:pt x="20" y="21"/>
                </a:lnTo>
                <a:lnTo>
                  <a:pt x="20" y="22"/>
                </a:lnTo>
                <a:lnTo>
                  <a:pt x="20" y="23"/>
                </a:lnTo>
                <a:lnTo>
                  <a:pt x="21" y="23"/>
                </a:lnTo>
                <a:lnTo>
                  <a:pt x="21" y="22"/>
                </a:lnTo>
                <a:lnTo>
                  <a:pt x="22" y="22"/>
                </a:lnTo>
                <a:lnTo>
                  <a:pt x="23" y="22"/>
                </a:lnTo>
                <a:lnTo>
                  <a:pt x="24" y="22"/>
                </a:lnTo>
                <a:lnTo>
                  <a:pt x="24" y="23"/>
                </a:lnTo>
                <a:lnTo>
                  <a:pt x="24" y="24"/>
                </a:lnTo>
                <a:lnTo>
                  <a:pt x="24" y="25"/>
                </a:lnTo>
                <a:lnTo>
                  <a:pt x="23" y="26"/>
                </a:lnTo>
                <a:lnTo>
                  <a:pt x="23" y="25"/>
                </a:lnTo>
                <a:lnTo>
                  <a:pt x="22" y="24"/>
                </a:lnTo>
                <a:lnTo>
                  <a:pt x="21" y="24"/>
                </a:lnTo>
                <a:lnTo>
                  <a:pt x="20" y="24"/>
                </a:lnTo>
                <a:lnTo>
                  <a:pt x="19" y="25"/>
                </a:lnTo>
                <a:lnTo>
                  <a:pt x="17" y="25"/>
                </a:lnTo>
                <a:lnTo>
                  <a:pt x="17" y="26"/>
                </a:lnTo>
                <a:lnTo>
                  <a:pt x="16" y="26"/>
                </a:lnTo>
                <a:lnTo>
                  <a:pt x="15" y="26"/>
                </a:lnTo>
                <a:lnTo>
                  <a:pt x="14" y="29"/>
                </a:lnTo>
                <a:lnTo>
                  <a:pt x="13" y="30"/>
                </a:lnTo>
                <a:lnTo>
                  <a:pt x="12" y="30"/>
                </a:lnTo>
                <a:lnTo>
                  <a:pt x="11" y="32"/>
                </a:lnTo>
                <a:lnTo>
                  <a:pt x="12" y="33"/>
                </a:lnTo>
                <a:lnTo>
                  <a:pt x="13" y="34"/>
                </a:lnTo>
                <a:lnTo>
                  <a:pt x="13" y="33"/>
                </a:lnTo>
                <a:lnTo>
                  <a:pt x="14" y="33"/>
                </a:lnTo>
                <a:lnTo>
                  <a:pt x="15" y="33"/>
                </a:lnTo>
                <a:lnTo>
                  <a:pt x="15" y="34"/>
                </a:lnTo>
                <a:lnTo>
                  <a:pt x="14" y="34"/>
                </a:lnTo>
                <a:lnTo>
                  <a:pt x="14" y="35"/>
                </a:lnTo>
                <a:lnTo>
                  <a:pt x="12" y="35"/>
                </a:lnTo>
                <a:lnTo>
                  <a:pt x="11" y="34"/>
                </a:lnTo>
                <a:lnTo>
                  <a:pt x="10" y="33"/>
                </a:lnTo>
                <a:lnTo>
                  <a:pt x="7" y="33"/>
                </a:lnTo>
                <a:lnTo>
                  <a:pt x="7" y="32"/>
                </a:lnTo>
                <a:lnTo>
                  <a:pt x="6" y="32"/>
                </a:lnTo>
                <a:lnTo>
                  <a:pt x="6" y="31"/>
                </a:lnTo>
                <a:lnTo>
                  <a:pt x="6" y="30"/>
                </a:lnTo>
                <a:lnTo>
                  <a:pt x="5" y="29"/>
                </a:lnTo>
                <a:lnTo>
                  <a:pt x="5" y="30"/>
                </a:lnTo>
                <a:lnTo>
                  <a:pt x="5" y="31"/>
                </a:lnTo>
                <a:lnTo>
                  <a:pt x="4" y="31"/>
                </a:lnTo>
                <a:lnTo>
                  <a:pt x="4" y="30"/>
                </a:lnTo>
                <a:lnTo>
                  <a:pt x="3" y="30"/>
                </a:lnTo>
                <a:lnTo>
                  <a:pt x="3" y="29"/>
                </a:lnTo>
                <a:lnTo>
                  <a:pt x="3" y="27"/>
                </a:lnTo>
                <a:lnTo>
                  <a:pt x="4" y="27"/>
                </a:lnTo>
                <a:lnTo>
                  <a:pt x="4" y="26"/>
                </a:lnTo>
                <a:lnTo>
                  <a:pt x="4" y="27"/>
                </a:lnTo>
                <a:lnTo>
                  <a:pt x="4" y="26"/>
                </a:lnTo>
                <a:lnTo>
                  <a:pt x="4" y="25"/>
                </a:lnTo>
                <a:lnTo>
                  <a:pt x="4" y="26"/>
                </a:lnTo>
                <a:lnTo>
                  <a:pt x="3" y="26"/>
                </a:lnTo>
                <a:lnTo>
                  <a:pt x="3" y="27"/>
                </a:lnTo>
                <a:lnTo>
                  <a:pt x="2" y="27"/>
                </a:lnTo>
                <a:lnTo>
                  <a:pt x="2" y="29"/>
                </a:lnTo>
                <a:lnTo>
                  <a:pt x="2" y="27"/>
                </a:lnTo>
                <a:lnTo>
                  <a:pt x="2" y="26"/>
                </a:lnTo>
                <a:lnTo>
                  <a:pt x="2" y="25"/>
                </a:lnTo>
                <a:lnTo>
                  <a:pt x="2" y="24"/>
                </a:lnTo>
                <a:lnTo>
                  <a:pt x="2" y="23"/>
                </a:lnTo>
                <a:lnTo>
                  <a:pt x="3" y="22"/>
                </a:lnTo>
                <a:lnTo>
                  <a:pt x="4" y="22"/>
                </a:lnTo>
                <a:lnTo>
                  <a:pt x="3" y="21"/>
                </a:lnTo>
                <a:lnTo>
                  <a:pt x="4" y="21"/>
                </a:lnTo>
                <a:lnTo>
                  <a:pt x="5" y="21"/>
                </a:lnTo>
                <a:lnTo>
                  <a:pt x="7" y="21"/>
                </a:lnTo>
                <a:lnTo>
                  <a:pt x="7" y="20"/>
                </a:lnTo>
                <a:lnTo>
                  <a:pt x="8" y="21"/>
                </a:lnTo>
                <a:lnTo>
                  <a:pt x="9" y="21"/>
                </a:lnTo>
                <a:lnTo>
                  <a:pt x="9" y="20"/>
                </a:lnTo>
                <a:lnTo>
                  <a:pt x="8" y="20"/>
                </a:lnTo>
                <a:lnTo>
                  <a:pt x="7" y="20"/>
                </a:lnTo>
                <a:lnTo>
                  <a:pt x="5" y="19"/>
                </a:lnTo>
                <a:lnTo>
                  <a:pt x="5" y="18"/>
                </a:lnTo>
                <a:lnTo>
                  <a:pt x="5" y="16"/>
                </a:lnTo>
                <a:lnTo>
                  <a:pt x="5" y="15"/>
                </a:lnTo>
                <a:lnTo>
                  <a:pt x="4" y="14"/>
                </a:lnTo>
                <a:lnTo>
                  <a:pt x="3" y="13"/>
                </a:lnTo>
                <a:lnTo>
                  <a:pt x="3" y="12"/>
                </a:lnTo>
                <a:lnTo>
                  <a:pt x="2" y="12"/>
                </a:lnTo>
                <a:lnTo>
                  <a:pt x="1" y="12"/>
                </a:lnTo>
                <a:lnTo>
                  <a:pt x="1" y="11"/>
                </a:lnTo>
                <a:lnTo>
                  <a:pt x="1" y="10"/>
                </a:lnTo>
                <a:lnTo>
                  <a:pt x="0" y="10"/>
                </a:lnTo>
                <a:lnTo>
                  <a:pt x="1" y="10"/>
                </a:lnTo>
                <a:lnTo>
                  <a:pt x="2" y="8"/>
                </a:lnTo>
                <a:lnTo>
                  <a:pt x="2" y="7"/>
                </a:lnTo>
                <a:lnTo>
                  <a:pt x="3" y="6"/>
                </a:lnTo>
                <a:lnTo>
                  <a:pt x="3" y="7"/>
                </a:lnTo>
                <a:lnTo>
                  <a:pt x="4" y="7"/>
                </a:lnTo>
                <a:lnTo>
                  <a:pt x="5" y="6"/>
                </a:lnTo>
                <a:lnTo>
                  <a:pt x="4" y="6"/>
                </a:lnTo>
                <a:lnTo>
                  <a:pt x="4" y="5"/>
                </a:lnTo>
                <a:lnTo>
                  <a:pt x="6" y="3"/>
                </a:lnTo>
                <a:lnTo>
                  <a:pt x="6" y="4"/>
                </a:lnTo>
                <a:lnTo>
                  <a:pt x="7" y="5"/>
                </a:lnTo>
                <a:lnTo>
                  <a:pt x="7" y="4"/>
                </a:lnTo>
                <a:lnTo>
                  <a:pt x="7" y="3"/>
                </a:lnTo>
                <a:lnTo>
                  <a:pt x="7" y="2"/>
                </a:lnTo>
                <a:lnTo>
                  <a:pt x="8" y="1"/>
                </a:lnTo>
                <a:lnTo>
                  <a:pt x="9" y="1"/>
                </a:lnTo>
                <a:lnTo>
                  <a:pt x="11" y="0"/>
                </a:lnTo>
                <a:lnTo>
                  <a:pt x="10" y="2"/>
                </a:lnTo>
                <a:lnTo>
                  <a:pt x="10" y="3"/>
                </a:lnTo>
                <a:lnTo>
                  <a:pt x="10" y="4"/>
                </a:lnTo>
              </a:path>
            </a:pathLst>
          </a:custGeom>
          <a:ln w="4680">
            <a:solidFill>
              <a:srgbClr val="4A4A4A"/>
            </a:solidFill>
            <a:round/>
          </a:ln>
        </p:spPr>
        <p:txBody>
          <a:bodyPr lIns="2160" tIns="2160" rIns="2160" bIns="21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727" name=""/>
          <p:cNvSpPr/>
          <p:nvPr/>
        </p:nvSpPr>
        <p:spPr>
          <a:xfrm>
            <a:off x="5104440" y="1636560"/>
            <a:ext cx="1440" cy="1080"/>
          </a:xfrm>
          <a:custGeom>
            <a:avLst/>
            <a:gdLst/>
            <a:ahLst/>
            <a:rect l="0" t="0" r="r" b="b"/>
            <a:pathLst>
              <a:path fill="none" w="4" h="3">
                <a:moveTo>
                  <a:pt x="4" y="0"/>
                </a:moveTo>
                <a:lnTo>
                  <a:pt x="2" y="2"/>
                </a:lnTo>
                <a:lnTo>
                  <a:pt x="0" y="2"/>
                </a:lnTo>
                <a:lnTo>
                  <a:pt x="0" y="3"/>
                </a:lnTo>
                <a:lnTo>
                  <a:pt x="0" y="2"/>
                </a:lnTo>
                <a:lnTo>
                  <a:pt x="2" y="2"/>
                </a:lnTo>
                <a:lnTo>
                  <a:pt x="2" y="0"/>
                </a:lnTo>
                <a:lnTo>
                  <a:pt x="4" y="0"/>
                </a:lnTo>
              </a:path>
            </a:pathLst>
          </a:custGeom>
          <a:ln w="4680">
            <a:solidFill>
              <a:srgbClr val="4A4A4A"/>
            </a:solidFill>
            <a:round/>
          </a:ln>
        </p:spPr>
        <p:txBody>
          <a:bodyPr lIns="2160" tIns="-1080" rIns="2160" bIns="-108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728" name=""/>
          <p:cNvSpPr/>
          <p:nvPr/>
        </p:nvSpPr>
        <p:spPr>
          <a:xfrm>
            <a:off x="5104800" y="1632600"/>
            <a:ext cx="1440" cy="720"/>
          </a:xfrm>
          <a:custGeom>
            <a:avLst/>
            <a:gdLst/>
            <a:ahLst/>
            <a:rect l="0" t="0" r="r" b="b"/>
            <a:pathLst>
              <a:path fill="none" w="4" h="2">
                <a:moveTo>
                  <a:pt x="4" y="2"/>
                </a:moveTo>
                <a:lnTo>
                  <a:pt x="2" y="2"/>
                </a:lnTo>
                <a:lnTo>
                  <a:pt x="0" y="2"/>
                </a:lnTo>
                <a:lnTo>
                  <a:pt x="0" y="0"/>
                </a:lnTo>
                <a:lnTo>
                  <a:pt x="2" y="0"/>
                </a:lnTo>
                <a:lnTo>
                  <a:pt x="4" y="0"/>
                </a:lnTo>
                <a:lnTo>
                  <a:pt x="4" y="2"/>
                </a:lnTo>
              </a:path>
            </a:pathLst>
          </a:custGeom>
          <a:ln w="4680">
            <a:solidFill>
              <a:srgbClr val="4A4A4A"/>
            </a:solidFill>
            <a:round/>
          </a:ln>
        </p:spPr>
        <p:txBody>
          <a:bodyPr lIns="2160" tIns="-1440" rIns="2160" bIns="-144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729" name=""/>
          <p:cNvSpPr/>
          <p:nvPr/>
        </p:nvSpPr>
        <p:spPr>
          <a:xfrm>
            <a:off x="5115960" y="1621080"/>
            <a:ext cx="1080" cy="1800"/>
          </a:xfrm>
          <a:custGeom>
            <a:avLst/>
            <a:gdLst/>
            <a:ahLst/>
            <a:rect l="0" t="0" r="r" b="b"/>
            <a:pathLst>
              <a:path fill="none" w="3" h="5">
                <a:moveTo>
                  <a:pt x="1" y="1"/>
                </a:moveTo>
                <a:lnTo>
                  <a:pt x="1" y="3"/>
                </a:lnTo>
                <a:lnTo>
                  <a:pt x="3" y="3"/>
                </a:lnTo>
                <a:lnTo>
                  <a:pt x="3" y="1"/>
                </a:lnTo>
                <a:lnTo>
                  <a:pt x="3" y="3"/>
                </a:lnTo>
                <a:lnTo>
                  <a:pt x="1" y="4"/>
                </a:lnTo>
                <a:lnTo>
                  <a:pt x="0" y="5"/>
                </a:lnTo>
                <a:lnTo>
                  <a:pt x="0" y="3"/>
                </a:lnTo>
                <a:lnTo>
                  <a:pt x="0" y="1"/>
                </a:lnTo>
                <a:lnTo>
                  <a:pt x="1" y="1"/>
                </a:lnTo>
                <a:lnTo>
                  <a:pt x="1" y="0"/>
                </a:lnTo>
                <a:lnTo>
                  <a:pt x="1" y="1"/>
                </a:lnTo>
              </a:path>
            </a:pathLst>
          </a:custGeom>
          <a:ln w="4680">
            <a:solidFill>
              <a:srgbClr val="4A4A4A"/>
            </a:solidFill>
            <a:round/>
          </a:ln>
        </p:spPr>
        <p:txBody>
          <a:bodyPr lIns="2160" tIns="-360" rIns="2160" bIns="-3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730" name=""/>
          <p:cNvSpPr/>
          <p:nvPr/>
        </p:nvSpPr>
        <p:spPr>
          <a:xfrm>
            <a:off x="5114160" y="1621080"/>
            <a:ext cx="1800" cy="1080"/>
          </a:xfrm>
          <a:custGeom>
            <a:avLst/>
            <a:gdLst/>
            <a:ahLst/>
            <a:rect l="0" t="0" r="r" b="b"/>
            <a:pathLst>
              <a:path fill="none" w="5" h="3">
                <a:moveTo>
                  <a:pt x="2" y="3"/>
                </a:moveTo>
                <a:lnTo>
                  <a:pt x="0" y="3"/>
                </a:lnTo>
                <a:lnTo>
                  <a:pt x="0" y="1"/>
                </a:lnTo>
                <a:lnTo>
                  <a:pt x="2" y="0"/>
                </a:lnTo>
                <a:lnTo>
                  <a:pt x="3" y="0"/>
                </a:lnTo>
                <a:lnTo>
                  <a:pt x="5" y="0"/>
                </a:lnTo>
                <a:lnTo>
                  <a:pt x="5" y="1"/>
                </a:lnTo>
                <a:lnTo>
                  <a:pt x="2" y="3"/>
                </a:lnTo>
              </a:path>
            </a:pathLst>
          </a:custGeom>
          <a:ln w="4680">
            <a:solidFill>
              <a:srgbClr val="4A4A4A"/>
            </a:solidFill>
            <a:round/>
          </a:ln>
        </p:spPr>
        <p:txBody>
          <a:bodyPr lIns="2160" tIns="-1080" rIns="2160" bIns="-108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731" name=""/>
          <p:cNvSpPr/>
          <p:nvPr/>
        </p:nvSpPr>
        <p:spPr>
          <a:xfrm>
            <a:off x="5100840" y="1616760"/>
            <a:ext cx="1440" cy="720"/>
          </a:xfrm>
          <a:custGeom>
            <a:avLst/>
            <a:gdLst/>
            <a:ahLst/>
            <a:rect l="0" t="0" r="r" b="b"/>
            <a:pathLst>
              <a:path fill="none" w="4" h="2">
                <a:moveTo>
                  <a:pt x="4" y="2"/>
                </a:moveTo>
                <a:lnTo>
                  <a:pt x="2" y="0"/>
                </a:lnTo>
                <a:lnTo>
                  <a:pt x="0" y="0"/>
                </a:lnTo>
                <a:lnTo>
                  <a:pt x="2" y="0"/>
                </a:lnTo>
                <a:lnTo>
                  <a:pt x="4" y="0"/>
                </a:lnTo>
                <a:lnTo>
                  <a:pt x="4" y="2"/>
                </a:lnTo>
              </a:path>
            </a:pathLst>
          </a:custGeom>
          <a:ln w="4680">
            <a:solidFill>
              <a:srgbClr val="4A4A4A"/>
            </a:solidFill>
            <a:round/>
          </a:ln>
        </p:spPr>
        <p:txBody>
          <a:bodyPr lIns="2160" tIns="-1440" rIns="2160" bIns="-144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732" name=""/>
          <p:cNvSpPr/>
          <p:nvPr/>
        </p:nvSpPr>
        <p:spPr>
          <a:xfrm>
            <a:off x="5097600" y="1616400"/>
            <a:ext cx="5040" cy="3960"/>
          </a:xfrm>
          <a:custGeom>
            <a:avLst/>
            <a:gdLst/>
            <a:ahLst/>
            <a:rect l="0" t="0" r="r" b="b"/>
            <a:pathLst>
              <a:path fill="none" w="14" h="11">
                <a:moveTo>
                  <a:pt x="6" y="1"/>
                </a:moveTo>
                <a:lnTo>
                  <a:pt x="8" y="1"/>
                </a:lnTo>
                <a:lnTo>
                  <a:pt x="10" y="1"/>
                </a:lnTo>
                <a:lnTo>
                  <a:pt x="11" y="2"/>
                </a:lnTo>
                <a:lnTo>
                  <a:pt x="11" y="3"/>
                </a:lnTo>
                <a:lnTo>
                  <a:pt x="12" y="4"/>
                </a:lnTo>
                <a:lnTo>
                  <a:pt x="12" y="5"/>
                </a:lnTo>
                <a:lnTo>
                  <a:pt x="13" y="4"/>
                </a:lnTo>
                <a:lnTo>
                  <a:pt x="14" y="7"/>
                </a:lnTo>
                <a:lnTo>
                  <a:pt x="14" y="8"/>
                </a:lnTo>
                <a:lnTo>
                  <a:pt x="13" y="9"/>
                </a:lnTo>
                <a:lnTo>
                  <a:pt x="11" y="10"/>
                </a:lnTo>
                <a:lnTo>
                  <a:pt x="9" y="10"/>
                </a:lnTo>
                <a:lnTo>
                  <a:pt x="8" y="10"/>
                </a:lnTo>
                <a:lnTo>
                  <a:pt x="6" y="10"/>
                </a:lnTo>
                <a:lnTo>
                  <a:pt x="4" y="11"/>
                </a:lnTo>
                <a:lnTo>
                  <a:pt x="3" y="11"/>
                </a:lnTo>
                <a:lnTo>
                  <a:pt x="2" y="10"/>
                </a:lnTo>
                <a:lnTo>
                  <a:pt x="2" y="9"/>
                </a:lnTo>
                <a:lnTo>
                  <a:pt x="1" y="9"/>
                </a:lnTo>
                <a:lnTo>
                  <a:pt x="1" y="8"/>
                </a:lnTo>
                <a:lnTo>
                  <a:pt x="0" y="8"/>
                </a:lnTo>
                <a:lnTo>
                  <a:pt x="1" y="4"/>
                </a:lnTo>
                <a:lnTo>
                  <a:pt x="2" y="2"/>
                </a:lnTo>
                <a:lnTo>
                  <a:pt x="3" y="2"/>
                </a:lnTo>
                <a:lnTo>
                  <a:pt x="4" y="1"/>
                </a:lnTo>
                <a:lnTo>
                  <a:pt x="5" y="1"/>
                </a:lnTo>
                <a:lnTo>
                  <a:pt x="5" y="0"/>
                </a:lnTo>
                <a:lnTo>
                  <a:pt x="6" y="0"/>
                </a:lnTo>
                <a:lnTo>
                  <a:pt x="6" y="1"/>
                </a:lnTo>
              </a:path>
            </a:pathLst>
          </a:custGeom>
          <a:ln w="4680">
            <a:solidFill>
              <a:srgbClr val="4A4A4A"/>
            </a:solidFill>
            <a:round/>
          </a:ln>
        </p:spPr>
        <p:txBody>
          <a:bodyPr lIns="2160" tIns="1800" rIns="2160" bIns="180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733" name=""/>
          <p:cNvSpPr/>
          <p:nvPr/>
        </p:nvSpPr>
        <p:spPr>
          <a:xfrm>
            <a:off x="5101920" y="1615320"/>
            <a:ext cx="1800" cy="1800"/>
          </a:xfrm>
          <a:custGeom>
            <a:avLst/>
            <a:gdLst/>
            <a:ahLst/>
            <a:rect l="0" t="0" r="r" b="b"/>
            <a:pathLst>
              <a:path fill="none" w="5" h="5">
                <a:moveTo>
                  <a:pt x="3" y="5"/>
                </a:moveTo>
                <a:lnTo>
                  <a:pt x="3" y="4"/>
                </a:lnTo>
                <a:lnTo>
                  <a:pt x="0" y="2"/>
                </a:lnTo>
                <a:lnTo>
                  <a:pt x="0" y="1"/>
                </a:lnTo>
                <a:lnTo>
                  <a:pt x="2" y="0"/>
                </a:lnTo>
                <a:lnTo>
                  <a:pt x="3" y="0"/>
                </a:lnTo>
                <a:lnTo>
                  <a:pt x="5" y="0"/>
                </a:lnTo>
                <a:lnTo>
                  <a:pt x="5" y="1"/>
                </a:lnTo>
                <a:lnTo>
                  <a:pt x="3" y="1"/>
                </a:lnTo>
                <a:lnTo>
                  <a:pt x="3" y="2"/>
                </a:lnTo>
                <a:lnTo>
                  <a:pt x="3" y="4"/>
                </a:lnTo>
                <a:lnTo>
                  <a:pt x="3" y="5"/>
                </a:lnTo>
              </a:path>
            </a:pathLst>
          </a:custGeom>
          <a:ln w="4680">
            <a:solidFill>
              <a:srgbClr val="4A4A4A"/>
            </a:solidFill>
            <a:round/>
          </a:ln>
        </p:spPr>
        <p:txBody>
          <a:bodyPr lIns="2160" tIns="-360" rIns="2160" bIns="-3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734" name=""/>
          <p:cNvSpPr/>
          <p:nvPr/>
        </p:nvSpPr>
        <p:spPr>
          <a:xfrm>
            <a:off x="5099400" y="1614240"/>
            <a:ext cx="2880" cy="2160"/>
          </a:xfrm>
          <a:custGeom>
            <a:avLst/>
            <a:gdLst/>
            <a:ahLst/>
            <a:rect l="0" t="0" r="r" b="b"/>
            <a:pathLst>
              <a:path fill="none" w="8" h="6">
                <a:moveTo>
                  <a:pt x="6" y="3"/>
                </a:moveTo>
                <a:lnTo>
                  <a:pt x="7" y="3"/>
                </a:lnTo>
                <a:lnTo>
                  <a:pt x="8" y="3"/>
                </a:lnTo>
                <a:lnTo>
                  <a:pt x="7" y="4"/>
                </a:lnTo>
                <a:lnTo>
                  <a:pt x="7" y="5"/>
                </a:lnTo>
                <a:lnTo>
                  <a:pt x="8" y="5"/>
                </a:lnTo>
                <a:lnTo>
                  <a:pt x="8" y="6"/>
                </a:lnTo>
                <a:lnTo>
                  <a:pt x="6" y="6"/>
                </a:lnTo>
                <a:lnTo>
                  <a:pt x="6" y="5"/>
                </a:lnTo>
                <a:lnTo>
                  <a:pt x="3" y="5"/>
                </a:lnTo>
                <a:lnTo>
                  <a:pt x="2" y="5"/>
                </a:lnTo>
                <a:lnTo>
                  <a:pt x="1" y="4"/>
                </a:lnTo>
                <a:lnTo>
                  <a:pt x="1" y="3"/>
                </a:lnTo>
                <a:lnTo>
                  <a:pt x="0" y="1"/>
                </a:lnTo>
                <a:lnTo>
                  <a:pt x="1" y="1"/>
                </a:lnTo>
                <a:lnTo>
                  <a:pt x="1" y="0"/>
                </a:lnTo>
                <a:lnTo>
                  <a:pt x="3" y="0"/>
                </a:lnTo>
                <a:lnTo>
                  <a:pt x="5" y="1"/>
                </a:lnTo>
                <a:lnTo>
                  <a:pt x="6" y="3"/>
                </a:lnTo>
              </a:path>
            </a:pathLst>
          </a:custGeom>
          <a:ln w="4680">
            <a:solidFill>
              <a:srgbClr val="4A4A4A"/>
            </a:solidFill>
            <a:round/>
          </a:ln>
        </p:spPr>
        <p:txBody>
          <a:bodyPr lIns="2160" tIns="0" rIns="216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735" name=""/>
          <p:cNvSpPr/>
          <p:nvPr/>
        </p:nvSpPr>
        <p:spPr>
          <a:xfrm>
            <a:off x="5112360" y="1612440"/>
            <a:ext cx="2520" cy="2160"/>
          </a:xfrm>
          <a:custGeom>
            <a:avLst/>
            <a:gdLst/>
            <a:ahLst/>
            <a:rect l="0" t="0" r="r" b="b"/>
            <a:pathLst>
              <a:path fill="none" w="7" h="6">
                <a:moveTo>
                  <a:pt x="1" y="1"/>
                </a:moveTo>
                <a:lnTo>
                  <a:pt x="1" y="2"/>
                </a:lnTo>
                <a:lnTo>
                  <a:pt x="2" y="2"/>
                </a:lnTo>
                <a:lnTo>
                  <a:pt x="3" y="2"/>
                </a:lnTo>
                <a:lnTo>
                  <a:pt x="5" y="2"/>
                </a:lnTo>
                <a:lnTo>
                  <a:pt x="3" y="1"/>
                </a:lnTo>
                <a:lnTo>
                  <a:pt x="5" y="0"/>
                </a:lnTo>
                <a:lnTo>
                  <a:pt x="6" y="0"/>
                </a:lnTo>
                <a:lnTo>
                  <a:pt x="7" y="0"/>
                </a:lnTo>
                <a:lnTo>
                  <a:pt x="7" y="1"/>
                </a:lnTo>
                <a:lnTo>
                  <a:pt x="6" y="2"/>
                </a:lnTo>
                <a:lnTo>
                  <a:pt x="5" y="5"/>
                </a:lnTo>
                <a:lnTo>
                  <a:pt x="3" y="5"/>
                </a:lnTo>
                <a:lnTo>
                  <a:pt x="2" y="5"/>
                </a:lnTo>
                <a:lnTo>
                  <a:pt x="2" y="6"/>
                </a:lnTo>
                <a:lnTo>
                  <a:pt x="2" y="5"/>
                </a:lnTo>
                <a:lnTo>
                  <a:pt x="1" y="5"/>
                </a:lnTo>
                <a:lnTo>
                  <a:pt x="0" y="5"/>
                </a:lnTo>
                <a:lnTo>
                  <a:pt x="0" y="4"/>
                </a:lnTo>
                <a:lnTo>
                  <a:pt x="1" y="2"/>
                </a:lnTo>
                <a:lnTo>
                  <a:pt x="1" y="1"/>
                </a:lnTo>
                <a:lnTo>
                  <a:pt x="0" y="1"/>
                </a:lnTo>
                <a:lnTo>
                  <a:pt x="0" y="0"/>
                </a:lnTo>
                <a:lnTo>
                  <a:pt x="1" y="0"/>
                </a:lnTo>
                <a:lnTo>
                  <a:pt x="2" y="0"/>
                </a:lnTo>
                <a:lnTo>
                  <a:pt x="2" y="1"/>
                </a:lnTo>
                <a:lnTo>
                  <a:pt x="1" y="1"/>
                </a:lnTo>
              </a:path>
            </a:pathLst>
          </a:custGeom>
          <a:ln w="4680">
            <a:solidFill>
              <a:srgbClr val="4A4A4A"/>
            </a:solidFill>
            <a:round/>
          </a:ln>
        </p:spPr>
        <p:txBody>
          <a:bodyPr lIns="2160" tIns="0" rIns="216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736" name=""/>
          <p:cNvSpPr/>
          <p:nvPr/>
        </p:nvSpPr>
        <p:spPr>
          <a:xfrm>
            <a:off x="5114160" y="1609200"/>
            <a:ext cx="2160" cy="2520"/>
          </a:xfrm>
          <a:custGeom>
            <a:avLst/>
            <a:gdLst/>
            <a:ahLst/>
            <a:rect l="0" t="0" r="r" b="b"/>
            <a:pathLst>
              <a:path fill="none" w="6" h="7">
                <a:moveTo>
                  <a:pt x="5" y="0"/>
                </a:moveTo>
                <a:lnTo>
                  <a:pt x="6" y="1"/>
                </a:lnTo>
                <a:lnTo>
                  <a:pt x="6" y="2"/>
                </a:lnTo>
                <a:lnTo>
                  <a:pt x="5" y="2"/>
                </a:lnTo>
                <a:lnTo>
                  <a:pt x="4" y="2"/>
                </a:lnTo>
                <a:lnTo>
                  <a:pt x="4" y="4"/>
                </a:lnTo>
                <a:lnTo>
                  <a:pt x="4" y="2"/>
                </a:lnTo>
                <a:lnTo>
                  <a:pt x="3" y="2"/>
                </a:lnTo>
                <a:lnTo>
                  <a:pt x="1" y="4"/>
                </a:lnTo>
                <a:lnTo>
                  <a:pt x="1" y="5"/>
                </a:lnTo>
                <a:lnTo>
                  <a:pt x="1" y="6"/>
                </a:lnTo>
                <a:lnTo>
                  <a:pt x="1" y="7"/>
                </a:lnTo>
                <a:lnTo>
                  <a:pt x="0" y="6"/>
                </a:lnTo>
                <a:lnTo>
                  <a:pt x="0" y="5"/>
                </a:lnTo>
                <a:lnTo>
                  <a:pt x="1" y="4"/>
                </a:lnTo>
                <a:lnTo>
                  <a:pt x="0" y="4"/>
                </a:lnTo>
                <a:lnTo>
                  <a:pt x="0" y="2"/>
                </a:lnTo>
                <a:lnTo>
                  <a:pt x="1" y="2"/>
                </a:lnTo>
                <a:lnTo>
                  <a:pt x="3" y="2"/>
                </a:lnTo>
                <a:lnTo>
                  <a:pt x="4" y="0"/>
                </a:lnTo>
                <a:lnTo>
                  <a:pt x="5" y="0"/>
                </a:lnTo>
              </a:path>
            </a:pathLst>
          </a:custGeom>
          <a:ln w="4680">
            <a:solidFill>
              <a:srgbClr val="4A4A4A"/>
            </a:solidFill>
            <a:round/>
          </a:ln>
        </p:spPr>
        <p:txBody>
          <a:bodyPr lIns="2160" tIns="360" rIns="2160" bIns="3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737" name=""/>
          <p:cNvSpPr/>
          <p:nvPr/>
        </p:nvSpPr>
        <p:spPr>
          <a:xfrm>
            <a:off x="5115240" y="1608480"/>
            <a:ext cx="720" cy="720"/>
          </a:xfrm>
          <a:custGeom>
            <a:avLst/>
            <a:gdLst/>
            <a:ahLst/>
            <a:rect l="0" t="0" r="r" b="b"/>
            <a:pathLst>
              <a:path fill="none" w="2" h="2">
                <a:moveTo>
                  <a:pt x="2" y="0"/>
                </a:moveTo>
                <a:lnTo>
                  <a:pt x="2" y="2"/>
                </a:lnTo>
                <a:lnTo>
                  <a:pt x="0" y="2"/>
                </a:lnTo>
                <a:lnTo>
                  <a:pt x="0" y="0"/>
                </a:lnTo>
                <a:lnTo>
                  <a:pt x="2" y="0"/>
                </a:lnTo>
              </a:path>
            </a:pathLst>
          </a:custGeom>
          <a:ln w="4680">
            <a:solidFill>
              <a:srgbClr val="4A4A4A"/>
            </a:solidFill>
            <a:round/>
          </a:ln>
        </p:spPr>
        <p:txBody>
          <a:bodyPr lIns="2160" tIns="-1440" rIns="2160" bIns="-144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738" name=""/>
          <p:cNvSpPr/>
          <p:nvPr/>
        </p:nvSpPr>
        <p:spPr>
          <a:xfrm>
            <a:off x="5114160" y="1607040"/>
            <a:ext cx="1440" cy="1080"/>
          </a:xfrm>
          <a:custGeom>
            <a:avLst/>
            <a:gdLst/>
            <a:ahLst/>
            <a:rect l="0" t="0" r="r" b="b"/>
            <a:pathLst>
              <a:path fill="none" w="4" h="3">
                <a:moveTo>
                  <a:pt x="2" y="3"/>
                </a:moveTo>
                <a:lnTo>
                  <a:pt x="0" y="3"/>
                </a:lnTo>
                <a:lnTo>
                  <a:pt x="2" y="0"/>
                </a:lnTo>
                <a:lnTo>
                  <a:pt x="4" y="0"/>
                </a:lnTo>
                <a:lnTo>
                  <a:pt x="4" y="2"/>
                </a:lnTo>
                <a:lnTo>
                  <a:pt x="4" y="3"/>
                </a:lnTo>
                <a:lnTo>
                  <a:pt x="2" y="3"/>
                </a:lnTo>
              </a:path>
            </a:pathLst>
          </a:custGeom>
          <a:ln w="4680">
            <a:solidFill>
              <a:srgbClr val="4A4A4A"/>
            </a:solidFill>
            <a:round/>
          </a:ln>
        </p:spPr>
        <p:txBody>
          <a:bodyPr lIns="2160" tIns="-1080" rIns="2160" bIns="-108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739" name=""/>
          <p:cNvSpPr/>
          <p:nvPr/>
        </p:nvSpPr>
        <p:spPr>
          <a:xfrm>
            <a:off x="5263200" y="1605600"/>
            <a:ext cx="1440" cy="1080"/>
          </a:xfrm>
          <a:custGeom>
            <a:avLst/>
            <a:gdLst/>
            <a:ahLst/>
            <a:rect l="0" t="0" r="r" b="b"/>
            <a:pathLst>
              <a:path fill="none" w="4" h="3">
                <a:moveTo>
                  <a:pt x="3" y="0"/>
                </a:moveTo>
                <a:lnTo>
                  <a:pt x="4" y="0"/>
                </a:lnTo>
                <a:lnTo>
                  <a:pt x="4" y="2"/>
                </a:lnTo>
                <a:lnTo>
                  <a:pt x="3" y="2"/>
                </a:lnTo>
                <a:lnTo>
                  <a:pt x="2" y="2"/>
                </a:lnTo>
                <a:lnTo>
                  <a:pt x="2" y="3"/>
                </a:lnTo>
                <a:lnTo>
                  <a:pt x="0" y="3"/>
                </a:lnTo>
                <a:lnTo>
                  <a:pt x="0" y="2"/>
                </a:lnTo>
                <a:lnTo>
                  <a:pt x="0" y="0"/>
                </a:lnTo>
                <a:lnTo>
                  <a:pt x="2" y="0"/>
                </a:lnTo>
                <a:lnTo>
                  <a:pt x="3" y="0"/>
                </a:lnTo>
              </a:path>
            </a:pathLst>
          </a:custGeom>
          <a:ln w="4680">
            <a:solidFill>
              <a:srgbClr val="4A4A4A"/>
            </a:solidFill>
            <a:round/>
          </a:ln>
        </p:spPr>
        <p:txBody>
          <a:bodyPr lIns="2160" tIns="-1080" rIns="2160" bIns="-108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740" name=""/>
          <p:cNvSpPr/>
          <p:nvPr/>
        </p:nvSpPr>
        <p:spPr>
          <a:xfrm>
            <a:off x="5109120" y="1601280"/>
            <a:ext cx="360" cy="360"/>
          </a:xfrm>
          <a:custGeom>
            <a:avLst/>
            <a:gdLst/>
            <a:ahLst/>
            <a:rect l="0" t="0" r="r" b="b"/>
            <a:pathLst>
              <a:path fill="none" w="1" h="1">
                <a:moveTo>
                  <a:pt x="1" y="1"/>
                </a:moveTo>
                <a:lnTo>
                  <a:pt x="0" y="1"/>
                </a:lnTo>
                <a:lnTo>
                  <a:pt x="0" y="0"/>
                </a:lnTo>
                <a:lnTo>
                  <a:pt x="1" y="0"/>
                </a:lnTo>
                <a:lnTo>
                  <a:pt x="1" y="1"/>
                </a:lnTo>
              </a:path>
            </a:pathLst>
          </a:custGeom>
          <a:ln w="4680">
            <a:solidFill>
              <a:srgbClr val="4A4A4A"/>
            </a:solidFill>
            <a:round/>
          </a:ln>
        </p:spPr>
        <p:txBody>
          <a:bodyPr lIns="2160" tIns="-1800" rIns="2160" bIns="-180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741" name=""/>
          <p:cNvSpPr/>
          <p:nvPr/>
        </p:nvSpPr>
        <p:spPr>
          <a:xfrm>
            <a:off x="5110200" y="1600920"/>
            <a:ext cx="720" cy="1440"/>
          </a:xfrm>
          <a:custGeom>
            <a:avLst/>
            <a:gdLst/>
            <a:ahLst/>
            <a:rect l="0" t="0" r="r" b="b"/>
            <a:pathLst>
              <a:path fill="none" w="2" h="4">
                <a:moveTo>
                  <a:pt x="2" y="3"/>
                </a:moveTo>
                <a:lnTo>
                  <a:pt x="0" y="4"/>
                </a:lnTo>
                <a:lnTo>
                  <a:pt x="0" y="3"/>
                </a:lnTo>
                <a:lnTo>
                  <a:pt x="2" y="1"/>
                </a:lnTo>
                <a:lnTo>
                  <a:pt x="2" y="0"/>
                </a:lnTo>
                <a:lnTo>
                  <a:pt x="2" y="1"/>
                </a:lnTo>
                <a:lnTo>
                  <a:pt x="2" y="3"/>
                </a:lnTo>
              </a:path>
            </a:pathLst>
          </a:custGeom>
          <a:ln w="4680">
            <a:solidFill>
              <a:srgbClr val="4A4A4A"/>
            </a:solidFill>
            <a:round/>
          </a:ln>
        </p:spPr>
        <p:txBody>
          <a:bodyPr lIns="2160" tIns="-720" rIns="2160" bIns="-7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742" name=""/>
          <p:cNvSpPr/>
          <p:nvPr/>
        </p:nvSpPr>
        <p:spPr>
          <a:xfrm>
            <a:off x="5133600" y="1599480"/>
            <a:ext cx="2160" cy="1440"/>
          </a:xfrm>
          <a:custGeom>
            <a:avLst/>
            <a:gdLst/>
            <a:ahLst/>
            <a:rect l="0" t="0" r="r" b="b"/>
            <a:pathLst>
              <a:path fill="none" w="6" h="4">
                <a:moveTo>
                  <a:pt x="3" y="1"/>
                </a:moveTo>
                <a:lnTo>
                  <a:pt x="4" y="1"/>
                </a:lnTo>
                <a:lnTo>
                  <a:pt x="4" y="0"/>
                </a:lnTo>
                <a:lnTo>
                  <a:pt x="5" y="0"/>
                </a:lnTo>
                <a:lnTo>
                  <a:pt x="5" y="1"/>
                </a:lnTo>
                <a:lnTo>
                  <a:pt x="6" y="1"/>
                </a:lnTo>
                <a:lnTo>
                  <a:pt x="6" y="3"/>
                </a:lnTo>
                <a:lnTo>
                  <a:pt x="5" y="3"/>
                </a:lnTo>
                <a:lnTo>
                  <a:pt x="4" y="4"/>
                </a:lnTo>
                <a:lnTo>
                  <a:pt x="3" y="4"/>
                </a:lnTo>
                <a:lnTo>
                  <a:pt x="3" y="3"/>
                </a:lnTo>
                <a:lnTo>
                  <a:pt x="3" y="1"/>
                </a:lnTo>
                <a:lnTo>
                  <a:pt x="1" y="3"/>
                </a:lnTo>
                <a:lnTo>
                  <a:pt x="1" y="1"/>
                </a:lnTo>
                <a:lnTo>
                  <a:pt x="0" y="3"/>
                </a:lnTo>
                <a:lnTo>
                  <a:pt x="0" y="1"/>
                </a:lnTo>
                <a:lnTo>
                  <a:pt x="1" y="0"/>
                </a:lnTo>
                <a:lnTo>
                  <a:pt x="3" y="1"/>
                </a:lnTo>
              </a:path>
            </a:pathLst>
          </a:custGeom>
          <a:ln w="4680">
            <a:solidFill>
              <a:srgbClr val="4A4A4A"/>
            </a:solidFill>
            <a:round/>
          </a:ln>
        </p:spPr>
        <p:txBody>
          <a:bodyPr lIns="2160" tIns="-720" rIns="2160" bIns="-7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743" name=""/>
          <p:cNvSpPr/>
          <p:nvPr/>
        </p:nvSpPr>
        <p:spPr>
          <a:xfrm>
            <a:off x="5268960" y="1596960"/>
            <a:ext cx="720" cy="720"/>
          </a:xfrm>
          <a:custGeom>
            <a:avLst/>
            <a:gdLst/>
            <a:ahLst/>
            <a:rect l="0" t="0" r="r" b="b"/>
            <a:pathLst>
              <a:path fill="none" w="2" h="2">
                <a:moveTo>
                  <a:pt x="2" y="2"/>
                </a:moveTo>
                <a:lnTo>
                  <a:pt x="0" y="2"/>
                </a:lnTo>
                <a:lnTo>
                  <a:pt x="0" y="0"/>
                </a:lnTo>
                <a:lnTo>
                  <a:pt x="2" y="0"/>
                </a:lnTo>
                <a:lnTo>
                  <a:pt x="2" y="2"/>
                </a:lnTo>
              </a:path>
            </a:pathLst>
          </a:custGeom>
          <a:ln w="4680">
            <a:solidFill>
              <a:srgbClr val="4A4A4A"/>
            </a:solidFill>
            <a:round/>
          </a:ln>
        </p:spPr>
        <p:txBody>
          <a:bodyPr lIns="2160" tIns="-1440" rIns="2160" bIns="-144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744" name=""/>
          <p:cNvSpPr/>
          <p:nvPr/>
        </p:nvSpPr>
        <p:spPr>
          <a:xfrm>
            <a:off x="5118840" y="1596240"/>
            <a:ext cx="1440" cy="1440"/>
          </a:xfrm>
          <a:custGeom>
            <a:avLst/>
            <a:gdLst/>
            <a:ahLst/>
            <a:rect l="0" t="0" r="r" b="b"/>
            <a:pathLst>
              <a:path fill="none" w="4" h="4">
                <a:moveTo>
                  <a:pt x="2" y="4"/>
                </a:moveTo>
                <a:lnTo>
                  <a:pt x="0" y="4"/>
                </a:lnTo>
                <a:lnTo>
                  <a:pt x="0" y="2"/>
                </a:lnTo>
                <a:lnTo>
                  <a:pt x="2" y="2"/>
                </a:lnTo>
                <a:lnTo>
                  <a:pt x="2" y="0"/>
                </a:lnTo>
                <a:lnTo>
                  <a:pt x="4" y="0"/>
                </a:lnTo>
                <a:lnTo>
                  <a:pt x="4" y="2"/>
                </a:lnTo>
                <a:lnTo>
                  <a:pt x="2" y="4"/>
                </a:lnTo>
              </a:path>
            </a:pathLst>
          </a:custGeom>
          <a:ln w="4680">
            <a:solidFill>
              <a:srgbClr val="4A4A4A"/>
            </a:solidFill>
            <a:round/>
          </a:ln>
        </p:spPr>
        <p:txBody>
          <a:bodyPr lIns="2160" tIns="-720" rIns="2160" bIns="-7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745" name=""/>
          <p:cNvSpPr/>
          <p:nvPr/>
        </p:nvSpPr>
        <p:spPr>
          <a:xfrm>
            <a:off x="5114520" y="1595520"/>
            <a:ext cx="1800" cy="2160"/>
          </a:xfrm>
          <a:custGeom>
            <a:avLst/>
            <a:gdLst/>
            <a:ahLst/>
            <a:rect l="0" t="0" r="r" b="b"/>
            <a:pathLst>
              <a:path fill="none" w="5" h="6">
                <a:moveTo>
                  <a:pt x="5" y="1"/>
                </a:moveTo>
                <a:lnTo>
                  <a:pt x="5" y="3"/>
                </a:lnTo>
                <a:lnTo>
                  <a:pt x="5" y="4"/>
                </a:lnTo>
                <a:lnTo>
                  <a:pt x="5" y="5"/>
                </a:lnTo>
                <a:lnTo>
                  <a:pt x="4" y="4"/>
                </a:lnTo>
                <a:lnTo>
                  <a:pt x="2" y="4"/>
                </a:lnTo>
                <a:lnTo>
                  <a:pt x="2" y="5"/>
                </a:lnTo>
                <a:lnTo>
                  <a:pt x="1" y="5"/>
                </a:lnTo>
                <a:lnTo>
                  <a:pt x="1" y="6"/>
                </a:lnTo>
                <a:lnTo>
                  <a:pt x="0" y="5"/>
                </a:lnTo>
                <a:lnTo>
                  <a:pt x="1" y="5"/>
                </a:lnTo>
                <a:lnTo>
                  <a:pt x="1" y="4"/>
                </a:lnTo>
                <a:lnTo>
                  <a:pt x="1" y="3"/>
                </a:lnTo>
                <a:lnTo>
                  <a:pt x="2" y="1"/>
                </a:lnTo>
                <a:lnTo>
                  <a:pt x="4" y="1"/>
                </a:lnTo>
                <a:lnTo>
                  <a:pt x="5" y="1"/>
                </a:lnTo>
                <a:lnTo>
                  <a:pt x="5" y="0"/>
                </a:lnTo>
                <a:lnTo>
                  <a:pt x="4" y="0"/>
                </a:lnTo>
                <a:lnTo>
                  <a:pt x="5" y="0"/>
                </a:lnTo>
                <a:lnTo>
                  <a:pt x="5" y="1"/>
                </a:lnTo>
              </a:path>
            </a:pathLst>
          </a:custGeom>
          <a:ln w="4680">
            <a:solidFill>
              <a:srgbClr val="4A4A4A"/>
            </a:solidFill>
            <a:round/>
          </a:ln>
        </p:spPr>
        <p:txBody>
          <a:bodyPr lIns="2160" tIns="0" rIns="216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746" name=""/>
          <p:cNvSpPr/>
          <p:nvPr/>
        </p:nvSpPr>
        <p:spPr>
          <a:xfrm>
            <a:off x="5104800" y="1594800"/>
            <a:ext cx="1440" cy="720"/>
          </a:xfrm>
          <a:custGeom>
            <a:avLst/>
            <a:gdLst/>
            <a:ahLst/>
            <a:rect l="0" t="0" r="r" b="b"/>
            <a:pathLst>
              <a:path fill="none" w="4" h="2">
                <a:moveTo>
                  <a:pt x="4" y="2"/>
                </a:moveTo>
                <a:lnTo>
                  <a:pt x="2" y="2"/>
                </a:lnTo>
                <a:lnTo>
                  <a:pt x="0" y="2"/>
                </a:lnTo>
                <a:lnTo>
                  <a:pt x="2" y="2"/>
                </a:lnTo>
                <a:lnTo>
                  <a:pt x="2" y="0"/>
                </a:lnTo>
                <a:lnTo>
                  <a:pt x="4" y="0"/>
                </a:lnTo>
                <a:lnTo>
                  <a:pt x="4" y="2"/>
                </a:lnTo>
              </a:path>
            </a:pathLst>
          </a:custGeom>
          <a:ln w="4680">
            <a:solidFill>
              <a:srgbClr val="4A4A4A"/>
            </a:solidFill>
            <a:round/>
          </a:ln>
        </p:spPr>
        <p:txBody>
          <a:bodyPr lIns="2160" tIns="-1440" rIns="2160" bIns="-144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747" name=""/>
          <p:cNvSpPr/>
          <p:nvPr/>
        </p:nvSpPr>
        <p:spPr>
          <a:xfrm>
            <a:off x="5113080" y="1594440"/>
            <a:ext cx="720" cy="1440"/>
          </a:xfrm>
          <a:custGeom>
            <a:avLst/>
            <a:gdLst/>
            <a:ahLst/>
            <a:rect l="0" t="0" r="r" b="b"/>
            <a:pathLst>
              <a:path fill="none" w="2" h="4">
                <a:moveTo>
                  <a:pt x="0" y="4"/>
                </a:moveTo>
                <a:lnTo>
                  <a:pt x="0" y="3"/>
                </a:lnTo>
                <a:lnTo>
                  <a:pt x="0" y="1"/>
                </a:lnTo>
                <a:lnTo>
                  <a:pt x="0" y="0"/>
                </a:lnTo>
                <a:lnTo>
                  <a:pt x="2" y="0"/>
                </a:lnTo>
                <a:lnTo>
                  <a:pt x="2" y="1"/>
                </a:lnTo>
                <a:lnTo>
                  <a:pt x="2" y="3"/>
                </a:lnTo>
                <a:lnTo>
                  <a:pt x="0" y="4"/>
                </a:lnTo>
              </a:path>
            </a:pathLst>
          </a:custGeom>
          <a:ln w="4680">
            <a:solidFill>
              <a:srgbClr val="4A4A4A"/>
            </a:solidFill>
            <a:round/>
          </a:ln>
        </p:spPr>
        <p:txBody>
          <a:bodyPr lIns="2160" tIns="-720" rIns="2160" bIns="-7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748" name=""/>
          <p:cNvSpPr/>
          <p:nvPr/>
        </p:nvSpPr>
        <p:spPr>
          <a:xfrm>
            <a:off x="5118840" y="1594080"/>
            <a:ext cx="1440" cy="1080"/>
          </a:xfrm>
          <a:custGeom>
            <a:avLst/>
            <a:gdLst/>
            <a:ahLst/>
            <a:rect l="0" t="0" r="r" b="b"/>
            <a:pathLst>
              <a:path fill="none" w="4" h="3">
                <a:moveTo>
                  <a:pt x="2" y="3"/>
                </a:moveTo>
                <a:lnTo>
                  <a:pt x="0" y="3"/>
                </a:lnTo>
                <a:lnTo>
                  <a:pt x="0" y="2"/>
                </a:lnTo>
                <a:lnTo>
                  <a:pt x="0" y="0"/>
                </a:lnTo>
                <a:lnTo>
                  <a:pt x="2" y="0"/>
                </a:lnTo>
                <a:lnTo>
                  <a:pt x="2" y="2"/>
                </a:lnTo>
                <a:lnTo>
                  <a:pt x="4" y="2"/>
                </a:lnTo>
                <a:lnTo>
                  <a:pt x="2" y="3"/>
                </a:lnTo>
              </a:path>
            </a:pathLst>
          </a:custGeom>
          <a:ln w="4680">
            <a:solidFill>
              <a:srgbClr val="4A4A4A"/>
            </a:solidFill>
            <a:round/>
          </a:ln>
        </p:spPr>
        <p:txBody>
          <a:bodyPr lIns="2160" tIns="-1080" rIns="2160" bIns="-108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749" name=""/>
          <p:cNvSpPr/>
          <p:nvPr/>
        </p:nvSpPr>
        <p:spPr>
          <a:xfrm>
            <a:off x="5104440" y="1593360"/>
            <a:ext cx="720" cy="720"/>
          </a:xfrm>
          <a:custGeom>
            <a:avLst/>
            <a:gdLst/>
            <a:ahLst/>
            <a:rect l="0" t="0" r="r" b="b"/>
            <a:pathLst>
              <a:path fill="none" w="2" h="2">
                <a:moveTo>
                  <a:pt x="2" y="2"/>
                </a:moveTo>
                <a:lnTo>
                  <a:pt x="0" y="2"/>
                </a:lnTo>
                <a:lnTo>
                  <a:pt x="0" y="0"/>
                </a:lnTo>
                <a:lnTo>
                  <a:pt x="2" y="0"/>
                </a:lnTo>
                <a:lnTo>
                  <a:pt x="2" y="2"/>
                </a:lnTo>
              </a:path>
            </a:pathLst>
          </a:custGeom>
          <a:ln w="4680">
            <a:solidFill>
              <a:srgbClr val="4A4A4A"/>
            </a:solidFill>
            <a:round/>
          </a:ln>
        </p:spPr>
        <p:txBody>
          <a:bodyPr lIns="2160" tIns="-1440" rIns="2160" bIns="-144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750" name=""/>
          <p:cNvSpPr/>
          <p:nvPr/>
        </p:nvSpPr>
        <p:spPr>
          <a:xfrm>
            <a:off x="5119200" y="1593360"/>
            <a:ext cx="720" cy="720"/>
          </a:xfrm>
          <a:custGeom>
            <a:avLst/>
            <a:gdLst/>
            <a:ahLst/>
            <a:rect l="0" t="0" r="r" b="b"/>
            <a:pathLst>
              <a:path fill="none" w="2" h="2">
                <a:moveTo>
                  <a:pt x="0" y="2"/>
                </a:moveTo>
                <a:lnTo>
                  <a:pt x="0" y="0"/>
                </a:lnTo>
                <a:lnTo>
                  <a:pt x="2" y="0"/>
                </a:lnTo>
                <a:lnTo>
                  <a:pt x="2" y="2"/>
                </a:lnTo>
                <a:lnTo>
                  <a:pt x="0" y="2"/>
                </a:lnTo>
              </a:path>
            </a:pathLst>
          </a:custGeom>
          <a:ln w="4680">
            <a:solidFill>
              <a:srgbClr val="4A4A4A"/>
            </a:solidFill>
            <a:round/>
          </a:ln>
        </p:spPr>
        <p:txBody>
          <a:bodyPr lIns="2160" tIns="-1440" rIns="2160" bIns="-144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751" name=""/>
          <p:cNvSpPr/>
          <p:nvPr/>
        </p:nvSpPr>
        <p:spPr>
          <a:xfrm>
            <a:off x="5102640" y="1592280"/>
            <a:ext cx="3240" cy="2160"/>
          </a:xfrm>
          <a:custGeom>
            <a:avLst/>
            <a:gdLst/>
            <a:ahLst/>
            <a:rect l="0" t="0" r="r" b="b"/>
            <a:pathLst>
              <a:path fill="none" w="9" h="6">
                <a:moveTo>
                  <a:pt x="7" y="3"/>
                </a:moveTo>
                <a:lnTo>
                  <a:pt x="6" y="3"/>
                </a:lnTo>
                <a:lnTo>
                  <a:pt x="5" y="4"/>
                </a:lnTo>
                <a:lnTo>
                  <a:pt x="3" y="6"/>
                </a:lnTo>
                <a:lnTo>
                  <a:pt x="3" y="4"/>
                </a:lnTo>
                <a:lnTo>
                  <a:pt x="2" y="4"/>
                </a:lnTo>
                <a:lnTo>
                  <a:pt x="0" y="3"/>
                </a:lnTo>
                <a:lnTo>
                  <a:pt x="3" y="2"/>
                </a:lnTo>
                <a:lnTo>
                  <a:pt x="5" y="0"/>
                </a:lnTo>
                <a:lnTo>
                  <a:pt x="6" y="0"/>
                </a:lnTo>
                <a:lnTo>
                  <a:pt x="7" y="0"/>
                </a:lnTo>
                <a:lnTo>
                  <a:pt x="9" y="2"/>
                </a:lnTo>
                <a:lnTo>
                  <a:pt x="7" y="3"/>
                </a:lnTo>
              </a:path>
            </a:pathLst>
          </a:custGeom>
          <a:ln w="4680">
            <a:solidFill>
              <a:srgbClr val="4A4A4A"/>
            </a:solidFill>
            <a:round/>
          </a:ln>
        </p:spPr>
        <p:txBody>
          <a:bodyPr lIns="2160" tIns="0" rIns="216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752" name=""/>
          <p:cNvSpPr/>
          <p:nvPr/>
        </p:nvSpPr>
        <p:spPr>
          <a:xfrm>
            <a:off x="5117760" y="1591200"/>
            <a:ext cx="2160" cy="2880"/>
          </a:xfrm>
          <a:custGeom>
            <a:avLst/>
            <a:gdLst/>
            <a:ahLst/>
            <a:rect l="0" t="0" r="r" b="b"/>
            <a:pathLst>
              <a:path fill="none" w="6" h="8">
                <a:moveTo>
                  <a:pt x="6" y="4"/>
                </a:moveTo>
                <a:lnTo>
                  <a:pt x="5" y="4"/>
                </a:lnTo>
                <a:lnTo>
                  <a:pt x="4" y="4"/>
                </a:lnTo>
                <a:lnTo>
                  <a:pt x="4" y="6"/>
                </a:lnTo>
                <a:lnTo>
                  <a:pt x="4" y="7"/>
                </a:lnTo>
                <a:lnTo>
                  <a:pt x="4" y="8"/>
                </a:lnTo>
                <a:lnTo>
                  <a:pt x="3" y="8"/>
                </a:lnTo>
                <a:lnTo>
                  <a:pt x="1" y="7"/>
                </a:lnTo>
                <a:lnTo>
                  <a:pt x="0" y="7"/>
                </a:lnTo>
                <a:lnTo>
                  <a:pt x="0" y="6"/>
                </a:lnTo>
                <a:lnTo>
                  <a:pt x="1" y="4"/>
                </a:lnTo>
                <a:lnTo>
                  <a:pt x="3" y="4"/>
                </a:lnTo>
                <a:lnTo>
                  <a:pt x="3" y="3"/>
                </a:lnTo>
                <a:lnTo>
                  <a:pt x="3" y="2"/>
                </a:lnTo>
                <a:lnTo>
                  <a:pt x="4" y="2"/>
                </a:lnTo>
                <a:lnTo>
                  <a:pt x="4" y="1"/>
                </a:lnTo>
                <a:lnTo>
                  <a:pt x="4" y="0"/>
                </a:lnTo>
                <a:lnTo>
                  <a:pt x="5" y="0"/>
                </a:lnTo>
                <a:lnTo>
                  <a:pt x="6" y="1"/>
                </a:lnTo>
                <a:lnTo>
                  <a:pt x="6" y="2"/>
                </a:lnTo>
                <a:lnTo>
                  <a:pt x="6" y="3"/>
                </a:lnTo>
                <a:lnTo>
                  <a:pt x="6" y="4"/>
                </a:lnTo>
              </a:path>
            </a:pathLst>
          </a:custGeom>
          <a:ln w="4680">
            <a:solidFill>
              <a:srgbClr val="4A4A4A"/>
            </a:solidFill>
            <a:round/>
          </a:ln>
        </p:spPr>
        <p:txBody>
          <a:bodyPr lIns="2160" tIns="720" rIns="2160" bIns="7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753" name=""/>
          <p:cNvSpPr/>
          <p:nvPr/>
        </p:nvSpPr>
        <p:spPr>
          <a:xfrm>
            <a:off x="5109120" y="1590480"/>
            <a:ext cx="360" cy="360"/>
          </a:xfrm>
          <a:custGeom>
            <a:avLst/>
            <a:gdLst/>
            <a:ahLst/>
            <a:rect l="0" t="0" r="r" b="b"/>
            <a:pathLst>
              <a:path fill="none" w="1" h="1">
                <a:moveTo>
                  <a:pt x="1" y="0"/>
                </a:moveTo>
                <a:lnTo>
                  <a:pt x="1" y="1"/>
                </a:lnTo>
                <a:lnTo>
                  <a:pt x="0" y="1"/>
                </a:lnTo>
                <a:lnTo>
                  <a:pt x="1" y="0"/>
                </a:lnTo>
              </a:path>
            </a:pathLst>
          </a:custGeom>
          <a:ln w="4680">
            <a:solidFill>
              <a:srgbClr val="4A4A4A"/>
            </a:solidFill>
            <a:round/>
          </a:ln>
        </p:spPr>
        <p:txBody>
          <a:bodyPr lIns="2160" tIns="-1800" rIns="2160" bIns="-180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754" name=""/>
          <p:cNvSpPr/>
          <p:nvPr/>
        </p:nvSpPr>
        <p:spPr>
          <a:xfrm>
            <a:off x="5098320" y="1590480"/>
            <a:ext cx="4320" cy="2880"/>
          </a:xfrm>
          <a:custGeom>
            <a:avLst/>
            <a:gdLst/>
            <a:ahLst/>
            <a:rect l="0" t="0" r="r" b="b"/>
            <a:pathLst>
              <a:path fill="none" w="12" h="8">
                <a:moveTo>
                  <a:pt x="12" y="1"/>
                </a:moveTo>
                <a:lnTo>
                  <a:pt x="11" y="2"/>
                </a:lnTo>
                <a:lnTo>
                  <a:pt x="10" y="4"/>
                </a:lnTo>
                <a:lnTo>
                  <a:pt x="10" y="2"/>
                </a:lnTo>
                <a:lnTo>
                  <a:pt x="10" y="4"/>
                </a:lnTo>
                <a:lnTo>
                  <a:pt x="9" y="4"/>
                </a:lnTo>
                <a:lnTo>
                  <a:pt x="9" y="5"/>
                </a:lnTo>
                <a:lnTo>
                  <a:pt x="9" y="6"/>
                </a:lnTo>
                <a:lnTo>
                  <a:pt x="8" y="6"/>
                </a:lnTo>
                <a:lnTo>
                  <a:pt x="5" y="7"/>
                </a:lnTo>
                <a:lnTo>
                  <a:pt x="3" y="7"/>
                </a:lnTo>
                <a:lnTo>
                  <a:pt x="3" y="8"/>
                </a:lnTo>
                <a:lnTo>
                  <a:pt x="2" y="7"/>
                </a:lnTo>
                <a:lnTo>
                  <a:pt x="2" y="6"/>
                </a:lnTo>
                <a:lnTo>
                  <a:pt x="0" y="5"/>
                </a:lnTo>
                <a:lnTo>
                  <a:pt x="0" y="4"/>
                </a:lnTo>
                <a:lnTo>
                  <a:pt x="2" y="2"/>
                </a:lnTo>
                <a:lnTo>
                  <a:pt x="3" y="2"/>
                </a:lnTo>
                <a:lnTo>
                  <a:pt x="4" y="2"/>
                </a:lnTo>
                <a:lnTo>
                  <a:pt x="6" y="2"/>
                </a:lnTo>
                <a:lnTo>
                  <a:pt x="8" y="2"/>
                </a:lnTo>
                <a:lnTo>
                  <a:pt x="9" y="1"/>
                </a:lnTo>
                <a:lnTo>
                  <a:pt x="10" y="1"/>
                </a:lnTo>
                <a:lnTo>
                  <a:pt x="10" y="0"/>
                </a:lnTo>
                <a:lnTo>
                  <a:pt x="11" y="0"/>
                </a:lnTo>
                <a:lnTo>
                  <a:pt x="12" y="0"/>
                </a:lnTo>
                <a:lnTo>
                  <a:pt x="12" y="1"/>
                </a:lnTo>
              </a:path>
            </a:pathLst>
          </a:custGeom>
          <a:ln w="4680">
            <a:solidFill>
              <a:srgbClr val="4A4A4A"/>
            </a:solidFill>
            <a:round/>
          </a:ln>
        </p:spPr>
        <p:txBody>
          <a:bodyPr lIns="2160" tIns="720" rIns="2160" bIns="7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755" name=""/>
          <p:cNvSpPr/>
          <p:nvPr/>
        </p:nvSpPr>
        <p:spPr>
          <a:xfrm>
            <a:off x="5103720" y="1589760"/>
            <a:ext cx="1800" cy="1080"/>
          </a:xfrm>
          <a:custGeom>
            <a:avLst/>
            <a:gdLst/>
            <a:ahLst/>
            <a:rect l="0" t="0" r="r" b="b"/>
            <a:pathLst>
              <a:path fill="none" w="5" h="3">
                <a:moveTo>
                  <a:pt x="5" y="2"/>
                </a:moveTo>
                <a:lnTo>
                  <a:pt x="4" y="3"/>
                </a:lnTo>
                <a:lnTo>
                  <a:pt x="4" y="2"/>
                </a:lnTo>
                <a:lnTo>
                  <a:pt x="2" y="2"/>
                </a:lnTo>
                <a:lnTo>
                  <a:pt x="1" y="2"/>
                </a:lnTo>
                <a:lnTo>
                  <a:pt x="0" y="0"/>
                </a:lnTo>
                <a:lnTo>
                  <a:pt x="1" y="0"/>
                </a:lnTo>
                <a:lnTo>
                  <a:pt x="4" y="2"/>
                </a:lnTo>
                <a:lnTo>
                  <a:pt x="5" y="2"/>
                </a:lnTo>
              </a:path>
            </a:pathLst>
          </a:custGeom>
          <a:ln w="4680">
            <a:solidFill>
              <a:srgbClr val="4A4A4A"/>
            </a:solidFill>
            <a:round/>
          </a:ln>
        </p:spPr>
        <p:txBody>
          <a:bodyPr lIns="2160" tIns="-1080" rIns="2160" bIns="-108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756" name=""/>
          <p:cNvSpPr/>
          <p:nvPr/>
        </p:nvSpPr>
        <p:spPr>
          <a:xfrm>
            <a:off x="5103000" y="1589760"/>
            <a:ext cx="1440" cy="720"/>
          </a:xfrm>
          <a:custGeom>
            <a:avLst/>
            <a:gdLst/>
            <a:ahLst/>
            <a:rect l="0" t="0" r="r" b="b"/>
            <a:pathLst>
              <a:path fill="none" w="4" h="2">
                <a:moveTo>
                  <a:pt x="0" y="2"/>
                </a:moveTo>
                <a:lnTo>
                  <a:pt x="0" y="0"/>
                </a:lnTo>
                <a:lnTo>
                  <a:pt x="2" y="0"/>
                </a:lnTo>
                <a:lnTo>
                  <a:pt x="4" y="0"/>
                </a:lnTo>
                <a:lnTo>
                  <a:pt x="2" y="0"/>
                </a:lnTo>
                <a:lnTo>
                  <a:pt x="2" y="2"/>
                </a:lnTo>
                <a:lnTo>
                  <a:pt x="0" y="2"/>
                </a:lnTo>
              </a:path>
            </a:pathLst>
          </a:custGeom>
          <a:ln w="4680">
            <a:solidFill>
              <a:srgbClr val="4A4A4A"/>
            </a:solidFill>
            <a:round/>
          </a:ln>
        </p:spPr>
        <p:txBody>
          <a:bodyPr lIns="2160" tIns="-1440" rIns="2160" bIns="-144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757" name=""/>
          <p:cNvSpPr/>
          <p:nvPr/>
        </p:nvSpPr>
        <p:spPr>
          <a:xfrm>
            <a:off x="5096880" y="1588680"/>
            <a:ext cx="1440" cy="1800"/>
          </a:xfrm>
          <a:custGeom>
            <a:avLst/>
            <a:gdLst/>
            <a:ahLst/>
            <a:rect l="0" t="0" r="r" b="b"/>
            <a:pathLst>
              <a:path fill="none" w="4" h="5">
                <a:moveTo>
                  <a:pt x="4" y="1"/>
                </a:moveTo>
                <a:lnTo>
                  <a:pt x="2" y="3"/>
                </a:lnTo>
                <a:lnTo>
                  <a:pt x="3" y="3"/>
                </a:lnTo>
                <a:lnTo>
                  <a:pt x="4" y="1"/>
                </a:lnTo>
                <a:lnTo>
                  <a:pt x="4" y="3"/>
                </a:lnTo>
                <a:lnTo>
                  <a:pt x="4" y="4"/>
                </a:lnTo>
                <a:lnTo>
                  <a:pt x="3" y="4"/>
                </a:lnTo>
                <a:lnTo>
                  <a:pt x="2" y="4"/>
                </a:lnTo>
                <a:lnTo>
                  <a:pt x="2" y="3"/>
                </a:lnTo>
                <a:lnTo>
                  <a:pt x="2" y="4"/>
                </a:lnTo>
                <a:lnTo>
                  <a:pt x="0" y="3"/>
                </a:lnTo>
                <a:lnTo>
                  <a:pt x="2" y="4"/>
                </a:lnTo>
                <a:lnTo>
                  <a:pt x="0" y="4"/>
                </a:lnTo>
                <a:lnTo>
                  <a:pt x="0" y="5"/>
                </a:lnTo>
                <a:lnTo>
                  <a:pt x="0" y="4"/>
                </a:lnTo>
                <a:lnTo>
                  <a:pt x="0" y="3"/>
                </a:lnTo>
                <a:lnTo>
                  <a:pt x="0" y="1"/>
                </a:lnTo>
                <a:lnTo>
                  <a:pt x="2" y="1"/>
                </a:lnTo>
                <a:lnTo>
                  <a:pt x="3" y="0"/>
                </a:lnTo>
                <a:lnTo>
                  <a:pt x="4" y="0"/>
                </a:lnTo>
                <a:lnTo>
                  <a:pt x="4" y="1"/>
                </a:lnTo>
              </a:path>
            </a:pathLst>
          </a:custGeom>
          <a:ln w="4680">
            <a:solidFill>
              <a:srgbClr val="4A4A4A"/>
            </a:solidFill>
            <a:round/>
          </a:ln>
        </p:spPr>
        <p:txBody>
          <a:bodyPr lIns="2160" tIns="-360" rIns="2160" bIns="-3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758" name=""/>
          <p:cNvSpPr/>
          <p:nvPr/>
        </p:nvSpPr>
        <p:spPr>
          <a:xfrm>
            <a:off x="5108400" y="1588320"/>
            <a:ext cx="2160" cy="1800"/>
          </a:xfrm>
          <a:custGeom>
            <a:avLst/>
            <a:gdLst/>
            <a:ahLst/>
            <a:rect l="0" t="0" r="r" b="b"/>
            <a:pathLst>
              <a:path fill="none" w="6" h="5">
                <a:moveTo>
                  <a:pt x="5" y="0"/>
                </a:moveTo>
                <a:lnTo>
                  <a:pt x="5" y="1"/>
                </a:lnTo>
                <a:lnTo>
                  <a:pt x="5" y="0"/>
                </a:lnTo>
                <a:lnTo>
                  <a:pt x="6" y="1"/>
                </a:lnTo>
                <a:lnTo>
                  <a:pt x="5" y="1"/>
                </a:lnTo>
                <a:lnTo>
                  <a:pt x="5" y="2"/>
                </a:lnTo>
                <a:lnTo>
                  <a:pt x="3" y="2"/>
                </a:lnTo>
                <a:lnTo>
                  <a:pt x="3" y="4"/>
                </a:lnTo>
                <a:lnTo>
                  <a:pt x="5" y="4"/>
                </a:lnTo>
                <a:lnTo>
                  <a:pt x="5" y="5"/>
                </a:lnTo>
                <a:lnTo>
                  <a:pt x="6" y="5"/>
                </a:lnTo>
                <a:lnTo>
                  <a:pt x="5" y="5"/>
                </a:lnTo>
                <a:lnTo>
                  <a:pt x="3" y="5"/>
                </a:lnTo>
                <a:lnTo>
                  <a:pt x="2" y="5"/>
                </a:lnTo>
                <a:lnTo>
                  <a:pt x="2" y="4"/>
                </a:lnTo>
                <a:lnTo>
                  <a:pt x="1" y="4"/>
                </a:lnTo>
                <a:lnTo>
                  <a:pt x="0" y="4"/>
                </a:lnTo>
                <a:lnTo>
                  <a:pt x="0" y="2"/>
                </a:lnTo>
                <a:lnTo>
                  <a:pt x="0" y="1"/>
                </a:lnTo>
                <a:lnTo>
                  <a:pt x="1" y="1"/>
                </a:lnTo>
                <a:lnTo>
                  <a:pt x="2" y="1"/>
                </a:lnTo>
                <a:lnTo>
                  <a:pt x="3" y="1"/>
                </a:lnTo>
                <a:lnTo>
                  <a:pt x="3" y="0"/>
                </a:lnTo>
                <a:lnTo>
                  <a:pt x="5" y="0"/>
                </a:lnTo>
              </a:path>
            </a:pathLst>
          </a:custGeom>
          <a:ln w="4680">
            <a:solidFill>
              <a:srgbClr val="4A4A4A"/>
            </a:solidFill>
            <a:round/>
          </a:ln>
        </p:spPr>
        <p:txBody>
          <a:bodyPr lIns="2160" tIns="-360" rIns="2160" bIns="-3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759" name=""/>
          <p:cNvSpPr/>
          <p:nvPr/>
        </p:nvSpPr>
        <p:spPr>
          <a:xfrm>
            <a:off x="5096880" y="1587960"/>
            <a:ext cx="1440" cy="720"/>
          </a:xfrm>
          <a:custGeom>
            <a:avLst/>
            <a:gdLst/>
            <a:ahLst/>
            <a:rect l="0" t="0" r="r" b="b"/>
            <a:pathLst>
              <a:path fill="none" w="4" h="2">
                <a:moveTo>
                  <a:pt x="2" y="2"/>
                </a:moveTo>
                <a:lnTo>
                  <a:pt x="2" y="0"/>
                </a:lnTo>
                <a:lnTo>
                  <a:pt x="4" y="0"/>
                </a:lnTo>
                <a:lnTo>
                  <a:pt x="4" y="2"/>
                </a:lnTo>
                <a:lnTo>
                  <a:pt x="2" y="2"/>
                </a:lnTo>
                <a:lnTo>
                  <a:pt x="0" y="2"/>
                </a:lnTo>
                <a:lnTo>
                  <a:pt x="0" y="0"/>
                </a:lnTo>
                <a:lnTo>
                  <a:pt x="2" y="0"/>
                </a:lnTo>
                <a:lnTo>
                  <a:pt x="2" y="2"/>
                </a:lnTo>
              </a:path>
            </a:pathLst>
          </a:custGeom>
          <a:ln w="4680">
            <a:solidFill>
              <a:srgbClr val="4A4A4A"/>
            </a:solidFill>
            <a:round/>
          </a:ln>
        </p:spPr>
        <p:txBody>
          <a:bodyPr lIns="2160" tIns="-1440" rIns="2160" bIns="-144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760" name=""/>
          <p:cNvSpPr/>
          <p:nvPr/>
        </p:nvSpPr>
        <p:spPr>
          <a:xfrm>
            <a:off x="5126760" y="1587960"/>
            <a:ext cx="1080" cy="720"/>
          </a:xfrm>
          <a:custGeom>
            <a:avLst/>
            <a:gdLst/>
            <a:ahLst/>
            <a:rect l="0" t="0" r="r" b="b"/>
            <a:pathLst>
              <a:path fill="none" w="3" h="2">
                <a:moveTo>
                  <a:pt x="3" y="2"/>
                </a:moveTo>
                <a:lnTo>
                  <a:pt x="1" y="2"/>
                </a:lnTo>
                <a:lnTo>
                  <a:pt x="0" y="2"/>
                </a:lnTo>
                <a:lnTo>
                  <a:pt x="0" y="0"/>
                </a:lnTo>
                <a:lnTo>
                  <a:pt x="1" y="0"/>
                </a:lnTo>
                <a:lnTo>
                  <a:pt x="3" y="0"/>
                </a:lnTo>
                <a:lnTo>
                  <a:pt x="3" y="2"/>
                </a:lnTo>
              </a:path>
            </a:pathLst>
          </a:custGeom>
          <a:ln w="4680">
            <a:solidFill>
              <a:srgbClr val="4A4A4A"/>
            </a:solidFill>
            <a:round/>
          </a:ln>
        </p:spPr>
        <p:txBody>
          <a:bodyPr lIns="2160" tIns="-1440" rIns="2160" bIns="-144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761" name=""/>
          <p:cNvSpPr/>
          <p:nvPr/>
        </p:nvSpPr>
        <p:spPr>
          <a:xfrm>
            <a:off x="5125320" y="1587960"/>
            <a:ext cx="360" cy="360"/>
          </a:xfrm>
          <a:custGeom>
            <a:avLst/>
            <a:gdLst/>
            <a:ahLst/>
            <a:rect l="0" t="0" r="r" b="b"/>
            <a:pathLst>
              <a:path fill="none" w="1" h="1">
                <a:moveTo>
                  <a:pt x="1" y="0"/>
                </a:moveTo>
                <a:lnTo>
                  <a:pt x="1" y="1"/>
                </a:lnTo>
                <a:lnTo>
                  <a:pt x="0" y="0"/>
                </a:lnTo>
                <a:lnTo>
                  <a:pt x="1" y="0"/>
                </a:lnTo>
              </a:path>
            </a:pathLst>
          </a:custGeom>
          <a:ln w="4680">
            <a:solidFill>
              <a:srgbClr val="4A4A4A"/>
            </a:solidFill>
            <a:round/>
          </a:ln>
        </p:spPr>
        <p:txBody>
          <a:bodyPr lIns="2160" tIns="-1800" rIns="2160" bIns="-180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762" name=""/>
          <p:cNvSpPr/>
          <p:nvPr/>
        </p:nvSpPr>
        <p:spPr>
          <a:xfrm>
            <a:off x="5097240" y="1587600"/>
            <a:ext cx="720" cy="720"/>
          </a:xfrm>
          <a:custGeom>
            <a:avLst/>
            <a:gdLst/>
            <a:ahLst/>
            <a:rect l="0" t="0" r="r" b="b"/>
            <a:pathLst>
              <a:path fill="none" w="2" h="2">
                <a:moveTo>
                  <a:pt x="0" y="2"/>
                </a:moveTo>
                <a:lnTo>
                  <a:pt x="0" y="0"/>
                </a:lnTo>
                <a:lnTo>
                  <a:pt x="2" y="0"/>
                </a:lnTo>
                <a:lnTo>
                  <a:pt x="0" y="2"/>
                </a:lnTo>
              </a:path>
            </a:pathLst>
          </a:custGeom>
          <a:ln w="4680">
            <a:solidFill>
              <a:srgbClr val="4A4A4A"/>
            </a:solidFill>
            <a:round/>
          </a:ln>
        </p:spPr>
        <p:txBody>
          <a:bodyPr lIns="2160" tIns="-1440" rIns="2160" bIns="-144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763" name=""/>
          <p:cNvSpPr/>
          <p:nvPr/>
        </p:nvSpPr>
        <p:spPr>
          <a:xfrm>
            <a:off x="5117040" y="1587240"/>
            <a:ext cx="1080" cy="720"/>
          </a:xfrm>
          <a:custGeom>
            <a:avLst/>
            <a:gdLst/>
            <a:ahLst/>
            <a:rect l="0" t="0" r="r" b="b"/>
            <a:pathLst>
              <a:path fill="none" w="3" h="2">
                <a:moveTo>
                  <a:pt x="3" y="2"/>
                </a:moveTo>
                <a:lnTo>
                  <a:pt x="2" y="2"/>
                </a:lnTo>
                <a:lnTo>
                  <a:pt x="0" y="2"/>
                </a:lnTo>
                <a:lnTo>
                  <a:pt x="0" y="0"/>
                </a:lnTo>
                <a:lnTo>
                  <a:pt x="2" y="0"/>
                </a:lnTo>
                <a:lnTo>
                  <a:pt x="3" y="0"/>
                </a:lnTo>
                <a:lnTo>
                  <a:pt x="3" y="2"/>
                </a:lnTo>
              </a:path>
            </a:pathLst>
          </a:custGeom>
          <a:ln w="4680">
            <a:solidFill>
              <a:srgbClr val="4A4A4A"/>
            </a:solidFill>
            <a:round/>
          </a:ln>
        </p:spPr>
        <p:txBody>
          <a:bodyPr lIns="2160" tIns="-1440" rIns="2160" bIns="-144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764" name=""/>
          <p:cNvSpPr/>
          <p:nvPr/>
        </p:nvSpPr>
        <p:spPr>
          <a:xfrm>
            <a:off x="5094720" y="1586520"/>
            <a:ext cx="1800" cy="1800"/>
          </a:xfrm>
          <a:custGeom>
            <a:avLst/>
            <a:gdLst/>
            <a:ahLst/>
            <a:rect l="0" t="0" r="r" b="b"/>
            <a:pathLst>
              <a:path fill="none" w="5" h="5">
                <a:moveTo>
                  <a:pt x="5" y="1"/>
                </a:moveTo>
                <a:lnTo>
                  <a:pt x="3" y="1"/>
                </a:lnTo>
                <a:lnTo>
                  <a:pt x="3" y="3"/>
                </a:lnTo>
                <a:lnTo>
                  <a:pt x="3" y="4"/>
                </a:lnTo>
                <a:lnTo>
                  <a:pt x="3" y="5"/>
                </a:lnTo>
                <a:lnTo>
                  <a:pt x="2" y="5"/>
                </a:lnTo>
                <a:lnTo>
                  <a:pt x="0" y="5"/>
                </a:lnTo>
                <a:lnTo>
                  <a:pt x="0" y="4"/>
                </a:lnTo>
                <a:lnTo>
                  <a:pt x="0" y="3"/>
                </a:lnTo>
                <a:lnTo>
                  <a:pt x="2" y="1"/>
                </a:lnTo>
                <a:lnTo>
                  <a:pt x="2" y="0"/>
                </a:lnTo>
                <a:lnTo>
                  <a:pt x="3" y="1"/>
                </a:lnTo>
                <a:lnTo>
                  <a:pt x="5" y="1"/>
                </a:lnTo>
              </a:path>
            </a:pathLst>
          </a:custGeom>
          <a:ln w="4680">
            <a:solidFill>
              <a:srgbClr val="4A4A4A"/>
            </a:solidFill>
            <a:round/>
          </a:ln>
        </p:spPr>
        <p:txBody>
          <a:bodyPr lIns="2160" tIns="-360" rIns="2160" bIns="-3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765" name=""/>
          <p:cNvSpPr/>
          <p:nvPr/>
        </p:nvSpPr>
        <p:spPr>
          <a:xfrm>
            <a:off x="5127840" y="1586160"/>
            <a:ext cx="360" cy="360"/>
          </a:xfrm>
          <a:custGeom>
            <a:avLst/>
            <a:gdLst/>
            <a:ahLst/>
            <a:rect l="0" t="0" r="r" b="b"/>
            <a:pathLst>
              <a:path fill="none" w="1" h="1">
                <a:moveTo>
                  <a:pt x="0" y="0"/>
                </a:moveTo>
                <a:lnTo>
                  <a:pt x="1" y="0"/>
                </a:lnTo>
                <a:lnTo>
                  <a:pt x="1" y="1"/>
                </a:lnTo>
                <a:lnTo>
                  <a:pt x="0" y="1"/>
                </a:lnTo>
                <a:lnTo>
                  <a:pt x="0" y="0"/>
                </a:lnTo>
              </a:path>
            </a:pathLst>
          </a:custGeom>
          <a:ln w="4680">
            <a:solidFill>
              <a:srgbClr val="4A4A4A"/>
            </a:solidFill>
            <a:round/>
          </a:ln>
        </p:spPr>
        <p:txBody>
          <a:bodyPr lIns="2160" tIns="-1800" rIns="2160" bIns="-180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766" name=""/>
          <p:cNvSpPr/>
          <p:nvPr/>
        </p:nvSpPr>
        <p:spPr>
          <a:xfrm>
            <a:off x="5126040" y="1585080"/>
            <a:ext cx="1440" cy="1440"/>
          </a:xfrm>
          <a:custGeom>
            <a:avLst/>
            <a:gdLst/>
            <a:ahLst/>
            <a:rect l="0" t="0" r="r" b="b"/>
            <a:pathLst>
              <a:path fill="none" w="4" h="4">
                <a:moveTo>
                  <a:pt x="3" y="2"/>
                </a:moveTo>
                <a:lnTo>
                  <a:pt x="4" y="2"/>
                </a:lnTo>
                <a:lnTo>
                  <a:pt x="3" y="2"/>
                </a:lnTo>
                <a:lnTo>
                  <a:pt x="1" y="4"/>
                </a:lnTo>
                <a:lnTo>
                  <a:pt x="0" y="4"/>
                </a:lnTo>
                <a:lnTo>
                  <a:pt x="0" y="2"/>
                </a:lnTo>
                <a:lnTo>
                  <a:pt x="1" y="2"/>
                </a:lnTo>
                <a:lnTo>
                  <a:pt x="1" y="0"/>
                </a:lnTo>
                <a:lnTo>
                  <a:pt x="3" y="0"/>
                </a:lnTo>
                <a:lnTo>
                  <a:pt x="3" y="2"/>
                </a:lnTo>
              </a:path>
            </a:pathLst>
          </a:custGeom>
          <a:ln w="4680">
            <a:solidFill>
              <a:srgbClr val="4A4A4A"/>
            </a:solidFill>
            <a:round/>
          </a:ln>
        </p:spPr>
        <p:txBody>
          <a:bodyPr lIns="2160" tIns="-720" rIns="2160" bIns="-7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767" name=""/>
          <p:cNvSpPr/>
          <p:nvPr/>
        </p:nvSpPr>
        <p:spPr>
          <a:xfrm>
            <a:off x="5117040" y="1581840"/>
            <a:ext cx="1080" cy="1440"/>
          </a:xfrm>
          <a:custGeom>
            <a:avLst/>
            <a:gdLst/>
            <a:ahLst/>
            <a:rect l="0" t="0" r="r" b="b"/>
            <a:pathLst>
              <a:path fill="none" w="3" h="4">
                <a:moveTo>
                  <a:pt x="3" y="2"/>
                </a:moveTo>
                <a:lnTo>
                  <a:pt x="3" y="4"/>
                </a:lnTo>
                <a:lnTo>
                  <a:pt x="0" y="4"/>
                </a:lnTo>
                <a:lnTo>
                  <a:pt x="0" y="2"/>
                </a:lnTo>
                <a:lnTo>
                  <a:pt x="2" y="4"/>
                </a:lnTo>
                <a:lnTo>
                  <a:pt x="2" y="2"/>
                </a:lnTo>
                <a:lnTo>
                  <a:pt x="3" y="2"/>
                </a:lnTo>
                <a:lnTo>
                  <a:pt x="3" y="0"/>
                </a:lnTo>
                <a:lnTo>
                  <a:pt x="3" y="2"/>
                </a:lnTo>
              </a:path>
            </a:pathLst>
          </a:custGeom>
          <a:ln w="4680">
            <a:solidFill>
              <a:srgbClr val="4A4A4A"/>
            </a:solidFill>
            <a:round/>
          </a:ln>
        </p:spPr>
        <p:txBody>
          <a:bodyPr lIns="2160" tIns="-720" rIns="2160" bIns="-7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768" name=""/>
          <p:cNvSpPr/>
          <p:nvPr/>
        </p:nvSpPr>
        <p:spPr>
          <a:xfrm>
            <a:off x="5115960" y="1580760"/>
            <a:ext cx="720" cy="360"/>
          </a:xfrm>
          <a:custGeom>
            <a:avLst/>
            <a:gdLst/>
            <a:ahLst/>
            <a:rect l="0" t="0" r="r" b="b"/>
            <a:pathLst>
              <a:path fill="none" w="2" h="1">
                <a:moveTo>
                  <a:pt x="1" y="1"/>
                </a:moveTo>
                <a:lnTo>
                  <a:pt x="0" y="1"/>
                </a:lnTo>
                <a:lnTo>
                  <a:pt x="1" y="1"/>
                </a:lnTo>
                <a:lnTo>
                  <a:pt x="1" y="0"/>
                </a:lnTo>
                <a:lnTo>
                  <a:pt x="2" y="0"/>
                </a:lnTo>
                <a:lnTo>
                  <a:pt x="2" y="1"/>
                </a:lnTo>
                <a:lnTo>
                  <a:pt x="1" y="1"/>
                </a:lnTo>
              </a:path>
            </a:pathLst>
          </a:custGeom>
          <a:ln w="4680">
            <a:solidFill>
              <a:srgbClr val="4A4A4A"/>
            </a:solidFill>
            <a:round/>
          </a:ln>
        </p:spPr>
        <p:txBody>
          <a:bodyPr lIns="2160" tIns="-1800" rIns="2160" bIns="-180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769" name=""/>
          <p:cNvSpPr/>
          <p:nvPr/>
        </p:nvSpPr>
        <p:spPr>
          <a:xfrm>
            <a:off x="5119560" y="1577880"/>
            <a:ext cx="1440" cy="1440"/>
          </a:xfrm>
          <a:custGeom>
            <a:avLst/>
            <a:gdLst/>
            <a:ahLst/>
            <a:rect l="0" t="0" r="r" b="b"/>
            <a:pathLst>
              <a:path fill="none" w="4" h="4">
                <a:moveTo>
                  <a:pt x="2" y="4"/>
                </a:moveTo>
                <a:lnTo>
                  <a:pt x="0" y="4"/>
                </a:lnTo>
                <a:lnTo>
                  <a:pt x="0" y="2"/>
                </a:lnTo>
                <a:lnTo>
                  <a:pt x="0" y="0"/>
                </a:lnTo>
                <a:lnTo>
                  <a:pt x="2" y="0"/>
                </a:lnTo>
                <a:lnTo>
                  <a:pt x="4" y="2"/>
                </a:lnTo>
                <a:lnTo>
                  <a:pt x="2" y="2"/>
                </a:lnTo>
                <a:lnTo>
                  <a:pt x="2" y="4"/>
                </a:lnTo>
              </a:path>
            </a:pathLst>
          </a:custGeom>
          <a:ln w="4680">
            <a:solidFill>
              <a:srgbClr val="4A4A4A"/>
            </a:solidFill>
            <a:round/>
          </a:ln>
        </p:spPr>
        <p:txBody>
          <a:bodyPr lIns="2160" tIns="-720" rIns="2160" bIns="-7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770" name=""/>
          <p:cNvSpPr/>
          <p:nvPr/>
        </p:nvSpPr>
        <p:spPr>
          <a:xfrm>
            <a:off x="5120280" y="1575360"/>
            <a:ext cx="1440" cy="1800"/>
          </a:xfrm>
          <a:custGeom>
            <a:avLst/>
            <a:gdLst/>
            <a:ahLst/>
            <a:rect l="0" t="0" r="r" b="b"/>
            <a:pathLst>
              <a:path fill="none" w="4" h="5">
                <a:moveTo>
                  <a:pt x="4" y="0"/>
                </a:moveTo>
                <a:lnTo>
                  <a:pt x="3" y="2"/>
                </a:lnTo>
                <a:lnTo>
                  <a:pt x="3" y="3"/>
                </a:lnTo>
                <a:lnTo>
                  <a:pt x="4" y="2"/>
                </a:lnTo>
                <a:lnTo>
                  <a:pt x="4" y="3"/>
                </a:lnTo>
                <a:lnTo>
                  <a:pt x="3" y="3"/>
                </a:lnTo>
                <a:lnTo>
                  <a:pt x="1" y="5"/>
                </a:lnTo>
                <a:lnTo>
                  <a:pt x="1" y="3"/>
                </a:lnTo>
                <a:lnTo>
                  <a:pt x="1" y="2"/>
                </a:lnTo>
                <a:lnTo>
                  <a:pt x="0" y="0"/>
                </a:lnTo>
                <a:lnTo>
                  <a:pt x="1" y="0"/>
                </a:lnTo>
                <a:lnTo>
                  <a:pt x="3" y="2"/>
                </a:lnTo>
                <a:lnTo>
                  <a:pt x="3" y="0"/>
                </a:lnTo>
                <a:lnTo>
                  <a:pt x="4" y="0"/>
                </a:lnTo>
              </a:path>
            </a:pathLst>
          </a:custGeom>
          <a:ln w="4680">
            <a:solidFill>
              <a:srgbClr val="4A4A4A"/>
            </a:solidFill>
            <a:round/>
          </a:ln>
        </p:spPr>
        <p:txBody>
          <a:bodyPr lIns="2160" tIns="-360" rIns="2160" bIns="-3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771" name=""/>
          <p:cNvSpPr/>
          <p:nvPr/>
        </p:nvSpPr>
        <p:spPr>
          <a:xfrm>
            <a:off x="5122080" y="1575000"/>
            <a:ext cx="1800" cy="1440"/>
          </a:xfrm>
          <a:custGeom>
            <a:avLst/>
            <a:gdLst/>
            <a:ahLst/>
            <a:rect l="0" t="0" r="r" b="b"/>
            <a:pathLst>
              <a:path fill="none" w="5" h="4">
                <a:moveTo>
                  <a:pt x="4" y="4"/>
                </a:moveTo>
                <a:lnTo>
                  <a:pt x="1" y="4"/>
                </a:lnTo>
                <a:lnTo>
                  <a:pt x="0" y="2"/>
                </a:lnTo>
                <a:lnTo>
                  <a:pt x="1" y="0"/>
                </a:lnTo>
                <a:lnTo>
                  <a:pt x="3" y="0"/>
                </a:lnTo>
                <a:lnTo>
                  <a:pt x="4" y="0"/>
                </a:lnTo>
                <a:lnTo>
                  <a:pt x="5" y="0"/>
                </a:lnTo>
                <a:lnTo>
                  <a:pt x="4" y="2"/>
                </a:lnTo>
                <a:lnTo>
                  <a:pt x="4" y="4"/>
                </a:lnTo>
              </a:path>
            </a:pathLst>
          </a:custGeom>
          <a:ln w="4680">
            <a:solidFill>
              <a:srgbClr val="4A4A4A"/>
            </a:solidFill>
            <a:round/>
          </a:ln>
        </p:spPr>
        <p:txBody>
          <a:bodyPr lIns="2160" tIns="-720" rIns="2160" bIns="-7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772" name=""/>
          <p:cNvSpPr/>
          <p:nvPr/>
        </p:nvSpPr>
        <p:spPr>
          <a:xfrm>
            <a:off x="5125680" y="1573560"/>
            <a:ext cx="360" cy="360"/>
          </a:xfrm>
          <a:custGeom>
            <a:avLst/>
            <a:gdLst/>
            <a:ahLst/>
            <a:rect l="0" t="0" r="r" b="b"/>
            <a:pathLst>
              <a:path fill="none" w="1" h="1">
                <a:moveTo>
                  <a:pt x="0" y="1"/>
                </a:moveTo>
                <a:lnTo>
                  <a:pt x="0" y="0"/>
                </a:lnTo>
                <a:lnTo>
                  <a:pt x="1" y="0"/>
                </a:lnTo>
                <a:lnTo>
                  <a:pt x="0" y="0"/>
                </a:lnTo>
                <a:lnTo>
                  <a:pt x="0" y="1"/>
                </a:lnTo>
              </a:path>
            </a:pathLst>
          </a:custGeom>
          <a:ln w="4680">
            <a:solidFill>
              <a:srgbClr val="4A4A4A"/>
            </a:solidFill>
            <a:round/>
          </a:ln>
        </p:spPr>
        <p:txBody>
          <a:bodyPr lIns="2160" tIns="-1800" rIns="2160" bIns="-180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773" name=""/>
          <p:cNvSpPr/>
          <p:nvPr/>
        </p:nvSpPr>
        <p:spPr>
          <a:xfrm>
            <a:off x="5123160" y="1573200"/>
            <a:ext cx="3600" cy="2520"/>
          </a:xfrm>
          <a:custGeom>
            <a:avLst/>
            <a:gdLst/>
            <a:ahLst/>
            <a:rect l="0" t="0" r="r" b="b"/>
            <a:pathLst>
              <a:path fill="none" w="10" h="7">
                <a:moveTo>
                  <a:pt x="4" y="0"/>
                </a:moveTo>
                <a:lnTo>
                  <a:pt x="4" y="2"/>
                </a:lnTo>
                <a:lnTo>
                  <a:pt x="6" y="2"/>
                </a:lnTo>
                <a:lnTo>
                  <a:pt x="7" y="3"/>
                </a:lnTo>
                <a:lnTo>
                  <a:pt x="8" y="3"/>
                </a:lnTo>
                <a:lnTo>
                  <a:pt x="8" y="5"/>
                </a:lnTo>
                <a:lnTo>
                  <a:pt x="9" y="5"/>
                </a:lnTo>
                <a:lnTo>
                  <a:pt x="10" y="5"/>
                </a:lnTo>
                <a:lnTo>
                  <a:pt x="10" y="6"/>
                </a:lnTo>
                <a:lnTo>
                  <a:pt x="9" y="6"/>
                </a:lnTo>
                <a:lnTo>
                  <a:pt x="8" y="6"/>
                </a:lnTo>
                <a:lnTo>
                  <a:pt x="8" y="7"/>
                </a:lnTo>
                <a:lnTo>
                  <a:pt x="7" y="7"/>
                </a:lnTo>
                <a:lnTo>
                  <a:pt x="6" y="7"/>
                </a:lnTo>
                <a:lnTo>
                  <a:pt x="4" y="7"/>
                </a:lnTo>
                <a:lnTo>
                  <a:pt x="3" y="7"/>
                </a:lnTo>
                <a:lnTo>
                  <a:pt x="2" y="6"/>
                </a:lnTo>
                <a:lnTo>
                  <a:pt x="1" y="6"/>
                </a:lnTo>
                <a:lnTo>
                  <a:pt x="1" y="5"/>
                </a:lnTo>
                <a:lnTo>
                  <a:pt x="1" y="4"/>
                </a:lnTo>
                <a:lnTo>
                  <a:pt x="0" y="3"/>
                </a:lnTo>
                <a:lnTo>
                  <a:pt x="1" y="3"/>
                </a:lnTo>
                <a:lnTo>
                  <a:pt x="2" y="2"/>
                </a:lnTo>
                <a:lnTo>
                  <a:pt x="3" y="0"/>
                </a:lnTo>
                <a:lnTo>
                  <a:pt x="4" y="0"/>
                </a:lnTo>
              </a:path>
            </a:pathLst>
          </a:custGeom>
          <a:ln w="4680">
            <a:solidFill>
              <a:srgbClr val="4A4A4A"/>
            </a:solidFill>
            <a:round/>
          </a:ln>
        </p:spPr>
        <p:txBody>
          <a:bodyPr lIns="2160" tIns="360" rIns="2160" bIns="3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774" name=""/>
          <p:cNvSpPr/>
          <p:nvPr/>
        </p:nvSpPr>
        <p:spPr>
          <a:xfrm>
            <a:off x="5139000" y="1569960"/>
            <a:ext cx="720" cy="1080"/>
          </a:xfrm>
          <a:custGeom>
            <a:avLst/>
            <a:gdLst/>
            <a:ahLst/>
            <a:rect l="0" t="0" r="r" b="b"/>
            <a:pathLst>
              <a:path fill="none" w="2" h="3">
                <a:moveTo>
                  <a:pt x="2" y="1"/>
                </a:moveTo>
                <a:lnTo>
                  <a:pt x="0" y="1"/>
                </a:lnTo>
                <a:lnTo>
                  <a:pt x="2" y="1"/>
                </a:lnTo>
                <a:lnTo>
                  <a:pt x="2" y="3"/>
                </a:lnTo>
                <a:lnTo>
                  <a:pt x="0" y="3"/>
                </a:lnTo>
                <a:lnTo>
                  <a:pt x="0" y="1"/>
                </a:lnTo>
                <a:lnTo>
                  <a:pt x="0" y="0"/>
                </a:lnTo>
                <a:lnTo>
                  <a:pt x="2" y="0"/>
                </a:lnTo>
                <a:lnTo>
                  <a:pt x="2" y="1"/>
                </a:lnTo>
              </a:path>
            </a:pathLst>
          </a:custGeom>
          <a:ln w="4680">
            <a:solidFill>
              <a:srgbClr val="4A4A4A"/>
            </a:solidFill>
            <a:round/>
          </a:ln>
        </p:spPr>
        <p:txBody>
          <a:bodyPr lIns="2160" tIns="-1080" rIns="2160" bIns="-108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775" name=""/>
          <p:cNvSpPr/>
          <p:nvPr/>
        </p:nvSpPr>
        <p:spPr>
          <a:xfrm>
            <a:off x="5138280" y="1569240"/>
            <a:ext cx="720" cy="1080"/>
          </a:xfrm>
          <a:custGeom>
            <a:avLst/>
            <a:gdLst/>
            <a:ahLst/>
            <a:rect l="0" t="0" r="r" b="b"/>
            <a:pathLst>
              <a:path fill="none" w="2" h="3">
                <a:moveTo>
                  <a:pt x="0" y="3"/>
                </a:moveTo>
                <a:lnTo>
                  <a:pt x="0" y="1"/>
                </a:lnTo>
                <a:lnTo>
                  <a:pt x="0" y="0"/>
                </a:lnTo>
                <a:lnTo>
                  <a:pt x="2" y="0"/>
                </a:lnTo>
                <a:lnTo>
                  <a:pt x="0" y="1"/>
                </a:lnTo>
                <a:lnTo>
                  <a:pt x="0" y="3"/>
                </a:lnTo>
              </a:path>
            </a:pathLst>
          </a:custGeom>
          <a:ln w="4680">
            <a:solidFill>
              <a:srgbClr val="4A4A4A"/>
            </a:solidFill>
            <a:round/>
          </a:ln>
        </p:spPr>
        <p:txBody>
          <a:bodyPr lIns="2160" tIns="-1080" rIns="2160" bIns="-108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776" name=""/>
          <p:cNvSpPr/>
          <p:nvPr/>
        </p:nvSpPr>
        <p:spPr>
          <a:xfrm>
            <a:off x="5125680" y="1566720"/>
            <a:ext cx="1440" cy="720"/>
          </a:xfrm>
          <a:custGeom>
            <a:avLst/>
            <a:gdLst/>
            <a:ahLst/>
            <a:rect l="0" t="0" r="r" b="b"/>
            <a:pathLst>
              <a:path fill="none" w="4" h="2">
                <a:moveTo>
                  <a:pt x="2" y="2"/>
                </a:moveTo>
                <a:lnTo>
                  <a:pt x="0" y="2"/>
                </a:lnTo>
                <a:lnTo>
                  <a:pt x="0" y="0"/>
                </a:lnTo>
                <a:lnTo>
                  <a:pt x="2" y="0"/>
                </a:lnTo>
                <a:lnTo>
                  <a:pt x="4" y="0"/>
                </a:lnTo>
                <a:lnTo>
                  <a:pt x="2" y="2"/>
                </a:lnTo>
              </a:path>
            </a:pathLst>
          </a:custGeom>
          <a:ln w="4680">
            <a:solidFill>
              <a:srgbClr val="4A4A4A"/>
            </a:solidFill>
            <a:round/>
          </a:ln>
        </p:spPr>
        <p:txBody>
          <a:bodyPr lIns="2160" tIns="-1440" rIns="2160" bIns="-144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777" name=""/>
          <p:cNvSpPr/>
          <p:nvPr/>
        </p:nvSpPr>
        <p:spPr>
          <a:xfrm>
            <a:off x="5127840" y="1563480"/>
            <a:ext cx="1800" cy="1440"/>
          </a:xfrm>
          <a:custGeom>
            <a:avLst/>
            <a:gdLst/>
            <a:ahLst/>
            <a:rect l="0" t="0" r="r" b="b"/>
            <a:pathLst>
              <a:path fill="none" w="5" h="4">
                <a:moveTo>
                  <a:pt x="3" y="3"/>
                </a:moveTo>
                <a:lnTo>
                  <a:pt x="5" y="4"/>
                </a:lnTo>
                <a:lnTo>
                  <a:pt x="3" y="4"/>
                </a:lnTo>
                <a:lnTo>
                  <a:pt x="3" y="3"/>
                </a:lnTo>
                <a:lnTo>
                  <a:pt x="2" y="3"/>
                </a:lnTo>
                <a:lnTo>
                  <a:pt x="0" y="3"/>
                </a:lnTo>
                <a:lnTo>
                  <a:pt x="0" y="1"/>
                </a:lnTo>
                <a:lnTo>
                  <a:pt x="0" y="0"/>
                </a:lnTo>
                <a:lnTo>
                  <a:pt x="2" y="1"/>
                </a:lnTo>
                <a:lnTo>
                  <a:pt x="2" y="3"/>
                </a:lnTo>
                <a:lnTo>
                  <a:pt x="3" y="3"/>
                </a:lnTo>
              </a:path>
            </a:pathLst>
          </a:custGeom>
          <a:ln w="4680">
            <a:solidFill>
              <a:srgbClr val="4A4A4A"/>
            </a:solidFill>
            <a:round/>
          </a:ln>
        </p:spPr>
        <p:txBody>
          <a:bodyPr lIns="2160" tIns="-720" rIns="2160" bIns="-7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778" name=""/>
          <p:cNvSpPr/>
          <p:nvPr/>
        </p:nvSpPr>
        <p:spPr>
          <a:xfrm>
            <a:off x="5129640" y="1562400"/>
            <a:ext cx="1440" cy="1800"/>
          </a:xfrm>
          <a:custGeom>
            <a:avLst/>
            <a:gdLst/>
            <a:ahLst/>
            <a:rect l="0" t="0" r="r" b="b"/>
            <a:pathLst>
              <a:path fill="none" w="4" h="5">
                <a:moveTo>
                  <a:pt x="1" y="3"/>
                </a:moveTo>
                <a:lnTo>
                  <a:pt x="1" y="4"/>
                </a:lnTo>
                <a:lnTo>
                  <a:pt x="3" y="4"/>
                </a:lnTo>
                <a:lnTo>
                  <a:pt x="3" y="5"/>
                </a:lnTo>
                <a:lnTo>
                  <a:pt x="1" y="5"/>
                </a:lnTo>
                <a:lnTo>
                  <a:pt x="0" y="4"/>
                </a:lnTo>
                <a:lnTo>
                  <a:pt x="1" y="3"/>
                </a:lnTo>
                <a:lnTo>
                  <a:pt x="1" y="1"/>
                </a:lnTo>
                <a:lnTo>
                  <a:pt x="1" y="0"/>
                </a:lnTo>
                <a:lnTo>
                  <a:pt x="3" y="0"/>
                </a:lnTo>
                <a:lnTo>
                  <a:pt x="4" y="1"/>
                </a:lnTo>
                <a:lnTo>
                  <a:pt x="3" y="3"/>
                </a:lnTo>
                <a:lnTo>
                  <a:pt x="1" y="3"/>
                </a:lnTo>
              </a:path>
            </a:pathLst>
          </a:custGeom>
          <a:ln w="4680">
            <a:solidFill>
              <a:srgbClr val="4A4A4A"/>
            </a:solidFill>
            <a:round/>
          </a:ln>
        </p:spPr>
        <p:txBody>
          <a:bodyPr lIns="2160" tIns="-360" rIns="2160" bIns="-3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779" name=""/>
          <p:cNvSpPr/>
          <p:nvPr/>
        </p:nvSpPr>
        <p:spPr>
          <a:xfrm>
            <a:off x="5119560" y="1560960"/>
            <a:ext cx="360" cy="360"/>
          </a:xfrm>
          <a:custGeom>
            <a:avLst/>
            <a:gdLst/>
            <a:ahLst/>
            <a:rect l="0" t="0" r="r" b="b"/>
            <a:pathLst>
              <a:path fill="none" w="1" h="1">
                <a:moveTo>
                  <a:pt x="0" y="1"/>
                </a:moveTo>
                <a:lnTo>
                  <a:pt x="0" y="0"/>
                </a:lnTo>
                <a:lnTo>
                  <a:pt x="1" y="1"/>
                </a:lnTo>
                <a:lnTo>
                  <a:pt x="0" y="1"/>
                </a:lnTo>
              </a:path>
            </a:pathLst>
          </a:custGeom>
          <a:ln w="4680">
            <a:solidFill>
              <a:srgbClr val="4A4A4A"/>
            </a:solidFill>
            <a:round/>
          </a:ln>
        </p:spPr>
        <p:txBody>
          <a:bodyPr lIns="2160" tIns="-1800" rIns="2160" bIns="-180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780" name=""/>
          <p:cNvSpPr/>
          <p:nvPr/>
        </p:nvSpPr>
        <p:spPr>
          <a:xfrm>
            <a:off x="5130720" y="1559520"/>
            <a:ext cx="360" cy="0"/>
          </a:xfrm>
          <a:prstGeom prst="line">
            <a:avLst/>
          </a:prstGeom>
          <a:ln w="4680">
            <a:solidFill>
              <a:srgbClr val="4A4A4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2160" tIns="-2160" rIns="2160" bIns="-21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781" name=""/>
          <p:cNvSpPr/>
          <p:nvPr/>
        </p:nvSpPr>
        <p:spPr>
          <a:xfrm>
            <a:off x="5131080" y="1554120"/>
            <a:ext cx="1080" cy="1440"/>
          </a:xfrm>
          <a:custGeom>
            <a:avLst/>
            <a:gdLst/>
            <a:ahLst/>
            <a:rect l="0" t="0" r="r" b="b"/>
            <a:pathLst>
              <a:path fill="none" w="3" h="4">
                <a:moveTo>
                  <a:pt x="3" y="1"/>
                </a:moveTo>
                <a:lnTo>
                  <a:pt x="3" y="3"/>
                </a:lnTo>
                <a:lnTo>
                  <a:pt x="1" y="3"/>
                </a:lnTo>
                <a:lnTo>
                  <a:pt x="1" y="4"/>
                </a:lnTo>
                <a:lnTo>
                  <a:pt x="1" y="3"/>
                </a:lnTo>
                <a:lnTo>
                  <a:pt x="0" y="3"/>
                </a:lnTo>
                <a:lnTo>
                  <a:pt x="0" y="1"/>
                </a:lnTo>
                <a:lnTo>
                  <a:pt x="1" y="1"/>
                </a:lnTo>
                <a:lnTo>
                  <a:pt x="1" y="0"/>
                </a:lnTo>
                <a:lnTo>
                  <a:pt x="3" y="0"/>
                </a:lnTo>
                <a:lnTo>
                  <a:pt x="3" y="1"/>
                </a:lnTo>
              </a:path>
            </a:pathLst>
          </a:custGeom>
          <a:ln w="4680">
            <a:solidFill>
              <a:srgbClr val="4A4A4A"/>
            </a:solidFill>
            <a:round/>
          </a:ln>
        </p:spPr>
        <p:txBody>
          <a:bodyPr lIns="2160" tIns="-720" rIns="2160" bIns="-7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782" name=""/>
          <p:cNvSpPr/>
          <p:nvPr/>
        </p:nvSpPr>
        <p:spPr>
          <a:xfrm>
            <a:off x="5150160" y="1547280"/>
            <a:ext cx="720" cy="360"/>
          </a:xfrm>
          <a:custGeom>
            <a:avLst/>
            <a:gdLst/>
            <a:ahLst/>
            <a:rect l="0" t="0" r="r" b="b"/>
            <a:pathLst>
              <a:path fill="none" w="2" h="1">
                <a:moveTo>
                  <a:pt x="2" y="1"/>
                </a:moveTo>
                <a:lnTo>
                  <a:pt x="0" y="0"/>
                </a:lnTo>
                <a:lnTo>
                  <a:pt x="1" y="0"/>
                </a:lnTo>
                <a:lnTo>
                  <a:pt x="2" y="0"/>
                </a:lnTo>
                <a:lnTo>
                  <a:pt x="2" y="1"/>
                </a:lnTo>
              </a:path>
            </a:pathLst>
          </a:custGeom>
          <a:ln w="4680">
            <a:solidFill>
              <a:srgbClr val="4A4A4A"/>
            </a:solidFill>
            <a:round/>
          </a:ln>
        </p:spPr>
        <p:txBody>
          <a:bodyPr lIns="2160" tIns="-1800" rIns="2160" bIns="-180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783" name=""/>
          <p:cNvSpPr/>
          <p:nvPr/>
        </p:nvSpPr>
        <p:spPr>
          <a:xfrm>
            <a:off x="5151240" y="1545120"/>
            <a:ext cx="1440" cy="720"/>
          </a:xfrm>
          <a:custGeom>
            <a:avLst/>
            <a:gdLst/>
            <a:ahLst/>
            <a:rect l="0" t="0" r="r" b="b"/>
            <a:pathLst>
              <a:path fill="none" w="4" h="2">
                <a:moveTo>
                  <a:pt x="2" y="2"/>
                </a:moveTo>
                <a:lnTo>
                  <a:pt x="0" y="0"/>
                </a:lnTo>
                <a:lnTo>
                  <a:pt x="2" y="0"/>
                </a:lnTo>
                <a:lnTo>
                  <a:pt x="4" y="2"/>
                </a:lnTo>
                <a:lnTo>
                  <a:pt x="2" y="2"/>
                </a:lnTo>
              </a:path>
            </a:pathLst>
          </a:custGeom>
          <a:ln w="4680">
            <a:solidFill>
              <a:srgbClr val="4A4A4A"/>
            </a:solidFill>
            <a:round/>
          </a:ln>
        </p:spPr>
        <p:txBody>
          <a:bodyPr lIns="2160" tIns="-1440" rIns="2160" bIns="-144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784" name=""/>
          <p:cNvSpPr/>
          <p:nvPr/>
        </p:nvSpPr>
        <p:spPr>
          <a:xfrm>
            <a:off x="5151960" y="1545120"/>
            <a:ext cx="720" cy="360"/>
          </a:xfrm>
          <a:custGeom>
            <a:avLst/>
            <a:gdLst/>
            <a:ahLst/>
            <a:rect l="0" t="0" r="r" b="b"/>
            <a:pathLst>
              <a:path fill="none" w="2" h="1">
                <a:moveTo>
                  <a:pt x="2" y="0"/>
                </a:moveTo>
                <a:lnTo>
                  <a:pt x="1" y="1"/>
                </a:lnTo>
                <a:lnTo>
                  <a:pt x="0" y="0"/>
                </a:lnTo>
                <a:lnTo>
                  <a:pt x="1" y="0"/>
                </a:lnTo>
                <a:lnTo>
                  <a:pt x="2" y="0"/>
                </a:lnTo>
              </a:path>
            </a:pathLst>
          </a:custGeom>
          <a:ln w="4680">
            <a:solidFill>
              <a:srgbClr val="4A4A4A"/>
            </a:solidFill>
            <a:round/>
          </a:ln>
        </p:spPr>
        <p:txBody>
          <a:bodyPr lIns="2160" tIns="-1800" rIns="2160" bIns="-180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785" name=""/>
          <p:cNvSpPr/>
          <p:nvPr/>
        </p:nvSpPr>
        <p:spPr>
          <a:xfrm>
            <a:off x="5149080" y="1545120"/>
            <a:ext cx="2880" cy="2160"/>
          </a:xfrm>
          <a:custGeom>
            <a:avLst/>
            <a:gdLst/>
            <a:ahLst/>
            <a:rect l="0" t="0" r="r" b="b"/>
            <a:pathLst>
              <a:path fill="none" w="8" h="6">
                <a:moveTo>
                  <a:pt x="1" y="0"/>
                </a:moveTo>
                <a:lnTo>
                  <a:pt x="3" y="0"/>
                </a:lnTo>
                <a:lnTo>
                  <a:pt x="3" y="1"/>
                </a:lnTo>
                <a:lnTo>
                  <a:pt x="4" y="1"/>
                </a:lnTo>
                <a:lnTo>
                  <a:pt x="5" y="1"/>
                </a:lnTo>
                <a:lnTo>
                  <a:pt x="5" y="3"/>
                </a:lnTo>
                <a:lnTo>
                  <a:pt x="6" y="3"/>
                </a:lnTo>
                <a:lnTo>
                  <a:pt x="7" y="3"/>
                </a:lnTo>
                <a:lnTo>
                  <a:pt x="7" y="4"/>
                </a:lnTo>
                <a:lnTo>
                  <a:pt x="8" y="5"/>
                </a:lnTo>
                <a:lnTo>
                  <a:pt x="7" y="5"/>
                </a:lnTo>
                <a:lnTo>
                  <a:pt x="6" y="4"/>
                </a:lnTo>
                <a:lnTo>
                  <a:pt x="5" y="3"/>
                </a:lnTo>
                <a:lnTo>
                  <a:pt x="5" y="4"/>
                </a:lnTo>
                <a:lnTo>
                  <a:pt x="6" y="4"/>
                </a:lnTo>
                <a:lnTo>
                  <a:pt x="6" y="5"/>
                </a:lnTo>
                <a:lnTo>
                  <a:pt x="4" y="4"/>
                </a:lnTo>
                <a:lnTo>
                  <a:pt x="3" y="3"/>
                </a:lnTo>
                <a:lnTo>
                  <a:pt x="3" y="4"/>
                </a:lnTo>
                <a:lnTo>
                  <a:pt x="1" y="4"/>
                </a:lnTo>
                <a:lnTo>
                  <a:pt x="3" y="5"/>
                </a:lnTo>
                <a:lnTo>
                  <a:pt x="4" y="6"/>
                </a:lnTo>
                <a:lnTo>
                  <a:pt x="3" y="6"/>
                </a:lnTo>
                <a:lnTo>
                  <a:pt x="3" y="5"/>
                </a:lnTo>
                <a:lnTo>
                  <a:pt x="1" y="5"/>
                </a:lnTo>
                <a:lnTo>
                  <a:pt x="0" y="4"/>
                </a:lnTo>
                <a:lnTo>
                  <a:pt x="1" y="4"/>
                </a:lnTo>
                <a:lnTo>
                  <a:pt x="1" y="3"/>
                </a:lnTo>
                <a:lnTo>
                  <a:pt x="0" y="1"/>
                </a:lnTo>
                <a:lnTo>
                  <a:pt x="1" y="1"/>
                </a:lnTo>
                <a:lnTo>
                  <a:pt x="3" y="1"/>
                </a:lnTo>
                <a:lnTo>
                  <a:pt x="1" y="1"/>
                </a:lnTo>
                <a:lnTo>
                  <a:pt x="1" y="0"/>
                </a:lnTo>
                <a:lnTo>
                  <a:pt x="0" y="0"/>
                </a:lnTo>
                <a:lnTo>
                  <a:pt x="1" y="0"/>
                </a:lnTo>
              </a:path>
            </a:pathLst>
          </a:custGeom>
          <a:ln w="4680">
            <a:solidFill>
              <a:srgbClr val="4A4A4A"/>
            </a:solidFill>
            <a:round/>
          </a:ln>
        </p:spPr>
        <p:txBody>
          <a:bodyPr lIns="2160" tIns="0" rIns="216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786" name=""/>
          <p:cNvSpPr/>
          <p:nvPr/>
        </p:nvSpPr>
        <p:spPr>
          <a:xfrm>
            <a:off x="5150520" y="1544400"/>
            <a:ext cx="360" cy="360"/>
          </a:xfrm>
          <a:custGeom>
            <a:avLst/>
            <a:gdLst/>
            <a:ahLst/>
            <a:rect l="0" t="0" r="r" b="b"/>
            <a:pathLst>
              <a:path fill="none" w="1" h="1">
                <a:moveTo>
                  <a:pt x="1" y="1"/>
                </a:moveTo>
                <a:lnTo>
                  <a:pt x="0" y="1"/>
                </a:lnTo>
                <a:lnTo>
                  <a:pt x="0" y="0"/>
                </a:lnTo>
                <a:lnTo>
                  <a:pt x="1" y="0"/>
                </a:lnTo>
                <a:lnTo>
                  <a:pt x="1" y="1"/>
                </a:lnTo>
              </a:path>
            </a:pathLst>
          </a:custGeom>
          <a:ln w="4680">
            <a:solidFill>
              <a:srgbClr val="4A4A4A"/>
            </a:solidFill>
            <a:round/>
          </a:ln>
        </p:spPr>
        <p:txBody>
          <a:bodyPr lIns="2160" tIns="-1800" rIns="2160" bIns="-180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787" name=""/>
          <p:cNvSpPr/>
          <p:nvPr/>
        </p:nvSpPr>
        <p:spPr>
          <a:xfrm>
            <a:off x="5138640" y="1539000"/>
            <a:ext cx="720" cy="1440"/>
          </a:xfrm>
          <a:custGeom>
            <a:avLst/>
            <a:gdLst/>
            <a:ahLst/>
            <a:rect l="0" t="0" r="r" b="b"/>
            <a:pathLst>
              <a:path fill="none" w="2" h="4">
                <a:moveTo>
                  <a:pt x="2" y="0"/>
                </a:moveTo>
                <a:lnTo>
                  <a:pt x="2" y="2"/>
                </a:lnTo>
                <a:lnTo>
                  <a:pt x="0" y="2"/>
                </a:lnTo>
                <a:lnTo>
                  <a:pt x="0" y="4"/>
                </a:lnTo>
                <a:lnTo>
                  <a:pt x="0" y="2"/>
                </a:lnTo>
                <a:lnTo>
                  <a:pt x="0" y="0"/>
                </a:lnTo>
                <a:lnTo>
                  <a:pt x="2" y="0"/>
                </a:lnTo>
              </a:path>
            </a:pathLst>
          </a:custGeom>
          <a:ln w="4680">
            <a:solidFill>
              <a:srgbClr val="4A4A4A"/>
            </a:solidFill>
            <a:round/>
          </a:ln>
        </p:spPr>
        <p:txBody>
          <a:bodyPr lIns="2160" tIns="-720" rIns="2160" bIns="-7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788" name=""/>
          <p:cNvSpPr/>
          <p:nvPr/>
        </p:nvSpPr>
        <p:spPr>
          <a:xfrm>
            <a:off x="5154840" y="1537920"/>
            <a:ext cx="720" cy="720"/>
          </a:xfrm>
          <a:custGeom>
            <a:avLst/>
            <a:gdLst/>
            <a:ahLst/>
            <a:rect l="0" t="0" r="r" b="b"/>
            <a:pathLst>
              <a:path fill="none" w="2" h="2">
                <a:moveTo>
                  <a:pt x="0" y="2"/>
                </a:moveTo>
                <a:lnTo>
                  <a:pt x="0" y="0"/>
                </a:lnTo>
                <a:lnTo>
                  <a:pt x="2" y="0"/>
                </a:lnTo>
                <a:lnTo>
                  <a:pt x="2" y="2"/>
                </a:lnTo>
                <a:lnTo>
                  <a:pt x="0" y="2"/>
                </a:lnTo>
              </a:path>
            </a:pathLst>
          </a:custGeom>
          <a:ln w="4680">
            <a:solidFill>
              <a:srgbClr val="4A4A4A"/>
            </a:solidFill>
            <a:round/>
          </a:ln>
        </p:spPr>
        <p:txBody>
          <a:bodyPr lIns="2160" tIns="-1440" rIns="2160" bIns="-144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789" name=""/>
          <p:cNvSpPr/>
          <p:nvPr/>
        </p:nvSpPr>
        <p:spPr>
          <a:xfrm>
            <a:off x="5154120" y="1537920"/>
            <a:ext cx="720" cy="720"/>
          </a:xfrm>
          <a:custGeom>
            <a:avLst/>
            <a:gdLst/>
            <a:ahLst/>
            <a:rect l="0" t="0" r="r" b="b"/>
            <a:pathLst>
              <a:path fill="none" w="2" h="2">
                <a:moveTo>
                  <a:pt x="0" y="2"/>
                </a:moveTo>
                <a:lnTo>
                  <a:pt x="2" y="0"/>
                </a:lnTo>
                <a:lnTo>
                  <a:pt x="2" y="2"/>
                </a:lnTo>
                <a:lnTo>
                  <a:pt x="0" y="2"/>
                </a:lnTo>
              </a:path>
            </a:pathLst>
          </a:custGeom>
          <a:ln w="4680">
            <a:solidFill>
              <a:srgbClr val="4A4A4A"/>
            </a:solidFill>
            <a:round/>
          </a:ln>
        </p:spPr>
        <p:txBody>
          <a:bodyPr lIns="2160" tIns="-1440" rIns="2160" bIns="-144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790" name=""/>
          <p:cNvSpPr/>
          <p:nvPr/>
        </p:nvSpPr>
        <p:spPr>
          <a:xfrm>
            <a:off x="5152680" y="1537560"/>
            <a:ext cx="720" cy="720"/>
          </a:xfrm>
          <a:custGeom>
            <a:avLst/>
            <a:gdLst/>
            <a:ahLst/>
            <a:rect l="0" t="0" r="r" b="b"/>
            <a:pathLst>
              <a:path fill="none" w="2" h="2">
                <a:moveTo>
                  <a:pt x="0" y="2"/>
                </a:moveTo>
                <a:lnTo>
                  <a:pt x="0" y="0"/>
                </a:lnTo>
                <a:lnTo>
                  <a:pt x="2" y="0"/>
                </a:lnTo>
                <a:lnTo>
                  <a:pt x="0" y="2"/>
                </a:lnTo>
              </a:path>
            </a:pathLst>
          </a:custGeom>
          <a:ln w="4680">
            <a:solidFill>
              <a:srgbClr val="4A4A4A"/>
            </a:solidFill>
            <a:round/>
          </a:ln>
        </p:spPr>
        <p:txBody>
          <a:bodyPr lIns="2160" tIns="-1440" rIns="2160" bIns="-144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791" name=""/>
          <p:cNvSpPr/>
          <p:nvPr/>
        </p:nvSpPr>
        <p:spPr>
          <a:xfrm>
            <a:off x="5138640" y="1537200"/>
            <a:ext cx="720" cy="1440"/>
          </a:xfrm>
          <a:custGeom>
            <a:avLst/>
            <a:gdLst/>
            <a:ahLst/>
            <a:rect l="0" t="0" r="r" b="b"/>
            <a:pathLst>
              <a:path fill="none" w="2" h="4">
                <a:moveTo>
                  <a:pt x="2" y="4"/>
                </a:moveTo>
                <a:lnTo>
                  <a:pt x="0" y="2"/>
                </a:lnTo>
                <a:lnTo>
                  <a:pt x="0" y="0"/>
                </a:lnTo>
                <a:lnTo>
                  <a:pt x="2" y="0"/>
                </a:lnTo>
                <a:lnTo>
                  <a:pt x="2" y="2"/>
                </a:lnTo>
                <a:lnTo>
                  <a:pt x="2" y="4"/>
                </a:lnTo>
              </a:path>
            </a:pathLst>
          </a:custGeom>
          <a:ln w="4680">
            <a:solidFill>
              <a:srgbClr val="4A4A4A"/>
            </a:solidFill>
            <a:round/>
          </a:ln>
        </p:spPr>
        <p:txBody>
          <a:bodyPr lIns="2160" tIns="-720" rIns="2160" bIns="-7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792" name=""/>
          <p:cNvSpPr/>
          <p:nvPr/>
        </p:nvSpPr>
        <p:spPr>
          <a:xfrm>
            <a:off x="5153760" y="1537200"/>
            <a:ext cx="1800" cy="1800"/>
          </a:xfrm>
          <a:custGeom>
            <a:avLst/>
            <a:gdLst/>
            <a:ahLst/>
            <a:rect l="0" t="0" r="r" b="b"/>
            <a:pathLst>
              <a:path fill="none" w="5" h="5">
                <a:moveTo>
                  <a:pt x="2" y="3"/>
                </a:moveTo>
                <a:lnTo>
                  <a:pt x="0" y="5"/>
                </a:lnTo>
                <a:lnTo>
                  <a:pt x="0" y="3"/>
                </a:lnTo>
                <a:lnTo>
                  <a:pt x="0" y="2"/>
                </a:lnTo>
                <a:lnTo>
                  <a:pt x="2" y="2"/>
                </a:lnTo>
                <a:lnTo>
                  <a:pt x="2" y="0"/>
                </a:lnTo>
                <a:lnTo>
                  <a:pt x="3" y="0"/>
                </a:lnTo>
                <a:lnTo>
                  <a:pt x="5" y="0"/>
                </a:lnTo>
                <a:lnTo>
                  <a:pt x="3" y="2"/>
                </a:lnTo>
                <a:lnTo>
                  <a:pt x="3" y="3"/>
                </a:lnTo>
                <a:lnTo>
                  <a:pt x="2" y="3"/>
                </a:lnTo>
              </a:path>
            </a:pathLst>
          </a:custGeom>
          <a:ln w="4680">
            <a:solidFill>
              <a:srgbClr val="4A4A4A"/>
            </a:solidFill>
            <a:round/>
          </a:ln>
        </p:spPr>
        <p:txBody>
          <a:bodyPr lIns="2160" tIns="-360" rIns="2160" bIns="-3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793" name=""/>
          <p:cNvSpPr/>
          <p:nvPr/>
        </p:nvSpPr>
        <p:spPr>
          <a:xfrm>
            <a:off x="5144400" y="1537200"/>
            <a:ext cx="1080" cy="1440"/>
          </a:xfrm>
          <a:custGeom>
            <a:avLst/>
            <a:gdLst/>
            <a:ahLst/>
            <a:rect l="0" t="0" r="r" b="b"/>
            <a:pathLst>
              <a:path fill="none" w="3" h="4">
                <a:moveTo>
                  <a:pt x="3" y="0"/>
                </a:moveTo>
                <a:lnTo>
                  <a:pt x="3" y="2"/>
                </a:lnTo>
                <a:lnTo>
                  <a:pt x="3" y="3"/>
                </a:lnTo>
                <a:lnTo>
                  <a:pt x="2" y="4"/>
                </a:lnTo>
                <a:lnTo>
                  <a:pt x="0" y="4"/>
                </a:lnTo>
                <a:lnTo>
                  <a:pt x="2" y="4"/>
                </a:lnTo>
                <a:lnTo>
                  <a:pt x="2" y="3"/>
                </a:lnTo>
                <a:lnTo>
                  <a:pt x="0" y="3"/>
                </a:lnTo>
                <a:lnTo>
                  <a:pt x="0" y="2"/>
                </a:lnTo>
                <a:lnTo>
                  <a:pt x="0" y="0"/>
                </a:lnTo>
                <a:lnTo>
                  <a:pt x="0" y="2"/>
                </a:lnTo>
                <a:lnTo>
                  <a:pt x="2" y="2"/>
                </a:lnTo>
                <a:lnTo>
                  <a:pt x="2" y="0"/>
                </a:lnTo>
                <a:lnTo>
                  <a:pt x="3" y="0"/>
                </a:lnTo>
              </a:path>
            </a:pathLst>
          </a:custGeom>
          <a:ln w="4680">
            <a:solidFill>
              <a:srgbClr val="4A4A4A"/>
            </a:solidFill>
            <a:round/>
          </a:ln>
        </p:spPr>
        <p:txBody>
          <a:bodyPr lIns="2160" tIns="-720" rIns="2160" bIns="-7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794" name=""/>
          <p:cNvSpPr/>
          <p:nvPr/>
        </p:nvSpPr>
        <p:spPr>
          <a:xfrm>
            <a:off x="5137920" y="1536840"/>
            <a:ext cx="720" cy="720"/>
          </a:xfrm>
          <a:custGeom>
            <a:avLst/>
            <a:gdLst/>
            <a:ahLst/>
            <a:rect l="0" t="0" r="r" b="b"/>
            <a:pathLst>
              <a:path fill="none" w="2" h="2">
                <a:moveTo>
                  <a:pt x="0" y="2"/>
                </a:moveTo>
                <a:lnTo>
                  <a:pt x="0" y="0"/>
                </a:lnTo>
                <a:lnTo>
                  <a:pt x="2" y="0"/>
                </a:lnTo>
                <a:lnTo>
                  <a:pt x="2" y="2"/>
                </a:lnTo>
                <a:lnTo>
                  <a:pt x="0" y="2"/>
                </a:lnTo>
              </a:path>
            </a:pathLst>
          </a:custGeom>
          <a:ln w="4680">
            <a:solidFill>
              <a:srgbClr val="4A4A4A"/>
            </a:solidFill>
            <a:round/>
          </a:ln>
        </p:spPr>
        <p:txBody>
          <a:bodyPr lIns="2160" tIns="-1440" rIns="2160" bIns="-144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795" name=""/>
          <p:cNvSpPr/>
          <p:nvPr/>
        </p:nvSpPr>
        <p:spPr>
          <a:xfrm>
            <a:off x="5141520" y="1536120"/>
            <a:ext cx="720" cy="720"/>
          </a:xfrm>
          <a:custGeom>
            <a:avLst/>
            <a:gdLst/>
            <a:ahLst/>
            <a:rect l="0" t="0" r="r" b="b"/>
            <a:pathLst>
              <a:path fill="none" w="2" h="2">
                <a:moveTo>
                  <a:pt x="2" y="2"/>
                </a:moveTo>
                <a:lnTo>
                  <a:pt x="0" y="2"/>
                </a:lnTo>
                <a:lnTo>
                  <a:pt x="0" y="0"/>
                </a:lnTo>
                <a:lnTo>
                  <a:pt x="2" y="0"/>
                </a:lnTo>
                <a:lnTo>
                  <a:pt x="0" y="2"/>
                </a:lnTo>
                <a:lnTo>
                  <a:pt x="2" y="2"/>
                </a:lnTo>
              </a:path>
            </a:pathLst>
          </a:custGeom>
          <a:ln w="4680">
            <a:solidFill>
              <a:srgbClr val="4A4A4A"/>
            </a:solidFill>
            <a:round/>
          </a:ln>
        </p:spPr>
        <p:txBody>
          <a:bodyPr lIns="2160" tIns="-1440" rIns="2160" bIns="-144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796" name=""/>
          <p:cNvSpPr/>
          <p:nvPr/>
        </p:nvSpPr>
        <p:spPr>
          <a:xfrm>
            <a:off x="5140800" y="1535760"/>
            <a:ext cx="360" cy="360"/>
          </a:xfrm>
          <a:custGeom>
            <a:avLst/>
            <a:gdLst/>
            <a:ahLst/>
            <a:rect l="0" t="0" r="r" b="b"/>
            <a:pathLst>
              <a:path fill="none" w="1" h="1">
                <a:moveTo>
                  <a:pt x="1" y="1"/>
                </a:moveTo>
                <a:lnTo>
                  <a:pt x="0" y="1"/>
                </a:lnTo>
                <a:lnTo>
                  <a:pt x="0" y="0"/>
                </a:lnTo>
                <a:lnTo>
                  <a:pt x="1" y="0"/>
                </a:lnTo>
                <a:lnTo>
                  <a:pt x="1" y="1"/>
                </a:lnTo>
              </a:path>
            </a:pathLst>
          </a:custGeom>
          <a:ln w="4680">
            <a:solidFill>
              <a:srgbClr val="4A4A4A"/>
            </a:solidFill>
            <a:round/>
          </a:ln>
        </p:spPr>
        <p:txBody>
          <a:bodyPr lIns="2160" tIns="-1800" rIns="2160" bIns="-180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797" name=""/>
          <p:cNvSpPr/>
          <p:nvPr/>
        </p:nvSpPr>
        <p:spPr>
          <a:xfrm>
            <a:off x="5150880" y="1531800"/>
            <a:ext cx="0" cy="360"/>
          </a:xfrm>
          <a:prstGeom prst="line">
            <a:avLst/>
          </a:prstGeom>
          <a:ln w="4680">
            <a:solidFill>
              <a:srgbClr val="4A4A4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2160" tIns="-1800" rIns="2160" bIns="-180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798" name=""/>
          <p:cNvSpPr/>
          <p:nvPr/>
        </p:nvSpPr>
        <p:spPr>
          <a:xfrm>
            <a:off x="5150160" y="1531800"/>
            <a:ext cx="720" cy="720"/>
          </a:xfrm>
          <a:custGeom>
            <a:avLst/>
            <a:gdLst/>
            <a:ahLst/>
            <a:rect l="0" t="0" r="r" b="b"/>
            <a:pathLst>
              <a:path fill="none" w="2" h="2">
                <a:moveTo>
                  <a:pt x="0" y="2"/>
                </a:moveTo>
                <a:lnTo>
                  <a:pt x="0" y="0"/>
                </a:lnTo>
                <a:lnTo>
                  <a:pt x="2" y="0"/>
                </a:lnTo>
                <a:lnTo>
                  <a:pt x="2" y="2"/>
                </a:lnTo>
                <a:lnTo>
                  <a:pt x="0" y="2"/>
                </a:lnTo>
              </a:path>
            </a:pathLst>
          </a:custGeom>
          <a:ln w="4680">
            <a:solidFill>
              <a:srgbClr val="4A4A4A"/>
            </a:solidFill>
            <a:round/>
          </a:ln>
        </p:spPr>
        <p:txBody>
          <a:bodyPr lIns="2160" tIns="-1440" rIns="2160" bIns="-144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799" name=""/>
          <p:cNvSpPr/>
          <p:nvPr/>
        </p:nvSpPr>
        <p:spPr>
          <a:xfrm>
            <a:off x="5150160" y="1531080"/>
            <a:ext cx="1080" cy="720"/>
          </a:xfrm>
          <a:custGeom>
            <a:avLst/>
            <a:gdLst/>
            <a:ahLst/>
            <a:rect l="0" t="0" r="r" b="b"/>
            <a:pathLst>
              <a:path fill="none" w="3" h="2">
                <a:moveTo>
                  <a:pt x="0" y="2"/>
                </a:moveTo>
                <a:lnTo>
                  <a:pt x="0" y="0"/>
                </a:lnTo>
                <a:lnTo>
                  <a:pt x="2" y="0"/>
                </a:lnTo>
                <a:lnTo>
                  <a:pt x="3" y="2"/>
                </a:lnTo>
                <a:lnTo>
                  <a:pt x="0" y="2"/>
                </a:lnTo>
              </a:path>
            </a:pathLst>
          </a:custGeom>
          <a:ln w="4680">
            <a:solidFill>
              <a:srgbClr val="4A4A4A"/>
            </a:solidFill>
            <a:round/>
          </a:ln>
        </p:spPr>
        <p:txBody>
          <a:bodyPr lIns="2160" tIns="-1440" rIns="2160" bIns="-144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800" name=""/>
          <p:cNvSpPr/>
          <p:nvPr/>
        </p:nvSpPr>
        <p:spPr>
          <a:xfrm>
            <a:off x="5147640" y="1530720"/>
            <a:ext cx="1080" cy="1080"/>
          </a:xfrm>
          <a:custGeom>
            <a:avLst/>
            <a:gdLst/>
            <a:ahLst/>
            <a:rect l="0" t="0" r="r" b="b"/>
            <a:pathLst>
              <a:path fill="none" w="3" h="3">
                <a:moveTo>
                  <a:pt x="3" y="3"/>
                </a:moveTo>
                <a:lnTo>
                  <a:pt x="1" y="3"/>
                </a:lnTo>
                <a:lnTo>
                  <a:pt x="0" y="3"/>
                </a:lnTo>
                <a:lnTo>
                  <a:pt x="1" y="3"/>
                </a:lnTo>
                <a:lnTo>
                  <a:pt x="1" y="2"/>
                </a:lnTo>
                <a:lnTo>
                  <a:pt x="1" y="0"/>
                </a:lnTo>
                <a:lnTo>
                  <a:pt x="3" y="0"/>
                </a:lnTo>
                <a:lnTo>
                  <a:pt x="3" y="2"/>
                </a:lnTo>
                <a:lnTo>
                  <a:pt x="3" y="3"/>
                </a:lnTo>
              </a:path>
            </a:pathLst>
          </a:custGeom>
          <a:ln w="4680">
            <a:solidFill>
              <a:srgbClr val="4A4A4A"/>
            </a:solidFill>
            <a:round/>
          </a:ln>
        </p:spPr>
        <p:txBody>
          <a:bodyPr lIns="2160" tIns="-1080" rIns="2160" bIns="-108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801" name=""/>
          <p:cNvSpPr/>
          <p:nvPr/>
        </p:nvSpPr>
        <p:spPr>
          <a:xfrm>
            <a:off x="5149800" y="1529280"/>
            <a:ext cx="1440" cy="1800"/>
          </a:xfrm>
          <a:custGeom>
            <a:avLst/>
            <a:gdLst/>
            <a:ahLst/>
            <a:rect l="0" t="0" r="r" b="b"/>
            <a:pathLst>
              <a:path fill="none" w="4" h="5">
                <a:moveTo>
                  <a:pt x="3" y="4"/>
                </a:moveTo>
                <a:lnTo>
                  <a:pt x="1" y="5"/>
                </a:lnTo>
                <a:lnTo>
                  <a:pt x="0" y="5"/>
                </a:lnTo>
                <a:lnTo>
                  <a:pt x="0" y="4"/>
                </a:lnTo>
                <a:lnTo>
                  <a:pt x="0" y="3"/>
                </a:lnTo>
                <a:lnTo>
                  <a:pt x="1" y="3"/>
                </a:lnTo>
                <a:lnTo>
                  <a:pt x="3" y="1"/>
                </a:lnTo>
                <a:lnTo>
                  <a:pt x="3" y="0"/>
                </a:lnTo>
                <a:lnTo>
                  <a:pt x="4" y="0"/>
                </a:lnTo>
                <a:lnTo>
                  <a:pt x="3" y="0"/>
                </a:lnTo>
                <a:lnTo>
                  <a:pt x="3" y="1"/>
                </a:lnTo>
                <a:lnTo>
                  <a:pt x="3" y="3"/>
                </a:lnTo>
                <a:lnTo>
                  <a:pt x="3" y="4"/>
                </a:lnTo>
              </a:path>
            </a:pathLst>
          </a:custGeom>
          <a:ln w="4680">
            <a:solidFill>
              <a:srgbClr val="4A4A4A"/>
            </a:solidFill>
            <a:round/>
          </a:ln>
        </p:spPr>
        <p:txBody>
          <a:bodyPr lIns="2160" tIns="-360" rIns="2160" bIns="-3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802" name=""/>
          <p:cNvSpPr/>
          <p:nvPr/>
        </p:nvSpPr>
        <p:spPr>
          <a:xfrm>
            <a:off x="5153040" y="1528200"/>
            <a:ext cx="720" cy="1440"/>
          </a:xfrm>
          <a:custGeom>
            <a:avLst/>
            <a:gdLst/>
            <a:ahLst/>
            <a:rect l="0" t="0" r="r" b="b"/>
            <a:pathLst>
              <a:path fill="none" w="2" h="4">
                <a:moveTo>
                  <a:pt x="2" y="2"/>
                </a:moveTo>
                <a:lnTo>
                  <a:pt x="0" y="4"/>
                </a:lnTo>
                <a:lnTo>
                  <a:pt x="0" y="2"/>
                </a:lnTo>
                <a:lnTo>
                  <a:pt x="2" y="2"/>
                </a:lnTo>
                <a:lnTo>
                  <a:pt x="2" y="0"/>
                </a:lnTo>
                <a:lnTo>
                  <a:pt x="2" y="2"/>
                </a:lnTo>
              </a:path>
            </a:pathLst>
          </a:custGeom>
          <a:ln w="4680">
            <a:solidFill>
              <a:srgbClr val="4A4A4A"/>
            </a:solidFill>
            <a:round/>
          </a:ln>
        </p:spPr>
        <p:txBody>
          <a:bodyPr lIns="2160" tIns="-720" rIns="2160" bIns="-7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803" name=""/>
          <p:cNvSpPr/>
          <p:nvPr/>
        </p:nvSpPr>
        <p:spPr>
          <a:xfrm>
            <a:off x="5145120" y="1527120"/>
            <a:ext cx="2880" cy="2160"/>
          </a:xfrm>
          <a:custGeom>
            <a:avLst/>
            <a:gdLst/>
            <a:ahLst/>
            <a:rect l="0" t="0" r="r" b="b"/>
            <a:pathLst>
              <a:path fill="none" w="8" h="6">
                <a:moveTo>
                  <a:pt x="3" y="0"/>
                </a:moveTo>
                <a:lnTo>
                  <a:pt x="3" y="2"/>
                </a:lnTo>
                <a:lnTo>
                  <a:pt x="3" y="3"/>
                </a:lnTo>
                <a:lnTo>
                  <a:pt x="4" y="3"/>
                </a:lnTo>
                <a:lnTo>
                  <a:pt x="5" y="3"/>
                </a:lnTo>
                <a:lnTo>
                  <a:pt x="7" y="2"/>
                </a:lnTo>
                <a:lnTo>
                  <a:pt x="8" y="2"/>
                </a:lnTo>
                <a:lnTo>
                  <a:pt x="7" y="3"/>
                </a:lnTo>
                <a:lnTo>
                  <a:pt x="7" y="4"/>
                </a:lnTo>
                <a:lnTo>
                  <a:pt x="5" y="4"/>
                </a:lnTo>
                <a:lnTo>
                  <a:pt x="5" y="5"/>
                </a:lnTo>
                <a:lnTo>
                  <a:pt x="5" y="4"/>
                </a:lnTo>
                <a:lnTo>
                  <a:pt x="4" y="4"/>
                </a:lnTo>
                <a:lnTo>
                  <a:pt x="3" y="4"/>
                </a:lnTo>
                <a:lnTo>
                  <a:pt x="2" y="4"/>
                </a:lnTo>
                <a:lnTo>
                  <a:pt x="1" y="5"/>
                </a:lnTo>
                <a:lnTo>
                  <a:pt x="1" y="6"/>
                </a:lnTo>
                <a:lnTo>
                  <a:pt x="0" y="6"/>
                </a:lnTo>
                <a:lnTo>
                  <a:pt x="0" y="5"/>
                </a:lnTo>
                <a:lnTo>
                  <a:pt x="1" y="5"/>
                </a:lnTo>
                <a:lnTo>
                  <a:pt x="1" y="4"/>
                </a:lnTo>
                <a:lnTo>
                  <a:pt x="0" y="4"/>
                </a:lnTo>
                <a:lnTo>
                  <a:pt x="0" y="3"/>
                </a:lnTo>
                <a:lnTo>
                  <a:pt x="1" y="3"/>
                </a:lnTo>
                <a:lnTo>
                  <a:pt x="1" y="2"/>
                </a:lnTo>
                <a:lnTo>
                  <a:pt x="1" y="0"/>
                </a:lnTo>
                <a:lnTo>
                  <a:pt x="2" y="0"/>
                </a:lnTo>
                <a:lnTo>
                  <a:pt x="3" y="0"/>
                </a:lnTo>
              </a:path>
            </a:pathLst>
          </a:custGeom>
          <a:ln w="4680">
            <a:solidFill>
              <a:srgbClr val="4A4A4A"/>
            </a:solidFill>
            <a:round/>
          </a:ln>
        </p:spPr>
        <p:txBody>
          <a:bodyPr lIns="2160" tIns="0" rIns="216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804" name=""/>
          <p:cNvSpPr/>
          <p:nvPr/>
        </p:nvSpPr>
        <p:spPr>
          <a:xfrm>
            <a:off x="5148000" y="1527120"/>
            <a:ext cx="4320" cy="2880"/>
          </a:xfrm>
          <a:custGeom>
            <a:avLst/>
            <a:gdLst/>
            <a:ahLst/>
            <a:rect l="0" t="0" r="r" b="b"/>
            <a:pathLst>
              <a:path fill="none" w="12" h="8">
                <a:moveTo>
                  <a:pt x="12" y="0"/>
                </a:moveTo>
                <a:lnTo>
                  <a:pt x="12" y="1"/>
                </a:lnTo>
                <a:lnTo>
                  <a:pt x="12" y="2"/>
                </a:lnTo>
                <a:lnTo>
                  <a:pt x="11" y="2"/>
                </a:lnTo>
                <a:lnTo>
                  <a:pt x="10" y="2"/>
                </a:lnTo>
                <a:lnTo>
                  <a:pt x="10" y="4"/>
                </a:lnTo>
                <a:lnTo>
                  <a:pt x="11" y="4"/>
                </a:lnTo>
                <a:lnTo>
                  <a:pt x="10" y="4"/>
                </a:lnTo>
                <a:lnTo>
                  <a:pt x="10" y="6"/>
                </a:lnTo>
                <a:lnTo>
                  <a:pt x="11" y="6"/>
                </a:lnTo>
                <a:lnTo>
                  <a:pt x="11" y="7"/>
                </a:lnTo>
                <a:lnTo>
                  <a:pt x="10" y="7"/>
                </a:lnTo>
                <a:lnTo>
                  <a:pt x="9" y="6"/>
                </a:lnTo>
                <a:lnTo>
                  <a:pt x="8" y="7"/>
                </a:lnTo>
                <a:lnTo>
                  <a:pt x="7" y="7"/>
                </a:lnTo>
                <a:lnTo>
                  <a:pt x="5" y="8"/>
                </a:lnTo>
                <a:lnTo>
                  <a:pt x="4" y="8"/>
                </a:lnTo>
                <a:lnTo>
                  <a:pt x="3" y="7"/>
                </a:lnTo>
                <a:lnTo>
                  <a:pt x="2" y="8"/>
                </a:lnTo>
                <a:lnTo>
                  <a:pt x="1" y="8"/>
                </a:lnTo>
                <a:lnTo>
                  <a:pt x="0" y="8"/>
                </a:lnTo>
                <a:lnTo>
                  <a:pt x="1" y="7"/>
                </a:lnTo>
                <a:lnTo>
                  <a:pt x="1" y="6"/>
                </a:lnTo>
                <a:lnTo>
                  <a:pt x="2" y="6"/>
                </a:lnTo>
                <a:lnTo>
                  <a:pt x="2" y="5"/>
                </a:lnTo>
                <a:lnTo>
                  <a:pt x="3" y="5"/>
                </a:lnTo>
                <a:lnTo>
                  <a:pt x="3" y="4"/>
                </a:lnTo>
                <a:lnTo>
                  <a:pt x="4" y="4"/>
                </a:lnTo>
                <a:lnTo>
                  <a:pt x="3" y="2"/>
                </a:lnTo>
                <a:lnTo>
                  <a:pt x="4" y="2"/>
                </a:lnTo>
                <a:lnTo>
                  <a:pt x="5" y="1"/>
                </a:lnTo>
                <a:lnTo>
                  <a:pt x="8" y="1"/>
                </a:lnTo>
                <a:lnTo>
                  <a:pt x="8" y="0"/>
                </a:lnTo>
                <a:lnTo>
                  <a:pt x="9" y="0"/>
                </a:lnTo>
                <a:lnTo>
                  <a:pt x="10" y="0"/>
                </a:lnTo>
                <a:lnTo>
                  <a:pt x="11" y="0"/>
                </a:lnTo>
                <a:lnTo>
                  <a:pt x="12" y="0"/>
                </a:lnTo>
              </a:path>
            </a:pathLst>
          </a:custGeom>
          <a:ln w="4680">
            <a:solidFill>
              <a:srgbClr val="4A4A4A"/>
            </a:solidFill>
            <a:round/>
          </a:ln>
        </p:spPr>
        <p:txBody>
          <a:bodyPr lIns="2160" tIns="720" rIns="2160" bIns="7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805" name=""/>
          <p:cNvSpPr/>
          <p:nvPr/>
        </p:nvSpPr>
        <p:spPr>
          <a:xfrm>
            <a:off x="5150160" y="1526400"/>
            <a:ext cx="1440" cy="1800"/>
          </a:xfrm>
          <a:custGeom>
            <a:avLst/>
            <a:gdLst/>
            <a:ahLst/>
            <a:rect l="0" t="0" r="r" b="b"/>
            <a:pathLst>
              <a:path fill="none" w="4" h="5">
                <a:moveTo>
                  <a:pt x="0" y="5"/>
                </a:moveTo>
                <a:lnTo>
                  <a:pt x="0" y="3"/>
                </a:lnTo>
                <a:lnTo>
                  <a:pt x="0" y="2"/>
                </a:lnTo>
                <a:lnTo>
                  <a:pt x="1" y="2"/>
                </a:lnTo>
                <a:lnTo>
                  <a:pt x="2" y="0"/>
                </a:lnTo>
                <a:lnTo>
                  <a:pt x="4" y="0"/>
                </a:lnTo>
                <a:lnTo>
                  <a:pt x="4" y="2"/>
                </a:lnTo>
                <a:lnTo>
                  <a:pt x="2" y="2"/>
                </a:lnTo>
                <a:lnTo>
                  <a:pt x="1" y="3"/>
                </a:lnTo>
                <a:lnTo>
                  <a:pt x="0" y="5"/>
                </a:lnTo>
              </a:path>
            </a:pathLst>
          </a:custGeom>
          <a:ln w="4680">
            <a:solidFill>
              <a:srgbClr val="4A4A4A"/>
            </a:solidFill>
            <a:round/>
          </a:ln>
        </p:spPr>
        <p:txBody>
          <a:bodyPr lIns="2160" tIns="-360" rIns="2160" bIns="-3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806" name=""/>
          <p:cNvSpPr/>
          <p:nvPr/>
        </p:nvSpPr>
        <p:spPr>
          <a:xfrm>
            <a:off x="5148360" y="1525320"/>
            <a:ext cx="1800" cy="2160"/>
          </a:xfrm>
          <a:custGeom>
            <a:avLst/>
            <a:gdLst/>
            <a:ahLst/>
            <a:rect l="0" t="0" r="r" b="b"/>
            <a:pathLst>
              <a:path fill="none" w="5" h="6">
                <a:moveTo>
                  <a:pt x="5" y="2"/>
                </a:moveTo>
                <a:lnTo>
                  <a:pt x="5" y="3"/>
                </a:lnTo>
                <a:lnTo>
                  <a:pt x="5" y="5"/>
                </a:lnTo>
                <a:lnTo>
                  <a:pt x="2" y="6"/>
                </a:lnTo>
                <a:lnTo>
                  <a:pt x="0" y="6"/>
                </a:lnTo>
                <a:lnTo>
                  <a:pt x="0" y="5"/>
                </a:lnTo>
                <a:lnTo>
                  <a:pt x="2" y="4"/>
                </a:lnTo>
                <a:lnTo>
                  <a:pt x="3" y="4"/>
                </a:lnTo>
                <a:lnTo>
                  <a:pt x="3" y="3"/>
                </a:lnTo>
                <a:lnTo>
                  <a:pt x="2" y="3"/>
                </a:lnTo>
                <a:lnTo>
                  <a:pt x="2" y="2"/>
                </a:lnTo>
                <a:lnTo>
                  <a:pt x="3" y="2"/>
                </a:lnTo>
                <a:lnTo>
                  <a:pt x="3" y="0"/>
                </a:lnTo>
                <a:lnTo>
                  <a:pt x="4" y="0"/>
                </a:lnTo>
                <a:lnTo>
                  <a:pt x="5" y="0"/>
                </a:lnTo>
                <a:lnTo>
                  <a:pt x="5" y="2"/>
                </a:lnTo>
              </a:path>
            </a:pathLst>
          </a:custGeom>
          <a:ln w="4680">
            <a:solidFill>
              <a:srgbClr val="4A4A4A"/>
            </a:solidFill>
            <a:round/>
          </a:ln>
        </p:spPr>
        <p:txBody>
          <a:bodyPr lIns="2160" tIns="0" rIns="216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807" name=""/>
          <p:cNvSpPr/>
          <p:nvPr/>
        </p:nvSpPr>
        <p:spPr>
          <a:xfrm>
            <a:off x="5148000" y="1524600"/>
            <a:ext cx="1440" cy="1080"/>
          </a:xfrm>
          <a:custGeom>
            <a:avLst/>
            <a:gdLst/>
            <a:ahLst/>
            <a:rect l="0" t="0" r="r" b="b"/>
            <a:pathLst>
              <a:path fill="none" w="4" h="3">
                <a:moveTo>
                  <a:pt x="4" y="1"/>
                </a:moveTo>
                <a:lnTo>
                  <a:pt x="2" y="3"/>
                </a:lnTo>
                <a:lnTo>
                  <a:pt x="0" y="3"/>
                </a:lnTo>
                <a:lnTo>
                  <a:pt x="2" y="1"/>
                </a:lnTo>
                <a:lnTo>
                  <a:pt x="2" y="0"/>
                </a:lnTo>
                <a:lnTo>
                  <a:pt x="4" y="0"/>
                </a:lnTo>
                <a:lnTo>
                  <a:pt x="4" y="1"/>
                </a:lnTo>
              </a:path>
            </a:pathLst>
          </a:custGeom>
          <a:ln w="4680">
            <a:solidFill>
              <a:srgbClr val="4A4A4A"/>
            </a:solidFill>
            <a:round/>
          </a:ln>
        </p:spPr>
        <p:txBody>
          <a:bodyPr lIns="2160" tIns="-1080" rIns="2160" bIns="-108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808" name=""/>
          <p:cNvSpPr/>
          <p:nvPr/>
        </p:nvSpPr>
        <p:spPr>
          <a:xfrm>
            <a:off x="5145120" y="1521720"/>
            <a:ext cx="4320" cy="2520"/>
          </a:xfrm>
          <a:custGeom>
            <a:avLst/>
            <a:gdLst/>
            <a:ahLst/>
            <a:rect l="0" t="0" r="r" b="b"/>
            <a:pathLst>
              <a:path fill="none" w="12" h="7">
                <a:moveTo>
                  <a:pt x="10" y="2"/>
                </a:moveTo>
                <a:lnTo>
                  <a:pt x="11" y="2"/>
                </a:lnTo>
                <a:lnTo>
                  <a:pt x="12" y="2"/>
                </a:lnTo>
                <a:lnTo>
                  <a:pt x="12" y="3"/>
                </a:lnTo>
                <a:lnTo>
                  <a:pt x="11" y="3"/>
                </a:lnTo>
                <a:lnTo>
                  <a:pt x="12" y="3"/>
                </a:lnTo>
                <a:lnTo>
                  <a:pt x="12" y="4"/>
                </a:lnTo>
                <a:lnTo>
                  <a:pt x="11" y="4"/>
                </a:lnTo>
                <a:lnTo>
                  <a:pt x="10" y="4"/>
                </a:lnTo>
                <a:lnTo>
                  <a:pt x="10" y="5"/>
                </a:lnTo>
                <a:lnTo>
                  <a:pt x="9" y="5"/>
                </a:lnTo>
                <a:lnTo>
                  <a:pt x="8" y="5"/>
                </a:lnTo>
                <a:lnTo>
                  <a:pt x="8" y="7"/>
                </a:lnTo>
                <a:lnTo>
                  <a:pt x="7" y="7"/>
                </a:lnTo>
                <a:lnTo>
                  <a:pt x="6" y="5"/>
                </a:lnTo>
                <a:lnTo>
                  <a:pt x="5" y="5"/>
                </a:lnTo>
                <a:lnTo>
                  <a:pt x="4" y="5"/>
                </a:lnTo>
                <a:lnTo>
                  <a:pt x="2" y="5"/>
                </a:lnTo>
                <a:lnTo>
                  <a:pt x="1" y="7"/>
                </a:lnTo>
                <a:lnTo>
                  <a:pt x="0" y="7"/>
                </a:lnTo>
                <a:lnTo>
                  <a:pt x="0" y="5"/>
                </a:lnTo>
                <a:lnTo>
                  <a:pt x="0" y="4"/>
                </a:lnTo>
                <a:lnTo>
                  <a:pt x="1" y="3"/>
                </a:lnTo>
                <a:lnTo>
                  <a:pt x="2" y="3"/>
                </a:lnTo>
                <a:lnTo>
                  <a:pt x="2" y="2"/>
                </a:lnTo>
                <a:lnTo>
                  <a:pt x="2" y="1"/>
                </a:lnTo>
                <a:lnTo>
                  <a:pt x="4" y="1"/>
                </a:lnTo>
                <a:lnTo>
                  <a:pt x="4" y="2"/>
                </a:lnTo>
                <a:lnTo>
                  <a:pt x="5" y="2"/>
                </a:lnTo>
                <a:lnTo>
                  <a:pt x="6" y="1"/>
                </a:lnTo>
                <a:lnTo>
                  <a:pt x="8" y="1"/>
                </a:lnTo>
                <a:lnTo>
                  <a:pt x="8" y="0"/>
                </a:lnTo>
                <a:lnTo>
                  <a:pt x="9" y="0"/>
                </a:lnTo>
                <a:lnTo>
                  <a:pt x="10" y="1"/>
                </a:lnTo>
                <a:lnTo>
                  <a:pt x="10" y="2"/>
                </a:lnTo>
              </a:path>
            </a:pathLst>
          </a:custGeom>
          <a:ln w="4680">
            <a:solidFill>
              <a:srgbClr val="4A4A4A"/>
            </a:solidFill>
            <a:round/>
          </a:ln>
        </p:spPr>
        <p:txBody>
          <a:bodyPr lIns="2160" tIns="360" rIns="2160" bIns="3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809" name=""/>
          <p:cNvSpPr/>
          <p:nvPr/>
        </p:nvSpPr>
        <p:spPr>
          <a:xfrm>
            <a:off x="5144760" y="1521000"/>
            <a:ext cx="2160" cy="2160"/>
          </a:xfrm>
          <a:custGeom>
            <a:avLst/>
            <a:gdLst/>
            <a:ahLst/>
            <a:rect l="0" t="0" r="r" b="b"/>
            <a:pathLst>
              <a:path fill="none" w="6" h="6">
                <a:moveTo>
                  <a:pt x="5" y="0"/>
                </a:moveTo>
                <a:lnTo>
                  <a:pt x="6" y="0"/>
                </a:lnTo>
                <a:lnTo>
                  <a:pt x="6" y="2"/>
                </a:lnTo>
                <a:lnTo>
                  <a:pt x="5" y="2"/>
                </a:lnTo>
                <a:lnTo>
                  <a:pt x="4" y="3"/>
                </a:lnTo>
                <a:lnTo>
                  <a:pt x="2" y="4"/>
                </a:lnTo>
                <a:lnTo>
                  <a:pt x="1" y="6"/>
                </a:lnTo>
                <a:lnTo>
                  <a:pt x="0" y="6"/>
                </a:lnTo>
                <a:lnTo>
                  <a:pt x="0" y="4"/>
                </a:lnTo>
                <a:lnTo>
                  <a:pt x="1" y="4"/>
                </a:lnTo>
                <a:lnTo>
                  <a:pt x="1" y="3"/>
                </a:lnTo>
                <a:lnTo>
                  <a:pt x="2" y="2"/>
                </a:lnTo>
                <a:lnTo>
                  <a:pt x="4" y="0"/>
                </a:lnTo>
                <a:lnTo>
                  <a:pt x="5" y="0"/>
                </a:lnTo>
              </a:path>
            </a:pathLst>
          </a:custGeom>
          <a:ln w="4680">
            <a:solidFill>
              <a:srgbClr val="4A4A4A"/>
            </a:solidFill>
            <a:round/>
          </a:ln>
        </p:spPr>
        <p:txBody>
          <a:bodyPr lIns="2160" tIns="0" rIns="216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810" name=""/>
          <p:cNvSpPr/>
          <p:nvPr/>
        </p:nvSpPr>
        <p:spPr>
          <a:xfrm>
            <a:off x="5150160" y="1520640"/>
            <a:ext cx="2880" cy="1800"/>
          </a:xfrm>
          <a:custGeom>
            <a:avLst/>
            <a:gdLst/>
            <a:ahLst/>
            <a:rect l="0" t="0" r="r" b="b"/>
            <a:pathLst>
              <a:path fill="none" w="8" h="5">
                <a:moveTo>
                  <a:pt x="8" y="0"/>
                </a:moveTo>
                <a:lnTo>
                  <a:pt x="5" y="1"/>
                </a:lnTo>
                <a:lnTo>
                  <a:pt x="4" y="3"/>
                </a:lnTo>
                <a:lnTo>
                  <a:pt x="3" y="3"/>
                </a:lnTo>
                <a:lnTo>
                  <a:pt x="2" y="3"/>
                </a:lnTo>
                <a:lnTo>
                  <a:pt x="2" y="4"/>
                </a:lnTo>
                <a:lnTo>
                  <a:pt x="2" y="5"/>
                </a:lnTo>
                <a:lnTo>
                  <a:pt x="1" y="5"/>
                </a:lnTo>
                <a:lnTo>
                  <a:pt x="1" y="4"/>
                </a:lnTo>
                <a:lnTo>
                  <a:pt x="0" y="4"/>
                </a:lnTo>
                <a:lnTo>
                  <a:pt x="0" y="3"/>
                </a:lnTo>
                <a:lnTo>
                  <a:pt x="0" y="1"/>
                </a:lnTo>
                <a:lnTo>
                  <a:pt x="1" y="1"/>
                </a:lnTo>
                <a:lnTo>
                  <a:pt x="2" y="0"/>
                </a:lnTo>
                <a:lnTo>
                  <a:pt x="3" y="0"/>
                </a:lnTo>
                <a:lnTo>
                  <a:pt x="4" y="0"/>
                </a:lnTo>
                <a:lnTo>
                  <a:pt x="5" y="1"/>
                </a:lnTo>
                <a:lnTo>
                  <a:pt x="7" y="0"/>
                </a:lnTo>
                <a:lnTo>
                  <a:pt x="8" y="0"/>
                </a:lnTo>
              </a:path>
            </a:pathLst>
          </a:custGeom>
          <a:ln w="4680">
            <a:solidFill>
              <a:srgbClr val="4A4A4A"/>
            </a:solidFill>
            <a:round/>
          </a:ln>
        </p:spPr>
        <p:txBody>
          <a:bodyPr lIns="2160" tIns="-360" rIns="2160" bIns="-3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811" name=""/>
          <p:cNvSpPr/>
          <p:nvPr/>
        </p:nvSpPr>
        <p:spPr>
          <a:xfrm>
            <a:off x="5148720" y="1519560"/>
            <a:ext cx="1080" cy="1440"/>
          </a:xfrm>
          <a:custGeom>
            <a:avLst/>
            <a:gdLst/>
            <a:ahLst/>
            <a:rect l="0" t="0" r="r" b="b"/>
            <a:pathLst>
              <a:path fill="none" w="3" h="4">
                <a:moveTo>
                  <a:pt x="3" y="0"/>
                </a:moveTo>
                <a:lnTo>
                  <a:pt x="3" y="2"/>
                </a:lnTo>
                <a:lnTo>
                  <a:pt x="2" y="2"/>
                </a:lnTo>
                <a:lnTo>
                  <a:pt x="0" y="4"/>
                </a:lnTo>
                <a:lnTo>
                  <a:pt x="0" y="2"/>
                </a:lnTo>
                <a:lnTo>
                  <a:pt x="2" y="2"/>
                </a:lnTo>
                <a:lnTo>
                  <a:pt x="3" y="2"/>
                </a:lnTo>
                <a:lnTo>
                  <a:pt x="3" y="0"/>
                </a:lnTo>
              </a:path>
            </a:pathLst>
          </a:custGeom>
          <a:ln w="4680">
            <a:solidFill>
              <a:srgbClr val="4A4A4A"/>
            </a:solidFill>
            <a:round/>
          </a:ln>
        </p:spPr>
        <p:txBody>
          <a:bodyPr lIns="2160" tIns="-720" rIns="2160" bIns="-7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812" name=""/>
          <p:cNvSpPr/>
          <p:nvPr/>
        </p:nvSpPr>
        <p:spPr>
          <a:xfrm>
            <a:off x="5152680" y="1517760"/>
            <a:ext cx="720" cy="720"/>
          </a:xfrm>
          <a:custGeom>
            <a:avLst/>
            <a:gdLst/>
            <a:ahLst/>
            <a:rect l="0" t="0" r="r" b="b"/>
            <a:pathLst>
              <a:path fill="none" w="2" h="2">
                <a:moveTo>
                  <a:pt x="2" y="2"/>
                </a:moveTo>
                <a:lnTo>
                  <a:pt x="0" y="2"/>
                </a:lnTo>
                <a:lnTo>
                  <a:pt x="0" y="0"/>
                </a:lnTo>
                <a:lnTo>
                  <a:pt x="2" y="0"/>
                </a:lnTo>
                <a:lnTo>
                  <a:pt x="2" y="2"/>
                </a:lnTo>
              </a:path>
            </a:pathLst>
          </a:custGeom>
          <a:ln w="4680">
            <a:solidFill>
              <a:srgbClr val="4A4A4A"/>
            </a:solidFill>
            <a:round/>
          </a:ln>
        </p:spPr>
        <p:txBody>
          <a:bodyPr lIns="2160" tIns="-1440" rIns="2160" bIns="-144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813" name=""/>
          <p:cNvSpPr/>
          <p:nvPr/>
        </p:nvSpPr>
        <p:spPr>
          <a:xfrm>
            <a:off x="5153760" y="1517040"/>
            <a:ext cx="720" cy="360"/>
          </a:xfrm>
          <a:custGeom>
            <a:avLst/>
            <a:gdLst/>
            <a:ahLst/>
            <a:rect l="0" t="0" r="r" b="b"/>
            <a:pathLst>
              <a:path fill="none" w="2" h="1">
                <a:moveTo>
                  <a:pt x="1" y="0"/>
                </a:moveTo>
                <a:lnTo>
                  <a:pt x="1" y="1"/>
                </a:lnTo>
                <a:lnTo>
                  <a:pt x="0" y="1"/>
                </a:lnTo>
                <a:lnTo>
                  <a:pt x="0" y="0"/>
                </a:lnTo>
                <a:lnTo>
                  <a:pt x="1" y="0"/>
                </a:lnTo>
                <a:lnTo>
                  <a:pt x="2" y="0"/>
                </a:lnTo>
                <a:lnTo>
                  <a:pt x="1" y="0"/>
                </a:lnTo>
              </a:path>
            </a:pathLst>
          </a:custGeom>
          <a:ln w="4680">
            <a:solidFill>
              <a:srgbClr val="4A4A4A"/>
            </a:solidFill>
            <a:round/>
          </a:ln>
        </p:spPr>
        <p:txBody>
          <a:bodyPr lIns="2160" tIns="-1800" rIns="2160" bIns="-180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814" name=""/>
          <p:cNvSpPr/>
          <p:nvPr/>
        </p:nvSpPr>
        <p:spPr>
          <a:xfrm>
            <a:off x="5158800" y="1516320"/>
            <a:ext cx="720" cy="360"/>
          </a:xfrm>
          <a:custGeom>
            <a:avLst/>
            <a:gdLst/>
            <a:ahLst/>
            <a:rect l="0" t="0" r="r" b="b"/>
            <a:pathLst>
              <a:path fill="none" w="2" h="1">
                <a:moveTo>
                  <a:pt x="1" y="1"/>
                </a:moveTo>
                <a:lnTo>
                  <a:pt x="0" y="1"/>
                </a:lnTo>
                <a:lnTo>
                  <a:pt x="1" y="1"/>
                </a:lnTo>
                <a:lnTo>
                  <a:pt x="2" y="0"/>
                </a:lnTo>
                <a:lnTo>
                  <a:pt x="2" y="1"/>
                </a:lnTo>
                <a:lnTo>
                  <a:pt x="1" y="1"/>
                </a:lnTo>
              </a:path>
            </a:pathLst>
          </a:custGeom>
          <a:ln w="4680">
            <a:solidFill>
              <a:srgbClr val="4A4A4A"/>
            </a:solidFill>
            <a:round/>
          </a:ln>
        </p:spPr>
        <p:txBody>
          <a:bodyPr lIns="2160" tIns="-1800" rIns="2160" bIns="-180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815" name=""/>
          <p:cNvSpPr/>
          <p:nvPr/>
        </p:nvSpPr>
        <p:spPr>
          <a:xfrm>
            <a:off x="5158440" y="1514520"/>
            <a:ext cx="1440" cy="1440"/>
          </a:xfrm>
          <a:custGeom>
            <a:avLst/>
            <a:gdLst/>
            <a:ahLst/>
            <a:rect l="0" t="0" r="r" b="b"/>
            <a:pathLst>
              <a:path fill="none" w="4" h="4">
                <a:moveTo>
                  <a:pt x="2" y="4"/>
                </a:moveTo>
                <a:lnTo>
                  <a:pt x="0" y="3"/>
                </a:lnTo>
                <a:lnTo>
                  <a:pt x="0" y="2"/>
                </a:lnTo>
                <a:lnTo>
                  <a:pt x="0" y="0"/>
                </a:lnTo>
                <a:lnTo>
                  <a:pt x="2" y="0"/>
                </a:lnTo>
                <a:lnTo>
                  <a:pt x="2" y="2"/>
                </a:lnTo>
                <a:lnTo>
                  <a:pt x="4" y="2"/>
                </a:lnTo>
                <a:lnTo>
                  <a:pt x="4" y="3"/>
                </a:lnTo>
                <a:lnTo>
                  <a:pt x="2" y="3"/>
                </a:lnTo>
                <a:lnTo>
                  <a:pt x="2" y="4"/>
                </a:lnTo>
              </a:path>
            </a:pathLst>
          </a:custGeom>
          <a:ln w="4680">
            <a:solidFill>
              <a:srgbClr val="4A4A4A"/>
            </a:solidFill>
            <a:round/>
          </a:ln>
        </p:spPr>
        <p:txBody>
          <a:bodyPr lIns="2160" tIns="-720" rIns="2160" bIns="-7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816" name=""/>
          <p:cNvSpPr/>
          <p:nvPr/>
        </p:nvSpPr>
        <p:spPr>
          <a:xfrm>
            <a:off x="5156280" y="1514160"/>
            <a:ext cx="1440" cy="1800"/>
          </a:xfrm>
          <a:custGeom>
            <a:avLst/>
            <a:gdLst/>
            <a:ahLst/>
            <a:rect l="0" t="0" r="r" b="b"/>
            <a:pathLst>
              <a:path fill="none" w="4" h="5">
                <a:moveTo>
                  <a:pt x="3" y="3"/>
                </a:moveTo>
                <a:lnTo>
                  <a:pt x="2" y="4"/>
                </a:lnTo>
                <a:lnTo>
                  <a:pt x="0" y="4"/>
                </a:lnTo>
                <a:lnTo>
                  <a:pt x="0" y="5"/>
                </a:lnTo>
                <a:lnTo>
                  <a:pt x="0" y="4"/>
                </a:lnTo>
                <a:lnTo>
                  <a:pt x="2" y="3"/>
                </a:lnTo>
                <a:lnTo>
                  <a:pt x="3" y="1"/>
                </a:lnTo>
                <a:lnTo>
                  <a:pt x="3" y="0"/>
                </a:lnTo>
                <a:lnTo>
                  <a:pt x="4" y="0"/>
                </a:lnTo>
                <a:lnTo>
                  <a:pt x="4" y="3"/>
                </a:lnTo>
                <a:lnTo>
                  <a:pt x="3" y="3"/>
                </a:lnTo>
              </a:path>
            </a:pathLst>
          </a:custGeom>
          <a:ln w="4680">
            <a:solidFill>
              <a:srgbClr val="4A4A4A"/>
            </a:solidFill>
            <a:round/>
          </a:ln>
        </p:spPr>
        <p:txBody>
          <a:bodyPr lIns="2160" tIns="-360" rIns="2160" bIns="-3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817" name=""/>
          <p:cNvSpPr/>
          <p:nvPr/>
        </p:nvSpPr>
        <p:spPr>
          <a:xfrm>
            <a:off x="5162760" y="1513440"/>
            <a:ext cx="1440" cy="1800"/>
          </a:xfrm>
          <a:custGeom>
            <a:avLst/>
            <a:gdLst/>
            <a:ahLst/>
            <a:rect l="0" t="0" r="r" b="b"/>
            <a:pathLst>
              <a:path fill="none" w="4" h="5">
                <a:moveTo>
                  <a:pt x="3" y="3"/>
                </a:moveTo>
                <a:lnTo>
                  <a:pt x="3" y="4"/>
                </a:lnTo>
                <a:lnTo>
                  <a:pt x="1" y="3"/>
                </a:lnTo>
                <a:lnTo>
                  <a:pt x="1" y="4"/>
                </a:lnTo>
                <a:lnTo>
                  <a:pt x="0" y="4"/>
                </a:lnTo>
                <a:lnTo>
                  <a:pt x="0" y="5"/>
                </a:lnTo>
                <a:lnTo>
                  <a:pt x="0" y="4"/>
                </a:lnTo>
                <a:lnTo>
                  <a:pt x="0" y="3"/>
                </a:lnTo>
                <a:lnTo>
                  <a:pt x="1" y="3"/>
                </a:lnTo>
                <a:lnTo>
                  <a:pt x="1" y="1"/>
                </a:lnTo>
                <a:lnTo>
                  <a:pt x="3" y="1"/>
                </a:lnTo>
                <a:lnTo>
                  <a:pt x="3" y="0"/>
                </a:lnTo>
                <a:lnTo>
                  <a:pt x="4" y="1"/>
                </a:lnTo>
                <a:lnTo>
                  <a:pt x="3" y="3"/>
                </a:lnTo>
              </a:path>
            </a:pathLst>
          </a:custGeom>
          <a:ln w="4680">
            <a:solidFill>
              <a:srgbClr val="4A4A4A"/>
            </a:solidFill>
            <a:round/>
          </a:ln>
        </p:spPr>
        <p:txBody>
          <a:bodyPr lIns="2160" tIns="-360" rIns="2160" bIns="-3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818" name=""/>
          <p:cNvSpPr/>
          <p:nvPr/>
        </p:nvSpPr>
        <p:spPr>
          <a:xfrm>
            <a:off x="5157720" y="1513080"/>
            <a:ext cx="720" cy="1440"/>
          </a:xfrm>
          <a:custGeom>
            <a:avLst/>
            <a:gdLst/>
            <a:ahLst/>
            <a:rect l="0" t="0" r="r" b="b"/>
            <a:pathLst>
              <a:path fill="none" w="2" h="4">
                <a:moveTo>
                  <a:pt x="2" y="2"/>
                </a:moveTo>
                <a:lnTo>
                  <a:pt x="0" y="4"/>
                </a:lnTo>
                <a:lnTo>
                  <a:pt x="0" y="2"/>
                </a:lnTo>
                <a:lnTo>
                  <a:pt x="0" y="4"/>
                </a:lnTo>
                <a:lnTo>
                  <a:pt x="0" y="2"/>
                </a:lnTo>
                <a:lnTo>
                  <a:pt x="2" y="2"/>
                </a:lnTo>
                <a:lnTo>
                  <a:pt x="2" y="0"/>
                </a:lnTo>
                <a:lnTo>
                  <a:pt x="2" y="2"/>
                </a:lnTo>
              </a:path>
            </a:pathLst>
          </a:custGeom>
          <a:ln w="4680">
            <a:solidFill>
              <a:srgbClr val="4A4A4A"/>
            </a:solidFill>
            <a:round/>
          </a:ln>
        </p:spPr>
        <p:txBody>
          <a:bodyPr lIns="2160" tIns="-720" rIns="2160" bIns="-7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819" name=""/>
          <p:cNvSpPr/>
          <p:nvPr/>
        </p:nvSpPr>
        <p:spPr>
          <a:xfrm>
            <a:off x="5147640" y="1512720"/>
            <a:ext cx="1440" cy="1440"/>
          </a:xfrm>
          <a:custGeom>
            <a:avLst/>
            <a:gdLst/>
            <a:ahLst/>
            <a:rect l="0" t="0" r="r" b="b"/>
            <a:pathLst>
              <a:path fill="none" w="4" h="4">
                <a:moveTo>
                  <a:pt x="2" y="4"/>
                </a:moveTo>
                <a:lnTo>
                  <a:pt x="0" y="4"/>
                </a:lnTo>
                <a:lnTo>
                  <a:pt x="0" y="2"/>
                </a:lnTo>
                <a:lnTo>
                  <a:pt x="2" y="0"/>
                </a:lnTo>
                <a:lnTo>
                  <a:pt x="4" y="2"/>
                </a:lnTo>
                <a:lnTo>
                  <a:pt x="4" y="4"/>
                </a:lnTo>
                <a:lnTo>
                  <a:pt x="2" y="4"/>
                </a:lnTo>
              </a:path>
            </a:pathLst>
          </a:custGeom>
          <a:ln w="4680">
            <a:solidFill>
              <a:srgbClr val="4A4A4A"/>
            </a:solidFill>
            <a:round/>
          </a:ln>
        </p:spPr>
        <p:txBody>
          <a:bodyPr lIns="2160" tIns="-720" rIns="2160" bIns="-7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820" name=""/>
          <p:cNvSpPr/>
          <p:nvPr/>
        </p:nvSpPr>
        <p:spPr>
          <a:xfrm>
            <a:off x="5147640" y="1509840"/>
            <a:ext cx="1440" cy="1800"/>
          </a:xfrm>
          <a:custGeom>
            <a:avLst/>
            <a:gdLst/>
            <a:ahLst/>
            <a:rect l="0" t="0" r="r" b="b"/>
            <a:pathLst>
              <a:path fill="none" w="4" h="5">
                <a:moveTo>
                  <a:pt x="1" y="5"/>
                </a:moveTo>
                <a:lnTo>
                  <a:pt x="1" y="3"/>
                </a:lnTo>
                <a:lnTo>
                  <a:pt x="0" y="2"/>
                </a:lnTo>
                <a:lnTo>
                  <a:pt x="0" y="1"/>
                </a:lnTo>
                <a:lnTo>
                  <a:pt x="1" y="0"/>
                </a:lnTo>
                <a:lnTo>
                  <a:pt x="3" y="0"/>
                </a:lnTo>
                <a:lnTo>
                  <a:pt x="4" y="0"/>
                </a:lnTo>
                <a:lnTo>
                  <a:pt x="4" y="1"/>
                </a:lnTo>
                <a:lnTo>
                  <a:pt x="4" y="2"/>
                </a:lnTo>
                <a:lnTo>
                  <a:pt x="3" y="2"/>
                </a:lnTo>
                <a:lnTo>
                  <a:pt x="3" y="3"/>
                </a:lnTo>
                <a:lnTo>
                  <a:pt x="1" y="5"/>
                </a:lnTo>
              </a:path>
            </a:pathLst>
          </a:custGeom>
          <a:ln w="4680">
            <a:solidFill>
              <a:srgbClr val="4A4A4A"/>
            </a:solidFill>
            <a:round/>
          </a:ln>
        </p:spPr>
        <p:txBody>
          <a:bodyPr lIns="2160" tIns="-360" rIns="2160" bIns="-3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821" name=""/>
          <p:cNvSpPr/>
          <p:nvPr/>
        </p:nvSpPr>
        <p:spPr>
          <a:xfrm>
            <a:off x="5148000" y="1509120"/>
            <a:ext cx="720" cy="720"/>
          </a:xfrm>
          <a:custGeom>
            <a:avLst/>
            <a:gdLst/>
            <a:ahLst/>
            <a:rect l="0" t="0" r="r" b="b"/>
            <a:pathLst>
              <a:path fill="none" w="2" h="2">
                <a:moveTo>
                  <a:pt x="0" y="2"/>
                </a:moveTo>
                <a:lnTo>
                  <a:pt x="0" y="0"/>
                </a:lnTo>
                <a:lnTo>
                  <a:pt x="2" y="2"/>
                </a:lnTo>
                <a:lnTo>
                  <a:pt x="0" y="2"/>
                </a:lnTo>
              </a:path>
            </a:pathLst>
          </a:custGeom>
          <a:ln w="4680">
            <a:solidFill>
              <a:srgbClr val="4A4A4A"/>
            </a:solidFill>
            <a:round/>
          </a:ln>
        </p:spPr>
        <p:txBody>
          <a:bodyPr lIns="2160" tIns="-1440" rIns="2160" bIns="-144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822" name=""/>
          <p:cNvSpPr/>
          <p:nvPr/>
        </p:nvSpPr>
        <p:spPr>
          <a:xfrm>
            <a:off x="5146560" y="1508760"/>
            <a:ext cx="360" cy="360"/>
          </a:xfrm>
          <a:custGeom>
            <a:avLst/>
            <a:gdLst/>
            <a:ahLst/>
            <a:rect l="0" t="0" r="r" b="b"/>
            <a:pathLst>
              <a:path fill="none" w="1" h="1">
                <a:moveTo>
                  <a:pt x="1" y="0"/>
                </a:moveTo>
                <a:lnTo>
                  <a:pt x="1" y="1"/>
                </a:lnTo>
                <a:lnTo>
                  <a:pt x="0" y="1"/>
                </a:lnTo>
                <a:lnTo>
                  <a:pt x="0" y="0"/>
                </a:lnTo>
                <a:lnTo>
                  <a:pt x="1" y="0"/>
                </a:lnTo>
              </a:path>
            </a:pathLst>
          </a:custGeom>
          <a:ln w="4680">
            <a:solidFill>
              <a:srgbClr val="4A4A4A"/>
            </a:solidFill>
            <a:round/>
          </a:ln>
        </p:spPr>
        <p:txBody>
          <a:bodyPr lIns="2160" tIns="-1800" rIns="2160" bIns="-180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823" name=""/>
          <p:cNvSpPr/>
          <p:nvPr/>
        </p:nvSpPr>
        <p:spPr>
          <a:xfrm>
            <a:off x="5147280" y="1508400"/>
            <a:ext cx="1440" cy="1440"/>
          </a:xfrm>
          <a:custGeom>
            <a:avLst/>
            <a:gdLst/>
            <a:ahLst/>
            <a:rect l="0" t="0" r="r" b="b"/>
            <a:pathLst>
              <a:path fill="none" w="4" h="4">
                <a:moveTo>
                  <a:pt x="2" y="4"/>
                </a:moveTo>
                <a:lnTo>
                  <a:pt x="0" y="4"/>
                </a:lnTo>
                <a:lnTo>
                  <a:pt x="0" y="2"/>
                </a:lnTo>
                <a:lnTo>
                  <a:pt x="0" y="0"/>
                </a:lnTo>
                <a:lnTo>
                  <a:pt x="2" y="2"/>
                </a:lnTo>
                <a:lnTo>
                  <a:pt x="4" y="2"/>
                </a:lnTo>
                <a:lnTo>
                  <a:pt x="2" y="4"/>
                </a:lnTo>
              </a:path>
            </a:pathLst>
          </a:custGeom>
          <a:ln w="4680">
            <a:solidFill>
              <a:srgbClr val="4A4A4A"/>
            </a:solidFill>
            <a:round/>
          </a:ln>
        </p:spPr>
        <p:txBody>
          <a:bodyPr lIns="2160" tIns="-720" rIns="2160" bIns="-7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824" name=""/>
          <p:cNvSpPr/>
          <p:nvPr/>
        </p:nvSpPr>
        <p:spPr>
          <a:xfrm>
            <a:off x="5166720" y="1506960"/>
            <a:ext cx="720" cy="720"/>
          </a:xfrm>
          <a:custGeom>
            <a:avLst/>
            <a:gdLst/>
            <a:ahLst/>
            <a:rect l="0" t="0" r="r" b="b"/>
            <a:pathLst>
              <a:path fill="none" w="2" h="2">
                <a:moveTo>
                  <a:pt x="2" y="2"/>
                </a:moveTo>
                <a:lnTo>
                  <a:pt x="0" y="2"/>
                </a:lnTo>
                <a:lnTo>
                  <a:pt x="0" y="0"/>
                </a:lnTo>
                <a:lnTo>
                  <a:pt x="2" y="0"/>
                </a:lnTo>
                <a:lnTo>
                  <a:pt x="2" y="2"/>
                </a:lnTo>
              </a:path>
            </a:pathLst>
          </a:custGeom>
          <a:ln w="4680">
            <a:solidFill>
              <a:srgbClr val="4A4A4A"/>
            </a:solidFill>
            <a:round/>
          </a:ln>
        </p:spPr>
        <p:txBody>
          <a:bodyPr lIns="2160" tIns="-1440" rIns="2160" bIns="-144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825" name=""/>
          <p:cNvSpPr/>
          <p:nvPr/>
        </p:nvSpPr>
        <p:spPr>
          <a:xfrm>
            <a:off x="5147640" y="1504440"/>
            <a:ext cx="1440" cy="1800"/>
          </a:xfrm>
          <a:custGeom>
            <a:avLst/>
            <a:gdLst/>
            <a:ahLst/>
            <a:rect l="0" t="0" r="r" b="b"/>
            <a:pathLst>
              <a:path fill="none" w="4" h="5">
                <a:moveTo>
                  <a:pt x="3" y="5"/>
                </a:moveTo>
                <a:lnTo>
                  <a:pt x="2" y="5"/>
                </a:lnTo>
                <a:lnTo>
                  <a:pt x="0" y="3"/>
                </a:lnTo>
                <a:lnTo>
                  <a:pt x="0" y="1"/>
                </a:lnTo>
                <a:lnTo>
                  <a:pt x="2" y="0"/>
                </a:lnTo>
                <a:lnTo>
                  <a:pt x="3" y="0"/>
                </a:lnTo>
                <a:lnTo>
                  <a:pt x="3" y="1"/>
                </a:lnTo>
                <a:lnTo>
                  <a:pt x="4" y="3"/>
                </a:lnTo>
                <a:lnTo>
                  <a:pt x="4" y="4"/>
                </a:lnTo>
                <a:lnTo>
                  <a:pt x="4" y="5"/>
                </a:lnTo>
                <a:lnTo>
                  <a:pt x="3" y="5"/>
                </a:lnTo>
              </a:path>
            </a:pathLst>
          </a:custGeom>
          <a:ln w="4680">
            <a:solidFill>
              <a:srgbClr val="4A4A4A"/>
            </a:solidFill>
            <a:round/>
          </a:ln>
        </p:spPr>
        <p:txBody>
          <a:bodyPr lIns="2160" tIns="-360" rIns="2160" bIns="-3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826" name=""/>
          <p:cNvSpPr/>
          <p:nvPr/>
        </p:nvSpPr>
        <p:spPr>
          <a:xfrm>
            <a:off x="5168160" y="1504080"/>
            <a:ext cx="720" cy="720"/>
          </a:xfrm>
          <a:custGeom>
            <a:avLst/>
            <a:gdLst/>
            <a:ahLst/>
            <a:rect l="0" t="0" r="r" b="b"/>
            <a:pathLst>
              <a:path fill="none" w="2" h="2">
                <a:moveTo>
                  <a:pt x="2" y="2"/>
                </a:moveTo>
                <a:lnTo>
                  <a:pt x="0" y="2"/>
                </a:lnTo>
                <a:lnTo>
                  <a:pt x="0" y="0"/>
                </a:lnTo>
                <a:lnTo>
                  <a:pt x="2" y="0"/>
                </a:lnTo>
                <a:lnTo>
                  <a:pt x="2" y="2"/>
                </a:lnTo>
              </a:path>
            </a:pathLst>
          </a:custGeom>
          <a:ln w="4680">
            <a:solidFill>
              <a:srgbClr val="4A4A4A"/>
            </a:solidFill>
            <a:round/>
          </a:ln>
        </p:spPr>
        <p:txBody>
          <a:bodyPr lIns="2160" tIns="-1440" rIns="2160" bIns="-144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827" name=""/>
          <p:cNvSpPr/>
          <p:nvPr/>
        </p:nvSpPr>
        <p:spPr>
          <a:xfrm>
            <a:off x="5148360" y="1503720"/>
            <a:ext cx="1440" cy="1440"/>
          </a:xfrm>
          <a:custGeom>
            <a:avLst/>
            <a:gdLst/>
            <a:ahLst/>
            <a:rect l="0" t="0" r="r" b="b"/>
            <a:pathLst>
              <a:path fill="none" w="4" h="4">
                <a:moveTo>
                  <a:pt x="4" y="3"/>
                </a:moveTo>
                <a:lnTo>
                  <a:pt x="4" y="4"/>
                </a:lnTo>
                <a:lnTo>
                  <a:pt x="2" y="4"/>
                </a:lnTo>
                <a:lnTo>
                  <a:pt x="2" y="3"/>
                </a:lnTo>
                <a:lnTo>
                  <a:pt x="0" y="3"/>
                </a:lnTo>
                <a:lnTo>
                  <a:pt x="0" y="1"/>
                </a:lnTo>
                <a:lnTo>
                  <a:pt x="0" y="0"/>
                </a:lnTo>
                <a:lnTo>
                  <a:pt x="2" y="1"/>
                </a:lnTo>
                <a:lnTo>
                  <a:pt x="4" y="3"/>
                </a:lnTo>
              </a:path>
            </a:pathLst>
          </a:custGeom>
          <a:ln w="4680">
            <a:solidFill>
              <a:srgbClr val="4A4A4A"/>
            </a:solidFill>
            <a:round/>
          </a:ln>
        </p:spPr>
        <p:txBody>
          <a:bodyPr lIns="2160" tIns="-720" rIns="2160" bIns="-7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828" name=""/>
          <p:cNvSpPr/>
          <p:nvPr/>
        </p:nvSpPr>
        <p:spPr>
          <a:xfrm>
            <a:off x="5167080" y="1503720"/>
            <a:ext cx="360" cy="360"/>
          </a:xfrm>
          <a:custGeom>
            <a:avLst/>
            <a:gdLst/>
            <a:ahLst/>
            <a:rect l="0" t="0" r="r" b="b"/>
            <a:pathLst>
              <a:path fill="none" w="1" h="1">
                <a:moveTo>
                  <a:pt x="1" y="1"/>
                </a:moveTo>
                <a:lnTo>
                  <a:pt x="0" y="1"/>
                </a:lnTo>
                <a:lnTo>
                  <a:pt x="1" y="1"/>
                </a:lnTo>
                <a:lnTo>
                  <a:pt x="0" y="1"/>
                </a:lnTo>
                <a:lnTo>
                  <a:pt x="0" y="0"/>
                </a:lnTo>
                <a:lnTo>
                  <a:pt x="1" y="0"/>
                </a:lnTo>
                <a:lnTo>
                  <a:pt x="1" y="1"/>
                </a:lnTo>
              </a:path>
            </a:pathLst>
          </a:custGeom>
          <a:ln w="4680">
            <a:solidFill>
              <a:srgbClr val="4A4A4A"/>
            </a:solidFill>
            <a:round/>
          </a:ln>
        </p:spPr>
        <p:txBody>
          <a:bodyPr lIns="2160" tIns="-1800" rIns="2160" bIns="-180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829" name=""/>
          <p:cNvSpPr/>
          <p:nvPr/>
        </p:nvSpPr>
        <p:spPr>
          <a:xfrm>
            <a:off x="5166720" y="1503720"/>
            <a:ext cx="360" cy="360"/>
          </a:xfrm>
          <a:custGeom>
            <a:avLst/>
            <a:gdLst/>
            <a:ahLst/>
            <a:rect l="0" t="0" r="r" b="b"/>
            <a:pathLst>
              <a:path fill="none" w="1" h="1">
                <a:moveTo>
                  <a:pt x="0" y="1"/>
                </a:moveTo>
                <a:lnTo>
                  <a:pt x="0" y="0"/>
                </a:lnTo>
                <a:lnTo>
                  <a:pt x="1" y="0"/>
                </a:lnTo>
                <a:lnTo>
                  <a:pt x="1" y="1"/>
                </a:lnTo>
                <a:lnTo>
                  <a:pt x="0" y="1"/>
                </a:lnTo>
              </a:path>
            </a:pathLst>
          </a:custGeom>
          <a:ln w="4680">
            <a:solidFill>
              <a:srgbClr val="4A4A4A"/>
            </a:solidFill>
            <a:round/>
          </a:ln>
        </p:spPr>
        <p:txBody>
          <a:bodyPr lIns="2160" tIns="-1800" rIns="2160" bIns="-180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830" name=""/>
          <p:cNvSpPr/>
          <p:nvPr/>
        </p:nvSpPr>
        <p:spPr>
          <a:xfrm>
            <a:off x="5166000" y="1500480"/>
            <a:ext cx="1440" cy="1800"/>
          </a:xfrm>
          <a:custGeom>
            <a:avLst/>
            <a:gdLst/>
            <a:ahLst/>
            <a:rect l="0" t="0" r="r" b="b"/>
            <a:pathLst>
              <a:path fill="none" w="4" h="5">
                <a:moveTo>
                  <a:pt x="2" y="5"/>
                </a:moveTo>
                <a:lnTo>
                  <a:pt x="0" y="5"/>
                </a:lnTo>
                <a:lnTo>
                  <a:pt x="2" y="3"/>
                </a:lnTo>
                <a:lnTo>
                  <a:pt x="2" y="2"/>
                </a:lnTo>
                <a:lnTo>
                  <a:pt x="4" y="2"/>
                </a:lnTo>
                <a:lnTo>
                  <a:pt x="4" y="0"/>
                </a:lnTo>
                <a:lnTo>
                  <a:pt x="4" y="3"/>
                </a:lnTo>
                <a:lnTo>
                  <a:pt x="2" y="5"/>
                </a:lnTo>
              </a:path>
            </a:pathLst>
          </a:custGeom>
          <a:ln w="4680">
            <a:solidFill>
              <a:srgbClr val="4A4A4A"/>
            </a:solidFill>
            <a:round/>
          </a:ln>
        </p:spPr>
        <p:txBody>
          <a:bodyPr lIns="2160" tIns="-360" rIns="2160" bIns="-3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831" name=""/>
          <p:cNvSpPr/>
          <p:nvPr/>
        </p:nvSpPr>
        <p:spPr>
          <a:xfrm>
            <a:off x="5167440" y="1500120"/>
            <a:ext cx="360" cy="0"/>
          </a:xfrm>
          <a:prstGeom prst="line">
            <a:avLst/>
          </a:prstGeom>
          <a:ln w="4680">
            <a:solidFill>
              <a:srgbClr val="4A4A4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2160" tIns="-2160" rIns="2160" bIns="-21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832" name=""/>
          <p:cNvSpPr/>
          <p:nvPr/>
        </p:nvSpPr>
        <p:spPr>
          <a:xfrm>
            <a:off x="5167800" y="1499400"/>
            <a:ext cx="360" cy="720"/>
          </a:xfrm>
          <a:custGeom>
            <a:avLst/>
            <a:gdLst/>
            <a:ahLst/>
            <a:rect l="0" t="0" r="r" b="b"/>
            <a:pathLst>
              <a:path fill="none" w="1" h="2">
                <a:moveTo>
                  <a:pt x="0" y="1"/>
                </a:moveTo>
                <a:lnTo>
                  <a:pt x="0" y="2"/>
                </a:lnTo>
                <a:lnTo>
                  <a:pt x="0" y="1"/>
                </a:lnTo>
                <a:lnTo>
                  <a:pt x="0" y="0"/>
                </a:lnTo>
                <a:lnTo>
                  <a:pt x="0" y="1"/>
                </a:lnTo>
                <a:lnTo>
                  <a:pt x="1" y="1"/>
                </a:lnTo>
                <a:lnTo>
                  <a:pt x="0" y="1"/>
                </a:lnTo>
              </a:path>
            </a:pathLst>
          </a:custGeom>
          <a:ln w="4680">
            <a:solidFill>
              <a:srgbClr val="4A4A4A"/>
            </a:solidFill>
            <a:round/>
          </a:ln>
        </p:spPr>
        <p:txBody>
          <a:bodyPr lIns="2160" tIns="-1440" rIns="2160" bIns="-144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833" name=""/>
          <p:cNvSpPr/>
          <p:nvPr/>
        </p:nvSpPr>
        <p:spPr>
          <a:xfrm>
            <a:off x="5169240" y="1499400"/>
            <a:ext cx="360" cy="360"/>
          </a:xfrm>
          <a:custGeom>
            <a:avLst/>
            <a:gdLst/>
            <a:ahLst/>
            <a:rect l="0" t="0" r="r" b="b"/>
            <a:pathLst>
              <a:path fill="none" w="1" h="1">
                <a:moveTo>
                  <a:pt x="0" y="1"/>
                </a:moveTo>
                <a:lnTo>
                  <a:pt x="0" y="0"/>
                </a:lnTo>
                <a:lnTo>
                  <a:pt x="1" y="0"/>
                </a:lnTo>
                <a:lnTo>
                  <a:pt x="0" y="1"/>
                </a:lnTo>
              </a:path>
            </a:pathLst>
          </a:custGeom>
          <a:ln w="4680">
            <a:solidFill>
              <a:srgbClr val="4A4A4A"/>
            </a:solidFill>
            <a:round/>
          </a:ln>
        </p:spPr>
        <p:txBody>
          <a:bodyPr lIns="2160" tIns="-1800" rIns="2160" bIns="-180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834" name=""/>
          <p:cNvSpPr/>
          <p:nvPr/>
        </p:nvSpPr>
        <p:spPr>
          <a:xfrm>
            <a:off x="5166360" y="1498320"/>
            <a:ext cx="720" cy="720"/>
          </a:xfrm>
          <a:custGeom>
            <a:avLst/>
            <a:gdLst/>
            <a:ahLst/>
            <a:rect l="0" t="0" r="r" b="b"/>
            <a:pathLst>
              <a:path fill="none" w="2" h="2">
                <a:moveTo>
                  <a:pt x="0" y="2"/>
                </a:moveTo>
                <a:lnTo>
                  <a:pt x="2" y="0"/>
                </a:lnTo>
                <a:lnTo>
                  <a:pt x="2" y="2"/>
                </a:lnTo>
                <a:lnTo>
                  <a:pt x="0" y="2"/>
                </a:lnTo>
              </a:path>
            </a:pathLst>
          </a:custGeom>
          <a:ln w="4680">
            <a:solidFill>
              <a:srgbClr val="4A4A4A"/>
            </a:solidFill>
            <a:round/>
          </a:ln>
        </p:spPr>
        <p:txBody>
          <a:bodyPr lIns="2160" tIns="-1440" rIns="2160" bIns="-144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835" name=""/>
          <p:cNvSpPr/>
          <p:nvPr/>
        </p:nvSpPr>
        <p:spPr>
          <a:xfrm>
            <a:off x="5166720" y="1498320"/>
            <a:ext cx="1080" cy="720"/>
          </a:xfrm>
          <a:custGeom>
            <a:avLst/>
            <a:gdLst/>
            <a:ahLst/>
            <a:rect l="0" t="0" r="r" b="b"/>
            <a:pathLst>
              <a:path fill="none" w="3" h="2">
                <a:moveTo>
                  <a:pt x="3" y="0"/>
                </a:moveTo>
                <a:lnTo>
                  <a:pt x="3" y="2"/>
                </a:lnTo>
                <a:lnTo>
                  <a:pt x="2" y="2"/>
                </a:lnTo>
                <a:lnTo>
                  <a:pt x="0" y="2"/>
                </a:lnTo>
                <a:lnTo>
                  <a:pt x="0" y="0"/>
                </a:lnTo>
                <a:lnTo>
                  <a:pt x="2" y="0"/>
                </a:lnTo>
                <a:lnTo>
                  <a:pt x="3" y="0"/>
                </a:lnTo>
              </a:path>
            </a:pathLst>
          </a:custGeom>
          <a:ln w="4680">
            <a:solidFill>
              <a:srgbClr val="4A4A4A"/>
            </a:solidFill>
            <a:round/>
          </a:ln>
        </p:spPr>
        <p:txBody>
          <a:bodyPr lIns="2160" tIns="-1440" rIns="2160" bIns="-144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836" name=""/>
          <p:cNvSpPr/>
          <p:nvPr/>
        </p:nvSpPr>
        <p:spPr>
          <a:xfrm>
            <a:off x="5166000" y="1497960"/>
            <a:ext cx="1080" cy="720"/>
          </a:xfrm>
          <a:custGeom>
            <a:avLst/>
            <a:gdLst/>
            <a:ahLst/>
            <a:rect l="0" t="0" r="r" b="b"/>
            <a:pathLst>
              <a:path fill="none" w="3" h="2">
                <a:moveTo>
                  <a:pt x="2" y="2"/>
                </a:moveTo>
                <a:lnTo>
                  <a:pt x="0" y="2"/>
                </a:lnTo>
                <a:lnTo>
                  <a:pt x="0" y="0"/>
                </a:lnTo>
                <a:lnTo>
                  <a:pt x="2" y="0"/>
                </a:lnTo>
                <a:lnTo>
                  <a:pt x="3" y="0"/>
                </a:lnTo>
                <a:lnTo>
                  <a:pt x="2" y="2"/>
                </a:lnTo>
              </a:path>
            </a:pathLst>
          </a:custGeom>
          <a:ln w="4680">
            <a:solidFill>
              <a:srgbClr val="4A4A4A"/>
            </a:solidFill>
            <a:round/>
          </a:ln>
        </p:spPr>
        <p:txBody>
          <a:bodyPr lIns="2160" tIns="-1440" rIns="2160" bIns="-144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837" name=""/>
          <p:cNvSpPr/>
          <p:nvPr/>
        </p:nvSpPr>
        <p:spPr>
          <a:xfrm>
            <a:off x="5165280" y="1497600"/>
            <a:ext cx="1800" cy="720"/>
          </a:xfrm>
          <a:custGeom>
            <a:avLst/>
            <a:gdLst/>
            <a:ahLst/>
            <a:rect l="0" t="0" r="r" b="b"/>
            <a:pathLst>
              <a:path fill="none" w="5" h="2">
                <a:moveTo>
                  <a:pt x="5" y="0"/>
                </a:moveTo>
                <a:lnTo>
                  <a:pt x="4" y="0"/>
                </a:lnTo>
                <a:lnTo>
                  <a:pt x="2" y="2"/>
                </a:lnTo>
                <a:lnTo>
                  <a:pt x="1" y="2"/>
                </a:lnTo>
                <a:lnTo>
                  <a:pt x="0" y="2"/>
                </a:lnTo>
                <a:lnTo>
                  <a:pt x="0" y="0"/>
                </a:lnTo>
                <a:lnTo>
                  <a:pt x="1" y="0"/>
                </a:lnTo>
                <a:lnTo>
                  <a:pt x="4" y="0"/>
                </a:lnTo>
                <a:lnTo>
                  <a:pt x="5" y="0"/>
                </a:lnTo>
              </a:path>
            </a:pathLst>
          </a:custGeom>
          <a:ln w="4680">
            <a:solidFill>
              <a:srgbClr val="4A4A4A"/>
            </a:solidFill>
            <a:round/>
          </a:ln>
        </p:spPr>
        <p:txBody>
          <a:bodyPr lIns="2160" tIns="-1440" rIns="2160" bIns="-144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838" name=""/>
          <p:cNvSpPr/>
          <p:nvPr/>
        </p:nvSpPr>
        <p:spPr>
          <a:xfrm>
            <a:off x="5176440" y="1497600"/>
            <a:ext cx="360" cy="360"/>
          </a:xfrm>
          <a:custGeom>
            <a:avLst/>
            <a:gdLst/>
            <a:ahLst/>
            <a:rect l="0" t="0" r="r" b="b"/>
            <a:pathLst>
              <a:path fill="none" w="1" h="1">
                <a:moveTo>
                  <a:pt x="1" y="0"/>
                </a:moveTo>
                <a:lnTo>
                  <a:pt x="0" y="1"/>
                </a:lnTo>
                <a:lnTo>
                  <a:pt x="0" y="0"/>
                </a:lnTo>
                <a:lnTo>
                  <a:pt x="1" y="0"/>
                </a:lnTo>
              </a:path>
            </a:pathLst>
          </a:custGeom>
          <a:ln w="4680">
            <a:solidFill>
              <a:srgbClr val="4A4A4A"/>
            </a:solidFill>
            <a:round/>
          </a:ln>
        </p:spPr>
        <p:txBody>
          <a:bodyPr lIns="2160" tIns="-1800" rIns="2160" bIns="-180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839" name=""/>
          <p:cNvSpPr/>
          <p:nvPr/>
        </p:nvSpPr>
        <p:spPr>
          <a:xfrm>
            <a:off x="5163840" y="1495080"/>
            <a:ext cx="2520" cy="1800"/>
          </a:xfrm>
          <a:custGeom>
            <a:avLst/>
            <a:gdLst/>
            <a:ahLst/>
            <a:rect l="0" t="0" r="r" b="b"/>
            <a:pathLst>
              <a:path fill="none" w="7" h="5">
                <a:moveTo>
                  <a:pt x="5" y="3"/>
                </a:moveTo>
                <a:lnTo>
                  <a:pt x="3" y="3"/>
                </a:lnTo>
                <a:lnTo>
                  <a:pt x="3" y="4"/>
                </a:lnTo>
                <a:lnTo>
                  <a:pt x="5" y="4"/>
                </a:lnTo>
                <a:lnTo>
                  <a:pt x="5" y="3"/>
                </a:lnTo>
                <a:lnTo>
                  <a:pt x="5" y="4"/>
                </a:lnTo>
                <a:lnTo>
                  <a:pt x="6" y="4"/>
                </a:lnTo>
                <a:lnTo>
                  <a:pt x="7" y="4"/>
                </a:lnTo>
                <a:lnTo>
                  <a:pt x="6" y="4"/>
                </a:lnTo>
                <a:lnTo>
                  <a:pt x="6" y="5"/>
                </a:lnTo>
                <a:lnTo>
                  <a:pt x="5" y="5"/>
                </a:lnTo>
                <a:lnTo>
                  <a:pt x="3" y="5"/>
                </a:lnTo>
                <a:lnTo>
                  <a:pt x="3" y="4"/>
                </a:lnTo>
                <a:lnTo>
                  <a:pt x="2" y="4"/>
                </a:lnTo>
                <a:lnTo>
                  <a:pt x="2" y="5"/>
                </a:lnTo>
                <a:lnTo>
                  <a:pt x="2" y="4"/>
                </a:lnTo>
                <a:lnTo>
                  <a:pt x="1" y="4"/>
                </a:lnTo>
                <a:lnTo>
                  <a:pt x="1" y="3"/>
                </a:lnTo>
                <a:lnTo>
                  <a:pt x="0" y="2"/>
                </a:lnTo>
                <a:lnTo>
                  <a:pt x="0" y="0"/>
                </a:lnTo>
                <a:lnTo>
                  <a:pt x="1" y="0"/>
                </a:lnTo>
                <a:lnTo>
                  <a:pt x="2" y="0"/>
                </a:lnTo>
                <a:lnTo>
                  <a:pt x="3" y="0"/>
                </a:lnTo>
                <a:lnTo>
                  <a:pt x="3" y="2"/>
                </a:lnTo>
                <a:lnTo>
                  <a:pt x="3" y="3"/>
                </a:lnTo>
                <a:lnTo>
                  <a:pt x="5" y="3"/>
                </a:lnTo>
              </a:path>
            </a:pathLst>
          </a:custGeom>
          <a:ln w="4680">
            <a:solidFill>
              <a:srgbClr val="4A4A4A"/>
            </a:solidFill>
            <a:round/>
          </a:ln>
        </p:spPr>
        <p:txBody>
          <a:bodyPr lIns="2160" tIns="-360" rIns="2160" bIns="-3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840" name=""/>
          <p:cNvSpPr/>
          <p:nvPr/>
        </p:nvSpPr>
        <p:spPr>
          <a:xfrm>
            <a:off x="5174640" y="1494360"/>
            <a:ext cx="2160" cy="2160"/>
          </a:xfrm>
          <a:custGeom>
            <a:avLst/>
            <a:gdLst/>
            <a:ahLst/>
            <a:rect l="0" t="0" r="r" b="b"/>
            <a:pathLst>
              <a:path fill="none" w="6" h="6">
                <a:moveTo>
                  <a:pt x="3" y="4"/>
                </a:moveTo>
                <a:lnTo>
                  <a:pt x="3" y="5"/>
                </a:lnTo>
                <a:lnTo>
                  <a:pt x="2" y="5"/>
                </a:lnTo>
                <a:lnTo>
                  <a:pt x="1" y="5"/>
                </a:lnTo>
                <a:lnTo>
                  <a:pt x="1" y="6"/>
                </a:lnTo>
                <a:lnTo>
                  <a:pt x="0" y="6"/>
                </a:lnTo>
                <a:lnTo>
                  <a:pt x="1" y="6"/>
                </a:lnTo>
                <a:lnTo>
                  <a:pt x="1" y="5"/>
                </a:lnTo>
                <a:lnTo>
                  <a:pt x="1" y="4"/>
                </a:lnTo>
                <a:lnTo>
                  <a:pt x="2" y="2"/>
                </a:lnTo>
                <a:lnTo>
                  <a:pt x="3" y="2"/>
                </a:lnTo>
                <a:lnTo>
                  <a:pt x="5" y="2"/>
                </a:lnTo>
                <a:lnTo>
                  <a:pt x="6" y="1"/>
                </a:lnTo>
                <a:lnTo>
                  <a:pt x="5" y="1"/>
                </a:lnTo>
                <a:lnTo>
                  <a:pt x="5" y="0"/>
                </a:lnTo>
                <a:lnTo>
                  <a:pt x="6" y="0"/>
                </a:lnTo>
                <a:lnTo>
                  <a:pt x="6" y="1"/>
                </a:lnTo>
                <a:lnTo>
                  <a:pt x="6" y="2"/>
                </a:lnTo>
                <a:lnTo>
                  <a:pt x="5" y="2"/>
                </a:lnTo>
                <a:lnTo>
                  <a:pt x="5" y="4"/>
                </a:lnTo>
                <a:lnTo>
                  <a:pt x="3" y="4"/>
                </a:lnTo>
              </a:path>
            </a:pathLst>
          </a:custGeom>
          <a:ln w="4680">
            <a:solidFill>
              <a:srgbClr val="4A4A4A"/>
            </a:solidFill>
            <a:round/>
          </a:ln>
        </p:spPr>
        <p:txBody>
          <a:bodyPr lIns="2160" tIns="0" rIns="216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841" name=""/>
          <p:cNvSpPr/>
          <p:nvPr/>
        </p:nvSpPr>
        <p:spPr>
          <a:xfrm>
            <a:off x="5173920" y="1492200"/>
            <a:ext cx="2880" cy="2160"/>
          </a:xfrm>
          <a:custGeom>
            <a:avLst/>
            <a:gdLst/>
            <a:ahLst/>
            <a:rect l="0" t="0" r="r" b="b"/>
            <a:pathLst>
              <a:path fill="none" w="8" h="6">
                <a:moveTo>
                  <a:pt x="3" y="1"/>
                </a:moveTo>
                <a:lnTo>
                  <a:pt x="4" y="1"/>
                </a:lnTo>
                <a:lnTo>
                  <a:pt x="4" y="2"/>
                </a:lnTo>
                <a:lnTo>
                  <a:pt x="5" y="2"/>
                </a:lnTo>
                <a:lnTo>
                  <a:pt x="6" y="2"/>
                </a:lnTo>
                <a:lnTo>
                  <a:pt x="8" y="2"/>
                </a:lnTo>
                <a:lnTo>
                  <a:pt x="6" y="4"/>
                </a:lnTo>
                <a:lnTo>
                  <a:pt x="5" y="5"/>
                </a:lnTo>
                <a:lnTo>
                  <a:pt x="4" y="6"/>
                </a:lnTo>
                <a:lnTo>
                  <a:pt x="3" y="6"/>
                </a:lnTo>
                <a:lnTo>
                  <a:pt x="2" y="6"/>
                </a:lnTo>
                <a:lnTo>
                  <a:pt x="3" y="5"/>
                </a:lnTo>
                <a:lnTo>
                  <a:pt x="3" y="4"/>
                </a:lnTo>
                <a:lnTo>
                  <a:pt x="4" y="2"/>
                </a:lnTo>
                <a:lnTo>
                  <a:pt x="3" y="2"/>
                </a:lnTo>
                <a:lnTo>
                  <a:pt x="2" y="2"/>
                </a:lnTo>
                <a:lnTo>
                  <a:pt x="2" y="4"/>
                </a:lnTo>
                <a:lnTo>
                  <a:pt x="0" y="2"/>
                </a:lnTo>
                <a:lnTo>
                  <a:pt x="3" y="2"/>
                </a:lnTo>
                <a:lnTo>
                  <a:pt x="3" y="1"/>
                </a:lnTo>
                <a:lnTo>
                  <a:pt x="3" y="0"/>
                </a:lnTo>
                <a:lnTo>
                  <a:pt x="4" y="0"/>
                </a:lnTo>
                <a:lnTo>
                  <a:pt x="4" y="1"/>
                </a:lnTo>
                <a:lnTo>
                  <a:pt x="3" y="1"/>
                </a:lnTo>
              </a:path>
            </a:pathLst>
          </a:custGeom>
          <a:ln w="4680">
            <a:solidFill>
              <a:srgbClr val="4A4A4A"/>
            </a:solidFill>
            <a:round/>
          </a:ln>
        </p:spPr>
        <p:txBody>
          <a:bodyPr lIns="2160" tIns="0" rIns="216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842" name=""/>
          <p:cNvSpPr/>
          <p:nvPr/>
        </p:nvSpPr>
        <p:spPr>
          <a:xfrm>
            <a:off x="5170680" y="1488600"/>
            <a:ext cx="720" cy="360"/>
          </a:xfrm>
          <a:custGeom>
            <a:avLst/>
            <a:gdLst/>
            <a:ahLst/>
            <a:rect l="0" t="0" r="r" b="b"/>
            <a:pathLst>
              <a:path fill="none" w="2" h="1">
                <a:moveTo>
                  <a:pt x="1" y="1"/>
                </a:moveTo>
                <a:lnTo>
                  <a:pt x="0" y="1"/>
                </a:lnTo>
                <a:lnTo>
                  <a:pt x="1" y="0"/>
                </a:lnTo>
                <a:lnTo>
                  <a:pt x="2" y="0"/>
                </a:lnTo>
                <a:lnTo>
                  <a:pt x="1" y="1"/>
                </a:lnTo>
              </a:path>
            </a:pathLst>
          </a:custGeom>
          <a:ln w="4680">
            <a:solidFill>
              <a:srgbClr val="4A4A4A"/>
            </a:solidFill>
            <a:round/>
          </a:ln>
        </p:spPr>
        <p:txBody>
          <a:bodyPr lIns="2160" tIns="-1800" rIns="2160" bIns="-180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843" name=""/>
          <p:cNvSpPr/>
          <p:nvPr/>
        </p:nvSpPr>
        <p:spPr>
          <a:xfrm>
            <a:off x="5170680" y="1488240"/>
            <a:ext cx="1440" cy="1440"/>
          </a:xfrm>
          <a:custGeom>
            <a:avLst/>
            <a:gdLst/>
            <a:ahLst/>
            <a:rect l="0" t="0" r="r" b="b"/>
            <a:pathLst>
              <a:path fill="none" w="4" h="4">
                <a:moveTo>
                  <a:pt x="4" y="2"/>
                </a:moveTo>
                <a:lnTo>
                  <a:pt x="2" y="2"/>
                </a:lnTo>
                <a:lnTo>
                  <a:pt x="0" y="4"/>
                </a:lnTo>
                <a:lnTo>
                  <a:pt x="0" y="2"/>
                </a:lnTo>
                <a:lnTo>
                  <a:pt x="2" y="2"/>
                </a:lnTo>
                <a:lnTo>
                  <a:pt x="2" y="0"/>
                </a:lnTo>
                <a:lnTo>
                  <a:pt x="4" y="0"/>
                </a:lnTo>
                <a:lnTo>
                  <a:pt x="4" y="2"/>
                </a:lnTo>
              </a:path>
            </a:pathLst>
          </a:custGeom>
          <a:ln w="4680">
            <a:solidFill>
              <a:srgbClr val="4A4A4A"/>
            </a:solidFill>
            <a:round/>
          </a:ln>
        </p:spPr>
        <p:txBody>
          <a:bodyPr lIns="2160" tIns="-720" rIns="2160" bIns="-7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844" name=""/>
          <p:cNvSpPr/>
          <p:nvPr/>
        </p:nvSpPr>
        <p:spPr>
          <a:xfrm>
            <a:off x="5168160" y="1483920"/>
            <a:ext cx="2160" cy="1800"/>
          </a:xfrm>
          <a:custGeom>
            <a:avLst/>
            <a:gdLst/>
            <a:ahLst/>
            <a:rect l="0" t="0" r="r" b="b"/>
            <a:pathLst>
              <a:path fill="none" w="6" h="5">
                <a:moveTo>
                  <a:pt x="6" y="1"/>
                </a:moveTo>
                <a:lnTo>
                  <a:pt x="5" y="3"/>
                </a:lnTo>
                <a:lnTo>
                  <a:pt x="5" y="4"/>
                </a:lnTo>
                <a:lnTo>
                  <a:pt x="5" y="5"/>
                </a:lnTo>
                <a:lnTo>
                  <a:pt x="4" y="5"/>
                </a:lnTo>
                <a:lnTo>
                  <a:pt x="3" y="4"/>
                </a:lnTo>
                <a:lnTo>
                  <a:pt x="1" y="4"/>
                </a:lnTo>
                <a:lnTo>
                  <a:pt x="0" y="4"/>
                </a:lnTo>
                <a:lnTo>
                  <a:pt x="0" y="3"/>
                </a:lnTo>
                <a:lnTo>
                  <a:pt x="0" y="1"/>
                </a:lnTo>
                <a:lnTo>
                  <a:pt x="1" y="1"/>
                </a:lnTo>
                <a:lnTo>
                  <a:pt x="3" y="1"/>
                </a:lnTo>
                <a:lnTo>
                  <a:pt x="3" y="3"/>
                </a:lnTo>
                <a:lnTo>
                  <a:pt x="1" y="3"/>
                </a:lnTo>
                <a:lnTo>
                  <a:pt x="4" y="4"/>
                </a:lnTo>
                <a:lnTo>
                  <a:pt x="4" y="3"/>
                </a:lnTo>
                <a:lnTo>
                  <a:pt x="5" y="3"/>
                </a:lnTo>
                <a:lnTo>
                  <a:pt x="5" y="1"/>
                </a:lnTo>
                <a:lnTo>
                  <a:pt x="6" y="0"/>
                </a:lnTo>
                <a:lnTo>
                  <a:pt x="6" y="1"/>
                </a:lnTo>
              </a:path>
            </a:pathLst>
          </a:custGeom>
          <a:ln w="4680">
            <a:solidFill>
              <a:srgbClr val="4A4A4A"/>
            </a:solidFill>
            <a:round/>
          </a:ln>
        </p:spPr>
        <p:txBody>
          <a:bodyPr lIns="2160" tIns="-360" rIns="2160" bIns="-3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845" name=""/>
          <p:cNvSpPr/>
          <p:nvPr/>
        </p:nvSpPr>
        <p:spPr>
          <a:xfrm>
            <a:off x="5173920" y="1482480"/>
            <a:ext cx="1440" cy="1080"/>
          </a:xfrm>
          <a:custGeom>
            <a:avLst/>
            <a:gdLst/>
            <a:ahLst/>
            <a:rect l="0" t="0" r="r" b="b"/>
            <a:pathLst>
              <a:path fill="none" w="4" h="3">
                <a:moveTo>
                  <a:pt x="2" y="3"/>
                </a:moveTo>
                <a:lnTo>
                  <a:pt x="1" y="3"/>
                </a:lnTo>
                <a:lnTo>
                  <a:pt x="0" y="2"/>
                </a:lnTo>
                <a:lnTo>
                  <a:pt x="1" y="2"/>
                </a:lnTo>
                <a:lnTo>
                  <a:pt x="1" y="0"/>
                </a:lnTo>
                <a:lnTo>
                  <a:pt x="2" y="0"/>
                </a:lnTo>
                <a:lnTo>
                  <a:pt x="4" y="0"/>
                </a:lnTo>
                <a:lnTo>
                  <a:pt x="4" y="2"/>
                </a:lnTo>
                <a:lnTo>
                  <a:pt x="2" y="2"/>
                </a:lnTo>
                <a:lnTo>
                  <a:pt x="2" y="3"/>
                </a:lnTo>
              </a:path>
            </a:pathLst>
          </a:custGeom>
          <a:ln w="4680">
            <a:solidFill>
              <a:srgbClr val="4A4A4A"/>
            </a:solidFill>
            <a:round/>
          </a:ln>
        </p:spPr>
        <p:txBody>
          <a:bodyPr lIns="2160" tIns="-1080" rIns="2160" bIns="-108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846" name=""/>
          <p:cNvSpPr/>
          <p:nvPr/>
        </p:nvSpPr>
        <p:spPr>
          <a:xfrm>
            <a:off x="5171040" y="1481400"/>
            <a:ext cx="1800" cy="1800"/>
          </a:xfrm>
          <a:custGeom>
            <a:avLst/>
            <a:gdLst/>
            <a:ahLst/>
            <a:rect l="0" t="0" r="r" b="b"/>
            <a:pathLst>
              <a:path fill="none" w="5" h="5">
                <a:moveTo>
                  <a:pt x="5" y="1"/>
                </a:moveTo>
                <a:lnTo>
                  <a:pt x="4" y="1"/>
                </a:lnTo>
                <a:lnTo>
                  <a:pt x="3" y="2"/>
                </a:lnTo>
                <a:lnTo>
                  <a:pt x="4" y="2"/>
                </a:lnTo>
                <a:lnTo>
                  <a:pt x="5" y="4"/>
                </a:lnTo>
                <a:lnTo>
                  <a:pt x="4" y="5"/>
                </a:lnTo>
                <a:lnTo>
                  <a:pt x="3" y="5"/>
                </a:lnTo>
                <a:lnTo>
                  <a:pt x="3" y="4"/>
                </a:lnTo>
                <a:lnTo>
                  <a:pt x="1" y="4"/>
                </a:lnTo>
                <a:lnTo>
                  <a:pt x="3" y="2"/>
                </a:lnTo>
                <a:lnTo>
                  <a:pt x="1" y="2"/>
                </a:lnTo>
                <a:lnTo>
                  <a:pt x="0" y="2"/>
                </a:lnTo>
                <a:lnTo>
                  <a:pt x="1" y="1"/>
                </a:lnTo>
                <a:lnTo>
                  <a:pt x="3" y="1"/>
                </a:lnTo>
                <a:lnTo>
                  <a:pt x="4" y="1"/>
                </a:lnTo>
                <a:lnTo>
                  <a:pt x="4" y="0"/>
                </a:lnTo>
                <a:lnTo>
                  <a:pt x="5" y="0"/>
                </a:lnTo>
                <a:lnTo>
                  <a:pt x="5" y="1"/>
                </a:lnTo>
              </a:path>
            </a:pathLst>
          </a:custGeom>
          <a:ln w="4680">
            <a:solidFill>
              <a:srgbClr val="4A4A4A"/>
            </a:solidFill>
            <a:round/>
          </a:ln>
        </p:spPr>
        <p:txBody>
          <a:bodyPr lIns="2160" tIns="-360" rIns="2160" bIns="-3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847" name=""/>
          <p:cNvSpPr/>
          <p:nvPr/>
        </p:nvSpPr>
        <p:spPr>
          <a:xfrm>
            <a:off x="5169960" y="1481040"/>
            <a:ext cx="720" cy="1440"/>
          </a:xfrm>
          <a:custGeom>
            <a:avLst/>
            <a:gdLst/>
            <a:ahLst/>
            <a:rect l="0" t="0" r="r" b="b"/>
            <a:pathLst>
              <a:path fill="none" w="2" h="4">
                <a:moveTo>
                  <a:pt x="0" y="2"/>
                </a:moveTo>
                <a:lnTo>
                  <a:pt x="0" y="4"/>
                </a:lnTo>
                <a:lnTo>
                  <a:pt x="0" y="2"/>
                </a:lnTo>
                <a:lnTo>
                  <a:pt x="0" y="0"/>
                </a:lnTo>
                <a:lnTo>
                  <a:pt x="2" y="0"/>
                </a:lnTo>
                <a:lnTo>
                  <a:pt x="2" y="2"/>
                </a:lnTo>
                <a:lnTo>
                  <a:pt x="0" y="2"/>
                </a:lnTo>
              </a:path>
            </a:pathLst>
          </a:custGeom>
          <a:ln w="4680">
            <a:solidFill>
              <a:srgbClr val="4A4A4A"/>
            </a:solidFill>
            <a:round/>
          </a:ln>
        </p:spPr>
        <p:txBody>
          <a:bodyPr lIns="2160" tIns="-720" rIns="2160" bIns="-7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848" name=""/>
          <p:cNvSpPr/>
          <p:nvPr/>
        </p:nvSpPr>
        <p:spPr>
          <a:xfrm>
            <a:off x="5172480" y="1480680"/>
            <a:ext cx="1080" cy="1440"/>
          </a:xfrm>
          <a:custGeom>
            <a:avLst/>
            <a:gdLst/>
            <a:ahLst/>
            <a:rect l="0" t="0" r="r" b="b"/>
            <a:pathLst>
              <a:path fill="none" w="3" h="4">
                <a:moveTo>
                  <a:pt x="2" y="0"/>
                </a:moveTo>
                <a:lnTo>
                  <a:pt x="3" y="0"/>
                </a:lnTo>
                <a:lnTo>
                  <a:pt x="3" y="2"/>
                </a:lnTo>
                <a:lnTo>
                  <a:pt x="2" y="2"/>
                </a:lnTo>
                <a:lnTo>
                  <a:pt x="3" y="2"/>
                </a:lnTo>
                <a:lnTo>
                  <a:pt x="3" y="4"/>
                </a:lnTo>
                <a:lnTo>
                  <a:pt x="2" y="4"/>
                </a:lnTo>
                <a:lnTo>
                  <a:pt x="0" y="4"/>
                </a:lnTo>
                <a:lnTo>
                  <a:pt x="2" y="2"/>
                </a:lnTo>
                <a:lnTo>
                  <a:pt x="2" y="0"/>
                </a:lnTo>
              </a:path>
            </a:pathLst>
          </a:custGeom>
          <a:ln w="4680">
            <a:solidFill>
              <a:srgbClr val="4A4A4A"/>
            </a:solidFill>
            <a:round/>
          </a:ln>
        </p:spPr>
        <p:txBody>
          <a:bodyPr lIns="2160" tIns="-720" rIns="2160" bIns="-7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849" name=""/>
          <p:cNvSpPr/>
          <p:nvPr/>
        </p:nvSpPr>
        <p:spPr>
          <a:xfrm>
            <a:off x="5170680" y="1478520"/>
            <a:ext cx="1440" cy="2880"/>
          </a:xfrm>
          <a:custGeom>
            <a:avLst/>
            <a:gdLst/>
            <a:ahLst/>
            <a:rect l="0" t="0" r="r" b="b"/>
            <a:pathLst>
              <a:path fill="none" w="4" h="8">
                <a:moveTo>
                  <a:pt x="4" y="2"/>
                </a:moveTo>
                <a:lnTo>
                  <a:pt x="4" y="3"/>
                </a:lnTo>
                <a:lnTo>
                  <a:pt x="2" y="3"/>
                </a:lnTo>
                <a:lnTo>
                  <a:pt x="2" y="5"/>
                </a:lnTo>
                <a:lnTo>
                  <a:pt x="2" y="6"/>
                </a:lnTo>
                <a:lnTo>
                  <a:pt x="0" y="8"/>
                </a:lnTo>
                <a:lnTo>
                  <a:pt x="1" y="6"/>
                </a:lnTo>
                <a:lnTo>
                  <a:pt x="1" y="4"/>
                </a:lnTo>
                <a:lnTo>
                  <a:pt x="1" y="3"/>
                </a:lnTo>
                <a:lnTo>
                  <a:pt x="0" y="3"/>
                </a:lnTo>
                <a:lnTo>
                  <a:pt x="0" y="2"/>
                </a:lnTo>
                <a:lnTo>
                  <a:pt x="1" y="0"/>
                </a:lnTo>
                <a:lnTo>
                  <a:pt x="2" y="0"/>
                </a:lnTo>
                <a:lnTo>
                  <a:pt x="4" y="2"/>
                </a:lnTo>
              </a:path>
            </a:pathLst>
          </a:custGeom>
          <a:ln w="4680">
            <a:solidFill>
              <a:srgbClr val="4A4A4A"/>
            </a:solidFill>
            <a:round/>
          </a:ln>
        </p:spPr>
        <p:txBody>
          <a:bodyPr lIns="2160" tIns="720" rIns="2160" bIns="7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850" name=""/>
          <p:cNvSpPr/>
          <p:nvPr/>
        </p:nvSpPr>
        <p:spPr>
          <a:xfrm>
            <a:off x="5162760" y="1475640"/>
            <a:ext cx="2520" cy="1440"/>
          </a:xfrm>
          <a:custGeom>
            <a:avLst/>
            <a:gdLst/>
            <a:ahLst/>
            <a:rect l="0" t="0" r="r" b="b"/>
            <a:pathLst>
              <a:path fill="none" w="7" h="4">
                <a:moveTo>
                  <a:pt x="5" y="1"/>
                </a:moveTo>
                <a:lnTo>
                  <a:pt x="7" y="3"/>
                </a:lnTo>
                <a:lnTo>
                  <a:pt x="5" y="3"/>
                </a:lnTo>
                <a:lnTo>
                  <a:pt x="4" y="4"/>
                </a:lnTo>
                <a:lnTo>
                  <a:pt x="4" y="3"/>
                </a:lnTo>
                <a:lnTo>
                  <a:pt x="3" y="3"/>
                </a:lnTo>
                <a:lnTo>
                  <a:pt x="2" y="3"/>
                </a:lnTo>
                <a:lnTo>
                  <a:pt x="3" y="4"/>
                </a:lnTo>
                <a:lnTo>
                  <a:pt x="2" y="4"/>
                </a:lnTo>
                <a:lnTo>
                  <a:pt x="0" y="3"/>
                </a:lnTo>
                <a:lnTo>
                  <a:pt x="2" y="1"/>
                </a:lnTo>
                <a:lnTo>
                  <a:pt x="3" y="1"/>
                </a:lnTo>
                <a:lnTo>
                  <a:pt x="3" y="0"/>
                </a:lnTo>
                <a:lnTo>
                  <a:pt x="4" y="0"/>
                </a:lnTo>
                <a:lnTo>
                  <a:pt x="5" y="0"/>
                </a:lnTo>
                <a:lnTo>
                  <a:pt x="5" y="1"/>
                </a:lnTo>
              </a:path>
            </a:pathLst>
          </a:custGeom>
          <a:ln w="4680">
            <a:solidFill>
              <a:srgbClr val="4A4A4A"/>
            </a:solidFill>
            <a:round/>
          </a:ln>
        </p:spPr>
        <p:txBody>
          <a:bodyPr lIns="2160" tIns="-720" rIns="2160" bIns="-7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851" name=""/>
          <p:cNvSpPr/>
          <p:nvPr/>
        </p:nvSpPr>
        <p:spPr>
          <a:xfrm>
            <a:off x="5185440" y="1473840"/>
            <a:ext cx="720" cy="720"/>
          </a:xfrm>
          <a:custGeom>
            <a:avLst/>
            <a:gdLst/>
            <a:ahLst/>
            <a:rect l="0" t="0" r="r" b="b"/>
            <a:pathLst>
              <a:path fill="none" w="2" h="2">
                <a:moveTo>
                  <a:pt x="2" y="2"/>
                </a:moveTo>
                <a:lnTo>
                  <a:pt x="0" y="2"/>
                </a:lnTo>
                <a:lnTo>
                  <a:pt x="0" y="0"/>
                </a:lnTo>
                <a:lnTo>
                  <a:pt x="2" y="0"/>
                </a:lnTo>
                <a:lnTo>
                  <a:pt x="2" y="2"/>
                </a:lnTo>
              </a:path>
            </a:pathLst>
          </a:custGeom>
          <a:ln w="4680">
            <a:solidFill>
              <a:srgbClr val="4A4A4A"/>
            </a:solidFill>
            <a:round/>
          </a:ln>
        </p:spPr>
        <p:txBody>
          <a:bodyPr lIns="2160" tIns="-1440" rIns="2160" bIns="-144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852" name=""/>
          <p:cNvSpPr/>
          <p:nvPr/>
        </p:nvSpPr>
        <p:spPr>
          <a:xfrm>
            <a:off x="5186520" y="1472400"/>
            <a:ext cx="360" cy="360"/>
          </a:xfrm>
          <a:custGeom>
            <a:avLst/>
            <a:gdLst/>
            <a:ahLst/>
            <a:rect l="0" t="0" r="r" b="b"/>
            <a:pathLst>
              <a:path fill="none" w="1" h="1">
                <a:moveTo>
                  <a:pt x="0" y="1"/>
                </a:moveTo>
                <a:lnTo>
                  <a:pt x="0" y="0"/>
                </a:lnTo>
                <a:lnTo>
                  <a:pt x="1" y="0"/>
                </a:lnTo>
                <a:lnTo>
                  <a:pt x="1" y="1"/>
                </a:lnTo>
                <a:lnTo>
                  <a:pt x="0" y="1"/>
                </a:lnTo>
              </a:path>
            </a:pathLst>
          </a:custGeom>
          <a:ln w="4680">
            <a:solidFill>
              <a:srgbClr val="4A4A4A"/>
            </a:solidFill>
            <a:round/>
          </a:ln>
        </p:spPr>
        <p:txBody>
          <a:bodyPr lIns="2160" tIns="-1800" rIns="2160" bIns="-180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853" name=""/>
          <p:cNvSpPr/>
          <p:nvPr/>
        </p:nvSpPr>
        <p:spPr>
          <a:xfrm>
            <a:off x="5161320" y="1468440"/>
            <a:ext cx="1080" cy="720"/>
          </a:xfrm>
          <a:custGeom>
            <a:avLst/>
            <a:gdLst/>
            <a:ahLst/>
            <a:rect l="0" t="0" r="r" b="b"/>
            <a:pathLst>
              <a:path fill="none" w="3" h="2">
                <a:moveTo>
                  <a:pt x="3" y="0"/>
                </a:moveTo>
                <a:lnTo>
                  <a:pt x="3" y="2"/>
                </a:lnTo>
                <a:lnTo>
                  <a:pt x="1" y="2"/>
                </a:lnTo>
                <a:lnTo>
                  <a:pt x="0" y="2"/>
                </a:lnTo>
                <a:lnTo>
                  <a:pt x="0" y="0"/>
                </a:lnTo>
                <a:lnTo>
                  <a:pt x="1" y="0"/>
                </a:lnTo>
                <a:lnTo>
                  <a:pt x="3" y="0"/>
                </a:lnTo>
              </a:path>
            </a:pathLst>
          </a:custGeom>
          <a:ln w="4680">
            <a:solidFill>
              <a:srgbClr val="4A4A4A"/>
            </a:solidFill>
            <a:round/>
          </a:ln>
        </p:spPr>
        <p:txBody>
          <a:bodyPr lIns="2160" tIns="-1440" rIns="2160" bIns="-144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854" name=""/>
          <p:cNvSpPr/>
          <p:nvPr/>
        </p:nvSpPr>
        <p:spPr>
          <a:xfrm>
            <a:off x="5172120" y="1467360"/>
            <a:ext cx="1440" cy="1440"/>
          </a:xfrm>
          <a:custGeom>
            <a:avLst/>
            <a:gdLst/>
            <a:ahLst/>
            <a:rect l="0" t="0" r="r" b="b"/>
            <a:pathLst>
              <a:path fill="none" w="4" h="4">
                <a:moveTo>
                  <a:pt x="1" y="2"/>
                </a:moveTo>
                <a:lnTo>
                  <a:pt x="1" y="4"/>
                </a:lnTo>
                <a:lnTo>
                  <a:pt x="1" y="2"/>
                </a:lnTo>
                <a:lnTo>
                  <a:pt x="0" y="2"/>
                </a:lnTo>
                <a:lnTo>
                  <a:pt x="0" y="4"/>
                </a:lnTo>
                <a:lnTo>
                  <a:pt x="0" y="2"/>
                </a:lnTo>
                <a:lnTo>
                  <a:pt x="3" y="0"/>
                </a:lnTo>
                <a:lnTo>
                  <a:pt x="4" y="0"/>
                </a:lnTo>
                <a:lnTo>
                  <a:pt x="3" y="2"/>
                </a:lnTo>
                <a:lnTo>
                  <a:pt x="1" y="2"/>
                </a:lnTo>
              </a:path>
            </a:pathLst>
          </a:custGeom>
          <a:ln w="4680">
            <a:solidFill>
              <a:srgbClr val="4A4A4A"/>
            </a:solidFill>
            <a:round/>
          </a:ln>
        </p:spPr>
        <p:txBody>
          <a:bodyPr lIns="2160" tIns="-720" rIns="2160" bIns="-7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855" name=""/>
          <p:cNvSpPr/>
          <p:nvPr/>
        </p:nvSpPr>
        <p:spPr>
          <a:xfrm>
            <a:off x="5162400" y="1467000"/>
            <a:ext cx="1440" cy="720"/>
          </a:xfrm>
          <a:custGeom>
            <a:avLst/>
            <a:gdLst/>
            <a:ahLst/>
            <a:rect l="0" t="0" r="r" b="b"/>
            <a:pathLst>
              <a:path fill="none" w="4" h="2">
                <a:moveTo>
                  <a:pt x="2" y="2"/>
                </a:moveTo>
                <a:lnTo>
                  <a:pt x="4" y="2"/>
                </a:lnTo>
                <a:lnTo>
                  <a:pt x="2" y="2"/>
                </a:lnTo>
                <a:lnTo>
                  <a:pt x="0" y="2"/>
                </a:lnTo>
                <a:lnTo>
                  <a:pt x="0" y="0"/>
                </a:lnTo>
                <a:lnTo>
                  <a:pt x="2" y="0"/>
                </a:lnTo>
                <a:lnTo>
                  <a:pt x="2" y="2"/>
                </a:lnTo>
              </a:path>
            </a:pathLst>
          </a:custGeom>
          <a:ln w="4680">
            <a:solidFill>
              <a:srgbClr val="4A4A4A"/>
            </a:solidFill>
            <a:round/>
          </a:ln>
        </p:spPr>
        <p:txBody>
          <a:bodyPr lIns="2160" tIns="-1440" rIns="2160" bIns="-144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856" name=""/>
          <p:cNvSpPr/>
          <p:nvPr/>
        </p:nvSpPr>
        <p:spPr>
          <a:xfrm>
            <a:off x="5161680" y="1466280"/>
            <a:ext cx="1440" cy="1080"/>
          </a:xfrm>
          <a:custGeom>
            <a:avLst/>
            <a:gdLst/>
            <a:ahLst/>
            <a:rect l="0" t="0" r="r" b="b"/>
            <a:pathLst>
              <a:path fill="none" w="4" h="3">
                <a:moveTo>
                  <a:pt x="4" y="3"/>
                </a:moveTo>
                <a:lnTo>
                  <a:pt x="2" y="3"/>
                </a:lnTo>
                <a:lnTo>
                  <a:pt x="2" y="1"/>
                </a:lnTo>
                <a:lnTo>
                  <a:pt x="0" y="0"/>
                </a:lnTo>
                <a:lnTo>
                  <a:pt x="2" y="0"/>
                </a:lnTo>
                <a:lnTo>
                  <a:pt x="4" y="0"/>
                </a:lnTo>
                <a:lnTo>
                  <a:pt x="4" y="1"/>
                </a:lnTo>
                <a:lnTo>
                  <a:pt x="4" y="3"/>
                </a:lnTo>
              </a:path>
            </a:pathLst>
          </a:custGeom>
          <a:ln w="4680">
            <a:solidFill>
              <a:srgbClr val="4A4A4A"/>
            </a:solidFill>
            <a:round/>
          </a:ln>
        </p:spPr>
        <p:txBody>
          <a:bodyPr lIns="2160" tIns="-1080" rIns="2160" bIns="-108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857" name=""/>
          <p:cNvSpPr/>
          <p:nvPr/>
        </p:nvSpPr>
        <p:spPr>
          <a:xfrm>
            <a:off x="5166360" y="1465920"/>
            <a:ext cx="2520" cy="2880"/>
          </a:xfrm>
          <a:custGeom>
            <a:avLst/>
            <a:gdLst/>
            <a:ahLst/>
            <a:rect l="0" t="0" r="r" b="b"/>
            <a:pathLst>
              <a:path fill="none" w="7" h="8">
                <a:moveTo>
                  <a:pt x="5" y="0"/>
                </a:moveTo>
                <a:lnTo>
                  <a:pt x="6" y="2"/>
                </a:lnTo>
                <a:lnTo>
                  <a:pt x="6" y="3"/>
                </a:lnTo>
                <a:lnTo>
                  <a:pt x="6" y="2"/>
                </a:lnTo>
                <a:lnTo>
                  <a:pt x="5" y="2"/>
                </a:lnTo>
                <a:lnTo>
                  <a:pt x="5" y="3"/>
                </a:lnTo>
                <a:lnTo>
                  <a:pt x="6" y="4"/>
                </a:lnTo>
                <a:lnTo>
                  <a:pt x="6" y="3"/>
                </a:lnTo>
                <a:lnTo>
                  <a:pt x="7" y="4"/>
                </a:lnTo>
                <a:lnTo>
                  <a:pt x="6" y="4"/>
                </a:lnTo>
                <a:lnTo>
                  <a:pt x="6" y="5"/>
                </a:lnTo>
                <a:lnTo>
                  <a:pt x="6" y="6"/>
                </a:lnTo>
                <a:lnTo>
                  <a:pt x="7" y="6"/>
                </a:lnTo>
                <a:lnTo>
                  <a:pt x="6" y="6"/>
                </a:lnTo>
                <a:lnTo>
                  <a:pt x="6" y="8"/>
                </a:lnTo>
                <a:lnTo>
                  <a:pt x="5" y="8"/>
                </a:lnTo>
                <a:lnTo>
                  <a:pt x="5" y="6"/>
                </a:lnTo>
                <a:lnTo>
                  <a:pt x="5" y="5"/>
                </a:lnTo>
                <a:lnTo>
                  <a:pt x="3" y="5"/>
                </a:lnTo>
                <a:lnTo>
                  <a:pt x="2" y="6"/>
                </a:lnTo>
                <a:lnTo>
                  <a:pt x="1" y="5"/>
                </a:lnTo>
                <a:lnTo>
                  <a:pt x="0" y="5"/>
                </a:lnTo>
                <a:lnTo>
                  <a:pt x="0" y="4"/>
                </a:lnTo>
                <a:lnTo>
                  <a:pt x="0" y="2"/>
                </a:lnTo>
                <a:lnTo>
                  <a:pt x="2" y="0"/>
                </a:lnTo>
                <a:lnTo>
                  <a:pt x="3" y="0"/>
                </a:lnTo>
                <a:lnTo>
                  <a:pt x="5" y="0"/>
                </a:lnTo>
              </a:path>
            </a:pathLst>
          </a:custGeom>
          <a:ln w="4680">
            <a:solidFill>
              <a:srgbClr val="4A4A4A"/>
            </a:solidFill>
            <a:round/>
          </a:ln>
        </p:spPr>
        <p:txBody>
          <a:bodyPr lIns="2160" tIns="720" rIns="2160" bIns="7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858" name=""/>
          <p:cNvSpPr/>
          <p:nvPr/>
        </p:nvSpPr>
        <p:spPr>
          <a:xfrm>
            <a:off x="5165640" y="1463400"/>
            <a:ext cx="4680" cy="3240"/>
          </a:xfrm>
          <a:custGeom>
            <a:avLst/>
            <a:gdLst/>
            <a:ahLst/>
            <a:rect l="0" t="0" r="r" b="b"/>
            <a:pathLst>
              <a:path fill="none" w="13" h="9">
                <a:moveTo>
                  <a:pt x="11" y="1"/>
                </a:moveTo>
                <a:lnTo>
                  <a:pt x="9" y="2"/>
                </a:lnTo>
                <a:lnTo>
                  <a:pt x="11" y="3"/>
                </a:lnTo>
                <a:lnTo>
                  <a:pt x="12" y="3"/>
                </a:lnTo>
                <a:lnTo>
                  <a:pt x="13" y="3"/>
                </a:lnTo>
                <a:lnTo>
                  <a:pt x="13" y="4"/>
                </a:lnTo>
                <a:lnTo>
                  <a:pt x="12" y="4"/>
                </a:lnTo>
                <a:lnTo>
                  <a:pt x="12" y="5"/>
                </a:lnTo>
                <a:lnTo>
                  <a:pt x="12" y="8"/>
                </a:lnTo>
                <a:lnTo>
                  <a:pt x="11" y="9"/>
                </a:lnTo>
                <a:lnTo>
                  <a:pt x="9" y="8"/>
                </a:lnTo>
                <a:lnTo>
                  <a:pt x="8" y="8"/>
                </a:lnTo>
                <a:lnTo>
                  <a:pt x="7" y="8"/>
                </a:lnTo>
                <a:lnTo>
                  <a:pt x="6" y="8"/>
                </a:lnTo>
                <a:lnTo>
                  <a:pt x="6" y="7"/>
                </a:lnTo>
                <a:lnTo>
                  <a:pt x="5" y="7"/>
                </a:lnTo>
                <a:lnTo>
                  <a:pt x="4" y="5"/>
                </a:lnTo>
                <a:lnTo>
                  <a:pt x="3" y="5"/>
                </a:lnTo>
                <a:lnTo>
                  <a:pt x="2" y="5"/>
                </a:lnTo>
                <a:lnTo>
                  <a:pt x="1" y="5"/>
                </a:lnTo>
                <a:lnTo>
                  <a:pt x="1" y="7"/>
                </a:lnTo>
                <a:lnTo>
                  <a:pt x="1" y="5"/>
                </a:lnTo>
                <a:lnTo>
                  <a:pt x="0" y="4"/>
                </a:lnTo>
                <a:lnTo>
                  <a:pt x="0" y="3"/>
                </a:lnTo>
                <a:lnTo>
                  <a:pt x="0" y="2"/>
                </a:lnTo>
                <a:lnTo>
                  <a:pt x="0" y="1"/>
                </a:lnTo>
                <a:lnTo>
                  <a:pt x="2" y="1"/>
                </a:lnTo>
                <a:lnTo>
                  <a:pt x="3" y="1"/>
                </a:lnTo>
                <a:lnTo>
                  <a:pt x="4" y="1"/>
                </a:lnTo>
                <a:lnTo>
                  <a:pt x="5" y="1"/>
                </a:lnTo>
                <a:lnTo>
                  <a:pt x="6" y="1"/>
                </a:lnTo>
                <a:lnTo>
                  <a:pt x="7" y="1"/>
                </a:lnTo>
                <a:lnTo>
                  <a:pt x="8" y="1"/>
                </a:lnTo>
                <a:lnTo>
                  <a:pt x="9" y="1"/>
                </a:lnTo>
                <a:lnTo>
                  <a:pt x="9" y="0"/>
                </a:lnTo>
                <a:lnTo>
                  <a:pt x="11" y="1"/>
                </a:lnTo>
              </a:path>
            </a:pathLst>
          </a:custGeom>
          <a:ln w="4680">
            <a:solidFill>
              <a:srgbClr val="4A4A4A"/>
            </a:solidFill>
            <a:round/>
          </a:ln>
        </p:spPr>
        <p:txBody>
          <a:bodyPr lIns="2160" tIns="1080" rIns="2160" bIns="108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859" name=""/>
          <p:cNvSpPr/>
          <p:nvPr/>
        </p:nvSpPr>
        <p:spPr>
          <a:xfrm>
            <a:off x="5157720" y="1462680"/>
            <a:ext cx="0" cy="360"/>
          </a:xfrm>
          <a:prstGeom prst="line">
            <a:avLst/>
          </a:prstGeom>
          <a:ln w="4680">
            <a:solidFill>
              <a:srgbClr val="4A4A4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2160" tIns="-1800" rIns="2160" bIns="-180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860" name=""/>
          <p:cNvSpPr/>
          <p:nvPr/>
        </p:nvSpPr>
        <p:spPr>
          <a:xfrm>
            <a:off x="5168160" y="1462320"/>
            <a:ext cx="1800" cy="720"/>
          </a:xfrm>
          <a:custGeom>
            <a:avLst/>
            <a:gdLst/>
            <a:ahLst/>
            <a:rect l="0" t="0" r="r" b="b"/>
            <a:pathLst>
              <a:path fill="none" w="5" h="2">
                <a:moveTo>
                  <a:pt x="2" y="2"/>
                </a:moveTo>
                <a:lnTo>
                  <a:pt x="0" y="2"/>
                </a:lnTo>
                <a:lnTo>
                  <a:pt x="2" y="2"/>
                </a:lnTo>
                <a:lnTo>
                  <a:pt x="2" y="0"/>
                </a:lnTo>
                <a:lnTo>
                  <a:pt x="3" y="0"/>
                </a:lnTo>
                <a:lnTo>
                  <a:pt x="5" y="0"/>
                </a:lnTo>
                <a:lnTo>
                  <a:pt x="5" y="2"/>
                </a:lnTo>
                <a:lnTo>
                  <a:pt x="3" y="2"/>
                </a:lnTo>
                <a:lnTo>
                  <a:pt x="2" y="2"/>
                </a:lnTo>
              </a:path>
            </a:pathLst>
          </a:custGeom>
          <a:ln w="4680">
            <a:solidFill>
              <a:srgbClr val="4A4A4A"/>
            </a:solidFill>
            <a:round/>
          </a:ln>
        </p:spPr>
        <p:txBody>
          <a:bodyPr lIns="2160" tIns="-1440" rIns="2160" bIns="-144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861" name=""/>
          <p:cNvSpPr/>
          <p:nvPr/>
        </p:nvSpPr>
        <p:spPr>
          <a:xfrm>
            <a:off x="5169240" y="1461960"/>
            <a:ext cx="1440" cy="1440"/>
          </a:xfrm>
          <a:custGeom>
            <a:avLst/>
            <a:gdLst/>
            <a:ahLst/>
            <a:rect l="0" t="0" r="r" b="b"/>
            <a:pathLst>
              <a:path fill="none" w="4" h="4">
                <a:moveTo>
                  <a:pt x="1" y="4"/>
                </a:moveTo>
                <a:lnTo>
                  <a:pt x="0" y="4"/>
                </a:lnTo>
                <a:lnTo>
                  <a:pt x="0" y="2"/>
                </a:lnTo>
                <a:lnTo>
                  <a:pt x="1" y="2"/>
                </a:lnTo>
                <a:lnTo>
                  <a:pt x="3" y="2"/>
                </a:lnTo>
                <a:lnTo>
                  <a:pt x="3" y="0"/>
                </a:lnTo>
                <a:lnTo>
                  <a:pt x="4" y="2"/>
                </a:lnTo>
                <a:lnTo>
                  <a:pt x="3" y="2"/>
                </a:lnTo>
                <a:lnTo>
                  <a:pt x="1" y="4"/>
                </a:lnTo>
              </a:path>
            </a:pathLst>
          </a:custGeom>
          <a:ln w="4680">
            <a:solidFill>
              <a:srgbClr val="4A4A4A"/>
            </a:solidFill>
            <a:round/>
          </a:ln>
        </p:spPr>
        <p:txBody>
          <a:bodyPr lIns="2160" tIns="-720" rIns="2160" bIns="-7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862" name=""/>
          <p:cNvSpPr/>
          <p:nvPr/>
        </p:nvSpPr>
        <p:spPr>
          <a:xfrm>
            <a:off x="5169240" y="1461240"/>
            <a:ext cx="5040" cy="6480"/>
          </a:xfrm>
          <a:custGeom>
            <a:avLst/>
            <a:gdLst/>
            <a:ahLst/>
            <a:rect l="0" t="0" r="r" b="b"/>
            <a:pathLst>
              <a:path fill="none" w="14" h="18">
                <a:moveTo>
                  <a:pt x="12" y="4"/>
                </a:moveTo>
                <a:lnTo>
                  <a:pt x="11" y="4"/>
                </a:lnTo>
                <a:lnTo>
                  <a:pt x="11" y="5"/>
                </a:lnTo>
                <a:lnTo>
                  <a:pt x="12" y="5"/>
                </a:lnTo>
                <a:lnTo>
                  <a:pt x="12" y="6"/>
                </a:lnTo>
                <a:lnTo>
                  <a:pt x="12" y="7"/>
                </a:lnTo>
                <a:lnTo>
                  <a:pt x="14" y="8"/>
                </a:lnTo>
                <a:lnTo>
                  <a:pt x="14" y="9"/>
                </a:lnTo>
                <a:lnTo>
                  <a:pt x="12" y="9"/>
                </a:lnTo>
                <a:lnTo>
                  <a:pt x="10" y="11"/>
                </a:lnTo>
                <a:lnTo>
                  <a:pt x="11" y="11"/>
                </a:lnTo>
                <a:lnTo>
                  <a:pt x="12" y="11"/>
                </a:lnTo>
                <a:lnTo>
                  <a:pt x="14" y="11"/>
                </a:lnTo>
                <a:lnTo>
                  <a:pt x="12" y="12"/>
                </a:lnTo>
                <a:lnTo>
                  <a:pt x="11" y="12"/>
                </a:lnTo>
                <a:lnTo>
                  <a:pt x="11" y="14"/>
                </a:lnTo>
                <a:lnTo>
                  <a:pt x="11" y="15"/>
                </a:lnTo>
                <a:lnTo>
                  <a:pt x="11" y="16"/>
                </a:lnTo>
                <a:lnTo>
                  <a:pt x="11" y="17"/>
                </a:lnTo>
                <a:lnTo>
                  <a:pt x="10" y="18"/>
                </a:lnTo>
                <a:lnTo>
                  <a:pt x="10" y="17"/>
                </a:lnTo>
                <a:lnTo>
                  <a:pt x="9" y="17"/>
                </a:lnTo>
                <a:lnTo>
                  <a:pt x="8" y="17"/>
                </a:lnTo>
                <a:lnTo>
                  <a:pt x="8" y="16"/>
                </a:lnTo>
                <a:lnTo>
                  <a:pt x="8" y="15"/>
                </a:lnTo>
                <a:lnTo>
                  <a:pt x="7" y="15"/>
                </a:lnTo>
                <a:lnTo>
                  <a:pt x="6" y="15"/>
                </a:lnTo>
                <a:lnTo>
                  <a:pt x="5" y="16"/>
                </a:lnTo>
                <a:lnTo>
                  <a:pt x="4" y="16"/>
                </a:lnTo>
                <a:lnTo>
                  <a:pt x="4" y="15"/>
                </a:lnTo>
                <a:lnTo>
                  <a:pt x="5" y="15"/>
                </a:lnTo>
                <a:lnTo>
                  <a:pt x="5" y="14"/>
                </a:lnTo>
                <a:lnTo>
                  <a:pt x="5" y="12"/>
                </a:lnTo>
                <a:lnTo>
                  <a:pt x="4" y="12"/>
                </a:lnTo>
                <a:lnTo>
                  <a:pt x="3" y="10"/>
                </a:lnTo>
                <a:lnTo>
                  <a:pt x="2" y="10"/>
                </a:lnTo>
                <a:lnTo>
                  <a:pt x="2" y="9"/>
                </a:lnTo>
                <a:lnTo>
                  <a:pt x="3" y="9"/>
                </a:lnTo>
                <a:lnTo>
                  <a:pt x="2" y="9"/>
                </a:lnTo>
                <a:lnTo>
                  <a:pt x="1" y="8"/>
                </a:lnTo>
                <a:lnTo>
                  <a:pt x="0" y="8"/>
                </a:lnTo>
                <a:lnTo>
                  <a:pt x="0" y="7"/>
                </a:lnTo>
                <a:lnTo>
                  <a:pt x="0" y="6"/>
                </a:lnTo>
                <a:lnTo>
                  <a:pt x="1" y="5"/>
                </a:lnTo>
                <a:lnTo>
                  <a:pt x="3" y="4"/>
                </a:lnTo>
                <a:lnTo>
                  <a:pt x="3" y="3"/>
                </a:lnTo>
                <a:lnTo>
                  <a:pt x="4" y="3"/>
                </a:lnTo>
                <a:lnTo>
                  <a:pt x="5" y="2"/>
                </a:lnTo>
                <a:lnTo>
                  <a:pt x="5" y="1"/>
                </a:lnTo>
                <a:lnTo>
                  <a:pt x="5" y="0"/>
                </a:lnTo>
                <a:lnTo>
                  <a:pt x="6" y="0"/>
                </a:lnTo>
                <a:lnTo>
                  <a:pt x="7" y="0"/>
                </a:lnTo>
                <a:lnTo>
                  <a:pt x="8" y="1"/>
                </a:lnTo>
                <a:lnTo>
                  <a:pt x="9" y="2"/>
                </a:lnTo>
                <a:lnTo>
                  <a:pt x="10" y="2"/>
                </a:lnTo>
                <a:lnTo>
                  <a:pt x="11" y="3"/>
                </a:lnTo>
                <a:lnTo>
                  <a:pt x="12" y="4"/>
                </a:lnTo>
              </a:path>
            </a:pathLst>
          </a:custGeom>
          <a:ln w="4680">
            <a:solidFill>
              <a:srgbClr val="4A4A4A"/>
            </a:solidFill>
            <a:round/>
          </a:ln>
        </p:spPr>
        <p:txBody>
          <a:bodyPr lIns="2160" tIns="2160" rIns="2160" bIns="21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863" name=""/>
          <p:cNvSpPr/>
          <p:nvPr/>
        </p:nvSpPr>
        <p:spPr>
          <a:xfrm>
            <a:off x="5171760" y="1460520"/>
            <a:ext cx="1800" cy="2160"/>
          </a:xfrm>
          <a:custGeom>
            <a:avLst/>
            <a:gdLst/>
            <a:ahLst/>
            <a:rect l="0" t="0" r="r" b="b"/>
            <a:pathLst>
              <a:path fill="none" w="5" h="6">
                <a:moveTo>
                  <a:pt x="4" y="3"/>
                </a:moveTo>
                <a:lnTo>
                  <a:pt x="5" y="3"/>
                </a:lnTo>
                <a:lnTo>
                  <a:pt x="5" y="4"/>
                </a:lnTo>
                <a:lnTo>
                  <a:pt x="5" y="6"/>
                </a:lnTo>
                <a:lnTo>
                  <a:pt x="4" y="6"/>
                </a:lnTo>
                <a:lnTo>
                  <a:pt x="2" y="4"/>
                </a:lnTo>
                <a:lnTo>
                  <a:pt x="1" y="3"/>
                </a:lnTo>
                <a:lnTo>
                  <a:pt x="0" y="3"/>
                </a:lnTo>
                <a:lnTo>
                  <a:pt x="0" y="2"/>
                </a:lnTo>
                <a:lnTo>
                  <a:pt x="1" y="2"/>
                </a:lnTo>
                <a:lnTo>
                  <a:pt x="2" y="0"/>
                </a:lnTo>
                <a:lnTo>
                  <a:pt x="2" y="2"/>
                </a:lnTo>
                <a:lnTo>
                  <a:pt x="2" y="3"/>
                </a:lnTo>
                <a:lnTo>
                  <a:pt x="4" y="3"/>
                </a:lnTo>
              </a:path>
            </a:pathLst>
          </a:custGeom>
          <a:ln w="4680">
            <a:solidFill>
              <a:srgbClr val="4A4A4A"/>
            </a:solidFill>
            <a:round/>
          </a:ln>
        </p:spPr>
        <p:txBody>
          <a:bodyPr lIns="2160" tIns="0" rIns="216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864" name=""/>
          <p:cNvSpPr/>
          <p:nvPr/>
        </p:nvSpPr>
        <p:spPr>
          <a:xfrm>
            <a:off x="5171760" y="1459800"/>
            <a:ext cx="1080" cy="1080"/>
          </a:xfrm>
          <a:custGeom>
            <a:avLst/>
            <a:gdLst/>
            <a:ahLst/>
            <a:rect l="0" t="0" r="r" b="b"/>
            <a:pathLst>
              <a:path fill="none" w="3" h="3">
                <a:moveTo>
                  <a:pt x="0" y="3"/>
                </a:moveTo>
                <a:lnTo>
                  <a:pt x="0" y="0"/>
                </a:lnTo>
                <a:lnTo>
                  <a:pt x="2" y="0"/>
                </a:lnTo>
                <a:lnTo>
                  <a:pt x="2" y="1"/>
                </a:lnTo>
                <a:lnTo>
                  <a:pt x="3" y="1"/>
                </a:lnTo>
                <a:lnTo>
                  <a:pt x="3" y="3"/>
                </a:lnTo>
                <a:lnTo>
                  <a:pt x="2" y="3"/>
                </a:lnTo>
                <a:lnTo>
                  <a:pt x="0" y="3"/>
                </a:lnTo>
              </a:path>
            </a:pathLst>
          </a:custGeom>
          <a:ln w="4680">
            <a:solidFill>
              <a:srgbClr val="4A4A4A"/>
            </a:solidFill>
            <a:round/>
          </a:ln>
        </p:spPr>
        <p:txBody>
          <a:bodyPr lIns="2160" tIns="-1080" rIns="2160" bIns="-108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865" name=""/>
          <p:cNvSpPr/>
          <p:nvPr/>
        </p:nvSpPr>
        <p:spPr>
          <a:xfrm>
            <a:off x="5174640" y="1459440"/>
            <a:ext cx="2520" cy="2880"/>
          </a:xfrm>
          <a:custGeom>
            <a:avLst/>
            <a:gdLst/>
            <a:ahLst/>
            <a:rect l="0" t="0" r="r" b="b"/>
            <a:pathLst>
              <a:path fill="none" w="7" h="8">
                <a:moveTo>
                  <a:pt x="2" y="4"/>
                </a:moveTo>
                <a:lnTo>
                  <a:pt x="3" y="5"/>
                </a:lnTo>
                <a:lnTo>
                  <a:pt x="4" y="5"/>
                </a:lnTo>
                <a:lnTo>
                  <a:pt x="6" y="5"/>
                </a:lnTo>
                <a:lnTo>
                  <a:pt x="6" y="4"/>
                </a:lnTo>
                <a:lnTo>
                  <a:pt x="7" y="4"/>
                </a:lnTo>
                <a:lnTo>
                  <a:pt x="6" y="5"/>
                </a:lnTo>
                <a:lnTo>
                  <a:pt x="6" y="6"/>
                </a:lnTo>
                <a:lnTo>
                  <a:pt x="4" y="7"/>
                </a:lnTo>
                <a:lnTo>
                  <a:pt x="4" y="6"/>
                </a:lnTo>
                <a:lnTo>
                  <a:pt x="3" y="6"/>
                </a:lnTo>
                <a:lnTo>
                  <a:pt x="2" y="6"/>
                </a:lnTo>
                <a:lnTo>
                  <a:pt x="2" y="7"/>
                </a:lnTo>
                <a:lnTo>
                  <a:pt x="2" y="8"/>
                </a:lnTo>
                <a:lnTo>
                  <a:pt x="0" y="8"/>
                </a:lnTo>
                <a:lnTo>
                  <a:pt x="0" y="6"/>
                </a:lnTo>
                <a:lnTo>
                  <a:pt x="1" y="6"/>
                </a:lnTo>
                <a:lnTo>
                  <a:pt x="2" y="5"/>
                </a:lnTo>
                <a:lnTo>
                  <a:pt x="2" y="4"/>
                </a:lnTo>
                <a:lnTo>
                  <a:pt x="1" y="4"/>
                </a:lnTo>
                <a:lnTo>
                  <a:pt x="1" y="2"/>
                </a:lnTo>
                <a:lnTo>
                  <a:pt x="1" y="1"/>
                </a:lnTo>
                <a:lnTo>
                  <a:pt x="1" y="0"/>
                </a:lnTo>
                <a:lnTo>
                  <a:pt x="2" y="0"/>
                </a:lnTo>
                <a:lnTo>
                  <a:pt x="2" y="1"/>
                </a:lnTo>
                <a:lnTo>
                  <a:pt x="4" y="2"/>
                </a:lnTo>
                <a:lnTo>
                  <a:pt x="3" y="2"/>
                </a:lnTo>
                <a:lnTo>
                  <a:pt x="2" y="4"/>
                </a:lnTo>
              </a:path>
            </a:pathLst>
          </a:custGeom>
          <a:ln w="4680">
            <a:solidFill>
              <a:srgbClr val="4A4A4A"/>
            </a:solidFill>
            <a:round/>
          </a:ln>
        </p:spPr>
        <p:txBody>
          <a:bodyPr lIns="2160" tIns="720" rIns="2160" bIns="7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866" name=""/>
          <p:cNvSpPr/>
          <p:nvPr/>
        </p:nvSpPr>
        <p:spPr>
          <a:xfrm>
            <a:off x="5172840" y="1458720"/>
            <a:ext cx="1080" cy="720"/>
          </a:xfrm>
          <a:custGeom>
            <a:avLst/>
            <a:gdLst/>
            <a:ahLst/>
            <a:rect l="0" t="0" r="r" b="b"/>
            <a:pathLst>
              <a:path fill="none" w="3" h="2">
                <a:moveTo>
                  <a:pt x="1" y="2"/>
                </a:moveTo>
                <a:lnTo>
                  <a:pt x="0" y="0"/>
                </a:lnTo>
                <a:lnTo>
                  <a:pt x="1" y="0"/>
                </a:lnTo>
                <a:lnTo>
                  <a:pt x="3" y="2"/>
                </a:lnTo>
                <a:lnTo>
                  <a:pt x="1" y="2"/>
                </a:lnTo>
              </a:path>
            </a:pathLst>
          </a:custGeom>
          <a:ln w="4680">
            <a:solidFill>
              <a:srgbClr val="4A4A4A"/>
            </a:solidFill>
            <a:round/>
          </a:ln>
        </p:spPr>
        <p:txBody>
          <a:bodyPr lIns="2160" tIns="-1440" rIns="2160" bIns="-144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867" name=""/>
          <p:cNvSpPr/>
          <p:nvPr/>
        </p:nvSpPr>
        <p:spPr>
          <a:xfrm>
            <a:off x="5173560" y="1458360"/>
            <a:ext cx="720" cy="720"/>
          </a:xfrm>
          <a:custGeom>
            <a:avLst/>
            <a:gdLst/>
            <a:ahLst/>
            <a:rect l="0" t="0" r="r" b="b"/>
            <a:pathLst>
              <a:path fill="none" w="2" h="2">
                <a:moveTo>
                  <a:pt x="2" y="2"/>
                </a:moveTo>
                <a:lnTo>
                  <a:pt x="0" y="2"/>
                </a:lnTo>
                <a:lnTo>
                  <a:pt x="0" y="0"/>
                </a:lnTo>
                <a:lnTo>
                  <a:pt x="2" y="0"/>
                </a:lnTo>
                <a:lnTo>
                  <a:pt x="2" y="2"/>
                </a:lnTo>
              </a:path>
            </a:pathLst>
          </a:custGeom>
          <a:ln w="4680">
            <a:solidFill>
              <a:srgbClr val="4A4A4A"/>
            </a:solidFill>
            <a:round/>
          </a:ln>
        </p:spPr>
        <p:txBody>
          <a:bodyPr lIns="2160" tIns="-1440" rIns="2160" bIns="-144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868" name=""/>
          <p:cNvSpPr/>
          <p:nvPr/>
        </p:nvSpPr>
        <p:spPr>
          <a:xfrm>
            <a:off x="5164560" y="1456200"/>
            <a:ext cx="1440" cy="1800"/>
          </a:xfrm>
          <a:custGeom>
            <a:avLst/>
            <a:gdLst/>
            <a:ahLst/>
            <a:rect l="0" t="0" r="r" b="b"/>
            <a:pathLst>
              <a:path fill="none" w="4" h="5">
                <a:moveTo>
                  <a:pt x="2" y="5"/>
                </a:moveTo>
                <a:lnTo>
                  <a:pt x="2" y="4"/>
                </a:lnTo>
                <a:lnTo>
                  <a:pt x="0" y="3"/>
                </a:lnTo>
                <a:lnTo>
                  <a:pt x="2" y="3"/>
                </a:lnTo>
                <a:lnTo>
                  <a:pt x="2" y="2"/>
                </a:lnTo>
                <a:lnTo>
                  <a:pt x="2" y="0"/>
                </a:lnTo>
                <a:lnTo>
                  <a:pt x="2" y="3"/>
                </a:lnTo>
                <a:lnTo>
                  <a:pt x="4" y="3"/>
                </a:lnTo>
                <a:lnTo>
                  <a:pt x="4" y="4"/>
                </a:lnTo>
                <a:lnTo>
                  <a:pt x="2" y="4"/>
                </a:lnTo>
                <a:lnTo>
                  <a:pt x="2" y="5"/>
                </a:lnTo>
              </a:path>
            </a:pathLst>
          </a:custGeom>
          <a:ln w="4680">
            <a:solidFill>
              <a:srgbClr val="4A4A4A"/>
            </a:solidFill>
            <a:round/>
          </a:ln>
        </p:spPr>
        <p:txBody>
          <a:bodyPr lIns="2160" tIns="-360" rIns="2160" bIns="-3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869" name=""/>
          <p:cNvSpPr/>
          <p:nvPr/>
        </p:nvSpPr>
        <p:spPr>
          <a:xfrm>
            <a:off x="5171400" y="1453320"/>
            <a:ext cx="1440" cy="1440"/>
          </a:xfrm>
          <a:custGeom>
            <a:avLst/>
            <a:gdLst/>
            <a:ahLst/>
            <a:rect l="0" t="0" r="r" b="b"/>
            <a:pathLst>
              <a:path fill="none" w="4" h="4">
                <a:moveTo>
                  <a:pt x="2" y="4"/>
                </a:moveTo>
                <a:lnTo>
                  <a:pt x="0" y="2"/>
                </a:lnTo>
                <a:lnTo>
                  <a:pt x="0" y="0"/>
                </a:lnTo>
                <a:lnTo>
                  <a:pt x="2" y="0"/>
                </a:lnTo>
                <a:lnTo>
                  <a:pt x="2" y="2"/>
                </a:lnTo>
                <a:lnTo>
                  <a:pt x="4" y="2"/>
                </a:lnTo>
                <a:lnTo>
                  <a:pt x="2" y="4"/>
                </a:lnTo>
              </a:path>
            </a:pathLst>
          </a:custGeom>
          <a:ln w="4680">
            <a:solidFill>
              <a:srgbClr val="4A4A4A"/>
            </a:solidFill>
            <a:round/>
          </a:ln>
        </p:spPr>
        <p:txBody>
          <a:bodyPr lIns="2160" tIns="-720" rIns="2160" bIns="-7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870" name=""/>
          <p:cNvSpPr/>
          <p:nvPr/>
        </p:nvSpPr>
        <p:spPr>
          <a:xfrm>
            <a:off x="5172120" y="1450080"/>
            <a:ext cx="720" cy="360"/>
          </a:xfrm>
          <a:custGeom>
            <a:avLst/>
            <a:gdLst/>
            <a:ahLst/>
            <a:rect l="0" t="0" r="r" b="b"/>
            <a:pathLst>
              <a:path fill="none" w="2" h="1">
                <a:moveTo>
                  <a:pt x="1" y="1"/>
                </a:moveTo>
                <a:lnTo>
                  <a:pt x="0" y="1"/>
                </a:lnTo>
                <a:lnTo>
                  <a:pt x="0" y="0"/>
                </a:lnTo>
                <a:lnTo>
                  <a:pt x="1" y="0"/>
                </a:lnTo>
                <a:lnTo>
                  <a:pt x="2" y="0"/>
                </a:lnTo>
                <a:lnTo>
                  <a:pt x="1" y="1"/>
                </a:lnTo>
              </a:path>
            </a:pathLst>
          </a:custGeom>
          <a:ln w="4680">
            <a:solidFill>
              <a:srgbClr val="4A4A4A"/>
            </a:solidFill>
            <a:round/>
          </a:ln>
        </p:spPr>
        <p:txBody>
          <a:bodyPr lIns="2160" tIns="-1800" rIns="2160" bIns="-180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871" name=""/>
          <p:cNvSpPr/>
          <p:nvPr/>
        </p:nvSpPr>
        <p:spPr>
          <a:xfrm>
            <a:off x="5181120" y="1450080"/>
            <a:ext cx="360" cy="360"/>
          </a:xfrm>
          <a:custGeom>
            <a:avLst/>
            <a:gdLst/>
            <a:ahLst/>
            <a:rect l="0" t="0" r="r" b="b"/>
            <a:pathLst>
              <a:path fill="none" w="1" h="1">
                <a:moveTo>
                  <a:pt x="0" y="1"/>
                </a:moveTo>
                <a:lnTo>
                  <a:pt x="0" y="0"/>
                </a:lnTo>
                <a:lnTo>
                  <a:pt x="1" y="0"/>
                </a:lnTo>
                <a:lnTo>
                  <a:pt x="1" y="1"/>
                </a:lnTo>
                <a:lnTo>
                  <a:pt x="0" y="1"/>
                </a:lnTo>
              </a:path>
            </a:pathLst>
          </a:custGeom>
          <a:ln w="4680">
            <a:solidFill>
              <a:srgbClr val="4A4A4A"/>
            </a:solidFill>
            <a:round/>
          </a:ln>
        </p:spPr>
        <p:txBody>
          <a:bodyPr lIns="2160" tIns="-1800" rIns="2160" bIns="-180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872" name=""/>
          <p:cNvSpPr/>
          <p:nvPr/>
        </p:nvSpPr>
        <p:spPr>
          <a:xfrm>
            <a:off x="5178960" y="1449360"/>
            <a:ext cx="360" cy="360"/>
          </a:xfrm>
          <a:custGeom>
            <a:avLst/>
            <a:gdLst/>
            <a:ahLst/>
            <a:rect l="0" t="0" r="r" b="b"/>
            <a:pathLst>
              <a:path fill="none" w="1" h="1">
                <a:moveTo>
                  <a:pt x="0" y="1"/>
                </a:moveTo>
                <a:lnTo>
                  <a:pt x="0" y="0"/>
                </a:lnTo>
                <a:lnTo>
                  <a:pt x="1" y="0"/>
                </a:lnTo>
                <a:lnTo>
                  <a:pt x="0" y="1"/>
                </a:lnTo>
              </a:path>
            </a:pathLst>
          </a:custGeom>
          <a:ln w="4680">
            <a:solidFill>
              <a:srgbClr val="4A4A4A"/>
            </a:solidFill>
            <a:round/>
          </a:ln>
        </p:spPr>
        <p:txBody>
          <a:bodyPr lIns="2160" tIns="-1800" rIns="2160" bIns="-180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873" name=""/>
          <p:cNvSpPr/>
          <p:nvPr/>
        </p:nvSpPr>
        <p:spPr>
          <a:xfrm>
            <a:off x="5154840" y="1449000"/>
            <a:ext cx="360" cy="360"/>
          </a:xfrm>
          <a:custGeom>
            <a:avLst/>
            <a:gdLst/>
            <a:ahLst/>
            <a:rect l="0" t="0" r="r" b="b"/>
            <a:pathLst>
              <a:path fill="none" w="1" h="1">
                <a:moveTo>
                  <a:pt x="0" y="1"/>
                </a:moveTo>
                <a:lnTo>
                  <a:pt x="1" y="1"/>
                </a:lnTo>
                <a:lnTo>
                  <a:pt x="1" y="0"/>
                </a:lnTo>
                <a:lnTo>
                  <a:pt x="1" y="1"/>
                </a:lnTo>
                <a:lnTo>
                  <a:pt x="0" y="1"/>
                </a:lnTo>
              </a:path>
            </a:pathLst>
          </a:custGeom>
          <a:ln w="4680">
            <a:solidFill>
              <a:srgbClr val="4A4A4A"/>
            </a:solidFill>
            <a:round/>
          </a:ln>
        </p:spPr>
        <p:txBody>
          <a:bodyPr lIns="2160" tIns="-1800" rIns="2160" bIns="-180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874" name=""/>
          <p:cNvSpPr/>
          <p:nvPr/>
        </p:nvSpPr>
        <p:spPr>
          <a:xfrm>
            <a:off x="5155200" y="1448280"/>
            <a:ext cx="1080" cy="1080"/>
          </a:xfrm>
          <a:custGeom>
            <a:avLst/>
            <a:gdLst/>
            <a:ahLst/>
            <a:rect l="0" t="0" r="r" b="b"/>
            <a:pathLst>
              <a:path fill="none" w="3" h="3">
                <a:moveTo>
                  <a:pt x="0" y="3"/>
                </a:moveTo>
                <a:lnTo>
                  <a:pt x="2" y="1"/>
                </a:lnTo>
                <a:lnTo>
                  <a:pt x="3" y="1"/>
                </a:lnTo>
                <a:lnTo>
                  <a:pt x="3" y="0"/>
                </a:lnTo>
                <a:lnTo>
                  <a:pt x="3" y="1"/>
                </a:lnTo>
                <a:lnTo>
                  <a:pt x="0" y="3"/>
                </a:lnTo>
              </a:path>
            </a:pathLst>
          </a:custGeom>
          <a:ln w="4680">
            <a:solidFill>
              <a:srgbClr val="4A4A4A"/>
            </a:solidFill>
            <a:round/>
          </a:ln>
        </p:spPr>
        <p:txBody>
          <a:bodyPr lIns="2160" tIns="-1080" rIns="2160" bIns="-108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875" name=""/>
          <p:cNvSpPr/>
          <p:nvPr/>
        </p:nvSpPr>
        <p:spPr>
          <a:xfrm>
            <a:off x="5153760" y="1447560"/>
            <a:ext cx="1440" cy="1440"/>
          </a:xfrm>
          <a:custGeom>
            <a:avLst/>
            <a:gdLst/>
            <a:ahLst/>
            <a:rect l="0" t="0" r="r" b="b"/>
            <a:pathLst>
              <a:path fill="none" w="4" h="4">
                <a:moveTo>
                  <a:pt x="3" y="2"/>
                </a:moveTo>
                <a:lnTo>
                  <a:pt x="4" y="2"/>
                </a:lnTo>
                <a:lnTo>
                  <a:pt x="4" y="4"/>
                </a:lnTo>
                <a:lnTo>
                  <a:pt x="3" y="4"/>
                </a:lnTo>
                <a:lnTo>
                  <a:pt x="3" y="2"/>
                </a:lnTo>
                <a:lnTo>
                  <a:pt x="1" y="2"/>
                </a:lnTo>
                <a:lnTo>
                  <a:pt x="0" y="2"/>
                </a:lnTo>
                <a:lnTo>
                  <a:pt x="0" y="0"/>
                </a:lnTo>
                <a:lnTo>
                  <a:pt x="1" y="0"/>
                </a:lnTo>
                <a:lnTo>
                  <a:pt x="3" y="0"/>
                </a:lnTo>
                <a:lnTo>
                  <a:pt x="3" y="2"/>
                </a:lnTo>
              </a:path>
            </a:pathLst>
          </a:custGeom>
          <a:ln w="4680">
            <a:solidFill>
              <a:srgbClr val="4A4A4A"/>
            </a:solidFill>
            <a:round/>
          </a:ln>
        </p:spPr>
        <p:txBody>
          <a:bodyPr lIns="2160" tIns="-720" rIns="2160" bIns="-7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876" name=""/>
          <p:cNvSpPr/>
          <p:nvPr/>
        </p:nvSpPr>
        <p:spPr>
          <a:xfrm>
            <a:off x="5178960" y="1447560"/>
            <a:ext cx="2160" cy="1800"/>
          </a:xfrm>
          <a:custGeom>
            <a:avLst/>
            <a:gdLst/>
            <a:ahLst/>
            <a:rect l="0" t="0" r="r" b="b"/>
            <a:pathLst>
              <a:path fill="none" w="6" h="5">
                <a:moveTo>
                  <a:pt x="6" y="0"/>
                </a:moveTo>
                <a:lnTo>
                  <a:pt x="6" y="2"/>
                </a:lnTo>
                <a:lnTo>
                  <a:pt x="3" y="2"/>
                </a:lnTo>
                <a:lnTo>
                  <a:pt x="2" y="2"/>
                </a:lnTo>
                <a:lnTo>
                  <a:pt x="2" y="3"/>
                </a:lnTo>
                <a:lnTo>
                  <a:pt x="3" y="3"/>
                </a:lnTo>
                <a:lnTo>
                  <a:pt x="2" y="4"/>
                </a:lnTo>
                <a:lnTo>
                  <a:pt x="1" y="4"/>
                </a:lnTo>
                <a:lnTo>
                  <a:pt x="1" y="5"/>
                </a:lnTo>
                <a:lnTo>
                  <a:pt x="0" y="5"/>
                </a:lnTo>
                <a:lnTo>
                  <a:pt x="0" y="4"/>
                </a:lnTo>
                <a:lnTo>
                  <a:pt x="0" y="3"/>
                </a:lnTo>
                <a:lnTo>
                  <a:pt x="1" y="4"/>
                </a:lnTo>
                <a:lnTo>
                  <a:pt x="2" y="3"/>
                </a:lnTo>
                <a:lnTo>
                  <a:pt x="2" y="2"/>
                </a:lnTo>
                <a:lnTo>
                  <a:pt x="2" y="0"/>
                </a:lnTo>
                <a:lnTo>
                  <a:pt x="3" y="0"/>
                </a:lnTo>
                <a:lnTo>
                  <a:pt x="5" y="0"/>
                </a:lnTo>
                <a:lnTo>
                  <a:pt x="6" y="0"/>
                </a:lnTo>
              </a:path>
            </a:pathLst>
          </a:custGeom>
          <a:ln w="4680">
            <a:solidFill>
              <a:srgbClr val="4A4A4A"/>
            </a:solidFill>
            <a:round/>
          </a:ln>
        </p:spPr>
        <p:txBody>
          <a:bodyPr lIns="2160" tIns="-360" rIns="2160" bIns="-3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877" name=""/>
          <p:cNvSpPr/>
          <p:nvPr/>
        </p:nvSpPr>
        <p:spPr>
          <a:xfrm>
            <a:off x="5170680" y="1447200"/>
            <a:ext cx="360" cy="360"/>
          </a:xfrm>
          <a:custGeom>
            <a:avLst/>
            <a:gdLst/>
            <a:ahLst/>
            <a:rect l="0" t="0" r="r" b="b"/>
            <a:pathLst>
              <a:path fill="none" w="1" h="1">
                <a:moveTo>
                  <a:pt x="1" y="1"/>
                </a:moveTo>
                <a:lnTo>
                  <a:pt x="0" y="1"/>
                </a:lnTo>
                <a:lnTo>
                  <a:pt x="0" y="0"/>
                </a:lnTo>
                <a:lnTo>
                  <a:pt x="1" y="1"/>
                </a:lnTo>
              </a:path>
            </a:pathLst>
          </a:custGeom>
          <a:ln w="4680">
            <a:solidFill>
              <a:srgbClr val="4A4A4A"/>
            </a:solidFill>
            <a:round/>
          </a:ln>
        </p:spPr>
        <p:txBody>
          <a:bodyPr lIns="2160" tIns="-1800" rIns="2160" bIns="-180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878" name=""/>
          <p:cNvSpPr/>
          <p:nvPr/>
        </p:nvSpPr>
        <p:spPr>
          <a:xfrm>
            <a:off x="5154480" y="1447200"/>
            <a:ext cx="360" cy="360"/>
          </a:xfrm>
          <a:custGeom>
            <a:avLst/>
            <a:gdLst/>
            <a:ahLst/>
            <a:rect l="0" t="0" r="r" b="b"/>
            <a:pathLst>
              <a:path fill="none" w="1" h="1">
                <a:moveTo>
                  <a:pt x="1" y="1"/>
                </a:moveTo>
                <a:lnTo>
                  <a:pt x="0" y="1"/>
                </a:lnTo>
                <a:lnTo>
                  <a:pt x="0" y="0"/>
                </a:lnTo>
                <a:lnTo>
                  <a:pt x="1" y="0"/>
                </a:lnTo>
                <a:lnTo>
                  <a:pt x="1" y="1"/>
                </a:lnTo>
              </a:path>
            </a:pathLst>
          </a:custGeom>
          <a:ln w="4680">
            <a:solidFill>
              <a:srgbClr val="4A4A4A"/>
            </a:solidFill>
            <a:round/>
          </a:ln>
        </p:spPr>
        <p:txBody>
          <a:bodyPr lIns="2160" tIns="-1800" rIns="2160" bIns="-180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879" name=""/>
          <p:cNvSpPr/>
          <p:nvPr/>
        </p:nvSpPr>
        <p:spPr>
          <a:xfrm>
            <a:off x="5155920" y="1446840"/>
            <a:ext cx="360" cy="360"/>
          </a:xfrm>
          <a:custGeom>
            <a:avLst/>
            <a:gdLst/>
            <a:ahLst/>
            <a:rect l="0" t="0" r="r" b="b"/>
            <a:pathLst>
              <a:path fill="none" w="1" h="1">
                <a:moveTo>
                  <a:pt x="1" y="1"/>
                </a:moveTo>
                <a:lnTo>
                  <a:pt x="0" y="1"/>
                </a:lnTo>
                <a:lnTo>
                  <a:pt x="0" y="0"/>
                </a:lnTo>
                <a:lnTo>
                  <a:pt x="1" y="0"/>
                </a:lnTo>
                <a:lnTo>
                  <a:pt x="1" y="1"/>
                </a:lnTo>
              </a:path>
            </a:pathLst>
          </a:custGeom>
          <a:ln w="4680">
            <a:solidFill>
              <a:srgbClr val="4A4A4A"/>
            </a:solidFill>
            <a:round/>
          </a:ln>
        </p:spPr>
        <p:txBody>
          <a:bodyPr lIns="2160" tIns="-1800" rIns="2160" bIns="-180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880" name=""/>
          <p:cNvSpPr/>
          <p:nvPr/>
        </p:nvSpPr>
        <p:spPr>
          <a:xfrm>
            <a:off x="5157720" y="1446840"/>
            <a:ext cx="0" cy="0"/>
          </a:xfrm>
          <a:custGeom>
            <a:avLst/>
            <a:gdLst/>
            <a:ahLst/>
            <a:rect l="0" t="0" r="r" b="b"/>
            <a:pathLst>
              <a:path fill="none" w="0" h="0">
                <a:moveTo>
                  <a:pt x="0" y="0"/>
                </a:moveTo>
              </a:path>
            </a:pathLst>
          </a:custGeom>
          <a:ln w="4680">
            <a:solidFill>
              <a:srgbClr val="4A4A4A"/>
            </a:solidFill>
            <a:round/>
          </a:ln>
        </p:spPr>
        <p:txBody>
          <a:bodyPr lIns="2160" tIns="-2160" rIns="2160" bIns="-21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881" name=""/>
          <p:cNvSpPr/>
          <p:nvPr/>
        </p:nvSpPr>
        <p:spPr>
          <a:xfrm>
            <a:off x="5178960" y="1446480"/>
            <a:ext cx="720" cy="1440"/>
          </a:xfrm>
          <a:custGeom>
            <a:avLst/>
            <a:gdLst/>
            <a:ahLst/>
            <a:rect l="0" t="0" r="r" b="b"/>
            <a:pathLst>
              <a:path fill="none" w="2" h="4">
                <a:moveTo>
                  <a:pt x="2" y="2"/>
                </a:moveTo>
                <a:lnTo>
                  <a:pt x="0" y="4"/>
                </a:lnTo>
                <a:lnTo>
                  <a:pt x="0" y="2"/>
                </a:lnTo>
                <a:lnTo>
                  <a:pt x="0" y="0"/>
                </a:lnTo>
                <a:lnTo>
                  <a:pt x="2" y="0"/>
                </a:lnTo>
                <a:lnTo>
                  <a:pt x="2" y="2"/>
                </a:lnTo>
              </a:path>
            </a:pathLst>
          </a:custGeom>
          <a:ln w="4680">
            <a:solidFill>
              <a:srgbClr val="4A4A4A"/>
            </a:solidFill>
            <a:round/>
          </a:ln>
        </p:spPr>
        <p:txBody>
          <a:bodyPr lIns="2160" tIns="-720" rIns="2160" bIns="-7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882" name=""/>
          <p:cNvSpPr/>
          <p:nvPr/>
        </p:nvSpPr>
        <p:spPr>
          <a:xfrm>
            <a:off x="5170320" y="1445760"/>
            <a:ext cx="1080" cy="1440"/>
          </a:xfrm>
          <a:custGeom>
            <a:avLst/>
            <a:gdLst/>
            <a:ahLst/>
            <a:rect l="0" t="0" r="r" b="b"/>
            <a:pathLst>
              <a:path fill="none" w="3" h="4">
                <a:moveTo>
                  <a:pt x="3" y="2"/>
                </a:moveTo>
                <a:lnTo>
                  <a:pt x="2" y="2"/>
                </a:lnTo>
                <a:lnTo>
                  <a:pt x="2" y="4"/>
                </a:lnTo>
                <a:lnTo>
                  <a:pt x="0" y="4"/>
                </a:lnTo>
                <a:lnTo>
                  <a:pt x="0" y="2"/>
                </a:lnTo>
                <a:lnTo>
                  <a:pt x="2" y="0"/>
                </a:lnTo>
                <a:lnTo>
                  <a:pt x="3" y="0"/>
                </a:lnTo>
                <a:lnTo>
                  <a:pt x="3" y="2"/>
                </a:lnTo>
              </a:path>
            </a:pathLst>
          </a:custGeom>
          <a:ln w="4680">
            <a:solidFill>
              <a:srgbClr val="4A4A4A"/>
            </a:solidFill>
            <a:round/>
          </a:ln>
        </p:spPr>
        <p:txBody>
          <a:bodyPr lIns="2160" tIns="-720" rIns="2160" bIns="-7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883" name=""/>
          <p:cNvSpPr/>
          <p:nvPr/>
        </p:nvSpPr>
        <p:spPr>
          <a:xfrm>
            <a:off x="5157720" y="1445760"/>
            <a:ext cx="1800" cy="1080"/>
          </a:xfrm>
          <a:custGeom>
            <a:avLst/>
            <a:gdLst/>
            <a:ahLst/>
            <a:rect l="0" t="0" r="r" b="b"/>
            <a:pathLst>
              <a:path fill="none" w="5" h="3">
                <a:moveTo>
                  <a:pt x="4" y="0"/>
                </a:moveTo>
                <a:lnTo>
                  <a:pt x="5" y="2"/>
                </a:lnTo>
                <a:lnTo>
                  <a:pt x="4" y="2"/>
                </a:lnTo>
                <a:lnTo>
                  <a:pt x="4" y="3"/>
                </a:lnTo>
                <a:lnTo>
                  <a:pt x="2" y="3"/>
                </a:lnTo>
                <a:lnTo>
                  <a:pt x="1" y="3"/>
                </a:lnTo>
                <a:lnTo>
                  <a:pt x="0" y="3"/>
                </a:lnTo>
                <a:lnTo>
                  <a:pt x="1" y="2"/>
                </a:lnTo>
                <a:lnTo>
                  <a:pt x="2" y="0"/>
                </a:lnTo>
                <a:lnTo>
                  <a:pt x="4" y="0"/>
                </a:lnTo>
              </a:path>
            </a:pathLst>
          </a:custGeom>
          <a:ln w="4680">
            <a:solidFill>
              <a:srgbClr val="4A4A4A"/>
            </a:solidFill>
            <a:round/>
          </a:ln>
        </p:spPr>
        <p:txBody>
          <a:bodyPr lIns="2160" tIns="-1080" rIns="2160" bIns="-108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884" name=""/>
          <p:cNvSpPr/>
          <p:nvPr/>
        </p:nvSpPr>
        <p:spPr>
          <a:xfrm>
            <a:off x="5160240" y="1443240"/>
            <a:ext cx="720" cy="360"/>
          </a:xfrm>
          <a:custGeom>
            <a:avLst/>
            <a:gdLst/>
            <a:ahLst/>
            <a:rect l="0" t="0" r="r" b="b"/>
            <a:pathLst>
              <a:path fill="none" w="2" h="1">
                <a:moveTo>
                  <a:pt x="1" y="1"/>
                </a:moveTo>
                <a:lnTo>
                  <a:pt x="0" y="1"/>
                </a:lnTo>
                <a:lnTo>
                  <a:pt x="0" y="0"/>
                </a:lnTo>
                <a:lnTo>
                  <a:pt x="1" y="0"/>
                </a:lnTo>
                <a:lnTo>
                  <a:pt x="2" y="0"/>
                </a:lnTo>
                <a:lnTo>
                  <a:pt x="1" y="0"/>
                </a:lnTo>
                <a:lnTo>
                  <a:pt x="1" y="1"/>
                </a:lnTo>
              </a:path>
            </a:pathLst>
          </a:custGeom>
          <a:ln w="4680">
            <a:solidFill>
              <a:srgbClr val="4A4A4A"/>
            </a:solidFill>
            <a:round/>
          </a:ln>
        </p:spPr>
        <p:txBody>
          <a:bodyPr lIns="2160" tIns="-1800" rIns="2160" bIns="-180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885" name=""/>
          <p:cNvSpPr/>
          <p:nvPr/>
        </p:nvSpPr>
        <p:spPr>
          <a:xfrm>
            <a:off x="5171040" y="1440360"/>
            <a:ext cx="1440" cy="1080"/>
          </a:xfrm>
          <a:custGeom>
            <a:avLst/>
            <a:gdLst/>
            <a:ahLst/>
            <a:rect l="0" t="0" r="r" b="b"/>
            <a:pathLst>
              <a:path fill="none" w="4" h="3">
                <a:moveTo>
                  <a:pt x="2" y="3"/>
                </a:moveTo>
                <a:lnTo>
                  <a:pt x="0" y="1"/>
                </a:lnTo>
                <a:lnTo>
                  <a:pt x="0" y="0"/>
                </a:lnTo>
                <a:lnTo>
                  <a:pt x="2" y="0"/>
                </a:lnTo>
                <a:lnTo>
                  <a:pt x="4" y="0"/>
                </a:lnTo>
                <a:lnTo>
                  <a:pt x="4" y="1"/>
                </a:lnTo>
                <a:lnTo>
                  <a:pt x="2" y="3"/>
                </a:lnTo>
              </a:path>
            </a:pathLst>
          </a:custGeom>
          <a:ln w="4680">
            <a:solidFill>
              <a:srgbClr val="4A4A4A"/>
            </a:solidFill>
            <a:round/>
          </a:ln>
        </p:spPr>
        <p:txBody>
          <a:bodyPr lIns="2160" tIns="-1080" rIns="2160" bIns="-108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886" name=""/>
          <p:cNvSpPr/>
          <p:nvPr/>
        </p:nvSpPr>
        <p:spPr>
          <a:xfrm>
            <a:off x="5170320" y="1440000"/>
            <a:ext cx="360" cy="720"/>
          </a:xfrm>
          <a:custGeom>
            <a:avLst/>
            <a:gdLst/>
            <a:ahLst/>
            <a:rect l="0" t="0" r="r" b="b"/>
            <a:pathLst>
              <a:path fill="none" w="1" h="2">
                <a:moveTo>
                  <a:pt x="0" y="1"/>
                </a:moveTo>
                <a:lnTo>
                  <a:pt x="0" y="2"/>
                </a:lnTo>
                <a:lnTo>
                  <a:pt x="0" y="1"/>
                </a:lnTo>
                <a:lnTo>
                  <a:pt x="0" y="0"/>
                </a:lnTo>
                <a:lnTo>
                  <a:pt x="1" y="1"/>
                </a:lnTo>
                <a:lnTo>
                  <a:pt x="0" y="1"/>
                </a:lnTo>
              </a:path>
            </a:pathLst>
          </a:custGeom>
          <a:ln w="4680">
            <a:solidFill>
              <a:srgbClr val="4A4A4A"/>
            </a:solidFill>
            <a:round/>
          </a:ln>
        </p:spPr>
        <p:txBody>
          <a:bodyPr lIns="2160" tIns="-1440" rIns="2160" bIns="-144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887" name=""/>
          <p:cNvSpPr/>
          <p:nvPr/>
        </p:nvSpPr>
        <p:spPr>
          <a:xfrm>
            <a:off x="5176080" y="1439640"/>
            <a:ext cx="720" cy="1440"/>
          </a:xfrm>
          <a:custGeom>
            <a:avLst/>
            <a:gdLst/>
            <a:ahLst/>
            <a:rect l="0" t="0" r="r" b="b"/>
            <a:pathLst>
              <a:path fill="none" w="2" h="4">
                <a:moveTo>
                  <a:pt x="2" y="4"/>
                </a:moveTo>
                <a:lnTo>
                  <a:pt x="0" y="4"/>
                </a:lnTo>
                <a:lnTo>
                  <a:pt x="0" y="2"/>
                </a:lnTo>
                <a:lnTo>
                  <a:pt x="2" y="0"/>
                </a:lnTo>
                <a:lnTo>
                  <a:pt x="2" y="2"/>
                </a:lnTo>
                <a:lnTo>
                  <a:pt x="2" y="4"/>
                </a:lnTo>
              </a:path>
            </a:pathLst>
          </a:custGeom>
          <a:ln w="4680">
            <a:solidFill>
              <a:srgbClr val="4A4A4A"/>
            </a:solidFill>
            <a:round/>
          </a:ln>
        </p:spPr>
        <p:txBody>
          <a:bodyPr lIns="2160" tIns="-720" rIns="2160" bIns="-7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888" name=""/>
          <p:cNvSpPr/>
          <p:nvPr/>
        </p:nvSpPr>
        <p:spPr>
          <a:xfrm>
            <a:off x="5178600" y="1438200"/>
            <a:ext cx="1440" cy="720"/>
          </a:xfrm>
          <a:custGeom>
            <a:avLst/>
            <a:gdLst/>
            <a:ahLst/>
            <a:rect l="0" t="0" r="r" b="b"/>
            <a:pathLst>
              <a:path fill="none" w="4" h="2">
                <a:moveTo>
                  <a:pt x="2" y="2"/>
                </a:moveTo>
                <a:lnTo>
                  <a:pt x="0" y="2"/>
                </a:lnTo>
                <a:lnTo>
                  <a:pt x="0" y="0"/>
                </a:lnTo>
                <a:lnTo>
                  <a:pt x="2" y="0"/>
                </a:lnTo>
                <a:lnTo>
                  <a:pt x="4" y="2"/>
                </a:lnTo>
                <a:lnTo>
                  <a:pt x="2" y="2"/>
                </a:lnTo>
              </a:path>
            </a:pathLst>
          </a:custGeom>
          <a:ln w="4680">
            <a:solidFill>
              <a:srgbClr val="4A4A4A"/>
            </a:solidFill>
            <a:round/>
          </a:ln>
        </p:spPr>
        <p:txBody>
          <a:bodyPr lIns="2160" tIns="-1440" rIns="2160" bIns="-144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889" name=""/>
          <p:cNvSpPr/>
          <p:nvPr/>
        </p:nvSpPr>
        <p:spPr>
          <a:xfrm>
            <a:off x="5178960" y="1437120"/>
            <a:ext cx="720" cy="360"/>
          </a:xfrm>
          <a:custGeom>
            <a:avLst/>
            <a:gdLst/>
            <a:ahLst/>
            <a:rect l="0" t="0" r="r" b="b"/>
            <a:pathLst>
              <a:path fill="none" w="2" h="1">
                <a:moveTo>
                  <a:pt x="2" y="1"/>
                </a:moveTo>
                <a:lnTo>
                  <a:pt x="1" y="1"/>
                </a:lnTo>
                <a:lnTo>
                  <a:pt x="0" y="0"/>
                </a:lnTo>
                <a:lnTo>
                  <a:pt x="2" y="0"/>
                </a:lnTo>
                <a:lnTo>
                  <a:pt x="2" y="1"/>
                </a:lnTo>
              </a:path>
            </a:pathLst>
          </a:custGeom>
          <a:ln w="4680">
            <a:solidFill>
              <a:srgbClr val="4A4A4A"/>
            </a:solidFill>
            <a:round/>
          </a:ln>
        </p:spPr>
        <p:txBody>
          <a:bodyPr lIns="2160" tIns="-1800" rIns="2160" bIns="-180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890" name=""/>
          <p:cNvSpPr/>
          <p:nvPr/>
        </p:nvSpPr>
        <p:spPr>
          <a:xfrm>
            <a:off x="5178960" y="1436040"/>
            <a:ext cx="720" cy="1440"/>
          </a:xfrm>
          <a:custGeom>
            <a:avLst/>
            <a:gdLst/>
            <a:ahLst/>
            <a:rect l="0" t="0" r="r" b="b"/>
            <a:pathLst>
              <a:path fill="none" w="2" h="4">
                <a:moveTo>
                  <a:pt x="2" y="4"/>
                </a:moveTo>
                <a:lnTo>
                  <a:pt x="0" y="4"/>
                </a:lnTo>
                <a:lnTo>
                  <a:pt x="0" y="2"/>
                </a:lnTo>
                <a:lnTo>
                  <a:pt x="0" y="0"/>
                </a:lnTo>
                <a:lnTo>
                  <a:pt x="0" y="2"/>
                </a:lnTo>
                <a:lnTo>
                  <a:pt x="2" y="2"/>
                </a:lnTo>
                <a:lnTo>
                  <a:pt x="2" y="4"/>
                </a:lnTo>
              </a:path>
            </a:pathLst>
          </a:custGeom>
          <a:ln w="4680">
            <a:solidFill>
              <a:srgbClr val="4A4A4A"/>
            </a:solidFill>
            <a:round/>
          </a:ln>
        </p:spPr>
        <p:txBody>
          <a:bodyPr lIns="2160" tIns="-720" rIns="2160" bIns="-7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891" name=""/>
          <p:cNvSpPr/>
          <p:nvPr/>
        </p:nvSpPr>
        <p:spPr>
          <a:xfrm>
            <a:off x="5178240" y="1435680"/>
            <a:ext cx="1440" cy="720"/>
          </a:xfrm>
          <a:custGeom>
            <a:avLst/>
            <a:gdLst/>
            <a:ahLst/>
            <a:rect l="0" t="0" r="r" b="b"/>
            <a:pathLst>
              <a:path fill="none" w="4" h="2">
                <a:moveTo>
                  <a:pt x="4" y="2"/>
                </a:moveTo>
                <a:lnTo>
                  <a:pt x="2" y="2"/>
                </a:lnTo>
                <a:lnTo>
                  <a:pt x="0" y="2"/>
                </a:lnTo>
                <a:lnTo>
                  <a:pt x="2" y="0"/>
                </a:lnTo>
                <a:lnTo>
                  <a:pt x="4" y="2"/>
                </a:lnTo>
              </a:path>
            </a:pathLst>
          </a:custGeom>
          <a:ln w="4680">
            <a:solidFill>
              <a:srgbClr val="4A4A4A"/>
            </a:solidFill>
            <a:round/>
          </a:ln>
        </p:spPr>
        <p:txBody>
          <a:bodyPr lIns="2160" tIns="-1440" rIns="2160" bIns="-144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892" name=""/>
          <p:cNvSpPr/>
          <p:nvPr/>
        </p:nvSpPr>
        <p:spPr>
          <a:xfrm>
            <a:off x="5177520" y="1434600"/>
            <a:ext cx="3600" cy="1800"/>
          </a:xfrm>
          <a:custGeom>
            <a:avLst/>
            <a:gdLst/>
            <a:ahLst/>
            <a:rect l="0" t="0" r="r" b="b"/>
            <a:pathLst>
              <a:path fill="none" w="10" h="5">
                <a:moveTo>
                  <a:pt x="3" y="2"/>
                </a:moveTo>
                <a:lnTo>
                  <a:pt x="3" y="3"/>
                </a:lnTo>
                <a:lnTo>
                  <a:pt x="4" y="3"/>
                </a:lnTo>
                <a:lnTo>
                  <a:pt x="5" y="4"/>
                </a:lnTo>
                <a:lnTo>
                  <a:pt x="7" y="4"/>
                </a:lnTo>
                <a:lnTo>
                  <a:pt x="8" y="4"/>
                </a:lnTo>
                <a:lnTo>
                  <a:pt x="9" y="4"/>
                </a:lnTo>
                <a:lnTo>
                  <a:pt x="10" y="4"/>
                </a:lnTo>
                <a:lnTo>
                  <a:pt x="10" y="5"/>
                </a:lnTo>
                <a:lnTo>
                  <a:pt x="9" y="4"/>
                </a:lnTo>
                <a:lnTo>
                  <a:pt x="8" y="4"/>
                </a:lnTo>
                <a:lnTo>
                  <a:pt x="7" y="4"/>
                </a:lnTo>
                <a:lnTo>
                  <a:pt x="7" y="5"/>
                </a:lnTo>
                <a:lnTo>
                  <a:pt x="5" y="5"/>
                </a:lnTo>
                <a:lnTo>
                  <a:pt x="4" y="5"/>
                </a:lnTo>
                <a:lnTo>
                  <a:pt x="4" y="4"/>
                </a:lnTo>
                <a:lnTo>
                  <a:pt x="3" y="4"/>
                </a:lnTo>
                <a:lnTo>
                  <a:pt x="2" y="4"/>
                </a:lnTo>
                <a:lnTo>
                  <a:pt x="1" y="3"/>
                </a:lnTo>
                <a:lnTo>
                  <a:pt x="1" y="2"/>
                </a:lnTo>
                <a:lnTo>
                  <a:pt x="0" y="2"/>
                </a:lnTo>
                <a:lnTo>
                  <a:pt x="1" y="2"/>
                </a:lnTo>
                <a:lnTo>
                  <a:pt x="2" y="2"/>
                </a:lnTo>
                <a:lnTo>
                  <a:pt x="3" y="2"/>
                </a:lnTo>
                <a:lnTo>
                  <a:pt x="3" y="0"/>
                </a:lnTo>
                <a:lnTo>
                  <a:pt x="4" y="0"/>
                </a:lnTo>
                <a:lnTo>
                  <a:pt x="4" y="2"/>
                </a:lnTo>
                <a:lnTo>
                  <a:pt x="3" y="2"/>
                </a:lnTo>
              </a:path>
            </a:pathLst>
          </a:custGeom>
          <a:ln w="4680">
            <a:solidFill>
              <a:srgbClr val="4A4A4A"/>
            </a:solidFill>
            <a:round/>
          </a:ln>
        </p:spPr>
        <p:txBody>
          <a:bodyPr lIns="2160" tIns="-360" rIns="2160" bIns="-3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893" name=""/>
          <p:cNvSpPr/>
          <p:nvPr/>
        </p:nvSpPr>
        <p:spPr>
          <a:xfrm>
            <a:off x="5177160" y="1434240"/>
            <a:ext cx="1080" cy="360"/>
          </a:xfrm>
          <a:custGeom>
            <a:avLst/>
            <a:gdLst/>
            <a:ahLst/>
            <a:rect l="0" t="0" r="r" b="b"/>
            <a:pathLst>
              <a:path fill="none" w="3" h="1">
                <a:moveTo>
                  <a:pt x="1" y="0"/>
                </a:moveTo>
                <a:lnTo>
                  <a:pt x="2" y="0"/>
                </a:lnTo>
                <a:lnTo>
                  <a:pt x="3" y="0"/>
                </a:lnTo>
                <a:lnTo>
                  <a:pt x="3" y="1"/>
                </a:lnTo>
                <a:lnTo>
                  <a:pt x="2" y="1"/>
                </a:lnTo>
                <a:lnTo>
                  <a:pt x="1" y="1"/>
                </a:lnTo>
                <a:lnTo>
                  <a:pt x="0" y="1"/>
                </a:lnTo>
                <a:lnTo>
                  <a:pt x="0" y="0"/>
                </a:lnTo>
                <a:lnTo>
                  <a:pt x="1" y="0"/>
                </a:lnTo>
              </a:path>
            </a:pathLst>
          </a:custGeom>
          <a:ln w="4680">
            <a:solidFill>
              <a:srgbClr val="4A4A4A"/>
            </a:solidFill>
            <a:round/>
          </a:ln>
        </p:spPr>
        <p:txBody>
          <a:bodyPr lIns="2160" tIns="-1800" rIns="2160" bIns="-180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894" name=""/>
          <p:cNvSpPr/>
          <p:nvPr/>
        </p:nvSpPr>
        <p:spPr>
          <a:xfrm>
            <a:off x="5169960" y="1433880"/>
            <a:ext cx="1440" cy="2520"/>
          </a:xfrm>
          <a:custGeom>
            <a:avLst/>
            <a:gdLst/>
            <a:ahLst/>
            <a:rect l="0" t="0" r="r" b="b"/>
            <a:pathLst>
              <a:path fill="none" w="4" h="7">
                <a:moveTo>
                  <a:pt x="1" y="7"/>
                </a:moveTo>
                <a:lnTo>
                  <a:pt x="0" y="7"/>
                </a:lnTo>
                <a:lnTo>
                  <a:pt x="0" y="6"/>
                </a:lnTo>
                <a:lnTo>
                  <a:pt x="0" y="3"/>
                </a:lnTo>
                <a:lnTo>
                  <a:pt x="0" y="2"/>
                </a:lnTo>
                <a:lnTo>
                  <a:pt x="1" y="1"/>
                </a:lnTo>
                <a:lnTo>
                  <a:pt x="3" y="1"/>
                </a:lnTo>
                <a:lnTo>
                  <a:pt x="3" y="0"/>
                </a:lnTo>
                <a:lnTo>
                  <a:pt x="3" y="1"/>
                </a:lnTo>
                <a:lnTo>
                  <a:pt x="4" y="1"/>
                </a:lnTo>
                <a:lnTo>
                  <a:pt x="4" y="2"/>
                </a:lnTo>
                <a:lnTo>
                  <a:pt x="3" y="2"/>
                </a:lnTo>
                <a:lnTo>
                  <a:pt x="3" y="3"/>
                </a:lnTo>
                <a:lnTo>
                  <a:pt x="3" y="5"/>
                </a:lnTo>
                <a:lnTo>
                  <a:pt x="3" y="6"/>
                </a:lnTo>
                <a:lnTo>
                  <a:pt x="1" y="6"/>
                </a:lnTo>
                <a:lnTo>
                  <a:pt x="3" y="7"/>
                </a:lnTo>
                <a:lnTo>
                  <a:pt x="1" y="7"/>
                </a:lnTo>
              </a:path>
            </a:pathLst>
          </a:custGeom>
          <a:ln w="4680">
            <a:solidFill>
              <a:srgbClr val="4A4A4A"/>
            </a:solidFill>
            <a:round/>
          </a:ln>
        </p:spPr>
        <p:txBody>
          <a:bodyPr lIns="2160" tIns="360" rIns="2160" bIns="3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895" name=""/>
          <p:cNvSpPr/>
          <p:nvPr/>
        </p:nvSpPr>
        <p:spPr>
          <a:xfrm>
            <a:off x="5178240" y="1433520"/>
            <a:ext cx="1440" cy="720"/>
          </a:xfrm>
          <a:custGeom>
            <a:avLst/>
            <a:gdLst/>
            <a:ahLst/>
            <a:rect l="0" t="0" r="r" b="b"/>
            <a:pathLst>
              <a:path fill="none" w="4" h="2">
                <a:moveTo>
                  <a:pt x="4" y="2"/>
                </a:moveTo>
                <a:lnTo>
                  <a:pt x="2" y="2"/>
                </a:lnTo>
                <a:lnTo>
                  <a:pt x="0" y="2"/>
                </a:lnTo>
                <a:lnTo>
                  <a:pt x="0" y="0"/>
                </a:lnTo>
                <a:lnTo>
                  <a:pt x="2" y="0"/>
                </a:lnTo>
                <a:lnTo>
                  <a:pt x="4" y="2"/>
                </a:lnTo>
              </a:path>
            </a:pathLst>
          </a:custGeom>
          <a:ln w="4680">
            <a:solidFill>
              <a:srgbClr val="4A4A4A"/>
            </a:solidFill>
            <a:round/>
          </a:ln>
        </p:spPr>
        <p:txBody>
          <a:bodyPr lIns="2160" tIns="-1440" rIns="2160" bIns="-144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896" name=""/>
          <p:cNvSpPr/>
          <p:nvPr/>
        </p:nvSpPr>
        <p:spPr>
          <a:xfrm>
            <a:off x="5176800" y="1432800"/>
            <a:ext cx="720" cy="720"/>
          </a:xfrm>
          <a:custGeom>
            <a:avLst/>
            <a:gdLst/>
            <a:ahLst/>
            <a:rect l="0" t="0" r="r" b="b"/>
            <a:pathLst>
              <a:path fill="none" w="2" h="2">
                <a:moveTo>
                  <a:pt x="0" y="2"/>
                </a:moveTo>
                <a:lnTo>
                  <a:pt x="0" y="0"/>
                </a:lnTo>
                <a:lnTo>
                  <a:pt x="2" y="0"/>
                </a:lnTo>
                <a:lnTo>
                  <a:pt x="2" y="2"/>
                </a:lnTo>
                <a:lnTo>
                  <a:pt x="0" y="2"/>
                </a:lnTo>
              </a:path>
            </a:pathLst>
          </a:custGeom>
          <a:ln w="4680">
            <a:solidFill>
              <a:srgbClr val="4A4A4A"/>
            </a:solidFill>
            <a:round/>
          </a:ln>
        </p:spPr>
        <p:txBody>
          <a:bodyPr lIns="2160" tIns="-1440" rIns="2160" bIns="-144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897" name=""/>
          <p:cNvSpPr/>
          <p:nvPr/>
        </p:nvSpPr>
        <p:spPr>
          <a:xfrm>
            <a:off x="5171400" y="1432080"/>
            <a:ext cx="6840" cy="6120"/>
          </a:xfrm>
          <a:custGeom>
            <a:avLst/>
            <a:gdLst/>
            <a:ahLst/>
            <a:rect l="0" t="0" r="r" b="b"/>
            <a:pathLst>
              <a:path fill="none" w="19" h="17">
                <a:moveTo>
                  <a:pt x="8" y="2"/>
                </a:moveTo>
                <a:lnTo>
                  <a:pt x="8" y="3"/>
                </a:lnTo>
                <a:lnTo>
                  <a:pt x="8" y="4"/>
                </a:lnTo>
                <a:lnTo>
                  <a:pt x="10" y="5"/>
                </a:lnTo>
                <a:lnTo>
                  <a:pt x="11" y="5"/>
                </a:lnTo>
                <a:lnTo>
                  <a:pt x="11" y="6"/>
                </a:lnTo>
                <a:lnTo>
                  <a:pt x="12" y="7"/>
                </a:lnTo>
                <a:lnTo>
                  <a:pt x="13" y="7"/>
                </a:lnTo>
                <a:lnTo>
                  <a:pt x="15" y="7"/>
                </a:lnTo>
                <a:lnTo>
                  <a:pt x="16" y="7"/>
                </a:lnTo>
                <a:lnTo>
                  <a:pt x="16" y="8"/>
                </a:lnTo>
                <a:lnTo>
                  <a:pt x="17" y="8"/>
                </a:lnTo>
                <a:lnTo>
                  <a:pt x="18" y="8"/>
                </a:lnTo>
                <a:lnTo>
                  <a:pt x="18" y="9"/>
                </a:lnTo>
                <a:lnTo>
                  <a:pt x="18" y="10"/>
                </a:lnTo>
                <a:lnTo>
                  <a:pt x="19" y="11"/>
                </a:lnTo>
                <a:lnTo>
                  <a:pt x="18" y="11"/>
                </a:lnTo>
                <a:lnTo>
                  <a:pt x="18" y="12"/>
                </a:lnTo>
                <a:lnTo>
                  <a:pt x="18" y="13"/>
                </a:lnTo>
                <a:lnTo>
                  <a:pt x="18" y="15"/>
                </a:lnTo>
                <a:lnTo>
                  <a:pt x="18" y="16"/>
                </a:lnTo>
                <a:lnTo>
                  <a:pt x="18" y="17"/>
                </a:lnTo>
                <a:lnTo>
                  <a:pt x="17" y="17"/>
                </a:lnTo>
                <a:lnTo>
                  <a:pt x="17" y="16"/>
                </a:lnTo>
                <a:lnTo>
                  <a:pt x="17" y="15"/>
                </a:lnTo>
                <a:lnTo>
                  <a:pt x="16" y="15"/>
                </a:lnTo>
                <a:lnTo>
                  <a:pt x="15" y="16"/>
                </a:lnTo>
                <a:lnTo>
                  <a:pt x="15" y="17"/>
                </a:lnTo>
                <a:lnTo>
                  <a:pt x="14" y="17"/>
                </a:lnTo>
                <a:lnTo>
                  <a:pt x="14" y="16"/>
                </a:lnTo>
                <a:lnTo>
                  <a:pt x="14" y="15"/>
                </a:lnTo>
                <a:lnTo>
                  <a:pt x="13" y="15"/>
                </a:lnTo>
                <a:lnTo>
                  <a:pt x="13" y="16"/>
                </a:lnTo>
                <a:lnTo>
                  <a:pt x="13" y="17"/>
                </a:lnTo>
                <a:lnTo>
                  <a:pt x="12" y="17"/>
                </a:lnTo>
                <a:lnTo>
                  <a:pt x="12" y="16"/>
                </a:lnTo>
                <a:lnTo>
                  <a:pt x="12" y="15"/>
                </a:lnTo>
                <a:lnTo>
                  <a:pt x="12" y="16"/>
                </a:lnTo>
                <a:lnTo>
                  <a:pt x="11" y="16"/>
                </a:lnTo>
                <a:lnTo>
                  <a:pt x="11" y="15"/>
                </a:lnTo>
                <a:lnTo>
                  <a:pt x="12" y="15"/>
                </a:lnTo>
                <a:lnTo>
                  <a:pt x="10" y="12"/>
                </a:lnTo>
                <a:lnTo>
                  <a:pt x="10" y="11"/>
                </a:lnTo>
                <a:lnTo>
                  <a:pt x="8" y="11"/>
                </a:lnTo>
                <a:lnTo>
                  <a:pt x="7" y="11"/>
                </a:lnTo>
                <a:lnTo>
                  <a:pt x="7" y="9"/>
                </a:lnTo>
                <a:lnTo>
                  <a:pt x="5" y="9"/>
                </a:lnTo>
                <a:lnTo>
                  <a:pt x="4" y="11"/>
                </a:lnTo>
                <a:lnTo>
                  <a:pt x="3" y="12"/>
                </a:lnTo>
                <a:lnTo>
                  <a:pt x="3" y="11"/>
                </a:lnTo>
                <a:lnTo>
                  <a:pt x="1" y="11"/>
                </a:lnTo>
                <a:lnTo>
                  <a:pt x="0" y="10"/>
                </a:lnTo>
                <a:lnTo>
                  <a:pt x="1" y="9"/>
                </a:lnTo>
                <a:lnTo>
                  <a:pt x="1" y="8"/>
                </a:lnTo>
                <a:lnTo>
                  <a:pt x="1" y="7"/>
                </a:lnTo>
                <a:lnTo>
                  <a:pt x="1" y="6"/>
                </a:lnTo>
                <a:lnTo>
                  <a:pt x="2" y="6"/>
                </a:lnTo>
                <a:lnTo>
                  <a:pt x="2" y="5"/>
                </a:lnTo>
                <a:lnTo>
                  <a:pt x="2" y="4"/>
                </a:lnTo>
                <a:lnTo>
                  <a:pt x="1" y="3"/>
                </a:lnTo>
                <a:lnTo>
                  <a:pt x="2" y="3"/>
                </a:lnTo>
                <a:lnTo>
                  <a:pt x="2" y="2"/>
                </a:lnTo>
                <a:lnTo>
                  <a:pt x="3" y="2"/>
                </a:lnTo>
                <a:lnTo>
                  <a:pt x="4" y="2"/>
                </a:lnTo>
                <a:lnTo>
                  <a:pt x="5" y="1"/>
                </a:lnTo>
                <a:lnTo>
                  <a:pt x="6" y="1"/>
                </a:lnTo>
                <a:lnTo>
                  <a:pt x="6" y="0"/>
                </a:lnTo>
                <a:lnTo>
                  <a:pt x="7" y="0"/>
                </a:lnTo>
                <a:lnTo>
                  <a:pt x="8" y="1"/>
                </a:lnTo>
                <a:lnTo>
                  <a:pt x="8" y="2"/>
                </a:lnTo>
              </a:path>
            </a:pathLst>
          </a:custGeom>
          <a:ln w="4680">
            <a:solidFill>
              <a:srgbClr val="4A4A4A"/>
            </a:solidFill>
            <a:round/>
          </a:ln>
        </p:spPr>
        <p:txBody>
          <a:bodyPr lIns="2160" tIns="2160" rIns="2160" bIns="21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898" name=""/>
          <p:cNvSpPr/>
          <p:nvPr/>
        </p:nvSpPr>
        <p:spPr>
          <a:xfrm>
            <a:off x="5177520" y="1431720"/>
            <a:ext cx="4320" cy="2160"/>
          </a:xfrm>
          <a:custGeom>
            <a:avLst/>
            <a:gdLst/>
            <a:ahLst/>
            <a:rect l="0" t="0" r="r" b="b"/>
            <a:pathLst>
              <a:path fill="none" w="12" h="6">
                <a:moveTo>
                  <a:pt x="4" y="0"/>
                </a:moveTo>
                <a:lnTo>
                  <a:pt x="5" y="0"/>
                </a:lnTo>
                <a:lnTo>
                  <a:pt x="6" y="0"/>
                </a:lnTo>
                <a:lnTo>
                  <a:pt x="6" y="2"/>
                </a:lnTo>
                <a:lnTo>
                  <a:pt x="5" y="3"/>
                </a:lnTo>
                <a:lnTo>
                  <a:pt x="5" y="4"/>
                </a:lnTo>
                <a:lnTo>
                  <a:pt x="6" y="5"/>
                </a:lnTo>
                <a:lnTo>
                  <a:pt x="7" y="5"/>
                </a:lnTo>
                <a:lnTo>
                  <a:pt x="8" y="4"/>
                </a:lnTo>
                <a:lnTo>
                  <a:pt x="9" y="5"/>
                </a:lnTo>
                <a:lnTo>
                  <a:pt x="10" y="5"/>
                </a:lnTo>
                <a:lnTo>
                  <a:pt x="11" y="4"/>
                </a:lnTo>
                <a:lnTo>
                  <a:pt x="12" y="4"/>
                </a:lnTo>
                <a:lnTo>
                  <a:pt x="12" y="5"/>
                </a:lnTo>
                <a:lnTo>
                  <a:pt x="12" y="6"/>
                </a:lnTo>
                <a:lnTo>
                  <a:pt x="11" y="6"/>
                </a:lnTo>
                <a:lnTo>
                  <a:pt x="10" y="6"/>
                </a:lnTo>
                <a:lnTo>
                  <a:pt x="9" y="6"/>
                </a:lnTo>
                <a:lnTo>
                  <a:pt x="8" y="6"/>
                </a:lnTo>
                <a:lnTo>
                  <a:pt x="7" y="6"/>
                </a:lnTo>
                <a:lnTo>
                  <a:pt x="5" y="6"/>
                </a:lnTo>
                <a:lnTo>
                  <a:pt x="3" y="4"/>
                </a:lnTo>
                <a:lnTo>
                  <a:pt x="0" y="3"/>
                </a:lnTo>
                <a:lnTo>
                  <a:pt x="0" y="2"/>
                </a:lnTo>
                <a:lnTo>
                  <a:pt x="2" y="0"/>
                </a:lnTo>
                <a:lnTo>
                  <a:pt x="3" y="0"/>
                </a:lnTo>
                <a:lnTo>
                  <a:pt x="4" y="0"/>
                </a:lnTo>
              </a:path>
            </a:pathLst>
          </a:custGeom>
          <a:ln w="4680">
            <a:solidFill>
              <a:srgbClr val="4A4A4A"/>
            </a:solidFill>
            <a:round/>
          </a:ln>
        </p:spPr>
        <p:txBody>
          <a:bodyPr lIns="2160" tIns="0" rIns="216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899" name=""/>
          <p:cNvSpPr/>
          <p:nvPr/>
        </p:nvSpPr>
        <p:spPr>
          <a:xfrm>
            <a:off x="5175720" y="1431360"/>
            <a:ext cx="1440" cy="720"/>
          </a:xfrm>
          <a:custGeom>
            <a:avLst/>
            <a:gdLst/>
            <a:ahLst/>
            <a:rect l="0" t="0" r="r" b="b"/>
            <a:pathLst>
              <a:path fill="none" w="4" h="2">
                <a:moveTo>
                  <a:pt x="3" y="0"/>
                </a:moveTo>
                <a:lnTo>
                  <a:pt x="4" y="0"/>
                </a:lnTo>
                <a:lnTo>
                  <a:pt x="4" y="2"/>
                </a:lnTo>
                <a:lnTo>
                  <a:pt x="3" y="2"/>
                </a:lnTo>
                <a:lnTo>
                  <a:pt x="1" y="2"/>
                </a:lnTo>
                <a:lnTo>
                  <a:pt x="0" y="0"/>
                </a:lnTo>
                <a:lnTo>
                  <a:pt x="1" y="0"/>
                </a:lnTo>
                <a:lnTo>
                  <a:pt x="3" y="0"/>
                </a:lnTo>
              </a:path>
            </a:pathLst>
          </a:custGeom>
          <a:ln w="4680">
            <a:solidFill>
              <a:srgbClr val="4A4A4A"/>
            </a:solidFill>
            <a:round/>
          </a:ln>
        </p:spPr>
        <p:txBody>
          <a:bodyPr lIns="2160" tIns="-1440" rIns="2160" bIns="-144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900" name=""/>
          <p:cNvSpPr/>
          <p:nvPr/>
        </p:nvSpPr>
        <p:spPr>
          <a:xfrm>
            <a:off x="5166360" y="1431360"/>
            <a:ext cx="4320" cy="4320"/>
          </a:xfrm>
          <a:custGeom>
            <a:avLst/>
            <a:gdLst/>
            <a:ahLst/>
            <a:rect l="0" t="0" r="r" b="b"/>
            <a:pathLst>
              <a:path fill="none" w="12" h="12">
                <a:moveTo>
                  <a:pt x="11" y="3"/>
                </a:moveTo>
                <a:lnTo>
                  <a:pt x="11" y="4"/>
                </a:lnTo>
                <a:lnTo>
                  <a:pt x="10" y="5"/>
                </a:lnTo>
                <a:lnTo>
                  <a:pt x="10" y="6"/>
                </a:lnTo>
                <a:lnTo>
                  <a:pt x="10" y="7"/>
                </a:lnTo>
                <a:lnTo>
                  <a:pt x="9" y="8"/>
                </a:lnTo>
                <a:lnTo>
                  <a:pt x="9" y="9"/>
                </a:lnTo>
                <a:lnTo>
                  <a:pt x="8" y="9"/>
                </a:lnTo>
                <a:lnTo>
                  <a:pt x="1" y="12"/>
                </a:lnTo>
                <a:lnTo>
                  <a:pt x="0" y="12"/>
                </a:lnTo>
                <a:lnTo>
                  <a:pt x="0" y="11"/>
                </a:lnTo>
                <a:lnTo>
                  <a:pt x="1" y="10"/>
                </a:lnTo>
                <a:lnTo>
                  <a:pt x="2" y="8"/>
                </a:lnTo>
                <a:lnTo>
                  <a:pt x="3" y="6"/>
                </a:lnTo>
                <a:lnTo>
                  <a:pt x="5" y="4"/>
                </a:lnTo>
                <a:lnTo>
                  <a:pt x="6" y="4"/>
                </a:lnTo>
                <a:lnTo>
                  <a:pt x="6" y="3"/>
                </a:lnTo>
                <a:lnTo>
                  <a:pt x="7" y="3"/>
                </a:lnTo>
                <a:lnTo>
                  <a:pt x="8" y="2"/>
                </a:lnTo>
                <a:lnTo>
                  <a:pt x="9" y="0"/>
                </a:lnTo>
                <a:lnTo>
                  <a:pt x="10" y="0"/>
                </a:lnTo>
                <a:lnTo>
                  <a:pt x="11" y="0"/>
                </a:lnTo>
                <a:lnTo>
                  <a:pt x="12" y="2"/>
                </a:lnTo>
                <a:lnTo>
                  <a:pt x="11" y="3"/>
                </a:lnTo>
              </a:path>
            </a:pathLst>
          </a:custGeom>
          <a:ln w="4680">
            <a:solidFill>
              <a:srgbClr val="4A4A4A"/>
            </a:solidFill>
            <a:round/>
          </a:ln>
        </p:spPr>
        <p:txBody>
          <a:bodyPr lIns="2160" tIns="2160" rIns="2160" bIns="21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901" name=""/>
          <p:cNvSpPr/>
          <p:nvPr/>
        </p:nvSpPr>
        <p:spPr>
          <a:xfrm>
            <a:off x="5175000" y="1431000"/>
            <a:ext cx="720" cy="360"/>
          </a:xfrm>
          <a:custGeom>
            <a:avLst/>
            <a:gdLst/>
            <a:ahLst/>
            <a:rect l="0" t="0" r="r" b="b"/>
            <a:pathLst>
              <a:path fill="none" w="2" h="1">
                <a:moveTo>
                  <a:pt x="2" y="1"/>
                </a:moveTo>
                <a:lnTo>
                  <a:pt x="1" y="1"/>
                </a:lnTo>
                <a:lnTo>
                  <a:pt x="0" y="0"/>
                </a:lnTo>
                <a:lnTo>
                  <a:pt x="1" y="0"/>
                </a:lnTo>
                <a:lnTo>
                  <a:pt x="2" y="0"/>
                </a:lnTo>
                <a:lnTo>
                  <a:pt x="2" y="1"/>
                </a:lnTo>
              </a:path>
            </a:pathLst>
          </a:custGeom>
          <a:ln w="4680">
            <a:solidFill>
              <a:srgbClr val="4A4A4A"/>
            </a:solidFill>
            <a:round/>
          </a:ln>
        </p:spPr>
        <p:txBody>
          <a:bodyPr lIns="2160" tIns="-1800" rIns="2160" bIns="-180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902" name=""/>
          <p:cNvSpPr/>
          <p:nvPr/>
        </p:nvSpPr>
        <p:spPr>
          <a:xfrm>
            <a:off x="5177520" y="1430280"/>
            <a:ext cx="1440" cy="720"/>
          </a:xfrm>
          <a:custGeom>
            <a:avLst/>
            <a:gdLst/>
            <a:ahLst/>
            <a:rect l="0" t="0" r="r" b="b"/>
            <a:pathLst>
              <a:path fill="none" w="4" h="2">
                <a:moveTo>
                  <a:pt x="4" y="2"/>
                </a:moveTo>
                <a:lnTo>
                  <a:pt x="2" y="2"/>
                </a:lnTo>
                <a:lnTo>
                  <a:pt x="0" y="2"/>
                </a:lnTo>
                <a:lnTo>
                  <a:pt x="0" y="0"/>
                </a:lnTo>
                <a:lnTo>
                  <a:pt x="2" y="0"/>
                </a:lnTo>
                <a:lnTo>
                  <a:pt x="2" y="2"/>
                </a:lnTo>
                <a:lnTo>
                  <a:pt x="4" y="2"/>
                </a:lnTo>
              </a:path>
            </a:pathLst>
          </a:custGeom>
          <a:ln w="4680">
            <a:solidFill>
              <a:srgbClr val="4A4A4A"/>
            </a:solidFill>
            <a:round/>
          </a:ln>
        </p:spPr>
        <p:txBody>
          <a:bodyPr lIns="2160" tIns="-1440" rIns="2160" bIns="-144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903" name=""/>
          <p:cNvSpPr/>
          <p:nvPr/>
        </p:nvSpPr>
        <p:spPr>
          <a:xfrm>
            <a:off x="5176080" y="1430280"/>
            <a:ext cx="1440" cy="720"/>
          </a:xfrm>
          <a:custGeom>
            <a:avLst/>
            <a:gdLst/>
            <a:ahLst/>
            <a:rect l="0" t="0" r="r" b="b"/>
            <a:pathLst>
              <a:path fill="none" w="4" h="2">
                <a:moveTo>
                  <a:pt x="2" y="2"/>
                </a:moveTo>
                <a:lnTo>
                  <a:pt x="0" y="2"/>
                </a:lnTo>
                <a:lnTo>
                  <a:pt x="0" y="0"/>
                </a:lnTo>
                <a:lnTo>
                  <a:pt x="2" y="0"/>
                </a:lnTo>
                <a:lnTo>
                  <a:pt x="4" y="0"/>
                </a:lnTo>
                <a:lnTo>
                  <a:pt x="4" y="2"/>
                </a:lnTo>
                <a:lnTo>
                  <a:pt x="2" y="2"/>
                </a:lnTo>
              </a:path>
            </a:pathLst>
          </a:custGeom>
          <a:ln w="4680">
            <a:solidFill>
              <a:srgbClr val="4A4A4A"/>
            </a:solidFill>
            <a:round/>
          </a:ln>
        </p:spPr>
        <p:txBody>
          <a:bodyPr lIns="2160" tIns="-1440" rIns="2160" bIns="-144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904" name=""/>
          <p:cNvSpPr/>
          <p:nvPr/>
        </p:nvSpPr>
        <p:spPr>
          <a:xfrm>
            <a:off x="5177520" y="1428480"/>
            <a:ext cx="4680" cy="3600"/>
          </a:xfrm>
          <a:custGeom>
            <a:avLst/>
            <a:gdLst/>
            <a:ahLst/>
            <a:rect l="0" t="0" r="r" b="b"/>
            <a:pathLst>
              <a:path fill="none" w="13" h="10">
                <a:moveTo>
                  <a:pt x="8" y="0"/>
                </a:moveTo>
                <a:lnTo>
                  <a:pt x="9" y="1"/>
                </a:lnTo>
                <a:lnTo>
                  <a:pt x="10" y="1"/>
                </a:lnTo>
                <a:lnTo>
                  <a:pt x="11" y="1"/>
                </a:lnTo>
                <a:lnTo>
                  <a:pt x="12" y="2"/>
                </a:lnTo>
                <a:lnTo>
                  <a:pt x="11" y="2"/>
                </a:lnTo>
                <a:lnTo>
                  <a:pt x="10" y="2"/>
                </a:lnTo>
                <a:lnTo>
                  <a:pt x="9" y="2"/>
                </a:lnTo>
                <a:lnTo>
                  <a:pt x="9" y="3"/>
                </a:lnTo>
                <a:lnTo>
                  <a:pt x="9" y="4"/>
                </a:lnTo>
                <a:lnTo>
                  <a:pt x="10" y="4"/>
                </a:lnTo>
                <a:lnTo>
                  <a:pt x="11" y="4"/>
                </a:lnTo>
                <a:lnTo>
                  <a:pt x="11" y="5"/>
                </a:lnTo>
                <a:lnTo>
                  <a:pt x="10" y="5"/>
                </a:lnTo>
                <a:lnTo>
                  <a:pt x="11" y="7"/>
                </a:lnTo>
                <a:lnTo>
                  <a:pt x="12" y="8"/>
                </a:lnTo>
                <a:lnTo>
                  <a:pt x="13" y="8"/>
                </a:lnTo>
                <a:lnTo>
                  <a:pt x="13" y="9"/>
                </a:lnTo>
                <a:lnTo>
                  <a:pt x="12" y="9"/>
                </a:lnTo>
                <a:lnTo>
                  <a:pt x="12" y="10"/>
                </a:lnTo>
                <a:lnTo>
                  <a:pt x="11" y="10"/>
                </a:lnTo>
                <a:lnTo>
                  <a:pt x="10" y="9"/>
                </a:lnTo>
                <a:lnTo>
                  <a:pt x="9" y="9"/>
                </a:lnTo>
                <a:lnTo>
                  <a:pt x="8" y="8"/>
                </a:lnTo>
                <a:lnTo>
                  <a:pt x="7" y="8"/>
                </a:lnTo>
                <a:lnTo>
                  <a:pt x="6" y="8"/>
                </a:lnTo>
                <a:lnTo>
                  <a:pt x="5" y="7"/>
                </a:lnTo>
                <a:lnTo>
                  <a:pt x="4" y="5"/>
                </a:lnTo>
                <a:lnTo>
                  <a:pt x="4" y="4"/>
                </a:lnTo>
                <a:lnTo>
                  <a:pt x="2" y="3"/>
                </a:lnTo>
                <a:lnTo>
                  <a:pt x="0" y="2"/>
                </a:lnTo>
                <a:lnTo>
                  <a:pt x="0" y="1"/>
                </a:lnTo>
                <a:lnTo>
                  <a:pt x="2" y="1"/>
                </a:lnTo>
                <a:lnTo>
                  <a:pt x="3" y="0"/>
                </a:lnTo>
                <a:lnTo>
                  <a:pt x="4" y="0"/>
                </a:lnTo>
                <a:lnTo>
                  <a:pt x="5" y="0"/>
                </a:lnTo>
                <a:lnTo>
                  <a:pt x="6" y="0"/>
                </a:lnTo>
                <a:lnTo>
                  <a:pt x="7" y="0"/>
                </a:lnTo>
                <a:lnTo>
                  <a:pt x="8" y="0"/>
                </a:lnTo>
              </a:path>
            </a:pathLst>
          </a:custGeom>
          <a:ln w="4680">
            <a:solidFill>
              <a:srgbClr val="4A4A4A"/>
            </a:solidFill>
            <a:round/>
          </a:ln>
        </p:spPr>
        <p:txBody>
          <a:bodyPr lIns="2160" tIns="1440" rIns="2160" bIns="144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905" name=""/>
          <p:cNvSpPr/>
          <p:nvPr/>
        </p:nvSpPr>
        <p:spPr>
          <a:xfrm>
            <a:off x="5181120" y="1428480"/>
            <a:ext cx="720" cy="720"/>
          </a:xfrm>
          <a:custGeom>
            <a:avLst/>
            <a:gdLst/>
            <a:ahLst/>
            <a:rect l="0" t="0" r="r" b="b"/>
            <a:pathLst>
              <a:path fill="none" w="2" h="2">
                <a:moveTo>
                  <a:pt x="2" y="2"/>
                </a:moveTo>
                <a:lnTo>
                  <a:pt x="0" y="0"/>
                </a:lnTo>
                <a:lnTo>
                  <a:pt x="2" y="0"/>
                </a:lnTo>
                <a:lnTo>
                  <a:pt x="2" y="2"/>
                </a:lnTo>
              </a:path>
            </a:pathLst>
          </a:custGeom>
          <a:ln w="4680">
            <a:solidFill>
              <a:srgbClr val="4A4A4A"/>
            </a:solidFill>
            <a:round/>
          </a:ln>
        </p:spPr>
        <p:txBody>
          <a:bodyPr lIns="2160" tIns="-1440" rIns="2160" bIns="-144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906" name=""/>
          <p:cNvSpPr/>
          <p:nvPr/>
        </p:nvSpPr>
        <p:spPr>
          <a:xfrm>
            <a:off x="5168520" y="1428120"/>
            <a:ext cx="1440" cy="1080"/>
          </a:xfrm>
          <a:custGeom>
            <a:avLst/>
            <a:gdLst/>
            <a:ahLst/>
            <a:rect l="0" t="0" r="r" b="b"/>
            <a:pathLst>
              <a:path fill="none" w="4" h="3">
                <a:moveTo>
                  <a:pt x="4" y="0"/>
                </a:moveTo>
                <a:lnTo>
                  <a:pt x="4" y="1"/>
                </a:lnTo>
                <a:lnTo>
                  <a:pt x="2" y="3"/>
                </a:lnTo>
                <a:lnTo>
                  <a:pt x="2" y="1"/>
                </a:lnTo>
                <a:lnTo>
                  <a:pt x="2" y="0"/>
                </a:lnTo>
                <a:lnTo>
                  <a:pt x="0" y="0"/>
                </a:lnTo>
                <a:lnTo>
                  <a:pt x="2" y="0"/>
                </a:lnTo>
                <a:lnTo>
                  <a:pt x="4" y="0"/>
                </a:lnTo>
              </a:path>
            </a:pathLst>
          </a:custGeom>
          <a:ln w="4680">
            <a:solidFill>
              <a:srgbClr val="4A4A4A"/>
            </a:solidFill>
            <a:round/>
          </a:ln>
        </p:spPr>
        <p:txBody>
          <a:bodyPr lIns="2160" tIns="-1080" rIns="2160" bIns="-108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907" name=""/>
          <p:cNvSpPr/>
          <p:nvPr/>
        </p:nvSpPr>
        <p:spPr>
          <a:xfrm>
            <a:off x="5167800" y="1427760"/>
            <a:ext cx="360" cy="360"/>
          </a:xfrm>
          <a:custGeom>
            <a:avLst/>
            <a:gdLst/>
            <a:ahLst/>
            <a:rect l="0" t="0" r="r" b="b"/>
            <a:pathLst>
              <a:path fill="none" w="1" h="1">
                <a:moveTo>
                  <a:pt x="1" y="1"/>
                </a:moveTo>
                <a:lnTo>
                  <a:pt x="0" y="1"/>
                </a:lnTo>
                <a:lnTo>
                  <a:pt x="1" y="0"/>
                </a:lnTo>
                <a:lnTo>
                  <a:pt x="1" y="1"/>
                </a:lnTo>
              </a:path>
            </a:pathLst>
          </a:custGeom>
          <a:ln w="4680">
            <a:solidFill>
              <a:srgbClr val="4A4A4A"/>
            </a:solidFill>
            <a:round/>
          </a:ln>
        </p:spPr>
        <p:txBody>
          <a:bodyPr lIns="2160" tIns="-1800" rIns="2160" bIns="-180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908" name=""/>
          <p:cNvSpPr/>
          <p:nvPr/>
        </p:nvSpPr>
        <p:spPr>
          <a:xfrm>
            <a:off x="5182560" y="1427760"/>
            <a:ext cx="1080" cy="1440"/>
          </a:xfrm>
          <a:custGeom>
            <a:avLst/>
            <a:gdLst/>
            <a:ahLst/>
            <a:rect l="0" t="0" r="r" b="b"/>
            <a:pathLst>
              <a:path fill="none" w="3" h="4">
                <a:moveTo>
                  <a:pt x="3" y="4"/>
                </a:moveTo>
                <a:lnTo>
                  <a:pt x="0" y="2"/>
                </a:lnTo>
                <a:lnTo>
                  <a:pt x="2" y="2"/>
                </a:lnTo>
                <a:lnTo>
                  <a:pt x="2" y="0"/>
                </a:lnTo>
                <a:lnTo>
                  <a:pt x="3" y="0"/>
                </a:lnTo>
                <a:lnTo>
                  <a:pt x="3" y="2"/>
                </a:lnTo>
                <a:lnTo>
                  <a:pt x="3" y="4"/>
                </a:lnTo>
              </a:path>
            </a:pathLst>
          </a:custGeom>
          <a:ln w="4680">
            <a:solidFill>
              <a:srgbClr val="4A4A4A"/>
            </a:solidFill>
            <a:round/>
          </a:ln>
        </p:spPr>
        <p:txBody>
          <a:bodyPr lIns="2160" tIns="-720" rIns="2160" bIns="-7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909" name=""/>
          <p:cNvSpPr/>
          <p:nvPr/>
        </p:nvSpPr>
        <p:spPr>
          <a:xfrm>
            <a:off x="5168160" y="1427760"/>
            <a:ext cx="1440" cy="720"/>
          </a:xfrm>
          <a:custGeom>
            <a:avLst/>
            <a:gdLst/>
            <a:ahLst/>
            <a:rect l="0" t="0" r="r" b="b"/>
            <a:pathLst>
              <a:path fill="none" w="4" h="2">
                <a:moveTo>
                  <a:pt x="4" y="0"/>
                </a:moveTo>
                <a:lnTo>
                  <a:pt x="2" y="2"/>
                </a:lnTo>
                <a:lnTo>
                  <a:pt x="0" y="0"/>
                </a:lnTo>
                <a:lnTo>
                  <a:pt x="2" y="0"/>
                </a:lnTo>
                <a:lnTo>
                  <a:pt x="4" y="0"/>
                </a:lnTo>
              </a:path>
            </a:pathLst>
          </a:custGeom>
          <a:ln w="4680">
            <a:solidFill>
              <a:srgbClr val="4A4A4A"/>
            </a:solidFill>
            <a:round/>
          </a:ln>
        </p:spPr>
        <p:txBody>
          <a:bodyPr lIns="2160" tIns="-1440" rIns="2160" bIns="-144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910" name=""/>
          <p:cNvSpPr/>
          <p:nvPr/>
        </p:nvSpPr>
        <p:spPr>
          <a:xfrm>
            <a:off x="5178240" y="1427040"/>
            <a:ext cx="1800" cy="1440"/>
          </a:xfrm>
          <a:custGeom>
            <a:avLst/>
            <a:gdLst/>
            <a:ahLst/>
            <a:rect l="0" t="0" r="r" b="b"/>
            <a:pathLst>
              <a:path fill="none" w="5" h="4">
                <a:moveTo>
                  <a:pt x="3" y="4"/>
                </a:moveTo>
                <a:lnTo>
                  <a:pt x="2" y="4"/>
                </a:lnTo>
                <a:lnTo>
                  <a:pt x="0" y="2"/>
                </a:lnTo>
                <a:lnTo>
                  <a:pt x="0" y="0"/>
                </a:lnTo>
                <a:lnTo>
                  <a:pt x="2" y="0"/>
                </a:lnTo>
                <a:lnTo>
                  <a:pt x="3" y="0"/>
                </a:lnTo>
                <a:lnTo>
                  <a:pt x="5" y="2"/>
                </a:lnTo>
                <a:lnTo>
                  <a:pt x="3" y="2"/>
                </a:lnTo>
                <a:lnTo>
                  <a:pt x="3" y="4"/>
                </a:lnTo>
              </a:path>
            </a:pathLst>
          </a:custGeom>
          <a:ln w="4680">
            <a:solidFill>
              <a:srgbClr val="4A4A4A"/>
            </a:solidFill>
            <a:round/>
          </a:ln>
        </p:spPr>
        <p:txBody>
          <a:bodyPr lIns="2160" tIns="-720" rIns="2160" bIns="-7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911" name=""/>
          <p:cNvSpPr/>
          <p:nvPr/>
        </p:nvSpPr>
        <p:spPr>
          <a:xfrm>
            <a:off x="5168160" y="1427040"/>
            <a:ext cx="1080" cy="720"/>
          </a:xfrm>
          <a:custGeom>
            <a:avLst/>
            <a:gdLst/>
            <a:ahLst/>
            <a:rect l="0" t="0" r="r" b="b"/>
            <a:pathLst>
              <a:path fill="none" w="3" h="2">
                <a:moveTo>
                  <a:pt x="3" y="2"/>
                </a:moveTo>
                <a:lnTo>
                  <a:pt x="2" y="2"/>
                </a:lnTo>
                <a:lnTo>
                  <a:pt x="0" y="2"/>
                </a:lnTo>
                <a:lnTo>
                  <a:pt x="0" y="0"/>
                </a:lnTo>
                <a:lnTo>
                  <a:pt x="2" y="0"/>
                </a:lnTo>
                <a:lnTo>
                  <a:pt x="3" y="0"/>
                </a:lnTo>
                <a:lnTo>
                  <a:pt x="3" y="2"/>
                </a:lnTo>
              </a:path>
            </a:pathLst>
          </a:custGeom>
          <a:ln w="4680">
            <a:solidFill>
              <a:srgbClr val="4A4A4A"/>
            </a:solidFill>
            <a:round/>
          </a:ln>
        </p:spPr>
        <p:txBody>
          <a:bodyPr lIns="2160" tIns="-1440" rIns="2160" bIns="-144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912" name=""/>
          <p:cNvSpPr/>
          <p:nvPr/>
        </p:nvSpPr>
        <p:spPr>
          <a:xfrm>
            <a:off x="5179320" y="1426320"/>
            <a:ext cx="2880" cy="2160"/>
          </a:xfrm>
          <a:custGeom>
            <a:avLst/>
            <a:gdLst/>
            <a:ahLst/>
            <a:rect l="0" t="0" r="r" b="b"/>
            <a:pathLst>
              <a:path fill="none" w="8" h="6">
                <a:moveTo>
                  <a:pt x="8" y="0"/>
                </a:moveTo>
                <a:lnTo>
                  <a:pt x="8" y="1"/>
                </a:lnTo>
                <a:lnTo>
                  <a:pt x="7" y="1"/>
                </a:lnTo>
                <a:lnTo>
                  <a:pt x="7" y="2"/>
                </a:lnTo>
                <a:lnTo>
                  <a:pt x="8" y="2"/>
                </a:lnTo>
                <a:lnTo>
                  <a:pt x="8" y="3"/>
                </a:lnTo>
                <a:lnTo>
                  <a:pt x="7" y="3"/>
                </a:lnTo>
                <a:lnTo>
                  <a:pt x="6" y="3"/>
                </a:lnTo>
                <a:lnTo>
                  <a:pt x="6" y="5"/>
                </a:lnTo>
                <a:lnTo>
                  <a:pt x="5" y="5"/>
                </a:lnTo>
                <a:lnTo>
                  <a:pt x="4" y="5"/>
                </a:lnTo>
                <a:lnTo>
                  <a:pt x="4" y="6"/>
                </a:lnTo>
                <a:lnTo>
                  <a:pt x="3" y="5"/>
                </a:lnTo>
                <a:lnTo>
                  <a:pt x="1" y="5"/>
                </a:lnTo>
                <a:lnTo>
                  <a:pt x="0" y="3"/>
                </a:lnTo>
                <a:lnTo>
                  <a:pt x="0" y="2"/>
                </a:lnTo>
                <a:lnTo>
                  <a:pt x="1" y="2"/>
                </a:lnTo>
                <a:lnTo>
                  <a:pt x="3" y="0"/>
                </a:lnTo>
                <a:lnTo>
                  <a:pt x="5" y="1"/>
                </a:lnTo>
                <a:lnTo>
                  <a:pt x="7" y="0"/>
                </a:lnTo>
                <a:lnTo>
                  <a:pt x="8" y="0"/>
                </a:lnTo>
              </a:path>
            </a:pathLst>
          </a:custGeom>
          <a:ln w="4680">
            <a:solidFill>
              <a:srgbClr val="4A4A4A"/>
            </a:solidFill>
            <a:round/>
          </a:ln>
        </p:spPr>
        <p:txBody>
          <a:bodyPr lIns="2160" tIns="0" rIns="216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913" name=""/>
          <p:cNvSpPr/>
          <p:nvPr/>
        </p:nvSpPr>
        <p:spPr>
          <a:xfrm>
            <a:off x="5164920" y="1425600"/>
            <a:ext cx="3960" cy="3240"/>
          </a:xfrm>
          <a:custGeom>
            <a:avLst/>
            <a:gdLst/>
            <a:ahLst/>
            <a:rect l="0" t="0" r="r" b="b"/>
            <a:pathLst>
              <a:path fill="none" w="11" h="9">
                <a:moveTo>
                  <a:pt x="5" y="9"/>
                </a:moveTo>
                <a:lnTo>
                  <a:pt x="4" y="9"/>
                </a:lnTo>
                <a:lnTo>
                  <a:pt x="3" y="8"/>
                </a:lnTo>
                <a:lnTo>
                  <a:pt x="2" y="7"/>
                </a:lnTo>
                <a:lnTo>
                  <a:pt x="2" y="5"/>
                </a:lnTo>
                <a:lnTo>
                  <a:pt x="0" y="4"/>
                </a:lnTo>
                <a:lnTo>
                  <a:pt x="3" y="2"/>
                </a:lnTo>
                <a:lnTo>
                  <a:pt x="5" y="0"/>
                </a:lnTo>
                <a:lnTo>
                  <a:pt x="6" y="1"/>
                </a:lnTo>
                <a:lnTo>
                  <a:pt x="7" y="2"/>
                </a:lnTo>
                <a:lnTo>
                  <a:pt x="8" y="3"/>
                </a:lnTo>
                <a:lnTo>
                  <a:pt x="9" y="3"/>
                </a:lnTo>
                <a:lnTo>
                  <a:pt x="11" y="4"/>
                </a:lnTo>
                <a:lnTo>
                  <a:pt x="9" y="5"/>
                </a:lnTo>
                <a:lnTo>
                  <a:pt x="9" y="7"/>
                </a:lnTo>
                <a:lnTo>
                  <a:pt x="7" y="8"/>
                </a:lnTo>
                <a:lnTo>
                  <a:pt x="6" y="8"/>
                </a:lnTo>
                <a:lnTo>
                  <a:pt x="5" y="8"/>
                </a:lnTo>
                <a:lnTo>
                  <a:pt x="5" y="9"/>
                </a:lnTo>
              </a:path>
            </a:pathLst>
          </a:custGeom>
          <a:ln w="4680">
            <a:solidFill>
              <a:srgbClr val="4A4A4A"/>
            </a:solidFill>
            <a:round/>
          </a:ln>
        </p:spPr>
        <p:txBody>
          <a:bodyPr lIns="2160" tIns="1080" rIns="2160" bIns="108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914" name=""/>
          <p:cNvSpPr/>
          <p:nvPr/>
        </p:nvSpPr>
        <p:spPr>
          <a:xfrm>
            <a:off x="5169960" y="1425240"/>
            <a:ext cx="360" cy="360"/>
          </a:xfrm>
          <a:custGeom>
            <a:avLst/>
            <a:gdLst/>
            <a:ahLst/>
            <a:rect l="0" t="0" r="r" b="b"/>
            <a:pathLst>
              <a:path fill="none" w="1" h="1">
                <a:moveTo>
                  <a:pt x="0" y="1"/>
                </a:moveTo>
                <a:lnTo>
                  <a:pt x="0" y="0"/>
                </a:lnTo>
                <a:lnTo>
                  <a:pt x="1" y="0"/>
                </a:lnTo>
                <a:lnTo>
                  <a:pt x="1" y="1"/>
                </a:lnTo>
                <a:lnTo>
                  <a:pt x="0" y="1"/>
                </a:lnTo>
              </a:path>
            </a:pathLst>
          </a:custGeom>
          <a:ln w="4680">
            <a:solidFill>
              <a:srgbClr val="4A4A4A"/>
            </a:solidFill>
            <a:round/>
          </a:ln>
        </p:spPr>
        <p:txBody>
          <a:bodyPr lIns="2160" tIns="-1800" rIns="2160" bIns="-180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915" name=""/>
          <p:cNvSpPr/>
          <p:nvPr/>
        </p:nvSpPr>
        <p:spPr>
          <a:xfrm>
            <a:off x="5170680" y="1424520"/>
            <a:ext cx="1440" cy="1440"/>
          </a:xfrm>
          <a:custGeom>
            <a:avLst/>
            <a:gdLst/>
            <a:ahLst/>
            <a:rect l="0" t="0" r="r" b="b"/>
            <a:pathLst>
              <a:path fill="none" w="4" h="4">
                <a:moveTo>
                  <a:pt x="3" y="3"/>
                </a:moveTo>
                <a:lnTo>
                  <a:pt x="4" y="3"/>
                </a:lnTo>
                <a:lnTo>
                  <a:pt x="3" y="3"/>
                </a:lnTo>
                <a:lnTo>
                  <a:pt x="3" y="4"/>
                </a:lnTo>
                <a:lnTo>
                  <a:pt x="1" y="4"/>
                </a:lnTo>
                <a:lnTo>
                  <a:pt x="0" y="3"/>
                </a:lnTo>
                <a:lnTo>
                  <a:pt x="0" y="1"/>
                </a:lnTo>
                <a:lnTo>
                  <a:pt x="1" y="0"/>
                </a:lnTo>
                <a:lnTo>
                  <a:pt x="3" y="0"/>
                </a:lnTo>
                <a:lnTo>
                  <a:pt x="3" y="1"/>
                </a:lnTo>
                <a:lnTo>
                  <a:pt x="3" y="3"/>
                </a:lnTo>
              </a:path>
            </a:pathLst>
          </a:custGeom>
          <a:ln w="4680">
            <a:solidFill>
              <a:srgbClr val="4A4A4A"/>
            </a:solidFill>
            <a:round/>
          </a:ln>
        </p:spPr>
        <p:txBody>
          <a:bodyPr lIns="2160" tIns="-720" rIns="2160" bIns="-7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916" name=""/>
          <p:cNvSpPr/>
          <p:nvPr/>
        </p:nvSpPr>
        <p:spPr>
          <a:xfrm>
            <a:off x="5168880" y="1424520"/>
            <a:ext cx="1440" cy="2520"/>
          </a:xfrm>
          <a:custGeom>
            <a:avLst/>
            <a:gdLst/>
            <a:ahLst/>
            <a:rect l="0" t="0" r="r" b="b"/>
            <a:pathLst>
              <a:path fill="none" w="4" h="7">
                <a:moveTo>
                  <a:pt x="3" y="5"/>
                </a:moveTo>
                <a:lnTo>
                  <a:pt x="1" y="7"/>
                </a:lnTo>
                <a:lnTo>
                  <a:pt x="0" y="5"/>
                </a:lnTo>
                <a:lnTo>
                  <a:pt x="0" y="4"/>
                </a:lnTo>
                <a:lnTo>
                  <a:pt x="0" y="3"/>
                </a:lnTo>
                <a:lnTo>
                  <a:pt x="0" y="2"/>
                </a:lnTo>
                <a:lnTo>
                  <a:pt x="1" y="0"/>
                </a:lnTo>
                <a:lnTo>
                  <a:pt x="3" y="0"/>
                </a:lnTo>
                <a:lnTo>
                  <a:pt x="4" y="2"/>
                </a:lnTo>
                <a:lnTo>
                  <a:pt x="4" y="3"/>
                </a:lnTo>
                <a:lnTo>
                  <a:pt x="3" y="4"/>
                </a:lnTo>
                <a:lnTo>
                  <a:pt x="3" y="5"/>
                </a:lnTo>
              </a:path>
            </a:pathLst>
          </a:custGeom>
          <a:ln w="4680">
            <a:solidFill>
              <a:srgbClr val="4A4A4A"/>
            </a:solidFill>
            <a:round/>
          </a:ln>
        </p:spPr>
        <p:txBody>
          <a:bodyPr lIns="2160" tIns="360" rIns="2160" bIns="3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917" name=""/>
          <p:cNvSpPr/>
          <p:nvPr/>
        </p:nvSpPr>
        <p:spPr>
          <a:xfrm>
            <a:off x="5170320" y="1424520"/>
            <a:ext cx="360" cy="360"/>
          </a:xfrm>
          <a:custGeom>
            <a:avLst/>
            <a:gdLst/>
            <a:ahLst/>
            <a:rect l="0" t="0" r="r" b="b"/>
            <a:pathLst>
              <a:path fill="none" w="1" h="1">
                <a:moveTo>
                  <a:pt x="1" y="1"/>
                </a:moveTo>
                <a:lnTo>
                  <a:pt x="0" y="0"/>
                </a:lnTo>
                <a:lnTo>
                  <a:pt x="1" y="0"/>
                </a:lnTo>
                <a:lnTo>
                  <a:pt x="1" y="1"/>
                </a:lnTo>
              </a:path>
            </a:pathLst>
          </a:custGeom>
          <a:ln w="4680">
            <a:solidFill>
              <a:srgbClr val="4A4A4A"/>
            </a:solidFill>
            <a:round/>
          </a:ln>
        </p:spPr>
        <p:txBody>
          <a:bodyPr lIns="2160" tIns="-1800" rIns="2160" bIns="-180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918" name=""/>
          <p:cNvSpPr/>
          <p:nvPr/>
        </p:nvSpPr>
        <p:spPr>
          <a:xfrm>
            <a:off x="5178960" y="1423800"/>
            <a:ext cx="1800" cy="1080"/>
          </a:xfrm>
          <a:custGeom>
            <a:avLst/>
            <a:gdLst/>
            <a:ahLst/>
            <a:rect l="0" t="0" r="r" b="b"/>
            <a:pathLst>
              <a:path fill="none" w="5" h="3">
                <a:moveTo>
                  <a:pt x="3" y="3"/>
                </a:moveTo>
                <a:lnTo>
                  <a:pt x="2" y="3"/>
                </a:lnTo>
                <a:lnTo>
                  <a:pt x="0" y="1"/>
                </a:lnTo>
                <a:lnTo>
                  <a:pt x="3" y="0"/>
                </a:lnTo>
                <a:lnTo>
                  <a:pt x="5" y="0"/>
                </a:lnTo>
                <a:lnTo>
                  <a:pt x="5" y="1"/>
                </a:lnTo>
                <a:lnTo>
                  <a:pt x="5" y="3"/>
                </a:lnTo>
                <a:lnTo>
                  <a:pt x="3" y="3"/>
                </a:lnTo>
              </a:path>
            </a:pathLst>
          </a:custGeom>
          <a:ln w="4680">
            <a:solidFill>
              <a:srgbClr val="4A4A4A"/>
            </a:solidFill>
            <a:round/>
          </a:ln>
        </p:spPr>
        <p:txBody>
          <a:bodyPr lIns="2160" tIns="-1080" rIns="2160" bIns="-108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919" name=""/>
          <p:cNvSpPr/>
          <p:nvPr/>
        </p:nvSpPr>
        <p:spPr>
          <a:xfrm>
            <a:off x="5172480" y="1423800"/>
            <a:ext cx="720" cy="360"/>
          </a:xfrm>
          <a:custGeom>
            <a:avLst/>
            <a:gdLst/>
            <a:ahLst/>
            <a:rect l="0" t="0" r="r" b="b"/>
            <a:pathLst>
              <a:path fill="none" w="2" h="1">
                <a:moveTo>
                  <a:pt x="1" y="1"/>
                </a:moveTo>
                <a:lnTo>
                  <a:pt x="0" y="1"/>
                </a:lnTo>
                <a:lnTo>
                  <a:pt x="0" y="0"/>
                </a:lnTo>
                <a:lnTo>
                  <a:pt x="1" y="0"/>
                </a:lnTo>
                <a:lnTo>
                  <a:pt x="2" y="0"/>
                </a:lnTo>
                <a:lnTo>
                  <a:pt x="1" y="1"/>
                </a:lnTo>
              </a:path>
            </a:pathLst>
          </a:custGeom>
          <a:ln w="4680">
            <a:solidFill>
              <a:srgbClr val="4A4A4A"/>
            </a:solidFill>
            <a:round/>
          </a:ln>
        </p:spPr>
        <p:txBody>
          <a:bodyPr lIns="2160" tIns="-1800" rIns="2160" bIns="-180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920" name=""/>
          <p:cNvSpPr/>
          <p:nvPr/>
        </p:nvSpPr>
        <p:spPr>
          <a:xfrm>
            <a:off x="5172840" y="1423800"/>
            <a:ext cx="1800" cy="1440"/>
          </a:xfrm>
          <a:custGeom>
            <a:avLst/>
            <a:gdLst/>
            <a:ahLst/>
            <a:rect l="0" t="0" r="r" b="b"/>
            <a:pathLst>
              <a:path fill="none" w="5" h="4">
                <a:moveTo>
                  <a:pt x="3" y="3"/>
                </a:moveTo>
                <a:lnTo>
                  <a:pt x="2" y="4"/>
                </a:lnTo>
                <a:lnTo>
                  <a:pt x="0" y="3"/>
                </a:lnTo>
                <a:lnTo>
                  <a:pt x="0" y="2"/>
                </a:lnTo>
                <a:lnTo>
                  <a:pt x="2" y="2"/>
                </a:lnTo>
                <a:lnTo>
                  <a:pt x="3" y="0"/>
                </a:lnTo>
                <a:lnTo>
                  <a:pt x="4" y="0"/>
                </a:lnTo>
                <a:lnTo>
                  <a:pt x="5" y="2"/>
                </a:lnTo>
                <a:lnTo>
                  <a:pt x="5" y="3"/>
                </a:lnTo>
                <a:lnTo>
                  <a:pt x="4" y="3"/>
                </a:lnTo>
                <a:lnTo>
                  <a:pt x="3" y="3"/>
                </a:lnTo>
              </a:path>
            </a:pathLst>
          </a:custGeom>
          <a:ln w="4680">
            <a:solidFill>
              <a:srgbClr val="4A4A4A"/>
            </a:solidFill>
            <a:round/>
          </a:ln>
        </p:spPr>
        <p:txBody>
          <a:bodyPr lIns="2160" tIns="-720" rIns="2160" bIns="-7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921" name=""/>
          <p:cNvSpPr/>
          <p:nvPr/>
        </p:nvSpPr>
        <p:spPr>
          <a:xfrm>
            <a:off x="5176080" y="1423440"/>
            <a:ext cx="1800" cy="1440"/>
          </a:xfrm>
          <a:custGeom>
            <a:avLst/>
            <a:gdLst/>
            <a:ahLst/>
            <a:rect l="0" t="0" r="r" b="b"/>
            <a:pathLst>
              <a:path fill="none" w="5" h="4">
                <a:moveTo>
                  <a:pt x="5" y="2"/>
                </a:moveTo>
                <a:lnTo>
                  <a:pt x="5" y="4"/>
                </a:lnTo>
                <a:lnTo>
                  <a:pt x="3" y="4"/>
                </a:lnTo>
                <a:lnTo>
                  <a:pt x="2" y="2"/>
                </a:lnTo>
                <a:lnTo>
                  <a:pt x="1" y="2"/>
                </a:lnTo>
                <a:lnTo>
                  <a:pt x="1" y="0"/>
                </a:lnTo>
                <a:lnTo>
                  <a:pt x="0" y="0"/>
                </a:lnTo>
                <a:lnTo>
                  <a:pt x="1" y="0"/>
                </a:lnTo>
                <a:lnTo>
                  <a:pt x="2" y="0"/>
                </a:lnTo>
                <a:lnTo>
                  <a:pt x="3" y="0"/>
                </a:lnTo>
                <a:lnTo>
                  <a:pt x="5" y="2"/>
                </a:lnTo>
              </a:path>
            </a:pathLst>
          </a:custGeom>
          <a:ln w="4680">
            <a:solidFill>
              <a:srgbClr val="4A4A4A"/>
            </a:solidFill>
            <a:round/>
          </a:ln>
        </p:spPr>
        <p:txBody>
          <a:bodyPr lIns="2160" tIns="-720" rIns="2160" bIns="-7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922" name=""/>
          <p:cNvSpPr/>
          <p:nvPr/>
        </p:nvSpPr>
        <p:spPr>
          <a:xfrm>
            <a:off x="5169240" y="1423440"/>
            <a:ext cx="720" cy="720"/>
          </a:xfrm>
          <a:custGeom>
            <a:avLst/>
            <a:gdLst/>
            <a:ahLst/>
            <a:rect l="0" t="0" r="r" b="b"/>
            <a:pathLst>
              <a:path fill="none" w="2" h="2">
                <a:moveTo>
                  <a:pt x="2" y="2"/>
                </a:moveTo>
                <a:lnTo>
                  <a:pt x="0" y="2"/>
                </a:lnTo>
                <a:lnTo>
                  <a:pt x="0" y="0"/>
                </a:lnTo>
                <a:lnTo>
                  <a:pt x="2" y="0"/>
                </a:lnTo>
                <a:lnTo>
                  <a:pt x="2" y="2"/>
                </a:lnTo>
              </a:path>
            </a:pathLst>
          </a:custGeom>
          <a:ln w="4680">
            <a:solidFill>
              <a:srgbClr val="4A4A4A"/>
            </a:solidFill>
            <a:round/>
          </a:ln>
        </p:spPr>
        <p:txBody>
          <a:bodyPr lIns="2160" tIns="-1440" rIns="2160" bIns="-144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923" name=""/>
          <p:cNvSpPr/>
          <p:nvPr/>
        </p:nvSpPr>
        <p:spPr>
          <a:xfrm>
            <a:off x="5171760" y="1423440"/>
            <a:ext cx="1440" cy="1080"/>
          </a:xfrm>
          <a:custGeom>
            <a:avLst/>
            <a:gdLst/>
            <a:ahLst/>
            <a:rect l="0" t="0" r="r" b="b"/>
            <a:pathLst>
              <a:path fill="none" w="4" h="3">
                <a:moveTo>
                  <a:pt x="2" y="3"/>
                </a:moveTo>
                <a:lnTo>
                  <a:pt x="0" y="3"/>
                </a:lnTo>
                <a:lnTo>
                  <a:pt x="0" y="2"/>
                </a:lnTo>
                <a:lnTo>
                  <a:pt x="0" y="0"/>
                </a:lnTo>
                <a:lnTo>
                  <a:pt x="2" y="0"/>
                </a:lnTo>
                <a:lnTo>
                  <a:pt x="4" y="0"/>
                </a:lnTo>
                <a:lnTo>
                  <a:pt x="4" y="3"/>
                </a:lnTo>
                <a:lnTo>
                  <a:pt x="2" y="3"/>
                </a:lnTo>
              </a:path>
            </a:pathLst>
          </a:custGeom>
          <a:ln w="4680">
            <a:solidFill>
              <a:srgbClr val="4A4A4A"/>
            </a:solidFill>
            <a:round/>
          </a:ln>
        </p:spPr>
        <p:txBody>
          <a:bodyPr lIns="2160" tIns="-1080" rIns="2160" bIns="-108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924" name=""/>
          <p:cNvSpPr/>
          <p:nvPr/>
        </p:nvSpPr>
        <p:spPr>
          <a:xfrm>
            <a:off x="5172480" y="1422720"/>
            <a:ext cx="1440" cy="720"/>
          </a:xfrm>
          <a:custGeom>
            <a:avLst/>
            <a:gdLst/>
            <a:ahLst/>
            <a:rect l="0" t="0" r="r" b="b"/>
            <a:pathLst>
              <a:path fill="none" w="4" h="2">
                <a:moveTo>
                  <a:pt x="4" y="2"/>
                </a:moveTo>
                <a:lnTo>
                  <a:pt x="2" y="2"/>
                </a:lnTo>
                <a:lnTo>
                  <a:pt x="0" y="2"/>
                </a:lnTo>
                <a:lnTo>
                  <a:pt x="2" y="0"/>
                </a:lnTo>
                <a:lnTo>
                  <a:pt x="4" y="0"/>
                </a:lnTo>
                <a:lnTo>
                  <a:pt x="4" y="2"/>
                </a:lnTo>
              </a:path>
            </a:pathLst>
          </a:custGeom>
          <a:ln w="4680">
            <a:solidFill>
              <a:srgbClr val="4A4A4A"/>
            </a:solidFill>
            <a:round/>
          </a:ln>
        </p:spPr>
        <p:txBody>
          <a:bodyPr lIns="2160" tIns="-1440" rIns="2160" bIns="-144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925" name=""/>
          <p:cNvSpPr/>
          <p:nvPr/>
        </p:nvSpPr>
        <p:spPr>
          <a:xfrm>
            <a:off x="5180760" y="1422720"/>
            <a:ext cx="4680" cy="5760"/>
          </a:xfrm>
          <a:custGeom>
            <a:avLst/>
            <a:gdLst/>
            <a:ahLst/>
            <a:rect l="0" t="0" r="r" b="b"/>
            <a:pathLst>
              <a:path fill="none" w="13" h="16">
                <a:moveTo>
                  <a:pt x="11" y="3"/>
                </a:moveTo>
                <a:lnTo>
                  <a:pt x="11" y="4"/>
                </a:lnTo>
                <a:lnTo>
                  <a:pt x="12" y="4"/>
                </a:lnTo>
                <a:lnTo>
                  <a:pt x="12" y="5"/>
                </a:lnTo>
                <a:lnTo>
                  <a:pt x="10" y="5"/>
                </a:lnTo>
                <a:lnTo>
                  <a:pt x="9" y="5"/>
                </a:lnTo>
                <a:lnTo>
                  <a:pt x="10" y="6"/>
                </a:lnTo>
                <a:lnTo>
                  <a:pt x="11" y="6"/>
                </a:lnTo>
                <a:lnTo>
                  <a:pt x="12" y="6"/>
                </a:lnTo>
                <a:lnTo>
                  <a:pt x="13" y="6"/>
                </a:lnTo>
                <a:lnTo>
                  <a:pt x="13" y="7"/>
                </a:lnTo>
                <a:lnTo>
                  <a:pt x="12" y="7"/>
                </a:lnTo>
                <a:lnTo>
                  <a:pt x="12" y="8"/>
                </a:lnTo>
                <a:lnTo>
                  <a:pt x="13" y="8"/>
                </a:lnTo>
                <a:lnTo>
                  <a:pt x="13" y="9"/>
                </a:lnTo>
                <a:lnTo>
                  <a:pt x="12" y="9"/>
                </a:lnTo>
                <a:lnTo>
                  <a:pt x="12" y="10"/>
                </a:lnTo>
                <a:lnTo>
                  <a:pt x="11" y="10"/>
                </a:lnTo>
                <a:lnTo>
                  <a:pt x="11" y="11"/>
                </a:lnTo>
                <a:lnTo>
                  <a:pt x="10" y="11"/>
                </a:lnTo>
                <a:lnTo>
                  <a:pt x="10" y="12"/>
                </a:lnTo>
                <a:lnTo>
                  <a:pt x="10" y="13"/>
                </a:lnTo>
                <a:lnTo>
                  <a:pt x="10" y="14"/>
                </a:lnTo>
                <a:lnTo>
                  <a:pt x="11" y="14"/>
                </a:lnTo>
                <a:lnTo>
                  <a:pt x="12" y="14"/>
                </a:lnTo>
                <a:lnTo>
                  <a:pt x="12" y="15"/>
                </a:lnTo>
                <a:lnTo>
                  <a:pt x="13" y="16"/>
                </a:lnTo>
                <a:lnTo>
                  <a:pt x="12" y="16"/>
                </a:lnTo>
                <a:lnTo>
                  <a:pt x="11" y="16"/>
                </a:lnTo>
                <a:lnTo>
                  <a:pt x="10" y="16"/>
                </a:lnTo>
                <a:lnTo>
                  <a:pt x="9" y="16"/>
                </a:lnTo>
                <a:lnTo>
                  <a:pt x="8" y="15"/>
                </a:lnTo>
                <a:lnTo>
                  <a:pt x="8" y="14"/>
                </a:lnTo>
                <a:lnTo>
                  <a:pt x="7" y="13"/>
                </a:lnTo>
                <a:lnTo>
                  <a:pt x="8" y="12"/>
                </a:lnTo>
                <a:lnTo>
                  <a:pt x="8" y="11"/>
                </a:lnTo>
                <a:lnTo>
                  <a:pt x="8" y="10"/>
                </a:lnTo>
                <a:lnTo>
                  <a:pt x="7" y="10"/>
                </a:lnTo>
                <a:lnTo>
                  <a:pt x="6" y="9"/>
                </a:lnTo>
                <a:lnTo>
                  <a:pt x="6" y="8"/>
                </a:lnTo>
                <a:lnTo>
                  <a:pt x="6" y="7"/>
                </a:lnTo>
                <a:lnTo>
                  <a:pt x="3" y="7"/>
                </a:lnTo>
                <a:lnTo>
                  <a:pt x="2" y="6"/>
                </a:lnTo>
                <a:lnTo>
                  <a:pt x="2" y="7"/>
                </a:lnTo>
                <a:lnTo>
                  <a:pt x="2" y="6"/>
                </a:lnTo>
                <a:lnTo>
                  <a:pt x="1" y="6"/>
                </a:lnTo>
                <a:lnTo>
                  <a:pt x="0" y="5"/>
                </a:lnTo>
                <a:lnTo>
                  <a:pt x="0" y="4"/>
                </a:lnTo>
                <a:lnTo>
                  <a:pt x="2" y="0"/>
                </a:lnTo>
                <a:lnTo>
                  <a:pt x="2" y="2"/>
                </a:lnTo>
                <a:lnTo>
                  <a:pt x="3" y="2"/>
                </a:lnTo>
                <a:lnTo>
                  <a:pt x="5" y="2"/>
                </a:lnTo>
                <a:lnTo>
                  <a:pt x="5" y="0"/>
                </a:lnTo>
                <a:lnTo>
                  <a:pt x="5" y="2"/>
                </a:lnTo>
                <a:lnTo>
                  <a:pt x="7" y="2"/>
                </a:lnTo>
                <a:lnTo>
                  <a:pt x="8" y="3"/>
                </a:lnTo>
                <a:lnTo>
                  <a:pt x="9" y="2"/>
                </a:lnTo>
                <a:lnTo>
                  <a:pt x="10" y="2"/>
                </a:lnTo>
                <a:lnTo>
                  <a:pt x="10" y="0"/>
                </a:lnTo>
                <a:lnTo>
                  <a:pt x="11" y="0"/>
                </a:lnTo>
                <a:lnTo>
                  <a:pt x="11" y="2"/>
                </a:lnTo>
                <a:lnTo>
                  <a:pt x="10" y="2"/>
                </a:lnTo>
                <a:lnTo>
                  <a:pt x="11" y="3"/>
                </a:lnTo>
              </a:path>
            </a:pathLst>
          </a:custGeom>
          <a:ln w="4680">
            <a:solidFill>
              <a:srgbClr val="4A4A4A"/>
            </a:solidFill>
            <a:round/>
          </a:ln>
        </p:spPr>
        <p:txBody>
          <a:bodyPr lIns="2160" tIns="2160" rIns="2160" bIns="21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926" name=""/>
          <p:cNvSpPr/>
          <p:nvPr/>
        </p:nvSpPr>
        <p:spPr>
          <a:xfrm>
            <a:off x="5169960" y="1422720"/>
            <a:ext cx="1800" cy="1440"/>
          </a:xfrm>
          <a:custGeom>
            <a:avLst/>
            <a:gdLst/>
            <a:ahLst/>
            <a:rect l="0" t="0" r="r" b="b"/>
            <a:pathLst>
              <a:path fill="none" w="5" h="4">
                <a:moveTo>
                  <a:pt x="4" y="3"/>
                </a:moveTo>
                <a:lnTo>
                  <a:pt x="5" y="3"/>
                </a:lnTo>
                <a:lnTo>
                  <a:pt x="4" y="4"/>
                </a:lnTo>
                <a:lnTo>
                  <a:pt x="3" y="3"/>
                </a:lnTo>
                <a:lnTo>
                  <a:pt x="3" y="4"/>
                </a:lnTo>
                <a:lnTo>
                  <a:pt x="1" y="4"/>
                </a:lnTo>
                <a:lnTo>
                  <a:pt x="1" y="3"/>
                </a:lnTo>
                <a:lnTo>
                  <a:pt x="0" y="2"/>
                </a:lnTo>
                <a:lnTo>
                  <a:pt x="1" y="0"/>
                </a:lnTo>
                <a:lnTo>
                  <a:pt x="4" y="2"/>
                </a:lnTo>
                <a:lnTo>
                  <a:pt x="4" y="3"/>
                </a:lnTo>
              </a:path>
            </a:pathLst>
          </a:custGeom>
          <a:ln w="4680">
            <a:solidFill>
              <a:srgbClr val="4A4A4A"/>
            </a:solidFill>
            <a:round/>
          </a:ln>
        </p:spPr>
        <p:txBody>
          <a:bodyPr lIns="2160" tIns="-720" rIns="2160" bIns="-7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927" name=""/>
          <p:cNvSpPr/>
          <p:nvPr/>
        </p:nvSpPr>
        <p:spPr>
          <a:xfrm>
            <a:off x="5173200" y="1422720"/>
            <a:ext cx="2520" cy="1440"/>
          </a:xfrm>
          <a:custGeom>
            <a:avLst/>
            <a:gdLst/>
            <a:ahLst/>
            <a:rect l="0" t="0" r="r" b="b"/>
            <a:pathLst>
              <a:path fill="none" w="7" h="4">
                <a:moveTo>
                  <a:pt x="5" y="2"/>
                </a:moveTo>
                <a:lnTo>
                  <a:pt x="6" y="3"/>
                </a:lnTo>
                <a:lnTo>
                  <a:pt x="7" y="4"/>
                </a:lnTo>
                <a:lnTo>
                  <a:pt x="6" y="4"/>
                </a:lnTo>
                <a:lnTo>
                  <a:pt x="5" y="4"/>
                </a:lnTo>
                <a:lnTo>
                  <a:pt x="4" y="3"/>
                </a:lnTo>
                <a:lnTo>
                  <a:pt x="2" y="3"/>
                </a:lnTo>
                <a:lnTo>
                  <a:pt x="1" y="3"/>
                </a:lnTo>
                <a:lnTo>
                  <a:pt x="0" y="3"/>
                </a:lnTo>
                <a:lnTo>
                  <a:pt x="1" y="2"/>
                </a:lnTo>
                <a:lnTo>
                  <a:pt x="1" y="0"/>
                </a:lnTo>
                <a:lnTo>
                  <a:pt x="2" y="0"/>
                </a:lnTo>
                <a:lnTo>
                  <a:pt x="4" y="0"/>
                </a:lnTo>
                <a:lnTo>
                  <a:pt x="4" y="2"/>
                </a:lnTo>
                <a:lnTo>
                  <a:pt x="5" y="2"/>
                </a:lnTo>
              </a:path>
            </a:pathLst>
          </a:custGeom>
          <a:ln w="4680">
            <a:solidFill>
              <a:srgbClr val="4A4A4A"/>
            </a:solidFill>
            <a:round/>
          </a:ln>
        </p:spPr>
        <p:txBody>
          <a:bodyPr lIns="2160" tIns="-720" rIns="2160" bIns="-7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928" name=""/>
          <p:cNvSpPr/>
          <p:nvPr/>
        </p:nvSpPr>
        <p:spPr>
          <a:xfrm>
            <a:off x="5185440" y="1422360"/>
            <a:ext cx="720" cy="1440"/>
          </a:xfrm>
          <a:custGeom>
            <a:avLst/>
            <a:gdLst/>
            <a:ahLst/>
            <a:rect l="0" t="0" r="r" b="b"/>
            <a:pathLst>
              <a:path fill="none" w="2" h="4">
                <a:moveTo>
                  <a:pt x="2" y="3"/>
                </a:moveTo>
                <a:lnTo>
                  <a:pt x="2" y="4"/>
                </a:lnTo>
                <a:lnTo>
                  <a:pt x="0" y="3"/>
                </a:lnTo>
                <a:lnTo>
                  <a:pt x="0" y="1"/>
                </a:lnTo>
                <a:lnTo>
                  <a:pt x="0" y="0"/>
                </a:lnTo>
                <a:lnTo>
                  <a:pt x="2" y="0"/>
                </a:lnTo>
                <a:lnTo>
                  <a:pt x="2" y="1"/>
                </a:lnTo>
                <a:lnTo>
                  <a:pt x="2" y="3"/>
                </a:lnTo>
              </a:path>
            </a:pathLst>
          </a:custGeom>
          <a:ln w="4680">
            <a:solidFill>
              <a:srgbClr val="4A4A4A"/>
            </a:solidFill>
            <a:round/>
          </a:ln>
        </p:spPr>
        <p:txBody>
          <a:bodyPr lIns="2160" tIns="-720" rIns="2160" bIns="-7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929" name=""/>
          <p:cNvSpPr/>
          <p:nvPr/>
        </p:nvSpPr>
        <p:spPr>
          <a:xfrm>
            <a:off x="5171040" y="1422360"/>
            <a:ext cx="360" cy="360"/>
          </a:xfrm>
          <a:custGeom>
            <a:avLst/>
            <a:gdLst/>
            <a:ahLst/>
            <a:rect l="0" t="0" r="r" b="b"/>
            <a:pathLst>
              <a:path fill="none" w="1" h="1">
                <a:moveTo>
                  <a:pt x="1" y="1"/>
                </a:moveTo>
                <a:lnTo>
                  <a:pt x="0" y="0"/>
                </a:lnTo>
                <a:lnTo>
                  <a:pt x="1" y="0"/>
                </a:lnTo>
                <a:lnTo>
                  <a:pt x="1" y="1"/>
                </a:lnTo>
              </a:path>
            </a:pathLst>
          </a:custGeom>
          <a:ln w="4680">
            <a:solidFill>
              <a:srgbClr val="4A4A4A"/>
            </a:solidFill>
            <a:round/>
          </a:ln>
        </p:spPr>
        <p:txBody>
          <a:bodyPr lIns="2160" tIns="-1800" rIns="2160" bIns="-180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930" name=""/>
          <p:cNvSpPr/>
          <p:nvPr/>
        </p:nvSpPr>
        <p:spPr>
          <a:xfrm>
            <a:off x="5185080" y="1422000"/>
            <a:ext cx="1440" cy="720"/>
          </a:xfrm>
          <a:custGeom>
            <a:avLst/>
            <a:gdLst/>
            <a:ahLst/>
            <a:rect l="0" t="0" r="r" b="b"/>
            <a:pathLst>
              <a:path fill="none" w="4" h="2">
                <a:moveTo>
                  <a:pt x="2" y="2"/>
                </a:moveTo>
                <a:lnTo>
                  <a:pt x="0" y="2"/>
                </a:lnTo>
                <a:lnTo>
                  <a:pt x="0" y="0"/>
                </a:lnTo>
                <a:lnTo>
                  <a:pt x="2" y="0"/>
                </a:lnTo>
                <a:lnTo>
                  <a:pt x="2" y="2"/>
                </a:lnTo>
                <a:lnTo>
                  <a:pt x="4" y="2"/>
                </a:lnTo>
                <a:lnTo>
                  <a:pt x="2" y="2"/>
                </a:lnTo>
              </a:path>
            </a:pathLst>
          </a:custGeom>
          <a:ln w="4680">
            <a:solidFill>
              <a:srgbClr val="4A4A4A"/>
            </a:solidFill>
            <a:round/>
          </a:ln>
        </p:spPr>
        <p:txBody>
          <a:bodyPr lIns="2160" tIns="-1440" rIns="2160" bIns="-144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931" name=""/>
          <p:cNvSpPr/>
          <p:nvPr/>
        </p:nvSpPr>
        <p:spPr>
          <a:xfrm>
            <a:off x="5185080" y="1421280"/>
            <a:ext cx="0" cy="360"/>
          </a:xfrm>
          <a:prstGeom prst="line">
            <a:avLst/>
          </a:prstGeom>
          <a:ln w="4680">
            <a:solidFill>
              <a:srgbClr val="4A4A4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2160" tIns="-1800" rIns="2160" bIns="-180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932" name=""/>
          <p:cNvSpPr/>
          <p:nvPr/>
        </p:nvSpPr>
        <p:spPr>
          <a:xfrm>
            <a:off x="5159520" y="1420560"/>
            <a:ext cx="2160" cy="1080"/>
          </a:xfrm>
          <a:custGeom>
            <a:avLst/>
            <a:gdLst/>
            <a:ahLst/>
            <a:rect l="0" t="0" r="r" b="b"/>
            <a:pathLst>
              <a:path fill="none" w="6" h="3">
                <a:moveTo>
                  <a:pt x="4" y="3"/>
                </a:moveTo>
                <a:lnTo>
                  <a:pt x="3" y="3"/>
                </a:lnTo>
                <a:lnTo>
                  <a:pt x="2" y="2"/>
                </a:lnTo>
                <a:lnTo>
                  <a:pt x="2" y="0"/>
                </a:lnTo>
                <a:lnTo>
                  <a:pt x="0" y="0"/>
                </a:lnTo>
                <a:lnTo>
                  <a:pt x="2" y="0"/>
                </a:lnTo>
                <a:lnTo>
                  <a:pt x="3" y="0"/>
                </a:lnTo>
                <a:lnTo>
                  <a:pt x="4" y="0"/>
                </a:lnTo>
                <a:lnTo>
                  <a:pt x="6" y="2"/>
                </a:lnTo>
                <a:lnTo>
                  <a:pt x="6" y="3"/>
                </a:lnTo>
                <a:lnTo>
                  <a:pt x="4" y="3"/>
                </a:lnTo>
              </a:path>
            </a:pathLst>
          </a:custGeom>
          <a:ln w="4680">
            <a:solidFill>
              <a:srgbClr val="4A4A4A"/>
            </a:solidFill>
            <a:round/>
          </a:ln>
        </p:spPr>
        <p:txBody>
          <a:bodyPr lIns="2160" tIns="-1080" rIns="2160" bIns="-108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933" name=""/>
          <p:cNvSpPr/>
          <p:nvPr/>
        </p:nvSpPr>
        <p:spPr>
          <a:xfrm>
            <a:off x="5165280" y="1420560"/>
            <a:ext cx="720" cy="720"/>
          </a:xfrm>
          <a:custGeom>
            <a:avLst/>
            <a:gdLst/>
            <a:ahLst/>
            <a:rect l="0" t="0" r="r" b="b"/>
            <a:pathLst>
              <a:path fill="none" w="2" h="2">
                <a:moveTo>
                  <a:pt x="2" y="2"/>
                </a:moveTo>
                <a:lnTo>
                  <a:pt x="0" y="0"/>
                </a:lnTo>
                <a:lnTo>
                  <a:pt x="2" y="0"/>
                </a:lnTo>
                <a:lnTo>
                  <a:pt x="2" y="2"/>
                </a:lnTo>
              </a:path>
            </a:pathLst>
          </a:custGeom>
          <a:ln w="4680">
            <a:solidFill>
              <a:srgbClr val="4A4A4A"/>
            </a:solidFill>
            <a:round/>
          </a:ln>
        </p:spPr>
        <p:txBody>
          <a:bodyPr lIns="2160" tIns="-1440" rIns="2160" bIns="-144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934" name=""/>
          <p:cNvSpPr/>
          <p:nvPr/>
        </p:nvSpPr>
        <p:spPr>
          <a:xfrm>
            <a:off x="5160600" y="1419480"/>
            <a:ext cx="4320" cy="6840"/>
          </a:xfrm>
          <a:custGeom>
            <a:avLst/>
            <a:gdLst/>
            <a:ahLst/>
            <a:rect l="0" t="0" r="r" b="b"/>
            <a:pathLst>
              <a:path fill="none" w="12" h="19">
                <a:moveTo>
                  <a:pt x="1" y="0"/>
                </a:moveTo>
                <a:lnTo>
                  <a:pt x="2" y="0"/>
                </a:lnTo>
                <a:lnTo>
                  <a:pt x="3" y="2"/>
                </a:lnTo>
                <a:lnTo>
                  <a:pt x="5" y="2"/>
                </a:lnTo>
                <a:lnTo>
                  <a:pt x="5" y="3"/>
                </a:lnTo>
                <a:lnTo>
                  <a:pt x="3" y="3"/>
                </a:lnTo>
                <a:lnTo>
                  <a:pt x="5" y="3"/>
                </a:lnTo>
                <a:lnTo>
                  <a:pt x="6" y="3"/>
                </a:lnTo>
                <a:lnTo>
                  <a:pt x="6" y="4"/>
                </a:lnTo>
                <a:lnTo>
                  <a:pt x="7" y="5"/>
                </a:lnTo>
                <a:lnTo>
                  <a:pt x="8" y="6"/>
                </a:lnTo>
                <a:lnTo>
                  <a:pt x="9" y="6"/>
                </a:lnTo>
                <a:lnTo>
                  <a:pt x="10" y="6"/>
                </a:lnTo>
                <a:lnTo>
                  <a:pt x="10" y="7"/>
                </a:lnTo>
                <a:lnTo>
                  <a:pt x="10" y="8"/>
                </a:lnTo>
                <a:lnTo>
                  <a:pt x="11" y="9"/>
                </a:lnTo>
                <a:lnTo>
                  <a:pt x="11" y="10"/>
                </a:lnTo>
                <a:lnTo>
                  <a:pt x="11" y="11"/>
                </a:lnTo>
                <a:lnTo>
                  <a:pt x="12" y="11"/>
                </a:lnTo>
                <a:lnTo>
                  <a:pt x="12" y="12"/>
                </a:lnTo>
                <a:lnTo>
                  <a:pt x="12" y="13"/>
                </a:lnTo>
                <a:lnTo>
                  <a:pt x="11" y="14"/>
                </a:lnTo>
                <a:lnTo>
                  <a:pt x="10" y="15"/>
                </a:lnTo>
                <a:lnTo>
                  <a:pt x="9" y="15"/>
                </a:lnTo>
                <a:lnTo>
                  <a:pt x="8" y="16"/>
                </a:lnTo>
                <a:lnTo>
                  <a:pt x="8" y="17"/>
                </a:lnTo>
                <a:lnTo>
                  <a:pt x="7" y="17"/>
                </a:lnTo>
                <a:lnTo>
                  <a:pt x="6" y="19"/>
                </a:lnTo>
                <a:lnTo>
                  <a:pt x="5" y="19"/>
                </a:lnTo>
                <a:lnTo>
                  <a:pt x="3" y="19"/>
                </a:lnTo>
                <a:lnTo>
                  <a:pt x="3" y="17"/>
                </a:lnTo>
                <a:lnTo>
                  <a:pt x="3" y="16"/>
                </a:lnTo>
                <a:lnTo>
                  <a:pt x="2" y="16"/>
                </a:lnTo>
                <a:lnTo>
                  <a:pt x="2" y="15"/>
                </a:lnTo>
                <a:lnTo>
                  <a:pt x="1" y="15"/>
                </a:lnTo>
                <a:lnTo>
                  <a:pt x="1" y="14"/>
                </a:lnTo>
                <a:lnTo>
                  <a:pt x="2" y="13"/>
                </a:lnTo>
                <a:lnTo>
                  <a:pt x="2" y="12"/>
                </a:lnTo>
                <a:lnTo>
                  <a:pt x="1" y="10"/>
                </a:lnTo>
                <a:lnTo>
                  <a:pt x="1" y="9"/>
                </a:lnTo>
                <a:lnTo>
                  <a:pt x="0" y="8"/>
                </a:lnTo>
                <a:lnTo>
                  <a:pt x="1" y="7"/>
                </a:lnTo>
                <a:lnTo>
                  <a:pt x="1" y="6"/>
                </a:lnTo>
                <a:lnTo>
                  <a:pt x="1" y="5"/>
                </a:lnTo>
                <a:lnTo>
                  <a:pt x="1" y="4"/>
                </a:lnTo>
                <a:lnTo>
                  <a:pt x="1" y="3"/>
                </a:lnTo>
                <a:lnTo>
                  <a:pt x="0" y="2"/>
                </a:lnTo>
                <a:lnTo>
                  <a:pt x="0" y="0"/>
                </a:lnTo>
                <a:lnTo>
                  <a:pt x="1" y="0"/>
                </a:lnTo>
              </a:path>
            </a:pathLst>
          </a:custGeom>
          <a:ln w="4680">
            <a:solidFill>
              <a:srgbClr val="4A4A4A"/>
            </a:solidFill>
            <a:round/>
          </a:ln>
        </p:spPr>
        <p:txBody>
          <a:bodyPr lIns="2160" tIns="2160" rIns="2160" bIns="21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935" name=""/>
          <p:cNvSpPr/>
          <p:nvPr/>
        </p:nvSpPr>
        <p:spPr>
          <a:xfrm>
            <a:off x="5165640" y="1419480"/>
            <a:ext cx="1440" cy="1080"/>
          </a:xfrm>
          <a:custGeom>
            <a:avLst/>
            <a:gdLst/>
            <a:ahLst/>
            <a:rect l="0" t="0" r="r" b="b"/>
            <a:pathLst>
              <a:path fill="none" w="4" h="3">
                <a:moveTo>
                  <a:pt x="4" y="3"/>
                </a:moveTo>
                <a:lnTo>
                  <a:pt x="2" y="3"/>
                </a:lnTo>
                <a:lnTo>
                  <a:pt x="0" y="3"/>
                </a:lnTo>
                <a:lnTo>
                  <a:pt x="0" y="1"/>
                </a:lnTo>
                <a:lnTo>
                  <a:pt x="2" y="0"/>
                </a:lnTo>
                <a:lnTo>
                  <a:pt x="4" y="1"/>
                </a:lnTo>
                <a:lnTo>
                  <a:pt x="4" y="3"/>
                </a:lnTo>
              </a:path>
            </a:pathLst>
          </a:custGeom>
          <a:ln w="4680">
            <a:solidFill>
              <a:srgbClr val="4A4A4A"/>
            </a:solidFill>
            <a:round/>
          </a:ln>
        </p:spPr>
        <p:txBody>
          <a:bodyPr lIns="2160" tIns="-1080" rIns="2160" bIns="-108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936" name=""/>
          <p:cNvSpPr/>
          <p:nvPr/>
        </p:nvSpPr>
        <p:spPr>
          <a:xfrm>
            <a:off x="5181840" y="1418760"/>
            <a:ext cx="2160" cy="3240"/>
          </a:xfrm>
          <a:custGeom>
            <a:avLst/>
            <a:gdLst/>
            <a:ahLst/>
            <a:rect l="0" t="0" r="r" b="b"/>
            <a:pathLst>
              <a:path fill="none" w="6" h="9">
                <a:moveTo>
                  <a:pt x="3" y="1"/>
                </a:moveTo>
                <a:lnTo>
                  <a:pt x="3" y="3"/>
                </a:lnTo>
                <a:lnTo>
                  <a:pt x="3" y="4"/>
                </a:lnTo>
                <a:lnTo>
                  <a:pt x="5" y="4"/>
                </a:lnTo>
                <a:lnTo>
                  <a:pt x="6" y="4"/>
                </a:lnTo>
                <a:lnTo>
                  <a:pt x="5" y="4"/>
                </a:lnTo>
                <a:lnTo>
                  <a:pt x="5" y="5"/>
                </a:lnTo>
                <a:lnTo>
                  <a:pt x="5" y="4"/>
                </a:lnTo>
                <a:lnTo>
                  <a:pt x="3" y="4"/>
                </a:lnTo>
                <a:lnTo>
                  <a:pt x="3" y="5"/>
                </a:lnTo>
                <a:lnTo>
                  <a:pt x="2" y="5"/>
                </a:lnTo>
                <a:lnTo>
                  <a:pt x="2" y="6"/>
                </a:lnTo>
                <a:lnTo>
                  <a:pt x="2" y="8"/>
                </a:lnTo>
                <a:lnTo>
                  <a:pt x="3" y="9"/>
                </a:lnTo>
                <a:lnTo>
                  <a:pt x="2" y="9"/>
                </a:lnTo>
                <a:lnTo>
                  <a:pt x="1" y="9"/>
                </a:lnTo>
                <a:lnTo>
                  <a:pt x="0" y="9"/>
                </a:lnTo>
                <a:lnTo>
                  <a:pt x="0" y="8"/>
                </a:lnTo>
                <a:lnTo>
                  <a:pt x="0" y="5"/>
                </a:lnTo>
                <a:lnTo>
                  <a:pt x="1" y="4"/>
                </a:lnTo>
                <a:lnTo>
                  <a:pt x="1" y="3"/>
                </a:lnTo>
                <a:lnTo>
                  <a:pt x="1" y="2"/>
                </a:lnTo>
                <a:lnTo>
                  <a:pt x="0" y="2"/>
                </a:lnTo>
                <a:lnTo>
                  <a:pt x="1" y="2"/>
                </a:lnTo>
                <a:lnTo>
                  <a:pt x="2" y="2"/>
                </a:lnTo>
                <a:lnTo>
                  <a:pt x="3" y="1"/>
                </a:lnTo>
                <a:lnTo>
                  <a:pt x="3" y="0"/>
                </a:lnTo>
                <a:lnTo>
                  <a:pt x="3" y="1"/>
                </a:lnTo>
              </a:path>
            </a:pathLst>
          </a:custGeom>
          <a:ln w="4680">
            <a:solidFill>
              <a:srgbClr val="4A4A4A"/>
            </a:solidFill>
            <a:round/>
          </a:ln>
        </p:spPr>
        <p:txBody>
          <a:bodyPr lIns="2160" tIns="1080" rIns="2160" bIns="108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937" name=""/>
          <p:cNvSpPr/>
          <p:nvPr/>
        </p:nvSpPr>
        <p:spPr>
          <a:xfrm>
            <a:off x="5165280" y="1418760"/>
            <a:ext cx="1440" cy="1440"/>
          </a:xfrm>
          <a:custGeom>
            <a:avLst/>
            <a:gdLst/>
            <a:ahLst/>
            <a:rect l="0" t="0" r="r" b="b"/>
            <a:pathLst>
              <a:path fill="none" w="4" h="4">
                <a:moveTo>
                  <a:pt x="2" y="2"/>
                </a:moveTo>
                <a:lnTo>
                  <a:pt x="2" y="4"/>
                </a:lnTo>
                <a:lnTo>
                  <a:pt x="2" y="2"/>
                </a:lnTo>
                <a:lnTo>
                  <a:pt x="0" y="2"/>
                </a:lnTo>
                <a:lnTo>
                  <a:pt x="0" y="0"/>
                </a:lnTo>
                <a:lnTo>
                  <a:pt x="2" y="0"/>
                </a:lnTo>
                <a:lnTo>
                  <a:pt x="4" y="0"/>
                </a:lnTo>
                <a:lnTo>
                  <a:pt x="4" y="2"/>
                </a:lnTo>
                <a:lnTo>
                  <a:pt x="2" y="2"/>
                </a:lnTo>
              </a:path>
            </a:pathLst>
          </a:custGeom>
          <a:ln w="4680">
            <a:solidFill>
              <a:srgbClr val="4A4A4A"/>
            </a:solidFill>
            <a:round/>
          </a:ln>
        </p:spPr>
        <p:txBody>
          <a:bodyPr lIns="2160" tIns="-720" rIns="2160" bIns="-7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938" name=""/>
          <p:cNvSpPr/>
          <p:nvPr/>
        </p:nvSpPr>
        <p:spPr>
          <a:xfrm>
            <a:off x="5160960" y="1418760"/>
            <a:ext cx="360" cy="360"/>
          </a:xfrm>
          <a:custGeom>
            <a:avLst/>
            <a:gdLst/>
            <a:ahLst/>
            <a:rect l="0" t="0" r="r" b="b"/>
            <a:pathLst>
              <a:path fill="none" w="1" h="1">
                <a:moveTo>
                  <a:pt x="0" y="1"/>
                </a:moveTo>
                <a:lnTo>
                  <a:pt x="0" y="0"/>
                </a:lnTo>
                <a:lnTo>
                  <a:pt x="1" y="0"/>
                </a:lnTo>
                <a:lnTo>
                  <a:pt x="1" y="1"/>
                </a:lnTo>
                <a:lnTo>
                  <a:pt x="0" y="1"/>
                </a:lnTo>
              </a:path>
            </a:pathLst>
          </a:custGeom>
          <a:ln w="4680">
            <a:solidFill>
              <a:srgbClr val="4A4A4A"/>
            </a:solidFill>
            <a:round/>
          </a:ln>
        </p:spPr>
        <p:txBody>
          <a:bodyPr lIns="2160" tIns="-1800" rIns="2160" bIns="-180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939" name=""/>
          <p:cNvSpPr/>
          <p:nvPr/>
        </p:nvSpPr>
        <p:spPr>
          <a:xfrm>
            <a:off x="5183640" y="1418400"/>
            <a:ext cx="1440" cy="1080"/>
          </a:xfrm>
          <a:custGeom>
            <a:avLst/>
            <a:gdLst/>
            <a:ahLst/>
            <a:rect l="0" t="0" r="r" b="b"/>
            <a:pathLst>
              <a:path fill="none" w="4" h="3">
                <a:moveTo>
                  <a:pt x="2" y="3"/>
                </a:moveTo>
                <a:lnTo>
                  <a:pt x="0" y="3"/>
                </a:lnTo>
                <a:lnTo>
                  <a:pt x="2" y="3"/>
                </a:lnTo>
                <a:lnTo>
                  <a:pt x="2" y="2"/>
                </a:lnTo>
                <a:lnTo>
                  <a:pt x="0" y="2"/>
                </a:lnTo>
                <a:lnTo>
                  <a:pt x="0" y="0"/>
                </a:lnTo>
                <a:lnTo>
                  <a:pt x="2" y="2"/>
                </a:lnTo>
                <a:lnTo>
                  <a:pt x="4" y="3"/>
                </a:lnTo>
                <a:lnTo>
                  <a:pt x="2" y="3"/>
                </a:lnTo>
              </a:path>
            </a:pathLst>
          </a:custGeom>
          <a:ln w="4680">
            <a:solidFill>
              <a:srgbClr val="4A4A4A"/>
            </a:solidFill>
            <a:round/>
          </a:ln>
        </p:spPr>
        <p:txBody>
          <a:bodyPr lIns="2160" tIns="-1080" rIns="2160" bIns="-108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940" name=""/>
          <p:cNvSpPr/>
          <p:nvPr/>
        </p:nvSpPr>
        <p:spPr>
          <a:xfrm>
            <a:off x="5163120" y="1418400"/>
            <a:ext cx="2160" cy="2520"/>
          </a:xfrm>
          <a:custGeom>
            <a:avLst/>
            <a:gdLst/>
            <a:ahLst/>
            <a:rect l="0" t="0" r="r" b="b"/>
            <a:pathLst>
              <a:path fill="none" w="6" h="7">
                <a:moveTo>
                  <a:pt x="6" y="3"/>
                </a:moveTo>
                <a:lnTo>
                  <a:pt x="6" y="4"/>
                </a:lnTo>
                <a:lnTo>
                  <a:pt x="5" y="6"/>
                </a:lnTo>
                <a:lnTo>
                  <a:pt x="5" y="7"/>
                </a:lnTo>
                <a:lnTo>
                  <a:pt x="4" y="7"/>
                </a:lnTo>
                <a:lnTo>
                  <a:pt x="3" y="7"/>
                </a:lnTo>
                <a:lnTo>
                  <a:pt x="4" y="6"/>
                </a:lnTo>
                <a:lnTo>
                  <a:pt x="4" y="4"/>
                </a:lnTo>
                <a:lnTo>
                  <a:pt x="3" y="4"/>
                </a:lnTo>
                <a:lnTo>
                  <a:pt x="2" y="4"/>
                </a:lnTo>
                <a:lnTo>
                  <a:pt x="0" y="4"/>
                </a:lnTo>
                <a:lnTo>
                  <a:pt x="0" y="3"/>
                </a:lnTo>
                <a:lnTo>
                  <a:pt x="0" y="2"/>
                </a:lnTo>
                <a:lnTo>
                  <a:pt x="2" y="1"/>
                </a:lnTo>
                <a:lnTo>
                  <a:pt x="4" y="0"/>
                </a:lnTo>
                <a:lnTo>
                  <a:pt x="5" y="0"/>
                </a:lnTo>
                <a:lnTo>
                  <a:pt x="6" y="0"/>
                </a:lnTo>
                <a:lnTo>
                  <a:pt x="6" y="1"/>
                </a:lnTo>
                <a:lnTo>
                  <a:pt x="6" y="3"/>
                </a:lnTo>
              </a:path>
            </a:pathLst>
          </a:custGeom>
          <a:ln w="4680">
            <a:solidFill>
              <a:srgbClr val="4A4A4A"/>
            </a:solidFill>
            <a:round/>
          </a:ln>
        </p:spPr>
        <p:txBody>
          <a:bodyPr lIns="2160" tIns="360" rIns="2160" bIns="3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941" name=""/>
          <p:cNvSpPr/>
          <p:nvPr/>
        </p:nvSpPr>
        <p:spPr>
          <a:xfrm>
            <a:off x="5172120" y="1416240"/>
            <a:ext cx="1440" cy="720"/>
          </a:xfrm>
          <a:custGeom>
            <a:avLst/>
            <a:gdLst/>
            <a:ahLst/>
            <a:rect l="0" t="0" r="r" b="b"/>
            <a:pathLst>
              <a:path fill="none" w="4" h="2">
                <a:moveTo>
                  <a:pt x="0" y="2"/>
                </a:moveTo>
                <a:lnTo>
                  <a:pt x="2" y="2"/>
                </a:lnTo>
                <a:lnTo>
                  <a:pt x="4" y="2"/>
                </a:lnTo>
                <a:lnTo>
                  <a:pt x="2" y="2"/>
                </a:lnTo>
                <a:lnTo>
                  <a:pt x="0" y="2"/>
                </a:lnTo>
                <a:lnTo>
                  <a:pt x="0" y="0"/>
                </a:lnTo>
                <a:lnTo>
                  <a:pt x="0" y="2"/>
                </a:lnTo>
              </a:path>
            </a:pathLst>
          </a:custGeom>
          <a:ln w="4680">
            <a:solidFill>
              <a:srgbClr val="4A4A4A"/>
            </a:solidFill>
            <a:round/>
          </a:ln>
        </p:spPr>
        <p:txBody>
          <a:bodyPr lIns="2160" tIns="-1440" rIns="2160" bIns="-144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942" name=""/>
          <p:cNvSpPr/>
          <p:nvPr/>
        </p:nvSpPr>
        <p:spPr>
          <a:xfrm>
            <a:off x="5163480" y="1415160"/>
            <a:ext cx="17640" cy="9360"/>
          </a:xfrm>
          <a:custGeom>
            <a:avLst/>
            <a:gdLst/>
            <a:ahLst/>
            <a:rect l="0" t="0" r="r" b="b"/>
            <a:pathLst>
              <a:path fill="none" w="49" h="26">
                <a:moveTo>
                  <a:pt x="5" y="2"/>
                </a:moveTo>
                <a:lnTo>
                  <a:pt x="5" y="1"/>
                </a:lnTo>
                <a:lnTo>
                  <a:pt x="6" y="2"/>
                </a:lnTo>
                <a:lnTo>
                  <a:pt x="7" y="2"/>
                </a:lnTo>
                <a:lnTo>
                  <a:pt x="8" y="2"/>
                </a:lnTo>
                <a:lnTo>
                  <a:pt x="9" y="2"/>
                </a:lnTo>
                <a:lnTo>
                  <a:pt x="10" y="3"/>
                </a:lnTo>
                <a:lnTo>
                  <a:pt x="11" y="3"/>
                </a:lnTo>
                <a:lnTo>
                  <a:pt x="13" y="3"/>
                </a:lnTo>
                <a:lnTo>
                  <a:pt x="14" y="2"/>
                </a:lnTo>
                <a:lnTo>
                  <a:pt x="15" y="2"/>
                </a:lnTo>
                <a:lnTo>
                  <a:pt x="17" y="1"/>
                </a:lnTo>
                <a:lnTo>
                  <a:pt x="18" y="1"/>
                </a:lnTo>
                <a:lnTo>
                  <a:pt x="19" y="0"/>
                </a:lnTo>
                <a:lnTo>
                  <a:pt x="20" y="0"/>
                </a:lnTo>
                <a:lnTo>
                  <a:pt x="20" y="1"/>
                </a:lnTo>
                <a:lnTo>
                  <a:pt x="21" y="1"/>
                </a:lnTo>
                <a:lnTo>
                  <a:pt x="21" y="2"/>
                </a:lnTo>
                <a:lnTo>
                  <a:pt x="22" y="3"/>
                </a:lnTo>
                <a:lnTo>
                  <a:pt x="23" y="3"/>
                </a:lnTo>
                <a:lnTo>
                  <a:pt x="24" y="4"/>
                </a:lnTo>
                <a:lnTo>
                  <a:pt x="25" y="5"/>
                </a:lnTo>
                <a:lnTo>
                  <a:pt x="26" y="5"/>
                </a:lnTo>
                <a:lnTo>
                  <a:pt x="28" y="5"/>
                </a:lnTo>
                <a:lnTo>
                  <a:pt x="31" y="5"/>
                </a:lnTo>
                <a:lnTo>
                  <a:pt x="32" y="5"/>
                </a:lnTo>
                <a:lnTo>
                  <a:pt x="34" y="4"/>
                </a:lnTo>
                <a:lnTo>
                  <a:pt x="35" y="4"/>
                </a:lnTo>
                <a:lnTo>
                  <a:pt x="36" y="4"/>
                </a:lnTo>
                <a:lnTo>
                  <a:pt x="37" y="5"/>
                </a:lnTo>
                <a:lnTo>
                  <a:pt x="38" y="5"/>
                </a:lnTo>
                <a:lnTo>
                  <a:pt x="39" y="4"/>
                </a:lnTo>
                <a:lnTo>
                  <a:pt x="40" y="4"/>
                </a:lnTo>
                <a:lnTo>
                  <a:pt x="41" y="4"/>
                </a:lnTo>
                <a:lnTo>
                  <a:pt x="42" y="4"/>
                </a:lnTo>
                <a:lnTo>
                  <a:pt x="42" y="5"/>
                </a:lnTo>
                <a:lnTo>
                  <a:pt x="42" y="7"/>
                </a:lnTo>
                <a:lnTo>
                  <a:pt x="41" y="7"/>
                </a:lnTo>
                <a:lnTo>
                  <a:pt x="40" y="7"/>
                </a:lnTo>
                <a:lnTo>
                  <a:pt x="39" y="7"/>
                </a:lnTo>
                <a:lnTo>
                  <a:pt x="38" y="7"/>
                </a:lnTo>
                <a:lnTo>
                  <a:pt x="38" y="8"/>
                </a:lnTo>
                <a:lnTo>
                  <a:pt x="38" y="9"/>
                </a:lnTo>
                <a:lnTo>
                  <a:pt x="39" y="9"/>
                </a:lnTo>
                <a:lnTo>
                  <a:pt x="40" y="9"/>
                </a:lnTo>
                <a:lnTo>
                  <a:pt x="41" y="9"/>
                </a:lnTo>
                <a:lnTo>
                  <a:pt x="42" y="9"/>
                </a:lnTo>
                <a:lnTo>
                  <a:pt x="43" y="10"/>
                </a:lnTo>
                <a:lnTo>
                  <a:pt x="44" y="11"/>
                </a:lnTo>
                <a:lnTo>
                  <a:pt x="44" y="12"/>
                </a:lnTo>
                <a:lnTo>
                  <a:pt x="45" y="12"/>
                </a:lnTo>
                <a:lnTo>
                  <a:pt x="46" y="12"/>
                </a:lnTo>
                <a:lnTo>
                  <a:pt x="47" y="13"/>
                </a:lnTo>
                <a:lnTo>
                  <a:pt x="47" y="14"/>
                </a:lnTo>
                <a:lnTo>
                  <a:pt x="48" y="14"/>
                </a:lnTo>
                <a:lnTo>
                  <a:pt x="49" y="14"/>
                </a:lnTo>
                <a:lnTo>
                  <a:pt x="48" y="14"/>
                </a:lnTo>
                <a:lnTo>
                  <a:pt x="48" y="15"/>
                </a:lnTo>
                <a:lnTo>
                  <a:pt x="48" y="16"/>
                </a:lnTo>
                <a:lnTo>
                  <a:pt x="49" y="16"/>
                </a:lnTo>
                <a:lnTo>
                  <a:pt x="48" y="21"/>
                </a:lnTo>
                <a:lnTo>
                  <a:pt x="48" y="23"/>
                </a:lnTo>
                <a:lnTo>
                  <a:pt x="48" y="24"/>
                </a:lnTo>
                <a:lnTo>
                  <a:pt x="48" y="25"/>
                </a:lnTo>
                <a:lnTo>
                  <a:pt x="47" y="24"/>
                </a:lnTo>
                <a:lnTo>
                  <a:pt x="46" y="24"/>
                </a:lnTo>
                <a:lnTo>
                  <a:pt x="46" y="25"/>
                </a:lnTo>
                <a:lnTo>
                  <a:pt x="45" y="25"/>
                </a:lnTo>
                <a:lnTo>
                  <a:pt x="44" y="26"/>
                </a:lnTo>
                <a:lnTo>
                  <a:pt x="43" y="26"/>
                </a:lnTo>
                <a:lnTo>
                  <a:pt x="43" y="25"/>
                </a:lnTo>
                <a:lnTo>
                  <a:pt x="42" y="25"/>
                </a:lnTo>
                <a:lnTo>
                  <a:pt x="40" y="24"/>
                </a:lnTo>
                <a:lnTo>
                  <a:pt x="39" y="24"/>
                </a:lnTo>
                <a:lnTo>
                  <a:pt x="38" y="23"/>
                </a:lnTo>
                <a:lnTo>
                  <a:pt x="36" y="23"/>
                </a:lnTo>
                <a:lnTo>
                  <a:pt x="35" y="23"/>
                </a:lnTo>
                <a:lnTo>
                  <a:pt x="33" y="22"/>
                </a:lnTo>
                <a:lnTo>
                  <a:pt x="32" y="22"/>
                </a:lnTo>
                <a:lnTo>
                  <a:pt x="31" y="21"/>
                </a:lnTo>
                <a:lnTo>
                  <a:pt x="30" y="21"/>
                </a:lnTo>
                <a:lnTo>
                  <a:pt x="29" y="21"/>
                </a:lnTo>
                <a:lnTo>
                  <a:pt x="29" y="22"/>
                </a:lnTo>
                <a:lnTo>
                  <a:pt x="28" y="22"/>
                </a:lnTo>
                <a:lnTo>
                  <a:pt x="27" y="22"/>
                </a:lnTo>
                <a:lnTo>
                  <a:pt x="26" y="22"/>
                </a:lnTo>
                <a:lnTo>
                  <a:pt x="25" y="23"/>
                </a:lnTo>
                <a:lnTo>
                  <a:pt x="25" y="22"/>
                </a:lnTo>
                <a:lnTo>
                  <a:pt x="24" y="21"/>
                </a:lnTo>
                <a:lnTo>
                  <a:pt x="23" y="21"/>
                </a:lnTo>
                <a:lnTo>
                  <a:pt x="23" y="20"/>
                </a:lnTo>
                <a:lnTo>
                  <a:pt x="22" y="20"/>
                </a:lnTo>
                <a:lnTo>
                  <a:pt x="21" y="21"/>
                </a:lnTo>
                <a:lnTo>
                  <a:pt x="20" y="21"/>
                </a:lnTo>
                <a:lnTo>
                  <a:pt x="19" y="21"/>
                </a:lnTo>
                <a:lnTo>
                  <a:pt x="18" y="21"/>
                </a:lnTo>
                <a:lnTo>
                  <a:pt x="18" y="22"/>
                </a:lnTo>
                <a:lnTo>
                  <a:pt x="17" y="22"/>
                </a:lnTo>
                <a:lnTo>
                  <a:pt x="18" y="22"/>
                </a:lnTo>
                <a:lnTo>
                  <a:pt x="17" y="22"/>
                </a:lnTo>
                <a:lnTo>
                  <a:pt x="17" y="23"/>
                </a:lnTo>
                <a:lnTo>
                  <a:pt x="15" y="23"/>
                </a:lnTo>
                <a:lnTo>
                  <a:pt x="15" y="24"/>
                </a:lnTo>
                <a:lnTo>
                  <a:pt x="14" y="24"/>
                </a:lnTo>
                <a:lnTo>
                  <a:pt x="13" y="23"/>
                </a:lnTo>
                <a:lnTo>
                  <a:pt x="14" y="23"/>
                </a:lnTo>
                <a:lnTo>
                  <a:pt x="13" y="23"/>
                </a:lnTo>
                <a:lnTo>
                  <a:pt x="13" y="22"/>
                </a:lnTo>
                <a:lnTo>
                  <a:pt x="13" y="21"/>
                </a:lnTo>
                <a:lnTo>
                  <a:pt x="11" y="20"/>
                </a:lnTo>
                <a:lnTo>
                  <a:pt x="10" y="19"/>
                </a:lnTo>
                <a:lnTo>
                  <a:pt x="10" y="18"/>
                </a:lnTo>
                <a:lnTo>
                  <a:pt x="9" y="18"/>
                </a:lnTo>
                <a:lnTo>
                  <a:pt x="8" y="18"/>
                </a:lnTo>
                <a:lnTo>
                  <a:pt x="8" y="16"/>
                </a:lnTo>
                <a:lnTo>
                  <a:pt x="7" y="16"/>
                </a:lnTo>
                <a:lnTo>
                  <a:pt x="7" y="15"/>
                </a:lnTo>
                <a:lnTo>
                  <a:pt x="7" y="14"/>
                </a:lnTo>
                <a:lnTo>
                  <a:pt x="8" y="14"/>
                </a:lnTo>
                <a:lnTo>
                  <a:pt x="8" y="13"/>
                </a:lnTo>
                <a:lnTo>
                  <a:pt x="8" y="12"/>
                </a:lnTo>
                <a:lnTo>
                  <a:pt x="7" y="10"/>
                </a:lnTo>
                <a:lnTo>
                  <a:pt x="7" y="9"/>
                </a:lnTo>
                <a:lnTo>
                  <a:pt x="6" y="8"/>
                </a:lnTo>
                <a:lnTo>
                  <a:pt x="5" y="8"/>
                </a:lnTo>
                <a:lnTo>
                  <a:pt x="4" y="7"/>
                </a:lnTo>
                <a:lnTo>
                  <a:pt x="3" y="6"/>
                </a:lnTo>
                <a:lnTo>
                  <a:pt x="3" y="5"/>
                </a:lnTo>
                <a:lnTo>
                  <a:pt x="3" y="4"/>
                </a:lnTo>
                <a:lnTo>
                  <a:pt x="2" y="4"/>
                </a:lnTo>
                <a:lnTo>
                  <a:pt x="1" y="3"/>
                </a:lnTo>
                <a:lnTo>
                  <a:pt x="0" y="2"/>
                </a:lnTo>
                <a:lnTo>
                  <a:pt x="1" y="1"/>
                </a:lnTo>
                <a:lnTo>
                  <a:pt x="1" y="0"/>
                </a:lnTo>
                <a:lnTo>
                  <a:pt x="2" y="0"/>
                </a:lnTo>
                <a:lnTo>
                  <a:pt x="4" y="1"/>
                </a:lnTo>
                <a:lnTo>
                  <a:pt x="5" y="1"/>
                </a:lnTo>
                <a:lnTo>
                  <a:pt x="5" y="2"/>
                </a:lnTo>
              </a:path>
            </a:pathLst>
          </a:custGeom>
          <a:ln w="4680">
            <a:solidFill>
              <a:srgbClr val="4A4A4A"/>
            </a:solidFill>
            <a:round/>
          </a:ln>
        </p:spPr>
        <p:txBody>
          <a:bodyPr lIns="2160" tIns="2160" rIns="2160" bIns="21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943" name=""/>
          <p:cNvSpPr/>
          <p:nvPr/>
        </p:nvSpPr>
        <p:spPr>
          <a:xfrm>
            <a:off x="5166360" y="1413720"/>
            <a:ext cx="2160" cy="2160"/>
          </a:xfrm>
          <a:custGeom>
            <a:avLst/>
            <a:gdLst/>
            <a:ahLst/>
            <a:rect l="0" t="0" r="r" b="b"/>
            <a:pathLst>
              <a:path fill="none" w="6" h="6">
                <a:moveTo>
                  <a:pt x="6" y="2"/>
                </a:moveTo>
                <a:lnTo>
                  <a:pt x="6" y="3"/>
                </a:lnTo>
                <a:lnTo>
                  <a:pt x="4" y="5"/>
                </a:lnTo>
                <a:lnTo>
                  <a:pt x="2" y="6"/>
                </a:lnTo>
                <a:lnTo>
                  <a:pt x="2" y="5"/>
                </a:lnTo>
                <a:lnTo>
                  <a:pt x="0" y="4"/>
                </a:lnTo>
                <a:lnTo>
                  <a:pt x="0" y="3"/>
                </a:lnTo>
                <a:lnTo>
                  <a:pt x="1" y="3"/>
                </a:lnTo>
                <a:lnTo>
                  <a:pt x="2" y="2"/>
                </a:lnTo>
                <a:lnTo>
                  <a:pt x="2" y="0"/>
                </a:lnTo>
                <a:lnTo>
                  <a:pt x="4" y="0"/>
                </a:lnTo>
                <a:lnTo>
                  <a:pt x="5" y="0"/>
                </a:lnTo>
                <a:lnTo>
                  <a:pt x="6" y="2"/>
                </a:lnTo>
              </a:path>
            </a:pathLst>
          </a:custGeom>
          <a:ln w="4680">
            <a:solidFill>
              <a:srgbClr val="4A4A4A"/>
            </a:solidFill>
            <a:round/>
          </a:ln>
        </p:spPr>
        <p:txBody>
          <a:bodyPr lIns="2160" tIns="0" rIns="216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944" name=""/>
          <p:cNvSpPr/>
          <p:nvPr/>
        </p:nvSpPr>
        <p:spPr>
          <a:xfrm>
            <a:off x="5171760" y="1412640"/>
            <a:ext cx="2520" cy="3240"/>
          </a:xfrm>
          <a:custGeom>
            <a:avLst/>
            <a:gdLst/>
            <a:ahLst/>
            <a:rect l="0" t="0" r="r" b="b"/>
            <a:pathLst>
              <a:path fill="none" w="7" h="9">
                <a:moveTo>
                  <a:pt x="4" y="1"/>
                </a:moveTo>
                <a:lnTo>
                  <a:pt x="4" y="2"/>
                </a:lnTo>
                <a:lnTo>
                  <a:pt x="4" y="1"/>
                </a:lnTo>
                <a:lnTo>
                  <a:pt x="5" y="1"/>
                </a:lnTo>
                <a:lnTo>
                  <a:pt x="6" y="1"/>
                </a:lnTo>
                <a:lnTo>
                  <a:pt x="7" y="1"/>
                </a:lnTo>
                <a:lnTo>
                  <a:pt x="7" y="2"/>
                </a:lnTo>
                <a:lnTo>
                  <a:pt x="6" y="2"/>
                </a:lnTo>
                <a:lnTo>
                  <a:pt x="6" y="3"/>
                </a:lnTo>
                <a:lnTo>
                  <a:pt x="7" y="3"/>
                </a:lnTo>
                <a:lnTo>
                  <a:pt x="6" y="3"/>
                </a:lnTo>
                <a:lnTo>
                  <a:pt x="5" y="4"/>
                </a:lnTo>
                <a:lnTo>
                  <a:pt x="5" y="5"/>
                </a:lnTo>
                <a:lnTo>
                  <a:pt x="5" y="6"/>
                </a:lnTo>
                <a:lnTo>
                  <a:pt x="4" y="8"/>
                </a:lnTo>
                <a:lnTo>
                  <a:pt x="4" y="9"/>
                </a:lnTo>
                <a:lnTo>
                  <a:pt x="3" y="9"/>
                </a:lnTo>
                <a:lnTo>
                  <a:pt x="2" y="9"/>
                </a:lnTo>
                <a:lnTo>
                  <a:pt x="0" y="8"/>
                </a:lnTo>
                <a:lnTo>
                  <a:pt x="0" y="6"/>
                </a:lnTo>
                <a:lnTo>
                  <a:pt x="0" y="5"/>
                </a:lnTo>
                <a:lnTo>
                  <a:pt x="0" y="4"/>
                </a:lnTo>
                <a:lnTo>
                  <a:pt x="0" y="2"/>
                </a:lnTo>
                <a:lnTo>
                  <a:pt x="2" y="1"/>
                </a:lnTo>
                <a:lnTo>
                  <a:pt x="3" y="0"/>
                </a:lnTo>
                <a:lnTo>
                  <a:pt x="3" y="1"/>
                </a:lnTo>
                <a:lnTo>
                  <a:pt x="4" y="1"/>
                </a:lnTo>
              </a:path>
            </a:pathLst>
          </a:custGeom>
          <a:ln w="4680">
            <a:solidFill>
              <a:srgbClr val="4A4A4A"/>
            </a:solidFill>
            <a:round/>
          </a:ln>
        </p:spPr>
        <p:txBody>
          <a:bodyPr lIns="2160" tIns="1080" rIns="2160" bIns="108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945" name=""/>
          <p:cNvSpPr/>
          <p:nvPr/>
        </p:nvSpPr>
        <p:spPr>
          <a:xfrm>
            <a:off x="5170680" y="1411920"/>
            <a:ext cx="1080" cy="1080"/>
          </a:xfrm>
          <a:custGeom>
            <a:avLst/>
            <a:gdLst/>
            <a:ahLst/>
            <a:rect l="0" t="0" r="r" b="b"/>
            <a:pathLst>
              <a:path fill="none" w="3" h="3">
                <a:moveTo>
                  <a:pt x="0" y="3"/>
                </a:moveTo>
                <a:lnTo>
                  <a:pt x="0" y="2"/>
                </a:lnTo>
                <a:lnTo>
                  <a:pt x="0" y="0"/>
                </a:lnTo>
                <a:lnTo>
                  <a:pt x="1" y="0"/>
                </a:lnTo>
                <a:lnTo>
                  <a:pt x="3" y="0"/>
                </a:lnTo>
                <a:lnTo>
                  <a:pt x="3" y="2"/>
                </a:lnTo>
                <a:lnTo>
                  <a:pt x="1" y="2"/>
                </a:lnTo>
                <a:lnTo>
                  <a:pt x="1" y="3"/>
                </a:lnTo>
                <a:lnTo>
                  <a:pt x="0" y="3"/>
                </a:lnTo>
              </a:path>
            </a:pathLst>
          </a:custGeom>
          <a:ln w="4680">
            <a:solidFill>
              <a:srgbClr val="4A4A4A"/>
            </a:solidFill>
            <a:round/>
          </a:ln>
        </p:spPr>
        <p:txBody>
          <a:bodyPr lIns="2160" tIns="-1080" rIns="2160" bIns="-108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946" name=""/>
          <p:cNvSpPr/>
          <p:nvPr/>
        </p:nvSpPr>
        <p:spPr>
          <a:xfrm>
            <a:off x="5195880" y="1411200"/>
            <a:ext cx="1440" cy="1800"/>
          </a:xfrm>
          <a:custGeom>
            <a:avLst/>
            <a:gdLst/>
            <a:ahLst/>
            <a:rect l="0" t="0" r="r" b="b"/>
            <a:pathLst>
              <a:path fill="none" w="4" h="5">
                <a:moveTo>
                  <a:pt x="3" y="3"/>
                </a:moveTo>
                <a:lnTo>
                  <a:pt x="1" y="3"/>
                </a:lnTo>
                <a:lnTo>
                  <a:pt x="1" y="5"/>
                </a:lnTo>
                <a:lnTo>
                  <a:pt x="0" y="3"/>
                </a:lnTo>
                <a:lnTo>
                  <a:pt x="0" y="2"/>
                </a:lnTo>
                <a:lnTo>
                  <a:pt x="0" y="0"/>
                </a:lnTo>
                <a:lnTo>
                  <a:pt x="1" y="2"/>
                </a:lnTo>
                <a:lnTo>
                  <a:pt x="3" y="2"/>
                </a:lnTo>
                <a:lnTo>
                  <a:pt x="4" y="3"/>
                </a:lnTo>
                <a:lnTo>
                  <a:pt x="3" y="3"/>
                </a:lnTo>
              </a:path>
            </a:pathLst>
          </a:custGeom>
          <a:ln w="4680">
            <a:solidFill>
              <a:srgbClr val="4A4A4A"/>
            </a:solidFill>
            <a:round/>
          </a:ln>
        </p:spPr>
        <p:txBody>
          <a:bodyPr lIns="2160" tIns="-360" rIns="2160" bIns="-3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947" name=""/>
          <p:cNvSpPr/>
          <p:nvPr/>
        </p:nvSpPr>
        <p:spPr>
          <a:xfrm>
            <a:off x="5172480" y="1411200"/>
            <a:ext cx="1800" cy="1080"/>
          </a:xfrm>
          <a:custGeom>
            <a:avLst/>
            <a:gdLst/>
            <a:ahLst/>
            <a:rect l="0" t="0" r="r" b="b"/>
            <a:pathLst>
              <a:path fill="none" w="5" h="3">
                <a:moveTo>
                  <a:pt x="5" y="2"/>
                </a:moveTo>
                <a:lnTo>
                  <a:pt x="5" y="3"/>
                </a:lnTo>
                <a:lnTo>
                  <a:pt x="3" y="3"/>
                </a:lnTo>
                <a:lnTo>
                  <a:pt x="2" y="3"/>
                </a:lnTo>
                <a:lnTo>
                  <a:pt x="0" y="3"/>
                </a:lnTo>
                <a:lnTo>
                  <a:pt x="0" y="2"/>
                </a:lnTo>
                <a:lnTo>
                  <a:pt x="2" y="0"/>
                </a:lnTo>
                <a:lnTo>
                  <a:pt x="3" y="0"/>
                </a:lnTo>
                <a:lnTo>
                  <a:pt x="3" y="2"/>
                </a:lnTo>
                <a:lnTo>
                  <a:pt x="5" y="2"/>
                </a:lnTo>
              </a:path>
            </a:pathLst>
          </a:custGeom>
          <a:ln w="4680">
            <a:solidFill>
              <a:srgbClr val="4A4A4A"/>
            </a:solidFill>
            <a:round/>
          </a:ln>
        </p:spPr>
        <p:txBody>
          <a:bodyPr lIns="2160" tIns="-1080" rIns="2160" bIns="-108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948" name=""/>
          <p:cNvSpPr/>
          <p:nvPr/>
        </p:nvSpPr>
        <p:spPr>
          <a:xfrm>
            <a:off x="5174280" y="1410840"/>
            <a:ext cx="1080" cy="1440"/>
          </a:xfrm>
          <a:custGeom>
            <a:avLst/>
            <a:gdLst/>
            <a:ahLst/>
            <a:rect l="0" t="0" r="r" b="b"/>
            <a:pathLst>
              <a:path fill="none" w="3" h="4">
                <a:moveTo>
                  <a:pt x="3" y="2"/>
                </a:moveTo>
                <a:lnTo>
                  <a:pt x="3" y="4"/>
                </a:lnTo>
                <a:lnTo>
                  <a:pt x="1" y="4"/>
                </a:lnTo>
                <a:lnTo>
                  <a:pt x="0" y="4"/>
                </a:lnTo>
                <a:lnTo>
                  <a:pt x="0" y="2"/>
                </a:lnTo>
                <a:lnTo>
                  <a:pt x="1" y="0"/>
                </a:lnTo>
                <a:lnTo>
                  <a:pt x="3" y="2"/>
                </a:lnTo>
              </a:path>
            </a:pathLst>
          </a:custGeom>
          <a:ln w="4680">
            <a:solidFill>
              <a:srgbClr val="4A4A4A"/>
            </a:solidFill>
            <a:round/>
          </a:ln>
        </p:spPr>
        <p:txBody>
          <a:bodyPr lIns="2160" tIns="-720" rIns="2160" bIns="-7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949" name=""/>
          <p:cNvSpPr/>
          <p:nvPr/>
        </p:nvSpPr>
        <p:spPr>
          <a:xfrm>
            <a:off x="5173560" y="1410840"/>
            <a:ext cx="360" cy="360"/>
          </a:xfrm>
          <a:custGeom>
            <a:avLst/>
            <a:gdLst/>
            <a:ahLst/>
            <a:rect l="0" t="0" r="r" b="b"/>
            <a:pathLst>
              <a:path fill="none" w="1" h="1">
                <a:moveTo>
                  <a:pt x="1" y="1"/>
                </a:moveTo>
                <a:lnTo>
                  <a:pt x="0" y="1"/>
                </a:lnTo>
                <a:lnTo>
                  <a:pt x="0" y="0"/>
                </a:lnTo>
                <a:lnTo>
                  <a:pt x="1" y="0"/>
                </a:lnTo>
                <a:lnTo>
                  <a:pt x="1" y="1"/>
                </a:lnTo>
              </a:path>
            </a:pathLst>
          </a:custGeom>
          <a:ln w="4680">
            <a:solidFill>
              <a:srgbClr val="4A4A4A"/>
            </a:solidFill>
            <a:round/>
          </a:ln>
        </p:spPr>
        <p:txBody>
          <a:bodyPr lIns="2160" tIns="-1800" rIns="2160" bIns="-180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950" name=""/>
          <p:cNvSpPr/>
          <p:nvPr/>
        </p:nvSpPr>
        <p:spPr>
          <a:xfrm>
            <a:off x="5178240" y="1410480"/>
            <a:ext cx="360" cy="360"/>
          </a:xfrm>
          <a:custGeom>
            <a:avLst/>
            <a:gdLst/>
            <a:ahLst/>
            <a:rect l="0" t="0" r="r" b="b"/>
            <a:pathLst>
              <a:path fill="none" w="1" h="1">
                <a:moveTo>
                  <a:pt x="1" y="1"/>
                </a:moveTo>
                <a:lnTo>
                  <a:pt x="0" y="1"/>
                </a:lnTo>
                <a:lnTo>
                  <a:pt x="0" y="0"/>
                </a:lnTo>
                <a:lnTo>
                  <a:pt x="1" y="0"/>
                </a:lnTo>
                <a:lnTo>
                  <a:pt x="1" y="1"/>
                </a:lnTo>
              </a:path>
            </a:pathLst>
          </a:custGeom>
          <a:ln w="4680">
            <a:solidFill>
              <a:srgbClr val="4A4A4A"/>
            </a:solidFill>
            <a:round/>
          </a:ln>
        </p:spPr>
        <p:txBody>
          <a:bodyPr lIns="2160" tIns="-1800" rIns="2160" bIns="-180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951" name=""/>
          <p:cNvSpPr/>
          <p:nvPr/>
        </p:nvSpPr>
        <p:spPr>
          <a:xfrm>
            <a:off x="5193720" y="1409760"/>
            <a:ext cx="1440" cy="1440"/>
          </a:xfrm>
          <a:custGeom>
            <a:avLst/>
            <a:gdLst/>
            <a:ahLst/>
            <a:rect l="0" t="0" r="r" b="b"/>
            <a:pathLst>
              <a:path fill="none" w="4" h="4">
                <a:moveTo>
                  <a:pt x="2" y="4"/>
                </a:moveTo>
                <a:lnTo>
                  <a:pt x="0" y="4"/>
                </a:lnTo>
                <a:lnTo>
                  <a:pt x="0" y="2"/>
                </a:lnTo>
                <a:lnTo>
                  <a:pt x="2" y="0"/>
                </a:lnTo>
                <a:lnTo>
                  <a:pt x="2" y="2"/>
                </a:lnTo>
                <a:lnTo>
                  <a:pt x="4" y="2"/>
                </a:lnTo>
                <a:lnTo>
                  <a:pt x="2" y="4"/>
                </a:lnTo>
              </a:path>
            </a:pathLst>
          </a:custGeom>
          <a:ln w="4680">
            <a:solidFill>
              <a:srgbClr val="4A4A4A"/>
            </a:solidFill>
            <a:round/>
          </a:ln>
        </p:spPr>
        <p:txBody>
          <a:bodyPr lIns="2160" tIns="-720" rIns="2160" bIns="-7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952" name=""/>
          <p:cNvSpPr/>
          <p:nvPr/>
        </p:nvSpPr>
        <p:spPr>
          <a:xfrm>
            <a:off x="5188680" y="1409760"/>
            <a:ext cx="0" cy="360"/>
          </a:xfrm>
          <a:prstGeom prst="line">
            <a:avLst/>
          </a:prstGeom>
          <a:ln w="4680">
            <a:solidFill>
              <a:srgbClr val="4A4A4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2160" tIns="-1800" rIns="2160" bIns="-180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953" name=""/>
          <p:cNvSpPr/>
          <p:nvPr/>
        </p:nvSpPr>
        <p:spPr>
          <a:xfrm>
            <a:off x="5184000" y="1409400"/>
            <a:ext cx="1440" cy="720"/>
          </a:xfrm>
          <a:custGeom>
            <a:avLst/>
            <a:gdLst/>
            <a:ahLst/>
            <a:rect l="0" t="0" r="r" b="b"/>
            <a:pathLst>
              <a:path fill="none" w="4" h="2">
                <a:moveTo>
                  <a:pt x="1" y="0"/>
                </a:moveTo>
                <a:lnTo>
                  <a:pt x="3" y="0"/>
                </a:lnTo>
                <a:lnTo>
                  <a:pt x="4" y="0"/>
                </a:lnTo>
                <a:lnTo>
                  <a:pt x="4" y="2"/>
                </a:lnTo>
                <a:lnTo>
                  <a:pt x="1" y="2"/>
                </a:lnTo>
                <a:lnTo>
                  <a:pt x="0" y="0"/>
                </a:lnTo>
                <a:lnTo>
                  <a:pt x="1" y="0"/>
                </a:lnTo>
              </a:path>
            </a:pathLst>
          </a:custGeom>
          <a:ln w="4680">
            <a:solidFill>
              <a:srgbClr val="4A4A4A"/>
            </a:solidFill>
            <a:round/>
          </a:ln>
        </p:spPr>
        <p:txBody>
          <a:bodyPr lIns="2160" tIns="-1440" rIns="2160" bIns="-144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954" name=""/>
          <p:cNvSpPr/>
          <p:nvPr/>
        </p:nvSpPr>
        <p:spPr>
          <a:xfrm>
            <a:off x="5161680" y="1409040"/>
            <a:ext cx="1440" cy="720"/>
          </a:xfrm>
          <a:custGeom>
            <a:avLst/>
            <a:gdLst/>
            <a:ahLst/>
            <a:rect l="0" t="0" r="r" b="b"/>
            <a:pathLst>
              <a:path fill="none" w="4" h="2">
                <a:moveTo>
                  <a:pt x="2" y="2"/>
                </a:moveTo>
                <a:lnTo>
                  <a:pt x="0" y="2"/>
                </a:lnTo>
                <a:lnTo>
                  <a:pt x="2" y="0"/>
                </a:lnTo>
                <a:lnTo>
                  <a:pt x="4" y="0"/>
                </a:lnTo>
                <a:lnTo>
                  <a:pt x="2" y="2"/>
                </a:lnTo>
              </a:path>
            </a:pathLst>
          </a:custGeom>
          <a:ln w="4680">
            <a:solidFill>
              <a:srgbClr val="4A4A4A"/>
            </a:solidFill>
            <a:round/>
          </a:ln>
        </p:spPr>
        <p:txBody>
          <a:bodyPr lIns="2160" tIns="-1440" rIns="2160" bIns="-144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955" name=""/>
          <p:cNvSpPr/>
          <p:nvPr/>
        </p:nvSpPr>
        <p:spPr>
          <a:xfrm>
            <a:off x="5190480" y="1409040"/>
            <a:ext cx="1080" cy="1440"/>
          </a:xfrm>
          <a:custGeom>
            <a:avLst/>
            <a:gdLst/>
            <a:ahLst/>
            <a:rect l="0" t="0" r="r" b="b"/>
            <a:pathLst>
              <a:path fill="none" w="3" h="4">
                <a:moveTo>
                  <a:pt x="2" y="0"/>
                </a:moveTo>
                <a:lnTo>
                  <a:pt x="3" y="0"/>
                </a:lnTo>
                <a:lnTo>
                  <a:pt x="3" y="2"/>
                </a:lnTo>
                <a:lnTo>
                  <a:pt x="3" y="4"/>
                </a:lnTo>
                <a:lnTo>
                  <a:pt x="2" y="2"/>
                </a:lnTo>
                <a:lnTo>
                  <a:pt x="0" y="1"/>
                </a:lnTo>
                <a:lnTo>
                  <a:pt x="0" y="0"/>
                </a:lnTo>
                <a:lnTo>
                  <a:pt x="2" y="0"/>
                </a:lnTo>
              </a:path>
            </a:pathLst>
          </a:custGeom>
          <a:ln w="4680">
            <a:solidFill>
              <a:srgbClr val="4A4A4A"/>
            </a:solidFill>
            <a:round/>
          </a:ln>
        </p:spPr>
        <p:txBody>
          <a:bodyPr lIns="2160" tIns="-720" rIns="2160" bIns="-7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956" name=""/>
          <p:cNvSpPr/>
          <p:nvPr/>
        </p:nvSpPr>
        <p:spPr>
          <a:xfrm>
            <a:off x="5185440" y="1409040"/>
            <a:ext cx="1440" cy="720"/>
          </a:xfrm>
          <a:custGeom>
            <a:avLst/>
            <a:gdLst/>
            <a:ahLst/>
            <a:rect l="0" t="0" r="r" b="b"/>
            <a:pathLst>
              <a:path fill="none" w="4" h="2">
                <a:moveTo>
                  <a:pt x="4" y="0"/>
                </a:moveTo>
                <a:lnTo>
                  <a:pt x="4" y="2"/>
                </a:lnTo>
                <a:lnTo>
                  <a:pt x="2" y="2"/>
                </a:lnTo>
                <a:lnTo>
                  <a:pt x="2" y="0"/>
                </a:lnTo>
                <a:lnTo>
                  <a:pt x="0" y="0"/>
                </a:lnTo>
                <a:lnTo>
                  <a:pt x="2" y="0"/>
                </a:lnTo>
                <a:lnTo>
                  <a:pt x="4" y="0"/>
                </a:lnTo>
              </a:path>
            </a:pathLst>
          </a:custGeom>
          <a:ln w="4680">
            <a:solidFill>
              <a:srgbClr val="4A4A4A"/>
            </a:solidFill>
            <a:round/>
          </a:ln>
        </p:spPr>
        <p:txBody>
          <a:bodyPr lIns="2160" tIns="-1440" rIns="2160" bIns="-144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957" name=""/>
          <p:cNvSpPr/>
          <p:nvPr/>
        </p:nvSpPr>
        <p:spPr>
          <a:xfrm>
            <a:off x="5191920" y="1409040"/>
            <a:ext cx="1800" cy="1440"/>
          </a:xfrm>
          <a:custGeom>
            <a:avLst/>
            <a:gdLst/>
            <a:ahLst/>
            <a:rect l="0" t="0" r="r" b="b"/>
            <a:pathLst>
              <a:path fill="none" w="5" h="4">
                <a:moveTo>
                  <a:pt x="3" y="4"/>
                </a:moveTo>
                <a:lnTo>
                  <a:pt x="3" y="2"/>
                </a:lnTo>
                <a:lnTo>
                  <a:pt x="2" y="2"/>
                </a:lnTo>
                <a:lnTo>
                  <a:pt x="0" y="1"/>
                </a:lnTo>
                <a:lnTo>
                  <a:pt x="0" y="0"/>
                </a:lnTo>
                <a:lnTo>
                  <a:pt x="2" y="0"/>
                </a:lnTo>
                <a:lnTo>
                  <a:pt x="3" y="0"/>
                </a:lnTo>
                <a:lnTo>
                  <a:pt x="5" y="2"/>
                </a:lnTo>
                <a:lnTo>
                  <a:pt x="5" y="4"/>
                </a:lnTo>
                <a:lnTo>
                  <a:pt x="3" y="4"/>
                </a:lnTo>
              </a:path>
            </a:pathLst>
          </a:custGeom>
          <a:ln w="4680">
            <a:solidFill>
              <a:srgbClr val="4A4A4A"/>
            </a:solidFill>
            <a:round/>
          </a:ln>
        </p:spPr>
        <p:txBody>
          <a:bodyPr lIns="2160" tIns="-720" rIns="2160" bIns="-7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958" name=""/>
          <p:cNvSpPr/>
          <p:nvPr/>
        </p:nvSpPr>
        <p:spPr>
          <a:xfrm>
            <a:off x="5175360" y="1408680"/>
            <a:ext cx="2520" cy="2160"/>
          </a:xfrm>
          <a:custGeom>
            <a:avLst/>
            <a:gdLst/>
            <a:ahLst/>
            <a:rect l="0" t="0" r="r" b="b"/>
            <a:pathLst>
              <a:path fill="none" w="7" h="6">
                <a:moveTo>
                  <a:pt x="5" y="1"/>
                </a:moveTo>
                <a:lnTo>
                  <a:pt x="6" y="1"/>
                </a:lnTo>
                <a:lnTo>
                  <a:pt x="7" y="1"/>
                </a:lnTo>
                <a:lnTo>
                  <a:pt x="7" y="2"/>
                </a:lnTo>
                <a:lnTo>
                  <a:pt x="6" y="3"/>
                </a:lnTo>
                <a:lnTo>
                  <a:pt x="5" y="3"/>
                </a:lnTo>
                <a:lnTo>
                  <a:pt x="4" y="3"/>
                </a:lnTo>
                <a:lnTo>
                  <a:pt x="2" y="4"/>
                </a:lnTo>
                <a:lnTo>
                  <a:pt x="1" y="4"/>
                </a:lnTo>
                <a:lnTo>
                  <a:pt x="1" y="6"/>
                </a:lnTo>
                <a:lnTo>
                  <a:pt x="0" y="6"/>
                </a:lnTo>
                <a:lnTo>
                  <a:pt x="0" y="3"/>
                </a:lnTo>
                <a:lnTo>
                  <a:pt x="0" y="2"/>
                </a:lnTo>
                <a:lnTo>
                  <a:pt x="0" y="1"/>
                </a:lnTo>
                <a:lnTo>
                  <a:pt x="1" y="1"/>
                </a:lnTo>
                <a:lnTo>
                  <a:pt x="2" y="1"/>
                </a:lnTo>
                <a:lnTo>
                  <a:pt x="5" y="0"/>
                </a:lnTo>
                <a:lnTo>
                  <a:pt x="5" y="1"/>
                </a:lnTo>
              </a:path>
            </a:pathLst>
          </a:custGeom>
          <a:ln w="4680">
            <a:solidFill>
              <a:srgbClr val="4A4A4A"/>
            </a:solidFill>
            <a:round/>
          </a:ln>
        </p:spPr>
        <p:txBody>
          <a:bodyPr lIns="2160" tIns="0" rIns="216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959" name=""/>
          <p:cNvSpPr/>
          <p:nvPr/>
        </p:nvSpPr>
        <p:spPr>
          <a:xfrm>
            <a:off x="5193000" y="1408680"/>
            <a:ext cx="1440" cy="1440"/>
          </a:xfrm>
          <a:custGeom>
            <a:avLst/>
            <a:gdLst/>
            <a:ahLst/>
            <a:rect l="0" t="0" r="r" b="b"/>
            <a:pathLst>
              <a:path fill="none" w="4" h="4">
                <a:moveTo>
                  <a:pt x="4" y="4"/>
                </a:moveTo>
                <a:lnTo>
                  <a:pt x="2" y="4"/>
                </a:lnTo>
                <a:lnTo>
                  <a:pt x="2" y="3"/>
                </a:lnTo>
                <a:lnTo>
                  <a:pt x="0" y="1"/>
                </a:lnTo>
                <a:lnTo>
                  <a:pt x="2" y="0"/>
                </a:lnTo>
                <a:lnTo>
                  <a:pt x="2" y="1"/>
                </a:lnTo>
                <a:lnTo>
                  <a:pt x="2" y="3"/>
                </a:lnTo>
                <a:lnTo>
                  <a:pt x="4" y="3"/>
                </a:lnTo>
                <a:lnTo>
                  <a:pt x="4" y="4"/>
                </a:lnTo>
              </a:path>
            </a:pathLst>
          </a:custGeom>
          <a:ln w="4680">
            <a:solidFill>
              <a:srgbClr val="4A4A4A"/>
            </a:solidFill>
            <a:round/>
          </a:ln>
        </p:spPr>
        <p:txBody>
          <a:bodyPr lIns="2160" tIns="-720" rIns="2160" bIns="-7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960" name=""/>
          <p:cNvSpPr/>
          <p:nvPr/>
        </p:nvSpPr>
        <p:spPr>
          <a:xfrm>
            <a:off x="5176080" y="1407960"/>
            <a:ext cx="6120" cy="3240"/>
          </a:xfrm>
          <a:custGeom>
            <a:avLst/>
            <a:gdLst/>
            <a:ahLst/>
            <a:rect l="0" t="0" r="r" b="b"/>
            <a:pathLst>
              <a:path fill="none" w="17" h="9">
                <a:moveTo>
                  <a:pt x="14" y="0"/>
                </a:moveTo>
                <a:lnTo>
                  <a:pt x="14" y="1"/>
                </a:lnTo>
                <a:lnTo>
                  <a:pt x="16" y="2"/>
                </a:lnTo>
                <a:lnTo>
                  <a:pt x="17" y="2"/>
                </a:lnTo>
                <a:lnTo>
                  <a:pt x="17" y="3"/>
                </a:lnTo>
                <a:lnTo>
                  <a:pt x="16" y="3"/>
                </a:lnTo>
                <a:lnTo>
                  <a:pt x="16" y="4"/>
                </a:lnTo>
                <a:lnTo>
                  <a:pt x="16" y="6"/>
                </a:lnTo>
                <a:lnTo>
                  <a:pt x="14" y="7"/>
                </a:lnTo>
                <a:lnTo>
                  <a:pt x="13" y="6"/>
                </a:lnTo>
                <a:lnTo>
                  <a:pt x="14" y="4"/>
                </a:lnTo>
                <a:lnTo>
                  <a:pt x="13" y="4"/>
                </a:lnTo>
                <a:lnTo>
                  <a:pt x="12" y="4"/>
                </a:lnTo>
                <a:lnTo>
                  <a:pt x="12" y="6"/>
                </a:lnTo>
                <a:lnTo>
                  <a:pt x="9" y="6"/>
                </a:lnTo>
                <a:lnTo>
                  <a:pt x="8" y="7"/>
                </a:lnTo>
                <a:lnTo>
                  <a:pt x="6" y="7"/>
                </a:lnTo>
                <a:lnTo>
                  <a:pt x="5" y="7"/>
                </a:lnTo>
                <a:lnTo>
                  <a:pt x="4" y="7"/>
                </a:lnTo>
                <a:lnTo>
                  <a:pt x="4" y="8"/>
                </a:lnTo>
                <a:lnTo>
                  <a:pt x="3" y="8"/>
                </a:lnTo>
                <a:lnTo>
                  <a:pt x="2" y="8"/>
                </a:lnTo>
                <a:lnTo>
                  <a:pt x="2" y="9"/>
                </a:lnTo>
                <a:lnTo>
                  <a:pt x="1" y="9"/>
                </a:lnTo>
                <a:lnTo>
                  <a:pt x="0" y="8"/>
                </a:lnTo>
                <a:lnTo>
                  <a:pt x="0" y="7"/>
                </a:lnTo>
                <a:lnTo>
                  <a:pt x="1" y="7"/>
                </a:lnTo>
                <a:lnTo>
                  <a:pt x="2" y="7"/>
                </a:lnTo>
                <a:lnTo>
                  <a:pt x="4" y="4"/>
                </a:lnTo>
                <a:lnTo>
                  <a:pt x="5" y="4"/>
                </a:lnTo>
                <a:lnTo>
                  <a:pt x="4" y="4"/>
                </a:lnTo>
                <a:lnTo>
                  <a:pt x="5" y="2"/>
                </a:lnTo>
                <a:lnTo>
                  <a:pt x="6" y="2"/>
                </a:lnTo>
                <a:lnTo>
                  <a:pt x="6" y="1"/>
                </a:lnTo>
                <a:lnTo>
                  <a:pt x="7" y="2"/>
                </a:lnTo>
                <a:lnTo>
                  <a:pt x="8" y="1"/>
                </a:lnTo>
                <a:lnTo>
                  <a:pt x="9" y="1"/>
                </a:lnTo>
                <a:lnTo>
                  <a:pt x="10" y="0"/>
                </a:lnTo>
                <a:lnTo>
                  <a:pt x="11" y="0"/>
                </a:lnTo>
                <a:lnTo>
                  <a:pt x="11" y="1"/>
                </a:lnTo>
                <a:lnTo>
                  <a:pt x="12" y="0"/>
                </a:lnTo>
                <a:lnTo>
                  <a:pt x="13" y="0"/>
                </a:lnTo>
                <a:lnTo>
                  <a:pt x="14" y="0"/>
                </a:lnTo>
              </a:path>
            </a:pathLst>
          </a:custGeom>
          <a:ln w="4680">
            <a:solidFill>
              <a:srgbClr val="4A4A4A"/>
            </a:solidFill>
            <a:round/>
          </a:ln>
        </p:spPr>
        <p:txBody>
          <a:bodyPr lIns="2160" tIns="1080" rIns="2160" bIns="108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961" name=""/>
          <p:cNvSpPr/>
          <p:nvPr/>
        </p:nvSpPr>
        <p:spPr>
          <a:xfrm>
            <a:off x="5178960" y="1407600"/>
            <a:ext cx="720" cy="360"/>
          </a:xfrm>
          <a:custGeom>
            <a:avLst/>
            <a:gdLst/>
            <a:ahLst/>
            <a:rect l="0" t="0" r="r" b="b"/>
            <a:pathLst>
              <a:path fill="none" w="2" h="1">
                <a:moveTo>
                  <a:pt x="2" y="1"/>
                </a:moveTo>
                <a:lnTo>
                  <a:pt x="1" y="1"/>
                </a:lnTo>
                <a:lnTo>
                  <a:pt x="0" y="1"/>
                </a:lnTo>
                <a:lnTo>
                  <a:pt x="1" y="1"/>
                </a:lnTo>
                <a:lnTo>
                  <a:pt x="2" y="0"/>
                </a:lnTo>
                <a:lnTo>
                  <a:pt x="2" y="1"/>
                </a:lnTo>
              </a:path>
            </a:pathLst>
          </a:custGeom>
          <a:ln w="4680">
            <a:solidFill>
              <a:srgbClr val="4A4A4A"/>
            </a:solidFill>
            <a:round/>
          </a:ln>
        </p:spPr>
        <p:txBody>
          <a:bodyPr lIns="2160" tIns="-1800" rIns="2160" bIns="-180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962" name=""/>
          <p:cNvSpPr/>
          <p:nvPr/>
        </p:nvSpPr>
        <p:spPr>
          <a:xfrm>
            <a:off x="5163120" y="1407600"/>
            <a:ext cx="1440" cy="2880"/>
          </a:xfrm>
          <a:custGeom>
            <a:avLst/>
            <a:gdLst/>
            <a:ahLst/>
            <a:rect l="0" t="0" r="r" b="b"/>
            <a:pathLst>
              <a:path fill="none" w="4" h="8">
                <a:moveTo>
                  <a:pt x="2" y="2"/>
                </a:moveTo>
                <a:lnTo>
                  <a:pt x="2" y="3"/>
                </a:lnTo>
                <a:lnTo>
                  <a:pt x="2" y="6"/>
                </a:lnTo>
                <a:lnTo>
                  <a:pt x="1" y="7"/>
                </a:lnTo>
                <a:lnTo>
                  <a:pt x="1" y="8"/>
                </a:lnTo>
                <a:lnTo>
                  <a:pt x="0" y="7"/>
                </a:lnTo>
                <a:lnTo>
                  <a:pt x="0" y="6"/>
                </a:lnTo>
                <a:lnTo>
                  <a:pt x="0" y="4"/>
                </a:lnTo>
                <a:lnTo>
                  <a:pt x="1" y="3"/>
                </a:lnTo>
                <a:lnTo>
                  <a:pt x="1" y="2"/>
                </a:lnTo>
                <a:lnTo>
                  <a:pt x="0" y="2"/>
                </a:lnTo>
                <a:lnTo>
                  <a:pt x="1" y="1"/>
                </a:lnTo>
                <a:lnTo>
                  <a:pt x="1" y="2"/>
                </a:lnTo>
                <a:lnTo>
                  <a:pt x="2" y="2"/>
                </a:lnTo>
                <a:lnTo>
                  <a:pt x="2" y="0"/>
                </a:lnTo>
                <a:lnTo>
                  <a:pt x="4" y="0"/>
                </a:lnTo>
                <a:lnTo>
                  <a:pt x="4" y="1"/>
                </a:lnTo>
                <a:lnTo>
                  <a:pt x="2" y="2"/>
                </a:lnTo>
              </a:path>
            </a:pathLst>
          </a:custGeom>
          <a:ln w="4680">
            <a:solidFill>
              <a:srgbClr val="4A4A4A"/>
            </a:solidFill>
            <a:round/>
          </a:ln>
        </p:spPr>
        <p:txBody>
          <a:bodyPr lIns="2160" tIns="720" rIns="2160" bIns="7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963" name=""/>
          <p:cNvSpPr/>
          <p:nvPr/>
        </p:nvSpPr>
        <p:spPr>
          <a:xfrm>
            <a:off x="5167080" y="1406160"/>
            <a:ext cx="7560" cy="5040"/>
          </a:xfrm>
          <a:custGeom>
            <a:avLst/>
            <a:gdLst/>
            <a:ahLst/>
            <a:rect l="0" t="0" r="r" b="b"/>
            <a:pathLst>
              <a:path fill="none" w="21" h="14">
                <a:moveTo>
                  <a:pt x="14" y="3"/>
                </a:moveTo>
                <a:lnTo>
                  <a:pt x="15" y="3"/>
                </a:lnTo>
                <a:lnTo>
                  <a:pt x="15" y="2"/>
                </a:lnTo>
                <a:lnTo>
                  <a:pt x="16" y="2"/>
                </a:lnTo>
                <a:lnTo>
                  <a:pt x="18" y="2"/>
                </a:lnTo>
                <a:lnTo>
                  <a:pt x="19" y="2"/>
                </a:lnTo>
                <a:lnTo>
                  <a:pt x="18" y="2"/>
                </a:lnTo>
                <a:lnTo>
                  <a:pt x="18" y="3"/>
                </a:lnTo>
                <a:lnTo>
                  <a:pt x="19" y="4"/>
                </a:lnTo>
                <a:lnTo>
                  <a:pt x="20" y="5"/>
                </a:lnTo>
                <a:lnTo>
                  <a:pt x="21" y="5"/>
                </a:lnTo>
                <a:lnTo>
                  <a:pt x="21" y="4"/>
                </a:lnTo>
                <a:lnTo>
                  <a:pt x="21" y="5"/>
                </a:lnTo>
                <a:lnTo>
                  <a:pt x="21" y="6"/>
                </a:lnTo>
                <a:lnTo>
                  <a:pt x="20" y="7"/>
                </a:lnTo>
                <a:lnTo>
                  <a:pt x="19" y="6"/>
                </a:lnTo>
                <a:lnTo>
                  <a:pt x="19" y="7"/>
                </a:lnTo>
                <a:lnTo>
                  <a:pt x="21" y="9"/>
                </a:lnTo>
                <a:lnTo>
                  <a:pt x="21" y="8"/>
                </a:lnTo>
                <a:lnTo>
                  <a:pt x="21" y="9"/>
                </a:lnTo>
                <a:lnTo>
                  <a:pt x="21" y="10"/>
                </a:lnTo>
                <a:lnTo>
                  <a:pt x="20" y="11"/>
                </a:lnTo>
                <a:lnTo>
                  <a:pt x="21" y="12"/>
                </a:lnTo>
                <a:lnTo>
                  <a:pt x="21" y="13"/>
                </a:lnTo>
                <a:lnTo>
                  <a:pt x="21" y="14"/>
                </a:lnTo>
                <a:lnTo>
                  <a:pt x="20" y="14"/>
                </a:lnTo>
                <a:lnTo>
                  <a:pt x="19" y="14"/>
                </a:lnTo>
                <a:lnTo>
                  <a:pt x="18" y="14"/>
                </a:lnTo>
                <a:lnTo>
                  <a:pt x="16" y="13"/>
                </a:lnTo>
                <a:lnTo>
                  <a:pt x="15" y="13"/>
                </a:lnTo>
                <a:lnTo>
                  <a:pt x="13" y="14"/>
                </a:lnTo>
                <a:lnTo>
                  <a:pt x="12" y="14"/>
                </a:lnTo>
                <a:lnTo>
                  <a:pt x="10" y="13"/>
                </a:lnTo>
                <a:lnTo>
                  <a:pt x="9" y="13"/>
                </a:lnTo>
                <a:lnTo>
                  <a:pt x="7" y="12"/>
                </a:lnTo>
                <a:lnTo>
                  <a:pt x="6" y="11"/>
                </a:lnTo>
                <a:lnTo>
                  <a:pt x="5" y="11"/>
                </a:lnTo>
                <a:lnTo>
                  <a:pt x="3" y="11"/>
                </a:lnTo>
                <a:lnTo>
                  <a:pt x="3" y="10"/>
                </a:lnTo>
                <a:lnTo>
                  <a:pt x="2" y="10"/>
                </a:lnTo>
                <a:lnTo>
                  <a:pt x="1" y="10"/>
                </a:lnTo>
                <a:lnTo>
                  <a:pt x="0" y="9"/>
                </a:lnTo>
                <a:lnTo>
                  <a:pt x="0" y="8"/>
                </a:lnTo>
                <a:lnTo>
                  <a:pt x="2" y="8"/>
                </a:lnTo>
                <a:lnTo>
                  <a:pt x="1" y="8"/>
                </a:lnTo>
                <a:lnTo>
                  <a:pt x="2" y="8"/>
                </a:lnTo>
                <a:lnTo>
                  <a:pt x="4" y="8"/>
                </a:lnTo>
                <a:lnTo>
                  <a:pt x="5" y="8"/>
                </a:lnTo>
                <a:lnTo>
                  <a:pt x="5" y="7"/>
                </a:lnTo>
                <a:lnTo>
                  <a:pt x="6" y="7"/>
                </a:lnTo>
                <a:lnTo>
                  <a:pt x="5" y="7"/>
                </a:lnTo>
                <a:lnTo>
                  <a:pt x="6" y="6"/>
                </a:lnTo>
                <a:lnTo>
                  <a:pt x="6" y="5"/>
                </a:lnTo>
                <a:lnTo>
                  <a:pt x="7" y="5"/>
                </a:lnTo>
                <a:lnTo>
                  <a:pt x="7" y="6"/>
                </a:lnTo>
                <a:lnTo>
                  <a:pt x="8" y="6"/>
                </a:lnTo>
                <a:lnTo>
                  <a:pt x="9" y="5"/>
                </a:lnTo>
                <a:lnTo>
                  <a:pt x="10" y="5"/>
                </a:lnTo>
                <a:lnTo>
                  <a:pt x="10" y="4"/>
                </a:lnTo>
                <a:lnTo>
                  <a:pt x="11" y="3"/>
                </a:lnTo>
                <a:lnTo>
                  <a:pt x="12" y="2"/>
                </a:lnTo>
                <a:lnTo>
                  <a:pt x="12" y="0"/>
                </a:lnTo>
                <a:lnTo>
                  <a:pt x="13" y="0"/>
                </a:lnTo>
                <a:lnTo>
                  <a:pt x="13" y="2"/>
                </a:lnTo>
                <a:lnTo>
                  <a:pt x="14" y="3"/>
                </a:lnTo>
              </a:path>
            </a:pathLst>
          </a:custGeom>
          <a:ln w="4680">
            <a:solidFill>
              <a:srgbClr val="4A4A4A"/>
            </a:solidFill>
            <a:round/>
          </a:ln>
        </p:spPr>
        <p:txBody>
          <a:bodyPr lIns="2160" tIns="2160" rIns="2160" bIns="21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964" name=""/>
          <p:cNvSpPr/>
          <p:nvPr/>
        </p:nvSpPr>
        <p:spPr>
          <a:xfrm>
            <a:off x="5182200" y="1401120"/>
            <a:ext cx="360" cy="360"/>
          </a:xfrm>
          <a:custGeom>
            <a:avLst/>
            <a:gdLst/>
            <a:ahLst/>
            <a:rect l="0" t="0" r="r" b="b"/>
            <a:pathLst>
              <a:path fill="none" w="1" h="1">
                <a:moveTo>
                  <a:pt x="1" y="1"/>
                </a:moveTo>
                <a:lnTo>
                  <a:pt x="0" y="1"/>
                </a:lnTo>
                <a:lnTo>
                  <a:pt x="0" y="0"/>
                </a:lnTo>
                <a:lnTo>
                  <a:pt x="1" y="0"/>
                </a:lnTo>
                <a:lnTo>
                  <a:pt x="1" y="1"/>
                </a:lnTo>
              </a:path>
            </a:pathLst>
          </a:custGeom>
          <a:ln w="4680">
            <a:solidFill>
              <a:srgbClr val="4A4A4A"/>
            </a:solidFill>
            <a:round/>
          </a:ln>
        </p:spPr>
        <p:txBody>
          <a:bodyPr lIns="2160" tIns="-1800" rIns="2160" bIns="-180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965" name=""/>
          <p:cNvSpPr/>
          <p:nvPr/>
        </p:nvSpPr>
        <p:spPr>
          <a:xfrm>
            <a:off x="5181480" y="1399680"/>
            <a:ext cx="1800" cy="1440"/>
          </a:xfrm>
          <a:custGeom>
            <a:avLst/>
            <a:gdLst/>
            <a:ahLst/>
            <a:rect l="0" t="0" r="r" b="b"/>
            <a:pathLst>
              <a:path fill="none" w="5" h="4">
                <a:moveTo>
                  <a:pt x="4" y="3"/>
                </a:moveTo>
                <a:lnTo>
                  <a:pt x="5" y="3"/>
                </a:lnTo>
                <a:lnTo>
                  <a:pt x="5" y="4"/>
                </a:lnTo>
                <a:lnTo>
                  <a:pt x="4" y="4"/>
                </a:lnTo>
                <a:lnTo>
                  <a:pt x="3" y="4"/>
                </a:lnTo>
                <a:lnTo>
                  <a:pt x="2" y="4"/>
                </a:lnTo>
                <a:lnTo>
                  <a:pt x="2" y="3"/>
                </a:lnTo>
                <a:lnTo>
                  <a:pt x="0" y="4"/>
                </a:lnTo>
                <a:lnTo>
                  <a:pt x="0" y="3"/>
                </a:lnTo>
                <a:lnTo>
                  <a:pt x="2" y="3"/>
                </a:lnTo>
                <a:lnTo>
                  <a:pt x="2" y="1"/>
                </a:lnTo>
                <a:lnTo>
                  <a:pt x="2" y="0"/>
                </a:lnTo>
                <a:lnTo>
                  <a:pt x="3" y="0"/>
                </a:lnTo>
                <a:lnTo>
                  <a:pt x="3" y="1"/>
                </a:lnTo>
                <a:lnTo>
                  <a:pt x="4" y="3"/>
                </a:lnTo>
              </a:path>
            </a:pathLst>
          </a:custGeom>
          <a:ln w="4680">
            <a:solidFill>
              <a:srgbClr val="4A4A4A"/>
            </a:solidFill>
            <a:round/>
          </a:ln>
        </p:spPr>
        <p:txBody>
          <a:bodyPr lIns="2160" tIns="-720" rIns="2160" bIns="-7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966" name=""/>
          <p:cNvSpPr/>
          <p:nvPr/>
        </p:nvSpPr>
        <p:spPr>
          <a:xfrm>
            <a:off x="5174280" y="1398600"/>
            <a:ext cx="7200" cy="3960"/>
          </a:xfrm>
          <a:custGeom>
            <a:avLst/>
            <a:gdLst/>
            <a:ahLst/>
            <a:rect l="0" t="0" r="r" b="b"/>
            <a:pathLst>
              <a:path fill="none" w="20" h="11">
                <a:moveTo>
                  <a:pt x="12" y="1"/>
                </a:moveTo>
                <a:lnTo>
                  <a:pt x="11" y="1"/>
                </a:lnTo>
                <a:lnTo>
                  <a:pt x="10" y="2"/>
                </a:lnTo>
                <a:lnTo>
                  <a:pt x="11" y="2"/>
                </a:lnTo>
                <a:lnTo>
                  <a:pt x="11" y="3"/>
                </a:lnTo>
                <a:lnTo>
                  <a:pt x="12" y="3"/>
                </a:lnTo>
                <a:lnTo>
                  <a:pt x="13" y="3"/>
                </a:lnTo>
                <a:lnTo>
                  <a:pt x="14" y="3"/>
                </a:lnTo>
                <a:lnTo>
                  <a:pt x="15" y="3"/>
                </a:lnTo>
                <a:lnTo>
                  <a:pt x="16" y="3"/>
                </a:lnTo>
                <a:lnTo>
                  <a:pt x="17" y="4"/>
                </a:lnTo>
                <a:lnTo>
                  <a:pt x="17" y="5"/>
                </a:lnTo>
                <a:lnTo>
                  <a:pt x="16" y="5"/>
                </a:lnTo>
                <a:lnTo>
                  <a:pt x="16" y="6"/>
                </a:lnTo>
                <a:lnTo>
                  <a:pt x="19" y="6"/>
                </a:lnTo>
                <a:lnTo>
                  <a:pt x="19" y="7"/>
                </a:lnTo>
                <a:lnTo>
                  <a:pt x="20" y="7"/>
                </a:lnTo>
                <a:lnTo>
                  <a:pt x="19" y="9"/>
                </a:lnTo>
                <a:lnTo>
                  <a:pt x="17" y="9"/>
                </a:lnTo>
                <a:lnTo>
                  <a:pt x="16" y="7"/>
                </a:lnTo>
                <a:lnTo>
                  <a:pt x="15" y="7"/>
                </a:lnTo>
                <a:lnTo>
                  <a:pt x="14" y="7"/>
                </a:lnTo>
                <a:lnTo>
                  <a:pt x="14" y="6"/>
                </a:lnTo>
                <a:lnTo>
                  <a:pt x="12" y="7"/>
                </a:lnTo>
                <a:lnTo>
                  <a:pt x="11" y="9"/>
                </a:lnTo>
                <a:lnTo>
                  <a:pt x="11" y="7"/>
                </a:lnTo>
                <a:lnTo>
                  <a:pt x="10" y="7"/>
                </a:lnTo>
                <a:lnTo>
                  <a:pt x="11" y="7"/>
                </a:lnTo>
                <a:lnTo>
                  <a:pt x="10" y="6"/>
                </a:lnTo>
                <a:lnTo>
                  <a:pt x="10" y="7"/>
                </a:lnTo>
                <a:lnTo>
                  <a:pt x="10" y="6"/>
                </a:lnTo>
                <a:lnTo>
                  <a:pt x="9" y="6"/>
                </a:lnTo>
                <a:lnTo>
                  <a:pt x="9" y="7"/>
                </a:lnTo>
                <a:lnTo>
                  <a:pt x="9" y="6"/>
                </a:lnTo>
                <a:lnTo>
                  <a:pt x="9" y="7"/>
                </a:lnTo>
                <a:lnTo>
                  <a:pt x="9" y="9"/>
                </a:lnTo>
                <a:lnTo>
                  <a:pt x="9" y="10"/>
                </a:lnTo>
                <a:lnTo>
                  <a:pt x="7" y="10"/>
                </a:lnTo>
                <a:lnTo>
                  <a:pt x="6" y="11"/>
                </a:lnTo>
                <a:lnTo>
                  <a:pt x="5" y="10"/>
                </a:lnTo>
                <a:lnTo>
                  <a:pt x="3" y="10"/>
                </a:lnTo>
                <a:lnTo>
                  <a:pt x="2" y="10"/>
                </a:lnTo>
                <a:lnTo>
                  <a:pt x="2" y="9"/>
                </a:lnTo>
                <a:lnTo>
                  <a:pt x="2" y="7"/>
                </a:lnTo>
                <a:lnTo>
                  <a:pt x="1" y="7"/>
                </a:lnTo>
                <a:lnTo>
                  <a:pt x="1" y="6"/>
                </a:lnTo>
                <a:lnTo>
                  <a:pt x="1" y="5"/>
                </a:lnTo>
                <a:lnTo>
                  <a:pt x="2" y="5"/>
                </a:lnTo>
                <a:lnTo>
                  <a:pt x="2" y="4"/>
                </a:lnTo>
                <a:lnTo>
                  <a:pt x="1" y="4"/>
                </a:lnTo>
                <a:lnTo>
                  <a:pt x="1" y="3"/>
                </a:lnTo>
                <a:lnTo>
                  <a:pt x="0" y="2"/>
                </a:lnTo>
                <a:lnTo>
                  <a:pt x="1" y="2"/>
                </a:lnTo>
                <a:lnTo>
                  <a:pt x="2" y="3"/>
                </a:lnTo>
                <a:lnTo>
                  <a:pt x="3" y="3"/>
                </a:lnTo>
                <a:lnTo>
                  <a:pt x="4" y="3"/>
                </a:lnTo>
                <a:lnTo>
                  <a:pt x="5" y="2"/>
                </a:lnTo>
                <a:lnTo>
                  <a:pt x="6" y="2"/>
                </a:lnTo>
                <a:lnTo>
                  <a:pt x="6" y="3"/>
                </a:lnTo>
                <a:lnTo>
                  <a:pt x="7" y="3"/>
                </a:lnTo>
                <a:lnTo>
                  <a:pt x="8" y="3"/>
                </a:lnTo>
                <a:lnTo>
                  <a:pt x="9" y="3"/>
                </a:lnTo>
                <a:lnTo>
                  <a:pt x="9" y="2"/>
                </a:lnTo>
                <a:lnTo>
                  <a:pt x="10" y="2"/>
                </a:lnTo>
                <a:lnTo>
                  <a:pt x="10" y="1"/>
                </a:lnTo>
                <a:lnTo>
                  <a:pt x="10" y="0"/>
                </a:lnTo>
                <a:lnTo>
                  <a:pt x="11" y="0"/>
                </a:lnTo>
                <a:lnTo>
                  <a:pt x="12" y="1"/>
                </a:lnTo>
              </a:path>
            </a:pathLst>
          </a:custGeom>
          <a:ln w="4680">
            <a:solidFill>
              <a:srgbClr val="4A4A4A"/>
            </a:solidFill>
            <a:round/>
          </a:ln>
        </p:spPr>
        <p:txBody>
          <a:bodyPr lIns="2160" tIns="1800" rIns="2160" bIns="180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967" name=""/>
          <p:cNvSpPr/>
          <p:nvPr/>
        </p:nvSpPr>
        <p:spPr>
          <a:xfrm>
            <a:off x="5175000" y="1398240"/>
            <a:ext cx="1080" cy="0"/>
          </a:xfrm>
          <a:custGeom>
            <a:avLst/>
            <a:gdLst/>
            <a:ahLst/>
            <a:rect l="0" t="0" r="r" b="b"/>
            <a:pathLst>
              <a:path fill="none" w="3" h="0">
                <a:moveTo>
                  <a:pt x="1" y="0"/>
                </a:moveTo>
                <a:lnTo>
                  <a:pt x="2" y="0"/>
                </a:lnTo>
                <a:lnTo>
                  <a:pt x="3" y="0"/>
                </a:lnTo>
                <a:lnTo>
                  <a:pt x="2" y="0"/>
                </a:lnTo>
                <a:lnTo>
                  <a:pt x="1" y="0"/>
                </a:lnTo>
                <a:lnTo>
                  <a:pt x="0" y="0"/>
                </a:lnTo>
                <a:lnTo>
                  <a:pt x="1" y="0"/>
                </a:lnTo>
              </a:path>
            </a:pathLst>
          </a:custGeom>
          <a:ln w="4680">
            <a:solidFill>
              <a:srgbClr val="4A4A4A"/>
            </a:solidFill>
            <a:round/>
          </a:ln>
        </p:spPr>
        <p:txBody>
          <a:bodyPr lIns="2160" tIns="-2160" rIns="2160" bIns="-21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968" name=""/>
          <p:cNvSpPr/>
          <p:nvPr/>
        </p:nvSpPr>
        <p:spPr>
          <a:xfrm>
            <a:off x="5147640" y="1397520"/>
            <a:ext cx="720" cy="360"/>
          </a:xfrm>
          <a:custGeom>
            <a:avLst/>
            <a:gdLst/>
            <a:ahLst/>
            <a:rect l="0" t="0" r="r" b="b"/>
            <a:pathLst>
              <a:path fill="none" w="2" h="1">
                <a:moveTo>
                  <a:pt x="1" y="0"/>
                </a:moveTo>
                <a:lnTo>
                  <a:pt x="2" y="0"/>
                </a:lnTo>
                <a:lnTo>
                  <a:pt x="1" y="0"/>
                </a:lnTo>
                <a:lnTo>
                  <a:pt x="0" y="1"/>
                </a:lnTo>
                <a:lnTo>
                  <a:pt x="0" y="0"/>
                </a:lnTo>
                <a:lnTo>
                  <a:pt x="1" y="0"/>
                </a:lnTo>
              </a:path>
            </a:pathLst>
          </a:custGeom>
          <a:ln w="4680">
            <a:solidFill>
              <a:srgbClr val="4A4A4A"/>
            </a:solidFill>
            <a:round/>
          </a:ln>
        </p:spPr>
        <p:txBody>
          <a:bodyPr lIns="2160" tIns="-1800" rIns="2160" bIns="-180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969" name=""/>
          <p:cNvSpPr/>
          <p:nvPr/>
        </p:nvSpPr>
        <p:spPr>
          <a:xfrm>
            <a:off x="5173200" y="1397160"/>
            <a:ext cx="1440" cy="1440"/>
          </a:xfrm>
          <a:custGeom>
            <a:avLst/>
            <a:gdLst/>
            <a:ahLst/>
            <a:rect l="0" t="0" r="r" b="b"/>
            <a:pathLst>
              <a:path fill="none" w="4" h="4">
                <a:moveTo>
                  <a:pt x="2" y="4"/>
                </a:moveTo>
                <a:lnTo>
                  <a:pt x="0" y="4"/>
                </a:lnTo>
                <a:lnTo>
                  <a:pt x="0" y="2"/>
                </a:lnTo>
                <a:lnTo>
                  <a:pt x="0" y="0"/>
                </a:lnTo>
                <a:lnTo>
                  <a:pt x="2" y="0"/>
                </a:lnTo>
                <a:lnTo>
                  <a:pt x="4" y="0"/>
                </a:lnTo>
                <a:lnTo>
                  <a:pt x="4" y="2"/>
                </a:lnTo>
                <a:lnTo>
                  <a:pt x="4" y="4"/>
                </a:lnTo>
                <a:lnTo>
                  <a:pt x="2" y="4"/>
                </a:lnTo>
              </a:path>
            </a:pathLst>
          </a:custGeom>
          <a:ln w="4680">
            <a:solidFill>
              <a:srgbClr val="4A4A4A"/>
            </a:solidFill>
            <a:round/>
          </a:ln>
        </p:spPr>
        <p:txBody>
          <a:bodyPr lIns="2160" tIns="-720" rIns="2160" bIns="-7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970" name=""/>
          <p:cNvSpPr/>
          <p:nvPr/>
        </p:nvSpPr>
        <p:spPr>
          <a:xfrm>
            <a:off x="5175360" y="1396440"/>
            <a:ext cx="1440" cy="1440"/>
          </a:xfrm>
          <a:custGeom>
            <a:avLst/>
            <a:gdLst/>
            <a:ahLst/>
            <a:rect l="0" t="0" r="r" b="b"/>
            <a:pathLst>
              <a:path fill="none" w="4" h="4">
                <a:moveTo>
                  <a:pt x="4" y="1"/>
                </a:moveTo>
                <a:lnTo>
                  <a:pt x="4" y="3"/>
                </a:lnTo>
                <a:lnTo>
                  <a:pt x="4" y="4"/>
                </a:lnTo>
                <a:lnTo>
                  <a:pt x="3" y="4"/>
                </a:lnTo>
                <a:lnTo>
                  <a:pt x="3" y="3"/>
                </a:lnTo>
                <a:lnTo>
                  <a:pt x="1" y="3"/>
                </a:lnTo>
                <a:lnTo>
                  <a:pt x="0" y="3"/>
                </a:lnTo>
                <a:lnTo>
                  <a:pt x="1" y="3"/>
                </a:lnTo>
                <a:lnTo>
                  <a:pt x="1" y="1"/>
                </a:lnTo>
                <a:lnTo>
                  <a:pt x="1" y="3"/>
                </a:lnTo>
                <a:lnTo>
                  <a:pt x="3" y="3"/>
                </a:lnTo>
                <a:lnTo>
                  <a:pt x="4" y="3"/>
                </a:lnTo>
                <a:lnTo>
                  <a:pt x="4" y="1"/>
                </a:lnTo>
                <a:lnTo>
                  <a:pt x="4" y="0"/>
                </a:lnTo>
                <a:lnTo>
                  <a:pt x="4" y="1"/>
                </a:lnTo>
              </a:path>
            </a:pathLst>
          </a:custGeom>
          <a:ln w="4680">
            <a:solidFill>
              <a:srgbClr val="4A4A4A"/>
            </a:solidFill>
            <a:round/>
          </a:ln>
        </p:spPr>
        <p:txBody>
          <a:bodyPr lIns="2160" tIns="-720" rIns="2160" bIns="-7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971" name=""/>
          <p:cNvSpPr/>
          <p:nvPr/>
        </p:nvSpPr>
        <p:spPr>
          <a:xfrm>
            <a:off x="5164920" y="1395360"/>
            <a:ext cx="1440" cy="1440"/>
          </a:xfrm>
          <a:custGeom>
            <a:avLst/>
            <a:gdLst/>
            <a:ahLst/>
            <a:rect l="0" t="0" r="r" b="b"/>
            <a:pathLst>
              <a:path fill="none" w="4" h="4">
                <a:moveTo>
                  <a:pt x="3" y="4"/>
                </a:moveTo>
                <a:lnTo>
                  <a:pt x="2" y="3"/>
                </a:lnTo>
                <a:lnTo>
                  <a:pt x="0" y="1"/>
                </a:lnTo>
                <a:lnTo>
                  <a:pt x="0" y="0"/>
                </a:lnTo>
                <a:lnTo>
                  <a:pt x="2" y="0"/>
                </a:lnTo>
                <a:lnTo>
                  <a:pt x="3" y="0"/>
                </a:lnTo>
                <a:lnTo>
                  <a:pt x="4" y="0"/>
                </a:lnTo>
                <a:lnTo>
                  <a:pt x="3" y="0"/>
                </a:lnTo>
                <a:lnTo>
                  <a:pt x="3" y="1"/>
                </a:lnTo>
                <a:lnTo>
                  <a:pt x="4" y="1"/>
                </a:lnTo>
                <a:lnTo>
                  <a:pt x="4" y="3"/>
                </a:lnTo>
                <a:lnTo>
                  <a:pt x="3" y="3"/>
                </a:lnTo>
                <a:lnTo>
                  <a:pt x="3" y="4"/>
                </a:lnTo>
              </a:path>
            </a:pathLst>
          </a:custGeom>
          <a:ln w="4680">
            <a:solidFill>
              <a:srgbClr val="4A4A4A"/>
            </a:solidFill>
            <a:round/>
          </a:ln>
        </p:spPr>
        <p:txBody>
          <a:bodyPr lIns="2160" tIns="-720" rIns="2160" bIns="-7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972" name=""/>
          <p:cNvSpPr/>
          <p:nvPr/>
        </p:nvSpPr>
        <p:spPr>
          <a:xfrm>
            <a:off x="5166360" y="1393920"/>
            <a:ext cx="1800" cy="1440"/>
          </a:xfrm>
          <a:custGeom>
            <a:avLst/>
            <a:gdLst/>
            <a:ahLst/>
            <a:rect l="0" t="0" r="r" b="b"/>
            <a:pathLst>
              <a:path fill="none" w="5" h="4">
                <a:moveTo>
                  <a:pt x="5" y="2"/>
                </a:moveTo>
                <a:lnTo>
                  <a:pt x="5" y="4"/>
                </a:lnTo>
                <a:lnTo>
                  <a:pt x="4" y="4"/>
                </a:lnTo>
                <a:lnTo>
                  <a:pt x="2" y="4"/>
                </a:lnTo>
                <a:lnTo>
                  <a:pt x="1" y="4"/>
                </a:lnTo>
                <a:lnTo>
                  <a:pt x="0" y="4"/>
                </a:lnTo>
                <a:lnTo>
                  <a:pt x="1" y="4"/>
                </a:lnTo>
                <a:lnTo>
                  <a:pt x="1" y="2"/>
                </a:lnTo>
                <a:lnTo>
                  <a:pt x="4" y="2"/>
                </a:lnTo>
                <a:lnTo>
                  <a:pt x="5" y="0"/>
                </a:lnTo>
                <a:lnTo>
                  <a:pt x="5" y="2"/>
                </a:lnTo>
              </a:path>
            </a:pathLst>
          </a:custGeom>
          <a:ln w="4680">
            <a:solidFill>
              <a:srgbClr val="4A4A4A"/>
            </a:solidFill>
            <a:round/>
          </a:ln>
        </p:spPr>
        <p:txBody>
          <a:bodyPr lIns="2160" tIns="-720" rIns="2160" bIns="-7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973" name=""/>
          <p:cNvSpPr/>
          <p:nvPr/>
        </p:nvSpPr>
        <p:spPr>
          <a:xfrm>
            <a:off x="5167800" y="1393560"/>
            <a:ext cx="360" cy="360"/>
          </a:xfrm>
          <a:custGeom>
            <a:avLst/>
            <a:gdLst/>
            <a:ahLst/>
            <a:rect l="0" t="0" r="r" b="b"/>
            <a:pathLst>
              <a:path fill="none" w="1" h="1">
                <a:moveTo>
                  <a:pt x="1" y="1"/>
                </a:moveTo>
                <a:lnTo>
                  <a:pt x="0" y="1"/>
                </a:lnTo>
                <a:lnTo>
                  <a:pt x="1" y="0"/>
                </a:lnTo>
                <a:lnTo>
                  <a:pt x="1" y="1"/>
                </a:lnTo>
              </a:path>
            </a:pathLst>
          </a:custGeom>
          <a:ln w="4680">
            <a:solidFill>
              <a:srgbClr val="4A4A4A"/>
            </a:solidFill>
            <a:round/>
          </a:ln>
        </p:spPr>
        <p:txBody>
          <a:bodyPr lIns="2160" tIns="-1800" rIns="2160" bIns="-180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974" name=""/>
          <p:cNvSpPr/>
          <p:nvPr/>
        </p:nvSpPr>
        <p:spPr>
          <a:xfrm>
            <a:off x="5175360" y="1393200"/>
            <a:ext cx="720" cy="1440"/>
          </a:xfrm>
          <a:custGeom>
            <a:avLst/>
            <a:gdLst/>
            <a:ahLst/>
            <a:rect l="0" t="0" r="r" b="b"/>
            <a:pathLst>
              <a:path fill="none" w="2" h="4">
                <a:moveTo>
                  <a:pt x="2" y="2"/>
                </a:moveTo>
                <a:lnTo>
                  <a:pt x="0" y="4"/>
                </a:lnTo>
                <a:lnTo>
                  <a:pt x="0" y="2"/>
                </a:lnTo>
                <a:lnTo>
                  <a:pt x="2" y="0"/>
                </a:lnTo>
                <a:lnTo>
                  <a:pt x="2" y="2"/>
                </a:lnTo>
              </a:path>
            </a:pathLst>
          </a:custGeom>
          <a:ln w="4680">
            <a:solidFill>
              <a:srgbClr val="4A4A4A"/>
            </a:solidFill>
            <a:round/>
          </a:ln>
        </p:spPr>
        <p:txBody>
          <a:bodyPr lIns="2160" tIns="-720" rIns="2160" bIns="-7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975" name=""/>
          <p:cNvSpPr/>
          <p:nvPr/>
        </p:nvSpPr>
        <p:spPr>
          <a:xfrm>
            <a:off x="5176440" y="1393200"/>
            <a:ext cx="1080" cy="720"/>
          </a:xfrm>
          <a:custGeom>
            <a:avLst/>
            <a:gdLst/>
            <a:ahLst/>
            <a:rect l="0" t="0" r="r" b="b"/>
            <a:pathLst>
              <a:path fill="none" w="3" h="2">
                <a:moveTo>
                  <a:pt x="3" y="2"/>
                </a:moveTo>
                <a:lnTo>
                  <a:pt x="0" y="2"/>
                </a:lnTo>
                <a:lnTo>
                  <a:pt x="0" y="0"/>
                </a:lnTo>
                <a:lnTo>
                  <a:pt x="1" y="0"/>
                </a:lnTo>
                <a:lnTo>
                  <a:pt x="3" y="2"/>
                </a:lnTo>
              </a:path>
            </a:pathLst>
          </a:custGeom>
          <a:ln w="4680">
            <a:solidFill>
              <a:srgbClr val="4A4A4A"/>
            </a:solidFill>
            <a:round/>
          </a:ln>
        </p:spPr>
        <p:txBody>
          <a:bodyPr lIns="2160" tIns="-1440" rIns="2160" bIns="-144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976" name=""/>
          <p:cNvSpPr/>
          <p:nvPr/>
        </p:nvSpPr>
        <p:spPr>
          <a:xfrm>
            <a:off x="5163840" y="1392840"/>
            <a:ext cx="3240" cy="2520"/>
          </a:xfrm>
          <a:custGeom>
            <a:avLst/>
            <a:gdLst/>
            <a:ahLst/>
            <a:rect l="0" t="0" r="r" b="b"/>
            <a:pathLst>
              <a:path fill="none" w="9" h="7">
                <a:moveTo>
                  <a:pt x="8" y="4"/>
                </a:moveTo>
                <a:lnTo>
                  <a:pt x="9" y="4"/>
                </a:lnTo>
                <a:lnTo>
                  <a:pt x="8" y="5"/>
                </a:lnTo>
                <a:lnTo>
                  <a:pt x="8" y="7"/>
                </a:lnTo>
                <a:lnTo>
                  <a:pt x="7" y="7"/>
                </a:lnTo>
                <a:lnTo>
                  <a:pt x="5" y="5"/>
                </a:lnTo>
                <a:lnTo>
                  <a:pt x="1" y="4"/>
                </a:lnTo>
                <a:lnTo>
                  <a:pt x="0" y="3"/>
                </a:lnTo>
                <a:lnTo>
                  <a:pt x="0" y="2"/>
                </a:lnTo>
                <a:lnTo>
                  <a:pt x="1" y="2"/>
                </a:lnTo>
                <a:lnTo>
                  <a:pt x="2" y="2"/>
                </a:lnTo>
                <a:lnTo>
                  <a:pt x="2" y="0"/>
                </a:lnTo>
                <a:lnTo>
                  <a:pt x="4" y="0"/>
                </a:lnTo>
                <a:lnTo>
                  <a:pt x="4" y="2"/>
                </a:lnTo>
                <a:lnTo>
                  <a:pt x="5" y="2"/>
                </a:lnTo>
                <a:lnTo>
                  <a:pt x="5" y="3"/>
                </a:lnTo>
                <a:lnTo>
                  <a:pt x="7" y="3"/>
                </a:lnTo>
                <a:lnTo>
                  <a:pt x="8" y="4"/>
                </a:lnTo>
              </a:path>
            </a:pathLst>
          </a:custGeom>
          <a:ln w="4680">
            <a:solidFill>
              <a:srgbClr val="4A4A4A"/>
            </a:solidFill>
            <a:round/>
          </a:ln>
        </p:spPr>
        <p:txBody>
          <a:bodyPr lIns="2160" tIns="360" rIns="2160" bIns="3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977" name=""/>
          <p:cNvSpPr/>
          <p:nvPr/>
        </p:nvSpPr>
        <p:spPr>
          <a:xfrm>
            <a:off x="5162760" y="1392480"/>
            <a:ext cx="1440" cy="1440"/>
          </a:xfrm>
          <a:custGeom>
            <a:avLst/>
            <a:gdLst/>
            <a:ahLst/>
            <a:rect l="0" t="0" r="r" b="b"/>
            <a:pathLst>
              <a:path fill="none" w="4" h="4">
                <a:moveTo>
                  <a:pt x="2" y="0"/>
                </a:moveTo>
                <a:lnTo>
                  <a:pt x="2" y="2"/>
                </a:lnTo>
                <a:lnTo>
                  <a:pt x="3" y="2"/>
                </a:lnTo>
                <a:lnTo>
                  <a:pt x="4" y="2"/>
                </a:lnTo>
                <a:lnTo>
                  <a:pt x="4" y="4"/>
                </a:lnTo>
                <a:lnTo>
                  <a:pt x="3" y="4"/>
                </a:lnTo>
                <a:lnTo>
                  <a:pt x="0" y="2"/>
                </a:lnTo>
                <a:lnTo>
                  <a:pt x="2" y="0"/>
                </a:lnTo>
                <a:lnTo>
                  <a:pt x="2" y="2"/>
                </a:lnTo>
                <a:lnTo>
                  <a:pt x="2" y="0"/>
                </a:lnTo>
              </a:path>
            </a:pathLst>
          </a:custGeom>
          <a:ln w="4680">
            <a:solidFill>
              <a:srgbClr val="4A4A4A"/>
            </a:solidFill>
            <a:round/>
          </a:ln>
        </p:spPr>
        <p:txBody>
          <a:bodyPr lIns="2160" tIns="-720" rIns="2160" bIns="-7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978" name=""/>
          <p:cNvSpPr/>
          <p:nvPr/>
        </p:nvSpPr>
        <p:spPr>
          <a:xfrm>
            <a:off x="5178960" y="1391400"/>
            <a:ext cx="0" cy="720"/>
          </a:xfrm>
          <a:custGeom>
            <a:avLst/>
            <a:gdLst/>
            <a:ahLst/>
            <a:rect l="0" t="0" r="r" b="b"/>
            <a:pathLst>
              <a:path fill="none" w="0" h="2">
                <a:moveTo>
                  <a:pt x="0" y="2"/>
                </a:moveTo>
                <a:lnTo>
                  <a:pt x="0" y="1"/>
                </a:lnTo>
                <a:lnTo>
                  <a:pt x="0" y="0"/>
                </a:lnTo>
                <a:lnTo>
                  <a:pt x="0" y="1"/>
                </a:lnTo>
                <a:lnTo>
                  <a:pt x="0" y="2"/>
                </a:lnTo>
              </a:path>
            </a:pathLst>
          </a:custGeom>
          <a:ln w="4680">
            <a:solidFill>
              <a:srgbClr val="4A4A4A"/>
            </a:solidFill>
            <a:round/>
          </a:ln>
        </p:spPr>
        <p:txBody>
          <a:bodyPr lIns="2160" tIns="-1440" rIns="2160" bIns="-144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979" name=""/>
          <p:cNvSpPr/>
          <p:nvPr/>
        </p:nvSpPr>
        <p:spPr>
          <a:xfrm>
            <a:off x="5172840" y="1391040"/>
            <a:ext cx="1440" cy="1440"/>
          </a:xfrm>
          <a:custGeom>
            <a:avLst/>
            <a:gdLst/>
            <a:ahLst/>
            <a:rect l="0" t="0" r="r" b="b"/>
            <a:pathLst>
              <a:path fill="none" w="4" h="4">
                <a:moveTo>
                  <a:pt x="4" y="4"/>
                </a:moveTo>
                <a:lnTo>
                  <a:pt x="2" y="4"/>
                </a:lnTo>
                <a:lnTo>
                  <a:pt x="0" y="4"/>
                </a:lnTo>
                <a:lnTo>
                  <a:pt x="2" y="4"/>
                </a:lnTo>
                <a:lnTo>
                  <a:pt x="2" y="2"/>
                </a:lnTo>
                <a:lnTo>
                  <a:pt x="2" y="0"/>
                </a:lnTo>
                <a:lnTo>
                  <a:pt x="4" y="0"/>
                </a:lnTo>
                <a:lnTo>
                  <a:pt x="4" y="2"/>
                </a:lnTo>
                <a:lnTo>
                  <a:pt x="4" y="4"/>
                </a:lnTo>
              </a:path>
            </a:pathLst>
          </a:custGeom>
          <a:ln w="4680">
            <a:solidFill>
              <a:srgbClr val="4A4A4A"/>
            </a:solidFill>
            <a:round/>
          </a:ln>
        </p:spPr>
        <p:txBody>
          <a:bodyPr lIns="2160" tIns="-720" rIns="2160" bIns="-7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980" name=""/>
          <p:cNvSpPr/>
          <p:nvPr/>
        </p:nvSpPr>
        <p:spPr>
          <a:xfrm>
            <a:off x="5181840" y="1389600"/>
            <a:ext cx="1440" cy="720"/>
          </a:xfrm>
          <a:custGeom>
            <a:avLst/>
            <a:gdLst/>
            <a:ahLst/>
            <a:rect l="0" t="0" r="r" b="b"/>
            <a:pathLst>
              <a:path fill="none" w="4" h="2">
                <a:moveTo>
                  <a:pt x="4" y="2"/>
                </a:moveTo>
                <a:lnTo>
                  <a:pt x="2" y="2"/>
                </a:lnTo>
                <a:lnTo>
                  <a:pt x="0" y="2"/>
                </a:lnTo>
                <a:lnTo>
                  <a:pt x="2" y="0"/>
                </a:lnTo>
                <a:lnTo>
                  <a:pt x="2" y="2"/>
                </a:lnTo>
                <a:lnTo>
                  <a:pt x="4" y="2"/>
                </a:lnTo>
              </a:path>
            </a:pathLst>
          </a:custGeom>
          <a:ln w="4680">
            <a:solidFill>
              <a:srgbClr val="4A4A4A"/>
            </a:solidFill>
            <a:round/>
          </a:ln>
        </p:spPr>
        <p:txBody>
          <a:bodyPr lIns="2160" tIns="-1440" rIns="2160" bIns="-144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981" name=""/>
          <p:cNvSpPr/>
          <p:nvPr/>
        </p:nvSpPr>
        <p:spPr>
          <a:xfrm>
            <a:off x="5177880" y="1388880"/>
            <a:ext cx="1440" cy="1080"/>
          </a:xfrm>
          <a:custGeom>
            <a:avLst/>
            <a:gdLst/>
            <a:ahLst/>
            <a:rect l="0" t="0" r="r" b="b"/>
            <a:pathLst>
              <a:path fill="none" w="4" h="3">
                <a:moveTo>
                  <a:pt x="1" y="0"/>
                </a:moveTo>
                <a:lnTo>
                  <a:pt x="3" y="0"/>
                </a:lnTo>
                <a:lnTo>
                  <a:pt x="3" y="2"/>
                </a:lnTo>
                <a:lnTo>
                  <a:pt x="4" y="2"/>
                </a:lnTo>
                <a:lnTo>
                  <a:pt x="3" y="2"/>
                </a:lnTo>
                <a:lnTo>
                  <a:pt x="3" y="3"/>
                </a:lnTo>
                <a:lnTo>
                  <a:pt x="1" y="3"/>
                </a:lnTo>
                <a:lnTo>
                  <a:pt x="1" y="2"/>
                </a:lnTo>
                <a:lnTo>
                  <a:pt x="1" y="3"/>
                </a:lnTo>
                <a:lnTo>
                  <a:pt x="0" y="3"/>
                </a:lnTo>
                <a:lnTo>
                  <a:pt x="0" y="2"/>
                </a:lnTo>
                <a:lnTo>
                  <a:pt x="0" y="0"/>
                </a:lnTo>
                <a:lnTo>
                  <a:pt x="1" y="0"/>
                </a:lnTo>
              </a:path>
            </a:pathLst>
          </a:custGeom>
          <a:ln w="4680">
            <a:solidFill>
              <a:srgbClr val="4A4A4A"/>
            </a:solidFill>
            <a:round/>
          </a:ln>
        </p:spPr>
        <p:txBody>
          <a:bodyPr lIns="2160" tIns="-1080" rIns="2160" bIns="-108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982" name=""/>
          <p:cNvSpPr/>
          <p:nvPr/>
        </p:nvSpPr>
        <p:spPr>
          <a:xfrm>
            <a:off x="5182200" y="1388520"/>
            <a:ext cx="1440" cy="1440"/>
          </a:xfrm>
          <a:custGeom>
            <a:avLst/>
            <a:gdLst/>
            <a:ahLst/>
            <a:rect l="0" t="0" r="r" b="b"/>
            <a:pathLst>
              <a:path fill="none" w="4" h="4">
                <a:moveTo>
                  <a:pt x="4" y="2"/>
                </a:moveTo>
                <a:lnTo>
                  <a:pt x="4" y="4"/>
                </a:lnTo>
                <a:lnTo>
                  <a:pt x="3" y="2"/>
                </a:lnTo>
                <a:lnTo>
                  <a:pt x="1" y="2"/>
                </a:lnTo>
                <a:lnTo>
                  <a:pt x="0" y="2"/>
                </a:lnTo>
                <a:lnTo>
                  <a:pt x="0" y="0"/>
                </a:lnTo>
                <a:lnTo>
                  <a:pt x="1" y="0"/>
                </a:lnTo>
                <a:lnTo>
                  <a:pt x="3" y="2"/>
                </a:lnTo>
                <a:lnTo>
                  <a:pt x="4" y="2"/>
                </a:lnTo>
              </a:path>
            </a:pathLst>
          </a:custGeom>
          <a:ln w="4680">
            <a:solidFill>
              <a:srgbClr val="4A4A4A"/>
            </a:solidFill>
            <a:round/>
          </a:ln>
        </p:spPr>
        <p:txBody>
          <a:bodyPr lIns="2160" tIns="-720" rIns="2160" bIns="-7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983" name=""/>
          <p:cNvSpPr/>
          <p:nvPr/>
        </p:nvSpPr>
        <p:spPr>
          <a:xfrm>
            <a:off x="5183280" y="1388160"/>
            <a:ext cx="1800" cy="2160"/>
          </a:xfrm>
          <a:custGeom>
            <a:avLst/>
            <a:gdLst/>
            <a:ahLst/>
            <a:rect l="0" t="0" r="r" b="b"/>
            <a:pathLst>
              <a:path fill="none" w="5" h="6">
                <a:moveTo>
                  <a:pt x="3" y="2"/>
                </a:moveTo>
                <a:lnTo>
                  <a:pt x="5" y="2"/>
                </a:lnTo>
                <a:lnTo>
                  <a:pt x="5" y="3"/>
                </a:lnTo>
                <a:lnTo>
                  <a:pt x="3" y="3"/>
                </a:lnTo>
                <a:lnTo>
                  <a:pt x="2" y="3"/>
                </a:lnTo>
                <a:lnTo>
                  <a:pt x="2" y="4"/>
                </a:lnTo>
                <a:lnTo>
                  <a:pt x="3" y="4"/>
                </a:lnTo>
                <a:lnTo>
                  <a:pt x="3" y="6"/>
                </a:lnTo>
                <a:lnTo>
                  <a:pt x="2" y="6"/>
                </a:lnTo>
                <a:lnTo>
                  <a:pt x="0" y="6"/>
                </a:lnTo>
                <a:lnTo>
                  <a:pt x="0" y="4"/>
                </a:lnTo>
                <a:lnTo>
                  <a:pt x="1" y="4"/>
                </a:lnTo>
                <a:lnTo>
                  <a:pt x="0" y="3"/>
                </a:lnTo>
                <a:lnTo>
                  <a:pt x="1" y="3"/>
                </a:lnTo>
                <a:lnTo>
                  <a:pt x="1" y="2"/>
                </a:lnTo>
                <a:lnTo>
                  <a:pt x="1" y="0"/>
                </a:lnTo>
                <a:lnTo>
                  <a:pt x="2" y="2"/>
                </a:lnTo>
                <a:lnTo>
                  <a:pt x="3" y="2"/>
                </a:lnTo>
              </a:path>
            </a:pathLst>
          </a:custGeom>
          <a:ln w="4680">
            <a:solidFill>
              <a:srgbClr val="4A4A4A"/>
            </a:solidFill>
            <a:round/>
          </a:ln>
        </p:spPr>
        <p:txBody>
          <a:bodyPr lIns="2160" tIns="0" rIns="216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984" name=""/>
          <p:cNvSpPr/>
          <p:nvPr/>
        </p:nvSpPr>
        <p:spPr>
          <a:xfrm>
            <a:off x="5178240" y="1386000"/>
            <a:ext cx="4680" cy="3240"/>
          </a:xfrm>
          <a:custGeom>
            <a:avLst/>
            <a:gdLst/>
            <a:ahLst/>
            <a:rect l="0" t="0" r="r" b="b"/>
            <a:pathLst>
              <a:path fill="none" w="13" h="9">
                <a:moveTo>
                  <a:pt x="6" y="3"/>
                </a:moveTo>
                <a:lnTo>
                  <a:pt x="7" y="3"/>
                </a:lnTo>
                <a:lnTo>
                  <a:pt x="8" y="3"/>
                </a:lnTo>
                <a:lnTo>
                  <a:pt x="8" y="2"/>
                </a:lnTo>
                <a:lnTo>
                  <a:pt x="9" y="1"/>
                </a:lnTo>
                <a:lnTo>
                  <a:pt x="9" y="2"/>
                </a:lnTo>
                <a:lnTo>
                  <a:pt x="10" y="2"/>
                </a:lnTo>
                <a:lnTo>
                  <a:pt x="10" y="1"/>
                </a:lnTo>
                <a:lnTo>
                  <a:pt x="12" y="1"/>
                </a:lnTo>
                <a:lnTo>
                  <a:pt x="12" y="2"/>
                </a:lnTo>
                <a:lnTo>
                  <a:pt x="12" y="1"/>
                </a:lnTo>
                <a:lnTo>
                  <a:pt x="10" y="2"/>
                </a:lnTo>
                <a:lnTo>
                  <a:pt x="12" y="3"/>
                </a:lnTo>
                <a:lnTo>
                  <a:pt x="13" y="3"/>
                </a:lnTo>
                <a:lnTo>
                  <a:pt x="13" y="5"/>
                </a:lnTo>
                <a:lnTo>
                  <a:pt x="12" y="3"/>
                </a:lnTo>
                <a:lnTo>
                  <a:pt x="10" y="3"/>
                </a:lnTo>
                <a:lnTo>
                  <a:pt x="9" y="3"/>
                </a:lnTo>
                <a:lnTo>
                  <a:pt x="9" y="5"/>
                </a:lnTo>
                <a:lnTo>
                  <a:pt x="8" y="5"/>
                </a:lnTo>
                <a:lnTo>
                  <a:pt x="7" y="6"/>
                </a:lnTo>
                <a:lnTo>
                  <a:pt x="7" y="5"/>
                </a:lnTo>
                <a:lnTo>
                  <a:pt x="6" y="5"/>
                </a:lnTo>
                <a:lnTo>
                  <a:pt x="5" y="6"/>
                </a:lnTo>
                <a:lnTo>
                  <a:pt x="4" y="6"/>
                </a:lnTo>
                <a:lnTo>
                  <a:pt x="4" y="7"/>
                </a:lnTo>
                <a:lnTo>
                  <a:pt x="3" y="7"/>
                </a:lnTo>
                <a:lnTo>
                  <a:pt x="2" y="6"/>
                </a:lnTo>
                <a:lnTo>
                  <a:pt x="2" y="7"/>
                </a:lnTo>
                <a:lnTo>
                  <a:pt x="1" y="7"/>
                </a:lnTo>
                <a:lnTo>
                  <a:pt x="0" y="8"/>
                </a:lnTo>
                <a:lnTo>
                  <a:pt x="1" y="8"/>
                </a:lnTo>
                <a:lnTo>
                  <a:pt x="1" y="9"/>
                </a:lnTo>
                <a:lnTo>
                  <a:pt x="0" y="9"/>
                </a:lnTo>
                <a:lnTo>
                  <a:pt x="0" y="8"/>
                </a:lnTo>
                <a:lnTo>
                  <a:pt x="0" y="7"/>
                </a:lnTo>
                <a:lnTo>
                  <a:pt x="0" y="6"/>
                </a:lnTo>
                <a:lnTo>
                  <a:pt x="1" y="6"/>
                </a:lnTo>
                <a:lnTo>
                  <a:pt x="1" y="5"/>
                </a:lnTo>
                <a:lnTo>
                  <a:pt x="2" y="3"/>
                </a:lnTo>
                <a:lnTo>
                  <a:pt x="1" y="1"/>
                </a:lnTo>
                <a:lnTo>
                  <a:pt x="0" y="1"/>
                </a:lnTo>
                <a:lnTo>
                  <a:pt x="0" y="0"/>
                </a:lnTo>
                <a:lnTo>
                  <a:pt x="1" y="0"/>
                </a:lnTo>
                <a:lnTo>
                  <a:pt x="3" y="1"/>
                </a:lnTo>
                <a:lnTo>
                  <a:pt x="4" y="2"/>
                </a:lnTo>
                <a:lnTo>
                  <a:pt x="5" y="2"/>
                </a:lnTo>
                <a:lnTo>
                  <a:pt x="4" y="2"/>
                </a:lnTo>
                <a:lnTo>
                  <a:pt x="4" y="3"/>
                </a:lnTo>
                <a:lnTo>
                  <a:pt x="5" y="3"/>
                </a:lnTo>
                <a:lnTo>
                  <a:pt x="6" y="3"/>
                </a:lnTo>
              </a:path>
            </a:pathLst>
          </a:custGeom>
          <a:ln w="4680">
            <a:solidFill>
              <a:srgbClr val="4A4A4A"/>
            </a:solidFill>
            <a:round/>
          </a:ln>
        </p:spPr>
        <p:txBody>
          <a:bodyPr lIns="2160" tIns="1080" rIns="2160" bIns="108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985" name=""/>
          <p:cNvSpPr/>
          <p:nvPr/>
        </p:nvSpPr>
        <p:spPr>
          <a:xfrm>
            <a:off x="5176080" y="1385280"/>
            <a:ext cx="720" cy="1800"/>
          </a:xfrm>
          <a:custGeom>
            <a:avLst/>
            <a:gdLst/>
            <a:ahLst/>
            <a:rect l="0" t="0" r="r" b="b"/>
            <a:pathLst>
              <a:path fill="none" w="2" h="5">
                <a:moveTo>
                  <a:pt x="2" y="5"/>
                </a:moveTo>
                <a:lnTo>
                  <a:pt x="2" y="3"/>
                </a:lnTo>
                <a:lnTo>
                  <a:pt x="2" y="2"/>
                </a:lnTo>
                <a:lnTo>
                  <a:pt x="0" y="2"/>
                </a:lnTo>
                <a:lnTo>
                  <a:pt x="2" y="0"/>
                </a:lnTo>
                <a:lnTo>
                  <a:pt x="2" y="2"/>
                </a:lnTo>
                <a:lnTo>
                  <a:pt x="2" y="3"/>
                </a:lnTo>
                <a:lnTo>
                  <a:pt x="2" y="5"/>
                </a:lnTo>
              </a:path>
            </a:pathLst>
          </a:custGeom>
          <a:ln w="4680">
            <a:solidFill>
              <a:srgbClr val="4A4A4A"/>
            </a:solidFill>
            <a:round/>
          </a:ln>
        </p:spPr>
        <p:txBody>
          <a:bodyPr lIns="2160" tIns="-360" rIns="2160" bIns="-3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986" name=""/>
          <p:cNvSpPr/>
          <p:nvPr/>
        </p:nvSpPr>
        <p:spPr>
          <a:xfrm>
            <a:off x="5178960" y="1385280"/>
            <a:ext cx="1080" cy="1440"/>
          </a:xfrm>
          <a:custGeom>
            <a:avLst/>
            <a:gdLst/>
            <a:ahLst/>
            <a:rect l="0" t="0" r="r" b="b"/>
            <a:pathLst>
              <a:path fill="none" w="3" h="4">
                <a:moveTo>
                  <a:pt x="0" y="2"/>
                </a:moveTo>
                <a:lnTo>
                  <a:pt x="0" y="4"/>
                </a:lnTo>
                <a:lnTo>
                  <a:pt x="0" y="2"/>
                </a:lnTo>
                <a:lnTo>
                  <a:pt x="0" y="0"/>
                </a:lnTo>
                <a:lnTo>
                  <a:pt x="2" y="0"/>
                </a:lnTo>
                <a:lnTo>
                  <a:pt x="3" y="2"/>
                </a:lnTo>
                <a:lnTo>
                  <a:pt x="2" y="2"/>
                </a:lnTo>
                <a:lnTo>
                  <a:pt x="0" y="2"/>
                </a:lnTo>
              </a:path>
            </a:pathLst>
          </a:custGeom>
          <a:ln w="4680">
            <a:solidFill>
              <a:srgbClr val="4A4A4A"/>
            </a:solidFill>
            <a:round/>
          </a:ln>
        </p:spPr>
        <p:txBody>
          <a:bodyPr lIns="2160" tIns="-720" rIns="2160" bIns="-7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987" name=""/>
          <p:cNvSpPr/>
          <p:nvPr/>
        </p:nvSpPr>
        <p:spPr>
          <a:xfrm>
            <a:off x="5190840" y="1384200"/>
            <a:ext cx="2160" cy="1800"/>
          </a:xfrm>
          <a:custGeom>
            <a:avLst/>
            <a:gdLst/>
            <a:ahLst/>
            <a:rect l="0" t="0" r="r" b="b"/>
            <a:pathLst>
              <a:path fill="none" w="6" h="5">
                <a:moveTo>
                  <a:pt x="5" y="2"/>
                </a:moveTo>
                <a:lnTo>
                  <a:pt x="6" y="2"/>
                </a:lnTo>
                <a:lnTo>
                  <a:pt x="5" y="2"/>
                </a:lnTo>
                <a:lnTo>
                  <a:pt x="4" y="2"/>
                </a:lnTo>
                <a:lnTo>
                  <a:pt x="4" y="3"/>
                </a:lnTo>
                <a:lnTo>
                  <a:pt x="5" y="4"/>
                </a:lnTo>
                <a:lnTo>
                  <a:pt x="5" y="5"/>
                </a:lnTo>
                <a:lnTo>
                  <a:pt x="4" y="5"/>
                </a:lnTo>
                <a:lnTo>
                  <a:pt x="4" y="4"/>
                </a:lnTo>
                <a:lnTo>
                  <a:pt x="2" y="4"/>
                </a:lnTo>
                <a:lnTo>
                  <a:pt x="1" y="4"/>
                </a:lnTo>
                <a:lnTo>
                  <a:pt x="1" y="5"/>
                </a:lnTo>
                <a:lnTo>
                  <a:pt x="0" y="4"/>
                </a:lnTo>
                <a:lnTo>
                  <a:pt x="2" y="2"/>
                </a:lnTo>
                <a:lnTo>
                  <a:pt x="2" y="0"/>
                </a:lnTo>
                <a:lnTo>
                  <a:pt x="4" y="0"/>
                </a:lnTo>
                <a:lnTo>
                  <a:pt x="5" y="0"/>
                </a:lnTo>
                <a:lnTo>
                  <a:pt x="5" y="2"/>
                </a:lnTo>
              </a:path>
            </a:pathLst>
          </a:custGeom>
          <a:ln w="4680">
            <a:solidFill>
              <a:srgbClr val="4A4A4A"/>
            </a:solidFill>
            <a:round/>
          </a:ln>
        </p:spPr>
        <p:txBody>
          <a:bodyPr lIns="2160" tIns="-360" rIns="2160" bIns="-3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988" name=""/>
          <p:cNvSpPr/>
          <p:nvPr/>
        </p:nvSpPr>
        <p:spPr>
          <a:xfrm>
            <a:off x="5193000" y="1383840"/>
            <a:ext cx="1440" cy="2160"/>
          </a:xfrm>
          <a:custGeom>
            <a:avLst/>
            <a:gdLst/>
            <a:ahLst/>
            <a:rect l="0" t="0" r="r" b="b"/>
            <a:pathLst>
              <a:path fill="none" w="4" h="6">
                <a:moveTo>
                  <a:pt x="3" y="0"/>
                </a:moveTo>
                <a:lnTo>
                  <a:pt x="4" y="2"/>
                </a:lnTo>
                <a:lnTo>
                  <a:pt x="4" y="3"/>
                </a:lnTo>
                <a:lnTo>
                  <a:pt x="4" y="4"/>
                </a:lnTo>
                <a:lnTo>
                  <a:pt x="4" y="6"/>
                </a:lnTo>
                <a:lnTo>
                  <a:pt x="3" y="4"/>
                </a:lnTo>
                <a:lnTo>
                  <a:pt x="3" y="3"/>
                </a:lnTo>
                <a:lnTo>
                  <a:pt x="2" y="3"/>
                </a:lnTo>
                <a:lnTo>
                  <a:pt x="0" y="3"/>
                </a:lnTo>
                <a:lnTo>
                  <a:pt x="0" y="2"/>
                </a:lnTo>
                <a:lnTo>
                  <a:pt x="0" y="0"/>
                </a:lnTo>
                <a:lnTo>
                  <a:pt x="2" y="0"/>
                </a:lnTo>
                <a:lnTo>
                  <a:pt x="2" y="2"/>
                </a:lnTo>
                <a:lnTo>
                  <a:pt x="3" y="0"/>
                </a:lnTo>
              </a:path>
            </a:pathLst>
          </a:custGeom>
          <a:ln w="4680">
            <a:solidFill>
              <a:srgbClr val="4A4A4A"/>
            </a:solidFill>
            <a:round/>
          </a:ln>
        </p:spPr>
        <p:txBody>
          <a:bodyPr lIns="2160" tIns="0" rIns="216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989" name=""/>
          <p:cNvSpPr/>
          <p:nvPr/>
        </p:nvSpPr>
        <p:spPr>
          <a:xfrm>
            <a:off x="5191200" y="1381320"/>
            <a:ext cx="1080" cy="1440"/>
          </a:xfrm>
          <a:custGeom>
            <a:avLst/>
            <a:gdLst/>
            <a:ahLst/>
            <a:rect l="0" t="0" r="r" b="b"/>
            <a:pathLst>
              <a:path fill="none" w="3" h="4">
                <a:moveTo>
                  <a:pt x="3" y="4"/>
                </a:moveTo>
                <a:lnTo>
                  <a:pt x="0" y="2"/>
                </a:lnTo>
                <a:lnTo>
                  <a:pt x="0" y="0"/>
                </a:lnTo>
                <a:lnTo>
                  <a:pt x="2" y="0"/>
                </a:lnTo>
                <a:lnTo>
                  <a:pt x="3" y="4"/>
                </a:lnTo>
              </a:path>
            </a:pathLst>
          </a:custGeom>
          <a:ln w="4680">
            <a:solidFill>
              <a:srgbClr val="4A4A4A"/>
            </a:solidFill>
            <a:round/>
          </a:ln>
        </p:spPr>
        <p:txBody>
          <a:bodyPr lIns="2160" tIns="-720" rIns="2160" bIns="-7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990" name=""/>
          <p:cNvSpPr/>
          <p:nvPr/>
        </p:nvSpPr>
        <p:spPr>
          <a:xfrm>
            <a:off x="5190480" y="1381320"/>
            <a:ext cx="360" cy="360"/>
          </a:xfrm>
          <a:custGeom>
            <a:avLst/>
            <a:gdLst/>
            <a:ahLst/>
            <a:rect l="0" t="0" r="r" b="b"/>
            <a:pathLst>
              <a:path fill="none" w="1" h="1">
                <a:moveTo>
                  <a:pt x="1" y="0"/>
                </a:moveTo>
                <a:lnTo>
                  <a:pt x="0" y="1"/>
                </a:lnTo>
                <a:lnTo>
                  <a:pt x="0" y="0"/>
                </a:lnTo>
                <a:lnTo>
                  <a:pt x="1" y="0"/>
                </a:lnTo>
              </a:path>
            </a:pathLst>
          </a:custGeom>
          <a:ln w="4680">
            <a:solidFill>
              <a:srgbClr val="4A4A4A"/>
            </a:solidFill>
            <a:round/>
          </a:ln>
        </p:spPr>
        <p:txBody>
          <a:bodyPr lIns="2160" tIns="-1800" rIns="2160" bIns="-180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991" name=""/>
          <p:cNvSpPr/>
          <p:nvPr/>
        </p:nvSpPr>
        <p:spPr>
          <a:xfrm>
            <a:off x="5184360" y="1380960"/>
            <a:ext cx="1440" cy="720"/>
          </a:xfrm>
          <a:custGeom>
            <a:avLst/>
            <a:gdLst/>
            <a:ahLst/>
            <a:rect l="0" t="0" r="r" b="b"/>
            <a:pathLst>
              <a:path fill="none" w="4" h="2">
                <a:moveTo>
                  <a:pt x="4" y="0"/>
                </a:moveTo>
                <a:lnTo>
                  <a:pt x="4" y="2"/>
                </a:lnTo>
                <a:lnTo>
                  <a:pt x="3" y="2"/>
                </a:lnTo>
                <a:lnTo>
                  <a:pt x="2" y="0"/>
                </a:lnTo>
                <a:lnTo>
                  <a:pt x="2" y="2"/>
                </a:lnTo>
                <a:lnTo>
                  <a:pt x="0" y="2"/>
                </a:lnTo>
                <a:lnTo>
                  <a:pt x="2" y="0"/>
                </a:lnTo>
                <a:lnTo>
                  <a:pt x="3" y="0"/>
                </a:lnTo>
                <a:lnTo>
                  <a:pt x="4" y="0"/>
                </a:lnTo>
              </a:path>
            </a:pathLst>
          </a:custGeom>
          <a:ln w="4680">
            <a:solidFill>
              <a:srgbClr val="4A4A4A"/>
            </a:solidFill>
            <a:round/>
          </a:ln>
        </p:spPr>
        <p:txBody>
          <a:bodyPr lIns="2160" tIns="-1440" rIns="2160" bIns="-144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992" name=""/>
          <p:cNvSpPr/>
          <p:nvPr/>
        </p:nvSpPr>
        <p:spPr>
          <a:xfrm>
            <a:off x="5185440" y="1380600"/>
            <a:ext cx="1440" cy="1440"/>
          </a:xfrm>
          <a:custGeom>
            <a:avLst/>
            <a:gdLst/>
            <a:ahLst/>
            <a:rect l="0" t="0" r="r" b="b"/>
            <a:pathLst>
              <a:path fill="none" w="4" h="4">
                <a:moveTo>
                  <a:pt x="2" y="4"/>
                </a:moveTo>
                <a:lnTo>
                  <a:pt x="0" y="4"/>
                </a:lnTo>
                <a:lnTo>
                  <a:pt x="0" y="2"/>
                </a:lnTo>
                <a:lnTo>
                  <a:pt x="2" y="2"/>
                </a:lnTo>
                <a:lnTo>
                  <a:pt x="0" y="0"/>
                </a:lnTo>
                <a:lnTo>
                  <a:pt x="2" y="0"/>
                </a:lnTo>
                <a:lnTo>
                  <a:pt x="4" y="2"/>
                </a:lnTo>
                <a:lnTo>
                  <a:pt x="2" y="4"/>
                </a:lnTo>
              </a:path>
            </a:pathLst>
          </a:custGeom>
          <a:ln w="4680">
            <a:solidFill>
              <a:srgbClr val="4A4A4A"/>
            </a:solidFill>
            <a:round/>
          </a:ln>
        </p:spPr>
        <p:txBody>
          <a:bodyPr lIns="2160" tIns="-720" rIns="2160" bIns="-7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993" name=""/>
          <p:cNvSpPr/>
          <p:nvPr/>
        </p:nvSpPr>
        <p:spPr>
          <a:xfrm>
            <a:off x="5186160" y="1378800"/>
            <a:ext cx="2160" cy="1800"/>
          </a:xfrm>
          <a:custGeom>
            <a:avLst/>
            <a:gdLst/>
            <a:ahLst/>
            <a:rect l="0" t="0" r="r" b="b"/>
            <a:pathLst>
              <a:path fill="none" w="6" h="5">
                <a:moveTo>
                  <a:pt x="3" y="3"/>
                </a:moveTo>
                <a:lnTo>
                  <a:pt x="5" y="2"/>
                </a:lnTo>
                <a:lnTo>
                  <a:pt x="6" y="2"/>
                </a:lnTo>
                <a:lnTo>
                  <a:pt x="6" y="3"/>
                </a:lnTo>
                <a:lnTo>
                  <a:pt x="5" y="3"/>
                </a:lnTo>
                <a:lnTo>
                  <a:pt x="5" y="5"/>
                </a:lnTo>
                <a:lnTo>
                  <a:pt x="3" y="5"/>
                </a:lnTo>
                <a:lnTo>
                  <a:pt x="2" y="5"/>
                </a:lnTo>
                <a:lnTo>
                  <a:pt x="0" y="3"/>
                </a:lnTo>
                <a:lnTo>
                  <a:pt x="1" y="3"/>
                </a:lnTo>
                <a:lnTo>
                  <a:pt x="1" y="2"/>
                </a:lnTo>
                <a:lnTo>
                  <a:pt x="1" y="0"/>
                </a:lnTo>
                <a:lnTo>
                  <a:pt x="2" y="0"/>
                </a:lnTo>
                <a:lnTo>
                  <a:pt x="3" y="3"/>
                </a:lnTo>
              </a:path>
            </a:pathLst>
          </a:custGeom>
          <a:ln w="4680">
            <a:solidFill>
              <a:srgbClr val="4A4A4A"/>
            </a:solidFill>
            <a:round/>
          </a:ln>
        </p:spPr>
        <p:txBody>
          <a:bodyPr lIns="2160" tIns="-360" rIns="2160" bIns="-3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994" name=""/>
          <p:cNvSpPr/>
          <p:nvPr/>
        </p:nvSpPr>
        <p:spPr>
          <a:xfrm>
            <a:off x="5124600" y="1310040"/>
            <a:ext cx="1440" cy="1440"/>
          </a:xfrm>
          <a:custGeom>
            <a:avLst/>
            <a:gdLst/>
            <a:ahLst/>
            <a:rect l="0" t="0" r="r" b="b"/>
            <a:pathLst>
              <a:path fill="none" w="4" h="4">
                <a:moveTo>
                  <a:pt x="0" y="4"/>
                </a:moveTo>
                <a:lnTo>
                  <a:pt x="0" y="2"/>
                </a:lnTo>
                <a:lnTo>
                  <a:pt x="0" y="0"/>
                </a:lnTo>
                <a:lnTo>
                  <a:pt x="1" y="0"/>
                </a:lnTo>
                <a:lnTo>
                  <a:pt x="3" y="0"/>
                </a:lnTo>
                <a:lnTo>
                  <a:pt x="4" y="0"/>
                </a:lnTo>
                <a:lnTo>
                  <a:pt x="4" y="2"/>
                </a:lnTo>
                <a:lnTo>
                  <a:pt x="3" y="2"/>
                </a:lnTo>
                <a:lnTo>
                  <a:pt x="3" y="4"/>
                </a:lnTo>
                <a:lnTo>
                  <a:pt x="0" y="4"/>
                </a:lnTo>
              </a:path>
            </a:pathLst>
          </a:custGeom>
          <a:ln w="4680">
            <a:solidFill>
              <a:srgbClr val="4A4A4A"/>
            </a:solidFill>
            <a:round/>
          </a:ln>
        </p:spPr>
        <p:txBody>
          <a:bodyPr lIns="2160" tIns="-720" rIns="2160" bIns="-7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995" name=""/>
          <p:cNvSpPr/>
          <p:nvPr/>
        </p:nvSpPr>
        <p:spPr>
          <a:xfrm>
            <a:off x="5032440" y="1217520"/>
            <a:ext cx="4680" cy="1440"/>
          </a:xfrm>
          <a:custGeom>
            <a:avLst/>
            <a:gdLst/>
            <a:ahLst/>
            <a:rect l="0" t="0" r="r" b="b"/>
            <a:pathLst>
              <a:path fill="none" w="13" h="4">
                <a:moveTo>
                  <a:pt x="7" y="0"/>
                </a:moveTo>
                <a:lnTo>
                  <a:pt x="7" y="2"/>
                </a:lnTo>
                <a:lnTo>
                  <a:pt x="9" y="2"/>
                </a:lnTo>
                <a:lnTo>
                  <a:pt x="10" y="2"/>
                </a:lnTo>
                <a:lnTo>
                  <a:pt x="11" y="2"/>
                </a:lnTo>
                <a:lnTo>
                  <a:pt x="12" y="2"/>
                </a:lnTo>
                <a:lnTo>
                  <a:pt x="13" y="3"/>
                </a:lnTo>
                <a:lnTo>
                  <a:pt x="12" y="4"/>
                </a:lnTo>
                <a:lnTo>
                  <a:pt x="11" y="4"/>
                </a:lnTo>
                <a:lnTo>
                  <a:pt x="10" y="4"/>
                </a:lnTo>
                <a:lnTo>
                  <a:pt x="9" y="4"/>
                </a:lnTo>
                <a:lnTo>
                  <a:pt x="9" y="3"/>
                </a:lnTo>
                <a:lnTo>
                  <a:pt x="7" y="3"/>
                </a:lnTo>
                <a:lnTo>
                  <a:pt x="6" y="2"/>
                </a:lnTo>
                <a:lnTo>
                  <a:pt x="6" y="3"/>
                </a:lnTo>
                <a:lnTo>
                  <a:pt x="2" y="4"/>
                </a:lnTo>
                <a:lnTo>
                  <a:pt x="1" y="4"/>
                </a:lnTo>
                <a:lnTo>
                  <a:pt x="0" y="4"/>
                </a:lnTo>
                <a:lnTo>
                  <a:pt x="5" y="2"/>
                </a:lnTo>
                <a:lnTo>
                  <a:pt x="6" y="2"/>
                </a:lnTo>
                <a:lnTo>
                  <a:pt x="6" y="0"/>
                </a:lnTo>
                <a:lnTo>
                  <a:pt x="7" y="0"/>
                </a:lnTo>
              </a:path>
            </a:pathLst>
          </a:custGeom>
          <a:ln w="4680">
            <a:solidFill>
              <a:srgbClr val="4A4A4A"/>
            </a:solidFill>
            <a:round/>
          </a:ln>
        </p:spPr>
        <p:txBody>
          <a:bodyPr lIns="2160" tIns="-720" rIns="2160" bIns="-7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996" name=""/>
          <p:cNvSpPr/>
          <p:nvPr/>
        </p:nvSpPr>
        <p:spPr>
          <a:xfrm>
            <a:off x="5046480" y="1174680"/>
            <a:ext cx="360" cy="720"/>
          </a:xfrm>
          <a:custGeom>
            <a:avLst/>
            <a:gdLst/>
            <a:ahLst/>
            <a:rect l="0" t="0" r="r" b="b"/>
            <a:pathLst>
              <a:path fill="none" w="1" h="2">
                <a:moveTo>
                  <a:pt x="0" y="2"/>
                </a:moveTo>
                <a:lnTo>
                  <a:pt x="0" y="1"/>
                </a:lnTo>
                <a:lnTo>
                  <a:pt x="0" y="0"/>
                </a:lnTo>
                <a:lnTo>
                  <a:pt x="1" y="1"/>
                </a:lnTo>
                <a:lnTo>
                  <a:pt x="0" y="2"/>
                </a:lnTo>
              </a:path>
            </a:pathLst>
          </a:custGeom>
          <a:ln w="4680">
            <a:solidFill>
              <a:srgbClr val="4A4A4A"/>
            </a:solidFill>
            <a:round/>
          </a:ln>
        </p:spPr>
        <p:txBody>
          <a:bodyPr lIns="2160" tIns="-1440" rIns="2160" bIns="-144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997" name=""/>
          <p:cNvSpPr/>
          <p:nvPr/>
        </p:nvSpPr>
        <p:spPr>
          <a:xfrm>
            <a:off x="5054040" y="1166400"/>
            <a:ext cx="1440" cy="2520"/>
          </a:xfrm>
          <a:custGeom>
            <a:avLst/>
            <a:gdLst/>
            <a:ahLst/>
            <a:rect l="0" t="0" r="r" b="b"/>
            <a:pathLst>
              <a:path fill="none" w="4" h="7">
                <a:moveTo>
                  <a:pt x="1" y="7"/>
                </a:moveTo>
                <a:lnTo>
                  <a:pt x="0" y="7"/>
                </a:lnTo>
                <a:lnTo>
                  <a:pt x="0" y="6"/>
                </a:lnTo>
                <a:lnTo>
                  <a:pt x="0" y="5"/>
                </a:lnTo>
                <a:lnTo>
                  <a:pt x="1" y="2"/>
                </a:lnTo>
                <a:lnTo>
                  <a:pt x="1" y="1"/>
                </a:lnTo>
                <a:lnTo>
                  <a:pt x="1" y="0"/>
                </a:lnTo>
                <a:lnTo>
                  <a:pt x="2" y="0"/>
                </a:lnTo>
                <a:lnTo>
                  <a:pt x="1" y="1"/>
                </a:lnTo>
                <a:lnTo>
                  <a:pt x="2" y="4"/>
                </a:lnTo>
                <a:lnTo>
                  <a:pt x="4" y="4"/>
                </a:lnTo>
                <a:lnTo>
                  <a:pt x="4" y="5"/>
                </a:lnTo>
                <a:lnTo>
                  <a:pt x="4" y="6"/>
                </a:lnTo>
                <a:lnTo>
                  <a:pt x="1" y="7"/>
                </a:lnTo>
              </a:path>
            </a:pathLst>
          </a:custGeom>
          <a:ln w="4680">
            <a:solidFill>
              <a:srgbClr val="4A4A4A"/>
            </a:solidFill>
            <a:round/>
          </a:ln>
        </p:spPr>
        <p:txBody>
          <a:bodyPr lIns="2160" tIns="360" rIns="2160" bIns="3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998" name=""/>
          <p:cNvSpPr/>
          <p:nvPr/>
        </p:nvSpPr>
        <p:spPr>
          <a:xfrm>
            <a:off x="5058360" y="1158120"/>
            <a:ext cx="0" cy="360"/>
          </a:xfrm>
          <a:prstGeom prst="line">
            <a:avLst/>
          </a:prstGeom>
          <a:ln w="4680">
            <a:solidFill>
              <a:srgbClr val="4A4A4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2160" tIns="-1800" rIns="2160" bIns="-180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999" name=""/>
          <p:cNvSpPr/>
          <p:nvPr/>
        </p:nvSpPr>
        <p:spPr>
          <a:xfrm>
            <a:off x="5064840" y="1156320"/>
            <a:ext cx="360" cy="360"/>
          </a:xfrm>
          <a:custGeom>
            <a:avLst/>
            <a:gdLst/>
            <a:ahLst/>
            <a:rect l="0" t="0" r="r" b="b"/>
            <a:pathLst>
              <a:path fill="none" w="1" h="1">
                <a:moveTo>
                  <a:pt x="0" y="1"/>
                </a:moveTo>
                <a:lnTo>
                  <a:pt x="0" y="0"/>
                </a:lnTo>
                <a:lnTo>
                  <a:pt x="0" y="1"/>
                </a:lnTo>
                <a:lnTo>
                  <a:pt x="1" y="1"/>
                </a:lnTo>
                <a:lnTo>
                  <a:pt x="0" y="1"/>
                </a:lnTo>
              </a:path>
            </a:pathLst>
          </a:custGeom>
          <a:ln w="4680">
            <a:solidFill>
              <a:srgbClr val="4A4A4A"/>
            </a:solidFill>
            <a:round/>
          </a:ln>
        </p:spPr>
        <p:txBody>
          <a:bodyPr lIns="2160" tIns="-1800" rIns="2160" bIns="-180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000" name=""/>
          <p:cNvSpPr/>
          <p:nvPr/>
        </p:nvSpPr>
        <p:spPr>
          <a:xfrm>
            <a:off x="5067000" y="1149840"/>
            <a:ext cx="720" cy="720"/>
          </a:xfrm>
          <a:custGeom>
            <a:avLst/>
            <a:gdLst/>
            <a:ahLst/>
            <a:rect l="0" t="0" r="r" b="b"/>
            <a:pathLst>
              <a:path fill="none" w="2" h="2">
                <a:moveTo>
                  <a:pt x="2" y="2"/>
                </a:moveTo>
                <a:lnTo>
                  <a:pt x="2" y="0"/>
                </a:lnTo>
                <a:lnTo>
                  <a:pt x="0" y="0"/>
                </a:lnTo>
                <a:lnTo>
                  <a:pt x="2" y="0"/>
                </a:lnTo>
                <a:lnTo>
                  <a:pt x="2" y="2"/>
                </a:lnTo>
              </a:path>
            </a:pathLst>
          </a:custGeom>
          <a:ln w="4680">
            <a:solidFill>
              <a:srgbClr val="4A4A4A"/>
            </a:solidFill>
            <a:round/>
          </a:ln>
        </p:spPr>
        <p:txBody>
          <a:bodyPr lIns="2160" tIns="-1440" rIns="2160" bIns="-144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001" name=""/>
          <p:cNvSpPr/>
          <p:nvPr/>
        </p:nvSpPr>
        <p:spPr>
          <a:xfrm>
            <a:off x="5072760" y="1141920"/>
            <a:ext cx="360" cy="720"/>
          </a:xfrm>
          <a:custGeom>
            <a:avLst/>
            <a:gdLst/>
            <a:ahLst/>
            <a:rect l="0" t="0" r="r" b="b"/>
            <a:pathLst>
              <a:path fill="none" w="1" h="2">
                <a:moveTo>
                  <a:pt x="1" y="2"/>
                </a:moveTo>
                <a:lnTo>
                  <a:pt x="0" y="2"/>
                </a:lnTo>
                <a:lnTo>
                  <a:pt x="0" y="1"/>
                </a:lnTo>
                <a:lnTo>
                  <a:pt x="0" y="0"/>
                </a:lnTo>
                <a:lnTo>
                  <a:pt x="0" y="1"/>
                </a:lnTo>
                <a:lnTo>
                  <a:pt x="1" y="1"/>
                </a:lnTo>
                <a:lnTo>
                  <a:pt x="1" y="2"/>
                </a:lnTo>
              </a:path>
            </a:pathLst>
          </a:custGeom>
          <a:ln w="4680">
            <a:solidFill>
              <a:srgbClr val="4A4A4A"/>
            </a:solidFill>
            <a:round/>
          </a:ln>
        </p:spPr>
        <p:txBody>
          <a:bodyPr lIns="2160" tIns="-1440" rIns="2160" bIns="-144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002" name=""/>
          <p:cNvSpPr/>
          <p:nvPr/>
        </p:nvSpPr>
        <p:spPr>
          <a:xfrm>
            <a:off x="5077080" y="1132560"/>
            <a:ext cx="720" cy="1440"/>
          </a:xfrm>
          <a:custGeom>
            <a:avLst/>
            <a:gdLst/>
            <a:ahLst/>
            <a:rect l="0" t="0" r="r" b="b"/>
            <a:pathLst>
              <a:path fill="none" w="2" h="4">
                <a:moveTo>
                  <a:pt x="0" y="4"/>
                </a:moveTo>
                <a:lnTo>
                  <a:pt x="0" y="2"/>
                </a:lnTo>
                <a:lnTo>
                  <a:pt x="2" y="2"/>
                </a:lnTo>
                <a:lnTo>
                  <a:pt x="2" y="0"/>
                </a:lnTo>
                <a:lnTo>
                  <a:pt x="2" y="2"/>
                </a:lnTo>
                <a:lnTo>
                  <a:pt x="0" y="2"/>
                </a:lnTo>
                <a:lnTo>
                  <a:pt x="0" y="4"/>
                </a:lnTo>
              </a:path>
            </a:pathLst>
          </a:custGeom>
          <a:ln w="4680">
            <a:solidFill>
              <a:srgbClr val="4A4A4A"/>
            </a:solidFill>
            <a:round/>
          </a:ln>
        </p:spPr>
        <p:txBody>
          <a:bodyPr lIns="2160" tIns="-720" rIns="2160" bIns="-7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003" name=""/>
          <p:cNvSpPr/>
          <p:nvPr/>
        </p:nvSpPr>
        <p:spPr>
          <a:xfrm>
            <a:off x="5077800" y="1132200"/>
            <a:ext cx="1800" cy="1440"/>
          </a:xfrm>
          <a:custGeom>
            <a:avLst/>
            <a:gdLst/>
            <a:ahLst/>
            <a:rect l="0" t="0" r="r" b="b"/>
            <a:pathLst>
              <a:path fill="none" w="5" h="4">
                <a:moveTo>
                  <a:pt x="4" y="2"/>
                </a:moveTo>
                <a:lnTo>
                  <a:pt x="2" y="2"/>
                </a:lnTo>
                <a:lnTo>
                  <a:pt x="1" y="2"/>
                </a:lnTo>
                <a:lnTo>
                  <a:pt x="1" y="4"/>
                </a:lnTo>
                <a:lnTo>
                  <a:pt x="0" y="4"/>
                </a:lnTo>
                <a:lnTo>
                  <a:pt x="0" y="2"/>
                </a:lnTo>
                <a:lnTo>
                  <a:pt x="1" y="2"/>
                </a:lnTo>
                <a:lnTo>
                  <a:pt x="1" y="0"/>
                </a:lnTo>
                <a:lnTo>
                  <a:pt x="1" y="2"/>
                </a:lnTo>
                <a:lnTo>
                  <a:pt x="2" y="2"/>
                </a:lnTo>
                <a:lnTo>
                  <a:pt x="4" y="0"/>
                </a:lnTo>
                <a:lnTo>
                  <a:pt x="5" y="0"/>
                </a:lnTo>
                <a:lnTo>
                  <a:pt x="5" y="2"/>
                </a:lnTo>
                <a:lnTo>
                  <a:pt x="4" y="2"/>
                </a:lnTo>
              </a:path>
            </a:pathLst>
          </a:custGeom>
          <a:ln w="4680">
            <a:solidFill>
              <a:srgbClr val="4A4A4A"/>
            </a:solidFill>
            <a:round/>
          </a:ln>
        </p:spPr>
        <p:txBody>
          <a:bodyPr lIns="2160" tIns="-720" rIns="2160" bIns="-7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004" name=""/>
          <p:cNvSpPr/>
          <p:nvPr/>
        </p:nvSpPr>
        <p:spPr>
          <a:xfrm>
            <a:off x="5099760" y="1114200"/>
            <a:ext cx="360" cy="720"/>
          </a:xfrm>
          <a:custGeom>
            <a:avLst/>
            <a:gdLst/>
            <a:ahLst/>
            <a:rect l="0" t="0" r="r" b="b"/>
            <a:pathLst>
              <a:path fill="none" w="1" h="2">
                <a:moveTo>
                  <a:pt x="0" y="2"/>
                </a:moveTo>
                <a:lnTo>
                  <a:pt x="0" y="0"/>
                </a:lnTo>
                <a:lnTo>
                  <a:pt x="1" y="0"/>
                </a:lnTo>
                <a:lnTo>
                  <a:pt x="1" y="1"/>
                </a:lnTo>
                <a:lnTo>
                  <a:pt x="1" y="2"/>
                </a:lnTo>
                <a:lnTo>
                  <a:pt x="0" y="2"/>
                </a:lnTo>
              </a:path>
            </a:pathLst>
          </a:custGeom>
          <a:ln w="4680">
            <a:solidFill>
              <a:srgbClr val="4A4A4A"/>
            </a:solidFill>
            <a:round/>
          </a:ln>
        </p:spPr>
        <p:txBody>
          <a:bodyPr lIns="2160" tIns="-1440" rIns="2160" bIns="-144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005" name=""/>
          <p:cNvSpPr/>
          <p:nvPr/>
        </p:nvSpPr>
        <p:spPr>
          <a:xfrm>
            <a:off x="5122440" y="1109160"/>
            <a:ext cx="360" cy="360"/>
          </a:xfrm>
          <a:custGeom>
            <a:avLst/>
            <a:gdLst/>
            <a:ahLst/>
            <a:rect l="0" t="0" r="r" b="b"/>
            <a:pathLst>
              <a:path fill="none" w="1" h="1">
                <a:moveTo>
                  <a:pt x="1" y="0"/>
                </a:moveTo>
                <a:lnTo>
                  <a:pt x="1" y="1"/>
                </a:lnTo>
                <a:lnTo>
                  <a:pt x="1" y="0"/>
                </a:lnTo>
                <a:lnTo>
                  <a:pt x="0" y="0"/>
                </a:lnTo>
                <a:lnTo>
                  <a:pt x="1" y="0"/>
                </a:lnTo>
              </a:path>
            </a:pathLst>
          </a:custGeom>
          <a:ln w="4680">
            <a:solidFill>
              <a:srgbClr val="4A4A4A"/>
            </a:solidFill>
            <a:round/>
          </a:ln>
        </p:spPr>
        <p:txBody>
          <a:bodyPr lIns="2160" tIns="-1800" rIns="2160" bIns="-180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006" name=""/>
          <p:cNvSpPr/>
          <p:nvPr/>
        </p:nvSpPr>
        <p:spPr>
          <a:xfrm>
            <a:off x="5030640" y="1097280"/>
            <a:ext cx="360" cy="360"/>
          </a:xfrm>
          <a:custGeom>
            <a:avLst/>
            <a:gdLst/>
            <a:ahLst/>
            <a:rect l="0" t="0" r="r" b="b"/>
            <a:pathLst>
              <a:path fill="none" w="1" h="1">
                <a:moveTo>
                  <a:pt x="0" y="1"/>
                </a:moveTo>
                <a:lnTo>
                  <a:pt x="0" y="0"/>
                </a:lnTo>
                <a:lnTo>
                  <a:pt x="1" y="0"/>
                </a:lnTo>
                <a:lnTo>
                  <a:pt x="0" y="1"/>
                </a:lnTo>
              </a:path>
            </a:pathLst>
          </a:custGeom>
          <a:ln w="4680">
            <a:solidFill>
              <a:srgbClr val="4A4A4A"/>
            </a:solidFill>
            <a:round/>
          </a:ln>
        </p:spPr>
        <p:txBody>
          <a:bodyPr lIns="2160" tIns="-1800" rIns="2160" bIns="-180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007" name=""/>
          <p:cNvSpPr/>
          <p:nvPr/>
        </p:nvSpPr>
        <p:spPr>
          <a:xfrm>
            <a:off x="5092560" y="1078920"/>
            <a:ext cx="2880" cy="2520"/>
          </a:xfrm>
          <a:custGeom>
            <a:avLst/>
            <a:gdLst/>
            <a:ahLst/>
            <a:rect l="0" t="0" r="r" b="b"/>
            <a:pathLst>
              <a:path fill="none" w="8" h="7">
                <a:moveTo>
                  <a:pt x="6" y="3"/>
                </a:moveTo>
                <a:lnTo>
                  <a:pt x="4" y="4"/>
                </a:lnTo>
                <a:lnTo>
                  <a:pt x="3" y="5"/>
                </a:lnTo>
                <a:lnTo>
                  <a:pt x="2" y="5"/>
                </a:lnTo>
                <a:lnTo>
                  <a:pt x="1" y="7"/>
                </a:lnTo>
                <a:lnTo>
                  <a:pt x="0" y="7"/>
                </a:lnTo>
                <a:lnTo>
                  <a:pt x="1" y="5"/>
                </a:lnTo>
                <a:lnTo>
                  <a:pt x="1" y="4"/>
                </a:lnTo>
                <a:lnTo>
                  <a:pt x="2" y="4"/>
                </a:lnTo>
                <a:lnTo>
                  <a:pt x="3" y="3"/>
                </a:lnTo>
                <a:lnTo>
                  <a:pt x="3" y="2"/>
                </a:lnTo>
                <a:lnTo>
                  <a:pt x="4" y="2"/>
                </a:lnTo>
                <a:lnTo>
                  <a:pt x="6" y="1"/>
                </a:lnTo>
                <a:lnTo>
                  <a:pt x="6" y="0"/>
                </a:lnTo>
                <a:lnTo>
                  <a:pt x="7" y="0"/>
                </a:lnTo>
                <a:lnTo>
                  <a:pt x="8" y="0"/>
                </a:lnTo>
                <a:lnTo>
                  <a:pt x="8" y="1"/>
                </a:lnTo>
                <a:lnTo>
                  <a:pt x="7" y="1"/>
                </a:lnTo>
                <a:lnTo>
                  <a:pt x="7" y="2"/>
                </a:lnTo>
                <a:lnTo>
                  <a:pt x="6" y="3"/>
                </a:lnTo>
              </a:path>
            </a:pathLst>
          </a:custGeom>
          <a:ln w="4680">
            <a:solidFill>
              <a:srgbClr val="4A4A4A"/>
            </a:solidFill>
            <a:round/>
          </a:ln>
        </p:spPr>
        <p:txBody>
          <a:bodyPr lIns="2160" tIns="360" rIns="2160" bIns="3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008" name=""/>
          <p:cNvSpPr/>
          <p:nvPr/>
        </p:nvSpPr>
        <p:spPr>
          <a:xfrm>
            <a:off x="5006160" y="1078560"/>
            <a:ext cx="360" cy="0"/>
          </a:xfrm>
          <a:prstGeom prst="line">
            <a:avLst/>
          </a:prstGeom>
          <a:ln w="4680">
            <a:solidFill>
              <a:srgbClr val="4A4A4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2160" tIns="-2160" rIns="2160" bIns="-21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009" name=""/>
          <p:cNvSpPr/>
          <p:nvPr/>
        </p:nvSpPr>
        <p:spPr>
          <a:xfrm>
            <a:off x="5006880" y="1076760"/>
            <a:ext cx="360" cy="360"/>
          </a:xfrm>
          <a:custGeom>
            <a:avLst/>
            <a:gdLst/>
            <a:ahLst/>
            <a:rect l="0" t="0" r="r" b="b"/>
            <a:pathLst>
              <a:path fill="none" w="1" h="1">
                <a:moveTo>
                  <a:pt x="0" y="1"/>
                </a:moveTo>
                <a:lnTo>
                  <a:pt x="0" y="0"/>
                </a:lnTo>
                <a:lnTo>
                  <a:pt x="1" y="0"/>
                </a:lnTo>
                <a:lnTo>
                  <a:pt x="1" y="1"/>
                </a:lnTo>
                <a:lnTo>
                  <a:pt x="0" y="1"/>
                </a:lnTo>
              </a:path>
            </a:pathLst>
          </a:custGeom>
          <a:ln w="4680">
            <a:solidFill>
              <a:srgbClr val="4A4A4A"/>
            </a:solidFill>
            <a:round/>
          </a:ln>
        </p:spPr>
        <p:txBody>
          <a:bodyPr lIns="2160" tIns="-1800" rIns="2160" bIns="-180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010" name=""/>
          <p:cNvSpPr/>
          <p:nvPr/>
        </p:nvSpPr>
        <p:spPr>
          <a:xfrm>
            <a:off x="5089320" y="1076040"/>
            <a:ext cx="1440" cy="1440"/>
          </a:xfrm>
          <a:custGeom>
            <a:avLst/>
            <a:gdLst/>
            <a:ahLst/>
            <a:rect l="0" t="0" r="r" b="b"/>
            <a:pathLst>
              <a:path fill="none" w="4" h="4">
                <a:moveTo>
                  <a:pt x="2" y="0"/>
                </a:moveTo>
                <a:lnTo>
                  <a:pt x="4" y="0"/>
                </a:lnTo>
                <a:lnTo>
                  <a:pt x="4" y="2"/>
                </a:lnTo>
                <a:lnTo>
                  <a:pt x="2" y="2"/>
                </a:lnTo>
                <a:lnTo>
                  <a:pt x="0" y="4"/>
                </a:lnTo>
                <a:lnTo>
                  <a:pt x="0" y="2"/>
                </a:lnTo>
                <a:lnTo>
                  <a:pt x="0" y="0"/>
                </a:lnTo>
                <a:lnTo>
                  <a:pt x="2" y="0"/>
                </a:lnTo>
              </a:path>
            </a:pathLst>
          </a:custGeom>
          <a:ln w="4680">
            <a:solidFill>
              <a:srgbClr val="4A4A4A"/>
            </a:solidFill>
            <a:round/>
          </a:ln>
        </p:spPr>
        <p:txBody>
          <a:bodyPr lIns="2160" tIns="-720" rIns="2160" bIns="-7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011" name=""/>
          <p:cNvSpPr/>
          <p:nvPr/>
        </p:nvSpPr>
        <p:spPr>
          <a:xfrm>
            <a:off x="5113440" y="1074240"/>
            <a:ext cx="1800" cy="1080"/>
          </a:xfrm>
          <a:custGeom>
            <a:avLst/>
            <a:gdLst/>
            <a:ahLst/>
            <a:rect l="0" t="0" r="r" b="b"/>
            <a:pathLst>
              <a:path fill="none" w="5" h="3">
                <a:moveTo>
                  <a:pt x="1" y="0"/>
                </a:moveTo>
                <a:lnTo>
                  <a:pt x="1" y="2"/>
                </a:lnTo>
                <a:lnTo>
                  <a:pt x="3" y="2"/>
                </a:lnTo>
                <a:lnTo>
                  <a:pt x="3" y="0"/>
                </a:lnTo>
                <a:lnTo>
                  <a:pt x="3" y="2"/>
                </a:lnTo>
                <a:lnTo>
                  <a:pt x="4" y="2"/>
                </a:lnTo>
                <a:lnTo>
                  <a:pt x="4" y="3"/>
                </a:lnTo>
                <a:lnTo>
                  <a:pt x="5" y="3"/>
                </a:lnTo>
                <a:lnTo>
                  <a:pt x="3" y="3"/>
                </a:lnTo>
                <a:lnTo>
                  <a:pt x="1" y="3"/>
                </a:lnTo>
                <a:lnTo>
                  <a:pt x="0" y="3"/>
                </a:lnTo>
                <a:lnTo>
                  <a:pt x="0" y="2"/>
                </a:lnTo>
                <a:lnTo>
                  <a:pt x="0" y="0"/>
                </a:lnTo>
                <a:lnTo>
                  <a:pt x="1" y="0"/>
                </a:lnTo>
              </a:path>
            </a:pathLst>
          </a:custGeom>
          <a:ln w="4680">
            <a:solidFill>
              <a:srgbClr val="4A4A4A"/>
            </a:solidFill>
            <a:round/>
          </a:ln>
        </p:spPr>
        <p:txBody>
          <a:bodyPr lIns="2160" tIns="-1080" rIns="2160" bIns="-108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012" name=""/>
          <p:cNvSpPr/>
          <p:nvPr/>
        </p:nvSpPr>
        <p:spPr>
          <a:xfrm>
            <a:off x="5049360" y="1071720"/>
            <a:ext cx="1080" cy="1440"/>
          </a:xfrm>
          <a:custGeom>
            <a:avLst/>
            <a:gdLst/>
            <a:ahLst/>
            <a:rect l="0" t="0" r="r" b="b"/>
            <a:pathLst>
              <a:path fill="none" w="3" h="4">
                <a:moveTo>
                  <a:pt x="3" y="1"/>
                </a:moveTo>
                <a:lnTo>
                  <a:pt x="3" y="3"/>
                </a:lnTo>
                <a:lnTo>
                  <a:pt x="3" y="4"/>
                </a:lnTo>
                <a:lnTo>
                  <a:pt x="2" y="4"/>
                </a:lnTo>
                <a:lnTo>
                  <a:pt x="2" y="3"/>
                </a:lnTo>
                <a:lnTo>
                  <a:pt x="0" y="1"/>
                </a:lnTo>
                <a:lnTo>
                  <a:pt x="2" y="1"/>
                </a:lnTo>
                <a:lnTo>
                  <a:pt x="3" y="0"/>
                </a:lnTo>
                <a:lnTo>
                  <a:pt x="3" y="1"/>
                </a:lnTo>
              </a:path>
            </a:pathLst>
          </a:custGeom>
          <a:ln w="4680">
            <a:solidFill>
              <a:srgbClr val="4A4A4A"/>
            </a:solidFill>
            <a:round/>
          </a:ln>
        </p:spPr>
        <p:txBody>
          <a:bodyPr lIns="2160" tIns="-720" rIns="2160" bIns="-7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013" name=""/>
          <p:cNvSpPr/>
          <p:nvPr/>
        </p:nvSpPr>
        <p:spPr>
          <a:xfrm>
            <a:off x="5056560" y="1062720"/>
            <a:ext cx="1080" cy="1800"/>
          </a:xfrm>
          <a:custGeom>
            <a:avLst/>
            <a:gdLst/>
            <a:ahLst/>
            <a:rect l="0" t="0" r="r" b="b"/>
            <a:pathLst>
              <a:path fill="none" w="3" h="5">
                <a:moveTo>
                  <a:pt x="3" y="0"/>
                </a:moveTo>
                <a:lnTo>
                  <a:pt x="3" y="1"/>
                </a:lnTo>
                <a:lnTo>
                  <a:pt x="3" y="3"/>
                </a:lnTo>
                <a:lnTo>
                  <a:pt x="3" y="4"/>
                </a:lnTo>
                <a:lnTo>
                  <a:pt x="2" y="5"/>
                </a:lnTo>
                <a:lnTo>
                  <a:pt x="2" y="4"/>
                </a:lnTo>
                <a:lnTo>
                  <a:pt x="2" y="3"/>
                </a:lnTo>
                <a:lnTo>
                  <a:pt x="0" y="3"/>
                </a:lnTo>
                <a:lnTo>
                  <a:pt x="0" y="1"/>
                </a:lnTo>
                <a:lnTo>
                  <a:pt x="0" y="3"/>
                </a:lnTo>
                <a:lnTo>
                  <a:pt x="2" y="3"/>
                </a:lnTo>
                <a:lnTo>
                  <a:pt x="2" y="1"/>
                </a:lnTo>
                <a:lnTo>
                  <a:pt x="2" y="0"/>
                </a:lnTo>
                <a:lnTo>
                  <a:pt x="3" y="0"/>
                </a:lnTo>
              </a:path>
            </a:pathLst>
          </a:custGeom>
          <a:ln w="4680">
            <a:solidFill>
              <a:srgbClr val="4A4A4A"/>
            </a:solidFill>
            <a:round/>
          </a:ln>
        </p:spPr>
        <p:txBody>
          <a:bodyPr lIns="2160" tIns="-360" rIns="2160" bIns="-3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014" name=""/>
          <p:cNvSpPr/>
          <p:nvPr/>
        </p:nvSpPr>
        <p:spPr>
          <a:xfrm>
            <a:off x="5053680" y="1061640"/>
            <a:ext cx="2160" cy="2520"/>
          </a:xfrm>
          <a:custGeom>
            <a:avLst/>
            <a:gdLst/>
            <a:ahLst/>
            <a:rect l="0" t="0" r="r" b="b"/>
            <a:pathLst>
              <a:path fill="none" w="6" h="7">
                <a:moveTo>
                  <a:pt x="3" y="2"/>
                </a:moveTo>
                <a:lnTo>
                  <a:pt x="4" y="2"/>
                </a:lnTo>
                <a:lnTo>
                  <a:pt x="4" y="0"/>
                </a:lnTo>
                <a:lnTo>
                  <a:pt x="4" y="2"/>
                </a:lnTo>
                <a:lnTo>
                  <a:pt x="4" y="3"/>
                </a:lnTo>
                <a:lnTo>
                  <a:pt x="4" y="4"/>
                </a:lnTo>
                <a:lnTo>
                  <a:pt x="6" y="4"/>
                </a:lnTo>
                <a:lnTo>
                  <a:pt x="6" y="5"/>
                </a:lnTo>
                <a:lnTo>
                  <a:pt x="6" y="7"/>
                </a:lnTo>
                <a:lnTo>
                  <a:pt x="4" y="7"/>
                </a:lnTo>
                <a:lnTo>
                  <a:pt x="2" y="5"/>
                </a:lnTo>
                <a:lnTo>
                  <a:pt x="2" y="4"/>
                </a:lnTo>
                <a:lnTo>
                  <a:pt x="0" y="4"/>
                </a:lnTo>
                <a:lnTo>
                  <a:pt x="0" y="3"/>
                </a:lnTo>
                <a:lnTo>
                  <a:pt x="2" y="3"/>
                </a:lnTo>
                <a:lnTo>
                  <a:pt x="2" y="2"/>
                </a:lnTo>
                <a:lnTo>
                  <a:pt x="3" y="0"/>
                </a:lnTo>
                <a:lnTo>
                  <a:pt x="3" y="2"/>
                </a:lnTo>
              </a:path>
            </a:pathLst>
          </a:custGeom>
          <a:ln w="4680">
            <a:solidFill>
              <a:srgbClr val="4A4A4A"/>
            </a:solidFill>
            <a:round/>
          </a:ln>
        </p:spPr>
        <p:txBody>
          <a:bodyPr lIns="2160" tIns="360" rIns="2160" bIns="3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015" name=""/>
          <p:cNvSpPr/>
          <p:nvPr/>
        </p:nvSpPr>
        <p:spPr>
          <a:xfrm>
            <a:off x="5055480" y="1061640"/>
            <a:ext cx="720" cy="1440"/>
          </a:xfrm>
          <a:custGeom>
            <a:avLst/>
            <a:gdLst/>
            <a:ahLst/>
            <a:rect l="0" t="0" r="r" b="b"/>
            <a:pathLst>
              <a:path fill="none" w="2" h="4">
                <a:moveTo>
                  <a:pt x="2" y="3"/>
                </a:moveTo>
                <a:lnTo>
                  <a:pt x="2" y="4"/>
                </a:lnTo>
                <a:lnTo>
                  <a:pt x="0" y="4"/>
                </a:lnTo>
                <a:lnTo>
                  <a:pt x="0" y="3"/>
                </a:lnTo>
                <a:lnTo>
                  <a:pt x="0" y="1"/>
                </a:lnTo>
                <a:lnTo>
                  <a:pt x="2" y="0"/>
                </a:lnTo>
                <a:lnTo>
                  <a:pt x="2" y="1"/>
                </a:lnTo>
                <a:lnTo>
                  <a:pt x="2" y="3"/>
                </a:lnTo>
              </a:path>
            </a:pathLst>
          </a:custGeom>
          <a:ln w="4680">
            <a:solidFill>
              <a:srgbClr val="4A4A4A"/>
            </a:solidFill>
            <a:round/>
          </a:ln>
        </p:spPr>
        <p:txBody>
          <a:bodyPr lIns="2160" tIns="-720" rIns="2160" bIns="-7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016" name=""/>
          <p:cNvSpPr/>
          <p:nvPr/>
        </p:nvSpPr>
        <p:spPr>
          <a:xfrm>
            <a:off x="5056920" y="1060920"/>
            <a:ext cx="3600" cy="4680"/>
          </a:xfrm>
          <a:custGeom>
            <a:avLst/>
            <a:gdLst/>
            <a:ahLst/>
            <a:rect l="0" t="0" r="r" b="b"/>
            <a:pathLst>
              <a:path fill="none" w="10" h="13">
                <a:moveTo>
                  <a:pt x="1" y="0"/>
                </a:moveTo>
                <a:lnTo>
                  <a:pt x="2" y="0"/>
                </a:lnTo>
                <a:lnTo>
                  <a:pt x="3" y="0"/>
                </a:lnTo>
                <a:lnTo>
                  <a:pt x="4" y="1"/>
                </a:lnTo>
                <a:lnTo>
                  <a:pt x="4" y="2"/>
                </a:lnTo>
                <a:lnTo>
                  <a:pt x="5" y="2"/>
                </a:lnTo>
                <a:lnTo>
                  <a:pt x="5" y="3"/>
                </a:lnTo>
                <a:lnTo>
                  <a:pt x="4" y="3"/>
                </a:lnTo>
                <a:lnTo>
                  <a:pt x="4" y="4"/>
                </a:lnTo>
                <a:lnTo>
                  <a:pt x="5" y="5"/>
                </a:lnTo>
                <a:lnTo>
                  <a:pt x="6" y="5"/>
                </a:lnTo>
                <a:lnTo>
                  <a:pt x="8" y="6"/>
                </a:lnTo>
                <a:lnTo>
                  <a:pt x="10" y="9"/>
                </a:lnTo>
                <a:lnTo>
                  <a:pt x="10" y="10"/>
                </a:lnTo>
                <a:lnTo>
                  <a:pt x="9" y="10"/>
                </a:lnTo>
                <a:lnTo>
                  <a:pt x="9" y="11"/>
                </a:lnTo>
                <a:lnTo>
                  <a:pt x="10" y="11"/>
                </a:lnTo>
                <a:lnTo>
                  <a:pt x="10" y="12"/>
                </a:lnTo>
                <a:lnTo>
                  <a:pt x="10" y="13"/>
                </a:lnTo>
                <a:lnTo>
                  <a:pt x="9" y="13"/>
                </a:lnTo>
                <a:lnTo>
                  <a:pt x="9" y="12"/>
                </a:lnTo>
                <a:lnTo>
                  <a:pt x="8" y="12"/>
                </a:lnTo>
                <a:lnTo>
                  <a:pt x="6" y="11"/>
                </a:lnTo>
                <a:lnTo>
                  <a:pt x="5" y="11"/>
                </a:lnTo>
                <a:lnTo>
                  <a:pt x="4" y="11"/>
                </a:lnTo>
                <a:lnTo>
                  <a:pt x="5" y="10"/>
                </a:lnTo>
                <a:lnTo>
                  <a:pt x="5" y="9"/>
                </a:lnTo>
                <a:lnTo>
                  <a:pt x="5" y="8"/>
                </a:lnTo>
                <a:lnTo>
                  <a:pt x="4" y="8"/>
                </a:lnTo>
                <a:lnTo>
                  <a:pt x="4" y="6"/>
                </a:lnTo>
                <a:lnTo>
                  <a:pt x="5" y="5"/>
                </a:lnTo>
                <a:lnTo>
                  <a:pt x="4" y="4"/>
                </a:lnTo>
                <a:lnTo>
                  <a:pt x="4" y="3"/>
                </a:lnTo>
                <a:lnTo>
                  <a:pt x="3" y="3"/>
                </a:lnTo>
                <a:lnTo>
                  <a:pt x="1" y="3"/>
                </a:lnTo>
                <a:lnTo>
                  <a:pt x="1" y="2"/>
                </a:lnTo>
                <a:lnTo>
                  <a:pt x="0" y="2"/>
                </a:lnTo>
                <a:lnTo>
                  <a:pt x="0" y="1"/>
                </a:lnTo>
                <a:lnTo>
                  <a:pt x="0" y="0"/>
                </a:lnTo>
                <a:lnTo>
                  <a:pt x="1" y="0"/>
                </a:lnTo>
              </a:path>
            </a:pathLst>
          </a:custGeom>
          <a:ln w="4680">
            <a:solidFill>
              <a:srgbClr val="4A4A4A"/>
            </a:solidFill>
            <a:round/>
          </a:ln>
        </p:spPr>
        <p:txBody>
          <a:bodyPr lIns="2160" tIns="2160" rIns="2160" bIns="21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017" name=""/>
          <p:cNvSpPr/>
          <p:nvPr/>
        </p:nvSpPr>
        <p:spPr>
          <a:xfrm>
            <a:off x="5065200" y="1057680"/>
            <a:ext cx="1440" cy="1440"/>
          </a:xfrm>
          <a:custGeom>
            <a:avLst/>
            <a:gdLst/>
            <a:ahLst/>
            <a:rect l="0" t="0" r="r" b="b"/>
            <a:pathLst>
              <a:path fill="none" w="4" h="4">
                <a:moveTo>
                  <a:pt x="2" y="4"/>
                </a:moveTo>
                <a:lnTo>
                  <a:pt x="2" y="2"/>
                </a:lnTo>
                <a:lnTo>
                  <a:pt x="0" y="2"/>
                </a:lnTo>
                <a:lnTo>
                  <a:pt x="0" y="0"/>
                </a:lnTo>
                <a:lnTo>
                  <a:pt x="2" y="0"/>
                </a:lnTo>
                <a:lnTo>
                  <a:pt x="4" y="0"/>
                </a:lnTo>
                <a:lnTo>
                  <a:pt x="4" y="2"/>
                </a:lnTo>
                <a:lnTo>
                  <a:pt x="2" y="2"/>
                </a:lnTo>
                <a:lnTo>
                  <a:pt x="2" y="4"/>
                </a:lnTo>
              </a:path>
            </a:pathLst>
          </a:custGeom>
          <a:ln w="4680">
            <a:solidFill>
              <a:srgbClr val="4A4A4A"/>
            </a:solidFill>
            <a:round/>
          </a:ln>
        </p:spPr>
        <p:txBody>
          <a:bodyPr lIns="2160" tIns="-720" rIns="2160" bIns="-7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018" name=""/>
          <p:cNvSpPr/>
          <p:nvPr/>
        </p:nvSpPr>
        <p:spPr>
          <a:xfrm>
            <a:off x="5054040" y="1054080"/>
            <a:ext cx="360" cy="720"/>
          </a:xfrm>
          <a:custGeom>
            <a:avLst/>
            <a:gdLst/>
            <a:ahLst/>
            <a:rect l="0" t="0" r="r" b="b"/>
            <a:pathLst>
              <a:path fill="none" w="1" h="2">
                <a:moveTo>
                  <a:pt x="0" y="2"/>
                </a:moveTo>
                <a:lnTo>
                  <a:pt x="0" y="1"/>
                </a:lnTo>
                <a:lnTo>
                  <a:pt x="0" y="0"/>
                </a:lnTo>
                <a:lnTo>
                  <a:pt x="1" y="1"/>
                </a:lnTo>
                <a:lnTo>
                  <a:pt x="0" y="1"/>
                </a:lnTo>
                <a:lnTo>
                  <a:pt x="0" y="2"/>
                </a:lnTo>
              </a:path>
            </a:pathLst>
          </a:custGeom>
          <a:ln w="4680">
            <a:solidFill>
              <a:srgbClr val="4A4A4A"/>
            </a:solidFill>
            <a:round/>
          </a:ln>
        </p:spPr>
        <p:txBody>
          <a:bodyPr lIns="2160" tIns="-1440" rIns="2160" bIns="-144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019" name=""/>
          <p:cNvSpPr/>
          <p:nvPr/>
        </p:nvSpPr>
        <p:spPr>
          <a:xfrm>
            <a:off x="5057280" y="1051200"/>
            <a:ext cx="2160" cy="2160"/>
          </a:xfrm>
          <a:custGeom>
            <a:avLst/>
            <a:gdLst/>
            <a:ahLst/>
            <a:rect l="0" t="0" r="r" b="b"/>
            <a:pathLst>
              <a:path fill="none" w="6" h="6">
                <a:moveTo>
                  <a:pt x="3" y="4"/>
                </a:moveTo>
                <a:lnTo>
                  <a:pt x="4" y="4"/>
                </a:lnTo>
                <a:lnTo>
                  <a:pt x="5" y="4"/>
                </a:lnTo>
                <a:lnTo>
                  <a:pt x="6" y="5"/>
                </a:lnTo>
                <a:lnTo>
                  <a:pt x="5" y="5"/>
                </a:lnTo>
                <a:lnTo>
                  <a:pt x="4" y="6"/>
                </a:lnTo>
                <a:lnTo>
                  <a:pt x="3" y="5"/>
                </a:lnTo>
                <a:lnTo>
                  <a:pt x="3" y="6"/>
                </a:lnTo>
                <a:lnTo>
                  <a:pt x="1" y="6"/>
                </a:lnTo>
                <a:lnTo>
                  <a:pt x="0" y="6"/>
                </a:lnTo>
                <a:lnTo>
                  <a:pt x="0" y="5"/>
                </a:lnTo>
                <a:lnTo>
                  <a:pt x="0" y="4"/>
                </a:lnTo>
                <a:lnTo>
                  <a:pt x="0" y="0"/>
                </a:lnTo>
                <a:lnTo>
                  <a:pt x="1" y="1"/>
                </a:lnTo>
                <a:lnTo>
                  <a:pt x="3" y="2"/>
                </a:lnTo>
                <a:lnTo>
                  <a:pt x="1" y="2"/>
                </a:lnTo>
                <a:lnTo>
                  <a:pt x="1" y="4"/>
                </a:lnTo>
                <a:lnTo>
                  <a:pt x="3" y="4"/>
                </a:lnTo>
              </a:path>
            </a:pathLst>
          </a:custGeom>
          <a:ln w="4680">
            <a:solidFill>
              <a:srgbClr val="4A4A4A"/>
            </a:solidFill>
            <a:round/>
          </a:ln>
        </p:spPr>
        <p:txBody>
          <a:bodyPr lIns="2160" tIns="0" rIns="216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020" name=""/>
          <p:cNvSpPr/>
          <p:nvPr/>
        </p:nvSpPr>
        <p:spPr>
          <a:xfrm>
            <a:off x="5058360" y="1045080"/>
            <a:ext cx="2160" cy="2160"/>
          </a:xfrm>
          <a:custGeom>
            <a:avLst/>
            <a:gdLst/>
            <a:ahLst/>
            <a:rect l="0" t="0" r="r" b="b"/>
            <a:pathLst>
              <a:path fill="none" w="6" h="6">
                <a:moveTo>
                  <a:pt x="5" y="2"/>
                </a:moveTo>
                <a:lnTo>
                  <a:pt x="4" y="2"/>
                </a:lnTo>
                <a:lnTo>
                  <a:pt x="2" y="2"/>
                </a:lnTo>
                <a:lnTo>
                  <a:pt x="2" y="4"/>
                </a:lnTo>
                <a:lnTo>
                  <a:pt x="2" y="5"/>
                </a:lnTo>
                <a:lnTo>
                  <a:pt x="1" y="5"/>
                </a:lnTo>
                <a:lnTo>
                  <a:pt x="1" y="6"/>
                </a:lnTo>
                <a:lnTo>
                  <a:pt x="0" y="5"/>
                </a:lnTo>
                <a:lnTo>
                  <a:pt x="1" y="5"/>
                </a:lnTo>
                <a:lnTo>
                  <a:pt x="1" y="4"/>
                </a:lnTo>
                <a:lnTo>
                  <a:pt x="2" y="4"/>
                </a:lnTo>
                <a:lnTo>
                  <a:pt x="2" y="2"/>
                </a:lnTo>
                <a:lnTo>
                  <a:pt x="1" y="2"/>
                </a:lnTo>
                <a:lnTo>
                  <a:pt x="1" y="1"/>
                </a:lnTo>
                <a:lnTo>
                  <a:pt x="2" y="1"/>
                </a:lnTo>
                <a:lnTo>
                  <a:pt x="4" y="0"/>
                </a:lnTo>
                <a:lnTo>
                  <a:pt x="5" y="0"/>
                </a:lnTo>
                <a:lnTo>
                  <a:pt x="6" y="0"/>
                </a:lnTo>
                <a:lnTo>
                  <a:pt x="6" y="1"/>
                </a:lnTo>
                <a:lnTo>
                  <a:pt x="6" y="2"/>
                </a:lnTo>
                <a:lnTo>
                  <a:pt x="5" y="2"/>
                </a:lnTo>
              </a:path>
            </a:pathLst>
          </a:custGeom>
          <a:ln w="4680">
            <a:solidFill>
              <a:srgbClr val="4A4A4A"/>
            </a:solidFill>
            <a:round/>
          </a:ln>
        </p:spPr>
        <p:txBody>
          <a:bodyPr lIns="2160" tIns="0" rIns="216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021" name=""/>
          <p:cNvSpPr/>
          <p:nvPr/>
        </p:nvSpPr>
        <p:spPr>
          <a:xfrm>
            <a:off x="5059440" y="1043280"/>
            <a:ext cx="1440" cy="1080"/>
          </a:xfrm>
          <a:custGeom>
            <a:avLst/>
            <a:gdLst/>
            <a:ahLst/>
            <a:rect l="0" t="0" r="r" b="b"/>
            <a:pathLst>
              <a:path fill="none" w="4" h="3">
                <a:moveTo>
                  <a:pt x="4" y="2"/>
                </a:moveTo>
                <a:lnTo>
                  <a:pt x="2" y="3"/>
                </a:lnTo>
                <a:lnTo>
                  <a:pt x="2" y="2"/>
                </a:lnTo>
                <a:lnTo>
                  <a:pt x="0" y="2"/>
                </a:lnTo>
                <a:lnTo>
                  <a:pt x="2" y="2"/>
                </a:lnTo>
                <a:lnTo>
                  <a:pt x="2" y="0"/>
                </a:lnTo>
                <a:lnTo>
                  <a:pt x="0" y="0"/>
                </a:lnTo>
                <a:lnTo>
                  <a:pt x="2" y="0"/>
                </a:lnTo>
                <a:lnTo>
                  <a:pt x="2" y="2"/>
                </a:lnTo>
                <a:lnTo>
                  <a:pt x="4" y="2"/>
                </a:lnTo>
              </a:path>
            </a:pathLst>
          </a:custGeom>
          <a:ln w="4680">
            <a:solidFill>
              <a:srgbClr val="4A4A4A"/>
            </a:solidFill>
            <a:round/>
          </a:ln>
        </p:spPr>
        <p:txBody>
          <a:bodyPr lIns="2160" tIns="-1080" rIns="2160" bIns="-108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022" name=""/>
          <p:cNvSpPr/>
          <p:nvPr/>
        </p:nvSpPr>
        <p:spPr>
          <a:xfrm>
            <a:off x="5061240" y="1042200"/>
            <a:ext cx="1440" cy="1440"/>
          </a:xfrm>
          <a:custGeom>
            <a:avLst/>
            <a:gdLst/>
            <a:ahLst/>
            <a:rect l="0" t="0" r="r" b="b"/>
            <a:pathLst>
              <a:path fill="none" w="4" h="4">
                <a:moveTo>
                  <a:pt x="3" y="0"/>
                </a:moveTo>
                <a:lnTo>
                  <a:pt x="3" y="1"/>
                </a:lnTo>
                <a:lnTo>
                  <a:pt x="1" y="1"/>
                </a:lnTo>
                <a:lnTo>
                  <a:pt x="3" y="1"/>
                </a:lnTo>
                <a:lnTo>
                  <a:pt x="4" y="1"/>
                </a:lnTo>
                <a:lnTo>
                  <a:pt x="3" y="1"/>
                </a:lnTo>
                <a:lnTo>
                  <a:pt x="3" y="3"/>
                </a:lnTo>
                <a:lnTo>
                  <a:pt x="4" y="3"/>
                </a:lnTo>
                <a:lnTo>
                  <a:pt x="4" y="4"/>
                </a:lnTo>
                <a:lnTo>
                  <a:pt x="3" y="4"/>
                </a:lnTo>
                <a:lnTo>
                  <a:pt x="3" y="3"/>
                </a:lnTo>
                <a:lnTo>
                  <a:pt x="1" y="3"/>
                </a:lnTo>
                <a:lnTo>
                  <a:pt x="1" y="1"/>
                </a:lnTo>
                <a:lnTo>
                  <a:pt x="0" y="1"/>
                </a:lnTo>
                <a:lnTo>
                  <a:pt x="0" y="0"/>
                </a:lnTo>
                <a:lnTo>
                  <a:pt x="1" y="0"/>
                </a:lnTo>
                <a:lnTo>
                  <a:pt x="3" y="0"/>
                </a:lnTo>
              </a:path>
            </a:pathLst>
          </a:custGeom>
          <a:ln w="4680">
            <a:solidFill>
              <a:srgbClr val="4A4A4A"/>
            </a:solidFill>
            <a:round/>
          </a:ln>
        </p:spPr>
        <p:txBody>
          <a:bodyPr lIns="2160" tIns="-720" rIns="2160" bIns="-7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023" name=""/>
          <p:cNvSpPr/>
          <p:nvPr/>
        </p:nvSpPr>
        <p:spPr>
          <a:xfrm>
            <a:off x="5061240" y="1040760"/>
            <a:ext cx="2160" cy="1080"/>
          </a:xfrm>
          <a:custGeom>
            <a:avLst/>
            <a:gdLst/>
            <a:ahLst/>
            <a:rect l="0" t="0" r="r" b="b"/>
            <a:pathLst>
              <a:path fill="none" w="6" h="3">
                <a:moveTo>
                  <a:pt x="4" y="1"/>
                </a:moveTo>
                <a:lnTo>
                  <a:pt x="6" y="3"/>
                </a:lnTo>
                <a:lnTo>
                  <a:pt x="4" y="3"/>
                </a:lnTo>
                <a:lnTo>
                  <a:pt x="4" y="1"/>
                </a:lnTo>
                <a:lnTo>
                  <a:pt x="3" y="3"/>
                </a:lnTo>
                <a:lnTo>
                  <a:pt x="2" y="3"/>
                </a:lnTo>
                <a:lnTo>
                  <a:pt x="0" y="3"/>
                </a:lnTo>
                <a:lnTo>
                  <a:pt x="0" y="1"/>
                </a:lnTo>
                <a:lnTo>
                  <a:pt x="2" y="1"/>
                </a:lnTo>
                <a:lnTo>
                  <a:pt x="2" y="0"/>
                </a:lnTo>
                <a:lnTo>
                  <a:pt x="3" y="0"/>
                </a:lnTo>
                <a:lnTo>
                  <a:pt x="3" y="1"/>
                </a:lnTo>
                <a:lnTo>
                  <a:pt x="4" y="1"/>
                </a:lnTo>
              </a:path>
            </a:pathLst>
          </a:custGeom>
          <a:ln w="4680">
            <a:solidFill>
              <a:srgbClr val="4A4A4A"/>
            </a:solidFill>
            <a:round/>
          </a:ln>
        </p:spPr>
        <p:txBody>
          <a:bodyPr lIns="2160" tIns="-1080" rIns="2160" bIns="-108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024" name=""/>
          <p:cNvSpPr/>
          <p:nvPr/>
        </p:nvSpPr>
        <p:spPr>
          <a:xfrm>
            <a:off x="5062320" y="1018080"/>
            <a:ext cx="360" cy="360"/>
          </a:xfrm>
          <a:custGeom>
            <a:avLst/>
            <a:gdLst/>
            <a:ahLst/>
            <a:rect l="0" t="0" r="r" b="b"/>
            <a:pathLst>
              <a:path fill="none" w="1" h="1">
                <a:moveTo>
                  <a:pt x="1" y="0"/>
                </a:moveTo>
                <a:lnTo>
                  <a:pt x="0" y="0"/>
                </a:lnTo>
                <a:lnTo>
                  <a:pt x="0" y="1"/>
                </a:lnTo>
                <a:lnTo>
                  <a:pt x="0" y="0"/>
                </a:lnTo>
                <a:lnTo>
                  <a:pt x="1" y="0"/>
                </a:lnTo>
              </a:path>
            </a:pathLst>
          </a:custGeom>
          <a:ln w="4680">
            <a:solidFill>
              <a:srgbClr val="4A4A4A"/>
            </a:solidFill>
            <a:round/>
          </a:ln>
        </p:spPr>
        <p:txBody>
          <a:bodyPr lIns="2160" tIns="-1800" rIns="2160" bIns="-180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025" name=""/>
          <p:cNvSpPr/>
          <p:nvPr/>
        </p:nvSpPr>
        <p:spPr>
          <a:xfrm>
            <a:off x="4984200" y="1017720"/>
            <a:ext cx="1440" cy="1440"/>
          </a:xfrm>
          <a:custGeom>
            <a:avLst/>
            <a:gdLst/>
            <a:ahLst/>
            <a:rect l="0" t="0" r="r" b="b"/>
            <a:pathLst>
              <a:path fill="none" w="4" h="4">
                <a:moveTo>
                  <a:pt x="2" y="4"/>
                </a:moveTo>
                <a:lnTo>
                  <a:pt x="0" y="4"/>
                </a:lnTo>
                <a:lnTo>
                  <a:pt x="0" y="3"/>
                </a:lnTo>
                <a:lnTo>
                  <a:pt x="2" y="0"/>
                </a:lnTo>
                <a:lnTo>
                  <a:pt x="4" y="0"/>
                </a:lnTo>
                <a:lnTo>
                  <a:pt x="4" y="2"/>
                </a:lnTo>
                <a:lnTo>
                  <a:pt x="2" y="2"/>
                </a:lnTo>
                <a:lnTo>
                  <a:pt x="2" y="3"/>
                </a:lnTo>
                <a:lnTo>
                  <a:pt x="2" y="4"/>
                </a:lnTo>
              </a:path>
            </a:pathLst>
          </a:custGeom>
          <a:ln w="4680">
            <a:solidFill>
              <a:srgbClr val="4A4A4A"/>
            </a:solidFill>
            <a:round/>
          </a:ln>
        </p:spPr>
        <p:txBody>
          <a:bodyPr lIns="2160" tIns="-720" rIns="2160" bIns="-7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026" name=""/>
          <p:cNvSpPr/>
          <p:nvPr/>
        </p:nvSpPr>
        <p:spPr>
          <a:xfrm>
            <a:off x="4982760" y="1016640"/>
            <a:ext cx="1440" cy="1800"/>
          </a:xfrm>
          <a:custGeom>
            <a:avLst/>
            <a:gdLst/>
            <a:ahLst/>
            <a:rect l="0" t="0" r="r" b="b"/>
            <a:pathLst>
              <a:path fill="none" w="4" h="5">
                <a:moveTo>
                  <a:pt x="1" y="5"/>
                </a:moveTo>
                <a:lnTo>
                  <a:pt x="0" y="5"/>
                </a:lnTo>
                <a:lnTo>
                  <a:pt x="0" y="4"/>
                </a:lnTo>
                <a:lnTo>
                  <a:pt x="0" y="3"/>
                </a:lnTo>
                <a:lnTo>
                  <a:pt x="1" y="1"/>
                </a:lnTo>
                <a:lnTo>
                  <a:pt x="3" y="0"/>
                </a:lnTo>
                <a:lnTo>
                  <a:pt x="4" y="1"/>
                </a:lnTo>
                <a:lnTo>
                  <a:pt x="4" y="3"/>
                </a:lnTo>
                <a:lnTo>
                  <a:pt x="3" y="4"/>
                </a:lnTo>
                <a:lnTo>
                  <a:pt x="3" y="5"/>
                </a:lnTo>
                <a:lnTo>
                  <a:pt x="1" y="5"/>
                </a:lnTo>
              </a:path>
            </a:pathLst>
          </a:custGeom>
          <a:ln w="4680">
            <a:solidFill>
              <a:srgbClr val="4A4A4A"/>
            </a:solidFill>
            <a:round/>
          </a:ln>
        </p:spPr>
        <p:txBody>
          <a:bodyPr lIns="2160" tIns="-360" rIns="2160" bIns="-3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027" name=""/>
          <p:cNvSpPr/>
          <p:nvPr/>
        </p:nvSpPr>
        <p:spPr>
          <a:xfrm>
            <a:off x="5059800" y="1014480"/>
            <a:ext cx="720" cy="720"/>
          </a:xfrm>
          <a:custGeom>
            <a:avLst/>
            <a:gdLst/>
            <a:ahLst/>
            <a:rect l="0" t="0" r="r" b="b"/>
            <a:pathLst>
              <a:path fill="none" w="2" h="2">
                <a:moveTo>
                  <a:pt x="2" y="2"/>
                </a:moveTo>
                <a:lnTo>
                  <a:pt x="0" y="2"/>
                </a:lnTo>
                <a:lnTo>
                  <a:pt x="0" y="0"/>
                </a:lnTo>
                <a:lnTo>
                  <a:pt x="2" y="0"/>
                </a:lnTo>
                <a:lnTo>
                  <a:pt x="2" y="2"/>
                </a:lnTo>
              </a:path>
            </a:pathLst>
          </a:custGeom>
          <a:ln w="4680">
            <a:solidFill>
              <a:srgbClr val="4A4A4A"/>
            </a:solidFill>
            <a:round/>
          </a:ln>
        </p:spPr>
        <p:txBody>
          <a:bodyPr lIns="2160" tIns="-1440" rIns="2160" bIns="-144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028" name=""/>
          <p:cNvSpPr/>
          <p:nvPr/>
        </p:nvSpPr>
        <p:spPr>
          <a:xfrm>
            <a:off x="5090040" y="1012320"/>
            <a:ext cx="1080" cy="1800"/>
          </a:xfrm>
          <a:custGeom>
            <a:avLst/>
            <a:gdLst/>
            <a:ahLst/>
            <a:rect l="0" t="0" r="r" b="b"/>
            <a:pathLst>
              <a:path fill="none" w="3" h="5">
                <a:moveTo>
                  <a:pt x="1" y="0"/>
                </a:moveTo>
                <a:lnTo>
                  <a:pt x="1" y="1"/>
                </a:lnTo>
                <a:lnTo>
                  <a:pt x="1" y="3"/>
                </a:lnTo>
                <a:lnTo>
                  <a:pt x="3" y="4"/>
                </a:lnTo>
                <a:lnTo>
                  <a:pt x="1" y="5"/>
                </a:lnTo>
                <a:lnTo>
                  <a:pt x="0" y="5"/>
                </a:lnTo>
                <a:lnTo>
                  <a:pt x="0" y="4"/>
                </a:lnTo>
                <a:lnTo>
                  <a:pt x="0" y="3"/>
                </a:lnTo>
                <a:lnTo>
                  <a:pt x="1" y="3"/>
                </a:lnTo>
                <a:lnTo>
                  <a:pt x="1" y="1"/>
                </a:lnTo>
                <a:lnTo>
                  <a:pt x="0" y="1"/>
                </a:lnTo>
                <a:lnTo>
                  <a:pt x="0" y="0"/>
                </a:lnTo>
                <a:lnTo>
                  <a:pt x="1" y="0"/>
                </a:lnTo>
              </a:path>
            </a:pathLst>
          </a:custGeom>
          <a:ln w="4680">
            <a:solidFill>
              <a:srgbClr val="4A4A4A"/>
            </a:solidFill>
            <a:round/>
          </a:ln>
        </p:spPr>
        <p:txBody>
          <a:bodyPr lIns="2160" tIns="-360" rIns="2160" bIns="-3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029" name=""/>
          <p:cNvSpPr/>
          <p:nvPr/>
        </p:nvSpPr>
        <p:spPr>
          <a:xfrm>
            <a:off x="5090040" y="1011240"/>
            <a:ext cx="360" cy="360"/>
          </a:xfrm>
          <a:custGeom>
            <a:avLst/>
            <a:gdLst/>
            <a:ahLst/>
            <a:rect l="0" t="0" r="r" b="b"/>
            <a:pathLst>
              <a:path fill="none" w="1" h="1">
                <a:moveTo>
                  <a:pt x="1" y="1"/>
                </a:moveTo>
                <a:lnTo>
                  <a:pt x="0" y="1"/>
                </a:lnTo>
                <a:lnTo>
                  <a:pt x="0" y="0"/>
                </a:lnTo>
                <a:lnTo>
                  <a:pt x="1" y="0"/>
                </a:lnTo>
                <a:lnTo>
                  <a:pt x="1" y="1"/>
                </a:lnTo>
              </a:path>
            </a:pathLst>
          </a:custGeom>
          <a:ln w="4680">
            <a:solidFill>
              <a:srgbClr val="4A4A4A"/>
            </a:solidFill>
            <a:round/>
          </a:ln>
        </p:spPr>
        <p:txBody>
          <a:bodyPr lIns="2160" tIns="-1800" rIns="2160" bIns="-180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030" name=""/>
          <p:cNvSpPr/>
          <p:nvPr/>
        </p:nvSpPr>
        <p:spPr>
          <a:xfrm>
            <a:off x="5065200" y="1006920"/>
            <a:ext cx="1440" cy="1440"/>
          </a:xfrm>
          <a:custGeom>
            <a:avLst/>
            <a:gdLst/>
            <a:ahLst/>
            <a:rect l="0" t="0" r="r" b="b"/>
            <a:pathLst>
              <a:path fill="none" w="4" h="4">
                <a:moveTo>
                  <a:pt x="4" y="2"/>
                </a:moveTo>
                <a:lnTo>
                  <a:pt x="2" y="2"/>
                </a:lnTo>
                <a:lnTo>
                  <a:pt x="0" y="4"/>
                </a:lnTo>
                <a:lnTo>
                  <a:pt x="0" y="2"/>
                </a:lnTo>
                <a:lnTo>
                  <a:pt x="2" y="0"/>
                </a:lnTo>
                <a:lnTo>
                  <a:pt x="2" y="2"/>
                </a:lnTo>
                <a:lnTo>
                  <a:pt x="4" y="2"/>
                </a:lnTo>
              </a:path>
            </a:pathLst>
          </a:custGeom>
          <a:ln w="4680">
            <a:solidFill>
              <a:srgbClr val="4A4A4A"/>
            </a:solidFill>
            <a:round/>
          </a:ln>
        </p:spPr>
        <p:txBody>
          <a:bodyPr lIns="2160" tIns="-720" rIns="2160" bIns="-7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031" name=""/>
          <p:cNvSpPr/>
          <p:nvPr/>
        </p:nvSpPr>
        <p:spPr>
          <a:xfrm>
            <a:off x="5067360" y="1005840"/>
            <a:ext cx="360" cy="360"/>
          </a:xfrm>
          <a:custGeom>
            <a:avLst/>
            <a:gdLst/>
            <a:ahLst/>
            <a:rect l="0" t="0" r="r" b="b"/>
            <a:pathLst>
              <a:path fill="none" w="1" h="1">
                <a:moveTo>
                  <a:pt x="1" y="1"/>
                </a:moveTo>
                <a:lnTo>
                  <a:pt x="0" y="1"/>
                </a:lnTo>
                <a:lnTo>
                  <a:pt x="0" y="0"/>
                </a:lnTo>
                <a:lnTo>
                  <a:pt x="1" y="0"/>
                </a:lnTo>
                <a:lnTo>
                  <a:pt x="1" y="1"/>
                </a:lnTo>
              </a:path>
            </a:pathLst>
          </a:custGeom>
          <a:ln w="4680">
            <a:solidFill>
              <a:srgbClr val="4A4A4A"/>
            </a:solidFill>
            <a:round/>
          </a:ln>
        </p:spPr>
        <p:txBody>
          <a:bodyPr lIns="2160" tIns="-1800" rIns="2160" bIns="-180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032" name=""/>
          <p:cNvSpPr/>
          <p:nvPr/>
        </p:nvSpPr>
        <p:spPr>
          <a:xfrm>
            <a:off x="5074200" y="1000080"/>
            <a:ext cx="2160" cy="1800"/>
          </a:xfrm>
          <a:custGeom>
            <a:avLst/>
            <a:gdLst/>
            <a:ahLst/>
            <a:rect l="0" t="0" r="r" b="b"/>
            <a:pathLst>
              <a:path fill="none" w="6" h="5">
                <a:moveTo>
                  <a:pt x="3" y="0"/>
                </a:moveTo>
                <a:lnTo>
                  <a:pt x="3" y="2"/>
                </a:lnTo>
                <a:lnTo>
                  <a:pt x="4" y="2"/>
                </a:lnTo>
                <a:lnTo>
                  <a:pt x="4" y="3"/>
                </a:lnTo>
                <a:lnTo>
                  <a:pt x="6" y="3"/>
                </a:lnTo>
                <a:lnTo>
                  <a:pt x="4" y="3"/>
                </a:lnTo>
                <a:lnTo>
                  <a:pt x="4" y="5"/>
                </a:lnTo>
                <a:lnTo>
                  <a:pt x="4" y="3"/>
                </a:lnTo>
                <a:lnTo>
                  <a:pt x="3" y="3"/>
                </a:lnTo>
                <a:lnTo>
                  <a:pt x="3" y="2"/>
                </a:lnTo>
                <a:lnTo>
                  <a:pt x="2" y="2"/>
                </a:lnTo>
                <a:lnTo>
                  <a:pt x="0" y="2"/>
                </a:lnTo>
                <a:lnTo>
                  <a:pt x="2" y="2"/>
                </a:lnTo>
                <a:lnTo>
                  <a:pt x="3" y="0"/>
                </a:lnTo>
              </a:path>
            </a:pathLst>
          </a:custGeom>
          <a:ln w="4680">
            <a:solidFill>
              <a:srgbClr val="4A4A4A"/>
            </a:solidFill>
            <a:round/>
          </a:ln>
        </p:spPr>
        <p:txBody>
          <a:bodyPr lIns="2160" tIns="-360" rIns="2160" bIns="-3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033" name=""/>
          <p:cNvSpPr/>
          <p:nvPr/>
        </p:nvSpPr>
        <p:spPr>
          <a:xfrm>
            <a:off x="5078520" y="1000080"/>
            <a:ext cx="1440" cy="720"/>
          </a:xfrm>
          <a:custGeom>
            <a:avLst/>
            <a:gdLst/>
            <a:ahLst/>
            <a:rect l="0" t="0" r="r" b="b"/>
            <a:pathLst>
              <a:path fill="none" w="4" h="2">
                <a:moveTo>
                  <a:pt x="2" y="0"/>
                </a:moveTo>
                <a:lnTo>
                  <a:pt x="4" y="2"/>
                </a:lnTo>
                <a:lnTo>
                  <a:pt x="2" y="2"/>
                </a:lnTo>
                <a:lnTo>
                  <a:pt x="0" y="2"/>
                </a:lnTo>
                <a:lnTo>
                  <a:pt x="0" y="0"/>
                </a:lnTo>
                <a:lnTo>
                  <a:pt x="2" y="0"/>
                </a:lnTo>
              </a:path>
            </a:pathLst>
          </a:custGeom>
          <a:ln w="4680">
            <a:solidFill>
              <a:srgbClr val="4A4A4A"/>
            </a:solidFill>
            <a:round/>
          </a:ln>
        </p:spPr>
        <p:txBody>
          <a:bodyPr lIns="2160" tIns="-1440" rIns="2160" bIns="-144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034" name=""/>
          <p:cNvSpPr/>
          <p:nvPr/>
        </p:nvSpPr>
        <p:spPr>
          <a:xfrm>
            <a:off x="5075640" y="999720"/>
            <a:ext cx="1440" cy="1440"/>
          </a:xfrm>
          <a:custGeom>
            <a:avLst/>
            <a:gdLst/>
            <a:ahLst/>
            <a:rect l="0" t="0" r="r" b="b"/>
            <a:pathLst>
              <a:path fill="none" w="4" h="4">
                <a:moveTo>
                  <a:pt x="2" y="4"/>
                </a:moveTo>
                <a:lnTo>
                  <a:pt x="0" y="4"/>
                </a:lnTo>
                <a:lnTo>
                  <a:pt x="0" y="2"/>
                </a:lnTo>
                <a:lnTo>
                  <a:pt x="2" y="2"/>
                </a:lnTo>
                <a:lnTo>
                  <a:pt x="2" y="0"/>
                </a:lnTo>
                <a:lnTo>
                  <a:pt x="4" y="2"/>
                </a:lnTo>
                <a:lnTo>
                  <a:pt x="2" y="2"/>
                </a:lnTo>
                <a:lnTo>
                  <a:pt x="2" y="4"/>
                </a:lnTo>
              </a:path>
            </a:pathLst>
          </a:custGeom>
          <a:ln w="4680">
            <a:solidFill>
              <a:srgbClr val="4A4A4A"/>
            </a:solidFill>
            <a:round/>
          </a:ln>
        </p:spPr>
        <p:txBody>
          <a:bodyPr lIns="2160" tIns="-720" rIns="2160" bIns="-7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035" name=""/>
          <p:cNvSpPr/>
          <p:nvPr/>
        </p:nvSpPr>
        <p:spPr>
          <a:xfrm>
            <a:off x="5119560" y="999720"/>
            <a:ext cx="2520" cy="2520"/>
          </a:xfrm>
          <a:custGeom>
            <a:avLst/>
            <a:gdLst/>
            <a:ahLst/>
            <a:rect l="0" t="0" r="r" b="b"/>
            <a:pathLst>
              <a:path fill="none" w="7" h="7">
                <a:moveTo>
                  <a:pt x="3" y="3"/>
                </a:moveTo>
                <a:lnTo>
                  <a:pt x="4" y="3"/>
                </a:lnTo>
                <a:lnTo>
                  <a:pt x="5" y="3"/>
                </a:lnTo>
                <a:lnTo>
                  <a:pt x="5" y="4"/>
                </a:lnTo>
                <a:lnTo>
                  <a:pt x="6" y="4"/>
                </a:lnTo>
                <a:lnTo>
                  <a:pt x="7" y="4"/>
                </a:lnTo>
                <a:lnTo>
                  <a:pt x="7" y="5"/>
                </a:lnTo>
                <a:lnTo>
                  <a:pt x="7" y="7"/>
                </a:lnTo>
                <a:lnTo>
                  <a:pt x="6" y="7"/>
                </a:lnTo>
                <a:lnTo>
                  <a:pt x="6" y="5"/>
                </a:lnTo>
                <a:lnTo>
                  <a:pt x="5" y="5"/>
                </a:lnTo>
                <a:lnTo>
                  <a:pt x="4" y="5"/>
                </a:lnTo>
                <a:lnTo>
                  <a:pt x="4" y="7"/>
                </a:lnTo>
                <a:lnTo>
                  <a:pt x="4" y="5"/>
                </a:lnTo>
                <a:lnTo>
                  <a:pt x="3" y="5"/>
                </a:lnTo>
                <a:lnTo>
                  <a:pt x="1" y="5"/>
                </a:lnTo>
                <a:lnTo>
                  <a:pt x="1" y="4"/>
                </a:lnTo>
                <a:lnTo>
                  <a:pt x="3" y="4"/>
                </a:lnTo>
                <a:lnTo>
                  <a:pt x="1" y="4"/>
                </a:lnTo>
                <a:lnTo>
                  <a:pt x="1" y="3"/>
                </a:lnTo>
                <a:lnTo>
                  <a:pt x="0" y="3"/>
                </a:lnTo>
                <a:lnTo>
                  <a:pt x="0" y="2"/>
                </a:lnTo>
                <a:lnTo>
                  <a:pt x="1" y="2"/>
                </a:lnTo>
                <a:lnTo>
                  <a:pt x="1" y="0"/>
                </a:lnTo>
                <a:lnTo>
                  <a:pt x="3" y="0"/>
                </a:lnTo>
                <a:lnTo>
                  <a:pt x="3" y="2"/>
                </a:lnTo>
                <a:lnTo>
                  <a:pt x="3" y="3"/>
                </a:lnTo>
              </a:path>
            </a:pathLst>
          </a:custGeom>
          <a:ln w="4680">
            <a:solidFill>
              <a:srgbClr val="4A4A4A"/>
            </a:solidFill>
            <a:round/>
          </a:ln>
        </p:spPr>
        <p:txBody>
          <a:bodyPr lIns="2160" tIns="360" rIns="2160" bIns="3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036" name=""/>
          <p:cNvSpPr/>
          <p:nvPr/>
        </p:nvSpPr>
        <p:spPr>
          <a:xfrm>
            <a:off x="5123160" y="998640"/>
            <a:ext cx="1440" cy="1800"/>
          </a:xfrm>
          <a:custGeom>
            <a:avLst/>
            <a:gdLst/>
            <a:ahLst/>
            <a:rect l="0" t="0" r="r" b="b"/>
            <a:pathLst>
              <a:path fill="none" w="4" h="5">
                <a:moveTo>
                  <a:pt x="4" y="2"/>
                </a:moveTo>
                <a:lnTo>
                  <a:pt x="4" y="3"/>
                </a:lnTo>
                <a:lnTo>
                  <a:pt x="3" y="3"/>
                </a:lnTo>
                <a:lnTo>
                  <a:pt x="1" y="5"/>
                </a:lnTo>
                <a:lnTo>
                  <a:pt x="1" y="3"/>
                </a:lnTo>
                <a:lnTo>
                  <a:pt x="1" y="2"/>
                </a:lnTo>
                <a:lnTo>
                  <a:pt x="0" y="2"/>
                </a:lnTo>
                <a:lnTo>
                  <a:pt x="1" y="2"/>
                </a:lnTo>
                <a:lnTo>
                  <a:pt x="0" y="2"/>
                </a:lnTo>
                <a:lnTo>
                  <a:pt x="1" y="2"/>
                </a:lnTo>
                <a:lnTo>
                  <a:pt x="1" y="0"/>
                </a:lnTo>
                <a:lnTo>
                  <a:pt x="3" y="2"/>
                </a:lnTo>
                <a:lnTo>
                  <a:pt x="4" y="2"/>
                </a:lnTo>
              </a:path>
            </a:pathLst>
          </a:custGeom>
          <a:ln w="4680">
            <a:solidFill>
              <a:srgbClr val="4A4A4A"/>
            </a:solidFill>
            <a:round/>
          </a:ln>
        </p:spPr>
        <p:txBody>
          <a:bodyPr lIns="2160" tIns="-360" rIns="2160" bIns="-3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037" name=""/>
          <p:cNvSpPr/>
          <p:nvPr/>
        </p:nvSpPr>
        <p:spPr>
          <a:xfrm>
            <a:off x="5124240" y="997920"/>
            <a:ext cx="1800" cy="1080"/>
          </a:xfrm>
          <a:custGeom>
            <a:avLst/>
            <a:gdLst/>
            <a:ahLst/>
            <a:rect l="0" t="0" r="r" b="b"/>
            <a:pathLst>
              <a:path fill="none" w="5" h="3">
                <a:moveTo>
                  <a:pt x="2" y="0"/>
                </a:moveTo>
                <a:lnTo>
                  <a:pt x="2" y="2"/>
                </a:lnTo>
                <a:lnTo>
                  <a:pt x="3" y="2"/>
                </a:lnTo>
                <a:lnTo>
                  <a:pt x="5" y="2"/>
                </a:lnTo>
                <a:lnTo>
                  <a:pt x="5" y="0"/>
                </a:lnTo>
                <a:lnTo>
                  <a:pt x="5" y="2"/>
                </a:lnTo>
                <a:lnTo>
                  <a:pt x="5" y="3"/>
                </a:lnTo>
                <a:lnTo>
                  <a:pt x="3" y="3"/>
                </a:lnTo>
                <a:lnTo>
                  <a:pt x="2" y="3"/>
                </a:lnTo>
                <a:lnTo>
                  <a:pt x="2" y="2"/>
                </a:lnTo>
                <a:lnTo>
                  <a:pt x="0" y="2"/>
                </a:lnTo>
                <a:lnTo>
                  <a:pt x="0" y="0"/>
                </a:lnTo>
                <a:lnTo>
                  <a:pt x="2" y="0"/>
                </a:lnTo>
              </a:path>
            </a:pathLst>
          </a:custGeom>
          <a:ln w="4680">
            <a:solidFill>
              <a:srgbClr val="4A4A4A"/>
            </a:solidFill>
            <a:round/>
          </a:ln>
        </p:spPr>
        <p:txBody>
          <a:bodyPr lIns="2160" tIns="-1080" rIns="2160" bIns="-108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038" name=""/>
          <p:cNvSpPr/>
          <p:nvPr/>
        </p:nvSpPr>
        <p:spPr>
          <a:xfrm>
            <a:off x="5121720" y="997920"/>
            <a:ext cx="1080" cy="720"/>
          </a:xfrm>
          <a:custGeom>
            <a:avLst/>
            <a:gdLst/>
            <a:ahLst/>
            <a:rect l="0" t="0" r="r" b="b"/>
            <a:pathLst>
              <a:path fill="none" w="3" h="2">
                <a:moveTo>
                  <a:pt x="1" y="2"/>
                </a:moveTo>
                <a:lnTo>
                  <a:pt x="3" y="2"/>
                </a:lnTo>
                <a:lnTo>
                  <a:pt x="1" y="2"/>
                </a:lnTo>
                <a:lnTo>
                  <a:pt x="0" y="2"/>
                </a:lnTo>
                <a:lnTo>
                  <a:pt x="0" y="0"/>
                </a:lnTo>
                <a:lnTo>
                  <a:pt x="1" y="2"/>
                </a:lnTo>
                <a:lnTo>
                  <a:pt x="1" y="0"/>
                </a:lnTo>
                <a:lnTo>
                  <a:pt x="1" y="2"/>
                </a:lnTo>
              </a:path>
            </a:pathLst>
          </a:custGeom>
          <a:ln w="4680">
            <a:solidFill>
              <a:srgbClr val="4A4A4A"/>
            </a:solidFill>
            <a:round/>
          </a:ln>
        </p:spPr>
        <p:txBody>
          <a:bodyPr lIns="2160" tIns="-1440" rIns="2160" bIns="-144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039" name=""/>
          <p:cNvSpPr/>
          <p:nvPr/>
        </p:nvSpPr>
        <p:spPr>
          <a:xfrm>
            <a:off x="5122440" y="997920"/>
            <a:ext cx="1440" cy="720"/>
          </a:xfrm>
          <a:custGeom>
            <a:avLst/>
            <a:gdLst/>
            <a:ahLst/>
            <a:rect l="0" t="0" r="r" b="b"/>
            <a:pathLst>
              <a:path fill="none" w="4" h="2">
                <a:moveTo>
                  <a:pt x="2" y="0"/>
                </a:moveTo>
                <a:lnTo>
                  <a:pt x="4" y="0"/>
                </a:lnTo>
                <a:lnTo>
                  <a:pt x="4" y="2"/>
                </a:lnTo>
                <a:lnTo>
                  <a:pt x="2" y="2"/>
                </a:lnTo>
                <a:lnTo>
                  <a:pt x="0" y="0"/>
                </a:lnTo>
                <a:lnTo>
                  <a:pt x="2" y="0"/>
                </a:lnTo>
              </a:path>
            </a:pathLst>
          </a:custGeom>
          <a:ln w="4680">
            <a:solidFill>
              <a:srgbClr val="4A4A4A"/>
            </a:solidFill>
            <a:round/>
          </a:ln>
        </p:spPr>
        <p:txBody>
          <a:bodyPr lIns="2160" tIns="-1440" rIns="2160" bIns="-144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040" name=""/>
          <p:cNvSpPr/>
          <p:nvPr/>
        </p:nvSpPr>
        <p:spPr>
          <a:xfrm>
            <a:off x="5107680" y="995760"/>
            <a:ext cx="1800" cy="720"/>
          </a:xfrm>
          <a:custGeom>
            <a:avLst/>
            <a:gdLst/>
            <a:ahLst/>
            <a:rect l="0" t="0" r="r" b="b"/>
            <a:pathLst>
              <a:path fill="none" w="5" h="2">
                <a:moveTo>
                  <a:pt x="2" y="0"/>
                </a:moveTo>
                <a:lnTo>
                  <a:pt x="3" y="0"/>
                </a:lnTo>
                <a:lnTo>
                  <a:pt x="5" y="0"/>
                </a:lnTo>
                <a:lnTo>
                  <a:pt x="5" y="2"/>
                </a:lnTo>
                <a:lnTo>
                  <a:pt x="3" y="2"/>
                </a:lnTo>
                <a:lnTo>
                  <a:pt x="3" y="0"/>
                </a:lnTo>
                <a:lnTo>
                  <a:pt x="2" y="0"/>
                </a:lnTo>
                <a:lnTo>
                  <a:pt x="0" y="0"/>
                </a:lnTo>
                <a:lnTo>
                  <a:pt x="2" y="0"/>
                </a:lnTo>
              </a:path>
            </a:pathLst>
          </a:custGeom>
          <a:ln w="4680">
            <a:solidFill>
              <a:srgbClr val="4A4A4A"/>
            </a:solidFill>
            <a:round/>
          </a:ln>
        </p:spPr>
        <p:txBody>
          <a:bodyPr lIns="2160" tIns="-1440" rIns="2160" bIns="-144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041" name=""/>
          <p:cNvSpPr/>
          <p:nvPr/>
        </p:nvSpPr>
        <p:spPr>
          <a:xfrm>
            <a:off x="5104080" y="995040"/>
            <a:ext cx="720" cy="720"/>
          </a:xfrm>
          <a:custGeom>
            <a:avLst/>
            <a:gdLst/>
            <a:ahLst/>
            <a:rect l="0" t="0" r="r" b="b"/>
            <a:pathLst>
              <a:path fill="none" w="2" h="2">
                <a:moveTo>
                  <a:pt x="2" y="2"/>
                </a:moveTo>
                <a:lnTo>
                  <a:pt x="0" y="2"/>
                </a:lnTo>
                <a:lnTo>
                  <a:pt x="2" y="2"/>
                </a:lnTo>
                <a:lnTo>
                  <a:pt x="2" y="0"/>
                </a:lnTo>
                <a:lnTo>
                  <a:pt x="2" y="2"/>
                </a:lnTo>
              </a:path>
            </a:pathLst>
          </a:custGeom>
          <a:ln w="4680">
            <a:solidFill>
              <a:srgbClr val="4A4A4A"/>
            </a:solidFill>
            <a:round/>
          </a:ln>
        </p:spPr>
        <p:txBody>
          <a:bodyPr lIns="2160" tIns="-1440" rIns="2160" bIns="-144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042" name=""/>
          <p:cNvSpPr/>
          <p:nvPr/>
        </p:nvSpPr>
        <p:spPr>
          <a:xfrm>
            <a:off x="5134320" y="994680"/>
            <a:ext cx="2880" cy="3600"/>
          </a:xfrm>
          <a:custGeom>
            <a:avLst/>
            <a:gdLst/>
            <a:ahLst/>
            <a:rect l="0" t="0" r="r" b="b"/>
            <a:pathLst>
              <a:path fill="none" w="8" h="10">
                <a:moveTo>
                  <a:pt x="5" y="2"/>
                </a:moveTo>
                <a:lnTo>
                  <a:pt x="6" y="2"/>
                </a:lnTo>
                <a:lnTo>
                  <a:pt x="7" y="2"/>
                </a:lnTo>
                <a:lnTo>
                  <a:pt x="6" y="3"/>
                </a:lnTo>
                <a:lnTo>
                  <a:pt x="7" y="3"/>
                </a:lnTo>
                <a:lnTo>
                  <a:pt x="7" y="4"/>
                </a:lnTo>
                <a:lnTo>
                  <a:pt x="7" y="3"/>
                </a:lnTo>
                <a:lnTo>
                  <a:pt x="7" y="4"/>
                </a:lnTo>
                <a:lnTo>
                  <a:pt x="8" y="4"/>
                </a:lnTo>
                <a:lnTo>
                  <a:pt x="8" y="6"/>
                </a:lnTo>
                <a:lnTo>
                  <a:pt x="7" y="6"/>
                </a:lnTo>
                <a:lnTo>
                  <a:pt x="7" y="7"/>
                </a:lnTo>
                <a:lnTo>
                  <a:pt x="6" y="8"/>
                </a:lnTo>
                <a:lnTo>
                  <a:pt x="5" y="8"/>
                </a:lnTo>
                <a:lnTo>
                  <a:pt x="5" y="9"/>
                </a:lnTo>
                <a:lnTo>
                  <a:pt x="5" y="10"/>
                </a:lnTo>
                <a:lnTo>
                  <a:pt x="4" y="10"/>
                </a:lnTo>
                <a:lnTo>
                  <a:pt x="2" y="10"/>
                </a:lnTo>
                <a:lnTo>
                  <a:pt x="2" y="9"/>
                </a:lnTo>
                <a:lnTo>
                  <a:pt x="1" y="9"/>
                </a:lnTo>
                <a:lnTo>
                  <a:pt x="1" y="8"/>
                </a:lnTo>
                <a:lnTo>
                  <a:pt x="2" y="7"/>
                </a:lnTo>
                <a:lnTo>
                  <a:pt x="2" y="6"/>
                </a:lnTo>
                <a:lnTo>
                  <a:pt x="2" y="4"/>
                </a:lnTo>
                <a:lnTo>
                  <a:pt x="4" y="6"/>
                </a:lnTo>
                <a:lnTo>
                  <a:pt x="5" y="7"/>
                </a:lnTo>
                <a:lnTo>
                  <a:pt x="5" y="6"/>
                </a:lnTo>
                <a:lnTo>
                  <a:pt x="4" y="4"/>
                </a:lnTo>
                <a:lnTo>
                  <a:pt x="4" y="3"/>
                </a:lnTo>
                <a:lnTo>
                  <a:pt x="2" y="3"/>
                </a:lnTo>
                <a:lnTo>
                  <a:pt x="1" y="3"/>
                </a:lnTo>
                <a:lnTo>
                  <a:pt x="0" y="3"/>
                </a:lnTo>
                <a:lnTo>
                  <a:pt x="1" y="2"/>
                </a:lnTo>
                <a:lnTo>
                  <a:pt x="0" y="2"/>
                </a:lnTo>
                <a:lnTo>
                  <a:pt x="1" y="2"/>
                </a:lnTo>
                <a:lnTo>
                  <a:pt x="2" y="2"/>
                </a:lnTo>
                <a:lnTo>
                  <a:pt x="4" y="2"/>
                </a:lnTo>
                <a:lnTo>
                  <a:pt x="5" y="1"/>
                </a:lnTo>
                <a:lnTo>
                  <a:pt x="4" y="0"/>
                </a:lnTo>
                <a:lnTo>
                  <a:pt x="5" y="0"/>
                </a:lnTo>
                <a:lnTo>
                  <a:pt x="5" y="1"/>
                </a:lnTo>
                <a:lnTo>
                  <a:pt x="5" y="2"/>
                </a:lnTo>
              </a:path>
            </a:pathLst>
          </a:custGeom>
          <a:ln w="4680">
            <a:solidFill>
              <a:srgbClr val="4A4A4A"/>
            </a:solidFill>
            <a:round/>
          </a:ln>
        </p:spPr>
        <p:txBody>
          <a:bodyPr lIns="2160" tIns="1440" rIns="2160" bIns="144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043" name=""/>
          <p:cNvSpPr/>
          <p:nvPr/>
        </p:nvSpPr>
        <p:spPr>
          <a:xfrm>
            <a:off x="5104800" y="993960"/>
            <a:ext cx="3240" cy="4320"/>
          </a:xfrm>
          <a:custGeom>
            <a:avLst/>
            <a:gdLst/>
            <a:ahLst/>
            <a:rect l="0" t="0" r="r" b="b"/>
            <a:pathLst>
              <a:path fill="none" w="9" h="12">
                <a:moveTo>
                  <a:pt x="9" y="1"/>
                </a:moveTo>
                <a:lnTo>
                  <a:pt x="7" y="1"/>
                </a:lnTo>
                <a:lnTo>
                  <a:pt x="6" y="2"/>
                </a:lnTo>
                <a:lnTo>
                  <a:pt x="6" y="3"/>
                </a:lnTo>
                <a:lnTo>
                  <a:pt x="6" y="5"/>
                </a:lnTo>
                <a:lnTo>
                  <a:pt x="7" y="5"/>
                </a:lnTo>
                <a:lnTo>
                  <a:pt x="7" y="6"/>
                </a:lnTo>
                <a:lnTo>
                  <a:pt x="9" y="6"/>
                </a:lnTo>
                <a:lnTo>
                  <a:pt x="9" y="7"/>
                </a:lnTo>
                <a:lnTo>
                  <a:pt x="9" y="8"/>
                </a:lnTo>
                <a:lnTo>
                  <a:pt x="7" y="8"/>
                </a:lnTo>
                <a:lnTo>
                  <a:pt x="6" y="8"/>
                </a:lnTo>
                <a:lnTo>
                  <a:pt x="7" y="8"/>
                </a:lnTo>
                <a:lnTo>
                  <a:pt x="6" y="8"/>
                </a:lnTo>
                <a:lnTo>
                  <a:pt x="7" y="8"/>
                </a:lnTo>
                <a:lnTo>
                  <a:pt x="7" y="7"/>
                </a:lnTo>
                <a:lnTo>
                  <a:pt x="6" y="7"/>
                </a:lnTo>
                <a:lnTo>
                  <a:pt x="5" y="7"/>
                </a:lnTo>
                <a:lnTo>
                  <a:pt x="5" y="8"/>
                </a:lnTo>
                <a:lnTo>
                  <a:pt x="5" y="9"/>
                </a:lnTo>
                <a:lnTo>
                  <a:pt x="5" y="10"/>
                </a:lnTo>
                <a:lnTo>
                  <a:pt x="4" y="10"/>
                </a:lnTo>
                <a:lnTo>
                  <a:pt x="4" y="11"/>
                </a:lnTo>
                <a:lnTo>
                  <a:pt x="3" y="12"/>
                </a:lnTo>
                <a:lnTo>
                  <a:pt x="3" y="11"/>
                </a:lnTo>
                <a:lnTo>
                  <a:pt x="2" y="11"/>
                </a:lnTo>
                <a:lnTo>
                  <a:pt x="2" y="10"/>
                </a:lnTo>
                <a:lnTo>
                  <a:pt x="1" y="10"/>
                </a:lnTo>
                <a:lnTo>
                  <a:pt x="1" y="9"/>
                </a:lnTo>
                <a:lnTo>
                  <a:pt x="0" y="9"/>
                </a:lnTo>
                <a:lnTo>
                  <a:pt x="1" y="8"/>
                </a:lnTo>
                <a:lnTo>
                  <a:pt x="0" y="8"/>
                </a:lnTo>
                <a:lnTo>
                  <a:pt x="0" y="7"/>
                </a:lnTo>
                <a:lnTo>
                  <a:pt x="1" y="7"/>
                </a:lnTo>
                <a:lnTo>
                  <a:pt x="2" y="6"/>
                </a:lnTo>
                <a:lnTo>
                  <a:pt x="2" y="5"/>
                </a:lnTo>
                <a:lnTo>
                  <a:pt x="3" y="5"/>
                </a:lnTo>
                <a:lnTo>
                  <a:pt x="2" y="3"/>
                </a:lnTo>
                <a:lnTo>
                  <a:pt x="4" y="3"/>
                </a:lnTo>
                <a:lnTo>
                  <a:pt x="5" y="3"/>
                </a:lnTo>
                <a:lnTo>
                  <a:pt x="5" y="2"/>
                </a:lnTo>
                <a:lnTo>
                  <a:pt x="6" y="2"/>
                </a:lnTo>
                <a:lnTo>
                  <a:pt x="5" y="2"/>
                </a:lnTo>
                <a:lnTo>
                  <a:pt x="5" y="1"/>
                </a:lnTo>
                <a:lnTo>
                  <a:pt x="6" y="1"/>
                </a:lnTo>
                <a:lnTo>
                  <a:pt x="7" y="1"/>
                </a:lnTo>
                <a:lnTo>
                  <a:pt x="7" y="0"/>
                </a:lnTo>
                <a:lnTo>
                  <a:pt x="9" y="0"/>
                </a:lnTo>
                <a:lnTo>
                  <a:pt x="9" y="1"/>
                </a:lnTo>
              </a:path>
            </a:pathLst>
          </a:custGeom>
          <a:ln w="4680">
            <a:solidFill>
              <a:srgbClr val="4A4A4A"/>
            </a:solidFill>
            <a:round/>
          </a:ln>
        </p:spPr>
        <p:txBody>
          <a:bodyPr lIns="2160" tIns="2160" rIns="2160" bIns="21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044" name=""/>
          <p:cNvSpPr/>
          <p:nvPr/>
        </p:nvSpPr>
        <p:spPr>
          <a:xfrm>
            <a:off x="5108040" y="992880"/>
            <a:ext cx="1440" cy="1080"/>
          </a:xfrm>
          <a:custGeom>
            <a:avLst/>
            <a:gdLst/>
            <a:ahLst/>
            <a:rect l="0" t="0" r="r" b="b"/>
            <a:pathLst>
              <a:path fill="none" w="4" h="3">
                <a:moveTo>
                  <a:pt x="4" y="2"/>
                </a:moveTo>
                <a:lnTo>
                  <a:pt x="4" y="3"/>
                </a:lnTo>
                <a:lnTo>
                  <a:pt x="2" y="3"/>
                </a:lnTo>
                <a:lnTo>
                  <a:pt x="2" y="2"/>
                </a:lnTo>
                <a:lnTo>
                  <a:pt x="2" y="3"/>
                </a:lnTo>
                <a:lnTo>
                  <a:pt x="1" y="3"/>
                </a:lnTo>
                <a:lnTo>
                  <a:pt x="0" y="3"/>
                </a:lnTo>
                <a:lnTo>
                  <a:pt x="0" y="2"/>
                </a:lnTo>
                <a:lnTo>
                  <a:pt x="1" y="2"/>
                </a:lnTo>
                <a:lnTo>
                  <a:pt x="1" y="0"/>
                </a:lnTo>
                <a:lnTo>
                  <a:pt x="2" y="0"/>
                </a:lnTo>
                <a:lnTo>
                  <a:pt x="2" y="2"/>
                </a:lnTo>
                <a:lnTo>
                  <a:pt x="4" y="2"/>
                </a:lnTo>
              </a:path>
            </a:pathLst>
          </a:custGeom>
          <a:ln w="4680">
            <a:solidFill>
              <a:srgbClr val="4A4A4A"/>
            </a:solidFill>
            <a:round/>
          </a:ln>
        </p:spPr>
        <p:txBody>
          <a:bodyPr lIns="2160" tIns="-1080" rIns="2160" bIns="-108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045" name=""/>
          <p:cNvSpPr/>
          <p:nvPr/>
        </p:nvSpPr>
        <p:spPr>
          <a:xfrm>
            <a:off x="5114160" y="992520"/>
            <a:ext cx="1080" cy="1080"/>
          </a:xfrm>
          <a:custGeom>
            <a:avLst/>
            <a:gdLst/>
            <a:ahLst/>
            <a:rect l="0" t="0" r="r" b="b"/>
            <a:pathLst>
              <a:path fill="none" w="3" h="3">
                <a:moveTo>
                  <a:pt x="3" y="0"/>
                </a:moveTo>
                <a:lnTo>
                  <a:pt x="3" y="1"/>
                </a:lnTo>
                <a:lnTo>
                  <a:pt x="2" y="1"/>
                </a:lnTo>
                <a:lnTo>
                  <a:pt x="2" y="3"/>
                </a:lnTo>
                <a:lnTo>
                  <a:pt x="0" y="3"/>
                </a:lnTo>
                <a:lnTo>
                  <a:pt x="2" y="3"/>
                </a:lnTo>
                <a:lnTo>
                  <a:pt x="0" y="3"/>
                </a:lnTo>
                <a:lnTo>
                  <a:pt x="0" y="1"/>
                </a:lnTo>
                <a:lnTo>
                  <a:pt x="0" y="3"/>
                </a:lnTo>
                <a:lnTo>
                  <a:pt x="0" y="1"/>
                </a:lnTo>
                <a:lnTo>
                  <a:pt x="0" y="0"/>
                </a:lnTo>
                <a:lnTo>
                  <a:pt x="2" y="0"/>
                </a:lnTo>
                <a:lnTo>
                  <a:pt x="2" y="1"/>
                </a:lnTo>
                <a:lnTo>
                  <a:pt x="2" y="0"/>
                </a:lnTo>
                <a:lnTo>
                  <a:pt x="3" y="0"/>
                </a:lnTo>
              </a:path>
            </a:pathLst>
          </a:custGeom>
          <a:ln w="4680">
            <a:solidFill>
              <a:srgbClr val="4A4A4A"/>
            </a:solidFill>
            <a:round/>
          </a:ln>
        </p:spPr>
        <p:txBody>
          <a:bodyPr lIns="2160" tIns="-1080" rIns="2160" bIns="-108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046" name=""/>
          <p:cNvSpPr/>
          <p:nvPr/>
        </p:nvSpPr>
        <p:spPr>
          <a:xfrm>
            <a:off x="5110560" y="992160"/>
            <a:ext cx="2160" cy="1800"/>
          </a:xfrm>
          <a:custGeom>
            <a:avLst/>
            <a:gdLst/>
            <a:ahLst/>
            <a:rect l="0" t="0" r="r" b="b"/>
            <a:pathLst>
              <a:path fill="none" w="6" h="5">
                <a:moveTo>
                  <a:pt x="6" y="2"/>
                </a:moveTo>
                <a:lnTo>
                  <a:pt x="6" y="3"/>
                </a:lnTo>
                <a:lnTo>
                  <a:pt x="5" y="3"/>
                </a:lnTo>
                <a:lnTo>
                  <a:pt x="3" y="3"/>
                </a:lnTo>
                <a:lnTo>
                  <a:pt x="3" y="5"/>
                </a:lnTo>
                <a:lnTo>
                  <a:pt x="3" y="3"/>
                </a:lnTo>
                <a:lnTo>
                  <a:pt x="1" y="3"/>
                </a:lnTo>
                <a:lnTo>
                  <a:pt x="0" y="3"/>
                </a:lnTo>
                <a:lnTo>
                  <a:pt x="0" y="2"/>
                </a:lnTo>
                <a:lnTo>
                  <a:pt x="1" y="2"/>
                </a:lnTo>
                <a:lnTo>
                  <a:pt x="3" y="2"/>
                </a:lnTo>
                <a:lnTo>
                  <a:pt x="4" y="2"/>
                </a:lnTo>
                <a:lnTo>
                  <a:pt x="5" y="2"/>
                </a:lnTo>
                <a:lnTo>
                  <a:pt x="6" y="0"/>
                </a:lnTo>
                <a:lnTo>
                  <a:pt x="6" y="2"/>
                </a:lnTo>
              </a:path>
            </a:pathLst>
          </a:custGeom>
          <a:ln w="4680">
            <a:solidFill>
              <a:srgbClr val="4A4A4A"/>
            </a:solidFill>
            <a:round/>
          </a:ln>
        </p:spPr>
        <p:txBody>
          <a:bodyPr lIns="2160" tIns="-360" rIns="2160" bIns="-3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047" name=""/>
          <p:cNvSpPr/>
          <p:nvPr/>
        </p:nvSpPr>
        <p:spPr>
          <a:xfrm>
            <a:off x="5103000" y="991800"/>
            <a:ext cx="1080" cy="1440"/>
          </a:xfrm>
          <a:custGeom>
            <a:avLst/>
            <a:gdLst/>
            <a:ahLst/>
            <a:rect l="0" t="0" r="r" b="b"/>
            <a:pathLst>
              <a:path fill="none" w="3" h="4">
                <a:moveTo>
                  <a:pt x="1" y="0"/>
                </a:moveTo>
                <a:lnTo>
                  <a:pt x="3" y="0"/>
                </a:lnTo>
                <a:lnTo>
                  <a:pt x="3" y="2"/>
                </a:lnTo>
                <a:lnTo>
                  <a:pt x="1" y="2"/>
                </a:lnTo>
                <a:lnTo>
                  <a:pt x="1" y="4"/>
                </a:lnTo>
                <a:lnTo>
                  <a:pt x="1" y="2"/>
                </a:lnTo>
                <a:lnTo>
                  <a:pt x="0" y="2"/>
                </a:lnTo>
                <a:lnTo>
                  <a:pt x="0" y="0"/>
                </a:lnTo>
                <a:lnTo>
                  <a:pt x="1" y="0"/>
                </a:lnTo>
              </a:path>
            </a:pathLst>
          </a:custGeom>
          <a:ln w="4680">
            <a:solidFill>
              <a:srgbClr val="4A4A4A"/>
            </a:solidFill>
            <a:round/>
          </a:ln>
        </p:spPr>
        <p:txBody>
          <a:bodyPr lIns="2160" tIns="-720" rIns="2160" bIns="-7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048" name=""/>
          <p:cNvSpPr/>
          <p:nvPr/>
        </p:nvSpPr>
        <p:spPr>
          <a:xfrm>
            <a:off x="5107680" y="991440"/>
            <a:ext cx="1800" cy="1440"/>
          </a:xfrm>
          <a:custGeom>
            <a:avLst/>
            <a:gdLst/>
            <a:ahLst/>
            <a:rect l="0" t="0" r="r" b="b"/>
            <a:pathLst>
              <a:path fill="none" w="5" h="4">
                <a:moveTo>
                  <a:pt x="3" y="0"/>
                </a:moveTo>
                <a:lnTo>
                  <a:pt x="3" y="2"/>
                </a:lnTo>
                <a:lnTo>
                  <a:pt x="4" y="0"/>
                </a:lnTo>
                <a:lnTo>
                  <a:pt x="4" y="2"/>
                </a:lnTo>
                <a:lnTo>
                  <a:pt x="5" y="2"/>
                </a:lnTo>
                <a:lnTo>
                  <a:pt x="4" y="2"/>
                </a:lnTo>
                <a:lnTo>
                  <a:pt x="4" y="4"/>
                </a:lnTo>
                <a:lnTo>
                  <a:pt x="4" y="2"/>
                </a:lnTo>
                <a:lnTo>
                  <a:pt x="3" y="2"/>
                </a:lnTo>
                <a:lnTo>
                  <a:pt x="1" y="2"/>
                </a:lnTo>
                <a:lnTo>
                  <a:pt x="1" y="0"/>
                </a:lnTo>
                <a:lnTo>
                  <a:pt x="0" y="0"/>
                </a:lnTo>
                <a:lnTo>
                  <a:pt x="0" y="2"/>
                </a:lnTo>
                <a:lnTo>
                  <a:pt x="0" y="0"/>
                </a:lnTo>
                <a:lnTo>
                  <a:pt x="1" y="0"/>
                </a:lnTo>
                <a:lnTo>
                  <a:pt x="3" y="0"/>
                </a:lnTo>
              </a:path>
            </a:pathLst>
          </a:custGeom>
          <a:ln w="4680">
            <a:solidFill>
              <a:srgbClr val="4A4A4A"/>
            </a:solidFill>
            <a:round/>
          </a:ln>
        </p:spPr>
        <p:txBody>
          <a:bodyPr lIns="2160" tIns="-720" rIns="2160" bIns="-7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049" name=""/>
          <p:cNvSpPr/>
          <p:nvPr/>
        </p:nvSpPr>
        <p:spPr>
          <a:xfrm>
            <a:off x="5120280" y="991080"/>
            <a:ext cx="1800" cy="720"/>
          </a:xfrm>
          <a:custGeom>
            <a:avLst/>
            <a:gdLst/>
            <a:ahLst/>
            <a:rect l="0" t="0" r="r" b="b"/>
            <a:pathLst>
              <a:path fill="none" w="5" h="2">
                <a:moveTo>
                  <a:pt x="4" y="0"/>
                </a:moveTo>
                <a:lnTo>
                  <a:pt x="3" y="0"/>
                </a:lnTo>
                <a:lnTo>
                  <a:pt x="3" y="2"/>
                </a:lnTo>
                <a:lnTo>
                  <a:pt x="1" y="2"/>
                </a:lnTo>
                <a:lnTo>
                  <a:pt x="0" y="2"/>
                </a:lnTo>
                <a:lnTo>
                  <a:pt x="0" y="0"/>
                </a:lnTo>
                <a:lnTo>
                  <a:pt x="1" y="0"/>
                </a:lnTo>
                <a:lnTo>
                  <a:pt x="3" y="0"/>
                </a:lnTo>
                <a:lnTo>
                  <a:pt x="4" y="0"/>
                </a:lnTo>
                <a:lnTo>
                  <a:pt x="5" y="0"/>
                </a:lnTo>
                <a:lnTo>
                  <a:pt x="4" y="0"/>
                </a:lnTo>
              </a:path>
            </a:pathLst>
          </a:custGeom>
          <a:ln w="4680">
            <a:solidFill>
              <a:srgbClr val="4A4A4A"/>
            </a:solidFill>
            <a:round/>
          </a:ln>
        </p:spPr>
        <p:txBody>
          <a:bodyPr lIns="2160" tIns="-1440" rIns="2160" bIns="-144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050" name=""/>
          <p:cNvSpPr/>
          <p:nvPr/>
        </p:nvSpPr>
        <p:spPr>
          <a:xfrm>
            <a:off x="5115240" y="990360"/>
            <a:ext cx="4680" cy="2880"/>
          </a:xfrm>
          <a:custGeom>
            <a:avLst/>
            <a:gdLst/>
            <a:ahLst/>
            <a:rect l="0" t="0" r="r" b="b"/>
            <a:pathLst>
              <a:path fill="none" w="13" h="8">
                <a:moveTo>
                  <a:pt x="12" y="1"/>
                </a:moveTo>
                <a:lnTo>
                  <a:pt x="12" y="2"/>
                </a:lnTo>
                <a:lnTo>
                  <a:pt x="13" y="2"/>
                </a:lnTo>
                <a:lnTo>
                  <a:pt x="12" y="3"/>
                </a:lnTo>
                <a:lnTo>
                  <a:pt x="11" y="4"/>
                </a:lnTo>
                <a:lnTo>
                  <a:pt x="11" y="3"/>
                </a:lnTo>
                <a:lnTo>
                  <a:pt x="11" y="4"/>
                </a:lnTo>
                <a:lnTo>
                  <a:pt x="11" y="5"/>
                </a:lnTo>
                <a:lnTo>
                  <a:pt x="10" y="5"/>
                </a:lnTo>
                <a:lnTo>
                  <a:pt x="8" y="5"/>
                </a:lnTo>
                <a:lnTo>
                  <a:pt x="8" y="7"/>
                </a:lnTo>
                <a:lnTo>
                  <a:pt x="7" y="8"/>
                </a:lnTo>
                <a:lnTo>
                  <a:pt x="7" y="7"/>
                </a:lnTo>
                <a:lnTo>
                  <a:pt x="7" y="5"/>
                </a:lnTo>
                <a:lnTo>
                  <a:pt x="8" y="4"/>
                </a:lnTo>
                <a:lnTo>
                  <a:pt x="8" y="3"/>
                </a:lnTo>
                <a:lnTo>
                  <a:pt x="7" y="3"/>
                </a:lnTo>
                <a:lnTo>
                  <a:pt x="6" y="3"/>
                </a:lnTo>
                <a:lnTo>
                  <a:pt x="5" y="3"/>
                </a:lnTo>
                <a:lnTo>
                  <a:pt x="4" y="3"/>
                </a:lnTo>
                <a:lnTo>
                  <a:pt x="4" y="4"/>
                </a:lnTo>
                <a:lnTo>
                  <a:pt x="3" y="4"/>
                </a:lnTo>
                <a:lnTo>
                  <a:pt x="2" y="4"/>
                </a:lnTo>
                <a:lnTo>
                  <a:pt x="2" y="5"/>
                </a:lnTo>
                <a:lnTo>
                  <a:pt x="1" y="5"/>
                </a:lnTo>
                <a:lnTo>
                  <a:pt x="0" y="5"/>
                </a:lnTo>
                <a:lnTo>
                  <a:pt x="0" y="4"/>
                </a:lnTo>
                <a:lnTo>
                  <a:pt x="1" y="3"/>
                </a:lnTo>
                <a:lnTo>
                  <a:pt x="2" y="3"/>
                </a:lnTo>
                <a:lnTo>
                  <a:pt x="3" y="3"/>
                </a:lnTo>
                <a:lnTo>
                  <a:pt x="3" y="2"/>
                </a:lnTo>
                <a:lnTo>
                  <a:pt x="4" y="2"/>
                </a:lnTo>
                <a:lnTo>
                  <a:pt x="5" y="2"/>
                </a:lnTo>
                <a:lnTo>
                  <a:pt x="7" y="1"/>
                </a:lnTo>
                <a:lnTo>
                  <a:pt x="8" y="1"/>
                </a:lnTo>
                <a:lnTo>
                  <a:pt x="10" y="2"/>
                </a:lnTo>
                <a:lnTo>
                  <a:pt x="10" y="1"/>
                </a:lnTo>
                <a:lnTo>
                  <a:pt x="11" y="1"/>
                </a:lnTo>
                <a:lnTo>
                  <a:pt x="11" y="0"/>
                </a:lnTo>
                <a:lnTo>
                  <a:pt x="11" y="1"/>
                </a:lnTo>
                <a:lnTo>
                  <a:pt x="12" y="1"/>
                </a:lnTo>
              </a:path>
            </a:pathLst>
          </a:custGeom>
          <a:ln w="4680">
            <a:solidFill>
              <a:srgbClr val="4A4A4A"/>
            </a:solidFill>
            <a:round/>
          </a:ln>
        </p:spPr>
        <p:txBody>
          <a:bodyPr lIns="2160" tIns="720" rIns="2160" bIns="7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051" name=""/>
          <p:cNvSpPr/>
          <p:nvPr/>
        </p:nvSpPr>
        <p:spPr>
          <a:xfrm>
            <a:off x="5110200" y="988920"/>
            <a:ext cx="7200" cy="2520"/>
          </a:xfrm>
          <a:custGeom>
            <a:avLst/>
            <a:gdLst/>
            <a:ahLst/>
            <a:rect l="0" t="0" r="r" b="b"/>
            <a:pathLst>
              <a:path fill="none" w="20" h="7">
                <a:moveTo>
                  <a:pt x="5" y="1"/>
                </a:moveTo>
                <a:lnTo>
                  <a:pt x="4" y="1"/>
                </a:lnTo>
                <a:lnTo>
                  <a:pt x="4" y="2"/>
                </a:lnTo>
                <a:lnTo>
                  <a:pt x="5" y="2"/>
                </a:lnTo>
                <a:lnTo>
                  <a:pt x="5" y="3"/>
                </a:lnTo>
                <a:lnTo>
                  <a:pt x="6" y="3"/>
                </a:lnTo>
                <a:lnTo>
                  <a:pt x="6" y="2"/>
                </a:lnTo>
                <a:lnTo>
                  <a:pt x="5" y="2"/>
                </a:lnTo>
                <a:lnTo>
                  <a:pt x="6" y="1"/>
                </a:lnTo>
                <a:lnTo>
                  <a:pt x="7" y="2"/>
                </a:lnTo>
                <a:lnTo>
                  <a:pt x="9" y="3"/>
                </a:lnTo>
                <a:lnTo>
                  <a:pt x="10" y="3"/>
                </a:lnTo>
                <a:lnTo>
                  <a:pt x="11" y="3"/>
                </a:lnTo>
                <a:lnTo>
                  <a:pt x="12" y="3"/>
                </a:lnTo>
                <a:lnTo>
                  <a:pt x="13" y="2"/>
                </a:lnTo>
                <a:lnTo>
                  <a:pt x="14" y="2"/>
                </a:lnTo>
                <a:lnTo>
                  <a:pt x="14" y="1"/>
                </a:lnTo>
                <a:lnTo>
                  <a:pt x="15" y="1"/>
                </a:lnTo>
                <a:lnTo>
                  <a:pt x="16" y="2"/>
                </a:lnTo>
                <a:lnTo>
                  <a:pt x="17" y="2"/>
                </a:lnTo>
                <a:lnTo>
                  <a:pt x="17" y="3"/>
                </a:lnTo>
                <a:lnTo>
                  <a:pt x="18" y="3"/>
                </a:lnTo>
                <a:lnTo>
                  <a:pt x="18" y="2"/>
                </a:lnTo>
                <a:lnTo>
                  <a:pt x="18" y="3"/>
                </a:lnTo>
                <a:lnTo>
                  <a:pt x="19" y="3"/>
                </a:lnTo>
                <a:lnTo>
                  <a:pt x="20" y="3"/>
                </a:lnTo>
                <a:lnTo>
                  <a:pt x="20" y="2"/>
                </a:lnTo>
                <a:lnTo>
                  <a:pt x="20" y="3"/>
                </a:lnTo>
                <a:lnTo>
                  <a:pt x="19" y="3"/>
                </a:lnTo>
                <a:lnTo>
                  <a:pt x="19" y="5"/>
                </a:lnTo>
                <a:lnTo>
                  <a:pt x="18" y="5"/>
                </a:lnTo>
                <a:lnTo>
                  <a:pt x="18" y="6"/>
                </a:lnTo>
                <a:lnTo>
                  <a:pt x="18" y="5"/>
                </a:lnTo>
                <a:lnTo>
                  <a:pt x="17" y="5"/>
                </a:lnTo>
                <a:lnTo>
                  <a:pt x="16" y="5"/>
                </a:lnTo>
                <a:lnTo>
                  <a:pt x="15" y="5"/>
                </a:lnTo>
                <a:lnTo>
                  <a:pt x="14" y="5"/>
                </a:lnTo>
                <a:lnTo>
                  <a:pt x="13" y="5"/>
                </a:lnTo>
                <a:lnTo>
                  <a:pt x="12" y="5"/>
                </a:lnTo>
                <a:lnTo>
                  <a:pt x="10" y="5"/>
                </a:lnTo>
                <a:lnTo>
                  <a:pt x="10" y="6"/>
                </a:lnTo>
                <a:lnTo>
                  <a:pt x="11" y="6"/>
                </a:lnTo>
                <a:lnTo>
                  <a:pt x="10" y="6"/>
                </a:lnTo>
                <a:lnTo>
                  <a:pt x="10" y="7"/>
                </a:lnTo>
                <a:lnTo>
                  <a:pt x="9" y="7"/>
                </a:lnTo>
                <a:lnTo>
                  <a:pt x="9" y="6"/>
                </a:lnTo>
                <a:lnTo>
                  <a:pt x="9" y="5"/>
                </a:lnTo>
                <a:lnTo>
                  <a:pt x="7" y="5"/>
                </a:lnTo>
                <a:lnTo>
                  <a:pt x="6" y="5"/>
                </a:lnTo>
                <a:lnTo>
                  <a:pt x="5" y="5"/>
                </a:lnTo>
                <a:lnTo>
                  <a:pt x="4" y="5"/>
                </a:lnTo>
                <a:lnTo>
                  <a:pt x="4" y="3"/>
                </a:lnTo>
                <a:lnTo>
                  <a:pt x="3" y="3"/>
                </a:lnTo>
                <a:lnTo>
                  <a:pt x="1" y="3"/>
                </a:lnTo>
                <a:lnTo>
                  <a:pt x="0" y="3"/>
                </a:lnTo>
                <a:lnTo>
                  <a:pt x="0" y="2"/>
                </a:lnTo>
                <a:lnTo>
                  <a:pt x="1" y="2"/>
                </a:lnTo>
                <a:lnTo>
                  <a:pt x="1" y="1"/>
                </a:lnTo>
                <a:lnTo>
                  <a:pt x="2" y="1"/>
                </a:lnTo>
                <a:lnTo>
                  <a:pt x="2" y="2"/>
                </a:lnTo>
                <a:lnTo>
                  <a:pt x="3" y="2"/>
                </a:lnTo>
                <a:lnTo>
                  <a:pt x="3" y="1"/>
                </a:lnTo>
                <a:lnTo>
                  <a:pt x="4" y="1"/>
                </a:lnTo>
                <a:lnTo>
                  <a:pt x="4" y="0"/>
                </a:lnTo>
                <a:lnTo>
                  <a:pt x="4" y="1"/>
                </a:lnTo>
                <a:lnTo>
                  <a:pt x="5" y="1"/>
                </a:lnTo>
              </a:path>
            </a:pathLst>
          </a:custGeom>
          <a:ln w="4680">
            <a:solidFill>
              <a:srgbClr val="4A4A4A"/>
            </a:solidFill>
            <a:round/>
          </a:ln>
        </p:spPr>
        <p:txBody>
          <a:bodyPr lIns="2160" tIns="360" rIns="2160" bIns="3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052" name=""/>
          <p:cNvSpPr/>
          <p:nvPr/>
        </p:nvSpPr>
        <p:spPr>
          <a:xfrm>
            <a:off x="5103720" y="988560"/>
            <a:ext cx="1440" cy="1080"/>
          </a:xfrm>
          <a:custGeom>
            <a:avLst/>
            <a:gdLst/>
            <a:ahLst/>
            <a:rect l="0" t="0" r="r" b="b"/>
            <a:pathLst>
              <a:path fill="none" w="4" h="3">
                <a:moveTo>
                  <a:pt x="2" y="0"/>
                </a:moveTo>
                <a:lnTo>
                  <a:pt x="4" y="0"/>
                </a:lnTo>
                <a:lnTo>
                  <a:pt x="4" y="2"/>
                </a:lnTo>
                <a:lnTo>
                  <a:pt x="4" y="3"/>
                </a:lnTo>
                <a:lnTo>
                  <a:pt x="2" y="3"/>
                </a:lnTo>
                <a:lnTo>
                  <a:pt x="2" y="2"/>
                </a:lnTo>
                <a:lnTo>
                  <a:pt x="2" y="3"/>
                </a:lnTo>
                <a:lnTo>
                  <a:pt x="1" y="3"/>
                </a:lnTo>
                <a:lnTo>
                  <a:pt x="0" y="3"/>
                </a:lnTo>
                <a:lnTo>
                  <a:pt x="0" y="0"/>
                </a:lnTo>
                <a:lnTo>
                  <a:pt x="1" y="0"/>
                </a:lnTo>
                <a:lnTo>
                  <a:pt x="1" y="2"/>
                </a:lnTo>
                <a:lnTo>
                  <a:pt x="1" y="0"/>
                </a:lnTo>
                <a:lnTo>
                  <a:pt x="2" y="0"/>
                </a:lnTo>
              </a:path>
            </a:pathLst>
          </a:custGeom>
          <a:ln w="4680">
            <a:solidFill>
              <a:srgbClr val="4A4A4A"/>
            </a:solidFill>
            <a:round/>
          </a:ln>
        </p:spPr>
        <p:txBody>
          <a:bodyPr lIns="2160" tIns="-1080" rIns="2160" bIns="-108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053" name=""/>
          <p:cNvSpPr/>
          <p:nvPr/>
        </p:nvSpPr>
        <p:spPr>
          <a:xfrm>
            <a:off x="5127480" y="988200"/>
            <a:ext cx="1440" cy="1440"/>
          </a:xfrm>
          <a:custGeom>
            <a:avLst/>
            <a:gdLst/>
            <a:ahLst/>
            <a:rect l="0" t="0" r="r" b="b"/>
            <a:pathLst>
              <a:path fill="none" w="4" h="4">
                <a:moveTo>
                  <a:pt x="4" y="0"/>
                </a:moveTo>
                <a:lnTo>
                  <a:pt x="3" y="0"/>
                </a:lnTo>
                <a:lnTo>
                  <a:pt x="3" y="2"/>
                </a:lnTo>
                <a:lnTo>
                  <a:pt x="3" y="4"/>
                </a:lnTo>
                <a:lnTo>
                  <a:pt x="3" y="2"/>
                </a:lnTo>
                <a:lnTo>
                  <a:pt x="1" y="2"/>
                </a:lnTo>
                <a:lnTo>
                  <a:pt x="0" y="2"/>
                </a:lnTo>
                <a:lnTo>
                  <a:pt x="1" y="2"/>
                </a:lnTo>
                <a:lnTo>
                  <a:pt x="1" y="0"/>
                </a:lnTo>
                <a:lnTo>
                  <a:pt x="3" y="0"/>
                </a:lnTo>
                <a:lnTo>
                  <a:pt x="4" y="0"/>
                </a:lnTo>
              </a:path>
            </a:pathLst>
          </a:custGeom>
          <a:ln w="4680">
            <a:solidFill>
              <a:srgbClr val="4A4A4A"/>
            </a:solidFill>
            <a:round/>
          </a:ln>
        </p:spPr>
        <p:txBody>
          <a:bodyPr lIns="2160" tIns="-720" rIns="2160" bIns="-7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054" name=""/>
          <p:cNvSpPr/>
          <p:nvPr/>
        </p:nvSpPr>
        <p:spPr>
          <a:xfrm>
            <a:off x="5128200" y="978840"/>
            <a:ext cx="2160" cy="1440"/>
          </a:xfrm>
          <a:custGeom>
            <a:avLst/>
            <a:gdLst/>
            <a:ahLst/>
            <a:rect l="0" t="0" r="r" b="b"/>
            <a:pathLst>
              <a:path fill="none" w="6" h="4">
                <a:moveTo>
                  <a:pt x="1" y="0"/>
                </a:moveTo>
                <a:lnTo>
                  <a:pt x="2" y="0"/>
                </a:lnTo>
                <a:lnTo>
                  <a:pt x="2" y="2"/>
                </a:lnTo>
                <a:lnTo>
                  <a:pt x="2" y="0"/>
                </a:lnTo>
                <a:lnTo>
                  <a:pt x="4" y="0"/>
                </a:lnTo>
                <a:lnTo>
                  <a:pt x="5" y="0"/>
                </a:lnTo>
                <a:lnTo>
                  <a:pt x="5" y="2"/>
                </a:lnTo>
                <a:lnTo>
                  <a:pt x="6" y="2"/>
                </a:lnTo>
                <a:lnTo>
                  <a:pt x="5" y="2"/>
                </a:lnTo>
                <a:lnTo>
                  <a:pt x="4" y="2"/>
                </a:lnTo>
                <a:lnTo>
                  <a:pt x="4" y="3"/>
                </a:lnTo>
                <a:lnTo>
                  <a:pt x="5" y="4"/>
                </a:lnTo>
                <a:lnTo>
                  <a:pt x="4" y="4"/>
                </a:lnTo>
                <a:lnTo>
                  <a:pt x="2" y="4"/>
                </a:lnTo>
                <a:lnTo>
                  <a:pt x="2" y="3"/>
                </a:lnTo>
                <a:lnTo>
                  <a:pt x="2" y="4"/>
                </a:lnTo>
                <a:lnTo>
                  <a:pt x="1" y="3"/>
                </a:lnTo>
                <a:lnTo>
                  <a:pt x="0" y="3"/>
                </a:lnTo>
                <a:lnTo>
                  <a:pt x="0" y="2"/>
                </a:lnTo>
                <a:lnTo>
                  <a:pt x="0" y="0"/>
                </a:lnTo>
                <a:lnTo>
                  <a:pt x="1" y="0"/>
                </a:lnTo>
              </a:path>
            </a:pathLst>
          </a:custGeom>
          <a:ln w="4680">
            <a:solidFill>
              <a:srgbClr val="4A4A4A"/>
            </a:solidFill>
            <a:round/>
          </a:ln>
        </p:spPr>
        <p:txBody>
          <a:bodyPr lIns="2160" tIns="-720" rIns="2160" bIns="-7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055" name=""/>
          <p:cNvSpPr/>
          <p:nvPr/>
        </p:nvSpPr>
        <p:spPr>
          <a:xfrm>
            <a:off x="5127840" y="976320"/>
            <a:ext cx="720" cy="1800"/>
          </a:xfrm>
          <a:custGeom>
            <a:avLst/>
            <a:gdLst/>
            <a:ahLst/>
            <a:rect l="0" t="0" r="r" b="b"/>
            <a:pathLst>
              <a:path fill="none" w="2" h="5">
                <a:moveTo>
                  <a:pt x="2" y="2"/>
                </a:moveTo>
                <a:lnTo>
                  <a:pt x="2" y="3"/>
                </a:lnTo>
                <a:lnTo>
                  <a:pt x="2" y="5"/>
                </a:lnTo>
                <a:lnTo>
                  <a:pt x="0" y="3"/>
                </a:lnTo>
                <a:lnTo>
                  <a:pt x="0" y="2"/>
                </a:lnTo>
                <a:lnTo>
                  <a:pt x="0" y="0"/>
                </a:lnTo>
                <a:lnTo>
                  <a:pt x="2" y="0"/>
                </a:lnTo>
                <a:lnTo>
                  <a:pt x="2" y="2"/>
                </a:lnTo>
              </a:path>
            </a:pathLst>
          </a:custGeom>
          <a:ln w="4680">
            <a:solidFill>
              <a:srgbClr val="4A4A4A"/>
            </a:solidFill>
            <a:round/>
          </a:ln>
        </p:spPr>
        <p:txBody>
          <a:bodyPr lIns="2160" tIns="-360" rIns="2160" bIns="-3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056" name=""/>
          <p:cNvSpPr/>
          <p:nvPr/>
        </p:nvSpPr>
        <p:spPr>
          <a:xfrm>
            <a:off x="5129280" y="975960"/>
            <a:ext cx="360" cy="360"/>
          </a:xfrm>
          <a:custGeom>
            <a:avLst/>
            <a:gdLst/>
            <a:ahLst/>
            <a:rect l="0" t="0" r="r" b="b"/>
            <a:pathLst>
              <a:path fill="none" w="1" h="1">
                <a:moveTo>
                  <a:pt x="1" y="0"/>
                </a:moveTo>
                <a:lnTo>
                  <a:pt x="1" y="1"/>
                </a:lnTo>
                <a:lnTo>
                  <a:pt x="0" y="1"/>
                </a:lnTo>
                <a:lnTo>
                  <a:pt x="0" y="0"/>
                </a:lnTo>
                <a:lnTo>
                  <a:pt x="1" y="0"/>
                </a:lnTo>
              </a:path>
            </a:pathLst>
          </a:custGeom>
          <a:ln w="4680">
            <a:solidFill>
              <a:srgbClr val="4A4A4A"/>
            </a:solidFill>
            <a:round/>
          </a:ln>
        </p:spPr>
        <p:txBody>
          <a:bodyPr lIns="2160" tIns="-1800" rIns="2160" bIns="-180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057" name=""/>
          <p:cNvSpPr/>
          <p:nvPr/>
        </p:nvSpPr>
        <p:spPr>
          <a:xfrm>
            <a:off x="5123880" y="974520"/>
            <a:ext cx="3240" cy="3240"/>
          </a:xfrm>
          <a:custGeom>
            <a:avLst/>
            <a:gdLst/>
            <a:ahLst/>
            <a:rect l="0" t="0" r="r" b="b"/>
            <a:pathLst>
              <a:path fill="none" w="9" h="9">
                <a:moveTo>
                  <a:pt x="4" y="1"/>
                </a:moveTo>
                <a:lnTo>
                  <a:pt x="5" y="1"/>
                </a:lnTo>
                <a:lnTo>
                  <a:pt x="6" y="1"/>
                </a:lnTo>
                <a:lnTo>
                  <a:pt x="6" y="0"/>
                </a:lnTo>
                <a:lnTo>
                  <a:pt x="6" y="1"/>
                </a:lnTo>
                <a:lnTo>
                  <a:pt x="7" y="1"/>
                </a:lnTo>
                <a:lnTo>
                  <a:pt x="8" y="1"/>
                </a:lnTo>
                <a:lnTo>
                  <a:pt x="8" y="2"/>
                </a:lnTo>
                <a:lnTo>
                  <a:pt x="9" y="2"/>
                </a:lnTo>
                <a:lnTo>
                  <a:pt x="9" y="3"/>
                </a:lnTo>
                <a:lnTo>
                  <a:pt x="9" y="4"/>
                </a:lnTo>
                <a:lnTo>
                  <a:pt x="8" y="4"/>
                </a:lnTo>
                <a:lnTo>
                  <a:pt x="8" y="5"/>
                </a:lnTo>
                <a:lnTo>
                  <a:pt x="8" y="7"/>
                </a:lnTo>
                <a:lnTo>
                  <a:pt x="7" y="8"/>
                </a:lnTo>
                <a:lnTo>
                  <a:pt x="7" y="9"/>
                </a:lnTo>
                <a:lnTo>
                  <a:pt x="6" y="9"/>
                </a:lnTo>
                <a:lnTo>
                  <a:pt x="5" y="9"/>
                </a:lnTo>
                <a:lnTo>
                  <a:pt x="4" y="9"/>
                </a:lnTo>
                <a:lnTo>
                  <a:pt x="4" y="8"/>
                </a:lnTo>
                <a:lnTo>
                  <a:pt x="2" y="7"/>
                </a:lnTo>
                <a:lnTo>
                  <a:pt x="2" y="5"/>
                </a:lnTo>
                <a:lnTo>
                  <a:pt x="1" y="5"/>
                </a:lnTo>
                <a:lnTo>
                  <a:pt x="0" y="7"/>
                </a:lnTo>
                <a:lnTo>
                  <a:pt x="0" y="5"/>
                </a:lnTo>
                <a:lnTo>
                  <a:pt x="0" y="4"/>
                </a:lnTo>
                <a:lnTo>
                  <a:pt x="1" y="4"/>
                </a:lnTo>
                <a:lnTo>
                  <a:pt x="1" y="3"/>
                </a:lnTo>
                <a:lnTo>
                  <a:pt x="1" y="2"/>
                </a:lnTo>
                <a:lnTo>
                  <a:pt x="2" y="1"/>
                </a:lnTo>
                <a:lnTo>
                  <a:pt x="2" y="0"/>
                </a:lnTo>
                <a:lnTo>
                  <a:pt x="2" y="1"/>
                </a:lnTo>
                <a:lnTo>
                  <a:pt x="4" y="1"/>
                </a:lnTo>
              </a:path>
            </a:pathLst>
          </a:custGeom>
          <a:ln w="4680">
            <a:solidFill>
              <a:srgbClr val="4A4A4A"/>
            </a:solidFill>
            <a:round/>
          </a:ln>
        </p:spPr>
        <p:txBody>
          <a:bodyPr lIns="2160" tIns="1080" rIns="2160" bIns="108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058" name=""/>
          <p:cNvSpPr/>
          <p:nvPr/>
        </p:nvSpPr>
        <p:spPr>
          <a:xfrm>
            <a:off x="5125680" y="970200"/>
            <a:ext cx="720" cy="0"/>
          </a:xfrm>
          <a:custGeom>
            <a:avLst/>
            <a:gdLst/>
            <a:ahLst/>
            <a:rect l="0" t="0" r="r" b="b"/>
            <a:pathLst>
              <a:path fill="none" w="2" h="0">
                <a:moveTo>
                  <a:pt x="1" y="0"/>
                </a:moveTo>
                <a:lnTo>
                  <a:pt x="2" y="0"/>
                </a:lnTo>
                <a:lnTo>
                  <a:pt x="1" y="0"/>
                </a:lnTo>
                <a:lnTo>
                  <a:pt x="0" y="0"/>
                </a:lnTo>
                <a:lnTo>
                  <a:pt x="1" y="0"/>
                </a:lnTo>
              </a:path>
            </a:pathLst>
          </a:custGeom>
          <a:ln w="4680">
            <a:solidFill>
              <a:srgbClr val="4A4A4A"/>
            </a:solidFill>
            <a:round/>
          </a:ln>
        </p:spPr>
        <p:txBody>
          <a:bodyPr lIns="2160" tIns="-2160" rIns="2160" bIns="-21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059" name=""/>
          <p:cNvSpPr/>
          <p:nvPr/>
        </p:nvSpPr>
        <p:spPr>
          <a:xfrm>
            <a:off x="5148360" y="960120"/>
            <a:ext cx="2520" cy="1440"/>
          </a:xfrm>
          <a:custGeom>
            <a:avLst/>
            <a:gdLst/>
            <a:ahLst/>
            <a:rect l="0" t="0" r="r" b="b"/>
            <a:pathLst>
              <a:path fill="none" w="7" h="4">
                <a:moveTo>
                  <a:pt x="5" y="1"/>
                </a:moveTo>
                <a:lnTo>
                  <a:pt x="7" y="1"/>
                </a:lnTo>
                <a:lnTo>
                  <a:pt x="7" y="3"/>
                </a:lnTo>
                <a:lnTo>
                  <a:pt x="5" y="3"/>
                </a:lnTo>
                <a:lnTo>
                  <a:pt x="5" y="1"/>
                </a:lnTo>
                <a:lnTo>
                  <a:pt x="5" y="3"/>
                </a:lnTo>
                <a:lnTo>
                  <a:pt x="4" y="3"/>
                </a:lnTo>
                <a:lnTo>
                  <a:pt x="3" y="3"/>
                </a:lnTo>
                <a:lnTo>
                  <a:pt x="2" y="3"/>
                </a:lnTo>
                <a:lnTo>
                  <a:pt x="2" y="4"/>
                </a:lnTo>
                <a:lnTo>
                  <a:pt x="0" y="4"/>
                </a:lnTo>
                <a:lnTo>
                  <a:pt x="0" y="3"/>
                </a:lnTo>
                <a:lnTo>
                  <a:pt x="0" y="1"/>
                </a:lnTo>
                <a:lnTo>
                  <a:pt x="2" y="1"/>
                </a:lnTo>
                <a:lnTo>
                  <a:pt x="3" y="0"/>
                </a:lnTo>
                <a:lnTo>
                  <a:pt x="4" y="0"/>
                </a:lnTo>
                <a:lnTo>
                  <a:pt x="4" y="1"/>
                </a:lnTo>
                <a:lnTo>
                  <a:pt x="5" y="1"/>
                </a:lnTo>
              </a:path>
            </a:pathLst>
          </a:custGeom>
          <a:ln w="4680">
            <a:solidFill>
              <a:srgbClr val="4A4A4A"/>
            </a:solidFill>
            <a:round/>
          </a:ln>
        </p:spPr>
        <p:txBody>
          <a:bodyPr lIns="2160" tIns="-720" rIns="2160" bIns="-7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060" name=""/>
          <p:cNvSpPr/>
          <p:nvPr/>
        </p:nvSpPr>
        <p:spPr>
          <a:xfrm>
            <a:off x="5151240" y="958320"/>
            <a:ext cx="1080" cy="720"/>
          </a:xfrm>
          <a:custGeom>
            <a:avLst/>
            <a:gdLst/>
            <a:ahLst/>
            <a:rect l="0" t="0" r="r" b="b"/>
            <a:pathLst>
              <a:path fill="none" w="3" h="2">
                <a:moveTo>
                  <a:pt x="3" y="0"/>
                </a:moveTo>
                <a:lnTo>
                  <a:pt x="3" y="2"/>
                </a:lnTo>
                <a:lnTo>
                  <a:pt x="1" y="0"/>
                </a:lnTo>
                <a:lnTo>
                  <a:pt x="1" y="2"/>
                </a:lnTo>
                <a:lnTo>
                  <a:pt x="0" y="2"/>
                </a:lnTo>
                <a:lnTo>
                  <a:pt x="0" y="0"/>
                </a:lnTo>
                <a:lnTo>
                  <a:pt x="1" y="0"/>
                </a:lnTo>
                <a:lnTo>
                  <a:pt x="3" y="0"/>
                </a:lnTo>
              </a:path>
            </a:pathLst>
          </a:custGeom>
          <a:ln w="4680">
            <a:solidFill>
              <a:srgbClr val="4A4A4A"/>
            </a:solidFill>
            <a:round/>
          </a:ln>
        </p:spPr>
        <p:txBody>
          <a:bodyPr lIns="2160" tIns="-1440" rIns="2160" bIns="-144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061" name=""/>
          <p:cNvSpPr/>
          <p:nvPr/>
        </p:nvSpPr>
        <p:spPr>
          <a:xfrm>
            <a:off x="5169240" y="952200"/>
            <a:ext cx="720" cy="720"/>
          </a:xfrm>
          <a:custGeom>
            <a:avLst/>
            <a:gdLst/>
            <a:ahLst/>
            <a:rect l="0" t="0" r="r" b="b"/>
            <a:pathLst>
              <a:path fill="none" w="2" h="2">
                <a:moveTo>
                  <a:pt x="0" y="0"/>
                </a:moveTo>
                <a:lnTo>
                  <a:pt x="2" y="2"/>
                </a:lnTo>
                <a:lnTo>
                  <a:pt x="2" y="0"/>
                </a:lnTo>
                <a:lnTo>
                  <a:pt x="0" y="0"/>
                </a:lnTo>
              </a:path>
            </a:pathLst>
          </a:custGeom>
          <a:ln w="4680">
            <a:solidFill>
              <a:srgbClr val="4A4A4A"/>
            </a:solidFill>
            <a:round/>
          </a:ln>
        </p:spPr>
        <p:txBody>
          <a:bodyPr lIns="2160" tIns="-1440" rIns="2160" bIns="-144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062" name=""/>
          <p:cNvSpPr/>
          <p:nvPr/>
        </p:nvSpPr>
        <p:spPr>
          <a:xfrm>
            <a:off x="5036400" y="949320"/>
            <a:ext cx="360" cy="360"/>
          </a:xfrm>
          <a:custGeom>
            <a:avLst/>
            <a:gdLst/>
            <a:ahLst/>
            <a:rect l="0" t="0" r="r" b="b"/>
            <a:pathLst>
              <a:path fill="none" w="1" h="1">
                <a:moveTo>
                  <a:pt x="0" y="1"/>
                </a:moveTo>
                <a:lnTo>
                  <a:pt x="0" y="0"/>
                </a:lnTo>
                <a:lnTo>
                  <a:pt x="1" y="0"/>
                </a:lnTo>
                <a:lnTo>
                  <a:pt x="1" y="1"/>
                </a:lnTo>
                <a:lnTo>
                  <a:pt x="0" y="1"/>
                </a:lnTo>
              </a:path>
            </a:pathLst>
          </a:custGeom>
          <a:ln w="4680">
            <a:solidFill>
              <a:srgbClr val="4A4A4A"/>
            </a:solidFill>
            <a:round/>
          </a:ln>
        </p:spPr>
        <p:txBody>
          <a:bodyPr lIns="2160" tIns="-1800" rIns="2160" bIns="-180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063" name=""/>
          <p:cNvSpPr/>
          <p:nvPr/>
        </p:nvSpPr>
        <p:spPr>
          <a:xfrm>
            <a:off x="5167080" y="948600"/>
            <a:ext cx="720" cy="1440"/>
          </a:xfrm>
          <a:custGeom>
            <a:avLst/>
            <a:gdLst/>
            <a:ahLst/>
            <a:rect l="0" t="0" r="r" b="b"/>
            <a:pathLst>
              <a:path fill="none" w="2" h="4">
                <a:moveTo>
                  <a:pt x="2" y="1"/>
                </a:moveTo>
                <a:lnTo>
                  <a:pt x="0" y="1"/>
                </a:lnTo>
                <a:lnTo>
                  <a:pt x="0" y="3"/>
                </a:lnTo>
                <a:lnTo>
                  <a:pt x="0" y="4"/>
                </a:lnTo>
                <a:lnTo>
                  <a:pt x="2" y="3"/>
                </a:lnTo>
                <a:lnTo>
                  <a:pt x="2" y="1"/>
                </a:lnTo>
                <a:lnTo>
                  <a:pt x="2" y="0"/>
                </a:lnTo>
                <a:lnTo>
                  <a:pt x="2" y="1"/>
                </a:lnTo>
              </a:path>
            </a:pathLst>
          </a:custGeom>
          <a:ln w="4680">
            <a:solidFill>
              <a:srgbClr val="4A4A4A"/>
            </a:solidFill>
            <a:round/>
          </a:ln>
        </p:spPr>
        <p:txBody>
          <a:bodyPr lIns="2160" tIns="-720" rIns="2160" bIns="-7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064" name=""/>
          <p:cNvSpPr/>
          <p:nvPr/>
        </p:nvSpPr>
        <p:spPr>
          <a:xfrm>
            <a:off x="5167800" y="947880"/>
            <a:ext cx="360" cy="360"/>
          </a:xfrm>
          <a:custGeom>
            <a:avLst/>
            <a:gdLst/>
            <a:ahLst/>
            <a:rect l="0" t="0" r="r" b="b"/>
            <a:pathLst>
              <a:path fill="none" w="1" h="1">
                <a:moveTo>
                  <a:pt x="0" y="1"/>
                </a:moveTo>
                <a:lnTo>
                  <a:pt x="1" y="0"/>
                </a:lnTo>
                <a:lnTo>
                  <a:pt x="0" y="0"/>
                </a:lnTo>
                <a:lnTo>
                  <a:pt x="0" y="1"/>
                </a:lnTo>
              </a:path>
            </a:pathLst>
          </a:custGeom>
          <a:ln w="4680">
            <a:solidFill>
              <a:srgbClr val="4A4A4A"/>
            </a:solidFill>
            <a:round/>
          </a:ln>
        </p:spPr>
        <p:txBody>
          <a:bodyPr lIns="2160" tIns="-1800" rIns="2160" bIns="-180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065" name=""/>
          <p:cNvSpPr/>
          <p:nvPr/>
        </p:nvSpPr>
        <p:spPr>
          <a:xfrm>
            <a:off x="5168880" y="947520"/>
            <a:ext cx="0" cy="0"/>
          </a:xfrm>
          <a:custGeom>
            <a:avLst/>
            <a:gdLst/>
            <a:ahLst/>
            <a:rect l="0" t="0" r="r" b="b"/>
            <a:pathLst>
              <a:path fill="none" w="0" h="0">
                <a:moveTo>
                  <a:pt x="0" y="0"/>
                </a:moveTo>
              </a:path>
            </a:pathLst>
          </a:custGeom>
          <a:ln w="4680">
            <a:solidFill>
              <a:srgbClr val="4A4A4A"/>
            </a:solidFill>
            <a:round/>
          </a:ln>
        </p:spPr>
        <p:txBody>
          <a:bodyPr lIns="2160" tIns="-2160" rIns="2160" bIns="-21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066" name=""/>
          <p:cNvSpPr/>
          <p:nvPr/>
        </p:nvSpPr>
        <p:spPr>
          <a:xfrm>
            <a:off x="5166360" y="945720"/>
            <a:ext cx="2160" cy="3960"/>
          </a:xfrm>
          <a:custGeom>
            <a:avLst/>
            <a:gdLst/>
            <a:ahLst/>
            <a:rect l="0" t="0" r="r" b="b"/>
            <a:pathLst>
              <a:path fill="none" w="6" h="11">
                <a:moveTo>
                  <a:pt x="3" y="4"/>
                </a:moveTo>
                <a:lnTo>
                  <a:pt x="3" y="5"/>
                </a:lnTo>
                <a:lnTo>
                  <a:pt x="3" y="4"/>
                </a:lnTo>
                <a:lnTo>
                  <a:pt x="1" y="5"/>
                </a:lnTo>
                <a:lnTo>
                  <a:pt x="1" y="4"/>
                </a:lnTo>
                <a:lnTo>
                  <a:pt x="0" y="5"/>
                </a:lnTo>
                <a:lnTo>
                  <a:pt x="0" y="6"/>
                </a:lnTo>
                <a:lnTo>
                  <a:pt x="0" y="7"/>
                </a:lnTo>
                <a:lnTo>
                  <a:pt x="0" y="8"/>
                </a:lnTo>
                <a:lnTo>
                  <a:pt x="0" y="7"/>
                </a:lnTo>
                <a:lnTo>
                  <a:pt x="1" y="7"/>
                </a:lnTo>
                <a:lnTo>
                  <a:pt x="1" y="8"/>
                </a:lnTo>
                <a:lnTo>
                  <a:pt x="0" y="9"/>
                </a:lnTo>
                <a:lnTo>
                  <a:pt x="1" y="9"/>
                </a:lnTo>
                <a:lnTo>
                  <a:pt x="0" y="9"/>
                </a:lnTo>
                <a:lnTo>
                  <a:pt x="0" y="11"/>
                </a:lnTo>
                <a:lnTo>
                  <a:pt x="1" y="11"/>
                </a:lnTo>
                <a:lnTo>
                  <a:pt x="1" y="9"/>
                </a:lnTo>
                <a:lnTo>
                  <a:pt x="1" y="8"/>
                </a:lnTo>
                <a:lnTo>
                  <a:pt x="3" y="8"/>
                </a:lnTo>
                <a:lnTo>
                  <a:pt x="3" y="7"/>
                </a:lnTo>
                <a:lnTo>
                  <a:pt x="4" y="7"/>
                </a:lnTo>
                <a:lnTo>
                  <a:pt x="5" y="6"/>
                </a:lnTo>
                <a:lnTo>
                  <a:pt x="5" y="5"/>
                </a:lnTo>
                <a:lnTo>
                  <a:pt x="6" y="5"/>
                </a:lnTo>
                <a:lnTo>
                  <a:pt x="6" y="3"/>
                </a:lnTo>
                <a:lnTo>
                  <a:pt x="6" y="2"/>
                </a:lnTo>
                <a:lnTo>
                  <a:pt x="6" y="0"/>
                </a:lnTo>
                <a:lnTo>
                  <a:pt x="5" y="0"/>
                </a:lnTo>
                <a:lnTo>
                  <a:pt x="5" y="2"/>
                </a:lnTo>
                <a:lnTo>
                  <a:pt x="4" y="2"/>
                </a:lnTo>
                <a:lnTo>
                  <a:pt x="4" y="3"/>
                </a:lnTo>
                <a:lnTo>
                  <a:pt x="4" y="4"/>
                </a:lnTo>
                <a:lnTo>
                  <a:pt x="3" y="4"/>
                </a:lnTo>
              </a:path>
            </a:pathLst>
          </a:custGeom>
          <a:ln w="4680">
            <a:solidFill>
              <a:srgbClr val="4A4A4A"/>
            </a:solidFill>
            <a:round/>
          </a:ln>
        </p:spPr>
        <p:txBody>
          <a:bodyPr lIns="2160" tIns="1800" rIns="2160" bIns="180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067" name=""/>
          <p:cNvSpPr/>
          <p:nvPr/>
        </p:nvSpPr>
        <p:spPr>
          <a:xfrm>
            <a:off x="5041440" y="943200"/>
            <a:ext cx="2160" cy="2520"/>
          </a:xfrm>
          <a:custGeom>
            <a:avLst/>
            <a:gdLst/>
            <a:ahLst/>
            <a:rect l="0" t="0" r="r" b="b"/>
            <a:pathLst>
              <a:path fill="none" w="6" h="7">
                <a:moveTo>
                  <a:pt x="6" y="2"/>
                </a:moveTo>
                <a:lnTo>
                  <a:pt x="6" y="4"/>
                </a:lnTo>
                <a:lnTo>
                  <a:pt x="5" y="4"/>
                </a:lnTo>
                <a:lnTo>
                  <a:pt x="3" y="4"/>
                </a:lnTo>
                <a:lnTo>
                  <a:pt x="2" y="4"/>
                </a:lnTo>
                <a:lnTo>
                  <a:pt x="1" y="5"/>
                </a:lnTo>
                <a:lnTo>
                  <a:pt x="1" y="6"/>
                </a:lnTo>
                <a:lnTo>
                  <a:pt x="1" y="7"/>
                </a:lnTo>
                <a:lnTo>
                  <a:pt x="0" y="6"/>
                </a:lnTo>
                <a:lnTo>
                  <a:pt x="0" y="5"/>
                </a:lnTo>
                <a:lnTo>
                  <a:pt x="0" y="4"/>
                </a:lnTo>
                <a:lnTo>
                  <a:pt x="0" y="2"/>
                </a:lnTo>
                <a:lnTo>
                  <a:pt x="1" y="2"/>
                </a:lnTo>
                <a:lnTo>
                  <a:pt x="1" y="4"/>
                </a:lnTo>
                <a:lnTo>
                  <a:pt x="1" y="2"/>
                </a:lnTo>
                <a:lnTo>
                  <a:pt x="2" y="2"/>
                </a:lnTo>
                <a:lnTo>
                  <a:pt x="1" y="1"/>
                </a:lnTo>
                <a:lnTo>
                  <a:pt x="2" y="1"/>
                </a:lnTo>
                <a:lnTo>
                  <a:pt x="2" y="0"/>
                </a:lnTo>
                <a:lnTo>
                  <a:pt x="3" y="0"/>
                </a:lnTo>
                <a:lnTo>
                  <a:pt x="5" y="0"/>
                </a:lnTo>
                <a:lnTo>
                  <a:pt x="6" y="2"/>
                </a:lnTo>
              </a:path>
            </a:pathLst>
          </a:custGeom>
          <a:ln w="4680">
            <a:solidFill>
              <a:srgbClr val="4A4A4A"/>
            </a:solidFill>
            <a:round/>
          </a:ln>
        </p:spPr>
        <p:txBody>
          <a:bodyPr lIns="2160" tIns="360" rIns="2160" bIns="3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068" name=""/>
          <p:cNvSpPr/>
          <p:nvPr/>
        </p:nvSpPr>
        <p:spPr>
          <a:xfrm>
            <a:off x="5168160" y="941760"/>
            <a:ext cx="360" cy="360"/>
          </a:xfrm>
          <a:custGeom>
            <a:avLst/>
            <a:gdLst/>
            <a:ahLst/>
            <a:rect l="0" t="0" r="r" b="b"/>
            <a:pathLst>
              <a:path fill="none" w="1" h="1">
                <a:moveTo>
                  <a:pt x="1" y="1"/>
                </a:moveTo>
                <a:lnTo>
                  <a:pt x="1" y="0"/>
                </a:lnTo>
                <a:lnTo>
                  <a:pt x="0" y="0"/>
                </a:lnTo>
                <a:lnTo>
                  <a:pt x="0" y="1"/>
                </a:lnTo>
                <a:lnTo>
                  <a:pt x="1" y="1"/>
                </a:lnTo>
              </a:path>
            </a:pathLst>
          </a:custGeom>
          <a:ln w="4680">
            <a:solidFill>
              <a:srgbClr val="4A4A4A"/>
            </a:solidFill>
            <a:round/>
          </a:ln>
        </p:spPr>
        <p:txBody>
          <a:bodyPr lIns="2160" tIns="-1800" rIns="2160" bIns="-180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069" name=""/>
          <p:cNvSpPr/>
          <p:nvPr/>
        </p:nvSpPr>
        <p:spPr>
          <a:xfrm>
            <a:off x="5167440" y="941400"/>
            <a:ext cx="1440" cy="2160"/>
          </a:xfrm>
          <a:custGeom>
            <a:avLst/>
            <a:gdLst/>
            <a:ahLst/>
            <a:rect l="0" t="0" r="r" b="b"/>
            <a:pathLst>
              <a:path fill="none" w="4" h="6">
                <a:moveTo>
                  <a:pt x="1" y="0"/>
                </a:moveTo>
                <a:lnTo>
                  <a:pt x="1" y="1"/>
                </a:lnTo>
                <a:lnTo>
                  <a:pt x="0" y="1"/>
                </a:lnTo>
                <a:lnTo>
                  <a:pt x="0" y="2"/>
                </a:lnTo>
                <a:lnTo>
                  <a:pt x="0" y="4"/>
                </a:lnTo>
                <a:lnTo>
                  <a:pt x="0" y="5"/>
                </a:lnTo>
                <a:lnTo>
                  <a:pt x="1" y="5"/>
                </a:lnTo>
                <a:lnTo>
                  <a:pt x="1" y="6"/>
                </a:lnTo>
                <a:lnTo>
                  <a:pt x="2" y="6"/>
                </a:lnTo>
                <a:lnTo>
                  <a:pt x="4" y="6"/>
                </a:lnTo>
                <a:lnTo>
                  <a:pt x="2" y="6"/>
                </a:lnTo>
                <a:lnTo>
                  <a:pt x="2" y="5"/>
                </a:lnTo>
                <a:lnTo>
                  <a:pt x="4" y="5"/>
                </a:lnTo>
                <a:lnTo>
                  <a:pt x="2" y="5"/>
                </a:lnTo>
                <a:lnTo>
                  <a:pt x="2" y="4"/>
                </a:lnTo>
                <a:lnTo>
                  <a:pt x="1" y="4"/>
                </a:lnTo>
                <a:lnTo>
                  <a:pt x="1" y="2"/>
                </a:lnTo>
                <a:lnTo>
                  <a:pt x="1" y="1"/>
                </a:lnTo>
                <a:lnTo>
                  <a:pt x="1" y="0"/>
                </a:lnTo>
              </a:path>
            </a:pathLst>
          </a:custGeom>
          <a:ln w="4680">
            <a:solidFill>
              <a:srgbClr val="4A4A4A"/>
            </a:solidFill>
            <a:round/>
          </a:ln>
        </p:spPr>
        <p:txBody>
          <a:bodyPr lIns="2160" tIns="0" rIns="216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070" name=""/>
          <p:cNvSpPr/>
          <p:nvPr/>
        </p:nvSpPr>
        <p:spPr>
          <a:xfrm>
            <a:off x="5171400" y="938160"/>
            <a:ext cx="0" cy="0"/>
          </a:xfrm>
          <a:custGeom>
            <a:avLst/>
            <a:gdLst/>
            <a:ahLst/>
            <a:rect l="0" t="0" r="r" b="b"/>
            <a:pathLst>
              <a:path fill="none" w="0" h="0">
                <a:moveTo>
                  <a:pt x="0" y="0"/>
                </a:moveTo>
              </a:path>
            </a:pathLst>
          </a:custGeom>
          <a:ln w="4680">
            <a:solidFill>
              <a:srgbClr val="4A4A4A"/>
            </a:solidFill>
            <a:round/>
          </a:ln>
        </p:spPr>
        <p:txBody>
          <a:bodyPr lIns="2160" tIns="-2160" rIns="2160" bIns="-21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071" name=""/>
          <p:cNvSpPr/>
          <p:nvPr/>
        </p:nvSpPr>
        <p:spPr>
          <a:xfrm>
            <a:off x="5169600" y="937440"/>
            <a:ext cx="360" cy="360"/>
          </a:xfrm>
          <a:custGeom>
            <a:avLst/>
            <a:gdLst/>
            <a:ahLst/>
            <a:rect l="0" t="0" r="r" b="b"/>
            <a:pathLst>
              <a:path fill="none" w="1" h="1">
                <a:moveTo>
                  <a:pt x="0" y="1"/>
                </a:moveTo>
                <a:lnTo>
                  <a:pt x="1" y="1"/>
                </a:lnTo>
                <a:lnTo>
                  <a:pt x="1" y="0"/>
                </a:lnTo>
                <a:lnTo>
                  <a:pt x="0" y="0"/>
                </a:lnTo>
                <a:lnTo>
                  <a:pt x="0" y="1"/>
                </a:lnTo>
              </a:path>
            </a:pathLst>
          </a:custGeom>
          <a:ln w="4680">
            <a:solidFill>
              <a:srgbClr val="4A4A4A"/>
            </a:solidFill>
            <a:round/>
          </a:ln>
        </p:spPr>
        <p:txBody>
          <a:bodyPr lIns="2160" tIns="-1800" rIns="2160" bIns="-180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072" name=""/>
          <p:cNvSpPr/>
          <p:nvPr/>
        </p:nvSpPr>
        <p:spPr>
          <a:xfrm>
            <a:off x="5169960" y="937080"/>
            <a:ext cx="360" cy="360"/>
          </a:xfrm>
          <a:custGeom>
            <a:avLst/>
            <a:gdLst/>
            <a:ahLst/>
            <a:rect l="0" t="0" r="r" b="b"/>
            <a:pathLst>
              <a:path fill="none" w="1" h="1">
                <a:moveTo>
                  <a:pt x="0" y="1"/>
                </a:moveTo>
                <a:lnTo>
                  <a:pt x="1" y="1"/>
                </a:lnTo>
                <a:lnTo>
                  <a:pt x="1" y="0"/>
                </a:lnTo>
                <a:lnTo>
                  <a:pt x="0" y="1"/>
                </a:lnTo>
              </a:path>
            </a:pathLst>
          </a:custGeom>
          <a:ln w="4680">
            <a:solidFill>
              <a:srgbClr val="4A4A4A"/>
            </a:solidFill>
            <a:round/>
          </a:ln>
        </p:spPr>
        <p:txBody>
          <a:bodyPr lIns="2160" tIns="-1800" rIns="2160" bIns="-180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073" name=""/>
          <p:cNvSpPr/>
          <p:nvPr/>
        </p:nvSpPr>
        <p:spPr>
          <a:xfrm>
            <a:off x="5171400" y="937080"/>
            <a:ext cx="0" cy="1080"/>
          </a:xfrm>
          <a:custGeom>
            <a:avLst/>
            <a:gdLst/>
            <a:ahLst/>
            <a:rect l="0" t="0" r="r" b="b"/>
            <a:pathLst>
              <a:path fill="none" w="0" h="3">
                <a:moveTo>
                  <a:pt x="0" y="3"/>
                </a:moveTo>
                <a:lnTo>
                  <a:pt x="0" y="2"/>
                </a:lnTo>
                <a:lnTo>
                  <a:pt x="0" y="1"/>
                </a:lnTo>
                <a:lnTo>
                  <a:pt x="0" y="0"/>
                </a:lnTo>
                <a:lnTo>
                  <a:pt x="0" y="1"/>
                </a:lnTo>
                <a:lnTo>
                  <a:pt x="0" y="2"/>
                </a:lnTo>
                <a:lnTo>
                  <a:pt x="0" y="3"/>
                </a:lnTo>
              </a:path>
            </a:pathLst>
          </a:custGeom>
          <a:ln w="4680">
            <a:solidFill>
              <a:srgbClr val="4A4A4A"/>
            </a:solidFill>
            <a:round/>
          </a:ln>
        </p:spPr>
        <p:txBody>
          <a:bodyPr lIns="2160" tIns="-1080" rIns="2160" bIns="-108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074" name=""/>
          <p:cNvSpPr/>
          <p:nvPr/>
        </p:nvSpPr>
        <p:spPr>
          <a:xfrm>
            <a:off x="5170320" y="936360"/>
            <a:ext cx="0" cy="360"/>
          </a:xfrm>
          <a:prstGeom prst="line">
            <a:avLst/>
          </a:prstGeom>
          <a:ln w="4680">
            <a:solidFill>
              <a:srgbClr val="4A4A4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2160" tIns="-1800" rIns="2160" bIns="-180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075" name=""/>
          <p:cNvSpPr/>
          <p:nvPr/>
        </p:nvSpPr>
        <p:spPr>
          <a:xfrm>
            <a:off x="5171760" y="933120"/>
            <a:ext cx="1440" cy="2160"/>
          </a:xfrm>
          <a:custGeom>
            <a:avLst/>
            <a:gdLst/>
            <a:ahLst/>
            <a:rect l="0" t="0" r="r" b="b"/>
            <a:pathLst>
              <a:path fill="none" w="4" h="6">
                <a:moveTo>
                  <a:pt x="4" y="0"/>
                </a:moveTo>
                <a:lnTo>
                  <a:pt x="4" y="2"/>
                </a:lnTo>
                <a:lnTo>
                  <a:pt x="2" y="2"/>
                </a:lnTo>
                <a:lnTo>
                  <a:pt x="2" y="0"/>
                </a:lnTo>
                <a:lnTo>
                  <a:pt x="4" y="0"/>
                </a:lnTo>
                <a:lnTo>
                  <a:pt x="2" y="0"/>
                </a:lnTo>
                <a:lnTo>
                  <a:pt x="1" y="0"/>
                </a:lnTo>
                <a:lnTo>
                  <a:pt x="1" y="2"/>
                </a:lnTo>
                <a:lnTo>
                  <a:pt x="0" y="2"/>
                </a:lnTo>
                <a:lnTo>
                  <a:pt x="1" y="2"/>
                </a:lnTo>
                <a:lnTo>
                  <a:pt x="1" y="3"/>
                </a:lnTo>
                <a:lnTo>
                  <a:pt x="0" y="3"/>
                </a:lnTo>
                <a:lnTo>
                  <a:pt x="0" y="4"/>
                </a:lnTo>
                <a:lnTo>
                  <a:pt x="0" y="5"/>
                </a:lnTo>
                <a:lnTo>
                  <a:pt x="0" y="6"/>
                </a:lnTo>
                <a:lnTo>
                  <a:pt x="0" y="5"/>
                </a:lnTo>
                <a:lnTo>
                  <a:pt x="0" y="4"/>
                </a:lnTo>
                <a:lnTo>
                  <a:pt x="1" y="4"/>
                </a:lnTo>
                <a:lnTo>
                  <a:pt x="2" y="3"/>
                </a:lnTo>
                <a:lnTo>
                  <a:pt x="4" y="3"/>
                </a:lnTo>
                <a:lnTo>
                  <a:pt x="4" y="2"/>
                </a:lnTo>
                <a:lnTo>
                  <a:pt x="4" y="0"/>
                </a:lnTo>
              </a:path>
            </a:pathLst>
          </a:custGeom>
          <a:ln w="4680">
            <a:solidFill>
              <a:srgbClr val="4A4A4A"/>
            </a:solidFill>
            <a:round/>
          </a:ln>
        </p:spPr>
        <p:txBody>
          <a:bodyPr lIns="2160" tIns="0" rIns="216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076" name=""/>
          <p:cNvSpPr/>
          <p:nvPr/>
        </p:nvSpPr>
        <p:spPr>
          <a:xfrm>
            <a:off x="5172840" y="932040"/>
            <a:ext cx="1440" cy="1800"/>
          </a:xfrm>
          <a:custGeom>
            <a:avLst/>
            <a:gdLst/>
            <a:ahLst/>
            <a:rect l="0" t="0" r="r" b="b"/>
            <a:pathLst>
              <a:path fill="none" w="4" h="5">
                <a:moveTo>
                  <a:pt x="4" y="0"/>
                </a:moveTo>
                <a:lnTo>
                  <a:pt x="2" y="0"/>
                </a:lnTo>
                <a:lnTo>
                  <a:pt x="1" y="0"/>
                </a:lnTo>
                <a:lnTo>
                  <a:pt x="1" y="2"/>
                </a:lnTo>
                <a:lnTo>
                  <a:pt x="0" y="2"/>
                </a:lnTo>
                <a:lnTo>
                  <a:pt x="0" y="3"/>
                </a:lnTo>
                <a:lnTo>
                  <a:pt x="0" y="4"/>
                </a:lnTo>
                <a:lnTo>
                  <a:pt x="0" y="5"/>
                </a:lnTo>
                <a:lnTo>
                  <a:pt x="1" y="5"/>
                </a:lnTo>
                <a:lnTo>
                  <a:pt x="1" y="4"/>
                </a:lnTo>
                <a:lnTo>
                  <a:pt x="2" y="4"/>
                </a:lnTo>
                <a:lnTo>
                  <a:pt x="2" y="3"/>
                </a:lnTo>
                <a:lnTo>
                  <a:pt x="4" y="3"/>
                </a:lnTo>
                <a:lnTo>
                  <a:pt x="4" y="2"/>
                </a:lnTo>
                <a:lnTo>
                  <a:pt x="4" y="0"/>
                </a:lnTo>
              </a:path>
            </a:pathLst>
          </a:custGeom>
          <a:ln w="4680">
            <a:solidFill>
              <a:srgbClr val="4A4A4A"/>
            </a:solidFill>
            <a:round/>
          </a:ln>
        </p:spPr>
        <p:txBody>
          <a:bodyPr lIns="2160" tIns="-360" rIns="2160" bIns="-3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077" name=""/>
          <p:cNvSpPr/>
          <p:nvPr/>
        </p:nvSpPr>
        <p:spPr>
          <a:xfrm>
            <a:off x="5173200" y="931680"/>
            <a:ext cx="720" cy="1440"/>
          </a:xfrm>
          <a:custGeom>
            <a:avLst/>
            <a:gdLst/>
            <a:ahLst/>
            <a:rect l="0" t="0" r="r" b="b"/>
            <a:pathLst>
              <a:path fill="none" w="2" h="4">
                <a:moveTo>
                  <a:pt x="0" y="4"/>
                </a:moveTo>
                <a:lnTo>
                  <a:pt x="2" y="2"/>
                </a:lnTo>
                <a:lnTo>
                  <a:pt x="2" y="0"/>
                </a:lnTo>
                <a:lnTo>
                  <a:pt x="0" y="2"/>
                </a:lnTo>
                <a:lnTo>
                  <a:pt x="0" y="4"/>
                </a:lnTo>
              </a:path>
            </a:pathLst>
          </a:custGeom>
          <a:ln w="4680">
            <a:solidFill>
              <a:srgbClr val="4A4A4A"/>
            </a:solidFill>
            <a:round/>
          </a:ln>
        </p:spPr>
        <p:txBody>
          <a:bodyPr lIns="2160" tIns="-720" rIns="2160" bIns="-7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078" name=""/>
          <p:cNvSpPr/>
          <p:nvPr/>
        </p:nvSpPr>
        <p:spPr>
          <a:xfrm>
            <a:off x="5173560" y="931320"/>
            <a:ext cx="360" cy="720"/>
          </a:xfrm>
          <a:custGeom>
            <a:avLst/>
            <a:gdLst/>
            <a:ahLst/>
            <a:rect l="0" t="0" r="r" b="b"/>
            <a:pathLst>
              <a:path fill="none" w="1" h="2">
                <a:moveTo>
                  <a:pt x="0" y="1"/>
                </a:moveTo>
                <a:lnTo>
                  <a:pt x="0" y="2"/>
                </a:lnTo>
                <a:lnTo>
                  <a:pt x="1" y="2"/>
                </a:lnTo>
                <a:lnTo>
                  <a:pt x="1" y="1"/>
                </a:lnTo>
                <a:lnTo>
                  <a:pt x="1" y="0"/>
                </a:lnTo>
                <a:lnTo>
                  <a:pt x="0" y="0"/>
                </a:lnTo>
                <a:lnTo>
                  <a:pt x="0" y="1"/>
                </a:lnTo>
              </a:path>
            </a:pathLst>
          </a:custGeom>
          <a:ln w="4680">
            <a:solidFill>
              <a:srgbClr val="4A4A4A"/>
            </a:solidFill>
            <a:round/>
          </a:ln>
        </p:spPr>
        <p:txBody>
          <a:bodyPr lIns="2160" tIns="-1440" rIns="2160" bIns="-144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079" name=""/>
          <p:cNvSpPr/>
          <p:nvPr/>
        </p:nvSpPr>
        <p:spPr>
          <a:xfrm>
            <a:off x="5175000" y="928800"/>
            <a:ext cx="1800" cy="1800"/>
          </a:xfrm>
          <a:custGeom>
            <a:avLst/>
            <a:gdLst/>
            <a:ahLst/>
            <a:rect l="0" t="0" r="r" b="b"/>
            <a:pathLst>
              <a:path fill="none" w="5" h="5">
                <a:moveTo>
                  <a:pt x="5" y="2"/>
                </a:moveTo>
                <a:lnTo>
                  <a:pt x="5" y="0"/>
                </a:lnTo>
                <a:lnTo>
                  <a:pt x="4" y="2"/>
                </a:lnTo>
                <a:lnTo>
                  <a:pt x="2" y="2"/>
                </a:lnTo>
                <a:lnTo>
                  <a:pt x="1" y="2"/>
                </a:lnTo>
                <a:lnTo>
                  <a:pt x="1" y="3"/>
                </a:lnTo>
                <a:lnTo>
                  <a:pt x="0" y="3"/>
                </a:lnTo>
                <a:lnTo>
                  <a:pt x="0" y="5"/>
                </a:lnTo>
                <a:lnTo>
                  <a:pt x="1" y="5"/>
                </a:lnTo>
                <a:lnTo>
                  <a:pt x="1" y="3"/>
                </a:lnTo>
                <a:lnTo>
                  <a:pt x="2" y="3"/>
                </a:lnTo>
                <a:lnTo>
                  <a:pt x="4" y="3"/>
                </a:lnTo>
                <a:lnTo>
                  <a:pt x="4" y="2"/>
                </a:lnTo>
                <a:lnTo>
                  <a:pt x="5" y="2"/>
                </a:lnTo>
              </a:path>
            </a:pathLst>
          </a:custGeom>
          <a:ln w="4680">
            <a:solidFill>
              <a:srgbClr val="4A4A4A"/>
            </a:solidFill>
            <a:round/>
          </a:ln>
        </p:spPr>
        <p:txBody>
          <a:bodyPr lIns="2160" tIns="-360" rIns="2160" bIns="-3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080" name=""/>
          <p:cNvSpPr/>
          <p:nvPr/>
        </p:nvSpPr>
        <p:spPr>
          <a:xfrm>
            <a:off x="5176440" y="928800"/>
            <a:ext cx="360" cy="360"/>
          </a:xfrm>
          <a:custGeom>
            <a:avLst/>
            <a:gdLst/>
            <a:ahLst/>
            <a:rect l="0" t="0" r="r" b="b"/>
            <a:pathLst>
              <a:path fill="none" w="1" h="1">
                <a:moveTo>
                  <a:pt x="0" y="0"/>
                </a:moveTo>
                <a:lnTo>
                  <a:pt x="0" y="1"/>
                </a:lnTo>
                <a:lnTo>
                  <a:pt x="1" y="0"/>
                </a:lnTo>
                <a:lnTo>
                  <a:pt x="0" y="0"/>
                </a:lnTo>
              </a:path>
            </a:pathLst>
          </a:custGeom>
          <a:ln w="4680">
            <a:solidFill>
              <a:srgbClr val="4A4A4A"/>
            </a:solidFill>
            <a:round/>
          </a:ln>
        </p:spPr>
        <p:txBody>
          <a:bodyPr lIns="2160" tIns="-1800" rIns="2160" bIns="-180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081" name=""/>
          <p:cNvSpPr/>
          <p:nvPr/>
        </p:nvSpPr>
        <p:spPr>
          <a:xfrm>
            <a:off x="5177880" y="927360"/>
            <a:ext cx="360" cy="720"/>
          </a:xfrm>
          <a:custGeom>
            <a:avLst/>
            <a:gdLst/>
            <a:ahLst/>
            <a:rect l="0" t="0" r="r" b="b"/>
            <a:pathLst>
              <a:path fill="none" w="1" h="2">
                <a:moveTo>
                  <a:pt x="0" y="1"/>
                </a:moveTo>
                <a:lnTo>
                  <a:pt x="0" y="2"/>
                </a:lnTo>
                <a:lnTo>
                  <a:pt x="1" y="2"/>
                </a:lnTo>
                <a:lnTo>
                  <a:pt x="1" y="1"/>
                </a:lnTo>
                <a:lnTo>
                  <a:pt x="1" y="0"/>
                </a:lnTo>
                <a:lnTo>
                  <a:pt x="0" y="0"/>
                </a:lnTo>
                <a:lnTo>
                  <a:pt x="0" y="1"/>
                </a:lnTo>
              </a:path>
            </a:pathLst>
          </a:custGeom>
          <a:ln w="4680">
            <a:solidFill>
              <a:srgbClr val="4A4A4A"/>
            </a:solidFill>
            <a:round/>
          </a:ln>
        </p:spPr>
        <p:txBody>
          <a:bodyPr lIns="2160" tIns="-1440" rIns="2160" bIns="-144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082" name=""/>
          <p:cNvSpPr/>
          <p:nvPr/>
        </p:nvSpPr>
        <p:spPr>
          <a:xfrm>
            <a:off x="5350320" y="783360"/>
            <a:ext cx="1440" cy="1440"/>
          </a:xfrm>
          <a:custGeom>
            <a:avLst/>
            <a:gdLst/>
            <a:ahLst/>
            <a:rect l="0" t="0" r="r" b="b"/>
            <a:pathLst>
              <a:path fill="none" w="4" h="4">
                <a:moveTo>
                  <a:pt x="0" y="4"/>
                </a:moveTo>
                <a:lnTo>
                  <a:pt x="2" y="4"/>
                </a:lnTo>
                <a:lnTo>
                  <a:pt x="4" y="2"/>
                </a:lnTo>
                <a:lnTo>
                  <a:pt x="2" y="0"/>
                </a:lnTo>
                <a:lnTo>
                  <a:pt x="0" y="2"/>
                </a:lnTo>
                <a:lnTo>
                  <a:pt x="0" y="4"/>
                </a:lnTo>
              </a:path>
            </a:pathLst>
          </a:custGeom>
          <a:ln w="4680">
            <a:solidFill>
              <a:srgbClr val="4A4A4A"/>
            </a:solidFill>
            <a:round/>
          </a:ln>
        </p:spPr>
        <p:txBody>
          <a:bodyPr lIns="2160" tIns="-720" rIns="2160" bIns="-7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083" name=""/>
          <p:cNvSpPr/>
          <p:nvPr/>
        </p:nvSpPr>
        <p:spPr>
          <a:xfrm>
            <a:off x="5348880" y="781560"/>
            <a:ext cx="1440" cy="1440"/>
          </a:xfrm>
          <a:custGeom>
            <a:avLst/>
            <a:gdLst/>
            <a:ahLst/>
            <a:rect l="0" t="0" r="r" b="b"/>
            <a:pathLst>
              <a:path fill="none" w="4" h="4">
                <a:moveTo>
                  <a:pt x="4" y="4"/>
                </a:moveTo>
                <a:lnTo>
                  <a:pt x="4" y="3"/>
                </a:lnTo>
                <a:lnTo>
                  <a:pt x="2" y="3"/>
                </a:lnTo>
                <a:lnTo>
                  <a:pt x="2" y="1"/>
                </a:lnTo>
                <a:lnTo>
                  <a:pt x="0" y="0"/>
                </a:lnTo>
                <a:lnTo>
                  <a:pt x="0" y="1"/>
                </a:lnTo>
                <a:lnTo>
                  <a:pt x="2" y="1"/>
                </a:lnTo>
                <a:lnTo>
                  <a:pt x="2" y="3"/>
                </a:lnTo>
                <a:lnTo>
                  <a:pt x="4" y="4"/>
                </a:lnTo>
              </a:path>
            </a:pathLst>
          </a:custGeom>
          <a:ln w="4680">
            <a:solidFill>
              <a:srgbClr val="4A4A4A"/>
            </a:solidFill>
            <a:round/>
          </a:ln>
        </p:spPr>
        <p:txBody>
          <a:bodyPr lIns="2160" tIns="-720" rIns="2160" bIns="-7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084" name=""/>
          <p:cNvSpPr/>
          <p:nvPr/>
        </p:nvSpPr>
        <p:spPr>
          <a:xfrm>
            <a:off x="5336640" y="774000"/>
            <a:ext cx="0" cy="360"/>
          </a:xfrm>
          <a:prstGeom prst="line">
            <a:avLst/>
          </a:prstGeom>
          <a:ln w="4680">
            <a:solidFill>
              <a:srgbClr val="4A4A4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2160" tIns="-1800" rIns="2160" bIns="-180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085" name=""/>
          <p:cNvSpPr/>
          <p:nvPr/>
        </p:nvSpPr>
        <p:spPr>
          <a:xfrm>
            <a:off x="5335560" y="771840"/>
            <a:ext cx="1440" cy="1800"/>
          </a:xfrm>
          <a:custGeom>
            <a:avLst/>
            <a:gdLst/>
            <a:ahLst/>
            <a:rect l="0" t="0" r="r" b="b"/>
            <a:pathLst>
              <a:path fill="none" w="4" h="5">
                <a:moveTo>
                  <a:pt x="1" y="4"/>
                </a:moveTo>
                <a:lnTo>
                  <a:pt x="3" y="4"/>
                </a:lnTo>
                <a:lnTo>
                  <a:pt x="3" y="5"/>
                </a:lnTo>
                <a:lnTo>
                  <a:pt x="3" y="4"/>
                </a:lnTo>
                <a:lnTo>
                  <a:pt x="3" y="2"/>
                </a:lnTo>
                <a:lnTo>
                  <a:pt x="4" y="2"/>
                </a:lnTo>
                <a:lnTo>
                  <a:pt x="4" y="1"/>
                </a:lnTo>
                <a:lnTo>
                  <a:pt x="3" y="1"/>
                </a:lnTo>
                <a:lnTo>
                  <a:pt x="1" y="1"/>
                </a:lnTo>
                <a:lnTo>
                  <a:pt x="1" y="0"/>
                </a:lnTo>
                <a:lnTo>
                  <a:pt x="1" y="1"/>
                </a:lnTo>
                <a:lnTo>
                  <a:pt x="0" y="2"/>
                </a:lnTo>
                <a:lnTo>
                  <a:pt x="1" y="2"/>
                </a:lnTo>
                <a:lnTo>
                  <a:pt x="1" y="4"/>
                </a:lnTo>
              </a:path>
            </a:pathLst>
          </a:custGeom>
          <a:ln w="4680">
            <a:solidFill>
              <a:srgbClr val="4A4A4A"/>
            </a:solidFill>
            <a:round/>
          </a:ln>
        </p:spPr>
        <p:txBody>
          <a:bodyPr lIns="2160" tIns="-360" rIns="2160" bIns="-3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086" name=""/>
          <p:cNvSpPr/>
          <p:nvPr/>
        </p:nvSpPr>
        <p:spPr>
          <a:xfrm>
            <a:off x="3401640" y="335160"/>
            <a:ext cx="2013840" cy="1591560"/>
          </a:xfrm>
          <a:custGeom>
            <a:avLst/>
            <a:gdLst/>
            <a:ahLst/>
            <a:rect l="0" t="0" r="r" b="b"/>
            <a:pathLst>
              <a:path fill="none" w="5594" h="4421">
                <a:moveTo>
                  <a:pt x="4512" y="0"/>
                </a:moveTo>
                <a:lnTo>
                  <a:pt x="4513" y="0"/>
                </a:lnTo>
                <a:lnTo>
                  <a:pt x="4513" y="1"/>
                </a:lnTo>
                <a:lnTo>
                  <a:pt x="4514" y="1"/>
                </a:lnTo>
                <a:lnTo>
                  <a:pt x="4515" y="1"/>
                </a:lnTo>
                <a:lnTo>
                  <a:pt x="4517" y="1"/>
                </a:lnTo>
                <a:lnTo>
                  <a:pt x="4517" y="2"/>
                </a:lnTo>
                <a:lnTo>
                  <a:pt x="4517" y="3"/>
                </a:lnTo>
                <a:lnTo>
                  <a:pt x="4518" y="3"/>
                </a:lnTo>
                <a:lnTo>
                  <a:pt x="4518" y="4"/>
                </a:lnTo>
                <a:lnTo>
                  <a:pt x="4519" y="4"/>
                </a:lnTo>
                <a:lnTo>
                  <a:pt x="4519" y="5"/>
                </a:lnTo>
                <a:lnTo>
                  <a:pt x="4520" y="5"/>
                </a:lnTo>
                <a:lnTo>
                  <a:pt x="4520" y="6"/>
                </a:lnTo>
                <a:lnTo>
                  <a:pt x="4521" y="6"/>
                </a:lnTo>
                <a:lnTo>
                  <a:pt x="4522" y="6"/>
                </a:lnTo>
                <a:lnTo>
                  <a:pt x="4523" y="6"/>
                </a:lnTo>
                <a:lnTo>
                  <a:pt x="4523" y="5"/>
                </a:lnTo>
                <a:lnTo>
                  <a:pt x="4524" y="5"/>
                </a:lnTo>
                <a:lnTo>
                  <a:pt x="4525" y="5"/>
                </a:lnTo>
                <a:lnTo>
                  <a:pt x="4526" y="5"/>
                </a:lnTo>
                <a:lnTo>
                  <a:pt x="4527" y="5"/>
                </a:lnTo>
                <a:lnTo>
                  <a:pt x="4528" y="5"/>
                </a:lnTo>
                <a:lnTo>
                  <a:pt x="4529" y="5"/>
                </a:lnTo>
                <a:lnTo>
                  <a:pt x="4530" y="5"/>
                </a:lnTo>
                <a:lnTo>
                  <a:pt x="4532" y="5"/>
                </a:lnTo>
                <a:lnTo>
                  <a:pt x="4533" y="5"/>
                </a:lnTo>
                <a:lnTo>
                  <a:pt x="4533" y="4"/>
                </a:lnTo>
                <a:lnTo>
                  <a:pt x="4534" y="4"/>
                </a:lnTo>
                <a:lnTo>
                  <a:pt x="4535" y="4"/>
                </a:lnTo>
                <a:lnTo>
                  <a:pt x="4536" y="5"/>
                </a:lnTo>
                <a:lnTo>
                  <a:pt x="4537" y="5"/>
                </a:lnTo>
                <a:lnTo>
                  <a:pt x="4538" y="6"/>
                </a:lnTo>
                <a:lnTo>
                  <a:pt x="4539" y="6"/>
                </a:lnTo>
                <a:lnTo>
                  <a:pt x="4542" y="7"/>
                </a:lnTo>
                <a:lnTo>
                  <a:pt x="4544" y="9"/>
                </a:lnTo>
                <a:lnTo>
                  <a:pt x="4545" y="9"/>
                </a:lnTo>
                <a:lnTo>
                  <a:pt x="4547" y="10"/>
                </a:lnTo>
                <a:lnTo>
                  <a:pt x="4547" y="11"/>
                </a:lnTo>
                <a:lnTo>
                  <a:pt x="4547" y="12"/>
                </a:lnTo>
                <a:lnTo>
                  <a:pt x="4548" y="12"/>
                </a:lnTo>
                <a:lnTo>
                  <a:pt x="4548" y="13"/>
                </a:lnTo>
                <a:lnTo>
                  <a:pt x="4549" y="13"/>
                </a:lnTo>
                <a:lnTo>
                  <a:pt x="4550" y="13"/>
                </a:lnTo>
                <a:lnTo>
                  <a:pt x="4551" y="12"/>
                </a:lnTo>
                <a:lnTo>
                  <a:pt x="4552" y="12"/>
                </a:lnTo>
                <a:lnTo>
                  <a:pt x="4553" y="12"/>
                </a:lnTo>
                <a:lnTo>
                  <a:pt x="4553" y="13"/>
                </a:lnTo>
                <a:lnTo>
                  <a:pt x="4554" y="13"/>
                </a:lnTo>
                <a:lnTo>
                  <a:pt x="4554" y="14"/>
                </a:lnTo>
                <a:lnTo>
                  <a:pt x="4554" y="15"/>
                </a:lnTo>
                <a:lnTo>
                  <a:pt x="4555" y="15"/>
                </a:lnTo>
                <a:lnTo>
                  <a:pt x="4556" y="15"/>
                </a:lnTo>
                <a:lnTo>
                  <a:pt x="4556" y="16"/>
                </a:lnTo>
                <a:lnTo>
                  <a:pt x="4556" y="17"/>
                </a:lnTo>
                <a:lnTo>
                  <a:pt x="4557" y="17"/>
                </a:lnTo>
                <a:lnTo>
                  <a:pt x="4558" y="17"/>
                </a:lnTo>
                <a:lnTo>
                  <a:pt x="4559" y="17"/>
                </a:lnTo>
                <a:lnTo>
                  <a:pt x="4560" y="16"/>
                </a:lnTo>
                <a:lnTo>
                  <a:pt x="4560" y="15"/>
                </a:lnTo>
                <a:lnTo>
                  <a:pt x="4561" y="15"/>
                </a:lnTo>
                <a:lnTo>
                  <a:pt x="4561" y="14"/>
                </a:lnTo>
                <a:lnTo>
                  <a:pt x="4562" y="14"/>
                </a:lnTo>
                <a:lnTo>
                  <a:pt x="4563" y="14"/>
                </a:lnTo>
                <a:lnTo>
                  <a:pt x="4565" y="13"/>
                </a:lnTo>
                <a:lnTo>
                  <a:pt x="4565" y="12"/>
                </a:lnTo>
                <a:lnTo>
                  <a:pt x="4566" y="12"/>
                </a:lnTo>
                <a:lnTo>
                  <a:pt x="4567" y="12"/>
                </a:lnTo>
                <a:lnTo>
                  <a:pt x="4568" y="12"/>
                </a:lnTo>
                <a:lnTo>
                  <a:pt x="4568" y="13"/>
                </a:lnTo>
                <a:lnTo>
                  <a:pt x="4569" y="14"/>
                </a:lnTo>
                <a:lnTo>
                  <a:pt x="4570" y="14"/>
                </a:lnTo>
                <a:lnTo>
                  <a:pt x="4570" y="15"/>
                </a:lnTo>
                <a:lnTo>
                  <a:pt x="4571" y="15"/>
                </a:lnTo>
                <a:lnTo>
                  <a:pt x="4572" y="15"/>
                </a:lnTo>
                <a:lnTo>
                  <a:pt x="4572" y="16"/>
                </a:lnTo>
                <a:lnTo>
                  <a:pt x="4573" y="16"/>
                </a:lnTo>
                <a:lnTo>
                  <a:pt x="4574" y="16"/>
                </a:lnTo>
                <a:lnTo>
                  <a:pt x="4575" y="17"/>
                </a:lnTo>
                <a:lnTo>
                  <a:pt x="4575" y="18"/>
                </a:lnTo>
                <a:lnTo>
                  <a:pt x="4576" y="18"/>
                </a:lnTo>
                <a:lnTo>
                  <a:pt x="4576" y="19"/>
                </a:lnTo>
                <a:lnTo>
                  <a:pt x="4577" y="20"/>
                </a:lnTo>
                <a:lnTo>
                  <a:pt x="4577" y="21"/>
                </a:lnTo>
                <a:lnTo>
                  <a:pt x="4577" y="22"/>
                </a:lnTo>
                <a:lnTo>
                  <a:pt x="4578" y="22"/>
                </a:lnTo>
                <a:lnTo>
                  <a:pt x="4579" y="23"/>
                </a:lnTo>
                <a:lnTo>
                  <a:pt x="4579" y="24"/>
                </a:lnTo>
                <a:lnTo>
                  <a:pt x="4580" y="25"/>
                </a:lnTo>
                <a:lnTo>
                  <a:pt x="4581" y="25"/>
                </a:lnTo>
                <a:lnTo>
                  <a:pt x="4583" y="25"/>
                </a:lnTo>
                <a:lnTo>
                  <a:pt x="4584" y="25"/>
                </a:lnTo>
                <a:lnTo>
                  <a:pt x="4584" y="26"/>
                </a:lnTo>
                <a:lnTo>
                  <a:pt x="4585" y="27"/>
                </a:lnTo>
                <a:lnTo>
                  <a:pt x="4585" y="28"/>
                </a:lnTo>
                <a:lnTo>
                  <a:pt x="4586" y="28"/>
                </a:lnTo>
                <a:lnTo>
                  <a:pt x="4587" y="28"/>
                </a:lnTo>
                <a:lnTo>
                  <a:pt x="4589" y="28"/>
                </a:lnTo>
                <a:lnTo>
                  <a:pt x="4590" y="28"/>
                </a:lnTo>
                <a:lnTo>
                  <a:pt x="4591" y="29"/>
                </a:lnTo>
                <a:lnTo>
                  <a:pt x="4592" y="29"/>
                </a:lnTo>
                <a:lnTo>
                  <a:pt x="4593" y="29"/>
                </a:lnTo>
                <a:lnTo>
                  <a:pt x="4594" y="29"/>
                </a:lnTo>
                <a:lnTo>
                  <a:pt x="4595" y="29"/>
                </a:lnTo>
                <a:lnTo>
                  <a:pt x="4597" y="28"/>
                </a:lnTo>
                <a:lnTo>
                  <a:pt x="4599" y="27"/>
                </a:lnTo>
                <a:lnTo>
                  <a:pt x="4600" y="27"/>
                </a:lnTo>
                <a:lnTo>
                  <a:pt x="4601" y="27"/>
                </a:lnTo>
                <a:lnTo>
                  <a:pt x="4603" y="27"/>
                </a:lnTo>
                <a:lnTo>
                  <a:pt x="4604" y="26"/>
                </a:lnTo>
                <a:lnTo>
                  <a:pt x="4606" y="26"/>
                </a:lnTo>
                <a:lnTo>
                  <a:pt x="4606" y="27"/>
                </a:lnTo>
                <a:lnTo>
                  <a:pt x="4607" y="27"/>
                </a:lnTo>
                <a:lnTo>
                  <a:pt x="4608" y="27"/>
                </a:lnTo>
                <a:lnTo>
                  <a:pt x="4609" y="27"/>
                </a:lnTo>
                <a:lnTo>
                  <a:pt x="4609" y="28"/>
                </a:lnTo>
                <a:lnTo>
                  <a:pt x="4610" y="28"/>
                </a:lnTo>
                <a:lnTo>
                  <a:pt x="4609" y="28"/>
                </a:lnTo>
                <a:lnTo>
                  <a:pt x="4609" y="29"/>
                </a:lnTo>
                <a:lnTo>
                  <a:pt x="4609" y="30"/>
                </a:lnTo>
                <a:lnTo>
                  <a:pt x="4609" y="31"/>
                </a:lnTo>
                <a:lnTo>
                  <a:pt x="4609" y="32"/>
                </a:lnTo>
                <a:lnTo>
                  <a:pt x="4610" y="32"/>
                </a:lnTo>
                <a:lnTo>
                  <a:pt x="4611" y="33"/>
                </a:lnTo>
                <a:lnTo>
                  <a:pt x="4613" y="33"/>
                </a:lnTo>
                <a:lnTo>
                  <a:pt x="4615" y="32"/>
                </a:lnTo>
                <a:lnTo>
                  <a:pt x="4616" y="32"/>
                </a:lnTo>
                <a:lnTo>
                  <a:pt x="4617" y="32"/>
                </a:lnTo>
                <a:lnTo>
                  <a:pt x="4618" y="31"/>
                </a:lnTo>
                <a:lnTo>
                  <a:pt x="4619" y="31"/>
                </a:lnTo>
                <a:lnTo>
                  <a:pt x="4620" y="32"/>
                </a:lnTo>
                <a:lnTo>
                  <a:pt x="4620" y="33"/>
                </a:lnTo>
                <a:lnTo>
                  <a:pt x="4621" y="33"/>
                </a:lnTo>
                <a:lnTo>
                  <a:pt x="4621" y="34"/>
                </a:lnTo>
                <a:lnTo>
                  <a:pt x="4621" y="35"/>
                </a:lnTo>
                <a:lnTo>
                  <a:pt x="4622" y="36"/>
                </a:lnTo>
                <a:lnTo>
                  <a:pt x="4623" y="36"/>
                </a:lnTo>
                <a:lnTo>
                  <a:pt x="4624" y="36"/>
                </a:lnTo>
                <a:lnTo>
                  <a:pt x="4625" y="36"/>
                </a:lnTo>
                <a:lnTo>
                  <a:pt x="4625" y="35"/>
                </a:lnTo>
                <a:lnTo>
                  <a:pt x="4625" y="33"/>
                </a:lnTo>
                <a:lnTo>
                  <a:pt x="4625" y="32"/>
                </a:lnTo>
                <a:lnTo>
                  <a:pt x="4624" y="32"/>
                </a:lnTo>
                <a:lnTo>
                  <a:pt x="4624" y="31"/>
                </a:lnTo>
                <a:lnTo>
                  <a:pt x="4623" y="30"/>
                </a:lnTo>
                <a:lnTo>
                  <a:pt x="4623" y="29"/>
                </a:lnTo>
                <a:lnTo>
                  <a:pt x="4622" y="28"/>
                </a:lnTo>
                <a:lnTo>
                  <a:pt x="4623" y="28"/>
                </a:lnTo>
                <a:lnTo>
                  <a:pt x="4623" y="27"/>
                </a:lnTo>
                <a:lnTo>
                  <a:pt x="4626" y="25"/>
                </a:lnTo>
                <a:lnTo>
                  <a:pt x="4627" y="24"/>
                </a:lnTo>
                <a:lnTo>
                  <a:pt x="4628" y="24"/>
                </a:lnTo>
                <a:lnTo>
                  <a:pt x="4628" y="23"/>
                </a:lnTo>
                <a:lnTo>
                  <a:pt x="4629" y="23"/>
                </a:lnTo>
                <a:lnTo>
                  <a:pt x="4630" y="22"/>
                </a:lnTo>
                <a:lnTo>
                  <a:pt x="4631" y="22"/>
                </a:lnTo>
                <a:lnTo>
                  <a:pt x="4632" y="21"/>
                </a:lnTo>
                <a:lnTo>
                  <a:pt x="4633" y="21"/>
                </a:lnTo>
                <a:lnTo>
                  <a:pt x="4634" y="21"/>
                </a:lnTo>
                <a:lnTo>
                  <a:pt x="4635" y="20"/>
                </a:lnTo>
                <a:lnTo>
                  <a:pt x="4636" y="20"/>
                </a:lnTo>
                <a:lnTo>
                  <a:pt x="4639" y="20"/>
                </a:lnTo>
                <a:lnTo>
                  <a:pt x="4641" y="19"/>
                </a:lnTo>
                <a:lnTo>
                  <a:pt x="4642" y="19"/>
                </a:lnTo>
                <a:lnTo>
                  <a:pt x="4643" y="19"/>
                </a:lnTo>
                <a:lnTo>
                  <a:pt x="4644" y="19"/>
                </a:lnTo>
                <a:lnTo>
                  <a:pt x="4645" y="19"/>
                </a:lnTo>
                <a:lnTo>
                  <a:pt x="4646" y="19"/>
                </a:lnTo>
                <a:lnTo>
                  <a:pt x="4647" y="19"/>
                </a:lnTo>
                <a:lnTo>
                  <a:pt x="4648" y="19"/>
                </a:lnTo>
                <a:lnTo>
                  <a:pt x="4648" y="20"/>
                </a:lnTo>
                <a:lnTo>
                  <a:pt x="4649" y="20"/>
                </a:lnTo>
                <a:lnTo>
                  <a:pt x="4650" y="20"/>
                </a:lnTo>
                <a:lnTo>
                  <a:pt x="4654" y="22"/>
                </a:lnTo>
                <a:lnTo>
                  <a:pt x="4654" y="23"/>
                </a:lnTo>
                <a:lnTo>
                  <a:pt x="4655" y="23"/>
                </a:lnTo>
                <a:lnTo>
                  <a:pt x="4656" y="23"/>
                </a:lnTo>
                <a:lnTo>
                  <a:pt x="4657" y="23"/>
                </a:lnTo>
                <a:lnTo>
                  <a:pt x="4659" y="23"/>
                </a:lnTo>
                <a:lnTo>
                  <a:pt x="4659" y="24"/>
                </a:lnTo>
                <a:lnTo>
                  <a:pt x="4660" y="24"/>
                </a:lnTo>
                <a:lnTo>
                  <a:pt x="4661" y="24"/>
                </a:lnTo>
                <a:lnTo>
                  <a:pt x="4662" y="24"/>
                </a:lnTo>
                <a:lnTo>
                  <a:pt x="4663" y="24"/>
                </a:lnTo>
                <a:lnTo>
                  <a:pt x="4664" y="24"/>
                </a:lnTo>
                <a:lnTo>
                  <a:pt x="4665" y="25"/>
                </a:lnTo>
                <a:lnTo>
                  <a:pt x="4666" y="25"/>
                </a:lnTo>
                <a:lnTo>
                  <a:pt x="4667" y="25"/>
                </a:lnTo>
                <a:lnTo>
                  <a:pt x="4667" y="26"/>
                </a:lnTo>
                <a:lnTo>
                  <a:pt x="4668" y="26"/>
                </a:lnTo>
                <a:lnTo>
                  <a:pt x="4668" y="25"/>
                </a:lnTo>
                <a:lnTo>
                  <a:pt x="4669" y="25"/>
                </a:lnTo>
                <a:lnTo>
                  <a:pt x="4669" y="26"/>
                </a:lnTo>
                <a:lnTo>
                  <a:pt x="4670" y="26"/>
                </a:lnTo>
                <a:lnTo>
                  <a:pt x="4671" y="26"/>
                </a:lnTo>
                <a:lnTo>
                  <a:pt x="4672" y="26"/>
                </a:lnTo>
                <a:lnTo>
                  <a:pt x="4673" y="26"/>
                </a:lnTo>
                <a:lnTo>
                  <a:pt x="4673" y="27"/>
                </a:lnTo>
                <a:lnTo>
                  <a:pt x="4673" y="28"/>
                </a:lnTo>
                <a:lnTo>
                  <a:pt x="4673" y="29"/>
                </a:lnTo>
                <a:lnTo>
                  <a:pt x="4673" y="30"/>
                </a:lnTo>
                <a:lnTo>
                  <a:pt x="4674" y="31"/>
                </a:lnTo>
                <a:lnTo>
                  <a:pt x="4674" y="32"/>
                </a:lnTo>
                <a:lnTo>
                  <a:pt x="4675" y="32"/>
                </a:lnTo>
                <a:lnTo>
                  <a:pt x="4676" y="31"/>
                </a:lnTo>
                <a:lnTo>
                  <a:pt x="4677" y="30"/>
                </a:lnTo>
                <a:lnTo>
                  <a:pt x="4677" y="29"/>
                </a:lnTo>
                <a:lnTo>
                  <a:pt x="4678" y="29"/>
                </a:lnTo>
                <a:lnTo>
                  <a:pt x="4678" y="28"/>
                </a:lnTo>
                <a:lnTo>
                  <a:pt x="4678" y="27"/>
                </a:lnTo>
                <a:lnTo>
                  <a:pt x="4679" y="27"/>
                </a:lnTo>
                <a:lnTo>
                  <a:pt x="4680" y="27"/>
                </a:lnTo>
                <a:lnTo>
                  <a:pt x="4681" y="26"/>
                </a:lnTo>
                <a:lnTo>
                  <a:pt x="4682" y="26"/>
                </a:lnTo>
                <a:lnTo>
                  <a:pt x="4683" y="27"/>
                </a:lnTo>
                <a:lnTo>
                  <a:pt x="4684" y="27"/>
                </a:lnTo>
                <a:lnTo>
                  <a:pt x="4684" y="28"/>
                </a:lnTo>
                <a:lnTo>
                  <a:pt x="4685" y="29"/>
                </a:lnTo>
                <a:lnTo>
                  <a:pt x="4685" y="31"/>
                </a:lnTo>
                <a:lnTo>
                  <a:pt x="4686" y="32"/>
                </a:lnTo>
                <a:lnTo>
                  <a:pt x="4687" y="32"/>
                </a:lnTo>
                <a:lnTo>
                  <a:pt x="4688" y="33"/>
                </a:lnTo>
                <a:lnTo>
                  <a:pt x="4688" y="34"/>
                </a:lnTo>
                <a:lnTo>
                  <a:pt x="4689" y="34"/>
                </a:lnTo>
                <a:lnTo>
                  <a:pt x="4690" y="35"/>
                </a:lnTo>
                <a:lnTo>
                  <a:pt x="4691" y="35"/>
                </a:lnTo>
                <a:lnTo>
                  <a:pt x="4692" y="35"/>
                </a:lnTo>
                <a:lnTo>
                  <a:pt x="4693" y="35"/>
                </a:lnTo>
                <a:lnTo>
                  <a:pt x="4694" y="35"/>
                </a:lnTo>
                <a:lnTo>
                  <a:pt x="4695" y="35"/>
                </a:lnTo>
                <a:lnTo>
                  <a:pt x="4695" y="36"/>
                </a:lnTo>
                <a:lnTo>
                  <a:pt x="4695" y="37"/>
                </a:lnTo>
                <a:lnTo>
                  <a:pt x="4694" y="37"/>
                </a:lnTo>
                <a:lnTo>
                  <a:pt x="4694" y="38"/>
                </a:lnTo>
                <a:lnTo>
                  <a:pt x="4694" y="39"/>
                </a:lnTo>
                <a:lnTo>
                  <a:pt x="4694" y="40"/>
                </a:lnTo>
                <a:lnTo>
                  <a:pt x="4695" y="41"/>
                </a:lnTo>
                <a:lnTo>
                  <a:pt x="4694" y="42"/>
                </a:lnTo>
                <a:lnTo>
                  <a:pt x="4693" y="42"/>
                </a:lnTo>
                <a:lnTo>
                  <a:pt x="4692" y="43"/>
                </a:lnTo>
                <a:lnTo>
                  <a:pt x="4691" y="43"/>
                </a:lnTo>
                <a:lnTo>
                  <a:pt x="4691" y="44"/>
                </a:lnTo>
                <a:lnTo>
                  <a:pt x="4690" y="44"/>
                </a:lnTo>
                <a:lnTo>
                  <a:pt x="4690" y="45"/>
                </a:lnTo>
                <a:lnTo>
                  <a:pt x="4690" y="46"/>
                </a:lnTo>
                <a:lnTo>
                  <a:pt x="4690" y="47"/>
                </a:lnTo>
                <a:lnTo>
                  <a:pt x="4690" y="48"/>
                </a:lnTo>
                <a:lnTo>
                  <a:pt x="4691" y="50"/>
                </a:lnTo>
                <a:lnTo>
                  <a:pt x="4691" y="51"/>
                </a:lnTo>
                <a:lnTo>
                  <a:pt x="4692" y="52"/>
                </a:lnTo>
                <a:lnTo>
                  <a:pt x="4693" y="52"/>
                </a:lnTo>
                <a:lnTo>
                  <a:pt x="4694" y="51"/>
                </a:lnTo>
                <a:lnTo>
                  <a:pt x="4694" y="50"/>
                </a:lnTo>
                <a:lnTo>
                  <a:pt x="4695" y="49"/>
                </a:lnTo>
                <a:lnTo>
                  <a:pt x="4696" y="49"/>
                </a:lnTo>
                <a:lnTo>
                  <a:pt x="4697" y="48"/>
                </a:lnTo>
                <a:lnTo>
                  <a:pt x="4698" y="48"/>
                </a:lnTo>
                <a:lnTo>
                  <a:pt x="4698" y="47"/>
                </a:lnTo>
                <a:lnTo>
                  <a:pt x="4698" y="46"/>
                </a:lnTo>
                <a:lnTo>
                  <a:pt x="4699" y="46"/>
                </a:lnTo>
                <a:lnTo>
                  <a:pt x="4700" y="46"/>
                </a:lnTo>
                <a:lnTo>
                  <a:pt x="4701" y="46"/>
                </a:lnTo>
                <a:lnTo>
                  <a:pt x="4702" y="46"/>
                </a:lnTo>
                <a:lnTo>
                  <a:pt x="4702" y="45"/>
                </a:lnTo>
                <a:lnTo>
                  <a:pt x="4703" y="45"/>
                </a:lnTo>
                <a:lnTo>
                  <a:pt x="4704" y="45"/>
                </a:lnTo>
                <a:lnTo>
                  <a:pt x="4705" y="45"/>
                </a:lnTo>
                <a:lnTo>
                  <a:pt x="4705" y="46"/>
                </a:lnTo>
                <a:lnTo>
                  <a:pt x="4706" y="46"/>
                </a:lnTo>
                <a:lnTo>
                  <a:pt x="4706" y="47"/>
                </a:lnTo>
                <a:lnTo>
                  <a:pt x="4705" y="47"/>
                </a:lnTo>
                <a:lnTo>
                  <a:pt x="4706" y="48"/>
                </a:lnTo>
                <a:lnTo>
                  <a:pt x="4706" y="49"/>
                </a:lnTo>
                <a:lnTo>
                  <a:pt x="4707" y="49"/>
                </a:lnTo>
                <a:lnTo>
                  <a:pt x="4708" y="50"/>
                </a:lnTo>
                <a:lnTo>
                  <a:pt x="4709" y="51"/>
                </a:lnTo>
                <a:lnTo>
                  <a:pt x="4710" y="51"/>
                </a:lnTo>
                <a:lnTo>
                  <a:pt x="4710" y="52"/>
                </a:lnTo>
                <a:lnTo>
                  <a:pt x="4711" y="52"/>
                </a:lnTo>
                <a:lnTo>
                  <a:pt x="4712" y="53"/>
                </a:lnTo>
                <a:lnTo>
                  <a:pt x="4713" y="53"/>
                </a:lnTo>
                <a:lnTo>
                  <a:pt x="4713" y="54"/>
                </a:lnTo>
                <a:lnTo>
                  <a:pt x="4713" y="55"/>
                </a:lnTo>
                <a:lnTo>
                  <a:pt x="4714" y="55"/>
                </a:lnTo>
                <a:lnTo>
                  <a:pt x="4714" y="56"/>
                </a:lnTo>
                <a:lnTo>
                  <a:pt x="4715" y="57"/>
                </a:lnTo>
                <a:lnTo>
                  <a:pt x="4716" y="57"/>
                </a:lnTo>
                <a:lnTo>
                  <a:pt x="4716" y="58"/>
                </a:lnTo>
                <a:lnTo>
                  <a:pt x="4717" y="58"/>
                </a:lnTo>
                <a:lnTo>
                  <a:pt x="4718" y="59"/>
                </a:lnTo>
                <a:lnTo>
                  <a:pt x="4718" y="60"/>
                </a:lnTo>
                <a:lnTo>
                  <a:pt x="4719" y="60"/>
                </a:lnTo>
                <a:lnTo>
                  <a:pt x="4719" y="59"/>
                </a:lnTo>
                <a:lnTo>
                  <a:pt x="4720" y="59"/>
                </a:lnTo>
                <a:lnTo>
                  <a:pt x="4720" y="58"/>
                </a:lnTo>
                <a:lnTo>
                  <a:pt x="4720" y="57"/>
                </a:lnTo>
                <a:lnTo>
                  <a:pt x="4721" y="55"/>
                </a:lnTo>
                <a:lnTo>
                  <a:pt x="4721" y="54"/>
                </a:lnTo>
                <a:lnTo>
                  <a:pt x="4722" y="54"/>
                </a:lnTo>
                <a:lnTo>
                  <a:pt x="4723" y="54"/>
                </a:lnTo>
                <a:lnTo>
                  <a:pt x="4726" y="54"/>
                </a:lnTo>
                <a:lnTo>
                  <a:pt x="4727" y="55"/>
                </a:lnTo>
                <a:lnTo>
                  <a:pt x="4728" y="55"/>
                </a:lnTo>
                <a:lnTo>
                  <a:pt x="4729" y="55"/>
                </a:lnTo>
                <a:lnTo>
                  <a:pt x="4729" y="56"/>
                </a:lnTo>
                <a:lnTo>
                  <a:pt x="4729" y="57"/>
                </a:lnTo>
                <a:lnTo>
                  <a:pt x="4729" y="58"/>
                </a:lnTo>
                <a:lnTo>
                  <a:pt x="4728" y="58"/>
                </a:lnTo>
                <a:lnTo>
                  <a:pt x="4727" y="58"/>
                </a:lnTo>
                <a:lnTo>
                  <a:pt x="4726" y="59"/>
                </a:lnTo>
                <a:lnTo>
                  <a:pt x="4725" y="59"/>
                </a:lnTo>
                <a:lnTo>
                  <a:pt x="4724" y="60"/>
                </a:lnTo>
                <a:lnTo>
                  <a:pt x="4724" y="61"/>
                </a:lnTo>
                <a:lnTo>
                  <a:pt x="4726" y="63"/>
                </a:lnTo>
                <a:lnTo>
                  <a:pt x="4726" y="64"/>
                </a:lnTo>
                <a:lnTo>
                  <a:pt x="4727" y="65"/>
                </a:lnTo>
                <a:lnTo>
                  <a:pt x="4728" y="66"/>
                </a:lnTo>
                <a:lnTo>
                  <a:pt x="4728" y="67"/>
                </a:lnTo>
                <a:lnTo>
                  <a:pt x="4727" y="68"/>
                </a:lnTo>
                <a:lnTo>
                  <a:pt x="4724" y="69"/>
                </a:lnTo>
                <a:lnTo>
                  <a:pt x="4723" y="69"/>
                </a:lnTo>
                <a:lnTo>
                  <a:pt x="4722" y="69"/>
                </a:lnTo>
                <a:lnTo>
                  <a:pt x="4722" y="70"/>
                </a:lnTo>
                <a:lnTo>
                  <a:pt x="4721" y="70"/>
                </a:lnTo>
                <a:lnTo>
                  <a:pt x="4721" y="71"/>
                </a:lnTo>
                <a:lnTo>
                  <a:pt x="4721" y="72"/>
                </a:lnTo>
                <a:lnTo>
                  <a:pt x="4721" y="73"/>
                </a:lnTo>
                <a:lnTo>
                  <a:pt x="4721" y="74"/>
                </a:lnTo>
                <a:lnTo>
                  <a:pt x="4721" y="75"/>
                </a:lnTo>
                <a:lnTo>
                  <a:pt x="4722" y="76"/>
                </a:lnTo>
                <a:lnTo>
                  <a:pt x="4722" y="77"/>
                </a:lnTo>
                <a:lnTo>
                  <a:pt x="4723" y="78"/>
                </a:lnTo>
                <a:lnTo>
                  <a:pt x="4724" y="79"/>
                </a:lnTo>
                <a:lnTo>
                  <a:pt x="4725" y="79"/>
                </a:lnTo>
                <a:lnTo>
                  <a:pt x="4726" y="80"/>
                </a:lnTo>
                <a:lnTo>
                  <a:pt x="4727" y="81"/>
                </a:lnTo>
                <a:lnTo>
                  <a:pt x="4728" y="81"/>
                </a:lnTo>
                <a:lnTo>
                  <a:pt x="4729" y="80"/>
                </a:lnTo>
                <a:lnTo>
                  <a:pt x="4729" y="79"/>
                </a:lnTo>
                <a:lnTo>
                  <a:pt x="4729" y="78"/>
                </a:lnTo>
                <a:lnTo>
                  <a:pt x="4729" y="77"/>
                </a:lnTo>
                <a:lnTo>
                  <a:pt x="4730" y="77"/>
                </a:lnTo>
                <a:lnTo>
                  <a:pt x="4732" y="77"/>
                </a:lnTo>
                <a:lnTo>
                  <a:pt x="4733" y="78"/>
                </a:lnTo>
                <a:lnTo>
                  <a:pt x="4734" y="78"/>
                </a:lnTo>
                <a:lnTo>
                  <a:pt x="4735" y="79"/>
                </a:lnTo>
                <a:lnTo>
                  <a:pt x="4736" y="79"/>
                </a:lnTo>
                <a:lnTo>
                  <a:pt x="4740" y="81"/>
                </a:lnTo>
                <a:lnTo>
                  <a:pt x="4741" y="82"/>
                </a:lnTo>
                <a:lnTo>
                  <a:pt x="4742" y="83"/>
                </a:lnTo>
                <a:lnTo>
                  <a:pt x="4743" y="83"/>
                </a:lnTo>
                <a:lnTo>
                  <a:pt x="4743" y="84"/>
                </a:lnTo>
                <a:lnTo>
                  <a:pt x="4743" y="86"/>
                </a:lnTo>
                <a:lnTo>
                  <a:pt x="4743" y="87"/>
                </a:lnTo>
                <a:lnTo>
                  <a:pt x="4743" y="88"/>
                </a:lnTo>
                <a:lnTo>
                  <a:pt x="4742" y="88"/>
                </a:lnTo>
                <a:lnTo>
                  <a:pt x="4743" y="88"/>
                </a:lnTo>
                <a:lnTo>
                  <a:pt x="4743" y="90"/>
                </a:lnTo>
                <a:lnTo>
                  <a:pt x="4743" y="91"/>
                </a:lnTo>
                <a:lnTo>
                  <a:pt x="4744" y="91"/>
                </a:lnTo>
                <a:lnTo>
                  <a:pt x="4745" y="91"/>
                </a:lnTo>
                <a:lnTo>
                  <a:pt x="4746" y="90"/>
                </a:lnTo>
                <a:lnTo>
                  <a:pt x="4747" y="90"/>
                </a:lnTo>
                <a:lnTo>
                  <a:pt x="4747" y="89"/>
                </a:lnTo>
                <a:lnTo>
                  <a:pt x="4748" y="89"/>
                </a:lnTo>
                <a:lnTo>
                  <a:pt x="4749" y="89"/>
                </a:lnTo>
                <a:lnTo>
                  <a:pt x="4750" y="89"/>
                </a:lnTo>
                <a:lnTo>
                  <a:pt x="4750" y="90"/>
                </a:lnTo>
                <a:lnTo>
                  <a:pt x="4750" y="91"/>
                </a:lnTo>
                <a:lnTo>
                  <a:pt x="4751" y="91"/>
                </a:lnTo>
                <a:lnTo>
                  <a:pt x="4752" y="93"/>
                </a:lnTo>
                <a:lnTo>
                  <a:pt x="4753" y="93"/>
                </a:lnTo>
                <a:lnTo>
                  <a:pt x="4754" y="94"/>
                </a:lnTo>
                <a:lnTo>
                  <a:pt x="4755" y="95"/>
                </a:lnTo>
                <a:lnTo>
                  <a:pt x="4756" y="96"/>
                </a:lnTo>
                <a:lnTo>
                  <a:pt x="4757" y="97"/>
                </a:lnTo>
                <a:lnTo>
                  <a:pt x="4758" y="98"/>
                </a:lnTo>
                <a:lnTo>
                  <a:pt x="4758" y="99"/>
                </a:lnTo>
                <a:lnTo>
                  <a:pt x="4759" y="99"/>
                </a:lnTo>
                <a:lnTo>
                  <a:pt x="4759" y="102"/>
                </a:lnTo>
                <a:lnTo>
                  <a:pt x="4758" y="102"/>
                </a:lnTo>
                <a:lnTo>
                  <a:pt x="4758" y="103"/>
                </a:lnTo>
                <a:lnTo>
                  <a:pt x="4757" y="104"/>
                </a:lnTo>
                <a:lnTo>
                  <a:pt x="4757" y="105"/>
                </a:lnTo>
                <a:lnTo>
                  <a:pt x="4757" y="106"/>
                </a:lnTo>
                <a:lnTo>
                  <a:pt x="4757" y="107"/>
                </a:lnTo>
                <a:lnTo>
                  <a:pt x="4758" y="108"/>
                </a:lnTo>
                <a:lnTo>
                  <a:pt x="4759" y="108"/>
                </a:lnTo>
                <a:lnTo>
                  <a:pt x="4759" y="109"/>
                </a:lnTo>
                <a:lnTo>
                  <a:pt x="4760" y="109"/>
                </a:lnTo>
                <a:lnTo>
                  <a:pt x="4761" y="109"/>
                </a:lnTo>
                <a:lnTo>
                  <a:pt x="4761" y="108"/>
                </a:lnTo>
                <a:lnTo>
                  <a:pt x="4762" y="108"/>
                </a:lnTo>
                <a:lnTo>
                  <a:pt x="4763" y="108"/>
                </a:lnTo>
                <a:lnTo>
                  <a:pt x="4764" y="108"/>
                </a:lnTo>
                <a:lnTo>
                  <a:pt x="4767" y="108"/>
                </a:lnTo>
                <a:lnTo>
                  <a:pt x="4767" y="109"/>
                </a:lnTo>
                <a:lnTo>
                  <a:pt x="4767" y="110"/>
                </a:lnTo>
                <a:lnTo>
                  <a:pt x="4765" y="110"/>
                </a:lnTo>
                <a:lnTo>
                  <a:pt x="4764" y="111"/>
                </a:lnTo>
                <a:lnTo>
                  <a:pt x="4764" y="112"/>
                </a:lnTo>
                <a:lnTo>
                  <a:pt x="4763" y="112"/>
                </a:lnTo>
                <a:lnTo>
                  <a:pt x="4763" y="113"/>
                </a:lnTo>
                <a:lnTo>
                  <a:pt x="4762" y="113"/>
                </a:lnTo>
                <a:lnTo>
                  <a:pt x="4761" y="114"/>
                </a:lnTo>
                <a:lnTo>
                  <a:pt x="4761" y="115"/>
                </a:lnTo>
                <a:lnTo>
                  <a:pt x="4760" y="115"/>
                </a:lnTo>
                <a:lnTo>
                  <a:pt x="4760" y="116"/>
                </a:lnTo>
                <a:lnTo>
                  <a:pt x="4759" y="116"/>
                </a:lnTo>
                <a:lnTo>
                  <a:pt x="4759" y="117"/>
                </a:lnTo>
                <a:lnTo>
                  <a:pt x="4759" y="118"/>
                </a:lnTo>
                <a:lnTo>
                  <a:pt x="4759" y="119"/>
                </a:lnTo>
                <a:lnTo>
                  <a:pt x="4758" y="120"/>
                </a:lnTo>
                <a:lnTo>
                  <a:pt x="4759" y="120"/>
                </a:lnTo>
                <a:lnTo>
                  <a:pt x="4759" y="121"/>
                </a:lnTo>
                <a:lnTo>
                  <a:pt x="4760" y="122"/>
                </a:lnTo>
                <a:lnTo>
                  <a:pt x="4761" y="122"/>
                </a:lnTo>
                <a:lnTo>
                  <a:pt x="4762" y="122"/>
                </a:lnTo>
                <a:lnTo>
                  <a:pt x="4763" y="122"/>
                </a:lnTo>
                <a:lnTo>
                  <a:pt x="4763" y="123"/>
                </a:lnTo>
                <a:lnTo>
                  <a:pt x="4764" y="123"/>
                </a:lnTo>
                <a:lnTo>
                  <a:pt x="4765" y="122"/>
                </a:lnTo>
                <a:lnTo>
                  <a:pt x="4766" y="122"/>
                </a:lnTo>
                <a:lnTo>
                  <a:pt x="4767" y="122"/>
                </a:lnTo>
                <a:lnTo>
                  <a:pt x="4768" y="122"/>
                </a:lnTo>
                <a:lnTo>
                  <a:pt x="4769" y="123"/>
                </a:lnTo>
                <a:lnTo>
                  <a:pt x="4770" y="123"/>
                </a:lnTo>
                <a:lnTo>
                  <a:pt x="4770" y="124"/>
                </a:lnTo>
                <a:lnTo>
                  <a:pt x="4771" y="124"/>
                </a:lnTo>
                <a:lnTo>
                  <a:pt x="4773" y="124"/>
                </a:lnTo>
                <a:lnTo>
                  <a:pt x="4774" y="124"/>
                </a:lnTo>
                <a:lnTo>
                  <a:pt x="4775" y="124"/>
                </a:lnTo>
                <a:lnTo>
                  <a:pt x="4776" y="124"/>
                </a:lnTo>
                <a:lnTo>
                  <a:pt x="4779" y="125"/>
                </a:lnTo>
                <a:lnTo>
                  <a:pt x="4780" y="125"/>
                </a:lnTo>
                <a:lnTo>
                  <a:pt x="4781" y="125"/>
                </a:lnTo>
                <a:lnTo>
                  <a:pt x="4781" y="126"/>
                </a:lnTo>
                <a:lnTo>
                  <a:pt x="4782" y="126"/>
                </a:lnTo>
                <a:lnTo>
                  <a:pt x="4782" y="127"/>
                </a:lnTo>
                <a:lnTo>
                  <a:pt x="4782" y="129"/>
                </a:lnTo>
                <a:lnTo>
                  <a:pt x="4781" y="130"/>
                </a:lnTo>
                <a:lnTo>
                  <a:pt x="4781" y="131"/>
                </a:lnTo>
                <a:lnTo>
                  <a:pt x="4781" y="132"/>
                </a:lnTo>
                <a:lnTo>
                  <a:pt x="4781" y="133"/>
                </a:lnTo>
                <a:lnTo>
                  <a:pt x="4782" y="133"/>
                </a:lnTo>
                <a:lnTo>
                  <a:pt x="4782" y="134"/>
                </a:lnTo>
                <a:lnTo>
                  <a:pt x="4781" y="134"/>
                </a:lnTo>
                <a:lnTo>
                  <a:pt x="4781" y="135"/>
                </a:lnTo>
                <a:lnTo>
                  <a:pt x="4780" y="135"/>
                </a:lnTo>
                <a:lnTo>
                  <a:pt x="4780" y="136"/>
                </a:lnTo>
                <a:lnTo>
                  <a:pt x="4780" y="137"/>
                </a:lnTo>
                <a:lnTo>
                  <a:pt x="4781" y="137"/>
                </a:lnTo>
                <a:lnTo>
                  <a:pt x="4781" y="138"/>
                </a:lnTo>
                <a:lnTo>
                  <a:pt x="4780" y="138"/>
                </a:lnTo>
                <a:lnTo>
                  <a:pt x="4780" y="139"/>
                </a:lnTo>
                <a:lnTo>
                  <a:pt x="4779" y="138"/>
                </a:lnTo>
                <a:lnTo>
                  <a:pt x="4778" y="138"/>
                </a:lnTo>
                <a:lnTo>
                  <a:pt x="4777" y="138"/>
                </a:lnTo>
                <a:lnTo>
                  <a:pt x="4777" y="139"/>
                </a:lnTo>
                <a:lnTo>
                  <a:pt x="4776" y="140"/>
                </a:lnTo>
                <a:lnTo>
                  <a:pt x="4775" y="140"/>
                </a:lnTo>
                <a:lnTo>
                  <a:pt x="4775" y="141"/>
                </a:lnTo>
                <a:lnTo>
                  <a:pt x="4775" y="143"/>
                </a:lnTo>
                <a:lnTo>
                  <a:pt x="4776" y="144"/>
                </a:lnTo>
                <a:lnTo>
                  <a:pt x="4777" y="144"/>
                </a:lnTo>
                <a:lnTo>
                  <a:pt x="4778" y="145"/>
                </a:lnTo>
                <a:lnTo>
                  <a:pt x="4778" y="146"/>
                </a:lnTo>
                <a:lnTo>
                  <a:pt x="4778" y="148"/>
                </a:lnTo>
                <a:lnTo>
                  <a:pt x="4778" y="149"/>
                </a:lnTo>
                <a:lnTo>
                  <a:pt x="4778" y="150"/>
                </a:lnTo>
                <a:lnTo>
                  <a:pt x="4779" y="150"/>
                </a:lnTo>
                <a:lnTo>
                  <a:pt x="4779" y="151"/>
                </a:lnTo>
                <a:lnTo>
                  <a:pt x="4780" y="152"/>
                </a:lnTo>
                <a:lnTo>
                  <a:pt x="4781" y="152"/>
                </a:lnTo>
                <a:lnTo>
                  <a:pt x="4782" y="152"/>
                </a:lnTo>
                <a:lnTo>
                  <a:pt x="4783" y="152"/>
                </a:lnTo>
                <a:lnTo>
                  <a:pt x="4783" y="153"/>
                </a:lnTo>
                <a:lnTo>
                  <a:pt x="4784" y="155"/>
                </a:lnTo>
                <a:lnTo>
                  <a:pt x="4785" y="155"/>
                </a:lnTo>
                <a:lnTo>
                  <a:pt x="4786" y="156"/>
                </a:lnTo>
                <a:lnTo>
                  <a:pt x="4787" y="157"/>
                </a:lnTo>
                <a:lnTo>
                  <a:pt x="4789" y="159"/>
                </a:lnTo>
                <a:lnTo>
                  <a:pt x="4790" y="161"/>
                </a:lnTo>
                <a:lnTo>
                  <a:pt x="4790" y="162"/>
                </a:lnTo>
                <a:lnTo>
                  <a:pt x="4791" y="162"/>
                </a:lnTo>
                <a:lnTo>
                  <a:pt x="4792" y="163"/>
                </a:lnTo>
                <a:lnTo>
                  <a:pt x="4793" y="164"/>
                </a:lnTo>
                <a:lnTo>
                  <a:pt x="4794" y="165"/>
                </a:lnTo>
                <a:lnTo>
                  <a:pt x="4796" y="168"/>
                </a:lnTo>
                <a:lnTo>
                  <a:pt x="4797" y="169"/>
                </a:lnTo>
                <a:lnTo>
                  <a:pt x="4798" y="169"/>
                </a:lnTo>
                <a:lnTo>
                  <a:pt x="4799" y="169"/>
                </a:lnTo>
                <a:lnTo>
                  <a:pt x="4800" y="170"/>
                </a:lnTo>
                <a:lnTo>
                  <a:pt x="4800" y="171"/>
                </a:lnTo>
                <a:lnTo>
                  <a:pt x="4800" y="172"/>
                </a:lnTo>
                <a:lnTo>
                  <a:pt x="4801" y="173"/>
                </a:lnTo>
                <a:lnTo>
                  <a:pt x="4802" y="173"/>
                </a:lnTo>
                <a:lnTo>
                  <a:pt x="4803" y="173"/>
                </a:lnTo>
                <a:lnTo>
                  <a:pt x="4804" y="173"/>
                </a:lnTo>
                <a:lnTo>
                  <a:pt x="4804" y="172"/>
                </a:lnTo>
                <a:lnTo>
                  <a:pt x="4805" y="172"/>
                </a:lnTo>
                <a:lnTo>
                  <a:pt x="4805" y="173"/>
                </a:lnTo>
                <a:lnTo>
                  <a:pt x="4806" y="174"/>
                </a:lnTo>
                <a:lnTo>
                  <a:pt x="4807" y="175"/>
                </a:lnTo>
                <a:lnTo>
                  <a:pt x="4806" y="176"/>
                </a:lnTo>
                <a:lnTo>
                  <a:pt x="4806" y="177"/>
                </a:lnTo>
                <a:lnTo>
                  <a:pt x="4806" y="178"/>
                </a:lnTo>
                <a:lnTo>
                  <a:pt x="4807" y="179"/>
                </a:lnTo>
                <a:lnTo>
                  <a:pt x="4808" y="180"/>
                </a:lnTo>
                <a:lnTo>
                  <a:pt x="4809" y="181"/>
                </a:lnTo>
                <a:lnTo>
                  <a:pt x="4809" y="182"/>
                </a:lnTo>
                <a:lnTo>
                  <a:pt x="4809" y="183"/>
                </a:lnTo>
                <a:lnTo>
                  <a:pt x="4809" y="184"/>
                </a:lnTo>
                <a:lnTo>
                  <a:pt x="4809" y="185"/>
                </a:lnTo>
                <a:lnTo>
                  <a:pt x="4808" y="185"/>
                </a:lnTo>
                <a:lnTo>
                  <a:pt x="4808" y="186"/>
                </a:lnTo>
                <a:lnTo>
                  <a:pt x="4807" y="186"/>
                </a:lnTo>
                <a:lnTo>
                  <a:pt x="4806" y="187"/>
                </a:lnTo>
                <a:lnTo>
                  <a:pt x="4805" y="188"/>
                </a:lnTo>
                <a:lnTo>
                  <a:pt x="4805" y="189"/>
                </a:lnTo>
                <a:lnTo>
                  <a:pt x="4805" y="190"/>
                </a:lnTo>
                <a:lnTo>
                  <a:pt x="4806" y="190"/>
                </a:lnTo>
                <a:lnTo>
                  <a:pt x="4807" y="191"/>
                </a:lnTo>
                <a:lnTo>
                  <a:pt x="4808" y="192"/>
                </a:lnTo>
                <a:lnTo>
                  <a:pt x="4809" y="192"/>
                </a:lnTo>
                <a:lnTo>
                  <a:pt x="4810" y="192"/>
                </a:lnTo>
                <a:lnTo>
                  <a:pt x="4811" y="192"/>
                </a:lnTo>
                <a:lnTo>
                  <a:pt x="4812" y="192"/>
                </a:lnTo>
                <a:lnTo>
                  <a:pt x="4813" y="192"/>
                </a:lnTo>
                <a:lnTo>
                  <a:pt x="4814" y="193"/>
                </a:lnTo>
                <a:lnTo>
                  <a:pt x="4816" y="193"/>
                </a:lnTo>
                <a:lnTo>
                  <a:pt x="4817" y="193"/>
                </a:lnTo>
                <a:lnTo>
                  <a:pt x="4820" y="194"/>
                </a:lnTo>
                <a:lnTo>
                  <a:pt x="4821" y="195"/>
                </a:lnTo>
                <a:lnTo>
                  <a:pt x="4821" y="196"/>
                </a:lnTo>
                <a:lnTo>
                  <a:pt x="4820" y="196"/>
                </a:lnTo>
                <a:lnTo>
                  <a:pt x="4820" y="197"/>
                </a:lnTo>
                <a:lnTo>
                  <a:pt x="4820" y="198"/>
                </a:lnTo>
                <a:lnTo>
                  <a:pt x="4820" y="199"/>
                </a:lnTo>
                <a:lnTo>
                  <a:pt x="4819" y="199"/>
                </a:lnTo>
                <a:lnTo>
                  <a:pt x="4819" y="200"/>
                </a:lnTo>
                <a:lnTo>
                  <a:pt x="4819" y="202"/>
                </a:lnTo>
                <a:lnTo>
                  <a:pt x="4819" y="203"/>
                </a:lnTo>
                <a:lnTo>
                  <a:pt x="4818" y="204"/>
                </a:lnTo>
                <a:lnTo>
                  <a:pt x="4818" y="205"/>
                </a:lnTo>
                <a:lnTo>
                  <a:pt x="4818" y="206"/>
                </a:lnTo>
                <a:lnTo>
                  <a:pt x="4818" y="207"/>
                </a:lnTo>
                <a:lnTo>
                  <a:pt x="4819" y="208"/>
                </a:lnTo>
                <a:lnTo>
                  <a:pt x="4821" y="209"/>
                </a:lnTo>
                <a:lnTo>
                  <a:pt x="4823" y="209"/>
                </a:lnTo>
                <a:lnTo>
                  <a:pt x="4827" y="209"/>
                </a:lnTo>
                <a:lnTo>
                  <a:pt x="4828" y="208"/>
                </a:lnTo>
                <a:lnTo>
                  <a:pt x="4829" y="209"/>
                </a:lnTo>
                <a:lnTo>
                  <a:pt x="4831" y="211"/>
                </a:lnTo>
                <a:lnTo>
                  <a:pt x="4832" y="213"/>
                </a:lnTo>
                <a:lnTo>
                  <a:pt x="4832" y="214"/>
                </a:lnTo>
                <a:lnTo>
                  <a:pt x="4832" y="215"/>
                </a:lnTo>
                <a:lnTo>
                  <a:pt x="4831" y="216"/>
                </a:lnTo>
                <a:lnTo>
                  <a:pt x="4830" y="217"/>
                </a:lnTo>
                <a:lnTo>
                  <a:pt x="4829" y="217"/>
                </a:lnTo>
                <a:lnTo>
                  <a:pt x="4828" y="217"/>
                </a:lnTo>
                <a:lnTo>
                  <a:pt x="4826" y="217"/>
                </a:lnTo>
                <a:lnTo>
                  <a:pt x="4825" y="218"/>
                </a:lnTo>
                <a:lnTo>
                  <a:pt x="4824" y="218"/>
                </a:lnTo>
                <a:lnTo>
                  <a:pt x="4824" y="219"/>
                </a:lnTo>
                <a:lnTo>
                  <a:pt x="4824" y="220"/>
                </a:lnTo>
                <a:lnTo>
                  <a:pt x="4824" y="222"/>
                </a:lnTo>
                <a:lnTo>
                  <a:pt x="4825" y="224"/>
                </a:lnTo>
                <a:lnTo>
                  <a:pt x="4825" y="226"/>
                </a:lnTo>
                <a:lnTo>
                  <a:pt x="4826" y="227"/>
                </a:lnTo>
                <a:lnTo>
                  <a:pt x="4827" y="228"/>
                </a:lnTo>
                <a:lnTo>
                  <a:pt x="4828" y="228"/>
                </a:lnTo>
                <a:lnTo>
                  <a:pt x="4829" y="229"/>
                </a:lnTo>
                <a:lnTo>
                  <a:pt x="4830" y="229"/>
                </a:lnTo>
                <a:lnTo>
                  <a:pt x="4832" y="229"/>
                </a:lnTo>
                <a:lnTo>
                  <a:pt x="4833" y="229"/>
                </a:lnTo>
                <a:lnTo>
                  <a:pt x="4833" y="228"/>
                </a:lnTo>
                <a:lnTo>
                  <a:pt x="4834" y="228"/>
                </a:lnTo>
                <a:lnTo>
                  <a:pt x="4834" y="227"/>
                </a:lnTo>
                <a:lnTo>
                  <a:pt x="4834" y="226"/>
                </a:lnTo>
                <a:lnTo>
                  <a:pt x="4834" y="225"/>
                </a:lnTo>
                <a:lnTo>
                  <a:pt x="4833" y="224"/>
                </a:lnTo>
                <a:lnTo>
                  <a:pt x="4831" y="223"/>
                </a:lnTo>
                <a:lnTo>
                  <a:pt x="4830" y="222"/>
                </a:lnTo>
                <a:lnTo>
                  <a:pt x="4829" y="222"/>
                </a:lnTo>
                <a:lnTo>
                  <a:pt x="4829" y="221"/>
                </a:lnTo>
                <a:lnTo>
                  <a:pt x="4829" y="220"/>
                </a:lnTo>
                <a:lnTo>
                  <a:pt x="4830" y="220"/>
                </a:lnTo>
                <a:lnTo>
                  <a:pt x="4830" y="219"/>
                </a:lnTo>
                <a:lnTo>
                  <a:pt x="4831" y="219"/>
                </a:lnTo>
                <a:lnTo>
                  <a:pt x="4832" y="218"/>
                </a:lnTo>
                <a:lnTo>
                  <a:pt x="4833" y="217"/>
                </a:lnTo>
                <a:lnTo>
                  <a:pt x="4835" y="217"/>
                </a:lnTo>
                <a:lnTo>
                  <a:pt x="4836" y="216"/>
                </a:lnTo>
                <a:lnTo>
                  <a:pt x="4837" y="217"/>
                </a:lnTo>
                <a:lnTo>
                  <a:pt x="4837" y="218"/>
                </a:lnTo>
                <a:lnTo>
                  <a:pt x="4838" y="219"/>
                </a:lnTo>
                <a:lnTo>
                  <a:pt x="4838" y="220"/>
                </a:lnTo>
                <a:lnTo>
                  <a:pt x="4837" y="222"/>
                </a:lnTo>
                <a:lnTo>
                  <a:pt x="4837" y="223"/>
                </a:lnTo>
                <a:lnTo>
                  <a:pt x="4837" y="224"/>
                </a:lnTo>
                <a:lnTo>
                  <a:pt x="4836" y="225"/>
                </a:lnTo>
                <a:lnTo>
                  <a:pt x="4835" y="227"/>
                </a:lnTo>
                <a:lnTo>
                  <a:pt x="4835" y="228"/>
                </a:lnTo>
                <a:lnTo>
                  <a:pt x="4835" y="230"/>
                </a:lnTo>
                <a:lnTo>
                  <a:pt x="4835" y="231"/>
                </a:lnTo>
                <a:lnTo>
                  <a:pt x="4834" y="232"/>
                </a:lnTo>
                <a:lnTo>
                  <a:pt x="4834" y="234"/>
                </a:lnTo>
                <a:lnTo>
                  <a:pt x="4834" y="235"/>
                </a:lnTo>
                <a:lnTo>
                  <a:pt x="4835" y="236"/>
                </a:lnTo>
                <a:lnTo>
                  <a:pt x="4835" y="237"/>
                </a:lnTo>
                <a:lnTo>
                  <a:pt x="4836" y="239"/>
                </a:lnTo>
                <a:lnTo>
                  <a:pt x="4837" y="241"/>
                </a:lnTo>
                <a:lnTo>
                  <a:pt x="4837" y="242"/>
                </a:lnTo>
                <a:lnTo>
                  <a:pt x="4838" y="245"/>
                </a:lnTo>
                <a:lnTo>
                  <a:pt x="4839" y="246"/>
                </a:lnTo>
                <a:lnTo>
                  <a:pt x="4839" y="248"/>
                </a:lnTo>
                <a:lnTo>
                  <a:pt x="4839" y="249"/>
                </a:lnTo>
                <a:lnTo>
                  <a:pt x="4840" y="250"/>
                </a:lnTo>
                <a:lnTo>
                  <a:pt x="4840" y="251"/>
                </a:lnTo>
                <a:lnTo>
                  <a:pt x="4841" y="251"/>
                </a:lnTo>
                <a:lnTo>
                  <a:pt x="4841" y="252"/>
                </a:lnTo>
                <a:lnTo>
                  <a:pt x="4842" y="252"/>
                </a:lnTo>
                <a:lnTo>
                  <a:pt x="4843" y="252"/>
                </a:lnTo>
                <a:lnTo>
                  <a:pt x="4845" y="253"/>
                </a:lnTo>
                <a:lnTo>
                  <a:pt x="4847" y="255"/>
                </a:lnTo>
                <a:lnTo>
                  <a:pt x="4848" y="256"/>
                </a:lnTo>
                <a:lnTo>
                  <a:pt x="4849" y="257"/>
                </a:lnTo>
                <a:lnTo>
                  <a:pt x="4850" y="258"/>
                </a:lnTo>
                <a:lnTo>
                  <a:pt x="4851" y="259"/>
                </a:lnTo>
                <a:lnTo>
                  <a:pt x="4852" y="260"/>
                </a:lnTo>
                <a:lnTo>
                  <a:pt x="4853" y="261"/>
                </a:lnTo>
                <a:lnTo>
                  <a:pt x="4855" y="261"/>
                </a:lnTo>
                <a:lnTo>
                  <a:pt x="4857" y="262"/>
                </a:lnTo>
                <a:lnTo>
                  <a:pt x="4858" y="262"/>
                </a:lnTo>
                <a:lnTo>
                  <a:pt x="4860" y="263"/>
                </a:lnTo>
                <a:lnTo>
                  <a:pt x="4861" y="264"/>
                </a:lnTo>
                <a:lnTo>
                  <a:pt x="4862" y="265"/>
                </a:lnTo>
                <a:lnTo>
                  <a:pt x="4862" y="266"/>
                </a:lnTo>
                <a:lnTo>
                  <a:pt x="4863" y="267"/>
                </a:lnTo>
                <a:lnTo>
                  <a:pt x="4864" y="268"/>
                </a:lnTo>
                <a:lnTo>
                  <a:pt x="4865" y="270"/>
                </a:lnTo>
                <a:lnTo>
                  <a:pt x="4867" y="272"/>
                </a:lnTo>
                <a:lnTo>
                  <a:pt x="4869" y="274"/>
                </a:lnTo>
                <a:lnTo>
                  <a:pt x="4870" y="277"/>
                </a:lnTo>
                <a:lnTo>
                  <a:pt x="4872" y="279"/>
                </a:lnTo>
                <a:lnTo>
                  <a:pt x="4873" y="280"/>
                </a:lnTo>
                <a:lnTo>
                  <a:pt x="4874" y="281"/>
                </a:lnTo>
                <a:lnTo>
                  <a:pt x="4875" y="281"/>
                </a:lnTo>
                <a:lnTo>
                  <a:pt x="4876" y="281"/>
                </a:lnTo>
                <a:lnTo>
                  <a:pt x="4878" y="281"/>
                </a:lnTo>
                <a:lnTo>
                  <a:pt x="4878" y="282"/>
                </a:lnTo>
                <a:lnTo>
                  <a:pt x="4879" y="282"/>
                </a:lnTo>
                <a:lnTo>
                  <a:pt x="4879" y="283"/>
                </a:lnTo>
                <a:lnTo>
                  <a:pt x="4880" y="283"/>
                </a:lnTo>
                <a:lnTo>
                  <a:pt x="4880" y="284"/>
                </a:lnTo>
                <a:lnTo>
                  <a:pt x="4879" y="285"/>
                </a:lnTo>
                <a:lnTo>
                  <a:pt x="4879" y="287"/>
                </a:lnTo>
                <a:lnTo>
                  <a:pt x="4879" y="288"/>
                </a:lnTo>
                <a:lnTo>
                  <a:pt x="4879" y="290"/>
                </a:lnTo>
                <a:lnTo>
                  <a:pt x="4880" y="291"/>
                </a:lnTo>
                <a:lnTo>
                  <a:pt x="4881" y="292"/>
                </a:lnTo>
                <a:lnTo>
                  <a:pt x="4881" y="293"/>
                </a:lnTo>
                <a:lnTo>
                  <a:pt x="4883" y="295"/>
                </a:lnTo>
                <a:lnTo>
                  <a:pt x="4884" y="296"/>
                </a:lnTo>
                <a:lnTo>
                  <a:pt x="4885" y="297"/>
                </a:lnTo>
                <a:lnTo>
                  <a:pt x="4886" y="297"/>
                </a:lnTo>
                <a:lnTo>
                  <a:pt x="4887" y="298"/>
                </a:lnTo>
                <a:lnTo>
                  <a:pt x="4888" y="300"/>
                </a:lnTo>
                <a:lnTo>
                  <a:pt x="4889" y="301"/>
                </a:lnTo>
                <a:lnTo>
                  <a:pt x="4889" y="302"/>
                </a:lnTo>
                <a:lnTo>
                  <a:pt x="4890" y="302"/>
                </a:lnTo>
                <a:lnTo>
                  <a:pt x="4890" y="304"/>
                </a:lnTo>
                <a:lnTo>
                  <a:pt x="4889" y="305"/>
                </a:lnTo>
                <a:lnTo>
                  <a:pt x="4890" y="306"/>
                </a:lnTo>
                <a:lnTo>
                  <a:pt x="4890" y="307"/>
                </a:lnTo>
                <a:lnTo>
                  <a:pt x="4889" y="307"/>
                </a:lnTo>
                <a:lnTo>
                  <a:pt x="4888" y="308"/>
                </a:lnTo>
                <a:lnTo>
                  <a:pt x="4888" y="309"/>
                </a:lnTo>
                <a:lnTo>
                  <a:pt x="4887" y="309"/>
                </a:lnTo>
                <a:lnTo>
                  <a:pt x="4887" y="310"/>
                </a:lnTo>
                <a:lnTo>
                  <a:pt x="4887" y="312"/>
                </a:lnTo>
                <a:lnTo>
                  <a:pt x="4887" y="313"/>
                </a:lnTo>
                <a:lnTo>
                  <a:pt x="4887" y="314"/>
                </a:lnTo>
                <a:lnTo>
                  <a:pt x="4887" y="315"/>
                </a:lnTo>
                <a:lnTo>
                  <a:pt x="4886" y="316"/>
                </a:lnTo>
                <a:lnTo>
                  <a:pt x="4886" y="317"/>
                </a:lnTo>
                <a:lnTo>
                  <a:pt x="4887" y="318"/>
                </a:lnTo>
                <a:lnTo>
                  <a:pt x="4888" y="319"/>
                </a:lnTo>
                <a:lnTo>
                  <a:pt x="4889" y="319"/>
                </a:lnTo>
                <a:lnTo>
                  <a:pt x="4890" y="319"/>
                </a:lnTo>
                <a:lnTo>
                  <a:pt x="4891" y="319"/>
                </a:lnTo>
                <a:lnTo>
                  <a:pt x="4892" y="319"/>
                </a:lnTo>
                <a:lnTo>
                  <a:pt x="4893" y="319"/>
                </a:lnTo>
                <a:lnTo>
                  <a:pt x="4893" y="320"/>
                </a:lnTo>
                <a:lnTo>
                  <a:pt x="4894" y="321"/>
                </a:lnTo>
                <a:lnTo>
                  <a:pt x="4894" y="322"/>
                </a:lnTo>
                <a:lnTo>
                  <a:pt x="4894" y="323"/>
                </a:lnTo>
                <a:lnTo>
                  <a:pt x="4894" y="325"/>
                </a:lnTo>
                <a:lnTo>
                  <a:pt x="4894" y="326"/>
                </a:lnTo>
                <a:lnTo>
                  <a:pt x="4894" y="327"/>
                </a:lnTo>
                <a:lnTo>
                  <a:pt x="4893" y="328"/>
                </a:lnTo>
                <a:lnTo>
                  <a:pt x="4893" y="329"/>
                </a:lnTo>
                <a:lnTo>
                  <a:pt x="4893" y="330"/>
                </a:lnTo>
                <a:lnTo>
                  <a:pt x="4893" y="332"/>
                </a:lnTo>
                <a:lnTo>
                  <a:pt x="4894" y="333"/>
                </a:lnTo>
                <a:lnTo>
                  <a:pt x="4895" y="334"/>
                </a:lnTo>
                <a:lnTo>
                  <a:pt x="4895" y="335"/>
                </a:lnTo>
                <a:lnTo>
                  <a:pt x="4896" y="335"/>
                </a:lnTo>
                <a:lnTo>
                  <a:pt x="4897" y="336"/>
                </a:lnTo>
                <a:lnTo>
                  <a:pt x="4898" y="337"/>
                </a:lnTo>
                <a:lnTo>
                  <a:pt x="4899" y="338"/>
                </a:lnTo>
                <a:lnTo>
                  <a:pt x="4901" y="338"/>
                </a:lnTo>
                <a:lnTo>
                  <a:pt x="4902" y="338"/>
                </a:lnTo>
                <a:lnTo>
                  <a:pt x="4904" y="338"/>
                </a:lnTo>
                <a:lnTo>
                  <a:pt x="4905" y="338"/>
                </a:lnTo>
                <a:lnTo>
                  <a:pt x="4906" y="338"/>
                </a:lnTo>
                <a:lnTo>
                  <a:pt x="4907" y="339"/>
                </a:lnTo>
                <a:lnTo>
                  <a:pt x="4908" y="339"/>
                </a:lnTo>
                <a:lnTo>
                  <a:pt x="4910" y="339"/>
                </a:lnTo>
                <a:lnTo>
                  <a:pt x="4911" y="339"/>
                </a:lnTo>
                <a:lnTo>
                  <a:pt x="4913" y="339"/>
                </a:lnTo>
                <a:lnTo>
                  <a:pt x="4915" y="339"/>
                </a:lnTo>
                <a:lnTo>
                  <a:pt x="4916" y="340"/>
                </a:lnTo>
                <a:lnTo>
                  <a:pt x="4918" y="340"/>
                </a:lnTo>
                <a:lnTo>
                  <a:pt x="4919" y="341"/>
                </a:lnTo>
                <a:lnTo>
                  <a:pt x="4919" y="342"/>
                </a:lnTo>
                <a:lnTo>
                  <a:pt x="4919" y="343"/>
                </a:lnTo>
                <a:lnTo>
                  <a:pt x="4920" y="346"/>
                </a:lnTo>
                <a:lnTo>
                  <a:pt x="4920" y="348"/>
                </a:lnTo>
                <a:lnTo>
                  <a:pt x="4920" y="349"/>
                </a:lnTo>
                <a:lnTo>
                  <a:pt x="4920" y="351"/>
                </a:lnTo>
                <a:lnTo>
                  <a:pt x="4919" y="352"/>
                </a:lnTo>
                <a:lnTo>
                  <a:pt x="4919" y="354"/>
                </a:lnTo>
                <a:lnTo>
                  <a:pt x="4918" y="357"/>
                </a:lnTo>
                <a:lnTo>
                  <a:pt x="4917" y="357"/>
                </a:lnTo>
                <a:lnTo>
                  <a:pt x="4917" y="358"/>
                </a:lnTo>
                <a:lnTo>
                  <a:pt x="4916" y="361"/>
                </a:lnTo>
                <a:lnTo>
                  <a:pt x="4916" y="362"/>
                </a:lnTo>
                <a:lnTo>
                  <a:pt x="4915" y="364"/>
                </a:lnTo>
                <a:lnTo>
                  <a:pt x="4915" y="367"/>
                </a:lnTo>
                <a:lnTo>
                  <a:pt x="4916" y="369"/>
                </a:lnTo>
                <a:lnTo>
                  <a:pt x="4916" y="370"/>
                </a:lnTo>
                <a:lnTo>
                  <a:pt x="4916" y="371"/>
                </a:lnTo>
                <a:lnTo>
                  <a:pt x="4917" y="373"/>
                </a:lnTo>
                <a:lnTo>
                  <a:pt x="4919" y="375"/>
                </a:lnTo>
                <a:lnTo>
                  <a:pt x="4921" y="377"/>
                </a:lnTo>
                <a:lnTo>
                  <a:pt x="4922" y="378"/>
                </a:lnTo>
                <a:lnTo>
                  <a:pt x="4922" y="379"/>
                </a:lnTo>
                <a:lnTo>
                  <a:pt x="4923" y="381"/>
                </a:lnTo>
                <a:lnTo>
                  <a:pt x="4923" y="386"/>
                </a:lnTo>
                <a:lnTo>
                  <a:pt x="4923" y="389"/>
                </a:lnTo>
                <a:lnTo>
                  <a:pt x="4924" y="392"/>
                </a:lnTo>
                <a:lnTo>
                  <a:pt x="4925" y="393"/>
                </a:lnTo>
                <a:lnTo>
                  <a:pt x="4926" y="394"/>
                </a:lnTo>
                <a:lnTo>
                  <a:pt x="4927" y="395"/>
                </a:lnTo>
                <a:lnTo>
                  <a:pt x="4928" y="396"/>
                </a:lnTo>
                <a:lnTo>
                  <a:pt x="4929" y="396"/>
                </a:lnTo>
                <a:lnTo>
                  <a:pt x="4931" y="396"/>
                </a:lnTo>
                <a:lnTo>
                  <a:pt x="4933" y="396"/>
                </a:lnTo>
                <a:lnTo>
                  <a:pt x="4935" y="396"/>
                </a:lnTo>
                <a:lnTo>
                  <a:pt x="4936" y="396"/>
                </a:lnTo>
                <a:lnTo>
                  <a:pt x="4937" y="396"/>
                </a:lnTo>
                <a:lnTo>
                  <a:pt x="4938" y="397"/>
                </a:lnTo>
                <a:lnTo>
                  <a:pt x="4938" y="398"/>
                </a:lnTo>
                <a:lnTo>
                  <a:pt x="4938" y="400"/>
                </a:lnTo>
                <a:lnTo>
                  <a:pt x="4939" y="402"/>
                </a:lnTo>
                <a:lnTo>
                  <a:pt x="4940" y="404"/>
                </a:lnTo>
                <a:lnTo>
                  <a:pt x="4940" y="405"/>
                </a:lnTo>
                <a:lnTo>
                  <a:pt x="4940" y="406"/>
                </a:lnTo>
                <a:lnTo>
                  <a:pt x="4941" y="406"/>
                </a:lnTo>
                <a:lnTo>
                  <a:pt x="4941" y="407"/>
                </a:lnTo>
                <a:lnTo>
                  <a:pt x="4942" y="408"/>
                </a:lnTo>
                <a:lnTo>
                  <a:pt x="4944" y="409"/>
                </a:lnTo>
                <a:lnTo>
                  <a:pt x="4945" y="410"/>
                </a:lnTo>
                <a:lnTo>
                  <a:pt x="4946" y="410"/>
                </a:lnTo>
                <a:lnTo>
                  <a:pt x="4947" y="410"/>
                </a:lnTo>
                <a:lnTo>
                  <a:pt x="4949" y="411"/>
                </a:lnTo>
                <a:lnTo>
                  <a:pt x="4950" y="411"/>
                </a:lnTo>
                <a:lnTo>
                  <a:pt x="4950" y="412"/>
                </a:lnTo>
                <a:lnTo>
                  <a:pt x="4951" y="412"/>
                </a:lnTo>
                <a:lnTo>
                  <a:pt x="4952" y="413"/>
                </a:lnTo>
                <a:lnTo>
                  <a:pt x="4953" y="415"/>
                </a:lnTo>
                <a:lnTo>
                  <a:pt x="4954" y="416"/>
                </a:lnTo>
                <a:lnTo>
                  <a:pt x="4955" y="416"/>
                </a:lnTo>
                <a:lnTo>
                  <a:pt x="4956" y="416"/>
                </a:lnTo>
                <a:lnTo>
                  <a:pt x="4957" y="415"/>
                </a:lnTo>
                <a:lnTo>
                  <a:pt x="4959" y="416"/>
                </a:lnTo>
                <a:lnTo>
                  <a:pt x="4961" y="416"/>
                </a:lnTo>
                <a:lnTo>
                  <a:pt x="4962" y="416"/>
                </a:lnTo>
                <a:lnTo>
                  <a:pt x="4963" y="416"/>
                </a:lnTo>
                <a:lnTo>
                  <a:pt x="4964" y="414"/>
                </a:lnTo>
                <a:lnTo>
                  <a:pt x="4965" y="413"/>
                </a:lnTo>
                <a:lnTo>
                  <a:pt x="4965" y="412"/>
                </a:lnTo>
                <a:lnTo>
                  <a:pt x="4966" y="412"/>
                </a:lnTo>
                <a:lnTo>
                  <a:pt x="4967" y="412"/>
                </a:lnTo>
                <a:lnTo>
                  <a:pt x="4968" y="413"/>
                </a:lnTo>
                <a:lnTo>
                  <a:pt x="4969" y="413"/>
                </a:lnTo>
                <a:lnTo>
                  <a:pt x="4970" y="413"/>
                </a:lnTo>
                <a:lnTo>
                  <a:pt x="4971" y="414"/>
                </a:lnTo>
                <a:lnTo>
                  <a:pt x="4972" y="414"/>
                </a:lnTo>
                <a:lnTo>
                  <a:pt x="4973" y="415"/>
                </a:lnTo>
                <a:lnTo>
                  <a:pt x="4975" y="415"/>
                </a:lnTo>
                <a:lnTo>
                  <a:pt x="4976" y="415"/>
                </a:lnTo>
                <a:lnTo>
                  <a:pt x="4978" y="416"/>
                </a:lnTo>
                <a:lnTo>
                  <a:pt x="4979" y="416"/>
                </a:lnTo>
                <a:lnTo>
                  <a:pt x="4979" y="415"/>
                </a:lnTo>
                <a:lnTo>
                  <a:pt x="4980" y="415"/>
                </a:lnTo>
                <a:lnTo>
                  <a:pt x="4981" y="415"/>
                </a:lnTo>
                <a:lnTo>
                  <a:pt x="4983" y="415"/>
                </a:lnTo>
                <a:lnTo>
                  <a:pt x="4985" y="415"/>
                </a:lnTo>
                <a:lnTo>
                  <a:pt x="4986" y="415"/>
                </a:lnTo>
                <a:lnTo>
                  <a:pt x="4988" y="415"/>
                </a:lnTo>
                <a:lnTo>
                  <a:pt x="4989" y="414"/>
                </a:lnTo>
                <a:lnTo>
                  <a:pt x="4989" y="413"/>
                </a:lnTo>
                <a:lnTo>
                  <a:pt x="4989" y="412"/>
                </a:lnTo>
                <a:lnTo>
                  <a:pt x="4990" y="411"/>
                </a:lnTo>
                <a:lnTo>
                  <a:pt x="4991" y="411"/>
                </a:lnTo>
                <a:lnTo>
                  <a:pt x="4992" y="410"/>
                </a:lnTo>
                <a:lnTo>
                  <a:pt x="4993" y="410"/>
                </a:lnTo>
                <a:lnTo>
                  <a:pt x="4994" y="410"/>
                </a:lnTo>
                <a:lnTo>
                  <a:pt x="4995" y="410"/>
                </a:lnTo>
                <a:lnTo>
                  <a:pt x="4996" y="411"/>
                </a:lnTo>
                <a:lnTo>
                  <a:pt x="4998" y="412"/>
                </a:lnTo>
                <a:lnTo>
                  <a:pt x="4999" y="411"/>
                </a:lnTo>
                <a:lnTo>
                  <a:pt x="5000" y="410"/>
                </a:lnTo>
                <a:lnTo>
                  <a:pt x="5001" y="409"/>
                </a:lnTo>
                <a:lnTo>
                  <a:pt x="5001" y="408"/>
                </a:lnTo>
                <a:lnTo>
                  <a:pt x="5000" y="407"/>
                </a:lnTo>
                <a:lnTo>
                  <a:pt x="5000" y="406"/>
                </a:lnTo>
                <a:lnTo>
                  <a:pt x="5001" y="405"/>
                </a:lnTo>
                <a:lnTo>
                  <a:pt x="5003" y="404"/>
                </a:lnTo>
                <a:lnTo>
                  <a:pt x="5004" y="404"/>
                </a:lnTo>
                <a:lnTo>
                  <a:pt x="5007" y="404"/>
                </a:lnTo>
                <a:lnTo>
                  <a:pt x="5008" y="403"/>
                </a:lnTo>
                <a:lnTo>
                  <a:pt x="5010" y="402"/>
                </a:lnTo>
                <a:lnTo>
                  <a:pt x="5012" y="401"/>
                </a:lnTo>
                <a:lnTo>
                  <a:pt x="5012" y="400"/>
                </a:lnTo>
                <a:lnTo>
                  <a:pt x="5013" y="400"/>
                </a:lnTo>
                <a:lnTo>
                  <a:pt x="5014" y="400"/>
                </a:lnTo>
                <a:lnTo>
                  <a:pt x="5015" y="400"/>
                </a:lnTo>
                <a:lnTo>
                  <a:pt x="5017" y="400"/>
                </a:lnTo>
                <a:lnTo>
                  <a:pt x="5019" y="400"/>
                </a:lnTo>
                <a:lnTo>
                  <a:pt x="5021" y="400"/>
                </a:lnTo>
                <a:lnTo>
                  <a:pt x="5023" y="401"/>
                </a:lnTo>
                <a:lnTo>
                  <a:pt x="5024" y="401"/>
                </a:lnTo>
                <a:lnTo>
                  <a:pt x="5025" y="401"/>
                </a:lnTo>
                <a:lnTo>
                  <a:pt x="5027" y="401"/>
                </a:lnTo>
                <a:lnTo>
                  <a:pt x="5028" y="401"/>
                </a:lnTo>
                <a:lnTo>
                  <a:pt x="5029" y="401"/>
                </a:lnTo>
                <a:lnTo>
                  <a:pt x="5030" y="401"/>
                </a:lnTo>
                <a:lnTo>
                  <a:pt x="5030" y="400"/>
                </a:lnTo>
                <a:lnTo>
                  <a:pt x="5030" y="399"/>
                </a:lnTo>
                <a:lnTo>
                  <a:pt x="5030" y="397"/>
                </a:lnTo>
                <a:lnTo>
                  <a:pt x="5031" y="397"/>
                </a:lnTo>
                <a:lnTo>
                  <a:pt x="5032" y="397"/>
                </a:lnTo>
                <a:lnTo>
                  <a:pt x="5033" y="397"/>
                </a:lnTo>
                <a:lnTo>
                  <a:pt x="5035" y="397"/>
                </a:lnTo>
                <a:lnTo>
                  <a:pt x="5036" y="397"/>
                </a:lnTo>
                <a:lnTo>
                  <a:pt x="5036" y="398"/>
                </a:lnTo>
                <a:lnTo>
                  <a:pt x="5037" y="399"/>
                </a:lnTo>
                <a:lnTo>
                  <a:pt x="5037" y="400"/>
                </a:lnTo>
                <a:lnTo>
                  <a:pt x="5037" y="401"/>
                </a:lnTo>
                <a:lnTo>
                  <a:pt x="5037" y="402"/>
                </a:lnTo>
                <a:lnTo>
                  <a:pt x="5036" y="402"/>
                </a:lnTo>
                <a:lnTo>
                  <a:pt x="5036" y="403"/>
                </a:lnTo>
                <a:lnTo>
                  <a:pt x="5035" y="404"/>
                </a:lnTo>
                <a:lnTo>
                  <a:pt x="5034" y="406"/>
                </a:lnTo>
                <a:lnTo>
                  <a:pt x="5034" y="407"/>
                </a:lnTo>
                <a:lnTo>
                  <a:pt x="5034" y="408"/>
                </a:lnTo>
                <a:lnTo>
                  <a:pt x="5034" y="409"/>
                </a:lnTo>
                <a:lnTo>
                  <a:pt x="5034" y="410"/>
                </a:lnTo>
                <a:lnTo>
                  <a:pt x="5035" y="411"/>
                </a:lnTo>
                <a:lnTo>
                  <a:pt x="5036" y="411"/>
                </a:lnTo>
                <a:lnTo>
                  <a:pt x="5037" y="411"/>
                </a:lnTo>
                <a:lnTo>
                  <a:pt x="5038" y="411"/>
                </a:lnTo>
                <a:lnTo>
                  <a:pt x="5039" y="411"/>
                </a:lnTo>
                <a:lnTo>
                  <a:pt x="5040" y="410"/>
                </a:lnTo>
                <a:lnTo>
                  <a:pt x="5041" y="409"/>
                </a:lnTo>
                <a:lnTo>
                  <a:pt x="5042" y="408"/>
                </a:lnTo>
                <a:lnTo>
                  <a:pt x="5043" y="408"/>
                </a:lnTo>
                <a:lnTo>
                  <a:pt x="5044" y="408"/>
                </a:lnTo>
                <a:lnTo>
                  <a:pt x="5045" y="407"/>
                </a:lnTo>
                <a:lnTo>
                  <a:pt x="5046" y="407"/>
                </a:lnTo>
                <a:lnTo>
                  <a:pt x="5048" y="408"/>
                </a:lnTo>
                <a:lnTo>
                  <a:pt x="5049" y="409"/>
                </a:lnTo>
                <a:lnTo>
                  <a:pt x="5050" y="409"/>
                </a:lnTo>
                <a:lnTo>
                  <a:pt x="5051" y="409"/>
                </a:lnTo>
                <a:lnTo>
                  <a:pt x="5053" y="409"/>
                </a:lnTo>
                <a:lnTo>
                  <a:pt x="5055" y="409"/>
                </a:lnTo>
                <a:lnTo>
                  <a:pt x="5056" y="409"/>
                </a:lnTo>
                <a:lnTo>
                  <a:pt x="5057" y="409"/>
                </a:lnTo>
                <a:lnTo>
                  <a:pt x="5058" y="410"/>
                </a:lnTo>
                <a:lnTo>
                  <a:pt x="5059" y="411"/>
                </a:lnTo>
                <a:lnTo>
                  <a:pt x="5060" y="413"/>
                </a:lnTo>
                <a:lnTo>
                  <a:pt x="5062" y="416"/>
                </a:lnTo>
                <a:lnTo>
                  <a:pt x="5062" y="417"/>
                </a:lnTo>
                <a:lnTo>
                  <a:pt x="5063" y="417"/>
                </a:lnTo>
                <a:lnTo>
                  <a:pt x="5063" y="418"/>
                </a:lnTo>
                <a:lnTo>
                  <a:pt x="5064" y="419"/>
                </a:lnTo>
                <a:lnTo>
                  <a:pt x="5065" y="419"/>
                </a:lnTo>
                <a:lnTo>
                  <a:pt x="5067" y="419"/>
                </a:lnTo>
                <a:lnTo>
                  <a:pt x="5068" y="420"/>
                </a:lnTo>
                <a:lnTo>
                  <a:pt x="5069" y="419"/>
                </a:lnTo>
                <a:lnTo>
                  <a:pt x="5070" y="419"/>
                </a:lnTo>
                <a:lnTo>
                  <a:pt x="5071" y="418"/>
                </a:lnTo>
                <a:lnTo>
                  <a:pt x="5071" y="417"/>
                </a:lnTo>
                <a:lnTo>
                  <a:pt x="5072" y="416"/>
                </a:lnTo>
                <a:lnTo>
                  <a:pt x="5072" y="415"/>
                </a:lnTo>
                <a:lnTo>
                  <a:pt x="5073" y="414"/>
                </a:lnTo>
                <a:lnTo>
                  <a:pt x="5074" y="413"/>
                </a:lnTo>
                <a:lnTo>
                  <a:pt x="5075" y="411"/>
                </a:lnTo>
                <a:lnTo>
                  <a:pt x="5076" y="411"/>
                </a:lnTo>
                <a:lnTo>
                  <a:pt x="5078" y="411"/>
                </a:lnTo>
                <a:lnTo>
                  <a:pt x="5080" y="411"/>
                </a:lnTo>
                <a:lnTo>
                  <a:pt x="5081" y="412"/>
                </a:lnTo>
                <a:lnTo>
                  <a:pt x="5082" y="413"/>
                </a:lnTo>
                <a:lnTo>
                  <a:pt x="5083" y="413"/>
                </a:lnTo>
                <a:lnTo>
                  <a:pt x="5083" y="414"/>
                </a:lnTo>
                <a:lnTo>
                  <a:pt x="5084" y="414"/>
                </a:lnTo>
                <a:lnTo>
                  <a:pt x="5084" y="415"/>
                </a:lnTo>
                <a:lnTo>
                  <a:pt x="5085" y="415"/>
                </a:lnTo>
                <a:lnTo>
                  <a:pt x="5086" y="415"/>
                </a:lnTo>
                <a:lnTo>
                  <a:pt x="5087" y="415"/>
                </a:lnTo>
                <a:lnTo>
                  <a:pt x="5088" y="414"/>
                </a:lnTo>
                <a:lnTo>
                  <a:pt x="5089" y="414"/>
                </a:lnTo>
                <a:lnTo>
                  <a:pt x="5090" y="413"/>
                </a:lnTo>
                <a:lnTo>
                  <a:pt x="5090" y="411"/>
                </a:lnTo>
                <a:lnTo>
                  <a:pt x="5089" y="410"/>
                </a:lnTo>
                <a:lnTo>
                  <a:pt x="5088" y="409"/>
                </a:lnTo>
                <a:lnTo>
                  <a:pt x="5088" y="408"/>
                </a:lnTo>
                <a:lnTo>
                  <a:pt x="5088" y="405"/>
                </a:lnTo>
                <a:lnTo>
                  <a:pt x="5089" y="404"/>
                </a:lnTo>
                <a:lnTo>
                  <a:pt x="5090" y="403"/>
                </a:lnTo>
                <a:lnTo>
                  <a:pt x="5091" y="402"/>
                </a:lnTo>
                <a:lnTo>
                  <a:pt x="5092" y="402"/>
                </a:lnTo>
                <a:lnTo>
                  <a:pt x="5093" y="402"/>
                </a:lnTo>
                <a:lnTo>
                  <a:pt x="5094" y="402"/>
                </a:lnTo>
                <a:lnTo>
                  <a:pt x="5095" y="402"/>
                </a:lnTo>
                <a:lnTo>
                  <a:pt x="5096" y="402"/>
                </a:lnTo>
                <a:lnTo>
                  <a:pt x="5097" y="402"/>
                </a:lnTo>
                <a:lnTo>
                  <a:pt x="5098" y="402"/>
                </a:lnTo>
                <a:lnTo>
                  <a:pt x="5099" y="403"/>
                </a:lnTo>
                <a:lnTo>
                  <a:pt x="5101" y="404"/>
                </a:lnTo>
                <a:lnTo>
                  <a:pt x="5102" y="405"/>
                </a:lnTo>
                <a:lnTo>
                  <a:pt x="5103" y="406"/>
                </a:lnTo>
                <a:lnTo>
                  <a:pt x="5104" y="409"/>
                </a:lnTo>
                <a:lnTo>
                  <a:pt x="5104" y="412"/>
                </a:lnTo>
                <a:lnTo>
                  <a:pt x="5105" y="414"/>
                </a:lnTo>
                <a:lnTo>
                  <a:pt x="5106" y="415"/>
                </a:lnTo>
                <a:lnTo>
                  <a:pt x="5106" y="416"/>
                </a:lnTo>
                <a:lnTo>
                  <a:pt x="5107" y="417"/>
                </a:lnTo>
                <a:lnTo>
                  <a:pt x="5108" y="418"/>
                </a:lnTo>
                <a:lnTo>
                  <a:pt x="5109" y="418"/>
                </a:lnTo>
                <a:lnTo>
                  <a:pt x="5109" y="419"/>
                </a:lnTo>
                <a:lnTo>
                  <a:pt x="5110" y="419"/>
                </a:lnTo>
                <a:lnTo>
                  <a:pt x="5111" y="419"/>
                </a:lnTo>
                <a:lnTo>
                  <a:pt x="5112" y="419"/>
                </a:lnTo>
                <a:lnTo>
                  <a:pt x="5112" y="418"/>
                </a:lnTo>
                <a:lnTo>
                  <a:pt x="5113" y="418"/>
                </a:lnTo>
                <a:lnTo>
                  <a:pt x="5114" y="417"/>
                </a:lnTo>
                <a:lnTo>
                  <a:pt x="5114" y="416"/>
                </a:lnTo>
                <a:lnTo>
                  <a:pt x="5115" y="416"/>
                </a:lnTo>
                <a:lnTo>
                  <a:pt x="5116" y="415"/>
                </a:lnTo>
                <a:lnTo>
                  <a:pt x="5117" y="415"/>
                </a:lnTo>
                <a:lnTo>
                  <a:pt x="5117" y="414"/>
                </a:lnTo>
                <a:lnTo>
                  <a:pt x="5118" y="414"/>
                </a:lnTo>
                <a:lnTo>
                  <a:pt x="5119" y="414"/>
                </a:lnTo>
                <a:lnTo>
                  <a:pt x="5120" y="414"/>
                </a:lnTo>
                <a:lnTo>
                  <a:pt x="5120" y="415"/>
                </a:lnTo>
                <a:lnTo>
                  <a:pt x="5121" y="415"/>
                </a:lnTo>
                <a:lnTo>
                  <a:pt x="5122" y="416"/>
                </a:lnTo>
                <a:lnTo>
                  <a:pt x="5123" y="416"/>
                </a:lnTo>
                <a:lnTo>
                  <a:pt x="5123" y="417"/>
                </a:lnTo>
                <a:lnTo>
                  <a:pt x="5124" y="417"/>
                </a:lnTo>
                <a:lnTo>
                  <a:pt x="5124" y="418"/>
                </a:lnTo>
                <a:lnTo>
                  <a:pt x="5124" y="419"/>
                </a:lnTo>
                <a:lnTo>
                  <a:pt x="5125" y="420"/>
                </a:lnTo>
                <a:lnTo>
                  <a:pt x="5125" y="421"/>
                </a:lnTo>
                <a:lnTo>
                  <a:pt x="5125" y="422"/>
                </a:lnTo>
                <a:lnTo>
                  <a:pt x="5126" y="424"/>
                </a:lnTo>
                <a:lnTo>
                  <a:pt x="5126" y="425"/>
                </a:lnTo>
                <a:lnTo>
                  <a:pt x="5127" y="425"/>
                </a:lnTo>
                <a:lnTo>
                  <a:pt x="5128" y="426"/>
                </a:lnTo>
                <a:lnTo>
                  <a:pt x="5129" y="427"/>
                </a:lnTo>
                <a:lnTo>
                  <a:pt x="5130" y="427"/>
                </a:lnTo>
                <a:lnTo>
                  <a:pt x="5132" y="427"/>
                </a:lnTo>
                <a:lnTo>
                  <a:pt x="5133" y="426"/>
                </a:lnTo>
                <a:lnTo>
                  <a:pt x="5134" y="426"/>
                </a:lnTo>
                <a:lnTo>
                  <a:pt x="5135" y="426"/>
                </a:lnTo>
                <a:lnTo>
                  <a:pt x="5136" y="427"/>
                </a:lnTo>
                <a:lnTo>
                  <a:pt x="5136" y="428"/>
                </a:lnTo>
                <a:lnTo>
                  <a:pt x="5136" y="429"/>
                </a:lnTo>
                <a:lnTo>
                  <a:pt x="5136" y="431"/>
                </a:lnTo>
                <a:lnTo>
                  <a:pt x="5136" y="432"/>
                </a:lnTo>
                <a:lnTo>
                  <a:pt x="5137" y="433"/>
                </a:lnTo>
                <a:lnTo>
                  <a:pt x="5137" y="434"/>
                </a:lnTo>
                <a:lnTo>
                  <a:pt x="5138" y="434"/>
                </a:lnTo>
                <a:lnTo>
                  <a:pt x="5139" y="434"/>
                </a:lnTo>
                <a:lnTo>
                  <a:pt x="5141" y="433"/>
                </a:lnTo>
                <a:lnTo>
                  <a:pt x="5142" y="434"/>
                </a:lnTo>
                <a:lnTo>
                  <a:pt x="5143" y="434"/>
                </a:lnTo>
                <a:lnTo>
                  <a:pt x="5144" y="434"/>
                </a:lnTo>
                <a:lnTo>
                  <a:pt x="5144" y="435"/>
                </a:lnTo>
                <a:lnTo>
                  <a:pt x="5144" y="436"/>
                </a:lnTo>
                <a:lnTo>
                  <a:pt x="5144" y="437"/>
                </a:lnTo>
                <a:lnTo>
                  <a:pt x="5144" y="438"/>
                </a:lnTo>
                <a:lnTo>
                  <a:pt x="5144" y="439"/>
                </a:lnTo>
                <a:lnTo>
                  <a:pt x="5144" y="440"/>
                </a:lnTo>
                <a:lnTo>
                  <a:pt x="5144" y="441"/>
                </a:lnTo>
                <a:lnTo>
                  <a:pt x="5146" y="442"/>
                </a:lnTo>
                <a:lnTo>
                  <a:pt x="5148" y="442"/>
                </a:lnTo>
                <a:lnTo>
                  <a:pt x="5149" y="442"/>
                </a:lnTo>
                <a:lnTo>
                  <a:pt x="5150" y="442"/>
                </a:lnTo>
                <a:lnTo>
                  <a:pt x="5152" y="442"/>
                </a:lnTo>
                <a:lnTo>
                  <a:pt x="5153" y="442"/>
                </a:lnTo>
                <a:lnTo>
                  <a:pt x="5154" y="442"/>
                </a:lnTo>
                <a:lnTo>
                  <a:pt x="5154" y="443"/>
                </a:lnTo>
                <a:lnTo>
                  <a:pt x="5155" y="443"/>
                </a:lnTo>
                <a:lnTo>
                  <a:pt x="5155" y="444"/>
                </a:lnTo>
                <a:lnTo>
                  <a:pt x="5156" y="444"/>
                </a:lnTo>
                <a:lnTo>
                  <a:pt x="5156" y="445"/>
                </a:lnTo>
                <a:lnTo>
                  <a:pt x="5157" y="446"/>
                </a:lnTo>
                <a:lnTo>
                  <a:pt x="5158" y="446"/>
                </a:lnTo>
                <a:lnTo>
                  <a:pt x="5158" y="447"/>
                </a:lnTo>
                <a:lnTo>
                  <a:pt x="5159" y="447"/>
                </a:lnTo>
                <a:lnTo>
                  <a:pt x="5161" y="447"/>
                </a:lnTo>
                <a:lnTo>
                  <a:pt x="5162" y="448"/>
                </a:lnTo>
                <a:lnTo>
                  <a:pt x="5163" y="448"/>
                </a:lnTo>
                <a:lnTo>
                  <a:pt x="5164" y="448"/>
                </a:lnTo>
                <a:lnTo>
                  <a:pt x="5165" y="449"/>
                </a:lnTo>
                <a:lnTo>
                  <a:pt x="5166" y="449"/>
                </a:lnTo>
                <a:lnTo>
                  <a:pt x="5167" y="449"/>
                </a:lnTo>
                <a:lnTo>
                  <a:pt x="5167" y="450"/>
                </a:lnTo>
                <a:lnTo>
                  <a:pt x="5168" y="450"/>
                </a:lnTo>
                <a:lnTo>
                  <a:pt x="5170" y="451"/>
                </a:lnTo>
                <a:lnTo>
                  <a:pt x="5172" y="453"/>
                </a:lnTo>
                <a:lnTo>
                  <a:pt x="5174" y="453"/>
                </a:lnTo>
                <a:lnTo>
                  <a:pt x="5174" y="454"/>
                </a:lnTo>
                <a:lnTo>
                  <a:pt x="5175" y="455"/>
                </a:lnTo>
                <a:lnTo>
                  <a:pt x="5177" y="456"/>
                </a:lnTo>
                <a:lnTo>
                  <a:pt x="5178" y="456"/>
                </a:lnTo>
                <a:lnTo>
                  <a:pt x="5180" y="455"/>
                </a:lnTo>
                <a:lnTo>
                  <a:pt x="5181" y="455"/>
                </a:lnTo>
                <a:lnTo>
                  <a:pt x="5181" y="454"/>
                </a:lnTo>
                <a:lnTo>
                  <a:pt x="5182" y="454"/>
                </a:lnTo>
                <a:lnTo>
                  <a:pt x="5183" y="453"/>
                </a:lnTo>
                <a:lnTo>
                  <a:pt x="5185" y="451"/>
                </a:lnTo>
                <a:lnTo>
                  <a:pt x="5186" y="450"/>
                </a:lnTo>
                <a:lnTo>
                  <a:pt x="5188" y="449"/>
                </a:lnTo>
                <a:lnTo>
                  <a:pt x="5189" y="448"/>
                </a:lnTo>
                <a:lnTo>
                  <a:pt x="5190" y="447"/>
                </a:lnTo>
                <a:lnTo>
                  <a:pt x="5191" y="447"/>
                </a:lnTo>
                <a:lnTo>
                  <a:pt x="5192" y="447"/>
                </a:lnTo>
                <a:lnTo>
                  <a:pt x="5192" y="446"/>
                </a:lnTo>
                <a:lnTo>
                  <a:pt x="5194" y="446"/>
                </a:lnTo>
                <a:lnTo>
                  <a:pt x="5195" y="447"/>
                </a:lnTo>
                <a:lnTo>
                  <a:pt x="5196" y="448"/>
                </a:lnTo>
                <a:lnTo>
                  <a:pt x="5196" y="449"/>
                </a:lnTo>
                <a:lnTo>
                  <a:pt x="5197" y="449"/>
                </a:lnTo>
                <a:lnTo>
                  <a:pt x="5197" y="450"/>
                </a:lnTo>
                <a:lnTo>
                  <a:pt x="5198" y="450"/>
                </a:lnTo>
                <a:lnTo>
                  <a:pt x="5198" y="451"/>
                </a:lnTo>
                <a:lnTo>
                  <a:pt x="5199" y="451"/>
                </a:lnTo>
                <a:lnTo>
                  <a:pt x="5200" y="451"/>
                </a:lnTo>
                <a:lnTo>
                  <a:pt x="5201" y="451"/>
                </a:lnTo>
                <a:lnTo>
                  <a:pt x="5202" y="451"/>
                </a:lnTo>
                <a:lnTo>
                  <a:pt x="5203" y="451"/>
                </a:lnTo>
                <a:lnTo>
                  <a:pt x="5203" y="450"/>
                </a:lnTo>
                <a:lnTo>
                  <a:pt x="5204" y="450"/>
                </a:lnTo>
                <a:lnTo>
                  <a:pt x="5204" y="449"/>
                </a:lnTo>
                <a:lnTo>
                  <a:pt x="5205" y="449"/>
                </a:lnTo>
                <a:lnTo>
                  <a:pt x="5205" y="448"/>
                </a:lnTo>
                <a:lnTo>
                  <a:pt x="5207" y="446"/>
                </a:lnTo>
                <a:lnTo>
                  <a:pt x="5208" y="445"/>
                </a:lnTo>
                <a:lnTo>
                  <a:pt x="5209" y="445"/>
                </a:lnTo>
                <a:lnTo>
                  <a:pt x="5210" y="445"/>
                </a:lnTo>
                <a:lnTo>
                  <a:pt x="5211" y="445"/>
                </a:lnTo>
                <a:lnTo>
                  <a:pt x="5212" y="445"/>
                </a:lnTo>
                <a:lnTo>
                  <a:pt x="5213" y="445"/>
                </a:lnTo>
                <a:lnTo>
                  <a:pt x="5214" y="445"/>
                </a:lnTo>
                <a:lnTo>
                  <a:pt x="5214" y="446"/>
                </a:lnTo>
                <a:lnTo>
                  <a:pt x="5214" y="447"/>
                </a:lnTo>
                <a:lnTo>
                  <a:pt x="5214" y="449"/>
                </a:lnTo>
                <a:lnTo>
                  <a:pt x="5214" y="450"/>
                </a:lnTo>
                <a:lnTo>
                  <a:pt x="5213" y="450"/>
                </a:lnTo>
                <a:lnTo>
                  <a:pt x="5213" y="451"/>
                </a:lnTo>
                <a:lnTo>
                  <a:pt x="5213" y="452"/>
                </a:lnTo>
                <a:lnTo>
                  <a:pt x="5212" y="452"/>
                </a:lnTo>
                <a:lnTo>
                  <a:pt x="5212" y="453"/>
                </a:lnTo>
                <a:lnTo>
                  <a:pt x="5211" y="455"/>
                </a:lnTo>
                <a:lnTo>
                  <a:pt x="5211" y="456"/>
                </a:lnTo>
                <a:lnTo>
                  <a:pt x="5211" y="457"/>
                </a:lnTo>
                <a:lnTo>
                  <a:pt x="5211" y="458"/>
                </a:lnTo>
                <a:lnTo>
                  <a:pt x="5211" y="460"/>
                </a:lnTo>
                <a:lnTo>
                  <a:pt x="5211" y="461"/>
                </a:lnTo>
                <a:lnTo>
                  <a:pt x="5210" y="462"/>
                </a:lnTo>
                <a:lnTo>
                  <a:pt x="5210" y="463"/>
                </a:lnTo>
                <a:lnTo>
                  <a:pt x="5210" y="464"/>
                </a:lnTo>
                <a:lnTo>
                  <a:pt x="5210" y="465"/>
                </a:lnTo>
                <a:lnTo>
                  <a:pt x="5210" y="466"/>
                </a:lnTo>
                <a:lnTo>
                  <a:pt x="5210" y="469"/>
                </a:lnTo>
                <a:lnTo>
                  <a:pt x="5210" y="471"/>
                </a:lnTo>
                <a:lnTo>
                  <a:pt x="5210" y="472"/>
                </a:lnTo>
                <a:lnTo>
                  <a:pt x="5209" y="473"/>
                </a:lnTo>
                <a:lnTo>
                  <a:pt x="5209" y="474"/>
                </a:lnTo>
                <a:lnTo>
                  <a:pt x="5209" y="475"/>
                </a:lnTo>
                <a:lnTo>
                  <a:pt x="5209" y="476"/>
                </a:lnTo>
                <a:lnTo>
                  <a:pt x="5209" y="477"/>
                </a:lnTo>
                <a:lnTo>
                  <a:pt x="5208" y="478"/>
                </a:lnTo>
                <a:lnTo>
                  <a:pt x="5208" y="479"/>
                </a:lnTo>
                <a:lnTo>
                  <a:pt x="5208" y="480"/>
                </a:lnTo>
                <a:lnTo>
                  <a:pt x="5209" y="480"/>
                </a:lnTo>
                <a:lnTo>
                  <a:pt x="5209" y="481"/>
                </a:lnTo>
                <a:lnTo>
                  <a:pt x="5210" y="481"/>
                </a:lnTo>
                <a:lnTo>
                  <a:pt x="5210" y="482"/>
                </a:lnTo>
                <a:lnTo>
                  <a:pt x="5211" y="482"/>
                </a:lnTo>
                <a:lnTo>
                  <a:pt x="5213" y="482"/>
                </a:lnTo>
                <a:lnTo>
                  <a:pt x="5215" y="482"/>
                </a:lnTo>
                <a:lnTo>
                  <a:pt x="5216" y="482"/>
                </a:lnTo>
                <a:lnTo>
                  <a:pt x="5217" y="483"/>
                </a:lnTo>
                <a:lnTo>
                  <a:pt x="5217" y="484"/>
                </a:lnTo>
                <a:lnTo>
                  <a:pt x="5218" y="484"/>
                </a:lnTo>
                <a:lnTo>
                  <a:pt x="5218" y="486"/>
                </a:lnTo>
                <a:lnTo>
                  <a:pt x="5218" y="487"/>
                </a:lnTo>
                <a:lnTo>
                  <a:pt x="5218" y="488"/>
                </a:lnTo>
                <a:lnTo>
                  <a:pt x="5219" y="489"/>
                </a:lnTo>
                <a:lnTo>
                  <a:pt x="5219" y="490"/>
                </a:lnTo>
                <a:lnTo>
                  <a:pt x="5219" y="491"/>
                </a:lnTo>
                <a:lnTo>
                  <a:pt x="5219" y="492"/>
                </a:lnTo>
                <a:lnTo>
                  <a:pt x="5220" y="492"/>
                </a:lnTo>
                <a:lnTo>
                  <a:pt x="5220" y="493"/>
                </a:lnTo>
                <a:lnTo>
                  <a:pt x="5221" y="493"/>
                </a:lnTo>
                <a:lnTo>
                  <a:pt x="5221" y="494"/>
                </a:lnTo>
                <a:lnTo>
                  <a:pt x="5223" y="494"/>
                </a:lnTo>
                <a:lnTo>
                  <a:pt x="5224" y="494"/>
                </a:lnTo>
                <a:lnTo>
                  <a:pt x="5224" y="493"/>
                </a:lnTo>
                <a:lnTo>
                  <a:pt x="5225" y="493"/>
                </a:lnTo>
                <a:lnTo>
                  <a:pt x="5225" y="492"/>
                </a:lnTo>
                <a:lnTo>
                  <a:pt x="5226" y="492"/>
                </a:lnTo>
                <a:lnTo>
                  <a:pt x="5226" y="491"/>
                </a:lnTo>
                <a:lnTo>
                  <a:pt x="5227" y="490"/>
                </a:lnTo>
                <a:lnTo>
                  <a:pt x="5228" y="489"/>
                </a:lnTo>
                <a:lnTo>
                  <a:pt x="5228" y="488"/>
                </a:lnTo>
                <a:lnTo>
                  <a:pt x="5229" y="488"/>
                </a:lnTo>
                <a:lnTo>
                  <a:pt x="5230" y="488"/>
                </a:lnTo>
                <a:lnTo>
                  <a:pt x="5230" y="489"/>
                </a:lnTo>
                <a:lnTo>
                  <a:pt x="5231" y="489"/>
                </a:lnTo>
                <a:lnTo>
                  <a:pt x="5232" y="490"/>
                </a:lnTo>
                <a:lnTo>
                  <a:pt x="5233" y="490"/>
                </a:lnTo>
                <a:lnTo>
                  <a:pt x="5233" y="491"/>
                </a:lnTo>
                <a:lnTo>
                  <a:pt x="5233" y="492"/>
                </a:lnTo>
                <a:lnTo>
                  <a:pt x="5233" y="493"/>
                </a:lnTo>
                <a:lnTo>
                  <a:pt x="5233" y="494"/>
                </a:lnTo>
                <a:lnTo>
                  <a:pt x="5232" y="495"/>
                </a:lnTo>
                <a:lnTo>
                  <a:pt x="5232" y="496"/>
                </a:lnTo>
                <a:lnTo>
                  <a:pt x="5232" y="497"/>
                </a:lnTo>
                <a:lnTo>
                  <a:pt x="5232" y="498"/>
                </a:lnTo>
                <a:lnTo>
                  <a:pt x="5232" y="499"/>
                </a:lnTo>
                <a:lnTo>
                  <a:pt x="5233" y="500"/>
                </a:lnTo>
                <a:lnTo>
                  <a:pt x="5234" y="501"/>
                </a:lnTo>
                <a:lnTo>
                  <a:pt x="5235" y="502"/>
                </a:lnTo>
                <a:lnTo>
                  <a:pt x="5235" y="503"/>
                </a:lnTo>
                <a:lnTo>
                  <a:pt x="5236" y="503"/>
                </a:lnTo>
                <a:lnTo>
                  <a:pt x="5236" y="504"/>
                </a:lnTo>
                <a:lnTo>
                  <a:pt x="5236" y="505"/>
                </a:lnTo>
                <a:lnTo>
                  <a:pt x="5237" y="505"/>
                </a:lnTo>
                <a:lnTo>
                  <a:pt x="5237" y="506"/>
                </a:lnTo>
                <a:lnTo>
                  <a:pt x="5237" y="507"/>
                </a:lnTo>
                <a:lnTo>
                  <a:pt x="5238" y="507"/>
                </a:lnTo>
                <a:lnTo>
                  <a:pt x="5238" y="508"/>
                </a:lnTo>
                <a:lnTo>
                  <a:pt x="5239" y="508"/>
                </a:lnTo>
                <a:lnTo>
                  <a:pt x="5241" y="508"/>
                </a:lnTo>
                <a:lnTo>
                  <a:pt x="5242" y="508"/>
                </a:lnTo>
                <a:lnTo>
                  <a:pt x="5242" y="509"/>
                </a:lnTo>
                <a:lnTo>
                  <a:pt x="5243" y="509"/>
                </a:lnTo>
                <a:lnTo>
                  <a:pt x="5243" y="510"/>
                </a:lnTo>
                <a:lnTo>
                  <a:pt x="5243" y="511"/>
                </a:lnTo>
                <a:lnTo>
                  <a:pt x="5244" y="511"/>
                </a:lnTo>
                <a:lnTo>
                  <a:pt x="5244" y="512"/>
                </a:lnTo>
                <a:lnTo>
                  <a:pt x="5245" y="512"/>
                </a:lnTo>
                <a:lnTo>
                  <a:pt x="5245" y="513"/>
                </a:lnTo>
                <a:lnTo>
                  <a:pt x="5245" y="514"/>
                </a:lnTo>
                <a:lnTo>
                  <a:pt x="5244" y="514"/>
                </a:lnTo>
                <a:lnTo>
                  <a:pt x="5244" y="515"/>
                </a:lnTo>
                <a:lnTo>
                  <a:pt x="5244" y="516"/>
                </a:lnTo>
                <a:lnTo>
                  <a:pt x="5244" y="517"/>
                </a:lnTo>
                <a:lnTo>
                  <a:pt x="5244" y="518"/>
                </a:lnTo>
                <a:lnTo>
                  <a:pt x="5243" y="518"/>
                </a:lnTo>
                <a:lnTo>
                  <a:pt x="5243" y="519"/>
                </a:lnTo>
                <a:lnTo>
                  <a:pt x="5242" y="519"/>
                </a:lnTo>
                <a:lnTo>
                  <a:pt x="5241" y="520"/>
                </a:lnTo>
                <a:lnTo>
                  <a:pt x="5241" y="523"/>
                </a:lnTo>
                <a:lnTo>
                  <a:pt x="5241" y="524"/>
                </a:lnTo>
                <a:lnTo>
                  <a:pt x="5241" y="525"/>
                </a:lnTo>
                <a:lnTo>
                  <a:pt x="5241" y="526"/>
                </a:lnTo>
                <a:lnTo>
                  <a:pt x="5242" y="527"/>
                </a:lnTo>
                <a:lnTo>
                  <a:pt x="5242" y="528"/>
                </a:lnTo>
                <a:lnTo>
                  <a:pt x="5242" y="529"/>
                </a:lnTo>
                <a:lnTo>
                  <a:pt x="5241" y="529"/>
                </a:lnTo>
                <a:lnTo>
                  <a:pt x="5241" y="530"/>
                </a:lnTo>
                <a:lnTo>
                  <a:pt x="5240" y="530"/>
                </a:lnTo>
                <a:lnTo>
                  <a:pt x="5240" y="531"/>
                </a:lnTo>
                <a:lnTo>
                  <a:pt x="5240" y="532"/>
                </a:lnTo>
                <a:lnTo>
                  <a:pt x="5239" y="532"/>
                </a:lnTo>
                <a:lnTo>
                  <a:pt x="5239" y="533"/>
                </a:lnTo>
                <a:lnTo>
                  <a:pt x="5239" y="534"/>
                </a:lnTo>
                <a:lnTo>
                  <a:pt x="5238" y="534"/>
                </a:lnTo>
                <a:lnTo>
                  <a:pt x="5238" y="535"/>
                </a:lnTo>
                <a:lnTo>
                  <a:pt x="5237" y="536"/>
                </a:lnTo>
                <a:lnTo>
                  <a:pt x="5237" y="537"/>
                </a:lnTo>
                <a:lnTo>
                  <a:pt x="5237" y="538"/>
                </a:lnTo>
                <a:lnTo>
                  <a:pt x="5236" y="538"/>
                </a:lnTo>
                <a:lnTo>
                  <a:pt x="5236" y="539"/>
                </a:lnTo>
                <a:lnTo>
                  <a:pt x="5236" y="540"/>
                </a:lnTo>
                <a:lnTo>
                  <a:pt x="5236" y="541"/>
                </a:lnTo>
                <a:lnTo>
                  <a:pt x="5237" y="541"/>
                </a:lnTo>
                <a:lnTo>
                  <a:pt x="5237" y="542"/>
                </a:lnTo>
                <a:lnTo>
                  <a:pt x="5238" y="542"/>
                </a:lnTo>
                <a:lnTo>
                  <a:pt x="5238" y="543"/>
                </a:lnTo>
                <a:lnTo>
                  <a:pt x="5239" y="543"/>
                </a:lnTo>
                <a:lnTo>
                  <a:pt x="5239" y="544"/>
                </a:lnTo>
                <a:lnTo>
                  <a:pt x="5239" y="545"/>
                </a:lnTo>
                <a:lnTo>
                  <a:pt x="5239" y="546"/>
                </a:lnTo>
                <a:lnTo>
                  <a:pt x="5240" y="546"/>
                </a:lnTo>
                <a:lnTo>
                  <a:pt x="5240" y="547"/>
                </a:lnTo>
                <a:lnTo>
                  <a:pt x="5241" y="547"/>
                </a:lnTo>
                <a:lnTo>
                  <a:pt x="5241" y="548"/>
                </a:lnTo>
                <a:lnTo>
                  <a:pt x="5242" y="548"/>
                </a:lnTo>
                <a:lnTo>
                  <a:pt x="5243" y="548"/>
                </a:lnTo>
                <a:lnTo>
                  <a:pt x="5244" y="548"/>
                </a:lnTo>
                <a:lnTo>
                  <a:pt x="5245" y="549"/>
                </a:lnTo>
                <a:lnTo>
                  <a:pt x="5246" y="549"/>
                </a:lnTo>
                <a:lnTo>
                  <a:pt x="5246" y="550"/>
                </a:lnTo>
                <a:lnTo>
                  <a:pt x="5246" y="551"/>
                </a:lnTo>
                <a:lnTo>
                  <a:pt x="5247" y="551"/>
                </a:lnTo>
                <a:lnTo>
                  <a:pt x="5248" y="552"/>
                </a:lnTo>
                <a:lnTo>
                  <a:pt x="5250" y="552"/>
                </a:lnTo>
                <a:lnTo>
                  <a:pt x="5252" y="554"/>
                </a:lnTo>
                <a:lnTo>
                  <a:pt x="5256" y="556"/>
                </a:lnTo>
                <a:lnTo>
                  <a:pt x="5258" y="556"/>
                </a:lnTo>
                <a:lnTo>
                  <a:pt x="5259" y="557"/>
                </a:lnTo>
                <a:lnTo>
                  <a:pt x="5260" y="558"/>
                </a:lnTo>
                <a:lnTo>
                  <a:pt x="5261" y="559"/>
                </a:lnTo>
                <a:lnTo>
                  <a:pt x="5262" y="560"/>
                </a:lnTo>
                <a:lnTo>
                  <a:pt x="5264" y="562"/>
                </a:lnTo>
                <a:lnTo>
                  <a:pt x="5266" y="563"/>
                </a:lnTo>
                <a:lnTo>
                  <a:pt x="5267" y="565"/>
                </a:lnTo>
                <a:lnTo>
                  <a:pt x="5269" y="567"/>
                </a:lnTo>
                <a:lnTo>
                  <a:pt x="5270" y="568"/>
                </a:lnTo>
                <a:lnTo>
                  <a:pt x="5271" y="570"/>
                </a:lnTo>
                <a:lnTo>
                  <a:pt x="5271" y="571"/>
                </a:lnTo>
                <a:lnTo>
                  <a:pt x="5272" y="573"/>
                </a:lnTo>
                <a:lnTo>
                  <a:pt x="5272" y="575"/>
                </a:lnTo>
                <a:lnTo>
                  <a:pt x="5274" y="579"/>
                </a:lnTo>
                <a:lnTo>
                  <a:pt x="5274" y="581"/>
                </a:lnTo>
                <a:lnTo>
                  <a:pt x="5275" y="581"/>
                </a:lnTo>
                <a:lnTo>
                  <a:pt x="5275" y="582"/>
                </a:lnTo>
                <a:lnTo>
                  <a:pt x="5276" y="583"/>
                </a:lnTo>
                <a:lnTo>
                  <a:pt x="5277" y="583"/>
                </a:lnTo>
                <a:lnTo>
                  <a:pt x="5279" y="584"/>
                </a:lnTo>
                <a:lnTo>
                  <a:pt x="5281" y="584"/>
                </a:lnTo>
                <a:lnTo>
                  <a:pt x="5283" y="584"/>
                </a:lnTo>
                <a:lnTo>
                  <a:pt x="5287" y="583"/>
                </a:lnTo>
                <a:lnTo>
                  <a:pt x="5288" y="583"/>
                </a:lnTo>
                <a:lnTo>
                  <a:pt x="5289" y="582"/>
                </a:lnTo>
                <a:lnTo>
                  <a:pt x="5294" y="579"/>
                </a:lnTo>
                <a:lnTo>
                  <a:pt x="5295" y="578"/>
                </a:lnTo>
                <a:lnTo>
                  <a:pt x="5295" y="577"/>
                </a:lnTo>
                <a:lnTo>
                  <a:pt x="5295" y="576"/>
                </a:lnTo>
                <a:lnTo>
                  <a:pt x="5296" y="576"/>
                </a:lnTo>
                <a:lnTo>
                  <a:pt x="5297" y="575"/>
                </a:lnTo>
                <a:lnTo>
                  <a:pt x="5297" y="574"/>
                </a:lnTo>
                <a:lnTo>
                  <a:pt x="5299" y="574"/>
                </a:lnTo>
                <a:lnTo>
                  <a:pt x="5300" y="573"/>
                </a:lnTo>
                <a:lnTo>
                  <a:pt x="5300" y="572"/>
                </a:lnTo>
                <a:lnTo>
                  <a:pt x="5301" y="572"/>
                </a:lnTo>
                <a:lnTo>
                  <a:pt x="5303" y="572"/>
                </a:lnTo>
                <a:lnTo>
                  <a:pt x="5305" y="572"/>
                </a:lnTo>
                <a:lnTo>
                  <a:pt x="5306" y="572"/>
                </a:lnTo>
                <a:lnTo>
                  <a:pt x="5308" y="572"/>
                </a:lnTo>
                <a:lnTo>
                  <a:pt x="5309" y="572"/>
                </a:lnTo>
                <a:lnTo>
                  <a:pt x="5309" y="571"/>
                </a:lnTo>
                <a:lnTo>
                  <a:pt x="5310" y="571"/>
                </a:lnTo>
                <a:lnTo>
                  <a:pt x="5312" y="569"/>
                </a:lnTo>
                <a:lnTo>
                  <a:pt x="5313" y="568"/>
                </a:lnTo>
                <a:lnTo>
                  <a:pt x="5314" y="568"/>
                </a:lnTo>
                <a:lnTo>
                  <a:pt x="5315" y="567"/>
                </a:lnTo>
                <a:lnTo>
                  <a:pt x="5318" y="567"/>
                </a:lnTo>
                <a:lnTo>
                  <a:pt x="5320" y="567"/>
                </a:lnTo>
                <a:lnTo>
                  <a:pt x="5321" y="567"/>
                </a:lnTo>
                <a:lnTo>
                  <a:pt x="5323" y="567"/>
                </a:lnTo>
                <a:lnTo>
                  <a:pt x="5324" y="568"/>
                </a:lnTo>
                <a:lnTo>
                  <a:pt x="5325" y="569"/>
                </a:lnTo>
                <a:lnTo>
                  <a:pt x="5325" y="570"/>
                </a:lnTo>
                <a:lnTo>
                  <a:pt x="5326" y="572"/>
                </a:lnTo>
                <a:lnTo>
                  <a:pt x="5326" y="573"/>
                </a:lnTo>
                <a:lnTo>
                  <a:pt x="5327" y="574"/>
                </a:lnTo>
                <a:lnTo>
                  <a:pt x="5329" y="575"/>
                </a:lnTo>
                <a:lnTo>
                  <a:pt x="5330" y="575"/>
                </a:lnTo>
                <a:lnTo>
                  <a:pt x="5331" y="575"/>
                </a:lnTo>
                <a:lnTo>
                  <a:pt x="5332" y="574"/>
                </a:lnTo>
                <a:lnTo>
                  <a:pt x="5333" y="574"/>
                </a:lnTo>
                <a:lnTo>
                  <a:pt x="5334" y="573"/>
                </a:lnTo>
                <a:lnTo>
                  <a:pt x="5335" y="572"/>
                </a:lnTo>
                <a:lnTo>
                  <a:pt x="5335" y="570"/>
                </a:lnTo>
                <a:lnTo>
                  <a:pt x="5335" y="569"/>
                </a:lnTo>
                <a:lnTo>
                  <a:pt x="5335" y="568"/>
                </a:lnTo>
                <a:lnTo>
                  <a:pt x="5336" y="567"/>
                </a:lnTo>
                <a:lnTo>
                  <a:pt x="5337" y="567"/>
                </a:lnTo>
                <a:lnTo>
                  <a:pt x="5337" y="566"/>
                </a:lnTo>
                <a:lnTo>
                  <a:pt x="5339" y="566"/>
                </a:lnTo>
                <a:lnTo>
                  <a:pt x="5340" y="566"/>
                </a:lnTo>
                <a:lnTo>
                  <a:pt x="5341" y="567"/>
                </a:lnTo>
                <a:lnTo>
                  <a:pt x="5343" y="567"/>
                </a:lnTo>
                <a:lnTo>
                  <a:pt x="5344" y="568"/>
                </a:lnTo>
                <a:lnTo>
                  <a:pt x="5345" y="568"/>
                </a:lnTo>
                <a:lnTo>
                  <a:pt x="5346" y="568"/>
                </a:lnTo>
                <a:lnTo>
                  <a:pt x="5348" y="568"/>
                </a:lnTo>
                <a:lnTo>
                  <a:pt x="5349" y="568"/>
                </a:lnTo>
                <a:lnTo>
                  <a:pt x="5350" y="568"/>
                </a:lnTo>
                <a:lnTo>
                  <a:pt x="5351" y="567"/>
                </a:lnTo>
                <a:lnTo>
                  <a:pt x="5352" y="566"/>
                </a:lnTo>
                <a:lnTo>
                  <a:pt x="5354" y="565"/>
                </a:lnTo>
                <a:lnTo>
                  <a:pt x="5355" y="565"/>
                </a:lnTo>
                <a:lnTo>
                  <a:pt x="5356" y="565"/>
                </a:lnTo>
                <a:lnTo>
                  <a:pt x="5360" y="565"/>
                </a:lnTo>
                <a:lnTo>
                  <a:pt x="5361" y="565"/>
                </a:lnTo>
                <a:lnTo>
                  <a:pt x="5362" y="565"/>
                </a:lnTo>
                <a:lnTo>
                  <a:pt x="5362" y="564"/>
                </a:lnTo>
                <a:lnTo>
                  <a:pt x="5362" y="563"/>
                </a:lnTo>
                <a:lnTo>
                  <a:pt x="5362" y="562"/>
                </a:lnTo>
                <a:lnTo>
                  <a:pt x="5362" y="561"/>
                </a:lnTo>
                <a:lnTo>
                  <a:pt x="5362" y="560"/>
                </a:lnTo>
                <a:lnTo>
                  <a:pt x="5362" y="559"/>
                </a:lnTo>
                <a:lnTo>
                  <a:pt x="5363" y="559"/>
                </a:lnTo>
                <a:lnTo>
                  <a:pt x="5363" y="558"/>
                </a:lnTo>
                <a:lnTo>
                  <a:pt x="5364" y="558"/>
                </a:lnTo>
                <a:lnTo>
                  <a:pt x="5365" y="558"/>
                </a:lnTo>
                <a:lnTo>
                  <a:pt x="5366" y="558"/>
                </a:lnTo>
                <a:lnTo>
                  <a:pt x="5366" y="559"/>
                </a:lnTo>
                <a:lnTo>
                  <a:pt x="5367" y="559"/>
                </a:lnTo>
                <a:lnTo>
                  <a:pt x="5368" y="559"/>
                </a:lnTo>
                <a:lnTo>
                  <a:pt x="5369" y="559"/>
                </a:lnTo>
                <a:lnTo>
                  <a:pt x="5371" y="558"/>
                </a:lnTo>
                <a:lnTo>
                  <a:pt x="5372" y="558"/>
                </a:lnTo>
                <a:lnTo>
                  <a:pt x="5372" y="557"/>
                </a:lnTo>
                <a:lnTo>
                  <a:pt x="5373" y="557"/>
                </a:lnTo>
                <a:lnTo>
                  <a:pt x="5374" y="557"/>
                </a:lnTo>
                <a:lnTo>
                  <a:pt x="5375" y="557"/>
                </a:lnTo>
                <a:lnTo>
                  <a:pt x="5376" y="556"/>
                </a:lnTo>
                <a:lnTo>
                  <a:pt x="5377" y="556"/>
                </a:lnTo>
                <a:lnTo>
                  <a:pt x="5378" y="555"/>
                </a:lnTo>
                <a:lnTo>
                  <a:pt x="5378" y="554"/>
                </a:lnTo>
                <a:lnTo>
                  <a:pt x="5379" y="554"/>
                </a:lnTo>
                <a:lnTo>
                  <a:pt x="5380" y="554"/>
                </a:lnTo>
                <a:lnTo>
                  <a:pt x="5380" y="553"/>
                </a:lnTo>
                <a:lnTo>
                  <a:pt x="5382" y="553"/>
                </a:lnTo>
                <a:lnTo>
                  <a:pt x="5382" y="554"/>
                </a:lnTo>
                <a:lnTo>
                  <a:pt x="5383" y="554"/>
                </a:lnTo>
                <a:lnTo>
                  <a:pt x="5383" y="553"/>
                </a:lnTo>
                <a:lnTo>
                  <a:pt x="5384" y="553"/>
                </a:lnTo>
                <a:lnTo>
                  <a:pt x="5385" y="552"/>
                </a:lnTo>
                <a:lnTo>
                  <a:pt x="5385" y="551"/>
                </a:lnTo>
                <a:lnTo>
                  <a:pt x="5385" y="550"/>
                </a:lnTo>
                <a:lnTo>
                  <a:pt x="5385" y="549"/>
                </a:lnTo>
                <a:lnTo>
                  <a:pt x="5386" y="547"/>
                </a:lnTo>
                <a:lnTo>
                  <a:pt x="5386" y="546"/>
                </a:lnTo>
                <a:lnTo>
                  <a:pt x="5387" y="546"/>
                </a:lnTo>
                <a:lnTo>
                  <a:pt x="5388" y="545"/>
                </a:lnTo>
                <a:lnTo>
                  <a:pt x="5389" y="545"/>
                </a:lnTo>
                <a:lnTo>
                  <a:pt x="5391" y="545"/>
                </a:lnTo>
                <a:lnTo>
                  <a:pt x="5393" y="545"/>
                </a:lnTo>
                <a:lnTo>
                  <a:pt x="5394" y="545"/>
                </a:lnTo>
                <a:lnTo>
                  <a:pt x="5395" y="545"/>
                </a:lnTo>
                <a:lnTo>
                  <a:pt x="5396" y="546"/>
                </a:lnTo>
                <a:lnTo>
                  <a:pt x="5397" y="546"/>
                </a:lnTo>
                <a:lnTo>
                  <a:pt x="5398" y="546"/>
                </a:lnTo>
                <a:lnTo>
                  <a:pt x="5399" y="546"/>
                </a:lnTo>
                <a:lnTo>
                  <a:pt x="5401" y="546"/>
                </a:lnTo>
                <a:lnTo>
                  <a:pt x="5402" y="546"/>
                </a:lnTo>
                <a:lnTo>
                  <a:pt x="5402" y="547"/>
                </a:lnTo>
                <a:lnTo>
                  <a:pt x="5404" y="547"/>
                </a:lnTo>
                <a:lnTo>
                  <a:pt x="5404" y="546"/>
                </a:lnTo>
                <a:lnTo>
                  <a:pt x="5406" y="546"/>
                </a:lnTo>
                <a:lnTo>
                  <a:pt x="5407" y="546"/>
                </a:lnTo>
                <a:lnTo>
                  <a:pt x="5408" y="546"/>
                </a:lnTo>
                <a:lnTo>
                  <a:pt x="5408" y="545"/>
                </a:lnTo>
                <a:lnTo>
                  <a:pt x="5409" y="545"/>
                </a:lnTo>
                <a:lnTo>
                  <a:pt x="5409" y="544"/>
                </a:lnTo>
                <a:lnTo>
                  <a:pt x="5410" y="544"/>
                </a:lnTo>
                <a:lnTo>
                  <a:pt x="5410" y="543"/>
                </a:lnTo>
                <a:lnTo>
                  <a:pt x="5411" y="543"/>
                </a:lnTo>
                <a:lnTo>
                  <a:pt x="5411" y="542"/>
                </a:lnTo>
                <a:lnTo>
                  <a:pt x="5412" y="542"/>
                </a:lnTo>
                <a:lnTo>
                  <a:pt x="5412" y="541"/>
                </a:lnTo>
                <a:lnTo>
                  <a:pt x="5412" y="540"/>
                </a:lnTo>
                <a:lnTo>
                  <a:pt x="5412" y="539"/>
                </a:lnTo>
                <a:lnTo>
                  <a:pt x="5411" y="539"/>
                </a:lnTo>
                <a:lnTo>
                  <a:pt x="5410" y="539"/>
                </a:lnTo>
                <a:lnTo>
                  <a:pt x="5410" y="538"/>
                </a:lnTo>
                <a:lnTo>
                  <a:pt x="5409" y="538"/>
                </a:lnTo>
                <a:lnTo>
                  <a:pt x="5409" y="537"/>
                </a:lnTo>
                <a:lnTo>
                  <a:pt x="5409" y="536"/>
                </a:lnTo>
                <a:lnTo>
                  <a:pt x="5409" y="535"/>
                </a:lnTo>
                <a:lnTo>
                  <a:pt x="5409" y="533"/>
                </a:lnTo>
                <a:lnTo>
                  <a:pt x="5409" y="532"/>
                </a:lnTo>
                <a:lnTo>
                  <a:pt x="5409" y="531"/>
                </a:lnTo>
                <a:lnTo>
                  <a:pt x="5410" y="531"/>
                </a:lnTo>
                <a:lnTo>
                  <a:pt x="5410" y="530"/>
                </a:lnTo>
                <a:lnTo>
                  <a:pt x="5410" y="529"/>
                </a:lnTo>
                <a:lnTo>
                  <a:pt x="5410" y="528"/>
                </a:lnTo>
                <a:lnTo>
                  <a:pt x="5411" y="527"/>
                </a:lnTo>
                <a:lnTo>
                  <a:pt x="5412" y="526"/>
                </a:lnTo>
                <a:lnTo>
                  <a:pt x="5413" y="525"/>
                </a:lnTo>
                <a:lnTo>
                  <a:pt x="5413" y="524"/>
                </a:lnTo>
                <a:lnTo>
                  <a:pt x="5414" y="524"/>
                </a:lnTo>
                <a:lnTo>
                  <a:pt x="5414" y="523"/>
                </a:lnTo>
                <a:lnTo>
                  <a:pt x="5414" y="522"/>
                </a:lnTo>
                <a:lnTo>
                  <a:pt x="5413" y="521"/>
                </a:lnTo>
                <a:lnTo>
                  <a:pt x="5413" y="520"/>
                </a:lnTo>
                <a:lnTo>
                  <a:pt x="5412" y="519"/>
                </a:lnTo>
                <a:lnTo>
                  <a:pt x="5411" y="519"/>
                </a:lnTo>
                <a:lnTo>
                  <a:pt x="5411" y="518"/>
                </a:lnTo>
                <a:lnTo>
                  <a:pt x="5411" y="517"/>
                </a:lnTo>
                <a:lnTo>
                  <a:pt x="5410" y="517"/>
                </a:lnTo>
                <a:lnTo>
                  <a:pt x="5409" y="517"/>
                </a:lnTo>
                <a:lnTo>
                  <a:pt x="5409" y="516"/>
                </a:lnTo>
                <a:lnTo>
                  <a:pt x="5409" y="514"/>
                </a:lnTo>
                <a:lnTo>
                  <a:pt x="5410" y="513"/>
                </a:lnTo>
                <a:lnTo>
                  <a:pt x="5410" y="512"/>
                </a:lnTo>
                <a:lnTo>
                  <a:pt x="5411" y="512"/>
                </a:lnTo>
                <a:lnTo>
                  <a:pt x="5411" y="511"/>
                </a:lnTo>
                <a:lnTo>
                  <a:pt x="5412" y="511"/>
                </a:lnTo>
                <a:lnTo>
                  <a:pt x="5413" y="511"/>
                </a:lnTo>
                <a:lnTo>
                  <a:pt x="5414" y="511"/>
                </a:lnTo>
                <a:lnTo>
                  <a:pt x="5415" y="511"/>
                </a:lnTo>
                <a:lnTo>
                  <a:pt x="5416" y="512"/>
                </a:lnTo>
                <a:lnTo>
                  <a:pt x="5416" y="513"/>
                </a:lnTo>
                <a:lnTo>
                  <a:pt x="5417" y="513"/>
                </a:lnTo>
                <a:lnTo>
                  <a:pt x="5418" y="514"/>
                </a:lnTo>
                <a:lnTo>
                  <a:pt x="5420" y="514"/>
                </a:lnTo>
                <a:lnTo>
                  <a:pt x="5421" y="513"/>
                </a:lnTo>
                <a:lnTo>
                  <a:pt x="5422" y="513"/>
                </a:lnTo>
                <a:lnTo>
                  <a:pt x="5422" y="512"/>
                </a:lnTo>
                <a:lnTo>
                  <a:pt x="5423" y="511"/>
                </a:lnTo>
                <a:lnTo>
                  <a:pt x="5423" y="510"/>
                </a:lnTo>
                <a:lnTo>
                  <a:pt x="5424" y="510"/>
                </a:lnTo>
                <a:lnTo>
                  <a:pt x="5424" y="509"/>
                </a:lnTo>
                <a:lnTo>
                  <a:pt x="5424" y="508"/>
                </a:lnTo>
                <a:lnTo>
                  <a:pt x="5424" y="507"/>
                </a:lnTo>
                <a:lnTo>
                  <a:pt x="5424" y="506"/>
                </a:lnTo>
                <a:lnTo>
                  <a:pt x="5424" y="505"/>
                </a:lnTo>
                <a:lnTo>
                  <a:pt x="5425" y="504"/>
                </a:lnTo>
                <a:lnTo>
                  <a:pt x="5425" y="503"/>
                </a:lnTo>
                <a:lnTo>
                  <a:pt x="5428" y="500"/>
                </a:lnTo>
                <a:lnTo>
                  <a:pt x="5429" y="499"/>
                </a:lnTo>
                <a:lnTo>
                  <a:pt x="5434" y="496"/>
                </a:lnTo>
                <a:lnTo>
                  <a:pt x="5434" y="495"/>
                </a:lnTo>
                <a:lnTo>
                  <a:pt x="5435" y="493"/>
                </a:lnTo>
                <a:lnTo>
                  <a:pt x="5435" y="490"/>
                </a:lnTo>
                <a:lnTo>
                  <a:pt x="5435" y="489"/>
                </a:lnTo>
                <a:lnTo>
                  <a:pt x="5435" y="487"/>
                </a:lnTo>
                <a:lnTo>
                  <a:pt x="5435" y="486"/>
                </a:lnTo>
                <a:lnTo>
                  <a:pt x="5435" y="485"/>
                </a:lnTo>
                <a:lnTo>
                  <a:pt x="5436" y="485"/>
                </a:lnTo>
                <a:lnTo>
                  <a:pt x="5437" y="484"/>
                </a:lnTo>
                <a:lnTo>
                  <a:pt x="5437" y="483"/>
                </a:lnTo>
                <a:lnTo>
                  <a:pt x="5438" y="482"/>
                </a:lnTo>
                <a:lnTo>
                  <a:pt x="5439" y="482"/>
                </a:lnTo>
                <a:lnTo>
                  <a:pt x="5439" y="481"/>
                </a:lnTo>
                <a:lnTo>
                  <a:pt x="5440" y="481"/>
                </a:lnTo>
                <a:lnTo>
                  <a:pt x="5441" y="481"/>
                </a:lnTo>
                <a:lnTo>
                  <a:pt x="5443" y="480"/>
                </a:lnTo>
                <a:lnTo>
                  <a:pt x="5444" y="479"/>
                </a:lnTo>
                <a:lnTo>
                  <a:pt x="5445" y="479"/>
                </a:lnTo>
                <a:lnTo>
                  <a:pt x="5447" y="479"/>
                </a:lnTo>
                <a:lnTo>
                  <a:pt x="5448" y="479"/>
                </a:lnTo>
                <a:lnTo>
                  <a:pt x="5449" y="479"/>
                </a:lnTo>
                <a:lnTo>
                  <a:pt x="5450" y="479"/>
                </a:lnTo>
                <a:lnTo>
                  <a:pt x="5451" y="479"/>
                </a:lnTo>
                <a:lnTo>
                  <a:pt x="5452" y="479"/>
                </a:lnTo>
                <a:lnTo>
                  <a:pt x="5453" y="479"/>
                </a:lnTo>
                <a:lnTo>
                  <a:pt x="5454" y="479"/>
                </a:lnTo>
                <a:lnTo>
                  <a:pt x="5456" y="480"/>
                </a:lnTo>
                <a:lnTo>
                  <a:pt x="5457" y="480"/>
                </a:lnTo>
                <a:lnTo>
                  <a:pt x="5458" y="480"/>
                </a:lnTo>
                <a:lnTo>
                  <a:pt x="5459" y="479"/>
                </a:lnTo>
                <a:lnTo>
                  <a:pt x="5460" y="478"/>
                </a:lnTo>
                <a:lnTo>
                  <a:pt x="5460" y="477"/>
                </a:lnTo>
                <a:lnTo>
                  <a:pt x="5461" y="477"/>
                </a:lnTo>
                <a:lnTo>
                  <a:pt x="5462" y="477"/>
                </a:lnTo>
                <a:lnTo>
                  <a:pt x="5462" y="476"/>
                </a:lnTo>
                <a:lnTo>
                  <a:pt x="5463" y="475"/>
                </a:lnTo>
                <a:lnTo>
                  <a:pt x="5464" y="475"/>
                </a:lnTo>
                <a:lnTo>
                  <a:pt x="5464" y="474"/>
                </a:lnTo>
                <a:lnTo>
                  <a:pt x="5465" y="474"/>
                </a:lnTo>
                <a:lnTo>
                  <a:pt x="5466" y="474"/>
                </a:lnTo>
                <a:lnTo>
                  <a:pt x="5466" y="475"/>
                </a:lnTo>
                <a:lnTo>
                  <a:pt x="5467" y="475"/>
                </a:lnTo>
                <a:lnTo>
                  <a:pt x="5468" y="475"/>
                </a:lnTo>
                <a:lnTo>
                  <a:pt x="5469" y="475"/>
                </a:lnTo>
                <a:lnTo>
                  <a:pt x="5470" y="474"/>
                </a:lnTo>
                <a:lnTo>
                  <a:pt x="5472" y="474"/>
                </a:lnTo>
                <a:lnTo>
                  <a:pt x="5472" y="473"/>
                </a:lnTo>
                <a:lnTo>
                  <a:pt x="5473" y="473"/>
                </a:lnTo>
                <a:lnTo>
                  <a:pt x="5474" y="473"/>
                </a:lnTo>
                <a:lnTo>
                  <a:pt x="5475" y="473"/>
                </a:lnTo>
                <a:lnTo>
                  <a:pt x="5476" y="473"/>
                </a:lnTo>
                <a:lnTo>
                  <a:pt x="5476" y="472"/>
                </a:lnTo>
                <a:lnTo>
                  <a:pt x="5477" y="472"/>
                </a:lnTo>
                <a:lnTo>
                  <a:pt x="5477" y="471"/>
                </a:lnTo>
                <a:lnTo>
                  <a:pt x="5477" y="470"/>
                </a:lnTo>
                <a:lnTo>
                  <a:pt x="5477" y="469"/>
                </a:lnTo>
                <a:lnTo>
                  <a:pt x="5477" y="466"/>
                </a:lnTo>
                <a:lnTo>
                  <a:pt x="5477" y="463"/>
                </a:lnTo>
                <a:lnTo>
                  <a:pt x="5477" y="462"/>
                </a:lnTo>
                <a:lnTo>
                  <a:pt x="5478" y="462"/>
                </a:lnTo>
                <a:lnTo>
                  <a:pt x="5478" y="461"/>
                </a:lnTo>
                <a:lnTo>
                  <a:pt x="5479" y="461"/>
                </a:lnTo>
                <a:lnTo>
                  <a:pt x="5480" y="460"/>
                </a:lnTo>
                <a:lnTo>
                  <a:pt x="5481" y="460"/>
                </a:lnTo>
                <a:lnTo>
                  <a:pt x="5483" y="461"/>
                </a:lnTo>
                <a:lnTo>
                  <a:pt x="5484" y="461"/>
                </a:lnTo>
                <a:lnTo>
                  <a:pt x="5485" y="461"/>
                </a:lnTo>
                <a:lnTo>
                  <a:pt x="5487" y="460"/>
                </a:lnTo>
                <a:lnTo>
                  <a:pt x="5488" y="459"/>
                </a:lnTo>
                <a:lnTo>
                  <a:pt x="5488" y="458"/>
                </a:lnTo>
                <a:lnTo>
                  <a:pt x="5488" y="457"/>
                </a:lnTo>
                <a:lnTo>
                  <a:pt x="5488" y="455"/>
                </a:lnTo>
                <a:lnTo>
                  <a:pt x="5487" y="453"/>
                </a:lnTo>
                <a:lnTo>
                  <a:pt x="5487" y="452"/>
                </a:lnTo>
                <a:lnTo>
                  <a:pt x="5487" y="451"/>
                </a:lnTo>
                <a:lnTo>
                  <a:pt x="5488" y="451"/>
                </a:lnTo>
                <a:lnTo>
                  <a:pt x="5488" y="450"/>
                </a:lnTo>
                <a:lnTo>
                  <a:pt x="5489" y="450"/>
                </a:lnTo>
                <a:lnTo>
                  <a:pt x="5489" y="449"/>
                </a:lnTo>
                <a:lnTo>
                  <a:pt x="5490" y="449"/>
                </a:lnTo>
                <a:lnTo>
                  <a:pt x="5491" y="449"/>
                </a:lnTo>
                <a:lnTo>
                  <a:pt x="5491" y="448"/>
                </a:lnTo>
                <a:lnTo>
                  <a:pt x="5492" y="448"/>
                </a:lnTo>
                <a:lnTo>
                  <a:pt x="5493" y="448"/>
                </a:lnTo>
                <a:lnTo>
                  <a:pt x="5493" y="447"/>
                </a:lnTo>
                <a:lnTo>
                  <a:pt x="5494" y="447"/>
                </a:lnTo>
                <a:lnTo>
                  <a:pt x="5494" y="446"/>
                </a:lnTo>
                <a:lnTo>
                  <a:pt x="5495" y="445"/>
                </a:lnTo>
                <a:lnTo>
                  <a:pt x="5496" y="445"/>
                </a:lnTo>
                <a:lnTo>
                  <a:pt x="5497" y="444"/>
                </a:lnTo>
                <a:lnTo>
                  <a:pt x="5498" y="444"/>
                </a:lnTo>
                <a:lnTo>
                  <a:pt x="5498" y="443"/>
                </a:lnTo>
                <a:lnTo>
                  <a:pt x="5499" y="443"/>
                </a:lnTo>
                <a:lnTo>
                  <a:pt x="5499" y="442"/>
                </a:lnTo>
                <a:lnTo>
                  <a:pt x="5500" y="442"/>
                </a:lnTo>
                <a:lnTo>
                  <a:pt x="5501" y="441"/>
                </a:lnTo>
                <a:lnTo>
                  <a:pt x="5502" y="440"/>
                </a:lnTo>
                <a:lnTo>
                  <a:pt x="5503" y="439"/>
                </a:lnTo>
                <a:lnTo>
                  <a:pt x="5504" y="439"/>
                </a:lnTo>
                <a:lnTo>
                  <a:pt x="5505" y="439"/>
                </a:lnTo>
                <a:lnTo>
                  <a:pt x="5506" y="439"/>
                </a:lnTo>
                <a:lnTo>
                  <a:pt x="5507" y="438"/>
                </a:lnTo>
                <a:lnTo>
                  <a:pt x="5508" y="437"/>
                </a:lnTo>
                <a:lnTo>
                  <a:pt x="5508" y="436"/>
                </a:lnTo>
                <a:lnTo>
                  <a:pt x="5509" y="434"/>
                </a:lnTo>
                <a:lnTo>
                  <a:pt x="5509" y="432"/>
                </a:lnTo>
                <a:lnTo>
                  <a:pt x="5510" y="432"/>
                </a:lnTo>
                <a:lnTo>
                  <a:pt x="5511" y="432"/>
                </a:lnTo>
                <a:lnTo>
                  <a:pt x="5512" y="432"/>
                </a:lnTo>
                <a:lnTo>
                  <a:pt x="5514" y="432"/>
                </a:lnTo>
                <a:lnTo>
                  <a:pt x="5515" y="432"/>
                </a:lnTo>
                <a:lnTo>
                  <a:pt x="5517" y="431"/>
                </a:lnTo>
                <a:lnTo>
                  <a:pt x="5517" y="430"/>
                </a:lnTo>
                <a:lnTo>
                  <a:pt x="5518" y="430"/>
                </a:lnTo>
                <a:lnTo>
                  <a:pt x="5518" y="429"/>
                </a:lnTo>
                <a:lnTo>
                  <a:pt x="5518" y="428"/>
                </a:lnTo>
                <a:lnTo>
                  <a:pt x="5519" y="428"/>
                </a:lnTo>
                <a:lnTo>
                  <a:pt x="5519" y="427"/>
                </a:lnTo>
                <a:lnTo>
                  <a:pt x="5519" y="426"/>
                </a:lnTo>
                <a:lnTo>
                  <a:pt x="5520" y="425"/>
                </a:lnTo>
                <a:lnTo>
                  <a:pt x="5521" y="424"/>
                </a:lnTo>
                <a:lnTo>
                  <a:pt x="5521" y="423"/>
                </a:lnTo>
                <a:lnTo>
                  <a:pt x="5522" y="423"/>
                </a:lnTo>
                <a:lnTo>
                  <a:pt x="5523" y="422"/>
                </a:lnTo>
                <a:lnTo>
                  <a:pt x="5524" y="422"/>
                </a:lnTo>
                <a:lnTo>
                  <a:pt x="5526" y="422"/>
                </a:lnTo>
                <a:lnTo>
                  <a:pt x="5527" y="421"/>
                </a:lnTo>
                <a:lnTo>
                  <a:pt x="5528" y="421"/>
                </a:lnTo>
                <a:lnTo>
                  <a:pt x="5530" y="421"/>
                </a:lnTo>
                <a:lnTo>
                  <a:pt x="5531" y="421"/>
                </a:lnTo>
                <a:lnTo>
                  <a:pt x="5532" y="420"/>
                </a:lnTo>
                <a:lnTo>
                  <a:pt x="5533" y="420"/>
                </a:lnTo>
                <a:lnTo>
                  <a:pt x="5535" y="419"/>
                </a:lnTo>
                <a:lnTo>
                  <a:pt x="5536" y="418"/>
                </a:lnTo>
                <a:lnTo>
                  <a:pt x="5537" y="417"/>
                </a:lnTo>
                <a:lnTo>
                  <a:pt x="5537" y="416"/>
                </a:lnTo>
                <a:lnTo>
                  <a:pt x="5538" y="416"/>
                </a:lnTo>
                <a:lnTo>
                  <a:pt x="5539" y="415"/>
                </a:lnTo>
                <a:lnTo>
                  <a:pt x="5540" y="415"/>
                </a:lnTo>
                <a:lnTo>
                  <a:pt x="5540" y="414"/>
                </a:lnTo>
                <a:lnTo>
                  <a:pt x="5541" y="414"/>
                </a:lnTo>
                <a:lnTo>
                  <a:pt x="5542" y="413"/>
                </a:lnTo>
                <a:lnTo>
                  <a:pt x="5542" y="412"/>
                </a:lnTo>
                <a:lnTo>
                  <a:pt x="5544" y="411"/>
                </a:lnTo>
                <a:lnTo>
                  <a:pt x="5545" y="410"/>
                </a:lnTo>
                <a:lnTo>
                  <a:pt x="5546" y="410"/>
                </a:lnTo>
                <a:lnTo>
                  <a:pt x="5547" y="411"/>
                </a:lnTo>
                <a:lnTo>
                  <a:pt x="5549" y="411"/>
                </a:lnTo>
                <a:lnTo>
                  <a:pt x="5550" y="411"/>
                </a:lnTo>
                <a:lnTo>
                  <a:pt x="5551" y="411"/>
                </a:lnTo>
                <a:lnTo>
                  <a:pt x="5552" y="411"/>
                </a:lnTo>
                <a:lnTo>
                  <a:pt x="5553" y="410"/>
                </a:lnTo>
                <a:lnTo>
                  <a:pt x="5554" y="410"/>
                </a:lnTo>
                <a:lnTo>
                  <a:pt x="5554" y="409"/>
                </a:lnTo>
                <a:lnTo>
                  <a:pt x="5556" y="409"/>
                </a:lnTo>
                <a:lnTo>
                  <a:pt x="5557" y="408"/>
                </a:lnTo>
                <a:lnTo>
                  <a:pt x="5558" y="408"/>
                </a:lnTo>
                <a:lnTo>
                  <a:pt x="5559" y="408"/>
                </a:lnTo>
                <a:lnTo>
                  <a:pt x="5560" y="407"/>
                </a:lnTo>
                <a:lnTo>
                  <a:pt x="5560" y="408"/>
                </a:lnTo>
                <a:lnTo>
                  <a:pt x="5561" y="408"/>
                </a:lnTo>
                <a:lnTo>
                  <a:pt x="5562" y="408"/>
                </a:lnTo>
                <a:lnTo>
                  <a:pt x="5563" y="408"/>
                </a:lnTo>
                <a:lnTo>
                  <a:pt x="5565" y="409"/>
                </a:lnTo>
                <a:lnTo>
                  <a:pt x="5568" y="410"/>
                </a:lnTo>
                <a:lnTo>
                  <a:pt x="5569" y="410"/>
                </a:lnTo>
                <a:lnTo>
                  <a:pt x="5570" y="410"/>
                </a:lnTo>
                <a:lnTo>
                  <a:pt x="5571" y="410"/>
                </a:lnTo>
                <a:lnTo>
                  <a:pt x="5571" y="409"/>
                </a:lnTo>
                <a:lnTo>
                  <a:pt x="5572" y="408"/>
                </a:lnTo>
                <a:lnTo>
                  <a:pt x="5573" y="407"/>
                </a:lnTo>
                <a:lnTo>
                  <a:pt x="5573" y="406"/>
                </a:lnTo>
                <a:lnTo>
                  <a:pt x="5574" y="405"/>
                </a:lnTo>
                <a:lnTo>
                  <a:pt x="5574" y="403"/>
                </a:lnTo>
                <a:lnTo>
                  <a:pt x="5574" y="402"/>
                </a:lnTo>
                <a:lnTo>
                  <a:pt x="5575" y="399"/>
                </a:lnTo>
                <a:lnTo>
                  <a:pt x="5576" y="398"/>
                </a:lnTo>
                <a:lnTo>
                  <a:pt x="5577" y="398"/>
                </a:lnTo>
                <a:lnTo>
                  <a:pt x="5577" y="397"/>
                </a:lnTo>
                <a:lnTo>
                  <a:pt x="5579" y="397"/>
                </a:lnTo>
                <a:lnTo>
                  <a:pt x="5579" y="396"/>
                </a:lnTo>
                <a:lnTo>
                  <a:pt x="5580" y="396"/>
                </a:lnTo>
                <a:lnTo>
                  <a:pt x="5583" y="396"/>
                </a:lnTo>
                <a:lnTo>
                  <a:pt x="5585" y="396"/>
                </a:lnTo>
                <a:lnTo>
                  <a:pt x="5586" y="396"/>
                </a:lnTo>
                <a:lnTo>
                  <a:pt x="5587" y="396"/>
                </a:lnTo>
                <a:lnTo>
                  <a:pt x="5588" y="395"/>
                </a:lnTo>
                <a:lnTo>
                  <a:pt x="5589" y="394"/>
                </a:lnTo>
                <a:lnTo>
                  <a:pt x="5589" y="393"/>
                </a:lnTo>
                <a:lnTo>
                  <a:pt x="5589" y="392"/>
                </a:lnTo>
                <a:lnTo>
                  <a:pt x="5591" y="392"/>
                </a:lnTo>
                <a:lnTo>
                  <a:pt x="5592" y="393"/>
                </a:lnTo>
                <a:lnTo>
                  <a:pt x="5592" y="394"/>
                </a:lnTo>
                <a:lnTo>
                  <a:pt x="5593" y="394"/>
                </a:lnTo>
                <a:lnTo>
                  <a:pt x="5593" y="396"/>
                </a:lnTo>
                <a:lnTo>
                  <a:pt x="5593" y="399"/>
                </a:lnTo>
                <a:lnTo>
                  <a:pt x="5592" y="400"/>
                </a:lnTo>
                <a:lnTo>
                  <a:pt x="5592" y="401"/>
                </a:lnTo>
                <a:lnTo>
                  <a:pt x="5590" y="402"/>
                </a:lnTo>
                <a:lnTo>
                  <a:pt x="5588" y="405"/>
                </a:lnTo>
                <a:lnTo>
                  <a:pt x="5587" y="406"/>
                </a:lnTo>
                <a:lnTo>
                  <a:pt x="5586" y="406"/>
                </a:lnTo>
                <a:lnTo>
                  <a:pt x="5585" y="407"/>
                </a:lnTo>
                <a:lnTo>
                  <a:pt x="5584" y="408"/>
                </a:lnTo>
                <a:lnTo>
                  <a:pt x="5582" y="410"/>
                </a:lnTo>
                <a:lnTo>
                  <a:pt x="5581" y="410"/>
                </a:lnTo>
                <a:lnTo>
                  <a:pt x="5580" y="411"/>
                </a:lnTo>
                <a:lnTo>
                  <a:pt x="5579" y="412"/>
                </a:lnTo>
                <a:lnTo>
                  <a:pt x="5578" y="413"/>
                </a:lnTo>
                <a:lnTo>
                  <a:pt x="5576" y="414"/>
                </a:lnTo>
                <a:lnTo>
                  <a:pt x="5576" y="415"/>
                </a:lnTo>
                <a:lnTo>
                  <a:pt x="5574" y="416"/>
                </a:lnTo>
                <a:lnTo>
                  <a:pt x="5574" y="417"/>
                </a:lnTo>
                <a:lnTo>
                  <a:pt x="5574" y="418"/>
                </a:lnTo>
                <a:lnTo>
                  <a:pt x="5574" y="419"/>
                </a:lnTo>
                <a:lnTo>
                  <a:pt x="5573" y="419"/>
                </a:lnTo>
                <a:lnTo>
                  <a:pt x="5573" y="420"/>
                </a:lnTo>
                <a:lnTo>
                  <a:pt x="5572" y="420"/>
                </a:lnTo>
                <a:lnTo>
                  <a:pt x="5571" y="421"/>
                </a:lnTo>
                <a:lnTo>
                  <a:pt x="5570" y="422"/>
                </a:lnTo>
                <a:lnTo>
                  <a:pt x="5569" y="423"/>
                </a:lnTo>
                <a:lnTo>
                  <a:pt x="5568" y="424"/>
                </a:lnTo>
                <a:lnTo>
                  <a:pt x="5567" y="424"/>
                </a:lnTo>
                <a:lnTo>
                  <a:pt x="5567" y="425"/>
                </a:lnTo>
                <a:lnTo>
                  <a:pt x="5566" y="425"/>
                </a:lnTo>
                <a:lnTo>
                  <a:pt x="5566" y="426"/>
                </a:lnTo>
                <a:lnTo>
                  <a:pt x="5565" y="427"/>
                </a:lnTo>
                <a:lnTo>
                  <a:pt x="5565" y="429"/>
                </a:lnTo>
                <a:lnTo>
                  <a:pt x="5566" y="429"/>
                </a:lnTo>
                <a:lnTo>
                  <a:pt x="5566" y="430"/>
                </a:lnTo>
                <a:lnTo>
                  <a:pt x="5566" y="431"/>
                </a:lnTo>
                <a:lnTo>
                  <a:pt x="5566" y="432"/>
                </a:lnTo>
                <a:lnTo>
                  <a:pt x="5566" y="433"/>
                </a:lnTo>
                <a:lnTo>
                  <a:pt x="5567" y="434"/>
                </a:lnTo>
                <a:lnTo>
                  <a:pt x="5567" y="435"/>
                </a:lnTo>
                <a:lnTo>
                  <a:pt x="5567" y="436"/>
                </a:lnTo>
                <a:lnTo>
                  <a:pt x="5568" y="437"/>
                </a:lnTo>
                <a:lnTo>
                  <a:pt x="5568" y="438"/>
                </a:lnTo>
                <a:lnTo>
                  <a:pt x="5568" y="439"/>
                </a:lnTo>
                <a:lnTo>
                  <a:pt x="5569" y="439"/>
                </a:lnTo>
                <a:lnTo>
                  <a:pt x="5569" y="440"/>
                </a:lnTo>
                <a:lnTo>
                  <a:pt x="5569" y="441"/>
                </a:lnTo>
                <a:lnTo>
                  <a:pt x="5568" y="441"/>
                </a:lnTo>
                <a:lnTo>
                  <a:pt x="5568" y="442"/>
                </a:lnTo>
                <a:lnTo>
                  <a:pt x="5568" y="443"/>
                </a:lnTo>
                <a:lnTo>
                  <a:pt x="5567" y="443"/>
                </a:lnTo>
                <a:lnTo>
                  <a:pt x="5567" y="444"/>
                </a:lnTo>
                <a:lnTo>
                  <a:pt x="5567" y="445"/>
                </a:lnTo>
                <a:lnTo>
                  <a:pt x="5567" y="446"/>
                </a:lnTo>
                <a:lnTo>
                  <a:pt x="5567" y="448"/>
                </a:lnTo>
                <a:lnTo>
                  <a:pt x="5566" y="450"/>
                </a:lnTo>
                <a:lnTo>
                  <a:pt x="5565" y="452"/>
                </a:lnTo>
                <a:lnTo>
                  <a:pt x="5564" y="453"/>
                </a:lnTo>
                <a:lnTo>
                  <a:pt x="5564" y="454"/>
                </a:lnTo>
                <a:lnTo>
                  <a:pt x="5565" y="455"/>
                </a:lnTo>
                <a:lnTo>
                  <a:pt x="5564" y="456"/>
                </a:lnTo>
                <a:lnTo>
                  <a:pt x="5563" y="457"/>
                </a:lnTo>
                <a:lnTo>
                  <a:pt x="5563" y="458"/>
                </a:lnTo>
                <a:lnTo>
                  <a:pt x="5563" y="459"/>
                </a:lnTo>
                <a:lnTo>
                  <a:pt x="5564" y="459"/>
                </a:lnTo>
                <a:lnTo>
                  <a:pt x="5564" y="460"/>
                </a:lnTo>
                <a:lnTo>
                  <a:pt x="5564" y="461"/>
                </a:lnTo>
                <a:lnTo>
                  <a:pt x="5564" y="462"/>
                </a:lnTo>
                <a:lnTo>
                  <a:pt x="5565" y="462"/>
                </a:lnTo>
                <a:lnTo>
                  <a:pt x="5565" y="463"/>
                </a:lnTo>
                <a:lnTo>
                  <a:pt x="5566" y="464"/>
                </a:lnTo>
                <a:lnTo>
                  <a:pt x="5567" y="464"/>
                </a:lnTo>
                <a:lnTo>
                  <a:pt x="5567" y="465"/>
                </a:lnTo>
                <a:lnTo>
                  <a:pt x="5568" y="465"/>
                </a:lnTo>
                <a:lnTo>
                  <a:pt x="5569" y="465"/>
                </a:lnTo>
                <a:lnTo>
                  <a:pt x="5569" y="466"/>
                </a:lnTo>
                <a:lnTo>
                  <a:pt x="5570" y="466"/>
                </a:lnTo>
                <a:lnTo>
                  <a:pt x="5570" y="467"/>
                </a:lnTo>
                <a:lnTo>
                  <a:pt x="5571" y="467"/>
                </a:lnTo>
                <a:lnTo>
                  <a:pt x="5571" y="468"/>
                </a:lnTo>
                <a:lnTo>
                  <a:pt x="5572" y="468"/>
                </a:lnTo>
                <a:lnTo>
                  <a:pt x="5572" y="469"/>
                </a:lnTo>
                <a:lnTo>
                  <a:pt x="5572" y="471"/>
                </a:lnTo>
                <a:lnTo>
                  <a:pt x="5573" y="471"/>
                </a:lnTo>
                <a:lnTo>
                  <a:pt x="5573" y="472"/>
                </a:lnTo>
                <a:lnTo>
                  <a:pt x="5573" y="471"/>
                </a:lnTo>
                <a:lnTo>
                  <a:pt x="5574" y="471"/>
                </a:lnTo>
                <a:lnTo>
                  <a:pt x="5575" y="471"/>
                </a:lnTo>
                <a:lnTo>
                  <a:pt x="5576" y="471"/>
                </a:lnTo>
                <a:lnTo>
                  <a:pt x="5577" y="471"/>
                </a:lnTo>
                <a:lnTo>
                  <a:pt x="5578" y="471"/>
                </a:lnTo>
                <a:lnTo>
                  <a:pt x="5578" y="472"/>
                </a:lnTo>
                <a:lnTo>
                  <a:pt x="5579" y="472"/>
                </a:lnTo>
                <a:lnTo>
                  <a:pt x="5579" y="473"/>
                </a:lnTo>
                <a:lnTo>
                  <a:pt x="5579" y="474"/>
                </a:lnTo>
                <a:lnTo>
                  <a:pt x="5579" y="475"/>
                </a:lnTo>
                <a:lnTo>
                  <a:pt x="5579" y="476"/>
                </a:lnTo>
                <a:lnTo>
                  <a:pt x="5580" y="476"/>
                </a:lnTo>
                <a:lnTo>
                  <a:pt x="5580" y="477"/>
                </a:lnTo>
                <a:lnTo>
                  <a:pt x="5580" y="478"/>
                </a:lnTo>
                <a:lnTo>
                  <a:pt x="5581" y="478"/>
                </a:lnTo>
                <a:lnTo>
                  <a:pt x="5581" y="479"/>
                </a:lnTo>
                <a:lnTo>
                  <a:pt x="5581" y="480"/>
                </a:lnTo>
                <a:lnTo>
                  <a:pt x="5582" y="480"/>
                </a:lnTo>
                <a:lnTo>
                  <a:pt x="5582" y="481"/>
                </a:lnTo>
                <a:lnTo>
                  <a:pt x="5584" y="481"/>
                </a:lnTo>
                <a:lnTo>
                  <a:pt x="5585" y="481"/>
                </a:lnTo>
                <a:lnTo>
                  <a:pt x="5585" y="482"/>
                </a:lnTo>
                <a:lnTo>
                  <a:pt x="5586" y="482"/>
                </a:lnTo>
                <a:lnTo>
                  <a:pt x="5586" y="483"/>
                </a:lnTo>
                <a:lnTo>
                  <a:pt x="5587" y="483"/>
                </a:lnTo>
                <a:lnTo>
                  <a:pt x="5588" y="484"/>
                </a:lnTo>
                <a:lnTo>
                  <a:pt x="5589" y="484"/>
                </a:lnTo>
                <a:lnTo>
                  <a:pt x="5590" y="484"/>
                </a:lnTo>
                <a:lnTo>
                  <a:pt x="5591" y="484"/>
                </a:lnTo>
                <a:lnTo>
                  <a:pt x="5591" y="485"/>
                </a:lnTo>
                <a:lnTo>
                  <a:pt x="5592" y="485"/>
                </a:lnTo>
                <a:lnTo>
                  <a:pt x="5592" y="486"/>
                </a:lnTo>
                <a:lnTo>
                  <a:pt x="5593" y="486"/>
                </a:lnTo>
                <a:lnTo>
                  <a:pt x="5593" y="487"/>
                </a:lnTo>
                <a:lnTo>
                  <a:pt x="5593" y="488"/>
                </a:lnTo>
                <a:lnTo>
                  <a:pt x="5593" y="489"/>
                </a:lnTo>
                <a:lnTo>
                  <a:pt x="5594" y="489"/>
                </a:lnTo>
                <a:lnTo>
                  <a:pt x="5594" y="491"/>
                </a:lnTo>
                <a:lnTo>
                  <a:pt x="5593" y="491"/>
                </a:lnTo>
                <a:lnTo>
                  <a:pt x="5593" y="492"/>
                </a:lnTo>
                <a:lnTo>
                  <a:pt x="5593" y="493"/>
                </a:lnTo>
                <a:lnTo>
                  <a:pt x="5593" y="494"/>
                </a:lnTo>
                <a:lnTo>
                  <a:pt x="5593" y="495"/>
                </a:lnTo>
                <a:lnTo>
                  <a:pt x="5592" y="495"/>
                </a:lnTo>
                <a:lnTo>
                  <a:pt x="5592" y="496"/>
                </a:lnTo>
                <a:lnTo>
                  <a:pt x="5592" y="497"/>
                </a:lnTo>
                <a:lnTo>
                  <a:pt x="5592" y="498"/>
                </a:lnTo>
                <a:lnTo>
                  <a:pt x="5591" y="498"/>
                </a:lnTo>
                <a:lnTo>
                  <a:pt x="5591" y="499"/>
                </a:lnTo>
                <a:lnTo>
                  <a:pt x="5591" y="500"/>
                </a:lnTo>
                <a:lnTo>
                  <a:pt x="5590" y="500"/>
                </a:lnTo>
                <a:lnTo>
                  <a:pt x="5590" y="501"/>
                </a:lnTo>
                <a:lnTo>
                  <a:pt x="5589" y="502"/>
                </a:lnTo>
                <a:lnTo>
                  <a:pt x="5589" y="503"/>
                </a:lnTo>
                <a:lnTo>
                  <a:pt x="5589" y="504"/>
                </a:lnTo>
                <a:lnTo>
                  <a:pt x="5589" y="505"/>
                </a:lnTo>
                <a:lnTo>
                  <a:pt x="5590" y="505"/>
                </a:lnTo>
                <a:lnTo>
                  <a:pt x="5590" y="506"/>
                </a:lnTo>
                <a:lnTo>
                  <a:pt x="5590" y="507"/>
                </a:lnTo>
                <a:lnTo>
                  <a:pt x="5591" y="507"/>
                </a:lnTo>
                <a:lnTo>
                  <a:pt x="5591" y="508"/>
                </a:lnTo>
                <a:lnTo>
                  <a:pt x="5590" y="508"/>
                </a:lnTo>
                <a:lnTo>
                  <a:pt x="5590" y="509"/>
                </a:lnTo>
                <a:lnTo>
                  <a:pt x="5590" y="510"/>
                </a:lnTo>
                <a:lnTo>
                  <a:pt x="5589" y="510"/>
                </a:lnTo>
                <a:lnTo>
                  <a:pt x="5589" y="511"/>
                </a:lnTo>
                <a:lnTo>
                  <a:pt x="5589" y="512"/>
                </a:lnTo>
                <a:lnTo>
                  <a:pt x="5588" y="512"/>
                </a:lnTo>
                <a:lnTo>
                  <a:pt x="5588" y="513"/>
                </a:lnTo>
                <a:lnTo>
                  <a:pt x="5588" y="514"/>
                </a:lnTo>
                <a:lnTo>
                  <a:pt x="5588" y="515"/>
                </a:lnTo>
                <a:lnTo>
                  <a:pt x="5587" y="516"/>
                </a:lnTo>
                <a:lnTo>
                  <a:pt x="5587" y="517"/>
                </a:lnTo>
                <a:lnTo>
                  <a:pt x="5586" y="517"/>
                </a:lnTo>
                <a:lnTo>
                  <a:pt x="5585" y="518"/>
                </a:lnTo>
                <a:lnTo>
                  <a:pt x="5585" y="519"/>
                </a:lnTo>
                <a:lnTo>
                  <a:pt x="5585" y="520"/>
                </a:lnTo>
                <a:lnTo>
                  <a:pt x="5585" y="521"/>
                </a:lnTo>
                <a:lnTo>
                  <a:pt x="5585" y="522"/>
                </a:lnTo>
                <a:lnTo>
                  <a:pt x="5585" y="523"/>
                </a:lnTo>
                <a:lnTo>
                  <a:pt x="5585" y="524"/>
                </a:lnTo>
                <a:lnTo>
                  <a:pt x="5585" y="525"/>
                </a:lnTo>
                <a:lnTo>
                  <a:pt x="5585" y="526"/>
                </a:lnTo>
                <a:lnTo>
                  <a:pt x="5584" y="526"/>
                </a:lnTo>
                <a:lnTo>
                  <a:pt x="5583" y="526"/>
                </a:lnTo>
                <a:lnTo>
                  <a:pt x="5583" y="527"/>
                </a:lnTo>
                <a:lnTo>
                  <a:pt x="5582" y="527"/>
                </a:lnTo>
                <a:lnTo>
                  <a:pt x="5582" y="528"/>
                </a:lnTo>
                <a:lnTo>
                  <a:pt x="5581" y="528"/>
                </a:lnTo>
                <a:lnTo>
                  <a:pt x="5581" y="529"/>
                </a:lnTo>
                <a:lnTo>
                  <a:pt x="5581" y="530"/>
                </a:lnTo>
                <a:lnTo>
                  <a:pt x="5581" y="531"/>
                </a:lnTo>
                <a:lnTo>
                  <a:pt x="5580" y="531"/>
                </a:lnTo>
                <a:lnTo>
                  <a:pt x="5579" y="531"/>
                </a:lnTo>
                <a:lnTo>
                  <a:pt x="5578" y="531"/>
                </a:lnTo>
                <a:lnTo>
                  <a:pt x="5577" y="531"/>
                </a:lnTo>
                <a:lnTo>
                  <a:pt x="5577" y="532"/>
                </a:lnTo>
                <a:lnTo>
                  <a:pt x="5576" y="532"/>
                </a:lnTo>
                <a:lnTo>
                  <a:pt x="5576" y="533"/>
                </a:lnTo>
                <a:lnTo>
                  <a:pt x="5575" y="533"/>
                </a:lnTo>
                <a:lnTo>
                  <a:pt x="5574" y="533"/>
                </a:lnTo>
                <a:lnTo>
                  <a:pt x="5574" y="534"/>
                </a:lnTo>
                <a:lnTo>
                  <a:pt x="5573" y="534"/>
                </a:lnTo>
                <a:lnTo>
                  <a:pt x="5572" y="534"/>
                </a:lnTo>
                <a:lnTo>
                  <a:pt x="5571" y="535"/>
                </a:lnTo>
                <a:lnTo>
                  <a:pt x="5570" y="535"/>
                </a:lnTo>
                <a:lnTo>
                  <a:pt x="5569" y="535"/>
                </a:lnTo>
                <a:lnTo>
                  <a:pt x="5568" y="535"/>
                </a:lnTo>
                <a:lnTo>
                  <a:pt x="5567" y="536"/>
                </a:lnTo>
                <a:lnTo>
                  <a:pt x="5566" y="537"/>
                </a:lnTo>
                <a:lnTo>
                  <a:pt x="5565" y="538"/>
                </a:lnTo>
                <a:lnTo>
                  <a:pt x="5565" y="539"/>
                </a:lnTo>
                <a:lnTo>
                  <a:pt x="5564" y="540"/>
                </a:lnTo>
                <a:lnTo>
                  <a:pt x="5564" y="541"/>
                </a:lnTo>
                <a:lnTo>
                  <a:pt x="5564" y="542"/>
                </a:lnTo>
                <a:lnTo>
                  <a:pt x="5563" y="542"/>
                </a:lnTo>
                <a:lnTo>
                  <a:pt x="5563" y="544"/>
                </a:lnTo>
                <a:lnTo>
                  <a:pt x="5563" y="545"/>
                </a:lnTo>
                <a:lnTo>
                  <a:pt x="5564" y="545"/>
                </a:lnTo>
                <a:lnTo>
                  <a:pt x="5564" y="546"/>
                </a:lnTo>
                <a:lnTo>
                  <a:pt x="5564" y="547"/>
                </a:lnTo>
                <a:lnTo>
                  <a:pt x="5563" y="547"/>
                </a:lnTo>
                <a:lnTo>
                  <a:pt x="5563" y="548"/>
                </a:lnTo>
                <a:lnTo>
                  <a:pt x="5562" y="549"/>
                </a:lnTo>
                <a:lnTo>
                  <a:pt x="5561" y="549"/>
                </a:lnTo>
                <a:lnTo>
                  <a:pt x="5561" y="550"/>
                </a:lnTo>
                <a:lnTo>
                  <a:pt x="5560" y="550"/>
                </a:lnTo>
                <a:lnTo>
                  <a:pt x="5560" y="551"/>
                </a:lnTo>
                <a:lnTo>
                  <a:pt x="5559" y="551"/>
                </a:lnTo>
                <a:lnTo>
                  <a:pt x="5559" y="552"/>
                </a:lnTo>
                <a:lnTo>
                  <a:pt x="5559" y="553"/>
                </a:lnTo>
                <a:lnTo>
                  <a:pt x="5559" y="556"/>
                </a:lnTo>
                <a:lnTo>
                  <a:pt x="5559" y="557"/>
                </a:lnTo>
                <a:lnTo>
                  <a:pt x="5559" y="560"/>
                </a:lnTo>
                <a:lnTo>
                  <a:pt x="5559" y="561"/>
                </a:lnTo>
                <a:lnTo>
                  <a:pt x="5559" y="562"/>
                </a:lnTo>
                <a:lnTo>
                  <a:pt x="5559" y="563"/>
                </a:lnTo>
                <a:lnTo>
                  <a:pt x="5560" y="563"/>
                </a:lnTo>
                <a:lnTo>
                  <a:pt x="5560" y="564"/>
                </a:lnTo>
                <a:lnTo>
                  <a:pt x="5561" y="564"/>
                </a:lnTo>
                <a:lnTo>
                  <a:pt x="5561" y="565"/>
                </a:lnTo>
                <a:lnTo>
                  <a:pt x="5562" y="565"/>
                </a:lnTo>
                <a:lnTo>
                  <a:pt x="5563" y="565"/>
                </a:lnTo>
                <a:lnTo>
                  <a:pt x="5564" y="566"/>
                </a:lnTo>
                <a:lnTo>
                  <a:pt x="5565" y="566"/>
                </a:lnTo>
                <a:lnTo>
                  <a:pt x="5565" y="567"/>
                </a:lnTo>
                <a:lnTo>
                  <a:pt x="5566" y="568"/>
                </a:lnTo>
                <a:lnTo>
                  <a:pt x="5567" y="568"/>
                </a:lnTo>
                <a:lnTo>
                  <a:pt x="5567" y="569"/>
                </a:lnTo>
                <a:lnTo>
                  <a:pt x="5568" y="570"/>
                </a:lnTo>
                <a:lnTo>
                  <a:pt x="5569" y="572"/>
                </a:lnTo>
                <a:lnTo>
                  <a:pt x="5569" y="573"/>
                </a:lnTo>
                <a:lnTo>
                  <a:pt x="5569" y="574"/>
                </a:lnTo>
                <a:lnTo>
                  <a:pt x="5569" y="575"/>
                </a:lnTo>
                <a:lnTo>
                  <a:pt x="5570" y="575"/>
                </a:lnTo>
                <a:lnTo>
                  <a:pt x="5570" y="576"/>
                </a:lnTo>
                <a:lnTo>
                  <a:pt x="5570" y="577"/>
                </a:lnTo>
                <a:lnTo>
                  <a:pt x="5570" y="578"/>
                </a:lnTo>
                <a:lnTo>
                  <a:pt x="5570" y="579"/>
                </a:lnTo>
                <a:lnTo>
                  <a:pt x="5570" y="580"/>
                </a:lnTo>
                <a:lnTo>
                  <a:pt x="5569" y="581"/>
                </a:lnTo>
                <a:lnTo>
                  <a:pt x="5568" y="581"/>
                </a:lnTo>
                <a:lnTo>
                  <a:pt x="5567" y="582"/>
                </a:lnTo>
                <a:lnTo>
                  <a:pt x="5566" y="582"/>
                </a:lnTo>
                <a:lnTo>
                  <a:pt x="5565" y="582"/>
                </a:lnTo>
                <a:lnTo>
                  <a:pt x="5564" y="583"/>
                </a:lnTo>
                <a:lnTo>
                  <a:pt x="5564" y="584"/>
                </a:lnTo>
                <a:lnTo>
                  <a:pt x="5564" y="586"/>
                </a:lnTo>
                <a:lnTo>
                  <a:pt x="5563" y="586"/>
                </a:lnTo>
                <a:lnTo>
                  <a:pt x="5563" y="587"/>
                </a:lnTo>
                <a:lnTo>
                  <a:pt x="5563" y="588"/>
                </a:lnTo>
                <a:lnTo>
                  <a:pt x="5564" y="588"/>
                </a:lnTo>
                <a:lnTo>
                  <a:pt x="5564" y="589"/>
                </a:lnTo>
                <a:lnTo>
                  <a:pt x="5564" y="590"/>
                </a:lnTo>
                <a:lnTo>
                  <a:pt x="5564" y="591"/>
                </a:lnTo>
                <a:lnTo>
                  <a:pt x="5564" y="592"/>
                </a:lnTo>
                <a:lnTo>
                  <a:pt x="5563" y="592"/>
                </a:lnTo>
                <a:lnTo>
                  <a:pt x="5563" y="593"/>
                </a:lnTo>
                <a:lnTo>
                  <a:pt x="5564" y="593"/>
                </a:lnTo>
                <a:lnTo>
                  <a:pt x="5564" y="594"/>
                </a:lnTo>
                <a:lnTo>
                  <a:pt x="5564" y="595"/>
                </a:lnTo>
                <a:lnTo>
                  <a:pt x="5563" y="595"/>
                </a:lnTo>
                <a:lnTo>
                  <a:pt x="5563" y="597"/>
                </a:lnTo>
                <a:lnTo>
                  <a:pt x="5562" y="597"/>
                </a:lnTo>
                <a:lnTo>
                  <a:pt x="5562" y="598"/>
                </a:lnTo>
                <a:lnTo>
                  <a:pt x="5561" y="599"/>
                </a:lnTo>
                <a:lnTo>
                  <a:pt x="5561" y="600"/>
                </a:lnTo>
                <a:lnTo>
                  <a:pt x="5562" y="600"/>
                </a:lnTo>
                <a:lnTo>
                  <a:pt x="5562" y="601"/>
                </a:lnTo>
                <a:lnTo>
                  <a:pt x="5563" y="601"/>
                </a:lnTo>
                <a:lnTo>
                  <a:pt x="5563" y="602"/>
                </a:lnTo>
                <a:lnTo>
                  <a:pt x="5564" y="602"/>
                </a:lnTo>
                <a:lnTo>
                  <a:pt x="5564" y="603"/>
                </a:lnTo>
                <a:lnTo>
                  <a:pt x="5564" y="604"/>
                </a:lnTo>
                <a:lnTo>
                  <a:pt x="5564" y="605"/>
                </a:lnTo>
                <a:lnTo>
                  <a:pt x="5564" y="606"/>
                </a:lnTo>
                <a:lnTo>
                  <a:pt x="5564" y="607"/>
                </a:lnTo>
                <a:lnTo>
                  <a:pt x="5564" y="608"/>
                </a:lnTo>
                <a:lnTo>
                  <a:pt x="5564" y="609"/>
                </a:lnTo>
                <a:lnTo>
                  <a:pt x="5563" y="611"/>
                </a:lnTo>
                <a:lnTo>
                  <a:pt x="5563" y="612"/>
                </a:lnTo>
                <a:lnTo>
                  <a:pt x="5564" y="612"/>
                </a:lnTo>
                <a:lnTo>
                  <a:pt x="5564" y="613"/>
                </a:lnTo>
                <a:lnTo>
                  <a:pt x="5564" y="614"/>
                </a:lnTo>
                <a:lnTo>
                  <a:pt x="5564" y="615"/>
                </a:lnTo>
                <a:lnTo>
                  <a:pt x="5565" y="616"/>
                </a:lnTo>
                <a:lnTo>
                  <a:pt x="5564" y="616"/>
                </a:lnTo>
                <a:lnTo>
                  <a:pt x="5564" y="617"/>
                </a:lnTo>
                <a:lnTo>
                  <a:pt x="5564" y="618"/>
                </a:lnTo>
                <a:lnTo>
                  <a:pt x="5564" y="619"/>
                </a:lnTo>
                <a:lnTo>
                  <a:pt x="5564" y="620"/>
                </a:lnTo>
                <a:lnTo>
                  <a:pt x="5564" y="621"/>
                </a:lnTo>
                <a:lnTo>
                  <a:pt x="5565" y="621"/>
                </a:lnTo>
                <a:lnTo>
                  <a:pt x="5566" y="622"/>
                </a:lnTo>
                <a:lnTo>
                  <a:pt x="5567" y="623"/>
                </a:lnTo>
                <a:lnTo>
                  <a:pt x="5568" y="623"/>
                </a:lnTo>
                <a:lnTo>
                  <a:pt x="5568" y="624"/>
                </a:lnTo>
                <a:lnTo>
                  <a:pt x="5568" y="625"/>
                </a:lnTo>
                <a:lnTo>
                  <a:pt x="5568" y="626"/>
                </a:lnTo>
                <a:lnTo>
                  <a:pt x="5567" y="626"/>
                </a:lnTo>
                <a:lnTo>
                  <a:pt x="5567" y="627"/>
                </a:lnTo>
                <a:lnTo>
                  <a:pt x="5567" y="628"/>
                </a:lnTo>
                <a:lnTo>
                  <a:pt x="5567" y="629"/>
                </a:lnTo>
                <a:lnTo>
                  <a:pt x="5567" y="630"/>
                </a:lnTo>
                <a:lnTo>
                  <a:pt x="5568" y="630"/>
                </a:lnTo>
                <a:lnTo>
                  <a:pt x="5568" y="631"/>
                </a:lnTo>
                <a:lnTo>
                  <a:pt x="5568" y="632"/>
                </a:lnTo>
                <a:lnTo>
                  <a:pt x="5569" y="633"/>
                </a:lnTo>
                <a:lnTo>
                  <a:pt x="5569" y="634"/>
                </a:lnTo>
                <a:lnTo>
                  <a:pt x="5569" y="635"/>
                </a:lnTo>
                <a:lnTo>
                  <a:pt x="5570" y="635"/>
                </a:lnTo>
                <a:lnTo>
                  <a:pt x="5569" y="635"/>
                </a:lnTo>
                <a:lnTo>
                  <a:pt x="5569" y="636"/>
                </a:lnTo>
                <a:lnTo>
                  <a:pt x="5569" y="637"/>
                </a:lnTo>
                <a:lnTo>
                  <a:pt x="5569" y="640"/>
                </a:lnTo>
                <a:lnTo>
                  <a:pt x="5570" y="642"/>
                </a:lnTo>
                <a:lnTo>
                  <a:pt x="5570" y="643"/>
                </a:lnTo>
                <a:lnTo>
                  <a:pt x="5569" y="643"/>
                </a:lnTo>
                <a:lnTo>
                  <a:pt x="5569" y="644"/>
                </a:lnTo>
                <a:lnTo>
                  <a:pt x="5568" y="645"/>
                </a:lnTo>
                <a:lnTo>
                  <a:pt x="5568" y="646"/>
                </a:lnTo>
                <a:lnTo>
                  <a:pt x="5567" y="646"/>
                </a:lnTo>
                <a:lnTo>
                  <a:pt x="5566" y="646"/>
                </a:lnTo>
                <a:lnTo>
                  <a:pt x="5566" y="647"/>
                </a:lnTo>
                <a:lnTo>
                  <a:pt x="5565" y="648"/>
                </a:lnTo>
                <a:lnTo>
                  <a:pt x="5565" y="649"/>
                </a:lnTo>
                <a:lnTo>
                  <a:pt x="5564" y="649"/>
                </a:lnTo>
                <a:lnTo>
                  <a:pt x="5564" y="650"/>
                </a:lnTo>
                <a:lnTo>
                  <a:pt x="5563" y="652"/>
                </a:lnTo>
                <a:lnTo>
                  <a:pt x="5563" y="653"/>
                </a:lnTo>
                <a:lnTo>
                  <a:pt x="5564" y="653"/>
                </a:lnTo>
                <a:lnTo>
                  <a:pt x="5564" y="654"/>
                </a:lnTo>
                <a:lnTo>
                  <a:pt x="5563" y="654"/>
                </a:lnTo>
                <a:lnTo>
                  <a:pt x="5564" y="655"/>
                </a:lnTo>
                <a:lnTo>
                  <a:pt x="5564" y="656"/>
                </a:lnTo>
                <a:lnTo>
                  <a:pt x="5564" y="657"/>
                </a:lnTo>
                <a:lnTo>
                  <a:pt x="5564" y="658"/>
                </a:lnTo>
                <a:lnTo>
                  <a:pt x="5564" y="660"/>
                </a:lnTo>
                <a:lnTo>
                  <a:pt x="5563" y="661"/>
                </a:lnTo>
                <a:lnTo>
                  <a:pt x="5563" y="662"/>
                </a:lnTo>
                <a:lnTo>
                  <a:pt x="5563" y="663"/>
                </a:lnTo>
                <a:lnTo>
                  <a:pt x="5563" y="664"/>
                </a:lnTo>
                <a:lnTo>
                  <a:pt x="5562" y="665"/>
                </a:lnTo>
                <a:lnTo>
                  <a:pt x="5562" y="666"/>
                </a:lnTo>
                <a:lnTo>
                  <a:pt x="5562" y="667"/>
                </a:lnTo>
                <a:lnTo>
                  <a:pt x="5562" y="668"/>
                </a:lnTo>
                <a:lnTo>
                  <a:pt x="5563" y="669"/>
                </a:lnTo>
                <a:lnTo>
                  <a:pt x="5563" y="670"/>
                </a:lnTo>
                <a:lnTo>
                  <a:pt x="5564" y="670"/>
                </a:lnTo>
                <a:lnTo>
                  <a:pt x="5565" y="670"/>
                </a:lnTo>
                <a:lnTo>
                  <a:pt x="5566" y="670"/>
                </a:lnTo>
                <a:lnTo>
                  <a:pt x="5566" y="669"/>
                </a:lnTo>
                <a:lnTo>
                  <a:pt x="5567" y="669"/>
                </a:lnTo>
                <a:lnTo>
                  <a:pt x="5568" y="669"/>
                </a:lnTo>
                <a:lnTo>
                  <a:pt x="5569" y="670"/>
                </a:lnTo>
                <a:lnTo>
                  <a:pt x="5570" y="670"/>
                </a:lnTo>
                <a:lnTo>
                  <a:pt x="5571" y="671"/>
                </a:lnTo>
                <a:lnTo>
                  <a:pt x="5572" y="672"/>
                </a:lnTo>
                <a:lnTo>
                  <a:pt x="5572" y="673"/>
                </a:lnTo>
                <a:lnTo>
                  <a:pt x="5573" y="673"/>
                </a:lnTo>
                <a:lnTo>
                  <a:pt x="5573" y="674"/>
                </a:lnTo>
                <a:lnTo>
                  <a:pt x="5573" y="675"/>
                </a:lnTo>
                <a:lnTo>
                  <a:pt x="5574" y="675"/>
                </a:lnTo>
                <a:lnTo>
                  <a:pt x="5574" y="676"/>
                </a:lnTo>
                <a:lnTo>
                  <a:pt x="5573" y="676"/>
                </a:lnTo>
                <a:lnTo>
                  <a:pt x="5573" y="677"/>
                </a:lnTo>
                <a:lnTo>
                  <a:pt x="5573" y="678"/>
                </a:lnTo>
                <a:lnTo>
                  <a:pt x="5572" y="678"/>
                </a:lnTo>
                <a:lnTo>
                  <a:pt x="5571" y="679"/>
                </a:lnTo>
                <a:lnTo>
                  <a:pt x="5570" y="679"/>
                </a:lnTo>
                <a:lnTo>
                  <a:pt x="5569" y="680"/>
                </a:lnTo>
                <a:lnTo>
                  <a:pt x="5569" y="681"/>
                </a:lnTo>
                <a:lnTo>
                  <a:pt x="5569" y="682"/>
                </a:lnTo>
                <a:lnTo>
                  <a:pt x="5569" y="683"/>
                </a:lnTo>
                <a:lnTo>
                  <a:pt x="5570" y="683"/>
                </a:lnTo>
                <a:lnTo>
                  <a:pt x="5571" y="684"/>
                </a:lnTo>
                <a:lnTo>
                  <a:pt x="5572" y="684"/>
                </a:lnTo>
                <a:lnTo>
                  <a:pt x="5572" y="683"/>
                </a:lnTo>
                <a:lnTo>
                  <a:pt x="5573" y="683"/>
                </a:lnTo>
                <a:lnTo>
                  <a:pt x="5573" y="682"/>
                </a:lnTo>
                <a:lnTo>
                  <a:pt x="5574" y="682"/>
                </a:lnTo>
                <a:lnTo>
                  <a:pt x="5574" y="683"/>
                </a:lnTo>
                <a:lnTo>
                  <a:pt x="5574" y="684"/>
                </a:lnTo>
                <a:lnTo>
                  <a:pt x="5573" y="685"/>
                </a:lnTo>
                <a:lnTo>
                  <a:pt x="5574" y="685"/>
                </a:lnTo>
                <a:lnTo>
                  <a:pt x="5573" y="685"/>
                </a:lnTo>
                <a:lnTo>
                  <a:pt x="5573" y="686"/>
                </a:lnTo>
                <a:lnTo>
                  <a:pt x="5573" y="687"/>
                </a:lnTo>
                <a:lnTo>
                  <a:pt x="5574" y="687"/>
                </a:lnTo>
                <a:lnTo>
                  <a:pt x="5574" y="688"/>
                </a:lnTo>
                <a:lnTo>
                  <a:pt x="5575" y="688"/>
                </a:lnTo>
                <a:lnTo>
                  <a:pt x="5575" y="689"/>
                </a:lnTo>
                <a:lnTo>
                  <a:pt x="5576" y="689"/>
                </a:lnTo>
                <a:lnTo>
                  <a:pt x="5576" y="690"/>
                </a:lnTo>
                <a:lnTo>
                  <a:pt x="5576" y="692"/>
                </a:lnTo>
                <a:lnTo>
                  <a:pt x="5575" y="692"/>
                </a:lnTo>
                <a:lnTo>
                  <a:pt x="5575" y="693"/>
                </a:lnTo>
                <a:lnTo>
                  <a:pt x="5574" y="694"/>
                </a:lnTo>
                <a:lnTo>
                  <a:pt x="5573" y="694"/>
                </a:lnTo>
                <a:lnTo>
                  <a:pt x="5572" y="694"/>
                </a:lnTo>
                <a:lnTo>
                  <a:pt x="5571" y="694"/>
                </a:lnTo>
                <a:lnTo>
                  <a:pt x="5571" y="695"/>
                </a:lnTo>
                <a:lnTo>
                  <a:pt x="5572" y="695"/>
                </a:lnTo>
                <a:lnTo>
                  <a:pt x="5573" y="695"/>
                </a:lnTo>
                <a:lnTo>
                  <a:pt x="5573" y="696"/>
                </a:lnTo>
                <a:lnTo>
                  <a:pt x="5574" y="696"/>
                </a:lnTo>
                <a:lnTo>
                  <a:pt x="5573" y="696"/>
                </a:lnTo>
                <a:lnTo>
                  <a:pt x="5573" y="697"/>
                </a:lnTo>
                <a:lnTo>
                  <a:pt x="5572" y="697"/>
                </a:lnTo>
                <a:lnTo>
                  <a:pt x="5572" y="698"/>
                </a:lnTo>
                <a:lnTo>
                  <a:pt x="5573" y="698"/>
                </a:lnTo>
                <a:lnTo>
                  <a:pt x="5573" y="700"/>
                </a:lnTo>
                <a:lnTo>
                  <a:pt x="5572" y="700"/>
                </a:lnTo>
                <a:lnTo>
                  <a:pt x="5572" y="701"/>
                </a:lnTo>
                <a:lnTo>
                  <a:pt x="5571" y="701"/>
                </a:lnTo>
                <a:lnTo>
                  <a:pt x="5571" y="700"/>
                </a:lnTo>
                <a:lnTo>
                  <a:pt x="5570" y="700"/>
                </a:lnTo>
                <a:lnTo>
                  <a:pt x="5570" y="699"/>
                </a:lnTo>
                <a:lnTo>
                  <a:pt x="5570" y="698"/>
                </a:lnTo>
                <a:lnTo>
                  <a:pt x="5569" y="698"/>
                </a:lnTo>
                <a:lnTo>
                  <a:pt x="5568" y="698"/>
                </a:lnTo>
                <a:lnTo>
                  <a:pt x="5567" y="699"/>
                </a:lnTo>
                <a:lnTo>
                  <a:pt x="5567" y="700"/>
                </a:lnTo>
                <a:lnTo>
                  <a:pt x="5568" y="700"/>
                </a:lnTo>
                <a:lnTo>
                  <a:pt x="5568" y="701"/>
                </a:lnTo>
                <a:lnTo>
                  <a:pt x="5568" y="702"/>
                </a:lnTo>
                <a:lnTo>
                  <a:pt x="5568" y="703"/>
                </a:lnTo>
                <a:lnTo>
                  <a:pt x="5568" y="704"/>
                </a:lnTo>
                <a:lnTo>
                  <a:pt x="5567" y="704"/>
                </a:lnTo>
                <a:lnTo>
                  <a:pt x="5567" y="705"/>
                </a:lnTo>
                <a:lnTo>
                  <a:pt x="5566" y="706"/>
                </a:lnTo>
                <a:lnTo>
                  <a:pt x="5565" y="706"/>
                </a:lnTo>
                <a:lnTo>
                  <a:pt x="5565" y="707"/>
                </a:lnTo>
                <a:lnTo>
                  <a:pt x="5564" y="708"/>
                </a:lnTo>
                <a:lnTo>
                  <a:pt x="5563" y="708"/>
                </a:lnTo>
                <a:lnTo>
                  <a:pt x="5562" y="708"/>
                </a:lnTo>
                <a:lnTo>
                  <a:pt x="5562" y="709"/>
                </a:lnTo>
                <a:lnTo>
                  <a:pt x="5561" y="709"/>
                </a:lnTo>
                <a:lnTo>
                  <a:pt x="5561" y="710"/>
                </a:lnTo>
                <a:lnTo>
                  <a:pt x="5561" y="711"/>
                </a:lnTo>
                <a:lnTo>
                  <a:pt x="5561" y="712"/>
                </a:lnTo>
                <a:lnTo>
                  <a:pt x="5561" y="713"/>
                </a:lnTo>
                <a:lnTo>
                  <a:pt x="5562" y="714"/>
                </a:lnTo>
                <a:lnTo>
                  <a:pt x="5562" y="715"/>
                </a:lnTo>
                <a:lnTo>
                  <a:pt x="5563" y="715"/>
                </a:lnTo>
                <a:lnTo>
                  <a:pt x="5563" y="716"/>
                </a:lnTo>
                <a:lnTo>
                  <a:pt x="5564" y="716"/>
                </a:lnTo>
                <a:lnTo>
                  <a:pt x="5564" y="717"/>
                </a:lnTo>
                <a:lnTo>
                  <a:pt x="5565" y="717"/>
                </a:lnTo>
                <a:lnTo>
                  <a:pt x="5566" y="717"/>
                </a:lnTo>
                <a:lnTo>
                  <a:pt x="5567" y="718"/>
                </a:lnTo>
                <a:lnTo>
                  <a:pt x="5568" y="718"/>
                </a:lnTo>
                <a:lnTo>
                  <a:pt x="5568" y="719"/>
                </a:lnTo>
                <a:lnTo>
                  <a:pt x="5568" y="720"/>
                </a:lnTo>
                <a:lnTo>
                  <a:pt x="5568" y="721"/>
                </a:lnTo>
                <a:lnTo>
                  <a:pt x="5568" y="722"/>
                </a:lnTo>
                <a:lnTo>
                  <a:pt x="5568" y="723"/>
                </a:lnTo>
                <a:lnTo>
                  <a:pt x="5568" y="725"/>
                </a:lnTo>
                <a:lnTo>
                  <a:pt x="5567" y="726"/>
                </a:lnTo>
                <a:lnTo>
                  <a:pt x="5567" y="727"/>
                </a:lnTo>
                <a:lnTo>
                  <a:pt x="5566" y="727"/>
                </a:lnTo>
                <a:lnTo>
                  <a:pt x="5566" y="728"/>
                </a:lnTo>
                <a:lnTo>
                  <a:pt x="5566" y="729"/>
                </a:lnTo>
                <a:lnTo>
                  <a:pt x="5566" y="731"/>
                </a:lnTo>
                <a:lnTo>
                  <a:pt x="5566" y="732"/>
                </a:lnTo>
                <a:lnTo>
                  <a:pt x="5566" y="733"/>
                </a:lnTo>
                <a:lnTo>
                  <a:pt x="5566" y="734"/>
                </a:lnTo>
                <a:lnTo>
                  <a:pt x="5567" y="734"/>
                </a:lnTo>
                <a:lnTo>
                  <a:pt x="5567" y="735"/>
                </a:lnTo>
                <a:lnTo>
                  <a:pt x="5567" y="736"/>
                </a:lnTo>
                <a:lnTo>
                  <a:pt x="5566" y="736"/>
                </a:lnTo>
                <a:lnTo>
                  <a:pt x="5567" y="736"/>
                </a:lnTo>
                <a:lnTo>
                  <a:pt x="5567" y="737"/>
                </a:lnTo>
                <a:lnTo>
                  <a:pt x="5566" y="737"/>
                </a:lnTo>
                <a:lnTo>
                  <a:pt x="5566" y="738"/>
                </a:lnTo>
                <a:lnTo>
                  <a:pt x="5566" y="737"/>
                </a:lnTo>
                <a:lnTo>
                  <a:pt x="5565" y="737"/>
                </a:lnTo>
                <a:lnTo>
                  <a:pt x="5564" y="737"/>
                </a:lnTo>
                <a:lnTo>
                  <a:pt x="5563" y="738"/>
                </a:lnTo>
                <a:lnTo>
                  <a:pt x="5562" y="738"/>
                </a:lnTo>
                <a:lnTo>
                  <a:pt x="5562" y="739"/>
                </a:lnTo>
                <a:lnTo>
                  <a:pt x="5561" y="739"/>
                </a:lnTo>
                <a:lnTo>
                  <a:pt x="5561" y="740"/>
                </a:lnTo>
                <a:lnTo>
                  <a:pt x="5561" y="741"/>
                </a:lnTo>
                <a:lnTo>
                  <a:pt x="5562" y="741"/>
                </a:lnTo>
                <a:lnTo>
                  <a:pt x="5563" y="742"/>
                </a:lnTo>
                <a:lnTo>
                  <a:pt x="5563" y="743"/>
                </a:lnTo>
                <a:lnTo>
                  <a:pt x="5563" y="744"/>
                </a:lnTo>
                <a:lnTo>
                  <a:pt x="5562" y="745"/>
                </a:lnTo>
                <a:lnTo>
                  <a:pt x="5562" y="746"/>
                </a:lnTo>
                <a:lnTo>
                  <a:pt x="5562" y="747"/>
                </a:lnTo>
                <a:lnTo>
                  <a:pt x="5563" y="747"/>
                </a:lnTo>
                <a:lnTo>
                  <a:pt x="5563" y="748"/>
                </a:lnTo>
                <a:lnTo>
                  <a:pt x="5562" y="748"/>
                </a:lnTo>
                <a:lnTo>
                  <a:pt x="5562" y="749"/>
                </a:lnTo>
                <a:lnTo>
                  <a:pt x="5561" y="749"/>
                </a:lnTo>
                <a:lnTo>
                  <a:pt x="5561" y="748"/>
                </a:lnTo>
                <a:lnTo>
                  <a:pt x="5560" y="748"/>
                </a:lnTo>
                <a:lnTo>
                  <a:pt x="5559" y="747"/>
                </a:lnTo>
                <a:lnTo>
                  <a:pt x="5559" y="746"/>
                </a:lnTo>
                <a:lnTo>
                  <a:pt x="5558" y="746"/>
                </a:lnTo>
                <a:lnTo>
                  <a:pt x="5557" y="746"/>
                </a:lnTo>
                <a:lnTo>
                  <a:pt x="5556" y="746"/>
                </a:lnTo>
                <a:lnTo>
                  <a:pt x="5556" y="747"/>
                </a:lnTo>
                <a:lnTo>
                  <a:pt x="5555" y="747"/>
                </a:lnTo>
                <a:lnTo>
                  <a:pt x="5555" y="748"/>
                </a:lnTo>
                <a:lnTo>
                  <a:pt x="5555" y="749"/>
                </a:lnTo>
                <a:lnTo>
                  <a:pt x="5555" y="750"/>
                </a:lnTo>
                <a:lnTo>
                  <a:pt x="5556" y="750"/>
                </a:lnTo>
                <a:lnTo>
                  <a:pt x="5556" y="751"/>
                </a:lnTo>
                <a:lnTo>
                  <a:pt x="5555" y="751"/>
                </a:lnTo>
                <a:lnTo>
                  <a:pt x="5554" y="751"/>
                </a:lnTo>
                <a:lnTo>
                  <a:pt x="5554" y="752"/>
                </a:lnTo>
                <a:lnTo>
                  <a:pt x="5554" y="753"/>
                </a:lnTo>
                <a:lnTo>
                  <a:pt x="5555" y="754"/>
                </a:lnTo>
                <a:lnTo>
                  <a:pt x="5555" y="755"/>
                </a:lnTo>
                <a:lnTo>
                  <a:pt x="5554" y="755"/>
                </a:lnTo>
                <a:lnTo>
                  <a:pt x="5553" y="755"/>
                </a:lnTo>
                <a:lnTo>
                  <a:pt x="5553" y="756"/>
                </a:lnTo>
                <a:lnTo>
                  <a:pt x="5553" y="757"/>
                </a:lnTo>
                <a:lnTo>
                  <a:pt x="5554" y="757"/>
                </a:lnTo>
                <a:lnTo>
                  <a:pt x="5554" y="758"/>
                </a:lnTo>
                <a:lnTo>
                  <a:pt x="5554" y="759"/>
                </a:lnTo>
                <a:lnTo>
                  <a:pt x="5554" y="760"/>
                </a:lnTo>
                <a:lnTo>
                  <a:pt x="5555" y="760"/>
                </a:lnTo>
                <a:lnTo>
                  <a:pt x="5555" y="761"/>
                </a:lnTo>
                <a:lnTo>
                  <a:pt x="5556" y="761"/>
                </a:lnTo>
                <a:lnTo>
                  <a:pt x="5556" y="760"/>
                </a:lnTo>
                <a:lnTo>
                  <a:pt x="5557" y="760"/>
                </a:lnTo>
                <a:lnTo>
                  <a:pt x="5558" y="760"/>
                </a:lnTo>
                <a:lnTo>
                  <a:pt x="5558" y="761"/>
                </a:lnTo>
                <a:lnTo>
                  <a:pt x="5558" y="762"/>
                </a:lnTo>
                <a:lnTo>
                  <a:pt x="5557" y="762"/>
                </a:lnTo>
                <a:lnTo>
                  <a:pt x="5556" y="762"/>
                </a:lnTo>
                <a:lnTo>
                  <a:pt x="5555" y="762"/>
                </a:lnTo>
                <a:lnTo>
                  <a:pt x="5555" y="763"/>
                </a:lnTo>
                <a:lnTo>
                  <a:pt x="5556" y="763"/>
                </a:lnTo>
                <a:lnTo>
                  <a:pt x="5556" y="764"/>
                </a:lnTo>
                <a:lnTo>
                  <a:pt x="5556" y="765"/>
                </a:lnTo>
                <a:lnTo>
                  <a:pt x="5556" y="766"/>
                </a:lnTo>
                <a:lnTo>
                  <a:pt x="5557" y="766"/>
                </a:lnTo>
                <a:lnTo>
                  <a:pt x="5558" y="766"/>
                </a:lnTo>
                <a:lnTo>
                  <a:pt x="5558" y="767"/>
                </a:lnTo>
                <a:lnTo>
                  <a:pt x="5557" y="767"/>
                </a:lnTo>
                <a:lnTo>
                  <a:pt x="5557" y="768"/>
                </a:lnTo>
                <a:lnTo>
                  <a:pt x="5556" y="768"/>
                </a:lnTo>
                <a:lnTo>
                  <a:pt x="5556" y="769"/>
                </a:lnTo>
                <a:lnTo>
                  <a:pt x="5555" y="769"/>
                </a:lnTo>
                <a:lnTo>
                  <a:pt x="5555" y="770"/>
                </a:lnTo>
                <a:lnTo>
                  <a:pt x="5555" y="771"/>
                </a:lnTo>
                <a:lnTo>
                  <a:pt x="5555" y="772"/>
                </a:lnTo>
                <a:lnTo>
                  <a:pt x="5555" y="773"/>
                </a:lnTo>
                <a:lnTo>
                  <a:pt x="5555" y="774"/>
                </a:lnTo>
                <a:lnTo>
                  <a:pt x="5556" y="774"/>
                </a:lnTo>
                <a:lnTo>
                  <a:pt x="5556" y="773"/>
                </a:lnTo>
                <a:lnTo>
                  <a:pt x="5556" y="772"/>
                </a:lnTo>
                <a:lnTo>
                  <a:pt x="5557" y="772"/>
                </a:lnTo>
                <a:lnTo>
                  <a:pt x="5557" y="773"/>
                </a:lnTo>
                <a:lnTo>
                  <a:pt x="5558" y="773"/>
                </a:lnTo>
                <a:lnTo>
                  <a:pt x="5558" y="774"/>
                </a:lnTo>
                <a:lnTo>
                  <a:pt x="5559" y="773"/>
                </a:lnTo>
                <a:lnTo>
                  <a:pt x="5560" y="773"/>
                </a:lnTo>
                <a:lnTo>
                  <a:pt x="5560" y="774"/>
                </a:lnTo>
                <a:lnTo>
                  <a:pt x="5560" y="775"/>
                </a:lnTo>
                <a:lnTo>
                  <a:pt x="5561" y="775"/>
                </a:lnTo>
                <a:lnTo>
                  <a:pt x="5561" y="776"/>
                </a:lnTo>
                <a:lnTo>
                  <a:pt x="5561" y="777"/>
                </a:lnTo>
                <a:lnTo>
                  <a:pt x="5560" y="777"/>
                </a:lnTo>
                <a:lnTo>
                  <a:pt x="5560" y="778"/>
                </a:lnTo>
                <a:lnTo>
                  <a:pt x="5559" y="778"/>
                </a:lnTo>
                <a:lnTo>
                  <a:pt x="5558" y="778"/>
                </a:lnTo>
                <a:lnTo>
                  <a:pt x="5558" y="779"/>
                </a:lnTo>
                <a:lnTo>
                  <a:pt x="5558" y="780"/>
                </a:lnTo>
                <a:lnTo>
                  <a:pt x="5559" y="780"/>
                </a:lnTo>
                <a:lnTo>
                  <a:pt x="5559" y="781"/>
                </a:lnTo>
                <a:lnTo>
                  <a:pt x="5560" y="781"/>
                </a:lnTo>
                <a:lnTo>
                  <a:pt x="5561" y="781"/>
                </a:lnTo>
                <a:lnTo>
                  <a:pt x="5561" y="782"/>
                </a:lnTo>
                <a:lnTo>
                  <a:pt x="5562" y="782"/>
                </a:lnTo>
                <a:lnTo>
                  <a:pt x="5561" y="782"/>
                </a:lnTo>
                <a:lnTo>
                  <a:pt x="5561" y="783"/>
                </a:lnTo>
                <a:lnTo>
                  <a:pt x="5560" y="783"/>
                </a:lnTo>
                <a:lnTo>
                  <a:pt x="5560" y="782"/>
                </a:lnTo>
                <a:lnTo>
                  <a:pt x="5559" y="782"/>
                </a:lnTo>
                <a:lnTo>
                  <a:pt x="5558" y="782"/>
                </a:lnTo>
                <a:lnTo>
                  <a:pt x="5558" y="783"/>
                </a:lnTo>
                <a:lnTo>
                  <a:pt x="5558" y="784"/>
                </a:lnTo>
                <a:lnTo>
                  <a:pt x="5557" y="784"/>
                </a:lnTo>
                <a:lnTo>
                  <a:pt x="5556" y="784"/>
                </a:lnTo>
                <a:lnTo>
                  <a:pt x="5557" y="784"/>
                </a:lnTo>
                <a:lnTo>
                  <a:pt x="5557" y="785"/>
                </a:lnTo>
                <a:lnTo>
                  <a:pt x="5557" y="786"/>
                </a:lnTo>
                <a:lnTo>
                  <a:pt x="5557" y="787"/>
                </a:lnTo>
                <a:lnTo>
                  <a:pt x="5558" y="787"/>
                </a:lnTo>
                <a:lnTo>
                  <a:pt x="5558" y="788"/>
                </a:lnTo>
                <a:lnTo>
                  <a:pt x="5558" y="789"/>
                </a:lnTo>
                <a:lnTo>
                  <a:pt x="5558" y="790"/>
                </a:lnTo>
                <a:lnTo>
                  <a:pt x="5557" y="790"/>
                </a:lnTo>
                <a:lnTo>
                  <a:pt x="5556" y="790"/>
                </a:lnTo>
                <a:lnTo>
                  <a:pt x="5557" y="790"/>
                </a:lnTo>
                <a:lnTo>
                  <a:pt x="5556" y="790"/>
                </a:lnTo>
                <a:lnTo>
                  <a:pt x="5556" y="789"/>
                </a:lnTo>
                <a:lnTo>
                  <a:pt x="5556" y="790"/>
                </a:lnTo>
                <a:lnTo>
                  <a:pt x="5555" y="790"/>
                </a:lnTo>
                <a:lnTo>
                  <a:pt x="5556" y="790"/>
                </a:lnTo>
                <a:lnTo>
                  <a:pt x="5555" y="790"/>
                </a:lnTo>
                <a:lnTo>
                  <a:pt x="5554" y="790"/>
                </a:lnTo>
                <a:lnTo>
                  <a:pt x="5554" y="791"/>
                </a:lnTo>
                <a:lnTo>
                  <a:pt x="5555" y="791"/>
                </a:lnTo>
                <a:lnTo>
                  <a:pt x="5554" y="791"/>
                </a:lnTo>
                <a:lnTo>
                  <a:pt x="5554" y="792"/>
                </a:lnTo>
                <a:lnTo>
                  <a:pt x="5553" y="792"/>
                </a:lnTo>
                <a:lnTo>
                  <a:pt x="5553" y="793"/>
                </a:lnTo>
                <a:lnTo>
                  <a:pt x="5553" y="794"/>
                </a:lnTo>
                <a:lnTo>
                  <a:pt x="5552" y="794"/>
                </a:lnTo>
                <a:lnTo>
                  <a:pt x="5552" y="793"/>
                </a:lnTo>
                <a:lnTo>
                  <a:pt x="5551" y="793"/>
                </a:lnTo>
                <a:lnTo>
                  <a:pt x="5551" y="794"/>
                </a:lnTo>
                <a:lnTo>
                  <a:pt x="5551" y="795"/>
                </a:lnTo>
                <a:lnTo>
                  <a:pt x="5550" y="795"/>
                </a:lnTo>
                <a:lnTo>
                  <a:pt x="5550" y="796"/>
                </a:lnTo>
                <a:lnTo>
                  <a:pt x="5549" y="796"/>
                </a:lnTo>
                <a:lnTo>
                  <a:pt x="5550" y="796"/>
                </a:lnTo>
                <a:lnTo>
                  <a:pt x="5549" y="796"/>
                </a:lnTo>
                <a:lnTo>
                  <a:pt x="5548" y="796"/>
                </a:lnTo>
                <a:lnTo>
                  <a:pt x="5549" y="796"/>
                </a:lnTo>
                <a:lnTo>
                  <a:pt x="5549" y="797"/>
                </a:lnTo>
                <a:lnTo>
                  <a:pt x="5548" y="797"/>
                </a:lnTo>
                <a:lnTo>
                  <a:pt x="5548" y="798"/>
                </a:lnTo>
                <a:lnTo>
                  <a:pt x="5547" y="798"/>
                </a:lnTo>
                <a:lnTo>
                  <a:pt x="5546" y="799"/>
                </a:lnTo>
                <a:lnTo>
                  <a:pt x="5546" y="800"/>
                </a:lnTo>
                <a:lnTo>
                  <a:pt x="5546" y="801"/>
                </a:lnTo>
                <a:lnTo>
                  <a:pt x="5545" y="801"/>
                </a:lnTo>
                <a:lnTo>
                  <a:pt x="5546" y="801"/>
                </a:lnTo>
                <a:lnTo>
                  <a:pt x="5546" y="800"/>
                </a:lnTo>
                <a:lnTo>
                  <a:pt x="5545" y="800"/>
                </a:lnTo>
                <a:lnTo>
                  <a:pt x="5545" y="801"/>
                </a:lnTo>
                <a:lnTo>
                  <a:pt x="5545" y="800"/>
                </a:lnTo>
                <a:lnTo>
                  <a:pt x="5544" y="800"/>
                </a:lnTo>
                <a:lnTo>
                  <a:pt x="5544" y="801"/>
                </a:lnTo>
                <a:lnTo>
                  <a:pt x="5544" y="802"/>
                </a:lnTo>
                <a:lnTo>
                  <a:pt x="5543" y="802"/>
                </a:lnTo>
                <a:lnTo>
                  <a:pt x="5542" y="802"/>
                </a:lnTo>
                <a:lnTo>
                  <a:pt x="5542" y="803"/>
                </a:lnTo>
                <a:lnTo>
                  <a:pt x="5542" y="804"/>
                </a:lnTo>
                <a:lnTo>
                  <a:pt x="5541" y="804"/>
                </a:lnTo>
                <a:lnTo>
                  <a:pt x="5541" y="805"/>
                </a:lnTo>
                <a:lnTo>
                  <a:pt x="5542" y="805"/>
                </a:lnTo>
                <a:lnTo>
                  <a:pt x="5542" y="806"/>
                </a:lnTo>
                <a:lnTo>
                  <a:pt x="5542" y="807"/>
                </a:lnTo>
                <a:lnTo>
                  <a:pt x="5541" y="807"/>
                </a:lnTo>
                <a:lnTo>
                  <a:pt x="5542" y="807"/>
                </a:lnTo>
                <a:lnTo>
                  <a:pt x="5542" y="808"/>
                </a:lnTo>
                <a:lnTo>
                  <a:pt x="5541" y="808"/>
                </a:lnTo>
                <a:lnTo>
                  <a:pt x="5541" y="809"/>
                </a:lnTo>
                <a:lnTo>
                  <a:pt x="5542" y="809"/>
                </a:lnTo>
                <a:lnTo>
                  <a:pt x="5542" y="810"/>
                </a:lnTo>
                <a:lnTo>
                  <a:pt x="5541" y="810"/>
                </a:lnTo>
                <a:lnTo>
                  <a:pt x="5541" y="811"/>
                </a:lnTo>
                <a:lnTo>
                  <a:pt x="5541" y="812"/>
                </a:lnTo>
                <a:lnTo>
                  <a:pt x="5542" y="812"/>
                </a:lnTo>
                <a:lnTo>
                  <a:pt x="5541" y="812"/>
                </a:lnTo>
                <a:lnTo>
                  <a:pt x="5541" y="813"/>
                </a:lnTo>
                <a:lnTo>
                  <a:pt x="5540" y="813"/>
                </a:lnTo>
                <a:lnTo>
                  <a:pt x="5540" y="814"/>
                </a:lnTo>
                <a:lnTo>
                  <a:pt x="5541" y="814"/>
                </a:lnTo>
                <a:lnTo>
                  <a:pt x="5540" y="814"/>
                </a:lnTo>
                <a:lnTo>
                  <a:pt x="5540" y="815"/>
                </a:lnTo>
                <a:lnTo>
                  <a:pt x="5540" y="816"/>
                </a:lnTo>
                <a:lnTo>
                  <a:pt x="5541" y="816"/>
                </a:lnTo>
                <a:lnTo>
                  <a:pt x="5541" y="817"/>
                </a:lnTo>
                <a:lnTo>
                  <a:pt x="5540" y="817"/>
                </a:lnTo>
                <a:lnTo>
                  <a:pt x="5540" y="818"/>
                </a:lnTo>
                <a:lnTo>
                  <a:pt x="5541" y="818"/>
                </a:lnTo>
                <a:lnTo>
                  <a:pt x="5541" y="817"/>
                </a:lnTo>
                <a:lnTo>
                  <a:pt x="5541" y="818"/>
                </a:lnTo>
                <a:lnTo>
                  <a:pt x="5542" y="818"/>
                </a:lnTo>
                <a:lnTo>
                  <a:pt x="5541" y="818"/>
                </a:lnTo>
                <a:lnTo>
                  <a:pt x="5541" y="820"/>
                </a:lnTo>
                <a:lnTo>
                  <a:pt x="5542" y="820"/>
                </a:lnTo>
                <a:lnTo>
                  <a:pt x="5542" y="821"/>
                </a:lnTo>
                <a:lnTo>
                  <a:pt x="5542" y="822"/>
                </a:lnTo>
                <a:lnTo>
                  <a:pt x="5541" y="821"/>
                </a:lnTo>
                <a:lnTo>
                  <a:pt x="5541" y="822"/>
                </a:lnTo>
                <a:lnTo>
                  <a:pt x="5541" y="823"/>
                </a:lnTo>
                <a:lnTo>
                  <a:pt x="5541" y="824"/>
                </a:lnTo>
                <a:lnTo>
                  <a:pt x="5540" y="824"/>
                </a:lnTo>
                <a:lnTo>
                  <a:pt x="5540" y="825"/>
                </a:lnTo>
                <a:lnTo>
                  <a:pt x="5541" y="825"/>
                </a:lnTo>
                <a:lnTo>
                  <a:pt x="5542" y="825"/>
                </a:lnTo>
                <a:lnTo>
                  <a:pt x="5542" y="826"/>
                </a:lnTo>
                <a:lnTo>
                  <a:pt x="5541" y="827"/>
                </a:lnTo>
                <a:lnTo>
                  <a:pt x="5542" y="827"/>
                </a:lnTo>
                <a:lnTo>
                  <a:pt x="5542" y="828"/>
                </a:lnTo>
                <a:lnTo>
                  <a:pt x="5541" y="828"/>
                </a:lnTo>
                <a:lnTo>
                  <a:pt x="5541" y="827"/>
                </a:lnTo>
                <a:lnTo>
                  <a:pt x="5541" y="828"/>
                </a:lnTo>
                <a:lnTo>
                  <a:pt x="5541" y="829"/>
                </a:lnTo>
                <a:lnTo>
                  <a:pt x="5541" y="830"/>
                </a:lnTo>
                <a:lnTo>
                  <a:pt x="5541" y="829"/>
                </a:lnTo>
                <a:lnTo>
                  <a:pt x="5542" y="829"/>
                </a:lnTo>
                <a:lnTo>
                  <a:pt x="5542" y="830"/>
                </a:lnTo>
                <a:lnTo>
                  <a:pt x="5541" y="830"/>
                </a:lnTo>
                <a:lnTo>
                  <a:pt x="5541" y="831"/>
                </a:lnTo>
                <a:lnTo>
                  <a:pt x="5542" y="831"/>
                </a:lnTo>
                <a:lnTo>
                  <a:pt x="5542" y="832"/>
                </a:lnTo>
                <a:lnTo>
                  <a:pt x="5541" y="832"/>
                </a:lnTo>
                <a:lnTo>
                  <a:pt x="5541" y="833"/>
                </a:lnTo>
                <a:lnTo>
                  <a:pt x="5541" y="832"/>
                </a:lnTo>
                <a:lnTo>
                  <a:pt x="5542" y="832"/>
                </a:lnTo>
                <a:lnTo>
                  <a:pt x="5542" y="833"/>
                </a:lnTo>
                <a:lnTo>
                  <a:pt x="5541" y="833"/>
                </a:lnTo>
                <a:lnTo>
                  <a:pt x="5541" y="834"/>
                </a:lnTo>
                <a:lnTo>
                  <a:pt x="5542" y="834"/>
                </a:lnTo>
                <a:lnTo>
                  <a:pt x="5541" y="835"/>
                </a:lnTo>
                <a:lnTo>
                  <a:pt x="5542" y="835"/>
                </a:lnTo>
                <a:lnTo>
                  <a:pt x="5542" y="834"/>
                </a:lnTo>
                <a:lnTo>
                  <a:pt x="5542" y="835"/>
                </a:lnTo>
                <a:lnTo>
                  <a:pt x="5543" y="835"/>
                </a:lnTo>
                <a:lnTo>
                  <a:pt x="5542" y="835"/>
                </a:lnTo>
                <a:lnTo>
                  <a:pt x="5542" y="836"/>
                </a:lnTo>
                <a:lnTo>
                  <a:pt x="5542" y="837"/>
                </a:lnTo>
                <a:lnTo>
                  <a:pt x="5542" y="838"/>
                </a:lnTo>
                <a:lnTo>
                  <a:pt x="5542" y="837"/>
                </a:lnTo>
                <a:lnTo>
                  <a:pt x="5543" y="837"/>
                </a:lnTo>
                <a:lnTo>
                  <a:pt x="5543" y="838"/>
                </a:lnTo>
                <a:lnTo>
                  <a:pt x="5542" y="838"/>
                </a:lnTo>
                <a:lnTo>
                  <a:pt x="5542" y="839"/>
                </a:lnTo>
                <a:lnTo>
                  <a:pt x="5543" y="839"/>
                </a:lnTo>
                <a:lnTo>
                  <a:pt x="5543" y="838"/>
                </a:lnTo>
                <a:lnTo>
                  <a:pt x="5544" y="838"/>
                </a:lnTo>
                <a:lnTo>
                  <a:pt x="5544" y="839"/>
                </a:lnTo>
                <a:lnTo>
                  <a:pt x="5543" y="839"/>
                </a:lnTo>
                <a:lnTo>
                  <a:pt x="5544" y="840"/>
                </a:lnTo>
                <a:lnTo>
                  <a:pt x="5544" y="839"/>
                </a:lnTo>
                <a:lnTo>
                  <a:pt x="5545" y="839"/>
                </a:lnTo>
                <a:lnTo>
                  <a:pt x="5545" y="840"/>
                </a:lnTo>
                <a:lnTo>
                  <a:pt x="5546" y="840"/>
                </a:lnTo>
                <a:lnTo>
                  <a:pt x="5546" y="841"/>
                </a:lnTo>
                <a:lnTo>
                  <a:pt x="5545" y="841"/>
                </a:lnTo>
                <a:lnTo>
                  <a:pt x="5546" y="841"/>
                </a:lnTo>
                <a:lnTo>
                  <a:pt x="5546" y="842"/>
                </a:lnTo>
                <a:lnTo>
                  <a:pt x="5546" y="841"/>
                </a:lnTo>
                <a:lnTo>
                  <a:pt x="5546" y="842"/>
                </a:lnTo>
                <a:lnTo>
                  <a:pt x="5546" y="843"/>
                </a:lnTo>
                <a:lnTo>
                  <a:pt x="5547" y="843"/>
                </a:lnTo>
                <a:lnTo>
                  <a:pt x="5547" y="844"/>
                </a:lnTo>
                <a:lnTo>
                  <a:pt x="5547" y="843"/>
                </a:lnTo>
                <a:lnTo>
                  <a:pt x="5547" y="844"/>
                </a:lnTo>
                <a:lnTo>
                  <a:pt x="5548" y="844"/>
                </a:lnTo>
                <a:lnTo>
                  <a:pt x="5548" y="845"/>
                </a:lnTo>
                <a:lnTo>
                  <a:pt x="5548" y="846"/>
                </a:lnTo>
                <a:lnTo>
                  <a:pt x="5548" y="847"/>
                </a:lnTo>
                <a:lnTo>
                  <a:pt x="5549" y="847"/>
                </a:lnTo>
                <a:lnTo>
                  <a:pt x="5549" y="848"/>
                </a:lnTo>
                <a:lnTo>
                  <a:pt x="5549" y="849"/>
                </a:lnTo>
                <a:lnTo>
                  <a:pt x="5550" y="849"/>
                </a:lnTo>
                <a:lnTo>
                  <a:pt x="5549" y="849"/>
                </a:lnTo>
                <a:lnTo>
                  <a:pt x="5549" y="850"/>
                </a:lnTo>
                <a:lnTo>
                  <a:pt x="5549" y="851"/>
                </a:lnTo>
                <a:lnTo>
                  <a:pt x="5549" y="850"/>
                </a:lnTo>
                <a:lnTo>
                  <a:pt x="5550" y="850"/>
                </a:lnTo>
                <a:lnTo>
                  <a:pt x="5550" y="851"/>
                </a:lnTo>
                <a:lnTo>
                  <a:pt x="5550" y="852"/>
                </a:lnTo>
                <a:lnTo>
                  <a:pt x="5549" y="852"/>
                </a:lnTo>
                <a:lnTo>
                  <a:pt x="5548" y="852"/>
                </a:lnTo>
                <a:lnTo>
                  <a:pt x="5548" y="853"/>
                </a:lnTo>
                <a:lnTo>
                  <a:pt x="5549" y="853"/>
                </a:lnTo>
                <a:lnTo>
                  <a:pt x="5548" y="853"/>
                </a:lnTo>
                <a:lnTo>
                  <a:pt x="5548" y="854"/>
                </a:lnTo>
                <a:lnTo>
                  <a:pt x="5547" y="854"/>
                </a:lnTo>
                <a:lnTo>
                  <a:pt x="5547" y="855"/>
                </a:lnTo>
                <a:lnTo>
                  <a:pt x="5548" y="855"/>
                </a:lnTo>
                <a:lnTo>
                  <a:pt x="5548" y="856"/>
                </a:lnTo>
                <a:lnTo>
                  <a:pt x="5548" y="855"/>
                </a:lnTo>
                <a:lnTo>
                  <a:pt x="5548" y="856"/>
                </a:lnTo>
                <a:lnTo>
                  <a:pt x="5547" y="856"/>
                </a:lnTo>
                <a:lnTo>
                  <a:pt x="5547" y="857"/>
                </a:lnTo>
                <a:lnTo>
                  <a:pt x="5546" y="857"/>
                </a:lnTo>
                <a:lnTo>
                  <a:pt x="5545" y="857"/>
                </a:lnTo>
                <a:lnTo>
                  <a:pt x="5545" y="858"/>
                </a:lnTo>
                <a:lnTo>
                  <a:pt x="5545" y="859"/>
                </a:lnTo>
                <a:lnTo>
                  <a:pt x="5546" y="859"/>
                </a:lnTo>
                <a:lnTo>
                  <a:pt x="5545" y="859"/>
                </a:lnTo>
                <a:lnTo>
                  <a:pt x="5545" y="860"/>
                </a:lnTo>
                <a:lnTo>
                  <a:pt x="5544" y="860"/>
                </a:lnTo>
                <a:lnTo>
                  <a:pt x="5544" y="861"/>
                </a:lnTo>
                <a:lnTo>
                  <a:pt x="5544" y="862"/>
                </a:lnTo>
                <a:lnTo>
                  <a:pt x="5544" y="861"/>
                </a:lnTo>
                <a:lnTo>
                  <a:pt x="5544" y="862"/>
                </a:lnTo>
                <a:lnTo>
                  <a:pt x="5545" y="862"/>
                </a:lnTo>
                <a:lnTo>
                  <a:pt x="5544" y="862"/>
                </a:lnTo>
                <a:lnTo>
                  <a:pt x="5544" y="863"/>
                </a:lnTo>
                <a:lnTo>
                  <a:pt x="5545" y="863"/>
                </a:lnTo>
                <a:lnTo>
                  <a:pt x="5544" y="863"/>
                </a:lnTo>
                <a:lnTo>
                  <a:pt x="5544" y="864"/>
                </a:lnTo>
                <a:lnTo>
                  <a:pt x="5544" y="863"/>
                </a:lnTo>
                <a:lnTo>
                  <a:pt x="5543" y="864"/>
                </a:lnTo>
                <a:lnTo>
                  <a:pt x="5543" y="865"/>
                </a:lnTo>
                <a:lnTo>
                  <a:pt x="5542" y="865"/>
                </a:lnTo>
                <a:lnTo>
                  <a:pt x="5542" y="866"/>
                </a:lnTo>
                <a:lnTo>
                  <a:pt x="5541" y="866"/>
                </a:lnTo>
                <a:lnTo>
                  <a:pt x="5540" y="866"/>
                </a:lnTo>
                <a:lnTo>
                  <a:pt x="5540" y="867"/>
                </a:lnTo>
                <a:lnTo>
                  <a:pt x="5540" y="868"/>
                </a:lnTo>
                <a:lnTo>
                  <a:pt x="5540" y="869"/>
                </a:lnTo>
                <a:lnTo>
                  <a:pt x="5539" y="869"/>
                </a:lnTo>
                <a:lnTo>
                  <a:pt x="5539" y="868"/>
                </a:lnTo>
                <a:lnTo>
                  <a:pt x="5538" y="868"/>
                </a:lnTo>
                <a:lnTo>
                  <a:pt x="5538" y="869"/>
                </a:lnTo>
                <a:lnTo>
                  <a:pt x="5539" y="869"/>
                </a:lnTo>
                <a:lnTo>
                  <a:pt x="5539" y="870"/>
                </a:lnTo>
                <a:lnTo>
                  <a:pt x="5538" y="870"/>
                </a:lnTo>
                <a:lnTo>
                  <a:pt x="5537" y="870"/>
                </a:lnTo>
                <a:lnTo>
                  <a:pt x="5537" y="869"/>
                </a:lnTo>
                <a:lnTo>
                  <a:pt x="5537" y="868"/>
                </a:lnTo>
                <a:lnTo>
                  <a:pt x="5536" y="869"/>
                </a:lnTo>
                <a:lnTo>
                  <a:pt x="5535" y="869"/>
                </a:lnTo>
                <a:lnTo>
                  <a:pt x="5534" y="869"/>
                </a:lnTo>
                <a:lnTo>
                  <a:pt x="5535" y="869"/>
                </a:lnTo>
                <a:lnTo>
                  <a:pt x="5534" y="869"/>
                </a:lnTo>
                <a:lnTo>
                  <a:pt x="5534" y="868"/>
                </a:lnTo>
                <a:lnTo>
                  <a:pt x="5534" y="869"/>
                </a:lnTo>
                <a:lnTo>
                  <a:pt x="5533" y="869"/>
                </a:lnTo>
                <a:lnTo>
                  <a:pt x="5533" y="868"/>
                </a:lnTo>
                <a:lnTo>
                  <a:pt x="5532" y="868"/>
                </a:lnTo>
                <a:lnTo>
                  <a:pt x="5532" y="869"/>
                </a:lnTo>
                <a:lnTo>
                  <a:pt x="5532" y="868"/>
                </a:lnTo>
                <a:lnTo>
                  <a:pt x="5531" y="868"/>
                </a:lnTo>
                <a:lnTo>
                  <a:pt x="5530" y="867"/>
                </a:lnTo>
                <a:lnTo>
                  <a:pt x="5529" y="867"/>
                </a:lnTo>
                <a:lnTo>
                  <a:pt x="5528" y="867"/>
                </a:lnTo>
                <a:lnTo>
                  <a:pt x="5448" y="864"/>
                </a:lnTo>
                <a:lnTo>
                  <a:pt x="5447" y="864"/>
                </a:lnTo>
                <a:lnTo>
                  <a:pt x="5446" y="863"/>
                </a:lnTo>
                <a:lnTo>
                  <a:pt x="5446" y="862"/>
                </a:lnTo>
                <a:lnTo>
                  <a:pt x="5445" y="862"/>
                </a:lnTo>
                <a:lnTo>
                  <a:pt x="5444" y="862"/>
                </a:lnTo>
                <a:lnTo>
                  <a:pt x="5443" y="862"/>
                </a:lnTo>
                <a:lnTo>
                  <a:pt x="5442" y="862"/>
                </a:lnTo>
                <a:lnTo>
                  <a:pt x="5441" y="862"/>
                </a:lnTo>
                <a:lnTo>
                  <a:pt x="5440" y="862"/>
                </a:lnTo>
                <a:lnTo>
                  <a:pt x="5440" y="861"/>
                </a:lnTo>
                <a:lnTo>
                  <a:pt x="5439" y="861"/>
                </a:lnTo>
                <a:lnTo>
                  <a:pt x="5439" y="859"/>
                </a:lnTo>
                <a:lnTo>
                  <a:pt x="5438" y="857"/>
                </a:lnTo>
                <a:lnTo>
                  <a:pt x="5437" y="856"/>
                </a:lnTo>
                <a:lnTo>
                  <a:pt x="5434" y="856"/>
                </a:lnTo>
                <a:lnTo>
                  <a:pt x="5433" y="856"/>
                </a:lnTo>
                <a:lnTo>
                  <a:pt x="5433" y="857"/>
                </a:lnTo>
                <a:lnTo>
                  <a:pt x="5433" y="858"/>
                </a:lnTo>
                <a:lnTo>
                  <a:pt x="5432" y="858"/>
                </a:lnTo>
                <a:lnTo>
                  <a:pt x="5432" y="860"/>
                </a:lnTo>
                <a:lnTo>
                  <a:pt x="5431" y="860"/>
                </a:lnTo>
                <a:lnTo>
                  <a:pt x="5430" y="861"/>
                </a:lnTo>
                <a:lnTo>
                  <a:pt x="5431" y="862"/>
                </a:lnTo>
                <a:lnTo>
                  <a:pt x="5431" y="863"/>
                </a:lnTo>
                <a:lnTo>
                  <a:pt x="5430" y="864"/>
                </a:lnTo>
                <a:lnTo>
                  <a:pt x="5429" y="866"/>
                </a:lnTo>
                <a:lnTo>
                  <a:pt x="5429" y="867"/>
                </a:lnTo>
                <a:lnTo>
                  <a:pt x="5429" y="869"/>
                </a:lnTo>
                <a:lnTo>
                  <a:pt x="5429" y="870"/>
                </a:lnTo>
                <a:lnTo>
                  <a:pt x="5429" y="871"/>
                </a:lnTo>
                <a:lnTo>
                  <a:pt x="5429" y="872"/>
                </a:lnTo>
                <a:lnTo>
                  <a:pt x="5429" y="873"/>
                </a:lnTo>
                <a:lnTo>
                  <a:pt x="5430" y="874"/>
                </a:lnTo>
                <a:lnTo>
                  <a:pt x="5429" y="874"/>
                </a:lnTo>
                <a:lnTo>
                  <a:pt x="5428" y="875"/>
                </a:lnTo>
                <a:lnTo>
                  <a:pt x="5428" y="874"/>
                </a:lnTo>
                <a:lnTo>
                  <a:pt x="5427" y="874"/>
                </a:lnTo>
                <a:lnTo>
                  <a:pt x="5426" y="874"/>
                </a:lnTo>
                <a:lnTo>
                  <a:pt x="5425" y="874"/>
                </a:lnTo>
                <a:lnTo>
                  <a:pt x="5424" y="874"/>
                </a:lnTo>
                <a:lnTo>
                  <a:pt x="5423" y="875"/>
                </a:lnTo>
                <a:lnTo>
                  <a:pt x="5422" y="876"/>
                </a:lnTo>
                <a:lnTo>
                  <a:pt x="5421" y="876"/>
                </a:lnTo>
                <a:lnTo>
                  <a:pt x="5420" y="877"/>
                </a:lnTo>
                <a:lnTo>
                  <a:pt x="5420" y="880"/>
                </a:lnTo>
                <a:lnTo>
                  <a:pt x="5420" y="882"/>
                </a:lnTo>
                <a:lnTo>
                  <a:pt x="5419" y="884"/>
                </a:lnTo>
                <a:lnTo>
                  <a:pt x="5420" y="884"/>
                </a:lnTo>
                <a:lnTo>
                  <a:pt x="5420" y="885"/>
                </a:lnTo>
                <a:lnTo>
                  <a:pt x="5421" y="885"/>
                </a:lnTo>
                <a:lnTo>
                  <a:pt x="5423" y="885"/>
                </a:lnTo>
                <a:lnTo>
                  <a:pt x="5423" y="886"/>
                </a:lnTo>
                <a:lnTo>
                  <a:pt x="5424" y="887"/>
                </a:lnTo>
                <a:lnTo>
                  <a:pt x="5424" y="888"/>
                </a:lnTo>
                <a:lnTo>
                  <a:pt x="5424" y="889"/>
                </a:lnTo>
                <a:lnTo>
                  <a:pt x="5423" y="890"/>
                </a:lnTo>
                <a:lnTo>
                  <a:pt x="5423" y="891"/>
                </a:lnTo>
                <a:lnTo>
                  <a:pt x="5421" y="894"/>
                </a:lnTo>
                <a:lnTo>
                  <a:pt x="5420" y="896"/>
                </a:lnTo>
                <a:lnTo>
                  <a:pt x="5420" y="897"/>
                </a:lnTo>
                <a:lnTo>
                  <a:pt x="5419" y="898"/>
                </a:lnTo>
                <a:lnTo>
                  <a:pt x="5417" y="900"/>
                </a:lnTo>
                <a:lnTo>
                  <a:pt x="5416" y="901"/>
                </a:lnTo>
                <a:lnTo>
                  <a:pt x="5416" y="902"/>
                </a:lnTo>
                <a:lnTo>
                  <a:pt x="5416" y="903"/>
                </a:lnTo>
                <a:lnTo>
                  <a:pt x="5416" y="904"/>
                </a:lnTo>
                <a:lnTo>
                  <a:pt x="5415" y="904"/>
                </a:lnTo>
                <a:lnTo>
                  <a:pt x="5415" y="905"/>
                </a:lnTo>
                <a:lnTo>
                  <a:pt x="5414" y="905"/>
                </a:lnTo>
                <a:lnTo>
                  <a:pt x="5413" y="906"/>
                </a:lnTo>
                <a:lnTo>
                  <a:pt x="5412" y="907"/>
                </a:lnTo>
                <a:lnTo>
                  <a:pt x="5412" y="908"/>
                </a:lnTo>
                <a:lnTo>
                  <a:pt x="5411" y="908"/>
                </a:lnTo>
                <a:lnTo>
                  <a:pt x="5411" y="909"/>
                </a:lnTo>
                <a:lnTo>
                  <a:pt x="5411" y="910"/>
                </a:lnTo>
                <a:lnTo>
                  <a:pt x="5412" y="910"/>
                </a:lnTo>
                <a:lnTo>
                  <a:pt x="5412" y="911"/>
                </a:lnTo>
                <a:lnTo>
                  <a:pt x="5413" y="911"/>
                </a:lnTo>
                <a:lnTo>
                  <a:pt x="5413" y="912"/>
                </a:lnTo>
                <a:lnTo>
                  <a:pt x="5412" y="912"/>
                </a:lnTo>
                <a:lnTo>
                  <a:pt x="5411" y="913"/>
                </a:lnTo>
                <a:lnTo>
                  <a:pt x="5410" y="913"/>
                </a:lnTo>
                <a:lnTo>
                  <a:pt x="5409" y="913"/>
                </a:lnTo>
                <a:lnTo>
                  <a:pt x="5407" y="913"/>
                </a:lnTo>
                <a:lnTo>
                  <a:pt x="5406" y="913"/>
                </a:lnTo>
                <a:lnTo>
                  <a:pt x="5405" y="912"/>
                </a:lnTo>
                <a:lnTo>
                  <a:pt x="5404" y="912"/>
                </a:lnTo>
                <a:lnTo>
                  <a:pt x="5403" y="912"/>
                </a:lnTo>
                <a:lnTo>
                  <a:pt x="5402" y="913"/>
                </a:lnTo>
                <a:lnTo>
                  <a:pt x="5402" y="914"/>
                </a:lnTo>
                <a:lnTo>
                  <a:pt x="5401" y="913"/>
                </a:lnTo>
                <a:lnTo>
                  <a:pt x="5400" y="913"/>
                </a:lnTo>
                <a:lnTo>
                  <a:pt x="5399" y="913"/>
                </a:lnTo>
                <a:lnTo>
                  <a:pt x="5399" y="914"/>
                </a:lnTo>
                <a:lnTo>
                  <a:pt x="5398" y="915"/>
                </a:lnTo>
                <a:lnTo>
                  <a:pt x="5398" y="916"/>
                </a:lnTo>
                <a:lnTo>
                  <a:pt x="5397" y="917"/>
                </a:lnTo>
                <a:lnTo>
                  <a:pt x="5396" y="917"/>
                </a:lnTo>
                <a:lnTo>
                  <a:pt x="5396" y="918"/>
                </a:lnTo>
                <a:lnTo>
                  <a:pt x="5396" y="919"/>
                </a:lnTo>
                <a:lnTo>
                  <a:pt x="5396" y="920"/>
                </a:lnTo>
                <a:lnTo>
                  <a:pt x="5396" y="921"/>
                </a:lnTo>
                <a:lnTo>
                  <a:pt x="5396" y="922"/>
                </a:lnTo>
                <a:lnTo>
                  <a:pt x="5395" y="923"/>
                </a:lnTo>
                <a:lnTo>
                  <a:pt x="5394" y="923"/>
                </a:lnTo>
                <a:lnTo>
                  <a:pt x="5393" y="922"/>
                </a:lnTo>
                <a:lnTo>
                  <a:pt x="5393" y="923"/>
                </a:lnTo>
                <a:lnTo>
                  <a:pt x="5392" y="924"/>
                </a:lnTo>
                <a:lnTo>
                  <a:pt x="5391" y="924"/>
                </a:lnTo>
                <a:lnTo>
                  <a:pt x="5390" y="925"/>
                </a:lnTo>
                <a:lnTo>
                  <a:pt x="5389" y="925"/>
                </a:lnTo>
                <a:lnTo>
                  <a:pt x="5388" y="924"/>
                </a:lnTo>
                <a:lnTo>
                  <a:pt x="5387" y="923"/>
                </a:lnTo>
                <a:lnTo>
                  <a:pt x="5386" y="923"/>
                </a:lnTo>
                <a:lnTo>
                  <a:pt x="5386" y="924"/>
                </a:lnTo>
                <a:lnTo>
                  <a:pt x="5385" y="924"/>
                </a:lnTo>
                <a:lnTo>
                  <a:pt x="5384" y="924"/>
                </a:lnTo>
                <a:lnTo>
                  <a:pt x="5383" y="923"/>
                </a:lnTo>
                <a:lnTo>
                  <a:pt x="5382" y="923"/>
                </a:lnTo>
                <a:lnTo>
                  <a:pt x="5382" y="924"/>
                </a:lnTo>
                <a:lnTo>
                  <a:pt x="5382" y="925"/>
                </a:lnTo>
                <a:lnTo>
                  <a:pt x="5381" y="925"/>
                </a:lnTo>
                <a:lnTo>
                  <a:pt x="5380" y="925"/>
                </a:lnTo>
                <a:lnTo>
                  <a:pt x="5379" y="926"/>
                </a:lnTo>
                <a:lnTo>
                  <a:pt x="5378" y="927"/>
                </a:lnTo>
                <a:lnTo>
                  <a:pt x="5378" y="928"/>
                </a:lnTo>
                <a:lnTo>
                  <a:pt x="5379" y="928"/>
                </a:lnTo>
                <a:lnTo>
                  <a:pt x="5379" y="929"/>
                </a:lnTo>
                <a:lnTo>
                  <a:pt x="5380" y="930"/>
                </a:lnTo>
                <a:lnTo>
                  <a:pt x="5380" y="931"/>
                </a:lnTo>
                <a:lnTo>
                  <a:pt x="5379" y="932"/>
                </a:lnTo>
                <a:lnTo>
                  <a:pt x="5378" y="934"/>
                </a:lnTo>
                <a:lnTo>
                  <a:pt x="5377" y="935"/>
                </a:lnTo>
                <a:lnTo>
                  <a:pt x="5376" y="935"/>
                </a:lnTo>
                <a:lnTo>
                  <a:pt x="5375" y="935"/>
                </a:lnTo>
                <a:lnTo>
                  <a:pt x="5374" y="936"/>
                </a:lnTo>
                <a:lnTo>
                  <a:pt x="5372" y="936"/>
                </a:lnTo>
                <a:lnTo>
                  <a:pt x="5371" y="937"/>
                </a:lnTo>
                <a:lnTo>
                  <a:pt x="5370" y="939"/>
                </a:lnTo>
                <a:lnTo>
                  <a:pt x="5370" y="940"/>
                </a:lnTo>
                <a:lnTo>
                  <a:pt x="5370" y="941"/>
                </a:lnTo>
                <a:lnTo>
                  <a:pt x="5370" y="942"/>
                </a:lnTo>
                <a:lnTo>
                  <a:pt x="5371" y="943"/>
                </a:lnTo>
                <a:lnTo>
                  <a:pt x="5372" y="943"/>
                </a:lnTo>
                <a:lnTo>
                  <a:pt x="5373" y="943"/>
                </a:lnTo>
                <a:lnTo>
                  <a:pt x="5373" y="942"/>
                </a:lnTo>
                <a:lnTo>
                  <a:pt x="5374" y="943"/>
                </a:lnTo>
                <a:lnTo>
                  <a:pt x="5375" y="943"/>
                </a:lnTo>
                <a:lnTo>
                  <a:pt x="5376" y="944"/>
                </a:lnTo>
                <a:lnTo>
                  <a:pt x="5376" y="945"/>
                </a:lnTo>
                <a:lnTo>
                  <a:pt x="5376" y="946"/>
                </a:lnTo>
                <a:lnTo>
                  <a:pt x="5377" y="947"/>
                </a:lnTo>
                <a:lnTo>
                  <a:pt x="5378" y="947"/>
                </a:lnTo>
                <a:lnTo>
                  <a:pt x="5379" y="947"/>
                </a:lnTo>
                <a:lnTo>
                  <a:pt x="5379" y="946"/>
                </a:lnTo>
                <a:lnTo>
                  <a:pt x="5381" y="946"/>
                </a:lnTo>
                <a:lnTo>
                  <a:pt x="5382" y="948"/>
                </a:lnTo>
                <a:lnTo>
                  <a:pt x="5383" y="949"/>
                </a:lnTo>
                <a:lnTo>
                  <a:pt x="5385" y="950"/>
                </a:lnTo>
                <a:lnTo>
                  <a:pt x="5386" y="953"/>
                </a:lnTo>
                <a:lnTo>
                  <a:pt x="5386" y="954"/>
                </a:lnTo>
                <a:lnTo>
                  <a:pt x="5387" y="954"/>
                </a:lnTo>
                <a:lnTo>
                  <a:pt x="5387" y="953"/>
                </a:lnTo>
                <a:lnTo>
                  <a:pt x="5395" y="969"/>
                </a:lnTo>
                <a:lnTo>
                  <a:pt x="5398" y="974"/>
                </a:lnTo>
                <a:lnTo>
                  <a:pt x="5412" y="1002"/>
                </a:lnTo>
                <a:lnTo>
                  <a:pt x="5427" y="1032"/>
                </a:lnTo>
                <a:lnTo>
                  <a:pt x="5426" y="1032"/>
                </a:lnTo>
                <a:lnTo>
                  <a:pt x="5426" y="1033"/>
                </a:lnTo>
                <a:lnTo>
                  <a:pt x="5426" y="1034"/>
                </a:lnTo>
                <a:lnTo>
                  <a:pt x="5425" y="1034"/>
                </a:lnTo>
                <a:lnTo>
                  <a:pt x="5424" y="1035"/>
                </a:lnTo>
                <a:lnTo>
                  <a:pt x="5425" y="1039"/>
                </a:lnTo>
                <a:lnTo>
                  <a:pt x="5425" y="1040"/>
                </a:lnTo>
                <a:lnTo>
                  <a:pt x="5424" y="1040"/>
                </a:lnTo>
                <a:lnTo>
                  <a:pt x="5424" y="1041"/>
                </a:lnTo>
                <a:lnTo>
                  <a:pt x="5425" y="1042"/>
                </a:lnTo>
                <a:lnTo>
                  <a:pt x="5425" y="1043"/>
                </a:lnTo>
                <a:lnTo>
                  <a:pt x="5424" y="1043"/>
                </a:lnTo>
                <a:lnTo>
                  <a:pt x="5425" y="1043"/>
                </a:lnTo>
                <a:lnTo>
                  <a:pt x="5425" y="1044"/>
                </a:lnTo>
                <a:lnTo>
                  <a:pt x="5425" y="1045"/>
                </a:lnTo>
                <a:lnTo>
                  <a:pt x="5426" y="1045"/>
                </a:lnTo>
                <a:lnTo>
                  <a:pt x="5427" y="1045"/>
                </a:lnTo>
                <a:lnTo>
                  <a:pt x="5427" y="1046"/>
                </a:lnTo>
                <a:lnTo>
                  <a:pt x="5428" y="1046"/>
                </a:lnTo>
                <a:lnTo>
                  <a:pt x="5428" y="1047"/>
                </a:lnTo>
                <a:lnTo>
                  <a:pt x="5428" y="1048"/>
                </a:lnTo>
                <a:lnTo>
                  <a:pt x="5428" y="1051"/>
                </a:lnTo>
                <a:lnTo>
                  <a:pt x="5428" y="1052"/>
                </a:lnTo>
                <a:lnTo>
                  <a:pt x="5427" y="1053"/>
                </a:lnTo>
                <a:lnTo>
                  <a:pt x="5427" y="1054"/>
                </a:lnTo>
                <a:lnTo>
                  <a:pt x="5427" y="1055"/>
                </a:lnTo>
                <a:lnTo>
                  <a:pt x="5427" y="1056"/>
                </a:lnTo>
                <a:lnTo>
                  <a:pt x="5428" y="1057"/>
                </a:lnTo>
                <a:lnTo>
                  <a:pt x="5428" y="1058"/>
                </a:lnTo>
                <a:lnTo>
                  <a:pt x="5427" y="1059"/>
                </a:lnTo>
                <a:lnTo>
                  <a:pt x="5427" y="1060"/>
                </a:lnTo>
                <a:lnTo>
                  <a:pt x="5426" y="1061"/>
                </a:lnTo>
                <a:lnTo>
                  <a:pt x="5427" y="1062"/>
                </a:lnTo>
                <a:lnTo>
                  <a:pt x="5428" y="1062"/>
                </a:lnTo>
                <a:lnTo>
                  <a:pt x="5428" y="1063"/>
                </a:lnTo>
                <a:lnTo>
                  <a:pt x="5428" y="1064"/>
                </a:lnTo>
                <a:lnTo>
                  <a:pt x="5428" y="1065"/>
                </a:lnTo>
                <a:lnTo>
                  <a:pt x="5428" y="1066"/>
                </a:lnTo>
                <a:lnTo>
                  <a:pt x="5429" y="1066"/>
                </a:lnTo>
                <a:lnTo>
                  <a:pt x="5428" y="1066"/>
                </a:lnTo>
                <a:lnTo>
                  <a:pt x="5428" y="1067"/>
                </a:lnTo>
                <a:lnTo>
                  <a:pt x="5428" y="1068"/>
                </a:lnTo>
                <a:lnTo>
                  <a:pt x="5429" y="1068"/>
                </a:lnTo>
                <a:lnTo>
                  <a:pt x="5430" y="1069"/>
                </a:lnTo>
                <a:lnTo>
                  <a:pt x="5430" y="1070"/>
                </a:lnTo>
                <a:lnTo>
                  <a:pt x="5430" y="1071"/>
                </a:lnTo>
                <a:lnTo>
                  <a:pt x="5431" y="1071"/>
                </a:lnTo>
                <a:lnTo>
                  <a:pt x="5431" y="1072"/>
                </a:lnTo>
                <a:lnTo>
                  <a:pt x="5430" y="1073"/>
                </a:lnTo>
                <a:lnTo>
                  <a:pt x="5430" y="1074"/>
                </a:lnTo>
                <a:lnTo>
                  <a:pt x="5431" y="1075"/>
                </a:lnTo>
                <a:lnTo>
                  <a:pt x="5432" y="1075"/>
                </a:lnTo>
                <a:lnTo>
                  <a:pt x="5432" y="1077"/>
                </a:lnTo>
                <a:lnTo>
                  <a:pt x="5431" y="1077"/>
                </a:lnTo>
                <a:lnTo>
                  <a:pt x="5431" y="1078"/>
                </a:lnTo>
                <a:lnTo>
                  <a:pt x="5432" y="1079"/>
                </a:lnTo>
                <a:lnTo>
                  <a:pt x="5432" y="1080"/>
                </a:lnTo>
                <a:lnTo>
                  <a:pt x="5433" y="1080"/>
                </a:lnTo>
                <a:lnTo>
                  <a:pt x="5434" y="1080"/>
                </a:lnTo>
                <a:lnTo>
                  <a:pt x="5434" y="1081"/>
                </a:lnTo>
                <a:lnTo>
                  <a:pt x="5435" y="1081"/>
                </a:lnTo>
                <a:lnTo>
                  <a:pt x="5435" y="1082"/>
                </a:lnTo>
                <a:lnTo>
                  <a:pt x="5434" y="1082"/>
                </a:lnTo>
                <a:lnTo>
                  <a:pt x="5434" y="1083"/>
                </a:lnTo>
                <a:lnTo>
                  <a:pt x="5434" y="1084"/>
                </a:lnTo>
                <a:lnTo>
                  <a:pt x="5435" y="1084"/>
                </a:lnTo>
                <a:lnTo>
                  <a:pt x="5435" y="1085"/>
                </a:lnTo>
                <a:lnTo>
                  <a:pt x="5435" y="1086"/>
                </a:lnTo>
                <a:lnTo>
                  <a:pt x="5434" y="1086"/>
                </a:lnTo>
                <a:lnTo>
                  <a:pt x="5434" y="1087"/>
                </a:lnTo>
                <a:lnTo>
                  <a:pt x="5434" y="1088"/>
                </a:lnTo>
                <a:lnTo>
                  <a:pt x="5434" y="1089"/>
                </a:lnTo>
                <a:lnTo>
                  <a:pt x="5435" y="1089"/>
                </a:lnTo>
                <a:lnTo>
                  <a:pt x="5437" y="1089"/>
                </a:lnTo>
                <a:lnTo>
                  <a:pt x="5437" y="1090"/>
                </a:lnTo>
                <a:lnTo>
                  <a:pt x="5437" y="1091"/>
                </a:lnTo>
                <a:lnTo>
                  <a:pt x="5437" y="1092"/>
                </a:lnTo>
                <a:lnTo>
                  <a:pt x="5436" y="1092"/>
                </a:lnTo>
                <a:lnTo>
                  <a:pt x="5436" y="1091"/>
                </a:lnTo>
                <a:lnTo>
                  <a:pt x="5435" y="1091"/>
                </a:lnTo>
                <a:lnTo>
                  <a:pt x="5434" y="1092"/>
                </a:lnTo>
                <a:lnTo>
                  <a:pt x="5434" y="1093"/>
                </a:lnTo>
                <a:lnTo>
                  <a:pt x="5435" y="1093"/>
                </a:lnTo>
                <a:lnTo>
                  <a:pt x="5435" y="1094"/>
                </a:lnTo>
                <a:lnTo>
                  <a:pt x="5435" y="1095"/>
                </a:lnTo>
                <a:lnTo>
                  <a:pt x="5434" y="1095"/>
                </a:lnTo>
                <a:lnTo>
                  <a:pt x="5434" y="1096"/>
                </a:lnTo>
                <a:lnTo>
                  <a:pt x="5435" y="1096"/>
                </a:lnTo>
                <a:lnTo>
                  <a:pt x="5435" y="1097"/>
                </a:lnTo>
                <a:lnTo>
                  <a:pt x="5436" y="1097"/>
                </a:lnTo>
                <a:lnTo>
                  <a:pt x="5436" y="1098"/>
                </a:lnTo>
                <a:lnTo>
                  <a:pt x="5436" y="1099"/>
                </a:lnTo>
                <a:lnTo>
                  <a:pt x="5437" y="1099"/>
                </a:lnTo>
                <a:lnTo>
                  <a:pt x="5437" y="1100"/>
                </a:lnTo>
                <a:lnTo>
                  <a:pt x="5438" y="1100"/>
                </a:lnTo>
                <a:lnTo>
                  <a:pt x="5439" y="1100"/>
                </a:lnTo>
                <a:lnTo>
                  <a:pt x="5440" y="1101"/>
                </a:lnTo>
                <a:lnTo>
                  <a:pt x="5440" y="1100"/>
                </a:lnTo>
                <a:lnTo>
                  <a:pt x="5441" y="1101"/>
                </a:lnTo>
                <a:lnTo>
                  <a:pt x="5442" y="1101"/>
                </a:lnTo>
                <a:lnTo>
                  <a:pt x="5443" y="1102"/>
                </a:lnTo>
                <a:lnTo>
                  <a:pt x="5444" y="1101"/>
                </a:lnTo>
                <a:lnTo>
                  <a:pt x="5445" y="1101"/>
                </a:lnTo>
                <a:lnTo>
                  <a:pt x="5446" y="1100"/>
                </a:lnTo>
                <a:lnTo>
                  <a:pt x="5447" y="1100"/>
                </a:lnTo>
                <a:lnTo>
                  <a:pt x="5447" y="1101"/>
                </a:lnTo>
                <a:lnTo>
                  <a:pt x="5448" y="1102"/>
                </a:lnTo>
                <a:lnTo>
                  <a:pt x="5448" y="1103"/>
                </a:lnTo>
                <a:lnTo>
                  <a:pt x="5448" y="1104"/>
                </a:lnTo>
                <a:lnTo>
                  <a:pt x="5448" y="1105"/>
                </a:lnTo>
                <a:lnTo>
                  <a:pt x="5447" y="1106"/>
                </a:lnTo>
                <a:lnTo>
                  <a:pt x="5447" y="1108"/>
                </a:lnTo>
                <a:lnTo>
                  <a:pt x="5448" y="1109"/>
                </a:lnTo>
                <a:lnTo>
                  <a:pt x="5448" y="1110"/>
                </a:lnTo>
                <a:lnTo>
                  <a:pt x="5449" y="1111"/>
                </a:lnTo>
                <a:lnTo>
                  <a:pt x="5450" y="1112"/>
                </a:lnTo>
                <a:lnTo>
                  <a:pt x="5450" y="1113"/>
                </a:lnTo>
                <a:lnTo>
                  <a:pt x="5450" y="1114"/>
                </a:lnTo>
                <a:lnTo>
                  <a:pt x="5449" y="1115"/>
                </a:lnTo>
                <a:lnTo>
                  <a:pt x="5448" y="1115"/>
                </a:lnTo>
                <a:lnTo>
                  <a:pt x="5448" y="1116"/>
                </a:lnTo>
                <a:lnTo>
                  <a:pt x="5448" y="1117"/>
                </a:lnTo>
                <a:lnTo>
                  <a:pt x="5447" y="1118"/>
                </a:lnTo>
                <a:lnTo>
                  <a:pt x="5448" y="1121"/>
                </a:lnTo>
                <a:lnTo>
                  <a:pt x="5448" y="1122"/>
                </a:lnTo>
                <a:lnTo>
                  <a:pt x="5448" y="1123"/>
                </a:lnTo>
                <a:lnTo>
                  <a:pt x="5449" y="1124"/>
                </a:lnTo>
                <a:lnTo>
                  <a:pt x="5449" y="1126"/>
                </a:lnTo>
                <a:lnTo>
                  <a:pt x="5449" y="1127"/>
                </a:lnTo>
                <a:lnTo>
                  <a:pt x="5449" y="1128"/>
                </a:lnTo>
                <a:lnTo>
                  <a:pt x="5449" y="1130"/>
                </a:lnTo>
                <a:lnTo>
                  <a:pt x="5449" y="1131"/>
                </a:lnTo>
                <a:lnTo>
                  <a:pt x="5449" y="1132"/>
                </a:lnTo>
                <a:lnTo>
                  <a:pt x="5448" y="1134"/>
                </a:lnTo>
                <a:lnTo>
                  <a:pt x="5446" y="1136"/>
                </a:lnTo>
                <a:lnTo>
                  <a:pt x="5446" y="1137"/>
                </a:lnTo>
                <a:lnTo>
                  <a:pt x="5446" y="1138"/>
                </a:lnTo>
                <a:lnTo>
                  <a:pt x="5446" y="1139"/>
                </a:lnTo>
                <a:lnTo>
                  <a:pt x="5447" y="1140"/>
                </a:lnTo>
                <a:lnTo>
                  <a:pt x="5448" y="1141"/>
                </a:lnTo>
                <a:lnTo>
                  <a:pt x="5449" y="1141"/>
                </a:lnTo>
                <a:lnTo>
                  <a:pt x="5449" y="1142"/>
                </a:lnTo>
                <a:lnTo>
                  <a:pt x="5449" y="1144"/>
                </a:lnTo>
                <a:lnTo>
                  <a:pt x="5449" y="1145"/>
                </a:lnTo>
                <a:lnTo>
                  <a:pt x="5450" y="1145"/>
                </a:lnTo>
                <a:lnTo>
                  <a:pt x="5450" y="1146"/>
                </a:lnTo>
                <a:lnTo>
                  <a:pt x="5450" y="1148"/>
                </a:lnTo>
                <a:lnTo>
                  <a:pt x="5450" y="1149"/>
                </a:lnTo>
                <a:lnTo>
                  <a:pt x="5448" y="1153"/>
                </a:lnTo>
                <a:lnTo>
                  <a:pt x="5447" y="1154"/>
                </a:lnTo>
                <a:lnTo>
                  <a:pt x="5447" y="1155"/>
                </a:lnTo>
                <a:lnTo>
                  <a:pt x="5448" y="1157"/>
                </a:lnTo>
                <a:lnTo>
                  <a:pt x="5448" y="1158"/>
                </a:lnTo>
                <a:lnTo>
                  <a:pt x="5447" y="1158"/>
                </a:lnTo>
                <a:lnTo>
                  <a:pt x="5446" y="1158"/>
                </a:lnTo>
                <a:lnTo>
                  <a:pt x="5445" y="1159"/>
                </a:lnTo>
                <a:lnTo>
                  <a:pt x="5444" y="1160"/>
                </a:lnTo>
                <a:lnTo>
                  <a:pt x="5444" y="1161"/>
                </a:lnTo>
                <a:lnTo>
                  <a:pt x="5445" y="1161"/>
                </a:lnTo>
                <a:lnTo>
                  <a:pt x="5444" y="1162"/>
                </a:lnTo>
                <a:lnTo>
                  <a:pt x="5444" y="1163"/>
                </a:lnTo>
                <a:lnTo>
                  <a:pt x="5443" y="1164"/>
                </a:lnTo>
                <a:lnTo>
                  <a:pt x="5443" y="1165"/>
                </a:lnTo>
                <a:lnTo>
                  <a:pt x="5443" y="1166"/>
                </a:lnTo>
                <a:lnTo>
                  <a:pt x="5444" y="1166"/>
                </a:lnTo>
                <a:lnTo>
                  <a:pt x="5445" y="1167"/>
                </a:lnTo>
                <a:lnTo>
                  <a:pt x="5446" y="1169"/>
                </a:lnTo>
                <a:lnTo>
                  <a:pt x="5447" y="1170"/>
                </a:lnTo>
                <a:lnTo>
                  <a:pt x="5447" y="1171"/>
                </a:lnTo>
                <a:lnTo>
                  <a:pt x="5448" y="1172"/>
                </a:lnTo>
                <a:lnTo>
                  <a:pt x="5449" y="1172"/>
                </a:lnTo>
                <a:lnTo>
                  <a:pt x="5450" y="1171"/>
                </a:lnTo>
                <a:lnTo>
                  <a:pt x="5450" y="1172"/>
                </a:lnTo>
                <a:lnTo>
                  <a:pt x="5451" y="1172"/>
                </a:lnTo>
                <a:lnTo>
                  <a:pt x="5450" y="1173"/>
                </a:lnTo>
                <a:lnTo>
                  <a:pt x="5450" y="1174"/>
                </a:lnTo>
                <a:lnTo>
                  <a:pt x="5451" y="1175"/>
                </a:lnTo>
                <a:lnTo>
                  <a:pt x="5449" y="1176"/>
                </a:lnTo>
                <a:lnTo>
                  <a:pt x="5449" y="1178"/>
                </a:lnTo>
                <a:lnTo>
                  <a:pt x="5448" y="1179"/>
                </a:lnTo>
                <a:lnTo>
                  <a:pt x="5447" y="1179"/>
                </a:lnTo>
                <a:lnTo>
                  <a:pt x="5446" y="1179"/>
                </a:lnTo>
                <a:lnTo>
                  <a:pt x="5445" y="1179"/>
                </a:lnTo>
                <a:lnTo>
                  <a:pt x="5444" y="1179"/>
                </a:lnTo>
                <a:lnTo>
                  <a:pt x="5442" y="1179"/>
                </a:lnTo>
                <a:lnTo>
                  <a:pt x="5441" y="1179"/>
                </a:lnTo>
                <a:lnTo>
                  <a:pt x="5440" y="1180"/>
                </a:lnTo>
                <a:lnTo>
                  <a:pt x="5440" y="1181"/>
                </a:lnTo>
                <a:lnTo>
                  <a:pt x="5440" y="1182"/>
                </a:lnTo>
                <a:lnTo>
                  <a:pt x="5444" y="1186"/>
                </a:lnTo>
                <a:lnTo>
                  <a:pt x="5444" y="1187"/>
                </a:lnTo>
                <a:lnTo>
                  <a:pt x="5443" y="1187"/>
                </a:lnTo>
                <a:lnTo>
                  <a:pt x="5441" y="1188"/>
                </a:lnTo>
                <a:lnTo>
                  <a:pt x="5439" y="1189"/>
                </a:lnTo>
                <a:lnTo>
                  <a:pt x="5438" y="1189"/>
                </a:lnTo>
                <a:lnTo>
                  <a:pt x="5437" y="1189"/>
                </a:lnTo>
                <a:lnTo>
                  <a:pt x="5436" y="1188"/>
                </a:lnTo>
                <a:lnTo>
                  <a:pt x="5435" y="1188"/>
                </a:lnTo>
                <a:lnTo>
                  <a:pt x="5434" y="1188"/>
                </a:lnTo>
                <a:lnTo>
                  <a:pt x="5433" y="1188"/>
                </a:lnTo>
                <a:lnTo>
                  <a:pt x="5432" y="1190"/>
                </a:lnTo>
                <a:lnTo>
                  <a:pt x="5431" y="1191"/>
                </a:lnTo>
                <a:lnTo>
                  <a:pt x="5431" y="1192"/>
                </a:lnTo>
                <a:lnTo>
                  <a:pt x="5430" y="1191"/>
                </a:lnTo>
                <a:lnTo>
                  <a:pt x="5429" y="1191"/>
                </a:lnTo>
                <a:lnTo>
                  <a:pt x="5428" y="1191"/>
                </a:lnTo>
                <a:lnTo>
                  <a:pt x="5427" y="1191"/>
                </a:lnTo>
                <a:lnTo>
                  <a:pt x="5427" y="1190"/>
                </a:lnTo>
                <a:lnTo>
                  <a:pt x="5425" y="1190"/>
                </a:lnTo>
                <a:lnTo>
                  <a:pt x="5425" y="1189"/>
                </a:lnTo>
                <a:lnTo>
                  <a:pt x="5424" y="1190"/>
                </a:lnTo>
                <a:lnTo>
                  <a:pt x="5422" y="1191"/>
                </a:lnTo>
                <a:lnTo>
                  <a:pt x="5421" y="1192"/>
                </a:lnTo>
                <a:lnTo>
                  <a:pt x="5421" y="1194"/>
                </a:lnTo>
                <a:lnTo>
                  <a:pt x="5421" y="1196"/>
                </a:lnTo>
                <a:lnTo>
                  <a:pt x="5421" y="1197"/>
                </a:lnTo>
                <a:lnTo>
                  <a:pt x="5420" y="1197"/>
                </a:lnTo>
                <a:lnTo>
                  <a:pt x="5419" y="1197"/>
                </a:lnTo>
                <a:lnTo>
                  <a:pt x="5418" y="1197"/>
                </a:lnTo>
                <a:lnTo>
                  <a:pt x="5417" y="1198"/>
                </a:lnTo>
                <a:lnTo>
                  <a:pt x="5416" y="1199"/>
                </a:lnTo>
                <a:lnTo>
                  <a:pt x="5416" y="1198"/>
                </a:lnTo>
                <a:lnTo>
                  <a:pt x="5415" y="1197"/>
                </a:lnTo>
                <a:lnTo>
                  <a:pt x="5414" y="1197"/>
                </a:lnTo>
                <a:lnTo>
                  <a:pt x="5413" y="1197"/>
                </a:lnTo>
                <a:lnTo>
                  <a:pt x="5412" y="1197"/>
                </a:lnTo>
                <a:lnTo>
                  <a:pt x="5410" y="1199"/>
                </a:lnTo>
                <a:lnTo>
                  <a:pt x="5408" y="1201"/>
                </a:lnTo>
                <a:lnTo>
                  <a:pt x="5407" y="1202"/>
                </a:lnTo>
                <a:lnTo>
                  <a:pt x="5406" y="1204"/>
                </a:lnTo>
                <a:lnTo>
                  <a:pt x="5405" y="1204"/>
                </a:lnTo>
                <a:lnTo>
                  <a:pt x="5404" y="1204"/>
                </a:lnTo>
                <a:lnTo>
                  <a:pt x="5403" y="1204"/>
                </a:lnTo>
                <a:lnTo>
                  <a:pt x="5402" y="1204"/>
                </a:lnTo>
                <a:lnTo>
                  <a:pt x="5402" y="1205"/>
                </a:lnTo>
                <a:lnTo>
                  <a:pt x="5402" y="1207"/>
                </a:lnTo>
                <a:lnTo>
                  <a:pt x="5401" y="1208"/>
                </a:lnTo>
                <a:lnTo>
                  <a:pt x="5400" y="1209"/>
                </a:lnTo>
                <a:lnTo>
                  <a:pt x="5400" y="1210"/>
                </a:lnTo>
                <a:lnTo>
                  <a:pt x="5398" y="1211"/>
                </a:lnTo>
                <a:lnTo>
                  <a:pt x="5396" y="1212"/>
                </a:lnTo>
                <a:lnTo>
                  <a:pt x="5395" y="1213"/>
                </a:lnTo>
                <a:lnTo>
                  <a:pt x="5394" y="1215"/>
                </a:lnTo>
                <a:lnTo>
                  <a:pt x="5393" y="1216"/>
                </a:lnTo>
                <a:lnTo>
                  <a:pt x="5393" y="1218"/>
                </a:lnTo>
                <a:lnTo>
                  <a:pt x="5392" y="1219"/>
                </a:lnTo>
                <a:lnTo>
                  <a:pt x="5391" y="1219"/>
                </a:lnTo>
                <a:lnTo>
                  <a:pt x="5391" y="1220"/>
                </a:lnTo>
                <a:lnTo>
                  <a:pt x="5393" y="1221"/>
                </a:lnTo>
                <a:lnTo>
                  <a:pt x="5394" y="1221"/>
                </a:lnTo>
                <a:lnTo>
                  <a:pt x="5395" y="1221"/>
                </a:lnTo>
                <a:lnTo>
                  <a:pt x="5396" y="1222"/>
                </a:lnTo>
                <a:lnTo>
                  <a:pt x="5397" y="1223"/>
                </a:lnTo>
                <a:lnTo>
                  <a:pt x="5398" y="1223"/>
                </a:lnTo>
                <a:lnTo>
                  <a:pt x="5399" y="1222"/>
                </a:lnTo>
                <a:lnTo>
                  <a:pt x="5400" y="1222"/>
                </a:lnTo>
                <a:lnTo>
                  <a:pt x="5402" y="1220"/>
                </a:lnTo>
                <a:lnTo>
                  <a:pt x="5403" y="1220"/>
                </a:lnTo>
                <a:lnTo>
                  <a:pt x="5406" y="1220"/>
                </a:lnTo>
                <a:lnTo>
                  <a:pt x="5407" y="1220"/>
                </a:lnTo>
                <a:lnTo>
                  <a:pt x="5408" y="1221"/>
                </a:lnTo>
                <a:lnTo>
                  <a:pt x="5409" y="1222"/>
                </a:lnTo>
                <a:lnTo>
                  <a:pt x="5410" y="1222"/>
                </a:lnTo>
                <a:lnTo>
                  <a:pt x="5411" y="1223"/>
                </a:lnTo>
                <a:lnTo>
                  <a:pt x="5412" y="1225"/>
                </a:lnTo>
                <a:lnTo>
                  <a:pt x="5413" y="1226"/>
                </a:lnTo>
                <a:lnTo>
                  <a:pt x="5414" y="1227"/>
                </a:lnTo>
                <a:lnTo>
                  <a:pt x="5416" y="1230"/>
                </a:lnTo>
                <a:lnTo>
                  <a:pt x="5416" y="1231"/>
                </a:lnTo>
                <a:lnTo>
                  <a:pt x="5416" y="1232"/>
                </a:lnTo>
                <a:lnTo>
                  <a:pt x="5416" y="1236"/>
                </a:lnTo>
                <a:lnTo>
                  <a:pt x="5416" y="1237"/>
                </a:lnTo>
                <a:lnTo>
                  <a:pt x="5414" y="1236"/>
                </a:lnTo>
                <a:lnTo>
                  <a:pt x="5413" y="1236"/>
                </a:lnTo>
                <a:lnTo>
                  <a:pt x="5412" y="1236"/>
                </a:lnTo>
                <a:lnTo>
                  <a:pt x="5412" y="1237"/>
                </a:lnTo>
                <a:lnTo>
                  <a:pt x="5413" y="1238"/>
                </a:lnTo>
                <a:lnTo>
                  <a:pt x="5413" y="1240"/>
                </a:lnTo>
                <a:lnTo>
                  <a:pt x="5414" y="1243"/>
                </a:lnTo>
                <a:lnTo>
                  <a:pt x="5417" y="1244"/>
                </a:lnTo>
                <a:lnTo>
                  <a:pt x="5418" y="1250"/>
                </a:lnTo>
                <a:lnTo>
                  <a:pt x="5420" y="1250"/>
                </a:lnTo>
                <a:lnTo>
                  <a:pt x="5420" y="1251"/>
                </a:lnTo>
                <a:lnTo>
                  <a:pt x="5422" y="1251"/>
                </a:lnTo>
                <a:lnTo>
                  <a:pt x="5423" y="1251"/>
                </a:lnTo>
                <a:lnTo>
                  <a:pt x="5423" y="1252"/>
                </a:lnTo>
                <a:lnTo>
                  <a:pt x="5422" y="1252"/>
                </a:lnTo>
                <a:lnTo>
                  <a:pt x="5421" y="1251"/>
                </a:lnTo>
                <a:lnTo>
                  <a:pt x="5420" y="1251"/>
                </a:lnTo>
                <a:lnTo>
                  <a:pt x="5419" y="1251"/>
                </a:lnTo>
                <a:lnTo>
                  <a:pt x="5419" y="1252"/>
                </a:lnTo>
                <a:lnTo>
                  <a:pt x="5418" y="1252"/>
                </a:lnTo>
                <a:lnTo>
                  <a:pt x="5417" y="1252"/>
                </a:lnTo>
                <a:lnTo>
                  <a:pt x="5416" y="1252"/>
                </a:lnTo>
                <a:lnTo>
                  <a:pt x="5416" y="1251"/>
                </a:lnTo>
                <a:lnTo>
                  <a:pt x="5415" y="1251"/>
                </a:lnTo>
                <a:lnTo>
                  <a:pt x="5415" y="1250"/>
                </a:lnTo>
                <a:lnTo>
                  <a:pt x="5414" y="1249"/>
                </a:lnTo>
                <a:lnTo>
                  <a:pt x="5414" y="1248"/>
                </a:lnTo>
                <a:lnTo>
                  <a:pt x="5414" y="1247"/>
                </a:lnTo>
                <a:lnTo>
                  <a:pt x="5414" y="1246"/>
                </a:lnTo>
                <a:lnTo>
                  <a:pt x="5414" y="1245"/>
                </a:lnTo>
                <a:lnTo>
                  <a:pt x="5413" y="1245"/>
                </a:lnTo>
                <a:lnTo>
                  <a:pt x="5412" y="1245"/>
                </a:lnTo>
                <a:lnTo>
                  <a:pt x="5412" y="1244"/>
                </a:lnTo>
                <a:lnTo>
                  <a:pt x="5412" y="1243"/>
                </a:lnTo>
                <a:lnTo>
                  <a:pt x="5411" y="1243"/>
                </a:lnTo>
                <a:lnTo>
                  <a:pt x="5411" y="1242"/>
                </a:lnTo>
                <a:lnTo>
                  <a:pt x="5410" y="1241"/>
                </a:lnTo>
                <a:lnTo>
                  <a:pt x="5410" y="1240"/>
                </a:lnTo>
                <a:lnTo>
                  <a:pt x="5409" y="1240"/>
                </a:lnTo>
                <a:lnTo>
                  <a:pt x="5409" y="1239"/>
                </a:lnTo>
                <a:lnTo>
                  <a:pt x="5408" y="1239"/>
                </a:lnTo>
                <a:lnTo>
                  <a:pt x="5408" y="1238"/>
                </a:lnTo>
                <a:lnTo>
                  <a:pt x="5408" y="1237"/>
                </a:lnTo>
                <a:lnTo>
                  <a:pt x="5408" y="1236"/>
                </a:lnTo>
                <a:lnTo>
                  <a:pt x="5407" y="1236"/>
                </a:lnTo>
                <a:lnTo>
                  <a:pt x="5407" y="1235"/>
                </a:lnTo>
                <a:lnTo>
                  <a:pt x="5406" y="1235"/>
                </a:lnTo>
                <a:lnTo>
                  <a:pt x="5406" y="1234"/>
                </a:lnTo>
                <a:lnTo>
                  <a:pt x="5406" y="1233"/>
                </a:lnTo>
                <a:lnTo>
                  <a:pt x="5406" y="1232"/>
                </a:lnTo>
                <a:lnTo>
                  <a:pt x="5406" y="1231"/>
                </a:lnTo>
                <a:lnTo>
                  <a:pt x="5405" y="1231"/>
                </a:lnTo>
                <a:lnTo>
                  <a:pt x="5405" y="1230"/>
                </a:lnTo>
                <a:lnTo>
                  <a:pt x="5403" y="1230"/>
                </a:lnTo>
                <a:lnTo>
                  <a:pt x="5403" y="1231"/>
                </a:lnTo>
                <a:lnTo>
                  <a:pt x="5402" y="1230"/>
                </a:lnTo>
                <a:lnTo>
                  <a:pt x="5402" y="1231"/>
                </a:lnTo>
                <a:lnTo>
                  <a:pt x="5401" y="1232"/>
                </a:lnTo>
                <a:lnTo>
                  <a:pt x="5401" y="1233"/>
                </a:lnTo>
                <a:lnTo>
                  <a:pt x="5401" y="1234"/>
                </a:lnTo>
                <a:lnTo>
                  <a:pt x="5402" y="1234"/>
                </a:lnTo>
                <a:lnTo>
                  <a:pt x="5402" y="1235"/>
                </a:lnTo>
                <a:lnTo>
                  <a:pt x="5403" y="1236"/>
                </a:lnTo>
                <a:lnTo>
                  <a:pt x="5403" y="1237"/>
                </a:lnTo>
                <a:lnTo>
                  <a:pt x="5404" y="1237"/>
                </a:lnTo>
                <a:lnTo>
                  <a:pt x="5404" y="1238"/>
                </a:lnTo>
                <a:lnTo>
                  <a:pt x="5403" y="1239"/>
                </a:lnTo>
                <a:lnTo>
                  <a:pt x="5403" y="1240"/>
                </a:lnTo>
                <a:lnTo>
                  <a:pt x="5402" y="1240"/>
                </a:lnTo>
                <a:lnTo>
                  <a:pt x="5402" y="1241"/>
                </a:lnTo>
                <a:lnTo>
                  <a:pt x="5401" y="1241"/>
                </a:lnTo>
                <a:lnTo>
                  <a:pt x="5400" y="1241"/>
                </a:lnTo>
                <a:lnTo>
                  <a:pt x="5399" y="1240"/>
                </a:lnTo>
                <a:lnTo>
                  <a:pt x="5398" y="1239"/>
                </a:lnTo>
                <a:lnTo>
                  <a:pt x="5397" y="1239"/>
                </a:lnTo>
                <a:lnTo>
                  <a:pt x="5397" y="1238"/>
                </a:lnTo>
                <a:lnTo>
                  <a:pt x="5397" y="1237"/>
                </a:lnTo>
                <a:lnTo>
                  <a:pt x="5398" y="1237"/>
                </a:lnTo>
                <a:lnTo>
                  <a:pt x="5398" y="1236"/>
                </a:lnTo>
                <a:lnTo>
                  <a:pt x="5398" y="1235"/>
                </a:lnTo>
                <a:lnTo>
                  <a:pt x="5398" y="1234"/>
                </a:lnTo>
                <a:lnTo>
                  <a:pt x="5398" y="1233"/>
                </a:lnTo>
                <a:lnTo>
                  <a:pt x="5397" y="1233"/>
                </a:lnTo>
                <a:lnTo>
                  <a:pt x="5396" y="1233"/>
                </a:lnTo>
                <a:lnTo>
                  <a:pt x="5395" y="1234"/>
                </a:lnTo>
                <a:lnTo>
                  <a:pt x="5395" y="1235"/>
                </a:lnTo>
                <a:lnTo>
                  <a:pt x="5394" y="1235"/>
                </a:lnTo>
                <a:lnTo>
                  <a:pt x="5394" y="1236"/>
                </a:lnTo>
                <a:lnTo>
                  <a:pt x="5393" y="1236"/>
                </a:lnTo>
                <a:lnTo>
                  <a:pt x="5393" y="1235"/>
                </a:lnTo>
                <a:lnTo>
                  <a:pt x="5393" y="1234"/>
                </a:lnTo>
                <a:lnTo>
                  <a:pt x="5392" y="1234"/>
                </a:lnTo>
                <a:lnTo>
                  <a:pt x="5392" y="1233"/>
                </a:lnTo>
                <a:lnTo>
                  <a:pt x="5391" y="1233"/>
                </a:lnTo>
                <a:lnTo>
                  <a:pt x="5390" y="1232"/>
                </a:lnTo>
                <a:lnTo>
                  <a:pt x="5389" y="1232"/>
                </a:lnTo>
                <a:lnTo>
                  <a:pt x="5389" y="1231"/>
                </a:lnTo>
                <a:lnTo>
                  <a:pt x="5388" y="1231"/>
                </a:lnTo>
                <a:lnTo>
                  <a:pt x="5387" y="1231"/>
                </a:lnTo>
                <a:lnTo>
                  <a:pt x="5386" y="1230"/>
                </a:lnTo>
                <a:lnTo>
                  <a:pt x="5385" y="1230"/>
                </a:lnTo>
                <a:lnTo>
                  <a:pt x="5384" y="1229"/>
                </a:lnTo>
                <a:lnTo>
                  <a:pt x="5384" y="1228"/>
                </a:lnTo>
                <a:lnTo>
                  <a:pt x="5383" y="1228"/>
                </a:lnTo>
                <a:lnTo>
                  <a:pt x="5383" y="1227"/>
                </a:lnTo>
                <a:lnTo>
                  <a:pt x="5382" y="1226"/>
                </a:lnTo>
                <a:lnTo>
                  <a:pt x="5382" y="1225"/>
                </a:lnTo>
                <a:lnTo>
                  <a:pt x="5381" y="1225"/>
                </a:lnTo>
                <a:lnTo>
                  <a:pt x="5380" y="1225"/>
                </a:lnTo>
                <a:lnTo>
                  <a:pt x="5379" y="1225"/>
                </a:lnTo>
                <a:lnTo>
                  <a:pt x="5378" y="1225"/>
                </a:lnTo>
                <a:lnTo>
                  <a:pt x="5378" y="1224"/>
                </a:lnTo>
                <a:lnTo>
                  <a:pt x="5377" y="1223"/>
                </a:lnTo>
                <a:lnTo>
                  <a:pt x="5376" y="1222"/>
                </a:lnTo>
                <a:lnTo>
                  <a:pt x="5375" y="1222"/>
                </a:lnTo>
                <a:lnTo>
                  <a:pt x="5375" y="1221"/>
                </a:lnTo>
                <a:lnTo>
                  <a:pt x="5375" y="1220"/>
                </a:lnTo>
                <a:lnTo>
                  <a:pt x="5375" y="1219"/>
                </a:lnTo>
                <a:lnTo>
                  <a:pt x="5376" y="1219"/>
                </a:lnTo>
                <a:lnTo>
                  <a:pt x="5376" y="1218"/>
                </a:lnTo>
                <a:lnTo>
                  <a:pt x="5375" y="1217"/>
                </a:lnTo>
                <a:lnTo>
                  <a:pt x="5374" y="1217"/>
                </a:lnTo>
                <a:lnTo>
                  <a:pt x="5374" y="1216"/>
                </a:lnTo>
                <a:lnTo>
                  <a:pt x="5373" y="1215"/>
                </a:lnTo>
                <a:lnTo>
                  <a:pt x="5373" y="1214"/>
                </a:lnTo>
                <a:lnTo>
                  <a:pt x="5373" y="1213"/>
                </a:lnTo>
                <a:lnTo>
                  <a:pt x="5374" y="1213"/>
                </a:lnTo>
                <a:lnTo>
                  <a:pt x="5373" y="1213"/>
                </a:lnTo>
                <a:lnTo>
                  <a:pt x="5373" y="1212"/>
                </a:lnTo>
                <a:lnTo>
                  <a:pt x="5373" y="1211"/>
                </a:lnTo>
                <a:lnTo>
                  <a:pt x="5373" y="1210"/>
                </a:lnTo>
                <a:lnTo>
                  <a:pt x="5373" y="1209"/>
                </a:lnTo>
                <a:lnTo>
                  <a:pt x="5373" y="1208"/>
                </a:lnTo>
                <a:lnTo>
                  <a:pt x="5373" y="1207"/>
                </a:lnTo>
                <a:lnTo>
                  <a:pt x="5373" y="1206"/>
                </a:lnTo>
                <a:lnTo>
                  <a:pt x="5374" y="1205"/>
                </a:lnTo>
                <a:lnTo>
                  <a:pt x="5374" y="1204"/>
                </a:lnTo>
                <a:lnTo>
                  <a:pt x="5374" y="1203"/>
                </a:lnTo>
                <a:lnTo>
                  <a:pt x="5373" y="1203"/>
                </a:lnTo>
                <a:lnTo>
                  <a:pt x="5373" y="1202"/>
                </a:lnTo>
                <a:lnTo>
                  <a:pt x="5373" y="1201"/>
                </a:lnTo>
                <a:lnTo>
                  <a:pt x="5373" y="1200"/>
                </a:lnTo>
                <a:lnTo>
                  <a:pt x="5372" y="1200"/>
                </a:lnTo>
                <a:lnTo>
                  <a:pt x="5371" y="1200"/>
                </a:lnTo>
                <a:lnTo>
                  <a:pt x="5370" y="1201"/>
                </a:lnTo>
                <a:lnTo>
                  <a:pt x="5369" y="1201"/>
                </a:lnTo>
                <a:lnTo>
                  <a:pt x="5368" y="1201"/>
                </a:lnTo>
                <a:lnTo>
                  <a:pt x="5367" y="1201"/>
                </a:lnTo>
                <a:lnTo>
                  <a:pt x="5366" y="1201"/>
                </a:lnTo>
                <a:lnTo>
                  <a:pt x="5365" y="1201"/>
                </a:lnTo>
                <a:lnTo>
                  <a:pt x="5364" y="1201"/>
                </a:lnTo>
                <a:lnTo>
                  <a:pt x="5363" y="1201"/>
                </a:lnTo>
                <a:lnTo>
                  <a:pt x="5363" y="1202"/>
                </a:lnTo>
                <a:lnTo>
                  <a:pt x="5362" y="1202"/>
                </a:lnTo>
                <a:lnTo>
                  <a:pt x="5362" y="1203"/>
                </a:lnTo>
                <a:lnTo>
                  <a:pt x="5361" y="1203"/>
                </a:lnTo>
                <a:lnTo>
                  <a:pt x="5360" y="1202"/>
                </a:lnTo>
                <a:lnTo>
                  <a:pt x="5359" y="1202"/>
                </a:lnTo>
                <a:lnTo>
                  <a:pt x="5358" y="1202"/>
                </a:lnTo>
                <a:lnTo>
                  <a:pt x="5358" y="1201"/>
                </a:lnTo>
                <a:lnTo>
                  <a:pt x="5357" y="1201"/>
                </a:lnTo>
                <a:lnTo>
                  <a:pt x="5358" y="1201"/>
                </a:lnTo>
                <a:lnTo>
                  <a:pt x="5358" y="1200"/>
                </a:lnTo>
                <a:lnTo>
                  <a:pt x="5359" y="1200"/>
                </a:lnTo>
                <a:lnTo>
                  <a:pt x="5360" y="1200"/>
                </a:lnTo>
                <a:lnTo>
                  <a:pt x="5360" y="1199"/>
                </a:lnTo>
                <a:lnTo>
                  <a:pt x="5360" y="1198"/>
                </a:lnTo>
                <a:lnTo>
                  <a:pt x="5359" y="1198"/>
                </a:lnTo>
                <a:lnTo>
                  <a:pt x="5359" y="1199"/>
                </a:lnTo>
                <a:lnTo>
                  <a:pt x="5358" y="1198"/>
                </a:lnTo>
                <a:lnTo>
                  <a:pt x="5358" y="1197"/>
                </a:lnTo>
                <a:lnTo>
                  <a:pt x="5358" y="1196"/>
                </a:lnTo>
                <a:lnTo>
                  <a:pt x="5359" y="1196"/>
                </a:lnTo>
                <a:lnTo>
                  <a:pt x="5359" y="1195"/>
                </a:lnTo>
                <a:lnTo>
                  <a:pt x="5360" y="1195"/>
                </a:lnTo>
                <a:lnTo>
                  <a:pt x="5360" y="1194"/>
                </a:lnTo>
                <a:lnTo>
                  <a:pt x="5360" y="1193"/>
                </a:lnTo>
                <a:lnTo>
                  <a:pt x="5359" y="1193"/>
                </a:lnTo>
                <a:lnTo>
                  <a:pt x="5359" y="1194"/>
                </a:lnTo>
                <a:lnTo>
                  <a:pt x="5358" y="1194"/>
                </a:lnTo>
                <a:lnTo>
                  <a:pt x="5358" y="1193"/>
                </a:lnTo>
                <a:lnTo>
                  <a:pt x="5357" y="1193"/>
                </a:lnTo>
                <a:lnTo>
                  <a:pt x="5356" y="1193"/>
                </a:lnTo>
                <a:lnTo>
                  <a:pt x="5355" y="1193"/>
                </a:lnTo>
                <a:lnTo>
                  <a:pt x="5355" y="1194"/>
                </a:lnTo>
                <a:lnTo>
                  <a:pt x="5354" y="1194"/>
                </a:lnTo>
                <a:lnTo>
                  <a:pt x="5354" y="1195"/>
                </a:lnTo>
                <a:lnTo>
                  <a:pt x="5353" y="1196"/>
                </a:lnTo>
                <a:lnTo>
                  <a:pt x="5352" y="1197"/>
                </a:lnTo>
                <a:lnTo>
                  <a:pt x="5351" y="1197"/>
                </a:lnTo>
                <a:lnTo>
                  <a:pt x="5350" y="1197"/>
                </a:lnTo>
                <a:lnTo>
                  <a:pt x="5349" y="1198"/>
                </a:lnTo>
                <a:lnTo>
                  <a:pt x="5348" y="1198"/>
                </a:lnTo>
                <a:lnTo>
                  <a:pt x="5347" y="1197"/>
                </a:lnTo>
                <a:lnTo>
                  <a:pt x="5346" y="1197"/>
                </a:lnTo>
                <a:lnTo>
                  <a:pt x="5345" y="1197"/>
                </a:lnTo>
                <a:lnTo>
                  <a:pt x="5345" y="1198"/>
                </a:lnTo>
                <a:lnTo>
                  <a:pt x="5344" y="1198"/>
                </a:lnTo>
                <a:lnTo>
                  <a:pt x="5343" y="1198"/>
                </a:lnTo>
                <a:lnTo>
                  <a:pt x="5342" y="1198"/>
                </a:lnTo>
                <a:lnTo>
                  <a:pt x="5342" y="1197"/>
                </a:lnTo>
                <a:lnTo>
                  <a:pt x="5342" y="1196"/>
                </a:lnTo>
                <a:lnTo>
                  <a:pt x="5342" y="1195"/>
                </a:lnTo>
                <a:lnTo>
                  <a:pt x="5342" y="1194"/>
                </a:lnTo>
                <a:lnTo>
                  <a:pt x="5341" y="1194"/>
                </a:lnTo>
                <a:lnTo>
                  <a:pt x="5340" y="1194"/>
                </a:lnTo>
                <a:lnTo>
                  <a:pt x="5339" y="1194"/>
                </a:lnTo>
                <a:lnTo>
                  <a:pt x="5339" y="1195"/>
                </a:lnTo>
                <a:lnTo>
                  <a:pt x="5338" y="1195"/>
                </a:lnTo>
                <a:lnTo>
                  <a:pt x="5337" y="1195"/>
                </a:lnTo>
                <a:lnTo>
                  <a:pt x="5337" y="1196"/>
                </a:lnTo>
                <a:lnTo>
                  <a:pt x="5336" y="1196"/>
                </a:lnTo>
                <a:lnTo>
                  <a:pt x="5335" y="1197"/>
                </a:lnTo>
                <a:lnTo>
                  <a:pt x="5335" y="1199"/>
                </a:lnTo>
                <a:lnTo>
                  <a:pt x="5336" y="1199"/>
                </a:lnTo>
                <a:lnTo>
                  <a:pt x="5337" y="1199"/>
                </a:lnTo>
                <a:lnTo>
                  <a:pt x="5338" y="1199"/>
                </a:lnTo>
                <a:lnTo>
                  <a:pt x="5339" y="1199"/>
                </a:lnTo>
                <a:lnTo>
                  <a:pt x="5339" y="1200"/>
                </a:lnTo>
                <a:lnTo>
                  <a:pt x="5338" y="1200"/>
                </a:lnTo>
                <a:lnTo>
                  <a:pt x="5337" y="1200"/>
                </a:lnTo>
                <a:lnTo>
                  <a:pt x="5336" y="1200"/>
                </a:lnTo>
                <a:lnTo>
                  <a:pt x="5335" y="1200"/>
                </a:lnTo>
                <a:lnTo>
                  <a:pt x="5335" y="1201"/>
                </a:lnTo>
                <a:lnTo>
                  <a:pt x="5334" y="1201"/>
                </a:lnTo>
                <a:lnTo>
                  <a:pt x="5334" y="1202"/>
                </a:lnTo>
                <a:lnTo>
                  <a:pt x="5334" y="1203"/>
                </a:lnTo>
                <a:lnTo>
                  <a:pt x="5334" y="1204"/>
                </a:lnTo>
                <a:lnTo>
                  <a:pt x="5334" y="1205"/>
                </a:lnTo>
                <a:lnTo>
                  <a:pt x="5335" y="1205"/>
                </a:lnTo>
                <a:lnTo>
                  <a:pt x="5335" y="1206"/>
                </a:lnTo>
                <a:lnTo>
                  <a:pt x="5336" y="1206"/>
                </a:lnTo>
                <a:lnTo>
                  <a:pt x="5336" y="1207"/>
                </a:lnTo>
                <a:lnTo>
                  <a:pt x="5337" y="1207"/>
                </a:lnTo>
                <a:lnTo>
                  <a:pt x="5336" y="1208"/>
                </a:lnTo>
                <a:lnTo>
                  <a:pt x="5336" y="1207"/>
                </a:lnTo>
                <a:lnTo>
                  <a:pt x="5335" y="1207"/>
                </a:lnTo>
                <a:lnTo>
                  <a:pt x="5334" y="1207"/>
                </a:lnTo>
                <a:lnTo>
                  <a:pt x="5334" y="1210"/>
                </a:lnTo>
                <a:lnTo>
                  <a:pt x="5335" y="1211"/>
                </a:lnTo>
                <a:lnTo>
                  <a:pt x="5335" y="1213"/>
                </a:lnTo>
                <a:lnTo>
                  <a:pt x="5335" y="1214"/>
                </a:lnTo>
                <a:lnTo>
                  <a:pt x="5335" y="1215"/>
                </a:lnTo>
                <a:lnTo>
                  <a:pt x="5335" y="1216"/>
                </a:lnTo>
                <a:lnTo>
                  <a:pt x="5334" y="1217"/>
                </a:lnTo>
                <a:lnTo>
                  <a:pt x="5334" y="1218"/>
                </a:lnTo>
                <a:lnTo>
                  <a:pt x="5334" y="1219"/>
                </a:lnTo>
                <a:lnTo>
                  <a:pt x="5334" y="1220"/>
                </a:lnTo>
                <a:lnTo>
                  <a:pt x="5334" y="1221"/>
                </a:lnTo>
                <a:lnTo>
                  <a:pt x="5334" y="1222"/>
                </a:lnTo>
                <a:lnTo>
                  <a:pt x="5335" y="1222"/>
                </a:lnTo>
                <a:lnTo>
                  <a:pt x="5335" y="1223"/>
                </a:lnTo>
                <a:lnTo>
                  <a:pt x="5335" y="1224"/>
                </a:lnTo>
                <a:lnTo>
                  <a:pt x="5335" y="1225"/>
                </a:lnTo>
                <a:lnTo>
                  <a:pt x="5335" y="1226"/>
                </a:lnTo>
                <a:lnTo>
                  <a:pt x="5334" y="1227"/>
                </a:lnTo>
                <a:lnTo>
                  <a:pt x="5334" y="1228"/>
                </a:lnTo>
                <a:lnTo>
                  <a:pt x="5334" y="1229"/>
                </a:lnTo>
                <a:lnTo>
                  <a:pt x="5334" y="1230"/>
                </a:lnTo>
                <a:lnTo>
                  <a:pt x="5334" y="1231"/>
                </a:lnTo>
                <a:lnTo>
                  <a:pt x="5334" y="1232"/>
                </a:lnTo>
                <a:lnTo>
                  <a:pt x="5334" y="1233"/>
                </a:lnTo>
                <a:lnTo>
                  <a:pt x="5333" y="1233"/>
                </a:lnTo>
                <a:lnTo>
                  <a:pt x="5333" y="1234"/>
                </a:lnTo>
                <a:lnTo>
                  <a:pt x="5333" y="1235"/>
                </a:lnTo>
                <a:lnTo>
                  <a:pt x="5334" y="1236"/>
                </a:lnTo>
                <a:lnTo>
                  <a:pt x="5334" y="1237"/>
                </a:lnTo>
                <a:lnTo>
                  <a:pt x="5335" y="1237"/>
                </a:lnTo>
                <a:lnTo>
                  <a:pt x="5335" y="1238"/>
                </a:lnTo>
                <a:lnTo>
                  <a:pt x="5336" y="1238"/>
                </a:lnTo>
                <a:lnTo>
                  <a:pt x="5337" y="1238"/>
                </a:lnTo>
                <a:lnTo>
                  <a:pt x="5337" y="1239"/>
                </a:lnTo>
                <a:lnTo>
                  <a:pt x="5338" y="1239"/>
                </a:lnTo>
                <a:lnTo>
                  <a:pt x="5339" y="1239"/>
                </a:lnTo>
                <a:lnTo>
                  <a:pt x="5338" y="1239"/>
                </a:lnTo>
                <a:lnTo>
                  <a:pt x="5338" y="1240"/>
                </a:lnTo>
                <a:lnTo>
                  <a:pt x="5337" y="1240"/>
                </a:lnTo>
                <a:lnTo>
                  <a:pt x="5337" y="1239"/>
                </a:lnTo>
                <a:lnTo>
                  <a:pt x="5336" y="1240"/>
                </a:lnTo>
                <a:lnTo>
                  <a:pt x="5336" y="1241"/>
                </a:lnTo>
                <a:lnTo>
                  <a:pt x="5337" y="1241"/>
                </a:lnTo>
                <a:lnTo>
                  <a:pt x="5337" y="1242"/>
                </a:lnTo>
                <a:lnTo>
                  <a:pt x="5336" y="1242"/>
                </a:lnTo>
                <a:lnTo>
                  <a:pt x="5337" y="1242"/>
                </a:lnTo>
                <a:lnTo>
                  <a:pt x="5337" y="1243"/>
                </a:lnTo>
                <a:lnTo>
                  <a:pt x="5338" y="1243"/>
                </a:lnTo>
                <a:lnTo>
                  <a:pt x="5338" y="1244"/>
                </a:lnTo>
                <a:lnTo>
                  <a:pt x="5337" y="1244"/>
                </a:lnTo>
                <a:lnTo>
                  <a:pt x="5336" y="1243"/>
                </a:lnTo>
                <a:lnTo>
                  <a:pt x="5335" y="1243"/>
                </a:lnTo>
                <a:lnTo>
                  <a:pt x="5335" y="1244"/>
                </a:lnTo>
                <a:lnTo>
                  <a:pt x="5334" y="1244"/>
                </a:lnTo>
                <a:lnTo>
                  <a:pt x="5335" y="1245"/>
                </a:lnTo>
                <a:lnTo>
                  <a:pt x="5336" y="1245"/>
                </a:lnTo>
                <a:lnTo>
                  <a:pt x="5337" y="1246"/>
                </a:lnTo>
                <a:lnTo>
                  <a:pt x="5336" y="1246"/>
                </a:lnTo>
                <a:lnTo>
                  <a:pt x="5336" y="1247"/>
                </a:lnTo>
                <a:lnTo>
                  <a:pt x="5336" y="1248"/>
                </a:lnTo>
                <a:lnTo>
                  <a:pt x="5337" y="1248"/>
                </a:lnTo>
                <a:lnTo>
                  <a:pt x="5338" y="1248"/>
                </a:lnTo>
                <a:lnTo>
                  <a:pt x="5339" y="1248"/>
                </a:lnTo>
                <a:lnTo>
                  <a:pt x="5339" y="1249"/>
                </a:lnTo>
                <a:lnTo>
                  <a:pt x="5338" y="1249"/>
                </a:lnTo>
                <a:lnTo>
                  <a:pt x="5337" y="1250"/>
                </a:lnTo>
                <a:lnTo>
                  <a:pt x="5337" y="1251"/>
                </a:lnTo>
                <a:lnTo>
                  <a:pt x="5337" y="1252"/>
                </a:lnTo>
                <a:lnTo>
                  <a:pt x="5336" y="1252"/>
                </a:lnTo>
                <a:lnTo>
                  <a:pt x="5336" y="1253"/>
                </a:lnTo>
                <a:lnTo>
                  <a:pt x="5336" y="1254"/>
                </a:lnTo>
                <a:lnTo>
                  <a:pt x="5336" y="1255"/>
                </a:lnTo>
                <a:lnTo>
                  <a:pt x="5336" y="1256"/>
                </a:lnTo>
                <a:lnTo>
                  <a:pt x="5337" y="1256"/>
                </a:lnTo>
                <a:lnTo>
                  <a:pt x="5337" y="1257"/>
                </a:lnTo>
                <a:lnTo>
                  <a:pt x="5338" y="1257"/>
                </a:lnTo>
                <a:lnTo>
                  <a:pt x="5338" y="1258"/>
                </a:lnTo>
                <a:lnTo>
                  <a:pt x="5338" y="1259"/>
                </a:lnTo>
                <a:lnTo>
                  <a:pt x="5338" y="1260"/>
                </a:lnTo>
                <a:lnTo>
                  <a:pt x="5337" y="1260"/>
                </a:lnTo>
                <a:lnTo>
                  <a:pt x="5337" y="1261"/>
                </a:lnTo>
                <a:lnTo>
                  <a:pt x="5338" y="1261"/>
                </a:lnTo>
                <a:lnTo>
                  <a:pt x="5338" y="1262"/>
                </a:lnTo>
                <a:lnTo>
                  <a:pt x="5338" y="1263"/>
                </a:lnTo>
                <a:lnTo>
                  <a:pt x="5338" y="1264"/>
                </a:lnTo>
                <a:lnTo>
                  <a:pt x="5339" y="1264"/>
                </a:lnTo>
                <a:lnTo>
                  <a:pt x="5339" y="1265"/>
                </a:lnTo>
                <a:lnTo>
                  <a:pt x="5339" y="1266"/>
                </a:lnTo>
                <a:lnTo>
                  <a:pt x="5340" y="1266"/>
                </a:lnTo>
                <a:lnTo>
                  <a:pt x="5340" y="1267"/>
                </a:lnTo>
                <a:lnTo>
                  <a:pt x="5339" y="1267"/>
                </a:lnTo>
                <a:lnTo>
                  <a:pt x="5339" y="1268"/>
                </a:lnTo>
                <a:lnTo>
                  <a:pt x="5339" y="1269"/>
                </a:lnTo>
                <a:lnTo>
                  <a:pt x="5339" y="1270"/>
                </a:lnTo>
                <a:lnTo>
                  <a:pt x="5339" y="1271"/>
                </a:lnTo>
                <a:lnTo>
                  <a:pt x="5338" y="1271"/>
                </a:lnTo>
                <a:lnTo>
                  <a:pt x="5338" y="1272"/>
                </a:lnTo>
                <a:lnTo>
                  <a:pt x="5338" y="1273"/>
                </a:lnTo>
                <a:lnTo>
                  <a:pt x="5337" y="1273"/>
                </a:lnTo>
                <a:lnTo>
                  <a:pt x="5336" y="1273"/>
                </a:lnTo>
                <a:lnTo>
                  <a:pt x="5335" y="1273"/>
                </a:lnTo>
                <a:lnTo>
                  <a:pt x="5334" y="1273"/>
                </a:lnTo>
                <a:lnTo>
                  <a:pt x="5333" y="1273"/>
                </a:lnTo>
                <a:lnTo>
                  <a:pt x="5333" y="1274"/>
                </a:lnTo>
                <a:lnTo>
                  <a:pt x="5333" y="1275"/>
                </a:lnTo>
                <a:lnTo>
                  <a:pt x="5332" y="1275"/>
                </a:lnTo>
                <a:lnTo>
                  <a:pt x="5332" y="1274"/>
                </a:lnTo>
                <a:lnTo>
                  <a:pt x="5331" y="1274"/>
                </a:lnTo>
                <a:lnTo>
                  <a:pt x="5331" y="1273"/>
                </a:lnTo>
                <a:lnTo>
                  <a:pt x="5330" y="1272"/>
                </a:lnTo>
                <a:lnTo>
                  <a:pt x="5329" y="1271"/>
                </a:lnTo>
                <a:lnTo>
                  <a:pt x="5328" y="1271"/>
                </a:lnTo>
                <a:lnTo>
                  <a:pt x="5328" y="1272"/>
                </a:lnTo>
                <a:lnTo>
                  <a:pt x="5327" y="1272"/>
                </a:lnTo>
                <a:lnTo>
                  <a:pt x="5327" y="1273"/>
                </a:lnTo>
                <a:lnTo>
                  <a:pt x="5326" y="1273"/>
                </a:lnTo>
                <a:lnTo>
                  <a:pt x="5327" y="1274"/>
                </a:lnTo>
                <a:lnTo>
                  <a:pt x="5328" y="1273"/>
                </a:lnTo>
                <a:lnTo>
                  <a:pt x="5328" y="1274"/>
                </a:lnTo>
                <a:lnTo>
                  <a:pt x="5328" y="1275"/>
                </a:lnTo>
                <a:lnTo>
                  <a:pt x="5328" y="1276"/>
                </a:lnTo>
                <a:lnTo>
                  <a:pt x="5328" y="1277"/>
                </a:lnTo>
                <a:lnTo>
                  <a:pt x="5328" y="1278"/>
                </a:lnTo>
                <a:lnTo>
                  <a:pt x="5327" y="1278"/>
                </a:lnTo>
                <a:lnTo>
                  <a:pt x="5327" y="1277"/>
                </a:lnTo>
                <a:lnTo>
                  <a:pt x="5326" y="1278"/>
                </a:lnTo>
                <a:lnTo>
                  <a:pt x="5326" y="1280"/>
                </a:lnTo>
                <a:lnTo>
                  <a:pt x="5326" y="1281"/>
                </a:lnTo>
                <a:lnTo>
                  <a:pt x="5325" y="1281"/>
                </a:lnTo>
                <a:lnTo>
                  <a:pt x="5325" y="1282"/>
                </a:lnTo>
                <a:lnTo>
                  <a:pt x="5326" y="1283"/>
                </a:lnTo>
                <a:lnTo>
                  <a:pt x="5326" y="1282"/>
                </a:lnTo>
                <a:lnTo>
                  <a:pt x="5327" y="1282"/>
                </a:lnTo>
                <a:lnTo>
                  <a:pt x="5327" y="1283"/>
                </a:lnTo>
                <a:lnTo>
                  <a:pt x="5326" y="1283"/>
                </a:lnTo>
                <a:lnTo>
                  <a:pt x="5326" y="1284"/>
                </a:lnTo>
                <a:lnTo>
                  <a:pt x="5325" y="1284"/>
                </a:lnTo>
                <a:lnTo>
                  <a:pt x="5325" y="1285"/>
                </a:lnTo>
                <a:lnTo>
                  <a:pt x="5326" y="1286"/>
                </a:lnTo>
                <a:lnTo>
                  <a:pt x="5325" y="1286"/>
                </a:lnTo>
                <a:lnTo>
                  <a:pt x="5325" y="1285"/>
                </a:lnTo>
                <a:lnTo>
                  <a:pt x="5324" y="1285"/>
                </a:lnTo>
                <a:lnTo>
                  <a:pt x="5324" y="1286"/>
                </a:lnTo>
                <a:lnTo>
                  <a:pt x="5324" y="1285"/>
                </a:lnTo>
                <a:lnTo>
                  <a:pt x="5324" y="1284"/>
                </a:lnTo>
                <a:lnTo>
                  <a:pt x="5323" y="1284"/>
                </a:lnTo>
                <a:lnTo>
                  <a:pt x="5323" y="1283"/>
                </a:lnTo>
                <a:lnTo>
                  <a:pt x="5322" y="1283"/>
                </a:lnTo>
                <a:lnTo>
                  <a:pt x="5320" y="1283"/>
                </a:lnTo>
                <a:lnTo>
                  <a:pt x="5320" y="1282"/>
                </a:lnTo>
                <a:lnTo>
                  <a:pt x="5319" y="1282"/>
                </a:lnTo>
                <a:lnTo>
                  <a:pt x="5319" y="1281"/>
                </a:lnTo>
                <a:lnTo>
                  <a:pt x="5318" y="1281"/>
                </a:lnTo>
                <a:lnTo>
                  <a:pt x="5318" y="1280"/>
                </a:lnTo>
                <a:lnTo>
                  <a:pt x="5317" y="1280"/>
                </a:lnTo>
                <a:lnTo>
                  <a:pt x="5316" y="1280"/>
                </a:lnTo>
                <a:lnTo>
                  <a:pt x="5315" y="1280"/>
                </a:lnTo>
                <a:lnTo>
                  <a:pt x="5315" y="1278"/>
                </a:lnTo>
                <a:lnTo>
                  <a:pt x="5314" y="1277"/>
                </a:lnTo>
                <a:lnTo>
                  <a:pt x="5313" y="1277"/>
                </a:lnTo>
                <a:lnTo>
                  <a:pt x="5313" y="1278"/>
                </a:lnTo>
                <a:lnTo>
                  <a:pt x="5312" y="1280"/>
                </a:lnTo>
                <a:lnTo>
                  <a:pt x="5311" y="1280"/>
                </a:lnTo>
                <a:lnTo>
                  <a:pt x="5311" y="1278"/>
                </a:lnTo>
                <a:lnTo>
                  <a:pt x="5310" y="1278"/>
                </a:lnTo>
                <a:lnTo>
                  <a:pt x="5309" y="1277"/>
                </a:lnTo>
                <a:lnTo>
                  <a:pt x="5308" y="1277"/>
                </a:lnTo>
                <a:lnTo>
                  <a:pt x="5308" y="1278"/>
                </a:lnTo>
                <a:lnTo>
                  <a:pt x="5308" y="1280"/>
                </a:lnTo>
                <a:lnTo>
                  <a:pt x="5309" y="1280"/>
                </a:lnTo>
                <a:lnTo>
                  <a:pt x="5309" y="1281"/>
                </a:lnTo>
                <a:lnTo>
                  <a:pt x="5309" y="1282"/>
                </a:lnTo>
                <a:lnTo>
                  <a:pt x="5308" y="1282"/>
                </a:lnTo>
                <a:lnTo>
                  <a:pt x="5307" y="1282"/>
                </a:lnTo>
                <a:lnTo>
                  <a:pt x="5306" y="1282"/>
                </a:lnTo>
                <a:lnTo>
                  <a:pt x="5305" y="1282"/>
                </a:lnTo>
                <a:lnTo>
                  <a:pt x="5306" y="1281"/>
                </a:lnTo>
                <a:lnTo>
                  <a:pt x="5306" y="1280"/>
                </a:lnTo>
                <a:lnTo>
                  <a:pt x="5306" y="1278"/>
                </a:lnTo>
                <a:lnTo>
                  <a:pt x="5306" y="1277"/>
                </a:lnTo>
                <a:lnTo>
                  <a:pt x="5305" y="1277"/>
                </a:lnTo>
                <a:lnTo>
                  <a:pt x="5304" y="1278"/>
                </a:lnTo>
                <a:lnTo>
                  <a:pt x="5304" y="1280"/>
                </a:lnTo>
                <a:lnTo>
                  <a:pt x="5304" y="1281"/>
                </a:lnTo>
                <a:lnTo>
                  <a:pt x="5304" y="1282"/>
                </a:lnTo>
                <a:lnTo>
                  <a:pt x="5305" y="1282"/>
                </a:lnTo>
                <a:lnTo>
                  <a:pt x="5306" y="1282"/>
                </a:lnTo>
                <a:lnTo>
                  <a:pt x="5306" y="1283"/>
                </a:lnTo>
                <a:lnTo>
                  <a:pt x="5306" y="1284"/>
                </a:lnTo>
                <a:lnTo>
                  <a:pt x="5305" y="1283"/>
                </a:lnTo>
                <a:lnTo>
                  <a:pt x="5305" y="1284"/>
                </a:lnTo>
                <a:lnTo>
                  <a:pt x="5306" y="1284"/>
                </a:lnTo>
                <a:lnTo>
                  <a:pt x="5306" y="1285"/>
                </a:lnTo>
                <a:lnTo>
                  <a:pt x="5305" y="1285"/>
                </a:lnTo>
                <a:lnTo>
                  <a:pt x="5304" y="1284"/>
                </a:lnTo>
                <a:lnTo>
                  <a:pt x="5304" y="1283"/>
                </a:lnTo>
                <a:lnTo>
                  <a:pt x="5304" y="1282"/>
                </a:lnTo>
                <a:lnTo>
                  <a:pt x="5303" y="1282"/>
                </a:lnTo>
                <a:lnTo>
                  <a:pt x="5303" y="1283"/>
                </a:lnTo>
                <a:lnTo>
                  <a:pt x="5303" y="1284"/>
                </a:lnTo>
                <a:lnTo>
                  <a:pt x="5302" y="1284"/>
                </a:lnTo>
                <a:lnTo>
                  <a:pt x="5302" y="1283"/>
                </a:lnTo>
                <a:lnTo>
                  <a:pt x="5302" y="1284"/>
                </a:lnTo>
                <a:lnTo>
                  <a:pt x="5301" y="1284"/>
                </a:lnTo>
                <a:lnTo>
                  <a:pt x="5301" y="1285"/>
                </a:lnTo>
                <a:lnTo>
                  <a:pt x="5302" y="1285"/>
                </a:lnTo>
                <a:lnTo>
                  <a:pt x="5302" y="1286"/>
                </a:lnTo>
                <a:lnTo>
                  <a:pt x="5303" y="1286"/>
                </a:lnTo>
                <a:lnTo>
                  <a:pt x="5302" y="1286"/>
                </a:lnTo>
                <a:lnTo>
                  <a:pt x="5301" y="1286"/>
                </a:lnTo>
                <a:lnTo>
                  <a:pt x="5302" y="1286"/>
                </a:lnTo>
                <a:lnTo>
                  <a:pt x="5302" y="1287"/>
                </a:lnTo>
                <a:lnTo>
                  <a:pt x="5303" y="1287"/>
                </a:lnTo>
                <a:lnTo>
                  <a:pt x="5304" y="1288"/>
                </a:lnTo>
                <a:lnTo>
                  <a:pt x="5304" y="1289"/>
                </a:lnTo>
                <a:lnTo>
                  <a:pt x="5303" y="1288"/>
                </a:lnTo>
                <a:lnTo>
                  <a:pt x="5302" y="1288"/>
                </a:lnTo>
                <a:lnTo>
                  <a:pt x="5301" y="1288"/>
                </a:lnTo>
                <a:lnTo>
                  <a:pt x="5302" y="1289"/>
                </a:lnTo>
                <a:lnTo>
                  <a:pt x="5301" y="1290"/>
                </a:lnTo>
                <a:lnTo>
                  <a:pt x="5300" y="1289"/>
                </a:lnTo>
                <a:lnTo>
                  <a:pt x="5299" y="1289"/>
                </a:lnTo>
                <a:lnTo>
                  <a:pt x="5299" y="1290"/>
                </a:lnTo>
                <a:lnTo>
                  <a:pt x="5299" y="1291"/>
                </a:lnTo>
                <a:lnTo>
                  <a:pt x="5298" y="1291"/>
                </a:lnTo>
                <a:lnTo>
                  <a:pt x="5298" y="1290"/>
                </a:lnTo>
                <a:lnTo>
                  <a:pt x="5297" y="1290"/>
                </a:lnTo>
                <a:lnTo>
                  <a:pt x="5297" y="1291"/>
                </a:lnTo>
                <a:lnTo>
                  <a:pt x="5297" y="1292"/>
                </a:lnTo>
                <a:lnTo>
                  <a:pt x="5296" y="1292"/>
                </a:lnTo>
                <a:lnTo>
                  <a:pt x="5297" y="1292"/>
                </a:lnTo>
                <a:lnTo>
                  <a:pt x="5297" y="1293"/>
                </a:lnTo>
                <a:lnTo>
                  <a:pt x="5296" y="1294"/>
                </a:lnTo>
                <a:lnTo>
                  <a:pt x="5296" y="1295"/>
                </a:lnTo>
                <a:lnTo>
                  <a:pt x="5297" y="1295"/>
                </a:lnTo>
                <a:lnTo>
                  <a:pt x="5298" y="1295"/>
                </a:lnTo>
                <a:lnTo>
                  <a:pt x="5299" y="1296"/>
                </a:lnTo>
                <a:lnTo>
                  <a:pt x="5300" y="1296"/>
                </a:lnTo>
                <a:lnTo>
                  <a:pt x="5300" y="1297"/>
                </a:lnTo>
                <a:lnTo>
                  <a:pt x="5299" y="1297"/>
                </a:lnTo>
                <a:lnTo>
                  <a:pt x="5300" y="1298"/>
                </a:lnTo>
                <a:lnTo>
                  <a:pt x="5299" y="1298"/>
                </a:lnTo>
                <a:lnTo>
                  <a:pt x="5299" y="1299"/>
                </a:lnTo>
                <a:lnTo>
                  <a:pt x="5298" y="1299"/>
                </a:lnTo>
                <a:lnTo>
                  <a:pt x="5297" y="1299"/>
                </a:lnTo>
                <a:lnTo>
                  <a:pt x="5296" y="1299"/>
                </a:lnTo>
                <a:lnTo>
                  <a:pt x="5295" y="1299"/>
                </a:lnTo>
                <a:lnTo>
                  <a:pt x="5295" y="1300"/>
                </a:lnTo>
                <a:lnTo>
                  <a:pt x="5294" y="1300"/>
                </a:lnTo>
                <a:lnTo>
                  <a:pt x="5295" y="1300"/>
                </a:lnTo>
                <a:lnTo>
                  <a:pt x="5296" y="1301"/>
                </a:lnTo>
                <a:lnTo>
                  <a:pt x="5297" y="1301"/>
                </a:lnTo>
                <a:lnTo>
                  <a:pt x="5297" y="1300"/>
                </a:lnTo>
                <a:lnTo>
                  <a:pt x="5298" y="1300"/>
                </a:lnTo>
                <a:lnTo>
                  <a:pt x="5299" y="1300"/>
                </a:lnTo>
                <a:lnTo>
                  <a:pt x="5298" y="1300"/>
                </a:lnTo>
                <a:lnTo>
                  <a:pt x="5298" y="1301"/>
                </a:lnTo>
                <a:lnTo>
                  <a:pt x="5298" y="1302"/>
                </a:lnTo>
                <a:lnTo>
                  <a:pt x="5297" y="1302"/>
                </a:lnTo>
                <a:lnTo>
                  <a:pt x="5296" y="1302"/>
                </a:lnTo>
                <a:lnTo>
                  <a:pt x="5296" y="1303"/>
                </a:lnTo>
                <a:lnTo>
                  <a:pt x="5297" y="1304"/>
                </a:lnTo>
                <a:lnTo>
                  <a:pt x="5298" y="1304"/>
                </a:lnTo>
                <a:lnTo>
                  <a:pt x="5298" y="1303"/>
                </a:lnTo>
                <a:lnTo>
                  <a:pt x="5299" y="1303"/>
                </a:lnTo>
                <a:lnTo>
                  <a:pt x="5299" y="1304"/>
                </a:lnTo>
                <a:lnTo>
                  <a:pt x="5298" y="1304"/>
                </a:lnTo>
                <a:lnTo>
                  <a:pt x="5298" y="1305"/>
                </a:lnTo>
                <a:lnTo>
                  <a:pt x="5298" y="1306"/>
                </a:lnTo>
                <a:lnTo>
                  <a:pt x="5297" y="1306"/>
                </a:lnTo>
                <a:lnTo>
                  <a:pt x="5295" y="1306"/>
                </a:lnTo>
                <a:lnTo>
                  <a:pt x="5295" y="1307"/>
                </a:lnTo>
                <a:lnTo>
                  <a:pt x="5295" y="1308"/>
                </a:lnTo>
                <a:lnTo>
                  <a:pt x="5295" y="1309"/>
                </a:lnTo>
                <a:lnTo>
                  <a:pt x="5295" y="1310"/>
                </a:lnTo>
                <a:lnTo>
                  <a:pt x="5296" y="1310"/>
                </a:lnTo>
                <a:lnTo>
                  <a:pt x="5296" y="1309"/>
                </a:lnTo>
                <a:lnTo>
                  <a:pt x="5297" y="1309"/>
                </a:lnTo>
                <a:lnTo>
                  <a:pt x="5298" y="1309"/>
                </a:lnTo>
                <a:lnTo>
                  <a:pt x="5298" y="1310"/>
                </a:lnTo>
                <a:lnTo>
                  <a:pt x="5298" y="1311"/>
                </a:lnTo>
                <a:lnTo>
                  <a:pt x="5297" y="1311"/>
                </a:lnTo>
                <a:lnTo>
                  <a:pt x="5298" y="1311"/>
                </a:lnTo>
                <a:lnTo>
                  <a:pt x="5299" y="1312"/>
                </a:lnTo>
                <a:lnTo>
                  <a:pt x="5299" y="1313"/>
                </a:lnTo>
                <a:lnTo>
                  <a:pt x="5299" y="1312"/>
                </a:lnTo>
                <a:lnTo>
                  <a:pt x="5300" y="1312"/>
                </a:lnTo>
                <a:lnTo>
                  <a:pt x="5300" y="1313"/>
                </a:lnTo>
                <a:lnTo>
                  <a:pt x="5301" y="1313"/>
                </a:lnTo>
                <a:lnTo>
                  <a:pt x="5300" y="1313"/>
                </a:lnTo>
                <a:lnTo>
                  <a:pt x="5300" y="1314"/>
                </a:lnTo>
                <a:lnTo>
                  <a:pt x="5299" y="1313"/>
                </a:lnTo>
                <a:lnTo>
                  <a:pt x="5299" y="1314"/>
                </a:lnTo>
                <a:lnTo>
                  <a:pt x="5298" y="1314"/>
                </a:lnTo>
                <a:lnTo>
                  <a:pt x="5298" y="1315"/>
                </a:lnTo>
                <a:lnTo>
                  <a:pt x="5298" y="1316"/>
                </a:lnTo>
                <a:lnTo>
                  <a:pt x="5297" y="1316"/>
                </a:lnTo>
                <a:lnTo>
                  <a:pt x="5297" y="1317"/>
                </a:lnTo>
                <a:lnTo>
                  <a:pt x="5296" y="1317"/>
                </a:lnTo>
                <a:lnTo>
                  <a:pt x="5295" y="1317"/>
                </a:lnTo>
                <a:lnTo>
                  <a:pt x="5295" y="1318"/>
                </a:lnTo>
                <a:lnTo>
                  <a:pt x="5296" y="1318"/>
                </a:lnTo>
                <a:lnTo>
                  <a:pt x="5296" y="1319"/>
                </a:lnTo>
                <a:lnTo>
                  <a:pt x="5297" y="1319"/>
                </a:lnTo>
                <a:lnTo>
                  <a:pt x="5297" y="1320"/>
                </a:lnTo>
                <a:lnTo>
                  <a:pt x="5296" y="1320"/>
                </a:lnTo>
                <a:lnTo>
                  <a:pt x="5295" y="1320"/>
                </a:lnTo>
                <a:lnTo>
                  <a:pt x="5294" y="1320"/>
                </a:lnTo>
                <a:lnTo>
                  <a:pt x="5294" y="1321"/>
                </a:lnTo>
                <a:lnTo>
                  <a:pt x="5293" y="1321"/>
                </a:lnTo>
                <a:lnTo>
                  <a:pt x="5294" y="1321"/>
                </a:lnTo>
                <a:lnTo>
                  <a:pt x="5294" y="1322"/>
                </a:lnTo>
                <a:lnTo>
                  <a:pt x="5293" y="1322"/>
                </a:lnTo>
                <a:lnTo>
                  <a:pt x="5293" y="1323"/>
                </a:lnTo>
                <a:lnTo>
                  <a:pt x="5293" y="1324"/>
                </a:lnTo>
                <a:lnTo>
                  <a:pt x="5292" y="1324"/>
                </a:lnTo>
                <a:lnTo>
                  <a:pt x="5291" y="1324"/>
                </a:lnTo>
                <a:lnTo>
                  <a:pt x="5291" y="1325"/>
                </a:lnTo>
                <a:lnTo>
                  <a:pt x="5290" y="1325"/>
                </a:lnTo>
                <a:lnTo>
                  <a:pt x="5290" y="1324"/>
                </a:lnTo>
                <a:lnTo>
                  <a:pt x="5289" y="1324"/>
                </a:lnTo>
                <a:lnTo>
                  <a:pt x="5289" y="1323"/>
                </a:lnTo>
                <a:lnTo>
                  <a:pt x="5288" y="1323"/>
                </a:lnTo>
                <a:lnTo>
                  <a:pt x="5288" y="1324"/>
                </a:lnTo>
                <a:lnTo>
                  <a:pt x="5289" y="1325"/>
                </a:lnTo>
                <a:lnTo>
                  <a:pt x="5288" y="1325"/>
                </a:lnTo>
                <a:lnTo>
                  <a:pt x="5287" y="1325"/>
                </a:lnTo>
                <a:lnTo>
                  <a:pt x="5286" y="1326"/>
                </a:lnTo>
                <a:lnTo>
                  <a:pt x="5286" y="1327"/>
                </a:lnTo>
                <a:lnTo>
                  <a:pt x="5287" y="1328"/>
                </a:lnTo>
                <a:lnTo>
                  <a:pt x="5287" y="1329"/>
                </a:lnTo>
                <a:lnTo>
                  <a:pt x="5286" y="1329"/>
                </a:lnTo>
                <a:lnTo>
                  <a:pt x="5286" y="1330"/>
                </a:lnTo>
                <a:lnTo>
                  <a:pt x="5287" y="1330"/>
                </a:lnTo>
                <a:lnTo>
                  <a:pt x="5286" y="1330"/>
                </a:lnTo>
                <a:lnTo>
                  <a:pt x="5286" y="1331"/>
                </a:lnTo>
                <a:lnTo>
                  <a:pt x="5285" y="1331"/>
                </a:lnTo>
                <a:lnTo>
                  <a:pt x="5284" y="1331"/>
                </a:lnTo>
                <a:lnTo>
                  <a:pt x="5284" y="1332"/>
                </a:lnTo>
                <a:lnTo>
                  <a:pt x="5284" y="1333"/>
                </a:lnTo>
                <a:lnTo>
                  <a:pt x="5283" y="1333"/>
                </a:lnTo>
                <a:lnTo>
                  <a:pt x="5282" y="1333"/>
                </a:lnTo>
                <a:lnTo>
                  <a:pt x="5281" y="1333"/>
                </a:lnTo>
                <a:lnTo>
                  <a:pt x="5280" y="1333"/>
                </a:lnTo>
                <a:lnTo>
                  <a:pt x="5280" y="1334"/>
                </a:lnTo>
                <a:lnTo>
                  <a:pt x="5280" y="1335"/>
                </a:lnTo>
                <a:lnTo>
                  <a:pt x="5279" y="1335"/>
                </a:lnTo>
                <a:lnTo>
                  <a:pt x="5279" y="1336"/>
                </a:lnTo>
                <a:lnTo>
                  <a:pt x="5280" y="1336"/>
                </a:lnTo>
                <a:lnTo>
                  <a:pt x="5280" y="1337"/>
                </a:lnTo>
                <a:lnTo>
                  <a:pt x="5280" y="1338"/>
                </a:lnTo>
                <a:lnTo>
                  <a:pt x="5281" y="1338"/>
                </a:lnTo>
                <a:lnTo>
                  <a:pt x="5281" y="1339"/>
                </a:lnTo>
                <a:lnTo>
                  <a:pt x="5281" y="1340"/>
                </a:lnTo>
                <a:lnTo>
                  <a:pt x="5281" y="1341"/>
                </a:lnTo>
                <a:lnTo>
                  <a:pt x="5281" y="1342"/>
                </a:lnTo>
                <a:lnTo>
                  <a:pt x="5280" y="1342"/>
                </a:lnTo>
                <a:lnTo>
                  <a:pt x="5280" y="1343"/>
                </a:lnTo>
                <a:lnTo>
                  <a:pt x="5279" y="1344"/>
                </a:lnTo>
                <a:lnTo>
                  <a:pt x="5278" y="1345"/>
                </a:lnTo>
                <a:lnTo>
                  <a:pt x="5277" y="1345"/>
                </a:lnTo>
                <a:lnTo>
                  <a:pt x="5277" y="1344"/>
                </a:lnTo>
                <a:lnTo>
                  <a:pt x="5276" y="1344"/>
                </a:lnTo>
                <a:lnTo>
                  <a:pt x="5275" y="1343"/>
                </a:lnTo>
                <a:lnTo>
                  <a:pt x="5274" y="1344"/>
                </a:lnTo>
                <a:lnTo>
                  <a:pt x="5273" y="1344"/>
                </a:lnTo>
                <a:lnTo>
                  <a:pt x="5272" y="1344"/>
                </a:lnTo>
                <a:lnTo>
                  <a:pt x="5271" y="1344"/>
                </a:lnTo>
                <a:lnTo>
                  <a:pt x="5271" y="1345"/>
                </a:lnTo>
                <a:lnTo>
                  <a:pt x="5270" y="1344"/>
                </a:lnTo>
                <a:lnTo>
                  <a:pt x="5269" y="1344"/>
                </a:lnTo>
                <a:lnTo>
                  <a:pt x="5268" y="1343"/>
                </a:lnTo>
                <a:lnTo>
                  <a:pt x="5267" y="1343"/>
                </a:lnTo>
                <a:lnTo>
                  <a:pt x="5266" y="1344"/>
                </a:lnTo>
                <a:lnTo>
                  <a:pt x="5265" y="1344"/>
                </a:lnTo>
                <a:lnTo>
                  <a:pt x="5265" y="1345"/>
                </a:lnTo>
                <a:lnTo>
                  <a:pt x="5264" y="1345"/>
                </a:lnTo>
                <a:lnTo>
                  <a:pt x="5263" y="1345"/>
                </a:lnTo>
                <a:lnTo>
                  <a:pt x="5263" y="1344"/>
                </a:lnTo>
                <a:lnTo>
                  <a:pt x="5262" y="1344"/>
                </a:lnTo>
                <a:lnTo>
                  <a:pt x="5262" y="1343"/>
                </a:lnTo>
                <a:lnTo>
                  <a:pt x="5260" y="1344"/>
                </a:lnTo>
                <a:lnTo>
                  <a:pt x="5261" y="1345"/>
                </a:lnTo>
                <a:lnTo>
                  <a:pt x="5260" y="1345"/>
                </a:lnTo>
                <a:lnTo>
                  <a:pt x="5260" y="1346"/>
                </a:lnTo>
                <a:lnTo>
                  <a:pt x="5259" y="1346"/>
                </a:lnTo>
                <a:lnTo>
                  <a:pt x="5259" y="1347"/>
                </a:lnTo>
                <a:lnTo>
                  <a:pt x="5259" y="1348"/>
                </a:lnTo>
                <a:lnTo>
                  <a:pt x="5258" y="1348"/>
                </a:lnTo>
                <a:lnTo>
                  <a:pt x="5258" y="1349"/>
                </a:lnTo>
                <a:lnTo>
                  <a:pt x="5257" y="1349"/>
                </a:lnTo>
                <a:lnTo>
                  <a:pt x="5257" y="1350"/>
                </a:lnTo>
                <a:lnTo>
                  <a:pt x="5256" y="1350"/>
                </a:lnTo>
                <a:lnTo>
                  <a:pt x="5256" y="1349"/>
                </a:lnTo>
                <a:lnTo>
                  <a:pt x="5255" y="1349"/>
                </a:lnTo>
                <a:lnTo>
                  <a:pt x="5254" y="1349"/>
                </a:lnTo>
                <a:lnTo>
                  <a:pt x="5254" y="1348"/>
                </a:lnTo>
                <a:lnTo>
                  <a:pt x="5253" y="1348"/>
                </a:lnTo>
                <a:lnTo>
                  <a:pt x="5252" y="1348"/>
                </a:lnTo>
                <a:lnTo>
                  <a:pt x="5251" y="1348"/>
                </a:lnTo>
                <a:lnTo>
                  <a:pt x="5251" y="1349"/>
                </a:lnTo>
                <a:lnTo>
                  <a:pt x="5250" y="1349"/>
                </a:lnTo>
                <a:lnTo>
                  <a:pt x="5249" y="1349"/>
                </a:lnTo>
                <a:lnTo>
                  <a:pt x="5248" y="1350"/>
                </a:lnTo>
                <a:lnTo>
                  <a:pt x="5248" y="1351"/>
                </a:lnTo>
                <a:lnTo>
                  <a:pt x="5249" y="1351"/>
                </a:lnTo>
                <a:lnTo>
                  <a:pt x="5249" y="1352"/>
                </a:lnTo>
                <a:lnTo>
                  <a:pt x="5249" y="1353"/>
                </a:lnTo>
                <a:lnTo>
                  <a:pt x="5248" y="1353"/>
                </a:lnTo>
                <a:lnTo>
                  <a:pt x="5248" y="1354"/>
                </a:lnTo>
                <a:lnTo>
                  <a:pt x="5247" y="1354"/>
                </a:lnTo>
                <a:lnTo>
                  <a:pt x="5246" y="1354"/>
                </a:lnTo>
                <a:lnTo>
                  <a:pt x="5245" y="1354"/>
                </a:lnTo>
                <a:lnTo>
                  <a:pt x="5244" y="1354"/>
                </a:lnTo>
                <a:lnTo>
                  <a:pt x="5244" y="1355"/>
                </a:lnTo>
                <a:lnTo>
                  <a:pt x="5242" y="1355"/>
                </a:lnTo>
                <a:lnTo>
                  <a:pt x="5241" y="1355"/>
                </a:lnTo>
                <a:lnTo>
                  <a:pt x="5241" y="1356"/>
                </a:lnTo>
                <a:lnTo>
                  <a:pt x="5239" y="1356"/>
                </a:lnTo>
                <a:lnTo>
                  <a:pt x="5239" y="1355"/>
                </a:lnTo>
                <a:lnTo>
                  <a:pt x="5237" y="1355"/>
                </a:lnTo>
                <a:lnTo>
                  <a:pt x="5237" y="1354"/>
                </a:lnTo>
                <a:lnTo>
                  <a:pt x="5236" y="1354"/>
                </a:lnTo>
                <a:lnTo>
                  <a:pt x="5235" y="1355"/>
                </a:lnTo>
                <a:lnTo>
                  <a:pt x="5234" y="1355"/>
                </a:lnTo>
                <a:lnTo>
                  <a:pt x="5233" y="1355"/>
                </a:lnTo>
                <a:lnTo>
                  <a:pt x="5220" y="1357"/>
                </a:lnTo>
                <a:lnTo>
                  <a:pt x="5203" y="1362"/>
                </a:lnTo>
                <a:lnTo>
                  <a:pt x="5200" y="1364"/>
                </a:lnTo>
                <a:lnTo>
                  <a:pt x="5197" y="1366"/>
                </a:lnTo>
                <a:lnTo>
                  <a:pt x="5199" y="1367"/>
                </a:lnTo>
                <a:lnTo>
                  <a:pt x="5200" y="1368"/>
                </a:lnTo>
                <a:lnTo>
                  <a:pt x="5201" y="1368"/>
                </a:lnTo>
                <a:lnTo>
                  <a:pt x="5202" y="1369"/>
                </a:lnTo>
                <a:lnTo>
                  <a:pt x="5204" y="1370"/>
                </a:lnTo>
                <a:lnTo>
                  <a:pt x="5206" y="1371"/>
                </a:lnTo>
                <a:lnTo>
                  <a:pt x="5206" y="1372"/>
                </a:lnTo>
                <a:lnTo>
                  <a:pt x="5206" y="1373"/>
                </a:lnTo>
                <a:lnTo>
                  <a:pt x="5206" y="1374"/>
                </a:lnTo>
                <a:lnTo>
                  <a:pt x="5206" y="1375"/>
                </a:lnTo>
                <a:lnTo>
                  <a:pt x="5207" y="1376"/>
                </a:lnTo>
                <a:lnTo>
                  <a:pt x="5207" y="1377"/>
                </a:lnTo>
                <a:lnTo>
                  <a:pt x="5208" y="1377"/>
                </a:lnTo>
                <a:lnTo>
                  <a:pt x="5208" y="1380"/>
                </a:lnTo>
                <a:lnTo>
                  <a:pt x="5208" y="1381"/>
                </a:lnTo>
                <a:lnTo>
                  <a:pt x="5208" y="1382"/>
                </a:lnTo>
                <a:lnTo>
                  <a:pt x="5209" y="1384"/>
                </a:lnTo>
                <a:lnTo>
                  <a:pt x="5208" y="1384"/>
                </a:lnTo>
                <a:lnTo>
                  <a:pt x="5208" y="1385"/>
                </a:lnTo>
                <a:lnTo>
                  <a:pt x="5209" y="1385"/>
                </a:lnTo>
                <a:lnTo>
                  <a:pt x="5209" y="1386"/>
                </a:lnTo>
                <a:lnTo>
                  <a:pt x="5210" y="1387"/>
                </a:lnTo>
                <a:lnTo>
                  <a:pt x="5210" y="1388"/>
                </a:lnTo>
                <a:lnTo>
                  <a:pt x="5210" y="1389"/>
                </a:lnTo>
                <a:lnTo>
                  <a:pt x="5211" y="1390"/>
                </a:lnTo>
                <a:lnTo>
                  <a:pt x="5211" y="1391"/>
                </a:lnTo>
                <a:lnTo>
                  <a:pt x="5212" y="1391"/>
                </a:lnTo>
                <a:lnTo>
                  <a:pt x="5213" y="1391"/>
                </a:lnTo>
                <a:lnTo>
                  <a:pt x="5214" y="1391"/>
                </a:lnTo>
                <a:lnTo>
                  <a:pt x="5214" y="1392"/>
                </a:lnTo>
                <a:lnTo>
                  <a:pt x="5214" y="1393"/>
                </a:lnTo>
                <a:lnTo>
                  <a:pt x="5215" y="1393"/>
                </a:lnTo>
                <a:lnTo>
                  <a:pt x="5215" y="1394"/>
                </a:lnTo>
                <a:lnTo>
                  <a:pt x="5215" y="1395"/>
                </a:lnTo>
                <a:lnTo>
                  <a:pt x="5216" y="1396"/>
                </a:lnTo>
                <a:lnTo>
                  <a:pt x="5217" y="1397"/>
                </a:lnTo>
                <a:lnTo>
                  <a:pt x="5217" y="1398"/>
                </a:lnTo>
                <a:lnTo>
                  <a:pt x="5218" y="1399"/>
                </a:lnTo>
                <a:lnTo>
                  <a:pt x="5219" y="1399"/>
                </a:lnTo>
                <a:lnTo>
                  <a:pt x="5220" y="1399"/>
                </a:lnTo>
                <a:lnTo>
                  <a:pt x="5221" y="1399"/>
                </a:lnTo>
                <a:lnTo>
                  <a:pt x="5221" y="1400"/>
                </a:lnTo>
                <a:lnTo>
                  <a:pt x="5222" y="1401"/>
                </a:lnTo>
                <a:lnTo>
                  <a:pt x="5223" y="1402"/>
                </a:lnTo>
                <a:lnTo>
                  <a:pt x="5223" y="1401"/>
                </a:lnTo>
                <a:lnTo>
                  <a:pt x="5224" y="1401"/>
                </a:lnTo>
                <a:lnTo>
                  <a:pt x="5224" y="1402"/>
                </a:lnTo>
                <a:lnTo>
                  <a:pt x="5225" y="1402"/>
                </a:lnTo>
                <a:lnTo>
                  <a:pt x="5226" y="1402"/>
                </a:lnTo>
                <a:lnTo>
                  <a:pt x="5227" y="1402"/>
                </a:lnTo>
                <a:lnTo>
                  <a:pt x="5228" y="1403"/>
                </a:lnTo>
                <a:lnTo>
                  <a:pt x="5228" y="1402"/>
                </a:lnTo>
                <a:lnTo>
                  <a:pt x="5228" y="1403"/>
                </a:lnTo>
                <a:lnTo>
                  <a:pt x="5229" y="1403"/>
                </a:lnTo>
                <a:lnTo>
                  <a:pt x="5229" y="1404"/>
                </a:lnTo>
                <a:lnTo>
                  <a:pt x="5230" y="1404"/>
                </a:lnTo>
                <a:lnTo>
                  <a:pt x="5230" y="1405"/>
                </a:lnTo>
                <a:lnTo>
                  <a:pt x="5231" y="1405"/>
                </a:lnTo>
                <a:lnTo>
                  <a:pt x="5231" y="1406"/>
                </a:lnTo>
                <a:lnTo>
                  <a:pt x="5232" y="1407"/>
                </a:lnTo>
                <a:lnTo>
                  <a:pt x="5232" y="1408"/>
                </a:lnTo>
                <a:lnTo>
                  <a:pt x="5233" y="1407"/>
                </a:lnTo>
                <a:lnTo>
                  <a:pt x="5234" y="1407"/>
                </a:lnTo>
                <a:lnTo>
                  <a:pt x="5234" y="1408"/>
                </a:lnTo>
                <a:lnTo>
                  <a:pt x="5234" y="1409"/>
                </a:lnTo>
                <a:lnTo>
                  <a:pt x="5234" y="1408"/>
                </a:lnTo>
                <a:lnTo>
                  <a:pt x="5233" y="1408"/>
                </a:lnTo>
                <a:lnTo>
                  <a:pt x="5233" y="1409"/>
                </a:lnTo>
                <a:lnTo>
                  <a:pt x="5233" y="1410"/>
                </a:lnTo>
                <a:lnTo>
                  <a:pt x="5234" y="1410"/>
                </a:lnTo>
                <a:lnTo>
                  <a:pt x="5235" y="1410"/>
                </a:lnTo>
                <a:lnTo>
                  <a:pt x="5235" y="1411"/>
                </a:lnTo>
                <a:lnTo>
                  <a:pt x="5236" y="1411"/>
                </a:lnTo>
                <a:lnTo>
                  <a:pt x="5236" y="1412"/>
                </a:lnTo>
                <a:lnTo>
                  <a:pt x="5236" y="1413"/>
                </a:lnTo>
                <a:lnTo>
                  <a:pt x="5236" y="1414"/>
                </a:lnTo>
                <a:lnTo>
                  <a:pt x="5236" y="1415"/>
                </a:lnTo>
                <a:lnTo>
                  <a:pt x="5235" y="1415"/>
                </a:lnTo>
                <a:lnTo>
                  <a:pt x="5235" y="1416"/>
                </a:lnTo>
                <a:lnTo>
                  <a:pt x="5235" y="1417"/>
                </a:lnTo>
                <a:lnTo>
                  <a:pt x="5235" y="1418"/>
                </a:lnTo>
                <a:lnTo>
                  <a:pt x="5236" y="1418"/>
                </a:lnTo>
                <a:lnTo>
                  <a:pt x="5236" y="1419"/>
                </a:lnTo>
                <a:lnTo>
                  <a:pt x="5235" y="1419"/>
                </a:lnTo>
                <a:lnTo>
                  <a:pt x="5234" y="1420"/>
                </a:lnTo>
                <a:lnTo>
                  <a:pt x="5235" y="1420"/>
                </a:lnTo>
                <a:lnTo>
                  <a:pt x="5235" y="1421"/>
                </a:lnTo>
                <a:lnTo>
                  <a:pt x="5234" y="1422"/>
                </a:lnTo>
                <a:lnTo>
                  <a:pt x="5234" y="1423"/>
                </a:lnTo>
                <a:lnTo>
                  <a:pt x="5233" y="1423"/>
                </a:lnTo>
                <a:lnTo>
                  <a:pt x="5233" y="1424"/>
                </a:lnTo>
                <a:lnTo>
                  <a:pt x="5232" y="1424"/>
                </a:lnTo>
                <a:lnTo>
                  <a:pt x="5232" y="1425"/>
                </a:lnTo>
                <a:lnTo>
                  <a:pt x="5231" y="1426"/>
                </a:lnTo>
                <a:lnTo>
                  <a:pt x="5232" y="1426"/>
                </a:lnTo>
                <a:lnTo>
                  <a:pt x="5232" y="1427"/>
                </a:lnTo>
                <a:lnTo>
                  <a:pt x="5233" y="1428"/>
                </a:lnTo>
                <a:lnTo>
                  <a:pt x="5232" y="1428"/>
                </a:lnTo>
                <a:lnTo>
                  <a:pt x="5232" y="1429"/>
                </a:lnTo>
                <a:lnTo>
                  <a:pt x="5232" y="1430"/>
                </a:lnTo>
                <a:lnTo>
                  <a:pt x="5232" y="1431"/>
                </a:lnTo>
                <a:lnTo>
                  <a:pt x="5233" y="1431"/>
                </a:lnTo>
                <a:lnTo>
                  <a:pt x="5233" y="1430"/>
                </a:lnTo>
                <a:lnTo>
                  <a:pt x="5233" y="1431"/>
                </a:lnTo>
                <a:lnTo>
                  <a:pt x="5234" y="1431"/>
                </a:lnTo>
                <a:lnTo>
                  <a:pt x="5233" y="1432"/>
                </a:lnTo>
                <a:lnTo>
                  <a:pt x="5232" y="1432"/>
                </a:lnTo>
                <a:lnTo>
                  <a:pt x="5231" y="1433"/>
                </a:lnTo>
                <a:lnTo>
                  <a:pt x="5231" y="1434"/>
                </a:lnTo>
                <a:lnTo>
                  <a:pt x="5231" y="1435"/>
                </a:lnTo>
                <a:lnTo>
                  <a:pt x="5231" y="1436"/>
                </a:lnTo>
                <a:lnTo>
                  <a:pt x="5231" y="1437"/>
                </a:lnTo>
                <a:lnTo>
                  <a:pt x="5230" y="1437"/>
                </a:lnTo>
                <a:lnTo>
                  <a:pt x="5229" y="1437"/>
                </a:lnTo>
                <a:lnTo>
                  <a:pt x="5229" y="1438"/>
                </a:lnTo>
                <a:lnTo>
                  <a:pt x="5228" y="1439"/>
                </a:lnTo>
                <a:lnTo>
                  <a:pt x="5228" y="1440"/>
                </a:lnTo>
                <a:lnTo>
                  <a:pt x="5228" y="1441"/>
                </a:lnTo>
                <a:lnTo>
                  <a:pt x="5227" y="1441"/>
                </a:lnTo>
                <a:lnTo>
                  <a:pt x="5227" y="1442"/>
                </a:lnTo>
                <a:lnTo>
                  <a:pt x="5226" y="1442"/>
                </a:lnTo>
                <a:lnTo>
                  <a:pt x="5225" y="1442"/>
                </a:lnTo>
                <a:lnTo>
                  <a:pt x="5224" y="1443"/>
                </a:lnTo>
                <a:lnTo>
                  <a:pt x="5225" y="1443"/>
                </a:lnTo>
                <a:lnTo>
                  <a:pt x="5225" y="1444"/>
                </a:lnTo>
                <a:lnTo>
                  <a:pt x="5224" y="1445"/>
                </a:lnTo>
                <a:lnTo>
                  <a:pt x="5223" y="1445"/>
                </a:lnTo>
                <a:lnTo>
                  <a:pt x="5223" y="1444"/>
                </a:lnTo>
                <a:lnTo>
                  <a:pt x="5222" y="1444"/>
                </a:lnTo>
                <a:lnTo>
                  <a:pt x="5221" y="1444"/>
                </a:lnTo>
                <a:lnTo>
                  <a:pt x="5221" y="1443"/>
                </a:lnTo>
                <a:lnTo>
                  <a:pt x="5222" y="1443"/>
                </a:lnTo>
                <a:lnTo>
                  <a:pt x="5222" y="1442"/>
                </a:lnTo>
                <a:lnTo>
                  <a:pt x="5223" y="1442"/>
                </a:lnTo>
                <a:lnTo>
                  <a:pt x="5223" y="1441"/>
                </a:lnTo>
                <a:lnTo>
                  <a:pt x="5222" y="1441"/>
                </a:lnTo>
                <a:lnTo>
                  <a:pt x="5221" y="1441"/>
                </a:lnTo>
                <a:lnTo>
                  <a:pt x="5221" y="1442"/>
                </a:lnTo>
                <a:lnTo>
                  <a:pt x="5220" y="1442"/>
                </a:lnTo>
                <a:lnTo>
                  <a:pt x="5221" y="1443"/>
                </a:lnTo>
                <a:lnTo>
                  <a:pt x="5221" y="1444"/>
                </a:lnTo>
                <a:lnTo>
                  <a:pt x="5220" y="1444"/>
                </a:lnTo>
                <a:lnTo>
                  <a:pt x="5219" y="1443"/>
                </a:lnTo>
                <a:lnTo>
                  <a:pt x="5219" y="1442"/>
                </a:lnTo>
                <a:lnTo>
                  <a:pt x="5218" y="1442"/>
                </a:lnTo>
                <a:lnTo>
                  <a:pt x="5217" y="1442"/>
                </a:lnTo>
                <a:lnTo>
                  <a:pt x="5217" y="1443"/>
                </a:lnTo>
                <a:lnTo>
                  <a:pt x="5216" y="1443"/>
                </a:lnTo>
                <a:lnTo>
                  <a:pt x="5216" y="1442"/>
                </a:lnTo>
                <a:lnTo>
                  <a:pt x="5216" y="1441"/>
                </a:lnTo>
                <a:lnTo>
                  <a:pt x="5216" y="1440"/>
                </a:lnTo>
                <a:lnTo>
                  <a:pt x="5215" y="1439"/>
                </a:lnTo>
                <a:lnTo>
                  <a:pt x="5215" y="1440"/>
                </a:lnTo>
                <a:lnTo>
                  <a:pt x="5214" y="1441"/>
                </a:lnTo>
                <a:lnTo>
                  <a:pt x="5213" y="1441"/>
                </a:lnTo>
                <a:lnTo>
                  <a:pt x="5213" y="1440"/>
                </a:lnTo>
                <a:lnTo>
                  <a:pt x="5213" y="1439"/>
                </a:lnTo>
                <a:lnTo>
                  <a:pt x="5212" y="1439"/>
                </a:lnTo>
                <a:lnTo>
                  <a:pt x="5212" y="1438"/>
                </a:lnTo>
                <a:lnTo>
                  <a:pt x="5213" y="1437"/>
                </a:lnTo>
                <a:lnTo>
                  <a:pt x="5212" y="1437"/>
                </a:lnTo>
                <a:lnTo>
                  <a:pt x="5211" y="1437"/>
                </a:lnTo>
                <a:lnTo>
                  <a:pt x="5211" y="1438"/>
                </a:lnTo>
                <a:lnTo>
                  <a:pt x="5211" y="1439"/>
                </a:lnTo>
                <a:lnTo>
                  <a:pt x="5211" y="1440"/>
                </a:lnTo>
                <a:lnTo>
                  <a:pt x="5211" y="1441"/>
                </a:lnTo>
                <a:lnTo>
                  <a:pt x="5210" y="1441"/>
                </a:lnTo>
                <a:lnTo>
                  <a:pt x="5210" y="1440"/>
                </a:lnTo>
                <a:lnTo>
                  <a:pt x="5210" y="1439"/>
                </a:lnTo>
                <a:lnTo>
                  <a:pt x="5209" y="1439"/>
                </a:lnTo>
                <a:lnTo>
                  <a:pt x="5208" y="1439"/>
                </a:lnTo>
                <a:lnTo>
                  <a:pt x="5207" y="1439"/>
                </a:lnTo>
                <a:lnTo>
                  <a:pt x="5206" y="1439"/>
                </a:lnTo>
                <a:lnTo>
                  <a:pt x="5206" y="1438"/>
                </a:lnTo>
                <a:lnTo>
                  <a:pt x="5206" y="1437"/>
                </a:lnTo>
                <a:lnTo>
                  <a:pt x="5206" y="1438"/>
                </a:lnTo>
                <a:lnTo>
                  <a:pt x="5205" y="1438"/>
                </a:lnTo>
                <a:lnTo>
                  <a:pt x="5205" y="1437"/>
                </a:lnTo>
                <a:lnTo>
                  <a:pt x="5204" y="1437"/>
                </a:lnTo>
                <a:lnTo>
                  <a:pt x="5205" y="1438"/>
                </a:lnTo>
                <a:lnTo>
                  <a:pt x="5205" y="1439"/>
                </a:lnTo>
                <a:lnTo>
                  <a:pt x="5204" y="1439"/>
                </a:lnTo>
                <a:lnTo>
                  <a:pt x="5204" y="1440"/>
                </a:lnTo>
                <a:lnTo>
                  <a:pt x="5203" y="1440"/>
                </a:lnTo>
                <a:lnTo>
                  <a:pt x="5203" y="1441"/>
                </a:lnTo>
                <a:lnTo>
                  <a:pt x="5202" y="1441"/>
                </a:lnTo>
                <a:lnTo>
                  <a:pt x="5202" y="1440"/>
                </a:lnTo>
                <a:lnTo>
                  <a:pt x="5202" y="1441"/>
                </a:lnTo>
                <a:lnTo>
                  <a:pt x="5201" y="1441"/>
                </a:lnTo>
                <a:lnTo>
                  <a:pt x="5201" y="1440"/>
                </a:lnTo>
                <a:lnTo>
                  <a:pt x="5200" y="1439"/>
                </a:lnTo>
                <a:lnTo>
                  <a:pt x="5200" y="1440"/>
                </a:lnTo>
                <a:lnTo>
                  <a:pt x="5200" y="1441"/>
                </a:lnTo>
                <a:lnTo>
                  <a:pt x="5200" y="1442"/>
                </a:lnTo>
                <a:lnTo>
                  <a:pt x="5200" y="1443"/>
                </a:lnTo>
                <a:lnTo>
                  <a:pt x="5200" y="1444"/>
                </a:lnTo>
                <a:lnTo>
                  <a:pt x="5201" y="1444"/>
                </a:lnTo>
                <a:lnTo>
                  <a:pt x="5201" y="1445"/>
                </a:lnTo>
                <a:lnTo>
                  <a:pt x="5200" y="1445"/>
                </a:lnTo>
                <a:lnTo>
                  <a:pt x="5199" y="1445"/>
                </a:lnTo>
                <a:lnTo>
                  <a:pt x="5199" y="1444"/>
                </a:lnTo>
                <a:lnTo>
                  <a:pt x="5198" y="1444"/>
                </a:lnTo>
                <a:lnTo>
                  <a:pt x="5198" y="1443"/>
                </a:lnTo>
                <a:lnTo>
                  <a:pt x="5197" y="1443"/>
                </a:lnTo>
                <a:lnTo>
                  <a:pt x="5197" y="1444"/>
                </a:lnTo>
                <a:lnTo>
                  <a:pt x="5196" y="1444"/>
                </a:lnTo>
                <a:lnTo>
                  <a:pt x="5197" y="1445"/>
                </a:lnTo>
                <a:lnTo>
                  <a:pt x="5197" y="1446"/>
                </a:lnTo>
                <a:lnTo>
                  <a:pt x="5196" y="1446"/>
                </a:lnTo>
                <a:lnTo>
                  <a:pt x="5195" y="1445"/>
                </a:lnTo>
                <a:lnTo>
                  <a:pt x="5195" y="1444"/>
                </a:lnTo>
                <a:lnTo>
                  <a:pt x="5194" y="1444"/>
                </a:lnTo>
                <a:lnTo>
                  <a:pt x="5193" y="1444"/>
                </a:lnTo>
                <a:lnTo>
                  <a:pt x="5193" y="1445"/>
                </a:lnTo>
                <a:lnTo>
                  <a:pt x="5193" y="1446"/>
                </a:lnTo>
                <a:lnTo>
                  <a:pt x="5192" y="1446"/>
                </a:lnTo>
                <a:lnTo>
                  <a:pt x="5192" y="1445"/>
                </a:lnTo>
                <a:lnTo>
                  <a:pt x="5192" y="1444"/>
                </a:lnTo>
                <a:lnTo>
                  <a:pt x="5191" y="1444"/>
                </a:lnTo>
                <a:lnTo>
                  <a:pt x="5191" y="1445"/>
                </a:lnTo>
                <a:lnTo>
                  <a:pt x="5190" y="1445"/>
                </a:lnTo>
                <a:lnTo>
                  <a:pt x="5189" y="1445"/>
                </a:lnTo>
                <a:lnTo>
                  <a:pt x="5188" y="1445"/>
                </a:lnTo>
                <a:lnTo>
                  <a:pt x="5187" y="1445"/>
                </a:lnTo>
                <a:lnTo>
                  <a:pt x="5187" y="1446"/>
                </a:lnTo>
                <a:lnTo>
                  <a:pt x="5186" y="1446"/>
                </a:lnTo>
                <a:lnTo>
                  <a:pt x="5185" y="1447"/>
                </a:lnTo>
                <a:lnTo>
                  <a:pt x="5184" y="1447"/>
                </a:lnTo>
                <a:lnTo>
                  <a:pt x="5183" y="1446"/>
                </a:lnTo>
                <a:lnTo>
                  <a:pt x="5183" y="1447"/>
                </a:lnTo>
                <a:lnTo>
                  <a:pt x="5182" y="1447"/>
                </a:lnTo>
                <a:lnTo>
                  <a:pt x="5182" y="1448"/>
                </a:lnTo>
                <a:lnTo>
                  <a:pt x="5181" y="1448"/>
                </a:lnTo>
                <a:lnTo>
                  <a:pt x="5180" y="1447"/>
                </a:lnTo>
                <a:lnTo>
                  <a:pt x="5179" y="1447"/>
                </a:lnTo>
                <a:lnTo>
                  <a:pt x="5180" y="1448"/>
                </a:lnTo>
                <a:lnTo>
                  <a:pt x="5181" y="1449"/>
                </a:lnTo>
                <a:lnTo>
                  <a:pt x="5180" y="1449"/>
                </a:lnTo>
                <a:lnTo>
                  <a:pt x="5180" y="1450"/>
                </a:lnTo>
                <a:lnTo>
                  <a:pt x="5179" y="1450"/>
                </a:lnTo>
                <a:lnTo>
                  <a:pt x="5179" y="1449"/>
                </a:lnTo>
                <a:lnTo>
                  <a:pt x="5178" y="1449"/>
                </a:lnTo>
                <a:lnTo>
                  <a:pt x="5177" y="1448"/>
                </a:lnTo>
                <a:lnTo>
                  <a:pt x="5176" y="1447"/>
                </a:lnTo>
                <a:lnTo>
                  <a:pt x="5175" y="1447"/>
                </a:lnTo>
                <a:lnTo>
                  <a:pt x="5175" y="1448"/>
                </a:lnTo>
                <a:lnTo>
                  <a:pt x="5174" y="1448"/>
                </a:lnTo>
                <a:lnTo>
                  <a:pt x="5173" y="1448"/>
                </a:lnTo>
                <a:lnTo>
                  <a:pt x="5172" y="1448"/>
                </a:lnTo>
                <a:lnTo>
                  <a:pt x="5171" y="1448"/>
                </a:lnTo>
                <a:lnTo>
                  <a:pt x="5170" y="1448"/>
                </a:lnTo>
                <a:lnTo>
                  <a:pt x="5168" y="1446"/>
                </a:lnTo>
                <a:lnTo>
                  <a:pt x="5168" y="1445"/>
                </a:lnTo>
                <a:lnTo>
                  <a:pt x="5168" y="1444"/>
                </a:lnTo>
                <a:lnTo>
                  <a:pt x="5168" y="1443"/>
                </a:lnTo>
                <a:lnTo>
                  <a:pt x="5167" y="1443"/>
                </a:lnTo>
                <a:lnTo>
                  <a:pt x="5167" y="1444"/>
                </a:lnTo>
                <a:lnTo>
                  <a:pt x="5166" y="1445"/>
                </a:lnTo>
                <a:lnTo>
                  <a:pt x="5165" y="1445"/>
                </a:lnTo>
                <a:lnTo>
                  <a:pt x="5165" y="1444"/>
                </a:lnTo>
                <a:lnTo>
                  <a:pt x="5164" y="1444"/>
                </a:lnTo>
                <a:lnTo>
                  <a:pt x="5163" y="1444"/>
                </a:lnTo>
                <a:lnTo>
                  <a:pt x="5163" y="1445"/>
                </a:lnTo>
                <a:lnTo>
                  <a:pt x="5162" y="1445"/>
                </a:lnTo>
                <a:lnTo>
                  <a:pt x="5162" y="1444"/>
                </a:lnTo>
                <a:lnTo>
                  <a:pt x="5161" y="1444"/>
                </a:lnTo>
                <a:lnTo>
                  <a:pt x="5160" y="1444"/>
                </a:lnTo>
                <a:lnTo>
                  <a:pt x="5160" y="1445"/>
                </a:lnTo>
                <a:lnTo>
                  <a:pt x="5161" y="1446"/>
                </a:lnTo>
                <a:lnTo>
                  <a:pt x="5160" y="1447"/>
                </a:lnTo>
                <a:lnTo>
                  <a:pt x="5159" y="1447"/>
                </a:lnTo>
                <a:lnTo>
                  <a:pt x="5158" y="1447"/>
                </a:lnTo>
                <a:lnTo>
                  <a:pt x="5157" y="1447"/>
                </a:lnTo>
                <a:lnTo>
                  <a:pt x="5157" y="1448"/>
                </a:lnTo>
                <a:lnTo>
                  <a:pt x="5156" y="1448"/>
                </a:lnTo>
                <a:lnTo>
                  <a:pt x="5155" y="1448"/>
                </a:lnTo>
                <a:lnTo>
                  <a:pt x="5155" y="1447"/>
                </a:lnTo>
                <a:lnTo>
                  <a:pt x="5155" y="1446"/>
                </a:lnTo>
                <a:lnTo>
                  <a:pt x="5154" y="1446"/>
                </a:lnTo>
                <a:lnTo>
                  <a:pt x="5153" y="1446"/>
                </a:lnTo>
                <a:lnTo>
                  <a:pt x="5152" y="1446"/>
                </a:lnTo>
                <a:lnTo>
                  <a:pt x="5151" y="1446"/>
                </a:lnTo>
                <a:lnTo>
                  <a:pt x="5151" y="1447"/>
                </a:lnTo>
                <a:lnTo>
                  <a:pt x="5151" y="1448"/>
                </a:lnTo>
                <a:lnTo>
                  <a:pt x="5151" y="1449"/>
                </a:lnTo>
                <a:lnTo>
                  <a:pt x="5150" y="1449"/>
                </a:lnTo>
                <a:lnTo>
                  <a:pt x="5149" y="1449"/>
                </a:lnTo>
                <a:lnTo>
                  <a:pt x="5149" y="1448"/>
                </a:lnTo>
                <a:lnTo>
                  <a:pt x="5148" y="1448"/>
                </a:lnTo>
                <a:lnTo>
                  <a:pt x="5147" y="1448"/>
                </a:lnTo>
                <a:lnTo>
                  <a:pt x="5146" y="1448"/>
                </a:lnTo>
                <a:lnTo>
                  <a:pt x="5145" y="1448"/>
                </a:lnTo>
                <a:lnTo>
                  <a:pt x="5145" y="1447"/>
                </a:lnTo>
                <a:lnTo>
                  <a:pt x="5144" y="1447"/>
                </a:lnTo>
                <a:lnTo>
                  <a:pt x="5143" y="1448"/>
                </a:lnTo>
                <a:lnTo>
                  <a:pt x="5143" y="1449"/>
                </a:lnTo>
                <a:lnTo>
                  <a:pt x="5142" y="1449"/>
                </a:lnTo>
                <a:lnTo>
                  <a:pt x="5141" y="1449"/>
                </a:lnTo>
                <a:lnTo>
                  <a:pt x="5141" y="1448"/>
                </a:lnTo>
                <a:lnTo>
                  <a:pt x="5140" y="1448"/>
                </a:lnTo>
                <a:lnTo>
                  <a:pt x="5141" y="1448"/>
                </a:lnTo>
                <a:lnTo>
                  <a:pt x="5141" y="1447"/>
                </a:lnTo>
                <a:lnTo>
                  <a:pt x="5142" y="1447"/>
                </a:lnTo>
                <a:lnTo>
                  <a:pt x="5143" y="1446"/>
                </a:lnTo>
                <a:lnTo>
                  <a:pt x="5143" y="1445"/>
                </a:lnTo>
                <a:lnTo>
                  <a:pt x="5143" y="1444"/>
                </a:lnTo>
                <a:lnTo>
                  <a:pt x="5142" y="1444"/>
                </a:lnTo>
                <a:lnTo>
                  <a:pt x="5141" y="1444"/>
                </a:lnTo>
                <a:lnTo>
                  <a:pt x="5141" y="1445"/>
                </a:lnTo>
                <a:lnTo>
                  <a:pt x="5140" y="1445"/>
                </a:lnTo>
                <a:lnTo>
                  <a:pt x="5140" y="1446"/>
                </a:lnTo>
                <a:lnTo>
                  <a:pt x="5139" y="1446"/>
                </a:lnTo>
                <a:lnTo>
                  <a:pt x="5138" y="1446"/>
                </a:lnTo>
                <a:lnTo>
                  <a:pt x="5138" y="1445"/>
                </a:lnTo>
                <a:lnTo>
                  <a:pt x="5138" y="1444"/>
                </a:lnTo>
                <a:lnTo>
                  <a:pt x="5137" y="1444"/>
                </a:lnTo>
                <a:lnTo>
                  <a:pt x="5136" y="1444"/>
                </a:lnTo>
                <a:lnTo>
                  <a:pt x="5136" y="1445"/>
                </a:lnTo>
                <a:lnTo>
                  <a:pt x="5136" y="1444"/>
                </a:lnTo>
                <a:lnTo>
                  <a:pt x="5135" y="1444"/>
                </a:lnTo>
                <a:lnTo>
                  <a:pt x="5136" y="1443"/>
                </a:lnTo>
                <a:lnTo>
                  <a:pt x="5135" y="1443"/>
                </a:lnTo>
                <a:lnTo>
                  <a:pt x="5134" y="1443"/>
                </a:lnTo>
                <a:lnTo>
                  <a:pt x="5134" y="1444"/>
                </a:lnTo>
                <a:lnTo>
                  <a:pt x="5133" y="1444"/>
                </a:lnTo>
                <a:lnTo>
                  <a:pt x="5132" y="1444"/>
                </a:lnTo>
                <a:lnTo>
                  <a:pt x="5132" y="1443"/>
                </a:lnTo>
                <a:lnTo>
                  <a:pt x="5131" y="1443"/>
                </a:lnTo>
                <a:lnTo>
                  <a:pt x="5130" y="1443"/>
                </a:lnTo>
                <a:lnTo>
                  <a:pt x="5130" y="1444"/>
                </a:lnTo>
                <a:lnTo>
                  <a:pt x="5130" y="1445"/>
                </a:lnTo>
                <a:lnTo>
                  <a:pt x="5129" y="1445"/>
                </a:lnTo>
                <a:lnTo>
                  <a:pt x="5129" y="1444"/>
                </a:lnTo>
                <a:lnTo>
                  <a:pt x="5129" y="1443"/>
                </a:lnTo>
                <a:lnTo>
                  <a:pt x="5128" y="1443"/>
                </a:lnTo>
                <a:lnTo>
                  <a:pt x="5128" y="1444"/>
                </a:lnTo>
                <a:lnTo>
                  <a:pt x="5127" y="1444"/>
                </a:lnTo>
                <a:lnTo>
                  <a:pt x="5126" y="1444"/>
                </a:lnTo>
                <a:lnTo>
                  <a:pt x="5125" y="1444"/>
                </a:lnTo>
                <a:lnTo>
                  <a:pt x="5125" y="1443"/>
                </a:lnTo>
                <a:lnTo>
                  <a:pt x="5125" y="1442"/>
                </a:lnTo>
                <a:lnTo>
                  <a:pt x="5126" y="1442"/>
                </a:lnTo>
                <a:lnTo>
                  <a:pt x="5126" y="1443"/>
                </a:lnTo>
                <a:lnTo>
                  <a:pt x="5126" y="1442"/>
                </a:lnTo>
                <a:lnTo>
                  <a:pt x="5126" y="1441"/>
                </a:lnTo>
                <a:lnTo>
                  <a:pt x="5126" y="1440"/>
                </a:lnTo>
                <a:lnTo>
                  <a:pt x="5127" y="1440"/>
                </a:lnTo>
                <a:lnTo>
                  <a:pt x="5128" y="1440"/>
                </a:lnTo>
                <a:lnTo>
                  <a:pt x="5128" y="1439"/>
                </a:lnTo>
                <a:lnTo>
                  <a:pt x="5128" y="1438"/>
                </a:lnTo>
                <a:lnTo>
                  <a:pt x="5127" y="1438"/>
                </a:lnTo>
                <a:lnTo>
                  <a:pt x="5128" y="1438"/>
                </a:lnTo>
                <a:lnTo>
                  <a:pt x="5128" y="1437"/>
                </a:lnTo>
                <a:lnTo>
                  <a:pt x="5129" y="1437"/>
                </a:lnTo>
                <a:lnTo>
                  <a:pt x="5130" y="1437"/>
                </a:lnTo>
                <a:lnTo>
                  <a:pt x="5131" y="1437"/>
                </a:lnTo>
                <a:lnTo>
                  <a:pt x="5131" y="1436"/>
                </a:lnTo>
                <a:lnTo>
                  <a:pt x="5131" y="1435"/>
                </a:lnTo>
                <a:lnTo>
                  <a:pt x="5130" y="1435"/>
                </a:lnTo>
                <a:lnTo>
                  <a:pt x="5129" y="1435"/>
                </a:lnTo>
                <a:lnTo>
                  <a:pt x="5128" y="1436"/>
                </a:lnTo>
                <a:lnTo>
                  <a:pt x="5127" y="1436"/>
                </a:lnTo>
                <a:lnTo>
                  <a:pt x="5126" y="1436"/>
                </a:lnTo>
                <a:lnTo>
                  <a:pt x="5125" y="1436"/>
                </a:lnTo>
                <a:lnTo>
                  <a:pt x="5125" y="1435"/>
                </a:lnTo>
                <a:lnTo>
                  <a:pt x="5125" y="1434"/>
                </a:lnTo>
                <a:lnTo>
                  <a:pt x="5125" y="1433"/>
                </a:lnTo>
                <a:lnTo>
                  <a:pt x="5124" y="1433"/>
                </a:lnTo>
                <a:lnTo>
                  <a:pt x="5123" y="1434"/>
                </a:lnTo>
                <a:lnTo>
                  <a:pt x="5122" y="1434"/>
                </a:lnTo>
                <a:lnTo>
                  <a:pt x="5121" y="1434"/>
                </a:lnTo>
                <a:lnTo>
                  <a:pt x="5121" y="1433"/>
                </a:lnTo>
                <a:lnTo>
                  <a:pt x="5122" y="1433"/>
                </a:lnTo>
                <a:lnTo>
                  <a:pt x="5122" y="1432"/>
                </a:lnTo>
                <a:lnTo>
                  <a:pt x="5123" y="1432"/>
                </a:lnTo>
                <a:lnTo>
                  <a:pt x="5123" y="1431"/>
                </a:lnTo>
                <a:lnTo>
                  <a:pt x="5122" y="1431"/>
                </a:lnTo>
                <a:lnTo>
                  <a:pt x="5121" y="1431"/>
                </a:lnTo>
                <a:lnTo>
                  <a:pt x="5120" y="1431"/>
                </a:lnTo>
                <a:lnTo>
                  <a:pt x="5119" y="1431"/>
                </a:lnTo>
                <a:lnTo>
                  <a:pt x="5119" y="1430"/>
                </a:lnTo>
                <a:lnTo>
                  <a:pt x="5118" y="1430"/>
                </a:lnTo>
                <a:lnTo>
                  <a:pt x="5117" y="1429"/>
                </a:lnTo>
                <a:lnTo>
                  <a:pt x="5117" y="1430"/>
                </a:lnTo>
                <a:lnTo>
                  <a:pt x="5116" y="1429"/>
                </a:lnTo>
                <a:lnTo>
                  <a:pt x="5115" y="1429"/>
                </a:lnTo>
                <a:lnTo>
                  <a:pt x="5115" y="1428"/>
                </a:lnTo>
                <a:lnTo>
                  <a:pt x="5115" y="1427"/>
                </a:lnTo>
                <a:lnTo>
                  <a:pt x="5115" y="1426"/>
                </a:lnTo>
                <a:lnTo>
                  <a:pt x="5116" y="1426"/>
                </a:lnTo>
                <a:lnTo>
                  <a:pt x="5117" y="1426"/>
                </a:lnTo>
                <a:lnTo>
                  <a:pt x="5118" y="1426"/>
                </a:lnTo>
                <a:lnTo>
                  <a:pt x="5118" y="1425"/>
                </a:lnTo>
                <a:lnTo>
                  <a:pt x="5118" y="1424"/>
                </a:lnTo>
                <a:lnTo>
                  <a:pt x="5117" y="1424"/>
                </a:lnTo>
                <a:lnTo>
                  <a:pt x="5117" y="1425"/>
                </a:lnTo>
                <a:lnTo>
                  <a:pt x="5116" y="1425"/>
                </a:lnTo>
                <a:lnTo>
                  <a:pt x="5116" y="1424"/>
                </a:lnTo>
                <a:lnTo>
                  <a:pt x="5115" y="1424"/>
                </a:lnTo>
                <a:lnTo>
                  <a:pt x="5116" y="1423"/>
                </a:lnTo>
                <a:lnTo>
                  <a:pt x="5115" y="1422"/>
                </a:lnTo>
                <a:lnTo>
                  <a:pt x="5115" y="1421"/>
                </a:lnTo>
                <a:lnTo>
                  <a:pt x="5115" y="1420"/>
                </a:lnTo>
                <a:lnTo>
                  <a:pt x="5114" y="1419"/>
                </a:lnTo>
                <a:lnTo>
                  <a:pt x="5114" y="1420"/>
                </a:lnTo>
                <a:lnTo>
                  <a:pt x="5113" y="1420"/>
                </a:lnTo>
                <a:lnTo>
                  <a:pt x="5112" y="1420"/>
                </a:lnTo>
                <a:lnTo>
                  <a:pt x="5111" y="1420"/>
                </a:lnTo>
                <a:lnTo>
                  <a:pt x="5110" y="1420"/>
                </a:lnTo>
                <a:lnTo>
                  <a:pt x="5110" y="1419"/>
                </a:lnTo>
                <a:lnTo>
                  <a:pt x="5110" y="1418"/>
                </a:lnTo>
                <a:lnTo>
                  <a:pt x="5109" y="1418"/>
                </a:lnTo>
                <a:lnTo>
                  <a:pt x="5108" y="1418"/>
                </a:lnTo>
                <a:lnTo>
                  <a:pt x="5107" y="1418"/>
                </a:lnTo>
                <a:lnTo>
                  <a:pt x="5107" y="1417"/>
                </a:lnTo>
                <a:lnTo>
                  <a:pt x="5106" y="1417"/>
                </a:lnTo>
                <a:lnTo>
                  <a:pt x="5105" y="1417"/>
                </a:lnTo>
                <a:lnTo>
                  <a:pt x="5105" y="1418"/>
                </a:lnTo>
                <a:lnTo>
                  <a:pt x="5104" y="1418"/>
                </a:lnTo>
                <a:lnTo>
                  <a:pt x="5103" y="1418"/>
                </a:lnTo>
                <a:lnTo>
                  <a:pt x="5102" y="1418"/>
                </a:lnTo>
                <a:lnTo>
                  <a:pt x="5102" y="1417"/>
                </a:lnTo>
                <a:lnTo>
                  <a:pt x="5102" y="1416"/>
                </a:lnTo>
                <a:lnTo>
                  <a:pt x="5103" y="1416"/>
                </a:lnTo>
                <a:lnTo>
                  <a:pt x="5104" y="1416"/>
                </a:lnTo>
                <a:lnTo>
                  <a:pt x="5104" y="1415"/>
                </a:lnTo>
                <a:lnTo>
                  <a:pt x="5104" y="1414"/>
                </a:lnTo>
                <a:lnTo>
                  <a:pt x="5103" y="1414"/>
                </a:lnTo>
                <a:lnTo>
                  <a:pt x="5103" y="1413"/>
                </a:lnTo>
                <a:lnTo>
                  <a:pt x="5102" y="1413"/>
                </a:lnTo>
                <a:lnTo>
                  <a:pt x="5101" y="1413"/>
                </a:lnTo>
                <a:lnTo>
                  <a:pt x="5101" y="1414"/>
                </a:lnTo>
                <a:lnTo>
                  <a:pt x="5100" y="1415"/>
                </a:lnTo>
                <a:lnTo>
                  <a:pt x="5099" y="1416"/>
                </a:lnTo>
                <a:lnTo>
                  <a:pt x="5098" y="1416"/>
                </a:lnTo>
                <a:lnTo>
                  <a:pt x="5098" y="1417"/>
                </a:lnTo>
                <a:lnTo>
                  <a:pt x="5097" y="1417"/>
                </a:lnTo>
                <a:lnTo>
                  <a:pt x="5097" y="1418"/>
                </a:lnTo>
                <a:lnTo>
                  <a:pt x="5096" y="1419"/>
                </a:lnTo>
                <a:lnTo>
                  <a:pt x="5096" y="1421"/>
                </a:lnTo>
                <a:lnTo>
                  <a:pt x="5096" y="1423"/>
                </a:lnTo>
                <a:lnTo>
                  <a:pt x="5096" y="1424"/>
                </a:lnTo>
                <a:lnTo>
                  <a:pt x="5096" y="1425"/>
                </a:lnTo>
                <a:lnTo>
                  <a:pt x="5096" y="1426"/>
                </a:lnTo>
                <a:lnTo>
                  <a:pt x="5095" y="1426"/>
                </a:lnTo>
                <a:lnTo>
                  <a:pt x="5095" y="1427"/>
                </a:lnTo>
                <a:lnTo>
                  <a:pt x="5094" y="1426"/>
                </a:lnTo>
                <a:lnTo>
                  <a:pt x="5094" y="1425"/>
                </a:lnTo>
                <a:lnTo>
                  <a:pt x="5093" y="1424"/>
                </a:lnTo>
                <a:lnTo>
                  <a:pt x="5092" y="1424"/>
                </a:lnTo>
                <a:lnTo>
                  <a:pt x="5092" y="1425"/>
                </a:lnTo>
                <a:lnTo>
                  <a:pt x="5091" y="1425"/>
                </a:lnTo>
                <a:lnTo>
                  <a:pt x="5091" y="1426"/>
                </a:lnTo>
                <a:lnTo>
                  <a:pt x="5091" y="1427"/>
                </a:lnTo>
                <a:lnTo>
                  <a:pt x="5092" y="1427"/>
                </a:lnTo>
                <a:lnTo>
                  <a:pt x="5092" y="1429"/>
                </a:lnTo>
                <a:lnTo>
                  <a:pt x="5092" y="1430"/>
                </a:lnTo>
                <a:lnTo>
                  <a:pt x="5093" y="1430"/>
                </a:lnTo>
                <a:lnTo>
                  <a:pt x="5093" y="1431"/>
                </a:lnTo>
                <a:lnTo>
                  <a:pt x="5092" y="1431"/>
                </a:lnTo>
                <a:lnTo>
                  <a:pt x="5091" y="1431"/>
                </a:lnTo>
                <a:lnTo>
                  <a:pt x="5090" y="1431"/>
                </a:lnTo>
                <a:lnTo>
                  <a:pt x="5090" y="1430"/>
                </a:lnTo>
                <a:lnTo>
                  <a:pt x="5090" y="1429"/>
                </a:lnTo>
                <a:lnTo>
                  <a:pt x="5089" y="1428"/>
                </a:lnTo>
                <a:lnTo>
                  <a:pt x="5088" y="1428"/>
                </a:lnTo>
                <a:lnTo>
                  <a:pt x="5087" y="1428"/>
                </a:lnTo>
                <a:lnTo>
                  <a:pt x="5086" y="1427"/>
                </a:lnTo>
                <a:lnTo>
                  <a:pt x="5085" y="1427"/>
                </a:lnTo>
                <a:lnTo>
                  <a:pt x="5084" y="1426"/>
                </a:lnTo>
                <a:lnTo>
                  <a:pt x="5082" y="1426"/>
                </a:lnTo>
                <a:lnTo>
                  <a:pt x="5081" y="1427"/>
                </a:lnTo>
                <a:lnTo>
                  <a:pt x="5082" y="1427"/>
                </a:lnTo>
                <a:lnTo>
                  <a:pt x="5082" y="1428"/>
                </a:lnTo>
                <a:lnTo>
                  <a:pt x="5082" y="1427"/>
                </a:lnTo>
                <a:lnTo>
                  <a:pt x="5083" y="1428"/>
                </a:lnTo>
                <a:lnTo>
                  <a:pt x="5085" y="1428"/>
                </a:lnTo>
                <a:lnTo>
                  <a:pt x="5086" y="1428"/>
                </a:lnTo>
                <a:lnTo>
                  <a:pt x="5086" y="1429"/>
                </a:lnTo>
                <a:lnTo>
                  <a:pt x="5086" y="1430"/>
                </a:lnTo>
                <a:lnTo>
                  <a:pt x="5086" y="1431"/>
                </a:lnTo>
                <a:lnTo>
                  <a:pt x="5085" y="1431"/>
                </a:lnTo>
                <a:lnTo>
                  <a:pt x="5085" y="1432"/>
                </a:lnTo>
                <a:lnTo>
                  <a:pt x="5084" y="1433"/>
                </a:lnTo>
                <a:lnTo>
                  <a:pt x="5083" y="1435"/>
                </a:lnTo>
                <a:lnTo>
                  <a:pt x="5084" y="1435"/>
                </a:lnTo>
                <a:lnTo>
                  <a:pt x="5084" y="1436"/>
                </a:lnTo>
                <a:lnTo>
                  <a:pt x="5084" y="1437"/>
                </a:lnTo>
                <a:lnTo>
                  <a:pt x="5083" y="1437"/>
                </a:lnTo>
                <a:lnTo>
                  <a:pt x="5082" y="1437"/>
                </a:lnTo>
                <a:lnTo>
                  <a:pt x="5081" y="1437"/>
                </a:lnTo>
                <a:lnTo>
                  <a:pt x="5081" y="1438"/>
                </a:lnTo>
                <a:lnTo>
                  <a:pt x="5081" y="1439"/>
                </a:lnTo>
                <a:lnTo>
                  <a:pt x="5079" y="1439"/>
                </a:lnTo>
                <a:lnTo>
                  <a:pt x="5078" y="1439"/>
                </a:lnTo>
                <a:lnTo>
                  <a:pt x="5078" y="1438"/>
                </a:lnTo>
                <a:lnTo>
                  <a:pt x="5077" y="1438"/>
                </a:lnTo>
                <a:lnTo>
                  <a:pt x="5076" y="1438"/>
                </a:lnTo>
                <a:lnTo>
                  <a:pt x="5076" y="1439"/>
                </a:lnTo>
                <a:lnTo>
                  <a:pt x="5077" y="1440"/>
                </a:lnTo>
                <a:lnTo>
                  <a:pt x="5077" y="1441"/>
                </a:lnTo>
                <a:lnTo>
                  <a:pt x="5077" y="1442"/>
                </a:lnTo>
                <a:lnTo>
                  <a:pt x="5076" y="1443"/>
                </a:lnTo>
                <a:lnTo>
                  <a:pt x="5076" y="1444"/>
                </a:lnTo>
                <a:lnTo>
                  <a:pt x="5076" y="1445"/>
                </a:lnTo>
                <a:lnTo>
                  <a:pt x="5075" y="1445"/>
                </a:lnTo>
                <a:lnTo>
                  <a:pt x="5075" y="1446"/>
                </a:lnTo>
                <a:lnTo>
                  <a:pt x="5074" y="1446"/>
                </a:lnTo>
                <a:lnTo>
                  <a:pt x="5074" y="1448"/>
                </a:lnTo>
                <a:lnTo>
                  <a:pt x="5075" y="1449"/>
                </a:lnTo>
                <a:lnTo>
                  <a:pt x="5076" y="1449"/>
                </a:lnTo>
                <a:lnTo>
                  <a:pt x="5077" y="1450"/>
                </a:lnTo>
                <a:lnTo>
                  <a:pt x="5077" y="1451"/>
                </a:lnTo>
                <a:lnTo>
                  <a:pt x="5077" y="1452"/>
                </a:lnTo>
                <a:lnTo>
                  <a:pt x="5077" y="1453"/>
                </a:lnTo>
                <a:lnTo>
                  <a:pt x="5077" y="1454"/>
                </a:lnTo>
                <a:lnTo>
                  <a:pt x="5076" y="1455"/>
                </a:lnTo>
                <a:lnTo>
                  <a:pt x="5076" y="1456"/>
                </a:lnTo>
                <a:lnTo>
                  <a:pt x="5076" y="1457"/>
                </a:lnTo>
                <a:lnTo>
                  <a:pt x="5076" y="1459"/>
                </a:lnTo>
                <a:lnTo>
                  <a:pt x="5075" y="1460"/>
                </a:lnTo>
                <a:lnTo>
                  <a:pt x="5075" y="1461"/>
                </a:lnTo>
                <a:lnTo>
                  <a:pt x="5076" y="1461"/>
                </a:lnTo>
                <a:lnTo>
                  <a:pt x="5076" y="1462"/>
                </a:lnTo>
                <a:lnTo>
                  <a:pt x="5076" y="1463"/>
                </a:lnTo>
                <a:lnTo>
                  <a:pt x="5075" y="1463"/>
                </a:lnTo>
                <a:lnTo>
                  <a:pt x="5075" y="1464"/>
                </a:lnTo>
                <a:lnTo>
                  <a:pt x="5075" y="1465"/>
                </a:lnTo>
                <a:lnTo>
                  <a:pt x="5074" y="1466"/>
                </a:lnTo>
                <a:lnTo>
                  <a:pt x="5074" y="1467"/>
                </a:lnTo>
                <a:lnTo>
                  <a:pt x="5074" y="1468"/>
                </a:lnTo>
                <a:lnTo>
                  <a:pt x="5074" y="1469"/>
                </a:lnTo>
                <a:lnTo>
                  <a:pt x="5073" y="1469"/>
                </a:lnTo>
                <a:lnTo>
                  <a:pt x="5073" y="1470"/>
                </a:lnTo>
                <a:lnTo>
                  <a:pt x="5074" y="1470"/>
                </a:lnTo>
                <a:lnTo>
                  <a:pt x="5075" y="1470"/>
                </a:lnTo>
                <a:lnTo>
                  <a:pt x="5074" y="1471"/>
                </a:lnTo>
                <a:lnTo>
                  <a:pt x="5074" y="1472"/>
                </a:lnTo>
                <a:lnTo>
                  <a:pt x="5075" y="1472"/>
                </a:lnTo>
                <a:lnTo>
                  <a:pt x="5074" y="1473"/>
                </a:lnTo>
                <a:lnTo>
                  <a:pt x="5075" y="1474"/>
                </a:lnTo>
                <a:lnTo>
                  <a:pt x="5076" y="1474"/>
                </a:lnTo>
                <a:lnTo>
                  <a:pt x="5075" y="1475"/>
                </a:lnTo>
                <a:lnTo>
                  <a:pt x="5075" y="1476"/>
                </a:lnTo>
                <a:lnTo>
                  <a:pt x="5076" y="1476"/>
                </a:lnTo>
                <a:lnTo>
                  <a:pt x="5076" y="1477"/>
                </a:lnTo>
                <a:lnTo>
                  <a:pt x="5077" y="1477"/>
                </a:lnTo>
                <a:lnTo>
                  <a:pt x="5078" y="1478"/>
                </a:lnTo>
                <a:lnTo>
                  <a:pt x="5078" y="1479"/>
                </a:lnTo>
                <a:lnTo>
                  <a:pt x="5077" y="1480"/>
                </a:lnTo>
                <a:lnTo>
                  <a:pt x="5077" y="1481"/>
                </a:lnTo>
                <a:lnTo>
                  <a:pt x="5076" y="1481"/>
                </a:lnTo>
                <a:lnTo>
                  <a:pt x="5075" y="1481"/>
                </a:lnTo>
                <a:lnTo>
                  <a:pt x="5074" y="1481"/>
                </a:lnTo>
                <a:lnTo>
                  <a:pt x="5073" y="1481"/>
                </a:lnTo>
                <a:lnTo>
                  <a:pt x="5073" y="1482"/>
                </a:lnTo>
                <a:lnTo>
                  <a:pt x="5072" y="1482"/>
                </a:lnTo>
                <a:lnTo>
                  <a:pt x="5072" y="1481"/>
                </a:lnTo>
                <a:lnTo>
                  <a:pt x="5073" y="1481"/>
                </a:lnTo>
                <a:lnTo>
                  <a:pt x="5073" y="1480"/>
                </a:lnTo>
                <a:lnTo>
                  <a:pt x="5074" y="1480"/>
                </a:lnTo>
                <a:lnTo>
                  <a:pt x="5075" y="1480"/>
                </a:lnTo>
                <a:lnTo>
                  <a:pt x="5075" y="1479"/>
                </a:lnTo>
                <a:lnTo>
                  <a:pt x="5075" y="1478"/>
                </a:lnTo>
                <a:lnTo>
                  <a:pt x="5074" y="1478"/>
                </a:lnTo>
                <a:lnTo>
                  <a:pt x="5073" y="1478"/>
                </a:lnTo>
                <a:lnTo>
                  <a:pt x="5072" y="1479"/>
                </a:lnTo>
                <a:lnTo>
                  <a:pt x="5070" y="1481"/>
                </a:lnTo>
                <a:lnTo>
                  <a:pt x="5069" y="1481"/>
                </a:lnTo>
                <a:lnTo>
                  <a:pt x="5068" y="1482"/>
                </a:lnTo>
                <a:lnTo>
                  <a:pt x="5068" y="1483"/>
                </a:lnTo>
                <a:lnTo>
                  <a:pt x="5068" y="1484"/>
                </a:lnTo>
                <a:lnTo>
                  <a:pt x="5069" y="1484"/>
                </a:lnTo>
                <a:lnTo>
                  <a:pt x="5069" y="1485"/>
                </a:lnTo>
                <a:lnTo>
                  <a:pt x="5068" y="1485"/>
                </a:lnTo>
                <a:lnTo>
                  <a:pt x="5067" y="1485"/>
                </a:lnTo>
                <a:lnTo>
                  <a:pt x="5066" y="1486"/>
                </a:lnTo>
                <a:lnTo>
                  <a:pt x="5066" y="1488"/>
                </a:lnTo>
                <a:lnTo>
                  <a:pt x="5066" y="1489"/>
                </a:lnTo>
                <a:lnTo>
                  <a:pt x="5065" y="1490"/>
                </a:lnTo>
                <a:lnTo>
                  <a:pt x="5065" y="1491"/>
                </a:lnTo>
                <a:lnTo>
                  <a:pt x="5064" y="1491"/>
                </a:lnTo>
                <a:lnTo>
                  <a:pt x="5064" y="1492"/>
                </a:lnTo>
                <a:lnTo>
                  <a:pt x="5064" y="1493"/>
                </a:lnTo>
                <a:lnTo>
                  <a:pt x="5064" y="1494"/>
                </a:lnTo>
                <a:lnTo>
                  <a:pt x="5064" y="1495"/>
                </a:lnTo>
                <a:lnTo>
                  <a:pt x="5064" y="1496"/>
                </a:lnTo>
                <a:lnTo>
                  <a:pt x="5064" y="1497"/>
                </a:lnTo>
                <a:lnTo>
                  <a:pt x="5063" y="1498"/>
                </a:lnTo>
                <a:lnTo>
                  <a:pt x="5062" y="1498"/>
                </a:lnTo>
                <a:lnTo>
                  <a:pt x="5062" y="1499"/>
                </a:lnTo>
                <a:lnTo>
                  <a:pt x="5061" y="1499"/>
                </a:lnTo>
                <a:lnTo>
                  <a:pt x="5061" y="1500"/>
                </a:lnTo>
                <a:lnTo>
                  <a:pt x="5061" y="1501"/>
                </a:lnTo>
                <a:lnTo>
                  <a:pt x="5061" y="1503"/>
                </a:lnTo>
                <a:lnTo>
                  <a:pt x="5061" y="1504"/>
                </a:lnTo>
                <a:lnTo>
                  <a:pt x="5061" y="1505"/>
                </a:lnTo>
                <a:lnTo>
                  <a:pt x="5060" y="1505"/>
                </a:lnTo>
                <a:lnTo>
                  <a:pt x="5059" y="1505"/>
                </a:lnTo>
                <a:lnTo>
                  <a:pt x="5059" y="1506"/>
                </a:lnTo>
                <a:lnTo>
                  <a:pt x="5059" y="1507"/>
                </a:lnTo>
                <a:lnTo>
                  <a:pt x="5060" y="1507"/>
                </a:lnTo>
                <a:lnTo>
                  <a:pt x="5060" y="1508"/>
                </a:lnTo>
                <a:lnTo>
                  <a:pt x="5060" y="1509"/>
                </a:lnTo>
                <a:lnTo>
                  <a:pt x="5059" y="1510"/>
                </a:lnTo>
                <a:lnTo>
                  <a:pt x="5058" y="1511"/>
                </a:lnTo>
                <a:lnTo>
                  <a:pt x="5057" y="1511"/>
                </a:lnTo>
                <a:lnTo>
                  <a:pt x="5056" y="1512"/>
                </a:lnTo>
                <a:lnTo>
                  <a:pt x="5055" y="1512"/>
                </a:lnTo>
                <a:lnTo>
                  <a:pt x="5055" y="1514"/>
                </a:lnTo>
                <a:lnTo>
                  <a:pt x="5055" y="1515"/>
                </a:lnTo>
                <a:lnTo>
                  <a:pt x="5054" y="1515"/>
                </a:lnTo>
                <a:lnTo>
                  <a:pt x="5053" y="1516"/>
                </a:lnTo>
                <a:lnTo>
                  <a:pt x="5052" y="1517"/>
                </a:lnTo>
                <a:lnTo>
                  <a:pt x="5052" y="1518"/>
                </a:lnTo>
                <a:lnTo>
                  <a:pt x="5052" y="1519"/>
                </a:lnTo>
                <a:lnTo>
                  <a:pt x="5051" y="1520"/>
                </a:lnTo>
                <a:lnTo>
                  <a:pt x="5050" y="1521"/>
                </a:lnTo>
                <a:lnTo>
                  <a:pt x="5049" y="1521"/>
                </a:lnTo>
                <a:lnTo>
                  <a:pt x="5047" y="1521"/>
                </a:lnTo>
                <a:lnTo>
                  <a:pt x="5046" y="1522"/>
                </a:lnTo>
                <a:lnTo>
                  <a:pt x="5046" y="1523"/>
                </a:lnTo>
                <a:lnTo>
                  <a:pt x="5046" y="1524"/>
                </a:lnTo>
                <a:lnTo>
                  <a:pt x="5047" y="1524"/>
                </a:lnTo>
                <a:lnTo>
                  <a:pt x="5047" y="1525"/>
                </a:lnTo>
                <a:lnTo>
                  <a:pt x="5048" y="1525"/>
                </a:lnTo>
                <a:lnTo>
                  <a:pt x="5048" y="1526"/>
                </a:lnTo>
                <a:lnTo>
                  <a:pt x="5048" y="1528"/>
                </a:lnTo>
                <a:lnTo>
                  <a:pt x="5048" y="1529"/>
                </a:lnTo>
                <a:lnTo>
                  <a:pt x="5047" y="1529"/>
                </a:lnTo>
                <a:lnTo>
                  <a:pt x="5046" y="1529"/>
                </a:lnTo>
                <a:lnTo>
                  <a:pt x="5046" y="1530"/>
                </a:lnTo>
                <a:lnTo>
                  <a:pt x="5046" y="1531"/>
                </a:lnTo>
                <a:lnTo>
                  <a:pt x="5047" y="1531"/>
                </a:lnTo>
                <a:lnTo>
                  <a:pt x="5047" y="1532"/>
                </a:lnTo>
                <a:lnTo>
                  <a:pt x="5047" y="1533"/>
                </a:lnTo>
                <a:lnTo>
                  <a:pt x="5046" y="1533"/>
                </a:lnTo>
                <a:lnTo>
                  <a:pt x="5045" y="1533"/>
                </a:lnTo>
                <a:lnTo>
                  <a:pt x="5044" y="1534"/>
                </a:lnTo>
                <a:lnTo>
                  <a:pt x="5044" y="1535"/>
                </a:lnTo>
                <a:lnTo>
                  <a:pt x="5045" y="1536"/>
                </a:lnTo>
                <a:lnTo>
                  <a:pt x="5046" y="1536"/>
                </a:lnTo>
                <a:lnTo>
                  <a:pt x="5046" y="1537"/>
                </a:lnTo>
                <a:lnTo>
                  <a:pt x="5045" y="1537"/>
                </a:lnTo>
                <a:lnTo>
                  <a:pt x="5045" y="1538"/>
                </a:lnTo>
                <a:lnTo>
                  <a:pt x="5044" y="1538"/>
                </a:lnTo>
                <a:lnTo>
                  <a:pt x="5044" y="1539"/>
                </a:lnTo>
                <a:lnTo>
                  <a:pt x="5043" y="1540"/>
                </a:lnTo>
                <a:lnTo>
                  <a:pt x="5044" y="1540"/>
                </a:lnTo>
                <a:lnTo>
                  <a:pt x="5044" y="1541"/>
                </a:lnTo>
                <a:lnTo>
                  <a:pt x="5043" y="1542"/>
                </a:lnTo>
                <a:lnTo>
                  <a:pt x="5043" y="1543"/>
                </a:lnTo>
                <a:lnTo>
                  <a:pt x="5043" y="1544"/>
                </a:lnTo>
                <a:lnTo>
                  <a:pt x="5042" y="1544"/>
                </a:lnTo>
                <a:lnTo>
                  <a:pt x="5041" y="1544"/>
                </a:lnTo>
                <a:lnTo>
                  <a:pt x="5040" y="1544"/>
                </a:lnTo>
                <a:lnTo>
                  <a:pt x="5039" y="1545"/>
                </a:lnTo>
                <a:lnTo>
                  <a:pt x="5038" y="1545"/>
                </a:lnTo>
                <a:lnTo>
                  <a:pt x="5038" y="1546"/>
                </a:lnTo>
                <a:lnTo>
                  <a:pt x="5038" y="1547"/>
                </a:lnTo>
                <a:lnTo>
                  <a:pt x="5039" y="1547"/>
                </a:lnTo>
                <a:lnTo>
                  <a:pt x="5040" y="1546"/>
                </a:lnTo>
                <a:lnTo>
                  <a:pt x="5041" y="1546"/>
                </a:lnTo>
                <a:lnTo>
                  <a:pt x="5042" y="1547"/>
                </a:lnTo>
                <a:lnTo>
                  <a:pt x="5042" y="1548"/>
                </a:lnTo>
                <a:lnTo>
                  <a:pt x="5043" y="1548"/>
                </a:lnTo>
                <a:lnTo>
                  <a:pt x="5042" y="1549"/>
                </a:lnTo>
                <a:lnTo>
                  <a:pt x="5041" y="1549"/>
                </a:lnTo>
                <a:lnTo>
                  <a:pt x="5040" y="1549"/>
                </a:lnTo>
                <a:lnTo>
                  <a:pt x="5040" y="1550"/>
                </a:lnTo>
                <a:lnTo>
                  <a:pt x="5040" y="1549"/>
                </a:lnTo>
                <a:lnTo>
                  <a:pt x="5040" y="1550"/>
                </a:lnTo>
                <a:lnTo>
                  <a:pt x="5039" y="1549"/>
                </a:lnTo>
                <a:lnTo>
                  <a:pt x="5038" y="1549"/>
                </a:lnTo>
                <a:lnTo>
                  <a:pt x="5038" y="1548"/>
                </a:lnTo>
                <a:lnTo>
                  <a:pt x="5038" y="1549"/>
                </a:lnTo>
                <a:lnTo>
                  <a:pt x="5037" y="1549"/>
                </a:lnTo>
                <a:lnTo>
                  <a:pt x="5037" y="1550"/>
                </a:lnTo>
                <a:lnTo>
                  <a:pt x="5038" y="1550"/>
                </a:lnTo>
                <a:lnTo>
                  <a:pt x="5038" y="1551"/>
                </a:lnTo>
                <a:lnTo>
                  <a:pt x="5037" y="1551"/>
                </a:lnTo>
                <a:lnTo>
                  <a:pt x="5038" y="1551"/>
                </a:lnTo>
                <a:lnTo>
                  <a:pt x="5037" y="1551"/>
                </a:lnTo>
                <a:lnTo>
                  <a:pt x="5037" y="1552"/>
                </a:lnTo>
                <a:lnTo>
                  <a:pt x="5036" y="1552"/>
                </a:lnTo>
                <a:lnTo>
                  <a:pt x="5035" y="1552"/>
                </a:lnTo>
                <a:lnTo>
                  <a:pt x="5035" y="1553"/>
                </a:lnTo>
                <a:lnTo>
                  <a:pt x="5035" y="1552"/>
                </a:lnTo>
                <a:lnTo>
                  <a:pt x="5033" y="1552"/>
                </a:lnTo>
                <a:lnTo>
                  <a:pt x="5032" y="1552"/>
                </a:lnTo>
                <a:lnTo>
                  <a:pt x="5032" y="1551"/>
                </a:lnTo>
                <a:lnTo>
                  <a:pt x="5032" y="1550"/>
                </a:lnTo>
                <a:lnTo>
                  <a:pt x="5032" y="1549"/>
                </a:lnTo>
                <a:lnTo>
                  <a:pt x="5031" y="1549"/>
                </a:lnTo>
                <a:lnTo>
                  <a:pt x="5032" y="1549"/>
                </a:lnTo>
                <a:lnTo>
                  <a:pt x="5031" y="1549"/>
                </a:lnTo>
                <a:lnTo>
                  <a:pt x="5032" y="1550"/>
                </a:lnTo>
                <a:lnTo>
                  <a:pt x="5031" y="1550"/>
                </a:lnTo>
                <a:lnTo>
                  <a:pt x="5031" y="1551"/>
                </a:lnTo>
                <a:lnTo>
                  <a:pt x="5030" y="1551"/>
                </a:lnTo>
                <a:lnTo>
                  <a:pt x="5029" y="1551"/>
                </a:lnTo>
                <a:lnTo>
                  <a:pt x="5029" y="1550"/>
                </a:lnTo>
                <a:lnTo>
                  <a:pt x="5028" y="1550"/>
                </a:lnTo>
                <a:lnTo>
                  <a:pt x="5028" y="1551"/>
                </a:lnTo>
                <a:lnTo>
                  <a:pt x="5028" y="1553"/>
                </a:lnTo>
                <a:lnTo>
                  <a:pt x="5027" y="1553"/>
                </a:lnTo>
                <a:lnTo>
                  <a:pt x="5027" y="1554"/>
                </a:lnTo>
                <a:lnTo>
                  <a:pt x="5026" y="1554"/>
                </a:lnTo>
                <a:lnTo>
                  <a:pt x="5026" y="1555"/>
                </a:lnTo>
                <a:lnTo>
                  <a:pt x="5025" y="1555"/>
                </a:lnTo>
                <a:lnTo>
                  <a:pt x="5025" y="1556"/>
                </a:lnTo>
                <a:lnTo>
                  <a:pt x="5024" y="1556"/>
                </a:lnTo>
                <a:lnTo>
                  <a:pt x="5024" y="1557"/>
                </a:lnTo>
                <a:lnTo>
                  <a:pt x="5023" y="1557"/>
                </a:lnTo>
                <a:lnTo>
                  <a:pt x="5022" y="1557"/>
                </a:lnTo>
                <a:lnTo>
                  <a:pt x="5022" y="1556"/>
                </a:lnTo>
                <a:lnTo>
                  <a:pt x="5022" y="1555"/>
                </a:lnTo>
                <a:lnTo>
                  <a:pt x="5021" y="1555"/>
                </a:lnTo>
                <a:lnTo>
                  <a:pt x="5021" y="1554"/>
                </a:lnTo>
                <a:lnTo>
                  <a:pt x="5020" y="1554"/>
                </a:lnTo>
                <a:lnTo>
                  <a:pt x="5019" y="1554"/>
                </a:lnTo>
                <a:lnTo>
                  <a:pt x="5019" y="1555"/>
                </a:lnTo>
                <a:lnTo>
                  <a:pt x="5018" y="1555"/>
                </a:lnTo>
                <a:lnTo>
                  <a:pt x="5018" y="1556"/>
                </a:lnTo>
                <a:lnTo>
                  <a:pt x="5018" y="1555"/>
                </a:lnTo>
                <a:lnTo>
                  <a:pt x="5019" y="1555"/>
                </a:lnTo>
                <a:lnTo>
                  <a:pt x="5019" y="1556"/>
                </a:lnTo>
                <a:lnTo>
                  <a:pt x="5018" y="1556"/>
                </a:lnTo>
                <a:lnTo>
                  <a:pt x="5018" y="1557"/>
                </a:lnTo>
                <a:lnTo>
                  <a:pt x="5019" y="1557"/>
                </a:lnTo>
                <a:lnTo>
                  <a:pt x="5018" y="1556"/>
                </a:lnTo>
                <a:lnTo>
                  <a:pt x="5019" y="1556"/>
                </a:lnTo>
                <a:lnTo>
                  <a:pt x="5019" y="1557"/>
                </a:lnTo>
                <a:lnTo>
                  <a:pt x="5018" y="1557"/>
                </a:lnTo>
                <a:lnTo>
                  <a:pt x="5018" y="1558"/>
                </a:lnTo>
                <a:lnTo>
                  <a:pt x="5017" y="1558"/>
                </a:lnTo>
                <a:lnTo>
                  <a:pt x="5016" y="1558"/>
                </a:lnTo>
                <a:lnTo>
                  <a:pt x="5015" y="1559"/>
                </a:lnTo>
                <a:lnTo>
                  <a:pt x="5014" y="1559"/>
                </a:lnTo>
                <a:lnTo>
                  <a:pt x="5014" y="1560"/>
                </a:lnTo>
                <a:lnTo>
                  <a:pt x="5014" y="1561"/>
                </a:lnTo>
                <a:lnTo>
                  <a:pt x="5013" y="1561"/>
                </a:lnTo>
                <a:lnTo>
                  <a:pt x="5013" y="1562"/>
                </a:lnTo>
                <a:lnTo>
                  <a:pt x="5013" y="1563"/>
                </a:lnTo>
                <a:lnTo>
                  <a:pt x="5012" y="1563"/>
                </a:lnTo>
                <a:lnTo>
                  <a:pt x="5011" y="1564"/>
                </a:lnTo>
                <a:lnTo>
                  <a:pt x="5011" y="1565"/>
                </a:lnTo>
                <a:lnTo>
                  <a:pt x="5010" y="1566"/>
                </a:lnTo>
                <a:lnTo>
                  <a:pt x="5009" y="1566"/>
                </a:lnTo>
                <a:lnTo>
                  <a:pt x="5009" y="1567"/>
                </a:lnTo>
                <a:lnTo>
                  <a:pt x="5009" y="1568"/>
                </a:lnTo>
                <a:lnTo>
                  <a:pt x="5010" y="1568"/>
                </a:lnTo>
                <a:lnTo>
                  <a:pt x="5011" y="1568"/>
                </a:lnTo>
                <a:lnTo>
                  <a:pt x="5012" y="1568"/>
                </a:lnTo>
                <a:lnTo>
                  <a:pt x="5013" y="1569"/>
                </a:lnTo>
                <a:lnTo>
                  <a:pt x="5014" y="1569"/>
                </a:lnTo>
                <a:lnTo>
                  <a:pt x="5014" y="1570"/>
                </a:lnTo>
                <a:lnTo>
                  <a:pt x="5015" y="1570"/>
                </a:lnTo>
                <a:lnTo>
                  <a:pt x="5015" y="1571"/>
                </a:lnTo>
                <a:lnTo>
                  <a:pt x="5015" y="1572"/>
                </a:lnTo>
                <a:lnTo>
                  <a:pt x="5014" y="1573"/>
                </a:lnTo>
                <a:lnTo>
                  <a:pt x="5013" y="1573"/>
                </a:lnTo>
                <a:lnTo>
                  <a:pt x="5012" y="1573"/>
                </a:lnTo>
                <a:lnTo>
                  <a:pt x="5011" y="1573"/>
                </a:lnTo>
                <a:lnTo>
                  <a:pt x="5010" y="1573"/>
                </a:lnTo>
                <a:lnTo>
                  <a:pt x="5010" y="1574"/>
                </a:lnTo>
                <a:lnTo>
                  <a:pt x="5009" y="1574"/>
                </a:lnTo>
                <a:lnTo>
                  <a:pt x="5008" y="1574"/>
                </a:lnTo>
                <a:lnTo>
                  <a:pt x="5008" y="1575"/>
                </a:lnTo>
                <a:lnTo>
                  <a:pt x="5007" y="1575"/>
                </a:lnTo>
                <a:lnTo>
                  <a:pt x="5006" y="1575"/>
                </a:lnTo>
                <a:lnTo>
                  <a:pt x="5005" y="1575"/>
                </a:lnTo>
                <a:lnTo>
                  <a:pt x="5005" y="1574"/>
                </a:lnTo>
                <a:lnTo>
                  <a:pt x="5004" y="1574"/>
                </a:lnTo>
                <a:lnTo>
                  <a:pt x="5003" y="1574"/>
                </a:lnTo>
                <a:lnTo>
                  <a:pt x="5002" y="1574"/>
                </a:lnTo>
                <a:lnTo>
                  <a:pt x="5002" y="1575"/>
                </a:lnTo>
                <a:lnTo>
                  <a:pt x="5003" y="1575"/>
                </a:lnTo>
                <a:lnTo>
                  <a:pt x="5003" y="1577"/>
                </a:lnTo>
                <a:lnTo>
                  <a:pt x="5002" y="1577"/>
                </a:lnTo>
                <a:lnTo>
                  <a:pt x="5003" y="1578"/>
                </a:lnTo>
                <a:lnTo>
                  <a:pt x="5003" y="1579"/>
                </a:lnTo>
                <a:lnTo>
                  <a:pt x="5002" y="1579"/>
                </a:lnTo>
                <a:lnTo>
                  <a:pt x="5002" y="1580"/>
                </a:lnTo>
                <a:lnTo>
                  <a:pt x="5002" y="1581"/>
                </a:lnTo>
                <a:lnTo>
                  <a:pt x="5001" y="1581"/>
                </a:lnTo>
                <a:lnTo>
                  <a:pt x="5001" y="1582"/>
                </a:lnTo>
                <a:lnTo>
                  <a:pt x="5000" y="1582"/>
                </a:lnTo>
                <a:lnTo>
                  <a:pt x="4999" y="1582"/>
                </a:lnTo>
                <a:lnTo>
                  <a:pt x="4997" y="1582"/>
                </a:lnTo>
                <a:lnTo>
                  <a:pt x="4996" y="1582"/>
                </a:lnTo>
                <a:lnTo>
                  <a:pt x="4996" y="1583"/>
                </a:lnTo>
                <a:lnTo>
                  <a:pt x="4995" y="1583"/>
                </a:lnTo>
                <a:lnTo>
                  <a:pt x="4995" y="1584"/>
                </a:lnTo>
                <a:lnTo>
                  <a:pt x="4996" y="1584"/>
                </a:lnTo>
                <a:lnTo>
                  <a:pt x="4995" y="1584"/>
                </a:lnTo>
                <a:lnTo>
                  <a:pt x="4995" y="1585"/>
                </a:lnTo>
                <a:lnTo>
                  <a:pt x="4995" y="1586"/>
                </a:lnTo>
                <a:lnTo>
                  <a:pt x="4995" y="1587"/>
                </a:lnTo>
                <a:lnTo>
                  <a:pt x="4995" y="1589"/>
                </a:lnTo>
                <a:lnTo>
                  <a:pt x="4995" y="1590"/>
                </a:lnTo>
                <a:lnTo>
                  <a:pt x="4994" y="1590"/>
                </a:lnTo>
                <a:lnTo>
                  <a:pt x="4993" y="1590"/>
                </a:lnTo>
                <a:lnTo>
                  <a:pt x="4993" y="1589"/>
                </a:lnTo>
                <a:lnTo>
                  <a:pt x="4992" y="1589"/>
                </a:lnTo>
                <a:lnTo>
                  <a:pt x="4992" y="1590"/>
                </a:lnTo>
                <a:lnTo>
                  <a:pt x="4992" y="1591"/>
                </a:lnTo>
                <a:lnTo>
                  <a:pt x="4992" y="1592"/>
                </a:lnTo>
                <a:lnTo>
                  <a:pt x="4993" y="1592"/>
                </a:lnTo>
                <a:lnTo>
                  <a:pt x="4993" y="1593"/>
                </a:lnTo>
                <a:lnTo>
                  <a:pt x="4993" y="1594"/>
                </a:lnTo>
                <a:lnTo>
                  <a:pt x="4993" y="1595"/>
                </a:lnTo>
                <a:lnTo>
                  <a:pt x="4992" y="1596"/>
                </a:lnTo>
                <a:lnTo>
                  <a:pt x="4991" y="1596"/>
                </a:lnTo>
                <a:lnTo>
                  <a:pt x="4991" y="1595"/>
                </a:lnTo>
                <a:lnTo>
                  <a:pt x="4990" y="1595"/>
                </a:lnTo>
                <a:lnTo>
                  <a:pt x="4989" y="1594"/>
                </a:lnTo>
                <a:lnTo>
                  <a:pt x="4989" y="1593"/>
                </a:lnTo>
                <a:lnTo>
                  <a:pt x="4988" y="1593"/>
                </a:lnTo>
                <a:lnTo>
                  <a:pt x="4989" y="1593"/>
                </a:lnTo>
                <a:lnTo>
                  <a:pt x="4988" y="1593"/>
                </a:lnTo>
                <a:lnTo>
                  <a:pt x="4987" y="1593"/>
                </a:lnTo>
                <a:lnTo>
                  <a:pt x="4987" y="1594"/>
                </a:lnTo>
                <a:lnTo>
                  <a:pt x="4986" y="1594"/>
                </a:lnTo>
                <a:lnTo>
                  <a:pt x="4986" y="1595"/>
                </a:lnTo>
                <a:lnTo>
                  <a:pt x="4985" y="1595"/>
                </a:lnTo>
                <a:lnTo>
                  <a:pt x="4984" y="1596"/>
                </a:lnTo>
                <a:lnTo>
                  <a:pt x="4984" y="1595"/>
                </a:lnTo>
                <a:lnTo>
                  <a:pt x="4983" y="1595"/>
                </a:lnTo>
                <a:lnTo>
                  <a:pt x="4982" y="1595"/>
                </a:lnTo>
                <a:lnTo>
                  <a:pt x="4982" y="1594"/>
                </a:lnTo>
                <a:lnTo>
                  <a:pt x="4981" y="1594"/>
                </a:lnTo>
                <a:lnTo>
                  <a:pt x="4980" y="1594"/>
                </a:lnTo>
                <a:lnTo>
                  <a:pt x="4979" y="1594"/>
                </a:lnTo>
                <a:lnTo>
                  <a:pt x="4979" y="1595"/>
                </a:lnTo>
                <a:lnTo>
                  <a:pt x="4980" y="1595"/>
                </a:lnTo>
                <a:lnTo>
                  <a:pt x="4979" y="1595"/>
                </a:lnTo>
                <a:lnTo>
                  <a:pt x="4979" y="1596"/>
                </a:lnTo>
                <a:lnTo>
                  <a:pt x="4979" y="1598"/>
                </a:lnTo>
                <a:lnTo>
                  <a:pt x="4979" y="1599"/>
                </a:lnTo>
                <a:lnTo>
                  <a:pt x="4979" y="1600"/>
                </a:lnTo>
                <a:lnTo>
                  <a:pt x="4978" y="1600"/>
                </a:lnTo>
                <a:lnTo>
                  <a:pt x="4979" y="1601"/>
                </a:lnTo>
                <a:lnTo>
                  <a:pt x="4978" y="1602"/>
                </a:lnTo>
                <a:lnTo>
                  <a:pt x="4978" y="1601"/>
                </a:lnTo>
                <a:lnTo>
                  <a:pt x="4977" y="1601"/>
                </a:lnTo>
                <a:lnTo>
                  <a:pt x="4976" y="1601"/>
                </a:lnTo>
                <a:lnTo>
                  <a:pt x="4975" y="1601"/>
                </a:lnTo>
                <a:lnTo>
                  <a:pt x="4975" y="1602"/>
                </a:lnTo>
                <a:lnTo>
                  <a:pt x="4974" y="1602"/>
                </a:lnTo>
                <a:lnTo>
                  <a:pt x="4973" y="1602"/>
                </a:lnTo>
                <a:lnTo>
                  <a:pt x="4973" y="1603"/>
                </a:lnTo>
                <a:lnTo>
                  <a:pt x="4972" y="1603"/>
                </a:lnTo>
                <a:lnTo>
                  <a:pt x="4971" y="1604"/>
                </a:lnTo>
                <a:lnTo>
                  <a:pt x="4970" y="1604"/>
                </a:lnTo>
                <a:lnTo>
                  <a:pt x="4970" y="1605"/>
                </a:lnTo>
                <a:lnTo>
                  <a:pt x="4969" y="1605"/>
                </a:lnTo>
                <a:lnTo>
                  <a:pt x="4969" y="1606"/>
                </a:lnTo>
                <a:lnTo>
                  <a:pt x="4969" y="1605"/>
                </a:lnTo>
                <a:lnTo>
                  <a:pt x="4969" y="1606"/>
                </a:lnTo>
                <a:lnTo>
                  <a:pt x="4968" y="1607"/>
                </a:lnTo>
                <a:lnTo>
                  <a:pt x="4968" y="1608"/>
                </a:lnTo>
                <a:lnTo>
                  <a:pt x="4967" y="1608"/>
                </a:lnTo>
                <a:lnTo>
                  <a:pt x="4967" y="1609"/>
                </a:lnTo>
                <a:lnTo>
                  <a:pt x="4967" y="1608"/>
                </a:lnTo>
                <a:lnTo>
                  <a:pt x="4967" y="1609"/>
                </a:lnTo>
                <a:lnTo>
                  <a:pt x="4966" y="1609"/>
                </a:lnTo>
                <a:lnTo>
                  <a:pt x="4967" y="1609"/>
                </a:lnTo>
                <a:lnTo>
                  <a:pt x="4967" y="1610"/>
                </a:lnTo>
                <a:lnTo>
                  <a:pt x="4968" y="1610"/>
                </a:lnTo>
                <a:lnTo>
                  <a:pt x="4967" y="1610"/>
                </a:lnTo>
                <a:lnTo>
                  <a:pt x="4966" y="1610"/>
                </a:lnTo>
                <a:lnTo>
                  <a:pt x="4965" y="1610"/>
                </a:lnTo>
                <a:lnTo>
                  <a:pt x="4964" y="1611"/>
                </a:lnTo>
                <a:lnTo>
                  <a:pt x="4963" y="1611"/>
                </a:lnTo>
                <a:lnTo>
                  <a:pt x="4963" y="1612"/>
                </a:lnTo>
                <a:lnTo>
                  <a:pt x="4962" y="1612"/>
                </a:lnTo>
                <a:lnTo>
                  <a:pt x="4962" y="1613"/>
                </a:lnTo>
                <a:lnTo>
                  <a:pt x="4963" y="1613"/>
                </a:lnTo>
                <a:lnTo>
                  <a:pt x="4964" y="1614"/>
                </a:lnTo>
                <a:lnTo>
                  <a:pt x="4965" y="1614"/>
                </a:lnTo>
                <a:lnTo>
                  <a:pt x="4964" y="1614"/>
                </a:lnTo>
                <a:lnTo>
                  <a:pt x="4963" y="1614"/>
                </a:lnTo>
                <a:lnTo>
                  <a:pt x="4962" y="1613"/>
                </a:lnTo>
                <a:lnTo>
                  <a:pt x="4962" y="1614"/>
                </a:lnTo>
                <a:lnTo>
                  <a:pt x="4961" y="1613"/>
                </a:lnTo>
                <a:lnTo>
                  <a:pt x="4960" y="1614"/>
                </a:lnTo>
                <a:lnTo>
                  <a:pt x="4959" y="1614"/>
                </a:lnTo>
                <a:lnTo>
                  <a:pt x="4959" y="1615"/>
                </a:lnTo>
                <a:lnTo>
                  <a:pt x="4958" y="1615"/>
                </a:lnTo>
                <a:lnTo>
                  <a:pt x="4958" y="1616"/>
                </a:lnTo>
                <a:lnTo>
                  <a:pt x="4957" y="1616"/>
                </a:lnTo>
                <a:lnTo>
                  <a:pt x="4958" y="1616"/>
                </a:lnTo>
                <a:lnTo>
                  <a:pt x="4957" y="1617"/>
                </a:lnTo>
                <a:lnTo>
                  <a:pt x="4958" y="1617"/>
                </a:lnTo>
                <a:lnTo>
                  <a:pt x="4958" y="1618"/>
                </a:lnTo>
                <a:lnTo>
                  <a:pt x="4959" y="1618"/>
                </a:lnTo>
                <a:lnTo>
                  <a:pt x="4959" y="1619"/>
                </a:lnTo>
                <a:lnTo>
                  <a:pt x="4960" y="1619"/>
                </a:lnTo>
                <a:lnTo>
                  <a:pt x="4961" y="1619"/>
                </a:lnTo>
                <a:lnTo>
                  <a:pt x="4962" y="1619"/>
                </a:lnTo>
                <a:lnTo>
                  <a:pt x="4963" y="1619"/>
                </a:lnTo>
                <a:lnTo>
                  <a:pt x="4963" y="1620"/>
                </a:lnTo>
                <a:lnTo>
                  <a:pt x="4964" y="1620"/>
                </a:lnTo>
                <a:lnTo>
                  <a:pt x="4965" y="1620"/>
                </a:lnTo>
                <a:lnTo>
                  <a:pt x="4964" y="1620"/>
                </a:lnTo>
                <a:lnTo>
                  <a:pt x="4964" y="1621"/>
                </a:lnTo>
                <a:lnTo>
                  <a:pt x="4963" y="1621"/>
                </a:lnTo>
                <a:lnTo>
                  <a:pt x="4963" y="1622"/>
                </a:lnTo>
                <a:lnTo>
                  <a:pt x="4963" y="1623"/>
                </a:lnTo>
                <a:lnTo>
                  <a:pt x="4962" y="1624"/>
                </a:lnTo>
                <a:lnTo>
                  <a:pt x="4961" y="1624"/>
                </a:lnTo>
                <a:lnTo>
                  <a:pt x="4960" y="1625"/>
                </a:lnTo>
                <a:lnTo>
                  <a:pt x="4959" y="1625"/>
                </a:lnTo>
                <a:lnTo>
                  <a:pt x="4959" y="1624"/>
                </a:lnTo>
                <a:lnTo>
                  <a:pt x="4958" y="1624"/>
                </a:lnTo>
                <a:lnTo>
                  <a:pt x="4957" y="1624"/>
                </a:lnTo>
                <a:lnTo>
                  <a:pt x="4957" y="1623"/>
                </a:lnTo>
                <a:lnTo>
                  <a:pt x="4956" y="1623"/>
                </a:lnTo>
                <a:lnTo>
                  <a:pt x="4956" y="1624"/>
                </a:lnTo>
                <a:lnTo>
                  <a:pt x="4955" y="1625"/>
                </a:lnTo>
                <a:lnTo>
                  <a:pt x="4954" y="1625"/>
                </a:lnTo>
                <a:lnTo>
                  <a:pt x="4955" y="1625"/>
                </a:lnTo>
                <a:lnTo>
                  <a:pt x="4954" y="1625"/>
                </a:lnTo>
                <a:lnTo>
                  <a:pt x="4954" y="1626"/>
                </a:lnTo>
                <a:lnTo>
                  <a:pt x="4953" y="1626"/>
                </a:lnTo>
                <a:lnTo>
                  <a:pt x="4952" y="1626"/>
                </a:lnTo>
                <a:lnTo>
                  <a:pt x="4950" y="1626"/>
                </a:lnTo>
                <a:lnTo>
                  <a:pt x="4949" y="1626"/>
                </a:lnTo>
                <a:lnTo>
                  <a:pt x="4949" y="1625"/>
                </a:lnTo>
                <a:lnTo>
                  <a:pt x="4949" y="1624"/>
                </a:lnTo>
                <a:lnTo>
                  <a:pt x="4948" y="1624"/>
                </a:lnTo>
                <a:lnTo>
                  <a:pt x="4948" y="1623"/>
                </a:lnTo>
                <a:lnTo>
                  <a:pt x="4948" y="1624"/>
                </a:lnTo>
                <a:lnTo>
                  <a:pt x="4947" y="1624"/>
                </a:lnTo>
                <a:lnTo>
                  <a:pt x="4947" y="1625"/>
                </a:lnTo>
                <a:lnTo>
                  <a:pt x="4947" y="1626"/>
                </a:lnTo>
                <a:lnTo>
                  <a:pt x="4947" y="1627"/>
                </a:lnTo>
                <a:lnTo>
                  <a:pt x="4947" y="1628"/>
                </a:lnTo>
                <a:lnTo>
                  <a:pt x="4946" y="1628"/>
                </a:lnTo>
                <a:lnTo>
                  <a:pt x="4946" y="1629"/>
                </a:lnTo>
                <a:lnTo>
                  <a:pt x="4946" y="1630"/>
                </a:lnTo>
                <a:lnTo>
                  <a:pt x="4946" y="1631"/>
                </a:lnTo>
                <a:lnTo>
                  <a:pt x="4945" y="1631"/>
                </a:lnTo>
                <a:lnTo>
                  <a:pt x="4945" y="1632"/>
                </a:lnTo>
                <a:lnTo>
                  <a:pt x="4944" y="1633"/>
                </a:lnTo>
                <a:lnTo>
                  <a:pt x="4943" y="1634"/>
                </a:lnTo>
                <a:lnTo>
                  <a:pt x="4943" y="1635"/>
                </a:lnTo>
                <a:lnTo>
                  <a:pt x="4942" y="1635"/>
                </a:lnTo>
                <a:lnTo>
                  <a:pt x="4942" y="1636"/>
                </a:lnTo>
                <a:lnTo>
                  <a:pt x="4941" y="1636"/>
                </a:lnTo>
                <a:lnTo>
                  <a:pt x="4941" y="1637"/>
                </a:lnTo>
                <a:lnTo>
                  <a:pt x="4940" y="1637"/>
                </a:lnTo>
                <a:lnTo>
                  <a:pt x="4939" y="1637"/>
                </a:lnTo>
                <a:lnTo>
                  <a:pt x="4939" y="1638"/>
                </a:lnTo>
                <a:lnTo>
                  <a:pt x="4938" y="1638"/>
                </a:lnTo>
                <a:lnTo>
                  <a:pt x="4938" y="1639"/>
                </a:lnTo>
                <a:lnTo>
                  <a:pt x="4937" y="1639"/>
                </a:lnTo>
                <a:lnTo>
                  <a:pt x="4937" y="1640"/>
                </a:lnTo>
                <a:lnTo>
                  <a:pt x="4936" y="1641"/>
                </a:lnTo>
                <a:lnTo>
                  <a:pt x="4936" y="1642"/>
                </a:lnTo>
                <a:lnTo>
                  <a:pt x="4937" y="1642"/>
                </a:lnTo>
                <a:lnTo>
                  <a:pt x="4936" y="1642"/>
                </a:lnTo>
                <a:lnTo>
                  <a:pt x="4936" y="1643"/>
                </a:lnTo>
                <a:lnTo>
                  <a:pt x="4936" y="1644"/>
                </a:lnTo>
                <a:lnTo>
                  <a:pt x="4936" y="1645"/>
                </a:lnTo>
                <a:lnTo>
                  <a:pt x="4936" y="1647"/>
                </a:lnTo>
                <a:lnTo>
                  <a:pt x="4935" y="1648"/>
                </a:lnTo>
                <a:lnTo>
                  <a:pt x="4934" y="1648"/>
                </a:lnTo>
                <a:lnTo>
                  <a:pt x="4935" y="1648"/>
                </a:lnTo>
                <a:lnTo>
                  <a:pt x="4934" y="1648"/>
                </a:lnTo>
                <a:lnTo>
                  <a:pt x="4935" y="1648"/>
                </a:lnTo>
                <a:lnTo>
                  <a:pt x="4934" y="1648"/>
                </a:lnTo>
                <a:lnTo>
                  <a:pt x="4934" y="1649"/>
                </a:lnTo>
                <a:lnTo>
                  <a:pt x="4933" y="1649"/>
                </a:lnTo>
                <a:lnTo>
                  <a:pt x="4933" y="1650"/>
                </a:lnTo>
                <a:lnTo>
                  <a:pt x="4932" y="1650"/>
                </a:lnTo>
                <a:lnTo>
                  <a:pt x="4932" y="1651"/>
                </a:lnTo>
                <a:lnTo>
                  <a:pt x="4931" y="1651"/>
                </a:lnTo>
                <a:lnTo>
                  <a:pt x="4930" y="1651"/>
                </a:lnTo>
                <a:lnTo>
                  <a:pt x="4930" y="1652"/>
                </a:lnTo>
                <a:lnTo>
                  <a:pt x="4929" y="1652"/>
                </a:lnTo>
                <a:lnTo>
                  <a:pt x="4929" y="1653"/>
                </a:lnTo>
                <a:lnTo>
                  <a:pt x="4928" y="1653"/>
                </a:lnTo>
                <a:lnTo>
                  <a:pt x="4927" y="1653"/>
                </a:lnTo>
                <a:lnTo>
                  <a:pt x="4926" y="1653"/>
                </a:lnTo>
                <a:lnTo>
                  <a:pt x="4926" y="1654"/>
                </a:lnTo>
                <a:lnTo>
                  <a:pt x="4926" y="1655"/>
                </a:lnTo>
                <a:lnTo>
                  <a:pt x="4925" y="1655"/>
                </a:lnTo>
                <a:lnTo>
                  <a:pt x="4925" y="1656"/>
                </a:lnTo>
                <a:lnTo>
                  <a:pt x="4924" y="1656"/>
                </a:lnTo>
                <a:lnTo>
                  <a:pt x="4924" y="1657"/>
                </a:lnTo>
                <a:lnTo>
                  <a:pt x="4924" y="1658"/>
                </a:lnTo>
                <a:lnTo>
                  <a:pt x="4924" y="1659"/>
                </a:lnTo>
                <a:lnTo>
                  <a:pt x="4924" y="1660"/>
                </a:lnTo>
                <a:lnTo>
                  <a:pt x="4924" y="1661"/>
                </a:lnTo>
                <a:lnTo>
                  <a:pt x="4924" y="1662"/>
                </a:lnTo>
                <a:lnTo>
                  <a:pt x="4923" y="1662"/>
                </a:lnTo>
                <a:lnTo>
                  <a:pt x="4923" y="1663"/>
                </a:lnTo>
                <a:lnTo>
                  <a:pt x="4922" y="1663"/>
                </a:lnTo>
                <a:lnTo>
                  <a:pt x="4922" y="1664"/>
                </a:lnTo>
                <a:lnTo>
                  <a:pt x="4921" y="1664"/>
                </a:lnTo>
                <a:lnTo>
                  <a:pt x="4920" y="1664"/>
                </a:lnTo>
                <a:lnTo>
                  <a:pt x="4920" y="1665"/>
                </a:lnTo>
                <a:lnTo>
                  <a:pt x="4919" y="1665"/>
                </a:lnTo>
                <a:lnTo>
                  <a:pt x="4919" y="1666"/>
                </a:lnTo>
                <a:lnTo>
                  <a:pt x="4919" y="1667"/>
                </a:lnTo>
                <a:lnTo>
                  <a:pt x="4919" y="1668"/>
                </a:lnTo>
                <a:lnTo>
                  <a:pt x="4920" y="1668"/>
                </a:lnTo>
                <a:lnTo>
                  <a:pt x="4920" y="1669"/>
                </a:lnTo>
                <a:lnTo>
                  <a:pt x="4920" y="1670"/>
                </a:lnTo>
                <a:lnTo>
                  <a:pt x="4920" y="1671"/>
                </a:lnTo>
                <a:lnTo>
                  <a:pt x="4919" y="1671"/>
                </a:lnTo>
                <a:lnTo>
                  <a:pt x="4918" y="1671"/>
                </a:lnTo>
                <a:lnTo>
                  <a:pt x="4918" y="1672"/>
                </a:lnTo>
                <a:lnTo>
                  <a:pt x="4918" y="1671"/>
                </a:lnTo>
                <a:lnTo>
                  <a:pt x="4919" y="1671"/>
                </a:lnTo>
                <a:lnTo>
                  <a:pt x="4920" y="1671"/>
                </a:lnTo>
                <a:lnTo>
                  <a:pt x="4920" y="1670"/>
                </a:lnTo>
                <a:lnTo>
                  <a:pt x="4920" y="1669"/>
                </a:lnTo>
                <a:lnTo>
                  <a:pt x="4919" y="1669"/>
                </a:lnTo>
                <a:lnTo>
                  <a:pt x="4919" y="1668"/>
                </a:lnTo>
                <a:lnTo>
                  <a:pt x="4919" y="1667"/>
                </a:lnTo>
                <a:lnTo>
                  <a:pt x="4919" y="1666"/>
                </a:lnTo>
                <a:lnTo>
                  <a:pt x="4918" y="1666"/>
                </a:lnTo>
                <a:lnTo>
                  <a:pt x="4919" y="1666"/>
                </a:lnTo>
                <a:lnTo>
                  <a:pt x="4918" y="1666"/>
                </a:lnTo>
                <a:lnTo>
                  <a:pt x="4918" y="1667"/>
                </a:lnTo>
                <a:lnTo>
                  <a:pt x="4917" y="1667"/>
                </a:lnTo>
                <a:lnTo>
                  <a:pt x="4917" y="1668"/>
                </a:lnTo>
                <a:lnTo>
                  <a:pt x="4917" y="1669"/>
                </a:lnTo>
                <a:lnTo>
                  <a:pt x="4917" y="1670"/>
                </a:lnTo>
                <a:lnTo>
                  <a:pt x="4917" y="1671"/>
                </a:lnTo>
                <a:lnTo>
                  <a:pt x="4916" y="1671"/>
                </a:lnTo>
                <a:lnTo>
                  <a:pt x="4915" y="1671"/>
                </a:lnTo>
                <a:lnTo>
                  <a:pt x="4914" y="1671"/>
                </a:lnTo>
                <a:lnTo>
                  <a:pt x="4914" y="1672"/>
                </a:lnTo>
                <a:lnTo>
                  <a:pt x="4914" y="1673"/>
                </a:lnTo>
                <a:lnTo>
                  <a:pt x="4914" y="1674"/>
                </a:lnTo>
                <a:lnTo>
                  <a:pt x="4913" y="1674"/>
                </a:lnTo>
                <a:lnTo>
                  <a:pt x="4913" y="1675"/>
                </a:lnTo>
                <a:lnTo>
                  <a:pt x="4913" y="1676"/>
                </a:lnTo>
                <a:lnTo>
                  <a:pt x="4912" y="1676"/>
                </a:lnTo>
                <a:lnTo>
                  <a:pt x="4911" y="1676"/>
                </a:lnTo>
                <a:lnTo>
                  <a:pt x="4911" y="1677"/>
                </a:lnTo>
                <a:lnTo>
                  <a:pt x="4910" y="1677"/>
                </a:lnTo>
                <a:lnTo>
                  <a:pt x="4910" y="1678"/>
                </a:lnTo>
                <a:lnTo>
                  <a:pt x="4910" y="1679"/>
                </a:lnTo>
                <a:lnTo>
                  <a:pt x="4911" y="1679"/>
                </a:lnTo>
                <a:lnTo>
                  <a:pt x="4911" y="1678"/>
                </a:lnTo>
                <a:lnTo>
                  <a:pt x="4912" y="1678"/>
                </a:lnTo>
                <a:lnTo>
                  <a:pt x="4913" y="1678"/>
                </a:lnTo>
                <a:lnTo>
                  <a:pt x="4913" y="1677"/>
                </a:lnTo>
                <a:lnTo>
                  <a:pt x="4914" y="1677"/>
                </a:lnTo>
                <a:lnTo>
                  <a:pt x="4915" y="1677"/>
                </a:lnTo>
                <a:lnTo>
                  <a:pt x="4915" y="1676"/>
                </a:lnTo>
                <a:lnTo>
                  <a:pt x="4915" y="1675"/>
                </a:lnTo>
                <a:lnTo>
                  <a:pt x="4916" y="1675"/>
                </a:lnTo>
                <a:lnTo>
                  <a:pt x="4916" y="1674"/>
                </a:lnTo>
                <a:lnTo>
                  <a:pt x="4916" y="1673"/>
                </a:lnTo>
                <a:lnTo>
                  <a:pt x="4915" y="1673"/>
                </a:lnTo>
                <a:lnTo>
                  <a:pt x="4915" y="1672"/>
                </a:lnTo>
                <a:lnTo>
                  <a:pt x="4915" y="1673"/>
                </a:lnTo>
                <a:lnTo>
                  <a:pt x="4916" y="1673"/>
                </a:lnTo>
                <a:lnTo>
                  <a:pt x="4916" y="1674"/>
                </a:lnTo>
                <a:lnTo>
                  <a:pt x="4916" y="1676"/>
                </a:lnTo>
                <a:lnTo>
                  <a:pt x="4915" y="1676"/>
                </a:lnTo>
                <a:lnTo>
                  <a:pt x="4915" y="1677"/>
                </a:lnTo>
                <a:lnTo>
                  <a:pt x="4914" y="1677"/>
                </a:lnTo>
                <a:lnTo>
                  <a:pt x="4914" y="1678"/>
                </a:lnTo>
                <a:lnTo>
                  <a:pt x="4914" y="1677"/>
                </a:lnTo>
                <a:lnTo>
                  <a:pt x="4914" y="1678"/>
                </a:lnTo>
                <a:lnTo>
                  <a:pt x="4913" y="1678"/>
                </a:lnTo>
                <a:lnTo>
                  <a:pt x="4913" y="1679"/>
                </a:lnTo>
                <a:lnTo>
                  <a:pt x="4912" y="1679"/>
                </a:lnTo>
                <a:lnTo>
                  <a:pt x="4913" y="1679"/>
                </a:lnTo>
                <a:lnTo>
                  <a:pt x="4912" y="1679"/>
                </a:lnTo>
                <a:lnTo>
                  <a:pt x="4911" y="1679"/>
                </a:lnTo>
                <a:lnTo>
                  <a:pt x="4910" y="1679"/>
                </a:lnTo>
                <a:lnTo>
                  <a:pt x="4910" y="1680"/>
                </a:lnTo>
                <a:lnTo>
                  <a:pt x="4909" y="1681"/>
                </a:lnTo>
                <a:lnTo>
                  <a:pt x="4908" y="1682"/>
                </a:lnTo>
                <a:lnTo>
                  <a:pt x="4908" y="1683"/>
                </a:lnTo>
                <a:lnTo>
                  <a:pt x="4908" y="1684"/>
                </a:lnTo>
                <a:lnTo>
                  <a:pt x="4907" y="1684"/>
                </a:lnTo>
                <a:lnTo>
                  <a:pt x="4908" y="1684"/>
                </a:lnTo>
                <a:lnTo>
                  <a:pt x="4908" y="1685"/>
                </a:lnTo>
                <a:lnTo>
                  <a:pt x="4908" y="1686"/>
                </a:lnTo>
                <a:lnTo>
                  <a:pt x="4909" y="1686"/>
                </a:lnTo>
                <a:lnTo>
                  <a:pt x="4909" y="1687"/>
                </a:lnTo>
                <a:lnTo>
                  <a:pt x="4909" y="1688"/>
                </a:lnTo>
                <a:lnTo>
                  <a:pt x="4909" y="1689"/>
                </a:lnTo>
                <a:lnTo>
                  <a:pt x="4909" y="1690"/>
                </a:lnTo>
                <a:lnTo>
                  <a:pt x="4910" y="1690"/>
                </a:lnTo>
                <a:lnTo>
                  <a:pt x="4910" y="1691"/>
                </a:lnTo>
                <a:lnTo>
                  <a:pt x="4910" y="1692"/>
                </a:lnTo>
                <a:lnTo>
                  <a:pt x="4910" y="1693"/>
                </a:lnTo>
                <a:lnTo>
                  <a:pt x="4910" y="1694"/>
                </a:lnTo>
                <a:lnTo>
                  <a:pt x="4910" y="1695"/>
                </a:lnTo>
                <a:lnTo>
                  <a:pt x="4910" y="1696"/>
                </a:lnTo>
                <a:lnTo>
                  <a:pt x="4910" y="1697"/>
                </a:lnTo>
                <a:lnTo>
                  <a:pt x="4910" y="1698"/>
                </a:lnTo>
                <a:lnTo>
                  <a:pt x="4910" y="1699"/>
                </a:lnTo>
                <a:lnTo>
                  <a:pt x="4910" y="1700"/>
                </a:lnTo>
                <a:lnTo>
                  <a:pt x="4911" y="1700"/>
                </a:lnTo>
                <a:lnTo>
                  <a:pt x="4911" y="1701"/>
                </a:lnTo>
                <a:lnTo>
                  <a:pt x="4911" y="1702"/>
                </a:lnTo>
                <a:lnTo>
                  <a:pt x="4911" y="1701"/>
                </a:lnTo>
                <a:lnTo>
                  <a:pt x="4911" y="1700"/>
                </a:lnTo>
                <a:lnTo>
                  <a:pt x="4910" y="1700"/>
                </a:lnTo>
                <a:lnTo>
                  <a:pt x="4910" y="1701"/>
                </a:lnTo>
                <a:lnTo>
                  <a:pt x="4910" y="1702"/>
                </a:lnTo>
                <a:lnTo>
                  <a:pt x="4909" y="1702"/>
                </a:lnTo>
                <a:lnTo>
                  <a:pt x="4909" y="1703"/>
                </a:lnTo>
                <a:lnTo>
                  <a:pt x="4908" y="1704"/>
                </a:lnTo>
                <a:lnTo>
                  <a:pt x="4909" y="1704"/>
                </a:lnTo>
                <a:lnTo>
                  <a:pt x="4910" y="1704"/>
                </a:lnTo>
                <a:lnTo>
                  <a:pt x="4910" y="1703"/>
                </a:lnTo>
                <a:lnTo>
                  <a:pt x="4910" y="1702"/>
                </a:lnTo>
                <a:lnTo>
                  <a:pt x="4910" y="1703"/>
                </a:lnTo>
                <a:lnTo>
                  <a:pt x="4910" y="1704"/>
                </a:lnTo>
                <a:lnTo>
                  <a:pt x="4909" y="1704"/>
                </a:lnTo>
                <a:lnTo>
                  <a:pt x="4908" y="1704"/>
                </a:lnTo>
                <a:lnTo>
                  <a:pt x="4908" y="1705"/>
                </a:lnTo>
                <a:lnTo>
                  <a:pt x="4907" y="1705"/>
                </a:lnTo>
                <a:lnTo>
                  <a:pt x="4907" y="1706"/>
                </a:lnTo>
                <a:lnTo>
                  <a:pt x="4907" y="1707"/>
                </a:lnTo>
                <a:lnTo>
                  <a:pt x="4907" y="1708"/>
                </a:lnTo>
                <a:lnTo>
                  <a:pt x="4907" y="1709"/>
                </a:lnTo>
                <a:lnTo>
                  <a:pt x="4908" y="1709"/>
                </a:lnTo>
                <a:lnTo>
                  <a:pt x="4908" y="1710"/>
                </a:lnTo>
                <a:lnTo>
                  <a:pt x="4909" y="1710"/>
                </a:lnTo>
                <a:lnTo>
                  <a:pt x="4910" y="1711"/>
                </a:lnTo>
                <a:lnTo>
                  <a:pt x="4911" y="1711"/>
                </a:lnTo>
                <a:lnTo>
                  <a:pt x="4911" y="1712"/>
                </a:lnTo>
                <a:lnTo>
                  <a:pt x="4911" y="1713"/>
                </a:lnTo>
                <a:lnTo>
                  <a:pt x="4912" y="1713"/>
                </a:lnTo>
                <a:lnTo>
                  <a:pt x="4912" y="1714"/>
                </a:lnTo>
                <a:lnTo>
                  <a:pt x="4912" y="1715"/>
                </a:lnTo>
                <a:lnTo>
                  <a:pt x="4913" y="1715"/>
                </a:lnTo>
                <a:lnTo>
                  <a:pt x="4914" y="1715"/>
                </a:lnTo>
                <a:lnTo>
                  <a:pt x="4914" y="1716"/>
                </a:lnTo>
                <a:lnTo>
                  <a:pt x="4914" y="1715"/>
                </a:lnTo>
                <a:lnTo>
                  <a:pt x="4913" y="1714"/>
                </a:lnTo>
                <a:lnTo>
                  <a:pt x="4913" y="1713"/>
                </a:lnTo>
                <a:lnTo>
                  <a:pt x="4913" y="1712"/>
                </a:lnTo>
                <a:lnTo>
                  <a:pt x="4912" y="1712"/>
                </a:lnTo>
                <a:lnTo>
                  <a:pt x="4912" y="1711"/>
                </a:lnTo>
                <a:lnTo>
                  <a:pt x="4912" y="1710"/>
                </a:lnTo>
                <a:lnTo>
                  <a:pt x="4911" y="1710"/>
                </a:lnTo>
                <a:lnTo>
                  <a:pt x="4910" y="1710"/>
                </a:lnTo>
                <a:lnTo>
                  <a:pt x="4910" y="1709"/>
                </a:lnTo>
                <a:lnTo>
                  <a:pt x="4910" y="1710"/>
                </a:lnTo>
                <a:lnTo>
                  <a:pt x="4911" y="1710"/>
                </a:lnTo>
                <a:lnTo>
                  <a:pt x="4912" y="1710"/>
                </a:lnTo>
                <a:lnTo>
                  <a:pt x="4912" y="1711"/>
                </a:lnTo>
                <a:lnTo>
                  <a:pt x="4913" y="1712"/>
                </a:lnTo>
                <a:lnTo>
                  <a:pt x="4913" y="1713"/>
                </a:lnTo>
                <a:lnTo>
                  <a:pt x="4913" y="1714"/>
                </a:lnTo>
                <a:lnTo>
                  <a:pt x="4914" y="1714"/>
                </a:lnTo>
                <a:lnTo>
                  <a:pt x="4914" y="1715"/>
                </a:lnTo>
                <a:lnTo>
                  <a:pt x="4915" y="1715"/>
                </a:lnTo>
                <a:lnTo>
                  <a:pt x="4915" y="1714"/>
                </a:lnTo>
                <a:lnTo>
                  <a:pt x="4915" y="1713"/>
                </a:lnTo>
                <a:lnTo>
                  <a:pt x="4915" y="1712"/>
                </a:lnTo>
                <a:lnTo>
                  <a:pt x="4915" y="1711"/>
                </a:lnTo>
                <a:lnTo>
                  <a:pt x="4915" y="1710"/>
                </a:lnTo>
                <a:lnTo>
                  <a:pt x="4914" y="1710"/>
                </a:lnTo>
                <a:lnTo>
                  <a:pt x="4915" y="1710"/>
                </a:lnTo>
                <a:lnTo>
                  <a:pt x="4915" y="1711"/>
                </a:lnTo>
                <a:lnTo>
                  <a:pt x="4915" y="1713"/>
                </a:lnTo>
                <a:lnTo>
                  <a:pt x="4915" y="1714"/>
                </a:lnTo>
                <a:lnTo>
                  <a:pt x="4916" y="1714"/>
                </a:lnTo>
                <a:lnTo>
                  <a:pt x="4917" y="1715"/>
                </a:lnTo>
                <a:lnTo>
                  <a:pt x="4918" y="1715"/>
                </a:lnTo>
                <a:lnTo>
                  <a:pt x="4918" y="1716"/>
                </a:lnTo>
                <a:lnTo>
                  <a:pt x="4919" y="1716"/>
                </a:lnTo>
                <a:lnTo>
                  <a:pt x="4919" y="1717"/>
                </a:lnTo>
                <a:lnTo>
                  <a:pt x="4919" y="1718"/>
                </a:lnTo>
                <a:lnTo>
                  <a:pt x="4919" y="1719"/>
                </a:lnTo>
                <a:lnTo>
                  <a:pt x="4917" y="1719"/>
                </a:lnTo>
                <a:lnTo>
                  <a:pt x="4916" y="1719"/>
                </a:lnTo>
                <a:lnTo>
                  <a:pt x="4915" y="1719"/>
                </a:lnTo>
                <a:lnTo>
                  <a:pt x="4914" y="1719"/>
                </a:lnTo>
                <a:lnTo>
                  <a:pt x="4913" y="1719"/>
                </a:lnTo>
                <a:lnTo>
                  <a:pt x="4912" y="1720"/>
                </a:lnTo>
                <a:lnTo>
                  <a:pt x="4911" y="1720"/>
                </a:lnTo>
                <a:lnTo>
                  <a:pt x="4910" y="1720"/>
                </a:lnTo>
                <a:lnTo>
                  <a:pt x="4909" y="1720"/>
                </a:lnTo>
                <a:lnTo>
                  <a:pt x="4907" y="1720"/>
                </a:lnTo>
                <a:lnTo>
                  <a:pt x="4906" y="1720"/>
                </a:lnTo>
                <a:lnTo>
                  <a:pt x="4905" y="1720"/>
                </a:lnTo>
                <a:lnTo>
                  <a:pt x="4905" y="1718"/>
                </a:lnTo>
                <a:lnTo>
                  <a:pt x="4905" y="1717"/>
                </a:lnTo>
                <a:lnTo>
                  <a:pt x="4904" y="1717"/>
                </a:lnTo>
                <a:lnTo>
                  <a:pt x="4904" y="1716"/>
                </a:lnTo>
                <a:lnTo>
                  <a:pt x="4904" y="1715"/>
                </a:lnTo>
                <a:lnTo>
                  <a:pt x="4904" y="1714"/>
                </a:lnTo>
                <a:lnTo>
                  <a:pt x="4903" y="1714"/>
                </a:lnTo>
                <a:lnTo>
                  <a:pt x="4903" y="1711"/>
                </a:lnTo>
                <a:lnTo>
                  <a:pt x="4904" y="1710"/>
                </a:lnTo>
                <a:lnTo>
                  <a:pt x="4903" y="1710"/>
                </a:lnTo>
                <a:lnTo>
                  <a:pt x="4903" y="1709"/>
                </a:lnTo>
                <a:lnTo>
                  <a:pt x="4903" y="1708"/>
                </a:lnTo>
                <a:lnTo>
                  <a:pt x="4903" y="1706"/>
                </a:lnTo>
                <a:lnTo>
                  <a:pt x="4904" y="1706"/>
                </a:lnTo>
                <a:lnTo>
                  <a:pt x="4903" y="1706"/>
                </a:lnTo>
                <a:lnTo>
                  <a:pt x="4902" y="1706"/>
                </a:lnTo>
                <a:lnTo>
                  <a:pt x="4901" y="1706"/>
                </a:lnTo>
                <a:lnTo>
                  <a:pt x="4900" y="1706"/>
                </a:lnTo>
                <a:lnTo>
                  <a:pt x="4899" y="1707"/>
                </a:lnTo>
                <a:lnTo>
                  <a:pt x="4899" y="1708"/>
                </a:lnTo>
                <a:lnTo>
                  <a:pt x="4898" y="1708"/>
                </a:lnTo>
                <a:lnTo>
                  <a:pt x="4898" y="1709"/>
                </a:lnTo>
                <a:lnTo>
                  <a:pt x="4898" y="1710"/>
                </a:lnTo>
                <a:lnTo>
                  <a:pt x="4898" y="1711"/>
                </a:lnTo>
                <a:lnTo>
                  <a:pt x="4898" y="1712"/>
                </a:lnTo>
                <a:lnTo>
                  <a:pt x="4898" y="1713"/>
                </a:lnTo>
                <a:lnTo>
                  <a:pt x="4899" y="1713"/>
                </a:lnTo>
                <a:lnTo>
                  <a:pt x="4899" y="1714"/>
                </a:lnTo>
                <a:lnTo>
                  <a:pt x="4899" y="1715"/>
                </a:lnTo>
                <a:lnTo>
                  <a:pt x="4899" y="1716"/>
                </a:lnTo>
                <a:lnTo>
                  <a:pt x="4899" y="1717"/>
                </a:lnTo>
                <a:lnTo>
                  <a:pt x="4899" y="1718"/>
                </a:lnTo>
                <a:lnTo>
                  <a:pt x="4899" y="1719"/>
                </a:lnTo>
                <a:lnTo>
                  <a:pt x="4898" y="1719"/>
                </a:lnTo>
                <a:lnTo>
                  <a:pt x="4898" y="1720"/>
                </a:lnTo>
                <a:lnTo>
                  <a:pt x="4897" y="1720"/>
                </a:lnTo>
                <a:lnTo>
                  <a:pt x="4897" y="1721"/>
                </a:lnTo>
                <a:lnTo>
                  <a:pt x="4895" y="1721"/>
                </a:lnTo>
                <a:lnTo>
                  <a:pt x="4894" y="1721"/>
                </a:lnTo>
                <a:lnTo>
                  <a:pt x="4894" y="1722"/>
                </a:lnTo>
                <a:lnTo>
                  <a:pt x="4893" y="1721"/>
                </a:lnTo>
                <a:lnTo>
                  <a:pt x="4892" y="1720"/>
                </a:lnTo>
                <a:lnTo>
                  <a:pt x="4891" y="1720"/>
                </a:lnTo>
                <a:lnTo>
                  <a:pt x="4891" y="1721"/>
                </a:lnTo>
                <a:lnTo>
                  <a:pt x="4891" y="1722"/>
                </a:lnTo>
                <a:lnTo>
                  <a:pt x="4890" y="1722"/>
                </a:lnTo>
                <a:lnTo>
                  <a:pt x="4889" y="1722"/>
                </a:lnTo>
                <a:lnTo>
                  <a:pt x="4888" y="1723"/>
                </a:lnTo>
                <a:lnTo>
                  <a:pt x="4888" y="1722"/>
                </a:lnTo>
                <a:lnTo>
                  <a:pt x="4885" y="1724"/>
                </a:lnTo>
                <a:lnTo>
                  <a:pt x="4884" y="1724"/>
                </a:lnTo>
                <a:lnTo>
                  <a:pt x="4884" y="1725"/>
                </a:lnTo>
                <a:lnTo>
                  <a:pt x="4883" y="1725"/>
                </a:lnTo>
                <a:lnTo>
                  <a:pt x="4883" y="1726"/>
                </a:lnTo>
                <a:lnTo>
                  <a:pt x="4882" y="1726"/>
                </a:lnTo>
                <a:lnTo>
                  <a:pt x="4880" y="1727"/>
                </a:lnTo>
                <a:lnTo>
                  <a:pt x="4879" y="1727"/>
                </a:lnTo>
                <a:lnTo>
                  <a:pt x="4876" y="1727"/>
                </a:lnTo>
                <a:lnTo>
                  <a:pt x="4874" y="1726"/>
                </a:lnTo>
                <a:lnTo>
                  <a:pt x="4873" y="1726"/>
                </a:lnTo>
                <a:lnTo>
                  <a:pt x="4871" y="1727"/>
                </a:lnTo>
                <a:lnTo>
                  <a:pt x="4870" y="1727"/>
                </a:lnTo>
                <a:lnTo>
                  <a:pt x="4870" y="1726"/>
                </a:lnTo>
                <a:lnTo>
                  <a:pt x="4868" y="1726"/>
                </a:lnTo>
                <a:lnTo>
                  <a:pt x="4868" y="1727"/>
                </a:lnTo>
                <a:lnTo>
                  <a:pt x="4867" y="1727"/>
                </a:lnTo>
                <a:lnTo>
                  <a:pt x="4866" y="1727"/>
                </a:lnTo>
                <a:lnTo>
                  <a:pt x="4865" y="1727"/>
                </a:lnTo>
                <a:lnTo>
                  <a:pt x="4864" y="1727"/>
                </a:lnTo>
                <a:lnTo>
                  <a:pt x="4863" y="1727"/>
                </a:lnTo>
                <a:lnTo>
                  <a:pt x="4863" y="1726"/>
                </a:lnTo>
                <a:lnTo>
                  <a:pt x="4864" y="1726"/>
                </a:lnTo>
                <a:lnTo>
                  <a:pt x="4864" y="1725"/>
                </a:lnTo>
                <a:lnTo>
                  <a:pt x="4863" y="1725"/>
                </a:lnTo>
                <a:lnTo>
                  <a:pt x="4863" y="1726"/>
                </a:lnTo>
                <a:lnTo>
                  <a:pt x="4862" y="1726"/>
                </a:lnTo>
                <a:lnTo>
                  <a:pt x="4862" y="1727"/>
                </a:lnTo>
                <a:lnTo>
                  <a:pt x="4860" y="1727"/>
                </a:lnTo>
                <a:lnTo>
                  <a:pt x="4859" y="1728"/>
                </a:lnTo>
                <a:lnTo>
                  <a:pt x="4858" y="1729"/>
                </a:lnTo>
                <a:lnTo>
                  <a:pt x="4857" y="1729"/>
                </a:lnTo>
                <a:lnTo>
                  <a:pt x="4856" y="1729"/>
                </a:lnTo>
                <a:lnTo>
                  <a:pt x="4855" y="1729"/>
                </a:lnTo>
                <a:lnTo>
                  <a:pt x="4854" y="1730"/>
                </a:lnTo>
                <a:lnTo>
                  <a:pt x="4854" y="1729"/>
                </a:lnTo>
                <a:lnTo>
                  <a:pt x="4850" y="1732"/>
                </a:lnTo>
                <a:lnTo>
                  <a:pt x="4850" y="1731"/>
                </a:lnTo>
                <a:lnTo>
                  <a:pt x="4848" y="1730"/>
                </a:lnTo>
                <a:lnTo>
                  <a:pt x="4847" y="1730"/>
                </a:lnTo>
                <a:lnTo>
                  <a:pt x="4846" y="1729"/>
                </a:lnTo>
                <a:lnTo>
                  <a:pt x="4845" y="1729"/>
                </a:lnTo>
                <a:lnTo>
                  <a:pt x="4845" y="1728"/>
                </a:lnTo>
                <a:lnTo>
                  <a:pt x="4845" y="1727"/>
                </a:lnTo>
                <a:lnTo>
                  <a:pt x="4844" y="1727"/>
                </a:lnTo>
                <a:lnTo>
                  <a:pt x="4843" y="1727"/>
                </a:lnTo>
                <a:lnTo>
                  <a:pt x="4845" y="1729"/>
                </a:lnTo>
                <a:lnTo>
                  <a:pt x="4845" y="1730"/>
                </a:lnTo>
                <a:lnTo>
                  <a:pt x="4843" y="1730"/>
                </a:lnTo>
                <a:lnTo>
                  <a:pt x="4844" y="1731"/>
                </a:lnTo>
                <a:lnTo>
                  <a:pt x="4844" y="1732"/>
                </a:lnTo>
                <a:lnTo>
                  <a:pt x="4845" y="1733"/>
                </a:lnTo>
                <a:lnTo>
                  <a:pt x="4845" y="1734"/>
                </a:lnTo>
                <a:lnTo>
                  <a:pt x="4844" y="1734"/>
                </a:lnTo>
                <a:lnTo>
                  <a:pt x="4844" y="1735"/>
                </a:lnTo>
                <a:lnTo>
                  <a:pt x="4843" y="1736"/>
                </a:lnTo>
                <a:lnTo>
                  <a:pt x="4843" y="1737"/>
                </a:lnTo>
                <a:lnTo>
                  <a:pt x="4843" y="1738"/>
                </a:lnTo>
                <a:lnTo>
                  <a:pt x="4842" y="1738"/>
                </a:lnTo>
                <a:lnTo>
                  <a:pt x="4841" y="1738"/>
                </a:lnTo>
                <a:lnTo>
                  <a:pt x="4840" y="1739"/>
                </a:lnTo>
                <a:lnTo>
                  <a:pt x="4840" y="1738"/>
                </a:lnTo>
                <a:lnTo>
                  <a:pt x="4840" y="1737"/>
                </a:lnTo>
                <a:lnTo>
                  <a:pt x="4839" y="1737"/>
                </a:lnTo>
                <a:lnTo>
                  <a:pt x="4839" y="1738"/>
                </a:lnTo>
                <a:lnTo>
                  <a:pt x="4838" y="1738"/>
                </a:lnTo>
                <a:lnTo>
                  <a:pt x="4838" y="1739"/>
                </a:lnTo>
                <a:lnTo>
                  <a:pt x="4838" y="1740"/>
                </a:lnTo>
                <a:lnTo>
                  <a:pt x="4839" y="1740"/>
                </a:lnTo>
                <a:lnTo>
                  <a:pt x="4838" y="1740"/>
                </a:lnTo>
                <a:lnTo>
                  <a:pt x="4838" y="1741"/>
                </a:lnTo>
                <a:lnTo>
                  <a:pt x="4837" y="1741"/>
                </a:lnTo>
                <a:lnTo>
                  <a:pt x="4837" y="1742"/>
                </a:lnTo>
                <a:lnTo>
                  <a:pt x="4837" y="1741"/>
                </a:lnTo>
                <a:lnTo>
                  <a:pt x="4837" y="1740"/>
                </a:lnTo>
                <a:lnTo>
                  <a:pt x="4837" y="1739"/>
                </a:lnTo>
                <a:lnTo>
                  <a:pt x="4836" y="1738"/>
                </a:lnTo>
                <a:lnTo>
                  <a:pt x="4835" y="1738"/>
                </a:lnTo>
                <a:lnTo>
                  <a:pt x="4834" y="1738"/>
                </a:lnTo>
                <a:lnTo>
                  <a:pt x="4834" y="1740"/>
                </a:lnTo>
                <a:lnTo>
                  <a:pt x="4832" y="1741"/>
                </a:lnTo>
                <a:lnTo>
                  <a:pt x="4832" y="1742"/>
                </a:lnTo>
                <a:lnTo>
                  <a:pt x="4831" y="1742"/>
                </a:lnTo>
                <a:lnTo>
                  <a:pt x="4830" y="1742"/>
                </a:lnTo>
                <a:lnTo>
                  <a:pt x="4830" y="1743"/>
                </a:lnTo>
                <a:lnTo>
                  <a:pt x="4829" y="1743"/>
                </a:lnTo>
                <a:lnTo>
                  <a:pt x="4830" y="1743"/>
                </a:lnTo>
                <a:lnTo>
                  <a:pt x="4830" y="1744"/>
                </a:lnTo>
                <a:lnTo>
                  <a:pt x="4829" y="1744"/>
                </a:lnTo>
                <a:lnTo>
                  <a:pt x="4828" y="1744"/>
                </a:lnTo>
                <a:lnTo>
                  <a:pt x="4828" y="1745"/>
                </a:lnTo>
                <a:lnTo>
                  <a:pt x="4828" y="1746"/>
                </a:lnTo>
                <a:lnTo>
                  <a:pt x="4827" y="1746"/>
                </a:lnTo>
                <a:lnTo>
                  <a:pt x="4826" y="1747"/>
                </a:lnTo>
                <a:lnTo>
                  <a:pt x="4825" y="1747"/>
                </a:lnTo>
                <a:lnTo>
                  <a:pt x="4825" y="1746"/>
                </a:lnTo>
                <a:lnTo>
                  <a:pt x="4824" y="1747"/>
                </a:lnTo>
                <a:lnTo>
                  <a:pt x="4824" y="1748"/>
                </a:lnTo>
                <a:lnTo>
                  <a:pt x="4823" y="1748"/>
                </a:lnTo>
                <a:lnTo>
                  <a:pt x="4822" y="1748"/>
                </a:lnTo>
                <a:lnTo>
                  <a:pt x="4822" y="1747"/>
                </a:lnTo>
                <a:lnTo>
                  <a:pt x="4822" y="1746"/>
                </a:lnTo>
                <a:lnTo>
                  <a:pt x="4822" y="1745"/>
                </a:lnTo>
                <a:lnTo>
                  <a:pt x="4823" y="1745"/>
                </a:lnTo>
                <a:lnTo>
                  <a:pt x="4824" y="1745"/>
                </a:lnTo>
                <a:lnTo>
                  <a:pt x="4825" y="1745"/>
                </a:lnTo>
                <a:lnTo>
                  <a:pt x="4825" y="1744"/>
                </a:lnTo>
                <a:lnTo>
                  <a:pt x="4825" y="1743"/>
                </a:lnTo>
                <a:lnTo>
                  <a:pt x="4824" y="1743"/>
                </a:lnTo>
                <a:lnTo>
                  <a:pt x="4823" y="1744"/>
                </a:lnTo>
                <a:lnTo>
                  <a:pt x="4823" y="1745"/>
                </a:lnTo>
                <a:lnTo>
                  <a:pt x="4822" y="1745"/>
                </a:lnTo>
                <a:lnTo>
                  <a:pt x="4822" y="1743"/>
                </a:lnTo>
                <a:lnTo>
                  <a:pt x="4823" y="1743"/>
                </a:lnTo>
                <a:lnTo>
                  <a:pt x="4823" y="1742"/>
                </a:lnTo>
                <a:lnTo>
                  <a:pt x="4822" y="1741"/>
                </a:lnTo>
                <a:lnTo>
                  <a:pt x="4823" y="1741"/>
                </a:lnTo>
                <a:lnTo>
                  <a:pt x="4823" y="1740"/>
                </a:lnTo>
                <a:lnTo>
                  <a:pt x="4823" y="1739"/>
                </a:lnTo>
                <a:lnTo>
                  <a:pt x="4823" y="1738"/>
                </a:lnTo>
                <a:lnTo>
                  <a:pt x="4822" y="1739"/>
                </a:lnTo>
                <a:lnTo>
                  <a:pt x="4823" y="1740"/>
                </a:lnTo>
                <a:lnTo>
                  <a:pt x="4822" y="1741"/>
                </a:lnTo>
                <a:lnTo>
                  <a:pt x="4821" y="1741"/>
                </a:lnTo>
                <a:lnTo>
                  <a:pt x="4822" y="1743"/>
                </a:lnTo>
                <a:lnTo>
                  <a:pt x="4822" y="1744"/>
                </a:lnTo>
                <a:lnTo>
                  <a:pt x="4822" y="1745"/>
                </a:lnTo>
                <a:lnTo>
                  <a:pt x="4821" y="1746"/>
                </a:lnTo>
                <a:lnTo>
                  <a:pt x="4820" y="1746"/>
                </a:lnTo>
                <a:lnTo>
                  <a:pt x="4820" y="1745"/>
                </a:lnTo>
                <a:lnTo>
                  <a:pt x="4818" y="1746"/>
                </a:lnTo>
                <a:lnTo>
                  <a:pt x="4817" y="1745"/>
                </a:lnTo>
                <a:lnTo>
                  <a:pt x="4816" y="1746"/>
                </a:lnTo>
                <a:lnTo>
                  <a:pt x="4815" y="1746"/>
                </a:lnTo>
                <a:lnTo>
                  <a:pt x="4814" y="1746"/>
                </a:lnTo>
                <a:lnTo>
                  <a:pt x="4813" y="1745"/>
                </a:lnTo>
                <a:lnTo>
                  <a:pt x="4813" y="1744"/>
                </a:lnTo>
                <a:lnTo>
                  <a:pt x="4812" y="1744"/>
                </a:lnTo>
                <a:lnTo>
                  <a:pt x="4812" y="1743"/>
                </a:lnTo>
                <a:lnTo>
                  <a:pt x="4812" y="1742"/>
                </a:lnTo>
                <a:lnTo>
                  <a:pt x="4811" y="1742"/>
                </a:lnTo>
                <a:lnTo>
                  <a:pt x="4810" y="1742"/>
                </a:lnTo>
                <a:lnTo>
                  <a:pt x="4810" y="1743"/>
                </a:lnTo>
                <a:lnTo>
                  <a:pt x="4811" y="1743"/>
                </a:lnTo>
                <a:lnTo>
                  <a:pt x="4813" y="1745"/>
                </a:lnTo>
                <a:lnTo>
                  <a:pt x="4813" y="1746"/>
                </a:lnTo>
                <a:lnTo>
                  <a:pt x="4810" y="1747"/>
                </a:lnTo>
                <a:lnTo>
                  <a:pt x="4812" y="1748"/>
                </a:lnTo>
                <a:lnTo>
                  <a:pt x="4811" y="1749"/>
                </a:lnTo>
                <a:lnTo>
                  <a:pt x="4810" y="1749"/>
                </a:lnTo>
                <a:lnTo>
                  <a:pt x="4809" y="1748"/>
                </a:lnTo>
                <a:lnTo>
                  <a:pt x="4808" y="1748"/>
                </a:lnTo>
                <a:lnTo>
                  <a:pt x="4808" y="1749"/>
                </a:lnTo>
                <a:lnTo>
                  <a:pt x="4809" y="1749"/>
                </a:lnTo>
                <a:lnTo>
                  <a:pt x="4810" y="1749"/>
                </a:lnTo>
                <a:lnTo>
                  <a:pt x="4812" y="1750"/>
                </a:lnTo>
                <a:lnTo>
                  <a:pt x="4812" y="1751"/>
                </a:lnTo>
                <a:lnTo>
                  <a:pt x="4811" y="1752"/>
                </a:lnTo>
                <a:lnTo>
                  <a:pt x="4811" y="1753"/>
                </a:lnTo>
                <a:lnTo>
                  <a:pt x="4812" y="1753"/>
                </a:lnTo>
                <a:lnTo>
                  <a:pt x="4813" y="1753"/>
                </a:lnTo>
                <a:lnTo>
                  <a:pt x="4813" y="1754"/>
                </a:lnTo>
                <a:lnTo>
                  <a:pt x="4812" y="1754"/>
                </a:lnTo>
                <a:lnTo>
                  <a:pt x="4811" y="1754"/>
                </a:lnTo>
                <a:lnTo>
                  <a:pt x="4810" y="1755"/>
                </a:lnTo>
                <a:lnTo>
                  <a:pt x="4809" y="1755"/>
                </a:lnTo>
                <a:lnTo>
                  <a:pt x="4808" y="1755"/>
                </a:lnTo>
                <a:lnTo>
                  <a:pt x="4808" y="1754"/>
                </a:lnTo>
                <a:lnTo>
                  <a:pt x="4807" y="1754"/>
                </a:lnTo>
                <a:lnTo>
                  <a:pt x="4807" y="1755"/>
                </a:lnTo>
                <a:lnTo>
                  <a:pt x="4806" y="1755"/>
                </a:lnTo>
                <a:lnTo>
                  <a:pt x="4806" y="1756"/>
                </a:lnTo>
                <a:lnTo>
                  <a:pt x="4806" y="1757"/>
                </a:lnTo>
                <a:lnTo>
                  <a:pt x="4807" y="1757"/>
                </a:lnTo>
                <a:lnTo>
                  <a:pt x="4808" y="1757"/>
                </a:lnTo>
                <a:lnTo>
                  <a:pt x="4807" y="1757"/>
                </a:lnTo>
                <a:lnTo>
                  <a:pt x="4808" y="1758"/>
                </a:lnTo>
                <a:lnTo>
                  <a:pt x="4807" y="1758"/>
                </a:lnTo>
                <a:lnTo>
                  <a:pt x="4806" y="1759"/>
                </a:lnTo>
                <a:lnTo>
                  <a:pt x="4804" y="1759"/>
                </a:lnTo>
                <a:lnTo>
                  <a:pt x="4803" y="1759"/>
                </a:lnTo>
                <a:lnTo>
                  <a:pt x="4803" y="1758"/>
                </a:lnTo>
                <a:lnTo>
                  <a:pt x="4802" y="1759"/>
                </a:lnTo>
                <a:lnTo>
                  <a:pt x="4802" y="1760"/>
                </a:lnTo>
                <a:lnTo>
                  <a:pt x="4802" y="1761"/>
                </a:lnTo>
                <a:lnTo>
                  <a:pt x="4801" y="1761"/>
                </a:lnTo>
                <a:lnTo>
                  <a:pt x="4801" y="1762"/>
                </a:lnTo>
                <a:lnTo>
                  <a:pt x="4800" y="1762"/>
                </a:lnTo>
                <a:lnTo>
                  <a:pt x="4801" y="1762"/>
                </a:lnTo>
                <a:lnTo>
                  <a:pt x="4801" y="1763"/>
                </a:lnTo>
                <a:lnTo>
                  <a:pt x="4800" y="1763"/>
                </a:lnTo>
                <a:lnTo>
                  <a:pt x="4799" y="1762"/>
                </a:lnTo>
                <a:lnTo>
                  <a:pt x="4799" y="1761"/>
                </a:lnTo>
                <a:lnTo>
                  <a:pt x="4797" y="1760"/>
                </a:lnTo>
                <a:lnTo>
                  <a:pt x="4796" y="1759"/>
                </a:lnTo>
                <a:lnTo>
                  <a:pt x="4796" y="1760"/>
                </a:lnTo>
                <a:lnTo>
                  <a:pt x="4795" y="1760"/>
                </a:lnTo>
                <a:lnTo>
                  <a:pt x="4796" y="1762"/>
                </a:lnTo>
                <a:lnTo>
                  <a:pt x="4795" y="1762"/>
                </a:lnTo>
                <a:lnTo>
                  <a:pt x="4794" y="1761"/>
                </a:lnTo>
                <a:lnTo>
                  <a:pt x="4794" y="1762"/>
                </a:lnTo>
                <a:lnTo>
                  <a:pt x="4793" y="1762"/>
                </a:lnTo>
                <a:lnTo>
                  <a:pt x="4792" y="1762"/>
                </a:lnTo>
                <a:lnTo>
                  <a:pt x="4792" y="1763"/>
                </a:lnTo>
                <a:lnTo>
                  <a:pt x="4791" y="1762"/>
                </a:lnTo>
                <a:lnTo>
                  <a:pt x="4790" y="1762"/>
                </a:lnTo>
                <a:lnTo>
                  <a:pt x="4790" y="1763"/>
                </a:lnTo>
                <a:lnTo>
                  <a:pt x="4789" y="1763"/>
                </a:lnTo>
                <a:lnTo>
                  <a:pt x="4788" y="1763"/>
                </a:lnTo>
                <a:lnTo>
                  <a:pt x="4788" y="1762"/>
                </a:lnTo>
                <a:lnTo>
                  <a:pt x="4787" y="1761"/>
                </a:lnTo>
                <a:lnTo>
                  <a:pt x="4787" y="1762"/>
                </a:lnTo>
                <a:lnTo>
                  <a:pt x="4787" y="1763"/>
                </a:lnTo>
                <a:lnTo>
                  <a:pt x="4786" y="1764"/>
                </a:lnTo>
                <a:lnTo>
                  <a:pt x="4785" y="1764"/>
                </a:lnTo>
                <a:lnTo>
                  <a:pt x="4786" y="1764"/>
                </a:lnTo>
                <a:lnTo>
                  <a:pt x="4787" y="1765"/>
                </a:lnTo>
                <a:lnTo>
                  <a:pt x="4787" y="1766"/>
                </a:lnTo>
                <a:lnTo>
                  <a:pt x="4786" y="1766"/>
                </a:lnTo>
                <a:lnTo>
                  <a:pt x="4786" y="1767"/>
                </a:lnTo>
                <a:lnTo>
                  <a:pt x="4785" y="1768"/>
                </a:lnTo>
                <a:lnTo>
                  <a:pt x="4784" y="1769"/>
                </a:lnTo>
                <a:lnTo>
                  <a:pt x="4785" y="1769"/>
                </a:lnTo>
                <a:lnTo>
                  <a:pt x="4785" y="1770"/>
                </a:lnTo>
                <a:lnTo>
                  <a:pt x="4785" y="1772"/>
                </a:lnTo>
                <a:lnTo>
                  <a:pt x="4783" y="1772"/>
                </a:lnTo>
                <a:lnTo>
                  <a:pt x="4782" y="1771"/>
                </a:lnTo>
                <a:lnTo>
                  <a:pt x="4779" y="1772"/>
                </a:lnTo>
                <a:lnTo>
                  <a:pt x="4776" y="1773"/>
                </a:lnTo>
                <a:lnTo>
                  <a:pt x="4775" y="1773"/>
                </a:lnTo>
                <a:lnTo>
                  <a:pt x="4773" y="1774"/>
                </a:lnTo>
                <a:lnTo>
                  <a:pt x="4774" y="1774"/>
                </a:lnTo>
                <a:lnTo>
                  <a:pt x="4773" y="1775"/>
                </a:lnTo>
                <a:lnTo>
                  <a:pt x="4774" y="1777"/>
                </a:lnTo>
                <a:lnTo>
                  <a:pt x="4772" y="1779"/>
                </a:lnTo>
                <a:lnTo>
                  <a:pt x="4770" y="1776"/>
                </a:lnTo>
                <a:lnTo>
                  <a:pt x="4770" y="1777"/>
                </a:lnTo>
                <a:lnTo>
                  <a:pt x="4769" y="1778"/>
                </a:lnTo>
                <a:lnTo>
                  <a:pt x="4771" y="1779"/>
                </a:lnTo>
                <a:lnTo>
                  <a:pt x="4763" y="1785"/>
                </a:lnTo>
                <a:lnTo>
                  <a:pt x="4761" y="1784"/>
                </a:lnTo>
                <a:lnTo>
                  <a:pt x="4761" y="1785"/>
                </a:lnTo>
                <a:lnTo>
                  <a:pt x="4760" y="1785"/>
                </a:lnTo>
                <a:lnTo>
                  <a:pt x="4760" y="1787"/>
                </a:lnTo>
                <a:lnTo>
                  <a:pt x="4760" y="1788"/>
                </a:lnTo>
                <a:lnTo>
                  <a:pt x="4759" y="1788"/>
                </a:lnTo>
                <a:lnTo>
                  <a:pt x="4758" y="1787"/>
                </a:lnTo>
                <a:lnTo>
                  <a:pt x="4756" y="1785"/>
                </a:lnTo>
                <a:lnTo>
                  <a:pt x="4755" y="1786"/>
                </a:lnTo>
                <a:lnTo>
                  <a:pt x="4756" y="1786"/>
                </a:lnTo>
                <a:lnTo>
                  <a:pt x="4756" y="1787"/>
                </a:lnTo>
                <a:lnTo>
                  <a:pt x="4756" y="1788"/>
                </a:lnTo>
                <a:lnTo>
                  <a:pt x="4756" y="1789"/>
                </a:lnTo>
                <a:lnTo>
                  <a:pt x="4756" y="1790"/>
                </a:lnTo>
                <a:lnTo>
                  <a:pt x="4756" y="1791"/>
                </a:lnTo>
                <a:lnTo>
                  <a:pt x="4755" y="1791"/>
                </a:lnTo>
                <a:lnTo>
                  <a:pt x="4754" y="1791"/>
                </a:lnTo>
                <a:lnTo>
                  <a:pt x="4754" y="1792"/>
                </a:lnTo>
                <a:lnTo>
                  <a:pt x="4755" y="1792"/>
                </a:lnTo>
                <a:lnTo>
                  <a:pt x="4755" y="1793"/>
                </a:lnTo>
                <a:lnTo>
                  <a:pt x="4754" y="1793"/>
                </a:lnTo>
                <a:lnTo>
                  <a:pt x="4753" y="1792"/>
                </a:lnTo>
                <a:lnTo>
                  <a:pt x="4753" y="1793"/>
                </a:lnTo>
                <a:lnTo>
                  <a:pt x="4752" y="1794"/>
                </a:lnTo>
                <a:lnTo>
                  <a:pt x="4752" y="1795"/>
                </a:lnTo>
                <a:lnTo>
                  <a:pt x="4752" y="1796"/>
                </a:lnTo>
                <a:lnTo>
                  <a:pt x="4751" y="1796"/>
                </a:lnTo>
                <a:lnTo>
                  <a:pt x="4750" y="1796"/>
                </a:lnTo>
                <a:lnTo>
                  <a:pt x="4751" y="1796"/>
                </a:lnTo>
                <a:lnTo>
                  <a:pt x="4751" y="1795"/>
                </a:lnTo>
                <a:lnTo>
                  <a:pt x="4751" y="1794"/>
                </a:lnTo>
                <a:lnTo>
                  <a:pt x="4750" y="1793"/>
                </a:lnTo>
                <a:lnTo>
                  <a:pt x="4750" y="1794"/>
                </a:lnTo>
                <a:lnTo>
                  <a:pt x="4749" y="1794"/>
                </a:lnTo>
                <a:lnTo>
                  <a:pt x="4750" y="1794"/>
                </a:lnTo>
                <a:lnTo>
                  <a:pt x="4750" y="1795"/>
                </a:lnTo>
                <a:lnTo>
                  <a:pt x="4750" y="1797"/>
                </a:lnTo>
                <a:lnTo>
                  <a:pt x="4750" y="1798"/>
                </a:lnTo>
                <a:lnTo>
                  <a:pt x="4750" y="1799"/>
                </a:lnTo>
                <a:lnTo>
                  <a:pt x="4751" y="1800"/>
                </a:lnTo>
                <a:lnTo>
                  <a:pt x="4751" y="1801"/>
                </a:lnTo>
                <a:lnTo>
                  <a:pt x="4750" y="1801"/>
                </a:lnTo>
                <a:lnTo>
                  <a:pt x="4749" y="1800"/>
                </a:lnTo>
                <a:lnTo>
                  <a:pt x="4747" y="1803"/>
                </a:lnTo>
                <a:lnTo>
                  <a:pt x="4746" y="1804"/>
                </a:lnTo>
                <a:lnTo>
                  <a:pt x="4745" y="1804"/>
                </a:lnTo>
                <a:lnTo>
                  <a:pt x="4745" y="1803"/>
                </a:lnTo>
                <a:lnTo>
                  <a:pt x="4744" y="1803"/>
                </a:lnTo>
                <a:lnTo>
                  <a:pt x="4745" y="1804"/>
                </a:lnTo>
                <a:lnTo>
                  <a:pt x="4745" y="1805"/>
                </a:lnTo>
                <a:lnTo>
                  <a:pt x="4744" y="1806"/>
                </a:lnTo>
                <a:lnTo>
                  <a:pt x="4744" y="1805"/>
                </a:lnTo>
                <a:lnTo>
                  <a:pt x="4743" y="1805"/>
                </a:lnTo>
                <a:lnTo>
                  <a:pt x="4743" y="1806"/>
                </a:lnTo>
                <a:lnTo>
                  <a:pt x="4740" y="1806"/>
                </a:lnTo>
                <a:lnTo>
                  <a:pt x="4740" y="1804"/>
                </a:lnTo>
                <a:lnTo>
                  <a:pt x="4739" y="1805"/>
                </a:lnTo>
                <a:lnTo>
                  <a:pt x="4736" y="1805"/>
                </a:lnTo>
                <a:lnTo>
                  <a:pt x="4735" y="1805"/>
                </a:lnTo>
                <a:lnTo>
                  <a:pt x="4734" y="1806"/>
                </a:lnTo>
                <a:lnTo>
                  <a:pt x="4734" y="1807"/>
                </a:lnTo>
                <a:lnTo>
                  <a:pt x="4734" y="1808"/>
                </a:lnTo>
                <a:lnTo>
                  <a:pt x="4731" y="1810"/>
                </a:lnTo>
                <a:lnTo>
                  <a:pt x="4730" y="1811"/>
                </a:lnTo>
                <a:lnTo>
                  <a:pt x="4729" y="1811"/>
                </a:lnTo>
                <a:lnTo>
                  <a:pt x="4730" y="1812"/>
                </a:lnTo>
                <a:lnTo>
                  <a:pt x="4728" y="1815"/>
                </a:lnTo>
                <a:lnTo>
                  <a:pt x="4727" y="1814"/>
                </a:lnTo>
                <a:lnTo>
                  <a:pt x="4727" y="1815"/>
                </a:lnTo>
                <a:lnTo>
                  <a:pt x="4729" y="1816"/>
                </a:lnTo>
                <a:lnTo>
                  <a:pt x="4729" y="1817"/>
                </a:lnTo>
                <a:lnTo>
                  <a:pt x="4728" y="1818"/>
                </a:lnTo>
                <a:lnTo>
                  <a:pt x="4727" y="1818"/>
                </a:lnTo>
                <a:lnTo>
                  <a:pt x="4726" y="1816"/>
                </a:lnTo>
                <a:lnTo>
                  <a:pt x="4726" y="1817"/>
                </a:lnTo>
                <a:lnTo>
                  <a:pt x="4724" y="1820"/>
                </a:lnTo>
                <a:lnTo>
                  <a:pt x="4723" y="1820"/>
                </a:lnTo>
                <a:lnTo>
                  <a:pt x="4722" y="1820"/>
                </a:lnTo>
                <a:lnTo>
                  <a:pt x="4721" y="1820"/>
                </a:lnTo>
                <a:lnTo>
                  <a:pt x="4722" y="1820"/>
                </a:lnTo>
                <a:lnTo>
                  <a:pt x="4723" y="1821"/>
                </a:lnTo>
                <a:lnTo>
                  <a:pt x="4724" y="1821"/>
                </a:lnTo>
                <a:lnTo>
                  <a:pt x="4724" y="1822"/>
                </a:lnTo>
                <a:lnTo>
                  <a:pt x="4724" y="1823"/>
                </a:lnTo>
                <a:lnTo>
                  <a:pt x="4723" y="1824"/>
                </a:lnTo>
                <a:lnTo>
                  <a:pt x="4723" y="1825"/>
                </a:lnTo>
                <a:lnTo>
                  <a:pt x="4723" y="1826"/>
                </a:lnTo>
                <a:lnTo>
                  <a:pt x="4723" y="1827"/>
                </a:lnTo>
                <a:lnTo>
                  <a:pt x="4722" y="1827"/>
                </a:lnTo>
                <a:lnTo>
                  <a:pt x="4721" y="1827"/>
                </a:lnTo>
                <a:lnTo>
                  <a:pt x="4720" y="1827"/>
                </a:lnTo>
                <a:lnTo>
                  <a:pt x="4720" y="1828"/>
                </a:lnTo>
                <a:lnTo>
                  <a:pt x="4720" y="1829"/>
                </a:lnTo>
                <a:lnTo>
                  <a:pt x="4719" y="1829"/>
                </a:lnTo>
                <a:lnTo>
                  <a:pt x="4718" y="1829"/>
                </a:lnTo>
                <a:lnTo>
                  <a:pt x="4717" y="1830"/>
                </a:lnTo>
                <a:lnTo>
                  <a:pt x="4716" y="1831"/>
                </a:lnTo>
                <a:lnTo>
                  <a:pt x="4715" y="1832"/>
                </a:lnTo>
                <a:lnTo>
                  <a:pt x="4714" y="1833"/>
                </a:lnTo>
                <a:lnTo>
                  <a:pt x="4714" y="1834"/>
                </a:lnTo>
                <a:lnTo>
                  <a:pt x="4714" y="1835"/>
                </a:lnTo>
                <a:lnTo>
                  <a:pt x="4713" y="1835"/>
                </a:lnTo>
                <a:lnTo>
                  <a:pt x="4712" y="1835"/>
                </a:lnTo>
                <a:lnTo>
                  <a:pt x="4712" y="1836"/>
                </a:lnTo>
                <a:lnTo>
                  <a:pt x="4712" y="1837"/>
                </a:lnTo>
                <a:lnTo>
                  <a:pt x="4712" y="1838"/>
                </a:lnTo>
                <a:lnTo>
                  <a:pt x="4713" y="1838"/>
                </a:lnTo>
                <a:lnTo>
                  <a:pt x="4713" y="1839"/>
                </a:lnTo>
                <a:lnTo>
                  <a:pt x="4712" y="1839"/>
                </a:lnTo>
                <a:lnTo>
                  <a:pt x="4712" y="1840"/>
                </a:lnTo>
                <a:lnTo>
                  <a:pt x="4712" y="1841"/>
                </a:lnTo>
                <a:lnTo>
                  <a:pt x="4711" y="1841"/>
                </a:lnTo>
                <a:lnTo>
                  <a:pt x="4710" y="1841"/>
                </a:lnTo>
                <a:lnTo>
                  <a:pt x="4711" y="1841"/>
                </a:lnTo>
                <a:lnTo>
                  <a:pt x="4712" y="1841"/>
                </a:lnTo>
                <a:lnTo>
                  <a:pt x="4713" y="1842"/>
                </a:lnTo>
                <a:lnTo>
                  <a:pt x="4713" y="1843"/>
                </a:lnTo>
                <a:lnTo>
                  <a:pt x="4714" y="1843"/>
                </a:lnTo>
                <a:lnTo>
                  <a:pt x="4715" y="1843"/>
                </a:lnTo>
                <a:lnTo>
                  <a:pt x="4716" y="1843"/>
                </a:lnTo>
                <a:lnTo>
                  <a:pt x="4717" y="1843"/>
                </a:lnTo>
                <a:lnTo>
                  <a:pt x="4718" y="1843"/>
                </a:lnTo>
                <a:lnTo>
                  <a:pt x="4718" y="1844"/>
                </a:lnTo>
                <a:lnTo>
                  <a:pt x="4717" y="1844"/>
                </a:lnTo>
                <a:lnTo>
                  <a:pt x="4717" y="1843"/>
                </a:lnTo>
                <a:lnTo>
                  <a:pt x="4716" y="1843"/>
                </a:lnTo>
                <a:lnTo>
                  <a:pt x="4716" y="1844"/>
                </a:lnTo>
                <a:lnTo>
                  <a:pt x="4715" y="1844"/>
                </a:lnTo>
                <a:lnTo>
                  <a:pt x="4714" y="1845"/>
                </a:lnTo>
                <a:lnTo>
                  <a:pt x="4713" y="1845"/>
                </a:lnTo>
                <a:lnTo>
                  <a:pt x="4713" y="1846"/>
                </a:lnTo>
                <a:lnTo>
                  <a:pt x="4713" y="1847"/>
                </a:lnTo>
                <a:lnTo>
                  <a:pt x="4712" y="1847"/>
                </a:lnTo>
                <a:lnTo>
                  <a:pt x="4712" y="1848"/>
                </a:lnTo>
                <a:lnTo>
                  <a:pt x="4711" y="1848"/>
                </a:lnTo>
                <a:lnTo>
                  <a:pt x="4711" y="1849"/>
                </a:lnTo>
                <a:lnTo>
                  <a:pt x="4710" y="1849"/>
                </a:lnTo>
                <a:lnTo>
                  <a:pt x="4711" y="1849"/>
                </a:lnTo>
                <a:lnTo>
                  <a:pt x="4711" y="1850"/>
                </a:lnTo>
                <a:lnTo>
                  <a:pt x="4710" y="1850"/>
                </a:lnTo>
                <a:lnTo>
                  <a:pt x="4709" y="1850"/>
                </a:lnTo>
                <a:lnTo>
                  <a:pt x="4709" y="1851"/>
                </a:lnTo>
                <a:lnTo>
                  <a:pt x="4708" y="1850"/>
                </a:lnTo>
                <a:lnTo>
                  <a:pt x="4707" y="1850"/>
                </a:lnTo>
                <a:lnTo>
                  <a:pt x="4707" y="1849"/>
                </a:lnTo>
                <a:lnTo>
                  <a:pt x="4706" y="1849"/>
                </a:lnTo>
                <a:lnTo>
                  <a:pt x="4706" y="1850"/>
                </a:lnTo>
                <a:lnTo>
                  <a:pt x="4707" y="1852"/>
                </a:lnTo>
                <a:lnTo>
                  <a:pt x="4707" y="1853"/>
                </a:lnTo>
                <a:lnTo>
                  <a:pt x="4708" y="1854"/>
                </a:lnTo>
                <a:lnTo>
                  <a:pt x="4709" y="1854"/>
                </a:lnTo>
                <a:lnTo>
                  <a:pt x="4709" y="1855"/>
                </a:lnTo>
                <a:lnTo>
                  <a:pt x="4710" y="1855"/>
                </a:lnTo>
                <a:lnTo>
                  <a:pt x="4711" y="1856"/>
                </a:lnTo>
                <a:lnTo>
                  <a:pt x="4710" y="1856"/>
                </a:lnTo>
                <a:lnTo>
                  <a:pt x="4710" y="1857"/>
                </a:lnTo>
                <a:lnTo>
                  <a:pt x="4710" y="1856"/>
                </a:lnTo>
                <a:lnTo>
                  <a:pt x="4709" y="1856"/>
                </a:lnTo>
                <a:lnTo>
                  <a:pt x="4708" y="1856"/>
                </a:lnTo>
                <a:lnTo>
                  <a:pt x="4707" y="1856"/>
                </a:lnTo>
                <a:lnTo>
                  <a:pt x="4706" y="1855"/>
                </a:lnTo>
                <a:lnTo>
                  <a:pt x="4705" y="1855"/>
                </a:lnTo>
                <a:lnTo>
                  <a:pt x="4704" y="1856"/>
                </a:lnTo>
                <a:lnTo>
                  <a:pt x="4703" y="1857"/>
                </a:lnTo>
                <a:lnTo>
                  <a:pt x="4702" y="1858"/>
                </a:lnTo>
                <a:lnTo>
                  <a:pt x="4702" y="1860"/>
                </a:lnTo>
                <a:lnTo>
                  <a:pt x="4702" y="1862"/>
                </a:lnTo>
                <a:lnTo>
                  <a:pt x="4701" y="1862"/>
                </a:lnTo>
                <a:lnTo>
                  <a:pt x="4700" y="1862"/>
                </a:lnTo>
                <a:lnTo>
                  <a:pt x="4699" y="1861"/>
                </a:lnTo>
                <a:lnTo>
                  <a:pt x="4698" y="1861"/>
                </a:lnTo>
                <a:lnTo>
                  <a:pt x="4698" y="1860"/>
                </a:lnTo>
                <a:lnTo>
                  <a:pt x="4697" y="1860"/>
                </a:lnTo>
                <a:lnTo>
                  <a:pt x="4696" y="1860"/>
                </a:lnTo>
                <a:lnTo>
                  <a:pt x="4695" y="1860"/>
                </a:lnTo>
                <a:lnTo>
                  <a:pt x="4695" y="1861"/>
                </a:lnTo>
                <a:lnTo>
                  <a:pt x="4695" y="1862"/>
                </a:lnTo>
                <a:lnTo>
                  <a:pt x="4696" y="1862"/>
                </a:lnTo>
                <a:lnTo>
                  <a:pt x="4697" y="1864"/>
                </a:lnTo>
                <a:lnTo>
                  <a:pt x="4698" y="1865"/>
                </a:lnTo>
                <a:lnTo>
                  <a:pt x="4697" y="1865"/>
                </a:lnTo>
                <a:lnTo>
                  <a:pt x="4696" y="1864"/>
                </a:lnTo>
                <a:lnTo>
                  <a:pt x="4696" y="1863"/>
                </a:lnTo>
                <a:lnTo>
                  <a:pt x="4695" y="1863"/>
                </a:lnTo>
                <a:lnTo>
                  <a:pt x="4695" y="1864"/>
                </a:lnTo>
                <a:lnTo>
                  <a:pt x="4694" y="1864"/>
                </a:lnTo>
                <a:lnTo>
                  <a:pt x="4692" y="1863"/>
                </a:lnTo>
                <a:lnTo>
                  <a:pt x="4691" y="1863"/>
                </a:lnTo>
                <a:lnTo>
                  <a:pt x="4690" y="1863"/>
                </a:lnTo>
                <a:lnTo>
                  <a:pt x="4689" y="1863"/>
                </a:lnTo>
                <a:lnTo>
                  <a:pt x="4690" y="1864"/>
                </a:lnTo>
                <a:lnTo>
                  <a:pt x="4690" y="1865"/>
                </a:lnTo>
                <a:lnTo>
                  <a:pt x="4691" y="1865"/>
                </a:lnTo>
                <a:lnTo>
                  <a:pt x="4692" y="1866"/>
                </a:lnTo>
                <a:lnTo>
                  <a:pt x="4693" y="1867"/>
                </a:lnTo>
                <a:lnTo>
                  <a:pt x="4696" y="1868"/>
                </a:lnTo>
                <a:lnTo>
                  <a:pt x="4696" y="1869"/>
                </a:lnTo>
                <a:lnTo>
                  <a:pt x="4696" y="1871"/>
                </a:lnTo>
                <a:lnTo>
                  <a:pt x="4697" y="1872"/>
                </a:lnTo>
                <a:lnTo>
                  <a:pt x="4696" y="1872"/>
                </a:lnTo>
                <a:lnTo>
                  <a:pt x="4696" y="1873"/>
                </a:lnTo>
                <a:lnTo>
                  <a:pt x="4695" y="1874"/>
                </a:lnTo>
                <a:lnTo>
                  <a:pt x="4694" y="1875"/>
                </a:lnTo>
                <a:lnTo>
                  <a:pt x="4693" y="1876"/>
                </a:lnTo>
                <a:lnTo>
                  <a:pt x="4692" y="1875"/>
                </a:lnTo>
                <a:lnTo>
                  <a:pt x="4691" y="1875"/>
                </a:lnTo>
                <a:lnTo>
                  <a:pt x="4690" y="1875"/>
                </a:lnTo>
                <a:lnTo>
                  <a:pt x="4690" y="1874"/>
                </a:lnTo>
                <a:lnTo>
                  <a:pt x="4691" y="1874"/>
                </a:lnTo>
                <a:lnTo>
                  <a:pt x="4691" y="1873"/>
                </a:lnTo>
                <a:lnTo>
                  <a:pt x="4690" y="1872"/>
                </a:lnTo>
                <a:lnTo>
                  <a:pt x="4689" y="1872"/>
                </a:lnTo>
                <a:lnTo>
                  <a:pt x="4689" y="1873"/>
                </a:lnTo>
                <a:lnTo>
                  <a:pt x="4688" y="1873"/>
                </a:lnTo>
                <a:lnTo>
                  <a:pt x="4688" y="1872"/>
                </a:lnTo>
                <a:lnTo>
                  <a:pt x="4687" y="1871"/>
                </a:lnTo>
                <a:lnTo>
                  <a:pt x="4686" y="1870"/>
                </a:lnTo>
                <a:lnTo>
                  <a:pt x="4686" y="1869"/>
                </a:lnTo>
                <a:lnTo>
                  <a:pt x="4686" y="1868"/>
                </a:lnTo>
                <a:lnTo>
                  <a:pt x="4685" y="1867"/>
                </a:lnTo>
                <a:lnTo>
                  <a:pt x="4685" y="1866"/>
                </a:lnTo>
                <a:lnTo>
                  <a:pt x="4684" y="1866"/>
                </a:lnTo>
                <a:lnTo>
                  <a:pt x="4683" y="1866"/>
                </a:lnTo>
                <a:lnTo>
                  <a:pt x="4682" y="1866"/>
                </a:lnTo>
                <a:lnTo>
                  <a:pt x="4681" y="1866"/>
                </a:lnTo>
                <a:lnTo>
                  <a:pt x="4680" y="1866"/>
                </a:lnTo>
                <a:lnTo>
                  <a:pt x="4679" y="1866"/>
                </a:lnTo>
                <a:lnTo>
                  <a:pt x="4678" y="1866"/>
                </a:lnTo>
                <a:lnTo>
                  <a:pt x="4678" y="1867"/>
                </a:lnTo>
                <a:lnTo>
                  <a:pt x="4679" y="1866"/>
                </a:lnTo>
                <a:lnTo>
                  <a:pt x="4680" y="1867"/>
                </a:lnTo>
                <a:lnTo>
                  <a:pt x="4681" y="1868"/>
                </a:lnTo>
                <a:lnTo>
                  <a:pt x="4681" y="1869"/>
                </a:lnTo>
                <a:lnTo>
                  <a:pt x="4680" y="1869"/>
                </a:lnTo>
                <a:lnTo>
                  <a:pt x="4679" y="1870"/>
                </a:lnTo>
                <a:lnTo>
                  <a:pt x="4678" y="1870"/>
                </a:lnTo>
                <a:lnTo>
                  <a:pt x="4677" y="1870"/>
                </a:lnTo>
                <a:lnTo>
                  <a:pt x="4678" y="1869"/>
                </a:lnTo>
                <a:lnTo>
                  <a:pt x="4677" y="1869"/>
                </a:lnTo>
                <a:lnTo>
                  <a:pt x="4676" y="1868"/>
                </a:lnTo>
                <a:lnTo>
                  <a:pt x="4675" y="1869"/>
                </a:lnTo>
                <a:lnTo>
                  <a:pt x="4675" y="1870"/>
                </a:lnTo>
                <a:lnTo>
                  <a:pt x="4674" y="1870"/>
                </a:lnTo>
                <a:lnTo>
                  <a:pt x="4674" y="1869"/>
                </a:lnTo>
                <a:lnTo>
                  <a:pt x="4673" y="1869"/>
                </a:lnTo>
                <a:lnTo>
                  <a:pt x="4672" y="1870"/>
                </a:lnTo>
                <a:lnTo>
                  <a:pt x="4670" y="1871"/>
                </a:lnTo>
                <a:lnTo>
                  <a:pt x="4670" y="1872"/>
                </a:lnTo>
                <a:lnTo>
                  <a:pt x="4672" y="1872"/>
                </a:lnTo>
                <a:lnTo>
                  <a:pt x="4673" y="1872"/>
                </a:lnTo>
                <a:lnTo>
                  <a:pt x="4673" y="1873"/>
                </a:lnTo>
                <a:lnTo>
                  <a:pt x="4674" y="1874"/>
                </a:lnTo>
                <a:lnTo>
                  <a:pt x="4674" y="1875"/>
                </a:lnTo>
                <a:lnTo>
                  <a:pt x="4673" y="1875"/>
                </a:lnTo>
                <a:lnTo>
                  <a:pt x="4673" y="1876"/>
                </a:lnTo>
                <a:lnTo>
                  <a:pt x="4672" y="1877"/>
                </a:lnTo>
                <a:lnTo>
                  <a:pt x="4672" y="1876"/>
                </a:lnTo>
                <a:lnTo>
                  <a:pt x="4671" y="1877"/>
                </a:lnTo>
                <a:lnTo>
                  <a:pt x="4670" y="1878"/>
                </a:lnTo>
                <a:lnTo>
                  <a:pt x="4669" y="1879"/>
                </a:lnTo>
                <a:lnTo>
                  <a:pt x="4670" y="1880"/>
                </a:lnTo>
                <a:lnTo>
                  <a:pt x="4669" y="1881"/>
                </a:lnTo>
                <a:lnTo>
                  <a:pt x="4670" y="1882"/>
                </a:lnTo>
                <a:lnTo>
                  <a:pt x="4670" y="1881"/>
                </a:lnTo>
                <a:lnTo>
                  <a:pt x="4671" y="1881"/>
                </a:lnTo>
                <a:lnTo>
                  <a:pt x="4671" y="1880"/>
                </a:lnTo>
                <a:lnTo>
                  <a:pt x="4672" y="1879"/>
                </a:lnTo>
                <a:lnTo>
                  <a:pt x="4673" y="1879"/>
                </a:lnTo>
                <a:lnTo>
                  <a:pt x="4673" y="1880"/>
                </a:lnTo>
                <a:lnTo>
                  <a:pt x="4673" y="1881"/>
                </a:lnTo>
                <a:lnTo>
                  <a:pt x="4674" y="1881"/>
                </a:lnTo>
                <a:lnTo>
                  <a:pt x="4674" y="1880"/>
                </a:lnTo>
                <a:lnTo>
                  <a:pt x="4675" y="1880"/>
                </a:lnTo>
                <a:lnTo>
                  <a:pt x="4676" y="1880"/>
                </a:lnTo>
                <a:lnTo>
                  <a:pt x="4677" y="1881"/>
                </a:lnTo>
                <a:lnTo>
                  <a:pt x="4678" y="1881"/>
                </a:lnTo>
                <a:lnTo>
                  <a:pt x="4680" y="1881"/>
                </a:lnTo>
                <a:lnTo>
                  <a:pt x="4680" y="1882"/>
                </a:lnTo>
                <a:lnTo>
                  <a:pt x="4681" y="1883"/>
                </a:lnTo>
                <a:lnTo>
                  <a:pt x="4680" y="1883"/>
                </a:lnTo>
                <a:lnTo>
                  <a:pt x="4680" y="1884"/>
                </a:lnTo>
                <a:lnTo>
                  <a:pt x="4680" y="1885"/>
                </a:lnTo>
                <a:lnTo>
                  <a:pt x="4680" y="1886"/>
                </a:lnTo>
                <a:lnTo>
                  <a:pt x="4680" y="1887"/>
                </a:lnTo>
                <a:lnTo>
                  <a:pt x="4679" y="1888"/>
                </a:lnTo>
                <a:lnTo>
                  <a:pt x="4679" y="1889"/>
                </a:lnTo>
                <a:lnTo>
                  <a:pt x="4679" y="1888"/>
                </a:lnTo>
                <a:lnTo>
                  <a:pt x="4678" y="1888"/>
                </a:lnTo>
                <a:lnTo>
                  <a:pt x="4678" y="1887"/>
                </a:lnTo>
                <a:lnTo>
                  <a:pt x="4677" y="1887"/>
                </a:lnTo>
                <a:lnTo>
                  <a:pt x="4677" y="1888"/>
                </a:lnTo>
                <a:lnTo>
                  <a:pt x="4677" y="1889"/>
                </a:lnTo>
                <a:lnTo>
                  <a:pt x="4676" y="1889"/>
                </a:lnTo>
                <a:lnTo>
                  <a:pt x="4675" y="1889"/>
                </a:lnTo>
                <a:lnTo>
                  <a:pt x="4675" y="1890"/>
                </a:lnTo>
                <a:lnTo>
                  <a:pt x="4674" y="1889"/>
                </a:lnTo>
                <a:lnTo>
                  <a:pt x="4673" y="1890"/>
                </a:lnTo>
                <a:lnTo>
                  <a:pt x="4672" y="1890"/>
                </a:lnTo>
                <a:lnTo>
                  <a:pt x="4671" y="1890"/>
                </a:lnTo>
                <a:lnTo>
                  <a:pt x="4671" y="1889"/>
                </a:lnTo>
                <a:lnTo>
                  <a:pt x="4670" y="1889"/>
                </a:lnTo>
                <a:lnTo>
                  <a:pt x="4669" y="1889"/>
                </a:lnTo>
                <a:lnTo>
                  <a:pt x="4668" y="1889"/>
                </a:lnTo>
                <a:lnTo>
                  <a:pt x="4667" y="1889"/>
                </a:lnTo>
                <a:lnTo>
                  <a:pt x="4666" y="1889"/>
                </a:lnTo>
                <a:lnTo>
                  <a:pt x="4666" y="1890"/>
                </a:lnTo>
                <a:lnTo>
                  <a:pt x="4665" y="1891"/>
                </a:lnTo>
                <a:lnTo>
                  <a:pt x="4665" y="1892"/>
                </a:lnTo>
                <a:lnTo>
                  <a:pt x="4664" y="1892"/>
                </a:lnTo>
                <a:lnTo>
                  <a:pt x="4664" y="1893"/>
                </a:lnTo>
                <a:lnTo>
                  <a:pt x="4663" y="1893"/>
                </a:lnTo>
                <a:lnTo>
                  <a:pt x="4663" y="1894"/>
                </a:lnTo>
                <a:lnTo>
                  <a:pt x="4663" y="1895"/>
                </a:lnTo>
                <a:lnTo>
                  <a:pt x="4662" y="1896"/>
                </a:lnTo>
                <a:lnTo>
                  <a:pt x="4662" y="1897"/>
                </a:lnTo>
                <a:lnTo>
                  <a:pt x="4661" y="1897"/>
                </a:lnTo>
                <a:lnTo>
                  <a:pt x="4660" y="1897"/>
                </a:lnTo>
                <a:lnTo>
                  <a:pt x="4659" y="1897"/>
                </a:lnTo>
                <a:lnTo>
                  <a:pt x="4659" y="1898"/>
                </a:lnTo>
                <a:lnTo>
                  <a:pt x="4658" y="1898"/>
                </a:lnTo>
                <a:lnTo>
                  <a:pt x="4656" y="1899"/>
                </a:lnTo>
                <a:lnTo>
                  <a:pt x="4656" y="1898"/>
                </a:lnTo>
                <a:lnTo>
                  <a:pt x="4654" y="1899"/>
                </a:lnTo>
                <a:lnTo>
                  <a:pt x="4653" y="1900"/>
                </a:lnTo>
                <a:lnTo>
                  <a:pt x="4651" y="1900"/>
                </a:lnTo>
                <a:lnTo>
                  <a:pt x="4650" y="1900"/>
                </a:lnTo>
                <a:lnTo>
                  <a:pt x="4650" y="1899"/>
                </a:lnTo>
                <a:lnTo>
                  <a:pt x="4649" y="1899"/>
                </a:lnTo>
                <a:lnTo>
                  <a:pt x="4648" y="1899"/>
                </a:lnTo>
                <a:lnTo>
                  <a:pt x="4647" y="1899"/>
                </a:lnTo>
                <a:lnTo>
                  <a:pt x="4646" y="1899"/>
                </a:lnTo>
                <a:lnTo>
                  <a:pt x="4644" y="1900"/>
                </a:lnTo>
                <a:lnTo>
                  <a:pt x="4644" y="1901"/>
                </a:lnTo>
                <a:lnTo>
                  <a:pt x="4644" y="1902"/>
                </a:lnTo>
                <a:lnTo>
                  <a:pt x="4644" y="1903"/>
                </a:lnTo>
                <a:lnTo>
                  <a:pt x="4643" y="1903"/>
                </a:lnTo>
                <a:lnTo>
                  <a:pt x="4643" y="1904"/>
                </a:lnTo>
                <a:lnTo>
                  <a:pt x="4642" y="1904"/>
                </a:lnTo>
                <a:lnTo>
                  <a:pt x="4641" y="1904"/>
                </a:lnTo>
                <a:lnTo>
                  <a:pt x="4640" y="1904"/>
                </a:lnTo>
                <a:lnTo>
                  <a:pt x="4639" y="1905"/>
                </a:lnTo>
                <a:lnTo>
                  <a:pt x="4638" y="1905"/>
                </a:lnTo>
                <a:lnTo>
                  <a:pt x="4638" y="1904"/>
                </a:lnTo>
                <a:lnTo>
                  <a:pt x="4637" y="1903"/>
                </a:lnTo>
                <a:lnTo>
                  <a:pt x="4636" y="1903"/>
                </a:lnTo>
                <a:lnTo>
                  <a:pt x="4636" y="1904"/>
                </a:lnTo>
                <a:lnTo>
                  <a:pt x="4635" y="1904"/>
                </a:lnTo>
                <a:lnTo>
                  <a:pt x="4635" y="1905"/>
                </a:lnTo>
                <a:lnTo>
                  <a:pt x="4634" y="1905"/>
                </a:lnTo>
                <a:lnTo>
                  <a:pt x="4634" y="1906"/>
                </a:lnTo>
                <a:lnTo>
                  <a:pt x="4634" y="1907"/>
                </a:lnTo>
                <a:lnTo>
                  <a:pt x="4635" y="1908"/>
                </a:lnTo>
                <a:lnTo>
                  <a:pt x="4635" y="1907"/>
                </a:lnTo>
                <a:lnTo>
                  <a:pt x="4635" y="1906"/>
                </a:lnTo>
                <a:lnTo>
                  <a:pt x="4636" y="1905"/>
                </a:lnTo>
                <a:lnTo>
                  <a:pt x="4637" y="1905"/>
                </a:lnTo>
                <a:lnTo>
                  <a:pt x="4638" y="1905"/>
                </a:lnTo>
                <a:lnTo>
                  <a:pt x="4637" y="1906"/>
                </a:lnTo>
                <a:lnTo>
                  <a:pt x="4637" y="1907"/>
                </a:lnTo>
                <a:lnTo>
                  <a:pt x="4637" y="1908"/>
                </a:lnTo>
                <a:lnTo>
                  <a:pt x="4636" y="1909"/>
                </a:lnTo>
                <a:lnTo>
                  <a:pt x="4635" y="1909"/>
                </a:lnTo>
                <a:lnTo>
                  <a:pt x="4635" y="1910"/>
                </a:lnTo>
                <a:lnTo>
                  <a:pt x="4635" y="1911"/>
                </a:lnTo>
                <a:lnTo>
                  <a:pt x="4635" y="1912"/>
                </a:lnTo>
                <a:lnTo>
                  <a:pt x="4634" y="1913"/>
                </a:lnTo>
                <a:lnTo>
                  <a:pt x="4634" y="1915"/>
                </a:lnTo>
                <a:lnTo>
                  <a:pt x="4633" y="1915"/>
                </a:lnTo>
                <a:lnTo>
                  <a:pt x="4632" y="1915"/>
                </a:lnTo>
                <a:lnTo>
                  <a:pt x="4631" y="1915"/>
                </a:lnTo>
                <a:lnTo>
                  <a:pt x="4630" y="1915"/>
                </a:lnTo>
                <a:lnTo>
                  <a:pt x="4629" y="1915"/>
                </a:lnTo>
                <a:lnTo>
                  <a:pt x="4628" y="1915"/>
                </a:lnTo>
                <a:lnTo>
                  <a:pt x="4627" y="1915"/>
                </a:lnTo>
                <a:lnTo>
                  <a:pt x="4627" y="1914"/>
                </a:lnTo>
                <a:lnTo>
                  <a:pt x="4627" y="1913"/>
                </a:lnTo>
                <a:lnTo>
                  <a:pt x="4627" y="1911"/>
                </a:lnTo>
                <a:lnTo>
                  <a:pt x="4626" y="1911"/>
                </a:lnTo>
                <a:lnTo>
                  <a:pt x="4626" y="1910"/>
                </a:lnTo>
                <a:lnTo>
                  <a:pt x="4625" y="1910"/>
                </a:lnTo>
                <a:lnTo>
                  <a:pt x="4624" y="1910"/>
                </a:lnTo>
                <a:lnTo>
                  <a:pt x="4624" y="1909"/>
                </a:lnTo>
                <a:lnTo>
                  <a:pt x="4625" y="1908"/>
                </a:lnTo>
                <a:lnTo>
                  <a:pt x="4626" y="1908"/>
                </a:lnTo>
                <a:lnTo>
                  <a:pt x="4626" y="1909"/>
                </a:lnTo>
                <a:lnTo>
                  <a:pt x="4626" y="1908"/>
                </a:lnTo>
                <a:lnTo>
                  <a:pt x="4627" y="1908"/>
                </a:lnTo>
                <a:lnTo>
                  <a:pt x="4627" y="1907"/>
                </a:lnTo>
                <a:lnTo>
                  <a:pt x="4627" y="1906"/>
                </a:lnTo>
                <a:lnTo>
                  <a:pt x="4626" y="1906"/>
                </a:lnTo>
                <a:lnTo>
                  <a:pt x="4626" y="1907"/>
                </a:lnTo>
                <a:lnTo>
                  <a:pt x="4625" y="1907"/>
                </a:lnTo>
                <a:lnTo>
                  <a:pt x="4625" y="1906"/>
                </a:lnTo>
                <a:lnTo>
                  <a:pt x="4626" y="1905"/>
                </a:lnTo>
                <a:lnTo>
                  <a:pt x="4626" y="1904"/>
                </a:lnTo>
                <a:lnTo>
                  <a:pt x="4625" y="1904"/>
                </a:lnTo>
                <a:lnTo>
                  <a:pt x="4625" y="1905"/>
                </a:lnTo>
                <a:lnTo>
                  <a:pt x="4624" y="1904"/>
                </a:lnTo>
                <a:lnTo>
                  <a:pt x="4623" y="1904"/>
                </a:lnTo>
                <a:lnTo>
                  <a:pt x="4623" y="1903"/>
                </a:lnTo>
                <a:lnTo>
                  <a:pt x="4623" y="1902"/>
                </a:lnTo>
                <a:lnTo>
                  <a:pt x="4623" y="1901"/>
                </a:lnTo>
                <a:lnTo>
                  <a:pt x="4623" y="1900"/>
                </a:lnTo>
                <a:lnTo>
                  <a:pt x="4622" y="1900"/>
                </a:lnTo>
                <a:lnTo>
                  <a:pt x="4622" y="1899"/>
                </a:lnTo>
                <a:lnTo>
                  <a:pt x="4622" y="1898"/>
                </a:lnTo>
                <a:lnTo>
                  <a:pt x="4623" y="1898"/>
                </a:lnTo>
                <a:lnTo>
                  <a:pt x="4623" y="1897"/>
                </a:lnTo>
                <a:lnTo>
                  <a:pt x="4624" y="1897"/>
                </a:lnTo>
                <a:lnTo>
                  <a:pt x="4623" y="1896"/>
                </a:lnTo>
                <a:lnTo>
                  <a:pt x="4623" y="1895"/>
                </a:lnTo>
                <a:lnTo>
                  <a:pt x="4623" y="1894"/>
                </a:lnTo>
                <a:lnTo>
                  <a:pt x="4622" y="1894"/>
                </a:lnTo>
                <a:lnTo>
                  <a:pt x="4621" y="1894"/>
                </a:lnTo>
                <a:lnTo>
                  <a:pt x="4620" y="1894"/>
                </a:lnTo>
                <a:lnTo>
                  <a:pt x="4619" y="1894"/>
                </a:lnTo>
                <a:lnTo>
                  <a:pt x="4619" y="1893"/>
                </a:lnTo>
                <a:lnTo>
                  <a:pt x="4619" y="1892"/>
                </a:lnTo>
                <a:lnTo>
                  <a:pt x="4619" y="1891"/>
                </a:lnTo>
                <a:lnTo>
                  <a:pt x="4619" y="1890"/>
                </a:lnTo>
                <a:lnTo>
                  <a:pt x="4620" y="1889"/>
                </a:lnTo>
                <a:lnTo>
                  <a:pt x="4621" y="1889"/>
                </a:lnTo>
                <a:lnTo>
                  <a:pt x="4622" y="1889"/>
                </a:lnTo>
                <a:lnTo>
                  <a:pt x="4622" y="1888"/>
                </a:lnTo>
                <a:lnTo>
                  <a:pt x="4622" y="1887"/>
                </a:lnTo>
                <a:lnTo>
                  <a:pt x="4623" y="1886"/>
                </a:lnTo>
                <a:lnTo>
                  <a:pt x="4624" y="1886"/>
                </a:lnTo>
                <a:lnTo>
                  <a:pt x="4625" y="1886"/>
                </a:lnTo>
                <a:lnTo>
                  <a:pt x="4626" y="1886"/>
                </a:lnTo>
                <a:lnTo>
                  <a:pt x="4626" y="1885"/>
                </a:lnTo>
                <a:lnTo>
                  <a:pt x="4627" y="1885"/>
                </a:lnTo>
                <a:lnTo>
                  <a:pt x="4627" y="1886"/>
                </a:lnTo>
                <a:lnTo>
                  <a:pt x="4628" y="1886"/>
                </a:lnTo>
                <a:lnTo>
                  <a:pt x="4630" y="1887"/>
                </a:lnTo>
                <a:lnTo>
                  <a:pt x="4629" y="1887"/>
                </a:lnTo>
                <a:lnTo>
                  <a:pt x="4630" y="1887"/>
                </a:lnTo>
                <a:lnTo>
                  <a:pt x="4630" y="1888"/>
                </a:lnTo>
                <a:lnTo>
                  <a:pt x="4631" y="1887"/>
                </a:lnTo>
                <a:lnTo>
                  <a:pt x="4632" y="1887"/>
                </a:lnTo>
                <a:lnTo>
                  <a:pt x="4632" y="1886"/>
                </a:lnTo>
                <a:lnTo>
                  <a:pt x="4632" y="1885"/>
                </a:lnTo>
                <a:lnTo>
                  <a:pt x="4633" y="1884"/>
                </a:lnTo>
                <a:lnTo>
                  <a:pt x="4634" y="1884"/>
                </a:lnTo>
                <a:lnTo>
                  <a:pt x="4635" y="1884"/>
                </a:lnTo>
                <a:lnTo>
                  <a:pt x="4635" y="1883"/>
                </a:lnTo>
                <a:lnTo>
                  <a:pt x="4636" y="1883"/>
                </a:lnTo>
                <a:lnTo>
                  <a:pt x="4636" y="1882"/>
                </a:lnTo>
                <a:lnTo>
                  <a:pt x="4638" y="1881"/>
                </a:lnTo>
                <a:lnTo>
                  <a:pt x="4639" y="1881"/>
                </a:lnTo>
                <a:lnTo>
                  <a:pt x="4639" y="1882"/>
                </a:lnTo>
                <a:lnTo>
                  <a:pt x="4640" y="1882"/>
                </a:lnTo>
                <a:lnTo>
                  <a:pt x="4641" y="1881"/>
                </a:lnTo>
                <a:lnTo>
                  <a:pt x="4642" y="1880"/>
                </a:lnTo>
                <a:lnTo>
                  <a:pt x="4643" y="1879"/>
                </a:lnTo>
                <a:lnTo>
                  <a:pt x="4642" y="1879"/>
                </a:lnTo>
                <a:lnTo>
                  <a:pt x="4642" y="1878"/>
                </a:lnTo>
                <a:lnTo>
                  <a:pt x="4642" y="1877"/>
                </a:lnTo>
                <a:lnTo>
                  <a:pt x="4641" y="1876"/>
                </a:lnTo>
                <a:lnTo>
                  <a:pt x="4641" y="1877"/>
                </a:lnTo>
                <a:lnTo>
                  <a:pt x="4640" y="1877"/>
                </a:lnTo>
                <a:lnTo>
                  <a:pt x="4639" y="1877"/>
                </a:lnTo>
                <a:lnTo>
                  <a:pt x="4639" y="1876"/>
                </a:lnTo>
                <a:lnTo>
                  <a:pt x="4639" y="1875"/>
                </a:lnTo>
                <a:lnTo>
                  <a:pt x="4640" y="1875"/>
                </a:lnTo>
                <a:lnTo>
                  <a:pt x="4640" y="1874"/>
                </a:lnTo>
                <a:lnTo>
                  <a:pt x="4641" y="1874"/>
                </a:lnTo>
                <a:lnTo>
                  <a:pt x="4641" y="1873"/>
                </a:lnTo>
                <a:lnTo>
                  <a:pt x="4641" y="1872"/>
                </a:lnTo>
                <a:lnTo>
                  <a:pt x="4641" y="1871"/>
                </a:lnTo>
                <a:lnTo>
                  <a:pt x="4642" y="1871"/>
                </a:lnTo>
                <a:lnTo>
                  <a:pt x="4643" y="1871"/>
                </a:lnTo>
                <a:lnTo>
                  <a:pt x="4643" y="1870"/>
                </a:lnTo>
                <a:lnTo>
                  <a:pt x="4643" y="1869"/>
                </a:lnTo>
                <a:lnTo>
                  <a:pt x="4644" y="1868"/>
                </a:lnTo>
                <a:lnTo>
                  <a:pt x="4644" y="1869"/>
                </a:lnTo>
                <a:lnTo>
                  <a:pt x="4645" y="1869"/>
                </a:lnTo>
                <a:lnTo>
                  <a:pt x="4645" y="1870"/>
                </a:lnTo>
                <a:lnTo>
                  <a:pt x="4646" y="1870"/>
                </a:lnTo>
                <a:lnTo>
                  <a:pt x="4647" y="1871"/>
                </a:lnTo>
                <a:lnTo>
                  <a:pt x="4647" y="1872"/>
                </a:lnTo>
                <a:lnTo>
                  <a:pt x="4648" y="1872"/>
                </a:lnTo>
                <a:lnTo>
                  <a:pt x="4650" y="1872"/>
                </a:lnTo>
                <a:lnTo>
                  <a:pt x="4651" y="1872"/>
                </a:lnTo>
                <a:lnTo>
                  <a:pt x="4652" y="1871"/>
                </a:lnTo>
                <a:lnTo>
                  <a:pt x="4653" y="1871"/>
                </a:lnTo>
                <a:lnTo>
                  <a:pt x="4653" y="1873"/>
                </a:lnTo>
                <a:lnTo>
                  <a:pt x="4655" y="1871"/>
                </a:lnTo>
                <a:lnTo>
                  <a:pt x="4656" y="1871"/>
                </a:lnTo>
                <a:lnTo>
                  <a:pt x="4657" y="1870"/>
                </a:lnTo>
                <a:lnTo>
                  <a:pt x="4658" y="1869"/>
                </a:lnTo>
                <a:lnTo>
                  <a:pt x="4659" y="1868"/>
                </a:lnTo>
                <a:lnTo>
                  <a:pt x="4659" y="1867"/>
                </a:lnTo>
                <a:lnTo>
                  <a:pt x="4660" y="1867"/>
                </a:lnTo>
                <a:lnTo>
                  <a:pt x="4660" y="1866"/>
                </a:lnTo>
                <a:lnTo>
                  <a:pt x="4661" y="1866"/>
                </a:lnTo>
                <a:lnTo>
                  <a:pt x="4662" y="1865"/>
                </a:lnTo>
                <a:lnTo>
                  <a:pt x="4663" y="1865"/>
                </a:lnTo>
                <a:lnTo>
                  <a:pt x="4664" y="1865"/>
                </a:lnTo>
                <a:lnTo>
                  <a:pt x="4664" y="1864"/>
                </a:lnTo>
                <a:lnTo>
                  <a:pt x="4665" y="1864"/>
                </a:lnTo>
                <a:lnTo>
                  <a:pt x="4666" y="1863"/>
                </a:lnTo>
                <a:lnTo>
                  <a:pt x="4667" y="1862"/>
                </a:lnTo>
                <a:lnTo>
                  <a:pt x="4667" y="1863"/>
                </a:lnTo>
                <a:lnTo>
                  <a:pt x="4668" y="1863"/>
                </a:lnTo>
                <a:lnTo>
                  <a:pt x="4669" y="1862"/>
                </a:lnTo>
                <a:lnTo>
                  <a:pt x="4668" y="1861"/>
                </a:lnTo>
                <a:lnTo>
                  <a:pt x="4669" y="1861"/>
                </a:lnTo>
                <a:lnTo>
                  <a:pt x="4669" y="1860"/>
                </a:lnTo>
                <a:lnTo>
                  <a:pt x="4670" y="1859"/>
                </a:lnTo>
                <a:lnTo>
                  <a:pt x="4671" y="1860"/>
                </a:lnTo>
                <a:lnTo>
                  <a:pt x="4672" y="1860"/>
                </a:lnTo>
                <a:lnTo>
                  <a:pt x="4672" y="1859"/>
                </a:lnTo>
                <a:lnTo>
                  <a:pt x="4672" y="1858"/>
                </a:lnTo>
                <a:lnTo>
                  <a:pt x="4673" y="1857"/>
                </a:lnTo>
                <a:lnTo>
                  <a:pt x="4673" y="1855"/>
                </a:lnTo>
                <a:lnTo>
                  <a:pt x="4672" y="1855"/>
                </a:lnTo>
                <a:lnTo>
                  <a:pt x="4672" y="1854"/>
                </a:lnTo>
                <a:lnTo>
                  <a:pt x="4672" y="1853"/>
                </a:lnTo>
                <a:lnTo>
                  <a:pt x="4671" y="1853"/>
                </a:lnTo>
                <a:lnTo>
                  <a:pt x="4670" y="1853"/>
                </a:lnTo>
                <a:lnTo>
                  <a:pt x="4670" y="1852"/>
                </a:lnTo>
                <a:lnTo>
                  <a:pt x="4669" y="1852"/>
                </a:lnTo>
                <a:lnTo>
                  <a:pt x="4668" y="1852"/>
                </a:lnTo>
                <a:lnTo>
                  <a:pt x="4668" y="1851"/>
                </a:lnTo>
                <a:lnTo>
                  <a:pt x="4667" y="1850"/>
                </a:lnTo>
                <a:lnTo>
                  <a:pt x="4666" y="1851"/>
                </a:lnTo>
                <a:lnTo>
                  <a:pt x="4665" y="1850"/>
                </a:lnTo>
                <a:lnTo>
                  <a:pt x="4663" y="1851"/>
                </a:lnTo>
                <a:lnTo>
                  <a:pt x="4663" y="1850"/>
                </a:lnTo>
                <a:lnTo>
                  <a:pt x="4663" y="1849"/>
                </a:lnTo>
                <a:lnTo>
                  <a:pt x="4663" y="1848"/>
                </a:lnTo>
                <a:lnTo>
                  <a:pt x="4662" y="1848"/>
                </a:lnTo>
                <a:lnTo>
                  <a:pt x="4661" y="1848"/>
                </a:lnTo>
                <a:lnTo>
                  <a:pt x="4661" y="1847"/>
                </a:lnTo>
                <a:lnTo>
                  <a:pt x="4662" y="1846"/>
                </a:lnTo>
                <a:lnTo>
                  <a:pt x="4663" y="1846"/>
                </a:lnTo>
                <a:lnTo>
                  <a:pt x="4663" y="1845"/>
                </a:lnTo>
                <a:lnTo>
                  <a:pt x="4662" y="1845"/>
                </a:lnTo>
                <a:lnTo>
                  <a:pt x="4661" y="1845"/>
                </a:lnTo>
                <a:lnTo>
                  <a:pt x="4661" y="1844"/>
                </a:lnTo>
                <a:lnTo>
                  <a:pt x="4661" y="1843"/>
                </a:lnTo>
                <a:lnTo>
                  <a:pt x="4662" y="1843"/>
                </a:lnTo>
                <a:lnTo>
                  <a:pt x="4663" y="1843"/>
                </a:lnTo>
                <a:lnTo>
                  <a:pt x="4664" y="1843"/>
                </a:lnTo>
                <a:lnTo>
                  <a:pt x="4665" y="1843"/>
                </a:lnTo>
                <a:lnTo>
                  <a:pt x="4665" y="1842"/>
                </a:lnTo>
                <a:lnTo>
                  <a:pt x="4666" y="1841"/>
                </a:lnTo>
                <a:lnTo>
                  <a:pt x="4665" y="1841"/>
                </a:lnTo>
                <a:lnTo>
                  <a:pt x="4664" y="1840"/>
                </a:lnTo>
                <a:lnTo>
                  <a:pt x="4663" y="1840"/>
                </a:lnTo>
                <a:lnTo>
                  <a:pt x="4662" y="1840"/>
                </a:lnTo>
                <a:lnTo>
                  <a:pt x="4662" y="1839"/>
                </a:lnTo>
                <a:lnTo>
                  <a:pt x="4661" y="1839"/>
                </a:lnTo>
                <a:lnTo>
                  <a:pt x="4661" y="1840"/>
                </a:lnTo>
                <a:lnTo>
                  <a:pt x="4660" y="1839"/>
                </a:lnTo>
                <a:lnTo>
                  <a:pt x="4660" y="1838"/>
                </a:lnTo>
                <a:lnTo>
                  <a:pt x="4660" y="1837"/>
                </a:lnTo>
                <a:lnTo>
                  <a:pt x="4662" y="1837"/>
                </a:lnTo>
                <a:lnTo>
                  <a:pt x="4663" y="1837"/>
                </a:lnTo>
                <a:lnTo>
                  <a:pt x="4663" y="1836"/>
                </a:lnTo>
                <a:lnTo>
                  <a:pt x="4664" y="1836"/>
                </a:lnTo>
                <a:lnTo>
                  <a:pt x="4665" y="1836"/>
                </a:lnTo>
                <a:lnTo>
                  <a:pt x="4666" y="1836"/>
                </a:lnTo>
                <a:lnTo>
                  <a:pt x="4667" y="1836"/>
                </a:lnTo>
                <a:lnTo>
                  <a:pt x="4668" y="1836"/>
                </a:lnTo>
                <a:lnTo>
                  <a:pt x="4668" y="1835"/>
                </a:lnTo>
                <a:lnTo>
                  <a:pt x="4669" y="1835"/>
                </a:lnTo>
                <a:lnTo>
                  <a:pt x="4669" y="1834"/>
                </a:lnTo>
                <a:lnTo>
                  <a:pt x="4669" y="1833"/>
                </a:lnTo>
                <a:lnTo>
                  <a:pt x="4668" y="1832"/>
                </a:lnTo>
                <a:lnTo>
                  <a:pt x="4667" y="1832"/>
                </a:lnTo>
                <a:lnTo>
                  <a:pt x="4667" y="1831"/>
                </a:lnTo>
                <a:lnTo>
                  <a:pt x="4668" y="1832"/>
                </a:lnTo>
                <a:lnTo>
                  <a:pt x="4669" y="1831"/>
                </a:lnTo>
                <a:lnTo>
                  <a:pt x="4669" y="1830"/>
                </a:lnTo>
                <a:lnTo>
                  <a:pt x="4670" y="1831"/>
                </a:lnTo>
                <a:lnTo>
                  <a:pt x="4671" y="1831"/>
                </a:lnTo>
                <a:lnTo>
                  <a:pt x="4672" y="1831"/>
                </a:lnTo>
                <a:lnTo>
                  <a:pt x="4673" y="1831"/>
                </a:lnTo>
                <a:lnTo>
                  <a:pt x="4673" y="1830"/>
                </a:lnTo>
                <a:lnTo>
                  <a:pt x="4673" y="1829"/>
                </a:lnTo>
                <a:lnTo>
                  <a:pt x="4672" y="1830"/>
                </a:lnTo>
                <a:lnTo>
                  <a:pt x="4671" y="1829"/>
                </a:lnTo>
                <a:lnTo>
                  <a:pt x="4672" y="1829"/>
                </a:lnTo>
                <a:lnTo>
                  <a:pt x="4671" y="1828"/>
                </a:lnTo>
                <a:lnTo>
                  <a:pt x="4670" y="1827"/>
                </a:lnTo>
                <a:lnTo>
                  <a:pt x="4670" y="1826"/>
                </a:lnTo>
                <a:lnTo>
                  <a:pt x="4671" y="1825"/>
                </a:lnTo>
                <a:lnTo>
                  <a:pt x="4672" y="1825"/>
                </a:lnTo>
                <a:lnTo>
                  <a:pt x="4672" y="1824"/>
                </a:lnTo>
                <a:lnTo>
                  <a:pt x="4671" y="1824"/>
                </a:lnTo>
                <a:lnTo>
                  <a:pt x="4671" y="1823"/>
                </a:lnTo>
                <a:lnTo>
                  <a:pt x="4672" y="1822"/>
                </a:lnTo>
                <a:lnTo>
                  <a:pt x="4672" y="1821"/>
                </a:lnTo>
                <a:lnTo>
                  <a:pt x="4673" y="1821"/>
                </a:lnTo>
                <a:lnTo>
                  <a:pt x="4674" y="1821"/>
                </a:lnTo>
                <a:lnTo>
                  <a:pt x="4675" y="1822"/>
                </a:lnTo>
                <a:lnTo>
                  <a:pt x="4676" y="1822"/>
                </a:lnTo>
                <a:lnTo>
                  <a:pt x="4679" y="1822"/>
                </a:lnTo>
                <a:lnTo>
                  <a:pt x="4680" y="1821"/>
                </a:lnTo>
                <a:lnTo>
                  <a:pt x="4681" y="1821"/>
                </a:lnTo>
                <a:lnTo>
                  <a:pt x="4682" y="1820"/>
                </a:lnTo>
                <a:lnTo>
                  <a:pt x="4682" y="1821"/>
                </a:lnTo>
                <a:lnTo>
                  <a:pt x="4683" y="1821"/>
                </a:lnTo>
                <a:lnTo>
                  <a:pt x="4684" y="1821"/>
                </a:lnTo>
                <a:lnTo>
                  <a:pt x="4684" y="1820"/>
                </a:lnTo>
                <a:lnTo>
                  <a:pt x="4684" y="1819"/>
                </a:lnTo>
                <a:lnTo>
                  <a:pt x="4686" y="1818"/>
                </a:lnTo>
                <a:lnTo>
                  <a:pt x="4686" y="1817"/>
                </a:lnTo>
                <a:lnTo>
                  <a:pt x="4687" y="1817"/>
                </a:lnTo>
                <a:lnTo>
                  <a:pt x="4686" y="1817"/>
                </a:lnTo>
                <a:lnTo>
                  <a:pt x="4687" y="1816"/>
                </a:lnTo>
                <a:lnTo>
                  <a:pt x="4687" y="1817"/>
                </a:lnTo>
                <a:lnTo>
                  <a:pt x="4688" y="1817"/>
                </a:lnTo>
                <a:lnTo>
                  <a:pt x="4688" y="1816"/>
                </a:lnTo>
                <a:lnTo>
                  <a:pt x="4689" y="1816"/>
                </a:lnTo>
                <a:lnTo>
                  <a:pt x="4690" y="1816"/>
                </a:lnTo>
                <a:lnTo>
                  <a:pt x="4689" y="1815"/>
                </a:lnTo>
                <a:lnTo>
                  <a:pt x="4688" y="1815"/>
                </a:lnTo>
                <a:lnTo>
                  <a:pt x="4688" y="1816"/>
                </a:lnTo>
                <a:lnTo>
                  <a:pt x="4687" y="1816"/>
                </a:lnTo>
                <a:lnTo>
                  <a:pt x="4686" y="1816"/>
                </a:lnTo>
                <a:lnTo>
                  <a:pt x="4685" y="1816"/>
                </a:lnTo>
                <a:lnTo>
                  <a:pt x="4683" y="1817"/>
                </a:lnTo>
                <a:lnTo>
                  <a:pt x="4683" y="1818"/>
                </a:lnTo>
                <a:lnTo>
                  <a:pt x="4681" y="1819"/>
                </a:lnTo>
                <a:lnTo>
                  <a:pt x="4680" y="1820"/>
                </a:lnTo>
                <a:lnTo>
                  <a:pt x="4679" y="1820"/>
                </a:lnTo>
                <a:lnTo>
                  <a:pt x="4678" y="1820"/>
                </a:lnTo>
                <a:lnTo>
                  <a:pt x="4677" y="1820"/>
                </a:lnTo>
                <a:lnTo>
                  <a:pt x="4676" y="1820"/>
                </a:lnTo>
                <a:lnTo>
                  <a:pt x="4675" y="1820"/>
                </a:lnTo>
                <a:lnTo>
                  <a:pt x="4674" y="1820"/>
                </a:lnTo>
                <a:lnTo>
                  <a:pt x="4673" y="1820"/>
                </a:lnTo>
                <a:lnTo>
                  <a:pt x="4672" y="1820"/>
                </a:lnTo>
                <a:lnTo>
                  <a:pt x="4671" y="1820"/>
                </a:lnTo>
                <a:lnTo>
                  <a:pt x="4670" y="1819"/>
                </a:lnTo>
                <a:lnTo>
                  <a:pt x="4669" y="1819"/>
                </a:lnTo>
                <a:lnTo>
                  <a:pt x="4669" y="1818"/>
                </a:lnTo>
                <a:lnTo>
                  <a:pt x="4668" y="1818"/>
                </a:lnTo>
                <a:lnTo>
                  <a:pt x="4668" y="1819"/>
                </a:lnTo>
                <a:lnTo>
                  <a:pt x="4668" y="1820"/>
                </a:lnTo>
                <a:lnTo>
                  <a:pt x="4669" y="1821"/>
                </a:lnTo>
                <a:lnTo>
                  <a:pt x="4670" y="1822"/>
                </a:lnTo>
                <a:lnTo>
                  <a:pt x="4669" y="1824"/>
                </a:lnTo>
                <a:lnTo>
                  <a:pt x="4669" y="1825"/>
                </a:lnTo>
                <a:lnTo>
                  <a:pt x="4668" y="1825"/>
                </a:lnTo>
                <a:lnTo>
                  <a:pt x="4667" y="1825"/>
                </a:lnTo>
                <a:lnTo>
                  <a:pt x="4668" y="1826"/>
                </a:lnTo>
                <a:lnTo>
                  <a:pt x="4667" y="1826"/>
                </a:lnTo>
                <a:lnTo>
                  <a:pt x="4667" y="1825"/>
                </a:lnTo>
                <a:lnTo>
                  <a:pt x="4666" y="1826"/>
                </a:lnTo>
                <a:lnTo>
                  <a:pt x="4665" y="1826"/>
                </a:lnTo>
                <a:lnTo>
                  <a:pt x="4665" y="1827"/>
                </a:lnTo>
                <a:lnTo>
                  <a:pt x="4664" y="1827"/>
                </a:lnTo>
                <a:lnTo>
                  <a:pt x="4663" y="1828"/>
                </a:lnTo>
                <a:lnTo>
                  <a:pt x="4662" y="1828"/>
                </a:lnTo>
                <a:lnTo>
                  <a:pt x="4662" y="1829"/>
                </a:lnTo>
                <a:lnTo>
                  <a:pt x="4662" y="1830"/>
                </a:lnTo>
                <a:lnTo>
                  <a:pt x="4659" y="1831"/>
                </a:lnTo>
                <a:lnTo>
                  <a:pt x="4657" y="1831"/>
                </a:lnTo>
                <a:lnTo>
                  <a:pt x="4656" y="1831"/>
                </a:lnTo>
                <a:lnTo>
                  <a:pt x="4655" y="1832"/>
                </a:lnTo>
                <a:lnTo>
                  <a:pt x="4655" y="1833"/>
                </a:lnTo>
                <a:lnTo>
                  <a:pt x="4655" y="1832"/>
                </a:lnTo>
                <a:lnTo>
                  <a:pt x="4654" y="1831"/>
                </a:lnTo>
                <a:lnTo>
                  <a:pt x="4654" y="1830"/>
                </a:lnTo>
                <a:lnTo>
                  <a:pt x="4654" y="1831"/>
                </a:lnTo>
                <a:lnTo>
                  <a:pt x="4653" y="1831"/>
                </a:lnTo>
                <a:lnTo>
                  <a:pt x="4652" y="1831"/>
                </a:lnTo>
                <a:lnTo>
                  <a:pt x="4652" y="1832"/>
                </a:lnTo>
                <a:lnTo>
                  <a:pt x="4652" y="1833"/>
                </a:lnTo>
                <a:lnTo>
                  <a:pt x="4653" y="1834"/>
                </a:lnTo>
                <a:lnTo>
                  <a:pt x="4653" y="1835"/>
                </a:lnTo>
                <a:lnTo>
                  <a:pt x="4651" y="1836"/>
                </a:lnTo>
                <a:lnTo>
                  <a:pt x="4651" y="1837"/>
                </a:lnTo>
                <a:lnTo>
                  <a:pt x="4650" y="1837"/>
                </a:lnTo>
                <a:lnTo>
                  <a:pt x="4650" y="1836"/>
                </a:lnTo>
                <a:lnTo>
                  <a:pt x="4647" y="1836"/>
                </a:lnTo>
                <a:lnTo>
                  <a:pt x="4648" y="1834"/>
                </a:lnTo>
                <a:lnTo>
                  <a:pt x="4648" y="1830"/>
                </a:lnTo>
                <a:lnTo>
                  <a:pt x="4645" y="1830"/>
                </a:lnTo>
                <a:lnTo>
                  <a:pt x="4645" y="1831"/>
                </a:lnTo>
                <a:lnTo>
                  <a:pt x="4644" y="1831"/>
                </a:lnTo>
                <a:lnTo>
                  <a:pt x="4644" y="1830"/>
                </a:lnTo>
                <a:lnTo>
                  <a:pt x="4645" y="1828"/>
                </a:lnTo>
                <a:lnTo>
                  <a:pt x="4646" y="1827"/>
                </a:lnTo>
                <a:lnTo>
                  <a:pt x="4646" y="1826"/>
                </a:lnTo>
                <a:lnTo>
                  <a:pt x="4646" y="1825"/>
                </a:lnTo>
                <a:lnTo>
                  <a:pt x="4646" y="1823"/>
                </a:lnTo>
                <a:lnTo>
                  <a:pt x="4646" y="1822"/>
                </a:lnTo>
                <a:lnTo>
                  <a:pt x="4645" y="1822"/>
                </a:lnTo>
                <a:lnTo>
                  <a:pt x="4645" y="1823"/>
                </a:lnTo>
                <a:lnTo>
                  <a:pt x="4644" y="1822"/>
                </a:lnTo>
                <a:lnTo>
                  <a:pt x="4644" y="1821"/>
                </a:lnTo>
                <a:lnTo>
                  <a:pt x="4643" y="1821"/>
                </a:lnTo>
                <a:lnTo>
                  <a:pt x="4643" y="1820"/>
                </a:lnTo>
                <a:lnTo>
                  <a:pt x="4642" y="1820"/>
                </a:lnTo>
                <a:lnTo>
                  <a:pt x="4642" y="1821"/>
                </a:lnTo>
                <a:lnTo>
                  <a:pt x="4643" y="1821"/>
                </a:lnTo>
                <a:lnTo>
                  <a:pt x="4643" y="1822"/>
                </a:lnTo>
                <a:lnTo>
                  <a:pt x="4643" y="1823"/>
                </a:lnTo>
                <a:lnTo>
                  <a:pt x="4643" y="1824"/>
                </a:lnTo>
                <a:lnTo>
                  <a:pt x="4643" y="1825"/>
                </a:lnTo>
                <a:lnTo>
                  <a:pt x="4642" y="1826"/>
                </a:lnTo>
                <a:lnTo>
                  <a:pt x="4642" y="1827"/>
                </a:lnTo>
                <a:lnTo>
                  <a:pt x="4641" y="1827"/>
                </a:lnTo>
                <a:lnTo>
                  <a:pt x="4642" y="1827"/>
                </a:lnTo>
                <a:lnTo>
                  <a:pt x="4642" y="1828"/>
                </a:lnTo>
                <a:lnTo>
                  <a:pt x="4641" y="1828"/>
                </a:lnTo>
                <a:lnTo>
                  <a:pt x="4640" y="1828"/>
                </a:lnTo>
                <a:lnTo>
                  <a:pt x="4640" y="1829"/>
                </a:lnTo>
                <a:lnTo>
                  <a:pt x="4639" y="1829"/>
                </a:lnTo>
                <a:lnTo>
                  <a:pt x="4638" y="1828"/>
                </a:lnTo>
                <a:lnTo>
                  <a:pt x="4637" y="1828"/>
                </a:lnTo>
                <a:lnTo>
                  <a:pt x="4636" y="1828"/>
                </a:lnTo>
                <a:lnTo>
                  <a:pt x="4635" y="1828"/>
                </a:lnTo>
                <a:lnTo>
                  <a:pt x="4635" y="1827"/>
                </a:lnTo>
                <a:lnTo>
                  <a:pt x="4634" y="1827"/>
                </a:lnTo>
                <a:lnTo>
                  <a:pt x="4634" y="1828"/>
                </a:lnTo>
                <a:lnTo>
                  <a:pt x="4633" y="1828"/>
                </a:lnTo>
                <a:lnTo>
                  <a:pt x="4632" y="1829"/>
                </a:lnTo>
                <a:lnTo>
                  <a:pt x="4631" y="1828"/>
                </a:lnTo>
                <a:lnTo>
                  <a:pt x="4631" y="1827"/>
                </a:lnTo>
                <a:lnTo>
                  <a:pt x="4631" y="1826"/>
                </a:lnTo>
                <a:lnTo>
                  <a:pt x="4632" y="1826"/>
                </a:lnTo>
                <a:lnTo>
                  <a:pt x="4632" y="1824"/>
                </a:lnTo>
                <a:lnTo>
                  <a:pt x="4633" y="1823"/>
                </a:lnTo>
                <a:lnTo>
                  <a:pt x="4634" y="1823"/>
                </a:lnTo>
                <a:lnTo>
                  <a:pt x="4634" y="1822"/>
                </a:lnTo>
                <a:lnTo>
                  <a:pt x="4635" y="1822"/>
                </a:lnTo>
                <a:lnTo>
                  <a:pt x="4635" y="1821"/>
                </a:lnTo>
                <a:lnTo>
                  <a:pt x="4635" y="1819"/>
                </a:lnTo>
                <a:lnTo>
                  <a:pt x="4634" y="1819"/>
                </a:lnTo>
                <a:lnTo>
                  <a:pt x="4633" y="1819"/>
                </a:lnTo>
                <a:lnTo>
                  <a:pt x="4632" y="1820"/>
                </a:lnTo>
                <a:lnTo>
                  <a:pt x="4631" y="1821"/>
                </a:lnTo>
                <a:lnTo>
                  <a:pt x="4631" y="1822"/>
                </a:lnTo>
                <a:lnTo>
                  <a:pt x="4632" y="1823"/>
                </a:lnTo>
                <a:lnTo>
                  <a:pt x="4632" y="1824"/>
                </a:lnTo>
                <a:lnTo>
                  <a:pt x="4631" y="1824"/>
                </a:lnTo>
                <a:lnTo>
                  <a:pt x="4631" y="1825"/>
                </a:lnTo>
                <a:lnTo>
                  <a:pt x="4630" y="1826"/>
                </a:lnTo>
                <a:lnTo>
                  <a:pt x="4629" y="1826"/>
                </a:lnTo>
                <a:lnTo>
                  <a:pt x="4629" y="1825"/>
                </a:lnTo>
                <a:lnTo>
                  <a:pt x="4628" y="1825"/>
                </a:lnTo>
                <a:lnTo>
                  <a:pt x="4628" y="1826"/>
                </a:lnTo>
                <a:lnTo>
                  <a:pt x="4628" y="1827"/>
                </a:lnTo>
                <a:lnTo>
                  <a:pt x="4627" y="1829"/>
                </a:lnTo>
                <a:lnTo>
                  <a:pt x="4626" y="1829"/>
                </a:lnTo>
                <a:lnTo>
                  <a:pt x="4625" y="1828"/>
                </a:lnTo>
                <a:lnTo>
                  <a:pt x="4624" y="1828"/>
                </a:lnTo>
                <a:lnTo>
                  <a:pt x="4624" y="1827"/>
                </a:lnTo>
                <a:lnTo>
                  <a:pt x="4625" y="1827"/>
                </a:lnTo>
                <a:lnTo>
                  <a:pt x="4625" y="1826"/>
                </a:lnTo>
                <a:lnTo>
                  <a:pt x="4625" y="1825"/>
                </a:lnTo>
                <a:lnTo>
                  <a:pt x="4625" y="1824"/>
                </a:lnTo>
                <a:lnTo>
                  <a:pt x="4626" y="1824"/>
                </a:lnTo>
                <a:lnTo>
                  <a:pt x="4626" y="1823"/>
                </a:lnTo>
                <a:lnTo>
                  <a:pt x="4626" y="1822"/>
                </a:lnTo>
                <a:lnTo>
                  <a:pt x="4625" y="1822"/>
                </a:lnTo>
                <a:lnTo>
                  <a:pt x="4625" y="1821"/>
                </a:lnTo>
                <a:lnTo>
                  <a:pt x="4626" y="1820"/>
                </a:lnTo>
                <a:lnTo>
                  <a:pt x="4626" y="1819"/>
                </a:lnTo>
                <a:lnTo>
                  <a:pt x="4625" y="1819"/>
                </a:lnTo>
                <a:lnTo>
                  <a:pt x="4626" y="1818"/>
                </a:lnTo>
                <a:lnTo>
                  <a:pt x="4627" y="1817"/>
                </a:lnTo>
                <a:lnTo>
                  <a:pt x="4628" y="1816"/>
                </a:lnTo>
                <a:lnTo>
                  <a:pt x="4629" y="1816"/>
                </a:lnTo>
                <a:lnTo>
                  <a:pt x="4629" y="1815"/>
                </a:lnTo>
                <a:lnTo>
                  <a:pt x="4629" y="1814"/>
                </a:lnTo>
                <a:lnTo>
                  <a:pt x="4631" y="1813"/>
                </a:lnTo>
                <a:lnTo>
                  <a:pt x="4632" y="1812"/>
                </a:lnTo>
                <a:lnTo>
                  <a:pt x="4632" y="1811"/>
                </a:lnTo>
                <a:lnTo>
                  <a:pt x="4633" y="1811"/>
                </a:lnTo>
                <a:lnTo>
                  <a:pt x="4634" y="1811"/>
                </a:lnTo>
                <a:lnTo>
                  <a:pt x="4635" y="1811"/>
                </a:lnTo>
                <a:lnTo>
                  <a:pt x="4635" y="1812"/>
                </a:lnTo>
                <a:lnTo>
                  <a:pt x="4635" y="1813"/>
                </a:lnTo>
                <a:lnTo>
                  <a:pt x="4636" y="1813"/>
                </a:lnTo>
                <a:lnTo>
                  <a:pt x="4637" y="1813"/>
                </a:lnTo>
                <a:lnTo>
                  <a:pt x="4638" y="1812"/>
                </a:lnTo>
                <a:lnTo>
                  <a:pt x="4638" y="1811"/>
                </a:lnTo>
                <a:lnTo>
                  <a:pt x="4639" y="1811"/>
                </a:lnTo>
                <a:lnTo>
                  <a:pt x="4640" y="1810"/>
                </a:lnTo>
                <a:lnTo>
                  <a:pt x="4641" y="1810"/>
                </a:lnTo>
                <a:lnTo>
                  <a:pt x="4641" y="1809"/>
                </a:lnTo>
                <a:lnTo>
                  <a:pt x="4641" y="1808"/>
                </a:lnTo>
                <a:lnTo>
                  <a:pt x="4642" y="1808"/>
                </a:lnTo>
                <a:lnTo>
                  <a:pt x="4644" y="1807"/>
                </a:lnTo>
                <a:lnTo>
                  <a:pt x="4644" y="1806"/>
                </a:lnTo>
                <a:lnTo>
                  <a:pt x="4643" y="1806"/>
                </a:lnTo>
                <a:lnTo>
                  <a:pt x="4643" y="1807"/>
                </a:lnTo>
                <a:lnTo>
                  <a:pt x="4642" y="1807"/>
                </a:lnTo>
                <a:lnTo>
                  <a:pt x="4641" y="1807"/>
                </a:lnTo>
                <a:lnTo>
                  <a:pt x="4641" y="1808"/>
                </a:lnTo>
                <a:lnTo>
                  <a:pt x="4640" y="1809"/>
                </a:lnTo>
                <a:lnTo>
                  <a:pt x="4640" y="1810"/>
                </a:lnTo>
                <a:lnTo>
                  <a:pt x="4638" y="1810"/>
                </a:lnTo>
                <a:lnTo>
                  <a:pt x="4637" y="1811"/>
                </a:lnTo>
                <a:lnTo>
                  <a:pt x="4637" y="1810"/>
                </a:lnTo>
                <a:lnTo>
                  <a:pt x="4636" y="1810"/>
                </a:lnTo>
                <a:lnTo>
                  <a:pt x="4635" y="1809"/>
                </a:lnTo>
                <a:lnTo>
                  <a:pt x="4634" y="1809"/>
                </a:lnTo>
                <a:lnTo>
                  <a:pt x="4632" y="1809"/>
                </a:lnTo>
                <a:lnTo>
                  <a:pt x="4631" y="1811"/>
                </a:lnTo>
                <a:lnTo>
                  <a:pt x="4630" y="1811"/>
                </a:lnTo>
                <a:lnTo>
                  <a:pt x="4629" y="1812"/>
                </a:lnTo>
                <a:lnTo>
                  <a:pt x="4629" y="1813"/>
                </a:lnTo>
                <a:lnTo>
                  <a:pt x="4628" y="1813"/>
                </a:lnTo>
                <a:lnTo>
                  <a:pt x="4628" y="1814"/>
                </a:lnTo>
                <a:lnTo>
                  <a:pt x="4627" y="1814"/>
                </a:lnTo>
                <a:lnTo>
                  <a:pt x="4627" y="1813"/>
                </a:lnTo>
                <a:lnTo>
                  <a:pt x="4627" y="1812"/>
                </a:lnTo>
                <a:lnTo>
                  <a:pt x="4626" y="1812"/>
                </a:lnTo>
                <a:lnTo>
                  <a:pt x="4626" y="1811"/>
                </a:lnTo>
                <a:lnTo>
                  <a:pt x="4625" y="1811"/>
                </a:lnTo>
                <a:lnTo>
                  <a:pt x="4624" y="1811"/>
                </a:lnTo>
                <a:lnTo>
                  <a:pt x="4624" y="1812"/>
                </a:lnTo>
                <a:lnTo>
                  <a:pt x="4624" y="1813"/>
                </a:lnTo>
                <a:lnTo>
                  <a:pt x="4624" y="1815"/>
                </a:lnTo>
                <a:lnTo>
                  <a:pt x="4620" y="1816"/>
                </a:lnTo>
                <a:lnTo>
                  <a:pt x="4619" y="1812"/>
                </a:lnTo>
                <a:lnTo>
                  <a:pt x="4619" y="1811"/>
                </a:lnTo>
                <a:lnTo>
                  <a:pt x="4619" y="1810"/>
                </a:lnTo>
                <a:lnTo>
                  <a:pt x="4619" y="1809"/>
                </a:lnTo>
                <a:lnTo>
                  <a:pt x="4619" y="1808"/>
                </a:lnTo>
                <a:lnTo>
                  <a:pt x="4619" y="1807"/>
                </a:lnTo>
                <a:lnTo>
                  <a:pt x="4621" y="1805"/>
                </a:lnTo>
                <a:lnTo>
                  <a:pt x="4621" y="1804"/>
                </a:lnTo>
                <a:lnTo>
                  <a:pt x="4623" y="1804"/>
                </a:lnTo>
                <a:lnTo>
                  <a:pt x="4624" y="1803"/>
                </a:lnTo>
                <a:lnTo>
                  <a:pt x="4625" y="1802"/>
                </a:lnTo>
                <a:lnTo>
                  <a:pt x="4624" y="1801"/>
                </a:lnTo>
                <a:lnTo>
                  <a:pt x="4625" y="1800"/>
                </a:lnTo>
                <a:lnTo>
                  <a:pt x="4626" y="1800"/>
                </a:lnTo>
                <a:lnTo>
                  <a:pt x="4627" y="1800"/>
                </a:lnTo>
                <a:lnTo>
                  <a:pt x="4629" y="1799"/>
                </a:lnTo>
                <a:lnTo>
                  <a:pt x="4630" y="1799"/>
                </a:lnTo>
                <a:lnTo>
                  <a:pt x="4632" y="1799"/>
                </a:lnTo>
                <a:lnTo>
                  <a:pt x="4633" y="1798"/>
                </a:lnTo>
                <a:lnTo>
                  <a:pt x="4634" y="1798"/>
                </a:lnTo>
                <a:lnTo>
                  <a:pt x="4635" y="1797"/>
                </a:lnTo>
                <a:lnTo>
                  <a:pt x="4636" y="1797"/>
                </a:lnTo>
                <a:lnTo>
                  <a:pt x="4636" y="1796"/>
                </a:lnTo>
                <a:lnTo>
                  <a:pt x="4637" y="1796"/>
                </a:lnTo>
                <a:lnTo>
                  <a:pt x="4638" y="1796"/>
                </a:lnTo>
                <a:lnTo>
                  <a:pt x="4638" y="1795"/>
                </a:lnTo>
                <a:lnTo>
                  <a:pt x="4639" y="1795"/>
                </a:lnTo>
                <a:lnTo>
                  <a:pt x="4639" y="1794"/>
                </a:lnTo>
                <a:lnTo>
                  <a:pt x="4640" y="1794"/>
                </a:lnTo>
                <a:lnTo>
                  <a:pt x="4640" y="1793"/>
                </a:lnTo>
                <a:lnTo>
                  <a:pt x="4639" y="1792"/>
                </a:lnTo>
                <a:lnTo>
                  <a:pt x="4638" y="1792"/>
                </a:lnTo>
                <a:lnTo>
                  <a:pt x="4638" y="1791"/>
                </a:lnTo>
                <a:lnTo>
                  <a:pt x="4639" y="1791"/>
                </a:lnTo>
                <a:lnTo>
                  <a:pt x="4640" y="1791"/>
                </a:lnTo>
                <a:lnTo>
                  <a:pt x="4640" y="1790"/>
                </a:lnTo>
                <a:lnTo>
                  <a:pt x="4641" y="1790"/>
                </a:lnTo>
                <a:lnTo>
                  <a:pt x="4642" y="1789"/>
                </a:lnTo>
                <a:lnTo>
                  <a:pt x="4643" y="1789"/>
                </a:lnTo>
                <a:lnTo>
                  <a:pt x="4643" y="1790"/>
                </a:lnTo>
                <a:lnTo>
                  <a:pt x="4644" y="1790"/>
                </a:lnTo>
                <a:lnTo>
                  <a:pt x="4645" y="1791"/>
                </a:lnTo>
                <a:lnTo>
                  <a:pt x="4645" y="1792"/>
                </a:lnTo>
                <a:lnTo>
                  <a:pt x="4646" y="1793"/>
                </a:lnTo>
                <a:lnTo>
                  <a:pt x="4646" y="1794"/>
                </a:lnTo>
                <a:lnTo>
                  <a:pt x="4647" y="1794"/>
                </a:lnTo>
                <a:lnTo>
                  <a:pt x="4647" y="1795"/>
                </a:lnTo>
                <a:lnTo>
                  <a:pt x="4647" y="1796"/>
                </a:lnTo>
                <a:lnTo>
                  <a:pt x="4648" y="1796"/>
                </a:lnTo>
                <a:lnTo>
                  <a:pt x="4648" y="1797"/>
                </a:lnTo>
                <a:lnTo>
                  <a:pt x="4649" y="1796"/>
                </a:lnTo>
                <a:lnTo>
                  <a:pt x="4650" y="1796"/>
                </a:lnTo>
                <a:lnTo>
                  <a:pt x="4650" y="1795"/>
                </a:lnTo>
                <a:lnTo>
                  <a:pt x="4650" y="1796"/>
                </a:lnTo>
                <a:lnTo>
                  <a:pt x="4649" y="1796"/>
                </a:lnTo>
                <a:lnTo>
                  <a:pt x="4648" y="1796"/>
                </a:lnTo>
                <a:lnTo>
                  <a:pt x="4647" y="1795"/>
                </a:lnTo>
                <a:lnTo>
                  <a:pt x="4647" y="1794"/>
                </a:lnTo>
                <a:lnTo>
                  <a:pt x="4646" y="1793"/>
                </a:lnTo>
                <a:lnTo>
                  <a:pt x="4646" y="1792"/>
                </a:lnTo>
                <a:lnTo>
                  <a:pt x="4645" y="1790"/>
                </a:lnTo>
                <a:lnTo>
                  <a:pt x="4644" y="1789"/>
                </a:lnTo>
                <a:lnTo>
                  <a:pt x="4643" y="1789"/>
                </a:lnTo>
                <a:lnTo>
                  <a:pt x="4642" y="1789"/>
                </a:lnTo>
                <a:lnTo>
                  <a:pt x="4642" y="1788"/>
                </a:lnTo>
                <a:lnTo>
                  <a:pt x="4643" y="1787"/>
                </a:lnTo>
                <a:lnTo>
                  <a:pt x="4643" y="1788"/>
                </a:lnTo>
                <a:lnTo>
                  <a:pt x="4644" y="1788"/>
                </a:lnTo>
                <a:lnTo>
                  <a:pt x="4643" y="1787"/>
                </a:lnTo>
                <a:lnTo>
                  <a:pt x="4642" y="1786"/>
                </a:lnTo>
                <a:lnTo>
                  <a:pt x="4643" y="1785"/>
                </a:lnTo>
                <a:lnTo>
                  <a:pt x="4643" y="1784"/>
                </a:lnTo>
                <a:lnTo>
                  <a:pt x="4642" y="1784"/>
                </a:lnTo>
                <a:lnTo>
                  <a:pt x="4642" y="1783"/>
                </a:lnTo>
                <a:lnTo>
                  <a:pt x="4642" y="1782"/>
                </a:lnTo>
                <a:lnTo>
                  <a:pt x="4641" y="1782"/>
                </a:lnTo>
                <a:lnTo>
                  <a:pt x="4640" y="1781"/>
                </a:lnTo>
                <a:lnTo>
                  <a:pt x="4639" y="1780"/>
                </a:lnTo>
                <a:lnTo>
                  <a:pt x="4638" y="1780"/>
                </a:lnTo>
                <a:lnTo>
                  <a:pt x="4637" y="1779"/>
                </a:lnTo>
                <a:lnTo>
                  <a:pt x="4637" y="1778"/>
                </a:lnTo>
                <a:lnTo>
                  <a:pt x="4638" y="1778"/>
                </a:lnTo>
                <a:lnTo>
                  <a:pt x="4639" y="1777"/>
                </a:lnTo>
                <a:lnTo>
                  <a:pt x="4640" y="1776"/>
                </a:lnTo>
                <a:lnTo>
                  <a:pt x="4640" y="1774"/>
                </a:lnTo>
                <a:lnTo>
                  <a:pt x="4639" y="1774"/>
                </a:lnTo>
                <a:lnTo>
                  <a:pt x="4639" y="1773"/>
                </a:lnTo>
                <a:lnTo>
                  <a:pt x="4638" y="1773"/>
                </a:lnTo>
                <a:lnTo>
                  <a:pt x="4638" y="1772"/>
                </a:lnTo>
                <a:lnTo>
                  <a:pt x="4637" y="1772"/>
                </a:lnTo>
                <a:lnTo>
                  <a:pt x="4637" y="1771"/>
                </a:lnTo>
                <a:lnTo>
                  <a:pt x="4637" y="1770"/>
                </a:lnTo>
                <a:lnTo>
                  <a:pt x="4638" y="1770"/>
                </a:lnTo>
                <a:lnTo>
                  <a:pt x="4639" y="1770"/>
                </a:lnTo>
                <a:lnTo>
                  <a:pt x="4639" y="1769"/>
                </a:lnTo>
                <a:lnTo>
                  <a:pt x="4640" y="1768"/>
                </a:lnTo>
                <a:lnTo>
                  <a:pt x="4640" y="1767"/>
                </a:lnTo>
                <a:lnTo>
                  <a:pt x="4641" y="1767"/>
                </a:lnTo>
                <a:lnTo>
                  <a:pt x="4641" y="1766"/>
                </a:lnTo>
                <a:lnTo>
                  <a:pt x="4641" y="1765"/>
                </a:lnTo>
                <a:lnTo>
                  <a:pt x="4642" y="1765"/>
                </a:lnTo>
                <a:lnTo>
                  <a:pt x="4642" y="1764"/>
                </a:lnTo>
                <a:lnTo>
                  <a:pt x="4642" y="1763"/>
                </a:lnTo>
                <a:lnTo>
                  <a:pt x="4642" y="1762"/>
                </a:lnTo>
                <a:lnTo>
                  <a:pt x="4643" y="1762"/>
                </a:lnTo>
                <a:lnTo>
                  <a:pt x="4644" y="1762"/>
                </a:lnTo>
                <a:lnTo>
                  <a:pt x="4644" y="1763"/>
                </a:lnTo>
                <a:lnTo>
                  <a:pt x="4645" y="1762"/>
                </a:lnTo>
                <a:lnTo>
                  <a:pt x="4646" y="1762"/>
                </a:lnTo>
                <a:lnTo>
                  <a:pt x="4647" y="1762"/>
                </a:lnTo>
                <a:lnTo>
                  <a:pt x="4648" y="1761"/>
                </a:lnTo>
                <a:lnTo>
                  <a:pt x="4649" y="1761"/>
                </a:lnTo>
                <a:lnTo>
                  <a:pt x="4650" y="1759"/>
                </a:lnTo>
                <a:lnTo>
                  <a:pt x="4651" y="1758"/>
                </a:lnTo>
                <a:lnTo>
                  <a:pt x="4651" y="1757"/>
                </a:lnTo>
                <a:lnTo>
                  <a:pt x="4651" y="1756"/>
                </a:lnTo>
                <a:lnTo>
                  <a:pt x="4652" y="1756"/>
                </a:lnTo>
                <a:lnTo>
                  <a:pt x="4653" y="1755"/>
                </a:lnTo>
                <a:lnTo>
                  <a:pt x="4654" y="1754"/>
                </a:lnTo>
                <a:lnTo>
                  <a:pt x="4654" y="1753"/>
                </a:lnTo>
                <a:lnTo>
                  <a:pt x="4655" y="1753"/>
                </a:lnTo>
                <a:lnTo>
                  <a:pt x="4656" y="1752"/>
                </a:lnTo>
                <a:lnTo>
                  <a:pt x="4656" y="1751"/>
                </a:lnTo>
                <a:lnTo>
                  <a:pt x="4656" y="1750"/>
                </a:lnTo>
                <a:lnTo>
                  <a:pt x="4657" y="1750"/>
                </a:lnTo>
                <a:lnTo>
                  <a:pt x="4658" y="1751"/>
                </a:lnTo>
                <a:lnTo>
                  <a:pt x="4658" y="1752"/>
                </a:lnTo>
                <a:lnTo>
                  <a:pt x="4659" y="1752"/>
                </a:lnTo>
                <a:lnTo>
                  <a:pt x="4660" y="1752"/>
                </a:lnTo>
                <a:lnTo>
                  <a:pt x="4660" y="1753"/>
                </a:lnTo>
                <a:lnTo>
                  <a:pt x="4661" y="1753"/>
                </a:lnTo>
                <a:lnTo>
                  <a:pt x="4661" y="1752"/>
                </a:lnTo>
                <a:lnTo>
                  <a:pt x="4660" y="1752"/>
                </a:lnTo>
                <a:lnTo>
                  <a:pt x="4660" y="1751"/>
                </a:lnTo>
                <a:lnTo>
                  <a:pt x="4662" y="1751"/>
                </a:lnTo>
                <a:lnTo>
                  <a:pt x="4661" y="1751"/>
                </a:lnTo>
                <a:lnTo>
                  <a:pt x="4661" y="1750"/>
                </a:lnTo>
                <a:lnTo>
                  <a:pt x="4662" y="1750"/>
                </a:lnTo>
                <a:lnTo>
                  <a:pt x="4664" y="1749"/>
                </a:lnTo>
                <a:lnTo>
                  <a:pt x="4664" y="1747"/>
                </a:lnTo>
                <a:lnTo>
                  <a:pt x="4664" y="1746"/>
                </a:lnTo>
                <a:lnTo>
                  <a:pt x="4665" y="1745"/>
                </a:lnTo>
                <a:lnTo>
                  <a:pt x="4666" y="1744"/>
                </a:lnTo>
                <a:lnTo>
                  <a:pt x="4667" y="1744"/>
                </a:lnTo>
                <a:lnTo>
                  <a:pt x="4668" y="1743"/>
                </a:lnTo>
                <a:lnTo>
                  <a:pt x="4667" y="1742"/>
                </a:lnTo>
                <a:lnTo>
                  <a:pt x="4666" y="1741"/>
                </a:lnTo>
                <a:lnTo>
                  <a:pt x="4666" y="1740"/>
                </a:lnTo>
                <a:lnTo>
                  <a:pt x="4666" y="1739"/>
                </a:lnTo>
                <a:lnTo>
                  <a:pt x="4665" y="1740"/>
                </a:lnTo>
                <a:lnTo>
                  <a:pt x="4664" y="1741"/>
                </a:lnTo>
                <a:lnTo>
                  <a:pt x="4661" y="1743"/>
                </a:lnTo>
                <a:lnTo>
                  <a:pt x="4661" y="1742"/>
                </a:lnTo>
                <a:lnTo>
                  <a:pt x="4662" y="1742"/>
                </a:lnTo>
                <a:lnTo>
                  <a:pt x="4663" y="1741"/>
                </a:lnTo>
                <a:lnTo>
                  <a:pt x="4664" y="1740"/>
                </a:lnTo>
                <a:lnTo>
                  <a:pt x="4665" y="1739"/>
                </a:lnTo>
                <a:lnTo>
                  <a:pt x="4665" y="1738"/>
                </a:lnTo>
                <a:lnTo>
                  <a:pt x="4666" y="1738"/>
                </a:lnTo>
                <a:lnTo>
                  <a:pt x="4666" y="1737"/>
                </a:lnTo>
                <a:lnTo>
                  <a:pt x="4667" y="1737"/>
                </a:lnTo>
                <a:lnTo>
                  <a:pt x="4667" y="1736"/>
                </a:lnTo>
                <a:lnTo>
                  <a:pt x="4666" y="1736"/>
                </a:lnTo>
                <a:lnTo>
                  <a:pt x="4667" y="1735"/>
                </a:lnTo>
                <a:lnTo>
                  <a:pt x="4668" y="1735"/>
                </a:lnTo>
                <a:lnTo>
                  <a:pt x="4669" y="1735"/>
                </a:lnTo>
                <a:lnTo>
                  <a:pt x="4669" y="1734"/>
                </a:lnTo>
                <a:lnTo>
                  <a:pt x="4670" y="1734"/>
                </a:lnTo>
                <a:lnTo>
                  <a:pt x="4670" y="1735"/>
                </a:lnTo>
                <a:lnTo>
                  <a:pt x="4671" y="1734"/>
                </a:lnTo>
                <a:lnTo>
                  <a:pt x="4672" y="1734"/>
                </a:lnTo>
                <a:lnTo>
                  <a:pt x="4671" y="1733"/>
                </a:lnTo>
                <a:lnTo>
                  <a:pt x="4672" y="1732"/>
                </a:lnTo>
                <a:lnTo>
                  <a:pt x="4673" y="1731"/>
                </a:lnTo>
                <a:lnTo>
                  <a:pt x="4674" y="1731"/>
                </a:lnTo>
                <a:lnTo>
                  <a:pt x="4674" y="1730"/>
                </a:lnTo>
                <a:lnTo>
                  <a:pt x="4675" y="1729"/>
                </a:lnTo>
                <a:lnTo>
                  <a:pt x="4675" y="1728"/>
                </a:lnTo>
                <a:lnTo>
                  <a:pt x="4675" y="1727"/>
                </a:lnTo>
                <a:lnTo>
                  <a:pt x="4675" y="1726"/>
                </a:lnTo>
                <a:lnTo>
                  <a:pt x="4676" y="1725"/>
                </a:lnTo>
                <a:lnTo>
                  <a:pt x="4676" y="1724"/>
                </a:lnTo>
                <a:lnTo>
                  <a:pt x="4676" y="1723"/>
                </a:lnTo>
                <a:lnTo>
                  <a:pt x="4677" y="1723"/>
                </a:lnTo>
                <a:lnTo>
                  <a:pt x="4677" y="1722"/>
                </a:lnTo>
                <a:lnTo>
                  <a:pt x="4677" y="1723"/>
                </a:lnTo>
                <a:lnTo>
                  <a:pt x="4678" y="1722"/>
                </a:lnTo>
                <a:lnTo>
                  <a:pt x="4679" y="1722"/>
                </a:lnTo>
                <a:lnTo>
                  <a:pt x="4680" y="1722"/>
                </a:lnTo>
                <a:lnTo>
                  <a:pt x="4680" y="1721"/>
                </a:lnTo>
                <a:lnTo>
                  <a:pt x="4681" y="1721"/>
                </a:lnTo>
                <a:lnTo>
                  <a:pt x="4681" y="1720"/>
                </a:lnTo>
                <a:lnTo>
                  <a:pt x="4681" y="1719"/>
                </a:lnTo>
                <a:lnTo>
                  <a:pt x="4681" y="1717"/>
                </a:lnTo>
                <a:lnTo>
                  <a:pt x="4681" y="1716"/>
                </a:lnTo>
                <a:lnTo>
                  <a:pt x="4681" y="1715"/>
                </a:lnTo>
                <a:lnTo>
                  <a:pt x="4680" y="1715"/>
                </a:lnTo>
                <a:lnTo>
                  <a:pt x="4680" y="1714"/>
                </a:lnTo>
                <a:lnTo>
                  <a:pt x="4679" y="1714"/>
                </a:lnTo>
                <a:lnTo>
                  <a:pt x="4678" y="1714"/>
                </a:lnTo>
                <a:lnTo>
                  <a:pt x="4678" y="1713"/>
                </a:lnTo>
                <a:lnTo>
                  <a:pt x="4679" y="1713"/>
                </a:lnTo>
                <a:lnTo>
                  <a:pt x="4675" y="1712"/>
                </a:lnTo>
                <a:lnTo>
                  <a:pt x="4676" y="1712"/>
                </a:lnTo>
                <a:lnTo>
                  <a:pt x="4681" y="1711"/>
                </a:lnTo>
                <a:lnTo>
                  <a:pt x="4681" y="1712"/>
                </a:lnTo>
                <a:lnTo>
                  <a:pt x="4682" y="1712"/>
                </a:lnTo>
                <a:lnTo>
                  <a:pt x="4683" y="1711"/>
                </a:lnTo>
                <a:lnTo>
                  <a:pt x="4684" y="1710"/>
                </a:lnTo>
                <a:lnTo>
                  <a:pt x="4684" y="1709"/>
                </a:lnTo>
                <a:lnTo>
                  <a:pt x="4685" y="1709"/>
                </a:lnTo>
                <a:lnTo>
                  <a:pt x="4686" y="1708"/>
                </a:lnTo>
                <a:lnTo>
                  <a:pt x="4687" y="1707"/>
                </a:lnTo>
                <a:lnTo>
                  <a:pt x="4687" y="1706"/>
                </a:lnTo>
                <a:lnTo>
                  <a:pt x="4688" y="1706"/>
                </a:lnTo>
                <a:lnTo>
                  <a:pt x="4688" y="1705"/>
                </a:lnTo>
                <a:lnTo>
                  <a:pt x="4687" y="1705"/>
                </a:lnTo>
                <a:lnTo>
                  <a:pt x="4686" y="1705"/>
                </a:lnTo>
                <a:lnTo>
                  <a:pt x="4686" y="1704"/>
                </a:lnTo>
                <a:lnTo>
                  <a:pt x="4687" y="1704"/>
                </a:lnTo>
                <a:lnTo>
                  <a:pt x="4686" y="1699"/>
                </a:lnTo>
                <a:lnTo>
                  <a:pt x="4687" y="1699"/>
                </a:lnTo>
                <a:lnTo>
                  <a:pt x="4686" y="1698"/>
                </a:lnTo>
                <a:lnTo>
                  <a:pt x="4685" y="1697"/>
                </a:lnTo>
                <a:lnTo>
                  <a:pt x="4683" y="1695"/>
                </a:lnTo>
                <a:lnTo>
                  <a:pt x="4680" y="1697"/>
                </a:lnTo>
                <a:lnTo>
                  <a:pt x="4680" y="1696"/>
                </a:lnTo>
                <a:lnTo>
                  <a:pt x="4680" y="1695"/>
                </a:lnTo>
                <a:lnTo>
                  <a:pt x="4683" y="1693"/>
                </a:lnTo>
                <a:lnTo>
                  <a:pt x="4684" y="1693"/>
                </a:lnTo>
                <a:lnTo>
                  <a:pt x="4685" y="1696"/>
                </a:lnTo>
                <a:lnTo>
                  <a:pt x="4686" y="1696"/>
                </a:lnTo>
                <a:lnTo>
                  <a:pt x="4687" y="1696"/>
                </a:lnTo>
                <a:lnTo>
                  <a:pt x="4687" y="1695"/>
                </a:lnTo>
                <a:lnTo>
                  <a:pt x="4689" y="1693"/>
                </a:lnTo>
                <a:lnTo>
                  <a:pt x="4689" y="1692"/>
                </a:lnTo>
                <a:lnTo>
                  <a:pt x="4690" y="1693"/>
                </a:lnTo>
                <a:lnTo>
                  <a:pt x="4690" y="1692"/>
                </a:lnTo>
                <a:lnTo>
                  <a:pt x="4690" y="1691"/>
                </a:lnTo>
                <a:lnTo>
                  <a:pt x="4691" y="1691"/>
                </a:lnTo>
                <a:lnTo>
                  <a:pt x="4691" y="1692"/>
                </a:lnTo>
                <a:lnTo>
                  <a:pt x="4691" y="1691"/>
                </a:lnTo>
                <a:lnTo>
                  <a:pt x="4690" y="1690"/>
                </a:lnTo>
                <a:lnTo>
                  <a:pt x="4690" y="1689"/>
                </a:lnTo>
                <a:lnTo>
                  <a:pt x="4691" y="1689"/>
                </a:lnTo>
                <a:lnTo>
                  <a:pt x="4692" y="1689"/>
                </a:lnTo>
                <a:lnTo>
                  <a:pt x="4693" y="1689"/>
                </a:lnTo>
                <a:lnTo>
                  <a:pt x="4693" y="1688"/>
                </a:lnTo>
                <a:lnTo>
                  <a:pt x="4693" y="1687"/>
                </a:lnTo>
                <a:lnTo>
                  <a:pt x="4694" y="1688"/>
                </a:lnTo>
                <a:lnTo>
                  <a:pt x="4694" y="1687"/>
                </a:lnTo>
                <a:lnTo>
                  <a:pt x="4693" y="1686"/>
                </a:lnTo>
                <a:lnTo>
                  <a:pt x="4693" y="1685"/>
                </a:lnTo>
                <a:lnTo>
                  <a:pt x="4694" y="1685"/>
                </a:lnTo>
                <a:lnTo>
                  <a:pt x="4694" y="1686"/>
                </a:lnTo>
                <a:lnTo>
                  <a:pt x="4695" y="1685"/>
                </a:lnTo>
                <a:lnTo>
                  <a:pt x="4695" y="1684"/>
                </a:lnTo>
                <a:lnTo>
                  <a:pt x="4694" y="1683"/>
                </a:lnTo>
                <a:lnTo>
                  <a:pt x="4694" y="1682"/>
                </a:lnTo>
                <a:lnTo>
                  <a:pt x="4694" y="1681"/>
                </a:lnTo>
                <a:lnTo>
                  <a:pt x="4693" y="1681"/>
                </a:lnTo>
                <a:lnTo>
                  <a:pt x="4693" y="1680"/>
                </a:lnTo>
                <a:lnTo>
                  <a:pt x="4694" y="1679"/>
                </a:lnTo>
                <a:lnTo>
                  <a:pt x="4695" y="1679"/>
                </a:lnTo>
                <a:lnTo>
                  <a:pt x="4696" y="1679"/>
                </a:lnTo>
                <a:lnTo>
                  <a:pt x="4696" y="1678"/>
                </a:lnTo>
                <a:lnTo>
                  <a:pt x="4697" y="1676"/>
                </a:lnTo>
                <a:lnTo>
                  <a:pt x="4698" y="1676"/>
                </a:lnTo>
                <a:lnTo>
                  <a:pt x="4697" y="1675"/>
                </a:lnTo>
                <a:lnTo>
                  <a:pt x="4697" y="1674"/>
                </a:lnTo>
                <a:lnTo>
                  <a:pt x="4698" y="1672"/>
                </a:lnTo>
                <a:lnTo>
                  <a:pt x="4699" y="1672"/>
                </a:lnTo>
                <a:lnTo>
                  <a:pt x="4699" y="1671"/>
                </a:lnTo>
                <a:lnTo>
                  <a:pt x="4699" y="1670"/>
                </a:lnTo>
                <a:lnTo>
                  <a:pt x="4698" y="1670"/>
                </a:lnTo>
                <a:lnTo>
                  <a:pt x="4697" y="1670"/>
                </a:lnTo>
                <a:lnTo>
                  <a:pt x="4698" y="1669"/>
                </a:lnTo>
                <a:lnTo>
                  <a:pt x="4696" y="1667"/>
                </a:lnTo>
                <a:lnTo>
                  <a:pt x="4696" y="1666"/>
                </a:lnTo>
                <a:lnTo>
                  <a:pt x="4695" y="1666"/>
                </a:lnTo>
                <a:lnTo>
                  <a:pt x="4693" y="1664"/>
                </a:lnTo>
                <a:lnTo>
                  <a:pt x="4692" y="1663"/>
                </a:lnTo>
                <a:lnTo>
                  <a:pt x="4691" y="1662"/>
                </a:lnTo>
                <a:lnTo>
                  <a:pt x="4690" y="1661"/>
                </a:lnTo>
                <a:lnTo>
                  <a:pt x="4690" y="1662"/>
                </a:lnTo>
                <a:lnTo>
                  <a:pt x="4689" y="1661"/>
                </a:lnTo>
                <a:lnTo>
                  <a:pt x="4690" y="1661"/>
                </a:lnTo>
                <a:lnTo>
                  <a:pt x="4690" y="1660"/>
                </a:lnTo>
                <a:lnTo>
                  <a:pt x="4689" y="1660"/>
                </a:lnTo>
                <a:lnTo>
                  <a:pt x="4688" y="1659"/>
                </a:lnTo>
                <a:lnTo>
                  <a:pt x="4687" y="1659"/>
                </a:lnTo>
                <a:lnTo>
                  <a:pt x="4685" y="1658"/>
                </a:lnTo>
                <a:lnTo>
                  <a:pt x="4684" y="1657"/>
                </a:lnTo>
                <a:lnTo>
                  <a:pt x="4682" y="1656"/>
                </a:lnTo>
                <a:lnTo>
                  <a:pt x="4682" y="1655"/>
                </a:lnTo>
                <a:lnTo>
                  <a:pt x="4682" y="1654"/>
                </a:lnTo>
                <a:lnTo>
                  <a:pt x="4683" y="1654"/>
                </a:lnTo>
                <a:lnTo>
                  <a:pt x="4683" y="1653"/>
                </a:lnTo>
                <a:lnTo>
                  <a:pt x="4684" y="1653"/>
                </a:lnTo>
                <a:lnTo>
                  <a:pt x="4684" y="1652"/>
                </a:lnTo>
                <a:lnTo>
                  <a:pt x="4684" y="1651"/>
                </a:lnTo>
                <a:lnTo>
                  <a:pt x="4684" y="1650"/>
                </a:lnTo>
                <a:lnTo>
                  <a:pt x="4684" y="1649"/>
                </a:lnTo>
                <a:lnTo>
                  <a:pt x="4684" y="1648"/>
                </a:lnTo>
                <a:lnTo>
                  <a:pt x="4683" y="1647"/>
                </a:lnTo>
                <a:lnTo>
                  <a:pt x="4682" y="1647"/>
                </a:lnTo>
                <a:lnTo>
                  <a:pt x="4682" y="1648"/>
                </a:lnTo>
                <a:lnTo>
                  <a:pt x="4681" y="1649"/>
                </a:lnTo>
                <a:lnTo>
                  <a:pt x="4680" y="1649"/>
                </a:lnTo>
                <a:lnTo>
                  <a:pt x="4679" y="1649"/>
                </a:lnTo>
                <a:lnTo>
                  <a:pt x="4678" y="1650"/>
                </a:lnTo>
                <a:lnTo>
                  <a:pt x="4677" y="1650"/>
                </a:lnTo>
                <a:lnTo>
                  <a:pt x="4676" y="1650"/>
                </a:lnTo>
                <a:lnTo>
                  <a:pt x="4675" y="1650"/>
                </a:lnTo>
                <a:lnTo>
                  <a:pt x="4674" y="1651"/>
                </a:lnTo>
                <a:lnTo>
                  <a:pt x="4673" y="1650"/>
                </a:lnTo>
                <a:lnTo>
                  <a:pt x="4673" y="1649"/>
                </a:lnTo>
                <a:lnTo>
                  <a:pt x="4674" y="1649"/>
                </a:lnTo>
                <a:lnTo>
                  <a:pt x="4674" y="1648"/>
                </a:lnTo>
                <a:lnTo>
                  <a:pt x="4675" y="1647"/>
                </a:lnTo>
                <a:lnTo>
                  <a:pt x="4674" y="1647"/>
                </a:lnTo>
                <a:lnTo>
                  <a:pt x="4674" y="1648"/>
                </a:lnTo>
                <a:lnTo>
                  <a:pt x="4673" y="1648"/>
                </a:lnTo>
                <a:lnTo>
                  <a:pt x="4674" y="1645"/>
                </a:lnTo>
                <a:lnTo>
                  <a:pt x="4673" y="1645"/>
                </a:lnTo>
                <a:lnTo>
                  <a:pt x="4673" y="1644"/>
                </a:lnTo>
                <a:lnTo>
                  <a:pt x="4672" y="1648"/>
                </a:lnTo>
                <a:lnTo>
                  <a:pt x="4673" y="1648"/>
                </a:lnTo>
                <a:lnTo>
                  <a:pt x="4672" y="1650"/>
                </a:lnTo>
                <a:lnTo>
                  <a:pt x="4669" y="1648"/>
                </a:lnTo>
                <a:lnTo>
                  <a:pt x="4668" y="1648"/>
                </a:lnTo>
                <a:lnTo>
                  <a:pt x="4666" y="1647"/>
                </a:lnTo>
                <a:lnTo>
                  <a:pt x="4667" y="1642"/>
                </a:lnTo>
                <a:lnTo>
                  <a:pt x="4666" y="1642"/>
                </a:lnTo>
                <a:lnTo>
                  <a:pt x="4665" y="1644"/>
                </a:lnTo>
                <a:lnTo>
                  <a:pt x="4664" y="1644"/>
                </a:lnTo>
                <a:lnTo>
                  <a:pt x="4665" y="1642"/>
                </a:lnTo>
                <a:lnTo>
                  <a:pt x="4664" y="1641"/>
                </a:lnTo>
                <a:lnTo>
                  <a:pt x="4663" y="1640"/>
                </a:lnTo>
                <a:lnTo>
                  <a:pt x="4664" y="1639"/>
                </a:lnTo>
                <a:lnTo>
                  <a:pt x="4663" y="1639"/>
                </a:lnTo>
                <a:lnTo>
                  <a:pt x="4662" y="1638"/>
                </a:lnTo>
                <a:lnTo>
                  <a:pt x="4661" y="1638"/>
                </a:lnTo>
                <a:lnTo>
                  <a:pt x="4661" y="1637"/>
                </a:lnTo>
                <a:lnTo>
                  <a:pt x="4662" y="1637"/>
                </a:lnTo>
                <a:lnTo>
                  <a:pt x="4662" y="1636"/>
                </a:lnTo>
                <a:lnTo>
                  <a:pt x="4661" y="1635"/>
                </a:lnTo>
                <a:lnTo>
                  <a:pt x="4660" y="1634"/>
                </a:lnTo>
                <a:lnTo>
                  <a:pt x="4660" y="1633"/>
                </a:lnTo>
                <a:lnTo>
                  <a:pt x="4659" y="1633"/>
                </a:lnTo>
                <a:lnTo>
                  <a:pt x="4660" y="1632"/>
                </a:lnTo>
                <a:lnTo>
                  <a:pt x="4661" y="1632"/>
                </a:lnTo>
                <a:lnTo>
                  <a:pt x="4660" y="1631"/>
                </a:lnTo>
                <a:lnTo>
                  <a:pt x="4659" y="1631"/>
                </a:lnTo>
                <a:lnTo>
                  <a:pt x="4658" y="1631"/>
                </a:lnTo>
                <a:lnTo>
                  <a:pt x="4656" y="1631"/>
                </a:lnTo>
                <a:lnTo>
                  <a:pt x="4656" y="1633"/>
                </a:lnTo>
                <a:lnTo>
                  <a:pt x="4656" y="1634"/>
                </a:lnTo>
                <a:lnTo>
                  <a:pt x="4657" y="1634"/>
                </a:lnTo>
                <a:lnTo>
                  <a:pt x="4659" y="1634"/>
                </a:lnTo>
                <a:lnTo>
                  <a:pt x="4656" y="1635"/>
                </a:lnTo>
                <a:lnTo>
                  <a:pt x="4655" y="1635"/>
                </a:lnTo>
                <a:lnTo>
                  <a:pt x="4654" y="1634"/>
                </a:lnTo>
                <a:lnTo>
                  <a:pt x="4653" y="1634"/>
                </a:lnTo>
                <a:lnTo>
                  <a:pt x="4652" y="1633"/>
                </a:lnTo>
                <a:lnTo>
                  <a:pt x="4652" y="1634"/>
                </a:lnTo>
                <a:lnTo>
                  <a:pt x="4651" y="1633"/>
                </a:lnTo>
                <a:lnTo>
                  <a:pt x="4651" y="1632"/>
                </a:lnTo>
                <a:lnTo>
                  <a:pt x="4650" y="1629"/>
                </a:lnTo>
                <a:lnTo>
                  <a:pt x="4649" y="1629"/>
                </a:lnTo>
                <a:lnTo>
                  <a:pt x="4649" y="1627"/>
                </a:lnTo>
                <a:lnTo>
                  <a:pt x="4648" y="1625"/>
                </a:lnTo>
                <a:lnTo>
                  <a:pt x="4648" y="1624"/>
                </a:lnTo>
                <a:lnTo>
                  <a:pt x="4647" y="1624"/>
                </a:lnTo>
                <a:lnTo>
                  <a:pt x="4647" y="1623"/>
                </a:lnTo>
                <a:lnTo>
                  <a:pt x="4648" y="1622"/>
                </a:lnTo>
                <a:lnTo>
                  <a:pt x="4648" y="1621"/>
                </a:lnTo>
                <a:lnTo>
                  <a:pt x="4647" y="1621"/>
                </a:lnTo>
                <a:lnTo>
                  <a:pt x="4646" y="1620"/>
                </a:lnTo>
                <a:lnTo>
                  <a:pt x="4646" y="1618"/>
                </a:lnTo>
                <a:lnTo>
                  <a:pt x="4645" y="1617"/>
                </a:lnTo>
                <a:lnTo>
                  <a:pt x="4646" y="1617"/>
                </a:lnTo>
                <a:lnTo>
                  <a:pt x="4646" y="1616"/>
                </a:lnTo>
                <a:lnTo>
                  <a:pt x="4647" y="1615"/>
                </a:lnTo>
                <a:lnTo>
                  <a:pt x="4647" y="1614"/>
                </a:lnTo>
                <a:lnTo>
                  <a:pt x="4647" y="1613"/>
                </a:lnTo>
                <a:lnTo>
                  <a:pt x="4646" y="1613"/>
                </a:lnTo>
                <a:lnTo>
                  <a:pt x="4646" y="1614"/>
                </a:lnTo>
                <a:lnTo>
                  <a:pt x="4646" y="1615"/>
                </a:lnTo>
                <a:lnTo>
                  <a:pt x="4645" y="1615"/>
                </a:lnTo>
                <a:lnTo>
                  <a:pt x="4644" y="1615"/>
                </a:lnTo>
                <a:lnTo>
                  <a:pt x="4644" y="1616"/>
                </a:lnTo>
                <a:lnTo>
                  <a:pt x="4643" y="1616"/>
                </a:lnTo>
                <a:lnTo>
                  <a:pt x="4643" y="1617"/>
                </a:lnTo>
                <a:lnTo>
                  <a:pt x="4643" y="1618"/>
                </a:lnTo>
                <a:lnTo>
                  <a:pt x="4644" y="1618"/>
                </a:lnTo>
                <a:lnTo>
                  <a:pt x="4643" y="1619"/>
                </a:lnTo>
                <a:lnTo>
                  <a:pt x="4643" y="1620"/>
                </a:lnTo>
                <a:lnTo>
                  <a:pt x="4642" y="1620"/>
                </a:lnTo>
                <a:lnTo>
                  <a:pt x="4642" y="1621"/>
                </a:lnTo>
                <a:lnTo>
                  <a:pt x="4642" y="1622"/>
                </a:lnTo>
                <a:lnTo>
                  <a:pt x="4643" y="1622"/>
                </a:lnTo>
                <a:lnTo>
                  <a:pt x="4643" y="1623"/>
                </a:lnTo>
                <a:lnTo>
                  <a:pt x="4643" y="1624"/>
                </a:lnTo>
                <a:lnTo>
                  <a:pt x="4642" y="1625"/>
                </a:lnTo>
                <a:lnTo>
                  <a:pt x="4642" y="1626"/>
                </a:lnTo>
                <a:lnTo>
                  <a:pt x="4642" y="1627"/>
                </a:lnTo>
                <a:lnTo>
                  <a:pt x="4641" y="1627"/>
                </a:lnTo>
                <a:lnTo>
                  <a:pt x="4641" y="1626"/>
                </a:lnTo>
                <a:lnTo>
                  <a:pt x="4640" y="1626"/>
                </a:lnTo>
                <a:lnTo>
                  <a:pt x="4640" y="1627"/>
                </a:lnTo>
                <a:lnTo>
                  <a:pt x="4639" y="1627"/>
                </a:lnTo>
                <a:lnTo>
                  <a:pt x="4639" y="1626"/>
                </a:lnTo>
                <a:lnTo>
                  <a:pt x="4639" y="1625"/>
                </a:lnTo>
                <a:lnTo>
                  <a:pt x="4638" y="1625"/>
                </a:lnTo>
                <a:lnTo>
                  <a:pt x="4638" y="1626"/>
                </a:lnTo>
                <a:lnTo>
                  <a:pt x="4637" y="1626"/>
                </a:lnTo>
                <a:lnTo>
                  <a:pt x="4637" y="1627"/>
                </a:lnTo>
                <a:lnTo>
                  <a:pt x="4636" y="1628"/>
                </a:lnTo>
                <a:lnTo>
                  <a:pt x="4637" y="1628"/>
                </a:lnTo>
                <a:lnTo>
                  <a:pt x="4638" y="1629"/>
                </a:lnTo>
                <a:lnTo>
                  <a:pt x="4638" y="1627"/>
                </a:lnTo>
                <a:lnTo>
                  <a:pt x="4639" y="1627"/>
                </a:lnTo>
                <a:lnTo>
                  <a:pt x="4639" y="1628"/>
                </a:lnTo>
                <a:lnTo>
                  <a:pt x="4640" y="1628"/>
                </a:lnTo>
                <a:lnTo>
                  <a:pt x="4641" y="1628"/>
                </a:lnTo>
                <a:lnTo>
                  <a:pt x="4640" y="1629"/>
                </a:lnTo>
                <a:lnTo>
                  <a:pt x="4639" y="1629"/>
                </a:lnTo>
                <a:lnTo>
                  <a:pt x="4640" y="1630"/>
                </a:lnTo>
                <a:lnTo>
                  <a:pt x="4639" y="1630"/>
                </a:lnTo>
                <a:lnTo>
                  <a:pt x="4639" y="1633"/>
                </a:lnTo>
                <a:lnTo>
                  <a:pt x="4638" y="1633"/>
                </a:lnTo>
                <a:lnTo>
                  <a:pt x="4637" y="1633"/>
                </a:lnTo>
                <a:lnTo>
                  <a:pt x="4637" y="1632"/>
                </a:lnTo>
                <a:lnTo>
                  <a:pt x="4636" y="1633"/>
                </a:lnTo>
                <a:lnTo>
                  <a:pt x="4635" y="1633"/>
                </a:lnTo>
                <a:lnTo>
                  <a:pt x="4635" y="1632"/>
                </a:lnTo>
                <a:lnTo>
                  <a:pt x="4635" y="1631"/>
                </a:lnTo>
                <a:lnTo>
                  <a:pt x="4634" y="1630"/>
                </a:lnTo>
                <a:lnTo>
                  <a:pt x="4634" y="1631"/>
                </a:lnTo>
                <a:lnTo>
                  <a:pt x="4635" y="1633"/>
                </a:lnTo>
                <a:lnTo>
                  <a:pt x="4635" y="1634"/>
                </a:lnTo>
                <a:lnTo>
                  <a:pt x="4635" y="1635"/>
                </a:lnTo>
                <a:lnTo>
                  <a:pt x="4634" y="1635"/>
                </a:lnTo>
                <a:lnTo>
                  <a:pt x="4634" y="1634"/>
                </a:lnTo>
                <a:lnTo>
                  <a:pt x="4634" y="1633"/>
                </a:lnTo>
                <a:lnTo>
                  <a:pt x="4633" y="1633"/>
                </a:lnTo>
                <a:lnTo>
                  <a:pt x="4633" y="1634"/>
                </a:lnTo>
                <a:lnTo>
                  <a:pt x="4634" y="1635"/>
                </a:lnTo>
                <a:lnTo>
                  <a:pt x="4631" y="1636"/>
                </a:lnTo>
                <a:lnTo>
                  <a:pt x="4631" y="1635"/>
                </a:lnTo>
                <a:lnTo>
                  <a:pt x="4631" y="1634"/>
                </a:lnTo>
                <a:lnTo>
                  <a:pt x="4631" y="1633"/>
                </a:lnTo>
                <a:lnTo>
                  <a:pt x="4630" y="1633"/>
                </a:lnTo>
                <a:lnTo>
                  <a:pt x="4630" y="1634"/>
                </a:lnTo>
                <a:lnTo>
                  <a:pt x="4631" y="1636"/>
                </a:lnTo>
                <a:lnTo>
                  <a:pt x="4630" y="1636"/>
                </a:lnTo>
                <a:lnTo>
                  <a:pt x="4630" y="1634"/>
                </a:lnTo>
                <a:lnTo>
                  <a:pt x="4629" y="1634"/>
                </a:lnTo>
                <a:lnTo>
                  <a:pt x="4628" y="1633"/>
                </a:lnTo>
                <a:lnTo>
                  <a:pt x="4627" y="1633"/>
                </a:lnTo>
                <a:lnTo>
                  <a:pt x="4626" y="1634"/>
                </a:lnTo>
                <a:lnTo>
                  <a:pt x="4626" y="1635"/>
                </a:lnTo>
                <a:lnTo>
                  <a:pt x="4624" y="1636"/>
                </a:lnTo>
                <a:lnTo>
                  <a:pt x="4623" y="1636"/>
                </a:lnTo>
                <a:lnTo>
                  <a:pt x="4623" y="1635"/>
                </a:lnTo>
                <a:lnTo>
                  <a:pt x="4622" y="1635"/>
                </a:lnTo>
                <a:lnTo>
                  <a:pt x="4622" y="1633"/>
                </a:lnTo>
                <a:lnTo>
                  <a:pt x="4622" y="1632"/>
                </a:lnTo>
                <a:lnTo>
                  <a:pt x="4622" y="1633"/>
                </a:lnTo>
                <a:lnTo>
                  <a:pt x="4622" y="1635"/>
                </a:lnTo>
                <a:lnTo>
                  <a:pt x="4621" y="1635"/>
                </a:lnTo>
                <a:lnTo>
                  <a:pt x="4620" y="1635"/>
                </a:lnTo>
                <a:lnTo>
                  <a:pt x="4619" y="1634"/>
                </a:lnTo>
                <a:lnTo>
                  <a:pt x="4619" y="1633"/>
                </a:lnTo>
                <a:lnTo>
                  <a:pt x="4618" y="1633"/>
                </a:lnTo>
                <a:lnTo>
                  <a:pt x="4617" y="1633"/>
                </a:lnTo>
                <a:lnTo>
                  <a:pt x="4617" y="1632"/>
                </a:lnTo>
                <a:lnTo>
                  <a:pt x="4617" y="1631"/>
                </a:lnTo>
                <a:lnTo>
                  <a:pt x="4616" y="1631"/>
                </a:lnTo>
                <a:lnTo>
                  <a:pt x="4616" y="1632"/>
                </a:lnTo>
                <a:lnTo>
                  <a:pt x="4614" y="1631"/>
                </a:lnTo>
                <a:lnTo>
                  <a:pt x="4613" y="1632"/>
                </a:lnTo>
                <a:lnTo>
                  <a:pt x="4612" y="1632"/>
                </a:lnTo>
                <a:lnTo>
                  <a:pt x="4610" y="1632"/>
                </a:lnTo>
                <a:lnTo>
                  <a:pt x="4610" y="1631"/>
                </a:lnTo>
                <a:lnTo>
                  <a:pt x="4609" y="1630"/>
                </a:lnTo>
                <a:lnTo>
                  <a:pt x="4609" y="1631"/>
                </a:lnTo>
                <a:lnTo>
                  <a:pt x="4609" y="1632"/>
                </a:lnTo>
                <a:lnTo>
                  <a:pt x="4605" y="1632"/>
                </a:lnTo>
                <a:lnTo>
                  <a:pt x="4606" y="1633"/>
                </a:lnTo>
                <a:lnTo>
                  <a:pt x="4607" y="1633"/>
                </a:lnTo>
                <a:lnTo>
                  <a:pt x="4609" y="1632"/>
                </a:lnTo>
                <a:lnTo>
                  <a:pt x="4610" y="1633"/>
                </a:lnTo>
                <a:lnTo>
                  <a:pt x="4610" y="1634"/>
                </a:lnTo>
                <a:lnTo>
                  <a:pt x="4611" y="1637"/>
                </a:lnTo>
                <a:lnTo>
                  <a:pt x="4611" y="1638"/>
                </a:lnTo>
                <a:lnTo>
                  <a:pt x="4611" y="1639"/>
                </a:lnTo>
                <a:lnTo>
                  <a:pt x="4607" y="1638"/>
                </a:lnTo>
                <a:lnTo>
                  <a:pt x="4605" y="1638"/>
                </a:lnTo>
                <a:lnTo>
                  <a:pt x="4604" y="1638"/>
                </a:lnTo>
                <a:lnTo>
                  <a:pt x="4601" y="1638"/>
                </a:lnTo>
                <a:lnTo>
                  <a:pt x="4601" y="1637"/>
                </a:lnTo>
                <a:lnTo>
                  <a:pt x="4601" y="1636"/>
                </a:lnTo>
                <a:lnTo>
                  <a:pt x="4600" y="1635"/>
                </a:lnTo>
                <a:lnTo>
                  <a:pt x="4597" y="1637"/>
                </a:lnTo>
                <a:lnTo>
                  <a:pt x="4596" y="1636"/>
                </a:lnTo>
                <a:lnTo>
                  <a:pt x="4596" y="1635"/>
                </a:lnTo>
                <a:lnTo>
                  <a:pt x="4596" y="1634"/>
                </a:lnTo>
                <a:lnTo>
                  <a:pt x="4595" y="1633"/>
                </a:lnTo>
                <a:lnTo>
                  <a:pt x="4595" y="1632"/>
                </a:lnTo>
                <a:lnTo>
                  <a:pt x="4596" y="1632"/>
                </a:lnTo>
                <a:lnTo>
                  <a:pt x="4597" y="1631"/>
                </a:lnTo>
                <a:lnTo>
                  <a:pt x="4596" y="1631"/>
                </a:lnTo>
                <a:lnTo>
                  <a:pt x="4593" y="1632"/>
                </a:lnTo>
                <a:lnTo>
                  <a:pt x="4593" y="1631"/>
                </a:lnTo>
                <a:lnTo>
                  <a:pt x="4592" y="1631"/>
                </a:lnTo>
                <a:lnTo>
                  <a:pt x="4592" y="1632"/>
                </a:lnTo>
                <a:lnTo>
                  <a:pt x="4592" y="1633"/>
                </a:lnTo>
                <a:lnTo>
                  <a:pt x="4593" y="1634"/>
                </a:lnTo>
                <a:lnTo>
                  <a:pt x="4593" y="1635"/>
                </a:lnTo>
                <a:lnTo>
                  <a:pt x="4591" y="1635"/>
                </a:lnTo>
                <a:lnTo>
                  <a:pt x="4591" y="1636"/>
                </a:lnTo>
                <a:lnTo>
                  <a:pt x="4591" y="1637"/>
                </a:lnTo>
                <a:lnTo>
                  <a:pt x="4592" y="1639"/>
                </a:lnTo>
                <a:lnTo>
                  <a:pt x="4592" y="1640"/>
                </a:lnTo>
                <a:lnTo>
                  <a:pt x="4591" y="1640"/>
                </a:lnTo>
                <a:lnTo>
                  <a:pt x="4591" y="1639"/>
                </a:lnTo>
                <a:lnTo>
                  <a:pt x="4588" y="1639"/>
                </a:lnTo>
                <a:lnTo>
                  <a:pt x="4589" y="1637"/>
                </a:lnTo>
                <a:lnTo>
                  <a:pt x="4590" y="1636"/>
                </a:lnTo>
                <a:lnTo>
                  <a:pt x="4590" y="1635"/>
                </a:lnTo>
                <a:lnTo>
                  <a:pt x="4589" y="1635"/>
                </a:lnTo>
                <a:lnTo>
                  <a:pt x="4588" y="1635"/>
                </a:lnTo>
                <a:lnTo>
                  <a:pt x="4587" y="1636"/>
                </a:lnTo>
                <a:lnTo>
                  <a:pt x="4586" y="1634"/>
                </a:lnTo>
                <a:lnTo>
                  <a:pt x="4585" y="1634"/>
                </a:lnTo>
                <a:lnTo>
                  <a:pt x="4585" y="1635"/>
                </a:lnTo>
                <a:lnTo>
                  <a:pt x="4584" y="1635"/>
                </a:lnTo>
                <a:lnTo>
                  <a:pt x="4585" y="1635"/>
                </a:lnTo>
                <a:lnTo>
                  <a:pt x="4586" y="1635"/>
                </a:lnTo>
                <a:lnTo>
                  <a:pt x="4586" y="1636"/>
                </a:lnTo>
                <a:lnTo>
                  <a:pt x="4585" y="1637"/>
                </a:lnTo>
                <a:lnTo>
                  <a:pt x="4585" y="1638"/>
                </a:lnTo>
                <a:lnTo>
                  <a:pt x="4584" y="1638"/>
                </a:lnTo>
                <a:lnTo>
                  <a:pt x="4582" y="1637"/>
                </a:lnTo>
                <a:lnTo>
                  <a:pt x="4582" y="1638"/>
                </a:lnTo>
                <a:lnTo>
                  <a:pt x="4581" y="1638"/>
                </a:lnTo>
                <a:lnTo>
                  <a:pt x="4580" y="1638"/>
                </a:lnTo>
                <a:lnTo>
                  <a:pt x="4579" y="1639"/>
                </a:lnTo>
                <a:lnTo>
                  <a:pt x="4578" y="1639"/>
                </a:lnTo>
                <a:lnTo>
                  <a:pt x="4577" y="1640"/>
                </a:lnTo>
                <a:lnTo>
                  <a:pt x="4577" y="1642"/>
                </a:lnTo>
                <a:lnTo>
                  <a:pt x="4578" y="1642"/>
                </a:lnTo>
                <a:lnTo>
                  <a:pt x="4578" y="1644"/>
                </a:lnTo>
                <a:lnTo>
                  <a:pt x="4577" y="1645"/>
                </a:lnTo>
                <a:lnTo>
                  <a:pt x="4576" y="1646"/>
                </a:lnTo>
                <a:lnTo>
                  <a:pt x="4577" y="1647"/>
                </a:lnTo>
                <a:lnTo>
                  <a:pt x="4578" y="1648"/>
                </a:lnTo>
                <a:lnTo>
                  <a:pt x="4577" y="1648"/>
                </a:lnTo>
                <a:lnTo>
                  <a:pt x="4576" y="1648"/>
                </a:lnTo>
                <a:lnTo>
                  <a:pt x="4576" y="1649"/>
                </a:lnTo>
                <a:lnTo>
                  <a:pt x="4577" y="1649"/>
                </a:lnTo>
                <a:lnTo>
                  <a:pt x="4576" y="1650"/>
                </a:lnTo>
                <a:lnTo>
                  <a:pt x="4575" y="1649"/>
                </a:lnTo>
                <a:lnTo>
                  <a:pt x="4575" y="1648"/>
                </a:lnTo>
                <a:lnTo>
                  <a:pt x="4574" y="1648"/>
                </a:lnTo>
                <a:lnTo>
                  <a:pt x="4573" y="1647"/>
                </a:lnTo>
                <a:lnTo>
                  <a:pt x="4573" y="1646"/>
                </a:lnTo>
                <a:lnTo>
                  <a:pt x="4572" y="1646"/>
                </a:lnTo>
                <a:lnTo>
                  <a:pt x="4572" y="1647"/>
                </a:lnTo>
                <a:lnTo>
                  <a:pt x="4571" y="1647"/>
                </a:lnTo>
                <a:lnTo>
                  <a:pt x="4570" y="1647"/>
                </a:lnTo>
                <a:lnTo>
                  <a:pt x="4570" y="1646"/>
                </a:lnTo>
                <a:lnTo>
                  <a:pt x="4569" y="1647"/>
                </a:lnTo>
                <a:lnTo>
                  <a:pt x="4568" y="1647"/>
                </a:lnTo>
                <a:lnTo>
                  <a:pt x="4568" y="1648"/>
                </a:lnTo>
                <a:lnTo>
                  <a:pt x="4567" y="1649"/>
                </a:lnTo>
                <a:lnTo>
                  <a:pt x="4567" y="1650"/>
                </a:lnTo>
                <a:lnTo>
                  <a:pt x="4568" y="1651"/>
                </a:lnTo>
                <a:lnTo>
                  <a:pt x="4569" y="1652"/>
                </a:lnTo>
                <a:lnTo>
                  <a:pt x="4569" y="1653"/>
                </a:lnTo>
                <a:lnTo>
                  <a:pt x="4568" y="1653"/>
                </a:lnTo>
                <a:lnTo>
                  <a:pt x="4568" y="1654"/>
                </a:lnTo>
                <a:lnTo>
                  <a:pt x="4567" y="1654"/>
                </a:lnTo>
                <a:lnTo>
                  <a:pt x="4568" y="1654"/>
                </a:lnTo>
                <a:lnTo>
                  <a:pt x="4569" y="1654"/>
                </a:lnTo>
                <a:lnTo>
                  <a:pt x="4569" y="1657"/>
                </a:lnTo>
                <a:lnTo>
                  <a:pt x="4569" y="1658"/>
                </a:lnTo>
                <a:lnTo>
                  <a:pt x="4570" y="1658"/>
                </a:lnTo>
                <a:lnTo>
                  <a:pt x="4571" y="1658"/>
                </a:lnTo>
                <a:lnTo>
                  <a:pt x="4571" y="1657"/>
                </a:lnTo>
                <a:lnTo>
                  <a:pt x="4574" y="1657"/>
                </a:lnTo>
                <a:lnTo>
                  <a:pt x="4575" y="1660"/>
                </a:lnTo>
                <a:lnTo>
                  <a:pt x="4575" y="1661"/>
                </a:lnTo>
                <a:lnTo>
                  <a:pt x="4574" y="1661"/>
                </a:lnTo>
                <a:lnTo>
                  <a:pt x="4573" y="1661"/>
                </a:lnTo>
                <a:lnTo>
                  <a:pt x="4572" y="1661"/>
                </a:lnTo>
                <a:lnTo>
                  <a:pt x="4570" y="1662"/>
                </a:lnTo>
                <a:lnTo>
                  <a:pt x="4569" y="1664"/>
                </a:lnTo>
                <a:lnTo>
                  <a:pt x="4568" y="1664"/>
                </a:lnTo>
                <a:lnTo>
                  <a:pt x="4568" y="1665"/>
                </a:lnTo>
                <a:lnTo>
                  <a:pt x="4567" y="1665"/>
                </a:lnTo>
                <a:lnTo>
                  <a:pt x="4566" y="1665"/>
                </a:lnTo>
                <a:lnTo>
                  <a:pt x="4565" y="1665"/>
                </a:lnTo>
                <a:lnTo>
                  <a:pt x="4564" y="1666"/>
                </a:lnTo>
                <a:lnTo>
                  <a:pt x="4563" y="1667"/>
                </a:lnTo>
                <a:lnTo>
                  <a:pt x="4562" y="1667"/>
                </a:lnTo>
                <a:lnTo>
                  <a:pt x="4561" y="1667"/>
                </a:lnTo>
                <a:lnTo>
                  <a:pt x="4560" y="1667"/>
                </a:lnTo>
                <a:lnTo>
                  <a:pt x="4559" y="1667"/>
                </a:lnTo>
                <a:lnTo>
                  <a:pt x="4558" y="1668"/>
                </a:lnTo>
                <a:lnTo>
                  <a:pt x="4557" y="1668"/>
                </a:lnTo>
                <a:lnTo>
                  <a:pt x="4557" y="1669"/>
                </a:lnTo>
                <a:lnTo>
                  <a:pt x="4557" y="1670"/>
                </a:lnTo>
                <a:lnTo>
                  <a:pt x="4557" y="1672"/>
                </a:lnTo>
                <a:lnTo>
                  <a:pt x="4558" y="1672"/>
                </a:lnTo>
                <a:lnTo>
                  <a:pt x="4558" y="1673"/>
                </a:lnTo>
                <a:lnTo>
                  <a:pt x="4557" y="1673"/>
                </a:lnTo>
                <a:lnTo>
                  <a:pt x="4556" y="1674"/>
                </a:lnTo>
                <a:lnTo>
                  <a:pt x="4556" y="1676"/>
                </a:lnTo>
                <a:lnTo>
                  <a:pt x="4555" y="1677"/>
                </a:lnTo>
                <a:lnTo>
                  <a:pt x="4555" y="1679"/>
                </a:lnTo>
                <a:lnTo>
                  <a:pt x="4555" y="1680"/>
                </a:lnTo>
                <a:lnTo>
                  <a:pt x="4554" y="1680"/>
                </a:lnTo>
                <a:lnTo>
                  <a:pt x="4554" y="1681"/>
                </a:lnTo>
                <a:lnTo>
                  <a:pt x="4553" y="1684"/>
                </a:lnTo>
                <a:lnTo>
                  <a:pt x="4552" y="1684"/>
                </a:lnTo>
                <a:lnTo>
                  <a:pt x="4551" y="1684"/>
                </a:lnTo>
                <a:lnTo>
                  <a:pt x="4550" y="1685"/>
                </a:lnTo>
                <a:lnTo>
                  <a:pt x="4550" y="1686"/>
                </a:lnTo>
                <a:lnTo>
                  <a:pt x="4549" y="1687"/>
                </a:lnTo>
                <a:lnTo>
                  <a:pt x="4548" y="1688"/>
                </a:lnTo>
                <a:lnTo>
                  <a:pt x="4548" y="1689"/>
                </a:lnTo>
                <a:lnTo>
                  <a:pt x="4547" y="1689"/>
                </a:lnTo>
                <a:lnTo>
                  <a:pt x="4548" y="1690"/>
                </a:lnTo>
                <a:lnTo>
                  <a:pt x="4549" y="1689"/>
                </a:lnTo>
                <a:lnTo>
                  <a:pt x="4550" y="1690"/>
                </a:lnTo>
                <a:lnTo>
                  <a:pt x="4550" y="1691"/>
                </a:lnTo>
                <a:lnTo>
                  <a:pt x="4549" y="1692"/>
                </a:lnTo>
                <a:lnTo>
                  <a:pt x="4548" y="1693"/>
                </a:lnTo>
                <a:lnTo>
                  <a:pt x="4547" y="1692"/>
                </a:lnTo>
                <a:lnTo>
                  <a:pt x="4546" y="1692"/>
                </a:lnTo>
                <a:lnTo>
                  <a:pt x="4545" y="1693"/>
                </a:lnTo>
                <a:lnTo>
                  <a:pt x="4545" y="1696"/>
                </a:lnTo>
                <a:lnTo>
                  <a:pt x="4544" y="1697"/>
                </a:lnTo>
                <a:lnTo>
                  <a:pt x="4543" y="1697"/>
                </a:lnTo>
                <a:lnTo>
                  <a:pt x="4542" y="1696"/>
                </a:lnTo>
                <a:lnTo>
                  <a:pt x="4541" y="1696"/>
                </a:lnTo>
                <a:lnTo>
                  <a:pt x="4541" y="1697"/>
                </a:lnTo>
                <a:lnTo>
                  <a:pt x="4541" y="1698"/>
                </a:lnTo>
                <a:lnTo>
                  <a:pt x="4540" y="1698"/>
                </a:lnTo>
                <a:lnTo>
                  <a:pt x="4539" y="1699"/>
                </a:lnTo>
                <a:lnTo>
                  <a:pt x="4540" y="1699"/>
                </a:lnTo>
                <a:lnTo>
                  <a:pt x="4540" y="1700"/>
                </a:lnTo>
                <a:lnTo>
                  <a:pt x="4541" y="1700"/>
                </a:lnTo>
                <a:lnTo>
                  <a:pt x="4542" y="1701"/>
                </a:lnTo>
                <a:lnTo>
                  <a:pt x="4541" y="1701"/>
                </a:lnTo>
                <a:lnTo>
                  <a:pt x="4540" y="1701"/>
                </a:lnTo>
                <a:lnTo>
                  <a:pt x="4540" y="1700"/>
                </a:lnTo>
                <a:lnTo>
                  <a:pt x="4540" y="1701"/>
                </a:lnTo>
                <a:lnTo>
                  <a:pt x="4540" y="1702"/>
                </a:lnTo>
                <a:lnTo>
                  <a:pt x="4541" y="1702"/>
                </a:lnTo>
                <a:lnTo>
                  <a:pt x="4541" y="1703"/>
                </a:lnTo>
                <a:lnTo>
                  <a:pt x="4540" y="1704"/>
                </a:lnTo>
                <a:lnTo>
                  <a:pt x="4541" y="1704"/>
                </a:lnTo>
                <a:lnTo>
                  <a:pt x="4542" y="1705"/>
                </a:lnTo>
                <a:lnTo>
                  <a:pt x="4542" y="1706"/>
                </a:lnTo>
                <a:lnTo>
                  <a:pt x="4541" y="1706"/>
                </a:lnTo>
                <a:lnTo>
                  <a:pt x="4541" y="1707"/>
                </a:lnTo>
                <a:lnTo>
                  <a:pt x="4539" y="1706"/>
                </a:lnTo>
                <a:lnTo>
                  <a:pt x="4539" y="1707"/>
                </a:lnTo>
                <a:lnTo>
                  <a:pt x="4539" y="1708"/>
                </a:lnTo>
                <a:lnTo>
                  <a:pt x="4538" y="1709"/>
                </a:lnTo>
                <a:lnTo>
                  <a:pt x="4539" y="1710"/>
                </a:lnTo>
                <a:lnTo>
                  <a:pt x="4540" y="1711"/>
                </a:lnTo>
                <a:lnTo>
                  <a:pt x="4540" y="1710"/>
                </a:lnTo>
                <a:lnTo>
                  <a:pt x="4541" y="1710"/>
                </a:lnTo>
                <a:lnTo>
                  <a:pt x="4541" y="1711"/>
                </a:lnTo>
                <a:lnTo>
                  <a:pt x="4541" y="1713"/>
                </a:lnTo>
                <a:lnTo>
                  <a:pt x="4540" y="1713"/>
                </a:lnTo>
                <a:lnTo>
                  <a:pt x="4539" y="1713"/>
                </a:lnTo>
                <a:lnTo>
                  <a:pt x="4539" y="1714"/>
                </a:lnTo>
                <a:lnTo>
                  <a:pt x="4538" y="1714"/>
                </a:lnTo>
                <a:lnTo>
                  <a:pt x="4537" y="1715"/>
                </a:lnTo>
                <a:lnTo>
                  <a:pt x="4537" y="1716"/>
                </a:lnTo>
                <a:lnTo>
                  <a:pt x="4536" y="1716"/>
                </a:lnTo>
                <a:lnTo>
                  <a:pt x="4535" y="1716"/>
                </a:lnTo>
                <a:lnTo>
                  <a:pt x="4535" y="1717"/>
                </a:lnTo>
                <a:lnTo>
                  <a:pt x="4533" y="1718"/>
                </a:lnTo>
                <a:lnTo>
                  <a:pt x="4533" y="1719"/>
                </a:lnTo>
                <a:lnTo>
                  <a:pt x="4533" y="1720"/>
                </a:lnTo>
                <a:lnTo>
                  <a:pt x="4534" y="1723"/>
                </a:lnTo>
                <a:lnTo>
                  <a:pt x="4535" y="1723"/>
                </a:lnTo>
                <a:lnTo>
                  <a:pt x="4535" y="1724"/>
                </a:lnTo>
                <a:lnTo>
                  <a:pt x="4536" y="1725"/>
                </a:lnTo>
                <a:lnTo>
                  <a:pt x="4536" y="1726"/>
                </a:lnTo>
                <a:lnTo>
                  <a:pt x="4535" y="1727"/>
                </a:lnTo>
                <a:lnTo>
                  <a:pt x="4536" y="1728"/>
                </a:lnTo>
                <a:lnTo>
                  <a:pt x="4535" y="1728"/>
                </a:lnTo>
                <a:lnTo>
                  <a:pt x="4535" y="1729"/>
                </a:lnTo>
                <a:lnTo>
                  <a:pt x="4535" y="1730"/>
                </a:lnTo>
                <a:lnTo>
                  <a:pt x="4535" y="1731"/>
                </a:lnTo>
                <a:lnTo>
                  <a:pt x="4534" y="1731"/>
                </a:lnTo>
                <a:lnTo>
                  <a:pt x="4533" y="1731"/>
                </a:lnTo>
                <a:lnTo>
                  <a:pt x="4533" y="1732"/>
                </a:lnTo>
                <a:lnTo>
                  <a:pt x="4533" y="1733"/>
                </a:lnTo>
                <a:lnTo>
                  <a:pt x="4532" y="1733"/>
                </a:lnTo>
                <a:lnTo>
                  <a:pt x="4532" y="1734"/>
                </a:lnTo>
                <a:lnTo>
                  <a:pt x="4530" y="1735"/>
                </a:lnTo>
                <a:lnTo>
                  <a:pt x="4530" y="1736"/>
                </a:lnTo>
                <a:lnTo>
                  <a:pt x="4529" y="1736"/>
                </a:lnTo>
                <a:lnTo>
                  <a:pt x="4528" y="1737"/>
                </a:lnTo>
                <a:lnTo>
                  <a:pt x="4527" y="1737"/>
                </a:lnTo>
                <a:lnTo>
                  <a:pt x="4526" y="1737"/>
                </a:lnTo>
                <a:lnTo>
                  <a:pt x="4525" y="1737"/>
                </a:lnTo>
                <a:lnTo>
                  <a:pt x="4524" y="1737"/>
                </a:lnTo>
                <a:lnTo>
                  <a:pt x="4523" y="1737"/>
                </a:lnTo>
                <a:lnTo>
                  <a:pt x="4522" y="1737"/>
                </a:lnTo>
                <a:lnTo>
                  <a:pt x="4522" y="1738"/>
                </a:lnTo>
                <a:lnTo>
                  <a:pt x="4521" y="1738"/>
                </a:lnTo>
                <a:lnTo>
                  <a:pt x="4520" y="1739"/>
                </a:lnTo>
                <a:lnTo>
                  <a:pt x="4519" y="1739"/>
                </a:lnTo>
                <a:lnTo>
                  <a:pt x="4518" y="1739"/>
                </a:lnTo>
                <a:lnTo>
                  <a:pt x="4517" y="1739"/>
                </a:lnTo>
                <a:lnTo>
                  <a:pt x="4517" y="1740"/>
                </a:lnTo>
                <a:lnTo>
                  <a:pt x="4516" y="1740"/>
                </a:lnTo>
                <a:lnTo>
                  <a:pt x="4516" y="1741"/>
                </a:lnTo>
                <a:lnTo>
                  <a:pt x="4516" y="1742"/>
                </a:lnTo>
                <a:lnTo>
                  <a:pt x="4515" y="1743"/>
                </a:lnTo>
                <a:lnTo>
                  <a:pt x="4514" y="1744"/>
                </a:lnTo>
                <a:lnTo>
                  <a:pt x="4513" y="1744"/>
                </a:lnTo>
                <a:lnTo>
                  <a:pt x="4513" y="1745"/>
                </a:lnTo>
                <a:lnTo>
                  <a:pt x="4512" y="1745"/>
                </a:lnTo>
                <a:lnTo>
                  <a:pt x="4511" y="1746"/>
                </a:lnTo>
                <a:lnTo>
                  <a:pt x="4510" y="1746"/>
                </a:lnTo>
                <a:lnTo>
                  <a:pt x="4510" y="1747"/>
                </a:lnTo>
                <a:lnTo>
                  <a:pt x="4509" y="1747"/>
                </a:lnTo>
                <a:lnTo>
                  <a:pt x="4509" y="1748"/>
                </a:lnTo>
                <a:lnTo>
                  <a:pt x="4508" y="1748"/>
                </a:lnTo>
                <a:lnTo>
                  <a:pt x="4508" y="1749"/>
                </a:lnTo>
                <a:lnTo>
                  <a:pt x="4507" y="1749"/>
                </a:lnTo>
                <a:lnTo>
                  <a:pt x="4506" y="1749"/>
                </a:lnTo>
                <a:lnTo>
                  <a:pt x="4506" y="1750"/>
                </a:lnTo>
                <a:lnTo>
                  <a:pt x="4505" y="1750"/>
                </a:lnTo>
                <a:lnTo>
                  <a:pt x="4504" y="1751"/>
                </a:lnTo>
                <a:lnTo>
                  <a:pt x="4503" y="1751"/>
                </a:lnTo>
                <a:lnTo>
                  <a:pt x="4503" y="1752"/>
                </a:lnTo>
                <a:lnTo>
                  <a:pt x="4502" y="1752"/>
                </a:lnTo>
                <a:lnTo>
                  <a:pt x="4500" y="1753"/>
                </a:lnTo>
                <a:lnTo>
                  <a:pt x="4500" y="1754"/>
                </a:lnTo>
                <a:lnTo>
                  <a:pt x="4497" y="1755"/>
                </a:lnTo>
                <a:lnTo>
                  <a:pt x="4495" y="1756"/>
                </a:lnTo>
                <a:lnTo>
                  <a:pt x="4493" y="1757"/>
                </a:lnTo>
                <a:lnTo>
                  <a:pt x="4492" y="1757"/>
                </a:lnTo>
                <a:lnTo>
                  <a:pt x="4492" y="1758"/>
                </a:lnTo>
                <a:lnTo>
                  <a:pt x="4492" y="1759"/>
                </a:lnTo>
                <a:lnTo>
                  <a:pt x="4491" y="1759"/>
                </a:lnTo>
                <a:lnTo>
                  <a:pt x="4491" y="1758"/>
                </a:lnTo>
                <a:lnTo>
                  <a:pt x="4490" y="1759"/>
                </a:lnTo>
                <a:lnTo>
                  <a:pt x="4489" y="1759"/>
                </a:lnTo>
                <a:lnTo>
                  <a:pt x="4487" y="1760"/>
                </a:lnTo>
                <a:lnTo>
                  <a:pt x="4486" y="1761"/>
                </a:lnTo>
                <a:lnTo>
                  <a:pt x="4485" y="1762"/>
                </a:lnTo>
                <a:lnTo>
                  <a:pt x="4484" y="1762"/>
                </a:lnTo>
                <a:lnTo>
                  <a:pt x="4483" y="1763"/>
                </a:lnTo>
                <a:lnTo>
                  <a:pt x="4482" y="1765"/>
                </a:lnTo>
                <a:lnTo>
                  <a:pt x="4481" y="1767"/>
                </a:lnTo>
                <a:lnTo>
                  <a:pt x="4482" y="1768"/>
                </a:lnTo>
                <a:lnTo>
                  <a:pt x="4482" y="1769"/>
                </a:lnTo>
                <a:lnTo>
                  <a:pt x="4481" y="1770"/>
                </a:lnTo>
                <a:lnTo>
                  <a:pt x="4480" y="1770"/>
                </a:lnTo>
                <a:lnTo>
                  <a:pt x="4479" y="1770"/>
                </a:lnTo>
                <a:lnTo>
                  <a:pt x="4479" y="1771"/>
                </a:lnTo>
                <a:lnTo>
                  <a:pt x="4478" y="1771"/>
                </a:lnTo>
                <a:lnTo>
                  <a:pt x="4477" y="1772"/>
                </a:lnTo>
                <a:lnTo>
                  <a:pt x="4476" y="1772"/>
                </a:lnTo>
                <a:lnTo>
                  <a:pt x="4475" y="1773"/>
                </a:lnTo>
                <a:lnTo>
                  <a:pt x="4474" y="1773"/>
                </a:lnTo>
                <a:lnTo>
                  <a:pt x="4473" y="1773"/>
                </a:lnTo>
                <a:lnTo>
                  <a:pt x="4472" y="1774"/>
                </a:lnTo>
                <a:lnTo>
                  <a:pt x="4472" y="1775"/>
                </a:lnTo>
                <a:lnTo>
                  <a:pt x="4471" y="1776"/>
                </a:lnTo>
                <a:lnTo>
                  <a:pt x="4471" y="1777"/>
                </a:lnTo>
                <a:lnTo>
                  <a:pt x="4470" y="1777"/>
                </a:lnTo>
                <a:lnTo>
                  <a:pt x="4470" y="1778"/>
                </a:lnTo>
                <a:lnTo>
                  <a:pt x="4469" y="1778"/>
                </a:lnTo>
                <a:lnTo>
                  <a:pt x="4468" y="1778"/>
                </a:lnTo>
                <a:lnTo>
                  <a:pt x="4467" y="1778"/>
                </a:lnTo>
                <a:lnTo>
                  <a:pt x="4466" y="1779"/>
                </a:lnTo>
                <a:lnTo>
                  <a:pt x="4464" y="1780"/>
                </a:lnTo>
                <a:lnTo>
                  <a:pt x="4464" y="1781"/>
                </a:lnTo>
                <a:lnTo>
                  <a:pt x="4463" y="1781"/>
                </a:lnTo>
                <a:lnTo>
                  <a:pt x="4462" y="1781"/>
                </a:lnTo>
                <a:lnTo>
                  <a:pt x="4462" y="1782"/>
                </a:lnTo>
                <a:lnTo>
                  <a:pt x="4461" y="1782"/>
                </a:lnTo>
                <a:lnTo>
                  <a:pt x="4461" y="1781"/>
                </a:lnTo>
                <a:lnTo>
                  <a:pt x="4460" y="1781"/>
                </a:lnTo>
                <a:lnTo>
                  <a:pt x="4460" y="1782"/>
                </a:lnTo>
                <a:lnTo>
                  <a:pt x="4459" y="1782"/>
                </a:lnTo>
                <a:lnTo>
                  <a:pt x="4458" y="1783"/>
                </a:lnTo>
                <a:lnTo>
                  <a:pt x="4457" y="1783"/>
                </a:lnTo>
                <a:lnTo>
                  <a:pt x="4456" y="1784"/>
                </a:lnTo>
                <a:lnTo>
                  <a:pt x="4456" y="1785"/>
                </a:lnTo>
                <a:lnTo>
                  <a:pt x="4455" y="1786"/>
                </a:lnTo>
                <a:lnTo>
                  <a:pt x="4454" y="1786"/>
                </a:lnTo>
                <a:lnTo>
                  <a:pt x="4454" y="1785"/>
                </a:lnTo>
                <a:lnTo>
                  <a:pt x="4453" y="1786"/>
                </a:lnTo>
                <a:lnTo>
                  <a:pt x="4452" y="1786"/>
                </a:lnTo>
                <a:lnTo>
                  <a:pt x="4453" y="1787"/>
                </a:lnTo>
                <a:lnTo>
                  <a:pt x="4452" y="1787"/>
                </a:lnTo>
                <a:lnTo>
                  <a:pt x="4452" y="1786"/>
                </a:lnTo>
                <a:lnTo>
                  <a:pt x="4451" y="1786"/>
                </a:lnTo>
                <a:lnTo>
                  <a:pt x="4451" y="1787"/>
                </a:lnTo>
                <a:lnTo>
                  <a:pt x="4450" y="1787"/>
                </a:lnTo>
                <a:lnTo>
                  <a:pt x="4449" y="1789"/>
                </a:lnTo>
                <a:lnTo>
                  <a:pt x="4448" y="1789"/>
                </a:lnTo>
                <a:lnTo>
                  <a:pt x="4448" y="1790"/>
                </a:lnTo>
                <a:lnTo>
                  <a:pt x="4447" y="1793"/>
                </a:lnTo>
                <a:lnTo>
                  <a:pt x="4447" y="1795"/>
                </a:lnTo>
                <a:lnTo>
                  <a:pt x="4447" y="1796"/>
                </a:lnTo>
                <a:lnTo>
                  <a:pt x="4447" y="1797"/>
                </a:lnTo>
                <a:lnTo>
                  <a:pt x="4448" y="1796"/>
                </a:lnTo>
                <a:lnTo>
                  <a:pt x="4448" y="1797"/>
                </a:lnTo>
                <a:lnTo>
                  <a:pt x="4449" y="1797"/>
                </a:lnTo>
                <a:lnTo>
                  <a:pt x="4449" y="1798"/>
                </a:lnTo>
                <a:lnTo>
                  <a:pt x="4449" y="1799"/>
                </a:lnTo>
                <a:lnTo>
                  <a:pt x="4449" y="1800"/>
                </a:lnTo>
                <a:lnTo>
                  <a:pt x="4449" y="1799"/>
                </a:lnTo>
                <a:lnTo>
                  <a:pt x="4448" y="1799"/>
                </a:lnTo>
                <a:lnTo>
                  <a:pt x="4447" y="1799"/>
                </a:lnTo>
                <a:lnTo>
                  <a:pt x="4446" y="1799"/>
                </a:lnTo>
                <a:lnTo>
                  <a:pt x="4445" y="1800"/>
                </a:lnTo>
                <a:lnTo>
                  <a:pt x="4444" y="1800"/>
                </a:lnTo>
                <a:lnTo>
                  <a:pt x="4442" y="1801"/>
                </a:lnTo>
                <a:lnTo>
                  <a:pt x="4441" y="1802"/>
                </a:lnTo>
                <a:lnTo>
                  <a:pt x="4440" y="1802"/>
                </a:lnTo>
                <a:lnTo>
                  <a:pt x="4440" y="1803"/>
                </a:lnTo>
                <a:lnTo>
                  <a:pt x="4439" y="1803"/>
                </a:lnTo>
                <a:lnTo>
                  <a:pt x="4439" y="1804"/>
                </a:lnTo>
                <a:lnTo>
                  <a:pt x="4439" y="1805"/>
                </a:lnTo>
                <a:lnTo>
                  <a:pt x="4438" y="1806"/>
                </a:lnTo>
                <a:lnTo>
                  <a:pt x="4437" y="1808"/>
                </a:lnTo>
                <a:lnTo>
                  <a:pt x="4434" y="1810"/>
                </a:lnTo>
                <a:lnTo>
                  <a:pt x="4434" y="1811"/>
                </a:lnTo>
                <a:lnTo>
                  <a:pt x="4434" y="1812"/>
                </a:lnTo>
                <a:lnTo>
                  <a:pt x="4433" y="1813"/>
                </a:lnTo>
                <a:lnTo>
                  <a:pt x="4433" y="1814"/>
                </a:lnTo>
                <a:lnTo>
                  <a:pt x="4433" y="1816"/>
                </a:lnTo>
                <a:lnTo>
                  <a:pt x="4432" y="1818"/>
                </a:lnTo>
                <a:lnTo>
                  <a:pt x="4432" y="1820"/>
                </a:lnTo>
                <a:lnTo>
                  <a:pt x="4432" y="1821"/>
                </a:lnTo>
                <a:lnTo>
                  <a:pt x="4432" y="1822"/>
                </a:lnTo>
                <a:lnTo>
                  <a:pt x="4431" y="1823"/>
                </a:lnTo>
                <a:lnTo>
                  <a:pt x="4431" y="1825"/>
                </a:lnTo>
                <a:lnTo>
                  <a:pt x="4431" y="1826"/>
                </a:lnTo>
                <a:lnTo>
                  <a:pt x="4431" y="1827"/>
                </a:lnTo>
                <a:lnTo>
                  <a:pt x="4431" y="1830"/>
                </a:lnTo>
                <a:lnTo>
                  <a:pt x="4430" y="1830"/>
                </a:lnTo>
                <a:lnTo>
                  <a:pt x="4430" y="1831"/>
                </a:lnTo>
                <a:lnTo>
                  <a:pt x="4430" y="1833"/>
                </a:lnTo>
                <a:lnTo>
                  <a:pt x="4430" y="1834"/>
                </a:lnTo>
                <a:lnTo>
                  <a:pt x="4430" y="1835"/>
                </a:lnTo>
                <a:lnTo>
                  <a:pt x="4429" y="1836"/>
                </a:lnTo>
                <a:lnTo>
                  <a:pt x="4429" y="1837"/>
                </a:lnTo>
                <a:lnTo>
                  <a:pt x="4429" y="1838"/>
                </a:lnTo>
                <a:lnTo>
                  <a:pt x="4428" y="1840"/>
                </a:lnTo>
                <a:lnTo>
                  <a:pt x="4428" y="1842"/>
                </a:lnTo>
                <a:lnTo>
                  <a:pt x="4429" y="1843"/>
                </a:lnTo>
                <a:lnTo>
                  <a:pt x="4429" y="1844"/>
                </a:lnTo>
                <a:lnTo>
                  <a:pt x="4429" y="1845"/>
                </a:lnTo>
                <a:lnTo>
                  <a:pt x="4430" y="1845"/>
                </a:lnTo>
                <a:lnTo>
                  <a:pt x="4430" y="1844"/>
                </a:lnTo>
                <a:lnTo>
                  <a:pt x="4430" y="1845"/>
                </a:lnTo>
                <a:lnTo>
                  <a:pt x="4431" y="1845"/>
                </a:lnTo>
                <a:lnTo>
                  <a:pt x="4431" y="1846"/>
                </a:lnTo>
                <a:lnTo>
                  <a:pt x="4432" y="1846"/>
                </a:lnTo>
                <a:lnTo>
                  <a:pt x="4433" y="1848"/>
                </a:lnTo>
                <a:lnTo>
                  <a:pt x="4434" y="1849"/>
                </a:lnTo>
                <a:lnTo>
                  <a:pt x="4434" y="1850"/>
                </a:lnTo>
                <a:lnTo>
                  <a:pt x="4434" y="1851"/>
                </a:lnTo>
                <a:lnTo>
                  <a:pt x="4434" y="1852"/>
                </a:lnTo>
                <a:lnTo>
                  <a:pt x="4433" y="1852"/>
                </a:lnTo>
                <a:lnTo>
                  <a:pt x="4433" y="1853"/>
                </a:lnTo>
                <a:lnTo>
                  <a:pt x="4434" y="1853"/>
                </a:lnTo>
                <a:lnTo>
                  <a:pt x="4434" y="1852"/>
                </a:lnTo>
                <a:lnTo>
                  <a:pt x="4435" y="1852"/>
                </a:lnTo>
                <a:lnTo>
                  <a:pt x="4435" y="1853"/>
                </a:lnTo>
                <a:lnTo>
                  <a:pt x="4434" y="1854"/>
                </a:lnTo>
                <a:lnTo>
                  <a:pt x="4434" y="1855"/>
                </a:lnTo>
                <a:lnTo>
                  <a:pt x="4434" y="1854"/>
                </a:lnTo>
                <a:lnTo>
                  <a:pt x="4433" y="1854"/>
                </a:lnTo>
                <a:lnTo>
                  <a:pt x="4433" y="1855"/>
                </a:lnTo>
                <a:lnTo>
                  <a:pt x="4433" y="1856"/>
                </a:lnTo>
                <a:lnTo>
                  <a:pt x="4434" y="1856"/>
                </a:lnTo>
                <a:lnTo>
                  <a:pt x="4433" y="1857"/>
                </a:lnTo>
                <a:lnTo>
                  <a:pt x="4433" y="1858"/>
                </a:lnTo>
                <a:lnTo>
                  <a:pt x="4432" y="1858"/>
                </a:lnTo>
                <a:lnTo>
                  <a:pt x="4431" y="1859"/>
                </a:lnTo>
                <a:lnTo>
                  <a:pt x="4432" y="1859"/>
                </a:lnTo>
                <a:lnTo>
                  <a:pt x="4432" y="1860"/>
                </a:lnTo>
                <a:lnTo>
                  <a:pt x="4431" y="1861"/>
                </a:lnTo>
                <a:lnTo>
                  <a:pt x="4431" y="1862"/>
                </a:lnTo>
                <a:lnTo>
                  <a:pt x="4429" y="1862"/>
                </a:lnTo>
                <a:lnTo>
                  <a:pt x="4428" y="1862"/>
                </a:lnTo>
                <a:lnTo>
                  <a:pt x="4428" y="1863"/>
                </a:lnTo>
                <a:lnTo>
                  <a:pt x="4427" y="1863"/>
                </a:lnTo>
                <a:lnTo>
                  <a:pt x="4426" y="1863"/>
                </a:lnTo>
                <a:lnTo>
                  <a:pt x="4426" y="1862"/>
                </a:lnTo>
                <a:lnTo>
                  <a:pt x="4425" y="1862"/>
                </a:lnTo>
                <a:lnTo>
                  <a:pt x="4424" y="1862"/>
                </a:lnTo>
                <a:lnTo>
                  <a:pt x="4424" y="1863"/>
                </a:lnTo>
                <a:lnTo>
                  <a:pt x="4423" y="1864"/>
                </a:lnTo>
                <a:lnTo>
                  <a:pt x="4424" y="1865"/>
                </a:lnTo>
                <a:lnTo>
                  <a:pt x="4423" y="1865"/>
                </a:lnTo>
                <a:lnTo>
                  <a:pt x="4423" y="1866"/>
                </a:lnTo>
                <a:lnTo>
                  <a:pt x="4422" y="1867"/>
                </a:lnTo>
                <a:lnTo>
                  <a:pt x="4421" y="1869"/>
                </a:lnTo>
                <a:lnTo>
                  <a:pt x="4421" y="1870"/>
                </a:lnTo>
                <a:lnTo>
                  <a:pt x="4420" y="1871"/>
                </a:lnTo>
                <a:lnTo>
                  <a:pt x="4420" y="1872"/>
                </a:lnTo>
                <a:lnTo>
                  <a:pt x="4420" y="1873"/>
                </a:lnTo>
                <a:lnTo>
                  <a:pt x="4419" y="1873"/>
                </a:lnTo>
                <a:lnTo>
                  <a:pt x="4418" y="1874"/>
                </a:lnTo>
                <a:lnTo>
                  <a:pt x="4418" y="1875"/>
                </a:lnTo>
                <a:lnTo>
                  <a:pt x="4418" y="1876"/>
                </a:lnTo>
                <a:lnTo>
                  <a:pt x="4417" y="1877"/>
                </a:lnTo>
                <a:lnTo>
                  <a:pt x="4416" y="1878"/>
                </a:lnTo>
                <a:lnTo>
                  <a:pt x="4417" y="1878"/>
                </a:lnTo>
                <a:lnTo>
                  <a:pt x="4418" y="1879"/>
                </a:lnTo>
                <a:lnTo>
                  <a:pt x="4418" y="1880"/>
                </a:lnTo>
                <a:lnTo>
                  <a:pt x="4417" y="1881"/>
                </a:lnTo>
                <a:lnTo>
                  <a:pt x="4416" y="1882"/>
                </a:lnTo>
                <a:lnTo>
                  <a:pt x="4412" y="1886"/>
                </a:lnTo>
                <a:lnTo>
                  <a:pt x="4413" y="1887"/>
                </a:lnTo>
                <a:lnTo>
                  <a:pt x="4413" y="1888"/>
                </a:lnTo>
                <a:lnTo>
                  <a:pt x="4412" y="1888"/>
                </a:lnTo>
                <a:lnTo>
                  <a:pt x="4409" y="1889"/>
                </a:lnTo>
                <a:lnTo>
                  <a:pt x="4409" y="1890"/>
                </a:lnTo>
                <a:lnTo>
                  <a:pt x="4408" y="1888"/>
                </a:lnTo>
                <a:lnTo>
                  <a:pt x="4408" y="1889"/>
                </a:lnTo>
                <a:lnTo>
                  <a:pt x="4408" y="1890"/>
                </a:lnTo>
                <a:lnTo>
                  <a:pt x="4407" y="1890"/>
                </a:lnTo>
                <a:lnTo>
                  <a:pt x="4406" y="1892"/>
                </a:lnTo>
                <a:lnTo>
                  <a:pt x="4405" y="1894"/>
                </a:lnTo>
                <a:lnTo>
                  <a:pt x="4404" y="1895"/>
                </a:lnTo>
                <a:lnTo>
                  <a:pt x="4404" y="1896"/>
                </a:lnTo>
                <a:lnTo>
                  <a:pt x="4403" y="1896"/>
                </a:lnTo>
                <a:lnTo>
                  <a:pt x="4403" y="1897"/>
                </a:lnTo>
                <a:lnTo>
                  <a:pt x="4402" y="1897"/>
                </a:lnTo>
                <a:lnTo>
                  <a:pt x="4400" y="1898"/>
                </a:lnTo>
                <a:lnTo>
                  <a:pt x="4399" y="1897"/>
                </a:lnTo>
                <a:lnTo>
                  <a:pt x="4400" y="1896"/>
                </a:lnTo>
                <a:lnTo>
                  <a:pt x="4400" y="1895"/>
                </a:lnTo>
                <a:lnTo>
                  <a:pt x="4402" y="1893"/>
                </a:lnTo>
                <a:lnTo>
                  <a:pt x="4403" y="1892"/>
                </a:lnTo>
                <a:lnTo>
                  <a:pt x="4404" y="1891"/>
                </a:lnTo>
                <a:lnTo>
                  <a:pt x="4405" y="1890"/>
                </a:lnTo>
                <a:lnTo>
                  <a:pt x="4406" y="1889"/>
                </a:lnTo>
                <a:lnTo>
                  <a:pt x="4407" y="1889"/>
                </a:lnTo>
                <a:lnTo>
                  <a:pt x="4407" y="1888"/>
                </a:lnTo>
                <a:lnTo>
                  <a:pt x="4408" y="1888"/>
                </a:lnTo>
                <a:lnTo>
                  <a:pt x="4408" y="1887"/>
                </a:lnTo>
                <a:lnTo>
                  <a:pt x="4406" y="1888"/>
                </a:lnTo>
                <a:lnTo>
                  <a:pt x="4406" y="1889"/>
                </a:lnTo>
                <a:lnTo>
                  <a:pt x="4405" y="1889"/>
                </a:lnTo>
                <a:lnTo>
                  <a:pt x="4404" y="1889"/>
                </a:lnTo>
                <a:lnTo>
                  <a:pt x="4403" y="1890"/>
                </a:lnTo>
                <a:lnTo>
                  <a:pt x="4403" y="1889"/>
                </a:lnTo>
                <a:lnTo>
                  <a:pt x="4403" y="1890"/>
                </a:lnTo>
                <a:lnTo>
                  <a:pt x="4401" y="1890"/>
                </a:lnTo>
                <a:lnTo>
                  <a:pt x="4401" y="1891"/>
                </a:lnTo>
                <a:lnTo>
                  <a:pt x="4401" y="1892"/>
                </a:lnTo>
                <a:lnTo>
                  <a:pt x="4400" y="1891"/>
                </a:lnTo>
                <a:lnTo>
                  <a:pt x="4400" y="1892"/>
                </a:lnTo>
                <a:lnTo>
                  <a:pt x="4399" y="1893"/>
                </a:lnTo>
                <a:lnTo>
                  <a:pt x="4398" y="1893"/>
                </a:lnTo>
                <a:lnTo>
                  <a:pt x="4398" y="1894"/>
                </a:lnTo>
                <a:lnTo>
                  <a:pt x="4397" y="1893"/>
                </a:lnTo>
                <a:lnTo>
                  <a:pt x="4397" y="1892"/>
                </a:lnTo>
                <a:lnTo>
                  <a:pt x="4396" y="1892"/>
                </a:lnTo>
                <a:lnTo>
                  <a:pt x="4396" y="1891"/>
                </a:lnTo>
                <a:lnTo>
                  <a:pt x="4397" y="1891"/>
                </a:lnTo>
                <a:lnTo>
                  <a:pt x="4397" y="1890"/>
                </a:lnTo>
                <a:lnTo>
                  <a:pt x="4396" y="1890"/>
                </a:lnTo>
                <a:lnTo>
                  <a:pt x="4396" y="1889"/>
                </a:lnTo>
                <a:lnTo>
                  <a:pt x="4396" y="1888"/>
                </a:lnTo>
                <a:lnTo>
                  <a:pt x="4395" y="1888"/>
                </a:lnTo>
                <a:lnTo>
                  <a:pt x="4395" y="1887"/>
                </a:lnTo>
                <a:lnTo>
                  <a:pt x="4395" y="1886"/>
                </a:lnTo>
                <a:lnTo>
                  <a:pt x="4395" y="1887"/>
                </a:lnTo>
                <a:lnTo>
                  <a:pt x="4396" y="1889"/>
                </a:lnTo>
                <a:lnTo>
                  <a:pt x="4396" y="1890"/>
                </a:lnTo>
                <a:lnTo>
                  <a:pt x="4397" y="1890"/>
                </a:lnTo>
                <a:lnTo>
                  <a:pt x="4396" y="1891"/>
                </a:lnTo>
                <a:lnTo>
                  <a:pt x="4396" y="1890"/>
                </a:lnTo>
                <a:lnTo>
                  <a:pt x="4396" y="1891"/>
                </a:lnTo>
                <a:lnTo>
                  <a:pt x="4396" y="1892"/>
                </a:lnTo>
                <a:lnTo>
                  <a:pt x="4395" y="1892"/>
                </a:lnTo>
                <a:lnTo>
                  <a:pt x="4395" y="1893"/>
                </a:lnTo>
                <a:lnTo>
                  <a:pt x="4394" y="1894"/>
                </a:lnTo>
                <a:lnTo>
                  <a:pt x="4393" y="1894"/>
                </a:lnTo>
                <a:lnTo>
                  <a:pt x="4393" y="1895"/>
                </a:lnTo>
                <a:lnTo>
                  <a:pt x="4392" y="1896"/>
                </a:lnTo>
                <a:lnTo>
                  <a:pt x="4391" y="1897"/>
                </a:lnTo>
                <a:lnTo>
                  <a:pt x="4390" y="1897"/>
                </a:lnTo>
                <a:lnTo>
                  <a:pt x="4388" y="1897"/>
                </a:lnTo>
                <a:lnTo>
                  <a:pt x="4387" y="1898"/>
                </a:lnTo>
                <a:lnTo>
                  <a:pt x="4386" y="1897"/>
                </a:lnTo>
                <a:lnTo>
                  <a:pt x="4385" y="1897"/>
                </a:lnTo>
                <a:lnTo>
                  <a:pt x="4384" y="1898"/>
                </a:lnTo>
                <a:lnTo>
                  <a:pt x="4383" y="1898"/>
                </a:lnTo>
                <a:lnTo>
                  <a:pt x="4382" y="1897"/>
                </a:lnTo>
                <a:lnTo>
                  <a:pt x="4381" y="1898"/>
                </a:lnTo>
                <a:lnTo>
                  <a:pt x="4380" y="1897"/>
                </a:lnTo>
                <a:lnTo>
                  <a:pt x="4380" y="1898"/>
                </a:lnTo>
                <a:lnTo>
                  <a:pt x="4379" y="1897"/>
                </a:lnTo>
                <a:lnTo>
                  <a:pt x="4379" y="1896"/>
                </a:lnTo>
                <a:lnTo>
                  <a:pt x="4378" y="1896"/>
                </a:lnTo>
                <a:lnTo>
                  <a:pt x="4378" y="1897"/>
                </a:lnTo>
                <a:lnTo>
                  <a:pt x="4376" y="1896"/>
                </a:lnTo>
                <a:lnTo>
                  <a:pt x="4375" y="1896"/>
                </a:lnTo>
                <a:lnTo>
                  <a:pt x="4374" y="1896"/>
                </a:lnTo>
                <a:lnTo>
                  <a:pt x="4373" y="1896"/>
                </a:lnTo>
                <a:lnTo>
                  <a:pt x="4373" y="1897"/>
                </a:lnTo>
                <a:lnTo>
                  <a:pt x="4373" y="1896"/>
                </a:lnTo>
                <a:lnTo>
                  <a:pt x="4374" y="1897"/>
                </a:lnTo>
                <a:lnTo>
                  <a:pt x="4373" y="1897"/>
                </a:lnTo>
                <a:lnTo>
                  <a:pt x="4372" y="1897"/>
                </a:lnTo>
                <a:lnTo>
                  <a:pt x="4372" y="1898"/>
                </a:lnTo>
                <a:lnTo>
                  <a:pt x="4371" y="1898"/>
                </a:lnTo>
                <a:lnTo>
                  <a:pt x="4370" y="1898"/>
                </a:lnTo>
                <a:lnTo>
                  <a:pt x="4369" y="1899"/>
                </a:lnTo>
                <a:lnTo>
                  <a:pt x="4368" y="1899"/>
                </a:lnTo>
                <a:lnTo>
                  <a:pt x="4367" y="1899"/>
                </a:lnTo>
                <a:lnTo>
                  <a:pt x="4366" y="1898"/>
                </a:lnTo>
                <a:lnTo>
                  <a:pt x="4365" y="1899"/>
                </a:lnTo>
                <a:lnTo>
                  <a:pt x="4365" y="1898"/>
                </a:lnTo>
                <a:lnTo>
                  <a:pt x="4365" y="1899"/>
                </a:lnTo>
                <a:lnTo>
                  <a:pt x="4366" y="1900"/>
                </a:lnTo>
                <a:lnTo>
                  <a:pt x="4367" y="1901"/>
                </a:lnTo>
                <a:lnTo>
                  <a:pt x="4370" y="1903"/>
                </a:lnTo>
                <a:lnTo>
                  <a:pt x="4369" y="1904"/>
                </a:lnTo>
                <a:lnTo>
                  <a:pt x="4368" y="1904"/>
                </a:lnTo>
                <a:lnTo>
                  <a:pt x="4366" y="1903"/>
                </a:lnTo>
                <a:lnTo>
                  <a:pt x="4365" y="1904"/>
                </a:lnTo>
                <a:lnTo>
                  <a:pt x="4367" y="1905"/>
                </a:lnTo>
                <a:lnTo>
                  <a:pt x="4367" y="1906"/>
                </a:lnTo>
                <a:lnTo>
                  <a:pt x="4366" y="1906"/>
                </a:lnTo>
                <a:lnTo>
                  <a:pt x="4363" y="1905"/>
                </a:lnTo>
                <a:lnTo>
                  <a:pt x="4362" y="1906"/>
                </a:lnTo>
                <a:lnTo>
                  <a:pt x="4364" y="1907"/>
                </a:lnTo>
                <a:lnTo>
                  <a:pt x="4363" y="1909"/>
                </a:lnTo>
                <a:lnTo>
                  <a:pt x="4363" y="1908"/>
                </a:lnTo>
                <a:lnTo>
                  <a:pt x="4362" y="1908"/>
                </a:lnTo>
                <a:lnTo>
                  <a:pt x="4361" y="1908"/>
                </a:lnTo>
                <a:lnTo>
                  <a:pt x="4361" y="1907"/>
                </a:lnTo>
                <a:lnTo>
                  <a:pt x="4360" y="1907"/>
                </a:lnTo>
                <a:lnTo>
                  <a:pt x="4360" y="1908"/>
                </a:lnTo>
                <a:lnTo>
                  <a:pt x="4361" y="1909"/>
                </a:lnTo>
                <a:lnTo>
                  <a:pt x="4360" y="1910"/>
                </a:lnTo>
                <a:lnTo>
                  <a:pt x="4361" y="1910"/>
                </a:lnTo>
                <a:lnTo>
                  <a:pt x="4361" y="1911"/>
                </a:lnTo>
                <a:lnTo>
                  <a:pt x="4361" y="1912"/>
                </a:lnTo>
                <a:lnTo>
                  <a:pt x="4362" y="1912"/>
                </a:lnTo>
                <a:lnTo>
                  <a:pt x="4363" y="1912"/>
                </a:lnTo>
                <a:lnTo>
                  <a:pt x="4366" y="1913"/>
                </a:lnTo>
                <a:lnTo>
                  <a:pt x="4367" y="1914"/>
                </a:lnTo>
                <a:lnTo>
                  <a:pt x="4368" y="1915"/>
                </a:lnTo>
                <a:lnTo>
                  <a:pt x="4369" y="1917"/>
                </a:lnTo>
                <a:lnTo>
                  <a:pt x="4370" y="1917"/>
                </a:lnTo>
                <a:lnTo>
                  <a:pt x="4370" y="1918"/>
                </a:lnTo>
                <a:lnTo>
                  <a:pt x="4371" y="1919"/>
                </a:lnTo>
                <a:lnTo>
                  <a:pt x="4372" y="1917"/>
                </a:lnTo>
                <a:lnTo>
                  <a:pt x="4372" y="1916"/>
                </a:lnTo>
                <a:lnTo>
                  <a:pt x="4374" y="1913"/>
                </a:lnTo>
                <a:lnTo>
                  <a:pt x="4375" y="1912"/>
                </a:lnTo>
                <a:lnTo>
                  <a:pt x="4376" y="1911"/>
                </a:lnTo>
                <a:lnTo>
                  <a:pt x="4376" y="1910"/>
                </a:lnTo>
                <a:lnTo>
                  <a:pt x="4375" y="1910"/>
                </a:lnTo>
                <a:lnTo>
                  <a:pt x="4375" y="1909"/>
                </a:lnTo>
                <a:lnTo>
                  <a:pt x="4374" y="1908"/>
                </a:lnTo>
                <a:lnTo>
                  <a:pt x="4376" y="1907"/>
                </a:lnTo>
                <a:lnTo>
                  <a:pt x="4378" y="1909"/>
                </a:lnTo>
                <a:lnTo>
                  <a:pt x="4378" y="1910"/>
                </a:lnTo>
                <a:lnTo>
                  <a:pt x="4378" y="1911"/>
                </a:lnTo>
                <a:lnTo>
                  <a:pt x="4376" y="1914"/>
                </a:lnTo>
                <a:lnTo>
                  <a:pt x="4375" y="1917"/>
                </a:lnTo>
                <a:lnTo>
                  <a:pt x="4374" y="1921"/>
                </a:lnTo>
                <a:lnTo>
                  <a:pt x="4373" y="1922"/>
                </a:lnTo>
                <a:lnTo>
                  <a:pt x="4372" y="1924"/>
                </a:lnTo>
                <a:lnTo>
                  <a:pt x="4370" y="1925"/>
                </a:lnTo>
                <a:lnTo>
                  <a:pt x="4367" y="1929"/>
                </a:lnTo>
                <a:lnTo>
                  <a:pt x="4366" y="1929"/>
                </a:lnTo>
                <a:lnTo>
                  <a:pt x="4364" y="1927"/>
                </a:lnTo>
                <a:lnTo>
                  <a:pt x="4364" y="1926"/>
                </a:lnTo>
                <a:lnTo>
                  <a:pt x="4364" y="1925"/>
                </a:lnTo>
                <a:lnTo>
                  <a:pt x="4363" y="1925"/>
                </a:lnTo>
                <a:lnTo>
                  <a:pt x="4363" y="1924"/>
                </a:lnTo>
                <a:lnTo>
                  <a:pt x="4362" y="1923"/>
                </a:lnTo>
                <a:lnTo>
                  <a:pt x="4362" y="1922"/>
                </a:lnTo>
                <a:lnTo>
                  <a:pt x="4361" y="1921"/>
                </a:lnTo>
                <a:lnTo>
                  <a:pt x="4361" y="1920"/>
                </a:lnTo>
                <a:lnTo>
                  <a:pt x="4361" y="1919"/>
                </a:lnTo>
                <a:lnTo>
                  <a:pt x="4361" y="1917"/>
                </a:lnTo>
                <a:lnTo>
                  <a:pt x="4360" y="1916"/>
                </a:lnTo>
                <a:lnTo>
                  <a:pt x="4360" y="1917"/>
                </a:lnTo>
                <a:lnTo>
                  <a:pt x="4359" y="1917"/>
                </a:lnTo>
                <a:lnTo>
                  <a:pt x="4360" y="1918"/>
                </a:lnTo>
                <a:lnTo>
                  <a:pt x="4360" y="1919"/>
                </a:lnTo>
                <a:lnTo>
                  <a:pt x="4360" y="1920"/>
                </a:lnTo>
                <a:lnTo>
                  <a:pt x="4360" y="1922"/>
                </a:lnTo>
                <a:lnTo>
                  <a:pt x="4360" y="1923"/>
                </a:lnTo>
                <a:lnTo>
                  <a:pt x="4361" y="1924"/>
                </a:lnTo>
                <a:lnTo>
                  <a:pt x="4361" y="1925"/>
                </a:lnTo>
                <a:lnTo>
                  <a:pt x="4361" y="1926"/>
                </a:lnTo>
                <a:lnTo>
                  <a:pt x="4360" y="1925"/>
                </a:lnTo>
                <a:lnTo>
                  <a:pt x="4359" y="1925"/>
                </a:lnTo>
                <a:lnTo>
                  <a:pt x="4358" y="1925"/>
                </a:lnTo>
                <a:lnTo>
                  <a:pt x="4357" y="1925"/>
                </a:lnTo>
                <a:lnTo>
                  <a:pt x="4356" y="1921"/>
                </a:lnTo>
                <a:lnTo>
                  <a:pt x="4356" y="1920"/>
                </a:lnTo>
                <a:lnTo>
                  <a:pt x="4356" y="1919"/>
                </a:lnTo>
                <a:lnTo>
                  <a:pt x="4356" y="1918"/>
                </a:lnTo>
                <a:lnTo>
                  <a:pt x="4357" y="1917"/>
                </a:lnTo>
                <a:lnTo>
                  <a:pt x="4357" y="1916"/>
                </a:lnTo>
                <a:lnTo>
                  <a:pt x="4358" y="1916"/>
                </a:lnTo>
                <a:lnTo>
                  <a:pt x="4359" y="1915"/>
                </a:lnTo>
                <a:lnTo>
                  <a:pt x="4359" y="1914"/>
                </a:lnTo>
                <a:lnTo>
                  <a:pt x="4360" y="1914"/>
                </a:lnTo>
                <a:lnTo>
                  <a:pt x="4361" y="1913"/>
                </a:lnTo>
                <a:lnTo>
                  <a:pt x="4361" y="1912"/>
                </a:lnTo>
                <a:lnTo>
                  <a:pt x="4360" y="1912"/>
                </a:lnTo>
                <a:lnTo>
                  <a:pt x="4359" y="1913"/>
                </a:lnTo>
                <a:lnTo>
                  <a:pt x="4357" y="1915"/>
                </a:lnTo>
                <a:lnTo>
                  <a:pt x="4356" y="1916"/>
                </a:lnTo>
                <a:lnTo>
                  <a:pt x="4356" y="1917"/>
                </a:lnTo>
                <a:lnTo>
                  <a:pt x="4355" y="1919"/>
                </a:lnTo>
                <a:lnTo>
                  <a:pt x="4355" y="1920"/>
                </a:lnTo>
                <a:lnTo>
                  <a:pt x="4355" y="1921"/>
                </a:lnTo>
                <a:lnTo>
                  <a:pt x="4355" y="1924"/>
                </a:lnTo>
                <a:lnTo>
                  <a:pt x="4353" y="1923"/>
                </a:lnTo>
                <a:lnTo>
                  <a:pt x="4352" y="1923"/>
                </a:lnTo>
                <a:lnTo>
                  <a:pt x="4352" y="1922"/>
                </a:lnTo>
                <a:lnTo>
                  <a:pt x="4352" y="1921"/>
                </a:lnTo>
                <a:lnTo>
                  <a:pt x="4352" y="1920"/>
                </a:lnTo>
                <a:lnTo>
                  <a:pt x="4352" y="1919"/>
                </a:lnTo>
                <a:lnTo>
                  <a:pt x="4351" y="1917"/>
                </a:lnTo>
                <a:lnTo>
                  <a:pt x="4351" y="1915"/>
                </a:lnTo>
                <a:lnTo>
                  <a:pt x="4350" y="1915"/>
                </a:lnTo>
                <a:lnTo>
                  <a:pt x="4350" y="1916"/>
                </a:lnTo>
                <a:lnTo>
                  <a:pt x="4350" y="1917"/>
                </a:lnTo>
                <a:lnTo>
                  <a:pt x="4349" y="1917"/>
                </a:lnTo>
                <a:lnTo>
                  <a:pt x="4349" y="1918"/>
                </a:lnTo>
                <a:lnTo>
                  <a:pt x="4348" y="1917"/>
                </a:lnTo>
                <a:lnTo>
                  <a:pt x="4347" y="1917"/>
                </a:lnTo>
                <a:lnTo>
                  <a:pt x="4346" y="1917"/>
                </a:lnTo>
                <a:lnTo>
                  <a:pt x="4345" y="1917"/>
                </a:lnTo>
                <a:lnTo>
                  <a:pt x="4345" y="1916"/>
                </a:lnTo>
                <a:lnTo>
                  <a:pt x="4344" y="1916"/>
                </a:lnTo>
                <a:lnTo>
                  <a:pt x="4343" y="1916"/>
                </a:lnTo>
                <a:lnTo>
                  <a:pt x="4342" y="1916"/>
                </a:lnTo>
                <a:lnTo>
                  <a:pt x="4341" y="1916"/>
                </a:lnTo>
                <a:lnTo>
                  <a:pt x="4341" y="1917"/>
                </a:lnTo>
                <a:lnTo>
                  <a:pt x="4340" y="1917"/>
                </a:lnTo>
                <a:lnTo>
                  <a:pt x="4338" y="1916"/>
                </a:lnTo>
                <a:lnTo>
                  <a:pt x="4337" y="1915"/>
                </a:lnTo>
                <a:lnTo>
                  <a:pt x="4335" y="1913"/>
                </a:lnTo>
                <a:lnTo>
                  <a:pt x="4333" y="1912"/>
                </a:lnTo>
                <a:lnTo>
                  <a:pt x="4332" y="1910"/>
                </a:lnTo>
                <a:lnTo>
                  <a:pt x="4332" y="1909"/>
                </a:lnTo>
                <a:lnTo>
                  <a:pt x="4331" y="1909"/>
                </a:lnTo>
                <a:lnTo>
                  <a:pt x="4331" y="1907"/>
                </a:lnTo>
                <a:lnTo>
                  <a:pt x="4330" y="1907"/>
                </a:lnTo>
                <a:lnTo>
                  <a:pt x="4330" y="1906"/>
                </a:lnTo>
                <a:lnTo>
                  <a:pt x="4329" y="1905"/>
                </a:lnTo>
                <a:lnTo>
                  <a:pt x="4329" y="1904"/>
                </a:lnTo>
                <a:lnTo>
                  <a:pt x="4328" y="1904"/>
                </a:lnTo>
                <a:lnTo>
                  <a:pt x="4328" y="1903"/>
                </a:lnTo>
                <a:lnTo>
                  <a:pt x="4327" y="1903"/>
                </a:lnTo>
                <a:lnTo>
                  <a:pt x="4326" y="1902"/>
                </a:lnTo>
                <a:lnTo>
                  <a:pt x="4327" y="1901"/>
                </a:lnTo>
                <a:lnTo>
                  <a:pt x="4326" y="1901"/>
                </a:lnTo>
                <a:lnTo>
                  <a:pt x="4325" y="1901"/>
                </a:lnTo>
                <a:lnTo>
                  <a:pt x="4325" y="1900"/>
                </a:lnTo>
                <a:lnTo>
                  <a:pt x="4325" y="1899"/>
                </a:lnTo>
                <a:lnTo>
                  <a:pt x="4324" y="1899"/>
                </a:lnTo>
                <a:lnTo>
                  <a:pt x="4323" y="1899"/>
                </a:lnTo>
                <a:lnTo>
                  <a:pt x="4322" y="1898"/>
                </a:lnTo>
                <a:lnTo>
                  <a:pt x="4321" y="1898"/>
                </a:lnTo>
                <a:lnTo>
                  <a:pt x="4322" y="1898"/>
                </a:lnTo>
                <a:lnTo>
                  <a:pt x="4322" y="1897"/>
                </a:lnTo>
                <a:lnTo>
                  <a:pt x="4321" y="1897"/>
                </a:lnTo>
                <a:lnTo>
                  <a:pt x="4320" y="1897"/>
                </a:lnTo>
                <a:lnTo>
                  <a:pt x="4319" y="1897"/>
                </a:lnTo>
                <a:lnTo>
                  <a:pt x="4318" y="1896"/>
                </a:lnTo>
                <a:lnTo>
                  <a:pt x="4318" y="1897"/>
                </a:lnTo>
                <a:lnTo>
                  <a:pt x="4317" y="1897"/>
                </a:lnTo>
                <a:lnTo>
                  <a:pt x="4316" y="1897"/>
                </a:lnTo>
                <a:lnTo>
                  <a:pt x="4315" y="1897"/>
                </a:lnTo>
                <a:lnTo>
                  <a:pt x="4315" y="1896"/>
                </a:lnTo>
                <a:lnTo>
                  <a:pt x="4314" y="1896"/>
                </a:lnTo>
                <a:lnTo>
                  <a:pt x="4313" y="1896"/>
                </a:lnTo>
                <a:lnTo>
                  <a:pt x="4312" y="1896"/>
                </a:lnTo>
                <a:lnTo>
                  <a:pt x="4311" y="1897"/>
                </a:lnTo>
                <a:lnTo>
                  <a:pt x="4310" y="1897"/>
                </a:lnTo>
                <a:lnTo>
                  <a:pt x="4309" y="1897"/>
                </a:lnTo>
                <a:lnTo>
                  <a:pt x="4308" y="1898"/>
                </a:lnTo>
                <a:lnTo>
                  <a:pt x="4307" y="1898"/>
                </a:lnTo>
                <a:lnTo>
                  <a:pt x="4306" y="1898"/>
                </a:lnTo>
                <a:lnTo>
                  <a:pt x="4307" y="1899"/>
                </a:lnTo>
                <a:lnTo>
                  <a:pt x="4307" y="1900"/>
                </a:lnTo>
                <a:lnTo>
                  <a:pt x="4308" y="1902"/>
                </a:lnTo>
                <a:lnTo>
                  <a:pt x="4307" y="1902"/>
                </a:lnTo>
                <a:lnTo>
                  <a:pt x="4306" y="1903"/>
                </a:lnTo>
                <a:lnTo>
                  <a:pt x="4304" y="1899"/>
                </a:lnTo>
                <a:lnTo>
                  <a:pt x="4303" y="1899"/>
                </a:lnTo>
                <a:lnTo>
                  <a:pt x="4299" y="1902"/>
                </a:lnTo>
                <a:lnTo>
                  <a:pt x="4301" y="1904"/>
                </a:lnTo>
                <a:lnTo>
                  <a:pt x="4301" y="1905"/>
                </a:lnTo>
                <a:lnTo>
                  <a:pt x="4300" y="1904"/>
                </a:lnTo>
                <a:lnTo>
                  <a:pt x="4300" y="1903"/>
                </a:lnTo>
                <a:lnTo>
                  <a:pt x="4299" y="1903"/>
                </a:lnTo>
                <a:lnTo>
                  <a:pt x="4299" y="1904"/>
                </a:lnTo>
                <a:lnTo>
                  <a:pt x="4300" y="1904"/>
                </a:lnTo>
                <a:lnTo>
                  <a:pt x="4300" y="1905"/>
                </a:lnTo>
                <a:lnTo>
                  <a:pt x="4299" y="1905"/>
                </a:lnTo>
                <a:lnTo>
                  <a:pt x="4298" y="1903"/>
                </a:lnTo>
                <a:lnTo>
                  <a:pt x="4298" y="1904"/>
                </a:lnTo>
                <a:lnTo>
                  <a:pt x="4299" y="1905"/>
                </a:lnTo>
                <a:lnTo>
                  <a:pt x="4299" y="1906"/>
                </a:lnTo>
                <a:lnTo>
                  <a:pt x="4298" y="1905"/>
                </a:lnTo>
                <a:lnTo>
                  <a:pt x="4297" y="1904"/>
                </a:lnTo>
                <a:lnTo>
                  <a:pt x="4296" y="1904"/>
                </a:lnTo>
                <a:lnTo>
                  <a:pt x="4296" y="1905"/>
                </a:lnTo>
                <a:lnTo>
                  <a:pt x="4295" y="1905"/>
                </a:lnTo>
                <a:lnTo>
                  <a:pt x="4296" y="1906"/>
                </a:lnTo>
                <a:lnTo>
                  <a:pt x="4296" y="1905"/>
                </a:lnTo>
                <a:lnTo>
                  <a:pt x="4296" y="1906"/>
                </a:lnTo>
                <a:lnTo>
                  <a:pt x="4297" y="1906"/>
                </a:lnTo>
                <a:lnTo>
                  <a:pt x="4296" y="1906"/>
                </a:lnTo>
                <a:lnTo>
                  <a:pt x="4295" y="1906"/>
                </a:lnTo>
                <a:lnTo>
                  <a:pt x="4295" y="1907"/>
                </a:lnTo>
                <a:lnTo>
                  <a:pt x="4295" y="1908"/>
                </a:lnTo>
                <a:lnTo>
                  <a:pt x="4294" y="1909"/>
                </a:lnTo>
                <a:lnTo>
                  <a:pt x="4293" y="1908"/>
                </a:lnTo>
                <a:lnTo>
                  <a:pt x="4293" y="1909"/>
                </a:lnTo>
                <a:lnTo>
                  <a:pt x="4292" y="1910"/>
                </a:lnTo>
                <a:lnTo>
                  <a:pt x="4294" y="1911"/>
                </a:lnTo>
                <a:lnTo>
                  <a:pt x="4298" y="1914"/>
                </a:lnTo>
                <a:lnTo>
                  <a:pt x="4298" y="1915"/>
                </a:lnTo>
                <a:lnTo>
                  <a:pt x="4296" y="1918"/>
                </a:lnTo>
                <a:lnTo>
                  <a:pt x="4294" y="1917"/>
                </a:lnTo>
                <a:lnTo>
                  <a:pt x="4293" y="1917"/>
                </a:lnTo>
                <a:lnTo>
                  <a:pt x="4290" y="1916"/>
                </a:lnTo>
                <a:lnTo>
                  <a:pt x="4289" y="1916"/>
                </a:lnTo>
                <a:lnTo>
                  <a:pt x="4287" y="1916"/>
                </a:lnTo>
                <a:lnTo>
                  <a:pt x="4287" y="1917"/>
                </a:lnTo>
                <a:lnTo>
                  <a:pt x="4288" y="1918"/>
                </a:lnTo>
                <a:lnTo>
                  <a:pt x="4290" y="1918"/>
                </a:lnTo>
                <a:lnTo>
                  <a:pt x="4292" y="1919"/>
                </a:lnTo>
                <a:lnTo>
                  <a:pt x="4293" y="1919"/>
                </a:lnTo>
                <a:lnTo>
                  <a:pt x="4295" y="1920"/>
                </a:lnTo>
                <a:lnTo>
                  <a:pt x="4297" y="1925"/>
                </a:lnTo>
                <a:lnTo>
                  <a:pt x="4297" y="1926"/>
                </a:lnTo>
                <a:lnTo>
                  <a:pt x="4298" y="1926"/>
                </a:lnTo>
                <a:lnTo>
                  <a:pt x="4299" y="1926"/>
                </a:lnTo>
                <a:lnTo>
                  <a:pt x="4299" y="1927"/>
                </a:lnTo>
                <a:lnTo>
                  <a:pt x="4299" y="1928"/>
                </a:lnTo>
                <a:lnTo>
                  <a:pt x="4298" y="1928"/>
                </a:lnTo>
                <a:lnTo>
                  <a:pt x="4299" y="1930"/>
                </a:lnTo>
                <a:lnTo>
                  <a:pt x="4299" y="1931"/>
                </a:lnTo>
                <a:lnTo>
                  <a:pt x="4298" y="1931"/>
                </a:lnTo>
                <a:lnTo>
                  <a:pt x="4297" y="1931"/>
                </a:lnTo>
                <a:lnTo>
                  <a:pt x="4295" y="1930"/>
                </a:lnTo>
                <a:lnTo>
                  <a:pt x="4295" y="1929"/>
                </a:lnTo>
                <a:lnTo>
                  <a:pt x="4295" y="1928"/>
                </a:lnTo>
                <a:lnTo>
                  <a:pt x="4295" y="1927"/>
                </a:lnTo>
                <a:lnTo>
                  <a:pt x="4294" y="1927"/>
                </a:lnTo>
                <a:lnTo>
                  <a:pt x="4294" y="1926"/>
                </a:lnTo>
                <a:lnTo>
                  <a:pt x="4293" y="1922"/>
                </a:lnTo>
                <a:lnTo>
                  <a:pt x="4291" y="1922"/>
                </a:lnTo>
                <a:lnTo>
                  <a:pt x="4292" y="1923"/>
                </a:lnTo>
                <a:lnTo>
                  <a:pt x="4292" y="1925"/>
                </a:lnTo>
                <a:lnTo>
                  <a:pt x="4293" y="1925"/>
                </a:lnTo>
                <a:lnTo>
                  <a:pt x="4293" y="1926"/>
                </a:lnTo>
                <a:lnTo>
                  <a:pt x="4293" y="1927"/>
                </a:lnTo>
                <a:lnTo>
                  <a:pt x="4294" y="1928"/>
                </a:lnTo>
                <a:lnTo>
                  <a:pt x="4294" y="1929"/>
                </a:lnTo>
                <a:lnTo>
                  <a:pt x="4294" y="1930"/>
                </a:lnTo>
                <a:lnTo>
                  <a:pt x="4295" y="1931"/>
                </a:lnTo>
                <a:lnTo>
                  <a:pt x="4294" y="1931"/>
                </a:lnTo>
                <a:lnTo>
                  <a:pt x="4293" y="1931"/>
                </a:lnTo>
                <a:lnTo>
                  <a:pt x="4292" y="1930"/>
                </a:lnTo>
                <a:lnTo>
                  <a:pt x="4291" y="1930"/>
                </a:lnTo>
                <a:lnTo>
                  <a:pt x="4290" y="1930"/>
                </a:lnTo>
                <a:lnTo>
                  <a:pt x="4289" y="1930"/>
                </a:lnTo>
                <a:lnTo>
                  <a:pt x="4288" y="1930"/>
                </a:lnTo>
                <a:lnTo>
                  <a:pt x="4288" y="1929"/>
                </a:lnTo>
                <a:lnTo>
                  <a:pt x="4288" y="1930"/>
                </a:lnTo>
                <a:lnTo>
                  <a:pt x="4288" y="1931"/>
                </a:lnTo>
                <a:lnTo>
                  <a:pt x="4289" y="1931"/>
                </a:lnTo>
                <a:lnTo>
                  <a:pt x="4290" y="1931"/>
                </a:lnTo>
                <a:lnTo>
                  <a:pt x="4291" y="1932"/>
                </a:lnTo>
                <a:lnTo>
                  <a:pt x="4292" y="1932"/>
                </a:lnTo>
                <a:lnTo>
                  <a:pt x="4293" y="1932"/>
                </a:lnTo>
                <a:lnTo>
                  <a:pt x="4294" y="1932"/>
                </a:lnTo>
                <a:lnTo>
                  <a:pt x="4296" y="1932"/>
                </a:lnTo>
                <a:lnTo>
                  <a:pt x="4297" y="1932"/>
                </a:lnTo>
                <a:lnTo>
                  <a:pt x="4297" y="1933"/>
                </a:lnTo>
                <a:lnTo>
                  <a:pt x="4298" y="1933"/>
                </a:lnTo>
                <a:lnTo>
                  <a:pt x="4301" y="1933"/>
                </a:lnTo>
                <a:lnTo>
                  <a:pt x="4304" y="1934"/>
                </a:lnTo>
                <a:lnTo>
                  <a:pt x="4304" y="1935"/>
                </a:lnTo>
                <a:lnTo>
                  <a:pt x="4304" y="1936"/>
                </a:lnTo>
                <a:lnTo>
                  <a:pt x="4299" y="1935"/>
                </a:lnTo>
                <a:lnTo>
                  <a:pt x="4298" y="1935"/>
                </a:lnTo>
                <a:lnTo>
                  <a:pt x="4292" y="1933"/>
                </a:lnTo>
                <a:lnTo>
                  <a:pt x="4291" y="1933"/>
                </a:lnTo>
                <a:lnTo>
                  <a:pt x="4290" y="1933"/>
                </a:lnTo>
                <a:lnTo>
                  <a:pt x="4289" y="1933"/>
                </a:lnTo>
                <a:lnTo>
                  <a:pt x="4288" y="1932"/>
                </a:lnTo>
                <a:lnTo>
                  <a:pt x="4288" y="1931"/>
                </a:lnTo>
                <a:lnTo>
                  <a:pt x="4288" y="1930"/>
                </a:lnTo>
                <a:lnTo>
                  <a:pt x="4287" y="1931"/>
                </a:lnTo>
                <a:lnTo>
                  <a:pt x="4287" y="1932"/>
                </a:lnTo>
                <a:lnTo>
                  <a:pt x="4288" y="1932"/>
                </a:lnTo>
                <a:lnTo>
                  <a:pt x="4288" y="1933"/>
                </a:lnTo>
                <a:lnTo>
                  <a:pt x="4289" y="1933"/>
                </a:lnTo>
                <a:lnTo>
                  <a:pt x="4290" y="1934"/>
                </a:lnTo>
                <a:lnTo>
                  <a:pt x="4293" y="1935"/>
                </a:lnTo>
                <a:lnTo>
                  <a:pt x="4294" y="1935"/>
                </a:lnTo>
                <a:lnTo>
                  <a:pt x="4294" y="1937"/>
                </a:lnTo>
                <a:lnTo>
                  <a:pt x="4295" y="1938"/>
                </a:lnTo>
                <a:lnTo>
                  <a:pt x="4295" y="1936"/>
                </a:lnTo>
                <a:lnTo>
                  <a:pt x="4299" y="1937"/>
                </a:lnTo>
                <a:lnTo>
                  <a:pt x="4299" y="1938"/>
                </a:lnTo>
                <a:lnTo>
                  <a:pt x="4300" y="1939"/>
                </a:lnTo>
                <a:lnTo>
                  <a:pt x="4300" y="1937"/>
                </a:lnTo>
                <a:lnTo>
                  <a:pt x="4303" y="1937"/>
                </a:lnTo>
                <a:lnTo>
                  <a:pt x="4302" y="1941"/>
                </a:lnTo>
                <a:lnTo>
                  <a:pt x="4301" y="1943"/>
                </a:lnTo>
                <a:lnTo>
                  <a:pt x="4302" y="1944"/>
                </a:lnTo>
                <a:lnTo>
                  <a:pt x="4302" y="1945"/>
                </a:lnTo>
                <a:lnTo>
                  <a:pt x="4299" y="1944"/>
                </a:lnTo>
                <a:lnTo>
                  <a:pt x="4298" y="1944"/>
                </a:lnTo>
                <a:lnTo>
                  <a:pt x="4298" y="1943"/>
                </a:lnTo>
                <a:lnTo>
                  <a:pt x="4295" y="1943"/>
                </a:lnTo>
                <a:lnTo>
                  <a:pt x="4291" y="1942"/>
                </a:lnTo>
                <a:lnTo>
                  <a:pt x="4291" y="1943"/>
                </a:lnTo>
                <a:lnTo>
                  <a:pt x="4290" y="1943"/>
                </a:lnTo>
                <a:lnTo>
                  <a:pt x="4289" y="1943"/>
                </a:lnTo>
                <a:lnTo>
                  <a:pt x="4286" y="1942"/>
                </a:lnTo>
                <a:lnTo>
                  <a:pt x="4286" y="1943"/>
                </a:lnTo>
                <a:lnTo>
                  <a:pt x="4287" y="1943"/>
                </a:lnTo>
                <a:lnTo>
                  <a:pt x="4288" y="1944"/>
                </a:lnTo>
                <a:lnTo>
                  <a:pt x="4289" y="1944"/>
                </a:lnTo>
                <a:lnTo>
                  <a:pt x="4290" y="1944"/>
                </a:lnTo>
                <a:lnTo>
                  <a:pt x="4291" y="1944"/>
                </a:lnTo>
                <a:lnTo>
                  <a:pt x="4293" y="1945"/>
                </a:lnTo>
                <a:lnTo>
                  <a:pt x="4294" y="1945"/>
                </a:lnTo>
                <a:lnTo>
                  <a:pt x="4293" y="1947"/>
                </a:lnTo>
                <a:lnTo>
                  <a:pt x="4292" y="1947"/>
                </a:lnTo>
                <a:lnTo>
                  <a:pt x="4291" y="1947"/>
                </a:lnTo>
                <a:lnTo>
                  <a:pt x="4287" y="1946"/>
                </a:lnTo>
                <a:lnTo>
                  <a:pt x="4287" y="1948"/>
                </a:lnTo>
                <a:lnTo>
                  <a:pt x="4293" y="1949"/>
                </a:lnTo>
                <a:lnTo>
                  <a:pt x="4292" y="1951"/>
                </a:lnTo>
                <a:lnTo>
                  <a:pt x="4289" y="1950"/>
                </a:lnTo>
                <a:lnTo>
                  <a:pt x="4284" y="1949"/>
                </a:lnTo>
                <a:lnTo>
                  <a:pt x="4283" y="1949"/>
                </a:lnTo>
                <a:lnTo>
                  <a:pt x="4283" y="1948"/>
                </a:lnTo>
                <a:lnTo>
                  <a:pt x="4282" y="1950"/>
                </a:lnTo>
                <a:lnTo>
                  <a:pt x="4281" y="1950"/>
                </a:lnTo>
                <a:lnTo>
                  <a:pt x="4280" y="1953"/>
                </a:lnTo>
                <a:lnTo>
                  <a:pt x="4279" y="1955"/>
                </a:lnTo>
                <a:lnTo>
                  <a:pt x="4279" y="1956"/>
                </a:lnTo>
                <a:lnTo>
                  <a:pt x="4279" y="1958"/>
                </a:lnTo>
                <a:lnTo>
                  <a:pt x="4278" y="1958"/>
                </a:lnTo>
                <a:lnTo>
                  <a:pt x="4278" y="1959"/>
                </a:lnTo>
                <a:lnTo>
                  <a:pt x="4279" y="1959"/>
                </a:lnTo>
                <a:lnTo>
                  <a:pt x="4279" y="1960"/>
                </a:lnTo>
                <a:lnTo>
                  <a:pt x="4280" y="1960"/>
                </a:lnTo>
                <a:lnTo>
                  <a:pt x="4279" y="1960"/>
                </a:lnTo>
                <a:lnTo>
                  <a:pt x="4279" y="1961"/>
                </a:lnTo>
                <a:lnTo>
                  <a:pt x="4280" y="1962"/>
                </a:lnTo>
                <a:lnTo>
                  <a:pt x="4281" y="1961"/>
                </a:lnTo>
                <a:lnTo>
                  <a:pt x="4281" y="1963"/>
                </a:lnTo>
                <a:lnTo>
                  <a:pt x="4282" y="1964"/>
                </a:lnTo>
                <a:lnTo>
                  <a:pt x="4282" y="1967"/>
                </a:lnTo>
                <a:lnTo>
                  <a:pt x="4283" y="1967"/>
                </a:lnTo>
                <a:lnTo>
                  <a:pt x="4283" y="1964"/>
                </a:lnTo>
                <a:lnTo>
                  <a:pt x="4283" y="1963"/>
                </a:lnTo>
                <a:lnTo>
                  <a:pt x="4284" y="1961"/>
                </a:lnTo>
                <a:lnTo>
                  <a:pt x="4289" y="1960"/>
                </a:lnTo>
                <a:lnTo>
                  <a:pt x="4289" y="1961"/>
                </a:lnTo>
                <a:lnTo>
                  <a:pt x="4290" y="1965"/>
                </a:lnTo>
                <a:lnTo>
                  <a:pt x="4291" y="1965"/>
                </a:lnTo>
                <a:lnTo>
                  <a:pt x="4291" y="1961"/>
                </a:lnTo>
                <a:lnTo>
                  <a:pt x="4292" y="1961"/>
                </a:lnTo>
                <a:lnTo>
                  <a:pt x="4294" y="1971"/>
                </a:lnTo>
                <a:lnTo>
                  <a:pt x="4294" y="1972"/>
                </a:lnTo>
                <a:lnTo>
                  <a:pt x="4283" y="1974"/>
                </a:lnTo>
                <a:lnTo>
                  <a:pt x="4283" y="1972"/>
                </a:lnTo>
                <a:lnTo>
                  <a:pt x="4280" y="1973"/>
                </a:lnTo>
                <a:lnTo>
                  <a:pt x="4280" y="1974"/>
                </a:lnTo>
                <a:lnTo>
                  <a:pt x="4280" y="1975"/>
                </a:lnTo>
                <a:lnTo>
                  <a:pt x="4281" y="1975"/>
                </a:lnTo>
                <a:lnTo>
                  <a:pt x="4281" y="1977"/>
                </a:lnTo>
                <a:lnTo>
                  <a:pt x="4282" y="1977"/>
                </a:lnTo>
                <a:lnTo>
                  <a:pt x="4283" y="1977"/>
                </a:lnTo>
                <a:lnTo>
                  <a:pt x="4283" y="1978"/>
                </a:lnTo>
                <a:lnTo>
                  <a:pt x="4283" y="1979"/>
                </a:lnTo>
                <a:lnTo>
                  <a:pt x="4283" y="1980"/>
                </a:lnTo>
                <a:lnTo>
                  <a:pt x="4282" y="1980"/>
                </a:lnTo>
                <a:lnTo>
                  <a:pt x="4281" y="1980"/>
                </a:lnTo>
                <a:lnTo>
                  <a:pt x="4280" y="1980"/>
                </a:lnTo>
                <a:lnTo>
                  <a:pt x="4280" y="1981"/>
                </a:lnTo>
                <a:lnTo>
                  <a:pt x="4281" y="1980"/>
                </a:lnTo>
                <a:lnTo>
                  <a:pt x="4282" y="1981"/>
                </a:lnTo>
                <a:lnTo>
                  <a:pt x="4282" y="1983"/>
                </a:lnTo>
                <a:lnTo>
                  <a:pt x="4283" y="1984"/>
                </a:lnTo>
                <a:lnTo>
                  <a:pt x="4282" y="1984"/>
                </a:lnTo>
                <a:lnTo>
                  <a:pt x="4283" y="1984"/>
                </a:lnTo>
                <a:lnTo>
                  <a:pt x="4283" y="1985"/>
                </a:lnTo>
                <a:lnTo>
                  <a:pt x="4283" y="1986"/>
                </a:lnTo>
                <a:lnTo>
                  <a:pt x="4284" y="1987"/>
                </a:lnTo>
                <a:lnTo>
                  <a:pt x="4285" y="1989"/>
                </a:lnTo>
                <a:lnTo>
                  <a:pt x="4285" y="1990"/>
                </a:lnTo>
                <a:lnTo>
                  <a:pt x="4287" y="1992"/>
                </a:lnTo>
                <a:lnTo>
                  <a:pt x="4287" y="1993"/>
                </a:lnTo>
                <a:lnTo>
                  <a:pt x="4288" y="1995"/>
                </a:lnTo>
                <a:lnTo>
                  <a:pt x="4288" y="1996"/>
                </a:lnTo>
                <a:lnTo>
                  <a:pt x="4289" y="1996"/>
                </a:lnTo>
                <a:lnTo>
                  <a:pt x="4289" y="1997"/>
                </a:lnTo>
                <a:lnTo>
                  <a:pt x="4290" y="1998"/>
                </a:lnTo>
                <a:lnTo>
                  <a:pt x="4291" y="1999"/>
                </a:lnTo>
                <a:lnTo>
                  <a:pt x="4291" y="2000"/>
                </a:lnTo>
                <a:lnTo>
                  <a:pt x="4292" y="2000"/>
                </a:lnTo>
                <a:lnTo>
                  <a:pt x="4292" y="2001"/>
                </a:lnTo>
                <a:lnTo>
                  <a:pt x="4293" y="2002"/>
                </a:lnTo>
                <a:lnTo>
                  <a:pt x="4294" y="2003"/>
                </a:lnTo>
                <a:lnTo>
                  <a:pt x="4294" y="2004"/>
                </a:lnTo>
                <a:lnTo>
                  <a:pt x="4295" y="2005"/>
                </a:lnTo>
                <a:lnTo>
                  <a:pt x="4295" y="2006"/>
                </a:lnTo>
                <a:lnTo>
                  <a:pt x="4296" y="2007"/>
                </a:lnTo>
                <a:lnTo>
                  <a:pt x="4296" y="2008"/>
                </a:lnTo>
                <a:lnTo>
                  <a:pt x="4297" y="2008"/>
                </a:lnTo>
                <a:lnTo>
                  <a:pt x="4298" y="2009"/>
                </a:lnTo>
                <a:lnTo>
                  <a:pt x="4298" y="2010"/>
                </a:lnTo>
                <a:lnTo>
                  <a:pt x="4299" y="2010"/>
                </a:lnTo>
                <a:lnTo>
                  <a:pt x="4299" y="2011"/>
                </a:lnTo>
                <a:lnTo>
                  <a:pt x="4300" y="2012"/>
                </a:lnTo>
                <a:lnTo>
                  <a:pt x="4300" y="2013"/>
                </a:lnTo>
                <a:lnTo>
                  <a:pt x="4301" y="2013"/>
                </a:lnTo>
                <a:lnTo>
                  <a:pt x="4301" y="2014"/>
                </a:lnTo>
                <a:lnTo>
                  <a:pt x="4302" y="2014"/>
                </a:lnTo>
                <a:lnTo>
                  <a:pt x="4303" y="2015"/>
                </a:lnTo>
                <a:lnTo>
                  <a:pt x="4304" y="2015"/>
                </a:lnTo>
                <a:lnTo>
                  <a:pt x="4303" y="2014"/>
                </a:lnTo>
                <a:lnTo>
                  <a:pt x="4304" y="2013"/>
                </a:lnTo>
                <a:lnTo>
                  <a:pt x="4305" y="2012"/>
                </a:lnTo>
                <a:lnTo>
                  <a:pt x="4306" y="2013"/>
                </a:lnTo>
                <a:lnTo>
                  <a:pt x="4307" y="2011"/>
                </a:lnTo>
                <a:lnTo>
                  <a:pt x="4308" y="2012"/>
                </a:lnTo>
                <a:lnTo>
                  <a:pt x="4310" y="2010"/>
                </a:lnTo>
                <a:lnTo>
                  <a:pt x="4311" y="2011"/>
                </a:lnTo>
                <a:lnTo>
                  <a:pt x="4312" y="2011"/>
                </a:lnTo>
                <a:lnTo>
                  <a:pt x="4310" y="2014"/>
                </a:lnTo>
                <a:lnTo>
                  <a:pt x="4311" y="2015"/>
                </a:lnTo>
                <a:lnTo>
                  <a:pt x="4314" y="2011"/>
                </a:lnTo>
                <a:lnTo>
                  <a:pt x="4317" y="2008"/>
                </a:lnTo>
                <a:lnTo>
                  <a:pt x="4319" y="2007"/>
                </a:lnTo>
                <a:lnTo>
                  <a:pt x="4321" y="2008"/>
                </a:lnTo>
                <a:lnTo>
                  <a:pt x="4319" y="2010"/>
                </a:lnTo>
                <a:lnTo>
                  <a:pt x="4319" y="2011"/>
                </a:lnTo>
                <a:lnTo>
                  <a:pt x="4317" y="2012"/>
                </a:lnTo>
                <a:lnTo>
                  <a:pt x="4316" y="2013"/>
                </a:lnTo>
                <a:lnTo>
                  <a:pt x="4314" y="2013"/>
                </a:lnTo>
                <a:lnTo>
                  <a:pt x="4313" y="2014"/>
                </a:lnTo>
                <a:lnTo>
                  <a:pt x="4314" y="2014"/>
                </a:lnTo>
                <a:lnTo>
                  <a:pt x="4315" y="2015"/>
                </a:lnTo>
                <a:lnTo>
                  <a:pt x="4316" y="2014"/>
                </a:lnTo>
                <a:lnTo>
                  <a:pt x="4316" y="2015"/>
                </a:lnTo>
                <a:lnTo>
                  <a:pt x="4317" y="2014"/>
                </a:lnTo>
                <a:lnTo>
                  <a:pt x="4317" y="2015"/>
                </a:lnTo>
                <a:lnTo>
                  <a:pt x="4316" y="2016"/>
                </a:lnTo>
                <a:lnTo>
                  <a:pt x="4313" y="2020"/>
                </a:lnTo>
                <a:lnTo>
                  <a:pt x="4312" y="2021"/>
                </a:lnTo>
                <a:lnTo>
                  <a:pt x="4313" y="2021"/>
                </a:lnTo>
                <a:lnTo>
                  <a:pt x="4313" y="2022"/>
                </a:lnTo>
                <a:lnTo>
                  <a:pt x="4313" y="2023"/>
                </a:lnTo>
                <a:lnTo>
                  <a:pt x="4314" y="2022"/>
                </a:lnTo>
                <a:lnTo>
                  <a:pt x="4315" y="2022"/>
                </a:lnTo>
                <a:lnTo>
                  <a:pt x="4315" y="2023"/>
                </a:lnTo>
                <a:lnTo>
                  <a:pt x="4316" y="2024"/>
                </a:lnTo>
                <a:lnTo>
                  <a:pt x="4317" y="2024"/>
                </a:lnTo>
                <a:lnTo>
                  <a:pt x="4317" y="2023"/>
                </a:lnTo>
                <a:lnTo>
                  <a:pt x="4318" y="2023"/>
                </a:lnTo>
                <a:lnTo>
                  <a:pt x="4319" y="2024"/>
                </a:lnTo>
                <a:lnTo>
                  <a:pt x="4320" y="2024"/>
                </a:lnTo>
                <a:lnTo>
                  <a:pt x="4321" y="2025"/>
                </a:lnTo>
                <a:lnTo>
                  <a:pt x="4322" y="2025"/>
                </a:lnTo>
                <a:lnTo>
                  <a:pt x="4323" y="2026"/>
                </a:lnTo>
                <a:lnTo>
                  <a:pt x="4324" y="2026"/>
                </a:lnTo>
                <a:lnTo>
                  <a:pt x="4324" y="2027"/>
                </a:lnTo>
                <a:lnTo>
                  <a:pt x="4324" y="2028"/>
                </a:lnTo>
                <a:lnTo>
                  <a:pt x="4325" y="2028"/>
                </a:lnTo>
                <a:lnTo>
                  <a:pt x="4326" y="2029"/>
                </a:lnTo>
                <a:lnTo>
                  <a:pt x="4326" y="2030"/>
                </a:lnTo>
                <a:lnTo>
                  <a:pt x="4327" y="2030"/>
                </a:lnTo>
                <a:lnTo>
                  <a:pt x="4328" y="2030"/>
                </a:lnTo>
                <a:lnTo>
                  <a:pt x="4328" y="2029"/>
                </a:lnTo>
                <a:lnTo>
                  <a:pt x="4330" y="2029"/>
                </a:lnTo>
                <a:lnTo>
                  <a:pt x="4331" y="2029"/>
                </a:lnTo>
                <a:lnTo>
                  <a:pt x="4333" y="2030"/>
                </a:lnTo>
                <a:lnTo>
                  <a:pt x="4333" y="2031"/>
                </a:lnTo>
                <a:lnTo>
                  <a:pt x="4334" y="2031"/>
                </a:lnTo>
                <a:lnTo>
                  <a:pt x="4335" y="2032"/>
                </a:lnTo>
                <a:lnTo>
                  <a:pt x="4336" y="2032"/>
                </a:lnTo>
                <a:lnTo>
                  <a:pt x="4337" y="2033"/>
                </a:lnTo>
                <a:lnTo>
                  <a:pt x="4337" y="2034"/>
                </a:lnTo>
                <a:lnTo>
                  <a:pt x="4336" y="2036"/>
                </a:lnTo>
                <a:lnTo>
                  <a:pt x="4337" y="2036"/>
                </a:lnTo>
                <a:lnTo>
                  <a:pt x="4339" y="2035"/>
                </a:lnTo>
                <a:lnTo>
                  <a:pt x="4340" y="2035"/>
                </a:lnTo>
                <a:lnTo>
                  <a:pt x="4342" y="2034"/>
                </a:lnTo>
                <a:lnTo>
                  <a:pt x="4343" y="2034"/>
                </a:lnTo>
                <a:lnTo>
                  <a:pt x="4344" y="2034"/>
                </a:lnTo>
                <a:lnTo>
                  <a:pt x="4345" y="2034"/>
                </a:lnTo>
                <a:lnTo>
                  <a:pt x="4345" y="2035"/>
                </a:lnTo>
                <a:lnTo>
                  <a:pt x="4346" y="2035"/>
                </a:lnTo>
                <a:lnTo>
                  <a:pt x="4347" y="2035"/>
                </a:lnTo>
                <a:lnTo>
                  <a:pt x="4347" y="2034"/>
                </a:lnTo>
                <a:lnTo>
                  <a:pt x="4349" y="2034"/>
                </a:lnTo>
                <a:lnTo>
                  <a:pt x="4349" y="2035"/>
                </a:lnTo>
                <a:lnTo>
                  <a:pt x="4350" y="2035"/>
                </a:lnTo>
                <a:lnTo>
                  <a:pt x="4351" y="2035"/>
                </a:lnTo>
                <a:lnTo>
                  <a:pt x="4352" y="2034"/>
                </a:lnTo>
                <a:lnTo>
                  <a:pt x="4353" y="2034"/>
                </a:lnTo>
                <a:lnTo>
                  <a:pt x="4353" y="2035"/>
                </a:lnTo>
                <a:lnTo>
                  <a:pt x="4354" y="2035"/>
                </a:lnTo>
                <a:lnTo>
                  <a:pt x="4355" y="2035"/>
                </a:lnTo>
                <a:lnTo>
                  <a:pt x="4355" y="2036"/>
                </a:lnTo>
                <a:lnTo>
                  <a:pt x="4356" y="2036"/>
                </a:lnTo>
                <a:lnTo>
                  <a:pt x="4357" y="2036"/>
                </a:lnTo>
                <a:lnTo>
                  <a:pt x="4357" y="2035"/>
                </a:lnTo>
                <a:lnTo>
                  <a:pt x="4358" y="2035"/>
                </a:lnTo>
                <a:lnTo>
                  <a:pt x="4359" y="2035"/>
                </a:lnTo>
                <a:lnTo>
                  <a:pt x="4360" y="2035"/>
                </a:lnTo>
                <a:lnTo>
                  <a:pt x="4360" y="2036"/>
                </a:lnTo>
                <a:lnTo>
                  <a:pt x="4361" y="2036"/>
                </a:lnTo>
                <a:lnTo>
                  <a:pt x="4360" y="2035"/>
                </a:lnTo>
                <a:lnTo>
                  <a:pt x="4361" y="2035"/>
                </a:lnTo>
                <a:lnTo>
                  <a:pt x="4362" y="2035"/>
                </a:lnTo>
                <a:lnTo>
                  <a:pt x="4363" y="2036"/>
                </a:lnTo>
                <a:lnTo>
                  <a:pt x="4362" y="2036"/>
                </a:lnTo>
                <a:lnTo>
                  <a:pt x="4361" y="2036"/>
                </a:lnTo>
                <a:lnTo>
                  <a:pt x="4361" y="2037"/>
                </a:lnTo>
                <a:lnTo>
                  <a:pt x="4362" y="2037"/>
                </a:lnTo>
                <a:lnTo>
                  <a:pt x="4363" y="2037"/>
                </a:lnTo>
                <a:lnTo>
                  <a:pt x="4364" y="2036"/>
                </a:lnTo>
                <a:lnTo>
                  <a:pt x="4364" y="2037"/>
                </a:lnTo>
                <a:lnTo>
                  <a:pt x="4365" y="2039"/>
                </a:lnTo>
                <a:lnTo>
                  <a:pt x="4365" y="2040"/>
                </a:lnTo>
                <a:lnTo>
                  <a:pt x="4365" y="2039"/>
                </a:lnTo>
                <a:lnTo>
                  <a:pt x="4365" y="2038"/>
                </a:lnTo>
                <a:lnTo>
                  <a:pt x="4365" y="2037"/>
                </a:lnTo>
                <a:lnTo>
                  <a:pt x="4366" y="2036"/>
                </a:lnTo>
                <a:lnTo>
                  <a:pt x="4369" y="2036"/>
                </a:lnTo>
                <a:lnTo>
                  <a:pt x="4372" y="2036"/>
                </a:lnTo>
                <a:lnTo>
                  <a:pt x="4372" y="2035"/>
                </a:lnTo>
                <a:lnTo>
                  <a:pt x="4372" y="2036"/>
                </a:lnTo>
                <a:lnTo>
                  <a:pt x="4371" y="2038"/>
                </a:lnTo>
                <a:lnTo>
                  <a:pt x="4371" y="2039"/>
                </a:lnTo>
                <a:lnTo>
                  <a:pt x="4371" y="2040"/>
                </a:lnTo>
                <a:lnTo>
                  <a:pt x="4371" y="2038"/>
                </a:lnTo>
                <a:lnTo>
                  <a:pt x="4372" y="2038"/>
                </a:lnTo>
                <a:lnTo>
                  <a:pt x="4372" y="2039"/>
                </a:lnTo>
                <a:lnTo>
                  <a:pt x="4372" y="2038"/>
                </a:lnTo>
                <a:lnTo>
                  <a:pt x="4372" y="2037"/>
                </a:lnTo>
                <a:lnTo>
                  <a:pt x="4372" y="2036"/>
                </a:lnTo>
                <a:lnTo>
                  <a:pt x="4374" y="2036"/>
                </a:lnTo>
                <a:lnTo>
                  <a:pt x="4375" y="2036"/>
                </a:lnTo>
                <a:lnTo>
                  <a:pt x="4376" y="2036"/>
                </a:lnTo>
                <a:lnTo>
                  <a:pt x="4377" y="2036"/>
                </a:lnTo>
                <a:lnTo>
                  <a:pt x="4379" y="2036"/>
                </a:lnTo>
                <a:lnTo>
                  <a:pt x="4381" y="2037"/>
                </a:lnTo>
                <a:lnTo>
                  <a:pt x="4381" y="2038"/>
                </a:lnTo>
                <a:lnTo>
                  <a:pt x="4381" y="2039"/>
                </a:lnTo>
                <a:lnTo>
                  <a:pt x="4382" y="2040"/>
                </a:lnTo>
                <a:lnTo>
                  <a:pt x="4382" y="2041"/>
                </a:lnTo>
                <a:lnTo>
                  <a:pt x="4382" y="2042"/>
                </a:lnTo>
                <a:lnTo>
                  <a:pt x="4383" y="2042"/>
                </a:lnTo>
                <a:lnTo>
                  <a:pt x="4384" y="2043"/>
                </a:lnTo>
                <a:lnTo>
                  <a:pt x="4385" y="2043"/>
                </a:lnTo>
                <a:lnTo>
                  <a:pt x="4385" y="2042"/>
                </a:lnTo>
                <a:lnTo>
                  <a:pt x="4386" y="2041"/>
                </a:lnTo>
                <a:lnTo>
                  <a:pt x="4387" y="2041"/>
                </a:lnTo>
                <a:lnTo>
                  <a:pt x="4387" y="2042"/>
                </a:lnTo>
                <a:lnTo>
                  <a:pt x="4388" y="2042"/>
                </a:lnTo>
                <a:lnTo>
                  <a:pt x="4389" y="2041"/>
                </a:lnTo>
                <a:lnTo>
                  <a:pt x="4391" y="2041"/>
                </a:lnTo>
                <a:lnTo>
                  <a:pt x="4392" y="2042"/>
                </a:lnTo>
                <a:lnTo>
                  <a:pt x="4392" y="2041"/>
                </a:lnTo>
                <a:lnTo>
                  <a:pt x="4392" y="2040"/>
                </a:lnTo>
                <a:lnTo>
                  <a:pt x="4391" y="2041"/>
                </a:lnTo>
                <a:lnTo>
                  <a:pt x="4390" y="2039"/>
                </a:lnTo>
                <a:lnTo>
                  <a:pt x="4391" y="2037"/>
                </a:lnTo>
                <a:lnTo>
                  <a:pt x="4390" y="2037"/>
                </a:lnTo>
                <a:lnTo>
                  <a:pt x="4391" y="2036"/>
                </a:lnTo>
                <a:lnTo>
                  <a:pt x="4392" y="2035"/>
                </a:lnTo>
                <a:lnTo>
                  <a:pt x="4392" y="2036"/>
                </a:lnTo>
                <a:lnTo>
                  <a:pt x="4394" y="2036"/>
                </a:lnTo>
                <a:lnTo>
                  <a:pt x="4394" y="2035"/>
                </a:lnTo>
                <a:lnTo>
                  <a:pt x="4393" y="2035"/>
                </a:lnTo>
                <a:lnTo>
                  <a:pt x="4394" y="2035"/>
                </a:lnTo>
                <a:lnTo>
                  <a:pt x="4394" y="2034"/>
                </a:lnTo>
                <a:lnTo>
                  <a:pt x="4394" y="2035"/>
                </a:lnTo>
                <a:lnTo>
                  <a:pt x="4395" y="2035"/>
                </a:lnTo>
                <a:lnTo>
                  <a:pt x="4395" y="2034"/>
                </a:lnTo>
                <a:lnTo>
                  <a:pt x="4394" y="2033"/>
                </a:lnTo>
                <a:lnTo>
                  <a:pt x="4393" y="2033"/>
                </a:lnTo>
                <a:lnTo>
                  <a:pt x="4393" y="2032"/>
                </a:lnTo>
                <a:lnTo>
                  <a:pt x="4394" y="2032"/>
                </a:lnTo>
                <a:lnTo>
                  <a:pt x="4395" y="2031"/>
                </a:lnTo>
                <a:lnTo>
                  <a:pt x="4396" y="2031"/>
                </a:lnTo>
                <a:lnTo>
                  <a:pt x="4397" y="2031"/>
                </a:lnTo>
                <a:lnTo>
                  <a:pt x="4397" y="2032"/>
                </a:lnTo>
                <a:lnTo>
                  <a:pt x="4397" y="2033"/>
                </a:lnTo>
                <a:lnTo>
                  <a:pt x="4397" y="2032"/>
                </a:lnTo>
                <a:lnTo>
                  <a:pt x="4398" y="2032"/>
                </a:lnTo>
                <a:lnTo>
                  <a:pt x="4399" y="2032"/>
                </a:lnTo>
                <a:lnTo>
                  <a:pt x="4400" y="2032"/>
                </a:lnTo>
                <a:lnTo>
                  <a:pt x="4399" y="2032"/>
                </a:lnTo>
                <a:lnTo>
                  <a:pt x="4399" y="2033"/>
                </a:lnTo>
                <a:lnTo>
                  <a:pt x="4400" y="2033"/>
                </a:lnTo>
                <a:lnTo>
                  <a:pt x="4400" y="2032"/>
                </a:lnTo>
                <a:lnTo>
                  <a:pt x="4401" y="2032"/>
                </a:lnTo>
                <a:lnTo>
                  <a:pt x="4401" y="2033"/>
                </a:lnTo>
                <a:lnTo>
                  <a:pt x="4401" y="2034"/>
                </a:lnTo>
                <a:lnTo>
                  <a:pt x="4402" y="2034"/>
                </a:lnTo>
                <a:lnTo>
                  <a:pt x="4403" y="2034"/>
                </a:lnTo>
                <a:lnTo>
                  <a:pt x="4403" y="2035"/>
                </a:lnTo>
                <a:lnTo>
                  <a:pt x="4404" y="2035"/>
                </a:lnTo>
                <a:lnTo>
                  <a:pt x="4404" y="2034"/>
                </a:lnTo>
                <a:lnTo>
                  <a:pt x="4404" y="2035"/>
                </a:lnTo>
                <a:lnTo>
                  <a:pt x="4405" y="2035"/>
                </a:lnTo>
                <a:lnTo>
                  <a:pt x="4406" y="2034"/>
                </a:lnTo>
                <a:lnTo>
                  <a:pt x="4407" y="2034"/>
                </a:lnTo>
                <a:lnTo>
                  <a:pt x="4408" y="2034"/>
                </a:lnTo>
                <a:lnTo>
                  <a:pt x="4409" y="2034"/>
                </a:lnTo>
                <a:lnTo>
                  <a:pt x="4410" y="2034"/>
                </a:lnTo>
                <a:lnTo>
                  <a:pt x="4411" y="2032"/>
                </a:lnTo>
                <a:lnTo>
                  <a:pt x="4410" y="2030"/>
                </a:lnTo>
                <a:lnTo>
                  <a:pt x="4409" y="2030"/>
                </a:lnTo>
                <a:lnTo>
                  <a:pt x="4409" y="2029"/>
                </a:lnTo>
                <a:lnTo>
                  <a:pt x="4410" y="2029"/>
                </a:lnTo>
                <a:lnTo>
                  <a:pt x="4410" y="2028"/>
                </a:lnTo>
                <a:lnTo>
                  <a:pt x="4409" y="2026"/>
                </a:lnTo>
                <a:lnTo>
                  <a:pt x="4409" y="2025"/>
                </a:lnTo>
                <a:lnTo>
                  <a:pt x="4411" y="2025"/>
                </a:lnTo>
                <a:lnTo>
                  <a:pt x="4414" y="2025"/>
                </a:lnTo>
                <a:lnTo>
                  <a:pt x="4414" y="2028"/>
                </a:lnTo>
                <a:lnTo>
                  <a:pt x="4415" y="2028"/>
                </a:lnTo>
                <a:lnTo>
                  <a:pt x="4417" y="2027"/>
                </a:lnTo>
                <a:lnTo>
                  <a:pt x="4418" y="2026"/>
                </a:lnTo>
                <a:lnTo>
                  <a:pt x="4424" y="2029"/>
                </a:lnTo>
                <a:lnTo>
                  <a:pt x="4425" y="2030"/>
                </a:lnTo>
                <a:lnTo>
                  <a:pt x="4425" y="2031"/>
                </a:lnTo>
                <a:lnTo>
                  <a:pt x="4423" y="2032"/>
                </a:lnTo>
                <a:lnTo>
                  <a:pt x="4425" y="2031"/>
                </a:lnTo>
                <a:lnTo>
                  <a:pt x="4426" y="2031"/>
                </a:lnTo>
                <a:lnTo>
                  <a:pt x="4426" y="2032"/>
                </a:lnTo>
                <a:lnTo>
                  <a:pt x="4426" y="2033"/>
                </a:lnTo>
                <a:lnTo>
                  <a:pt x="4427" y="2033"/>
                </a:lnTo>
                <a:lnTo>
                  <a:pt x="4427" y="2034"/>
                </a:lnTo>
                <a:lnTo>
                  <a:pt x="4427" y="2035"/>
                </a:lnTo>
                <a:lnTo>
                  <a:pt x="4428" y="2036"/>
                </a:lnTo>
                <a:lnTo>
                  <a:pt x="4428" y="2037"/>
                </a:lnTo>
                <a:lnTo>
                  <a:pt x="4429" y="2037"/>
                </a:lnTo>
                <a:lnTo>
                  <a:pt x="4429" y="2038"/>
                </a:lnTo>
                <a:lnTo>
                  <a:pt x="4428" y="2038"/>
                </a:lnTo>
                <a:lnTo>
                  <a:pt x="4428" y="2039"/>
                </a:lnTo>
                <a:lnTo>
                  <a:pt x="4428" y="2040"/>
                </a:lnTo>
                <a:lnTo>
                  <a:pt x="4428" y="2041"/>
                </a:lnTo>
                <a:lnTo>
                  <a:pt x="4430" y="2042"/>
                </a:lnTo>
                <a:lnTo>
                  <a:pt x="4430" y="2043"/>
                </a:lnTo>
                <a:lnTo>
                  <a:pt x="4430" y="2044"/>
                </a:lnTo>
                <a:lnTo>
                  <a:pt x="4431" y="2044"/>
                </a:lnTo>
                <a:lnTo>
                  <a:pt x="4433" y="2048"/>
                </a:lnTo>
                <a:lnTo>
                  <a:pt x="4435" y="2047"/>
                </a:lnTo>
                <a:lnTo>
                  <a:pt x="4435" y="2048"/>
                </a:lnTo>
                <a:lnTo>
                  <a:pt x="4437" y="2048"/>
                </a:lnTo>
                <a:lnTo>
                  <a:pt x="4439" y="2049"/>
                </a:lnTo>
                <a:lnTo>
                  <a:pt x="4439" y="2050"/>
                </a:lnTo>
                <a:lnTo>
                  <a:pt x="4440" y="2050"/>
                </a:lnTo>
                <a:lnTo>
                  <a:pt x="4441" y="2050"/>
                </a:lnTo>
                <a:lnTo>
                  <a:pt x="4442" y="2051"/>
                </a:lnTo>
                <a:lnTo>
                  <a:pt x="4442" y="2052"/>
                </a:lnTo>
                <a:lnTo>
                  <a:pt x="4443" y="2055"/>
                </a:lnTo>
                <a:lnTo>
                  <a:pt x="4444" y="2059"/>
                </a:lnTo>
                <a:lnTo>
                  <a:pt x="4444" y="2060"/>
                </a:lnTo>
                <a:lnTo>
                  <a:pt x="4443" y="2060"/>
                </a:lnTo>
                <a:lnTo>
                  <a:pt x="4443" y="2061"/>
                </a:lnTo>
                <a:lnTo>
                  <a:pt x="4442" y="2061"/>
                </a:lnTo>
                <a:lnTo>
                  <a:pt x="4441" y="2062"/>
                </a:lnTo>
                <a:lnTo>
                  <a:pt x="4441" y="2063"/>
                </a:lnTo>
                <a:lnTo>
                  <a:pt x="4442" y="2064"/>
                </a:lnTo>
                <a:lnTo>
                  <a:pt x="4443" y="2064"/>
                </a:lnTo>
                <a:lnTo>
                  <a:pt x="4444" y="2064"/>
                </a:lnTo>
                <a:lnTo>
                  <a:pt x="4445" y="2065"/>
                </a:lnTo>
                <a:lnTo>
                  <a:pt x="4444" y="2067"/>
                </a:lnTo>
                <a:lnTo>
                  <a:pt x="4443" y="2067"/>
                </a:lnTo>
                <a:lnTo>
                  <a:pt x="4443" y="2069"/>
                </a:lnTo>
                <a:lnTo>
                  <a:pt x="4444" y="2069"/>
                </a:lnTo>
                <a:lnTo>
                  <a:pt x="4444" y="2068"/>
                </a:lnTo>
                <a:lnTo>
                  <a:pt x="4447" y="2068"/>
                </a:lnTo>
                <a:lnTo>
                  <a:pt x="4448" y="2067"/>
                </a:lnTo>
                <a:lnTo>
                  <a:pt x="4451" y="2067"/>
                </a:lnTo>
                <a:lnTo>
                  <a:pt x="4451" y="2068"/>
                </a:lnTo>
                <a:lnTo>
                  <a:pt x="4452" y="2069"/>
                </a:lnTo>
                <a:lnTo>
                  <a:pt x="4453" y="2068"/>
                </a:lnTo>
                <a:lnTo>
                  <a:pt x="4453" y="2067"/>
                </a:lnTo>
                <a:lnTo>
                  <a:pt x="4453" y="2066"/>
                </a:lnTo>
                <a:lnTo>
                  <a:pt x="4454" y="2066"/>
                </a:lnTo>
                <a:lnTo>
                  <a:pt x="4454" y="2065"/>
                </a:lnTo>
                <a:lnTo>
                  <a:pt x="4455" y="2064"/>
                </a:lnTo>
                <a:lnTo>
                  <a:pt x="4456" y="2064"/>
                </a:lnTo>
                <a:lnTo>
                  <a:pt x="4456" y="2065"/>
                </a:lnTo>
                <a:lnTo>
                  <a:pt x="4456" y="2066"/>
                </a:lnTo>
                <a:lnTo>
                  <a:pt x="4457" y="2066"/>
                </a:lnTo>
                <a:lnTo>
                  <a:pt x="4457" y="2067"/>
                </a:lnTo>
                <a:lnTo>
                  <a:pt x="4458" y="2067"/>
                </a:lnTo>
                <a:lnTo>
                  <a:pt x="4459" y="2066"/>
                </a:lnTo>
                <a:lnTo>
                  <a:pt x="4459" y="2065"/>
                </a:lnTo>
                <a:lnTo>
                  <a:pt x="4459" y="2064"/>
                </a:lnTo>
                <a:lnTo>
                  <a:pt x="4460" y="2064"/>
                </a:lnTo>
                <a:lnTo>
                  <a:pt x="4461" y="2064"/>
                </a:lnTo>
                <a:lnTo>
                  <a:pt x="4462" y="2064"/>
                </a:lnTo>
                <a:lnTo>
                  <a:pt x="4462" y="2063"/>
                </a:lnTo>
                <a:lnTo>
                  <a:pt x="4463" y="2063"/>
                </a:lnTo>
                <a:lnTo>
                  <a:pt x="4464" y="2063"/>
                </a:lnTo>
                <a:lnTo>
                  <a:pt x="4464" y="2064"/>
                </a:lnTo>
                <a:lnTo>
                  <a:pt x="4464" y="2065"/>
                </a:lnTo>
                <a:lnTo>
                  <a:pt x="4465" y="2065"/>
                </a:lnTo>
                <a:lnTo>
                  <a:pt x="4465" y="2066"/>
                </a:lnTo>
                <a:lnTo>
                  <a:pt x="4463" y="2067"/>
                </a:lnTo>
                <a:lnTo>
                  <a:pt x="4462" y="2067"/>
                </a:lnTo>
                <a:lnTo>
                  <a:pt x="4462" y="2068"/>
                </a:lnTo>
                <a:lnTo>
                  <a:pt x="4461" y="2069"/>
                </a:lnTo>
                <a:lnTo>
                  <a:pt x="4460" y="2069"/>
                </a:lnTo>
                <a:lnTo>
                  <a:pt x="4460" y="2070"/>
                </a:lnTo>
                <a:lnTo>
                  <a:pt x="4459" y="2070"/>
                </a:lnTo>
                <a:lnTo>
                  <a:pt x="4458" y="2070"/>
                </a:lnTo>
                <a:lnTo>
                  <a:pt x="4456" y="2069"/>
                </a:lnTo>
                <a:lnTo>
                  <a:pt x="4455" y="2069"/>
                </a:lnTo>
                <a:lnTo>
                  <a:pt x="4454" y="2069"/>
                </a:lnTo>
                <a:lnTo>
                  <a:pt x="4454" y="2071"/>
                </a:lnTo>
                <a:lnTo>
                  <a:pt x="4455" y="2072"/>
                </a:lnTo>
                <a:lnTo>
                  <a:pt x="4456" y="2073"/>
                </a:lnTo>
                <a:lnTo>
                  <a:pt x="4457" y="2073"/>
                </a:lnTo>
                <a:lnTo>
                  <a:pt x="4457" y="2074"/>
                </a:lnTo>
                <a:lnTo>
                  <a:pt x="4458" y="2074"/>
                </a:lnTo>
                <a:lnTo>
                  <a:pt x="4459" y="2075"/>
                </a:lnTo>
                <a:lnTo>
                  <a:pt x="4461" y="2076"/>
                </a:lnTo>
                <a:lnTo>
                  <a:pt x="4463" y="2077"/>
                </a:lnTo>
                <a:lnTo>
                  <a:pt x="4464" y="2078"/>
                </a:lnTo>
                <a:lnTo>
                  <a:pt x="4464" y="2079"/>
                </a:lnTo>
                <a:lnTo>
                  <a:pt x="4465" y="2079"/>
                </a:lnTo>
                <a:lnTo>
                  <a:pt x="4465" y="2080"/>
                </a:lnTo>
                <a:lnTo>
                  <a:pt x="4464" y="2080"/>
                </a:lnTo>
                <a:lnTo>
                  <a:pt x="4459" y="2076"/>
                </a:lnTo>
                <a:lnTo>
                  <a:pt x="4456" y="2074"/>
                </a:lnTo>
                <a:lnTo>
                  <a:pt x="4458" y="2076"/>
                </a:lnTo>
                <a:lnTo>
                  <a:pt x="4461" y="2079"/>
                </a:lnTo>
                <a:lnTo>
                  <a:pt x="4464" y="2082"/>
                </a:lnTo>
                <a:lnTo>
                  <a:pt x="4463" y="2082"/>
                </a:lnTo>
                <a:lnTo>
                  <a:pt x="4462" y="2082"/>
                </a:lnTo>
                <a:lnTo>
                  <a:pt x="4462" y="2081"/>
                </a:lnTo>
                <a:lnTo>
                  <a:pt x="4461" y="2079"/>
                </a:lnTo>
                <a:lnTo>
                  <a:pt x="4460" y="2078"/>
                </a:lnTo>
                <a:lnTo>
                  <a:pt x="4459" y="2078"/>
                </a:lnTo>
                <a:lnTo>
                  <a:pt x="4456" y="2076"/>
                </a:lnTo>
                <a:lnTo>
                  <a:pt x="4455" y="2075"/>
                </a:lnTo>
                <a:lnTo>
                  <a:pt x="4454" y="2075"/>
                </a:lnTo>
                <a:lnTo>
                  <a:pt x="4453" y="2076"/>
                </a:lnTo>
                <a:lnTo>
                  <a:pt x="4452" y="2076"/>
                </a:lnTo>
                <a:lnTo>
                  <a:pt x="4451" y="2076"/>
                </a:lnTo>
                <a:lnTo>
                  <a:pt x="4450" y="2076"/>
                </a:lnTo>
                <a:lnTo>
                  <a:pt x="4449" y="2076"/>
                </a:lnTo>
                <a:lnTo>
                  <a:pt x="4448" y="2076"/>
                </a:lnTo>
                <a:lnTo>
                  <a:pt x="4447" y="2077"/>
                </a:lnTo>
                <a:lnTo>
                  <a:pt x="4447" y="2078"/>
                </a:lnTo>
                <a:lnTo>
                  <a:pt x="4446" y="2078"/>
                </a:lnTo>
                <a:lnTo>
                  <a:pt x="4444" y="2077"/>
                </a:lnTo>
                <a:lnTo>
                  <a:pt x="4443" y="2076"/>
                </a:lnTo>
                <a:lnTo>
                  <a:pt x="4442" y="2076"/>
                </a:lnTo>
                <a:lnTo>
                  <a:pt x="4440" y="2076"/>
                </a:lnTo>
                <a:lnTo>
                  <a:pt x="4439" y="2077"/>
                </a:lnTo>
                <a:lnTo>
                  <a:pt x="4439" y="2078"/>
                </a:lnTo>
                <a:lnTo>
                  <a:pt x="4440" y="2080"/>
                </a:lnTo>
                <a:lnTo>
                  <a:pt x="4441" y="2080"/>
                </a:lnTo>
                <a:lnTo>
                  <a:pt x="4440" y="2080"/>
                </a:lnTo>
                <a:lnTo>
                  <a:pt x="4440" y="2081"/>
                </a:lnTo>
                <a:lnTo>
                  <a:pt x="4441" y="2082"/>
                </a:lnTo>
                <a:lnTo>
                  <a:pt x="4440" y="2083"/>
                </a:lnTo>
                <a:lnTo>
                  <a:pt x="4440" y="2084"/>
                </a:lnTo>
                <a:lnTo>
                  <a:pt x="4440" y="2083"/>
                </a:lnTo>
                <a:lnTo>
                  <a:pt x="4439" y="2084"/>
                </a:lnTo>
                <a:lnTo>
                  <a:pt x="4439" y="2085"/>
                </a:lnTo>
                <a:lnTo>
                  <a:pt x="4439" y="2086"/>
                </a:lnTo>
                <a:lnTo>
                  <a:pt x="4438" y="2085"/>
                </a:lnTo>
                <a:lnTo>
                  <a:pt x="4438" y="2086"/>
                </a:lnTo>
                <a:lnTo>
                  <a:pt x="4438" y="2087"/>
                </a:lnTo>
                <a:lnTo>
                  <a:pt x="4437" y="2087"/>
                </a:lnTo>
                <a:lnTo>
                  <a:pt x="4436" y="2089"/>
                </a:lnTo>
                <a:lnTo>
                  <a:pt x="4436" y="2090"/>
                </a:lnTo>
                <a:lnTo>
                  <a:pt x="4435" y="2090"/>
                </a:lnTo>
                <a:lnTo>
                  <a:pt x="4435" y="2091"/>
                </a:lnTo>
                <a:lnTo>
                  <a:pt x="4435" y="2092"/>
                </a:lnTo>
                <a:lnTo>
                  <a:pt x="4434" y="2094"/>
                </a:lnTo>
                <a:lnTo>
                  <a:pt x="4434" y="2095"/>
                </a:lnTo>
                <a:lnTo>
                  <a:pt x="4434" y="2096"/>
                </a:lnTo>
                <a:lnTo>
                  <a:pt x="4433" y="2099"/>
                </a:lnTo>
                <a:lnTo>
                  <a:pt x="4433" y="2100"/>
                </a:lnTo>
                <a:lnTo>
                  <a:pt x="4432" y="2102"/>
                </a:lnTo>
                <a:lnTo>
                  <a:pt x="4432" y="2103"/>
                </a:lnTo>
                <a:lnTo>
                  <a:pt x="4431" y="2103"/>
                </a:lnTo>
                <a:lnTo>
                  <a:pt x="4431" y="2104"/>
                </a:lnTo>
                <a:lnTo>
                  <a:pt x="4430" y="2104"/>
                </a:lnTo>
                <a:lnTo>
                  <a:pt x="4429" y="2104"/>
                </a:lnTo>
                <a:lnTo>
                  <a:pt x="4430" y="2104"/>
                </a:lnTo>
                <a:lnTo>
                  <a:pt x="4431" y="2104"/>
                </a:lnTo>
                <a:lnTo>
                  <a:pt x="4431" y="2105"/>
                </a:lnTo>
                <a:lnTo>
                  <a:pt x="4431" y="2106"/>
                </a:lnTo>
                <a:lnTo>
                  <a:pt x="4432" y="2108"/>
                </a:lnTo>
                <a:lnTo>
                  <a:pt x="4433" y="2108"/>
                </a:lnTo>
                <a:lnTo>
                  <a:pt x="4433" y="2109"/>
                </a:lnTo>
                <a:lnTo>
                  <a:pt x="4434" y="2109"/>
                </a:lnTo>
                <a:lnTo>
                  <a:pt x="4434" y="2110"/>
                </a:lnTo>
                <a:lnTo>
                  <a:pt x="4434" y="2113"/>
                </a:lnTo>
                <a:lnTo>
                  <a:pt x="4434" y="2114"/>
                </a:lnTo>
                <a:lnTo>
                  <a:pt x="4433" y="2115"/>
                </a:lnTo>
                <a:lnTo>
                  <a:pt x="4433" y="2116"/>
                </a:lnTo>
                <a:lnTo>
                  <a:pt x="4433" y="2117"/>
                </a:lnTo>
                <a:lnTo>
                  <a:pt x="4434" y="2118"/>
                </a:lnTo>
                <a:lnTo>
                  <a:pt x="4435" y="2121"/>
                </a:lnTo>
                <a:lnTo>
                  <a:pt x="4435" y="2123"/>
                </a:lnTo>
                <a:lnTo>
                  <a:pt x="4436" y="2123"/>
                </a:lnTo>
                <a:lnTo>
                  <a:pt x="4437" y="2125"/>
                </a:lnTo>
                <a:lnTo>
                  <a:pt x="4436" y="2125"/>
                </a:lnTo>
                <a:lnTo>
                  <a:pt x="4435" y="2126"/>
                </a:lnTo>
                <a:lnTo>
                  <a:pt x="4434" y="2126"/>
                </a:lnTo>
                <a:lnTo>
                  <a:pt x="4433" y="2125"/>
                </a:lnTo>
                <a:lnTo>
                  <a:pt x="4432" y="2124"/>
                </a:lnTo>
                <a:lnTo>
                  <a:pt x="4431" y="2124"/>
                </a:lnTo>
                <a:lnTo>
                  <a:pt x="4431" y="2125"/>
                </a:lnTo>
                <a:lnTo>
                  <a:pt x="4431" y="2126"/>
                </a:lnTo>
                <a:lnTo>
                  <a:pt x="4432" y="2126"/>
                </a:lnTo>
                <a:lnTo>
                  <a:pt x="4431" y="2125"/>
                </a:lnTo>
                <a:lnTo>
                  <a:pt x="4432" y="2125"/>
                </a:lnTo>
                <a:lnTo>
                  <a:pt x="4433" y="2126"/>
                </a:lnTo>
                <a:lnTo>
                  <a:pt x="4433" y="2127"/>
                </a:lnTo>
                <a:lnTo>
                  <a:pt x="4433" y="2128"/>
                </a:lnTo>
                <a:lnTo>
                  <a:pt x="4431" y="2128"/>
                </a:lnTo>
                <a:lnTo>
                  <a:pt x="4431" y="2129"/>
                </a:lnTo>
                <a:lnTo>
                  <a:pt x="4431" y="2130"/>
                </a:lnTo>
                <a:lnTo>
                  <a:pt x="4432" y="2130"/>
                </a:lnTo>
                <a:lnTo>
                  <a:pt x="4432" y="2129"/>
                </a:lnTo>
                <a:lnTo>
                  <a:pt x="4433" y="2128"/>
                </a:lnTo>
                <a:lnTo>
                  <a:pt x="4434" y="2128"/>
                </a:lnTo>
                <a:lnTo>
                  <a:pt x="4436" y="2128"/>
                </a:lnTo>
                <a:lnTo>
                  <a:pt x="4437" y="2128"/>
                </a:lnTo>
                <a:lnTo>
                  <a:pt x="4438" y="2127"/>
                </a:lnTo>
                <a:lnTo>
                  <a:pt x="4438" y="2128"/>
                </a:lnTo>
                <a:lnTo>
                  <a:pt x="4439" y="2129"/>
                </a:lnTo>
                <a:lnTo>
                  <a:pt x="4439" y="2130"/>
                </a:lnTo>
                <a:lnTo>
                  <a:pt x="4439" y="2131"/>
                </a:lnTo>
                <a:lnTo>
                  <a:pt x="4440" y="2131"/>
                </a:lnTo>
                <a:lnTo>
                  <a:pt x="4440" y="2132"/>
                </a:lnTo>
                <a:lnTo>
                  <a:pt x="4441" y="2132"/>
                </a:lnTo>
                <a:lnTo>
                  <a:pt x="4441" y="2133"/>
                </a:lnTo>
                <a:lnTo>
                  <a:pt x="4441" y="2135"/>
                </a:lnTo>
                <a:lnTo>
                  <a:pt x="4442" y="2135"/>
                </a:lnTo>
                <a:lnTo>
                  <a:pt x="4443" y="2135"/>
                </a:lnTo>
                <a:lnTo>
                  <a:pt x="4444" y="2135"/>
                </a:lnTo>
                <a:lnTo>
                  <a:pt x="4444" y="2136"/>
                </a:lnTo>
                <a:lnTo>
                  <a:pt x="4445" y="2136"/>
                </a:lnTo>
                <a:lnTo>
                  <a:pt x="4448" y="2136"/>
                </a:lnTo>
                <a:lnTo>
                  <a:pt x="4449" y="2136"/>
                </a:lnTo>
                <a:lnTo>
                  <a:pt x="4449" y="2137"/>
                </a:lnTo>
                <a:lnTo>
                  <a:pt x="4449" y="2138"/>
                </a:lnTo>
                <a:lnTo>
                  <a:pt x="4450" y="2138"/>
                </a:lnTo>
                <a:lnTo>
                  <a:pt x="4451" y="2139"/>
                </a:lnTo>
                <a:lnTo>
                  <a:pt x="4452" y="2139"/>
                </a:lnTo>
                <a:lnTo>
                  <a:pt x="4452" y="2140"/>
                </a:lnTo>
                <a:lnTo>
                  <a:pt x="4453" y="2140"/>
                </a:lnTo>
                <a:lnTo>
                  <a:pt x="4454" y="2140"/>
                </a:lnTo>
                <a:lnTo>
                  <a:pt x="4455" y="2142"/>
                </a:lnTo>
                <a:lnTo>
                  <a:pt x="4456" y="2142"/>
                </a:lnTo>
                <a:lnTo>
                  <a:pt x="4458" y="2141"/>
                </a:lnTo>
                <a:lnTo>
                  <a:pt x="4459" y="2142"/>
                </a:lnTo>
                <a:lnTo>
                  <a:pt x="4459" y="2140"/>
                </a:lnTo>
                <a:lnTo>
                  <a:pt x="4459" y="2139"/>
                </a:lnTo>
                <a:lnTo>
                  <a:pt x="4460" y="2139"/>
                </a:lnTo>
                <a:lnTo>
                  <a:pt x="4461" y="2139"/>
                </a:lnTo>
                <a:lnTo>
                  <a:pt x="4462" y="2139"/>
                </a:lnTo>
                <a:lnTo>
                  <a:pt x="4464" y="2139"/>
                </a:lnTo>
                <a:lnTo>
                  <a:pt x="4464" y="2143"/>
                </a:lnTo>
                <a:lnTo>
                  <a:pt x="4467" y="2143"/>
                </a:lnTo>
                <a:lnTo>
                  <a:pt x="4466" y="2142"/>
                </a:lnTo>
                <a:lnTo>
                  <a:pt x="4466" y="2141"/>
                </a:lnTo>
                <a:lnTo>
                  <a:pt x="4466" y="2140"/>
                </a:lnTo>
                <a:lnTo>
                  <a:pt x="4466" y="2139"/>
                </a:lnTo>
                <a:lnTo>
                  <a:pt x="4468" y="2139"/>
                </a:lnTo>
                <a:lnTo>
                  <a:pt x="4470" y="2141"/>
                </a:lnTo>
                <a:lnTo>
                  <a:pt x="4472" y="2141"/>
                </a:lnTo>
                <a:lnTo>
                  <a:pt x="4473" y="2140"/>
                </a:lnTo>
                <a:lnTo>
                  <a:pt x="4474" y="2140"/>
                </a:lnTo>
                <a:lnTo>
                  <a:pt x="4475" y="2142"/>
                </a:lnTo>
                <a:lnTo>
                  <a:pt x="4475" y="2143"/>
                </a:lnTo>
                <a:lnTo>
                  <a:pt x="4475" y="2146"/>
                </a:lnTo>
                <a:lnTo>
                  <a:pt x="4476" y="2146"/>
                </a:lnTo>
                <a:lnTo>
                  <a:pt x="4476" y="2147"/>
                </a:lnTo>
                <a:lnTo>
                  <a:pt x="4473" y="2156"/>
                </a:lnTo>
                <a:lnTo>
                  <a:pt x="4473" y="2155"/>
                </a:lnTo>
                <a:lnTo>
                  <a:pt x="4474" y="2155"/>
                </a:lnTo>
                <a:lnTo>
                  <a:pt x="4475" y="2155"/>
                </a:lnTo>
                <a:lnTo>
                  <a:pt x="4475" y="2154"/>
                </a:lnTo>
                <a:lnTo>
                  <a:pt x="4476" y="2154"/>
                </a:lnTo>
                <a:lnTo>
                  <a:pt x="4476" y="2155"/>
                </a:lnTo>
                <a:lnTo>
                  <a:pt x="4477" y="2155"/>
                </a:lnTo>
                <a:lnTo>
                  <a:pt x="4477" y="2154"/>
                </a:lnTo>
                <a:lnTo>
                  <a:pt x="4478" y="2153"/>
                </a:lnTo>
                <a:lnTo>
                  <a:pt x="4479" y="2153"/>
                </a:lnTo>
                <a:lnTo>
                  <a:pt x="4479" y="2154"/>
                </a:lnTo>
                <a:lnTo>
                  <a:pt x="4480" y="2154"/>
                </a:lnTo>
                <a:lnTo>
                  <a:pt x="4480" y="2155"/>
                </a:lnTo>
                <a:lnTo>
                  <a:pt x="4481" y="2156"/>
                </a:lnTo>
                <a:lnTo>
                  <a:pt x="4481" y="2157"/>
                </a:lnTo>
                <a:lnTo>
                  <a:pt x="4482" y="2157"/>
                </a:lnTo>
                <a:lnTo>
                  <a:pt x="4482" y="2156"/>
                </a:lnTo>
                <a:lnTo>
                  <a:pt x="4482" y="2155"/>
                </a:lnTo>
                <a:lnTo>
                  <a:pt x="4482" y="2154"/>
                </a:lnTo>
                <a:lnTo>
                  <a:pt x="4482" y="2153"/>
                </a:lnTo>
                <a:lnTo>
                  <a:pt x="4483" y="2153"/>
                </a:lnTo>
                <a:lnTo>
                  <a:pt x="4483" y="2152"/>
                </a:lnTo>
                <a:lnTo>
                  <a:pt x="4484" y="2152"/>
                </a:lnTo>
                <a:lnTo>
                  <a:pt x="4484" y="2151"/>
                </a:lnTo>
                <a:lnTo>
                  <a:pt x="4485" y="2151"/>
                </a:lnTo>
                <a:lnTo>
                  <a:pt x="4485" y="2150"/>
                </a:lnTo>
                <a:lnTo>
                  <a:pt x="4486" y="2150"/>
                </a:lnTo>
                <a:lnTo>
                  <a:pt x="4487" y="2150"/>
                </a:lnTo>
                <a:lnTo>
                  <a:pt x="4491" y="2149"/>
                </a:lnTo>
                <a:lnTo>
                  <a:pt x="4491" y="2150"/>
                </a:lnTo>
                <a:lnTo>
                  <a:pt x="4494" y="2149"/>
                </a:lnTo>
                <a:lnTo>
                  <a:pt x="4494" y="2151"/>
                </a:lnTo>
                <a:lnTo>
                  <a:pt x="4495" y="2152"/>
                </a:lnTo>
                <a:lnTo>
                  <a:pt x="4495" y="2153"/>
                </a:lnTo>
                <a:lnTo>
                  <a:pt x="4496" y="2153"/>
                </a:lnTo>
                <a:lnTo>
                  <a:pt x="4496" y="2152"/>
                </a:lnTo>
                <a:lnTo>
                  <a:pt x="4496" y="2151"/>
                </a:lnTo>
                <a:lnTo>
                  <a:pt x="4497" y="2151"/>
                </a:lnTo>
                <a:lnTo>
                  <a:pt x="4497" y="2149"/>
                </a:lnTo>
                <a:lnTo>
                  <a:pt x="4497" y="2147"/>
                </a:lnTo>
                <a:lnTo>
                  <a:pt x="4502" y="2147"/>
                </a:lnTo>
                <a:lnTo>
                  <a:pt x="4503" y="2147"/>
                </a:lnTo>
                <a:lnTo>
                  <a:pt x="4503" y="2149"/>
                </a:lnTo>
                <a:lnTo>
                  <a:pt x="4503" y="2151"/>
                </a:lnTo>
                <a:lnTo>
                  <a:pt x="4503" y="2153"/>
                </a:lnTo>
                <a:lnTo>
                  <a:pt x="4503" y="2154"/>
                </a:lnTo>
                <a:lnTo>
                  <a:pt x="4503" y="2155"/>
                </a:lnTo>
                <a:lnTo>
                  <a:pt x="4503" y="2156"/>
                </a:lnTo>
                <a:lnTo>
                  <a:pt x="4504" y="2156"/>
                </a:lnTo>
                <a:lnTo>
                  <a:pt x="4505" y="2156"/>
                </a:lnTo>
                <a:lnTo>
                  <a:pt x="4505" y="2155"/>
                </a:lnTo>
                <a:lnTo>
                  <a:pt x="4504" y="2155"/>
                </a:lnTo>
                <a:lnTo>
                  <a:pt x="4504" y="2154"/>
                </a:lnTo>
                <a:lnTo>
                  <a:pt x="4504" y="2153"/>
                </a:lnTo>
                <a:lnTo>
                  <a:pt x="4505" y="2153"/>
                </a:lnTo>
                <a:lnTo>
                  <a:pt x="4505" y="2152"/>
                </a:lnTo>
                <a:lnTo>
                  <a:pt x="4505" y="2151"/>
                </a:lnTo>
                <a:lnTo>
                  <a:pt x="4506" y="2150"/>
                </a:lnTo>
                <a:lnTo>
                  <a:pt x="4505" y="2149"/>
                </a:lnTo>
                <a:lnTo>
                  <a:pt x="4506" y="2148"/>
                </a:lnTo>
                <a:lnTo>
                  <a:pt x="4507" y="2148"/>
                </a:lnTo>
                <a:lnTo>
                  <a:pt x="4507" y="2147"/>
                </a:lnTo>
                <a:lnTo>
                  <a:pt x="4506" y="2146"/>
                </a:lnTo>
                <a:lnTo>
                  <a:pt x="4508" y="2145"/>
                </a:lnTo>
                <a:lnTo>
                  <a:pt x="4509" y="2144"/>
                </a:lnTo>
                <a:lnTo>
                  <a:pt x="4510" y="2144"/>
                </a:lnTo>
                <a:lnTo>
                  <a:pt x="4510" y="2145"/>
                </a:lnTo>
                <a:lnTo>
                  <a:pt x="4515" y="2143"/>
                </a:lnTo>
                <a:lnTo>
                  <a:pt x="4515" y="2145"/>
                </a:lnTo>
                <a:lnTo>
                  <a:pt x="4515" y="2146"/>
                </a:lnTo>
                <a:lnTo>
                  <a:pt x="4518" y="2145"/>
                </a:lnTo>
                <a:lnTo>
                  <a:pt x="4518" y="2143"/>
                </a:lnTo>
                <a:lnTo>
                  <a:pt x="4517" y="2143"/>
                </a:lnTo>
                <a:lnTo>
                  <a:pt x="4519" y="2142"/>
                </a:lnTo>
                <a:lnTo>
                  <a:pt x="4520" y="2143"/>
                </a:lnTo>
                <a:lnTo>
                  <a:pt x="4520" y="2144"/>
                </a:lnTo>
                <a:lnTo>
                  <a:pt x="4520" y="2145"/>
                </a:lnTo>
                <a:lnTo>
                  <a:pt x="4521" y="2144"/>
                </a:lnTo>
                <a:lnTo>
                  <a:pt x="4522" y="2144"/>
                </a:lnTo>
                <a:lnTo>
                  <a:pt x="4522" y="2142"/>
                </a:lnTo>
                <a:lnTo>
                  <a:pt x="4523" y="2141"/>
                </a:lnTo>
                <a:lnTo>
                  <a:pt x="4524" y="2139"/>
                </a:lnTo>
                <a:lnTo>
                  <a:pt x="4524" y="2138"/>
                </a:lnTo>
                <a:lnTo>
                  <a:pt x="4525" y="2137"/>
                </a:lnTo>
                <a:lnTo>
                  <a:pt x="4525" y="2136"/>
                </a:lnTo>
                <a:lnTo>
                  <a:pt x="4526" y="2135"/>
                </a:lnTo>
                <a:lnTo>
                  <a:pt x="4527" y="2135"/>
                </a:lnTo>
                <a:lnTo>
                  <a:pt x="4528" y="2135"/>
                </a:lnTo>
                <a:lnTo>
                  <a:pt x="4528" y="2134"/>
                </a:lnTo>
                <a:lnTo>
                  <a:pt x="4530" y="2133"/>
                </a:lnTo>
                <a:lnTo>
                  <a:pt x="4530" y="2132"/>
                </a:lnTo>
                <a:lnTo>
                  <a:pt x="4529" y="2131"/>
                </a:lnTo>
                <a:lnTo>
                  <a:pt x="4528" y="2131"/>
                </a:lnTo>
                <a:lnTo>
                  <a:pt x="4529" y="2131"/>
                </a:lnTo>
                <a:lnTo>
                  <a:pt x="4530" y="2131"/>
                </a:lnTo>
                <a:lnTo>
                  <a:pt x="4532" y="2130"/>
                </a:lnTo>
                <a:lnTo>
                  <a:pt x="4533" y="2129"/>
                </a:lnTo>
                <a:lnTo>
                  <a:pt x="4534" y="2128"/>
                </a:lnTo>
                <a:lnTo>
                  <a:pt x="4533" y="2128"/>
                </a:lnTo>
                <a:lnTo>
                  <a:pt x="4534" y="2128"/>
                </a:lnTo>
                <a:lnTo>
                  <a:pt x="4534" y="2127"/>
                </a:lnTo>
                <a:lnTo>
                  <a:pt x="4535" y="2126"/>
                </a:lnTo>
                <a:lnTo>
                  <a:pt x="4535" y="2124"/>
                </a:lnTo>
                <a:lnTo>
                  <a:pt x="4533" y="2125"/>
                </a:lnTo>
                <a:lnTo>
                  <a:pt x="4533" y="2124"/>
                </a:lnTo>
                <a:lnTo>
                  <a:pt x="4535" y="2124"/>
                </a:lnTo>
                <a:lnTo>
                  <a:pt x="4535" y="2123"/>
                </a:lnTo>
                <a:lnTo>
                  <a:pt x="4535" y="2122"/>
                </a:lnTo>
                <a:lnTo>
                  <a:pt x="4534" y="2122"/>
                </a:lnTo>
                <a:lnTo>
                  <a:pt x="4534" y="2121"/>
                </a:lnTo>
                <a:lnTo>
                  <a:pt x="4534" y="2120"/>
                </a:lnTo>
                <a:lnTo>
                  <a:pt x="4534" y="2119"/>
                </a:lnTo>
                <a:lnTo>
                  <a:pt x="4534" y="2120"/>
                </a:lnTo>
                <a:lnTo>
                  <a:pt x="4535" y="2120"/>
                </a:lnTo>
                <a:lnTo>
                  <a:pt x="4535" y="2119"/>
                </a:lnTo>
                <a:lnTo>
                  <a:pt x="4536" y="2119"/>
                </a:lnTo>
                <a:lnTo>
                  <a:pt x="4535" y="2119"/>
                </a:lnTo>
                <a:lnTo>
                  <a:pt x="4535" y="2118"/>
                </a:lnTo>
                <a:lnTo>
                  <a:pt x="4534" y="2118"/>
                </a:lnTo>
                <a:lnTo>
                  <a:pt x="4533" y="2118"/>
                </a:lnTo>
                <a:lnTo>
                  <a:pt x="4533" y="2117"/>
                </a:lnTo>
                <a:lnTo>
                  <a:pt x="4533" y="2116"/>
                </a:lnTo>
                <a:lnTo>
                  <a:pt x="4532" y="2116"/>
                </a:lnTo>
                <a:lnTo>
                  <a:pt x="4532" y="2115"/>
                </a:lnTo>
                <a:lnTo>
                  <a:pt x="4530" y="2115"/>
                </a:lnTo>
                <a:lnTo>
                  <a:pt x="4530" y="2116"/>
                </a:lnTo>
                <a:lnTo>
                  <a:pt x="4529" y="2116"/>
                </a:lnTo>
                <a:lnTo>
                  <a:pt x="4528" y="2115"/>
                </a:lnTo>
                <a:lnTo>
                  <a:pt x="4527" y="2114"/>
                </a:lnTo>
                <a:lnTo>
                  <a:pt x="4527" y="2113"/>
                </a:lnTo>
                <a:lnTo>
                  <a:pt x="4527" y="2111"/>
                </a:lnTo>
                <a:lnTo>
                  <a:pt x="4526" y="2111"/>
                </a:lnTo>
                <a:lnTo>
                  <a:pt x="4527" y="2110"/>
                </a:lnTo>
                <a:lnTo>
                  <a:pt x="4528" y="2110"/>
                </a:lnTo>
                <a:lnTo>
                  <a:pt x="4529" y="2109"/>
                </a:lnTo>
                <a:lnTo>
                  <a:pt x="4530" y="2109"/>
                </a:lnTo>
                <a:lnTo>
                  <a:pt x="4534" y="2108"/>
                </a:lnTo>
                <a:lnTo>
                  <a:pt x="4536" y="2108"/>
                </a:lnTo>
                <a:lnTo>
                  <a:pt x="4536" y="2107"/>
                </a:lnTo>
                <a:lnTo>
                  <a:pt x="4537" y="2107"/>
                </a:lnTo>
                <a:lnTo>
                  <a:pt x="4537" y="2106"/>
                </a:lnTo>
                <a:lnTo>
                  <a:pt x="4537" y="2105"/>
                </a:lnTo>
                <a:lnTo>
                  <a:pt x="4537" y="2104"/>
                </a:lnTo>
                <a:lnTo>
                  <a:pt x="4537" y="2103"/>
                </a:lnTo>
                <a:lnTo>
                  <a:pt x="4538" y="2103"/>
                </a:lnTo>
                <a:lnTo>
                  <a:pt x="4537" y="2103"/>
                </a:lnTo>
                <a:lnTo>
                  <a:pt x="4538" y="2102"/>
                </a:lnTo>
                <a:lnTo>
                  <a:pt x="4540" y="2102"/>
                </a:lnTo>
                <a:lnTo>
                  <a:pt x="4540" y="2103"/>
                </a:lnTo>
                <a:lnTo>
                  <a:pt x="4542" y="2102"/>
                </a:lnTo>
                <a:lnTo>
                  <a:pt x="4543" y="2102"/>
                </a:lnTo>
                <a:lnTo>
                  <a:pt x="4543" y="2101"/>
                </a:lnTo>
                <a:lnTo>
                  <a:pt x="4544" y="2100"/>
                </a:lnTo>
                <a:lnTo>
                  <a:pt x="4543" y="2100"/>
                </a:lnTo>
                <a:lnTo>
                  <a:pt x="4545" y="2099"/>
                </a:lnTo>
                <a:lnTo>
                  <a:pt x="4546" y="2099"/>
                </a:lnTo>
                <a:lnTo>
                  <a:pt x="4548" y="2099"/>
                </a:lnTo>
                <a:lnTo>
                  <a:pt x="4549" y="2098"/>
                </a:lnTo>
                <a:lnTo>
                  <a:pt x="4550" y="2098"/>
                </a:lnTo>
                <a:lnTo>
                  <a:pt x="4550" y="2097"/>
                </a:lnTo>
                <a:lnTo>
                  <a:pt x="4551" y="2097"/>
                </a:lnTo>
                <a:lnTo>
                  <a:pt x="4551" y="2096"/>
                </a:lnTo>
                <a:lnTo>
                  <a:pt x="4551" y="2095"/>
                </a:lnTo>
                <a:lnTo>
                  <a:pt x="4552" y="2095"/>
                </a:lnTo>
                <a:lnTo>
                  <a:pt x="4553" y="2094"/>
                </a:lnTo>
                <a:lnTo>
                  <a:pt x="4554" y="2094"/>
                </a:lnTo>
                <a:lnTo>
                  <a:pt x="4555" y="2093"/>
                </a:lnTo>
                <a:lnTo>
                  <a:pt x="4556" y="2092"/>
                </a:lnTo>
                <a:lnTo>
                  <a:pt x="4557" y="2092"/>
                </a:lnTo>
                <a:lnTo>
                  <a:pt x="4557" y="2091"/>
                </a:lnTo>
                <a:lnTo>
                  <a:pt x="4558" y="2090"/>
                </a:lnTo>
                <a:lnTo>
                  <a:pt x="4560" y="2088"/>
                </a:lnTo>
                <a:lnTo>
                  <a:pt x="4562" y="2085"/>
                </a:lnTo>
                <a:lnTo>
                  <a:pt x="4562" y="2084"/>
                </a:lnTo>
                <a:lnTo>
                  <a:pt x="4563" y="2084"/>
                </a:lnTo>
                <a:lnTo>
                  <a:pt x="4563" y="2083"/>
                </a:lnTo>
                <a:lnTo>
                  <a:pt x="4564" y="2081"/>
                </a:lnTo>
                <a:lnTo>
                  <a:pt x="4564" y="2080"/>
                </a:lnTo>
                <a:lnTo>
                  <a:pt x="4563" y="2080"/>
                </a:lnTo>
                <a:lnTo>
                  <a:pt x="4560" y="2077"/>
                </a:lnTo>
                <a:lnTo>
                  <a:pt x="4560" y="2076"/>
                </a:lnTo>
                <a:lnTo>
                  <a:pt x="4561" y="2075"/>
                </a:lnTo>
                <a:lnTo>
                  <a:pt x="4562" y="2074"/>
                </a:lnTo>
                <a:lnTo>
                  <a:pt x="4563" y="2073"/>
                </a:lnTo>
                <a:lnTo>
                  <a:pt x="4563" y="2072"/>
                </a:lnTo>
                <a:lnTo>
                  <a:pt x="4569" y="2071"/>
                </a:lnTo>
                <a:lnTo>
                  <a:pt x="4569" y="2069"/>
                </a:lnTo>
                <a:lnTo>
                  <a:pt x="4570" y="2068"/>
                </a:lnTo>
                <a:lnTo>
                  <a:pt x="4570" y="2067"/>
                </a:lnTo>
                <a:lnTo>
                  <a:pt x="4570" y="2066"/>
                </a:lnTo>
                <a:lnTo>
                  <a:pt x="4569" y="2066"/>
                </a:lnTo>
                <a:lnTo>
                  <a:pt x="4568" y="2066"/>
                </a:lnTo>
                <a:lnTo>
                  <a:pt x="4568" y="2065"/>
                </a:lnTo>
                <a:lnTo>
                  <a:pt x="4568" y="2066"/>
                </a:lnTo>
                <a:lnTo>
                  <a:pt x="4568" y="2067"/>
                </a:lnTo>
                <a:lnTo>
                  <a:pt x="4568" y="2068"/>
                </a:lnTo>
                <a:lnTo>
                  <a:pt x="4567" y="2068"/>
                </a:lnTo>
                <a:lnTo>
                  <a:pt x="4566" y="2067"/>
                </a:lnTo>
                <a:lnTo>
                  <a:pt x="4566" y="2066"/>
                </a:lnTo>
                <a:lnTo>
                  <a:pt x="4567" y="2066"/>
                </a:lnTo>
                <a:lnTo>
                  <a:pt x="4568" y="2065"/>
                </a:lnTo>
                <a:lnTo>
                  <a:pt x="4566" y="2065"/>
                </a:lnTo>
                <a:lnTo>
                  <a:pt x="4566" y="2066"/>
                </a:lnTo>
                <a:lnTo>
                  <a:pt x="4565" y="2066"/>
                </a:lnTo>
                <a:lnTo>
                  <a:pt x="4565" y="2065"/>
                </a:lnTo>
                <a:lnTo>
                  <a:pt x="4564" y="2065"/>
                </a:lnTo>
                <a:lnTo>
                  <a:pt x="4563" y="2065"/>
                </a:lnTo>
                <a:lnTo>
                  <a:pt x="4562" y="2066"/>
                </a:lnTo>
                <a:lnTo>
                  <a:pt x="4560" y="2066"/>
                </a:lnTo>
                <a:lnTo>
                  <a:pt x="4559" y="2065"/>
                </a:lnTo>
                <a:lnTo>
                  <a:pt x="4559" y="2064"/>
                </a:lnTo>
                <a:lnTo>
                  <a:pt x="4560" y="2064"/>
                </a:lnTo>
                <a:lnTo>
                  <a:pt x="4561" y="2063"/>
                </a:lnTo>
                <a:lnTo>
                  <a:pt x="4561" y="2064"/>
                </a:lnTo>
                <a:lnTo>
                  <a:pt x="4562" y="2063"/>
                </a:lnTo>
                <a:lnTo>
                  <a:pt x="4563" y="2063"/>
                </a:lnTo>
                <a:lnTo>
                  <a:pt x="4566" y="2063"/>
                </a:lnTo>
                <a:lnTo>
                  <a:pt x="4567" y="2063"/>
                </a:lnTo>
                <a:lnTo>
                  <a:pt x="4568" y="2062"/>
                </a:lnTo>
                <a:lnTo>
                  <a:pt x="4569" y="2062"/>
                </a:lnTo>
                <a:lnTo>
                  <a:pt x="4570" y="2062"/>
                </a:lnTo>
                <a:lnTo>
                  <a:pt x="4571" y="2062"/>
                </a:lnTo>
                <a:lnTo>
                  <a:pt x="4572" y="2061"/>
                </a:lnTo>
                <a:lnTo>
                  <a:pt x="4573" y="2061"/>
                </a:lnTo>
                <a:lnTo>
                  <a:pt x="4574" y="2060"/>
                </a:lnTo>
                <a:lnTo>
                  <a:pt x="4575" y="2060"/>
                </a:lnTo>
                <a:lnTo>
                  <a:pt x="4576" y="2058"/>
                </a:lnTo>
                <a:lnTo>
                  <a:pt x="4577" y="2058"/>
                </a:lnTo>
                <a:lnTo>
                  <a:pt x="4577" y="2057"/>
                </a:lnTo>
                <a:lnTo>
                  <a:pt x="4578" y="2056"/>
                </a:lnTo>
                <a:lnTo>
                  <a:pt x="4579" y="2055"/>
                </a:lnTo>
                <a:lnTo>
                  <a:pt x="4579" y="2054"/>
                </a:lnTo>
                <a:lnTo>
                  <a:pt x="4580" y="2053"/>
                </a:lnTo>
                <a:lnTo>
                  <a:pt x="4581" y="2052"/>
                </a:lnTo>
                <a:lnTo>
                  <a:pt x="4582" y="2052"/>
                </a:lnTo>
                <a:lnTo>
                  <a:pt x="4583" y="2052"/>
                </a:lnTo>
                <a:lnTo>
                  <a:pt x="4584" y="2052"/>
                </a:lnTo>
                <a:lnTo>
                  <a:pt x="4585" y="2052"/>
                </a:lnTo>
                <a:lnTo>
                  <a:pt x="4587" y="2051"/>
                </a:lnTo>
                <a:lnTo>
                  <a:pt x="4588" y="2051"/>
                </a:lnTo>
                <a:lnTo>
                  <a:pt x="4589" y="2051"/>
                </a:lnTo>
                <a:lnTo>
                  <a:pt x="4590" y="2050"/>
                </a:lnTo>
                <a:lnTo>
                  <a:pt x="4591" y="2050"/>
                </a:lnTo>
                <a:lnTo>
                  <a:pt x="4592" y="2050"/>
                </a:lnTo>
                <a:lnTo>
                  <a:pt x="4593" y="2050"/>
                </a:lnTo>
                <a:lnTo>
                  <a:pt x="4593" y="2049"/>
                </a:lnTo>
                <a:lnTo>
                  <a:pt x="4594" y="2049"/>
                </a:lnTo>
                <a:lnTo>
                  <a:pt x="4595" y="2047"/>
                </a:lnTo>
                <a:lnTo>
                  <a:pt x="4596" y="2047"/>
                </a:lnTo>
                <a:lnTo>
                  <a:pt x="4596" y="2046"/>
                </a:lnTo>
                <a:lnTo>
                  <a:pt x="4596" y="2045"/>
                </a:lnTo>
                <a:lnTo>
                  <a:pt x="4597" y="2045"/>
                </a:lnTo>
                <a:lnTo>
                  <a:pt x="4598" y="2046"/>
                </a:lnTo>
                <a:lnTo>
                  <a:pt x="4599" y="2046"/>
                </a:lnTo>
                <a:lnTo>
                  <a:pt x="4600" y="2045"/>
                </a:lnTo>
                <a:lnTo>
                  <a:pt x="4599" y="2044"/>
                </a:lnTo>
                <a:lnTo>
                  <a:pt x="4600" y="2044"/>
                </a:lnTo>
                <a:lnTo>
                  <a:pt x="4601" y="2044"/>
                </a:lnTo>
                <a:lnTo>
                  <a:pt x="4602" y="2044"/>
                </a:lnTo>
                <a:lnTo>
                  <a:pt x="4602" y="2043"/>
                </a:lnTo>
                <a:lnTo>
                  <a:pt x="4603" y="2042"/>
                </a:lnTo>
                <a:lnTo>
                  <a:pt x="4603" y="2041"/>
                </a:lnTo>
                <a:lnTo>
                  <a:pt x="4605" y="2040"/>
                </a:lnTo>
                <a:lnTo>
                  <a:pt x="4605" y="2039"/>
                </a:lnTo>
                <a:lnTo>
                  <a:pt x="4606" y="2039"/>
                </a:lnTo>
                <a:lnTo>
                  <a:pt x="4607" y="2038"/>
                </a:lnTo>
                <a:lnTo>
                  <a:pt x="4608" y="2037"/>
                </a:lnTo>
                <a:lnTo>
                  <a:pt x="4608" y="2038"/>
                </a:lnTo>
                <a:lnTo>
                  <a:pt x="4609" y="2038"/>
                </a:lnTo>
                <a:lnTo>
                  <a:pt x="4610" y="2038"/>
                </a:lnTo>
                <a:lnTo>
                  <a:pt x="4611" y="2038"/>
                </a:lnTo>
                <a:lnTo>
                  <a:pt x="4612" y="2037"/>
                </a:lnTo>
                <a:lnTo>
                  <a:pt x="4612" y="2038"/>
                </a:lnTo>
                <a:lnTo>
                  <a:pt x="4613" y="2038"/>
                </a:lnTo>
                <a:lnTo>
                  <a:pt x="4614" y="2038"/>
                </a:lnTo>
                <a:lnTo>
                  <a:pt x="4615" y="2038"/>
                </a:lnTo>
                <a:lnTo>
                  <a:pt x="4616" y="2038"/>
                </a:lnTo>
                <a:lnTo>
                  <a:pt x="4617" y="2038"/>
                </a:lnTo>
                <a:lnTo>
                  <a:pt x="4618" y="2037"/>
                </a:lnTo>
                <a:lnTo>
                  <a:pt x="4619" y="2037"/>
                </a:lnTo>
                <a:lnTo>
                  <a:pt x="4619" y="2036"/>
                </a:lnTo>
                <a:lnTo>
                  <a:pt x="4620" y="2036"/>
                </a:lnTo>
                <a:lnTo>
                  <a:pt x="4621" y="2035"/>
                </a:lnTo>
                <a:lnTo>
                  <a:pt x="4622" y="2035"/>
                </a:lnTo>
                <a:lnTo>
                  <a:pt x="4623" y="2036"/>
                </a:lnTo>
                <a:lnTo>
                  <a:pt x="4624" y="2036"/>
                </a:lnTo>
                <a:lnTo>
                  <a:pt x="4625" y="2036"/>
                </a:lnTo>
                <a:lnTo>
                  <a:pt x="4626" y="2036"/>
                </a:lnTo>
                <a:lnTo>
                  <a:pt x="4627" y="2036"/>
                </a:lnTo>
                <a:lnTo>
                  <a:pt x="4628" y="2036"/>
                </a:lnTo>
                <a:lnTo>
                  <a:pt x="4628" y="2037"/>
                </a:lnTo>
                <a:lnTo>
                  <a:pt x="4628" y="2038"/>
                </a:lnTo>
                <a:lnTo>
                  <a:pt x="4627" y="2038"/>
                </a:lnTo>
                <a:lnTo>
                  <a:pt x="4627" y="2039"/>
                </a:lnTo>
                <a:lnTo>
                  <a:pt x="4627" y="2040"/>
                </a:lnTo>
                <a:lnTo>
                  <a:pt x="4628" y="2041"/>
                </a:lnTo>
                <a:lnTo>
                  <a:pt x="4629" y="2042"/>
                </a:lnTo>
                <a:lnTo>
                  <a:pt x="4631" y="2042"/>
                </a:lnTo>
                <a:lnTo>
                  <a:pt x="4631" y="2043"/>
                </a:lnTo>
                <a:lnTo>
                  <a:pt x="4632" y="2043"/>
                </a:lnTo>
                <a:lnTo>
                  <a:pt x="4633" y="2043"/>
                </a:lnTo>
                <a:lnTo>
                  <a:pt x="4633" y="2044"/>
                </a:lnTo>
                <a:lnTo>
                  <a:pt x="4634" y="2043"/>
                </a:lnTo>
                <a:lnTo>
                  <a:pt x="4635" y="2044"/>
                </a:lnTo>
                <a:lnTo>
                  <a:pt x="4635" y="2045"/>
                </a:lnTo>
                <a:lnTo>
                  <a:pt x="4636" y="2045"/>
                </a:lnTo>
                <a:lnTo>
                  <a:pt x="4636" y="2046"/>
                </a:lnTo>
                <a:lnTo>
                  <a:pt x="4636" y="2047"/>
                </a:lnTo>
                <a:lnTo>
                  <a:pt x="4637" y="2047"/>
                </a:lnTo>
                <a:lnTo>
                  <a:pt x="4637" y="2048"/>
                </a:lnTo>
                <a:lnTo>
                  <a:pt x="4638" y="2048"/>
                </a:lnTo>
                <a:lnTo>
                  <a:pt x="4639" y="2048"/>
                </a:lnTo>
                <a:lnTo>
                  <a:pt x="4640" y="2048"/>
                </a:lnTo>
                <a:lnTo>
                  <a:pt x="4641" y="2048"/>
                </a:lnTo>
                <a:lnTo>
                  <a:pt x="4642" y="2048"/>
                </a:lnTo>
                <a:lnTo>
                  <a:pt x="4642" y="2047"/>
                </a:lnTo>
                <a:lnTo>
                  <a:pt x="4643" y="2047"/>
                </a:lnTo>
                <a:lnTo>
                  <a:pt x="4644" y="2047"/>
                </a:lnTo>
                <a:lnTo>
                  <a:pt x="4646" y="2047"/>
                </a:lnTo>
                <a:lnTo>
                  <a:pt x="4647" y="2046"/>
                </a:lnTo>
                <a:lnTo>
                  <a:pt x="4648" y="2046"/>
                </a:lnTo>
                <a:lnTo>
                  <a:pt x="4649" y="2046"/>
                </a:lnTo>
                <a:lnTo>
                  <a:pt x="4650" y="2047"/>
                </a:lnTo>
                <a:lnTo>
                  <a:pt x="4651" y="2048"/>
                </a:lnTo>
                <a:lnTo>
                  <a:pt x="4650" y="2048"/>
                </a:lnTo>
                <a:lnTo>
                  <a:pt x="4650" y="2050"/>
                </a:lnTo>
                <a:lnTo>
                  <a:pt x="4650" y="2051"/>
                </a:lnTo>
                <a:lnTo>
                  <a:pt x="4649" y="2051"/>
                </a:lnTo>
                <a:lnTo>
                  <a:pt x="4649" y="2052"/>
                </a:lnTo>
                <a:lnTo>
                  <a:pt x="4649" y="2053"/>
                </a:lnTo>
                <a:lnTo>
                  <a:pt x="4650" y="2053"/>
                </a:lnTo>
                <a:lnTo>
                  <a:pt x="4650" y="2054"/>
                </a:lnTo>
                <a:lnTo>
                  <a:pt x="4651" y="2054"/>
                </a:lnTo>
                <a:lnTo>
                  <a:pt x="4651" y="2053"/>
                </a:lnTo>
                <a:lnTo>
                  <a:pt x="4652" y="2053"/>
                </a:lnTo>
                <a:lnTo>
                  <a:pt x="4652" y="2054"/>
                </a:lnTo>
                <a:lnTo>
                  <a:pt x="4652" y="2055"/>
                </a:lnTo>
                <a:lnTo>
                  <a:pt x="4651" y="2056"/>
                </a:lnTo>
                <a:lnTo>
                  <a:pt x="4651" y="2057"/>
                </a:lnTo>
                <a:lnTo>
                  <a:pt x="4652" y="2058"/>
                </a:lnTo>
                <a:lnTo>
                  <a:pt x="4651" y="2058"/>
                </a:lnTo>
                <a:lnTo>
                  <a:pt x="4651" y="2059"/>
                </a:lnTo>
                <a:lnTo>
                  <a:pt x="4653" y="2061"/>
                </a:lnTo>
                <a:lnTo>
                  <a:pt x="4654" y="2061"/>
                </a:lnTo>
                <a:lnTo>
                  <a:pt x="4654" y="2062"/>
                </a:lnTo>
                <a:lnTo>
                  <a:pt x="4655" y="2062"/>
                </a:lnTo>
                <a:lnTo>
                  <a:pt x="4656" y="2062"/>
                </a:lnTo>
                <a:lnTo>
                  <a:pt x="4657" y="2062"/>
                </a:lnTo>
                <a:lnTo>
                  <a:pt x="4658" y="2062"/>
                </a:lnTo>
                <a:lnTo>
                  <a:pt x="4660" y="2063"/>
                </a:lnTo>
                <a:lnTo>
                  <a:pt x="4662" y="2062"/>
                </a:lnTo>
                <a:lnTo>
                  <a:pt x="4663" y="2062"/>
                </a:lnTo>
                <a:lnTo>
                  <a:pt x="4664" y="2062"/>
                </a:lnTo>
                <a:lnTo>
                  <a:pt x="4665" y="2062"/>
                </a:lnTo>
                <a:lnTo>
                  <a:pt x="4666" y="2062"/>
                </a:lnTo>
                <a:lnTo>
                  <a:pt x="4666" y="2061"/>
                </a:lnTo>
                <a:lnTo>
                  <a:pt x="4667" y="2061"/>
                </a:lnTo>
                <a:lnTo>
                  <a:pt x="4668" y="2061"/>
                </a:lnTo>
                <a:lnTo>
                  <a:pt x="4669" y="2061"/>
                </a:lnTo>
                <a:lnTo>
                  <a:pt x="4670" y="2060"/>
                </a:lnTo>
                <a:lnTo>
                  <a:pt x="4671" y="2060"/>
                </a:lnTo>
                <a:lnTo>
                  <a:pt x="4672" y="2059"/>
                </a:lnTo>
                <a:lnTo>
                  <a:pt x="4673" y="2059"/>
                </a:lnTo>
                <a:lnTo>
                  <a:pt x="4674" y="2057"/>
                </a:lnTo>
                <a:lnTo>
                  <a:pt x="4674" y="2056"/>
                </a:lnTo>
                <a:lnTo>
                  <a:pt x="4674" y="2055"/>
                </a:lnTo>
                <a:lnTo>
                  <a:pt x="4673" y="2054"/>
                </a:lnTo>
                <a:lnTo>
                  <a:pt x="4672" y="2054"/>
                </a:lnTo>
                <a:lnTo>
                  <a:pt x="4671" y="2054"/>
                </a:lnTo>
                <a:lnTo>
                  <a:pt x="4671" y="2053"/>
                </a:lnTo>
                <a:lnTo>
                  <a:pt x="4672" y="2054"/>
                </a:lnTo>
                <a:lnTo>
                  <a:pt x="4675" y="2054"/>
                </a:lnTo>
                <a:lnTo>
                  <a:pt x="4676" y="2054"/>
                </a:lnTo>
                <a:lnTo>
                  <a:pt x="4676" y="2055"/>
                </a:lnTo>
                <a:lnTo>
                  <a:pt x="4677" y="2055"/>
                </a:lnTo>
                <a:lnTo>
                  <a:pt x="4678" y="2055"/>
                </a:lnTo>
                <a:lnTo>
                  <a:pt x="4679" y="2056"/>
                </a:lnTo>
                <a:lnTo>
                  <a:pt x="4680" y="2056"/>
                </a:lnTo>
                <a:lnTo>
                  <a:pt x="4681" y="2056"/>
                </a:lnTo>
                <a:lnTo>
                  <a:pt x="4681" y="2057"/>
                </a:lnTo>
                <a:lnTo>
                  <a:pt x="4680" y="2057"/>
                </a:lnTo>
                <a:lnTo>
                  <a:pt x="4679" y="2057"/>
                </a:lnTo>
                <a:lnTo>
                  <a:pt x="4678" y="2057"/>
                </a:lnTo>
                <a:lnTo>
                  <a:pt x="4676" y="2057"/>
                </a:lnTo>
                <a:lnTo>
                  <a:pt x="4675" y="2058"/>
                </a:lnTo>
                <a:lnTo>
                  <a:pt x="4676" y="2058"/>
                </a:lnTo>
                <a:lnTo>
                  <a:pt x="4676" y="2059"/>
                </a:lnTo>
                <a:lnTo>
                  <a:pt x="4676" y="2060"/>
                </a:lnTo>
                <a:lnTo>
                  <a:pt x="4677" y="2059"/>
                </a:lnTo>
                <a:lnTo>
                  <a:pt x="4677" y="2060"/>
                </a:lnTo>
                <a:lnTo>
                  <a:pt x="4676" y="2061"/>
                </a:lnTo>
                <a:lnTo>
                  <a:pt x="4676" y="2063"/>
                </a:lnTo>
                <a:lnTo>
                  <a:pt x="4677" y="2063"/>
                </a:lnTo>
                <a:lnTo>
                  <a:pt x="4677" y="2064"/>
                </a:lnTo>
                <a:lnTo>
                  <a:pt x="4678" y="2064"/>
                </a:lnTo>
                <a:lnTo>
                  <a:pt x="4679" y="2063"/>
                </a:lnTo>
                <a:lnTo>
                  <a:pt x="4680" y="2064"/>
                </a:lnTo>
                <a:lnTo>
                  <a:pt x="4681" y="2064"/>
                </a:lnTo>
                <a:lnTo>
                  <a:pt x="4682" y="2064"/>
                </a:lnTo>
                <a:lnTo>
                  <a:pt x="4683" y="2066"/>
                </a:lnTo>
                <a:lnTo>
                  <a:pt x="4684" y="2066"/>
                </a:lnTo>
                <a:lnTo>
                  <a:pt x="4684" y="2067"/>
                </a:lnTo>
                <a:lnTo>
                  <a:pt x="4684" y="2069"/>
                </a:lnTo>
                <a:lnTo>
                  <a:pt x="4685" y="2070"/>
                </a:lnTo>
                <a:lnTo>
                  <a:pt x="4686" y="2071"/>
                </a:lnTo>
                <a:lnTo>
                  <a:pt x="4687" y="2072"/>
                </a:lnTo>
                <a:lnTo>
                  <a:pt x="4688" y="2072"/>
                </a:lnTo>
                <a:lnTo>
                  <a:pt x="4689" y="2073"/>
                </a:lnTo>
                <a:lnTo>
                  <a:pt x="4692" y="2074"/>
                </a:lnTo>
                <a:lnTo>
                  <a:pt x="4692" y="2073"/>
                </a:lnTo>
                <a:lnTo>
                  <a:pt x="4693" y="2073"/>
                </a:lnTo>
                <a:lnTo>
                  <a:pt x="4694" y="2074"/>
                </a:lnTo>
                <a:lnTo>
                  <a:pt x="4695" y="2074"/>
                </a:lnTo>
                <a:lnTo>
                  <a:pt x="4696" y="2074"/>
                </a:lnTo>
                <a:lnTo>
                  <a:pt x="4697" y="2074"/>
                </a:lnTo>
                <a:lnTo>
                  <a:pt x="4698" y="2074"/>
                </a:lnTo>
                <a:lnTo>
                  <a:pt x="4700" y="2073"/>
                </a:lnTo>
                <a:lnTo>
                  <a:pt x="4701" y="2074"/>
                </a:lnTo>
                <a:lnTo>
                  <a:pt x="4702" y="2074"/>
                </a:lnTo>
                <a:lnTo>
                  <a:pt x="4702" y="2073"/>
                </a:lnTo>
                <a:lnTo>
                  <a:pt x="4704" y="2071"/>
                </a:lnTo>
                <a:lnTo>
                  <a:pt x="4704" y="2072"/>
                </a:lnTo>
                <a:lnTo>
                  <a:pt x="4705" y="2072"/>
                </a:lnTo>
                <a:lnTo>
                  <a:pt x="4706" y="2072"/>
                </a:lnTo>
                <a:lnTo>
                  <a:pt x="4705" y="2071"/>
                </a:lnTo>
                <a:lnTo>
                  <a:pt x="4705" y="2070"/>
                </a:lnTo>
                <a:lnTo>
                  <a:pt x="4705" y="2069"/>
                </a:lnTo>
                <a:lnTo>
                  <a:pt x="4706" y="2070"/>
                </a:lnTo>
                <a:lnTo>
                  <a:pt x="4707" y="2070"/>
                </a:lnTo>
                <a:lnTo>
                  <a:pt x="4709" y="2070"/>
                </a:lnTo>
                <a:lnTo>
                  <a:pt x="4710" y="2070"/>
                </a:lnTo>
                <a:lnTo>
                  <a:pt x="4711" y="2070"/>
                </a:lnTo>
                <a:lnTo>
                  <a:pt x="4712" y="2070"/>
                </a:lnTo>
                <a:lnTo>
                  <a:pt x="4713" y="2070"/>
                </a:lnTo>
                <a:lnTo>
                  <a:pt x="4714" y="2070"/>
                </a:lnTo>
                <a:lnTo>
                  <a:pt x="4714" y="2069"/>
                </a:lnTo>
                <a:lnTo>
                  <a:pt x="4715" y="2069"/>
                </a:lnTo>
                <a:lnTo>
                  <a:pt x="4716" y="2070"/>
                </a:lnTo>
                <a:lnTo>
                  <a:pt x="4716" y="2071"/>
                </a:lnTo>
                <a:lnTo>
                  <a:pt x="4717" y="2071"/>
                </a:lnTo>
                <a:lnTo>
                  <a:pt x="4718" y="2073"/>
                </a:lnTo>
                <a:lnTo>
                  <a:pt x="4718" y="2072"/>
                </a:lnTo>
                <a:lnTo>
                  <a:pt x="4717" y="2072"/>
                </a:lnTo>
                <a:lnTo>
                  <a:pt x="4717" y="2071"/>
                </a:lnTo>
                <a:lnTo>
                  <a:pt x="4716" y="2070"/>
                </a:lnTo>
                <a:lnTo>
                  <a:pt x="4716" y="2069"/>
                </a:lnTo>
                <a:lnTo>
                  <a:pt x="4717" y="2069"/>
                </a:lnTo>
                <a:lnTo>
                  <a:pt x="4720" y="2068"/>
                </a:lnTo>
                <a:lnTo>
                  <a:pt x="4723" y="2067"/>
                </a:lnTo>
                <a:lnTo>
                  <a:pt x="4724" y="2067"/>
                </a:lnTo>
                <a:lnTo>
                  <a:pt x="4725" y="2067"/>
                </a:lnTo>
                <a:lnTo>
                  <a:pt x="4728" y="2066"/>
                </a:lnTo>
                <a:lnTo>
                  <a:pt x="4729" y="2066"/>
                </a:lnTo>
                <a:lnTo>
                  <a:pt x="4730" y="2065"/>
                </a:lnTo>
                <a:lnTo>
                  <a:pt x="4731" y="2065"/>
                </a:lnTo>
                <a:lnTo>
                  <a:pt x="4732" y="2065"/>
                </a:lnTo>
                <a:lnTo>
                  <a:pt x="4732" y="2064"/>
                </a:lnTo>
                <a:lnTo>
                  <a:pt x="4733" y="2064"/>
                </a:lnTo>
                <a:lnTo>
                  <a:pt x="4734" y="2064"/>
                </a:lnTo>
                <a:lnTo>
                  <a:pt x="4735" y="2063"/>
                </a:lnTo>
                <a:lnTo>
                  <a:pt x="4736" y="2063"/>
                </a:lnTo>
                <a:lnTo>
                  <a:pt x="4736" y="2064"/>
                </a:lnTo>
                <a:lnTo>
                  <a:pt x="4736" y="2065"/>
                </a:lnTo>
                <a:lnTo>
                  <a:pt x="4736" y="2066"/>
                </a:lnTo>
                <a:lnTo>
                  <a:pt x="4737" y="2066"/>
                </a:lnTo>
                <a:lnTo>
                  <a:pt x="4736" y="2067"/>
                </a:lnTo>
                <a:lnTo>
                  <a:pt x="4737" y="2067"/>
                </a:lnTo>
                <a:lnTo>
                  <a:pt x="4738" y="2067"/>
                </a:lnTo>
                <a:lnTo>
                  <a:pt x="4738" y="2066"/>
                </a:lnTo>
                <a:lnTo>
                  <a:pt x="4737" y="2066"/>
                </a:lnTo>
                <a:lnTo>
                  <a:pt x="4737" y="2065"/>
                </a:lnTo>
                <a:lnTo>
                  <a:pt x="4736" y="2065"/>
                </a:lnTo>
                <a:lnTo>
                  <a:pt x="4736" y="2064"/>
                </a:lnTo>
                <a:lnTo>
                  <a:pt x="4737" y="2064"/>
                </a:lnTo>
                <a:lnTo>
                  <a:pt x="4737" y="2063"/>
                </a:lnTo>
                <a:lnTo>
                  <a:pt x="4736" y="2063"/>
                </a:lnTo>
                <a:lnTo>
                  <a:pt x="4736" y="2062"/>
                </a:lnTo>
                <a:lnTo>
                  <a:pt x="4737" y="2062"/>
                </a:lnTo>
                <a:lnTo>
                  <a:pt x="4738" y="2061"/>
                </a:lnTo>
                <a:lnTo>
                  <a:pt x="4739" y="2061"/>
                </a:lnTo>
                <a:lnTo>
                  <a:pt x="4739" y="2060"/>
                </a:lnTo>
                <a:lnTo>
                  <a:pt x="4739" y="2059"/>
                </a:lnTo>
                <a:lnTo>
                  <a:pt x="4740" y="2058"/>
                </a:lnTo>
                <a:lnTo>
                  <a:pt x="4740" y="2057"/>
                </a:lnTo>
                <a:lnTo>
                  <a:pt x="4741" y="2057"/>
                </a:lnTo>
                <a:lnTo>
                  <a:pt x="4741" y="2056"/>
                </a:lnTo>
                <a:lnTo>
                  <a:pt x="4740" y="2056"/>
                </a:lnTo>
                <a:lnTo>
                  <a:pt x="4740" y="2055"/>
                </a:lnTo>
                <a:lnTo>
                  <a:pt x="4741" y="2055"/>
                </a:lnTo>
                <a:lnTo>
                  <a:pt x="4742" y="2055"/>
                </a:lnTo>
                <a:lnTo>
                  <a:pt x="4743" y="2055"/>
                </a:lnTo>
                <a:lnTo>
                  <a:pt x="4743" y="2054"/>
                </a:lnTo>
                <a:lnTo>
                  <a:pt x="4743" y="2053"/>
                </a:lnTo>
                <a:lnTo>
                  <a:pt x="4744" y="2053"/>
                </a:lnTo>
                <a:lnTo>
                  <a:pt x="4744" y="2054"/>
                </a:lnTo>
                <a:lnTo>
                  <a:pt x="4745" y="2054"/>
                </a:lnTo>
                <a:lnTo>
                  <a:pt x="4746" y="2053"/>
                </a:lnTo>
                <a:lnTo>
                  <a:pt x="4745" y="2052"/>
                </a:lnTo>
                <a:lnTo>
                  <a:pt x="4745" y="2051"/>
                </a:lnTo>
                <a:lnTo>
                  <a:pt x="4745" y="2050"/>
                </a:lnTo>
                <a:lnTo>
                  <a:pt x="4746" y="2050"/>
                </a:lnTo>
                <a:lnTo>
                  <a:pt x="4746" y="2051"/>
                </a:lnTo>
                <a:lnTo>
                  <a:pt x="4746" y="2052"/>
                </a:lnTo>
                <a:lnTo>
                  <a:pt x="4747" y="2052"/>
                </a:lnTo>
                <a:lnTo>
                  <a:pt x="4748" y="2052"/>
                </a:lnTo>
                <a:lnTo>
                  <a:pt x="4749" y="2052"/>
                </a:lnTo>
                <a:lnTo>
                  <a:pt x="4750" y="2051"/>
                </a:lnTo>
                <a:lnTo>
                  <a:pt x="4750" y="2050"/>
                </a:lnTo>
                <a:lnTo>
                  <a:pt x="4749" y="2050"/>
                </a:lnTo>
                <a:lnTo>
                  <a:pt x="4749" y="2049"/>
                </a:lnTo>
                <a:lnTo>
                  <a:pt x="4750" y="2049"/>
                </a:lnTo>
                <a:lnTo>
                  <a:pt x="4751" y="2049"/>
                </a:lnTo>
                <a:lnTo>
                  <a:pt x="4751" y="2050"/>
                </a:lnTo>
                <a:lnTo>
                  <a:pt x="4752" y="2050"/>
                </a:lnTo>
                <a:lnTo>
                  <a:pt x="4752" y="2051"/>
                </a:lnTo>
                <a:lnTo>
                  <a:pt x="4753" y="2051"/>
                </a:lnTo>
                <a:lnTo>
                  <a:pt x="4754" y="2052"/>
                </a:lnTo>
                <a:lnTo>
                  <a:pt x="4754" y="2053"/>
                </a:lnTo>
                <a:lnTo>
                  <a:pt x="4755" y="2053"/>
                </a:lnTo>
                <a:lnTo>
                  <a:pt x="4755" y="2054"/>
                </a:lnTo>
                <a:lnTo>
                  <a:pt x="4754" y="2054"/>
                </a:lnTo>
                <a:lnTo>
                  <a:pt x="4753" y="2054"/>
                </a:lnTo>
                <a:lnTo>
                  <a:pt x="4753" y="2055"/>
                </a:lnTo>
                <a:lnTo>
                  <a:pt x="4752" y="2055"/>
                </a:lnTo>
                <a:lnTo>
                  <a:pt x="4751" y="2056"/>
                </a:lnTo>
                <a:lnTo>
                  <a:pt x="4751" y="2057"/>
                </a:lnTo>
                <a:lnTo>
                  <a:pt x="4752" y="2057"/>
                </a:lnTo>
                <a:lnTo>
                  <a:pt x="4752" y="2058"/>
                </a:lnTo>
                <a:lnTo>
                  <a:pt x="4753" y="2058"/>
                </a:lnTo>
                <a:lnTo>
                  <a:pt x="4753" y="2059"/>
                </a:lnTo>
                <a:lnTo>
                  <a:pt x="4753" y="2060"/>
                </a:lnTo>
                <a:lnTo>
                  <a:pt x="4754" y="2061"/>
                </a:lnTo>
                <a:lnTo>
                  <a:pt x="4754" y="2062"/>
                </a:lnTo>
                <a:lnTo>
                  <a:pt x="4755" y="2063"/>
                </a:lnTo>
                <a:lnTo>
                  <a:pt x="4756" y="2063"/>
                </a:lnTo>
                <a:lnTo>
                  <a:pt x="4756" y="2064"/>
                </a:lnTo>
                <a:lnTo>
                  <a:pt x="4756" y="2065"/>
                </a:lnTo>
                <a:lnTo>
                  <a:pt x="4758" y="2065"/>
                </a:lnTo>
                <a:lnTo>
                  <a:pt x="4759" y="2065"/>
                </a:lnTo>
                <a:lnTo>
                  <a:pt x="4759" y="2064"/>
                </a:lnTo>
                <a:lnTo>
                  <a:pt x="4760" y="2064"/>
                </a:lnTo>
                <a:lnTo>
                  <a:pt x="4759" y="2063"/>
                </a:lnTo>
                <a:lnTo>
                  <a:pt x="4759" y="2062"/>
                </a:lnTo>
                <a:lnTo>
                  <a:pt x="4760" y="2062"/>
                </a:lnTo>
                <a:lnTo>
                  <a:pt x="4762" y="2061"/>
                </a:lnTo>
                <a:lnTo>
                  <a:pt x="4763" y="2061"/>
                </a:lnTo>
                <a:lnTo>
                  <a:pt x="4763" y="2060"/>
                </a:lnTo>
                <a:lnTo>
                  <a:pt x="4764" y="2060"/>
                </a:lnTo>
                <a:lnTo>
                  <a:pt x="4765" y="2060"/>
                </a:lnTo>
                <a:lnTo>
                  <a:pt x="4766" y="2060"/>
                </a:lnTo>
                <a:lnTo>
                  <a:pt x="4767" y="2060"/>
                </a:lnTo>
                <a:lnTo>
                  <a:pt x="4768" y="2061"/>
                </a:lnTo>
                <a:lnTo>
                  <a:pt x="4768" y="2062"/>
                </a:lnTo>
                <a:lnTo>
                  <a:pt x="4767" y="2062"/>
                </a:lnTo>
                <a:lnTo>
                  <a:pt x="4767" y="2064"/>
                </a:lnTo>
                <a:lnTo>
                  <a:pt x="4768" y="2064"/>
                </a:lnTo>
                <a:lnTo>
                  <a:pt x="4769" y="2064"/>
                </a:lnTo>
                <a:lnTo>
                  <a:pt x="4771" y="2065"/>
                </a:lnTo>
                <a:lnTo>
                  <a:pt x="4772" y="2065"/>
                </a:lnTo>
                <a:lnTo>
                  <a:pt x="4773" y="2065"/>
                </a:lnTo>
                <a:lnTo>
                  <a:pt x="4774" y="2065"/>
                </a:lnTo>
                <a:lnTo>
                  <a:pt x="4775" y="2065"/>
                </a:lnTo>
                <a:lnTo>
                  <a:pt x="4776" y="2064"/>
                </a:lnTo>
                <a:lnTo>
                  <a:pt x="4777" y="2064"/>
                </a:lnTo>
                <a:lnTo>
                  <a:pt x="4778" y="2064"/>
                </a:lnTo>
                <a:lnTo>
                  <a:pt x="4779" y="2064"/>
                </a:lnTo>
                <a:lnTo>
                  <a:pt x="4780" y="2064"/>
                </a:lnTo>
                <a:lnTo>
                  <a:pt x="4781" y="2064"/>
                </a:lnTo>
                <a:lnTo>
                  <a:pt x="4782" y="2064"/>
                </a:lnTo>
                <a:lnTo>
                  <a:pt x="4783" y="2064"/>
                </a:lnTo>
                <a:lnTo>
                  <a:pt x="4784" y="2063"/>
                </a:lnTo>
                <a:lnTo>
                  <a:pt x="4785" y="2063"/>
                </a:lnTo>
                <a:lnTo>
                  <a:pt x="4786" y="2062"/>
                </a:lnTo>
                <a:lnTo>
                  <a:pt x="4787" y="2061"/>
                </a:lnTo>
                <a:lnTo>
                  <a:pt x="4788" y="2060"/>
                </a:lnTo>
                <a:lnTo>
                  <a:pt x="4788" y="2061"/>
                </a:lnTo>
                <a:lnTo>
                  <a:pt x="4789" y="2061"/>
                </a:lnTo>
                <a:lnTo>
                  <a:pt x="4789" y="2062"/>
                </a:lnTo>
                <a:lnTo>
                  <a:pt x="4790" y="2062"/>
                </a:lnTo>
                <a:lnTo>
                  <a:pt x="4790" y="2063"/>
                </a:lnTo>
                <a:lnTo>
                  <a:pt x="4789" y="2063"/>
                </a:lnTo>
                <a:lnTo>
                  <a:pt x="4788" y="2063"/>
                </a:lnTo>
                <a:lnTo>
                  <a:pt x="4788" y="2064"/>
                </a:lnTo>
                <a:lnTo>
                  <a:pt x="4789" y="2064"/>
                </a:lnTo>
                <a:lnTo>
                  <a:pt x="4790" y="2065"/>
                </a:lnTo>
                <a:lnTo>
                  <a:pt x="4789" y="2065"/>
                </a:lnTo>
                <a:lnTo>
                  <a:pt x="4789" y="2066"/>
                </a:lnTo>
                <a:lnTo>
                  <a:pt x="4790" y="2066"/>
                </a:lnTo>
                <a:lnTo>
                  <a:pt x="4791" y="2066"/>
                </a:lnTo>
                <a:lnTo>
                  <a:pt x="4791" y="2064"/>
                </a:lnTo>
                <a:lnTo>
                  <a:pt x="4790" y="2064"/>
                </a:lnTo>
                <a:lnTo>
                  <a:pt x="4790" y="2063"/>
                </a:lnTo>
                <a:lnTo>
                  <a:pt x="4791" y="2063"/>
                </a:lnTo>
                <a:lnTo>
                  <a:pt x="4792" y="2063"/>
                </a:lnTo>
                <a:lnTo>
                  <a:pt x="4796" y="2063"/>
                </a:lnTo>
                <a:lnTo>
                  <a:pt x="4797" y="2062"/>
                </a:lnTo>
                <a:lnTo>
                  <a:pt x="4798" y="2062"/>
                </a:lnTo>
                <a:lnTo>
                  <a:pt x="4799" y="2062"/>
                </a:lnTo>
                <a:lnTo>
                  <a:pt x="4799" y="2061"/>
                </a:lnTo>
                <a:lnTo>
                  <a:pt x="4800" y="2060"/>
                </a:lnTo>
                <a:lnTo>
                  <a:pt x="4801" y="2060"/>
                </a:lnTo>
                <a:lnTo>
                  <a:pt x="4801" y="2059"/>
                </a:lnTo>
                <a:lnTo>
                  <a:pt x="4802" y="2059"/>
                </a:lnTo>
                <a:lnTo>
                  <a:pt x="4803" y="2058"/>
                </a:lnTo>
                <a:lnTo>
                  <a:pt x="4804" y="2058"/>
                </a:lnTo>
                <a:lnTo>
                  <a:pt x="4804" y="2059"/>
                </a:lnTo>
                <a:lnTo>
                  <a:pt x="4805" y="2059"/>
                </a:lnTo>
                <a:lnTo>
                  <a:pt x="4805" y="2058"/>
                </a:lnTo>
                <a:lnTo>
                  <a:pt x="4806" y="2057"/>
                </a:lnTo>
                <a:lnTo>
                  <a:pt x="4806" y="2058"/>
                </a:lnTo>
                <a:lnTo>
                  <a:pt x="4806" y="2059"/>
                </a:lnTo>
                <a:lnTo>
                  <a:pt x="4807" y="2059"/>
                </a:lnTo>
                <a:lnTo>
                  <a:pt x="4808" y="2059"/>
                </a:lnTo>
                <a:lnTo>
                  <a:pt x="4808" y="2058"/>
                </a:lnTo>
                <a:lnTo>
                  <a:pt x="4807" y="2058"/>
                </a:lnTo>
                <a:lnTo>
                  <a:pt x="4807" y="2057"/>
                </a:lnTo>
                <a:lnTo>
                  <a:pt x="4808" y="2057"/>
                </a:lnTo>
                <a:lnTo>
                  <a:pt x="4809" y="2058"/>
                </a:lnTo>
                <a:lnTo>
                  <a:pt x="4810" y="2058"/>
                </a:lnTo>
                <a:lnTo>
                  <a:pt x="4810" y="2059"/>
                </a:lnTo>
                <a:lnTo>
                  <a:pt x="4810" y="2060"/>
                </a:lnTo>
                <a:lnTo>
                  <a:pt x="4811" y="2060"/>
                </a:lnTo>
                <a:lnTo>
                  <a:pt x="4811" y="2061"/>
                </a:lnTo>
                <a:lnTo>
                  <a:pt x="4810" y="2061"/>
                </a:lnTo>
                <a:lnTo>
                  <a:pt x="4810" y="2062"/>
                </a:lnTo>
                <a:lnTo>
                  <a:pt x="4810" y="2063"/>
                </a:lnTo>
                <a:lnTo>
                  <a:pt x="4809" y="2063"/>
                </a:lnTo>
                <a:lnTo>
                  <a:pt x="4809" y="2062"/>
                </a:lnTo>
                <a:lnTo>
                  <a:pt x="4808" y="2061"/>
                </a:lnTo>
                <a:lnTo>
                  <a:pt x="4808" y="2062"/>
                </a:lnTo>
                <a:lnTo>
                  <a:pt x="4806" y="2061"/>
                </a:lnTo>
                <a:lnTo>
                  <a:pt x="4805" y="2062"/>
                </a:lnTo>
                <a:lnTo>
                  <a:pt x="4803" y="2064"/>
                </a:lnTo>
                <a:lnTo>
                  <a:pt x="4802" y="2064"/>
                </a:lnTo>
                <a:lnTo>
                  <a:pt x="4802" y="2065"/>
                </a:lnTo>
                <a:lnTo>
                  <a:pt x="4801" y="2067"/>
                </a:lnTo>
                <a:lnTo>
                  <a:pt x="4800" y="2068"/>
                </a:lnTo>
                <a:lnTo>
                  <a:pt x="4800" y="2069"/>
                </a:lnTo>
                <a:lnTo>
                  <a:pt x="4800" y="2070"/>
                </a:lnTo>
                <a:lnTo>
                  <a:pt x="4801" y="2070"/>
                </a:lnTo>
                <a:lnTo>
                  <a:pt x="4802" y="2071"/>
                </a:lnTo>
                <a:lnTo>
                  <a:pt x="4801" y="2072"/>
                </a:lnTo>
                <a:lnTo>
                  <a:pt x="4801" y="2073"/>
                </a:lnTo>
                <a:lnTo>
                  <a:pt x="4801" y="2074"/>
                </a:lnTo>
                <a:lnTo>
                  <a:pt x="4800" y="2074"/>
                </a:lnTo>
                <a:lnTo>
                  <a:pt x="4800" y="2073"/>
                </a:lnTo>
                <a:lnTo>
                  <a:pt x="4799" y="2073"/>
                </a:lnTo>
                <a:lnTo>
                  <a:pt x="4798" y="2073"/>
                </a:lnTo>
                <a:lnTo>
                  <a:pt x="4799" y="2074"/>
                </a:lnTo>
                <a:lnTo>
                  <a:pt x="4800" y="2074"/>
                </a:lnTo>
                <a:lnTo>
                  <a:pt x="4800" y="2075"/>
                </a:lnTo>
                <a:lnTo>
                  <a:pt x="4800" y="2076"/>
                </a:lnTo>
                <a:lnTo>
                  <a:pt x="4799" y="2076"/>
                </a:lnTo>
                <a:lnTo>
                  <a:pt x="4799" y="2077"/>
                </a:lnTo>
                <a:lnTo>
                  <a:pt x="4801" y="2077"/>
                </a:lnTo>
                <a:lnTo>
                  <a:pt x="4800" y="2077"/>
                </a:lnTo>
                <a:lnTo>
                  <a:pt x="4799" y="2077"/>
                </a:lnTo>
                <a:lnTo>
                  <a:pt x="4799" y="2078"/>
                </a:lnTo>
                <a:lnTo>
                  <a:pt x="4800" y="2078"/>
                </a:lnTo>
                <a:lnTo>
                  <a:pt x="4800" y="2079"/>
                </a:lnTo>
                <a:lnTo>
                  <a:pt x="4800" y="2080"/>
                </a:lnTo>
                <a:lnTo>
                  <a:pt x="4800" y="2081"/>
                </a:lnTo>
                <a:lnTo>
                  <a:pt x="4801" y="2081"/>
                </a:lnTo>
                <a:lnTo>
                  <a:pt x="4802" y="2080"/>
                </a:lnTo>
                <a:lnTo>
                  <a:pt x="4802" y="2081"/>
                </a:lnTo>
                <a:lnTo>
                  <a:pt x="4803" y="2081"/>
                </a:lnTo>
                <a:lnTo>
                  <a:pt x="4804" y="2082"/>
                </a:lnTo>
                <a:lnTo>
                  <a:pt x="4804" y="2083"/>
                </a:lnTo>
                <a:lnTo>
                  <a:pt x="4804" y="2084"/>
                </a:lnTo>
                <a:lnTo>
                  <a:pt x="4804" y="2085"/>
                </a:lnTo>
                <a:lnTo>
                  <a:pt x="4805" y="2085"/>
                </a:lnTo>
                <a:lnTo>
                  <a:pt x="4806" y="2085"/>
                </a:lnTo>
                <a:lnTo>
                  <a:pt x="4806" y="2086"/>
                </a:lnTo>
                <a:lnTo>
                  <a:pt x="4807" y="2086"/>
                </a:lnTo>
                <a:lnTo>
                  <a:pt x="4808" y="2087"/>
                </a:lnTo>
                <a:lnTo>
                  <a:pt x="4807" y="2087"/>
                </a:lnTo>
                <a:lnTo>
                  <a:pt x="4806" y="2087"/>
                </a:lnTo>
                <a:lnTo>
                  <a:pt x="4805" y="2088"/>
                </a:lnTo>
                <a:lnTo>
                  <a:pt x="4804" y="2089"/>
                </a:lnTo>
                <a:lnTo>
                  <a:pt x="4802" y="2090"/>
                </a:lnTo>
                <a:lnTo>
                  <a:pt x="4802" y="2091"/>
                </a:lnTo>
                <a:lnTo>
                  <a:pt x="4802" y="2092"/>
                </a:lnTo>
                <a:lnTo>
                  <a:pt x="4803" y="2092"/>
                </a:lnTo>
                <a:lnTo>
                  <a:pt x="4804" y="2092"/>
                </a:lnTo>
                <a:lnTo>
                  <a:pt x="4804" y="2093"/>
                </a:lnTo>
                <a:lnTo>
                  <a:pt x="4805" y="2094"/>
                </a:lnTo>
                <a:lnTo>
                  <a:pt x="4804" y="2094"/>
                </a:lnTo>
                <a:lnTo>
                  <a:pt x="4804" y="2095"/>
                </a:lnTo>
                <a:lnTo>
                  <a:pt x="4803" y="2095"/>
                </a:lnTo>
                <a:lnTo>
                  <a:pt x="4802" y="2094"/>
                </a:lnTo>
                <a:lnTo>
                  <a:pt x="4801" y="2094"/>
                </a:lnTo>
                <a:lnTo>
                  <a:pt x="4800" y="2094"/>
                </a:lnTo>
                <a:lnTo>
                  <a:pt x="4799" y="2094"/>
                </a:lnTo>
                <a:lnTo>
                  <a:pt x="4798" y="2094"/>
                </a:lnTo>
                <a:lnTo>
                  <a:pt x="4798" y="2095"/>
                </a:lnTo>
                <a:lnTo>
                  <a:pt x="4797" y="2095"/>
                </a:lnTo>
                <a:lnTo>
                  <a:pt x="4796" y="2095"/>
                </a:lnTo>
                <a:lnTo>
                  <a:pt x="4795" y="2096"/>
                </a:lnTo>
                <a:lnTo>
                  <a:pt x="4795" y="2097"/>
                </a:lnTo>
                <a:lnTo>
                  <a:pt x="4795" y="2098"/>
                </a:lnTo>
                <a:lnTo>
                  <a:pt x="4794" y="2099"/>
                </a:lnTo>
                <a:lnTo>
                  <a:pt x="4794" y="2100"/>
                </a:lnTo>
                <a:lnTo>
                  <a:pt x="4794" y="2101"/>
                </a:lnTo>
                <a:lnTo>
                  <a:pt x="4793" y="2100"/>
                </a:lnTo>
                <a:lnTo>
                  <a:pt x="4792" y="2101"/>
                </a:lnTo>
                <a:lnTo>
                  <a:pt x="4793" y="2102"/>
                </a:lnTo>
                <a:lnTo>
                  <a:pt x="4794" y="2102"/>
                </a:lnTo>
                <a:lnTo>
                  <a:pt x="4794" y="2103"/>
                </a:lnTo>
                <a:lnTo>
                  <a:pt x="4794" y="2104"/>
                </a:lnTo>
                <a:lnTo>
                  <a:pt x="4794" y="2105"/>
                </a:lnTo>
                <a:lnTo>
                  <a:pt x="4795" y="2106"/>
                </a:lnTo>
                <a:lnTo>
                  <a:pt x="4795" y="2108"/>
                </a:lnTo>
                <a:lnTo>
                  <a:pt x="4794" y="2108"/>
                </a:lnTo>
                <a:lnTo>
                  <a:pt x="4793" y="2108"/>
                </a:lnTo>
                <a:lnTo>
                  <a:pt x="4792" y="2109"/>
                </a:lnTo>
                <a:lnTo>
                  <a:pt x="4792" y="2111"/>
                </a:lnTo>
                <a:lnTo>
                  <a:pt x="4792" y="2112"/>
                </a:lnTo>
                <a:lnTo>
                  <a:pt x="4793" y="2112"/>
                </a:lnTo>
                <a:lnTo>
                  <a:pt x="4793" y="2113"/>
                </a:lnTo>
                <a:lnTo>
                  <a:pt x="4794" y="2113"/>
                </a:lnTo>
                <a:lnTo>
                  <a:pt x="4794" y="2112"/>
                </a:lnTo>
                <a:lnTo>
                  <a:pt x="4795" y="2111"/>
                </a:lnTo>
                <a:lnTo>
                  <a:pt x="4796" y="2111"/>
                </a:lnTo>
                <a:lnTo>
                  <a:pt x="4797" y="2111"/>
                </a:lnTo>
                <a:lnTo>
                  <a:pt x="4797" y="2112"/>
                </a:lnTo>
                <a:lnTo>
                  <a:pt x="4798" y="2112"/>
                </a:lnTo>
                <a:lnTo>
                  <a:pt x="4799" y="2112"/>
                </a:lnTo>
                <a:lnTo>
                  <a:pt x="4800" y="2111"/>
                </a:lnTo>
                <a:lnTo>
                  <a:pt x="4801" y="2111"/>
                </a:lnTo>
                <a:lnTo>
                  <a:pt x="4802" y="2110"/>
                </a:lnTo>
                <a:lnTo>
                  <a:pt x="4805" y="2109"/>
                </a:lnTo>
                <a:lnTo>
                  <a:pt x="4806" y="2108"/>
                </a:lnTo>
                <a:lnTo>
                  <a:pt x="4806" y="2109"/>
                </a:lnTo>
                <a:lnTo>
                  <a:pt x="4804" y="2109"/>
                </a:lnTo>
                <a:lnTo>
                  <a:pt x="4804" y="2110"/>
                </a:lnTo>
                <a:lnTo>
                  <a:pt x="4803" y="2111"/>
                </a:lnTo>
                <a:lnTo>
                  <a:pt x="4803" y="2114"/>
                </a:lnTo>
                <a:lnTo>
                  <a:pt x="4803" y="2115"/>
                </a:lnTo>
                <a:lnTo>
                  <a:pt x="4804" y="2115"/>
                </a:lnTo>
                <a:lnTo>
                  <a:pt x="4804" y="2116"/>
                </a:lnTo>
                <a:lnTo>
                  <a:pt x="4805" y="2117"/>
                </a:lnTo>
                <a:lnTo>
                  <a:pt x="4804" y="2118"/>
                </a:lnTo>
                <a:lnTo>
                  <a:pt x="4804" y="2119"/>
                </a:lnTo>
                <a:lnTo>
                  <a:pt x="4803" y="2120"/>
                </a:lnTo>
                <a:lnTo>
                  <a:pt x="4803" y="2121"/>
                </a:lnTo>
                <a:lnTo>
                  <a:pt x="4803" y="2122"/>
                </a:lnTo>
                <a:lnTo>
                  <a:pt x="4804" y="2122"/>
                </a:lnTo>
                <a:lnTo>
                  <a:pt x="4804" y="2123"/>
                </a:lnTo>
                <a:lnTo>
                  <a:pt x="4805" y="2124"/>
                </a:lnTo>
                <a:lnTo>
                  <a:pt x="4805" y="2126"/>
                </a:lnTo>
                <a:lnTo>
                  <a:pt x="4804" y="2126"/>
                </a:lnTo>
                <a:lnTo>
                  <a:pt x="4804" y="2127"/>
                </a:lnTo>
                <a:lnTo>
                  <a:pt x="4803" y="2127"/>
                </a:lnTo>
                <a:lnTo>
                  <a:pt x="4803" y="2128"/>
                </a:lnTo>
                <a:lnTo>
                  <a:pt x="4802" y="2128"/>
                </a:lnTo>
                <a:lnTo>
                  <a:pt x="4802" y="2129"/>
                </a:lnTo>
                <a:lnTo>
                  <a:pt x="4801" y="2128"/>
                </a:lnTo>
                <a:lnTo>
                  <a:pt x="4802" y="2127"/>
                </a:lnTo>
                <a:lnTo>
                  <a:pt x="4802" y="2126"/>
                </a:lnTo>
                <a:lnTo>
                  <a:pt x="4803" y="2125"/>
                </a:lnTo>
                <a:lnTo>
                  <a:pt x="4802" y="2124"/>
                </a:lnTo>
                <a:lnTo>
                  <a:pt x="4802" y="2123"/>
                </a:lnTo>
                <a:lnTo>
                  <a:pt x="4801" y="2124"/>
                </a:lnTo>
                <a:lnTo>
                  <a:pt x="4800" y="2124"/>
                </a:lnTo>
                <a:lnTo>
                  <a:pt x="4799" y="2125"/>
                </a:lnTo>
                <a:lnTo>
                  <a:pt x="4798" y="2125"/>
                </a:lnTo>
                <a:lnTo>
                  <a:pt x="4797" y="2125"/>
                </a:lnTo>
                <a:lnTo>
                  <a:pt x="4796" y="2125"/>
                </a:lnTo>
                <a:lnTo>
                  <a:pt x="4795" y="2125"/>
                </a:lnTo>
                <a:lnTo>
                  <a:pt x="4795" y="2126"/>
                </a:lnTo>
                <a:lnTo>
                  <a:pt x="4794" y="2126"/>
                </a:lnTo>
                <a:lnTo>
                  <a:pt x="4794" y="2127"/>
                </a:lnTo>
                <a:lnTo>
                  <a:pt x="4793" y="2128"/>
                </a:lnTo>
                <a:lnTo>
                  <a:pt x="4794" y="2129"/>
                </a:lnTo>
                <a:lnTo>
                  <a:pt x="4795" y="2130"/>
                </a:lnTo>
                <a:lnTo>
                  <a:pt x="4795" y="2131"/>
                </a:lnTo>
                <a:lnTo>
                  <a:pt x="4796" y="2131"/>
                </a:lnTo>
                <a:lnTo>
                  <a:pt x="4796" y="2129"/>
                </a:lnTo>
                <a:lnTo>
                  <a:pt x="4797" y="2129"/>
                </a:lnTo>
                <a:lnTo>
                  <a:pt x="4797" y="2131"/>
                </a:lnTo>
                <a:lnTo>
                  <a:pt x="4797" y="2132"/>
                </a:lnTo>
                <a:lnTo>
                  <a:pt x="4796" y="2132"/>
                </a:lnTo>
                <a:lnTo>
                  <a:pt x="4796" y="2133"/>
                </a:lnTo>
                <a:lnTo>
                  <a:pt x="4795" y="2133"/>
                </a:lnTo>
                <a:lnTo>
                  <a:pt x="4795" y="2134"/>
                </a:lnTo>
                <a:lnTo>
                  <a:pt x="4794" y="2134"/>
                </a:lnTo>
                <a:lnTo>
                  <a:pt x="4793" y="2134"/>
                </a:lnTo>
                <a:lnTo>
                  <a:pt x="4791" y="2134"/>
                </a:lnTo>
                <a:lnTo>
                  <a:pt x="4791" y="2135"/>
                </a:lnTo>
                <a:lnTo>
                  <a:pt x="4790" y="2136"/>
                </a:lnTo>
                <a:lnTo>
                  <a:pt x="4791" y="2136"/>
                </a:lnTo>
                <a:lnTo>
                  <a:pt x="4791" y="2137"/>
                </a:lnTo>
                <a:lnTo>
                  <a:pt x="4790" y="2137"/>
                </a:lnTo>
                <a:lnTo>
                  <a:pt x="4790" y="2138"/>
                </a:lnTo>
                <a:lnTo>
                  <a:pt x="4789" y="2138"/>
                </a:lnTo>
                <a:lnTo>
                  <a:pt x="4788" y="2139"/>
                </a:lnTo>
                <a:lnTo>
                  <a:pt x="4789" y="2139"/>
                </a:lnTo>
                <a:lnTo>
                  <a:pt x="4788" y="2139"/>
                </a:lnTo>
                <a:lnTo>
                  <a:pt x="4787" y="2139"/>
                </a:lnTo>
                <a:lnTo>
                  <a:pt x="4787" y="2138"/>
                </a:lnTo>
                <a:lnTo>
                  <a:pt x="4786" y="2139"/>
                </a:lnTo>
                <a:lnTo>
                  <a:pt x="4785" y="2139"/>
                </a:lnTo>
                <a:lnTo>
                  <a:pt x="4785" y="2140"/>
                </a:lnTo>
                <a:lnTo>
                  <a:pt x="4785" y="2139"/>
                </a:lnTo>
                <a:lnTo>
                  <a:pt x="4784" y="2139"/>
                </a:lnTo>
                <a:lnTo>
                  <a:pt x="4783" y="2139"/>
                </a:lnTo>
                <a:lnTo>
                  <a:pt x="4782" y="2139"/>
                </a:lnTo>
                <a:lnTo>
                  <a:pt x="4781" y="2139"/>
                </a:lnTo>
                <a:lnTo>
                  <a:pt x="4780" y="2139"/>
                </a:lnTo>
                <a:lnTo>
                  <a:pt x="4779" y="2139"/>
                </a:lnTo>
                <a:lnTo>
                  <a:pt x="4777" y="2139"/>
                </a:lnTo>
                <a:lnTo>
                  <a:pt x="4776" y="2139"/>
                </a:lnTo>
                <a:lnTo>
                  <a:pt x="4775" y="2139"/>
                </a:lnTo>
                <a:lnTo>
                  <a:pt x="4774" y="2139"/>
                </a:lnTo>
                <a:lnTo>
                  <a:pt x="4774" y="2140"/>
                </a:lnTo>
                <a:lnTo>
                  <a:pt x="4773" y="2140"/>
                </a:lnTo>
                <a:lnTo>
                  <a:pt x="4772" y="2140"/>
                </a:lnTo>
                <a:lnTo>
                  <a:pt x="4772" y="2139"/>
                </a:lnTo>
                <a:lnTo>
                  <a:pt x="4772" y="2138"/>
                </a:lnTo>
                <a:lnTo>
                  <a:pt x="4773" y="2138"/>
                </a:lnTo>
                <a:lnTo>
                  <a:pt x="4772" y="2137"/>
                </a:lnTo>
                <a:lnTo>
                  <a:pt x="4772" y="2136"/>
                </a:lnTo>
                <a:lnTo>
                  <a:pt x="4771" y="2136"/>
                </a:lnTo>
                <a:lnTo>
                  <a:pt x="4771" y="2135"/>
                </a:lnTo>
                <a:lnTo>
                  <a:pt x="4771" y="2134"/>
                </a:lnTo>
                <a:lnTo>
                  <a:pt x="4772" y="2134"/>
                </a:lnTo>
                <a:lnTo>
                  <a:pt x="4772" y="2133"/>
                </a:lnTo>
                <a:lnTo>
                  <a:pt x="4772" y="2132"/>
                </a:lnTo>
                <a:lnTo>
                  <a:pt x="4774" y="2132"/>
                </a:lnTo>
                <a:lnTo>
                  <a:pt x="4775" y="2132"/>
                </a:lnTo>
                <a:lnTo>
                  <a:pt x="4776" y="2132"/>
                </a:lnTo>
                <a:lnTo>
                  <a:pt x="4777" y="2132"/>
                </a:lnTo>
                <a:lnTo>
                  <a:pt x="4778" y="2131"/>
                </a:lnTo>
                <a:lnTo>
                  <a:pt x="4777" y="2131"/>
                </a:lnTo>
                <a:lnTo>
                  <a:pt x="4776" y="2131"/>
                </a:lnTo>
                <a:lnTo>
                  <a:pt x="4775" y="2131"/>
                </a:lnTo>
                <a:lnTo>
                  <a:pt x="4774" y="2132"/>
                </a:lnTo>
                <a:lnTo>
                  <a:pt x="4772" y="2132"/>
                </a:lnTo>
                <a:lnTo>
                  <a:pt x="4771" y="2131"/>
                </a:lnTo>
                <a:lnTo>
                  <a:pt x="4771" y="2132"/>
                </a:lnTo>
                <a:lnTo>
                  <a:pt x="4769" y="2132"/>
                </a:lnTo>
                <a:lnTo>
                  <a:pt x="4768" y="2131"/>
                </a:lnTo>
                <a:lnTo>
                  <a:pt x="4768" y="2130"/>
                </a:lnTo>
                <a:lnTo>
                  <a:pt x="4768" y="2129"/>
                </a:lnTo>
                <a:lnTo>
                  <a:pt x="4767" y="2129"/>
                </a:lnTo>
                <a:lnTo>
                  <a:pt x="4766" y="2129"/>
                </a:lnTo>
                <a:lnTo>
                  <a:pt x="4766" y="2128"/>
                </a:lnTo>
                <a:lnTo>
                  <a:pt x="4766" y="2127"/>
                </a:lnTo>
                <a:lnTo>
                  <a:pt x="4767" y="2127"/>
                </a:lnTo>
                <a:lnTo>
                  <a:pt x="4767" y="2125"/>
                </a:lnTo>
                <a:lnTo>
                  <a:pt x="4768" y="2124"/>
                </a:lnTo>
                <a:lnTo>
                  <a:pt x="4768" y="2123"/>
                </a:lnTo>
                <a:lnTo>
                  <a:pt x="4768" y="2122"/>
                </a:lnTo>
                <a:lnTo>
                  <a:pt x="4768" y="2121"/>
                </a:lnTo>
                <a:lnTo>
                  <a:pt x="4768" y="2120"/>
                </a:lnTo>
                <a:lnTo>
                  <a:pt x="4769" y="2120"/>
                </a:lnTo>
                <a:lnTo>
                  <a:pt x="4770" y="2120"/>
                </a:lnTo>
                <a:lnTo>
                  <a:pt x="4770" y="2119"/>
                </a:lnTo>
                <a:lnTo>
                  <a:pt x="4770" y="2118"/>
                </a:lnTo>
                <a:lnTo>
                  <a:pt x="4770" y="2117"/>
                </a:lnTo>
                <a:lnTo>
                  <a:pt x="4771" y="2117"/>
                </a:lnTo>
                <a:lnTo>
                  <a:pt x="4771" y="2116"/>
                </a:lnTo>
                <a:lnTo>
                  <a:pt x="4772" y="2115"/>
                </a:lnTo>
                <a:lnTo>
                  <a:pt x="4771" y="2115"/>
                </a:lnTo>
                <a:lnTo>
                  <a:pt x="4771" y="2116"/>
                </a:lnTo>
                <a:lnTo>
                  <a:pt x="4770" y="2117"/>
                </a:lnTo>
                <a:lnTo>
                  <a:pt x="4770" y="2116"/>
                </a:lnTo>
                <a:lnTo>
                  <a:pt x="4770" y="2115"/>
                </a:lnTo>
                <a:lnTo>
                  <a:pt x="4769" y="2115"/>
                </a:lnTo>
                <a:lnTo>
                  <a:pt x="4769" y="2114"/>
                </a:lnTo>
                <a:lnTo>
                  <a:pt x="4768" y="2114"/>
                </a:lnTo>
                <a:lnTo>
                  <a:pt x="4769" y="2114"/>
                </a:lnTo>
                <a:lnTo>
                  <a:pt x="4769" y="2115"/>
                </a:lnTo>
                <a:lnTo>
                  <a:pt x="4770" y="2116"/>
                </a:lnTo>
                <a:lnTo>
                  <a:pt x="4770" y="2117"/>
                </a:lnTo>
                <a:lnTo>
                  <a:pt x="4769" y="2117"/>
                </a:lnTo>
                <a:lnTo>
                  <a:pt x="4769" y="2118"/>
                </a:lnTo>
                <a:lnTo>
                  <a:pt x="4768" y="2119"/>
                </a:lnTo>
                <a:lnTo>
                  <a:pt x="4767" y="2119"/>
                </a:lnTo>
                <a:lnTo>
                  <a:pt x="4766" y="2120"/>
                </a:lnTo>
                <a:lnTo>
                  <a:pt x="4766" y="2121"/>
                </a:lnTo>
                <a:lnTo>
                  <a:pt x="4766" y="2122"/>
                </a:lnTo>
                <a:lnTo>
                  <a:pt x="4766" y="2123"/>
                </a:lnTo>
                <a:lnTo>
                  <a:pt x="4766" y="2125"/>
                </a:lnTo>
                <a:lnTo>
                  <a:pt x="4766" y="2127"/>
                </a:lnTo>
                <a:lnTo>
                  <a:pt x="4766" y="2128"/>
                </a:lnTo>
                <a:lnTo>
                  <a:pt x="4765" y="2128"/>
                </a:lnTo>
                <a:lnTo>
                  <a:pt x="4764" y="2128"/>
                </a:lnTo>
                <a:lnTo>
                  <a:pt x="4764" y="2127"/>
                </a:lnTo>
                <a:lnTo>
                  <a:pt x="4763" y="2127"/>
                </a:lnTo>
                <a:lnTo>
                  <a:pt x="4762" y="2127"/>
                </a:lnTo>
                <a:lnTo>
                  <a:pt x="4762" y="2128"/>
                </a:lnTo>
                <a:lnTo>
                  <a:pt x="4761" y="2128"/>
                </a:lnTo>
                <a:lnTo>
                  <a:pt x="4760" y="2130"/>
                </a:lnTo>
                <a:lnTo>
                  <a:pt x="4760" y="2131"/>
                </a:lnTo>
                <a:lnTo>
                  <a:pt x="4761" y="2132"/>
                </a:lnTo>
                <a:lnTo>
                  <a:pt x="4760" y="2132"/>
                </a:lnTo>
                <a:lnTo>
                  <a:pt x="4759" y="2133"/>
                </a:lnTo>
                <a:lnTo>
                  <a:pt x="4758" y="2134"/>
                </a:lnTo>
                <a:lnTo>
                  <a:pt x="4757" y="2134"/>
                </a:lnTo>
                <a:lnTo>
                  <a:pt x="4757" y="2135"/>
                </a:lnTo>
                <a:lnTo>
                  <a:pt x="4756" y="2135"/>
                </a:lnTo>
                <a:lnTo>
                  <a:pt x="4755" y="2135"/>
                </a:lnTo>
                <a:lnTo>
                  <a:pt x="4755" y="2134"/>
                </a:lnTo>
                <a:lnTo>
                  <a:pt x="4755" y="2133"/>
                </a:lnTo>
                <a:lnTo>
                  <a:pt x="4755" y="2131"/>
                </a:lnTo>
                <a:lnTo>
                  <a:pt x="4754" y="2130"/>
                </a:lnTo>
                <a:lnTo>
                  <a:pt x="4753" y="2130"/>
                </a:lnTo>
                <a:lnTo>
                  <a:pt x="4753" y="2129"/>
                </a:lnTo>
                <a:lnTo>
                  <a:pt x="4753" y="2128"/>
                </a:lnTo>
                <a:lnTo>
                  <a:pt x="4752" y="2128"/>
                </a:lnTo>
                <a:lnTo>
                  <a:pt x="4751" y="2127"/>
                </a:lnTo>
                <a:lnTo>
                  <a:pt x="4751" y="2126"/>
                </a:lnTo>
                <a:lnTo>
                  <a:pt x="4751" y="2125"/>
                </a:lnTo>
                <a:lnTo>
                  <a:pt x="4750" y="2125"/>
                </a:lnTo>
                <a:lnTo>
                  <a:pt x="4750" y="2127"/>
                </a:lnTo>
                <a:lnTo>
                  <a:pt x="4751" y="2127"/>
                </a:lnTo>
                <a:lnTo>
                  <a:pt x="4751" y="2128"/>
                </a:lnTo>
                <a:lnTo>
                  <a:pt x="4749" y="2129"/>
                </a:lnTo>
                <a:lnTo>
                  <a:pt x="4748" y="2128"/>
                </a:lnTo>
                <a:lnTo>
                  <a:pt x="4747" y="2127"/>
                </a:lnTo>
                <a:lnTo>
                  <a:pt x="4746" y="2127"/>
                </a:lnTo>
                <a:lnTo>
                  <a:pt x="4745" y="2126"/>
                </a:lnTo>
                <a:lnTo>
                  <a:pt x="4745" y="2127"/>
                </a:lnTo>
                <a:lnTo>
                  <a:pt x="4746" y="2127"/>
                </a:lnTo>
                <a:lnTo>
                  <a:pt x="4746" y="2128"/>
                </a:lnTo>
                <a:lnTo>
                  <a:pt x="4747" y="2128"/>
                </a:lnTo>
                <a:lnTo>
                  <a:pt x="4748" y="2128"/>
                </a:lnTo>
                <a:lnTo>
                  <a:pt x="4748" y="2129"/>
                </a:lnTo>
                <a:lnTo>
                  <a:pt x="4747" y="2129"/>
                </a:lnTo>
                <a:lnTo>
                  <a:pt x="4748" y="2130"/>
                </a:lnTo>
                <a:lnTo>
                  <a:pt x="4749" y="2130"/>
                </a:lnTo>
                <a:lnTo>
                  <a:pt x="4748" y="2130"/>
                </a:lnTo>
                <a:lnTo>
                  <a:pt x="4748" y="2131"/>
                </a:lnTo>
                <a:lnTo>
                  <a:pt x="4747" y="2132"/>
                </a:lnTo>
                <a:lnTo>
                  <a:pt x="4746" y="2132"/>
                </a:lnTo>
                <a:lnTo>
                  <a:pt x="4744" y="2133"/>
                </a:lnTo>
                <a:lnTo>
                  <a:pt x="4744" y="2134"/>
                </a:lnTo>
                <a:lnTo>
                  <a:pt x="4743" y="2134"/>
                </a:lnTo>
                <a:lnTo>
                  <a:pt x="4742" y="2134"/>
                </a:lnTo>
                <a:lnTo>
                  <a:pt x="4742" y="2135"/>
                </a:lnTo>
                <a:lnTo>
                  <a:pt x="4741" y="2135"/>
                </a:lnTo>
                <a:lnTo>
                  <a:pt x="4740" y="2135"/>
                </a:lnTo>
                <a:lnTo>
                  <a:pt x="4739" y="2136"/>
                </a:lnTo>
                <a:lnTo>
                  <a:pt x="4739" y="2137"/>
                </a:lnTo>
                <a:lnTo>
                  <a:pt x="4738" y="2137"/>
                </a:lnTo>
                <a:lnTo>
                  <a:pt x="4737" y="2138"/>
                </a:lnTo>
                <a:lnTo>
                  <a:pt x="4735" y="2139"/>
                </a:lnTo>
                <a:lnTo>
                  <a:pt x="4734" y="2140"/>
                </a:lnTo>
                <a:lnTo>
                  <a:pt x="4733" y="2140"/>
                </a:lnTo>
                <a:lnTo>
                  <a:pt x="4732" y="2141"/>
                </a:lnTo>
                <a:lnTo>
                  <a:pt x="4729" y="2143"/>
                </a:lnTo>
                <a:lnTo>
                  <a:pt x="4728" y="2145"/>
                </a:lnTo>
                <a:lnTo>
                  <a:pt x="4728" y="2146"/>
                </a:lnTo>
                <a:lnTo>
                  <a:pt x="4728" y="2147"/>
                </a:lnTo>
                <a:lnTo>
                  <a:pt x="4729" y="2147"/>
                </a:lnTo>
                <a:lnTo>
                  <a:pt x="4729" y="2148"/>
                </a:lnTo>
                <a:lnTo>
                  <a:pt x="4727" y="2149"/>
                </a:lnTo>
                <a:lnTo>
                  <a:pt x="4727" y="2150"/>
                </a:lnTo>
                <a:lnTo>
                  <a:pt x="4727" y="2151"/>
                </a:lnTo>
                <a:lnTo>
                  <a:pt x="4726" y="2151"/>
                </a:lnTo>
                <a:lnTo>
                  <a:pt x="4726" y="2150"/>
                </a:lnTo>
                <a:lnTo>
                  <a:pt x="4725" y="2150"/>
                </a:lnTo>
                <a:lnTo>
                  <a:pt x="4725" y="2151"/>
                </a:lnTo>
                <a:lnTo>
                  <a:pt x="4724" y="2151"/>
                </a:lnTo>
                <a:lnTo>
                  <a:pt x="4723" y="2151"/>
                </a:lnTo>
                <a:lnTo>
                  <a:pt x="4722" y="2152"/>
                </a:lnTo>
                <a:lnTo>
                  <a:pt x="4721" y="2152"/>
                </a:lnTo>
                <a:lnTo>
                  <a:pt x="4720" y="2153"/>
                </a:lnTo>
                <a:lnTo>
                  <a:pt x="4718" y="2154"/>
                </a:lnTo>
                <a:lnTo>
                  <a:pt x="4718" y="2155"/>
                </a:lnTo>
                <a:lnTo>
                  <a:pt x="4717" y="2155"/>
                </a:lnTo>
                <a:lnTo>
                  <a:pt x="4717" y="2154"/>
                </a:lnTo>
                <a:lnTo>
                  <a:pt x="4717" y="2153"/>
                </a:lnTo>
                <a:lnTo>
                  <a:pt x="4718" y="2153"/>
                </a:lnTo>
                <a:lnTo>
                  <a:pt x="4718" y="2152"/>
                </a:lnTo>
                <a:lnTo>
                  <a:pt x="4719" y="2152"/>
                </a:lnTo>
                <a:lnTo>
                  <a:pt x="4719" y="2151"/>
                </a:lnTo>
                <a:lnTo>
                  <a:pt x="4719" y="2152"/>
                </a:lnTo>
                <a:lnTo>
                  <a:pt x="4718" y="2152"/>
                </a:lnTo>
                <a:lnTo>
                  <a:pt x="4717" y="2153"/>
                </a:lnTo>
                <a:lnTo>
                  <a:pt x="4717" y="2154"/>
                </a:lnTo>
                <a:lnTo>
                  <a:pt x="4717" y="2155"/>
                </a:lnTo>
                <a:lnTo>
                  <a:pt x="4717" y="2156"/>
                </a:lnTo>
                <a:lnTo>
                  <a:pt x="4717" y="2157"/>
                </a:lnTo>
                <a:lnTo>
                  <a:pt x="4717" y="2158"/>
                </a:lnTo>
                <a:lnTo>
                  <a:pt x="4718" y="2158"/>
                </a:lnTo>
                <a:lnTo>
                  <a:pt x="4718" y="2159"/>
                </a:lnTo>
                <a:lnTo>
                  <a:pt x="4718" y="2160"/>
                </a:lnTo>
                <a:lnTo>
                  <a:pt x="4718" y="2161"/>
                </a:lnTo>
                <a:lnTo>
                  <a:pt x="4719" y="2161"/>
                </a:lnTo>
                <a:lnTo>
                  <a:pt x="4719" y="2162"/>
                </a:lnTo>
                <a:lnTo>
                  <a:pt x="4720" y="2162"/>
                </a:lnTo>
                <a:lnTo>
                  <a:pt x="4720" y="2163"/>
                </a:lnTo>
                <a:lnTo>
                  <a:pt x="4721" y="2164"/>
                </a:lnTo>
                <a:lnTo>
                  <a:pt x="4720" y="2164"/>
                </a:lnTo>
                <a:lnTo>
                  <a:pt x="4719" y="2164"/>
                </a:lnTo>
                <a:lnTo>
                  <a:pt x="4717" y="2164"/>
                </a:lnTo>
                <a:lnTo>
                  <a:pt x="4716" y="2163"/>
                </a:lnTo>
                <a:lnTo>
                  <a:pt x="4716" y="2162"/>
                </a:lnTo>
                <a:lnTo>
                  <a:pt x="4716" y="2160"/>
                </a:lnTo>
                <a:lnTo>
                  <a:pt x="4715" y="2161"/>
                </a:lnTo>
                <a:lnTo>
                  <a:pt x="4714" y="2161"/>
                </a:lnTo>
                <a:lnTo>
                  <a:pt x="4714" y="2162"/>
                </a:lnTo>
                <a:lnTo>
                  <a:pt x="4713" y="2162"/>
                </a:lnTo>
                <a:lnTo>
                  <a:pt x="4713" y="2161"/>
                </a:lnTo>
                <a:lnTo>
                  <a:pt x="4712" y="2161"/>
                </a:lnTo>
                <a:lnTo>
                  <a:pt x="4711" y="2161"/>
                </a:lnTo>
                <a:lnTo>
                  <a:pt x="4711" y="2162"/>
                </a:lnTo>
                <a:lnTo>
                  <a:pt x="4712" y="2162"/>
                </a:lnTo>
                <a:lnTo>
                  <a:pt x="4712" y="2163"/>
                </a:lnTo>
                <a:lnTo>
                  <a:pt x="4713" y="2164"/>
                </a:lnTo>
                <a:lnTo>
                  <a:pt x="4713" y="2165"/>
                </a:lnTo>
                <a:lnTo>
                  <a:pt x="4712" y="2166"/>
                </a:lnTo>
                <a:lnTo>
                  <a:pt x="4711" y="2166"/>
                </a:lnTo>
                <a:lnTo>
                  <a:pt x="4710" y="2165"/>
                </a:lnTo>
                <a:lnTo>
                  <a:pt x="4711" y="2165"/>
                </a:lnTo>
                <a:lnTo>
                  <a:pt x="4711" y="2163"/>
                </a:lnTo>
                <a:lnTo>
                  <a:pt x="4710" y="2163"/>
                </a:lnTo>
                <a:lnTo>
                  <a:pt x="4709" y="2163"/>
                </a:lnTo>
                <a:lnTo>
                  <a:pt x="4708" y="2163"/>
                </a:lnTo>
                <a:lnTo>
                  <a:pt x="4708" y="2162"/>
                </a:lnTo>
                <a:lnTo>
                  <a:pt x="4707" y="2162"/>
                </a:lnTo>
                <a:lnTo>
                  <a:pt x="4707" y="2163"/>
                </a:lnTo>
                <a:lnTo>
                  <a:pt x="4706" y="2163"/>
                </a:lnTo>
                <a:lnTo>
                  <a:pt x="4706" y="2162"/>
                </a:lnTo>
                <a:lnTo>
                  <a:pt x="4705" y="2161"/>
                </a:lnTo>
                <a:lnTo>
                  <a:pt x="4704" y="2162"/>
                </a:lnTo>
                <a:lnTo>
                  <a:pt x="4703" y="2161"/>
                </a:lnTo>
                <a:lnTo>
                  <a:pt x="4703" y="2160"/>
                </a:lnTo>
                <a:lnTo>
                  <a:pt x="4704" y="2159"/>
                </a:lnTo>
                <a:lnTo>
                  <a:pt x="4705" y="2159"/>
                </a:lnTo>
                <a:lnTo>
                  <a:pt x="4706" y="2158"/>
                </a:lnTo>
                <a:lnTo>
                  <a:pt x="4707" y="2157"/>
                </a:lnTo>
                <a:lnTo>
                  <a:pt x="4708" y="2157"/>
                </a:lnTo>
                <a:lnTo>
                  <a:pt x="4709" y="2157"/>
                </a:lnTo>
                <a:lnTo>
                  <a:pt x="4710" y="2157"/>
                </a:lnTo>
                <a:lnTo>
                  <a:pt x="4710" y="2156"/>
                </a:lnTo>
                <a:lnTo>
                  <a:pt x="4709" y="2156"/>
                </a:lnTo>
                <a:lnTo>
                  <a:pt x="4710" y="2155"/>
                </a:lnTo>
                <a:lnTo>
                  <a:pt x="4711" y="2154"/>
                </a:lnTo>
                <a:lnTo>
                  <a:pt x="4712" y="2153"/>
                </a:lnTo>
                <a:lnTo>
                  <a:pt x="4712" y="2152"/>
                </a:lnTo>
                <a:lnTo>
                  <a:pt x="4712" y="2151"/>
                </a:lnTo>
                <a:lnTo>
                  <a:pt x="4712" y="2150"/>
                </a:lnTo>
                <a:lnTo>
                  <a:pt x="4713" y="2150"/>
                </a:lnTo>
                <a:lnTo>
                  <a:pt x="4714" y="2150"/>
                </a:lnTo>
                <a:lnTo>
                  <a:pt x="4715" y="2150"/>
                </a:lnTo>
                <a:lnTo>
                  <a:pt x="4714" y="2150"/>
                </a:lnTo>
                <a:lnTo>
                  <a:pt x="4713" y="2149"/>
                </a:lnTo>
                <a:lnTo>
                  <a:pt x="4713" y="2150"/>
                </a:lnTo>
                <a:lnTo>
                  <a:pt x="4711" y="2151"/>
                </a:lnTo>
                <a:lnTo>
                  <a:pt x="4710" y="2152"/>
                </a:lnTo>
                <a:lnTo>
                  <a:pt x="4709" y="2153"/>
                </a:lnTo>
                <a:lnTo>
                  <a:pt x="4708" y="2154"/>
                </a:lnTo>
                <a:lnTo>
                  <a:pt x="4707" y="2154"/>
                </a:lnTo>
                <a:lnTo>
                  <a:pt x="4706" y="2155"/>
                </a:lnTo>
                <a:lnTo>
                  <a:pt x="4706" y="2156"/>
                </a:lnTo>
                <a:lnTo>
                  <a:pt x="4706" y="2157"/>
                </a:lnTo>
                <a:lnTo>
                  <a:pt x="4705" y="2157"/>
                </a:lnTo>
                <a:lnTo>
                  <a:pt x="4704" y="2158"/>
                </a:lnTo>
                <a:lnTo>
                  <a:pt x="4704" y="2159"/>
                </a:lnTo>
                <a:lnTo>
                  <a:pt x="4703" y="2159"/>
                </a:lnTo>
                <a:lnTo>
                  <a:pt x="4703" y="2158"/>
                </a:lnTo>
                <a:lnTo>
                  <a:pt x="4704" y="2158"/>
                </a:lnTo>
                <a:lnTo>
                  <a:pt x="4704" y="2157"/>
                </a:lnTo>
                <a:lnTo>
                  <a:pt x="4703" y="2157"/>
                </a:lnTo>
                <a:lnTo>
                  <a:pt x="4703" y="2156"/>
                </a:lnTo>
                <a:lnTo>
                  <a:pt x="4703" y="2155"/>
                </a:lnTo>
                <a:lnTo>
                  <a:pt x="4702" y="2155"/>
                </a:lnTo>
                <a:lnTo>
                  <a:pt x="4701" y="2155"/>
                </a:lnTo>
                <a:lnTo>
                  <a:pt x="4701" y="2156"/>
                </a:lnTo>
                <a:lnTo>
                  <a:pt x="4702" y="2157"/>
                </a:lnTo>
                <a:lnTo>
                  <a:pt x="4702" y="2158"/>
                </a:lnTo>
                <a:lnTo>
                  <a:pt x="4702" y="2159"/>
                </a:lnTo>
                <a:lnTo>
                  <a:pt x="4702" y="2160"/>
                </a:lnTo>
                <a:lnTo>
                  <a:pt x="4703" y="2162"/>
                </a:lnTo>
                <a:lnTo>
                  <a:pt x="4702" y="2162"/>
                </a:lnTo>
                <a:lnTo>
                  <a:pt x="4702" y="2163"/>
                </a:lnTo>
                <a:lnTo>
                  <a:pt x="4701" y="2163"/>
                </a:lnTo>
                <a:lnTo>
                  <a:pt x="4701" y="2164"/>
                </a:lnTo>
                <a:lnTo>
                  <a:pt x="4700" y="2164"/>
                </a:lnTo>
                <a:lnTo>
                  <a:pt x="4699" y="2165"/>
                </a:lnTo>
                <a:lnTo>
                  <a:pt x="4698" y="2165"/>
                </a:lnTo>
                <a:lnTo>
                  <a:pt x="4698" y="2164"/>
                </a:lnTo>
                <a:lnTo>
                  <a:pt x="4697" y="2164"/>
                </a:lnTo>
                <a:lnTo>
                  <a:pt x="4696" y="2164"/>
                </a:lnTo>
                <a:lnTo>
                  <a:pt x="4696" y="2165"/>
                </a:lnTo>
                <a:lnTo>
                  <a:pt x="4695" y="2167"/>
                </a:lnTo>
                <a:lnTo>
                  <a:pt x="4694" y="2167"/>
                </a:lnTo>
                <a:lnTo>
                  <a:pt x="4694" y="2168"/>
                </a:lnTo>
                <a:lnTo>
                  <a:pt x="4694" y="2170"/>
                </a:lnTo>
                <a:lnTo>
                  <a:pt x="4695" y="2170"/>
                </a:lnTo>
                <a:lnTo>
                  <a:pt x="4696" y="2170"/>
                </a:lnTo>
                <a:lnTo>
                  <a:pt x="4697" y="2171"/>
                </a:lnTo>
                <a:lnTo>
                  <a:pt x="4696" y="2171"/>
                </a:lnTo>
                <a:lnTo>
                  <a:pt x="4696" y="2172"/>
                </a:lnTo>
                <a:lnTo>
                  <a:pt x="4695" y="2173"/>
                </a:lnTo>
                <a:lnTo>
                  <a:pt x="4694" y="2173"/>
                </a:lnTo>
                <a:lnTo>
                  <a:pt x="4694" y="2172"/>
                </a:lnTo>
                <a:lnTo>
                  <a:pt x="4694" y="2171"/>
                </a:lnTo>
                <a:lnTo>
                  <a:pt x="4693" y="2171"/>
                </a:lnTo>
                <a:lnTo>
                  <a:pt x="4691" y="2171"/>
                </a:lnTo>
                <a:lnTo>
                  <a:pt x="4690" y="2171"/>
                </a:lnTo>
                <a:lnTo>
                  <a:pt x="4689" y="2172"/>
                </a:lnTo>
                <a:lnTo>
                  <a:pt x="4688" y="2172"/>
                </a:lnTo>
                <a:lnTo>
                  <a:pt x="4687" y="2172"/>
                </a:lnTo>
                <a:lnTo>
                  <a:pt x="4686" y="2172"/>
                </a:lnTo>
                <a:lnTo>
                  <a:pt x="4685" y="2173"/>
                </a:lnTo>
                <a:lnTo>
                  <a:pt x="4684" y="2174"/>
                </a:lnTo>
                <a:lnTo>
                  <a:pt x="4683" y="2175"/>
                </a:lnTo>
                <a:lnTo>
                  <a:pt x="4682" y="2176"/>
                </a:lnTo>
                <a:lnTo>
                  <a:pt x="4682" y="2179"/>
                </a:lnTo>
                <a:lnTo>
                  <a:pt x="4681" y="2179"/>
                </a:lnTo>
                <a:lnTo>
                  <a:pt x="4681" y="2178"/>
                </a:lnTo>
                <a:lnTo>
                  <a:pt x="4681" y="2177"/>
                </a:lnTo>
                <a:lnTo>
                  <a:pt x="4681" y="2176"/>
                </a:lnTo>
                <a:lnTo>
                  <a:pt x="4679" y="2176"/>
                </a:lnTo>
                <a:lnTo>
                  <a:pt x="4678" y="2177"/>
                </a:lnTo>
                <a:lnTo>
                  <a:pt x="4677" y="2177"/>
                </a:lnTo>
                <a:lnTo>
                  <a:pt x="4677" y="2178"/>
                </a:lnTo>
                <a:lnTo>
                  <a:pt x="4676" y="2178"/>
                </a:lnTo>
                <a:lnTo>
                  <a:pt x="4675" y="2179"/>
                </a:lnTo>
                <a:lnTo>
                  <a:pt x="4674" y="2180"/>
                </a:lnTo>
                <a:lnTo>
                  <a:pt x="4673" y="2181"/>
                </a:lnTo>
                <a:lnTo>
                  <a:pt x="4672" y="2182"/>
                </a:lnTo>
                <a:lnTo>
                  <a:pt x="4671" y="2183"/>
                </a:lnTo>
                <a:lnTo>
                  <a:pt x="4669" y="2184"/>
                </a:lnTo>
                <a:lnTo>
                  <a:pt x="4669" y="2185"/>
                </a:lnTo>
                <a:lnTo>
                  <a:pt x="4669" y="2186"/>
                </a:lnTo>
                <a:lnTo>
                  <a:pt x="4668" y="2186"/>
                </a:lnTo>
                <a:lnTo>
                  <a:pt x="4668" y="2187"/>
                </a:lnTo>
                <a:lnTo>
                  <a:pt x="4667" y="2187"/>
                </a:lnTo>
                <a:lnTo>
                  <a:pt x="4667" y="2188"/>
                </a:lnTo>
                <a:lnTo>
                  <a:pt x="4666" y="2188"/>
                </a:lnTo>
                <a:lnTo>
                  <a:pt x="4666" y="2189"/>
                </a:lnTo>
                <a:lnTo>
                  <a:pt x="4665" y="2189"/>
                </a:lnTo>
                <a:lnTo>
                  <a:pt x="4664" y="2189"/>
                </a:lnTo>
                <a:lnTo>
                  <a:pt x="4664" y="2188"/>
                </a:lnTo>
                <a:lnTo>
                  <a:pt x="4664" y="2187"/>
                </a:lnTo>
                <a:lnTo>
                  <a:pt x="4663" y="2186"/>
                </a:lnTo>
                <a:lnTo>
                  <a:pt x="4663" y="2188"/>
                </a:lnTo>
                <a:lnTo>
                  <a:pt x="4663" y="2191"/>
                </a:lnTo>
                <a:lnTo>
                  <a:pt x="4663" y="2192"/>
                </a:lnTo>
                <a:lnTo>
                  <a:pt x="4663" y="2193"/>
                </a:lnTo>
                <a:lnTo>
                  <a:pt x="4662" y="2193"/>
                </a:lnTo>
                <a:lnTo>
                  <a:pt x="4662" y="2194"/>
                </a:lnTo>
                <a:lnTo>
                  <a:pt x="4661" y="2194"/>
                </a:lnTo>
                <a:lnTo>
                  <a:pt x="4660" y="2194"/>
                </a:lnTo>
                <a:lnTo>
                  <a:pt x="4659" y="2194"/>
                </a:lnTo>
                <a:lnTo>
                  <a:pt x="4659" y="2195"/>
                </a:lnTo>
                <a:lnTo>
                  <a:pt x="4658" y="2195"/>
                </a:lnTo>
                <a:lnTo>
                  <a:pt x="4657" y="2195"/>
                </a:lnTo>
                <a:lnTo>
                  <a:pt x="4656" y="2195"/>
                </a:lnTo>
                <a:lnTo>
                  <a:pt x="4655" y="2194"/>
                </a:lnTo>
                <a:lnTo>
                  <a:pt x="4655" y="2196"/>
                </a:lnTo>
                <a:lnTo>
                  <a:pt x="4654" y="2195"/>
                </a:lnTo>
                <a:lnTo>
                  <a:pt x="4653" y="2194"/>
                </a:lnTo>
                <a:lnTo>
                  <a:pt x="4652" y="2194"/>
                </a:lnTo>
                <a:lnTo>
                  <a:pt x="4652" y="2193"/>
                </a:lnTo>
                <a:lnTo>
                  <a:pt x="4652" y="2191"/>
                </a:lnTo>
                <a:lnTo>
                  <a:pt x="4652" y="2190"/>
                </a:lnTo>
                <a:lnTo>
                  <a:pt x="4653" y="2190"/>
                </a:lnTo>
                <a:lnTo>
                  <a:pt x="4653" y="2189"/>
                </a:lnTo>
                <a:lnTo>
                  <a:pt x="4652" y="2189"/>
                </a:lnTo>
                <a:lnTo>
                  <a:pt x="4652" y="2190"/>
                </a:lnTo>
                <a:lnTo>
                  <a:pt x="4651" y="2191"/>
                </a:lnTo>
                <a:lnTo>
                  <a:pt x="4650" y="2190"/>
                </a:lnTo>
                <a:lnTo>
                  <a:pt x="4649" y="2190"/>
                </a:lnTo>
                <a:lnTo>
                  <a:pt x="4648" y="2190"/>
                </a:lnTo>
                <a:lnTo>
                  <a:pt x="4648" y="2189"/>
                </a:lnTo>
                <a:lnTo>
                  <a:pt x="4648" y="2188"/>
                </a:lnTo>
                <a:lnTo>
                  <a:pt x="4648" y="2187"/>
                </a:lnTo>
                <a:lnTo>
                  <a:pt x="4647" y="2186"/>
                </a:lnTo>
                <a:lnTo>
                  <a:pt x="4647" y="2187"/>
                </a:lnTo>
                <a:lnTo>
                  <a:pt x="4648" y="2189"/>
                </a:lnTo>
                <a:lnTo>
                  <a:pt x="4648" y="2190"/>
                </a:lnTo>
                <a:lnTo>
                  <a:pt x="4648" y="2191"/>
                </a:lnTo>
                <a:lnTo>
                  <a:pt x="4647" y="2191"/>
                </a:lnTo>
                <a:lnTo>
                  <a:pt x="4647" y="2190"/>
                </a:lnTo>
                <a:lnTo>
                  <a:pt x="4646" y="2189"/>
                </a:lnTo>
                <a:lnTo>
                  <a:pt x="4646" y="2188"/>
                </a:lnTo>
                <a:lnTo>
                  <a:pt x="4645" y="2187"/>
                </a:lnTo>
                <a:lnTo>
                  <a:pt x="4644" y="2188"/>
                </a:lnTo>
                <a:lnTo>
                  <a:pt x="4645" y="2190"/>
                </a:lnTo>
                <a:lnTo>
                  <a:pt x="4644" y="2191"/>
                </a:lnTo>
                <a:lnTo>
                  <a:pt x="4643" y="2192"/>
                </a:lnTo>
                <a:lnTo>
                  <a:pt x="4643" y="2193"/>
                </a:lnTo>
                <a:lnTo>
                  <a:pt x="4642" y="2193"/>
                </a:lnTo>
                <a:lnTo>
                  <a:pt x="4641" y="2194"/>
                </a:lnTo>
                <a:lnTo>
                  <a:pt x="4640" y="2194"/>
                </a:lnTo>
                <a:lnTo>
                  <a:pt x="4639" y="2194"/>
                </a:lnTo>
                <a:lnTo>
                  <a:pt x="4638" y="2193"/>
                </a:lnTo>
                <a:lnTo>
                  <a:pt x="4638" y="2192"/>
                </a:lnTo>
                <a:lnTo>
                  <a:pt x="4637" y="2192"/>
                </a:lnTo>
                <a:lnTo>
                  <a:pt x="4636" y="2192"/>
                </a:lnTo>
                <a:lnTo>
                  <a:pt x="4637" y="2192"/>
                </a:lnTo>
                <a:lnTo>
                  <a:pt x="4638" y="2192"/>
                </a:lnTo>
                <a:lnTo>
                  <a:pt x="4638" y="2193"/>
                </a:lnTo>
                <a:lnTo>
                  <a:pt x="4638" y="2194"/>
                </a:lnTo>
                <a:lnTo>
                  <a:pt x="4640" y="2195"/>
                </a:lnTo>
                <a:lnTo>
                  <a:pt x="4640" y="2196"/>
                </a:lnTo>
                <a:lnTo>
                  <a:pt x="4639" y="2196"/>
                </a:lnTo>
                <a:lnTo>
                  <a:pt x="4638" y="2197"/>
                </a:lnTo>
                <a:lnTo>
                  <a:pt x="4637" y="2197"/>
                </a:lnTo>
                <a:lnTo>
                  <a:pt x="4636" y="2197"/>
                </a:lnTo>
                <a:lnTo>
                  <a:pt x="4636" y="2198"/>
                </a:lnTo>
                <a:lnTo>
                  <a:pt x="4636" y="2197"/>
                </a:lnTo>
                <a:lnTo>
                  <a:pt x="4637" y="2197"/>
                </a:lnTo>
                <a:lnTo>
                  <a:pt x="4638" y="2197"/>
                </a:lnTo>
                <a:lnTo>
                  <a:pt x="4639" y="2197"/>
                </a:lnTo>
                <a:lnTo>
                  <a:pt x="4640" y="2196"/>
                </a:lnTo>
                <a:lnTo>
                  <a:pt x="4641" y="2195"/>
                </a:lnTo>
                <a:lnTo>
                  <a:pt x="4642" y="2195"/>
                </a:lnTo>
                <a:lnTo>
                  <a:pt x="4643" y="2194"/>
                </a:lnTo>
                <a:lnTo>
                  <a:pt x="4643" y="2193"/>
                </a:lnTo>
                <a:lnTo>
                  <a:pt x="4644" y="2193"/>
                </a:lnTo>
                <a:lnTo>
                  <a:pt x="4645" y="2193"/>
                </a:lnTo>
                <a:lnTo>
                  <a:pt x="4645" y="2194"/>
                </a:lnTo>
                <a:lnTo>
                  <a:pt x="4646" y="2194"/>
                </a:lnTo>
                <a:lnTo>
                  <a:pt x="4647" y="2194"/>
                </a:lnTo>
                <a:lnTo>
                  <a:pt x="4647" y="2195"/>
                </a:lnTo>
                <a:lnTo>
                  <a:pt x="4648" y="2196"/>
                </a:lnTo>
                <a:lnTo>
                  <a:pt x="4649" y="2198"/>
                </a:lnTo>
                <a:lnTo>
                  <a:pt x="4649" y="2197"/>
                </a:lnTo>
                <a:lnTo>
                  <a:pt x="4650" y="2198"/>
                </a:lnTo>
                <a:lnTo>
                  <a:pt x="4651" y="2197"/>
                </a:lnTo>
                <a:lnTo>
                  <a:pt x="4652" y="2197"/>
                </a:lnTo>
                <a:lnTo>
                  <a:pt x="4652" y="2198"/>
                </a:lnTo>
                <a:lnTo>
                  <a:pt x="4655" y="2198"/>
                </a:lnTo>
                <a:lnTo>
                  <a:pt x="4656" y="2198"/>
                </a:lnTo>
                <a:lnTo>
                  <a:pt x="4657" y="2198"/>
                </a:lnTo>
                <a:lnTo>
                  <a:pt x="4657" y="2199"/>
                </a:lnTo>
                <a:lnTo>
                  <a:pt x="4658" y="2200"/>
                </a:lnTo>
                <a:lnTo>
                  <a:pt x="4657" y="2201"/>
                </a:lnTo>
                <a:lnTo>
                  <a:pt x="4657" y="2202"/>
                </a:lnTo>
                <a:lnTo>
                  <a:pt x="4656" y="2203"/>
                </a:lnTo>
                <a:lnTo>
                  <a:pt x="4656" y="2204"/>
                </a:lnTo>
                <a:lnTo>
                  <a:pt x="4656" y="2205"/>
                </a:lnTo>
                <a:lnTo>
                  <a:pt x="4656" y="2206"/>
                </a:lnTo>
                <a:lnTo>
                  <a:pt x="4655" y="2206"/>
                </a:lnTo>
                <a:lnTo>
                  <a:pt x="4656" y="2207"/>
                </a:lnTo>
                <a:lnTo>
                  <a:pt x="4657" y="2208"/>
                </a:lnTo>
                <a:lnTo>
                  <a:pt x="4657" y="2209"/>
                </a:lnTo>
                <a:lnTo>
                  <a:pt x="4658" y="2209"/>
                </a:lnTo>
                <a:lnTo>
                  <a:pt x="4658" y="2210"/>
                </a:lnTo>
                <a:lnTo>
                  <a:pt x="4657" y="2210"/>
                </a:lnTo>
                <a:lnTo>
                  <a:pt x="4656" y="2211"/>
                </a:lnTo>
                <a:lnTo>
                  <a:pt x="4656" y="2212"/>
                </a:lnTo>
                <a:lnTo>
                  <a:pt x="4655" y="2212"/>
                </a:lnTo>
                <a:lnTo>
                  <a:pt x="4654" y="2212"/>
                </a:lnTo>
                <a:lnTo>
                  <a:pt x="4653" y="2212"/>
                </a:lnTo>
                <a:lnTo>
                  <a:pt x="4652" y="2212"/>
                </a:lnTo>
                <a:lnTo>
                  <a:pt x="4652" y="2214"/>
                </a:lnTo>
                <a:lnTo>
                  <a:pt x="4653" y="2214"/>
                </a:lnTo>
                <a:lnTo>
                  <a:pt x="4653" y="2215"/>
                </a:lnTo>
                <a:lnTo>
                  <a:pt x="4654" y="2215"/>
                </a:lnTo>
                <a:lnTo>
                  <a:pt x="4654" y="2216"/>
                </a:lnTo>
                <a:lnTo>
                  <a:pt x="4654" y="2217"/>
                </a:lnTo>
                <a:lnTo>
                  <a:pt x="4653" y="2218"/>
                </a:lnTo>
                <a:lnTo>
                  <a:pt x="4652" y="2219"/>
                </a:lnTo>
                <a:lnTo>
                  <a:pt x="4652" y="2220"/>
                </a:lnTo>
                <a:lnTo>
                  <a:pt x="4652" y="2221"/>
                </a:lnTo>
                <a:lnTo>
                  <a:pt x="4652" y="2222"/>
                </a:lnTo>
                <a:lnTo>
                  <a:pt x="4653" y="2222"/>
                </a:lnTo>
                <a:lnTo>
                  <a:pt x="4652" y="2222"/>
                </a:lnTo>
                <a:lnTo>
                  <a:pt x="4652" y="2223"/>
                </a:lnTo>
                <a:lnTo>
                  <a:pt x="4651" y="2223"/>
                </a:lnTo>
                <a:lnTo>
                  <a:pt x="4652" y="2224"/>
                </a:lnTo>
                <a:lnTo>
                  <a:pt x="4651" y="2224"/>
                </a:lnTo>
                <a:lnTo>
                  <a:pt x="4651" y="2223"/>
                </a:lnTo>
                <a:lnTo>
                  <a:pt x="4650" y="2223"/>
                </a:lnTo>
                <a:lnTo>
                  <a:pt x="4649" y="2223"/>
                </a:lnTo>
                <a:lnTo>
                  <a:pt x="4649" y="2222"/>
                </a:lnTo>
                <a:lnTo>
                  <a:pt x="4649" y="2221"/>
                </a:lnTo>
                <a:lnTo>
                  <a:pt x="4648" y="2221"/>
                </a:lnTo>
                <a:lnTo>
                  <a:pt x="4648" y="2220"/>
                </a:lnTo>
                <a:lnTo>
                  <a:pt x="4649" y="2219"/>
                </a:lnTo>
                <a:lnTo>
                  <a:pt x="4649" y="2218"/>
                </a:lnTo>
                <a:lnTo>
                  <a:pt x="4649" y="2217"/>
                </a:lnTo>
                <a:lnTo>
                  <a:pt x="4648" y="2217"/>
                </a:lnTo>
                <a:lnTo>
                  <a:pt x="4648" y="2216"/>
                </a:lnTo>
                <a:lnTo>
                  <a:pt x="4647" y="2216"/>
                </a:lnTo>
                <a:lnTo>
                  <a:pt x="4646" y="2216"/>
                </a:lnTo>
                <a:lnTo>
                  <a:pt x="4646" y="2215"/>
                </a:lnTo>
                <a:lnTo>
                  <a:pt x="4646" y="2213"/>
                </a:lnTo>
                <a:lnTo>
                  <a:pt x="4646" y="2212"/>
                </a:lnTo>
                <a:lnTo>
                  <a:pt x="4645" y="2212"/>
                </a:lnTo>
                <a:lnTo>
                  <a:pt x="4644" y="2212"/>
                </a:lnTo>
                <a:lnTo>
                  <a:pt x="4643" y="2212"/>
                </a:lnTo>
                <a:lnTo>
                  <a:pt x="4641" y="2213"/>
                </a:lnTo>
                <a:lnTo>
                  <a:pt x="4637" y="2214"/>
                </a:lnTo>
                <a:lnTo>
                  <a:pt x="4637" y="2213"/>
                </a:lnTo>
                <a:lnTo>
                  <a:pt x="4636" y="2214"/>
                </a:lnTo>
                <a:lnTo>
                  <a:pt x="4636" y="2215"/>
                </a:lnTo>
                <a:lnTo>
                  <a:pt x="4637" y="2215"/>
                </a:lnTo>
                <a:lnTo>
                  <a:pt x="4637" y="2216"/>
                </a:lnTo>
                <a:lnTo>
                  <a:pt x="4638" y="2216"/>
                </a:lnTo>
                <a:lnTo>
                  <a:pt x="4638" y="2217"/>
                </a:lnTo>
                <a:lnTo>
                  <a:pt x="4637" y="2217"/>
                </a:lnTo>
                <a:lnTo>
                  <a:pt x="4636" y="2217"/>
                </a:lnTo>
                <a:lnTo>
                  <a:pt x="4635" y="2217"/>
                </a:lnTo>
                <a:lnTo>
                  <a:pt x="4635" y="2218"/>
                </a:lnTo>
                <a:lnTo>
                  <a:pt x="4634" y="2218"/>
                </a:lnTo>
                <a:lnTo>
                  <a:pt x="4634" y="2219"/>
                </a:lnTo>
                <a:lnTo>
                  <a:pt x="4635" y="2219"/>
                </a:lnTo>
                <a:lnTo>
                  <a:pt x="4635" y="2220"/>
                </a:lnTo>
                <a:lnTo>
                  <a:pt x="4635" y="2221"/>
                </a:lnTo>
                <a:lnTo>
                  <a:pt x="4634" y="2221"/>
                </a:lnTo>
                <a:lnTo>
                  <a:pt x="4634" y="2220"/>
                </a:lnTo>
                <a:lnTo>
                  <a:pt x="4633" y="2220"/>
                </a:lnTo>
                <a:lnTo>
                  <a:pt x="4633" y="2221"/>
                </a:lnTo>
                <a:lnTo>
                  <a:pt x="4633" y="2222"/>
                </a:lnTo>
                <a:lnTo>
                  <a:pt x="4633" y="2223"/>
                </a:lnTo>
                <a:lnTo>
                  <a:pt x="4632" y="2224"/>
                </a:lnTo>
                <a:lnTo>
                  <a:pt x="4632" y="2226"/>
                </a:lnTo>
                <a:lnTo>
                  <a:pt x="4633" y="2227"/>
                </a:lnTo>
                <a:lnTo>
                  <a:pt x="4634" y="2227"/>
                </a:lnTo>
                <a:lnTo>
                  <a:pt x="4635" y="2227"/>
                </a:lnTo>
                <a:lnTo>
                  <a:pt x="4635" y="2228"/>
                </a:lnTo>
                <a:lnTo>
                  <a:pt x="4636" y="2228"/>
                </a:lnTo>
                <a:lnTo>
                  <a:pt x="4637" y="2229"/>
                </a:lnTo>
                <a:lnTo>
                  <a:pt x="4637" y="2230"/>
                </a:lnTo>
                <a:lnTo>
                  <a:pt x="4638" y="2230"/>
                </a:lnTo>
                <a:lnTo>
                  <a:pt x="4638" y="2231"/>
                </a:lnTo>
                <a:lnTo>
                  <a:pt x="4637" y="2231"/>
                </a:lnTo>
                <a:lnTo>
                  <a:pt x="4636" y="2231"/>
                </a:lnTo>
                <a:lnTo>
                  <a:pt x="4635" y="2231"/>
                </a:lnTo>
                <a:lnTo>
                  <a:pt x="4634" y="2231"/>
                </a:lnTo>
                <a:lnTo>
                  <a:pt x="4634" y="2232"/>
                </a:lnTo>
                <a:lnTo>
                  <a:pt x="4633" y="2232"/>
                </a:lnTo>
                <a:lnTo>
                  <a:pt x="4632" y="2231"/>
                </a:lnTo>
                <a:lnTo>
                  <a:pt x="4631" y="2231"/>
                </a:lnTo>
                <a:lnTo>
                  <a:pt x="4630" y="2231"/>
                </a:lnTo>
                <a:lnTo>
                  <a:pt x="4630" y="2232"/>
                </a:lnTo>
                <a:lnTo>
                  <a:pt x="4630" y="2233"/>
                </a:lnTo>
                <a:lnTo>
                  <a:pt x="4629" y="2233"/>
                </a:lnTo>
                <a:lnTo>
                  <a:pt x="4630" y="2233"/>
                </a:lnTo>
                <a:lnTo>
                  <a:pt x="4630" y="2234"/>
                </a:lnTo>
                <a:lnTo>
                  <a:pt x="4630" y="2235"/>
                </a:lnTo>
                <a:lnTo>
                  <a:pt x="4631" y="2235"/>
                </a:lnTo>
                <a:lnTo>
                  <a:pt x="4631" y="2236"/>
                </a:lnTo>
                <a:lnTo>
                  <a:pt x="4631" y="2237"/>
                </a:lnTo>
                <a:lnTo>
                  <a:pt x="4630" y="2237"/>
                </a:lnTo>
                <a:lnTo>
                  <a:pt x="4630" y="2238"/>
                </a:lnTo>
                <a:lnTo>
                  <a:pt x="4630" y="2239"/>
                </a:lnTo>
                <a:lnTo>
                  <a:pt x="4631" y="2240"/>
                </a:lnTo>
                <a:lnTo>
                  <a:pt x="4632" y="2239"/>
                </a:lnTo>
                <a:lnTo>
                  <a:pt x="4633" y="2239"/>
                </a:lnTo>
                <a:lnTo>
                  <a:pt x="4633" y="2238"/>
                </a:lnTo>
                <a:lnTo>
                  <a:pt x="4634" y="2239"/>
                </a:lnTo>
                <a:lnTo>
                  <a:pt x="4634" y="2241"/>
                </a:lnTo>
                <a:lnTo>
                  <a:pt x="4633" y="2241"/>
                </a:lnTo>
                <a:lnTo>
                  <a:pt x="4634" y="2242"/>
                </a:lnTo>
                <a:lnTo>
                  <a:pt x="4634" y="2243"/>
                </a:lnTo>
                <a:lnTo>
                  <a:pt x="4633" y="2243"/>
                </a:lnTo>
                <a:lnTo>
                  <a:pt x="4633" y="2244"/>
                </a:lnTo>
                <a:lnTo>
                  <a:pt x="4634" y="2244"/>
                </a:lnTo>
                <a:lnTo>
                  <a:pt x="4634" y="2245"/>
                </a:lnTo>
                <a:lnTo>
                  <a:pt x="4635" y="2246"/>
                </a:lnTo>
                <a:lnTo>
                  <a:pt x="4635" y="2247"/>
                </a:lnTo>
                <a:lnTo>
                  <a:pt x="4636" y="2248"/>
                </a:lnTo>
                <a:lnTo>
                  <a:pt x="4636" y="2249"/>
                </a:lnTo>
                <a:lnTo>
                  <a:pt x="4635" y="2249"/>
                </a:lnTo>
                <a:lnTo>
                  <a:pt x="4635" y="2250"/>
                </a:lnTo>
                <a:lnTo>
                  <a:pt x="4636" y="2250"/>
                </a:lnTo>
                <a:lnTo>
                  <a:pt x="4636" y="2251"/>
                </a:lnTo>
                <a:lnTo>
                  <a:pt x="4636" y="2252"/>
                </a:lnTo>
                <a:lnTo>
                  <a:pt x="4637" y="2254"/>
                </a:lnTo>
                <a:lnTo>
                  <a:pt x="4637" y="2255"/>
                </a:lnTo>
                <a:lnTo>
                  <a:pt x="4638" y="2255"/>
                </a:lnTo>
                <a:lnTo>
                  <a:pt x="4638" y="2256"/>
                </a:lnTo>
                <a:lnTo>
                  <a:pt x="4639" y="2256"/>
                </a:lnTo>
                <a:lnTo>
                  <a:pt x="4640" y="2256"/>
                </a:lnTo>
                <a:lnTo>
                  <a:pt x="4640" y="2257"/>
                </a:lnTo>
                <a:lnTo>
                  <a:pt x="4639" y="2257"/>
                </a:lnTo>
                <a:lnTo>
                  <a:pt x="4638" y="2258"/>
                </a:lnTo>
                <a:lnTo>
                  <a:pt x="4637" y="2258"/>
                </a:lnTo>
                <a:lnTo>
                  <a:pt x="4636" y="2257"/>
                </a:lnTo>
                <a:lnTo>
                  <a:pt x="4635" y="2257"/>
                </a:lnTo>
                <a:lnTo>
                  <a:pt x="4634" y="2258"/>
                </a:lnTo>
                <a:lnTo>
                  <a:pt x="4634" y="2259"/>
                </a:lnTo>
                <a:lnTo>
                  <a:pt x="4633" y="2260"/>
                </a:lnTo>
                <a:lnTo>
                  <a:pt x="4632" y="2260"/>
                </a:lnTo>
                <a:lnTo>
                  <a:pt x="4631" y="2260"/>
                </a:lnTo>
                <a:lnTo>
                  <a:pt x="4631" y="2259"/>
                </a:lnTo>
                <a:lnTo>
                  <a:pt x="4630" y="2259"/>
                </a:lnTo>
                <a:lnTo>
                  <a:pt x="4629" y="2260"/>
                </a:lnTo>
                <a:lnTo>
                  <a:pt x="4629" y="2261"/>
                </a:lnTo>
                <a:lnTo>
                  <a:pt x="4629" y="2262"/>
                </a:lnTo>
                <a:lnTo>
                  <a:pt x="4629" y="2263"/>
                </a:lnTo>
                <a:lnTo>
                  <a:pt x="4628" y="2263"/>
                </a:lnTo>
                <a:lnTo>
                  <a:pt x="4627" y="2263"/>
                </a:lnTo>
                <a:lnTo>
                  <a:pt x="4627" y="2262"/>
                </a:lnTo>
                <a:lnTo>
                  <a:pt x="4627" y="2261"/>
                </a:lnTo>
                <a:lnTo>
                  <a:pt x="4626" y="2261"/>
                </a:lnTo>
                <a:lnTo>
                  <a:pt x="4625" y="2262"/>
                </a:lnTo>
                <a:lnTo>
                  <a:pt x="4624" y="2262"/>
                </a:lnTo>
                <a:lnTo>
                  <a:pt x="4623" y="2262"/>
                </a:lnTo>
                <a:lnTo>
                  <a:pt x="4623" y="2263"/>
                </a:lnTo>
                <a:lnTo>
                  <a:pt x="4624" y="2264"/>
                </a:lnTo>
                <a:lnTo>
                  <a:pt x="4623" y="2265"/>
                </a:lnTo>
                <a:lnTo>
                  <a:pt x="4622" y="2265"/>
                </a:lnTo>
                <a:lnTo>
                  <a:pt x="4621" y="2264"/>
                </a:lnTo>
                <a:lnTo>
                  <a:pt x="4621" y="2265"/>
                </a:lnTo>
                <a:lnTo>
                  <a:pt x="4620" y="2265"/>
                </a:lnTo>
                <a:lnTo>
                  <a:pt x="4619" y="2266"/>
                </a:lnTo>
                <a:lnTo>
                  <a:pt x="4618" y="2266"/>
                </a:lnTo>
                <a:lnTo>
                  <a:pt x="4617" y="2266"/>
                </a:lnTo>
                <a:lnTo>
                  <a:pt x="4616" y="2266"/>
                </a:lnTo>
                <a:lnTo>
                  <a:pt x="4615" y="2267"/>
                </a:lnTo>
                <a:lnTo>
                  <a:pt x="4615" y="2268"/>
                </a:lnTo>
                <a:lnTo>
                  <a:pt x="4614" y="2268"/>
                </a:lnTo>
                <a:lnTo>
                  <a:pt x="4613" y="2270"/>
                </a:lnTo>
                <a:lnTo>
                  <a:pt x="4612" y="2271"/>
                </a:lnTo>
                <a:lnTo>
                  <a:pt x="4612" y="2272"/>
                </a:lnTo>
                <a:lnTo>
                  <a:pt x="4611" y="2272"/>
                </a:lnTo>
                <a:lnTo>
                  <a:pt x="4610" y="2272"/>
                </a:lnTo>
                <a:lnTo>
                  <a:pt x="4609" y="2273"/>
                </a:lnTo>
                <a:lnTo>
                  <a:pt x="4609" y="2272"/>
                </a:lnTo>
                <a:lnTo>
                  <a:pt x="4608" y="2272"/>
                </a:lnTo>
                <a:lnTo>
                  <a:pt x="4606" y="2272"/>
                </a:lnTo>
                <a:lnTo>
                  <a:pt x="4606" y="2273"/>
                </a:lnTo>
                <a:lnTo>
                  <a:pt x="4605" y="2273"/>
                </a:lnTo>
                <a:lnTo>
                  <a:pt x="4604" y="2273"/>
                </a:lnTo>
                <a:lnTo>
                  <a:pt x="4604" y="2274"/>
                </a:lnTo>
                <a:lnTo>
                  <a:pt x="4604" y="2273"/>
                </a:lnTo>
                <a:lnTo>
                  <a:pt x="4603" y="2273"/>
                </a:lnTo>
                <a:lnTo>
                  <a:pt x="4602" y="2273"/>
                </a:lnTo>
                <a:lnTo>
                  <a:pt x="4602" y="2272"/>
                </a:lnTo>
                <a:lnTo>
                  <a:pt x="4601" y="2272"/>
                </a:lnTo>
                <a:lnTo>
                  <a:pt x="4600" y="2273"/>
                </a:lnTo>
                <a:lnTo>
                  <a:pt x="4600" y="2274"/>
                </a:lnTo>
                <a:lnTo>
                  <a:pt x="4599" y="2274"/>
                </a:lnTo>
                <a:lnTo>
                  <a:pt x="4598" y="2274"/>
                </a:lnTo>
                <a:lnTo>
                  <a:pt x="4598" y="2273"/>
                </a:lnTo>
                <a:lnTo>
                  <a:pt x="4599" y="2273"/>
                </a:lnTo>
                <a:lnTo>
                  <a:pt x="4599" y="2271"/>
                </a:lnTo>
                <a:lnTo>
                  <a:pt x="4600" y="2271"/>
                </a:lnTo>
                <a:lnTo>
                  <a:pt x="4600" y="2270"/>
                </a:lnTo>
                <a:lnTo>
                  <a:pt x="4601" y="2270"/>
                </a:lnTo>
                <a:lnTo>
                  <a:pt x="4600" y="2270"/>
                </a:lnTo>
                <a:lnTo>
                  <a:pt x="4600" y="2269"/>
                </a:lnTo>
                <a:lnTo>
                  <a:pt x="4601" y="2269"/>
                </a:lnTo>
                <a:lnTo>
                  <a:pt x="4602" y="2268"/>
                </a:lnTo>
                <a:lnTo>
                  <a:pt x="4601" y="2267"/>
                </a:lnTo>
                <a:lnTo>
                  <a:pt x="4600" y="2268"/>
                </a:lnTo>
                <a:lnTo>
                  <a:pt x="4600" y="2269"/>
                </a:lnTo>
                <a:lnTo>
                  <a:pt x="4600" y="2268"/>
                </a:lnTo>
                <a:lnTo>
                  <a:pt x="4600" y="2267"/>
                </a:lnTo>
                <a:lnTo>
                  <a:pt x="4601" y="2267"/>
                </a:lnTo>
                <a:lnTo>
                  <a:pt x="4600" y="2267"/>
                </a:lnTo>
                <a:lnTo>
                  <a:pt x="4600" y="2266"/>
                </a:lnTo>
                <a:lnTo>
                  <a:pt x="4601" y="2266"/>
                </a:lnTo>
                <a:lnTo>
                  <a:pt x="4601" y="2265"/>
                </a:lnTo>
                <a:lnTo>
                  <a:pt x="4601" y="2264"/>
                </a:lnTo>
                <a:lnTo>
                  <a:pt x="4601" y="2263"/>
                </a:lnTo>
                <a:lnTo>
                  <a:pt x="4602" y="2263"/>
                </a:lnTo>
                <a:lnTo>
                  <a:pt x="4601" y="2262"/>
                </a:lnTo>
                <a:lnTo>
                  <a:pt x="4602" y="2260"/>
                </a:lnTo>
                <a:lnTo>
                  <a:pt x="4603" y="2260"/>
                </a:lnTo>
                <a:lnTo>
                  <a:pt x="4604" y="2260"/>
                </a:lnTo>
                <a:lnTo>
                  <a:pt x="4605" y="2260"/>
                </a:lnTo>
                <a:lnTo>
                  <a:pt x="4604" y="2260"/>
                </a:lnTo>
                <a:lnTo>
                  <a:pt x="4603" y="2259"/>
                </a:lnTo>
                <a:lnTo>
                  <a:pt x="4604" y="2259"/>
                </a:lnTo>
                <a:lnTo>
                  <a:pt x="4603" y="2259"/>
                </a:lnTo>
                <a:lnTo>
                  <a:pt x="4603" y="2258"/>
                </a:lnTo>
                <a:lnTo>
                  <a:pt x="4603" y="2257"/>
                </a:lnTo>
                <a:lnTo>
                  <a:pt x="4604" y="2257"/>
                </a:lnTo>
                <a:lnTo>
                  <a:pt x="4604" y="2256"/>
                </a:lnTo>
                <a:lnTo>
                  <a:pt x="4603" y="2255"/>
                </a:lnTo>
                <a:lnTo>
                  <a:pt x="4603" y="2254"/>
                </a:lnTo>
                <a:lnTo>
                  <a:pt x="4602" y="2253"/>
                </a:lnTo>
                <a:lnTo>
                  <a:pt x="4601" y="2253"/>
                </a:lnTo>
                <a:lnTo>
                  <a:pt x="4600" y="2252"/>
                </a:lnTo>
                <a:lnTo>
                  <a:pt x="4600" y="2251"/>
                </a:lnTo>
                <a:lnTo>
                  <a:pt x="4599" y="2251"/>
                </a:lnTo>
                <a:lnTo>
                  <a:pt x="4599" y="2250"/>
                </a:lnTo>
                <a:lnTo>
                  <a:pt x="4598" y="2250"/>
                </a:lnTo>
                <a:lnTo>
                  <a:pt x="4598" y="2249"/>
                </a:lnTo>
                <a:lnTo>
                  <a:pt x="4597" y="2249"/>
                </a:lnTo>
                <a:lnTo>
                  <a:pt x="4597" y="2248"/>
                </a:lnTo>
                <a:lnTo>
                  <a:pt x="4598" y="2248"/>
                </a:lnTo>
                <a:lnTo>
                  <a:pt x="4597" y="2247"/>
                </a:lnTo>
                <a:lnTo>
                  <a:pt x="4597" y="2248"/>
                </a:lnTo>
                <a:lnTo>
                  <a:pt x="4596" y="2248"/>
                </a:lnTo>
                <a:lnTo>
                  <a:pt x="4595" y="2248"/>
                </a:lnTo>
                <a:lnTo>
                  <a:pt x="4595" y="2249"/>
                </a:lnTo>
                <a:lnTo>
                  <a:pt x="4596" y="2249"/>
                </a:lnTo>
                <a:lnTo>
                  <a:pt x="4596" y="2250"/>
                </a:lnTo>
                <a:lnTo>
                  <a:pt x="4596" y="2251"/>
                </a:lnTo>
                <a:lnTo>
                  <a:pt x="4595" y="2251"/>
                </a:lnTo>
                <a:lnTo>
                  <a:pt x="4595" y="2252"/>
                </a:lnTo>
                <a:lnTo>
                  <a:pt x="4594" y="2252"/>
                </a:lnTo>
                <a:lnTo>
                  <a:pt x="4594" y="2253"/>
                </a:lnTo>
                <a:lnTo>
                  <a:pt x="4595" y="2254"/>
                </a:lnTo>
                <a:lnTo>
                  <a:pt x="4596" y="2255"/>
                </a:lnTo>
                <a:lnTo>
                  <a:pt x="4597" y="2255"/>
                </a:lnTo>
                <a:lnTo>
                  <a:pt x="4598" y="2255"/>
                </a:lnTo>
                <a:lnTo>
                  <a:pt x="4598" y="2256"/>
                </a:lnTo>
                <a:lnTo>
                  <a:pt x="4597" y="2256"/>
                </a:lnTo>
                <a:lnTo>
                  <a:pt x="4597" y="2257"/>
                </a:lnTo>
                <a:lnTo>
                  <a:pt x="4596" y="2257"/>
                </a:lnTo>
                <a:lnTo>
                  <a:pt x="4595" y="2257"/>
                </a:lnTo>
                <a:lnTo>
                  <a:pt x="4594" y="2257"/>
                </a:lnTo>
                <a:lnTo>
                  <a:pt x="4594" y="2258"/>
                </a:lnTo>
                <a:lnTo>
                  <a:pt x="4593" y="2258"/>
                </a:lnTo>
                <a:lnTo>
                  <a:pt x="4593" y="2257"/>
                </a:lnTo>
                <a:lnTo>
                  <a:pt x="4593" y="2256"/>
                </a:lnTo>
                <a:lnTo>
                  <a:pt x="4593" y="2255"/>
                </a:lnTo>
                <a:lnTo>
                  <a:pt x="4592" y="2255"/>
                </a:lnTo>
                <a:lnTo>
                  <a:pt x="4591" y="2255"/>
                </a:lnTo>
                <a:lnTo>
                  <a:pt x="4590" y="2256"/>
                </a:lnTo>
                <a:lnTo>
                  <a:pt x="4590" y="2257"/>
                </a:lnTo>
                <a:lnTo>
                  <a:pt x="4589" y="2257"/>
                </a:lnTo>
                <a:lnTo>
                  <a:pt x="4589" y="2256"/>
                </a:lnTo>
                <a:lnTo>
                  <a:pt x="4588" y="2255"/>
                </a:lnTo>
                <a:lnTo>
                  <a:pt x="4588" y="2254"/>
                </a:lnTo>
                <a:lnTo>
                  <a:pt x="4587" y="2254"/>
                </a:lnTo>
                <a:lnTo>
                  <a:pt x="4586" y="2255"/>
                </a:lnTo>
                <a:lnTo>
                  <a:pt x="4585" y="2255"/>
                </a:lnTo>
                <a:lnTo>
                  <a:pt x="4584" y="2256"/>
                </a:lnTo>
                <a:lnTo>
                  <a:pt x="4583" y="2257"/>
                </a:lnTo>
                <a:lnTo>
                  <a:pt x="4583" y="2258"/>
                </a:lnTo>
                <a:lnTo>
                  <a:pt x="4582" y="2259"/>
                </a:lnTo>
                <a:lnTo>
                  <a:pt x="4581" y="2260"/>
                </a:lnTo>
                <a:lnTo>
                  <a:pt x="4580" y="2260"/>
                </a:lnTo>
                <a:lnTo>
                  <a:pt x="4579" y="2259"/>
                </a:lnTo>
                <a:lnTo>
                  <a:pt x="4578" y="2259"/>
                </a:lnTo>
                <a:lnTo>
                  <a:pt x="4579" y="2258"/>
                </a:lnTo>
                <a:lnTo>
                  <a:pt x="4580" y="2258"/>
                </a:lnTo>
                <a:lnTo>
                  <a:pt x="4579" y="2258"/>
                </a:lnTo>
                <a:lnTo>
                  <a:pt x="4578" y="2258"/>
                </a:lnTo>
                <a:lnTo>
                  <a:pt x="4578" y="2259"/>
                </a:lnTo>
                <a:lnTo>
                  <a:pt x="4579" y="2260"/>
                </a:lnTo>
                <a:lnTo>
                  <a:pt x="4580" y="2260"/>
                </a:lnTo>
                <a:lnTo>
                  <a:pt x="4580" y="2261"/>
                </a:lnTo>
                <a:lnTo>
                  <a:pt x="4580" y="2262"/>
                </a:lnTo>
                <a:lnTo>
                  <a:pt x="4580" y="2263"/>
                </a:lnTo>
                <a:lnTo>
                  <a:pt x="4581" y="2264"/>
                </a:lnTo>
                <a:lnTo>
                  <a:pt x="4581" y="2265"/>
                </a:lnTo>
                <a:lnTo>
                  <a:pt x="4580" y="2266"/>
                </a:lnTo>
                <a:lnTo>
                  <a:pt x="4578" y="2267"/>
                </a:lnTo>
                <a:lnTo>
                  <a:pt x="4577" y="2267"/>
                </a:lnTo>
                <a:lnTo>
                  <a:pt x="4576" y="2267"/>
                </a:lnTo>
                <a:lnTo>
                  <a:pt x="4577" y="2268"/>
                </a:lnTo>
                <a:lnTo>
                  <a:pt x="4578" y="2268"/>
                </a:lnTo>
                <a:lnTo>
                  <a:pt x="4579" y="2268"/>
                </a:lnTo>
                <a:lnTo>
                  <a:pt x="4580" y="2269"/>
                </a:lnTo>
                <a:lnTo>
                  <a:pt x="4580" y="2270"/>
                </a:lnTo>
                <a:lnTo>
                  <a:pt x="4579" y="2270"/>
                </a:lnTo>
                <a:lnTo>
                  <a:pt x="4579" y="2271"/>
                </a:lnTo>
                <a:lnTo>
                  <a:pt x="4580" y="2271"/>
                </a:lnTo>
                <a:lnTo>
                  <a:pt x="4581" y="2271"/>
                </a:lnTo>
                <a:lnTo>
                  <a:pt x="4583" y="2271"/>
                </a:lnTo>
                <a:lnTo>
                  <a:pt x="4583" y="2272"/>
                </a:lnTo>
                <a:lnTo>
                  <a:pt x="4584" y="2272"/>
                </a:lnTo>
                <a:lnTo>
                  <a:pt x="4585" y="2273"/>
                </a:lnTo>
                <a:lnTo>
                  <a:pt x="4585" y="2272"/>
                </a:lnTo>
                <a:lnTo>
                  <a:pt x="4586" y="2273"/>
                </a:lnTo>
                <a:lnTo>
                  <a:pt x="4586" y="2274"/>
                </a:lnTo>
                <a:lnTo>
                  <a:pt x="4587" y="2274"/>
                </a:lnTo>
                <a:lnTo>
                  <a:pt x="4588" y="2274"/>
                </a:lnTo>
                <a:lnTo>
                  <a:pt x="4589" y="2274"/>
                </a:lnTo>
                <a:lnTo>
                  <a:pt x="4590" y="2274"/>
                </a:lnTo>
                <a:lnTo>
                  <a:pt x="4591" y="2274"/>
                </a:lnTo>
                <a:lnTo>
                  <a:pt x="4592" y="2274"/>
                </a:lnTo>
                <a:lnTo>
                  <a:pt x="4593" y="2274"/>
                </a:lnTo>
                <a:lnTo>
                  <a:pt x="4593" y="2275"/>
                </a:lnTo>
                <a:lnTo>
                  <a:pt x="4593" y="2276"/>
                </a:lnTo>
                <a:lnTo>
                  <a:pt x="4592" y="2276"/>
                </a:lnTo>
                <a:lnTo>
                  <a:pt x="4592" y="2277"/>
                </a:lnTo>
                <a:lnTo>
                  <a:pt x="4593" y="2277"/>
                </a:lnTo>
                <a:lnTo>
                  <a:pt x="4593" y="2278"/>
                </a:lnTo>
                <a:lnTo>
                  <a:pt x="4591" y="2279"/>
                </a:lnTo>
                <a:lnTo>
                  <a:pt x="4592" y="2280"/>
                </a:lnTo>
                <a:lnTo>
                  <a:pt x="4590" y="2282"/>
                </a:lnTo>
                <a:lnTo>
                  <a:pt x="4589" y="2282"/>
                </a:lnTo>
                <a:lnTo>
                  <a:pt x="4590" y="2282"/>
                </a:lnTo>
                <a:lnTo>
                  <a:pt x="4590" y="2283"/>
                </a:lnTo>
                <a:lnTo>
                  <a:pt x="4591" y="2283"/>
                </a:lnTo>
                <a:lnTo>
                  <a:pt x="4592" y="2282"/>
                </a:lnTo>
                <a:lnTo>
                  <a:pt x="4594" y="2280"/>
                </a:lnTo>
                <a:lnTo>
                  <a:pt x="4595" y="2280"/>
                </a:lnTo>
                <a:lnTo>
                  <a:pt x="4596" y="2280"/>
                </a:lnTo>
                <a:lnTo>
                  <a:pt x="4596" y="2281"/>
                </a:lnTo>
                <a:lnTo>
                  <a:pt x="4595" y="2281"/>
                </a:lnTo>
                <a:lnTo>
                  <a:pt x="4595" y="2282"/>
                </a:lnTo>
                <a:lnTo>
                  <a:pt x="4595" y="2284"/>
                </a:lnTo>
                <a:lnTo>
                  <a:pt x="4595" y="2285"/>
                </a:lnTo>
                <a:lnTo>
                  <a:pt x="4596" y="2285"/>
                </a:lnTo>
                <a:lnTo>
                  <a:pt x="4596" y="2284"/>
                </a:lnTo>
                <a:lnTo>
                  <a:pt x="4597" y="2283"/>
                </a:lnTo>
                <a:lnTo>
                  <a:pt x="4597" y="2282"/>
                </a:lnTo>
                <a:lnTo>
                  <a:pt x="4596" y="2282"/>
                </a:lnTo>
                <a:lnTo>
                  <a:pt x="4597" y="2281"/>
                </a:lnTo>
                <a:lnTo>
                  <a:pt x="4597" y="2282"/>
                </a:lnTo>
                <a:lnTo>
                  <a:pt x="4598" y="2282"/>
                </a:lnTo>
                <a:lnTo>
                  <a:pt x="4598" y="2283"/>
                </a:lnTo>
                <a:lnTo>
                  <a:pt x="4599" y="2282"/>
                </a:lnTo>
                <a:lnTo>
                  <a:pt x="4598" y="2281"/>
                </a:lnTo>
                <a:lnTo>
                  <a:pt x="4598" y="2280"/>
                </a:lnTo>
                <a:lnTo>
                  <a:pt x="4599" y="2279"/>
                </a:lnTo>
                <a:lnTo>
                  <a:pt x="4601" y="2279"/>
                </a:lnTo>
                <a:lnTo>
                  <a:pt x="4602" y="2280"/>
                </a:lnTo>
                <a:lnTo>
                  <a:pt x="4601" y="2281"/>
                </a:lnTo>
                <a:lnTo>
                  <a:pt x="4601" y="2282"/>
                </a:lnTo>
                <a:lnTo>
                  <a:pt x="4601" y="2283"/>
                </a:lnTo>
                <a:lnTo>
                  <a:pt x="4601" y="2284"/>
                </a:lnTo>
                <a:lnTo>
                  <a:pt x="4600" y="2285"/>
                </a:lnTo>
                <a:lnTo>
                  <a:pt x="4599" y="2285"/>
                </a:lnTo>
                <a:lnTo>
                  <a:pt x="4598" y="2285"/>
                </a:lnTo>
                <a:lnTo>
                  <a:pt x="4597" y="2285"/>
                </a:lnTo>
                <a:lnTo>
                  <a:pt x="4597" y="2286"/>
                </a:lnTo>
                <a:lnTo>
                  <a:pt x="4596" y="2286"/>
                </a:lnTo>
                <a:lnTo>
                  <a:pt x="4596" y="2287"/>
                </a:lnTo>
                <a:lnTo>
                  <a:pt x="4595" y="2288"/>
                </a:lnTo>
                <a:lnTo>
                  <a:pt x="4595" y="2289"/>
                </a:lnTo>
                <a:lnTo>
                  <a:pt x="4594" y="2290"/>
                </a:lnTo>
                <a:lnTo>
                  <a:pt x="4594" y="2291"/>
                </a:lnTo>
                <a:lnTo>
                  <a:pt x="4593" y="2292"/>
                </a:lnTo>
                <a:lnTo>
                  <a:pt x="4592" y="2292"/>
                </a:lnTo>
                <a:lnTo>
                  <a:pt x="4592" y="2293"/>
                </a:lnTo>
                <a:lnTo>
                  <a:pt x="4592" y="2294"/>
                </a:lnTo>
                <a:lnTo>
                  <a:pt x="4592" y="2295"/>
                </a:lnTo>
                <a:lnTo>
                  <a:pt x="4591" y="2296"/>
                </a:lnTo>
                <a:lnTo>
                  <a:pt x="4590" y="2297"/>
                </a:lnTo>
                <a:lnTo>
                  <a:pt x="4589" y="2297"/>
                </a:lnTo>
                <a:lnTo>
                  <a:pt x="4589" y="2295"/>
                </a:lnTo>
                <a:lnTo>
                  <a:pt x="4590" y="2294"/>
                </a:lnTo>
                <a:lnTo>
                  <a:pt x="4591" y="2294"/>
                </a:lnTo>
                <a:lnTo>
                  <a:pt x="4591" y="2293"/>
                </a:lnTo>
                <a:lnTo>
                  <a:pt x="4591" y="2291"/>
                </a:lnTo>
                <a:lnTo>
                  <a:pt x="4592" y="2291"/>
                </a:lnTo>
                <a:lnTo>
                  <a:pt x="4593" y="2291"/>
                </a:lnTo>
                <a:lnTo>
                  <a:pt x="4593" y="2290"/>
                </a:lnTo>
                <a:lnTo>
                  <a:pt x="4593" y="2289"/>
                </a:lnTo>
                <a:lnTo>
                  <a:pt x="4592" y="2289"/>
                </a:lnTo>
                <a:lnTo>
                  <a:pt x="4591" y="2289"/>
                </a:lnTo>
                <a:lnTo>
                  <a:pt x="4590" y="2290"/>
                </a:lnTo>
                <a:lnTo>
                  <a:pt x="4589" y="2291"/>
                </a:lnTo>
                <a:lnTo>
                  <a:pt x="4589" y="2292"/>
                </a:lnTo>
                <a:lnTo>
                  <a:pt x="4588" y="2293"/>
                </a:lnTo>
                <a:lnTo>
                  <a:pt x="4588" y="2294"/>
                </a:lnTo>
                <a:lnTo>
                  <a:pt x="4587" y="2295"/>
                </a:lnTo>
                <a:lnTo>
                  <a:pt x="4586" y="2294"/>
                </a:lnTo>
                <a:lnTo>
                  <a:pt x="4586" y="2293"/>
                </a:lnTo>
                <a:lnTo>
                  <a:pt x="4585" y="2294"/>
                </a:lnTo>
                <a:lnTo>
                  <a:pt x="4586" y="2295"/>
                </a:lnTo>
                <a:lnTo>
                  <a:pt x="4585" y="2295"/>
                </a:lnTo>
                <a:lnTo>
                  <a:pt x="4584" y="2295"/>
                </a:lnTo>
                <a:lnTo>
                  <a:pt x="4583" y="2295"/>
                </a:lnTo>
                <a:lnTo>
                  <a:pt x="4583" y="2296"/>
                </a:lnTo>
                <a:lnTo>
                  <a:pt x="4582" y="2297"/>
                </a:lnTo>
                <a:lnTo>
                  <a:pt x="4581" y="2299"/>
                </a:lnTo>
                <a:lnTo>
                  <a:pt x="4580" y="2299"/>
                </a:lnTo>
                <a:lnTo>
                  <a:pt x="4579" y="2299"/>
                </a:lnTo>
                <a:lnTo>
                  <a:pt x="4579" y="2300"/>
                </a:lnTo>
                <a:lnTo>
                  <a:pt x="4579" y="2301"/>
                </a:lnTo>
                <a:lnTo>
                  <a:pt x="4578" y="2303"/>
                </a:lnTo>
                <a:lnTo>
                  <a:pt x="4578" y="2304"/>
                </a:lnTo>
                <a:lnTo>
                  <a:pt x="4578" y="2305"/>
                </a:lnTo>
                <a:lnTo>
                  <a:pt x="4577" y="2305"/>
                </a:lnTo>
                <a:lnTo>
                  <a:pt x="4577" y="2306"/>
                </a:lnTo>
                <a:lnTo>
                  <a:pt x="4577" y="2307"/>
                </a:lnTo>
                <a:lnTo>
                  <a:pt x="4577" y="2308"/>
                </a:lnTo>
                <a:lnTo>
                  <a:pt x="4577" y="2310"/>
                </a:lnTo>
                <a:lnTo>
                  <a:pt x="4577" y="2311"/>
                </a:lnTo>
                <a:lnTo>
                  <a:pt x="4578" y="2311"/>
                </a:lnTo>
                <a:lnTo>
                  <a:pt x="4578" y="2312"/>
                </a:lnTo>
                <a:lnTo>
                  <a:pt x="4579" y="2313"/>
                </a:lnTo>
                <a:lnTo>
                  <a:pt x="4578" y="2313"/>
                </a:lnTo>
                <a:lnTo>
                  <a:pt x="4578" y="2314"/>
                </a:lnTo>
                <a:lnTo>
                  <a:pt x="4579" y="2314"/>
                </a:lnTo>
                <a:lnTo>
                  <a:pt x="4578" y="2315"/>
                </a:lnTo>
                <a:lnTo>
                  <a:pt x="4578" y="2316"/>
                </a:lnTo>
                <a:lnTo>
                  <a:pt x="4578" y="2317"/>
                </a:lnTo>
                <a:lnTo>
                  <a:pt x="4577" y="2317"/>
                </a:lnTo>
                <a:lnTo>
                  <a:pt x="4577" y="2319"/>
                </a:lnTo>
                <a:lnTo>
                  <a:pt x="4578" y="2319"/>
                </a:lnTo>
                <a:lnTo>
                  <a:pt x="4577" y="2319"/>
                </a:lnTo>
                <a:lnTo>
                  <a:pt x="4577" y="2320"/>
                </a:lnTo>
                <a:lnTo>
                  <a:pt x="4577" y="2321"/>
                </a:lnTo>
                <a:lnTo>
                  <a:pt x="4576" y="2321"/>
                </a:lnTo>
                <a:lnTo>
                  <a:pt x="4575" y="2321"/>
                </a:lnTo>
                <a:lnTo>
                  <a:pt x="4574" y="2321"/>
                </a:lnTo>
                <a:lnTo>
                  <a:pt x="4574" y="2320"/>
                </a:lnTo>
                <a:lnTo>
                  <a:pt x="4573" y="2319"/>
                </a:lnTo>
                <a:lnTo>
                  <a:pt x="4572" y="2319"/>
                </a:lnTo>
                <a:lnTo>
                  <a:pt x="4572" y="2320"/>
                </a:lnTo>
                <a:lnTo>
                  <a:pt x="4572" y="2319"/>
                </a:lnTo>
                <a:lnTo>
                  <a:pt x="4572" y="2318"/>
                </a:lnTo>
                <a:lnTo>
                  <a:pt x="4571" y="2317"/>
                </a:lnTo>
                <a:lnTo>
                  <a:pt x="4570" y="2316"/>
                </a:lnTo>
                <a:lnTo>
                  <a:pt x="4569" y="2316"/>
                </a:lnTo>
                <a:lnTo>
                  <a:pt x="4568" y="2316"/>
                </a:lnTo>
                <a:lnTo>
                  <a:pt x="4568" y="2317"/>
                </a:lnTo>
                <a:lnTo>
                  <a:pt x="4567" y="2318"/>
                </a:lnTo>
                <a:lnTo>
                  <a:pt x="4566" y="2318"/>
                </a:lnTo>
                <a:lnTo>
                  <a:pt x="4566" y="2319"/>
                </a:lnTo>
                <a:lnTo>
                  <a:pt x="4566" y="2320"/>
                </a:lnTo>
                <a:lnTo>
                  <a:pt x="4567" y="2321"/>
                </a:lnTo>
                <a:lnTo>
                  <a:pt x="4568" y="2322"/>
                </a:lnTo>
                <a:lnTo>
                  <a:pt x="4569" y="2322"/>
                </a:lnTo>
                <a:lnTo>
                  <a:pt x="4570" y="2322"/>
                </a:lnTo>
                <a:lnTo>
                  <a:pt x="4571" y="2323"/>
                </a:lnTo>
                <a:lnTo>
                  <a:pt x="4570" y="2323"/>
                </a:lnTo>
                <a:lnTo>
                  <a:pt x="4570" y="2324"/>
                </a:lnTo>
                <a:lnTo>
                  <a:pt x="4569" y="2325"/>
                </a:lnTo>
                <a:lnTo>
                  <a:pt x="4568" y="2325"/>
                </a:lnTo>
                <a:lnTo>
                  <a:pt x="4568" y="2326"/>
                </a:lnTo>
                <a:lnTo>
                  <a:pt x="4567" y="2327"/>
                </a:lnTo>
                <a:lnTo>
                  <a:pt x="4567" y="2328"/>
                </a:lnTo>
                <a:lnTo>
                  <a:pt x="4567" y="2329"/>
                </a:lnTo>
                <a:lnTo>
                  <a:pt x="4567" y="2330"/>
                </a:lnTo>
                <a:lnTo>
                  <a:pt x="4567" y="2331"/>
                </a:lnTo>
                <a:lnTo>
                  <a:pt x="4568" y="2331"/>
                </a:lnTo>
                <a:lnTo>
                  <a:pt x="4569" y="2332"/>
                </a:lnTo>
                <a:lnTo>
                  <a:pt x="4569" y="2334"/>
                </a:lnTo>
                <a:lnTo>
                  <a:pt x="4568" y="2334"/>
                </a:lnTo>
                <a:lnTo>
                  <a:pt x="4567" y="2334"/>
                </a:lnTo>
                <a:lnTo>
                  <a:pt x="4566" y="2334"/>
                </a:lnTo>
                <a:lnTo>
                  <a:pt x="4566" y="2335"/>
                </a:lnTo>
                <a:lnTo>
                  <a:pt x="4566" y="2336"/>
                </a:lnTo>
                <a:lnTo>
                  <a:pt x="4565" y="2336"/>
                </a:lnTo>
                <a:lnTo>
                  <a:pt x="4565" y="2337"/>
                </a:lnTo>
                <a:lnTo>
                  <a:pt x="4565" y="2338"/>
                </a:lnTo>
                <a:lnTo>
                  <a:pt x="4564" y="2337"/>
                </a:lnTo>
                <a:lnTo>
                  <a:pt x="4563" y="2337"/>
                </a:lnTo>
                <a:lnTo>
                  <a:pt x="4563" y="2336"/>
                </a:lnTo>
                <a:lnTo>
                  <a:pt x="4563" y="2335"/>
                </a:lnTo>
                <a:lnTo>
                  <a:pt x="4562" y="2335"/>
                </a:lnTo>
                <a:lnTo>
                  <a:pt x="4561" y="2336"/>
                </a:lnTo>
                <a:lnTo>
                  <a:pt x="4561" y="2337"/>
                </a:lnTo>
                <a:lnTo>
                  <a:pt x="4560" y="2337"/>
                </a:lnTo>
                <a:lnTo>
                  <a:pt x="4560" y="2336"/>
                </a:lnTo>
                <a:lnTo>
                  <a:pt x="4560" y="2335"/>
                </a:lnTo>
                <a:lnTo>
                  <a:pt x="4560" y="2334"/>
                </a:lnTo>
                <a:lnTo>
                  <a:pt x="4559" y="2333"/>
                </a:lnTo>
                <a:lnTo>
                  <a:pt x="4558" y="2334"/>
                </a:lnTo>
                <a:lnTo>
                  <a:pt x="4559" y="2334"/>
                </a:lnTo>
                <a:lnTo>
                  <a:pt x="4558" y="2335"/>
                </a:lnTo>
                <a:lnTo>
                  <a:pt x="4557" y="2335"/>
                </a:lnTo>
                <a:lnTo>
                  <a:pt x="4557" y="2336"/>
                </a:lnTo>
                <a:lnTo>
                  <a:pt x="4556" y="2336"/>
                </a:lnTo>
                <a:lnTo>
                  <a:pt x="4556" y="2337"/>
                </a:lnTo>
                <a:lnTo>
                  <a:pt x="4557" y="2337"/>
                </a:lnTo>
                <a:lnTo>
                  <a:pt x="4556" y="2338"/>
                </a:lnTo>
                <a:lnTo>
                  <a:pt x="4556" y="2339"/>
                </a:lnTo>
                <a:lnTo>
                  <a:pt x="4558" y="2338"/>
                </a:lnTo>
                <a:lnTo>
                  <a:pt x="4558" y="2339"/>
                </a:lnTo>
                <a:lnTo>
                  <a:pt x="4556" y="2340"/>
                </a:lnTo>
                <a:lnTo>
                  <a:pt x="4557" y="2341"/>
                </a:lnTo>
                <a:lnTo>
                  <a:pt x="4556" y="2341"/>
                </a:lnTo>
                <a:lnTo>
                  <a:pt x="4558" y="2342"/>
                </a:lnTo>
                <a:lnTo>
                  <a:pt x="4557" y="2343"/>
                </a:lnTo>
                <a:lnTo>
                  <a:pt x="4556" y="2342"/>
                </a:lnTo>
                <a:lnTo>
                  <a:pt x="4555" y="2343"/>
                </a:lnTo>
                <a:lnTo>
                  <a:pt x="4554" y="2343"/>
                </a:lnTo>
                <a:lnTo>
                  <a:pt x="4554" y="2342"/>
                </a:lnTo>
                <a:lnTo>
                  <a:pt x="4553" y="2342"/>
                </a:lnTo>
                <a:lnTo>
                  <a:pt x="4553" y="2338"/>
                </a:lnTo>
                <a:lnTo>
                  <a:pt x="4552" y="2337"/>
                </a:lnTo>
                <a:lnTo>
                  <a:pt x="4551" y="2337"/>
                </a:lnTo>
                <a:lnTo>
                  <a:pt x="4551" y="2336"/>
                </a:lnTo>
                <a:lnTo>
                  <a:pt x="4551" y="2337"/>
                </a:lnTo>
                <a:lnTo>
                  <a:pt x="4551" y="2338"/>
                </a:lnTo>
                <a:lnTo>
                  <a:pt x="4550" y="2338"/>
                </a:lnTo>
                <a:lnTo>
                  <a:pt x="4549" y="2338"/>
                </a:lnTo>
                <a:lnTo>
                  <a:pt x="4549" y="2339"/>
                </a:lnTo>
                <a:lnTo>
                  <a:pt x="4548" y="2340"/>
                </a:lnTo>
                <a:lnTo>
                  <a:pt x="4547" y="2341"/>
                </a:lnTo>
                <a:lnTo>
                  <a:pt x="4546" y="2342"/>
                </a:lnTo>
                <a:lnTo>
                  <a:pt x="4546" y="2343"/>
                </a:lnTo>
                <a:lnTo>
                  <a:pt x="4545" y="2343"/>
                </a:lnTo>
                <a:lnTo>
                  <a:pt x="4544" y="2343"/>
                </a:lnTo>
                <a:lnTo>
                  <a:pt x="4543" y="2343"/>
                </a:lnTo>
                <a:lnTo>
                  <a:pt x="4543" y="2342"/>
                </a:lnTo>
                <a:lnTo>
                  <a:pt x="4542" y="2341"/>
                </a:lnTo>
                <a:lnTo>
                  <a:pt x="4541" y="2341"/>
                </a:lnTo>
                <a:lnTo>
                  <a:pt x="4542" y="2341"/>
                </a:lnTo>
                <a:lnTo>
                  <a:pt x="4542" y="2342"/>
                </a:lnTo>
                <a:lnTo>
                  <a:pt x="4543" y="2342"/>
                </a:lnTo>
                <a:lnTo>
                  <a:pt x="4543" y="2344"/>
                </a:lnTo>
                <a:lnTo>
                  <a:pt x="4543" y="2343"/>
                </a:lnTo>
                <a:lnTo>
                  <a:pt x="4542" y="2343"/>
                </a:lnTo>
                <a:lnTo>
                  <a:pt x="4542" y="2344"/>
                </a:lnTo>
                <a:lnTo>
                  <a:pt x="4543" y="2344"/>
                </a:lnTo>
                <a:lnTo>
                  <a:pt x="4544" y="2345"/>
                </a:lnTo>
                <a:lnTo>
                  <a:pt x="4544" y="2346"/>
                </a:lnTo>
                <a:lnTo>
                  <a:pt x="4544" y="2347"/>
                </a:lnTo>
                <a:lnTo>
                  <a:pt x="4543" y="2346"/>
                </a:lnTo>
                <a:lnTo>
                  <a:pt x="4542" y="2346"/>
                </a:lnTo>
                <a:lnTo>
                  <a:pt x="4542" y="2347"/>
                </a:lnTo>
                <a:lnTo>
                  <a:pt x="4541" y="2347"/>
                </a:lnTo>
                <a:lnTo>
                  <a:pt x="4542" y="2347"/>
                </a:lnTo>
                <a:lnTo>
                  <a:pt x="4541" y="2347"/>
                </a:lnTo>
                <a:lnTo>
                  <a:pt x="4541" y="2348"/>
                </a:lnTo>
                <a:lnTo>
                  <a:pt x="4543" y="2348"/>
                </a:lnTo>
                <a:lnTo>
                  <a:pt x="4542" y="2349"/>
                </a:lnTo>
                <a:lnTo>
                  <a:pt x="4542" y="2351"/>
                </a:lnTo>
                <a:lnTo>
                  <a:pt x="4541" y="2351"/>
                </a:lnTo>
                <a:lnTo>
                  <a:pt x="4541" y="2353"/>
                </a:lnTo>
                <a:lnTo>
                  <a:pt x="4541" y="2354"/>
                </a:lnTo>
                <a:lnTo>
                  <a:pt x="4542" y="2354"/>
                </a:lnTo>
                <a:lnTo>
                  <a:pt x="4542" y="2355"/>
                </a:lnTo>
                <a:lnTo>
                  <a:pt x="4541" y="2355"/>
                </a:lnTo>
                <a:lnTo>
                  <a:pt x="4541" y="2357"/>
                </a:lnTo>
                <a:lnTo>
                  <a:pt x="4541" y="2360"/>
                </a:lnTo>
                <a:lnTo>
                  <a:pt x="4540" y="2360"/>
                </a:lnTo>
                <a:lnTo>
                  <a:pt x="4540" y="2361"/>
                </a:lnTo>
                <a:lnTo>
                  <a:pt x="4538" y="2362"/>
                </a:lnTo>
                <a:lnTo>
                  <a:pt x="4538" y="2363"/>
                </a:lnTo>
                <a:lnTo>
                  <a:pt x="4538" y="2364"/>
                </a:lnTo>
                <a:lnTo>
                  <a:pt x="4538" y="2366"/>
                </a:lnTo>
                <a:lnTo>
                  <a:pt x="4538" y="2367"/>
                </a:lnTo>
                <a:lnTo>
                  <a:pt x="4537" y="2367"/>
                </a:lnTo>
                <a:lnTo>
                  <a:pt x="4537" y="2368"/>
                </a:lnTo>
                <a:lnTo>
                  <a:pt x="4537" y="2369"/>
                </a:lnTo>
                <a:lnTo>
                  <a:pt x="4537" y="2370"/>
                </a:lnTo>
                <a:lnTo>
                  <a:pt x="4538" y="2371"/>
                </a:lnTo>
                <a:lnTo>
                  <a:pt x="4538" y="2373"/>
                </a:lnTo>
                <a:lnTo>
                  <a:pt x="4537" y="2374"/>
                </a:lnTo>
                <a:lnTo>
                  <a:pt x="4537" y="2375"/>
                </a:lnTo>
                <a:lnTo>
                  <a:pt x="4537" y="2376"/>
                </a:lnTo>
                <a:lnTo>
                  <a:pt x="4537" y="2375"/>
                </a:lnTo>
                <a:lnTo>
                  <a:pt x="4537" y="2374"/>
                </a:lnTo>
                <a:lnTo>
                  <a:pt x="4537" y="2373"/>
                </a:lnTo>
                <a:lnTo>
                  <a:pt x="4535" y="2373"/>
                </a:lnTo>
                <a:lnTo>
                  <a:pt x="4535" y="2374"/>
                </a:lnTo>
                <a:lnTo>
                  <a:pt x="4536" y="2376"/>
                </a:lnTo>
                <a:lnTo>
                  <a:pt x="4536" y="2377"/>
                </a:lnTo>
                <a:lnTo>
                  <a:pt x="4536" y="2379"/>
                </a:lnTo>
                <a:lnTo>
                  <a:pt x="4536" y="2382"/>
                </a:lnTo>
                <a:lnTo>
                  <a:pt x="4535" y="2382"/>
                </a:lnTo>
                <a:lnTo>
                  <a:pt x="4534" y="2378"/>
                </a:lnTo>
                <a:lnTo>
                  <a:pt x="4533" y="2379"/>
                </a:lnTo>
                <a:lnTo>
                  <a:pt x="4532" y="2379"/>
                </a:lnTo>
                <a:lnTo>
                  <a:pt x="4530" y="2379"/>
                </a:lnTo>
                <a:lnTo>
                  <a:pt x="4529" y="2380"/>
                </a:lnTo>
                <a:lnTo>
                  <a:pt x="4528" y="2380"/>
                </a:lnTo>
                <a:lnTo>
                  <a:pt x="4529" y="2380"/>
                </a:lnTo>
                <a:lnTo>
                  <a:pt x="4529" y="2381"/>
                </a:lnTo>
                <a:lnTo>
                  <a:pt x="4530" y="2381"/>
                </a:lnTo>
                <a:lnTo>
                  <a:pt x="4529" y="2382"/>
                </a:lnTo>
                <a:lnTo>
                  <a:pt x="4528" y="2381"/>
                </a:lnTo>
                <a:lnTo>
                  <a:pt x="4528" y="2382"/>
                </a:lnTo>
                <a:lnTo>
                  <a:pt x="4527" y="2382"/>
                </a:lnTo>
                <a:lnTo>
                  <a:pt x="4527" y="2383"/>
                </a:lnTo>
                <a:lnTo>
                  <a:pt x="4527" y="2384"/>
                </a:lnTo>
                <a:lnTo>
                  <a:pt x="4527" y="2385"/>
                </a:lnTo>
                <a:lnTo>
                  <a:pt x="4527" y="2384"/>
                </a:lnTo>
                <a:lnTo>
                  <a:pt x="4526" y="2384"/>
                </a:lnTo>
                <a:lnTo>
                  <a:pt x="4526" y="2383"/>
                </a:lnTo>
                <a:lnTo>
                  <a:pt x="4526" y="2384"/>
                </a:lnTo>
                <a:lnTo>
                  <a:pt x="4525" y="2384"/>
                </a:lnTo>
                <a:lnTo>
                  <a:pt x="4526" y="2384"/>
                </a:lnTo>
                <a:lnTo>
                  <a:pt x="4526" y="2385"/>
                </a:lnTo>
                <a:lnTo>
                  <a:pt x="4526" y="2386"/>
                </a:lnTo>
                <a:lnTo>
                  <a:pt x="4526" y="2387"/>
                </a:lnTo>
                <a:lnTo>
                  <a:pt x="4525" y="2386"/>
                </a:lnTo>
                <a:lnTo>
                  <a:pt x="4525" y="2387"/>
                </a:lnTo>
                <a:lnTo>
                  <a:pt x="4524" y="2388"/>
                </a:lnTo>
                <a:lnTo>
                  <a:pt x="4523" y="2389"/>
                </a:lnTo>
                <a:lnTo>
                  <a:pt x="4523" y="2390"/>
                </a:lnTo>
                <a:lnTo>
                  <a:pt x="4524" y="2390"/>
                </a:lnTo>
                <a:lnTo>
                  <a:pt x="4523" y="2391"/>
                </a:lnTo>
                <a:lnTo>
                  <a:pt x="4523" y="2392"/>
                </a:lnTo>
                <a:lnTo>
                  <a:pt x="4523" y="2393"/>
                </a:lnTo>
                <a:lnTo>
                  <a:pt x="4523" y="2395"/>
                </a:lnTo>
                <a:lnTo>
                  <a:pt x="4523" y="2396"/>
                </a:lnTo>
                <a:lnTo>
                  <a:pt x="4523" y="2397"/>
                </a:lnTo>
                <a:lnTo>
                  <a:pt x="4523" y="2398"/>
                </a:lnTo>
                <a:lnTo>
                  <a:pt x="4522" y="2400"/>
                </a:lnTo>
                <a:lnTo>
                  <a:pt x="4523" y="2401"/>
                </a:lnTo>
                <a:lnTo>
                  <a:pt x="4523" y="2403"/>
                </a:lnTo>
                <a:lnTo>
                  <a:pt x="4522" y="2404"/>
                </a:lnTo>
                <a:lnTo>
                  <a:pt x="4523" y="2405"/>
                </a:lnTo>
                <a:lnTo>
                  <a:pt x="4523" y="2406"/>
                </a:lnTo>
                <a:lnTo>
                  <a:pt x="4523" y="2407"/>
                </a:lnTo>
                <a:lnTo>
                  <a:pt x="4524" y="2407"/>
                </a:lnTo>
                <a:lnTo>
                  <a:pt x="4524" y="2410"/>
                </a:lnTo>
                <a:lnTo>
                  <a:pt x="4523" y="2410"/>
                </a:lnTo>
                <a:lnTo>
                  <a:pt x="4523" y="2411"/>
                </a:lnTo>
                <a:lnTo>
                  <a:pt x="4524" y="2410"/>
                </a:lnTo>
                <a:lnTo>
                  <a:pt x="4524" y="2411"/>
                </a:lnTo>
                <a:lnTo>
                  <a:pt x="4525" y="2411"/>
                </a:lnTo>
                <a:lnTo>
                  <a:pt x="4525" y="2412"/>
                </a:lnTo>
                <a:lnTo>
                  <a:pt x="4524" y="2412"/>
                </a:lnTo>
                <a:lnTo>
                  <a:pt x="4524" y="2413"/>
                </a:lnTo>
                <a:lnTo>
                  <a:pt x="4523" y="2413"/>
                </a:lnTo>
                <a:lnTo>
                  <a:pt x="4523" y="2412"/>
                </a:lnTo>
                <a:lnTo>
                  <a:pt x="4522" y="2412"/>
                </a:lnTo>
                <a:lnTo>
                  <a:pt x="4522" y="2413"/>
                </a:lnTo>
                <a:lnTo>
                  <a:pt x="4522" y="2414"/>
                </a:lnTo>
                <a:lnTo>
                  <a:pt x="4521" y="2414"/>
                </a:lnTo>
                <a:lnTo>
                  <a:pt x="4521" y="2413"/>
                </a:lnTo>
                <a:lnTo>
                  <a:pt x="4522" y="2412"/>
                </a:lnTo>
                <a:lnTo>
                  <a:pt x="4521" y="2412"/>
                </a:lnTo>
                <a:lnTo>
                  <a:pt x="4520" y="2413"/>
                </a:lnTo>
                <a:lnTo>
                  <a:pt x="4519" y="2413"/>
                </a:lnTo>
                <a:lnTo>
                  <a:pt x="4519" y="2414"/>
                </a:lnTo>
                <a:lnTo>
                  <a:pt x="4518" y="2414"/>
                </a:lnTo>
                <a:lnTo>
                  <a:pt x="4517" y="2414"/>
                </a:lnTo>
                <a:lnTo>
                  <a:pt x="4516" y="2415"/>
                </a:lnTo>
                <a:lnTo>
                  <a:pt x="4516" y="2414"/>
                </a:lnTo>
                <a:lnTo>
                  <a:pt x="4515" y="2414"/>
                </a:lnTo>
                <a:lnTo>
                  <a:pt x="4515" y="2415"/>
                </a:lnTo>
                <a:lnTo>
                  <a:pt x="4514" y="2416"/>
                </a:lnTo>
                <a:lnTo>
                  <a:pt x="4513" y="2416"/>
                </a:lnTo>
                <a:lnTo>
                  <a:pt x="4512" y="2417"/>
                </a:lnTo>
                <a:lnTo>
                  <a:pt x="4512" y="2418"/>
                </a:lnTo>
                <a:lnTo>
                  <a:pt x="4511" y="2419"/>
                </a:lnTo>
                <a:lnTo>
                  <a:pt x="4510" y="2418"/>
                </a:lnTo>
                <a:lnTo>
                  <a:pt x="4510" y="2419"/>
                </a:lnTo>
                <a:lnTo>
                  <a:pt x="4509" y="2419"/>
                </a:lnTo>
                <a:lnTo>
                  <a:pt x="4509" y="2420"/>
                </a:lnTo>
                <a:lnTo>
                  <a:pt x="4509" y="2421"/>
                </a:lnTo>
                <a:lnTo>
                  <a:pt x="4508" y="2421"/>
                </a:lnTo>
                <a:lnTo>
                  <a:pt x="4508" y="2423"/>
                </a:lnTo>
                <a:lnTo>
                  <a:pt x="4508" y="2424"/>
                </a:lnTo>
                <a:lnTo>
                  <a:pt x="4508" y="2425"/>
                </a:lnTo>
                <a:lnTo>
                  <a:pt x="4507" y="2426"/>
                </a:lnTo>
                <a:lnTo>
                  <a:pt x="4508" y="2426"/>
                </a:lnTo>
                <a:lnTo>
                  <a:pt x="4508" y="2427"/>
                </a:lnTo>
                <a:lnTo>
                  <a:pt x="4507" y="2429"/>
                </a:lnTo>
                <a:lnTo>
                  <a:pt x="4507" y="2430"/>
                </a:lnTo>
                <a:lnTo>
                  <a:pt x="4508" y="2432"/>
                </a:lnTo>
                <a:lnTo>
                  <a:pt x="4508" y="2433"/>
                </a:lnTo>
                <a:lnTo>
                  <a:pt x="4508" y="2434"/>
                </a:lnTo>
                <a:lnTo>
                  <a:pt x="4508" y="2436"/>
                </a:lnTo>
                <a:lnTo>
                  <a:pt x="4509" y="2437"/>
                </a:lnTo>
                <a:lnTo>
                  <a:pt x="4508" y="2437"/>
                </a:lnTo>
                <a:lnTo>
                  <a:pt x="4509" y="2438"/>
                </a:lnTo>
                <a:lnTo>
                  <a:pt x="4509" y="2439"/>
                </a:lnTo>
                <a:lnTo>
                  <a:pt x="4509" y="2440"/>
                </a:lnTo>
                <a:lnTo>
                  <a:pt x="4508" y="2441"/>
                </a:lnTo>
                <a:lnTo>
                  <a:pt x="4509" y="2441"/>
                </a:lnTo>
                <a:lnTo>
                  <a:pt x="4508" y="2441"/>
                </a:lnTo>
                <a:lnTo>
                  <a:pt x="4508" y="2442"/>
                </a:lnTo>
                <a:lnTo>
                  <a:pt x="4509" y="2442"/>
                </a:lnTo>
                <a:lnTo>
                  <a:pt x="4510" y="2446"/>
                </a:lnTo>
                <a:lnTo>
                  <a:pt x="4509" y="2446"/>
                </a:lnTo>
                <a:lnTo>
                  <a:pt x="4508" y="2446"/>
                </a:lnTo>
                <a:lnTo>
                  <a:pt x="4509" y="2446"/>
                </a:lnTo>
                <a:lnTo>
                  <a:pt x="4511" y="2446"/>
                </a:lnTo>
                <a:lnTo>
                  <a:pt x="4511" y="2447"/>
                </a:lnTo>
                <a:lnTo>
                  <a:pt x="4509" y="2448"/>
                </a:lnTo>
                <a:lnTo>
                  <a:pt x="4509" y="2449"/>
                </a:lnTo>
                <a:lnTo>
                  <a:pt x="4510" y="2449"/>
                </a:lnTo>
                <a:lnTo>
                  <a:pt x="4511" y="2449"/>
                </a:lnTo>
                <a:lnTo>
                  <a:pt x="4511" y="2450"/>
                </a:lnTo>
                <a:lnTo>
                  <a:pt x="4511" y="2451"/>
                </a:lnTo>
                <a:lnTo>
                  <a:pt x="4512" y="2451"/>
                </a:lnTo>
                <a:lnTo>
                  <a:pt x="4513" y="2452"/>
                </a:lnTo>
                <a:lnTo>
                  <a:pt x="4513" y="2453"/>
                </a:lnTo>
                <a:lnTo>
                  <a:pt x="4513" y="2454"/>
                </a:lnTo>
                <a:lnTo>
                  <a:pt x="4515" y="2454"/>
                </a:lnTo>
                <a:lnTo>
                  <a:pt x="4517" y="2452"/>
                </a:lnTo>
                <a:lnTo>
                  <a:pt x="4518" y="2452"/>
                </a:lnTo>
                <a:lnTo>
                  <a:pt x="4518" y="2453"/>
                </a:lnTo>
                <a:lnTo>
                  <a:pt x="4519" y="2453"/>
                </a:lnTo>
                <a:lnTo>
                  <a:pt x="4520" y="2453"/>
                </a:lnTo>
                <a:lnTo>
                  <a:pt x="4520" y="2454"/>
                </a:lnTo>
                <a:lnTo>
                  <a:pt x="4521" y="2454"/>
                </a:lnTo>
                <a:lnTo>
                  <a:pt x="4522" y="2454"/>
                </a:lnTo>
                <a:lnTo>
                  <a:pt x="4522" y="2455"/>
                </a:lnTo>
                <a:lnTo>
                  <a:pt x="4523" y="2455"/>
                </a:lnTo>
                <a:lnTo>
                  <a:pt x="4524" y="2455"/>
                </a:lnTo>
                <a:lnTo>
                  <a:pt x="4524" y="2456"/>
                </a:lnTo>
                <a:lnTo>
                  <a:pt x="4525" y="2455"/>
                </a:lnTo>
                <a:lnTo>
                  <a:pt x="4526" y="2455"/>
                </a:lnTo>
                <a:lnTo>
                  <a:pt x="4527" y="2455"/>
                </a:lnTo>
                <a:lnTo>
                  <a:pt x="4529" y="2455"/>
                </a:lnTo>
                <a:lnTo>
                  <a:pt x="4529" y="2456"/>
                </a:lnTo>
                <a:lnTo>
                  <a:pt x="4529" y="2457"/>
                </a:lnTo>
                <a:lnTo>
                  <a:pt x="4530" y="2457"/>
                </a:lnTo>
                <a:lnTo>
                  <a:pt x="4530" y="2456"/>
                </a:lnTo>
                <a:lnTo>
                  <a:pt x="4532" y="2456"/>
                </a:lnTo>
                <a:lnTo>
                  <a:pt x="4533" y="2456"/>
                </a:lnTo>
                <a:lnTo>
                  <a:pt x="4534" y="2456"/>
                </a:lnTo>
                <a:lnTo>
                  <a:pt x="4534" y="2457"/>
                </a:lnTo>
                <a:lnTo>
                  <a:pt x="4535" y="2457"/>
                </a:lnTo>
                <a:lnTo>
                  <a:pt x="4535" y="2456"/>
                </a:lnTo>
                <a:lnTo>
                  <a:pt x="4536" y="2456"/>
                </a:lnTo>
                <a:lnTo>
                  <a:pt x="4536" y="2457"/>
                </a:lnTo>
                <a:lnTo>
                  <a:pt x="4537" y="2457"/>
                </a:lnTo>
                <a:lnTo>
                  <a:pt x="4537" y="2456"/>
                </a:lnTo>
                <a:lnTo>
                  <a:pt x="4538" y="2456"/>
                </a:lnTo>
                <a:lnTo>
                  <a:pt x="4539" y="2457"/>
                </a:lnTo>
                <a:lnTo>
                  <a:pt x="4540" y="2458"/>
                </a:lnTo>
                <a:lnTo>
                  <a:pt x="4541" y="2458"/>
                </a:lnTo>
                <a:lnTo>
                  <a:pt x="4541" y="2457"/>
                </a:lnTo>
                <a:lnTo>
                  <a:pt x="4544" y="2457"/>
                </a:lnTo>
                <a:lnTo>
                  <a:pt x="4545" y="2457"/>
                </a:lnTo>
                <a:lnTo>
                  <a:pt x="4546" y="2456"/>
                </a:lnTo>
                <a:lnTo>
                  <a:pt x="4546" y="2458"/>
                </a:lnTo>
                <a:lnTo>
                  <a:pt x="4545" y="2458"/>
                </a:lnTo>
                <a:lnTo>
                  <a:pt x="4544" y="2458"/>
                </a:lnTo>
                <a:lnTo>
                  <a:pt x="4545" y="2459"/>
                </a:lnTo>
                <a:lnTo>
                  <a:pt x="4542" y="2459"/>
                </a:lnTo>
                <a:lnTo>
                  <a:pt x="4542" y="2460"/>
                </a:lnTo>
                <a:lnTo>
                  <a:pt x="4543" y="2460"/>
                </a:lnTo>
                <a:lnTo>
                  <a:pt x="4542" y="2461"/>
                </a:lnTo>
                <a:lnTo>
                  <a:pt x="4541" y="2462"/>
                </a:lnTo>
                <a:lnTo>
                  <a:pt x="4541" y="2463"/>
                </a:lnTo>
                <a:lnTo>
                  <a:pt x="4541" y="2464"/>
                </a:lnTo>
                <a:lnTo>
                  <a:pt x="4540" y="2464"/>
                </a:lnTo>
                <a:lnTo>
                  <a:pt x="4540" y="2465"/>
                </a:lnTo>
                <a:lnTo>
                  <a:pt x="4541" y="2466"/>
                </a:lnTo>
                <a:lnTo>
                  <a:pt x="4543" y="2467"/>
                </a:lnTo>
                <a:lnTo>
                  <a:pt x="4544" y="2467"/>
                </a:lnTo>
                <a:lnTo>
                  <a:pt x="4545" y="2468"/>
                </a:lnTo>
                <a:lnTo>
                  <a:pt x="4546" y="2469"/>
                </a:lnTo>
                <a:lnTo>
                  <a:pt x="4548" y="2471"/>
                </a:lnTo>
                <a:lnTo>
                  <a:pt x="4549" y="2471"/>
                </a:lnTo>
                <a:lnTo>
                  <a:pt x="4550" y="2469"/>
                </a:lnTo>
                <a:lnTo>
                  <a:pt x="4552" y="2470"/>
                </a:lnTo>
                <a:lnTo>
                  <a:pt x="4552" y="2472"/>
                </a:lnTo>
                <a:lnTo>
                  <a:pt x="4553" y="2472"/>
                </a:lnTo>
                <a:lnTo>
                  <a:pt x="4553" y="2474"/>
                </a:lnTo>
                <a:lnTo>
                  <a:pt x="4554" y="2474"/>
                </a:lnTo>
                <a:lnTo>
                  <a:pt x="4555" y="2475"/>
                </a:lnTo>
                <a:lnTo>
                  <a:pt x="4557" y="2475"/>
                </a:lnTo>
                <a:lnTo>
                  <a:pt x="4558" y="2476"/>
                </a:lnTo>
                <a:lnTo>
                  <a:pt x="4560" y="2476"/>
                </a:lnTo>
                <a:lnTo>
                  <a:pt x="4561" y="2477"/>
                </a:lnTo>
                <a:lnTo>
                  <a:pt x="4562" y="2477"/>
                </a:lnTo>
                <a:lnTo>
                  <a:pt x="4563" y="2478"/>
                </a:lnTo>
                <a:lnTo>
                  <a:pt x="4563" y="2479"/>
                </a:lnTo>
                <a:lnTo>
                  <a:pt x="4563" y="2480"/>
                </a:lnTo>
                <a:lnTo>
                  <a:pt x="4563" y="2481"/>
                </a:lnTo>
                <a:lnTo>
                  <a:pt x="4563" y="2482"/>
                </a:lnTo>
                <a:lnTo>
                  <a:pt x="4563" y="2483"/>
                </a:lnTo>
                <a:lnTo>
                  <a:pt x="4564" y="2482"/>
                </a:lnTo>
                <a:lnTo>
                  <a:pt x="4566" y="2482"/>
                </a:lnTo>
                <a:lnTo>
                  <a:pt x="4566" y="2481"/>
                </a:lnTo>
                <a:lnTo>
                  <a:pt x="4567" y="2481"/>
                </a:lnTo>
                <a:lnTo>
                  <a:pt x="4568" y="2481"/>
                </a:lnTo>
                <a:lnTo>
                  <a:pt x="4568" y="2480"/>
                </a:lnTo>
                <a:lnTo>
                  <a:pt x="4570" y="2480"/>
                </a:lnTo>
                <a:lnTo>
                  <a:pt x="4571" y="2481"/>
                </a:lnTo>
                <a:lnTo>
                  <a:pt x="4572" y="2481"/>
                </a:lnTo>
                <a:lnTo>
                  <a:pt x="4574" y="2482"/>
                </a:lnTo>
                <a:lnTo>
                  <a:pt x="4576" y="2482"/>
                </a:lnTo>
                <a:lnTo>
                  <a:pt x="4577" y="2483"/>
                </a:lnTo>
                <a:lnTo>
                  <a:pt x="4578" y="2483"/>
                </a:lnTo>
                <a:lnTo>
                  <a:pt x="4578" y="2484"/>
                </a:lnTo>
                <a:lnTo>
                  <a:pt x="4578" y="2485"/>
                </a:lnTo>
                <a:lnTo>
                  <a:pt x="4578" y="2486"/>
                </a:lnTo>
                <a:lnTo>
                  <a:pt x="4579" y="2487"/>
                </a:lnTo>
                <a:lnTo>
                  <a:pt x="4580" y="2486"/>
                </a:lnTo>
                <a:lnTo>
                  <a:pt x="4581" y="2486"/>
                </a:lnTo>
                <a:lnTo>
                  <a:pt x="4582" y="2486"/>
                </a:lnTo>
                <a:lnTo>
                  <a:pt x="4584" y="2487"/>
                </a:lnTo>
                <a:lnTo>
                  <a:pt x="4586" y="2486"/>
                </a:lnTo>
                <a:lnTo>
                  <a:pt x="4588" y="2486"/>
                </a:lnTo>
                <a:lnTo>
                  <a:pt x="4589" y="2487"/>
                </a:lnTo>
                <a:lnTo>
                  <a:pt x="4590" y="2487"/>
                </a:lnTo>
                <a:lnTo>
                  <a:pt x="4591" y="2487"/>
                </a:lnTo>
                <a:lnTo>
                  <a:pt x="4593" y="2487"/>
                </a:lnTo>
                <a:lnTo>
                  <a:pt x="4594" y="2487"/>
                </a:lnTo>
                <a:lnTo>
                  <a:pt x="4596" y="2488"/>
                </a:lnTo>
                <a:lnTo>
                  <a:pt x="4597" y="2488"/>
                </a:lnTo>
                <a:lnTo>
                  <a:pt x="4599" y="2488"/>
                </a:lnTo>
                <a:lnTo>
                  <a:pt x="4600" y="2489"/>
                </a:lnTo>
                <a:lnTo>
                  <a:pt x="4601" y="2489"/>
                </a:lnTo>
                <a:lnTo>
                  <a:pt x="4602" y="2489"/>
                </a:lnTo>
                <a:lnTo>
                  <a:pt x="4605" y="2490"/>
                </a:lnTo>
                <a:lnTo>
                  <a:pt x="4608" y="2491"/>
                </a:lnTo>
                <a:lnTo>
                  <a:pt x="4609" y="2492"/>
                </a:lnTo>
                <a:lnTo>
                  <a:pt x="4611" y="2493"/>
                </a:lnTo>
                <a:lnTo>
                  <a:pt x="4611" y="2494"/>
                </a:lnTo>
                <a:lnTo>
                  <a:pt x="4612" y="2494"/>
                </a:lnTo>
                <a:lnTo>
                  <a:pt x="4611" y="2495"/>
                </a:lnTo>
                <a:lnTo>
                  <a:pt x="4612" y="2495"/>
                </a:lnTo>
                <a:lnTo>
                  <a:pt x="4612" y="2494"/>
                </a:lnTo>
                <a:lnTo>
                  <a:pt x="4613" y="2494"/>
                </a:lnTo>
                <a:lnTo>
                  <a:pt x="4614" y="2494"/>
                </a:lnTo>
                <a:lnTo>
                  <a:pt x="4614" y="2495"/>
                </a:lnTo>
                <a:lnTo>
                  <a:pt x="4615" y="2495"/>
                </a:lnTo>
                <a:lnTo>
                  <a:pt x="4618" y="2496"/>
                </a:lnTo>
                <a:lnTo>
                  <a:pt x="4619" y="2496"/>
                </a:lnTo>
                <a:lnTo>
                  <a:pt x="4620" y="2496"/>
                </a:lnTo>
                <a:lnTo>
                  <a:pt x="4620" y="2497"/>
                </a:lnTo>
                <a:lnTo>
                  <a:pt x="4621" y="2497"/>
                </a:lnTo>
                <a:lnTo>
                  <a:pt x="4622" y="2497"/>
                </a:lnTo>
                <a:lnTo>
                  <a:pt x="4623" y="2497"/>
                </a:lnTo>
                <a:lnTo>
                  <a:pt x="4624" y="2498"/>
                </a:lnTo>
                <a:lnTo>
                  <a:pt x="4626" y="2498"/>
                </a:lnTo>
                <a:lnTo>
                  <a:pt x="4628" y="2499"/>
                </a:lnTo>
                <a:lnTo>
                  <a:pt x="4631" y="2500"/>
                </a:lnTo>
                <a:lnTo>
                  <a:pt x="4632" y="2500"/>
                </a:lnTo>
                <a:lnTo>
                  <a:pt x="4632" y="2501"/>
                </a:lnTo>
                <a:lnTo>
                  <a:pt x="4633" y="2501"/>
                </a:lnTo>
                <a:lnTo>
                  <a:pt x="4633" y="2502"/>
                </a:lnTo>
                <a:lnTo>
                  <a:pt x="4633" y="2503"/>
                </a:lnTo>
                <a:lnTo>
                  <a:pt x="4634" y="2504"/>
                </a:lnTo>
                <a:lnTo>
                  <a:pt x="4634" y="2505"/>
                </a:lnTo>
                <a:lnTo>
                  <a:pt x="4633" y="2506"/>
                </a:lnTo>
                <a:lnTo>
                  <a:pt x="4634" y="2507"/>
                </a:lnTo>
                <a:lnTo>
                  <a:pt x="4634" y="2508"/>
                </a:lnTo>
                <a:lnTo>
                  <a:pt x="4635" y="2508"/>
                </a:lnTo>
                <a:lnTo>
                  <a:pt x="4635" y="2509"/>
                </a:lnTo>
                <a:lnTo>
                  <a:pt x="4635" y="2510"/>
                </a:lnTo>
                <a:lnTo>
                  <a:pt x="4636" y="2511"/>
                </a:lnTo>
                <a:lnTo>
                  <a:pt x="4636" y="2512"/>
                </a:lnTo>
                <a:lnTo>
                  <a:pt x="4637" y="2512"/>
                </a:lnTo>
                <a:lnTo>
                  <a:pt x="4637" y="2513"/>
                </a:lnTo>
                <a:lnTo>
                  <a:pt x="4637" y="2514"/>
                </a:lnTo>
                <a:lnTo>
                  <a:pt x="4637" y="2516"/>
                </a:lnTo>
                <a:lnTo>
                  <a:pt x="4639" y="2520"/>
                </a:lnTo>
                <a:lnTo>
                  <a:pt x="4640" y="2520"/>
                </a:lnTo>
                <a:lnTo>
                  <a:pt x="4640" y="2521"/>
                </a:lnTo>
                <a:lnTo>
                  <a:pt x="4641" y="2521"/>
                </a:lnTo>
                <a:lnTo>
                  <a:pt x="4641" y="2522"/>
                </a:lnTo>
                <a:lnTo>
                  <a:pt x="4641" y="2523"/>
                </a:lnTo>
                <a:lnTo>
                  <a:pt x="4641" y="2524"/>
                </a:lnTo>
                <a:lnTo>
                  <a:pt x="4641" y="2525"/>
                </a:lnTo>
                <a:lnTo>
                  <a:pt x="4642" y="2525"/>
                </a:lnTo>
                <a:lnTo>
                  <a:pt x="4642" y="2526"/>
                </a:lnTo>
                <a:lnTo>
                  <a:pt x="4643" y="2526"/>
                </a:lnTo>
                <a:lnTo>
                  <a:pt x="4644" y="2528"/>
                </a:lnTo>
                <a:lnTo>
                  <a:pt x="4645" y="2529"/>
                </a:lnTo>
                <a:lnTo>
                  <a:pt x="4645" y="2530"/>
                </a:lnTo>
                <a:lnTo>
                  <a:pt x="4646" y="2530"/>
                </a:lnTo>
                <a:lnTo>
                  <a:pt x="4646" y="2531"/>
                </a:lnTo>
                <a:lnTo>
                  <a:pt x="4647" y="2531"/>
                </a:lnTo>
                <a:lnTo>
                  <a:pt x="4647" y="2532"/>
                </a:lnTo>
                <a:lnTo>
                  <a:pt x="4647" y="2533"/>
                </a:lnTo>
                <a:lnTo>
                  <a:pt x="4648" y="2533"/>
                </a:lnTo>
                <a:lnTo>
                  <a:pt x="4649" y="2536"/>
                </a:lnTo>
                <a:lnTo>
                  <a:pt x="4650" y="2536"/>
                </a:lnTo>
                <a:lnTo>
                  <a:pt x="4650" y="2537"/>
                </a:lnTo>
                <a:lnTo>
                  <a:pt x="4651" y="2538"/>
                </a:lnTo>
                <a:lnTo>
                  <a:pt x="4651" y="2539"/>
                </a:lnTo>
                <a:lnTo>
                  <a:pt x="4652" y="2540"/>
                </a:lnTo>
                <a:lnTo>
                  <a:pt x="4652" y="2541"/>
                </a:lnTo>
                <a:lnTo>
                  <a:pt x="4653" y="2541"/>
                </a:lnTo>
                <a:lnTo>
                  <a:pt x="4653" y="2542"/>
                </a:lnTo>
                <a:lnTo>
                  <a:pt x="4654" y="2543"/>
                </a:lnTo>
                <a:lnTo>
                  <a:pt x="4654" y="2544"/>
                </a:lnTo>
                <a:lnTo>
                  <a:pt x="4655" y="2544"/>
                </a:lnTo>
                <a:lnTo>
                  <a:pt x="4655" y="2545"/>
                </a:lnTo>
                <a:lnTo>
                  <a:pt x="4654" y="2546"/>
                </a:lnTo>
                <a:lnTo>
                  <a:pt x="4655" y="2546"/>
                </a:lnTo>
                <a:lnTo>
                  <a:pt x="4656" y="2547"/>
                </a:lnTo>
                <a:lnTo>
                  <a:pt x="4657" y="2548"/>
                </a:lnTo>
                <a:lnTo>
                  <a:pt x="4658" y="2550"/>
                </a:lnTo>
                <a:lnTo>
                  <a:pt x="4659" y="2552"/>
                </a:lnTo>
                <a:lnTo>
                  <a:pt x="4660" y="2553"/>
                </a:lnTo>
                <a:lnTo>
                  <a:pt x="4662" y="2555"/>
                </a:lnTo>
                <a:lnTo>
                  <a:pt x="4662" y="2556"/>
                </a:lnTo>
                <a:lnTo>
                  <a:pt x="4663" y="2557"/>
                </a:lnTo>
                <a:lnTo>
                  <a:pt x="4663" y="2558"/>
                </a:lnTo>
                <a:lnTo>
                  <a:pt x="4663" y="2559"/>
                </a:lnTo>
                <a:lnTo>
                  <a:pt x="4663" y="2560"/>
                </a:lnTo>
                <a:lnTo>
                  <a:pt x="4663" y="2561"/>
                </a:lnTo>
                <a:lnTo>
                  <a:pt x="4662" y="2561"/>
                </a:lnTo>
                <a:lnTo>
                  <a:pt x="4662" y="2562"/>
                </a:lnTo>
                <a:lnTo>
                  <a:pt x="4663" y="2562"/>
                </a:lnTo>
                <a:lnTo>
                  <a:pt x="4664" y="2561"/>
                </a:lnTo>
                <a:lnTo>
                  <a:pt x="4664" y="2560"/>
                </a:lnTo>
                <a:lnTo>
                  <a:pt x="4665" y="2561"/>
                </a:lnTo>
                <a:lnTo>
                  <a:pt x="4666" y="2561"/>
                </a:lnTo>
                <a:lnTo>
                  <a:pt x="4667" y="2562"/>
                </a:lnTo>
                <a:lnTo>
                  <a:pt x="4668" y="2562"/>
                </a:lnTo>
                <a:lnTo>
                  <a:pt x="4668" y="2563"/>
                </a:lnTo>
                <a:lnTo>
                  <a:pt x="4669" y="2564"/>
                </a:lnTo>
                <a:lnTo>
                  <a:pt x="4670" y="2566"/>
                </a:lnTo>
                <a:lnTo>
                  <a:pt x="4671" y="2568"/>
                </a:lnTo>
                <a:lnTo>
                  <a:pt x="4672" y="2570"/>
                </a:lnTo>
                <a:lnTo>
                  <a:pt x="4673" y="2571"/>
                </a:lnTo>
                <a:lnTo>
                  <a:pt x="4674" y="2573"/>
                </a:lnTo>
                <a:lnTo>
                  <a:pt x="4674" y="2574"/>
                </a:lnTo>
                <a:lnTo>
                  <a:pt x="4675" y="2574"/>
                </a:lnTo>
                <a:lnTo>
                  <a:pt x="4675" y="2575"/>
                </a:lnTo>
                <a:lnTo>
                  <a:pt x="4676" y="2577"/>
                </a:lnTo>
                <a:lnTo>
                  <a:pt x="4676" y="2578"/>
                </a:lnTo>
                <a:lnTo>
                  <a:pt x="4677" y="2578"/>
                </a:lnTo>
                <a:lnTo>
                  <a:pt x="4677" y="2579"/>
                </a:lnTo>
                <a:lnTo>
                  <a:pt x="4677" y="2580"/>
                </a:lnTo>
                <a:lnTo>
                  <a:pt x="4677" y="2581"/>
                </a:lnTo>
                <a:lnTo>
                  <a:pt x="4676" y="2581"/>
                </a:lnTo>
                <a:lnTo>
                  <a:pt x="4676" y="2582"/>
                </a:lnTo>
                <a:lnTo>
                  <a:pt x="4676" y="2583"/>
                </a:lnTo>
                <a:lnTo>
                  <a:pt x="4677" y="2583"/>
                </a:lnTo>
                <a:lnTo>
                  <a:pt x="4677" y="2582"/>
                </a:lnTo>
                <a:lnTo>
                  <a:pt x="4678" y="2583"/>
                </a:lnTo>
                <a:lnTo>
                  <a:pt x="4678" y="2585"/>
                </a:lnTo>
                <a:lnTo>
                  <a:pt x="4678" y="2587"/>
                </a:lnTo>
                <a:lnTo>
                  <a:pt x="4677" y="2588"/>
                </a:lnTo>
                <a:lnTo>
                  <a:pt x="4676" y="2589"/>
                </a:lnTo>
                <a:lnTo>
                  <a:pt x="4677" y="2591"/>
                </a:lnTo>
                <a:lnTo>
                  <a:pt x="4676" y="2592"/>
                </a:lnTo>
                <a:lnTo>
                  <a:pt x="4675" y="2592"/>
                </a:lnTo>
                <a:lnTo>
                  <a:pt x="4675" y="2593"/>
                </a:lnTo>
                <a:lnTo>
                  <a:pt x="4676" y="2593"/>
                </a:lnTo>
                <a:lnTo>
                  <a:pt x="4676" y="2594"/>
                </a:lnTo>
                <a:lnTo>
                  <a:pt x="4678" y="2595"/>
                </a:lnTo>
                <a:lnTo>
                  <a:pt x="4681" y="2597"/>
                </a:lnTo>
                <a:lnTo>
                  <a:pt x="4682" y="2597"/>
                </a:lnTo>
                <a:lnTo>
                  <a:pt x="4683" y="2597"/>
                </a:lnTo>
                <a:lnTo>
                  <a:pt x="4685" y="2597"/>
                </a:lnTo>
                <a:lnTo>
                  <a:pt x="4687" y="2598"/>
                </a:lnTo>
                <a:lnTo>
                  <a:pt x="4686" y="2598"/>
                </a:lnTo>
                <a:lnTo>
                  <a:pt x="4685" y="2599"/>
                </a:lnTo>
                <a:lnTo>
                  <a:pt x="4686" y="2599"/>
                </a:lnTo>
                <a:lnTo>
                  <a:pt x="4688" y="2598"/>
                </a:lnTo>
                <a:lnTo>
                  <a:pt x="4688" y="2599"/>
                </a:lnTo>
                <a:lnTo>
                  <a:pt x="4688" y="2600"/>
                </a:lnTo>
                <a:lnTo>
                  <a:pt x="4688" y="2601"/>
                </a:lnTo>
                <a:lnTo>
                  <a:pt x="4689" y="2602"/>
                </a:lnTo>
                <a:lnTo>
                  <a:pt x="4689" y="2601"/>
                </a:lnTo>
                <a:lnTo>
                  <a:pt x="4689" y="2600"/>
                </a:lnTo>
                <a:lnTo>
                  <a:pt x="4690" y="2600"/>
                </a:lnTo>
                <a:lnTo>
                  <a:pt x="4691" y="2601"/>
                </a:lnTo>
                <a:lnTo>
                  <a:pt x="4692" y="2603"/>
                </a:lnTo>
                <a:lnTo>
                  <a:pt x="4693" y="2605"/>
                </a:lnTo>
                <a:lnTo>
                  <a:pt x="4693" y="2606"/>
                </a:lnTo>
                <a:lnTo>
                  <a:pt x="4693" y="2607"/>
                </a:lnTo>
                <a:lnTo>
                  <a:pt x="4694" y="2607"/>
                </a:lnTo>
                <a:lnTo>
                  <a:pt x="4694" y="2606"/>
                </a:lnTo>
                <a:lnTo>
                  <a:pt x="4695" y="2606"/>
                </a:lnTo>
                <a:lnTo>
                  <a:pt x="4695" y="2607"/>
                </a:lnTo>
                <a:lnTo>
                  <a:pt x="4696" y="2608"/>
                </a:lnTo>
                <a:lnTo>
                  <a:pt x="4696" y="2609"/>
                </a:lnTo>
                <a:lnTo>
                  <a:pt x="4696" y="2610"/>
                </a:lnTo>
                <a:lnTo>
                  <a:pt x="4697" y="2610"/>
                </a:lnTo>
                <a:lnTo>
                  <a:pt x="4697" y="2611"/>
                </a:lnTo>
                <a:lnTo>
                  <a:pt x="4697" y="2613"/>
                </a:lnTo>
                <a:lnTo>
                  <a:pt x="4697" y="2612"/>
                </a:lnTo>
                <a:lnTo>
                  <a:pt x="4697" y="2613"/>
                </a:lnTo>
                <a:lnTo>
                  <a:pt x="4696" y="2613"/>
                </a:lnTo>
                <a:lnTo>
                  <a:pt x="4696" y="2614"/>
                </a:lnTo>
                <a:lnTo>
                  <a:pt x="4697" y="2613"/>
                </a:lnTo>
                <a:lnTo>
                  <a:pt x="4698" y="2615"/>
                </a:lnTo>
                <a:lnTo>
                  <a:pt x="4698" y="2616"/>
                </a:lnTo>
                <a:lnTo>
                  <a:pt x="4698" y="2617"/>
                </a:lnTo>
                <a:lnTo>
                  <a:pt x="4697" y="2617"/>
                </a:lnTo>
                <a:lnTo>
                  <a:pt x="4696" y="2618"/>
                </a:lnTo>
                <a:lnTo>
                  <a:pt x="4695" y="2618"/>
                </a:lnTo>
                <a:lnTo>
                  <a:pt x="4695" y="2619"/>
                </a:lnTo>
                <a:lnTo>
                  <a:pt x="4694" y="2619"/>
                </a:lnTo>
                <a:lnTo>
                  <a:pt x="4693" y="2619"/>
                </a:lnTo>
                <a:lnTo>
                  <a:pt x="4694" y="2619"/>
                </a:lnTo>
                <a:lnTo>
                  <a:pt x="4695" y="2619"/>
                </a:lnTo>
                <a:lnTo>
                  <a:pt x="4696" y="2619"/>
                </a:lnTo>
                <a:lnTo>
                  <a:pt x="4696" y="2618"/>
                </a:lnTo>
                <a:lnTo>
                  <a:pt x="4697" y="2617"/>
                </a:lnTo>
                <a:lnTo>
                  <a:pt x="4698" y="2617"/>
                </a:lnTo>
                <a:lnTo>
                  <a:pt x="4698" y="2616"/>
                </a:lnTo>
                <a:lnTo>
                  <a:pt x="4699" y="2616"/>
                </a:lnTo>
                <a:lnTo>
                  <a:pt x="4699" y="2617"/>
                </a:lnTo>
                <a:lnTo>
                  <a:pt x="4700" y="2618"/>
                </a:lnTo>
                <a:lnTo>
                  <a:pt x="4701" y="2618"/>
                </a:lnTo>
                <a:lnTo>
                  <a:pt x="4701" y="2619"/>
                </a:lnTo>
                <a:lnTo>
                  <a:pt x="4702" y="2619"/>
                </a:lnTo>
                <a:lnTo>
                  <a:pt x="4703" y="2622"/>
                </a:lnTo>
                <a:lnTo>
                  <a:pt x="4703" y="2623"/>
                </a:lnTo>
                <a:lnTo>
                  <a:pt x="4704" y="2623"/>
                </a:lnTo>
                <a:lnTo>
                  <a:pt x="4705" y="2624"/>
                </a:lnTo>
                <a:lnTo>
                  <a:pt x="4705" y="2625"/>
                </a:lnTo>
                <a:lnTo>
                  <a:pt x="4706" y="2627"/>
                </a:lnTo>
                <a:lnTo>
                  <a:pt x="4708" y="2630"/>
                </a:lnTo>
                <a:lnTo>
                  <a:pt x="4708" y="2631"/>
                </a:lnTo>
                <a:lnTo>
                  <a:pt x="4712" y="2629"/>
                </a:lnTo>
                <a:lnTo>
                  <a:pt x="4713" y="2631"/>
                </a:lnTo>
                <a:lnTo>
                  <a:pt x="4712" y="2632"/>
                </a:lnTo>
                <a:lnTo>
                  <a:pt x="4713" y="2633"/>
                </a:lnTo>
                <a:lnTo>
                  <a:pt x="4713" y="2634"/>
                </a:lnTo>
                <a:lnTo>
                  <a:pt x="4714" y="2636"/>
                </a:lnTo>
                <a:lnTo>
                  <a:pt x="4712" y="2636"/>
                </a:lnTo>
                <a:lnTo>
                  <a:pt x="4713" y="2637"/>
                </a:lnTo>
                <a:lnTo>
                  <a:pt x="4714" y="2638"/>
                </a:lnTo>
                <a:lnTo>
                  <a:pt x="4714" y="2639"/>
                </a:lnTo>
                <a:lnTo>
                  <a:pt x="4715" y="2640"/>
                </a:lnTo>
                <a:lnTo>
                  <a:pt x="4715" y="2641"/>
                </a:lnTo>
                <a:lnTo>
                  <a:pt x="4716" y="2642"/>
                </a:lnTo>
                <a:lnTo>
                  <a:pt x="4716" y="2643"/>
                </a:lnTo>
                <a:lnTo>
                  <a:pt x="4717" y="2644"/>
                </a:lnTo>
                <a:lnTo>
                  <a:pt x="4717" y="2645"/>
                </a:lnTo>
                <a:lnTo>
                  <a:pt x="4718" y="2646"/>
                </a:lnTo>
                <a:lnTo>
                  <a:pt x="4718" y="2647"/>
                </a:lnTo>
                <a:lnTo>
                  <a:pt x="4719" y="2649"/>
                </a:lnTo>
                <a:lnTo>
                  <a:pt x="4719" y="2651"/>
                </a:lnTo>
                <a:lnTo>
                  <a:pt x="4718" y="2652"/>
                </a:lnTo>
                <a:lnTo>
                  <a:pt x="4717" y="2652"/>
                </a:lnTo>
                <a:lnTo>
                  <a:pt x="4715" y="2652"/>
                </a:lnTo>
                <a:lnTo>
                  <a:pt x="4714" y="2654"/>
                </a:lnTo>
                <a:lnTo>
                  <a:pt x="4715" y="2654"/>
                </a:lnTo>
                <a:lnTo>
                  <a:pt x="4716" y="2654"/>
                </a:lnTo>
                <a:lnTo>
                  <a:pt x="4719" y="2655"/>
                </a:lnTo>
                <a:lnTo>
                  <a:pt x="4720" y="2655"/>
                </a:lnTo>
                <a:lnTo>
                  <a:pt x="4722" y="2656"/>
                </a:lnTo>
                <a:lnTo>
                  <a:pt x="4722" y="2657"/>
                </a:lnTo>
                <a:lnTo>
                  <a:pt x="4723" y="2656"/>
                </a:lnTo>
                <a:lnTo>
                  <a:pt x="4724" y="2657"/>
                </a:lnTo>
                <a:lnTo>
                  <a:pt x="4724" y="2658"/>
                </a:lnTo>
                <a:lnTo>
                  <a:pt x="4725" y="2662"/>
                </a:lnTo>
                <a:lnTo>
                  <a:pt x="4725" y="2664"/>
                </a:lnTo>
                <a:lnTo>
                  <a:pt x="4724" y="2664"/>
                </a:lnTo>
                <a:lnTo>
                  <a:pt x="4725" y="2664"/>
                </a:lnTo>
                <a:lnTo>
                  <a:pt x="4726" y="2664"/>
                </a:lnTo>
                <a:lnTo>
                  <a:pt x="4726" y="2665"/>
                </a:lnTo>
                <a:lnTo>
                  <a:pt x="4727" y="2668"/>
                </a:lnTo>
                <a:lnTo>
                  <a:pt x="4728" y="2668"/>
                </a:lnTo>
                <a:lnTo>
                  <a:pt x="4728" y="2669"/>
                </a:lnTo>
                <a:lnTo>
                  <a:pt x="4728" y="2670"/>
                </a:lnTo>
                <a:lnTo>
                  <a:pt x="4728" y="2671"/>
                </a:lnTo>
                <a:lnTo>
                  <a:pt x="4729" y="2671"/>
                </a:lnTo>
                <a:lnTo>
                  <a:pt x="4728" y="2672"/>
                </a:lnTo>
                <a:lnTo>
                  <a:pt x="4728" y="2673"/>
                </a:lnTo>
                <a:lnTo>
                  <a:pt x="4727" y="2673"/>
                </a:lnTo>
                <a:lnTo>
                  <a:pt x="4728" y="2674"/>
                </a:lnTo>
                <a:lnTo>
                  <a:pt x="4729" y="2674"/>
                </a:lnTo>
                <a:lnTo>
                  <a:pt x="4729" y="2673"/>
                </a:lnTo>
                <a:lnTo>
                  <a:pt x="4731" y="2673"/>
                </a:lnTo>
                <a:lnTo>
                  <a:pt x="4734" y="2672"/>
                </a:lnTo>
                <a:lnTo>
                  <a:pt x="4734" y="2673"/>
                </a:lnTo>
                <a:lnTo>
                  <a:pt x="4735" y="2688"/>
                </a:lnTo>
                <a:lnTo>
                  <a:pt x="4734" y="2688"/>
                </a:lnTo>
                <a:lnTo>
                  <a:pt x="4735" y="2693"/>
                </a:lnTo>
                <a:lnTo>
                  <a:pt x="4731" y="2694"/>
                </a:lnTo>
                <a:lnTo>
                  <a:pt x="4731" y="2695"/>
                </a:lnTo>
                <a:lnTo>
                  <a:pt x="4730" y="2695"/>
                </a:lnTo>
                <a:lnTo>
                  <a:pt x="4730" y="2696"/>
                </a:lnTo>
                <a:lnTo>
                  <a:pt x="4730" y="2697"/>
                </a:lnTo>
                <a:lnTo>
                  <a:pt x="4730" y="2698"/>
                </a:lnTo>
                <a:lnTo>
                  <a:pt x="4731" y="2698"/>
                </a:lnTo>
                <a:lnTo>
                  <a:pt x="4734" y="2698"/>
                </a:lnTo>
                <a:lnTo>
                  <a:pt x="4734" y="2697"/>
                </a:lnTo>
                <a:lnTo>
                  <a:pt x="4735" y="2697"/>
                </a:lnTo>
                <a:lnTo>
                  <a:pt x="4736" y="2699"/>
                </a:lnTo>
                <a:lnTo>
                  <a:pt x="4737" y="2700"/>
                </a:lnTo>
                <a:lnTo>
                  <a:pt x="4738" y="2701"/>
                </a:lnTo>
                <a:lnTo>
                  <a:pt x="4739" y="2702"/>
                </a:lnTo>
                <a:lnTo>
                  <a:pt x="4739" y="2703"/>
                </a:lnTo>
                <a:lnTo>
                  <a:pt x="4739" y="2704"/>
                </a:lnTo>
                <a:lnTo>
                  <a:pt x="4738" y="2707"/>
                </a:lnTo>
                <a:lnTo>
                  <a:pt x="4737" y="2708"/>
                </a:lnTo>
                <a:lnTo>
                  <a:pt x="4737" y="2709"/>
                </a:lnTo>
                <a:lnTo>
                  <a:pt x="4738" y="2708"/>
                </a:lnTo>
                <a:lnTo>
                  <a:pt x="4739" y="2707"/>
                </a:lnTo>
                <a:lnTo>
                  <a:pt x="4740" y="2707"/>
                </a:lnTo>
                <a:lnTo>
                  <a:pt x="4741" y="2708"/>
                </a:lnTo>
                <a:lnTo>
                  <a:pt x="4742" y="2708"/>
                </a:lnTo>
                <a:lnTo>
                  <a:pt x="4744" y="2708"/>
                </a:lnTo>
                <a:lnTo>
                  <a:pt x="4744" y="2707"/>
                </a:lnTo>
                <a:lnTo>
                  <a:pt x="4747" y="2708"/>
                </a:lnTo>
                <a:lnTo>
                  <a:pt x="4747" y="2709"/>
                </a:lnTo>
                <a:lnTo>
                  <a:pt x="4747" y="2712"/>
                </a:lnTo>
                <a:lnTo>
                  <a:pt x="4748" y="2712"/>
                </a:lnTo>
                <a:lnTo>
                  <a:pt x="4750" y="2713"/>
                </a:lnTo>
                <a:lnTo>
                  <a:pt x="4751" y="2713"/>
                </a:lnTo>
                <a:lnTo>
                  <a:pt x="4752" y="2713"/>
                </a:lnTo>
                <a:lnTo>
                  <a:pt x="4753" y="2713"/>
                </a:lnTo>
                <a:lnTo>
                  <a:pt x="4755" y="2713"/>
                </a:lnTo>
                <a:lnTo>
                  <a:pt x="4756" y="2713"/>
                </a:lnTo>
                <a:lnTo>
                  <a:pt x="4757" y="2714"/>
                </a:lnTo>
                <a:lnTo>
                  <a:pt x="4766" y="2717"/>
                </a:lnTo>
                <a:lnTo>
                  <a:pt x="4766" y="2718"/>
                </a:lnTo>
                <a:lnTo>
                  <a:pt x="4765" y="2721"/>
                </a:lnTo>
                <a:lnTo>
                  <a:pt x="4766" y="2721"/>
                </a:lnTo>
                <a:lnTo>
                  <a:pt x="4767" y="2721"/>
                </a:lnTo>
                <a:lnTo>
                  <a:pt x="4769" y="2719"/>
                </a:lnTo>
                <a:lnTo>
                  <a:pt x="4773" y="2720"/>
                </a:lnTo>
                <a:lnTo>
                  <a:pt x="4773" y="2721"/>
                </a:lnTo>
                <a:lnTo>
                  <a:pt x="4776" y="2723"/>
                </a:lnTo>
                <a:lnTo>
                  <a:pt x="4776" y="2721"/>
                </a:lnTo>
                <a:lnTo>
                  <a:pt x="4777" y="2721"/>
                </a:lnTo>
                <a:lnTo>
                  <a:pt x="4781" y="2722"/>
                </a:lnTo>
                <a:lnTo>
                  <a:pt x="4786" y="2724"/>
                </a:lnTo>
                <a:lnTo>
                  <a:pt x="4790" y="2725"/>
                </a:lnTo>
                <a:lnTo>
                  <a:pt x="4791" y="2726"/>
                </a:lnTo>
                <a:lnTo>
                  <a:pt x="4791" y="2727"/>
                </a:lnTo>
                <a:lnTo>
                  <a:pt x="4791" y="2729"/>
                </a:lnTo>
                <a:lnTo>
                  <a:pt x="4791" y="2730"/>
                </a:lnTo>
                <a:lnTo>
                  <a:pt x="4792" y="2730"/>
                </a:lnTo>
                <a:lnTo>
                  <a:pt x="4792" y="2731"/>
                </a:lnTo>
                <a:lnTo>
                  <a:pt x="4792" y="2732"/>
                </a:lnTo>
                <a:lnTo>
                  <a:pt x="4792" y="2734"/>
                </a:lnTo>
                <a:lnTo>
                  <a:pt x="4793" y="2735"/>
                </a:lnTo>
                <a:lnTo>
                  <a:pt x="4793" y="2737"/>
                </a:lnTo>
                <a:lnTo>
                  <a:pt x="4794" y="2738"/>
                </a:lnTo>
                <a:lnTo>
                  <a:pt x="4795" y="2737"/>
                </a:lnTo>
                <a:lnTo>
                  <a:pt x="4795" y="2738"/>
                </a:lnTo>
                <a:lnTo>
                  <a:pt x="4796" y="2739"/>
                </a:lnTo>
                <a:lnTo>
                  <a:pt x="4796" y="2740"/>
                </a:lnTo>
                <a:lnTo>
                  <a:pt x="4796" y="2741"/>
                </a:lnTo>
                <a:lnTo>
                  <a:pt x="4796" y="2742"/>
                </a:lnTo>
                <a:lnTo>
                  <a:pt x="4797" y="2743"/>
                </a:lnTo>
                <a:lnTo>
                  <a:pt x="4798" y="2744"/>
                </a:lnTo>
                <a:lnTo>
                  <a:pt x="4799" y="2745"/>
                </a:lnTo>
                <a:lnTo>
                  <a:pt x="4800" y="2746"/>
                </a:lnTo>
                <a:lnTo>
                  <a:pt x="4801" y="2746"/>
                </a:lnTo>
                <a:lnTo>
                  <a:pt x="4802" y="2747"/>
                </a:lnTo>
                <a:lnTo>
                  <a:pt x="4802" y="2749"/>
                </a:lnTo>
                <a:lnTo>
                  <a:pt x="4799" y="2751"/>
                </a:lnTo>
                <a:lnTo>
                  <a:pt x="4798" y="2751"/>
                </a:lnTo>
                <a:lnTo>
                  <a:pt x="4796" y="2751"/>
                </a:lnTo>
                <a:lnTo>
                  <a:pt x="4794" y="2750"/>
                </a:lnTo>
                <a:lnTo>
                  <a:pt x="4793" y="2750"/>
                </a:lnTo>
                <a:lnTo>
                  <a:pt x="4793" y="2751"/>
                </a:lnTo>
                <a:lnTo>
                  <a:pt x="4792" y="2751"/>
                </a:lnTo>
                <a:lnTo>
                  <a:pt x="4791" y="2751"/>
                </a:lnTo>
                <a:lnTo>
                  <a:pt x="4792" y="2752"/>
                </a:lnTo>
                <a:lnTo>
                  <a:pt x="4791" y="2752"/>
                </a:lnTo>
                <a:lnTo>
                  <a:pt x="4790" y="2752"/>
                </a:lnTo>
                <a:lnTo>
                  <a:pt x="4789" y="2752"/>
                </a:lnTo>
                <a:lnTo>
                  <a:pt x="4790" y="2753"/>
                </a:lnTo>
                <a:lnTo>
                  <a:pt x="4790" y="2752"/>
                </a:lnTo>
                <a:lnTo>
                  <a:pt x="4791" y="2752"/>
                </a:lnTo>
                <a:lnTo>
                  <a:pt x="4792" y="2752"/>
                </a:lnTo>
                <a:lnTo>
                  <a:pt x="4794" y="2752"/>
                </a:lnTo>
                <a:lnTo>
                  <a:pt x="4795" y="2752"/>
                </a:lnTo>
                <a:lnTo>
                  <a:pt x="4795" y="2753"/>
                </a:lnTo>
                <a:lnTo>
                  <a:pt x="4795" y="2755"/>
                </a:lnTo>
                <a:lnTo>
                  <a:pt x="4796" y="2755"/>
                </a:lnTo>
                <a:lnTo>
                  <a:pt x="4797" y="2755"/>
                </a:lnTo>
                <a:lnTo>
                  <a:pt x="4797" y="2756"/>
                </a:lnTo>
                <a:lnTo>
                  <a:pt x="4798" y="2757"/>
                </a:lnTo>
                <a:lnTo>
                  <a:pt x="4799" y="2756"/>
                </a:lnTo>
                <a:lnTo>
                  <a:pt x="4800" y="2757"/>
                </a:lnTo>
                <a:lnTo>
                  <a:pt x="4802" y="2756"/>
                </a:lnTo>
                <a:lnTo>
                  <a:pt x="4803" y="2755"/>
                </a:lnTo>
                <a:lnTo>
                  <a:pt x="4804" y="2755"/>
                </a:lnTo>
                <a:lnTo>
                  <a:pt x="4805" y="2755"/>
                </a:lnTo>
                <a:lnTo>
                  <a:pt x="4807" y="2756"/>
                </a:lnTo>
                <a:lnTo>
                  <a:pt x="4807" y="2757"/>
                </a:lnTo>
                <a:lnTo>
                  <a:pt x="4808" y="2758"/>
                </a:lnTo>
                <a:lnTo>
                  <a:pt x="4808" y="2761"/>
                </a:lnTo>
                <a:lnTo>
                  <a:pt x="4809" y="2762"/>
                </a:lnTo>
                <a:lnTo>
                  <a:pt x="4810" y="2762"/>
                </a:lnTo>
                <a:lnTo>
                  <a:pt x="4811" y="2762"/>
                </a:lnTo>
                <a:lnTo>
                  <a:pt x="4812" y="2762"/>
                </a:lnTo>
                <a:lnTo>
                  <a:pt x="4813" y="2763"/>
                </a:lnTo>
                <a:lnTo>
                  <a:pt x="4814" y="2760"/>
                </a:lnTo>
                <a:lnTo>
                  <a:pt x="4817" y="2761"/>
                </a:lnTo>
                <a:lnTo>
                  <a:pt x="4827" y="2763"/>
                </a:lnTo>
                <a:lnTo>
                  <a:pt x="4832" y="2765"/>
                </a:lnTo>
                <a:lnTo>
                  <a:pt x="4834" y="2766"/>
                </a:lnTo>
                <a:lnTo>
                  <a:pt x="4834" y="2767"/>
                </a:lnTo>
                <a:lnTo>
                  <a:pt x="4833" y="2769"/>
                </a:lnTo>
                <a:lnTo>
                  <a:pt x="4833" y="2770"/>
                </a:lnTo>
                <a:lnTo>
                  <a:pt x="4834" y="2770"/>
                </a:lnTo>
                <a:lnTo>
                  <a:pt x="4835" y="2771"/>
                </a:lnTo>
                <a:lnTo>
                  <a:pt x="4836" y="2771"/>
                </a:lnTo>
                <a:lnTo>
                  <a:pt x="4837" y="2771"/>
                </a:lnTo>
                <a:lnTo>
                  <a:pt x="4839" y="2773"/>
                </a:lnTo>
                <a:lnTo>
                  <a:pt x="4842" y="2775"/>
                </a:lnTo>
                <a:lnTo>
                  <a:pt x="4842" y="2774"/>
                </a:lnTo>
                <a:lnTo>
                  <a:pt x="4842" y="2775"/>
                </a:lnTo>
                <a:lnTo>
                  <a:pt x="4844" y="2776"/>
                </a:lnTo>
                <a:lnTo>
                  <a:pt x="4851" y="2786"/>
                </a:lnTo>
                <a:lnTo>
                  <a:pt x="4851" y="2787"/>
                </a:lnTo>
                <a:lnTo>
                  <a:pt x="4851" y="2788"/>
                </a:lnTo>
                <a:lnTo>
                  <a:pt x="4851" y="2789"/>
                </a:lnTo>
                <a:lnTo>
                  <a:pt x="4852" y="2789"/>
                </a:lnTo>
                <a:lnTo>
                  <a:pt x="4852" y="2790"/>
                </a:lnTo>
                <a:lnTo>
                  <a:pt x="4853" y="2791"/>
                </a:lnTo>
                <a:lnTo>
                  <a:pt x="4853" y="2792"/>
                </a:lnTo>
                <a:lnTo>
                  <a:pt x="4854" y="2792"/>
                </a:lnTo>
                <a:lnTo>
                  <a:pt x="4854" y="2793"/>
                </a:lnTo>
                <a:lnTo>
                  <a:pt x="4855" y="2793"/>
                </a:lnTo>
                <a:lnTo>
                  <a:pt x="4855" y="2794"/>
                </a:lnTo>
                <a:lnTo>
                  <a:pt x="4855" y="2795"/>
                </a:lnTo>
                <a:lnTo>
                  <a:pt x="4856" y="2796"/>
                </a:lnTo>
                <a:lnTo>
                  <a:pt x="4857" y="2797"/>
                </a:lnTo>
                <a:lnTo>
                  <a:pt x="4857" y="2798"/>
                </a:lnTo>
                <a:lnTo>
                  <a:pt x="4858" y="2799"/>
                </a:lnTo>
                <a:lnTo>
                  <a:pt x="4859" y="2801"/>
                </a:lnTo>
                <a:lnTo>
                  <a:pt x="4860" y="2802"/>
                </a:lnTo>
                <a:lnTo>
                  <a:pt x="4860" y="2803"/>
                </a:lnTo>
                <a:lnTo>
                  <a:pt x="4860" y="2804"/>
                </a:lnTo>
                <a:lnTo>
                  <a:pt x="4859" y="2807"/>
                </a:lnTo>
                <a:lnTo>
                  <a:pt x="4858" y="2807"/>
                </a:lnTo>
                <a:lnTo>
                  <a:pt x="4857" y="2807"/>
                </a:lnTo>
                <a:lnTo>
                  <a:pt x="4857" y="2808"/>
                </a:lnTo>
                <a:lnTo>
                  <a:pt x="4856" y="2809"/>
                </a:lnTo>
                <a:lnTo>
                  <a:pt x="4857" y="2812"/>
                </a:lnTo>
                <a:lnTo>
                  <a:pt x="4856" y="2816"/>
                </a:lnTo>
                <a:lnTo>
                  <a:pt x="4857" y="2819"/>
                </a:lnTo>
                <a:lnTo>
                  <a:pt x="4858" y="2822"/>
                </a:lnTo>
                <a:lnTo>
                  <a:pt x="4859" y="2822"/>
                </a:lnTo>
                <a:lnTo>
                  <a:pt x="4861" y="2823"/>
                </a:lnTo>
                <a:lnTo>
                  <a:pt x="4862" y="2823"/>
                </a:lnTo>
                <a:lnTo>
                  <a:pt x="4862" y="2822"/>
                </a:lnTo>
                <a:lnTo>
                  <a:pt x="4867" y="2826"/>
                </a:lnTo>
                <a:lnTo>
                  <a:pt x="4869" y="2827"/>
                </a:lnTo>
                <a:lnTo>
                  <a:pt x="4870" y="2828"/>
                </a:lnTo>
                <a:lnTo>
                  <a:pt x="4871" y="2830"/>
                </a:lnTo>
                <a:lnTo>
                  <a:pt x="4872" y="2832"/>
                </a:lnTo>
                <a:lnTo>
                  <a:pt x="4872" y="2833"/>
                </a:lnTo>
                <a:lnTo>
                  <a:pt x="4872" y="2835"/>
                </a:lnTo>
                <a:lnTo>
                  <a:pt x="4871" y="2835"/>
                </a:lnTo>
                <a:lnTo>
                  <a:pt x="4871" y="2836"/>
                </a:lnTo>
                <a:lnTo>
                  <a:pt x="4870" y="2836"/>
                </a:lnTo>
                <a:lnTo>
                  <a:pt x="4869" y="2836"/>
                </a:lnTo>
                <a:lnTo>
                  <a:pt x="4865" y="2839"/>
                </a:lnTo>
                <a:lnTo>
                  <a:pt x="4862" y="2841"/>
                </a:lnTo>
                <a:lnTo>
                  <a:pt x="4862" y="2842"/>
                </a:lnTo>
                <a:lnTo>
                  <a:pt x="4862" y="2851"/>
                </a:lnTo>
                <a:lnTo>
                  <a:pt x="4867" y="2852"/>
                </a:lnTo>
                <a:lnTo>
                  <a:pt x="4866" y="2856"/>
                </a:lnTo>
                <a:lnTo>
                  <a:pt x="4875" y="2856"/>
                </a:lnTo>
                <a:lnTo>
                  <a:pt x="4883" y="2856"/>
                </a:lnTo>
                <a:lnTo>
                  <a:pt x="4883" y="2859"/>
                </a:lnTo>
                <a:lnTo>
                  <a:pt x="4879" y="2858"/>
                </a:lnTo>
                <a:lnTo>
                  <a:pt x="4874" y="2858"/>
                </a:lnTo>
                <a:lnTo>
                  <a:pt x="4872" y="2858"/>
                </a:lnTo>
                <a:lnTo>
                  <a:pt x="4866" y="2859"/>
                </a:lnTo>
                <a:lnTo>
                  <a:pt x="4865" y="2859"/>
                </a:lnTo>
                <a:lnTo>
                  <a:pt x="4862" y="2860"/>
                </a:lnTo>
                <a:lnTo>
                  <a:pt x="4861" y="2860"/>
                </a:lnTo>
                <a:lnTo>
                  <a:pt x="4862" y="2862"/>
                </a:lnTo>
                <a:lnTo>
                  <a:pt x="4862" y="2863"/>
                </a:lnTo>
                <a:lnTo>
                  <a:pt x="4862" y="2865"/>
                </a:lnTo>
                <a:lnTo>
                  <a:pt x="4862" y="2867"/>
                </a:lnTo>
                <a:lnTo>
                  <a:pt x="4861" y="2868"/>
                </a:lnTo>
                <a:lnTo>
                  <a:pt x="4861" y="2869"/>
                </a:lnTo>
                <a:lnTo>
                  <a:pt x="4861" y="2870"/>
                </a:lnTo>
                <a:lnTo>
                  <a:pt x="4859" y="2869"/>
                </a:lnTo>
                <a:lnTo>
                  <a:pt x="4858" y="2869"/>
                </a:lnTo>
                <a:lnTo>
                  <a:pt x="4857" y="2869"/>
                </a:lnTo>
                <a:lnTo>
                  <a:pt x="4856" y="2870"/>
                </a:lnTo>
                <a:lnTo>
                  <a:pt x="4855" y="2872"/>
                </a:lnTo>
                <a:lnTo>
                  <a:pt x="4857" y="2874"/>
                </a:lnTo>
                <a:lnTo>
                  <a:pt x="4860" y="2877"/>
                </a:lnTo>
                <a:lnTo>
                  <a:pt x="4861" y="2877"/>
                </a:lnTo>
                <a:lnTo>
                  <a:pt x="4863" y="2878"/>
                </a:lnTo>
                <a:lnTo>
                  <a:pt x="4868" y="2881"/>
                </a:lnTo>
                <a:lnTo>
                  <a:pt x="4866" y="2883"/>
                </a:lnTo>
                <a:lnTo>
                  <a:pt x="4867" y="2883"/>
                </a:lnTo>
                <a:lnTo>
                  <a:pt x="4871" y="2888"/>
                </a:lnTo>
                <a:lnTo>
                  <a:pt x="4876" y="2895"/>
                </a:lnTo>
                <a:lnTo>
                  <a:pt x="4877" y="2896"/>
                </a:lnTo>
                <a:lnTo>
                  <a:pt x="4877" y="2897"/>
                </a:lnTo>
                <a:lnTo>
                  <a:pt x="4883" y="2906"/>
                </a:lnTo>
                <a:lnTo>
                  <a:pt x="4884" y="2911"/>
                </a:lnTo>
                <a:lnTo>
                  <a:pt x="4883" y="2912"/>
                </a:lnTo>
                <a:lnTo>
                  <a:pt x="4881" y="2913"/>
                </a:lnTo>
                <a:lnTo>
                  <a:pt x="4878" y="2915"/>
                </a:lnTo>
                <a:lnTo>
                  <a:pt x="4875" y="2917"/>
                </a:lnTo>
                <a:lnTo>
                  <a:pt x="4874" y="2917"/>
                </a:lnTo>
                <a:lnTo>
                  <a:pt x="4871" y="2917"/>
                </a:lnTo>
                <a:lnTo>
                  <a:pt x="4871" y="2918"/>
                </a:lnTo>
                <a:lnTo>
                  <a:pt x="4870" y="2918"/>
                </a:lnTo>
                <a:lnTo>
                  <a:pt x="4868" y="2918"/>
                </a:lnTo>
                <a:lnTo>
                  <a:pt x="4866" y="2919"/>
                </a:lnTo>
                <a:lnTo>
                  <a:pt x="4864" y="2919"/>
                </a:lnTo>
                <a:lnTo>
                  <a:pt x="4862" y="2919"/>
                </a:lnTo>
                <a:lnTo>
                  <a:pt x="4859" y="2919"/>
                </a:lnTo>
                <a:lnTo>
                  <a:pt x="4857" y="2920"/>
                </a:lnTo>
                <a:lnTo>
                  <a:pt x="4855" y="2920"/>
                </a:lnTo>
                <a:lnTo>
                  <a:pt x="4853" y="2921"/>
                </a:lnTo>
                <a:lnTo>
                  <a:pt x="4851" y="2921"/>
                </a:lnTo>
                <a:lnTo>
                  <a:pt x="4850" y="2922"/>
                </a:lnTo>
                <a:lnTo>
                  <a:pt x="4849" y="2923"/>
                </a:lnTo>
                <a:lnTo>
                  <a:pt x="4849" y="2922"/>
                </a:lnTo>
                <a:lnTo>
                  <a:pt x="4847" y="2923"/>
                </a:lnTo>
                <a:lnTo>
                  <a:pt x="4846" y="2923"/>
                </a:lnTo>
                <a:lnTo>
                  <a:pt x="4846" y="2924"/>
                </a:lnTo>
                <a:lnTo>
                  <a:pt x="4842" y="2926"/>
                </a:lnTo>
                <a:lnTo>
                  <a:pt x="4841" y="2926"/>
                </a:lnTo>
                <a:lnTo>
                  <a:pt x="4838" y="2928"/>
                </a:lnTo>
                <a:lnTo>
                  <a:pt x="4837" y="2928"/>
                </a:lnTo>
                <a:lnTo>
                  <a:pt x="4837" y="2927"/>
                </a:lnTo>
                <a:lnTo>
                  <a:pt x="4835" y="2928"/>
                </a:lnTo>
                <a:lnTo>
                  <a:pt x="4835" y="2929"/>
                </a:lnTo>
                <a:lnTo>
                  <a:pt x="4834" y="2931"/>
                </a:lnTo>
                <a:lnTo>
                  <a:pt x="4833" y="2931"/>
                </a:lnTo>
                <a:lnTo>
                  <a:pt x="4832" y="2932"/>
                </a:lnTo>
                <a:lnTo>
                  <a:pt x="4830" y="2933"/>
                </a:lnTo>
                <a:lnTo>
                  <a:pt x="4827" y="2935"/>
                </a:lnTo>
                <a:lnTo>
                  <a:pt x="4826" y="2937"/>
                </a:lnTo>
                <a:lnTo>
                  <a:pt x="4825" y="2938"/>
                </a:lnTo>
                <a:lnTo>
                  <a:pt x="4824" y="2940"/>
                </a:lnTo>
                <a:lnTo>
                  <a:pt x="4823" y="2940"/>
                </a:lnTo>
                <a:lnTo>
                  <a:pt x="4821" y="2943"/>
                </a:lnTo>
                <a:lnTo>
                  <a:pt x="4821" y="2944"/>
                </a:lnTo>
                <a:lnTo>
                  <a:pt x="4820" y="2945"/>
                </a:lnTo>
                <a:lnTo>
                  <a:pt x="4819" y="2945"/>
                </a:lnTo>
                <a:lnTo>
                  <a:pt x="4819" y="2946"/>
                </a:lnTo>
                <a:lnTo>
                  <a:pt x="4818" y="2946"/>
                </a:lnTo>
                <a:lnTo>
                  <a:pt x="4817" y="2947"/>
                </a:lnTo>
                <a:lnTo>
                  <a:pt x="4816" y="2947"/>
                </a:lnTo>
                <a:lnTo>
                  <a:pt x="4814" y="2947"/>
                </a:lnTo>
                <a:lnTo>
                  <a:pt x="4812" y="2948"/>
                </a:lnTo>
                <a:lnTo>
                  <a:pt x="4811" y="2949"/>
                </a:lnTo>
                <a:lnTo>
                  <a:pt x="4811" y="2952"/>
                </a:lnTo>
                <a:lnTo>
                  <a:pt x="4813" y="2973"/>
                </a:lnTo>
                <a:lnTo>
                  <a:pt x="4813" y="2974"/>
                </a:lnTo>
                <a:lnTo>
                  <a:pt x="4813" y="2979"/>
                </a:lnTo>
                <a:lnTo>
                  <a:pt x="4813" y="2982"/>
                </a:lnTo>
                <a:lnTo>
                  <a:pt x="4814" y="2991"/>
                </a:lnTo>
                <a:lnTo>
                  <a:pt x="4818" y="2990"/>
                </a:lnTo>
                <a:lnTo>
                  <a:pt x="4818" y="2985"/>
                </a:lnTo>
                <a:lnTo>
                  <a:pt x="4822" y="2985"/>
                </a:lnTo>
                <a:lnTo>
                  <a:pt x="4825" y="2987"/>
                </a:lnTo>
                <a:lnTo>
                  <a:pt x="4830" y="2989"/>
                </a:lnTo>
                <a:lnTo>
                  <a:pt x="4829" y="2991"/>
                </a:lnTo>
                <a:lnTo>
                  <a:pt x="4834" y="2993"/>
                </a:lnTo>
                <a:lnTo>
                  <a:pt x="4836" y="2994"/>
                </a:lnTo>
                <a:lnTo>
                  <a:pt x="4839" y="2996"/>
                </a:lnTo>
                <a:lnTo>
                  <a:pt x="4842" y="2998"/>
                </a:lnTo>
                <a:lnTo>
                  <a:pt x="4844" y="3001"/>
                </a:lnTo>
                <a:lnTo>
                  <a:pt x="4845" y="3001"/>
                </a:lnTo>
                <a:lnTo>
                  <a:pt x="4849" y="3004"/>
                </a:lnTo>
                <a:lnTo>
                  <a:pt x="4851" y="3007"/>
                </a:lnTo>
                <a:lnTo>
                  <a:pt x="4853" y="3010"/>
                </a:lnTo>
                <a:lnTo>
                  <a:pt x="4856" y="3013"/>
                </a:lnTo>
                <a:lnTo>
                  <a:pt x="4859" y="3017"/>
                </a:lnTo>
                <a:lnTo>
                  <a:pt x="4860" y="3018"/>
                </a:lnTo>
                <a:lnTo>
                  <a:pt x="4863" y="3022"/>
                </a:lnTo>
                <a:lnTo>
                  <a:pt x="4864" y="3023"/>
                </a:lnTo>
                <a:lnTo>
                  <a:pt x="4865" y="3023"/>
                </a:lnTo>
                <a:lnTo>
                  <a:pt x="4866" y="3021"/>
                </a:lnTo>
                <a:lnTo>
                  <a:pt x="4871" y="3027"/>
                </a:lnTo>
                <a:lnTo>
                  <a:pt x="4870" y="3028"/>
                </a:lnTo>
                <a:lnTo>
                  <a:pt x="4870" y="3029"/>
                </a:lnTo>
                <a:lnTo>
                  <a:pt x="4871" y="3029"/>
                </a:lnTo>
                <a:lnTo>
                  <a:pt x="4873" y="3030"/>
                </a:lnTo>
                <a:lnTo>
                  <a:pt x="4874" y="3031"/>
                </a:lnTo>
                <a:lnTo>
                  <a:pt x="4875" y="3031"/>
                </a:lnTo>
                <a:lnTo>
                  <a:pt x="4876" y="3031"/>
                </a:lnTo>
                <a:lnTo>
                  <a:pt x="4877" y="3031"/>
                </a:lnTo>
                <a:lnTo>
                  <a:pt x="4879" y="3031"/>
                </a:lnTo>
                <a:lnTo>
                  <a:pt x="4880" y="3031"/>
                </a:lnTo>
                <a:lnTo>
                  <a:pt x="4881" y="3031"/>
                </a:lnTo>
                <a:lnTo>
                  <a:pt x="4882" y="3031"/>
                </a:lnTo>
                <a:lnTo>
                  <a:pt x="4885" y="3032"/>
                </a:lnTo>
                <a:lnTo>
                  <a:pt x="4886" y="3032"/>
                </a:lnTo>
                <a:lnTo>
                  <a:pt x="4886" y="3033"/>
                </a:lnTo>
                <a:lnTo>
                  <a:pt x="4887" y="3033"/>
                </a:lnTo>
                <a:lnTo>
                  <a:pt x="4887" y="3034"/>
                </a:lnTo>
                <a:lnTo>
                  <a:pt x="4887" y="3033"/>
                </a:lnTo>
                <a:lnTo>
                  <a:pt x="4888" y="3033"/>
                </a:lnTo>
                <a:lnTo>
                  <a:pt x="4889" y="3034"/>
                </a:lnTo>
                <a:lnTo>
                  <a:pt x="4891" y="3034"/>
                </a:lnTo>
                <a:lnTo>
                  <a:pt x="4894" y="3035"/>
                </a:lnTo>
                <a:lnTo>
                  <a:pt x="4895" y="3035"/>
                </a:lnTo>
                <a:lnTo>
                  <a:pt x="4898" y="3035"/>
                </a:lnTo>
                <a:lnTo>
                  <a:pt x="4900" y="3037"/>
                </a:lnTo>
                <a:lnTo>
                  <a:pt x="4901" y="3038"/>
                </a:lnTo>
                <a:lnTo>
                  <a:pt x="4901" y="3039"/>
                </a:lnTo>
                <a:lnTo>
                  <a:pt x="4902" y="3039"/>
                </a:lnTo>
                <a:lnTo>
                  <a:pt x="4903" y="3039"/>
                </a:lnTo>
                <a:lnTo>
                  <a:pt x="4904" y="3039"/>
                </a:lnTo>
                <a:lnTo>
                  <a:pt x="4905" y="3038"/>
                </a:lnTo>
                <a:lnTo>
                  <a:pt x="4906" y="3038"/>
                </a:lnTo>
                <a:lnTo>
                  <a:pt x="4907" y="3038"/>
                </a:lnTo>
                <a:lnTo>
                  <a:pt x="4908" y="3038"/>
                </a:lnTo>
                <a:lnTo>
                  <a:pt x="4908" y="3037"/>
                </a:lnTo>
                <a:lnTo>
                  <a:pt x="4909" y="3037"/>
                </a:lnTo>
                <a:lnTo>
                  <a:pt x="4909" y="3038"/>
                </a:lnTo>
                <a:lnTo>
                  <a:pt x="4910" y="3039"/>
                </a:lnTo>
                <a:lnTo>
                  <a:pt x="4911" y="3039"/>
                </a:lnTo>
                <a:lnTo>
                  <a:pt x="4911" y="3038"/>
                </a:lnTo>
                <a:lnTo>
                  <a:pt x="4911" y="3037"/>
                </a:lnTo>
                <a:lnTo>
                  <a:pt x="4912" y="3037"/>
                </a:lnTo>
                <a:lnTo>
                  <a:pt x="4913" y="3037"/>
                </a:lnTo>
                <a:lnTo>
                  <a:pt x="4915" y="3037"/>
                </a:lnTo>
                <a:lnTo>
                  <a:pt x="4916" y="3036"/>
                </a:lnTo>
                <a:lnTo>
                  <a:pt x="4917" y="3036"/>
                </a:lnTo>
                <a:lnTo>
                  <a:pt x="4918" y="3036"/>
                </a:lnTo>
                <a:lnTo>
                  <a:pt x="4918" y="3035"/>
                </a:lnTo>
                <a:lnTo>
                  <a:pt x="4919" y="3035"/>
                </a:lnTo>
                <a:lnTo>
                  <a:pt x="4919" y="3034"/>
                </a:lnTo>
                <a:lnTo>
                  <a:pt x="4920" y="3034"/>
                </a:lnTo>
                <a:lnTo>
                  <a:pt x="4920" y="3033"/>
                </a:lnTo>
                <a:lnTo>
                  <a:pt x="4921" y="3033"/>
                </a:lnTo>
                <a:lnTo>
                  <a:pt x="4922" y="3033"/>
                </a:lnTo>
                <a:lnTo>
                  <a:pt x="4923" y="3034"/>
                </a:lnTo>
                <a:lnTo>
                  <a:pt x="4923" y="3035"/>
                </a:lnTo>
                <a:lnTo>
                  <a:pt x="4924" y="3036"/>
                </a:lnTo>
                <a:lnTo>
                  <a:pt x="4923" y="3037"/>
                </a:lnTo>
                <a:lnTo>
                  <a:pt x="4922" y="3037"/>
                </a:lnTo>
                <a:lnTo>
                  <a:pt x="4921" y="3038"/>
                </a:lnTo>
                <a:lnTo>
                  <a:pt x="4920" y="3038"/>
                </a:lnTo>
                <a:lnTo>
                  <a:pt x="4920" y="3039"/>
                </a:lnTo>
                <a:lnTo>
                  <a:pt x="4919" y="3040"/>
                </a:lnTo>
                <a:lnTo>
                  <a:pt x="4917" y="3041"/>
                </a:lnTo>
                <a:lnTo>
                  <a:pt x="4916" y="3041"/>
                </a:lnTo>
                <a:lnTo>
                  <a:pt x="4915" y="3042"/>
                </a:lnTo>
                <a:lnTo>
                  <a:pt x="4915" y="3043"/>
                </a:lnTo>
                <a:lnTo>
                  <a:pt x="4914" y="3044"/>
                </a:lnTo>
                <a:lnTo>
                  <a:pt x="4913" y="3044"/>
                </a:lnTo>
                <a:lnTo>
                  <a:pt x="4913" y="3045"/>
                </a:lnTo>
                <a:lnTo>
                  <a:pt x="4912" y="3045"/>
                </a:lnTo>
                <a:lnTo>
                  <a:pt x="4910" y="3046"/>
                </a:lnTo>
                <a:lnTo>
                  <a:pt x="4909" y="3047"/>
                </a:lnTo>
                <a:lnTo>
                  <a:pt x="4908" y="3047"/>
                </a:lnTo>
                <a:lnTo>
                  <a:pt x="4907" y="3049"/>
                </a:lnTo>
                <a:lnTo>
                  <a:pt x="4907" y="3050"/>
                </a:lnTo>
                <a:lnTo>
                  <a:pt x="4905" y="3051"/>
                </a:lnTo>
                <a:lnTo>
                  <a:pt x="4904" y="3051"/>
                </a:lnTo>
                <a:lnTo>
                  <a:pt x="4904" y="3052"/>
                </a:lnTo>
                <a:lnTo>
                  <a:pt x="4903" y="3052"/>
                </a:lnTo>
                <a:lnTo>
                  <a:pt x="4904" y="3053"/>
                </a:lnTo>
                <a:lnTo>
                  <a:pt x="4903" y="3053"/>
                </a:lnTo>
                <a:lnTo>
                  <a:pt x="4903" y="3054"/>
                </a:lnTo>
                <a:lnTo>
                  <a:pt x="4902" y="3056"/>
                </a:lnTo>
                <a:lnTo>
                  <a:pt x="4902" y="3057"/>
                </a:lnTo>
                <a:lnTo>
                  <a:pt x="4901" y="3057"/>
                </a:lnTo>
                <a:lnTo>
                  <a:pt x="4900" y="3058"/>
                </a:lnTo>
                <a:lnTo>
                  <a:pt x="4900" y="3059"/>
                </a:lnTo>
                <a:lnTo>
                  <a:pt x="4900" y="3060"/>
                </a:lnTo>
                <a:lnTo>
                  <a:pt x="4900" y="3062"/>
                </a:lnTo>
                <a:lnTo>
                  <a:pt x="4898" y="3065"/>
                </a:lnTo>
                <a:lnTo>
                  <a:pt x="4897" y="3066"/>
                </a:lnTo>
                <a:lnTo>
                  <a:pt x="4896" y="3066"/>
                </a:lnTo>
                <a:lnTo>
                  <a:pt x="4895" y="3067"/>
                </a:lnTo>
                <a:lnTo>
                  <a:pt x="4894" y="3067"/>
                </a:lnTo>
                <a:lnTo>
                  <a:pt x="4894" y="3068"/>
                </a:lnTo>
                <a:lnTo>
                  <a:pt x="4893" y="3068"/>
                </a:lnTo>
                <a:lnTo>
                  <a:pt x="4892" y="3069"/>
                </a:lnTo>
                <a:lnTo>
                  <a:pt x="4891" y="3070"/>
                </a:lnTo>
                <a:lnTo>
                  <a:pt x="4891" y="3071"/>
                </a:lnTo>
                <a:lnTo>
                  <a:pt x="4890" y="3071"/>
                </a:lnTo>
                <a:lnTo>
                  <a:pt x="4889" y="3072"/>
                </a:lnTo>
                <a:lnTo>
                  <a:pt x="4889" y="3073"/>
                </a:lnTo>
                <a:lnTo>
                  <a:pt x="4889" y="3074"/>
                </a:lnTo>
                <a:lnTo>
                  <a:pt x="4888" y="3075"/>
                </a:lnTo>
                <a:lnTo>
                  <a:pt x="4887" y="3077"/>
                </a:lnTo>
                <a:lnTo>
                  <a:pt x="4887" y="3078"/>
                </a:lnTo>
                <a:lnTo>
                  <a:pt x="4887" y="3079"/>
                </a:lnTo>
                <a:lnTo>
                  <a:pt x="4886" y="3080"/>
                </a:lnTo>
                <a:lnTo>
                  <a:pt x="4885" y="3080"/>
                </a:lnTo>
                <a:lnTo>
                  <a:pt x="4885" y="3081"/>
                </a:lnTo>
                <a:lnTo>
                  <a:pt x="4884" y="3081"/>
                </a:lnTo>
                <a:lnTo>
                  <a:pt x="4884" y="3084"/>
                </a:lnTo>
                <a:lnTo>
                  <a:pt x="4883" y="3085"/>
                </a:lnTo>
                <a:lnTo>
                  <a:pt x="4882" y="3085"/>
                </a:lnTo>
                <a:lnTo>
                  <a:pt x="4881" y="3085"/>
                </a:lnTo>
                <a:lnTo>
                  <a:pt x="4880" y="3086"/>
                </a:lnTo>
                <a:lnTo>
                  <a:pt x="4878" y="3088"/>
                </a:lnTo>
                <a:lnTo>
                  <a:pt x="4877" y="3087"/>
                </a:lnTo>
                <a:lnTo>
                  <a:pt x="4877" y="3088"/>
                </a:lnTo>
                <a:lnTo>
                  <a:pt x="4876" y="3088"/>
                </a:lnTo>
                <a:lnTo>
                  <a:pt x="4875" y="3088"/>
                </a:lnTo>
                <a:lnTo>
                  <a:pt x="4874" y="3088"/>
                </a:lnTo>
                <a:lnTo>
                  <a:pt x="4874" y="3089"/>
                </a:lnTo>
                <a:lnTo>
                  <a:pt x="4873" y="3090"/>
                </a:lnTo>
                <a:lnTo>
                  <a:pt x="4872" y="3090"/>
                </a:lnTo>
                <a:lnTo>
                  <a:pt x="4871" y="3090"/>
                </a:lnTo>
                <a:lnTo>
                  <a:pt x="4870" y="3089"/>
                </a:lnTo>
                <a:lnTo>
                  <a:pt x="4869" y="3089"/>
                </a:lnTo>
                <a:lnTo>
                  <a:pt x="4869" y="3090"/>
                </a:lnTo>
                <a:lnTo>
                  <a:pt x="4868" y="3090"/>
                </a:lnTo>
                <a:lnTo>
                  <a:pt x="4868" y="3091"/>
                </a:lnTo>
                <a:lnTo>
                  <a:pt x="4868" y="3092"/>
                </a:lnTo>
                <a:lnTo>
                  <a:pt x="4867" y="3092"/>
                </a:lnTo>
                <a:lnTo>
                  <a:pt x="4867" y="3093"/>
                </a:lnTo>
                <a:lnTo>
                  <a:pt x="4866" y="3093"/>
                </a:lnTo>
                <a:lnTo>
                  <a:pt x="4866" y="3094"/>
                </a:lnTo>
                <a:lnTo>
                  <a:pt x="4866" y="3095"/>
                </a:lnTo>
                <a:lnTo>
                  <a:pt x="4865" y="3095"/>
                </a:lnTo>
                <a:lnTo>
                  <a:pt x="4864" y="3096"/>
                </a:lnTo>
                <a:lnTo>
                  <a:pt x="4864" y="3095"/>
                </a:lnTo>
                <a:lnTo>
                  <a:pt x="4865" y="3094"/>
                </a:lnTo>
                <a:lnTo>
                  <a:pt x="4864" y="3093"/>
                </a:lnTo>
                <a:lnTo>
                  <a:pt x="4859" y="3095"/>
                </a:lnTo>
                <a:lnTo>
                  <a:pt x="4858" y="3095"/>
                </a:lnTo>
                <a:lnTo>
                  <a:pt x="4857" y="3096"/>
                </a:lnTo>
                <a:lnTo>
                  <a:pt x="4857" y="3097"/>
                </a:lnTo>
                <a:lnTo>
                  <a:pt x="4858" y="3097"/>
                </a:lnTo>
                <a:lnTo>
                  <a:pt x="4858" y="3098"/>
                </a:lnTo>
                <a:lnTo>
                  <a:pt x="4858" y="3099"/>
                </a:lnTo>
                <a:lnTo>
                  <a:pt x="4857" y="3101"/>
                </a:lnTo>
                <a:lnTo>
                  <a:pt x="4856" y="3101"/>
                </a:lnTo>
                <a:lnTo>
                  <a:pt x="4855" y="3102"/>
                </a:lnTo>
                <a:lnTo>
                  <a:pt x="4855" y="3103"/>
                </a:lnTo>
                <a:lnTo>
                  <a:pt x="4856" y="3103"/>
                </a:lnTo>
                <a:lnTo>
                  <a:pt x="4856" y="3104"/>
                </a:lnTo>
                <a:lnTo>
                  <a:pt x="4856" y="3103"/>
                </a:lnTo>
                <a:lnTo>
                  <a:pt x="4857" y="3103"/>
                </a:lnTo>
                <a:lnTo>
                  <a:pt x="4857" y="3104"/>
                </a:lnTo>
                <a:lnTo>
                  <a:pt x="4857" y="3105"/>
                </a:lnTo>
                <a:lnTo>
                  <a:pt x="4858" y="3105"/>
                </a:lnTo>
                <a:lnTo>
                  <a:pt x="4858" y="3106"/>
                </a:lnTo>
                <a:lnTo>
                  <a:pt x="4857" y="3106"/>
                </a:lnTo>
                <a:lnTo>
                  <a:pt x="4857" y="3107"/>
                </a:lnTo>
                <a:lnTo>
                  <a:pt x="4857" y="3108"/>
                </a:lnTo>
                <a:lnTo>
                  <a:pt x="4858" y="3108"/>
                </a:lnTo>
                <a:lnTo>
                  <a:pt x="4857" y="3109"/>
                </a:lnTo>
                <a:lnTo>
                  <a:pt x="4858" y="3109"/>
                </a:lnTo>
                <a:lnTo>
                  <a:pt x="4859" y="3109"/>
                </a:lnTo>
                <a:lnTo>
                  <a:pt x="4860" y="3108"/>
                </a:lnTo>
                <a:lnTo>
                  <a:pt x="4861" y="3107"/>
                </a:lnTo>
                <a:lnTo>
                  <a:pt x="4860" y="3107"/>
                </a:lnTo>
                <a:lnTo>
                  <a:pt x="4860" y="3106"/>
                </a:lnTo>
                <a:lnTo>
                  <a:pt x="4860" y="3105"/>
                </a:lnTo>
                <a:lnTo>
                  <a:pt x="4860" y="3104"/>
                </a:lnTo>
                <a:lnTo>
                  <a:pt x="4861" y="3103"/>
                </a:lnTo>
                <a:lnTo>
                  <a:pt x="4861" y="3102"/>
                </a:lnTo>
                <a:lnTo>
                  <a:pt x="4860" y="3102"/>
                </a:lnTo>
                <a:lnTo>
                  <a:pt x="4860" y="3101"/>
                </a:lnTo>
                <a:lnTo>
                  <a:pt x="4861" y="3101"/>
                </a:lnTo>
                <a:lnTo>
                  <a:pt x="4862" y="3100"/>
                </a:lnTo>
                <a:lnTo>
                  <a:pt x="4863" y="3099"/>
                </a:lnTo>
                <a:lnTo>
                  <a:pt x="4863" y="3098"/>
                </a:lnTo>
                <a:lnTo>
                  <a:pt x="4864" y="3098"/>
                </a:lnTo>
                <a:lnTo>
                  <a:pt x="4865" y="3099"/>
                </a:lnTo>
                <a:lnTo>
                  <a:pt x="4865" y="3100"/>
                </a:lnTo>
                <a:lnTo>
                  <a:pt x="4866" y="3100"/>
                </a:lnTo>
                <a:lnTo>
                  <a:pt x="4867" y="3101"/>
                </a:lnTo>
                <a:lnTo>
                  <a:pt x="4866" y="3101"/>
                </a:lnTo>
                <a:lnTo>
                  <a:pt x="4866" y="3102"/>
                </a:lnTo>
                <a:lnTo>
                  <a:pt x="4866" y="3103"/>
                </a:lnTo>
                <a:lnTo>
                  <a:pt x="4866" y="3104"/>
                </a:lnTo>
                <a:lnTo>
                  <a:pt x="4865" y="3103"/>
                </a:lnTo>
                <a:lnTo>
                  <a:pt x="4866" y="3103"/>
                </a:lnTo>
                <a:lnTo>
                  <a:pt x="4865" y="3103"/>
                </a:lnTo>
                <a:lnTo>
                  <a:pt x="4865" y="3104"/>
                </a:lnTo>
                <a:lnTo>
                  <a:pt x="4865" y="3105"/>
                </a:lnTo>
                <a:lnTo>
                  <a:pt x="4865" y="3106"/>
                </a:lnTo>
                <a:lnTo>
                  <a:pt x="4866" y="3106"/>
                </a:lnTo>
                <a:lnTo>
                  <a:pt x="4866" y="3107"/>
                </a:lnTo>
                <a:lnTo>
                  <a:pt x="4865" y="3107"/>
                </a:lnTo>
                <a:lnTo>
                  <a:pt x="4864" y="3107"/>
                </a:lnTo>
                <a:lnTo>
                  <a:pt x="4863" y="3108"/>
                </a:lnTo>
                <a:lnTo>
                  <a:pt x="4863" y="3109"/>
                </a:lnTo>
                <a:lnTo>
                  <a:pt x="4863" y="3110"/>
                </a:lnTo>
                <a:lnTo>
                  <a:pt x="4863" y="3111"/>
                </a:lnTo>
                <a:lnTo>
                  <a:pt x="4864" y="3111"/>
                </a:lnTo>
                <a:lnTo>
                  <a:pt x="4863" y="3111"/>
                </a:lnTo>
                <a:lnTo>
                  <a:pt x="4864" y="3111"/>
                </a:lnTo>
                <a:lnTo>
                  <a:pt x="4864" y="3110"/>
                </a:lnTo>
                <a:lnTo>
                  <a:pt x="4865" y="3110"/>
                </a:lnTo>
                <a:lnTo>
                  <a:pt x="4866" y="3109"/>
                </a:lnTo>
                <a:lnTo>
                  <a:pt x="4866" y="3108"/>
                </a:lnTo>
                <a:lnTo>
                  <a:pt x="4867" y="3107"/>
                </a:lnTo>
                <a:lnTo>
                  <a:pt x="4867" y="3106"/>
                </a:lnTo>
                <a:lnTo>
                  <a:pt x="4868" y="3106"/>
                </a:lnTo>
                <a:lnTo>
                  <a:pt x="4868" y="3104"/>
                </a:lnTo>
                <a:lnTo>
                  <a:pt x="4869" y="3104"/>
                </a:lnTo>
                <a:lnTo>
                  <a:pt x="4868" y="3103"/>
                </a:lnTo>
                <a:lnTo>
                  <a:pt x="4868" y="3102"/>
                </a:lnTo>
                <a:lnTo>
                  <a:pt x="4869" y="3102"/>
                </a:lnTo>
                <a:lnTo>
                  <a:pt x="4869" y="3101"/>
                </a:lnTo>
                <a:lnTo>
                  <a:pt x="4870" y="3100"/>
                </a:lnTo>
                <a:lnTo>
                  <a:pt x="4870" y="3099"/>
                </a:lnTo>
                <a:lnTo>
                  <a:pt x="4871" y="3098"/>
                </a:lnTo>
                <a:lnTo>
                  <a:pt x="4873" y="3098"/>
                </a:lnTo>
                <a:lnTo>
                  <a:pt x="4876" y="3095"/>
                </a:lnTo>
                <a:lnTo>
                  <a:pt x="4878" y="3095"/>
                </a:lnTo>
                <a:lnTo>
                  <a:pt x="4879" y="3093"/>
                </a:lnTo>
                <a:lnTo>
                  <a:pt x="4881" y="3092"/>
                </a:lnTo>
                <a:lnTo>
                  <a:pt x="4881" y="3091"/>
                </a:lnTo>
                <a:lnTo>
                  <a:pt x="4882" y="3090"/>
                </a:lnTo>
                <a:lnTo>
                  <a:pt x="4883" y="3089"/>
                </a:lnTo>
                <a:lnTo>
                  <a:pt x="4884" y="3089"/>
                </a:lnTo>
                <a:lnTo>
                  <a:pt x="4885" y="3088"/>
                </a:lnTo>
                <a:lnTo>
                  <a:pt x="4886" y="3088"/>
                </a:lnTo>
                <a:lnTo>
                  <a:pt x="4886" y="3087"/>
                </a:lnTo>
                <a:lnTo>
                  <a:pt x="4887" y="3087"/>
                </a:lnTo>
                <a:lnTo>
                  <a:pt x="4887" y="3088"/>
                </a:lnTo>
                <a:lnTo>
                  <a:pt x="4888" y="3088"/>
                </a:lnTo>
                <a:lnTo>
                  <a:pt x="4889" y="3088"/>
                </a:lnTo>
                <a:lnTo>
                  <a:pt x="4890" y="3088"/>
                </a:lnTo>
                <a:lnTo>
                  <a:pt x="4890" y="3087"/>
                </a:lnTo>
                <a:lnTo>
                  <a:pt x="4892" y="3087"/>
                </a:lnTo>
                <a:lnTo>
                  <a:pt x="4891" y="3089"/>
                </a:lnTo>
                <a:lnTo>
                  <a:pt x="4891" y="3090"/>
                </a:lnTo>
                <a:lnTo>
                  <a:pt x="4891" y="3092"/>
                </a:lnTo>
                <a:lnTo>
                  <a:pt x="4891" y="3093"/>
                </a:lnTo>
                <a:lnTo>
                  <a:pt x="4891" y="3094"/>
                </a:lnTo>
                <a:lnTo>
                  <a:pt x="4892" y="3095"/>
                </a:lnTo>
                <a:lnTo>
                  <a:pt x="4893" y="3096"/>
                </a:lnTo>
                <a:lnTo>
                  <a:pt x="4894" y="3095"/>
                </a:lnTo>
                <a:lnTo>
                  <a:pt x="4895" y="3094"/>
                </a:lnTo>
                <a:lnTo>
                  <a:pt x="4896" y="3094"/>
                </a:lnTo>
                <a:lnTo>
                  <a:pt x="4896" y="3093"/>
                </a:lnTo>
                <a:lnTo>
                  <a:pt x="4897" y="3093"/>
                </a:lnTo>
                <a:lnTo>
                  <a:pt x="4897" y="3092"/>
                </a:lnTo>
                <a:lnTo>
                  <a:pt x="4897" y="3091"/>
                </a:lnTo>
                <a:lnTo>
                  <a:pt x="4897" y="3090"/>
                </a:lnTo>
                <a:lnTo>
                  <a:pt x="4897" y="3089"/>
                </a:lnTo>
                <a:lnTo>
                  <a:pt x="4898" y="3088"/>
                </a:lnTo>
                <a:lnTo>
                  <a:pt x="4898" y="3087"/>
                </a:lnTo>
                <a:lnTo>
                  <a:pt x="4899" y="3086"/>
                </a:lnTo>
                <a:lnTo>
                  <a:pt x="4899" y="3085"/>
                </a:lnTo>
                <a:lnTo>
                  <a:pt x="4898" y="3085"/>
                </a:lnTo>
                <a:lnTo>
                  <a:pt x="4897" y="3085"/>
                </a:lnTo>
                <a:lnTo>
                  <a:pt x="4896" y="3085"/>
                </a:lnTo>
                <a:lnTo>
                  <a:pt x="4894" y="3085"/>
                </a:lnTo>
                <a:lnTo>
                  <a:pt x="4893" y="3085"/>
                </a:lnTo>
                <a:lnTo>
                  <a:pt x="4892" y="3086"/>
                </a:lnTo>
                <a:lnTo>
                  <a:pt x="4892" y="3085"/>
                </a:lnTo>
                <a:lnTo>
                  <a:pt x="4891" y="3085"/>
                </a:lnTo>
                <a:lnTo>
                  <a:pt x="4891" y="3086"/>
                </a:lnTo>
                <a:lnTo>
                  <a:pt x="4890" y="3086"/>
                </a:lnTo>
                <a:lnTo>
                  <a:pt x="4889" y="3086"/>
                </a:lnTo>
                <a:lnTo>
                  <a:pt x="4889" y="3087"/>
                </a:lnTo>
                <a:lnTo>
                  <a:pt x="4888" y="3087"/>
                </a:lnTo>
                <a:lnTo>
                  <a:pt x="4888" y="3086"/>
                </a:lnTo>
                <a:lnTo>
                  <a:pt x="4888" y="3085"/>
                </a:lnTo>
                <a:lnTo>
                  <a:pt x="4888" y="3084"/>
                </a:lnTo>
                <a:lnTo>
                  <a:pt x="4889" y="3084"/>
                </a:lnTo>
                <a:lnTo>
                  <a:pt x="4889" y="3083"/>
                </a:lnTo>
                <a:lnTo>
                  <a:pt x="4890" y="3083"/>
                </a:lnTo>
                <a:lnTo>
                  <a:pt x="4891" y="3082"/>
                </a:lnTo>
                <a:lnTo>
                  <a:pt x="4891" y="3081"/>
                </a:lnTo>
                <a:lnTo>
                  <a:pt x="4891" y="3080"/>
                </a:lnTo>
                <a:lnTo>
                  <a:pt x="4892" y="3080"/>
                </a:lnTo>
                <a:lnTo>
                  <a:pt x="4892" y="3079"/>
                </a:lnTo>
                <a:lnTo>
                  <a:pt x="4892" y="3078"/>
                </a:lnTo>
                <a:lnTo>
                  <a:pt x="4893" y="3078"/>
                </a:lnTo>
                <a:lnTo>
                  <a:pt x="4895" y="3077"/>
                </a:lnTo>
                <a:lnTo>
                  <a:pt x="4895" y="3076"/>
                </a:lnTo>
                <a:lnTo>
                  <a:pt x="4897" y="3076"/>
                </a:lnTo>
                <a:lnTo>
                  <a:pt x="4898" y="3075"/>
                </a:lnTo>
                <a:lnTo>
                  <a:pt x="4899" y="3075"/>
                </a:lnTo>
                <a:lnTo>
                  <a:pt x="4899" y="3074"/>
                </a:lnTo>
                <a:lnTo>
                  <a:pt x="4900" y="3074"/>
                </a:lnTo>
                <a:lnTo>
                  <a:pt x="4901" y="3075"/>
                </a:lnTo>
                <a:lnTo>
                  <a:pt x="4902" y="3074"/>
                </a:lnTo>
                <a:lnTo>
                  <a:pt x="4903" y="3074"/>
                </a:lnTo>
                <a:lnTo>
                  <a:pt x="4904" y="3073"/>
                </a:lnTo>
                <a:lnTo>
                  <a:pt x="4904" y="3072"/>
                </a:lnTo>
                <a:lnTo>
                  <a:pt x="4905" y="3072"/>
                </a:lnTo>
                <a:lnTo>
                  <a:pt x="4904" y="3071"/>
                </a:lnTo>
                <a:lnTo>
                  <a:pt x="4905" y="3071"/>
                </a:lnTo>
                <a:lnTo>
                  <a:pt x="4906" y="3071"/>
                </a:lnTo>
                <a:lnTo>
                  <a:pt x="4907" y="3071"/>
                </a:lnTo>
                <a:lnTo>
                  <a:pt x="4908" y="3071"/>
                </a:lnTo>
                <a:lnTo>
                  <a:pt x="4909" y="3071"/>
                </a:lnTo>
                <a:lnTo>
                  <a:pt x="4909" y="3073"/>
                </a:lnTo>
                <a:lnTo>
                  <a:pt x="4911" y="3073"/>
                </a:lnTo>
                <a:lnTo>
                  <a:pt x="4912" y="3073"/>
                </a:lnTo>
                <a:lnTo>
                  <a:pt x="4912" y="3074"/>
                </a:lnTo>
                <a:lnTo>
                  <a:pt x="4912" y="3075"/>
                </a:lnTo>
                <a:lnTo>
                  <a:pt x="4913" y="3075"/>
                </a:lnTo>
                <a:lnTo>
                  <a:pt x="4914" y="3075"/>
                </a:lnTo>
                <a:lnTo>
                  <a:pt x="4914" y="3077"/>
                </a:lnTo>
                <a:lnTo>
                  <a:pt x="4913" y="3078"/>
                </a:lnTo>
                <a:lnTo>
                  <a:pt x="4913" y="3079"/>
                </a:lnTo>
                <a:lnTo>
                  <a:pt x="4914" y="3079"/>
                </a:lnTo>
                <a:lnTo>
                  <a:pt x="4914" y="3080"/>
                </a:lnTo>
                <a:lnTo>
                  <a:pt x="4914" y="3081"/>
                </a:lnTo>
                <a:lnTo>
                  <a:pt x="4915" y="3081"/>
                </a:lnTo>
                <a:lnTo>
                  <a:pt x="4915" y="3082"/>
                </a:lnTo>
                <a:lnTo>
                  <a:pt x="4914" y="3082"/>
                </a:lnTo>
                <a:lnTo>
                  <a:pt x="4912" y="3087"/>
                </a:lnTo>
                <a:lnTo>
                  <a:pt x="4912" y="3088"/>
                </a:lnTo>
                <a:lnTo>
                  <a:pt x="4913" y="3091"/>
                </a:lnTo>
                <a:lnTo>
                  <a:pt x="4914" y="3092"/>
                </a:lnTo>
                <a:lnTo>
                  <a:pt x="4915" y="3092"/>
                </a:lnTo>
                <a:lnTo>
                  <a:pt x="4915" y="3093"/>
                </a:lnTo>
                <a:lnTo>
                  <a:pt x="4916" y="3093"/>
                </a:lnTo>
                <a:lnTo>
                  <a:pt x="4917" y="3094"/>
                </a:lnTo>
                <a:lnTo>
                  <a:pt x="4916" y="3094"/>
                </a:lnTo>
                <a:lnTo>
                  <a:pt x="4915" y="3095"/>
                </a:lnTo>
                <a:lnTo>
                  <a:pt x="4916" y="3095"/>
                </a:lnTo>
                <a:lnTo>
                  <a:pt x="4916" y="3096"/>
                </a:lnTo>
                <a:lnTo>
                  <a:pt x="4915" y="3096"/>
                </a:lnTo>
                <a:lnTo>
                  <a:pt x="4914" y="3096"/>
                </a:lnTo>
                <a:lnTo>
                  <a:pt x="4914" y="3097"/>
                </a:lnTo>
                <a:lnTo>
                  <a:pt x="4915" y="3097"/>
                </a:lnTo>
                <a:lnTo>
                  <a:pt x="4914" y="3097"/>
                </a:lnTo>
                <a:lnTo>
                  <a:pt x="4915" y="3098"/>
                </a:lnTo>
                <a:lnTo>
                  <a:pt x="4913" y="3101"/>
                </a:lnTo>
                <a:lnTo>
                  <a:pt x="4913" y="3102"/>
                </a:lnTo>
                <a:lnTo>
                  <a:pt x="4912" y="3103"/>
                </a:lnTo>
                <a:lnTo>
                  <a:pt x="4911" y="3103"/>
                </a:lnTo>
                <a:lnTo>
                  <a:pt x="4912" y="3105"/>
                </a:lnTo>
                <a:lnTo>
                  <a:pt x="4912" y="3106"/>
                </a:lnTo>
                <a:lnTo>
                  <a:pt x="4911" y="3106"/>
                </a:lnTo>
                <a:lnTo>
                  <a:pt x="4911" y="3107"/>
                </a:lnTo>
                <a:lnTo>
                  <a:pt x="4912" y="3107"/>
                </a:lnTo>
                <a:lnTo>
                  <a:pt x="4913" y="3109"/>
                </a:lnTo>
                <a:lnTo>
                  <a:pt x="4914" y="3109"/>
                </a:lnTo>
                <a:lnTo>
                  <a:pt x="4915" y="3109"/>
                </a:lnTo>
                <a:lnTo>
                  <a:pt x="4914" y="3110"/>
                </a:lnTo>
                <a:lnTo>
                  <a:pt x="4914" y="3111"/>
                </a:lnTo>
                <a:lnTo>
                  <a:pt x="4913" y="3111"/>
                </a:lnTo>
                <a:lnTo>
                  <a:pt x="4913" y="3113"/>
                </a:lnTo>
                <a:lnTo>
                  <a:pt x="4912" y="3113"/>
                </a:lnTo>
                <a:lnTo>
                  <a:pt x="4913" y="3113"/>
                </a:lnTo>
                <a:lnTo>
                  <a:pt x="4914" y="3113"/>
                </a:lnTo>
                <a:lnTo>
                  <a:pt x="4914" y="3115"/>
                </a:lnTo>
                <a:lnTo>
                  <a:pt x="4913" y="3116"/>
                </a:lnTo>
                <a:lnTo>
                  <a:pt x="4914" y="3116"/>
                </a:lnTo>
                <a:lnTo>
                  <a:pt x="4916" y="3116"/>
                </a:lnTo>
                <a:lnTo>
                  <a:pt x="4917" y="3116"/>
                </a:lnTo>
                <a:lnTo>
                  <a:pt x="4918" y="3117"/>
                </a:lnTo>
                <a:lnTo>
                  <a:pt x="4919" y="3117"/>
                </a:lnTo>
                <a:lnTo>
                  <a:pt x="4919" y="3116"/>
                </a:lnTo>
                <a:lnTo>
                  <a:pt x="4920" y="3116"/>
                </a:lnTo>
                <a:lnTo>
                  <a:pt x="4920" y="3115"/>
                </a:lnTo>
                <a:lnTo>
                  <a:pt x="4919" y="3115"/>
                </a:lnTo>
                <a:lnTo>
                  <a:pt x="4920" y="3115"/>
                </a:lnTo>
                <a:lnTo>
                  <a:pt x="4921" y="3116"/>
                </a:lnTo>
                <a:lnTo>
                  <a:pt x="4920" y="3117"/>
                </a:lnTo>
                <a:lnTo>
                  <a:pt x="4919" y="3118"/>
                </a:lnTo>
                <a:lnTo>
                  <a:pt x="4919" y="3119"/>
                </a:lnTo>
                <a:lnTo>
                  <a:pt x="4918" y="3120"/>
                </a:lnTo>
                <a:lnTo>
                  <a:pt x="4918" y="3121"/>
                </a:lnTo>
                <a:lnTo>
                  <a:pt x="4919" y="3122"/>
                </a:lnTo>
                <a:lnTo>
                  <a:pt x="4919" y="3121"/>
                </a:lnTo>
                <a:lnTo>
                  <a:pt x="4919" y="3122"/>
                </a:lnTo>
                <a:lnTo>
                  <a:pt x="4920" y="3123"/>
                </a:lnTo>
                <a:lnTo>
                  <a:pt x="4919" y="3124"/>
                </a:lnTo>
                <a:lnTo>
                  <a:pt x="4919" y="3125"/>
                </a:lnTo>
                <a:lnTo>
                  <a:pt x="4919" y="3124"/>
                </a:lnTo>
                <a:lnTo>
                  <a:pt x="4919" y="3123"/>
                </a:lnTo>
                <a:lnTo>
                  <a:pt x="4918" y="3123"/>
                </a:lnTo>
                <a:lnTo>
                  <a:pt x="4917" y="3124"/>
                </a:lnTo>
                <a:lnTo>
                  <a:pt x="4917" y="3125"/>
                </a:lnTo>
                <a:lnTo>
                  <a:pt x="4917" y="3127"/>
                </a:lnTo>
                <a:lnTo>
                  <a:pt x="4916" y="3128"/>
                </a:lnTo>
                <a:lnTo>
                  <a:pt x="4915" y="3128"/>
                </a:lnTo>
                <a:lnTo>
                  <a:pt x="4914" y="3129"/>
                </a:lnTo>
                <a:lnTo>
                  <a:pt x="4913" y="3129"/>
                </a:lnTo>
                <a:lnTo>
                  <a:pt x="4912" y="3131"/>
                </a:lnTo>
                <a:lnTo>
                  <a:pt x="4911" y="3131"/>
                </a:lnTo>
                <a:lnTo>
                  <a:pt x="4911" y="3132"/>
                </a:lnTo>
                <a:lnTo>
                  <a:pt x="4910" y="3132"/>
                </a:lnTo>
                <a:lnTo>
                  <a:pt x="4909" y="3132"/>
                </a:lnTo>
                <a:lnTo>
                  <a:pt x="4909" y="3133"/>
                </a:lnTo>
                <a:lnTo>
                  <a:pt x="4908" y="3133"/>
                </a:lnTo>
                <a:lnTo>
                  <a:pt x="4908" y="3134"/>
                </a:lnTo>
                <a:lnTo>
                  <a:pt x="4907" y="3134"/>
                </a:lnTo>
                <a:lnTo>
                  <a:pt x="4905" y="3135"/>
                </a:lnTo>
                <a:lnTo>
                  <a:pt x="4904" y="3135"/>
                </a:lnTo>
                <a:lnTo>
                  <a:pt x="4903" y="3135"/>
                </a:lnTo>
                <a:lnTo>
                  <a:pt x="4903" y="3134"/>
                </a:lnTo>
                <a:lnTo>
                  <a:pt x="4902" y="3134"/>
                </a:lnTo>
                <a:lnTo>
                  <a:pt x="4901" y="3134"/>
                </a:lnTo>
                <a:lnTo>
                  <a:pt x="4901" y="3133"/>
                </a:lnTo>
                <a:lnTo>
                  <a:pt x="4900" y="3133"/>
                </a:lnTo>
                <a:lnTo>
                  <a:pt x="4900" y="3132"/>
                </a:lnTo>
                <a:lnTo>
                  <a:pt x="4900" y="3130"/>
                </a:lnTo>
                <a:lnTo>
                  <a:pt x="4900" y="3129"/>
                </a:lnTo>
                <a:lnTo>
                  <a:pt x="4900" y="3126"/>
                </a:lnTo>
                <a:lnTo>
                  <a:pt x="4900" y="3125"/>
                </a:lnTo>
                <a:lnTo>
                  <a:pt x="4900" y="3124"/>
                </a:lnTo>
                <a:lnTo>
                  <a:pt x="4900" y="3123"/>
                </a:lnTo>
                <a:lnTo>
                  <a:pt x="4900" y="3122"/>
                </a:lnTo>
                <a:lnTo>
                  <a:pt x="4900" y="3121"/>
                </a:lnTo>
                <a:lnTo>
                  <a:pt x="4900" y="3120"/>
                </a:lnTo>
                <a:lnTo>
                  <a:pt x="4900" y="3119"/>
                </a:lnTo>
                <a:lnTo>
                  <a:pt x="4900" y="3118"/>
                </a:lnTo>
                <a:lnTo>
                  <a:pt x="4900" y="3117"/>
                </a:lnTo>
                <a:lnTo>
                  <a:pt x="4900" y="3116"/>
                </a:lnTo>
                <a:lnTo>
                  <a:pt x="4900" y="3115"/>
                </a:lnTo>
                <a:lnTo>
                  <a:pt x="4901" y="3115"/>
                </a:lnTo>
                <a:lnTo>
                  <a:pt x="4902" y="3114"/>
                </a:lnTo>
                <a:lnTo>
                  <a:pt x="4902" y="3113"/>
                </a:lnTo>
                <a:lnTo>
                  <a:pt x="4903" y="3113"/>
                </a:lnTo>
                <a:lnTo>
                  <a:pt x="4903" y="3112"/>
                </a:lnTo>
                <a:lnTo>
                  <a:pt x="4902" y="3112"/>
                </a:lnTo>
                <a:lnTo>
                  <a:pt x="4901" y="3112"/>
                </a:lnTo>
                <a:lnTo>
                  <a:pt x="4900" y="3112"/>
                </a:lnTo>
                <a:lnTo>
                  <a:pt x="4899" y="3112"/>
                </a:lnTo>
                <a:lnTo>
                  <a:pt x="4899" y="3113"/>
                </a:lnTo>
                <a:lnTo>
                  <a:pt x="4900" y="3114"/>
                </a:lnTo>
                <a:lnTo>
                  <a:pt x="4899" y="3114"/>
                </a:lnTo>
                <a:lnTo>
                  <a:pt x="4898" y="3114"/>
                </a:lnTo>
                <a:lnTo>
                  <a:pt x="4898" y="3113"/>
                </a:lnTo>
                <a:lnTo>
                  <a:pt x="4899" y="3113"/>
                </a:lnTo>
                <a:lnTo>
                  <a:pt x="4899" y="3112"/>
                </a:lnTo>
                <a:lnTo>
                  <a:pt x="4898" y="3112"/>
                </a:lnTo>
                <a:lnTo>
                  <a:pt x="4898" y="3111"/>
                </a:lnTo>
                <a:lnTo>
                  <a:pt x="4899" y="3111"/>
                </a:lnTo>
                <a:lnTo>
                  <a:pt x="4898" y="3110"/>
                </a:lnTo>
                <a:lnTo>
                  <a:pt x="4899" y="3110"/>
                </a:lnTo>
                <a:lnTo>
                  <a:pt x="4899" y="3109"/>
                </a:lnTo>
                <a:lnTo>
                  <a:pt x="4898" y="3109"/>
                </a:lnTo>
                <a:lnTo>
                  <a:pt x="4897" y="3109"/>
                </a:lnTo>
                <a:lnTo>
                  <a:pt x="4898" y="3108"/>
                </a:lnTo>
                <a:lnTo>
                  <a:pt x="4899" y="3108"/>
                </a:lnTo>
                <a:lnTo>
                  <a:pt x="4899" y="3107"/>
                </a:lnTo>
                <a:lnTo>
                  <a:pt x="4899" y="3106"/>
                </a:lnTo>
                <a:lnTo>
                  <a:pt x="4898" y="3107"/>
                </a:lnTo>
                <a:lnTo>
                  <a:pt x="4897" y="3107"/>
                </a:lnTo>
                <a:lnTo>
                  <a:pt x="4897" y="3108"/>
                </a:lnTo>
                <a:lnTo>
                  <a:pt x="4896" y="3108"/>
                </a:lnTo>
                <a:lnTo>
                  <a:pt x="4896" y="3109"/>
                </a:lnTo>
                <a:lnTo>
                  <a:pt x="4895" y="3109"/>
                </a:lnTo>
                <a:lnTo>
                  <a:pt x="4895" y="3110"/>
                </a:lnTo>
                <a:lnTo>
                  <a:pt x="4896" y="3110"/>
                </a:lnTo>
                <a:lnTo>
                  <a:pt x="4897" y="3110"/>
                </a:lnTo>
                <a:lnTo>
                  <a:pt x="4897" y="3111"/>
                </a:lnTo>
                <a:lnTo>
                  <a:pt x="4897" y="3112"/>
                </a:lnTo>
                <a:lnTo>
                  <a:pt x="4896" y="3112"/>
                </a:lnTo>
                <a:lnTo>
                  <a:pt x="4896" y="3114"/>
                </a:lnTo>
                <a:lnTo>
                  <a:pt x="4897" y="3114"/>
                </a:lnTo>
                <a:lnTo>
                  <a:pt x="4897" y="3115"/>
                </a:lnTo>
                <a:lnTo>
                  <a:pt x="4897" y="3116"/>
                </a:lnTo>
                <a:lnTo>
                  <a:pt x="4897" y="3117"/>
                </a:lnTo>
                <a:lnTo>
                  <a:pt x="4898" y="3119"/>
                </a:lnTo>
                <a:lnTo>
                  <a:pt x="4898" y="3120"/>
                </a:lnTo>
                <a:lnTo>
                  <a:pt x="4899" y="3121"/>
                </a:lnTo>
                <a:lnTo>
                  <a:pt x="4898" y="3124"/>
                </a:lnTo>
                <a:lnTo>
                  <a:pt x="4898" y="3127"/>
                </a:lnTo>
                <a:lnTo>
                  <a:pt x="4898" y="3128"/>
                </a:lnTo>
                <a:lnTo>
                  <a:pt x="4897" y="3129"/>
                </a:lnTo>
                <a:lnTo>
                  <a:pt x="4897" y="3130"/>
                </a:lnTo>
                <a:lnTo>
                  <a:pt x="4897" y="3131"/>
                </a:lnTo>
                <a:lnTo>
                  <a:pt x="4898" y="3132"/>
                </a:lnTo>
                <a:lnTo>
                  <a:pt x="4898" y="3133"/>
                </a:lnTo>
                <a:lnTo>
                  <a:pt x="4898" y="3134"/>
                </a:lnTo>
                <a:lnTo>
                  <a:pt x="4898" y="3135"/>
                </a:lnTo>
                <a:lnTo>
                  <a:pt x="4897" y="3136"/>
                </a:lnTo>
                <a:lnTo>
                  <a:pt x="4897" y="3137"/>
                </a:lnTo>
                <a:lnTo>
                  <a:pt x="4896" y="3137"/>
                </a:lnTo>
                <a:lnTo>
                  <a:pt x="4895" y="3138"/>
                </a:lnTo>
                <a:lnTo>
                  <a:pt x="4894" y="3139"/>
                </a:lnTo>
                <a:lnTo>
                  <a:pt x="4893" y="3140"/>
                </a:lnTo>
                <a:lnTo>
                  <a:pt x="4892" y="3140"/>
                </a:lnTo>
                <a:lnTo>
                  <a:pt x="4891" y="3140"/>
                </a:lnTo>
                <a:lnTo>
                  <a:pt x="4891" y="3139"/>
                </a:lnTo>
                <a:lnTo>
                  <a:pt x="4890" y="3139"/>
                </a:lnTo>
                <a:lnTo>
                  <a:pt x="4890" y="3138"/>
                </a:lnTo>
                <a:lnTo>
                  <a:pt x="4889" y="3138"/>
                </a:lnTo>
                <a:lnTo>
                  <a:pt x="4888" y="3137"/>
                </a:lnTo>
                <a:lnTo>
                  <a:pt x="4888" y="3136"/>
                </a:lnTo>
                <a:lnTo>
                  <a:pt x="4887" y="3136"/>
                </a:lnTo>
                <a:lnTo>
                  <a:pt x="4885" y="3135"/>
                </a:lnTo>
                <a:lnTo>
                  <a:pt x="4884" y="3135"/>
                </a:lnTo>
                <a:lnTo>
                  <a:pt x="4883" y="3134"/>
                </a:lnTo>
                <a:lnTo>
                  <a:pt x="4882" y="3132"/>
                </a:lnTo>
                <a:lnTo>
                  <a:pt x="4881" y="3131"/>
                </a:lnTo>
                <a:lnTo>
                  <a:pt x="4880" y="3130"/>
                </a:lnTo>
                <a:lnTo>
                  <a:pt x="4880" y="3129"/>
                </a:lnTo>
                <a:lnTo>
                  <a:pt x="4879" y="3128"/>
                </a:lnTo>
                <a:lnTo>
                  <a:pt x="4879" y="3126"/>
                </a:lnTo>
                <a:lnTo>
                  <a:pt x="4878" y="3125"/>
                </a:lnTo>
                <a:lnTo>
                  <a:pt x="4877" y="3125"/>
                </a:lnTo>
                <a:lnTo>
                  <a:pt x="4877" y="3126"/>
                </a:lnTo>
                <a:lnTo>
                  <a:pt x="4876" y="3126"/>
                </a:lnTo>
                <a:lnTo>
                  <a:pt x="4875" y="3126"/>
                </a:lnTo>
                <a:lnTo>
                  <a:pt x="4874" y="3125"/>
                </a:lnTo>
                <a:lnTo>
                  <a:pt x="4873" y="3125"/>
                </a:lnTo>
                <a:lnTo>
                  <a:pt x="4872" y="3124"/>
                </a:lnTo>
                <a:lnTo>
                  <a:pt x="4871" y="3124"/>
                </a:lnTo>
                <a:lnTo>
                  <a:pt x="4871" y="3125"/>
                </a:lnTo>
                <a:lnTo>
                  <a:pt x="4870" y="3125"/>
                </a:lnTo>
                <a:lnTo>
                  <a:pt x="4870" y="3126"/>
                </a:lnTo>
                <a:lnTo>
                  <a:pt x="4869" y="3126"/>
                </a:lnTo>
                <a:lnTo>
                  <a:pt x="4870" y="3126"/>
                </a:lnTo>
                <a:lnTo>
                  <a:pt x="4871" y="3126"/>
                </a:lnTo>
                <a:lnTo>
                  <a:pt x="4871" y="3125"/>
                </a:lnTo>
                <a:lnTo>
                  <a:pt x="4872" y="3125"/>
                </a:lnTo>
                <a:lnTo>
                  <a:pt x="4873" y="3126"/>
                </a:lnTo>
                <a:lnTo>
                  <a:pt x="4874" y="3126"/>
                </a:lnTo>
                <a:lnTo>
                  <a:pt x="4875" y="3127"/>
                </a:lnTo>
                <a:lnTo>
                  <a:pt x="4876" y="3127"/>
                </a:lnTo>
                <a:lnTo>
                  <a:pt x="4876" y="3128"/>
                </a:lnTo>
                <a:lnTo>
                  <a:pt x="4876" y="3129"/>
                </a:lnTo>
                <a:lnTo>
                  <a:pt x="4877" y="3129"/>
                </a:lnTo>
                <a:lnTo>
                  <a:pt x="4877" y="3130"/>
                </a:lnTo>
                <a:lnTo>
                  <a:pt x="4877" y="3131"/>
                </a:lnTo>
                <a:lnTo>
                  <a:pt x="4876" y="3131"/>
                </a:lnTo>
                <a:lnTo>
                  <a:pt x="4876" y="3130"/>
                </a:lnTo>
                <a:lnTo>
                  <a:pt x="4875" y="3130"/>
                </a:lnTo>
                <a:lnTo>
                  <a:pt x="4874" y="3131"/>
                </a:lnTo>
                <a:lnTo>
                  <a:pt x="4873" y="3131"/>
                </a:lnTo>
                <a:lnTo>
                  <a:pt x="4872" y="3132"/>
                </a:lnTo>
                <a:lnTo>
                  <a:pt x="4872" y="3133"/>
                </a:lnTo>
                <a:lnTo>
                  <a:pt x="4872" y="3134"/>
                </a:lnTo>
                <a:lnTo>
                  <a:pt x="4871" y="3134"/>
                </a:lnTo>
                <a:lnTo>
                  <a:pt x="4872" y="3136"/>
                </a:lnTo>
                <a:lnTo>
                  <a:pt x="4873" y="3136"/>
                </a:lnTo>
                <a:lnTo>
                  <a:pt x="4873" y="3137"/>
                </a:lnTo>
                <a:lnTo>
                  <a:pt x="4875" y="3138"/>
                </a:lnTo>
                <a:lnTo>
                  <a:pt x="4876" y="3137"/>
                </a:lnTo>
                <a:lnTo>
                  <a:pt x="4877" y="3137"/>
                </a:lnTo>
                <a:lnTo>
                  <a:pt x="4877" y="3139"/>
                </a:lnTo>
                <a:lnTo>
                  <a:pt x="4879" y="3139"/>
                </a:lnTo>
                <a:lnTo>
                  <a:pt x="4880" y="3139"/>
                </a:lnTo>
                <a:lnTo>
                  <a:pt x="4881" y="3140"/>
                </a:lnTo>
                <a:lnTo>
                  <a:pt x="4881" y="3141"/>
                </a:lnTo>
                <a:lnTo>
                  <a:pt x="4878" y="3142"/>
                </a:lnTo>
                <a:lnTo>
                  <a:pt x="4876" y="3142"/>
                </a:lnTo>
                <a:lnTo>
                  <a:pt x="4875" y="3141"/>
                </a:lnTo>
                <a:lnTo>
                  <a:pt x="4871" y="3141"/>
                </a:lnTo>
                <a:lnTo>
                  <a:pt x="4870" y="3141"/>
                </a:lnTo>
                <a:lnTo>
                  <a:pt x="4869" y="3140"/>
                </a:lnTo>
                <a:lnTo>
                  <a:pt x="4869" y="3139"/>
                </a:lnTo>
                <a:lnTo>
                  <a:pt x="4868" y="3140"/>
                </a:lnTo>
                <a:lnTo>
                  <a:pt x="4868" y="3139"/>
                </a:lnTo>
                <a:lnTo>
                  <a:pt x="4868" y="3140"/>
                </a:lnTo>
                <a:lnTo>
                  <a:pt x="4867" y="3140"/>
                </a:lnTo>
                <a:lnTo>
                  <a:pt x="4867" y="3141"/>
                </a:lnTo>
                <a:lnTo>
                  <a:pt x="4866" y="3141"/>
                </a:lnTo>
                <a:lnTo>
                  <a:pt x="4865" y="3141"/>
                </a:lnTo>
                <a:lnTo>
                  <a:pt x="4865" y="3140"/>
                </a:lnTo>
                <a:lnTo>
                  <a:pt x="4864" y="3140"/>
                </a:lnTo>
                <a:lnTo>
                  <a:pt x="4863" y="3140"/>
                </a:lnTo>
                <a:lnTo>
                  <a:pt x="4863" y="3141"/>
                </a:lnTo>
                <a:lnTo>
                  <a:pt x="4864" y="3141"/>
                </a:lnTo>
                <a:lnTo>
                  <a:pt x="4865" y="3142"/>
                </a:lnTo>
                <a:lnTo>
                  <a:pt x="4866" y="3143"/>
                </a:lnTo>
                <a:lnTo>
                  <a:pt x="4866" y="3144"/>
                </a:lnTo>
                <a:lnTo>
                  <a:pt x="4866" y="3143"/>
                </a:lnTo>
                <a:lnTo>
                  <a:pt x="4867" y="3143"/>
                </a:lnTo>
                <a:lnTo>
                  <a:pt x="4869" y="3143"/>
                </a:lnTo>
                <a:lnTo>
                  <a:pt x="4870" y="3143"/>
                </a:lnTo>
                <a:lnTo>
                  <a:pt x="4870" y="3145"/>
                </a:lnTo>
                <a:lnTo>
                  <a:pt x="4871" y="3145"/>
                </a:lnTo>
                <a:lnTo>
                  <a:pt x="4872" y="3145"/>
                </a:lnTo>
                <a:lnTo>
                  <a:pt x="4874" y="3144"/>
                </a:lnTo>
                <a:lnTo>
                  <a:pt x="4876" y="3144"/>
                </a:lnTo>
                <a:lnTo>
                  <a:pt x="4876" y="3145"/>
                </a:lnTo>
                <a:lnTo>
                  <a:pt x="4878" y="3145"/>
                </a:lnTo>
                <a:lnTo>
                  <a:pt x="4878" y="3144"/>
                </a:lnTo>
                <a:lnTo>
                  <a:pt x="4879" y="3144"/>
                </a:lnTo>
                <a:lnTo>
                  <a:pt x="4880" y="3144"/>
                </a:lnTo>
                <a:lnTo>
                  <a:pt x="4881" y="3145"/>
                </a:lnTo>
                <a:lnTo>
                  <a:pt x="4882" y="3145"/>
                </a:lnTo>
                <a:lnTo>
                  <a:pt x="4883" y="3145"/>
                </a:lnTo>
                <a:lnTo>
                  <a:pt x="4884" y="3145"/>
                </a:lnTo>
                <a:lnTo>
                  <a:pt x="4887" y="3145"/>
                </a:lnTo>
                <a:lnTo>
                  <a:pt x="4886" y="3146"/>
                </a:lnTo>
                <a:lnTo>
                  <a:pt x="4886" y="3148"/>
                </a:lnTo>
                <a:lnTo>
                  <a:pt x="4886" y="3149"/>
                </a:lnTo>
                <a:lnTo>
                  <a:pt x="4886" y="3150"/>
                </a:lnTo>
                <a:lnTo>
                  <a:pt x="4887" y="3151"/>
                </a:lnTo>
                <a:lnTo>
                  <a:pt x="4887" y="3152"/>
                </a:lnTo>
                <a:lnTo>
                  <a:pt x="4887" y="3153"/>
                </a:lnTo>
                <a:lnTo>
                  <a:pt x="4886" y="3153"/>
                </a:lnTo>
                <a:lnTo>
                  <a:pt x="4885" y="3153"/>
                </a:lnTo>
                <a:lnTo>
                  <a:pt x="4884" y="3153"/>
                </a:lnTo>
                <a:lnTo>
                  <a:pt x="4882" y="3154"/>
                </a:lnTo>
                <a:lnTo>
                  <a:pt x="4882" y="3153"/>
                </a:lnTo>
                <a:lnTo>
                  <a:pt x="4881" y="3153"/>
                </a:lnTo>
                <a:lnTo>
                  <a:pt x="4881" y="3152"/>
                </a:lnTo>
                <a:lnTo>
                  <a:pt x="4880" y="3152"/>
                </a:lnTo>
                <a:lnTo>
                  <a:pt x="4879" y="3152"/>
                </a:lnTo>
                <a:lnTo>
                  <a:pt x="4878" y="3152"/>
                </a:lnTo>
                <a:lnTo>
                  <a:pt x="4877" y="3153"/>
                </a:lnTo>
                <a:lnTo>
                  <a:pt x="4876" y="3154"/>
                </a:lnTo>
                <a:lnTo>
                  <a:pt x="4877" y="3155"/>
                </a:lnTo>
                <a:lnTo>
                  <a:pt x="4877" y="3156"/>
                </a:lnTo>
                <a:lnTo>
                  <a:pt x="4877" y="3157"/>
                </a:lnTo>
                <a:lnTo>
                  <a:pt x="4876" y="3157"/>
                </a:lnTo>
                <a:lnTo>
                  <a:pt x="4876" y="3158"/>
                </a:lnTo>
                <a:lnTo>
                  <a:pt x="4876" y="3160"/>
                </a:lnTo>
                <a:lnTo>
                  <a:pt x="4877" y="3160"/>
                </a:lnTo>
                <a:lnTo>
                  <a:pt x="4879" y="3158"/>
                </a:lnTo>
                <a:lnTo>
                  <a:pt x="4878" y="3157"/>
                </a:lnTo>
                <a:lnTo>
                  <a:pt x="4878" y="3156"/>
                </a:lnTo>
                <a:lnTo>
                  <a:pt x="4878" y="3154"/>
                </a:lnTo>
                <a:lnTo>
                  <a:pt x="4878" y="3153"/>
                </a:lnTo>
                <a:lnTo>
                  <a:pt x="4879" y="3153"/>
                </a:lnTo>
                <a:lnTo>
                  <a:pt x="4880" y="3153"/>
                </a:lnTo>
                <a:lnTo>
                  <a:pt x="4881" y="3154"/>
                </a:lnTo>
                <a:lnTo>
                  <a:pt x="4882" y="3154"/>
                </a:lnTo>
                <a:lnTo>
                  <a:pt x="4883" y="3154"/>
                </a:lnTo>
                <a:lnTo>
                  <a:pt x="4884" y="3154"/>
                </a:lnTo>
                <a:lnTo>
                  <a:pt x="4886" y="3154"/>
                </a:lnTo>
                <a:lnTo>
                  <a:pt x="4886" y="3153"/>
                </a:lnTo>
                <a:lnTo>
                  <a:pt x="4887" y="3153"/>
                </a:lnTo>
                <a:lnTo>
                  <a:pt x="4888" y="3152"/>
                </a:lnTo>
                <a:lnTo>
                  <a:pt x="4888" y="3151"/>
                </a:lnTo>
                <a:lnTo>
                  <a:pt x="4889" y="3151"/>
                </a:lnTo>
                <a:lnTo>
                  <a:pt x="4890" y="3151"/>
                </a:lnTo>
                <a:lnTo>
                  <a:pt x="4890" y="3152"/>
                </a:lnTo>
                <a:lnTo>
                  <a:pt x="4891" y="3152"/>
                </a:lnTo>
                <a:lnTo>
                  <a:pt x="4892" y="3152"/>
                </a:lnTo>
                <a:lnTo>
                  <a:pt x="4892" y="3153"/>
                </a:lnTo>
                <a:lnTo>
                  <a:pt x="4893" y="3153"/>
                </a:lnTo>
                <a:lnTo>
                  <a:pt x="4893" y="3154"/>
                </a:lnTo>
                <a:lnTo>
                  <a:pt x="4892" y="3154"/>
                </a:lnTo>
                <a:lnTo>
                  <a:pt x="4892" y="3155"/>
                </a:lnTo>
                <a:lnTo>
                  <a:pt x="4893" y="3155"/>
                </a:lnTo>
                <a:lnTo>
                  <a:pt x="4894" y="3155"/>
                </a:lnTo>
                <a:lnTo>
                  <a:pt x="4894" y="3154"/>
                </a:lnTo>
                <a:lnTo>
                  <a:pt x="4895" y="3155"/>
                </a:lnTo>
                <a:lnTo>
                  <a:pt x="4894" y="3155"/>
                </a:lnTo>
                <a:lnTo>
                  <a:pt x="4893" y="3155"/>
                </a:lnTo>
                <a:lnTo>
                  <a:pt x="4892" y="3155"/>
                </a:lnTo>
                <a:lnTo>
                  <a:pt x="4892" y="3156"/>
                </a:lnTo>
                <a:lnTo>
                  <a:pt x="4893" y="3157"/>
                </a:lnTo>
                <a:lnTo>
                  <a:pt x="4893" y="3159"/>
                </a:lnTo>
                <a:lnTo>
                  <a:pt x="4892" y="3159"/>
                </a:lnTo>
                <a:lnTo>
                  <a:pt x="4892" y="3160"/>
                </a:lnTo>
                <a:lnTo>
                  <a:pt x="4894" y="3162"/>
                </a:lnTo>
                <a:lnTo>
                  <a:pt x="4895" y="3162"/>
                </a:lnTo>
                <a:lnTo>
                  <a:pt x="4895" y="3161"/>
                </a:lnTo>
                <a:lnTo>
                  <a:pt x="4896" y="3161"/>
                </a:lnTo>
                <a:lnTo>
                  <a:pt x="4896" y="3162"/>
                </a:lnTo>
                <a:lnTo>
                  <a:pt x="4897" y="3162"/>
                </a:lnTo>
                <a:lnTo>
                  <a:pt x="4897" y="3163"/>
                </a:lnTo>
                <a:lnTo>
                  <a:pt x="4897" y="3164"/>
                </a:lnTo>
                <a:lnTo>
                  <a:pt x="4899" y="3164"/>
                </a:lnTo>
                <a:lnTo>
                  <a:pt x="4899" y="3163"/>
                </a:lnTo>
                <a:lnTo>
                  <a:pt x="4899" y="3164"/>
                </a:lnTo>
                <a:lnTo>
                  <a:pt x="4900" y="3164"/>
                </a:lnTo>
                <a:lnTo>
                  <a:pt x="4899" y="3164"/>
                </a:lnTo>
                <a:lnTo>
                  <a:pt x="4898" y="3165"/>
                </a:lnTo>
                <a:lnTo>
                  <a:pt x="4898" y="3166"/>
                </a:lnTo>
                <a:lnTo>
                  <a:pt x="4897" y="3166"/>
                </a:lnTo>
                <a:lnTo>
                  <a:pt x="4897" y="3167"/>
                </a:lnTo>
                <a:lnTo>
                  <a:pt x="4897" y="3168"/>
                </a:lnTo>
                <a:lnTo>
                  <a:pt x="4896" y="3168"/>
                </a:lnTo>
                <a:lnTo>
                  <a:pt x="4895" y="3168"/>
                </a:lnTo>
                <a:lnTo>
                  <a:pt x="4895" y="3169"/>
                </a:lnTo>
                <a:lnTo>
                  <a:pt x="4894" y="3169"/>
                </a:lnTo>
                <a:lnTo>
                  <a:pt x="4893" y="3170"/>
                </a:lnTo>
                <a:lnTo>
                  <a:pt x="4892" y="3170"/>
                </a:lnTo>
                <a:lnTo>
                  <a:pt x="4892" y="3169"/>
                </a:lnTo>
                <a:lnTo>
                  <a:pt x="4891" y="3169"/>
                </a:lnTo>
                <a:lnTo>
                  <a:pt x="4891" y="3170"/>
                </a:lnTo>
                <a:lnTo>
                  <a:pt x="4890" y="3170"/>
                </a:lnTo>
                <a:lnTo>
                  <a:pt x="4888" y="3169"/>
                </a:lnTo>
                <a:lnTo>
                  <a:pt x="4887" y="3169"/>
                </a:lnTo>
                <a:lnTo>
                  <a:pt x="4886" y="3168"/>
                </a:lnTo>
                <a:lnTo>
                  <a:pt x="4885" y="3168"/>
                </a:lnTo>
                <a:lnTo>
                  <a:pt x="4884" y="3169"/>
                </a:lnTo>
                <a:lnTo>
                  <a:pt x="4883" y="3169"/>
                </a:lnTo>
                <a:lnTo>
                  <a:pt x="4882" y="3168"/>
                </a:lnTo>
                <a:lnTo>
                  <a:pt x="4881" y="3168"/>
                </a:lnTo>
                <a:lnTo>
                  <a:pt x="4881" y="3167"/>
                </a:lnTo>
                <a:lnTo>
                  <a:pt x="4880" y="3167"/>
                </a:lnTo>
                <a:lnTo>
                  <a:pt x="4880" y="3166"/>
                </a:lnTo>
                <a:lnTo>
                  <a:pt x="4879" y="3166"/>
                </a:lnTo>
                <a:lnTo>
                  <a:pt x="4879" y="3165"/>
                </a:lnTo>
                <a:lnTo>
                  <a:pt x="4878" y="3166"/>
                </a:lnTo>
                <a:lnTo>
                  <a:pt x="4876" y="3168"/>
                </a:lnTo>
                <a:lnTo>
                  <a:pt x="4877" y="3168"/>
                </a:lnTo>
                <a:lnTo>
                  <a:pt x="4878" y="3168"/>
                </a:lnTo>
                <a:lnTo>
                  <a:pt x="4878" y="3169"/>
                </a:lnTo>
                <a:lnTo>
                  <a:pt x="4879" y="3168"/>
                </a:lnTo>
                <a:lnTo>
                  <a:pt x="4879" y="3169"/>
                </a:lnTo>
                <a:lnTo>
                  <a:pt x="4880" y="3169"/>
                </a:lnTo>
                <a:lnTo>
                  <a:pt x="4881" y="3169"/>
                </a:lnTo>
                <a:lnTo>
                  <a:pt x="4880" y="3169"/>
                </a:lnTo>
                <a:lnTo>
                  <a:pt x="4880" y="3170"/>
                </a:lnTo>
                <a:lnTo>
                  <a:pt x="4881" y="3171"/>
                </a:lnTo>
                <a:lnTo>
                  <a:pt x="4881" y="3172"/>
                </a:lnTo>
                <a:lnTo>
                  <a:pt x="4882" y="3172"/>
                </a:lnTo>
                <a:lnTo>
                  <a:pt x="4882" y="3171"/>
                </a:lnTo>
                <a:lnTo>
                  <a:pt x="4883" y="3171"/>
                </a:lnTo>
                <a:lnTo>
                  <a:pt x="4884" y="3171"/>
                </a:lnTo>
                <a:lnTo>
                  <a:pt x="4885" y="3171"/>
                </a:lnTo>
                <a:lnTo>
                  <a:pt x="4886" y="3172"/>
                </a:lnTo>
                <a:lnTo>
                  <a:pt x="4887" y="3172"/>
                </a:lnTo>
                <a:lnTo>
                  <a:pt x="4887" y="3171"/>
                </a:lnTo>
                <a:lnTo>
                  <a:pt x="4888" y="3171"/>
                </a:lnTo>
                <a:lnTo>
                  <a:pt x="4889" y="3171"/>
                </a:lnTo>
                <a:lnTo>
                  <a:pt x="4890" y="3172"/>
                </a:lnTo>
                <a:lnTo>
                  <a:pt x="4891" y="3172"/>
                </a:lnTo>
                <a:lnTo>
                  <a:pt x="4891" y="3173"/>
                </a:lnTo>
                <a:lnTo>
                  <a:pt x="4892" y="3173"/>
                </a:lnTo>
                <a:lnTo>
                  <a:pt x="4892" y="3174"/>
                </a:lnTo>
                <a:lnTo>
                  <a:pt x="4892" y="3175"/>
                </a:lnTo>
                <a:lnTo>
                  <a:pt x="4892" y="3176"/>
                </a:lnTo>
                <a:lnTo>
                  <a:pt x="4894" y="3175"/>
                </a:lnTo>
                <a:lnTo>
                  <a:pt x="4896" y="3175"/>
                </a:lnTo>
                <a:lnTo>
                  <a:pt x="4895" y="3176"/>
                </a:lnTo>
                <a:lnTo>
                  <a:pt x="4895" y="3177"/>
                </a:lnTo>
                <a:lnTo>
                  <a:pt x="4895" y="3178"/>
                </a:lnTo>
                <a:lnTo>
                  <a:pt x="4894" y="3178"/>
                </a:lnTo>
                <a:lnTo>
                  <a:pt x="4895" y="3178"/>
                </a:lnTo>
                <a:lnTo>
                  <a:pt x="4895" y="3179"/>
                </a:lnTo>
                <a:lnTo>
                  <a:pt x="4896" y="3179"/>
                </a:lnTo>
                <a:lnTo>
                  <a:pt x="4896" y="3178"/>
                </a:lnTo>
                <a:lnTo>
                  <a:pt x="4897" y="3179"/>
                </a:lnTo>
                <a:lnTo>
                  <a:pt x="4896" y="3179"/>
                </a:lnTo>
                <a:lnTo>
                  <a:pt x="4896" y="3180"/>
                </a:lnTo>
                <a:lnTo>
                  <a:pt x="4897" y="3180"/>
                </a:lnTo>
                <a:lnTo>
                  <a:pt x="4898" y="3182"/>
                </a:lnTo>
                <a:lnTo>
                  <a:pt x="4897" y="3182"/>
                </a:lnTo>
                <a:lnTo>
                  <a:pt x="4897" y="3183"/>
                </a:lnTo>
                <a:lnTo>
                  <a:pt x="4897" y="3184"/>
                </a:lnTo>
                <a:lnTo>
                  <a:pt x="4898" y="3184"/>
                </a:lnTo>
                <a:lnTo>
                  <a:pt x="4897" y="3184"/>
                </a:lnTo>
                <a:lnTo>
                  <a:pt x="4897" y="3185"/>
                </a:lnTo>
                <a:lnTo>
                  <a:pt x="4897" y="3192"/>
                </a:lnTo>
                <a:lnTo>
                  <a:pt x="4897" y="3193"/>
                </a:lnTo>
                <a:lnTo>
                  <a:pt x="4897" y="3194"/>
                </a:lnTo>
                <a:lnTo>
                  <a:pt x="4896" y="3194"/>
                </a:lnTo>
                <a:lnTo>
                  <a:pt x="4896" y="3195"/>
                </a:lnTo>
                <a:lnTo>
                  <a:pt x="4895" y="3195"/>
                </a:lnTo>
                <a:lnTo>
                  <a:pt x="4895" y="3194"/>
                </a:lnTo>
                <a:lnTo>
                  <a:pt x="4895" y="3195"/>
                </a:lnTo>
                <a:lnTo>
                  <a:pt x="4894" y="3195"/>
                </a:lnTo>
                <a:lnTo>
                  <a:pt x="4894" y="3194"/>
                </a:lnTo>
                <a:lnTo>
                  <a:pt x="4893" y="3194"/>
                </a:lnTo>
                <a:lnTo>
                  <a:pt x="4892" y="3195"/>
                </a:lnTo>
                <a:lnTo>
                  <a:pt x="4893" y="3195"/>
                </a:lnTo>
                <a:lnTo>
                  <a:pt x="4893" y="3196"/>
                </a:lnTo>
                <a:lnTo>
                  <a:pt x="4892" y="3196"/>
                </a:lnTo>
                <a:lnTo>
                  <a:pt x="4893" y="3196"/>
                </a:lnTo>
                <a:lnTo>
                  <a:pt x="4892" y="3196"/>
                </a:lnTo>
                <a:lnTo>
                  <a:pt x="4893" y="3196"/>
                </a:lnTo>
                <a:lnTo>
                  <a:pt x="4892" y="3196"/>
                </a:lnTo>
                <a:lnTo>
                  <a:pt x="4892" y="3197"/>
                </a:lnTo>
                <a:lnTo>
                  <a:pt x="4891" y="3197"/>
                </a:lnTo>
                <a:lnTo>
                  <a:pt x="4887" y="3199"/>
                </a:lnTo>
                <a:lnTo>
                  <a:pt x="4885" y="3199"/>
                </a:lnTo>
                <a:lnTo>
                  <a:pt x="4884" y="3199"/>
                </a:lnTo>
                <a:lnTo>
                  <a:pt x="4883" y="3199"/>
                </a:lnTo>
                <a:lnTo>
                  <a:pt x="4880" y="3199"/>
                </a:lnTo>
                <a:lnTo>
                  <a:pt x="4879" y="3199"/>
                </a:lnTo>
                <a:lnTo>
                  <a:pt x="4879" y="3200"/>
                </a:lnTo>
                <a:lnTo>
                  <a:pt x="4878" y="3201"/>
                </a:lnTo>
                <a:lnTo>
                  <a:pt x="4878" y="3203"/>
                </a:lnTo>
                <a:lnTo>
                  <a:pt x="4880" y="3203"/>
                </a:lnTo>
                <a:lnTo>
                  <a:pt x="4881" y="3203"/>
                </a:lnTo>
                <a:lnTo>
                  <a:pt x="4882" y="3203"/>
                </a:lnTo>
                <a:lnTo>
                  <a:pt x="4884" y="3203"/>
                </a:lnTo>
                <a:lnTo>
                  <a:pt x="4886" y="3203"/>
                </a:lnTo>
                <a:lnTo>
                  <a:pt x="4887" y="3205"/>
                </a:lnTo>
                <a:lnTo>
                  <a:pt x="4889" y="3209"/>
                </a:lnTo>
                <a:lnTo>
                  <a:pt x="4890" y="3210"/>
                </a:lnTo>
                <a:lnTo>
                  <a:pt x="4891" y="3211"/>
                </a:lnTo>
                <a:lnTo>
                  <a:pt x="4892" y="3213"/>
                </a:lnTo>
                <a:lnTo>
                  <a:pt x="4892" y="3214"/>
                </a:lnTo>
                <a:lnTo>
                  <a:pt x="4893" y="3215"/>
                </a:lnTo>
                <a:lnTo>
                  <a:pt x="4894" y="3216"/>
                </a:lnTo>
                <a:lnTo>
                  <a:pt x="4894" y="3217"/>
                </a:lnTo>
                <a:lnTo>
                  <a:pt x="4894" y="3218"/>
                </a:lnTo>
                <a:lnTo>
                  <a:pt x="4894" y="3217"/>
                </a:lnTo>
                <a:lnTo>
                  <a:pt x="4895" y="3217"/>
                </a:lnTo>
                <a:lnTo>
                  <a:pt x="4896" y="3218"/>
                </a:lnTo>
                <a:lnTo>
                  <a:pt x="4897" y="3218"/>
                </a:lnTo>
                <a:lnTo>
                  <a:pt x="4896" y="3219"/>
                </a:lnTo>
                <a:lnTo>
                  <a:pt x="4897" y="3219"/>
                </a:lnTo>
                <a:lnTo>
                  <a:pt x="4898" y="3220"/>
                </a:lnTo>
                <a:lnTo>
                  <a:pt x="4897" y="3220"/>
                </a:lnTo>
                <a:lnTo>
                  <a:pt x="4896" y="3221"/>
                </a:lnTo>
                <a:lnTo>
                  <a:pt x="4897" y="3221"/>
                </a:lnTo>
                <a:lnTo>
                  <a:pt x="4897" y="3222"/>
                </a:lnTo>
                <a:lnTo>
                  <a:pt x="4896" y="3222"/>
                </a:lnTo>
                <a:lnTo>
                  <a:pt x="4896" y="3223"/>
                </a:lnTo>
                <a:lnTo>
                  <a:pt x="4895" y="3223"/>
                </a:lnTo>
                <a:lnTo>
                  <a:pt x="4895" y="3224"/>
                </a:lnTo>
                <a:lnTo>
                  <a:pt x="4893" y="3224"/>
                </a:lnTo>
                <a:lnTo>
                  <a:pt x="4893" y="3223"/>
                </a:lnTo>
                <a:lnTo>
                  <a:pt x="4893" y="3224"/>
                </a:lnTo>
                <a:lnTo>
                  <a:pt x="4894" y="3225"/>
                </a:lnTo>
                <a:lnTo>
                  <a:pt x="4896" y="3225"/>
                </a:lnTo>
                <a:lnTo>
                  <a:pt x="4897" y="3226"/>
                </a:lnTo>
                <a:lnTo>
                  <a:pt x="4896" y="3226"/>
                </a:lnTo>
                <a:lnTo>
                  <a:pt x="4896" y="3227"/>
                </a:lnTo>
                <a:lnTo>
                  <a:pt x="4896" y="3229"/>
                </a:lnTo>
                <a:lnTo>
                  <a:pt x="4896" y="3232"/>
                </a:lnTo>
                <a:lnTo>
                  <a:pt x="4897" y="3232"/>
                </a:lnTo>
                <a:lnTo>
                  <a:pt x="4898" y="3232"/>
                </a:lnTo>
                <a:lnTo>
                  <a:pt x="4901" y="3233"/>
                </a:lnTo>
                <a:lnTo>
                  <a:pt x="4902" y="3232"/>
                </a:lnTo>
                <a:lnTo>
                  <a:pt x="4903" y="3233"/>
                </a:lnTo>
                <a:lnTo>
                  <a:pt x="4903" y="3234"/>
                </a:lnTo>
                <a:lnTo>
                  <a:pt x="4904" y="3234"/>
                </a:lnTo>
                <a:lnTo>
                  <a:pt x="4903" y="3234"/>
                </a:lnTo>
                <a:lnTo>
                  <a:pt x="4903" y="3235"/>
                </a:lnTo>
                <a:lnTo>
                  <a:pt x="4902" y="3235"/>
                </a:lnTo>
                <a:lnTo>
                  <a:pt x="4902" y="3237"/>
                </a:lnTo>
                <a:lnTo>
                  <a:pt x="4903" y="3237"/>
                </a:lnTo>
                <a:lnTo>
                  <a:pt x="4903" y="3238"/>
                </a:lnTo>
                <a:lnTo>
                  <a:pt x="4902" y="3239"/>
                </a:lnTo>
                <a:lnTo>
                  <a:pt x="4901" y="3240"/>
                </a:lnTo>
                <a:lnTo>
                  <a:pt x="4900" y="3240"/>
                </a:lnTo>
                <a:lnTo>
                  <a:pt x="4900" y="3241"/>
                </a:lnTo>
                <a:lnTo>
                  <a:pt x="4900" y="3242"/>
                </a:lnTo>
                <a:lnTo>
                  <a:pt x="4901" y="3242"/>
                </a:lnTo>
                <a:lnTo>
                  <a:pt x="4902" y="3242"/>
                </a:lnTo>
                <a:lnTo>
                  <a:pt x="4903" y="3241"/>
                </a:lnTo>
                <a:lnTo>
                  <a:pt x="4903" y="3240"/>
                </a:lnTo>
                <a:lnTo>
                  <a:pt x="4904" y="3240"/>
                </a:lnTo>
                <a:lnTo>
                  <a:pt x="4904" y="3241"/>
                </a:lnTo>
                <a:lnTo>
                  <a:pt x="4903" y="3241"/>
                </a:lnTo>
                <a:lnTo>
                  <a:pt x="4903" y="3242"/>
                </a:lnTo>
                <a:lnTo>
                  <a:pt x="4904" y="3242"/>
                </a:lnTo>
                <a:lnTo>
                  <a:pt x="4904" y="3241"/>
                </a:lnTo>
                <a:lnTo>
                  <a:pt x="4905" y="3241"/>
                </a:lnTo>
                <a:lnTo>
                  <a:pt x="4904" y="3243"/>
                </a:lnTo>
                <a:lnTo>
                  <a:pt x="4904" y="3244"/>
                </a:lnTo>
                <a:lnTo>
                  <a:pt x="4904" y="3245"/>
                </a:lnTo>
                <a:lnTo>
                  <a:pt x="4903" y="3245"/>
                </a:lnTo>
                <a:lnTo>
                  <a:pt x="4903" y="3246"/>
                </a:lnTo>
                <a:lnTo>
                  <a:pt x="4904" y="3246"/>
                </a:lnTo>
                <a:lnTo>
                  <a:pt x="4904" y="3247"/>
                </a:lnTo>
                <a:lnTo>
                  <a:pt x="4903" y="3248"/>
                </a:lnTo>
                <a:lnTo>
                  <a:pt x="4904" y="3249"/>
                </a:lnTo>
                <a:lnTo>
                  <a:pt x="4903" y="3249"/>
                </a:lnTo>
                <a:lnTo>
                  <a:pt x="4903" y="3250"/>
                </a:lnTo>
                <a:lnTo>
                  <a:pt x="4902" y="3250"/>
                </a:lnTo>
                <a:lnTo>
                  <a:pt x="4901" y="3250"/>
                </a:lnTo>
                <a:lnTo>
                  <a:pt x="4901" y="3251"/>
                </a:lnTo>
                <a:lnTo>
                  <a:pt x="4902" y="3251"/>
                </a:lnTo>
                <a:lnTo>
                  <a:pt x="4901" y="3252"/>
                </a:lnTo>
                <a:lnTo>
                  <a:pt x="4902" y="3252"/>
                </a:lnTo>
                <a:lnTo>
                  <a:pt x="4903" y="3252"/>
                </a:lnTo>
                <a:lnTo>
                  <a:pt x="4902" y="3253"/>
                </a:lnTo>
                <a:lnTo>
                  <a:pt x="4902" y="3254"/>
                </a:lnTo>
                <a:lnTo>
                  <a:pt x="4901" y="3254"/>
                </a:lnTo>
                <a:lnTo>
                  <a:pt x="4900" y="3254"/>
                </a:lnTo>
                <a:lnTo>
                  <a:pt x="4899" y="3255"/>
                </a:lnTo>
                <a:lnTo>
                  <a:pt x="4898" y="3255"/>
                </a:lnTo>
                <a:lnTo>
                  <a:pt x="4898" y="3254"/>
                </a:lnTo>
                <a:lnTo>
                  <a:pt x="4899" y="3253"/>
                </a:lnTo>
                <a:lnTo>
                  <a:pt x="4899" y="3252"/>
                </a:lnTo>
                <a:lnTo>
                  <a:pt x="4898" y="3252"/>
                </a:lnTo>
                <a:lnTo>
                  <a:pt x="4898" y="3253"/>
                </a:lnTo>
                <a:lnTo>
                  <a:pt x="4897" y="3253"/>
                </a:lnTo>
                <a:lnTo>
                  <a:pt x="4897" y="3252"/>
                </a:lnTo>
                <a:lnTo>
                  <a:pt x="4897" y="3251"/>
                </a:lnTo>
                <a:lnTo>
                  <a:pt x="4897" y="3249"/>
                </a:lnTo>
                <a:lnTo>
                  <a:pt x="4897" y="3248"/>
                </a:lnTo>
                <a:lnTo>
                  <a:pt x="4895" y="3248"/>
                </a:lnTo>
                <a:lnTo>
                  <a:pt x="4893" y="3248"/>
                </a:lnTo>
                <a:lnTo>
                  <a:pt x="4893" y="3247"/>
                </a:lnTo>
                <a:lnTo>
                  <a:pt x="4890" y="3246"/>
                </a:lnTo>
                <a:lnTo>
                  <a:pt x="4889" y="3246"/>
                </a:lnTo>
                <a:lnTo>
                  <a:pt x="4887" y="3246"/>
                </a:lnTo>
                <a:lnTo>
                  <a:pt x="4885" y="3246"/>
                </a:lnTo>
                <a:lnTo>
                  <a:pt x="4884" y="3247"/>
                </a:lnTo>
                <a:lnTo>
                  <a:pt x="4883" y="3247"/>
                </a:lnTo>
                <a:lnTo>
                  <a:pt x="4884" y="3249"/>
                </a:lnTo>
                <a:lnTo>
                  <a:pt x="4884" y="3250"/>
                </a:lnTo>
                <a:lnTo>
                  <a:pt x="4883" y="3250"/>
                </a:lnTo>
                <a:lnTo>
                  <a:pt x="4882" y="3250"/>
                </a:lnTo>
                <a:lnTo>
                  <a:pt x="4882" y="3251"/>
                </a:lnTo>
                <a:lnTo>
                  <a:pt x="4883" y="3251"/>
                </a:lnTo>
                <a:lnTo>
                  <a:pt x="4882" y="3252"/>
                </a:lnTo>
                <a:lnTo>
                  <a:pt x="4882" y="3253"/>
                </a:lnTo>
                <a:lnTo>
                  <a:pt x="4882" y="3254"/>
                </a:lnTo>
                <a:lnTo>
                  <a:pt x="4882" y="3255"/>
                </a:lnTo>
                <a:lnTo>
                  <a:pt x="4882" y="3256"/>
                </a:lnTo>
                <a:lnTo>
                  <a:pt x="4881" y="3256"/>
                </a:lnTo>
                <a:lnTo>
                  <a:pt x="4880" y="3257"/>
                </a:lnTo>
                <a:lnTo>
                  <a:pt x="4880" y="3258"/>
                </a:lnTo>
                <a:lnTo>
                  <a:pt x="4881" y="3258"/>
                </a:lnTo>
                <a:lnTo>
                  <a:pt x="4880" y="3259"/>
                </a:lnTo>
                <a:lnTo>
                  <a:pt x="4880" y="3260"/>
                </a:lnTo>
                <a:lnTo>
                  <a:pt x="4879" y="3260"/>
                </a:lnTo>
                <a:lnTo>
                  <a:pt x="4879" y="3261"/>
                </a:lnTo>
                <a:lnTo>
                  <a:pt x="4879" y="3262"/>
                </a:lnTo>
                <a:lnTo>
                  <a:pt x="4879" y="3263"/>
                </a:lnTo>
                <a:lnTo>
                  <a:pt x="4878" y="3264"/>
                </a:lnTo>
                <a:lnTo>
                  <a:pt x="4877" y="3263"/>
                </a:lnTo>
                <a:lnTo>
                  <a:pt x="4877" y="3262"/>
                </a:lnTo>
                <a:lnTo>
                  <a:pt x="4876" y="3262"/>
                </a:lnTo>
                <a:lnTo>
                  <a:pt x="4875" y="3262"/>
                </a:lnTo>
                <a:lnTo>
                  <a:pt x="4875" y="3263"/>
                </a:lnTo>
                <a:lnTo>
                  <a:pt x="4875" y="3264"/>
                </a:lnTo>
                <a:lnTo>
                  <a:pt x="4876" y="3264"/>
                </a:lnTo>
                <a:lnTo>
                  <a:pt x="4877" y="3265"/>
                </a:lnTo>
                <a:lnTo>
                  <a:pt x="4876" y="3265"/>
                </a:lnTo>
                <a:lnTo>
                  <a:pt x="4876" y="3266"/>
                </a:lnTo>
                <a:lnTo>
                  <a:pt x="4877" y="3267"/>
                </a:lnTo>
                <a:lnTo>
                  <a:pt x="4878" y="3267"/>
                </a:lnTo>
                <a:lnTo>
                  <a:pt x="4878" y="3266"/>
                </a:lnTo>
                <a:lnTo>
                  <a:pt x="4878" y="3265"/>
                </a:lnTo>
                <a:lnTo>
                  <a:pt x="4879" y="3266"/>
                </a:lnTo>
                <a:lnTo>
                  <a:pt x="4879" y="3267"/>
                </a:lnTo>
                <a:lnTo>
                  <a:pt x="4878" y="3268"/>
                </a:lnTo>
                <a:lnTo>
                  <a:pt x="4878" y="3269"/>
                </a:lnTo>
                <a:lnTo>
                  <a:pt x="4878" y="3270"/>
                </a:lnTo>
                <a:lnTo>
                  <a:pt x="4877" y="3270"/>
                </a:lnTo>
                <a:lnTo>
                  <a:pt x="4876" y="3272"/>
                </a:lnTo>
                <a:lnTo>
                  <a:pt x="4876" y="3273"/>
                </a:lnTo>
                <a:lnTo>
                  <a:pt x="4875" y="3273"/>
                </a:lnTo>
                <a:lnTo>
                  <a:pt x="4875" y="3272"/>
                </a:lnTo>
                <a:lnTo>
                  <a:pt x="4875" y="3273"/>
                </a:lnTo>
                <a:lnTo>
                  <a:pt x="4874" y="3273"/>
                </a:lnTo>
                <a:lnTo>
                  <a:pt x="4873" y="3273"/>
                </a:lnTo>
                <a:lnTo>
                  <a:pt x="4873" y="3272"/>
                </a:lnTo>
                <a:lnTo>
                  <a:pt x="4872" y="3272"/>
                </a:lnTo>
                <a:lnTo>
                  <a:pt x="4871" y="3272"/>
                </a:lnTo>
                <a:lnTo>
                  <a:pt x="4869" y="3271"/>
                </a:lnTo>
                <a:lnTo>
                  <a:pt x="4868" y="3271"/>
                </a:lnTo>
                <a:lnTo>
                  <a:pt x="4868" y="3272"/>
                </a:lnTo>
                <a:lnTo>
                  <a:pt x="4867" y="3272"/>
                </a:lnTo>
                <a:lnTo>
                  <a:pt x="4867" y="3273"/>
                </a:lnTo>
                <a:lnTo>
                  <a:pt x="4867" y="3274"/>
                </a:lnTo>
                <a:lnTo>
                  <a:pt x="4867" y="3275"/>
                </a:lnTo>
                <a:lnTo>
                  <a:pt x="4867" y="3276"/>
                </a:lnTo>
                <a:lnTo>
                  <a:pt x="4867" y="3277"/>
                </a:lnTo>
                <a:lnTo>
                  <a:pt x="4866" y="3277"/>
                </a:lnTo>
                <a:lnTo>
                  <a:pt x="4867" y="3278"/>
                </a:lnTo>
                <a:lnTo>
                  <a:pt x="4868" y="3279"/>
                </a:lnTo>
                <a:lnTo>
                  <a:pt x="4869" y="3279"/>
                </a:lnTo>
                <a:lnTo>
                  <a:pt x="4869" y="3278"/>
                </a:lnTo>
                <a:lnTo>
                  <a:pt x="4869" y="3279"/>
                </a:lnTo>
                <a:lnTo>
                  <a:pt x="4869" y="3280"/>
                </a:lnTo>
                <a:lnTo>
                  <a:pt x="4869" y="3281"/>
                </a:lnTo>
                <a:lnTo>
                  <a:pt x="4868" y="3281"/>
                </a:lnTo>
                <a:lnTo>
                  <a:pt x="4868" y="3282"/>
                </a:lnTo>
                <a:lnTo>
                  <a:pt x="4869" y="3282"/>
                </a:lnTo>
                <a:lnTo>
                  <a:pt x="4870" y="3283"/>
                </a:lnTo>
                <a:lnTo>
                  <a:pt x="4869" y="3283"/>
                </a:lnTo>
                <a:lnTo>
                  <a:pt x="4868" y="3283"/>
                </a:lnTo>
                <a:lnTo>
                  <a:pt x="4867" y="3283"/>
                </a:lnTo>
                <a:lnTo>
                  <a:pt x="4867" y="3282"/>
                </a:lnTo>
                <a:lnTo>
                  <a:pt x="4866" y="3282"/>
                </a:lnTo>
                <a:lnTo>
                  <a:pt x="4866" y="3283"/>
                </a:lnTo>
                <a:lnTo>
                  <a:pt x="4865" y="3283"/>
                </a:lnTo>
                <a:lnTo>
                  <a:pt x="4865" y="3282"/>
                </a:lnTo>
                <a:lnTo>
                  <a:pt x="4864" y="3282"/>
                </a:lnTo>
                <a:lnTo>
                  <a:pt x="4864" y="3283"/>
                </a:lnTo>
                <a:lnTo>
                  <a:pt x="4863" y="3283"/>
                </a:lnTo>
                <a:lnTo>
                  <a:pt x="4863" y="3284"/>
                </a:lnTo>
                <a:lnTo>
                  <a:pt x="4864" y="3284"/>
                </a:lnTo>
                <a:lnTo>
                  <a:pt x="4865" y="3284"/>
                </a:lnTo>
                <a:lnTo>
                  <a:pt x="4865" y="3285"/>
                </a:lnTo>
                <a:lnTo>
                  <a:pt x="4865" y="3286"/>
                </a:lnTo>
                <a:lnTo>
                  <a:pt x="4865" y="3285"/>
                </a:lnTo>
                <a:lnTo>
                  <a:pt x="4864" y="3285"/>
                </a:lnTo>
                <a:lnTo>
                  <a:pt x="4864" y="3286"/>
                </a:lnTo>
                <a:lnTo>
                  <a:pt x="4864" y="3285"/>
                </a:lnTo>
                <a:lnTo>
                  <a:pt x="4863" y="3285"/>
                </a:lnTo>
                <a:lnTo>
                  <a:pt x="4862" y="3284"/>
                </a:lnTo>
                <a:lnTo>
                  <a:pt x="4862" y="3285"/>
                </a:lnTo>
                <a:lnTo>
                  <a:pt x="4861" y="3285"/>
                </a:lnTo>
                <a:lnTo>
                  <a:pt x="4861" y="3286"/>
                </a:lnTo>
                <a:lnTo>
                  <a:pt x="4862" y="3286"/>
                </a:lnTo>
                <a:lnTo>
                  <a:pt x="4863" y="3286"/>
                </a:lnTo>
                <a:lnTo>
                  <a:pt x="4860" y="3287"/>
                </a:lnTo>
                <a:lnTo>
                  <a:pt x="4859" y="3288"/>
                </a:lnTo>
                <a:lnTo>
                  <a:pt x="4858" y="3288"/>
                </a:lnTo>
                <a:lnTo>
                  <a:pt x="4858" y="3289"/>
                </a:lnTo>
                <a:lnTo>
                  <a:pt x="4857" y="3288"/>
                </a:lnTo>
                <a:lnTo>
                  <a:pt x="4855" y="3289"/>
                </a:lnTo>
                <a:lnTo>
                  <a:pt x="4855" y="3290"/>
                </a:lnTo>
                <a:lnTo>
                  <a:pt x="4855" y="3289"/>
                </a:lnTo>
                <a:lnTo>
                  <a:pt x="4855" y="3288"/>
                </a:lnTo>
                <a:lnTo>
                  <a:pt x="4854" y="3288"/>
                </a:lnTo>
                <a:lnTo>
                  <a:pt x="4854" y="3287"/>
                </a:lnTo>
                <a:lnTo>
                  <a:pt x="4855" y="3287"/>
                </a:lnTo>
                <a:lnTo>
                  <a:pt x="4855" y="3286"/>
                </a:lnTo>
                <a:lnTo>
                  <a:pt x="4855" y="3285"/>
                </a:lnTo>
                <a:lnTo>
                  <a:pt x="4854" y="3285"/>
                </a:lnTo>
                <a:lnTo>
                  <a:pt x="4853" y="3284"/>
                </a:lnTo>
                <a:lnTo>
                  <a:pt x="4853" y="3283"/>
                </a:lnTo>
                <a:lnTo>
                  <a:pt x="4852" y="3283"/>
                </a:lnTo>
                <a:lnTo>
                  <a:pt x="4852" y="3282"/>
                </a:lnTo>
                <a:lnTo>
                  <a:pt x="4852" y="3281"/>
                </a:lnTo>
                <a:lnTo>
                  <a:pt x="4851" y="3280"/>
                </a:lnTo>
                <a:lnTo>
                  <a:pt x="4851" y="3279"/>
                </a:lnTo>
                <a:lnTo>
                  <a:pt x="4850" y="3278"/>
                </a:lnTo>
                <a:lnTo>
                  <a:pt x="4851" y="3277"/>
                </a:lnTo>
                <a:lnTo>
                  <a:pt x="4852" y="3277"/>
                </a:lnTo>
                <a:lnTo>
                  <a:pt x="4853" y="3277"/>
                </a:lnTo>
                <a:lnTo>
                  <a:pt x="4854" y="3277"/>
                </a:lnTo>
                <a:lnTo>
                  <a:pt x="4853" y="3276"/>
                </a:lnTo>
                <a:lnTo>
                  <a:pt x="4854" y="3275"/>
                </a:lnTo>
                <a:lnTo>
                  <a:pt x="4855" y="3275"/>
                </a:lnTo>
                <a:lnTo>
                  <a:pt x="4856" y="3274"/>
                </a:lnTo>
                <a:lnTo>
                  <a:pt x="4856" y="3273"/>
                </a:lnTo>
                <a:lnTo>
                  <a:pt x="4857" y="3272"/>
                </a:lnTo>
                <a:lnTo>
                  <a:pt x="4858" y="3272"/>
                </a:lnTo>
                <a:lnTo>
                  <a:pt x="4858" y="3271"/>
                </a:lnTo>
                <a:lnTo>
                  <a:pt x="4857" y="3270"/>
                </a:lnTo>
                <a:lnTo>
                  <a:pt x="4858" y="3269"/>
                </a:lnTo>
                <a:lnTo>
                  <a:pt x="4857" y="3268"/>
                </a:lnTo>
                <a:lnTo>
                  <a:pt x="4856" y="3267"/>
                </a:lnTo>
                <a:lnTo>
                  <a:pt x="4856" y="3266"/>
                </a:lnTo>
                <a:lnTo>
                  <a:pt x="4857" y="3261"/>
                </a:lnTo>
                <a:lnTo>
                  <a:pt x="4858" y="3260"/>
                </a:lnTo>
                <a:lnTo>
                  <a:pt x="4859" y="3260"/>
                </a:lnTo>
                <a:lnTo>
                  <a:pt x="4859" y="3259"/>
                </a:lnTo>
                <a:lnTo>
                  <a:pt x="4860" y="3258"/>
                </a:lnTo>
                <a:lnTo>
                  <a:pt x="4859" y="3257"/>
                </a:lnTo>
                <a:lnTo>
                  <a:pt x="4859" y="3256"/>
                </a:lnTo>
                <a:lnTo>
                  <a:pt x="4860" y="3256"/>
                </a:lnTo>
                <a:lnTo>
                  <a:pt x="4859" y="3256"/>
                </a:lnTo>
                <a:lnTo>
                  <a:pt x="4858" y="3256"/>
                </a:lnTo>
                <a:lnTo>
                  <a:pt x="4858" y="3255"/>
                </a:lnTo>
                <a:lnTo>
                  <a:pt x="4859" y="3255"/>
                </a:lnTo>
                <a:lnTo>
                  <a:pt x="4858" y="3255"/>
                </a:lnTo>
                <a:lnTo>
                  <a:pt x="4858" y="3254"/>
                </a:lnTo>
                <a:lnTo>
                  <a:pt x="4857" y="3254"/>
                </a:lnTo>
                <a:lnTo>
                  <a:pt x="4856" y="3253"/>
                </a:lnTo>
                <a:lnTo>
                  <a:pt x="4856" y="3252"/>
                </a:lnTo>
                <a:lnTo>
                  <a:pt x="4856" y="3251"/>
                </a:lnTo>
                <a:lnTo>
                  <a:pt x="4856" y="3250"/>
                </a:lnTo>
                <a:lnTo>
                  <a:pt x="4857" y="3250"/>
                </a:lnTo>
                <a:lnTo>
                  <a:pt x="4858" y="3249"/>
                </a:lnTo>
                <a:lnTo>
                  <a:pt x="4856" y="3249"/>
                </a:lnTo>
                <a:lnTo>
                  <a:pt x="4855" y="3249"/>
                </a:lnTo>
                <a:lnTo>
                  <a:pt x="4855" y="3248"/>
                </a:lnTo>
                <a:lnTo>
                  <a:pt x="4855" y="3247"/>
                </a:lnTo>
                <a:lnTo>
                  <a:pt x="4854" y="3246"/>
                </a:lnTo>
                <a:lnTo>
                  <a:pt x="4853" y="3246"/>
                </a:lnTo>
                <a:lnTo>
                  <a:pt x="4853" y="3245"/>
                </a:lnTo>
                <a:lnTo>
                  <a:pt x="4853" y="3244"/>
                </a:lnTo>
                <a:lnTo>
                  <a:pt x="4852" y="3244"/>
                </a:lnTo>
                <a:lnTo>
                  <a:pt x="4851" y="3245"/>
                </a:lnTo>
                <a:lnTo>
                  <a:pt x="4851" y="3246"/>
                </a:lnTo>
                <a:lnTo>
                  <a:pt x="4850" y="3246"/>
                </a:lnTo>
                <a:lnTo>
                  <a:pt x="4850" y="3245"/>
                </a:lnTo>
                <a:lnTo>
                  <a:pt x="4849" y="3245"/>
                </a:lnTo>
                <a:lnTo>
                  <a:pt x="4850" y="3247"/>
                </a:lnTo>
                <a:lnTo>
                  <a:pt x="4851" y="3247"/>
                </a:lnTo>
                <a:lnTo>
                  <a:pt x="4852" y="3247"/>
                </a:lnTo>
                <a:lnTo>
                  <a:pt x="4852" y="3248"/>
                </a:lnTo>
                <a:lnTo>
                  <a:pt x="4852" y="3249"/>
                </a:lnTo>
                <a:lnTo>
                  <a:pt x="4851" y="3249"/>
                </a:lnTo>
                <a:lnTo>
                  <a:pt x="4850" y="3249"/>
                </a:lnTo>
                <a:lnTo>
                  <a:pt x="4850" y="3250"/>
                </a:lnTo>
                <a:lnTo>
                  <a:pt x="4849" y="3250"/>
                </a:lnTo>
                <a:lnTo>
                  <a:pt x="4849" y="3251"/>
                </a:lnTo>
                <a:lnTo>
                  <a:pt x="4848" y="3251"/>
                </a:lnTo>
                <a:lnTo>
                  <a:pt x="4848" y="3252"/>
                </a:lnTo>
                <a:lnTo>
                  <a:pt x="4848" y="3253"/>
                </a:lnTo>
                <a:lnTo>
                  <a:pt x="4848" y="3254"/>
                </a:lnTo>
                <a:lnTo>
                  <a:pt x="4847" y="3255"/>
                </a:lnTo>
                <a:lnTo>
                  <a:pt x="4847" y="3256"/>
                </a:lnTo>
                <a:lnTo>
                  <a:pt x="4848" y="3257"/>
                </a:lnTo>
                <a:lnTo>
                  <a:pt x="4847" y="3257"/>
                </a:lnTo>
                <a:lnTo>
                  <a:pt x="4847" y="3258"/>
                </a:lnTo>
                <a:lnTo>
                  <a:pt x="4846" y="3258"/>
                </a:lnTo>
                <a:lnTo>
                  <a:pt x="4846" y="3259"/>
                </a:lnTo>
                <a:lnTo>
                  <a:pt x="4845" y="3259"/>
                </a:lnTo>
                <a:lnTo>
                  <a:pt x="4844" y="3259"/>
                </a:lnTo>
                <a:lnTo>
                  <a:pt x="4843" y="3260"/>
                </a:lnTo>
                <a:lnTo>
                  <a:pt x="4842" y="3260"/>
                </a:lnTo>
                <a:lnTo>
                  <a:pt x="4842" y="3259"/>
                </a:lnTo>
                <a:lnTo>
                  <a:pt x="4842" y="3258"/>
                </a:lnTo>
                <a:lnTo>
                  <a:pt x="4841" y="3259"/>
                </a:lnTo>
                <a:lnTo>
                  <a:pt x="4841" y="3260"/>
                </a:lnTo>
                <a:lnTo>
                  <a:pt x="4840" y="3260"/>
                </a:lnTo>
                <a:lnTo>
                  <a:pt x="4841" y="3260"/>
                </a:lnTo>
                <a:lnTo>
                  <a:pt x="4842" y="3261"/>
                </a:lnTo>
                <a:lnTo>
                  <a:pt x="4843" y="3260"/>
                </a:lnTo>
                <a:lnTo>
                  <a:pt x="4844" y="3260"/>
                </a:lnTo>
                <a:lnTo>
                  <a:pt x="4845" y="3260"/>
                </a:lnTo>
                <a:lnTo>
                  <a:pt x="4846" y="3260"/>
                </a:lnTo>
                <a:lnTo>
                  <a:pt x="4846" y="3261"/>
                </a:lnTo>
                <a:lnTo>
                  <a:pt x="4847" y="3262"/>
                </a:lnTo>
                <a:lnTo>
                  <a:pt x="4848" y="3264"/>
                </a:lnTo>
                <a:lnTo>
                  <a:pt x="4848" y="3268"/>
                </a:lnTo>
                <a:lnTo>
                  <a:pt x="4846" y="3270"/>
                </a:lnTo>
                <a:lnTo>
                  <a:pt x="4846" y="3271"/>
                </a:lnTo>
                <a:lnTo>
                  <a:pt x="4846" y="3272"/>
                </a:lnTo>
                <a:lnTo>
                  <a:pt x="4846" y="3273"/>
                </a:lnTo>
                <a:lnTo>
                  <a:pt x="4846" y="3275"/>
                </a:lnTo>
                <a:lnTo>
                  <a:pt x="4846" y="3277"/>
                </a:lnTo>
                <a:lnTo>
                  <a:pt x="4845" y="3277"/>
                </a:lnTo>
                <a:lnTo>
                  <a:pt x="4844" y="3276"/>
                </a:lnTo>
                <a:lnTo>
                  <a:pt x="4843" y="3276"/>
                </a:lnTo>
                <a:lnTo>
                  <a:pt x="4844" y="3277"/>
                </a:lnTo>
                <a:lnTo>
                  <a:pt x="4843" y="3278"/>
                </a:lnTo>
                <a:lnTo>
                  <a:pt x="4839" y="3283"/>
                </a:lnTo>
                <a:lnTo>
                  <a:pt x="4838" y="3283"/>
                </a:lnTo>
                <a:lnTo>
                  <a:pt x="4838" y="3284"/>
                </a:lnTo>
                <a:lnTo>
                  <a:pt x="4838" y="3286"/>
                </a:lnTo>
                <a:lnTo>
                  <a:pt x="4837" y="3286"/>
                </a:lnTo>
                <a:lnTo>
                  <a:pt x="4839" y="3287"/>
                </a:lnTo>
                <a:lnTo>
                  <a:pt x="4838" y="3288"/>
                </a:lnTo>
                <a:lnTo>
                  <a:pt x="4839" y="3292"/>
                </a:lnTo>
                <a:lnTo>
                  <a:pt x="4839" y="3293"/>
                </a:lnTo>
                <a:lnTo>
                  <a:pt x="4838" y="3293"/>
                </a:lnTo>
                <a:lnTo>
                  <a:pt x="4839" y="3293"/>
                </a:lnTo>
                <a:lnTo>
                  <a:pt x="4839" y="3294"/>
                </a:lnTo>
                <a:lnTo>
                  <a:pt x="4838" y="3294"/>
                </a:lnTo>
                <a:lnTo>
                  <a:pt x="4838" y="3295"/>
                </a:lnTo>
                <a:lnTo>
                  <a:pt x="4839" y="3295"/>
                </a:lnTo>
                <a:lnTo>
                  <a:pt x="4839" y="3296"/>
                </a:lnTo>
                <a:lnTo>
                  <a:pt x="4838" y="3297"/>
                </a:lnTo>
                <a:lnTo>
                  <a:pt x="4838" y="3298"/>
                </a:lnTo>
                <a:lnTo>
                  <a:pt x="4837" y="3298"/>
                </a:lnTo>
                <a:lnTo>
                  <a:pt x="4837" y="3299"/>
                </a:lnTo>
                <a:lnTo>
                  <a:pt x="4836" y="3299"/>
                </a:lnTo>
                <a:lnTo>
                  <a:pt x="4835" y="3300"/>
                </a:lnTo>
                <a:lnTo>
                  <a:pt x="4835" y="3301"/>
                </a:lnTo>
                <a:lnTo>
                  <a:pt x="4834" y="3301"/>
                </a:lnTo>
                <a:lnTo>
                  <a:pt x="4834" y="3304"/>
                </a:lnTo>
                <a:lnTo>
                  <a:pt x="4837" y="3306"/>
                </a:lnTo>
                <a:lnTo>
                  <a:pt x="4836" y="3306"/>
                </a:lnTo>
                <a:lnTo>
                  <a:pt x="4836" y="3307"/>
                </a:lnTo>
                <a:lnTo>
                  <a:pt x="4836" y="3308"/>
                </a:lnTo>
                <a:lnTo>
                  <a:pt x="4835" y="3309"/>
                </a:lnTo>
                <a:lnTo>
                  <a:pt x="4835" y="3310"/>
                </a:lnTo>
                <a:lnTo>
                  <a:pt x="4834" y="3310"/>
                </a:lnTo>
                <a:lnTo>
                  <a:pt x="4834" y="3311"/>
                </a:lnTo>
                <a:lnTo>
                  <a:pt x="4833" y="3310"/>
                </a:lnTo>
                <a:lnTo>
                  <a:pt x="4832" y="3309"/>
                </a:lnTo>
                <a:lnTo>
                  <a:pt x="4831" y="3308"/>
                </a:lnTo>
                <a:lnTo>
                  <a:pt x="4831" y="3309"/>
                </a:lnTo>
                <a:lnTo>
                  <a:pt x="4829" y="3310"/>
                </a:lnTo>
                <a:lnTo>
                  <a:pt x="4828" y="3310"/>
                </a:lnTo>
                <a:lnTo>
                  <a:pt x="4827" y="3310"/>
                </a:lnTo>
                <a:lnTo>
                  <a:pt x="4827" y="3313"/>
                </a:lnTo>
                <a:lnTo>
                  <a:pt x="4827" y="3316"/>
                </a:lnTo>
                <a:lnTo>
                  <a:pt x="4826" y="3317"/>
                </a:lnTo>
                <a:lnTo>
                  <a:pt x="4827" y="3317"/>
                </a:lnTo>
                <a:lnTo>
                  <a:pt x="4826" y="3317"/>
                </a:lnTo>
                <a:lnTo>
                  <a:pt x="4826" y="3318"/>
                </a:lnTo>
                <a:lnTo>
                  <a:pt x="4825" y="3319"/>
                </a:lnTo>
                <a:lnTo>
                  <a:pt x="4825" y="3320"/>
                </a:lnTo>
                <a:lnTo>
                  <a:pt x="4824" y="3320"/>
                </a:lnTo>
                <a:lnTo>
                  <a:pt x="4821" y="3324"/>
                </a:lnTo>
                <a:lnTo>
                  <a:pt x="4821" y="3325"/>
                </a:lnTo>
                <a:lnTo>
                  <a:pt x="4820" y="3326"/>
                </a:lnTo>
                <a:lnTo>
                  <a:pt x="4819" y="3327"/>
                </a:lnTo>
                <a:lnTo>
                  <a:pt x="4819" y="3328"/>
                </a:lnTo>
                <a:lnTo>
                  <a:pt x="4819" y="3327"/>
                </a:lnTo>
                <a:lnTo>
                  <a:pt x="4818" y="3327"/>
                </a:lnTo>
                <a:lnTo>
                  <a:pt x="4818" y="3328"/>
                </a:lnTo>
                <a:lnTo>
                  <a:pt x="4817" y="3328"/>
                </a:lnTo>
                <a:lnTo>
                  <a:pt x="4817" y="3327"/>
                </a:lnTo>
                <a:lnTo>
                  <a:pt x="4817" y="3328"/>
                </a:lnTo>
                <a:lnTo>
                  <a:pt x="4817" y="3329"/>
                </a:lnTo>
                <a:lnTo>
                  <a:pt x="4816" y="3329"/>
                </a:lnTo>
                <a:lnTo>
                  <a:pt x="4816" y="3330"/>
                </a:lnTo>
                <a:lnTo>
                  <a:pt x="4816" y="3331"/>
                </a:lnTo>
                <a:lnTo>
                  <a:pt x="4816" y="3332"/>
                </a:lnTo>
                <a:lnTo>
                  <a:pt x="4816" y="3333"/>
                </a:lnTo>
                <a:lnTo>
                  <a:pt x="4815" y="3333"/>
                </a:lnTo>
                <a:lnTo>
                  <a:pt x="4815" y="3334"/>
                </a:lnTo>
                <a:lnTo>
                  <a:pt x="4815" y="3335"/>
                </a:lnTo>
                <a:lnTo>
                  <a:pt x="4817" y="3336"/>
                </a:lnTo>
                <a:lnTo>
                  <a:pt x="4816" y="3337"/>
                </a:lnTo>
                <a:lnTo>
                  <a:pt x="4815" y="3338"/>
                </a:lnTo>
                <a:lnTo>
                  <a:pt x="4814" y="3340"/>
                </a:lnTo>
                <a:lnTo>
                  <a:pt x="4812" y="3339"/>
                </a:lnTo>
                <a:lnTo>
                  <a:pt x="4810" y="3339"/>
                </a:lnTo>
                <a:lnTo>
                  <a:pt x="4809" y="3340"/>
                </a:lnTo>
                <a:lnTo>
                  <a:pt x="4809" y="3341"/>
                </a:lnTo>
                <a:lnTo>
                  <a:pt x="4811" y="3343"/>
                </a:lnTo>
                <a:lnTo>
                  <a:pt x="4811" y="3344"/>
                </a:lnTo>
                <a:lnTo>
                  <a:pt x="4810" y="3348"/>
                </a:lnTo>
                <a:lnTo>
                  <a:pt x="4810" y="3349"/>
                </a:lnTo>
                <a:lnTo>
                  <a:pt x="4810" y="3350"/>
                </a:lnTo>
                <a:lnTo>
                  <a:pt x="4809" y="3350"/>
                </a:lnTo>
                <a:lnTo>
                  <a:pt x="4809" y="3351"/>
                </a:lnTo>
                <a:lnTo>
                  <a:pt x="4809" y="3352"/>
                </a:lnTo>
                <a:lnTo>
                  <a:pt x="4809" y="3353"/>
                </a:lnTo>
                <a:lnTo>
                  <a:pt x="4808" y="3353"/>
                </a:lnTo>
                <a:lnTo>
                  <a:pt x="4807" y="3353"/>
                </a:lnTo>
                <a:lnTo>
                  <a:pt x="4806" y="3354"/>
                </a:lnTo>
                <a:lnTo>
                  <a:pt x="4806" y="3355"/>
                </a:lnTo>
                <a:lnTo>
                  <a:pt x="4807" y="3355"/>
                </a:lnTo>
                <a:lnTo>
                  <a:pt x="4808" y="3355"/>
                </a:lnTo>
                <a:lnTo>
                  <a:pt x="4808" y="3356"/>
                </a:lnTo>
                <a:lnTo>
                  <a:pt x="4807" y="3356"/>
                </a:lnTo>
                <a:lnTo>
                  <a:pt x="4806" y="3357"/>
                </a:lnTo>
                <a:lnTo>
                  <a:pt x="4803" y="3356"/>
                </a:lnTo>
                <a:lnTo>
                  <a:pt x="4802" y="3356"/>
                </a:lnTo>
                <a:lnTo>
                  <a:pt x="4802" y="3357"/>
                </a:lnTo>
                <a:lnTo>
                  <a:pt x="4802" y="3358"/>
                </a:lnTo>
                <a:lnTo>
                  <a:pt x="4803" y="3358"/>
                </a:lnTo>
                <a:lnTo>
                  <a:pt x="4807" y="3360"/>
                </a:lnTo>
                <a:lnTo>
                  <a:pt x="4810" y="3365"/>
                </a:lnTo>
                <a:lnTo>
                  <a:pt x="4811" y="3366"/>
                </a:lnTo>
                <a:lnTo>
                  <a:pt x="4812" y="3366"/>
                </a:lnTo>
                <a:lnTo>
                  <a:pt x="4811" y="3367"/>
                </a:lnTo>
                <a:lnTo>
                  <a:pt x="4811" y="3366"/>
                </a:lnTo>
                <a:lnTo>
                  <a:pt x="4809" y="3367"/>
                </a:lnTo>
                <a:lnTo>
                  <a:pt x="4808" y="3368"/>
                </a:lnTo>
                <a:lnTo>
                  <a:pt x="4808" y="3369"/>
                </a:lnTo>
                <a:lnTo>
                  <a:pt x="4808" y="3368"/>
                </a:lnTo>
                <a:lnTo>
                  <a:pt x="4809" y="3368"/>
                </a:lnTo>
                <a:lnTo>
                  <a:pt x="4810" y="3368"/>
                </a:lnTo>
                <a:lnTo>
                  <a:pt x="4810" y="3367"/>
                </a:lnTo>
                <a:lnTo>
                  <a:pt x="4811" y="3367"/>
                </a:lnTo>
                <a:lnTo>
                  <a:pt x="4812" y="3367"/>
                </a:lnTo>
                <a:lnTo>
                  <a:pt x="4812" y="3368"/>
                </a:lnTo>
                <a:lnTo>
                  <a:pt x="4812" y="3369"/>
                </a:lnTo>
                <a:lnTo>
                  <a:pt x="4813" y="3369"/>
                </a:lnTo>
                <a:lnTo>
                  <a:pt x="4813" y="3370"/>
                </a:lnTo>
                <a:lnTo>
                  <a:pt x="4814" y="3370"/>
                </a:lnTo>
                <a:lnTo>
                  <a:pt x="4815" y="3370"/>
                </a:lnTo>
                <a:lnTo>
                  <a:pt x="4814" y="3370"/>
                </a:lnTo>
                <a:lnTo>
                  <a:pt x="4814" y="3371"/>
                </a:lnTo>
                <a:lnTo>
                  <a:pt x="4813" y="3372"/>
                </a:lnTo>
                <a:lnTo>
                  <a:pt x="4813" y="3373"/>
                </a:lnTo>
                <a:lnTo>
                  <a:pt x="4812" y="3374"/>
                </a:lnTo>
                <a:lnTo>
                  <a:pt x="4813" y="3374"/>
                </a:lnTo>
                <a:lnTo>
                  <a:pt x="4812" y="3374"/>
                </a:lnTo>
                <a:lnTo>
                  <a:pt x="4811" y="3374"/>
                </a:lnTo>
                <a:lnTo>
                  <a:pt x="4811" y="3375"/>
                </a:lnTo>
                <a:lnTo>
                  <a:pt x="4810" y="3377"/>
                </a:lnTo>
                <a:lnTo>
                  <a:pt x="4811" y="3378"/>
                </a:lnTo>
                <a:lnTo>
                  <a:pt x="4811" y="3379"/>
                </a:lnTo>
                <a:lnTo>
                  <a:pt x="4810" y="3379"/>
                </a:lnTo>
                <a:lnTo>
                  <a:pt x="4810" y="3380"/>
                </a:lnTo>
                <a:lnTo>
                  <a:pt x="4811" y="3380"/>
                </a:lnTo>
                <a:lnTo>
                  <a:pt x="4811" y="3379"/>
                </a:lnTo>
                <a:lnTo>
                  <a:pt x="4812" y="3379"/>
                </a:lnTo>
                <a:lnTo>
                  <a:pt x="4812" y="3380"/>
                </a:lnTo>
                <a:lnTo>
                  <a:pt x="4812" y="3381"/>
                </a:lnTo>
                <a:lnTo>
                  <a:pt x="4812" y="3382"/>
                </a:lnTo>
                <a:lnTo>
                  <a:pt x="4812" y="3383"/>
                </a:lnTo>
                <a:lnTo>
                  <a:pt x="4812" y="3385"/>
                </a:lnTo>
                <a:lnTo>
                  <a:pt x="4811" y="3385"/>
                </a:lnTo>
                <a:lnTo>
                  <a:pt x="4810" y="3385"/>
                </a:lnTo>
                <a:lnTo>
                  <a:pt x="4809" y="3385"/>
                </a:lnTo>
                <a:lnTo>
                  <a:pt x="4809" y="3384"/>
                </a:lnTo>
                <a:lnTo>
                  <a:pt x="4810" y="3384"/>
                </a:lnTo>
                <a:lnTo>
                  <a:pt x="4809" y="3384"/>
                </a:lnTo>
                <a:lnTo>
                  <a:pt x="4809" y="3383"/>
                </a:lnTo>
                <a:lnTo>
                  <a:pt x="4808" y="3383"/>
                </a:lnTo>
                <a:lnTo>
                  <a:pt x="4808" y="3382"/>
                </a:lnTo>
                <a:lnTo>
                  <a:pt x="4807" y="3382"/>
                </a:lnTo>
                <a:lnTo>
                  <a:pt x="4806" y="3382"/>
                </a:lnTo>
                <a:lnTo>
                  <a:pt x="4806" y="3383"/>
                </a:lnTo>
                <a:lnTo>
                  <a:pt x="4807" y="3383"/>
                </a:lnTo>
                <a:lnTo>
                  <a:pt x="4806" y="3384"/>
                </a:lnTo>
                <a:lnTo>
                  <a:pt x="4804" y="3383"/>
                </a:lnTo>
                <a:lnTo>
                  <a:pt x="4804" y="3382"/>
                </a:lnTo>
                <a:lnTo>
                  <a:pt x="4803" y="3382"/>
                </a:lnTo>
                <a:lnTo>
                  <a:pt x="4802" y="3381"/>
                </a:lnTo>
                <a:lnTo>
                  <a:pt x="4800" y="3381"/>
                </a:lnTo>
                <a:lnTo>
                  <a:pt x="4800" y="3382"/>
                </a:lnTo>
                <a:lnTo>
                  <a:pt x="4800" y="3383"/>
                </a:lnTo>
                <a:lnTo>
                  <a:pt x="4801" y="3383"/>
                </a:lnTo>
                <a:lnTo>
                  <a:pt x="4800" y="3383"/>
                </a:lnTo>
                <a:lnTo>
                  <a:pt x="4799" y="3384"/>
                </a:lnTo>
                <a:lnTo>
                  <a:pt x="4800" y="3384"/>
                </a:lnTo>
                <a:lnTo>
                  <a:pt x="4800" y="3385"/>
                </a:lnTo>
                <a:lnTo>
                  <a:pt x="4801" y="3385"/>
                </a:lnTo>
                <a:lnTo>
                  <a:pt x="4801" y="3384"/>
                </a:lnTo>
                <a:lnTo>
                  <a:pt x="4802" y="3384"/>
                </a:lnTo>
                <a:lnTo>
                  <a:pt x="4802" y="3385"/>
                </a:lnTo>
                <a:lnTo>
                  <a:pt x="4802" y="3386"/>
                </a:lnTo>
                <a:lnTo>
                  <a:pt x="4801" y="3387"/>
                </a:lnTo>
                <a:lnTo>
                  <a:pt x="4800" y="3387"/>
                </a:lnTo>
                <a:lnTo>
                  <a:pt x="4800" y="3388"/>
                </a:lnTo>
                <a:lnTo>
                  <a:pt x="4799" y="3388"/>
                </a:lnTo>
                <a:lnTo>
                  <a:pt x="4799" y="3389"/>
                </a:lnTo>
                <a:lnTo>
                  <a:pt x="4800" y="3389"/>
                </a:lnTo>
                <a:lnTo>
                  <a:pt x="4800" y="3390"/>
                </a:lnTo>
                <a:lnTo>
                  <a:pt x="4799" y="3390"/>
                </a:lnTo>
                <a:lnTo>
                  <a:pt x="4799" y="3391"/>
                </a:lnTo>
                <a:lnTo>
                  <a:pt x="4798" y="3391"/>
                </a:lnTo>
                <a:lnTo>
                  <a:pt x="4798" y="3390"/>
                </a:lnTo>
                <a:lnTo>
                  <a:pt x="4797" y="3390"/>
                </a:lnTo>
                <a:lnTo>
                  <a:pt x="4798" y="3391"/>
                </a:lnTo>
                <a:lnTo>
                  <a:pt x="4799" y="3392"/>
                </a:lnTo>
                <a:lnTo>
                  <a:pt x="4800" y="3392"/>
                </a:lnTo>
                <a:lnTo>
                  <a:pt x="4801" y="3391"/>
                </a:lnTo>
                <a:lnTo>
                  <a:pt x="4801" y="3392"/>
                </a:lnTo>
                <a:lnTo>
                  <a:pt x="4801" y="3393"/>
                </a:lnTo>
                <a:lnTo>
                  <a:pt x="4802" y="3393"/>
                </a:lnTo>
                <a:lnTo>
                  <a:pt x="4802" y="3392"/>
                </a:lnTo>
                <a:lnTo>
                  <a:pt x="4803" y="3392"/>
                </a:lnTo>
                <a:lnTo>
                  <a:pt x="4803" y="3393"/>
                </a:lnTo>
                <a:lnTo>
                  <a:pt x="4802" y="3394"/>
                </a:lnTo>
                <a:lnTo>
                  <a:pt x="4802" y="3395"/>
                </a:lnTo>
                <a:lnTo>
                  <a:pt x="4803" y="3395"/>
                </a:lnTo>
                <a:lnTo>
                  <a:pt x="4803" y="3394"/>
                </a:lnTo>
                <a:lnTo>
                  <a:pt x="4804" y="3395"/>
                </a:lnTo>
                <a:lnTo>
                  <a:pt x="4803" y="3395"/>
                </a:lnTo>
                <a:lnTo>
                  <a:pt x="4802" y="3396"/>
                </a:lnTo>
                <a:lnTo>
                  <a:pt x="4803" y="3396"/>
                </a:lnTo>
                <a:lnTo>
                  <a:pt x="4803" y="3397"/>
                </a:lnTo>
                <a:lnTo>
                  <a:pt x="4802" y="3398"/>
                </a:lnTo>
                <a:lnTo>
                  <a:pt x="4801" y="3398"/>
                </a:lnTo>
                <a:lnTo>
                  <a:pt x="4800" y="3398"/>
                </a:lnTo>
                <a:lnTo>
                  <a:pt x="4800" y="3399"/>
                </a:lnTo>
                <a:lnTo>
                  <a:pt x="4800" y="3400"/>
                </a:lnTo>
                <a:lnTo>
                  <a:pt x="4801" y="3400"/>
                </a:lnTo>
                <a:lnTo>
                  <a:pt x="4800" y="3400"/>
                </a:lnTo>
                <a:lnTo>
                  <a:pt x="4800" y="3401"/>
                </a:lnTo>
                <a:lnTo>
                  <a:pt x="4800" y="3402"/>
                </a:lnTo>
                <a:lnTo>
                  <a:pt x="4801" y="3402"/>
                </a:lnTo>
                <a:lnTo>
                  <a:pt x="4802" y="3402"/>
                </a:lnTo>
                <a:lnTo>
                  <a:pt x="4802" y="3403"/>
                </a:lnTo>
                <a:lnTo>
                  <a:pt x="4801" y="3404"/>
                </a:lnTo>
                <a:lnTo>
                  <a:pt x="4802" y="3404"/>
                </a:lnTo>
                <a:lnTo>
                  <a:pt x="4802" y="3405"/>
                </a:lnTo>
                <a:lnTo>
                  <a:pt x="4800" y="3405"/>
                </a:lnTo>
                <a:lnTo>
                  <a:pt x="4800" y="3406"/>
                </a:lnTo>
                <a:lnTo>
                  <a:pt x="4800" y="3407"/>
                </a:lnTo>
                <a:lnTo>
                  <a:pt x="4800" y="3408"/>
                </a:lnTo>
                <a:lnTo>
                  <a:pt x="4801" y="3408"/>
                </a:lnTo>
                <a:lnTo>
                  <a:pt x="4801" y="3409"/>
                </a:lnTo>
                <a:lnTo>
                  <a:pt x="4800" y="3409"/>
                </a:lnTo>
                <a:lnTo>
                  <a:pt x="4799" y="3409"/>
                </a:lnTo>
                <a:lnTo>
                  <a:pt x="4799" y="3410"/>
                </a:lnTo>
                <a:lnTo>
                  <a:pt x="4799" y="3411"/>
                </a:lnTo>
                <a:lnTo>
                  <a:pt x="4798" y="3411"/>
                </a:lnTo>
                <a:lnTo>
                  <a:pt x="4798" y="3412"/>
                </a:lnTo>
                <a:lnTo>
                  <a:pt x="4798" y="3413"/>
                </a:lnTo>
                <a:lnTo>
                  <a:pt x="4797" y="3413"/>
                </a:lnTo>
                <a:lnTo>
                  <a:pt x="4796" y="3413"/>
                </a:lnTo>
                <a:lnTo>
                  <a:pt x="4796" y="3412"/>
                </a:lnTo>
                <a:lnTo>
                  <a:pt x="4795" y="3412"/>
                </a:lnTo>
                <a:lnTo>
                  <a:pt x="4795" y="3410"/>
                </a:lnTo>
                <a:lnTo>
                  <a:pt x="4796" y="3410"/>
                </a:lnTo>
                <a:lnTo>
                  <a:pt x="4795" y="3409"/>
                </a:lnTo>
                <a:lnTo>
                  <a:pt x="4794" y="3408"/>
                </a:lnTo>
                <a:lnTo>
                  <a:pt x="4794" y="3407"/>
                </a:lnTo>
                <a:lnTo>
                  <a:pt x="4795" y="3407"/>
                </a:lnTo>
                <a:lnTo>
                  <a:pt x="4794" y="3407"/>
                </a:lnTo>
                <a:lnTo>
                  <a:pt x="4794" y="3406"/>
                </a:lnTo>
                <a:lnTo>
                  <a:pt x="4793" y="3406"/>
                </a:lnTo>
                <a:lnTo>
                  <a:pt x="4793" y="3407"/>
                </a:lnTo>
                <a:lnTo>
                  <a:pt x="4793" y="3408"/>
                </a:lnTo>
                <a:lnTo>
                  <a:pt x="4792" y="3408"/>
                </a:lnTo>
                <a:lnTo>
                  <a:pt x="4791" y="3408"/>
                </a:lnTo>
                <a:lnTo>
                  <a:pt x="4791" y="3409"/>
                </a:lnTo>
                <a:lnTo>
                  <a:pt x="4791" y="3410"/>
                </a:lnTo>
                <a:lnTo>
                  <a:pt x="4791" y="3411"/>
                </a:lnTo>
                <a:lnTo>
                  <a:pt x="4791" y="3412"/>
                </a:lnTo>
                <a:lnTo>
                  <a:pt x="4792" y="3412"/>
                </a:lnTo>
                <a:lnTo>
                  <a:pt x="4792" y="3414"/>
                </a:lnTo>
                <a:lnTo>
                  <a:pt x="4791" y="3413"/>
                </a:lnTo>
                <a:lnTo>
                  <a:pt x="4791" y="3414"/>
                </a:lnTo>
                <a:lnTo>
                  <a:pt x="4791" y="3415"/>
                </a:lnTo>
                <a:lnTo>
                  <a:pt x="4790" y="3415"/>
                </a:lnTo>
                <a:lnTo>
                  <a:pt x="4790" y="3413"/>
                </a:lnTo>
                <a:lnTo>
                  <a:pt x="4789" y="3412"/>
                </a:lnTo>
                <a:lnTo>
                  <a:pt x="4788" y="3412"/>
                </a:lnTo>
                <a:lnTo>
                  <a:pt x="4788" y="3411"/>
                </a:lnTo>
                <a:lnTo>
                  <a:pt x="4788" y="3410"/>
                </a:lnTo>
                <a:lnTo>
                  <a:pt x="4787" y="3410"/>
                </a:lnTo>
                <a:lnTo>
                  <a:pt x="4786" y="3410"/>
                </a:lnTo>
                <a:lnTo>
                  <a:pt x="4786" y="3409"/>
                </a:lnTo>
                <a:lnTo>
                  <a:pt x="4787" y="3409"/>
                </a:lnTo>
                <a:lnTo>
                  <a:pt x="4787" y="3408"/>
                </a:lnTo>
                <a:lnTo>
                  <a:pt x="4788" y="3408"/>
                </a:lnTo>
                <a:lnTo>
                  <a:pt x="4787" y="3408"/>
                </a:lnTo>
                <a:lnTo>
                  <a:pt x="4787" y="3407"/>
                </a:lnTo>
                <a:lnTo>
                  <a:pt x="4787" y="3406"/>
                </a:lnTo>
                <a:lnTo>
                  <a:pt x="4786" y="3405"/>
                </a:lnTo>
                <a:lnTo>
                  <a:pt x="4786" y="3406"/>
                </a:lnTo>
                <a:lnTo>
                  <a:pt x="4785" y="3406"/>
                </a:lnTo>
                <a:lnTo>
                  <a:pt x="4785" y="3405"/>
                </a:lnTo>
                <a:lnTo>
                  <a:pt x="4784" y="3405"/>
                </a:lnTo>
                <a:lnTo>
                  <a:pt x="4783" y="3405"/>
                </a:lnTo>
                <a:lnTo>
                  <a:pt x="4783" y="3404"/>
                </a:lnTo>
                <a:lnTo>
                  <a:pt x="4782" y="3405"/>
                </a:lnTo>
                <a:lnTo>
                  <a:pt x="4781" y="3405"/>
                </a:lnTo>
                <a:lnTo>
                  <a:pt x="4781" y="3406"/>
                </a:lnTo>
                <a:lnTo>
                  <a:pt x="4781" y="3407"/>
                </a:lnTo>
                <a:lnTo>
                  <a:pt x="4780" y="3407"/>
                </a:lnTo>
                <a:lnTo>
                  <a:pt x="4779" y="3407"/>
                </a:lnTo>
                <a:lnTo>
                  <a:pt x="4779" y="3406"/>
                </a:lnTo>
                <a:lnTo>
                  <a:pt x="4778" y="3406"/>
                </a:lnTo>
                <a:lnTo>
                  <a:pt x="4778" y="3407"/>
                </a:lnTo>
                <a:lnTo>
                  <a:pt x="4777" y="3408"/>
                </a:lnTo>
                <a:lnTo>
                  <a:pt x="4776" y="3408"/>
                </a:lnTo>
                <a:lnTo>
                  <a:pt x="4775" y="3407"/>
                </a:lnTo>
                <a:lnTo>
                  <a:pt x="4775" y="3406"/>
                </a:lnTo>
                <a:lnTo>
                  <a:pt x="4776" y="3406"/>
                </a:lnTo>
                <a:lnTo>
                  <a:pt x="4775" y="3406"/>
                </a:lnTo>
                <a:lnTo>
                  <a:pt x="4775" y="3405"/>
                </a:lnTo>
                <a:lnTo>
                  <a:pt x="4775" y="3404"/>
                </a:lnTo>
                <a:lnTo>
                  <a:pt x="4775" y="3403"/>
                </a:lnTo>
                <a:lnTo>
                  <a:pt x="4776" y="3402"/>
                </a:lnTo>
                <a:lnTo>
                  <a:pt x="4777" y="3402"/>
                </a:lnTo>
                <a:lnTo>
                  <a:pt x="4777" y="3401"/>
                </a:lnTo>
                <a:lnTo>
                  <a:pt x="4778" y="3400"/>
                </a:lnTo>
                <a:lnTo>
                  <a:pt x="4776" y="3401"/>
                </a:lnTo>
                <a:lnTo>
                  <a:pt x="4776" y="3402"/>
                </a:lnTo>
                <a:lnTo>
                  <a:pt x="4775" y="3402"/>
                </a:lnTo>
                <a:lnTo>
                  <a:pt x="4775" y="3403"/>
                </a:lnTo>
                <a:lnTo>
                  <a:pt x="4774" y="3403"/>
                </a:lnTo>
                <a:lnTo>
                  <a:pt x="4774" y="3402"/>
                </a:lnTo>
                <a:lnTo>
                  <a:pt x="4775" y="3402"/>
                </a:lnTo>
                <a:lnTo>
                  <a:pt x="4775" y="3401"/>
                </a:lnTo>
                <a:lnTo>
                  <a:pt x="4774" y="3401"/>
                </a:lnTo>
                <a:lnTo>
                  <a:pt x="4774" y="3400"/>
                </a:lnTo>
                <a:lnTo>
                  <a:pt x="4773" y="3400"/>
                </a:lnTo>
                <a:lnTo>
                  <a:pt x="4773" y="3401"/>
                </a:lnTo>
                <a:lnTo>
                  <a:pt x="4773" y="3402"/>
                </a:lnTo>
                <a:lnTo>
                  <a:pt x="4772" y="3403"/>
                </a:lnTo>
                <a:lnTo>
                  <a:pt x="4773" y="3403"/>
                </a:lnTo>
                <a:lnTo>
                  <a:pt x="4774" y="3403"/>
                </a:lnTo>
                <a:lnTo>
                  <a:pt x="4774" y="3404"/>
                </a:lnTo>
                <a:lnTo>
                  <a:pt x="4773" y="3404"/>
                </a:lnTo>
                <a:lnTo>
                  <a:pt x="4773" y="3405"/>
                </a:lnTo>
                <a:lnTo>
                  <a:pt x="4772" y="3405"/>
                </a:lnTo>
                <a:lnTo>
                  <a:pt x="4772" y="3404"/>
                </a:lnTo>
                <a:lnTo>
                  <a:pt x="4771" y="3404"/>
                </a:lnTo>
                <a:lnTo>
                  <a:pt x="4771" y="3403"/>
                </a:lnTo>
                <a:lnTo>
                  <a:pt x="4771" y="3402"/>
                </a:lnTo>
                <a:lnTo>
                  <a:pt x="4770" y="3402"/>
                </a:lnTo>
                <a:lnTo>
                  <a:pt x="4770" y="3400"/>
                </a:lnTo>
                <a:lnTo>
                  <a:pt x="4769" y="3400"/>
                </a:lnTo>
                <a:lnTo>
                  <a:pt x="4768" y="3400"/>
                </a:lnTo>
                <a:lnTo>
                  <a:pt x="4768" y="3399"/>
                </a:lnTo>
                <a:lnTo>
                  <a:pt x="4767" y="3399"/>
                </a:lnTo>
                <a:lnTo>
                  <a:pt x="4767" y="3400"/>
                </a:lnTo>
                <a:lnTo>
                  <a:pt x="4768" y="3400"/>
                </a:lnTo>
                <a:lnTo>
                  <a:pt x="4769" y="3400"/>
                </a:lnTo>
                <a:lnTo>
                  <a:pt x="4769" y="3401"/>
                </a:lnTo>
                <a:lnTo>
                  <a:pt x="4769" y="3402"/>
                </a:lnTo>
                <a:lnTo>
                  <a:pt x="4770" y="3402"/>
                </a:lnTo>
                <a:lnTo>
                  <a:pt x="4770" y="3403"/>
                </a:lnTo>
                <a:lnTo>
                  <a:pt x="4770" y="3404"/>
                </a:lnTo>
                <a:lnTo>
                  <a:pt x="4770" y="3405"/>
                </a:lnTo>
                <a:lnTo>
                  <a:pt x="4769" y="3405"/>
                </a:lnTo>
                <a:lnTo>
                  <a:pt x="4769" y="3406"/>
                </a:lnTo>
                <a:lnTo>
                  <a:pt x="4768" y="3406"/>
                </a:lnTo>
                <a:lnTo>
                  <a:pt x="4768" y="3407"/>
                </a:lnTo>
                <a:lnTo>
                  <a:pt x="4767" y="3406"/>
                </a:lnTo>
                <a:lnTo>
                  <a:pt x="4767" y="3405"/>
                </a:lnTo>
                <a:lnTo>
                  <a:pt x="4766" y="3405"/>
                </a:lnTo>
                <a:lnTo>
                  <a:pt x="4766" y="3404"/>
                </a:lnTo>
                <a:lnTo>
                  <a:pt x="4765" y="3404"/>
                </a:lnTo>
                <a:lnTo>
                  <a:pt x="4765" y="3403"/>
                </a:lnTo>
                <a:lnTo>
                  <a:pt x="4765" y="3402"/>
                </a:lnTo>
                <a:lnTo>
                  <a:pt x="4764" y="3402"/>
                </a:lnTo>
                <a:lnTo>
                  <a:pt x="4764" y="3401"/>
                </a:lnTo>
                <a:lnTo>
                  <a:pt x="4764" y="3402"/>
                </a:lnTo>
                <a:lnTo>
                  <a:pt x="4764" y="3403"/>
                </a:lnTo>
                <a:lnTo>
                  <a:pt x="4764" y="3404"/>
                </a:lnTo>
                <a:lnTo>
                  <a:pt x="4763" y="3404"/>
                </a:lnTo>
                <a:lnTo>
                  <a:pt x="4762" y="3404"/>
                </a:lnTo>
                <a:lnTo>
                  <a:pt x="4763" y="3405"/>
                </a:lnTo>
                <a:lnTo>
                  <a:pt x="4764" y="3406"/>
                </a:lnTo>
                <a:lnTo>
                  <a:pt x="4764" y="3407"/>
                </a:lnTo>
                <a:lnTo>
                  <a:pt x="4764" y="3408"/>
                </a:lnTo>
                <a:lnTo>
                  <a:pt x="4763" y="3408"/>
                </a:lnTo>
                <a:lnTo>
                  <a:pt x="4763" y="3409"/>
                </a:lnTo>
                <a:lnTo>
                  <a:pt x="4764" y="3410"/>
                </a:lnTo>
                <a:lnTo>
                  <a:pt x="4763" y="3411"/>
                </a:lnTo>
                <a:lnTo>
                  <a:pt x="4763" y="3412"/>
                </a:lnTo>
                <a:lnTo>
                  <a:pt x="4763" y="3413"/>
                </a:lnTo>
                <a:lnTo>
                  <a:pt x="4764" y="3413"/>
                </a:lnTo>
                <a:lnTo>
                  <a:pt x="4764" y="3412"/>
                </a:lnTo>
                <a:lnTo>
                  <a:pt x="4764" y="3413"/>
                </a:lnTo>
                <a:lnTo>
                  <a:pt x="4765" y="3413"/>
                </a:lnTo>
                <a:lnTo>
                  <a:pt x="4765" y="3414"/>
                </a:lnTo>
                <a:lnTo>
                  <a:pt x="4765" y="3413"/>
                </a:lnTo>
                <a:lnTo>
                  <a:pt x="4765" y="3410"/>
                </a:lnTo>
                <a:lnTo>
                  <a:pt x="4766" y="3409"/>
                </a:lnTo>
                <a:lnTo>
                  <a:pt x="4766" y="3408"/>
                </a:lnTo>
                <a:lnTo>
                  <a:pt x="4767" y="3407"/>
                </a:lnTo>
                <a:lnTo>
                  <a:pt x="4768" y="3407"/>
                </a:lnTo>
                <a:lnTo>
                  <a:pt x="4769" y="3407"/>
                </a:lnTo>
                <a:lnTo>
                  <a:pt x="4770" y="3407"/>
                </a:lnTo>
                <a:lnTo>
                  <a:pt x="4770" y="3406"/>
                </a:lnTo>
                <a:lnTo>
                  <a:pt x="4771" y="3406"/>
                </a:lnTo>
                <a:lnTo>
                  <a:pt x="4771" y="3405"/>
                </a:lnTo>
                <a:lnTo>
                  <a:pt x="4772" y="3406"/>
                </a:lnTo>
                <a:lnTo>
                  <a:pt x="4773" y="3407"/>
                </a:lnTo>
                <a:lnTo>
                  <a:pt x="4773" y="3408"/>
                </a:lnTo>
                <a:lnTo>
                  <a:pt x="4774" y="3408"/>
                </a:lnTo>
                <a:lnTo>
                  <a:pt x="4775" y="3408"/>
                </a:lnTo>
                <a:lnTo>
                  <a:pt x="4776" y="3408"/>
                </a:lnTo>
                <a:lnTo>
                  <a:pt x="4776" y="3409"/>
                </a:lnTo>
                <a:lnTo>
                  <a:pt x="4775" y="3409"/>
                </a:lnTo>
                <a:lnTo>
                  <a:pt x="4776" y="3410"/>
                </a:lnTo>
                <a:lnTo>
                  <a:pt x="4778" y="3411"/>
                </a:lnTo>
                <a:lnTo>
                  <a:pt x="4778" y="3410"/>
                </a:lnTo>
                <a:lnTo>
                  <a:pt x="4779" y="3410"/>
                </a:lnTo>
                <a:lnTo>
                  <a:pt x="4779" y="3409"/>
                </a:lnTo>
                <a:lnTo>
                  <a:pt x="4779" y="3408"/>
                </a:lnTo>
                <a:lnTo>
                  <a:pt x="4780" y="3408"/>
                </a:lnTo>
                <a:lnTo>
                  <a:pt x="4781" y="3408"/>
                </a:lnTo>
                <a:lnTo>
                  <a:pt x="4781" y="3407"/>
                </a:lnTo>
                <a:lnTo>
                  <a:pt x="4782" y="3406"/>
                </a:lnTo>
                <a:lnTo>
                  <a:pt x="4783" y="3406"/>
                </a:lnTo>
                <a:lnTo>
                  <a:pt x="4784" y="3407"/>
                </a:lnTo>
                <a:lnTo>
                  <a:pt x="4784" y="3408"/>
                </a:lnTo>
                <a:lnTo>
                  <a:pt x="4785" y="3408"/>
                </a:lnTo>
                <a:lnTo>
                  <a:pt x="4785" y="3409"/>
                </a:lnTo>
                <a:lnTo>
                  <a:pt x="4785" y="3410"/>
                </a:lnTo>
                <a:lnTo>
                  <a:pt x="4785" y="3411"/>
                </a:lnTo>
                <a:lnTo>
                  <a:pt x="4785" y="3412"/>
                </a:lnTo>
                <a:lnTo>
                  <a:pt x="4786" y="3413"/>
                </a:lnTo>
                <a:lnTo>
                  <a:pt x="4787" y="3413"/>
                </a:lnTo>
                <a:lnTo>
                  <a:pt x="4787" y="3414"/>
                </a:lnTo>
                <a:lnTo>
                  <a:pt x="4788" y="3414"/>
                </a:lnTo>
                <a:lnTo>
                  <a:pt x="4788" y="3415"/>
                </a:lnTo>
                <a:lnTo>
                  <a:pt x="4789" y="3416"/>
                </a:lnTo>
                <a:lnTo>
                  <a:pt x="4790" y="3416"/>
                </a:lnTo>
                <a:lnTo>
                  <a:pt x="4792" y="3416"/>
                </a:lnTo>
                <a:lnTo>
                  <a:pt x="4792" y="3417"/>
                </a:lnTo>
                <a:lnTo>
                  <a:pt x="4792" y="3416"/>
                </a:lnTo>
                <a:lnTo>
                  <a:pt x="4793" y="3416"/>
                </a:lnTo>
                <a:lnTo>
                  <a:pt x="4793" y="3415"/>
                </a:lnTo>
                <a:lnTo>
                  <a:pt x="4793" y="3416"/>
                </a:lnTo>
                <a:lnTo>
                  <a:pt x="4793" y="3417"/>
                </a:lnTo>
                <a:lnTo>
                  <a:pt x="4793" y="3418"/>
                </a:lnTo>
                <a:lnTo>
                  <a:pt x="4792" y="3418"/>
                </a:lnTo>
                <a:lnTo>
                  <a:pt x="4791" y="3417"/>
                </a:lnTo>
                <a:lnTo>
                  <a:pt x="4790" y="3417"/>
                </a:lnTo>
                <a:lnTo>
                  <a:pt x="4790" y="3418"/>
                </a:lnTo>
                <a:lnTo>
                  <a:pt x="4789" y="3418"/>
                </a:lnTo>
                <a:lnTo>
                  <a:pt x="4788" y="3418"/>
                </a:lnTo>
                <a:lnTo>
                  <a:pt x="4787" y="3418"/>
                </a:lnTo>
                <a:lnTo>
                  <a:pt x="4787" y="3419"/>
                </a:lnTo>
                <a:lnTo>
                  <a:pt x="4788" y="3419"/>
                </a:lnTo>
                <a:lnTo>
                  <a:pt x="4789" y="3419"/>
                </a:lnTo>
                <a:lnTo>
                  <a:pt x="4790" y="3419"/>
                </a:lnTo>
                <a:lnTo>
                  <a:pt x="4791" y="3420"/>
                </a:lnTo>
                <a:lnTo>
                  <a:pt x="4790" y="3420"/>
                </a:lnTo>
                <a:lnTo>
                  <a:pt x="4789" y="3421"/>
                </a:lnTo>
                <a:lnTo>
                  <a:pt x="4788" y="3421"/>
                </a:lnTo>
                <a:lnTo>
                  <a:pt x="4787" y="3421"/>
                </a:lnTo>
                <a:lnTo>
                  <a:pt x="4786" y="3422"/>
                </a:lnTo>
                <a:lnTo>
                  <a:pt x="4787" y="3422"/>
                </a:lnTo>
                <a:lnTo>
                  <a:pt x="4787" y="3423"/>
                </a:lnTo>
                <a:lnTo>
                  <a:pt x="4787" y="3424"/>
                </a:lnTo>
                <a:lnTo>
                  <a:pt x="4788" y="3424"/>
                </a:lnTo>
                <a:lnTo>
                  <a:pt x="4789" y="3424"/>
                </a:lnTo>
                <a:lnTo>
                  <a:pt x="4790" y="3424"/>
                </a:lnTo>
                <a:lnTo>
                  <a:pt x="4789" y="3425"/>
                </a:lnTo>
                <a:lnTo>
                  <a:pt x="4788" y="3425"/>
                </a:lnTo>
                <a:lnTo>
                  <a:pt x="4786" y="3425"/>
                </a:lnTo>
                <a:lnTo>
                  <a:pt x="4785" y="3425"/>
                </a:lnTo>
                <a:lnTo>
                  <a:pt x="4784" y="3425"/>
                </a:lnTo>
                <a:lnTo>
                  <a:pt x="4782" y="3425"/>
                </a:lnTo>
                <a:lnTo>
                  <a:pt x="4781" y="3424"/>
                </a:lnTo>
                <a:lnTo>
                  <a:pt x="4780" y="3424"/>
                </a:lnTo>
                <a:lnTo>
                  <a:pt x="4779" y="3425"/>
                </a:lnTo>
                <a:lnTo>
                  <a:pt x="4778" y="3425"/>
                </a:lnTo>
                <a:lnTo>
                  <a:pt x="4777" y="3424"/>
                </a:lnTo>
                <a:lnTo>
                  <a:pt x="4776" y="3425"/>
                </a:lnTo>
                <a:lnTo>
                  <a:pt x="4775" y="3425"/>
                </a:lnTo>
                <a:lnTo>
                  <a:pt x="4775" y="3424"/>
                </a:lnTo>
                <a:lnTo>
                  <a:pt x="4774" y="3424"/>
                </a:lnTo>
                <a:lnTo>
                  <a:pt x="4773" y="3424"/>
                </a:lnTo>
                <a:lnTo>
                  <a:pt x="4773" y="3425"/>
                </a:lnTo>
                <a:lnTo>
                  <a:pt x="4774" y="3425"/>
                </a:lnTo>
                <a:lnTo>
                  <a:pt x="4774" y="3426"/>
                </a:lnTo>
                <a:lnTo>
                  <a:pt x="4775" y="3427"/>
                </a:lnTo>
                <a:lnTo>
                  <a:pt x="4775" y="3426"/>
                </a:lnTo>
                <a:lnTo>
                  <a:pt x="4776" y="3426"/>
                </a:lnTo>
                <a:lnTo>
                  <a:pt x="4776" y="3427"/>
                </a:lnTo>
                <a:lnTo>
                  <a:pt x="4777" y="3427"/>
                </a:lnTo>
                <a:lnTo>
                  <a:pt x="4777" y="3428"/>
                </a:lnTo>
                <a:lnTo>
                  <a:pt x="4777" y="3429"/>
                </a:lnTo>
                <a:lnTo>
                  <a:pt x="4777" y="3430"/>
                </a:lnTo>
                <a:lnTo>
                  <a:pt x="4777" y="3431"/>
                </a:lnTo>
                <a:lnTo>
                  <a:pt x="4778" y="3431"/>
                </a:lnTo>
                <a:lnTo>
                  <a:pt x="4779" y="3432"/>
                </a:lnTo>
                <a:lnTo>
                  <a:pt x="4779" y="3433"/>
                </a:lnTo>
                <a:lnTo>
                  <a:pt x="4778" y="3433"/>
                </a:lnTo>
                <a:lnTo>
                  <a:pt x="4777" y="3433"/>
                </a:lnTo>
                <a:lnTo>
                  <a:pt x="4777" y="3432"/>
                </a:lnTo>
                <a:lnTo>
                  <a:pt x="4776" y="3431"/>
                </a:lnTo>
                <a:lnTo>
                  <a:pt x="4775" y="3430"/>
                </a:lnTo>
                <a:lnTo>
                  <a:pt x="4774" y="3430"/>
                </a:lnTo>
                <a:lnTo>
                  <a:pt x="4775" y="3431"/>
                </a:lnTo>
                <a:lnTo>
                  <a:pt x="4774" y="3432"/>
                </a:lnTo>
                <a:lnTo>
                  <a:pt x="4775" y="3433"/>
                </a:lnTo>
                <a:lnTo>
                  <a:pt x="4774" y="3433"/>
                </a:lnTo>
                <a:lnTo>
                  <a:pt x="4774" y="3434"/>
                </a:lnTo>
                <a:lnTo>
                  <a:pt x="4773" y="3434"/>
                </a:lnTo>
                <a:lnTo>
                  <a:pt x="4773" y="3435"/>
                </a:lnTo>
                <a:lnTo>
                  <a:pt x="4774" y="3435"/>
                </a:lnTo>
                <a:lnTo>
                  <a:pt x="4775" y="3434"/>
                </a:lnTo>
                <a:lnTo>
                  <a:pt x="4775" y="3435"/>
                </a:lnTo>
                <a:lnTo>
                  <a:pt x="4776" y="3434"/>
                </a:lnTo>
                <a:lnTo>
                  <a:pt x="4776" y="3435"/>
                </a:lnTo>
                <a:lnTo>
                  <a:pt x="4777" y="3436"/>
                </a:lnTo>
                <a:lnTo>
                  <a:pt x="4777" y="3437"/>
                </a:lnTo>
                <a:lnTo>
                  <a:pt x="4776" y="3437"/>
                </a:lnTo>
                <a:lnTo>
                  <a:pt x="4776" y="3438"/>
                </a:lnTo>
                <a:lnTo>
                  <a:pt x="4777" y="3438"/>
                </a:lnTo>
                <a:lnTo>
                  <a:pt x="4777" y="3439"/>
                </a:lnTo>
                <a:lnTo>
                  <a:pt x="4776" y="3439"/>
                </a:lnTo>
                <a:lnTo>
                  <a:pt x="4776" y="3440"/>
                </a:lnTo>
                <a:lnTo>
                  <a:pt x="4775" y="3440"/>
                </a:lnTo>
                <a:lnTo>
                  <a:pt x="4775" y="3441"/>
                </a:lnTo>
                <a:lnTo>
                  <a:pt x="4774" y="3441"/>
                </a:lnTo>
                <a:lnTo>
                  <a:pt x="4773" y="3441"/>
                </a:lnTo>
                <a:lnTo>
                  <a:pt x="4772" y="3442"/>
                </a:lnTo>
                <a:lnTo>
                  <a:pt x="4771" y="3442"/>
                </a:lnTo>
                <a:lnTo>
                  <a:pt x="4770" y="3441"/>
                </a:lnTo>
                <a:lnTo>
                  <a:pt x="4770" y="3442"/>
                </a:lnTo>
                <a:lnTo>
                  <a:pt x="4769" y="3442"/>
                </a:lnTo>
                <a:lnTo>
                  <a:pt x="4768" y="3442"/>
                </a:lnTo>
                <a:lnTo>
                  <a:pt x="4768" y="3443"/>
                </a:lnTo>
                <a:lnTo>
                  <a:pt x="4769" y="3443"/>
                </a:lnTo>
                <a:lnTo>
                  <a:pt x="4770" y="3443"/>
                </a:lnTo>
                <a:lnTo>
                  <a:pt x="4769" y="3443"/>
                </a:lnTo>
                <a:lnTo>
                  <a:pt x="4769" y="3444"/>
                </a:lnTo>
                <a:lnTo>
                  <a:pt x="4769" y="3445"/>
                </a:lnTo>
                <a:lnTo>
                  <a:pt x="4768" y="3445"/>
                </a:lnTo>
                <a:lnTo>
                  <a:pt x="4770" y="3445"/>
                </a:lnTo>
                <a:lnTo>
                  <a:pt x="4771" y="3444"/>
                </a:lnTo>
                <a:lnTo>
                  <a:pt x="4772" y="3443"/>
                </a:lnTo>
                <a:lnTo>
                  <a:pt x="4773" y="3443"/>
                </a:lnTo>
                <a:lnTo>
                  <a:pt x="4774" y="3443"/>
                </a:lnTo>
                <a:lnTo>
                  <a:pt x="4775" y="3443"/>
                </a:lnTo>
                <a:lnTo>
                  <a:pt x="4775" y="3444"/>
                </a:lnTo>
                <a:lnTo>
                  <a:pt x="4774" y="3444"/>
                </a:lnTo>
                <a:lnTo>
                  <a:pt x="4774" y="3445"/>
                </a:lnTo>
                <a:lnTo>
                  <a:pt x="4774" y="3446"/>
                </a:lnTo>
                <a:lnTo>
                  <a:pt x="4775" y="3446"/>
                </a:lnTo>
                <a:lnTo>
                  <a:pt x="4775" y="3448"/>
                </a:lnTo>
                <a:lnTo>
                  <a:pt x="4774" y="3449"/>
                </a:lnTo>
                <a:lnTo>
                  <a:pt x="4774" y="3450"/>
                </a:lnTo>
                <a:lnTo>
                  <a:pt x="4773" y="3449"/>
                </a:lnTo>
                <a:lnTo>
                  <a:pt x="4772" y="3449"/>
                </a:lnTo>
                <a:lnTo>
                  <a:pt x="4771" y="3449"/>
                </a:lnTo>
                <a:lnTo>
                  <a:pt x="4770" y="3449"/>
                </a:lnTo>
                <a:lnTo>
                  <a:pt x="4769" y="3450"/>
                </a:lnTo>
                <a:lnTo>
                  <a:pt x="4769" y="3449"/>
                </a:lnTo>
                <a:lnTo>
                  <a:pt x="4768" y="3449"/>
                </a:lnTo>
                <a:lnTo>
                  <a:pt x="4767" y="3449"/>
                </a:lnTo>
                <a:lnTo>
                  <a:pt x="4766" y="3449"/>
                </a:lnTo>
                <a:lnTo>
                  <a:pt x="4765" y="3450"/>
                </a:lnTo>
                <a:lnTo>
                  <a:pt x="4763" y="3450"/>
                </a:lnTo>
                <a:lnTo>
                  <a:pt x="4763" y="3451"/>
                </a:lnTo>
                <a:lnTo>
                  <a:pt x="4763" y="3450"/>
                </a:lnTo>
                <a:lnTo>
                  <a:pt x="4762" y="3450"/>
                </a:lnTo>
                <a:lnTo>
                  <a:pt x="4761" y="3450"/>
                </a:lnTo>
                <a:lnTo>
                  <a:pt x="4761" y="3449"/>
                </a:lnTo>
                <a:lnTo>
                  <a:pt x="4760" y="3450"/>
                </a:lnTo>
                <a:lnTo>
                  <a:pt x="4761" y="3451"/>
                </a:lnTo>
                <a:lnTo>
                  <a:pt x="4760" y="3452"/>
                </a:lnTo>
                <a:lnTo>
                  <a:pt x="4761" y="3452"/>
                </a:lnTo>
                <a:lnTo>
                  <a:pt x="4761" y="3453"/>
                </a:lnTo>
                <a:lnTo>
                  <a:pt x="4762" y="3453"/>
                </a:lnTo>
                <a:lnTo>
                  <a:pt x="4762" y="3454"/>
                </a:lnTo>
                <a:lnTo>
                  <a:pt x="4761" y="3455"/>
                </a:lnTo>
                <a:lnTo>
                  <a:pt x="4761" y="3456"/>
                </a:lnTo>
                <a:lnTo>
                  <a:pt x="4760" y="3457"/>
                </a:lnTo>
                <a:lnTo>
                  <a:pt x="4759" y="3457"/>
                </a:lnTo>
                <a:lnTo>
                  <a:pt x="4759" y="3456"/>
                </a:lnTo>
                <a:lnTo>
                  <a:pt x="4758" y="3456"/>
                </a:lnTo>
                <a:lnTo>
                  <a:pt x="4758" y="3457"/>
                </a:lnTo>
                <a:lnTo>
                  <a:pt x="4757" y="3457"/>
                </a:lnTo>
                <a:lnTo>
                  <a:pt x="4758" y="3456"/>
                </a:lnTo>
                <a:lnTo>
                  <a:pt x="4758" y="3455"/>
                </a:lnTo>
                <a:lnTo>
                  <a:pt x="4757" y="3455"/>
                </a:lnTo>
                <a:lnTo>
                  <a:pt x="4756" y="3455"/>
                </a:lnTo>
                <a:lnTo>
                  <a:pt x="4755" y="3455"/>
                </a:lnTo>
                <a:lnTo>
                  <a:pt x="4755" y="3456"/>
                </a:lnTo>
                <a:lnTo>
                  <a:pt x="4754" y="3456"/>
                </a:lnTo>
                <a:lnTo>
                  <a:pt x="4754" y="3457"/>
                </a:lnTo>
                <a:lnTo>
                  <a:pt x="4755" y="3457"/>
                </a:lnTo>
                <a:lnTo>
                  <a:pt x="4756" y="3457"/>
                </a:lnTo>
                <a:lnTo>
                  <a:pt x="4757" y="3457"/>
                </a:lnTo>
                <a:lnTo>
                  <a:pt x="4757" y="3458"/>
                </a:lnTo>
                <a:lnTo>
                  <a:pt x="4756" y="3458"/>
                </a:lnTo>
                <a:lnTo>
                  <a:pt x="4758" y="3464"/>
                </a:lnTo>
                <a:lnTo>
                  <a:pt x="4759" y="3464"/>
                </a:lnTo>
                <a:lnTo>
                  <a:pt x="4760" y="3464"/>
                </a:lnTo>
                <a:lnTo>
                  <a:pt x="4760" y="3465"/>
                </a:lnTo>
                <a:lnTo>
                  <a:pt x="4760" y="3466"/>
                </a:lnTo>
                <a:lnTo>
                  <a:pt x="4761" y="3467"/>
                </a:lnTo>
                <a:lnTo>
                  <a:pt x="4762" y="3468"/>
                </a:lnTo>
                <a:lnTo>
                  <a:pt x="4762" y="3467"/>
                </a:lnTo>
                <a:lnTo>
                  <a:pt x="4764" y="3466"/>
                </a:lnTo>
                <a:lnTo>
                  <a:pt x="4764" y="3467"/>
                </a:lnTo>
                <a:lnTo>
                  <a:pt x="4763" y="3467"/>
                </a:lnTo>
                <a:lnTo>
                  <a:pt x="4764" y="3467"/>
                </a:lnTo>
                <a:lnTo>
                  <a:pt x="4765" y="3466"/>
                </a:lnTo>
                <a:lnTo>
                  <a:pt x="4766" y="3466"/>
                </a:lnTo>
                <a:lnTo>
                  <a:pt x="4766" y="3467"/>
                </a:lnTo>
                <a:lnTo>
                  <a:pt x="4765" y="3467"/>
                </a:lnTo>
                <a:lnTo>
                  <a:pt x="4764" y="3468"/>
                </a:lnTo>
                <a:lnTo>
                  <a:pt x="4763" y="3470"/>
                </a:lnTo>
                <a:lnTo>
                  <a:pt x="4763" y="3471"/>
                </a:lnTo>
                <a:lnTo>
                  <a:pt x="4762" y="3471"/>
                </a:lnTo>
                <a:lnTo>
                  <a:pt x="4762" y="3472"/>
                </a:lnTo>
                <a:lnTo>
                  <a:pt x="4762" y="3473"/>
                </a:lnTo>
                <a:lnTo>
                  <a:pt x="4763" y="3473"/>
                </a:lnTo>
                <a:lnTo>
                  <a:pt x="4763" y="3474"/>
                </a:lnTo>
                <a:lnTo>
                  <a:pt x="4764" y="3474"/>
                </a:lnTo>
                <a:lnTo>
                  <a:pt x="4764" y="3475"/>
                </a:lnTo>
                <a:lnTo>
                  <a:pt x="4766" y="3474"/>
                </a:lnTo>
                <a:lnTo>
                  <a:pt x="4767" y="3474"/>
                </a:lnTo>
                <a:lnTo>
                  <a:pt x="4767" y="3473"/>
                </a:lnTo>
                <a:lnTo>
                  <a:pt x="4768" y="3473"/>
                </a:lnTo>
                <a:lnTo>
                  <a:pt x="4767" y="3474"/>
                </a:lnTo>
                <a:lnTo>
                  <a:pt x="4766" y="3475"/>
                </a:lnTo>
                <a:lnTo>
                  <a:pt x="4767" y="3475"/>
                </a:lnTo>
                <a:lnTo>
                  <a:pt x="4768" y="3475"/>
                </a:lnTo>
                <a:lnTo>
                  <a:pt x="4769" y="3475"/>
                </a:lnTo>
                <a:lnTo>
                  <a:pt x="4769" y="3474"/>
                </a:lnTo>
                <a:lnTo>
                  <a:pt x="4769" y="3475"/>
                </a:lnTo>
                <a:lnTo>
                  <a:pt x="4769" y="3476"/>
                </a:lnTo>
                <a:lnTo>
                  <a:pt x="4768" y="3477"/>
                </a:lnTo>
                <a:lnTo>
                  <a:pt x="4767" y="3477"/>
                </a:lnTo>
                <a:lnTo>
                  <a:pt x="4766" y="3477"/>
                </a:lnTo>
                <a:lnTo>
                  <a:pt x="4766" y="3478"/>
                </a:lnTo>
                <a:lnTo>
                  <a:pt x="4765" y="3478"/>
                </a:lnTo>
                <a:lnTo>
                  <a:pt x="4764" y="3479"/>
                </a:lnTo>
                <a:lnTo>
                  <a:pt x="4764" y="3480"/>
                </a:lnTo>
                <a:lnTo>
                  <a:pt x="4765" y="3482"/>
                </a:lnTo>
                <a:lnTo>
                  <a:pt x="4765" y="3483"/>
                </a:lnTo>
                <a:lnTo>
                  <a:pt x="4765" y="3484"/>
                </a:lnTo>
                <a:lnTo>
                  <a:pt x="4766" y="3485"/>
                </a:lnTo>
                <a:lnTo>
                  <a:pt x="4765" y="3485"/>
                </a:lnTo>
                <a:lnTo>
                  <a:pt x="4765" y="3486"/>
                </a:lnTo>
                <a:lnTo>
                  <a:pt x="4766" y="3486"/>
                </a:lnTo>
                <a:lnTo>
                  <a:pt x="4766" y="3487"/>
                </a:lnTo>
                <a:lnTo>
                  <a:pt x="4767" y="3486"/>
                </a:lnTo>
                <a:lnTo>
                  <a:pt x="4768" y="3485"/>
                </a:lnTo>
                <a:lnTo>
                  <a:pt x="4769" y="3485"/>
                </a:lnTo>
                <a:lnTo>
                  <a:pt x="4767" y="3487"/>
                </a:lnTo>
                <a:lnTo>
                  <a:pt x="4766" y="3488"/>
                </a:lnTo>
                <a:lnTo>
                  <a:pt x="4765" y="3489"/>
                </a:lnTo>
                <a:lnTo>
                  <a:pt x="4765" y="3490"/>
                </a:lnTo>
                <a:lnTo>
                  <a:pt x="4764" y="3490"/>
                </a:lnTo>
                <a:lnTo>
                  <a:pt x="4763" y="3489"/>
                </a:lnTo>
                <a:lnTo>
                  <a:pt x="4763" y="3488"/>
                </a:lnTo>
                <a:lnTo>
                  <a:pt x="4763" y="3487"/>
                </a:lnTo>
                <a:lnTo>
                  <a:pt x="4763" y="3486"/>
                </a:lnTo>
                <a:lnTo>
                  <a:pt x="4762" y="3486"/>
                </a:lnTo>
                <a:lnTo>
                  <a:pt x="4761" y="3487"/>
                </a:lnTo>
                <a:lnTo>
                  <a:pt x="4761" y="3488"/>
                </a:lnTo>
                <a:lnTo>
                  <a:pt x="4760" y="3489"/>
                </a:lnTo>
                <a:lnTo>
                  <a:pt x="4759" y="3490"/>
                </a:lnTo>
                <a:lnTo>
                  <a:pt x="4758" y="3490"/>
                </a:lnTo>
                <a:lnTo>
                  <a:pt x="4756" y="3492"/>
                </a:lnTo>
                <a:lnTo>
                  <a:pt x="4756" y="3493"/>
                </a:lnTo>
                <a:lnTo>
                  <a:pt x="4755" y="3493"/>
                </a:lnTo>
                <a:lnTo>
                  <a:pt x="4754" y="3493"/>
                </a:lnTo>
                <a:lnTo>
                  <a:pt x="4753" y="3494"/>
                </a:lnTo>
                <a:lnTo>
                  <a:pt x="4751" y="3494"/>
                </a:lnTo>
                <a:lnTo>
                  <a:pt x="4751" y="3493"/>
                </a:lnTo>
                <a:lnTo>
                  <a:pt x="4750" y="3493"/>
                </a:lnTo>
                <a:lnTo>
                  <a:pt x="4749" y="3493"/>
                </a:lnTo>
                <a:lnTo>
                  <a:pt x="4749" y="3494"/>
                </a:lnTo>
                <a:lnTo>
                  <a:pt x="4748" y="3495"/>
                </a:lnTo>
                <a:lnTo>
                  <a:pt x="4748" y="3496"/>
                </a:lnTo>
                <a:lnTo>
                  <a:pt x="4747" y="3497"/>
                </a:lnTo>
                <a:lnTo>
                  <a:pt x="4748" y="3498"/>
                </a:lnTo>
                <a:lnTo>
                  <a:pt x="4748" y="3499"/>
                </a:lnTo>
                <a:lnTo>
                  <a:pt x="4749" y="3499"/>
                </a:lnTo>
                <a:lnTo>
                  <a:pt x="4748" y="3499"/>
                </a:lnTo>
                <a:lnTo>
                  <a:pt x="4747" y="3499"/>
                </a:lnTo>
                <a:lnTo>
                  <a:pt x="4747" y="3500"/>
                </a:lnTo>
                <a:lnTo>
                  <a:pt x="4748" y="3500"/>
                </a:lnTo>
                <a:lnTo>
                  <a:pt x="4748" y="3501"/>
                </a:lnTo>
                <a:lnTo>
                  <a:pt x="4747" y="3501"/>
                </a:lnTo>
                <a:lnTo>
                  <a:pt x="4746" y="3501"/>
                </a:lnTo>
                <a:lnTo>
                  <a:pt x="4745" y="3502"/>
                </a:lnTo>
                <a:lnTo>
                  <a:pt x="4744" y="3503"/>
                </a:lnTo>
                <a:lnTo>
                  <a:pt x="4744" y="3504"/>
                </a:lnTo>
                <a:lnTo>
                  <a:pt x="4744" y="3505"/>
                </a:lnTo>
                <a:lnTo>
                  <a:pt x="4743" y="3505"/>
                </a:lnTo>
                <a:lnTo>
                  <a:pt x="4743" y="3506"/>
                </a:lnTo>
                <a:lnTo>
                  <a:pt x="4742" y="3506"/>
                </a:lnTo>
                <a:lnTo>
                  <a:pt x="4741" y="3506"/>
                </a:lnTo>
                <a:lnTo>
                  <a:pt x="4741" y="3507"/>
                </a:lnTo>
                <a:lnTo>
                  <a:pt x="4740" y="3507"/>
                </a:lnTo>
                <a:lnTo>
                  <a:pt x="4740" y="3506"/>
                </a:lnTo>
                <a:lnTo>
                  <a:pt x="4739" y="3506"/>
                </a:lnTo>
                <a:lnTo>
                  <a:pt x="4738" y="3506"/>
                </a:lnTo>
                <a:lnTo>
                  <a:pt x="4737" y="3506"/>
                </a:lnTo>
                <a:lnTo>
                  <a:pt x="4738" y="3505"/>
                </a:lnTo>
                <a:lnTo>
                  <a:pt x="4737" y="3505"/>
                </a:lnTo>
                <a:lnTo>
                  <a:pt x="4736" y="3505"/>
                </a:lnTo>
                <a:lnTo>
                  <a:pt x="4737" y="3505"/>
                </a:lnTo>
                <a:lnTo>
                  <a:pt x="4736" y="3504"/>
                </a:lnTo>
                <a:lnTo>
                  <a:pt x="4737" y="3504"/>
                </a:lnTo>
                <a:lnTo>
                  <a:pt x="4737" y="3503"/>
                </a:lnTo>
                <a:lnTo>
                  <a:pt x="4736" y="3503"/>
                </a:lnTo>
                <a:lnTo>
                  <a:pt x="4737" y="3503"/>
                </a:lnTo>
                <a:lnTo>
                  <a:pt x="4737" y="3502"/>
                </a:lnTo>
                <a:lnTo>
                  <a:pt x="4738" y="3502"/>
                </a:lnTo>
                <a:lnTo>
                  <a:pt x="4737" y="3501"/>
                </a:lnTo>
                <a:lnTo>
                  <a:pt x="4736" y="3502"/>
                </a:lnTo>
                <a:lnTo>
                  <a:pt x="4736" y="3501"/>
                </a:lnTo>
                <a:lnTo>
                  <a:pt x="4737" y="3500"/>
                </a:lnTo>
                <a:lnTo>
                  <a:pt x="4738" y="3500"/>
                </a:lnTo>
                <a:lnTo>
                  <a:pt x="4737" y="3499"/>
                </a:lnTo>
                <a:lnTo>
                  <a:pt x="4738" y="3499"/>
                </a:lnTo>
                <a:lnTo>
                  <a:pt x="4738" y="3498"/>
                </a:lnTo>
                <a:lnTo>
                  <a:pt x="4738" y="3499"/>
                </a:lnTo>
                <a:lnTo>
                  <a:pt x="4738" y="3498"/>
                </a:lnTo>
                <a:lnTo>
                  <a:pt x="4737" y="3498"/>
                </a:lnTo>
                <a:lnTo>
                  <a:pt x="4737" y="3497"/>
                </a:lnTo>
                <a:lnTo>
                  <a:pt x="4738" y="3496"/>
                </a:lnTo>
                <a:lnTo>
                  <a:pt x="4739" y="3496"/>
                </a:lnTo>
                <a:lnTo>
                  <a:pt x="4740" y="3495"/>
                </a:lnTo>
                <a:lnTo>
                  <a:pt x="4740" y="3494"/>
                </a:lnTo>
                <a:lnTo>
                  <a:pt x="4742" y="3492"/>
                </a:lnTo>
                <a:lnTo>
                  <a:pt x="4743" y="3492"/>
                </a:lnTo>
                <a:lnTo>
                  <a:pt x="4744" y="3493"/>
                </a:lnTo>
                <a:lnTo>
                  <a:pt x="4745" y="3493"/>
                </a:lnTo>
                <a:lnTo>
                  <a:pt x="4745" y="3492"/>
                </a:lnTo>
                <a:lnTo>
                  <a:pt x="4746" y="3492"/>
                </a:lnTo>
                <a:lnTo>
                  <a:pt x="4746" y="3493"/>
                </a:lnTo>
                <a:lnTo>
                  <a:pt x="4747" y="3493"/>
                </a:lnTo>
                <a:lnTo>
                  <a:pt x="4746" y="3492"/>
                </a:lnTo>
                <a:lnTo>
                  <a:pt x="4746" y="3491"/>
                </a:lnTo>
                <a:lnTo>
                  <a:pt x="4747" y="3491"/>
                </a:lnTo>
                <a:lnTo>
                  <a:pt x="4747" y="3492"/>
                </a:lnTo>
                <a:lnTo>
                  <a:pt x="4747" y="3493"/>
                </a:lnTo>
                <a:lnTo>
                  <a:pt x="4748" y="3493"/>
                </a:lnTo>
                <a:lnTo>
                  <a:pt x="4749" y="3492"/>
                </a:lnTo>
                <a:lnTo>
                  <a:pt x="4748" y="3492"/>
                </a:lnTo>
                <a:lnTo>
                  <a:pt x="4748" y="3491"/>
                </a:lnTo>
                <a:lnTo>
                  <a:pt x="4749" y="3490"/>
                </a:lnTo>
                <a:lnTo>
                  <a:pt x="4749" y="3489"/>
                </a:lnTo>
                <a:lnTo>
                  <a:pt x="4750" y="3489"/>
                </a:lnTo>
                <a:lnTo>
                  <a:pt x="4750" y="3488"/>
                </a:lnTo>
                <a:lnTo>
                  <a:pt x="4749" y="3488"/>
                </a:lnTo>
                <a:lnTo>
                  <a:pt x="4748" y="3488"/>
                </a:lnTo>
                <a:lnTo>
                  <a:pt x="4748" y="3487"/>
                </a:lnTo>
                <a:lnTo>
                  <a:pt x="4749" y="3487"/>
                </a:lnTo>
                <a:lnTo>
                  <a:pt x="4750" y="3488"/>
                </a:lnTo>
                <a:lnTo>
                  <a:pt x="4750" y="3487"/>
                </a:lnTo>
                <a:lnTo>
                  <a:pt x="4751" y="3486"/>
                </a:lnTo>
                <a:lnTo>
                  <a:pt x="4750" y="3486"/>
                </a:lnTo>
                <a:lnTo>
                  <a:pt x="4750" y="3485"/>
                </a:lnTo>
                <a:lnTo>
                  <a:pt x="4751" y="3485"/>
                </a:lnTo>
                <a:lnTo>
                  <a:pt x="4751" y="3484"/>
                </a:lnTo>
                <a:lnTo>
                  <a:pt x="4752" y="3483"/>
                </a:lnTo>
                <a:lnTo>
                  <a:pt x="4751" y="3483"/>
                </a:lnTo>
                <a:lnTo>
                  <a:pt x="4750" y="3483"/>
                </a:lnTo>
                <a:lnTo>
                  <a:pt x="4749" y="3483"/>
                </a:lnTo>
                <a:lnTo>
                  <a:pt x="4750" y="3481"/>
                </a:lnTo>
                <a:lnTo>
                  <a:pt x="4751" y="3481"/>
                </a:lnTo>
                <a:lnTo>
                  <a:pt x="4752" y="3480"/>
                </a:lnTo>
                <a:lnTo>
                  <a:pt x="4753" y="3480"/>
                </a:lnTo>
                <a:lnTo>
                  <a:pt x="4753" y="3479"/>
                </a:lnTo>
                <a:lnTo>
                  <a:pt x="4752" y="3479"/>
                </a:lnTo>
                <a:lnTo>
                  <a:pt x="4751" y="3479"/>
                </a:lnTo>
                <a:lnTo>
                  <a:pt x="4751" y="3478"/>
                </a:lnTo>
                <a:lnTo>
                  <a:pt x="4752" y="3478"/>
                </a:lnTo>
                <a:lnTo>
                  <a:pt x="4753" y="3478"/>
                </a:lnTo>
                <a:lnTo>
                  <a:pt x="4754" y="3478"/>
                </a:lnTo>
                <a:lnTo>
                  <a:pt x="4755" y="3477"/>
                </a:lnTo>
                <a:lnTo>
                  <a:pt x="4754" y="3476"/>
                </a:lnTo>
                <a:lnTo>
                  <a:pt x="4755" y="3475"/>
                </a:lnTo>
                <a:lnTo>
                  <a:pt x="4756" y="3475"/>
                </a:lnTo>
                <a:lnTo>
                  <a:pt x="4757" y="3474"/>
                </a:lnTo>
                <a:lnTo>
                  <a:pt x="4757" y="3473"/>
                </a:lnTo>
                <a:lnTo>
                  <a:pt x="4757" y="3472"/>
                </a:lnTo>
                <a:lnTo>
                  <a:pt x="4758" y="3472"/>
                </a:lnTo>
                <a:lnTo>
                  <a:pt x="4759" y="3471"/>
                </a:lnTo>
                <a:lnTo>
                  <a:pt x="4759" y="3470"/>
                </a:lnTo>
                <a:lnTo>
                  <a:pt x="4760" y="3469"/>
                </a:lnTo>
                <a:lnTo>
                  <a:pt x="4760" y="3468"/>
                </a:lnTo>
                <a:lnTo>
                  <a:pt x="4759" y="3467"/>
                </a:lnTo>
                <a:lnTo>
                  <a:pt x="4758" y="3467"/>
                </a:lnTo>
                <a:lnTo>
                  <a:pt x="4758" y="3468"/>
                </a:lnTo>
                <a:lnTo>
                  <a:pt x="4757" y="3468"/>
                </a:lnTo>
                <a:lnTo>
                  <a:pt x="4756" y="3468"/>
                </a:lnTo>
                <a:lnTo>
                  <a:pt x="4756" y="3469"/>
                </a:lnTo>
                <a:lnTo>
                  <a:pt x="4755" y="3469"/>
                </a:lnTo>
                <a:lnTo>
                  <a:pt x="4754" y="3469"/>
                </a:lnTo>
                <a:lnTo>
                  <a:pt x="4753" y="3469"/>
                </a:lnTo>
                <a:lnTo>
                  <a:pt x="4752" y="3469"/>
                </a:lnTo>
                <a:lnTo>
                  <a:pt x="4751" y="3469"/>
                </a:lnTo>
                <a:lnTo>
                  <a:pt x="4751" y="3470"/>
                </a:lnTo>
                <a:lnTo>
                  <a:pt x="4750" y="3470"/>
                </a:lnTo>
                <a:lnTo>
                  <a:pt x="4748" y="3471"/>
                </a:lnTo>
                <a:lnTo>
                  <a:pt x="4747" y="3471"/>
                </a:lnTo>
                <a:lnTo>
                  <a:pt x="4747" y="3470"/>
                </a:lnTo>
                <a:lnTo>
                  <a:pt x="4747" y="3469"/>
                </a:lnTo>
                <a:lnTo>
                  <a:pt x="4746" y="3470"/>
                </a:lnTo>
                <a:lnTo>
                  <a:pt x="4745" y="3470"/>
                </a:lnTo>
                <a:lnTo>
                  <a:pt x="4744" y="3470"/>
                </a:lnTo>
                <a:lnTo>
                  <a:pt x="4744" y="3469"/>
                </a:lnTo>
                <a:lnTo>
                  <a:pt x="4744" y="3470"/>
                </a:lnTo>
                <a:lnTo>
                  <a:pt x="4743" y="3470"/>
                </a:lnTo>
                <a:lnTo>
                  <a:pt x="4744" y="3471"/>
                </a:lnTo>
                <a:lnTo>
                  <a:pt x="4743" y="3471"/>
                </a:lnTo>
                <a:lnTo>
                  <a:pt x="4742" y="3472"/>
                </a:lnTo>
                <a:lnTo>
                  <a:pt x="4742" y="3473"/>
                </a:lnTo>
                <a:lnTo>
                  <a:pt x="4743" y="3474"/>
                </a:lnTo>
                <a:lnTo>
                  <a:pt x="4743" y="3475"/>
                </a:lnTo>
                <a:lnTo>
                  <a:pt x="4744" y="3476"/>
                </a:lnTo>
                <a:lnTo>
                  <a:pt x="4743" y="3477"/>
                </a:lnTo>
                <a:lnTo>
                  <a:pt x="4744" y="3478"/>
                </a:lnTo>
                <a:lnTo>
                  <a:pt x="4743" y="3479"/>
                </a:lnTo>
                <a:lnTo>
                  <a:pt x="4742" y="3480"/>
                </a:lnTo>
                <a:lnTo>
                  <a:pt x="4741" y="3480"/>
                </a:lnTo>
                <a:lnTo>
                  <a:pt x="4741" y="3482"/>
                </a:lnTo>
                <a:lnTo>
                  <a:pt x="4740" y="3483"/>
                </a:lnTo>
                <a:lnTo>
                  <a:pt x="4741" y="3485"/>
                </a:lnTo>
                <a:lnTo>
                  <a:pt x="4740" y="3485"/>
                </a:lnTo>
                <a:lnTo>
                  <a:pt x="4740" y="3486"/>
                </a:lnTo>
                <a:lnTo>
                  <a:pt x="4741" y="3487"/>
                </a:lnTo>
                <a:lnTo>
                  <a:pt x="4742" y="3487"/>
                </a:lnTo>
                <a:lnTo>
                  <a:pt x="4741" y="3488"/>
                </a:lnTo>
                <a:lnTo>
                  <a:pt x="4740" y="3488"/>
                </a:lnTo>
                <a:lnTo>
                  <a:pt x="4740" y="3489"/>
                </a:lnTo>
                <a:lnTo>
                  <a:pt x="4739" y="3489"/>
                </a:lnTo>
                <a:lnTo>
                  <a:pt x="4738" y="3490"/>
                </a:lnTo>
                <a:lnTo>
                  <a:pt x="4738" y="3489"/>
                </a:lnTo>
                <a:lnTo>
                  <a:pt x="4737" y="3488"/>
                </a:lnTo>
                <a:lnTo>
                  <a:pt x="4738" y="3488"/>
                </a:lnTo>
                <a:lnTo>
                  <a:pt x="4738" y="3487"/>
                </a:lnTo>
                <a:lnTo>
                  <a:pt x="4738" y="3486"/>
                </a:lnTo>
                <a:lnTo>
                  <a:pt x="4737" y="3485"/>
                </a:lnTo>
                <a:lnTo>
                  <a:pt x="4736" y="3484"/>
                </a:lnTo>
                <a:lnTo>
                  <a:pt x="4735" y="3484"/>
                </a:lnTo>
                <a:lnTo>
                  <a:pt x="4734" y="3484"/>
                </a:lnTo>
                <a:lnTo>
                  <a:pt x="4734" y="3483"/>
                </a:lnTo>
                <a:lnTo>
                  <a:pt x="4734" y="3482"/>
                </a:lnTo>
                <a:lnTo>
                  <a:pt x="4733" y="3482"/>
                </a:lnTo>
                <a:lnTo>
                  <a:pt x="4733" y="3483"/>
                </a:lnTo>
                <a:lnTo>
                  <a:pt x="4732" y="3483"/>
                </a:lnTo>
                <a:lnTo>
                  <a:pt x="4732" y="3484"/>
                </a:lnTo>
                <a:lnTo>
                  <a:pt x="4731" y="3485"/>
                </a:lnTo>
                <a:lnTo>
                  <a:pt x="4730" y="3485"/>
                </a:lnTo>
                <a:lnTo>
                  <a:pt x="4729" y="3485"/>
                </a:lnTo>
                <a:lnTo>
                  <a:pt x="4728" y="3483"/>
                </a:lnTo>
                <a:lnTo>
                  <a:pt x="4729" y="3482"/>
                </a:lnTo>
                <a:lnTo>
                  <a:pt x="4730" y="3481"/>
                </a:lnTo>
                <a:lnTo>
                  <a:pt x="4730" y="3480"/>
                </a:lnTo>
                <a:lnTo>
                  <a:pt x="4729" y="3480"/>
                </a:lnTo>
                <a:lnTo>
                  <a:pt x="4729" y="3478"/>
                </a:lnTo>
                <a:lnTo>
                  <a:pt x="4728" y="3478"/>
                </a:lnTo>
                <a:lnTo>
                  <a:pt x="4729" y="3476"/>
                </a:lnTo>
                <a:lnTo>
                  <a:pt x="4729" y="3475"/>
                </a:lnTo>
                <a:lnTo>
                  <a:pt x="4729" y="3474"/>
                </a:lnTo>
                <a:lnTo>
                  <a:pt x="4730" y="3474"/>
                </a:lnTo>
                <a:lnTo>
                  <a:pt x="4730" y="3473"/>
                </a:lnTo>
                <a:lnTo>
                  <a:pt x="4732" y="3474"/>
                </a:lnTo>
                <a:lnTo>
                  <a:pt x="4732" y="3473"/>
                </a:lnTo>
                <a:lnTo>
                  <a:pt x="4733" y="3474"/>
                </a:lnTo>
                <a:lnTo>
                  <a:pt x="4734" y="3473"/>
                </a:lnTo>
                <a:lnTo>
                  <a:pt x="4734" y="3472"/>
                </a:lnTo>
                <a:lnTo>
                  <a:pt x="4733" y="3472"/>
                </a:lnTo>
                <a:lnTo>
                  <a:pt x="4733" y="3471"/>
                </a:lnTo>
                <a:lnTo>
                  <a:pt x="4734" y="3470"/>
                </a:lnTo>
                <a:lnTo>
                  <a:pt x="4733" y="3469"/>
                </a:lnTo>
                <a:lnTo>
                  <a:pt x="4732" y="3469"/>
                </a:lnTo>
                <a:lnTo>
                  <a:pt x="4732" y="3470"/>
                </a:lnTo>
                <a:lnTo>
                  <a:pt x="4732" y="3471"/>
                </a:lnTo>
                <a:lnTo>
                  <a:pt x="4731" y="3471"/>
                </a:lnTo>
                <a:lnTo>
                  <a:pt x="4730" y="3472"/>
                </a:lnTo>
                <a:lnTo>
                  <a:pt x="4729" y="3472"/>
                </a:lnTo>
                <a:lnTo>
                  <a:pt x="4727" y="3472"/>
                </a:lnTo>
                <a:lnTo>
                  <a:pt x="4727" y="3473"/>
                </a:lnTo>
                <a:lnTo>
                  <a:pt x="4726" y="3472"/>
                </a:lnTo>
                <a:lnTo>
                  <a:pt x="4726" y="3470"/>
                </a:lnTo>
                <a:lnTo>
                  <a:pt x="4727" y="3468"/>
                </a:lnTo>
                <a:lnTo>
                  <a:pt x="4728" y="3468"/>
                </a:lnTo>
                <a:lnTo>
                  <a:pt x="4730" y="3467"/>
                </a:lnTo>
                <a:lnTo>
                  <a:pt x="4731" y="3466"/>
                </a:lnTo>
                <a:lnTo>
                  <a:pt x="4732" y="3465"/>
                </a:lnTo>
                <a:lnTo>
                  <a:pt x="4733" y="3464"/>
                </a:lnTo>
                <a:lnTo>
                  <a:pt x="4732" y="3464"/>
                </a:lnTo>
                <a:lnTo>
                  <a:pt x="4732" y="3463"/>
                </a:lnTo>
                <a:lnTo>
                  <a:pt x="4731" y="3463"/>
                </a:lnTo>
                <a:lnTo>
                  <a:pt x="4732" y="3464"/>
                </a:lnTo>
                <a:lnTo>
                  <a:pt x="4732" y="3465"/>
                </a:lnTo>
                <a:lnTo>
                  <a:pt x="4731" y="3465"/>
                </a:lnTo>
                <a:lnTo>
                  <a:pt x="4729" y="3466"/>
                </a:lnTo>
                <a:lnTo>
                  <a:pt x="4728" y="3467"/>
                </a:lnTo>
                <a:lnTo>
                  <a:pt x="4727" y="3465"/>
                </a:lnTo>
                <a:lnTo>
                  <a:pt x="4728" y="3465"/>
                </a:lnTo>
                <a:lnTo>
                  <a:pt x="4728" y="3464"/>
                </a:lnTo>
                <a:lnTo>
                  <a:pt x="4727" y="3465"/>
                </a:lnTo>
                <a:lnTo>
                  <a:pt x="4726" y="3465"/>
                </a:lnTo>
                <a:lnTo>
                  <a:pt x="4726" y="3466"/>
                </a:lnTo>
                <a:lnTo>
                  <a:pt x="4727" y="3466"/>
                </a:lnTo>
                <a:lnTo>
                  <a:pt x="4726" y="3466"/>
                </a:lnTo>
                <a:lnTo>
                  <a:pt x="4726" y="3467"/>
                </a:lnTo>
                <a:lnTo>
                  <a:pt x="4726" y="3468"/>
                </a:lnTo>
                <a:lnTo>
                  <a:pt x="4725" y="3468"/>
                </a:lnTo>
                <a:lnTo>
                  <a:pt x="4725" y="3469"/>
                </a:lnTo>
                <a:lnTo>
                  <a:pt x="4725" y="3470"/>
                </a:lnTo>
                <a:lnTo>
                  <a:pt x="4724" y="3471"/>
                </a:lnTo>
                <a:lnTo>
                  <a:pt x="4723" y="3472"/>
                </a:lnTo>
                <a:lnTo>
                  <a:pt x="4723" y="3473"/>
                </a:lnTo>
                <a:lnTo>
                  <a:pt x="4723" y="3474"/>
                </a:lnTo>
                <a:lnTo>
                  <a:pt x="4725" y="3475"/>
                </a:lnTo>
                <a:lnTo>
                  <a:pt x="4725" y="3476"/>
                </a:lnTo>
                <a:lnTo>
                  <a:pt x="4725" y="3477"/>
                </a:lnTo>
                <a:lnTo>
                  <a:pt x="4724" y="3477"/>
                </a:lnTo>
                <a:lnTo>
                  <a:pt x="4725" y="3478"/>
                </a:lnTo>
                <a:lnTo>
                  <a:pt x="4724" y="3480"/>
                </a:lnTo>
                <a:lnTo>
                  <a:pt x="4723" y="3481"/>
                </a:lnTo>
                <a:lnTo>
                  <a:pt x="4721" y="3480"/>
                </a:lnTo>
                <a:lnTo>
                  <a:pt x="4721" y="3479"/>
                </a:lnTo>
                <a:lnTo>
                  <a:pt x="4721" y="3478"/>
                </a:lnTo>
                <a:lnTo>
                  <a:pt x="4720" y="3477"/>
                </a:lnTo>
                <a:lnTo>
                  <a:pt x="4719" y="3474"/>
                </a:lnTo>
                <a:lnTo>
                  <a:pt x="4717" y="3473"/>
                </a:lnTo>
                <a:lnTo>
                  <a:pt x="4717" y="3472"/>
                </a:lnTo>
                <a:lnTo>
                  <a:pt x="4716" y="3471"/>
                </a:lnTo>
                <a:lnTo>
                  <a:pt x="4715" y="3470"/>
                </a:lnTo>
                <a:lnTo>
                  <a:pt x="4714" y="3471"/>
                </a:lnTo>
                <a:lnTo>
                  <a:pt x="4715" y="3472"/>
                </a:lnTo>
                <a:lnTo>
                  <a:pt x="4715" y="3473"/>
                </a:lnTo>
                <a:lnTo>
                  <a:pt x="4716" y="3473"/>
                </a:lnTo>
                <a:lnTo>
                  <a:pt x="4716" y="3474"/>
                </a:lnTo>
                <a:lnTo>
                  <a:pt x="4716" y="3475"/>
                </a:lnTo>
                <a:lnTo>
                  <a:pt x="4716" y="3476"/>
                </a:lnTo>
                <a:lnTo>
                  <a:pt x="4715" y="3477"/>
                </a:lnTo>
                <a:lnTo>
                  <a:pt x="4715" y="3479"/>
                </a:lnTo>
                <a:lnTo>
                  <a:pt x="4716" y="3479"/>
                </a:lnTo>
                <a:lnTo>
                  <a:pt x="4716" y="3480"/>
                </a:lnTo>
                <a:lnTo>
                  <a:pt x="4717" y="3480"/>
                </a:lnTo>
                <a:lnTo>
                  <a:pt x="4718" y="3480"/>
                </a:lnTo>
                <a:lnTo>
                  <a:pt x="4717" y="3480"/>
                </a:lnTo>
                <a:lnTo>
                  <a:pt x="4717" y="3481"/>
                </a:lnTo>
                <a:lnTo>
                  <a:pt x="4718" y="3481"/>
                </a:lnTo>
                <a:lnTo>
                  <a:pt x="4718" y="3480"/>
                </a:lnTo>
                <a:lnTo>
                  <a:pt x="4718" y="3481"/>
                </a:lnTo>
                <a:lnTo>
                  <a:pt x="4719" y="3481"/>
                </a:lnTo>
                <a:lnTo>
                  <a:pt x="4720" y="3481"/>
                </a:lnTo>
                <a:lnTo>
                  <a:pt x="4721" y="3481"/>
                </a:lnTo>
                <a:lnTo>
                  <a:pt x="4722" y="3482"/>
                </a:lnTo>
                <a:lnTo>
                  <a:pt x="4722" y="3483"/>
                </a:lnTo>
                <a:lnTo>
                  <a:pt x="4721" y="3483"/>
                </a:lnTo>
                <a:lnTo>
                  <a:pt x="4721" y="3484"/>
                </a:lnTo>
                <a:lnTo>
                  <a:pt x="4722" y="3484"/>
                </a:lnTo>
                <a:lnTo>
                  <a:pt x="4722" y="3485"/>
                </a:lnTo>
                <a:lnTo>
                  <a:pt x="4721" y="3485"/>
                </a:lnTo>
                <a:lnTo>
                  <a:pt x="4720" y="3485"/>
                </a:lnTo>
                <a:lnTo>
                  <a:pt x="4719" y="3485"/>
                </a:lnTo>
                <a:lnTo>
                  <a:pt x="4718" y="3485"/>
                </a:lnTo>
                <a:lnTo>
                  <a:pt x="4717" y="3484"/>
                </a:lnTo>
                <a:lnTo>
                  <a:pt x="4716" y="3483"/>
                </a:lnTo>
                <a:lnTo>
                  <a:pt x="4715" y="3483"/>
                </a:lnTo>
                <a:lnTo>
                  <a:pt x="4714" y="3483"/>
                </a:lnTo>
                <a:lnTo>
                  <a:pt x="4714" y="3482"/>
                </a:lnTo>
                <a:lnTo>
                  <a:pt x="4714" y="3481"/>
                </a:lnTo>
                <a:lnTo>
                  <a:pt x="4713" y="3481"/>
                </a:lnTo>
                <a:lnTo>
                  <a:pt x="4713" y="3480"/>
                </a:lnTo>
                <a:lnTo>
                  <a:pt x="4712" y="3480"/>
                </a:lnTo>
                <a:lnTo>
                  <a:pt x="4712" y="3479"/>
                </a:lnTo>
                <a:lnTo>
                  <a:pt x="4711" y="3479"/>
                </a:lnTo>
                <a:lnTo>
                  <a:pt x="4711" y="3480"/>
                </a:lnTo>
                <a:lnTo>
                  <a:pt x="4709" y="3480"/>
                </a:lnTo>
                <a:lnTo>
                  <a:pt x="4708" y="3480"/>
                </a:lnTo>
                <a:lnTo>
                  <a:pt x="4707" y="3480"/>
                </a:lnTo>
                <a:lnTo>
                  <a:pt x="4708" y="3479"/>
                </a:lnTo>
                <a:lnTo>
                  <a:pt x="4708" y="3478"/>
                </a:lnTo>
                <a:lnTo>
                  <a:pt x="4708" y="3477"/>
                </a:lnTo>
                <a:lnTo>
                  <a:pt x="4708" y="3475"/>
                </a:lnTo>
                <a:lnTo>
                  <a:pt x="4707" y="3475"/>
                </a:lnTo>
                <a:lnTo>
                  <a:pt x="4706" y="3475"/>
                </a:lnTo>
                <a:lnTo>
                  <a:pt x="4706" y="3476"/>
                </a:lnTo>
                <a:lnTo>
                  <a:pt x="4705" y="3477"/>
                </a:lnTo>
                <a:lnTo>
                  <a:pt x="4704" y="3477"/>
                </a:lnTo>
                <a:lnTo>
                  <a:pt x="4703" y="3476"/>
                </a:lnTo>
                <a:lnTo>
                  <a:pt x="4702" y="3476"/>
                </a:lnTo>
                <a:lnTo>
                  <a:pt x="4701" y="3476"/>
                </a:lnTo>
                <a:lnTo>
                  <a:pt x="4702" y="3476"/>
                </a:lnTo>
                <a:lnTo>
                  <a:pt x="4703" y="3476"/>
                </a:lnTo>
                <a:lnTo>
                  <a:pt x="4703" y="3477"/>
                </a:lnTo>
                <a:lnTo>
                  <a:pt x="4703" y="3478"/>
                </a:lnTo>
                <a:lnTo>
                  <a:pt x="4703" y="3479"/>
                </a:lnTo>
                <a:lnTo>
                  <a:pt x="4702" y="3480"/>
                </a:lnTo>
                <a:lnTo>
                  <a:pt x="4701" y="3481"/>
                </a:lnTo>
                <a:lnTo>
                  <a:pt x="4701" y="3480"/>
                </a:lnTo>
                <a:lnTo>
                  <a:pt x="4700" y="3480"/>
                </a:lnTo>
                <a:lnTo>
                  <a:pt x="4700" y="3481"/>
                </a:lnTo>
                <a:lnTo>
                  <a:pt x="4701" y="3482"/>
                </a:lnTo>
                <a:lnTo>
                  <a:pt x="4702" y="3482"/>
                </a:lnTo>
                <a:lnTo>
                  <a:pt x="4702" y="3483"/>
                </a:lnTo>
                <a:lnTo>
                  <a:pt x="4701" y="3483"/>
                </a:lnTo>
                <a:lnTo>
                  <a:pt x="4702" y="3483"/>
                </a:lnTo>
                <a:lnTo>
                  <a:pt x="4703" y="3483"/>
                </a:lnTo>
                <a:lnTo>
                  <a:pt x="4705" y="3481"/>
                </a:lnTo>
                <a:lnTo>
                  <a:pt x="4706" y="3482"/>
                </a:lnTo>
                <a:lnTo>
                  <a:pt x="4706" y="3481"/>
                </a:lnTo>
                <a:lnTo>
                  <a:pt x="4707" y="3481"/>
                </a:lnTo>
                <a:lnTo>
                  <a:pt x="4707" y="3482"/>
                </a:lnTo>
                <a:lnTo>
                  <a:pt x="4708" y="3482"/>
                </a:lnTo>
                <a:lnTo>
                  <a:pt x="4709" y="3481"/>
                </a:lnTo>
                <a:lnTo>
                  <a:pt x="4710" y="3481"/>
                </a:lnTo>
                <a:lnTo>
                  <a:pt x="4710" y="3482"/>
                </a:lnTo>
                <a:lnTo>
                  <a:pt x="4710" y="3483"/>
                </a:lnTo>
                <a:lnTo>
                  <a:pt x="4711" y="3483"/>
                </a:lnTo>
                <a:lnTo>
                  <a:pt x="4710" y="3484"/>
                </a:lnTo>
                <a:lnTo>
                  <a:pt x="4710" y="3485"/>
                </a:lnTo>
                <a:lnTo>
                  <a:pt x="4709" y="3485"/>
                </a:lnTo>
                <a:lnTo>
                  <a:pt x="4709" y="3484"/>
                </a:lnTo>
                <a:lnTo>
                  <a:pt x="4710" y="3483"/>
                </a:lnTo>
                <a:lnTo>
                  <a:pt x="4709" y="3483"/>
                </a:lnTo>
                <a:lnTo>
                  <a:pt x="4709" y="3484"/>
                </a:lnTo>
                <a:lnTo>
                  <a:pt x="4709" y="3485"/>
                </a:lnTo>
                <a:lnTo>
                  <a:pt x="4710" y="3485"/>
                </a:lnTo>
                <a:lnTo>
                  <a:pt x="4710" y="3486"/>
                </a:lnTo>
                <a:lnTo>
                  <a:pt x="4710" y="3487"/>
                </a:lnTo>
                <a:lnTo>
                  <a:pt x="4709" y="3486"/>
                </a:lnTo>
                <a:lnTo>
                  <a:pt x="4709" y="3485"/>
                </a:lnTo>
                <a:lnTo>
                  <a:pt x="4708" y="3485"/>
                </a:lnTo>
                <a:lnTo>
                  <a:pt x="4708" y="3486"/>
                </a:lnTo>
                <a:lnTo>
                  <a:pt x="4707" y="3485"/>
                </a:lnTo>
                <a:lnTo>
                  <a:pt x="4706" y="3485"/>
                </a:lnTo>
                <a:lnTo>
                  <a:pt x="4707" y="3485"/>
                </a:lnTo>
                <a:lnTo>
                  <a:pt x="4707" y="3486"/>
                </a:lnTo>
                <a:lnTo>
                  <a:pt x="4708" y="3486"/>
                </a:lnTo>
                <a:lnTo>
                  <a:pt x="4709" y="3486"/>
                </a:lnTo>
                <a:lnTo>
                  <a:pt x="4709" y="3487"/>
                </a:lnTo>
                <a:lnTo>
                  <a:pt x="4710" y="3487"/>
                </a:lnTo>
                <a:lnTo>
                  <a:pt x="4711" y="3488"/>
                </a:lnTo>
                <a:lnTo>
                  <a:pt x="4711" y="3489"/>
                </a:lnTo>
                <a:lnTo>
                  <a:pt x="4711" y="3490"/>
                </a:lnTo>
                <a:lnTo>
                  <a:pt x="4710" y="3489"/>
                </a:lnTo>
                <a:lnTo>
                  <a:pt x="4709" y="3489"/>
                </a:lnTo>
                <a:lnTo>
                  <a:pt x="4709" y="3488"/>
                </a:lnTo>
                <a:lnTo>
                  <a:pt x="4709" y="3489"/>
                </a:lnTo>
                <a:lnTo>
                  <a:pt x="4709" y="3490"/>
                </a:lnTo>
                <a:lnTo>
                  <a:pt x="4709" y="3489"/>
                </a:lnTo>
                <a:lnTo>
                  <a:pt x="4708" y="3489"/>
                </a:lnTo>
                <a:lnTo>
                  <a:pt x="4709" y="3490"/>
                </a:lnTo>
                <a:lnTo>
                  <a:pt x="4708" y="3490"/>
                </a:lnTo>
                <a:lnTo>
                  <a:pt x="4709" y="3491"/>
                </a:lnTo>
                <a:lnTo>
                  <a:pt x="4710" y="3491"/>
                </a:lnTo>
                <a:lnTo>
                  <a:pt x="4710" y="3492"/>
                </a:lnTo>
                <a:lnTo>
                  <a:pt x="4710" y="3493"/>
                </a:lnTo>
                <a:lnTo>
                  <a:pt x="4709" y="3494"/>
                </a:lnTo>
                <a:lnTo>
                  <a:pt x="4708" y="3494"/>
                </a:lnTo>
                <a:lnTo>
                  <a:pt x="4707" y="3494"/>
                </a:lnTo>
                <a:lnTo>
                  <a:pt x="4706" y="3494"/>
                </a:lnTo>
                <a:lnTo>
                  <a:pt x="4705" y="3495"/>
                </a:lnTo>
                <a:lnTo>
                  <a:pt x="4705" y="3496"/>
                </a:lnTo>
                <a:lnTo>
                  <a:pt x="4704" y="3496"/>
                </a:lnTo>
                <a:lnTo>
                  <a:pt x="4704" y="3497"/>
                </a:lnTo>
                <a:lnTo>
                  <a:pt x="4704" y="3499"/>
                </a:lnTo>
                <a:lnTo>
                  <a:pt x="4705" y="3499"/>
                </a:lnTo>
                <a:lnTo>
                  <a:pt x="4706" y="3500"/>
                </a:lnTo>
                <a:lnTo>
                  <a:pt x="4707" y="3500"/>
                </a:lnTo>
                <a:lnTo>
                  <a:pt x="4709" y="3501"/>
                </a:lnTo>
                <a:lnTo>
                  <a:pt x="4709" y="3502"/>
                </a:lnTo>
                <a:lnTo>
                  <a:pt x="4710" y="3503"/>
                </a:lnTo>
                <a:lnTo>
                  <a:pt x="4709" y="3504"/>
                </a:lnTo>
                <a:lnTo>
                  <a:pt x="4709" y="3505"/>
                </a:lnTo>
                <a:lnTo>
                  <a:pt x="4710" y="3505"/>
                </a:lnTo>
                <a:lnTo>
                  <a:pt x="4710" y="3506"/>
                </a:lnTo>
                <a:lnTo>
                  <a:pt x="4710" y="3505"/>
                </a:lnTo>
                <a:lnTo>
                  <a:pt x="4709" y="3505"/>
                </a:lnTo>
                <a:lnTo>
                  <a:pt x="4710" y="3504"/>
                </a:lnTo>
                <a:lnTo>
                  <a:pt x="4710" y="3503"/>
                </a:lnTo>
                <a:lnTo>
                  <a:pt x="4710" y="3502"/>
                </a:lnTo>
                <a:lnTo>
                  <a:pt x="4711" y="3501"/>
                </a:lnTo>
                <a:lnTo>
                  <a:pt x="4712" y="3501"/>
                </a:lnTo>
                <a:lnTo>
                  <a:pt x="4712" y="3500"/>
                </a:lnTo>
                <a:lnTo>
                  <a:pt x="4713" y="3500"/>
                </a:lnTo>
                <a:lnTo>
                  <a:pt x="4713" y="3499"/>
                </a:lnTo>
                <a:lnTo>
                  <a:pt x="4714" y="3499"/>
                </a:lnTo>
                <a:lnTo>
                  <a:pt x="4715" y="3499"/>
                </a:lnTo>
                <a:lnTo>
                  <a:pt x="4716" y="3498"/>
                </a:lnTo>
                <a:lnTo>
                  <a:pt x="4716" y="3497"/>
                </a:lnTo>
                <a:lnTo>
                  <a:pt x="4717" y="3497"/>
                </a:lnTo>
                <a:lnTo>
                  <a:pt x="4718" y="3497"/>
                </a:lnTo>
                <a:lnTo>
                  <a:pt x="4720" y="3497"/>
                </a:lnTo>
                <a:lnTo>
                  <a:pt x="4721" y="3497"/>
                </a:lnTo>
                <a:lnTo>
                  <a:pt x="4722" y="3496"/>
                </a:lnTo>
                <a:lnTo>
                  <a:pt x="4723" y="3496"/>
                </a:lnTo>
                <a:lnTo>
                  <a:pt x="4724" y="3497"/>
                </a:lnTo>
                <a:lnTo>
                  <a:pt x="4725" y="3497"/>
                </a:lnTo>
                <a:lnTo>
                  <a:pt x="4726" y="3498"/>
                </a:lnTo>
                <a:lnTo>
                  <a:pt x="4727" y="3498"/>
                </a:lnTo>
                <a:lnTo>
                  <a:pt x="4728" y="3499"/>
                </a:lnTo>
                <a:lnTo>
                  <a:pt x="4729" y="3499"/>
                </a:lnTo>
                <a:lnTo>
                  <a:pt x="4730" y="3499"/>
                </a:lnTo>
                <a:lnTo>
                  <a:pt x="4731" y="3500"/>
                </a:lnTo>
                <a:lnTo>
                  <a:pt x="4730" y="3501"/>
                </a:lnTo>
                <a:lnTo>
                  <a:pt x="4731" y="3502"/>
                </a:lnTo>
                <a:lnTo>
                  <a:pt x="4732" y="3502"/>
                </a:lnTo>
                <a:lnTo>
                  <a:pt x="4732" y="3503"/>
                </a:lnTo>
                <a:lnTo>
                  <a:pt x="4731" y="3503"/>
                </a:lnTo>
                <a:lnTo>
                  <a:pt x="4730" y="3502"/>
                </a:lnTo>
                <a:lnTo>
                  <a:pt x="4729" y="3502"/>
                </a:lnTo>
                <a:lnTo>
                  <a:pt x="4729" y="3503"/>
                </a:lnTo>
                <a:lnTo>
                  <a:pt x="4728" y="3504"/>
                </a:lnTo>
                <a:lnTo>
                  <a:pt x="4728" y="3505"/>
                </a:lnTo>
                <a:lnTo>
                  <a:pt x="4729" y="3504"/>
                </a:lnTo>
                <a:lnTo>
                  <a:pt x="4730" y="3504"/>
                </a:lnTo>
                <a:lnTo>
                  <a:pt x="4731" y="3505"/>
                </a:lnTo>
                <a:lnTo>
                  <a:pt x="4731" y="3506"/>
                </a:lnTo>
                <a:lnTo>
                  <a:pt x="4731" y="3507"/>
                </a:lnTo>
                <a:lnTo>
                  <a:pt x="4730" y="3508"/>
                </a:lnTo>
                <a:lnTo>
                  <a:pt x="4731" y="3508"/>
                </a:lnTo>
                <a:lnTo>
                  <a:pt x="4731" y="3507"/>
                </a:lnTo>
                <a:lnTo>
                  <a:pt x="4732" y="3507"/>
                </a:lnTo>
                <a:lnTo>
                  <a:pt x="4732" y="3508"/>
                </a:lnTo>
                <a:lnTo>
                  <a:pt x="4733" y="3508"/>
                </a:lnTo>
                <a:lnTo>
                  <a:pt x="4734" y="3508"/>
                </a:lnTo>
                <a:lnTo>
                  <a:pt x="4733" y="3509"/>
                </a:lnTo>
                <a:lnTo>
                  <a:pt x="4732" y="3509"/>
                </a:lnTo>
                <a:lnTo>
                  <a:pt x="4731" y="3510"/>
                </a:lnTo>
                <a:lnTo>
                  <a:pt x="4731" y="3511"/>
                </a:lnTo>
                <a:lnTo>
                  <a:pt x="4733" y="3511"/>
                </a:lnTo>
                <a:lnTo>
                  <a:pt x="4734" y="3511"/>
                </a:lnTo>
                <a:lnTo>
                  <a:pt x="4734" y="3510"/>
                </a:lnTo>
                <a:lnTo>
                  <a:pt x="4734" y="3511"/>
                </a:lnTo>
                <a:lnTo>
                  <a:pt x="4735" y="3511"/>
                </a:lnTo>
                <a:lnTo>
                  <a:pt x="4735" y="3512"/>
                </a:lnTo>
                <a:lnTo>
                  <a:pt x="4734" y="3513"/>
                </a:lnTo>
                <a:lnTo>
                  <a:pt x="4735" y="3513"/>
                </a:lnTo>
                <a:lnTo>
                  <a:pt x="4735" y="3512"/>
                </a:lnTo>
                <a:lnTo>
                  <a:pt x="4736" y="3513"/>
                </a:lnTo>
                <a:lnTo>
                  <a:pt x="4736" y="3514"/>
                </a:lnTo>
                <a:lnTo>
                  <a:pt x="4735" y="3514"/>
                </a:lnTo>
                <a:lnTo>
                  <a:pt x="4735" y="3515"/>
                </a:lnTo>
                <a:lnTo>
                  <a:pt x="4736" y="3515"/>
                </a:lnTo>
                <a:lnTo>
                  <a:pt x="4737" y="3515"/>
                </a:lnTo>
                <a:lnTo>
                  <a:pt x="4736" y="3516"/>
                </a:lnTo>
                <a:lnTo>
                  <a:pt x="4737" y="3516"/>
                </a:lnTo>
                <a:lnTo>
                  <a:pt x="4737" y="3515"/>
                </a:lnTo>
                <a:lnTo>
                  <a:pt x="4738" y="3515"/>
                </a:lnTo>
                <a:lnTo>
                  <a:pt x="4738" y="3516"/>
                </a:lnTo>
                <a:lnTo>
                  <a:pt x="4737" y="3516"/>
                </a:lnTo>
                <a:lnTo>
                  <a:pt x="4736" y="3517"/>
                </a:lnTo>
                <a:lnTo>
                  <a:pt x="4735" y="3517"/>
                </a:lnTo>
                <a:lnTo>
                  <a:pt x="4735" y="3518"/>
                </a:lnTo>
                <a:lnTo>
                  <a:pt x="4735" y="3519"/>
                </a:lnTo>
                <a:lnTo>
                  <a:pt x="4734" y="3519"/>
                </a:lnTo>
                <a:lnTo>
                  <a:pt x="4734" y="3520"/>
                </a:lnTo>
                <a:lnTo>
                  <a:pt x="4733" y="3521"/>
                </a:lnTo>
                <a:lnTo>
                  <a:pt x="4732" y="3521"/>
                </a:lnTo>
                <a:lnTo>
                  <a:pt x="4732" y="3522"/>
                </a:lnTo>
                <a:lnTo>
                  <a:pt x="4731" y="3522"/>
                </a:lnTo>
                <a:lnTo>
                  <a:pt x="4731" y="3521"/>
                </a:lnTo>
                <a:lnTo>
                  <a:pt x="4731" y="3520"/>
                </a:lnTo>
                <a:lnTo>
                  <a:pt x="4732" y="3520"/>
                </a:lnTo>
                <a:lnTo>
                  <a:pt x="4732" y="3519"/>
                </a:lnTo>
                <a:lnTo>
                  <a:pt x="4732" y="3518"/>
                </a:lnTo>
                <a:lnTo>
                  <a:pt x="4730" y="3517"/>
                </a:lnTo>
                <a:lnTo>
                  <a:pt x="4728" y="3516"/>
                </a:lnTo>
                <a:lnTo>
                  <a:pt x="4728" y="3517"/>
                </a:lnTo>
                <a:lnTo>
                  <a:pt x="4728" y="3518"/>
                </a:lnTo>
                <a:lnTo>
                  <a:pt x="4726" y="3518"/>
                </a:lnTo>
                <a:lnTo>
                  <a:pt x="4725" y="3518"/>
                </a:lnTo>
                <a:lnTo>
                  <a:pt x="4723" y="3517"/>
                </a:lnTo>
                <a:lnTo>
                  <a:pt x="4721" y="3516"/>
                </a:lnTo>
                <a:lnTo>
                  <a:pt x="4720" y="3515"/>
                </a:lnTo>
                <a:lnTo>
                  <a:pt x="4717" y="3515"/>
                </a:lnTo>
                <a:lnTo>
                  <a:pt x="4716" y="3515"/>
                </a:lnTo>
                <a:lnTo>
                  <a:pt x="4715" y="3515"/>
                </a:lnTo>
                <a:lnTo>
                  <a:pt x="4714" y="3516"/>
                </a:lnTo>
                <a:lnTo>
                  <a:pt x="4713" y="3518"/>
                </a:lnTo>
                <a:lnTo>
                  <a:pt x="4714" y="3519"/>
                </a:lnTo>
                <a:lnTo>
                  <a:pt x="4715" y="3520"/>
                </a:lnTo>
                <a:lnTo>
                  <a:pt x="4716" y="3520"/>
                </a:lnTo>
                <a:lnTo>
                  <a:pt x="4717" y="3519"/>
                </a:lnTo>
                <a:lnTo>
                  <a:pt x="4718" y="3520"/>
                </a:lnTo>
                <a:lnTo>
                  <a:pt x="4719" y="3521"/>
                </a:lnTo>
                <a:lnTo>
                  <a:pt x="4720" y="3522"/>
                </a:lnTo>
                <a:lnTo>
                  <a:pt x="4719" y="3522"/>
                </a:lnTo>
                <a:lnTo>
                  <a:pt x="4720" y="3523"/>
                </a:lnTo>
                <a:lnTo>
                  <a:pt x="4720" y="3524"/>
                </a:lnTo>
                <a:lnTo>
                  <a:pt x="4719" y="3524"/>
                </a:lnTo>
                <a:lnTo>
                  <a:pt x="4719" y="3525"/>
                </a:lnTo>
                <a:lnTo>
                  <a:pt x="4719" y="3526"/>
                </a:lnTo>
                <a:lnTo>
                  <a:pt x="4719" y="3527"/>
                </a:lnTo>
                <a:lnTo>
                  <a:pt x="4720" y="3527"/>
                </a:lnTo>
                <a:lnTo>
                  <a:pt x="4721" y="3527"/>
                </a:lnTo>
                <a:lnTo>
                  <a:pt x="4720" y="3529"/>
                </a:lnTo>
                <a:lnTo>
                  <a:pt x="4721" y="3530"/>
                </a:lnTo>
                <a:lnTo>
                  <a:pt x="4722" y="3532"/>
                </a:lnTo>
                <a:lnTo>
                  <a:pt x="4724" y="3531"/>
                </a:lnTo>
                <a:lnTo>
                  <a:pt x="4725" y="3531"/>
                </a:lnTo>
                <a:lnTo>
                  <a:pt x="4726" y="3530"/>
                </a:lnTo>
                <a:lnTo>
                  <a:pt x="4726" y="3529"/>
                </a:lnTo>
                <a:lnTo>
                  <a:pt x="4727" y="3529"/>
                </a:lnTo>
                <a:lnTo>
                  <a:pt x="4728" y="3529"/>
                </a:lnTo>
                <a:lnTo>
                  <a:pt x="4729" y="3528"/>
                </a:lnTo>
                <a:lnTo>
                  <a:pt x="4729" y="3529"/>
                </a:lnTo>
                <a:lnTo>
                  <a:pt x="4729" y="3530"/>
                </a:lnTo>
                <a:lnTo>
                  <a:pt x="4730" y="3529"/>
                </a:lnTo>
                <a:lnTo>
                  <a:pt x="4730" y="3528"/>
                </a:lnTo>
                <a:lnTo>
                  <a:pt x="4731" y="3527"/>
                </a:lnTo>
                <a:lnTo>
                  <a:pt x="4732" y="3526"/>
                </a:lnTo>
                <a:lnTo>
                  <a:pt x="4733" y="3526"/>
                </a:lnTo>
                <a:lnTo>
                  <a:pt x="4734" y="3525"/>
                </a:lnTo>
                <a:lnTo>
                  <a:pt x="4733" y="3524"/>
                </a:lnTo>
                <a:lnTo>
                  <a:pt x="4734" y="3524"/>
                </a:lnTo>
                <a:lnTo>
                  <a:pt x="4734" y="3523"/>
                </a:lnTo>
                <a:lnTo>
                  <a:pt x="4735" y="3523"/>
                </a:lnTo>
                <a:lnTo>
                  <a:pt x="4735" y="3522"/>
                </a:lnTo>
                <a:lnTo>
                  <a:pt x="4736" y="3522"/>
                </a:lnTo>
                <a:lnTo>
                  <a:pt x="4736" y="3521"/>
                </a:lnTo>
                <a:lnTo>
                  <a:pt x="4737" y="3520"/>
                </a:lnTo>
                <a:lnTo>
                  <a:pt x="4737" y="3519"/>
                </a:lnTo>
                <a:lnTo>
                  <a:pt x="4738" y="3519"/>
                </a:lnTo>
                <a:lnTo>
                  <a:pt x="4739" y="3518"/>
                </a:lnTo>
                <a:lnTo>
                  <a:pt x="4739" y="3519"/>
                </a:lnTo>
                <a:lnTo>
                  <a:pt x="4739" y="3520"/>
                </a:lnTo>
                <a:lnTo>
                  <a:pt x="4740" y="3520"/>
                </a:lnTo>
                <a:lnTo>
                  <a:pt x="4741" y="3521"/>
                </a:lnTo>
                <a:lnTo>
                  <a:pt x="4742" y="3521"/>
                </a:lnTo>
                <a:lnTo>
                  <a:pt x="4742" y="3522"/>
                </a:lnTo>
                <a:lnTo>
                  <a:pt x="4741" y="3522"/>
                </a:lnTo>
                <a:lnTo>
                  <a:pt x="4741" y="3523"/>
                </a:lnTo>
                <a:lnTo>
                  <a:pt x="4740" y="3523"/>
                </a:lnTo>
                <a:lnTo>
                  <a:pt x="4741" y="3524"/>
                </a:lnTo>
                <a:lnTo>
                  <a:pt x="4742" y="3523"/>
                </a:lnTo>
                <a:lnTo>
                  <a:pt x="4743" y="3523"/>
                </a:lnTo>
                <a:lnTo>
                  <a:pt x="4744" y="3525"/>
                </a:lnTo>
                <a:lnTo>
                  <a:pt x="4744" y="3524"/>
                </a:lnTo>
                <a:lnTo>
                  <a:pt x="4744" y="3525"/>
                </a:lnTo>
                <a:lnTo>
                  <a:pt x="4744" y="3526"/>
                </a:lnTo>
                <a:lnTo>
                  <a:pt x="4743" y="3526"/>
                </a:lnTo>
                <a:lnTo>
                  <a:pt x="4743" y="3527"/>
                </a:lnTo>
                <a:lnTo>
                  <a:pt x="4743" y="3528"/>
                </a:lnTo>
                <a:lnTo>
                  <a:pt x="4744" y="3528"/>
                </a:lnTo>
                <a:lnTo>
                  <a:pt x="4745" y="3527"/>
                </a:lnTo>
                <a:lnTo>
                  <a:pt x="4746" y="3527"/>
                </a:lnTo>
                <a:lnTo>
                  <a:pt x="4746" y="3526"/>
                </a:lnTo>
                <a:lnTo>
                  <a:pt x="4747" y="3526"/>
                </a:lnTo>
                <a:lnTo>
                  <a:pt x="4747" y="3527"/>
                </a:lnTo>
                <a:lnTo>
                  <a:pt x="4747" y="3528"/>
                </a:lnTo>
                <a:lnTo>
                  <a:pt x="4748" y="3528"/>
                </a:lnTo>
                <a:lnTo>
                  <a:pt x="4748" y="3527"/>
                </a:lnTo>
                <a:lnTo>
                  <a:pt x="4749" y="3526"/>
                </a:lnTo>
                <a:lnTo>
                  <a:pt x="4750" y="3526"/>
                </a:lnTo>
                <a:lnTo>
                  <a:pt x="4751" y="3525"/>
                </a:lnTo>
                <a:lnTo>
                  <a:pt x="4752" y="3524"/>
                </a:lnTo>
                <a:lnTo>
                  <a:pt x="4753" y="3523"/>
                </a:lnTo>
                <a:lnTo>
                  <a:pt x="4754" y="3523"/>
                </a:lnTo>
                <a:lnTo>
                  <a:pt x="4754" y="3524"/>
                </a:lnTo>
                <a:lnTo>
                  <a:pt x="4753" y="3524"/>
                </a:lnTo>
                <a:lnTo>
                  <a:pt x="4753" y="3525"/>
                </a:lnTo>
                <a:lnTo>
                  <a:pt x="4752" y="3526"/>
                </a:lnTo>
                <a:lnTo>
                  <a:pt x="4751" y="3528"/>
                </a:lnTo>
                <a:lnTo>
                  <a:pt x="4750" y="3528"/>
                </a:lnTo>
                <a:lnTo>
                  <a:pt x="4750" y="3529"/>
                </a:lnTo>
                <a:lnTo>
                  <a:pt x="4749" y="3529"/>
                </a:lnTo>
                <a:lnTo>
                  <a:pt x="4749" y="3530"/>
                </a:lnTo>
                <a:lnTo>
                  <a:pt x="4748" y="3530"/>
                </a:lnTo>
                <a:lnTo>
                  <a:pt x="4749" y="3531"/>
                </a:lnTo>
                <a:lnTo>
                  <a:pt x="4748" y="3532"/>
                </a:lnTo>
                <a:lnTo>
                  <a:pt x="4747" y="3532"/>
                </a:lnTo>
                <a:lnTo>
                  <a:pt x="4747" y="3531"/>
                </a:lnTo>
                <a:lnTo>
                  <a:pt x="4746" y="3531"/>
                </a:lnTo>
                <a:lnTo>
                  <a:pt x="4745" y="3532"/>
                </a:lnTo>
                <a:lnTo>
                  <a:pt x="4744" y="3533"/>
                </a:lnTo>
                <a:lnTo>
                  <a:pt x="4744" y="3532"/>
                </a:lnTo>
                <a:lnTo>
                  <a:pt x="4744" y="3531"/>
                </a:lnTo>
                <a:lnTo>
                  <a:pt x="4743" y="3531"/>
                </a:lnTo>
                <a:lnTo>
                  <a:pt x="4742" y="3530"/>
                </a:lnTo>
                <a:lnTo>
                  <a:pt x="4741" y="3530"/>
                </a:lnTo>
                <a:lnTo>
                  <a:pt x="4741" y="3531"/>
                </a:lnTo>
                <a:lnTo>
                  <a:pt x="4740" y="3531"/>
                </a:lnTo>
                <a:lnTo>
                  <a:pt x="4738" y="3532"/>
                </a:lnTo>
                <a:lnTo>
                  <a:pt x="4736" y="3534"/>
                </a:lnTo>
                <a:lnTo>
                  <a:pt x="4736" y="3535"/>
                </a:lnTo>
                <a:lnTo>
                  <a:pt x="4737" y="3536"/>
                </a:lnTo>
                <a:lnTo>
                  <a:pt x="4738" y="3536"/>
                </a:lnTo>
                <a:lnTo>
                  <a:pt x="4739" y="3535"/>
                </a:lnTo>
                <a:lnTo>
                  <a:pt x="4739" y="3536"/>
                </a:lnTo>
                <a:lnTo>
                  <a:pt x="4739" y="3537"/>
                </a:lnTo>
                <a:lnTo>
                  <a:pt x="4738" y="3538"/>
                </a:lnTo>
                <a:lnTo>
                  <a:pt x="4737" y="3538"/>
                </a:lnTo>
                <a:lnTo>
                  <a:pt x="4736" y="3538"/>
                </a:lnTo>
                <a:lnTo>
                  <a:pt x="4736" y="3537"/>
                </a:lnTo>
                <a:lnTo>
                  <a:pt x="4736" y="3536"/>
                </a:lnTo>
                <a:lnTo>
                  <a:pt x="4735" y="3536"/>
                </a:lnTo>
                <a:lnTo>
                  <a:pt x="4734" y="3536"/>
                </a:lnTo>
                <a:lnTo>
                  <a:pt x="4733" y="3536"/>
                </a:lnTo>
                <a:lnTo>
                  <a:pt x="4732" y="3536"/>
                </a:lnTo>
                <a:lnTo>
                  <a:pt x="4732" y="3537"/>
                </a:lnTo>
                <a:lnTo>
                  <a:pt x="4733" y="3537"/>
                </a:lnTo>
                <a:lnTo>
                  <a:pt x="4732" y="3538"/>
                </a:lnTo>
                <a:lnTo>
                  <a:pt x="4732" y="3537"/>
                </a:lnTo>
                <a:lnTo>
                  <a:pt x="4731" y="3538"/>
                </a:lnTo>
                <a:lnTo>
                  <a:pt x="4730" y="3538"/>
                </a:lnTo>
                <a:lnTo>
                  <a:pt x="4730" y="3539"/>
                </a:lnTo>
                <a:lnTo>
                  <a:pt x="4729" y="3539"/>
                </a:lnTo>
                <a:lnTo>
                  <a:pt x="4728" y="3540"/>
                </a:lnTo>
                <a:lnTo>
                  <a:pt x="4728" y="3539"/>
                </a:lnTo>
                <a:lnTo>
                  <a:pt x="4727" y="3539"/>
                </a:lnTo>
                <a:lnTo>
                  <a:pt x="4726" y="3540"/>
                </a:lnTo>
                <a:lnTo>
                  <a:pt x="4725" y="3540"/>
                </a:lnTo>
                <a:lnTo>
                  <a:pt x="4723" y="3541"/>
                </a:lnTo>
                <a:lnTo>
                  <a:pt x="4722" y="3541"/>
                </a:lnTo>
                <a:lnTo>
                  <a:pt x="4721" y="3541"/>
                </a:lnTo>
                <a:lnTo>
                  <a:pt x="4720" y="3542"/>
                </a:lnTo>
                <a:lnTo>
                  <a:pt x="4719" y="3542"/>
                </a:lnTo>
                <a:lnTo>
                  <a:pt x="4719" y="3543"/>
                </a:lnTo>
                <a:lnTo>
                  <a:pt x="4719" y="3544"/>
                </a:lnTo>
                <a:lnTo>
                  <a:pt x="4720" y="3544"/>
                </a:lnTo>
                <a:lnTo>
                  <a:pt x="4720" y="3543"/>
                </a:lnTo>
                <a:lnTo>
                  <a:pt x="4721" y="3543"/>
                </a:lnTo>
                <a:lnTo>
                  <a:pt x="4722" y="3544"/>
                </a:lnTo>
                <a:lnTo>
                  <a:pt x="4724" y="3546"/>
                </a:lnTo>
                <a:lnTo>
                  <a:pt x="4723" y="3546"/>
                </a:lnTo>
                <a:lnTo>
                  <a:pt x="4723" y="3547"/>
                </a:lnTo>
                <a:lnTo>
                  <a:pt x="4722" y="3547"/>
                </a:lnTo>
                <a:lnTo>
                  <a:pt x="4722" y="3548"/>
                </a:lnTo>
                <a:lnTo>
                  <a:pt x="4723" y="3548"/>
                </a:lnTo>
                <a:lnTo>
                  <a:pt x="4723" y="3549"/>
                </a:lnTo>
                <a:lnTo>
                  <a:pt x="4723" y="3550"/>
                </a:lnTo>
                <a:lnTo>
                  <a:pt x="4722" y="3550"/>
                </a:lnTo>
                <a:lnTo>
                  <a:pt x="4720" y="3551"/>
                </a:lnTo>
                <a:lnTo>
                  <a:pt x="4720" y="3552"/>
                </a:lnTo>
                <a:lnTo>
                  <a:pt x="4720" y="3553"/>
                </a:lnTo>
                <a:lnTo>
                  <a:pt x="4719" y="3553"/>
                </a:lnTo>
                <a:lnTo>
                  <a:pt x="4718" y="3553"/>
                </a:lnTo>
                <a:lnTo>
                  <a:pt x="4717" y="3554"/>
                </a:lnTo>
                <a:lnTo>
                  <a:pt x="4717" y="3555"/>
                </a:lnTo>
                <a:lnTo>
                  <a:pt x="4717" y="3556"/>
                </a:lnTo>
                <a:lnTo>
                  <a:pt x="4717" y="3557"/>
                </a:lnTo>
                <a:lnTo>
                  <a:pt x="4718" y="3558"/>
                </a:lnTo>
                <a:lnTo>
                  <a:pt x="4719" y="3559"/>
                </a:lnTo>
                <a:lnTo>
                  <a:pt x="4718" y="3559"/>
                </a:lnTo>
                <a:lnTo>
                  <a:pt x="4717" y="3560"/>
                </a:lnTo>
                <a:lnTo>
                  <a:pt x="4715" y="3560"/>
                </a:lnTo>
                <a:lnTo>
                  <a:pt x="4714" y="3560"/>
                </a:lnTo>
                <a:lnTo>
                  <a:pt x="4713" y="3561"/>
                </a:lnTo>
                <a:lnTo>
                  <a:pt x="4712" y="3562"/>
                </a:lnTo>
                <a:lnTo>
                  <a:pt x="4712" y="3563"/>
                </a:lnTo>
                <a:lnTo>
                  <a:pt x="4710" y="3567"/>
                </a:lnTo>
                <a:lnTo>
                  <a:pt x="4709" y="3568"/>
                </a:lnTo>
                <a:lnTo>
                  <a:pt x="4709" y="3569"/>
                </a:lnTo>
                <a:lnTo>
                  <a:pt x="4709" y="3570"/>
                </a:lnTo>
                <a:lnTo>
                  <a:pt x="4709" y="3571"/>
                </a:lnTo>
                <a:lnTo>
                  <a:pt x="4708" y="3572"/>
                </a:lnTo>
                <a:lnTo>
                  <a:pt x="4709" y="3574"/>
                </a:lnTo>
                <a:lnTo>
                  <a:pt x="4708" y="3575"/>
                </a:lnTo>
                <a:lnTo>
                  <a:pt x="4707" y="3576"/>
                </a:lnTo>
                <a:lnTo>
                  <a:pt x="4707" y="3577"/>
                </a:lnTo>
                <a:lnTo>
                  <a:pt x="4708" y="3577"/>
                </a:lnTo>
                <a:lnTo>
                  <a:pt x="4708" y="3576"/>
                </a:lnTo>
                <a:lnTo>
                  <a:pt x="4709" y="3575"/>
                </a:lnTo>
                <a:lnTo>
                  <a:pt x="4709" y="3574"/>
                </a:lnTo>
                <a:lnTo>
                  <a:pt x="4709" y="3573"/>
                </a:lnTo>
                <a:lnTo>
                  <a:pt x="4709" y="3572"/>
                </a:lnTo>
                <a:lnTo>
                  <a:pt x="4709" y="3571"/>
                </a:lnTo>
                <a:lnTo>
                  <a:pt x="4710" y="3570"/>
                </a:lnTo>
                <a:lnTo>
                  <a:pt x="4711" y="3569"/>
                </a:lnTo>
                <a:lnTo>
                  <a:pt x="4712" y="3568"/>
                </a:lnTo>
                <a:lnTo>
                  <a:pt x="4713" y="3569"/>
                </a:lnTo>
                <a:lnTo>
                  <a:pt x="4714" y="3570"/>
                </a:lnTo>
                <a:lnTo>
                  <a:pt x="4715" y="3571"/>
                </a:lnTo>
                <a:lnTo>
                  <a:pt x="4717" y="3571"/>
                </a:lnTo>
                <a:lnTo>
                  <a:pt x="4718" y="3571"/>
                </a:lnTo>
                <a:lnTo>
                  <a:pt x="4719" y="3571"/>
                </a:lnTo>
                <a:lnTo>
                  <a:pt x="4720" y="3571"/>
                </a:lnTo>
                <a:lnTo>
                  <a:pt x="4721" y="3571"/>
                </a:lnTo>
                <a:lnTo>
                  <a:pt x="4721" y="3572"/>
                </a:lnTo>
                <a:lnTo>
                  <a:pt x="4723" y="3573"/>
                </a:lnTo>
                <a:lnTo>
                  <a:pt x="4728" y="3574"/>
                </a:lnTo>
                <a:lnTo>
                  <a:pt x="4728" y="3573"/>
                </a:lnTo>
                <a:lnTo>
                  <a:pt x="4729" y="3573"/>
                </a:lnTo>
                <a:lnTo>
                  <a:pt x="4729" y="3572"/>
                </a:lnTo>
                <a:lnTo>
                  <a:pt x="4730" y="3572"/>
                </a:lnTo>
                <a:lnTo>
                  <a:pt x="4731" y="3572"/>
                </a:lnTo>
                <a:lnTo>
                  <a:pt x="4732" y="3572"/>
                </a:lnTo>
                <a:lnTo>
                  <a:pt x="4733" y="3573"/>
                </a:lnTo>
                <a:lnTo>
                  <a:pt x="4733" y="3574"/>
                </a:lnTo>
                <a:lnTo>
                  <a:pt x="4733" y="3575"/>
                </a:lnTo>
                <a:lnTo>
                  <a:pt x="4733" y="3578"/>
                </a:lnTo>
                <a:lnTo>
                  <a:pt x="4733" y="3580"/>
                </a:lnTo>
                <a:lnTo>
                  <a:pt x="4732" y="3581"/>
                </a:lnTo>
                <a:lnTo>
                  <a:pt x="4732" y="3582"/>
                </a:lnTo>
                <a:lnTo>
                  <a:pt x="4732" y="3584"/>
                </a:lnTo>
                <a:lnTo>
                  <a:pt x="4731" y="3586"/>
                </a:lnTo>
                <a:lnTo>
                  <a:pt x="4731" y="3587"/>
                </a:lnTo>
                <a:lnTo>
                  <a:pt x="4730" y="3587"/>
                </a:lnTo>
                <a:lnTo>
                  <a:pt x="4728" y="3587"/>
                </a:lnTo>
                <a:lnTo>
                  <a:pt x="4728" y="3588"/>
                </a:lnTo>
                <a:lnTo>
                  <a:pt x="4726" y="3588"/>
                </a:lnTo>
                <a:lnTo>
                  <a:pt x="4726" y="3589"/>
                </a:lnTo>
                <a:lnTo>
                  <a:pt x="4725" y="3589"/>
                </a:lnTo>
                <a:lnTo>
                  <a:pt x="4725" y="3590"/>
                </a:lnTo>
                <a:lnTo>
                  <a:pt x="4724" y="3592"/>
                </a:lnTo>
                <a:lnTo>
                  <a:pt x="4724" y="3594"/>
                </a:lnTo>
                <a:lnTo>
                  <a:pt x="4724" y="3595"/>
                </a:lnTo>
                <a:lnTo>
                  <a:pt x="4725" y="3596"/>
                </a:lnTo>
                <a:lnTo>
                  <a:pt x="4725" y="3597"/>
                </a:lnTo>
                <a:lnTo>
                  <a:pt x="4724" y="3599"/>
                </a:lnTo>
                <a:lnTo>
                  <a:pt x="4725" y="3600"/>
                </a:lnTo>
                <a:lnTo>
                  <a:pt x="4725" y="3601"/>
                </a:lnTo>
                <a:lnTo>
                  <a:pt x="4725" y="3602"/>
                </a:lnTo>
                <a:lnTo>
                  <a:pt x="4726" y="3602"/>
                </a:lnTo>
                <a:lnTo>
                  <a:pt x="4726" y="3604"/>
                </a:lnTo>
                <a:lnTo>
                  <a:pt x="4726" y="3605"/>
                </a:lnTo>
                <a:lnTo>
                  <a:pt x="4727" y="3606"/>
                </a:lnTo>
                <a:lnTo>
                  <a:pt x="4728" y="3606"/>
                </a:lnTo>
                <a:lnTo>
                  <a:pt x="4729" y="3608"/>
                </a:lnTo>
                <a:lnTo>
                  <a:pt x="4728" y="3608"/>
                </a:lnTo>
                <a:lnTo>
                  <a:pt x="4727" y="3609"/>
                </a:lnTo>
                <a:lnTo>
                  <a:pt x="4727" y="3610"/>
                </a:lnTo>
                <a:lnTo>
                  <a:pt x="4726" y="3610"/>
                </a:lnTo>
                <a:lnTo>
                  <a:pt x="4726" y="3611"/>
                </a:lnTo>
                <a:lnTo>
                  <a:pt x="4726" y="3612"/>
                </a:lnTo>
                <a:lnTo>
                  <a:pt x="4726" y="3613"/>
                </a:lnTo>
                <a:lnTo>
                  <a:pt x="4726" y="3614"/>
                </a:lnTo>
                <a:lnTo>
                  <a:pt x="4726" y="3616"/>
                </a:lnTo>
                <a:lnTo>
                  <a:pt x="4725" y="3616"/>
                </a:lnTo>
                <a:lnTo>
                  <a:pt x="4724" y="3617"/>
                </a:lnTo>
                <a:lnTo>
                  <a:pt x="4723" y="3617"/>
                </a:lnTo>
                <a:lnTo>
                  <a:pt x="4721" y="3616"/>
                </a:lnTo>
                <a:lnTo>
                  <a:pt x="4720" y="3616"/>
                </a:lnTo>
                <a:lnTo>
                  <a:pt x="4717" y="3618"/>
                </a:lnTo>
                <a:lnTo>
                  <a:pt x="4716" y="3618"/>
                </a:lnTo>
                <a:lnTo>
                  <a:pt x="4715" y="3619"/>
                </a:lnTo>
                <a:lnTo>
                  <a:pt x="4714" y="3619"/>
                </a:lnTo>
                <a:lnTo>
                  <a:pt x="4713" y="3619"/>
                </a:lnTo>
                <a:lnTo>
                  <a:pt x="4712" y="3619"/>
                </a:lnTo>
                <a:lnTo>
                  <a:pt x="4713" y="3620"/>
                </a:lnTo>
                <a:lnTo>
                  <a:pt x="4713" y="3621"/>
                </a:lnTo>
                <a:lnTo>
                  <a:pt x="4712" y="3621"/>
                </a:lnTo>
                <a:lnTo>
                  <a:pt x="4712" y="3620"/>
                </a:lnTo>
                <a:lnTo>
                  <a:pt x="4711" y="3620"/>
                </a:lnTo>
                <a:lnTo>
                  <a:pt x="4711" y="3621"/>
                </a:lnTo>
                <a:lnTo>
                  <a:pt x="4711" y="3622"/>
                </a:lnTo>
                <a:lnTo>
                  <a:pt x="4711" y="3624"/>
                </a:lnTo>
                <a:lnTo>
                  <a:pt x="4712" y="3624"/>
                </a:lnTo>
                <a:lnTo>
                  <a:pt x="4712" y="3625"/>
                </a:lnTo>
                <a:lnTo>
                  <a:pt x="4713" y="3626"/>
                </a:lnTo>
                <a:lnTo>
                  <a:pt x="4714" y="3626"/>
                </a:lnTo>
                <a:lnTo>
                  <a:pt x="4715" y="3626"/>
                </a:lnTo>
                <a:lnTo>
                  <a:pt x="4716" y="3627"/>
                </a:lnTo>
                <a:lnTo>
                  <a:pt x="4716" y="3626"/>
                </a:lnTo>
                <a:lnTo>
                  <a:pt x="4719" y="3626"/>
                </a:lnTo>
                <a:lnTo>
                  <a:pt x="4719" y="3625"/>
                </a:lnTo>
                <a:lnTo>
                  <a:pt x="4720" y="3625"/>
                </a:lnTo>
                <a:lnTo>
                  <a:pt x="4720" y="3627"/>
                </a:lnTo>
                <a:lnTo>
                  <a:pt x="4721" y="3627"/>
                </a:lnTo>
                <a:lnTo>
                  <a:pt x="4720" y="3628"/>
                </a:lnTo>
                <a:lnTo>
                  <a:pt x="4720" y="3629"/>
                </a:lnTo>
                <a:lnTo>
                  <a:pt x="4720" y="3631"/>
                </a:lnTo>
                <a:lnTo>
                  <a:pt x="4721" y="3630"/>
                </a:lnTo>
                <a:lnTo>
                  <a:pt x="4721" y="3631"/>
                </a:lnTo>
                <a:lnTo>
                  <a:pt x="4722" y="3631"/>
                </a:lnTo>
                <a:lnTo>
                  <a:pt x="4723" y="3631"/>
                </a:lnTo>
                <a:lnTo>
                  <a:pt x="4724" y="3631"/>
                </a:lnTo>
                <a:lnTo>
                  <a:pt x="4725" y="3631"/>
                </a:lnTo>
                <a:lnTo>
                  <a:pt x="4726" y="3630"/>
                </a:lnTo>
                <a:lnTo>
                  <a:pt x="4726" y="3629"/>
                </a:lnTo>
                <a:lnTo>
                  <a:pt x="4727" y="3629"/>
                </a:lnTo>
                <a:lnTo>
                  <a:pt x="4727" y="3630"/>
                </a:lnTo>
                <a:lnTo>
                  <a:pt x="4727" y="3631"/>
                </a:lnTo>
                <a:lnTo>
                  <a:pt x="4728" y="3632"/>
                </a:lnTo>
                <a:lnTo>
                  <a:pt x="4728" y="3631"/>
                </a:lnTo>
                <a:lnTo>
                  <a:pt x="4729" y="3632"/>
                </a:lnTo>
                <a:lnTo>
                  <a:pt x="4730" y="3633"/>
                </a:lnTo>
                <a:lnTo>
                  <a:pt x="4729" y="3634"/>
                </a:lnTo>
                <a:lnTo>
                  <a:pt x="4730" y="3634"/>
                </a:lnTo>
                <a:lnTo>
                  <a:pt x="4730" y="3635"/>
                </a:lnTo>
                <a:lnTo>
                  <a:pt x="4731" y="3635"/>
                </a:lnTo>
                <a:lnTo>
                  <a:pt x="4730" y="3636"/>
                </a:lnTo>
                <a:lnTo>
                  <a:pt x="4729" y="3637"/>
                </a:lnTo>
                <a:lnTo>
                  <a:pt x="4729" y="3638"/>
                </a:lnTo>
                <a:lnTo>
                  <a:pt x="4730" y="3639"/>
                </a:lnTo>
                <a:lnTo>
                  <a:pt x="4730" y="3640"/>
                </a:lnTo>
                <a:lnTo>
                  <a:pt x="4730" y="3641"/>
                </a:lnTo>
                <a:lnTo>
                  <a:pt x="4732" y="3641"/>
                </a:lnTo>
                <a:lnTo>
                  <a:pt x="4731" y="3642"/>
                </a:lnTo>
                <a:lnTo>
                  <a:pt x="4730" y="3642"/>
                </a:lnTo>
                <a:lnTo>
                  <a:pt x="4731" y="3644"/>
                </a:lnTo>
                <a:lnTo>
                  <a:pt x="4732" y="3645"/>
                </a:lnTo>
                <a:lnTo>
                  <a:pt x="4733" y="3644"/>
                </a:lnTo>
                <a:lnTo>
                  <a:pt x="4734" y="3644"/>
                </a:lnTo>
                <a:lnTo>
                  <a:pt x="4734" y="3645"/>
                </a:lnTo>
                <a:lnTo>
                  <a:pt x="4735" y="3644"/>
                </a:lnTo>
                <a:lnTo>
                  <a:pt x="4735" y="3643"/>
                </a:lnTo>
                <a:lnTo>
                  <a:pt x="4735" y="3644"/>
                </a:lnTo>
                <a:lnTo>
                  <a:pt x="4735" y="3646"/>
                </a:lnTo>
                <a:lnTo>
                  <a:pt x="4734" y="3647"/>
                </a:lnTo>
                <a:lnTo>
                  <a:pt x="4733" y="3647"/>
                </a:lnTo>
                <a:lnTo>
                  <a:pt x="4732" y="3648"/>
                </a:lnTo>
                <a:lnTo>
                  <a:pt x="4732" y="3649"/>
                </a:lnTo>
                <a:lnTo>
                  <a:pt x="4733" y="3648"/>
                </a:lnTo>
                <a:lnTo>
                  <a:pt x="4734" y="3649"/>
                </a:lnTo>
                <a:lnTo>
                  <a:pt x="4736" y="3648"/>
                </a:lnTo>
                <a:lnTo>
                  <a:pt x="4737" y="3649"/>
                </a:lnTo>
                <a:lnTo>
                  <a:pt x="4738" y="3650"/>
                </a:lnTo>
                <a:lnTo>
                  <a:pt x="4738" y="3651"/>
                </a:lnTo>
                <a:lnTo>
                  <a:pt x="4737" y="3651"/>
                </a:lnTo>
                <a:lnTo>
                  <a:pt x="4737" y="3652"/>
                </a:lnTo>
                <a:lnTo>
                  <a:pt x="4738" y="3653"/>
                </a:lnTo>
                <a:lnTo>
                  <a:pt x="4738" y="3654"/>
                </a:lnTo>
                <a:lnTo>
                  <a:pt x="4738" y="3655"/>
                </a:lnTo>
                <a:lnTo>
                  <a:pt x="4738" y="3654"/>
                </a:lnTo>
                <a:lnTo>
                  <a:pt x="4739" y="3654"/>
                </a:lnTo>
                <a:lnTo>
                  <a:pt x="4739" y="3655"/>
                </a:lnTo>
                <a:lnTo>
                  <a:pt x="4738" y="3655"/>
                </a:lnTo>
                <a:lnTo>
                  <a:pt x="4739" y="3655"/>
                </a:lnTo>
                <a:lnTo>
                  <a:pt x="4739" y="3656"/>
                </a:lnTo>
                <a:lnTo>
                  <a:pt x="4738" y="3656"/>
                </a:lnTo>
                <a:lnTo>
                  <a:pt x="4738" y="3655"/>
                </a:lnTo>
                <a:lnTo>
                  <a:pt x="4738" y="3656"/>
                </a:lnTo>
                <a:lnTo>
                  <a:pt x="4737" y="3657"/>
                </a:lnTo>
                <a:lnTo>
                  <a:pt x="4736" y="3657"/>
                </a:lnTo>
                <a:lnTo>
                  <a:pt x="4735" y="3657"/>
                </a:lnTo>
                <a:lnTo>
                  <a:pt x="4735" y="3658"/>
                </a:lnTo>
                <a:lnTo>
                  <a:pt x="4736" y="3658"/>
                </a:lnTo>
                <a:lnTo>
                  <a:pt x="4737" y="3658"/>
                </a:lnTo>
                <a:lnTo>
                  <a:pt x="4738" y="3657"/>
                </a:lnTo>
                <a:lnTo>
                  <a:pt x="4739" y="3656"/>
                </a:lnTo>
                <a:lnTo>
                  <a:pt x="4739" y="3657"/>
                </a:lnTo>
                <a:lnTo>
                  <a:pt x="4739" y="3658"/>
                </a:lnTo>
                <a:lnTo>
                  <a:pt x="4738" y="3659"/>
                </a:lnTo>
                <a:lnTo>
                  <a:pt x="4736" y="3660"/>
                </a:lnTo>
                <a:lnTo>
                  <a:pt x="4735" y="3660"/>
                </a:lnTo>
                <a:lnTo>
                  <a:pt x="4734" y="3660"/>
                </a:lnTo>
                <a:lnTo>
                  <a:pt x="4733" y="3660"/>
                </a:lnTo>
                <a:lnTo>
                  <a:pt x="4732" y="3661"/>
                </a:lnTo>
                <a:lnTo>
                  <a:pt x="4732" y="3660"/>
                </a:lnTo>
                <a:lnTo>
                  <a:pt x="4732" y="3659"/>
                </a:lnTo>
                <a:lnTo>
                  <a:pt x="4732" y="3658"/>
                </a:lnTo>
                <a:lnTo>
                  <a:pt x="4731" y="3657"/>
                </a:lnTo>
                <a:lnTo>
                  <a:pt x="4730" y="3657"/>
                </a:lnTo>
                <a:lnTo>
                  <a:pt x="4730" y="3656"/>
                </a:lnTo>
                <a:lnTo>
                  <a:pt x="4730" y="3655"/>
                </a:lnTo>
                <a:lnTo>
                  <a:pt x="4731" y="3656"/>
                </a:lnTo>
                <a:lnTo>
                  <a:pt x="4731" y="3655"/>
                </a:lnTo>
                <a:lnTo>
                  <a:pt x="4731" y="3654"/>
                </a:lnTo>
                <a:lnTo>
                  <a:pt x="4730" y="3654"/>
                </a:lnTo>
                <a:lnTo>
                  <a:pt x="4730" y="3653"/>
                </a:lnTo>
                <a:lnTo>
                  <a:pt x="4730" y="3652"/>
                </a:lnTo>
                <a:lnTo>
                  <a:pt x="4729" y="3651"/>
                </a:lnTo>
                <a:lnTo>
                  <a:pt x="4729" y="3650"/>
                </a:lnTo>
                <a:lnTo>
                  <a:pt x="4729" y="3649"/>
                </a:lnTo>
                <a:lnTo>
                  <a:pt x="4729" y="3648"/>
                </a:lnTo>
                <a:lnTo>
                  <a:pt x="4729" y="3647"/>
                </a:lnTo>
                <a:lnTo>
                  <a:pt x="4728" y="3646"/>
                </a:lnTo>
                <a:lnTo>
                  <a:pt x="4727" y="3646"/>
                </a:lnTo>
                <a:lnTo>
                  <a:pt x="4726" y="3646"/>
                </a:lnTo>
                <a:lnTo>
                  <a:pt x="4726" y="3647"/>
                </a:lnTo>
                <a:lnTo>
                  <a:pt x="4726" y="3649"/>
                </a:lnTo>
                <a:lnTo>
                  <a:pt x="4725" y="3649"/>
                </a:lnTo>
                <a:lnTo>
                  <a:pt x="4724" y="3648"/>
                </a:lnTo>
                <a:lnTo>
                  <a:pt x="4723" y="3649"/>
                </a:lnTo>
                <a:lnTo>
                  <a:pt x="4724" y="3649"/>
                </a:lnTo>
                <a:lnTo>
                  <a:pt x="4723" y="3650"/>
                </a:lnTo>
                <a:lnTo>
                  <a:pt x="4724" y="3651"/>
                </a:lnTo>
                <a:lnTo>
                  <a:pt x="4724" y="3650"/>
                </a:lnTo>
                <a:lnTo>
                  <a:pt x="4724" y="3651"/>
                </a:lnTo>
                <a:lnTo>
                  <a:pt x="4725" y="3651"/>
                </a:lnTo>
                <a:lnTo>
                  <a:pt x="4725" y="3652"/>
                </a:lnTo>
                <a:lnTo>
                  <a:pt x="4726" y="3651"/>
                </a:lnTo>
                <a:lnTo>
                  <a:pt x="4726" y="3650"/>
                </a:lnTo>
                <a:lnTo>
                  <a:pt x="4727" y="3651"/>
                </a:lnTo>
                <a:lnTo>
                  <a:pt x="4727" y="3652"/>
                </a:lnTo>
                <a:lnTo>
                  <a:pt x="4728" y="3651"/>
                </a:lnTo>
                <a:lnTo>
                  <a:pt x="4728" y="3653"/>
                </a:lnTo>
                <a:lnTo>
                  <a:pt x="4728" y="3654"/>
                </a:lnTo>
                <a:lnTo>
                  <a:pt x="4727" y="3654"/>
                </a:lnTo>
                <a:lnTo>
                  <a:pt x="4727" y="3655"/>
                </a:lnTo>
                <a:lnTo>
                  <a:pt x="4726" y="3656"/>
                </a:lnTo>
                <a:lnTo>
                  <a:pt x="4725" y="3657"/>
                </a:lnTo>
                <a:lnTo>
                  <a:pt x="4726" y="3658"/>
                </a:lnTo>
                <a:lnTo>
                  <a:pt x="4725" y="3659"/>
                </a:lnTo>
                <a:lnTo>
                  <a:pt x="4724" y="3659"/>
                </a:lnTo>
                <a:lnTo>
                  <a:pt x="4724" y="3658"/>
                </a:lnTo>
                <a:lnTo>
                  <a:pt x="4725" y="3658"/>
                </a:lnTo>
                <a:lnTo>
                  <a:pt x="4724" y="3657"/>
                </a:lnTo>
                <a:lnTo>
                  <a:pt x="4723" y="3657"/>
                </a:lnTo>
                <a:lnTo>
                  <a:pt x="4721" y="3657"/>
                </a:lnTo>
                <a:lnTo>
                  <a:pt x="4720" y="3658"/>
                </a:lnTo>
                <a:lnTo>
                  <a:pt x="4720" y="3659"/>
                </a:lnTo>
                <a:lnTo>
                  <a:pt x="4719" y="3659"/>
                </a:lnTo>
                <a:lnTo>
                  <a:pt x="4719" y="3658"/>
                </a:lnTo>
                <a:lnTo>
                  <a:pt x="4720" y="3657"/>
                </a:lnTo>
                <a:lnTo>
                  <a:pt x="4721" y="3657"/>
                </a:lnTo>
                <a:lnTo>
                  <a:pt x="4721" y="3656"/>
                </a:lnTo>
                <a:lnTo>
                  <a:pt x="4722" y="3656"/>
                </a:lnTo>
                <a:lnTo>
                  <a:pt x="4722" y="3655"/>
                </a:lnTo>
                <a:lnTo>
                  <a:pt x="4721" y="3654"/>
                </a:lnTo>
                <a:lnTo>
                  <a:pt x="4720" y="3653"/>
                </a:lnTo>
                <a:lnTo>
                  <a:pt x="4718" y="3651"/>
                </a:lnTo>
                <a:lnTo>
                  <a:pt x="4718" y="3649"/>
                </a:lnTo>
                <a:lnTo>
                  <a:pt x="4719" y="3648"/>
                </a:lnTo>
                <a:lnTo>
                  <a:pt x="4719" y="3647"/>
                </a:lnTo>
                <a:lnTo>
                  <a:pt x="4718" y="3647"/>
                </a:lnTo>
                <a:lnTo>
                  <a:pt x="4718" y="3648"/>
                </a:lnTo>
                <a:lnTo>
                  <a:pt x="4717" y="3648"/>
                </a:lnTo>
                <a:lnTo>
                  <a:pt x="4716" y="3648"/>
                </a:lnTo>
                <a:lnTo>
                  <a:pt x="4715" y="3648"/>
                </a:lnTo>
                <a:lnTo>
                  <a:pt x="4714" y="3648"/>
                </a:lnTo>
                <a:lnTo>
                  <a:pt x="4714" y="3649"/>
                </a:lnTo>
                <a:lnTo>
                  <a:pt x="4714" y="3650"/>
                </a:lnTo>
                <a:lnTo>
                  <a:pt x="4712" y="3652"/>
                </a:lnTo>
                <a:lnTo>
                  <a:pt x="4712" y="3651"/>
                </a:lnTo>
                <a:lnTo>
                  <a:pt x="4712" y="3650"/>
                </a:lnTo>
                <a:lnTo>
                  <a:pt x="4713" y="3650"/>
                </a:lnTo>
                <a:lnTo>
                  <a:pt x="4713" y="3649"/>
                </a:lnTo>
                <a:lnTo>
                  <a:pt x="4713" y="3648"/>
                </a:lnTo>
                <a:lnTo>
                  <a:pt x="4712" y="3647"/>
                </a:lnTo>
                <a:lnTo>
                  <a:pt x="4712" y="3646"/>
                </a:lnTo>
                <a:lnTo>
                  <a:pt x="4713" y="3645"/>
                </a:lnTo>
                <a:lnTo>
                  <a:pt x="4713" y="3644"/>
                </a:lnTo>
                <a:lnTo>
                  <a:pt x="4713" y="3643"/>
                </a:lnTo>
                <a:lnTo>
                  <a:pt x="4713" y="3642"/>
                </a:lnTo>
                <a:lnTo>
                  <a:pt x="4712" y="3643"/>
                </a:lnTo>
                <a:lnTo>
                  <a:pt x="4711" y="3643"/>
                </a:lnTo>
                <a:lnTo>
                  <a:pt x="4710" y="3642"/>
                </a:lnTo>
                <a:lnTo>
                  <a:pt x="4709" y="3644"/>
                </a:lnTo>
                <a:lnTo>
                  <a:pt x="4706" y="3644"/>
                </a:lnTo>
                <a:lnTo>
                  <a:pt x="4707" y="3642"/>
                </a:lnTo>
                <a:lnTo>
                  <a:pt x="4704" y="3642"/>
                </a:lnTo>
                <a:lnTo>
                  <a:pt x="4704" y="3641"/>
                </a:lnTo>
                <a:lnTo>
                  <a:pt x="4703" y="3641"/>
                </a:lnTo>
                <a:lnTo>
                  <a:pt x="4702" y="3641"/>
                </a:lnTo>
                <a:lnTo>
                  <a:pt x="4701" y="3640"/>
                </a:lnTo>
                <a:lnTo>
                  <a:pt x="4701" y="3639"/>
                </a:lnTo>
                <a:lnTo>
                  <a:pt x="4701" y="3638"/>
                </a:lnTo>
                <a:lnTo>
                  <a:pt x="4701" y="3637"/>
                </a:lnTo>
                <a:lnTo>
                  <a:pt x="4700" y="3637"/>
                </a:lnTo>
                <a:lnTo>
                  <a:pt x="4700" y="3638"/>
                </a:lnTo>
                <a:lnTo>
                  <a:pt x="4700" y="3639"/>
                </a:lnTo>
                <a:lnTo>
                  <a:pt x="4700" y="3640"/>
                </a:lnTo>
                <a:lnTo>
                  <a:pt x="4700" y="3641"/>
                </a:lnTo>
                <a:lnTo>
                  <a:pt x="4700" y="3642"/>
                </a:lnTo>
                <a:lnTo>
                  <a:pt x="4700" y="3643"/>
                </a:lnTo>
                <a:lnTo>
                  <a:pt x="4700" y="3645"/>
                </a:lnTo>
                <a:lnTo>
                  <a:pt x="4699" y="3645"/>
                </a:lnTo>
                <a:lnTo>
                  <a:pt x="4699" y="3647"/>
                </a:lnTo>
                <a:lnTo>
                  <a:pt x="4699" y="3648"/>
                </a:lnTo>
                <a:lnTo>
                  <a:pt x="4700" y="3649"/>
                </a:lnTo>
                <a:lnTo>
                  <a:pt x="4699" y="3649"/>
                </a:lnTo>
                <a:lnTo>
                  <a:pt x="4699" y="3650"/>
                </a:lnTo>
                <a:lnTo>
                  <a:pt x="4700" y="3651"/>
                </a:lnTo>
                <a:lnTo>
                  <a:pt x="4701" y="3652"/>
                </a:lnTo>
                <a:lnTo>
                  <a:pt x="4702" y="3653"/>
                </a:lnTo>
                <a:lnTo>
                  <a:pt x="4701" y="3653"/>
                </a:lnTo>
                <a:lnTo>
                  <a:pt x="4699" y="3653"/>
                </a:lnTo>
                <a:lnTo>
                  <a:pt x="4698" y="3656"/>
                </a:lnTo>
                <a:lnTo>
                  <a:pt x="4697" y="3656"/>
                </a:lnTo>
                <a:lnTo>
                  <a:pt x="4696" y="3657"/>
                </a:lnTo>
                <a:lnTo>
                  <a:pt x="4694" y="3656"/>
                </a:lnTo>
                <a:lnTo>
                  <a:pt x="4695" y="3654"/>
                </a:lnTo>
                <a:lnTo>
                  <a:pt x="4694" y="3654"/>
                </a:lnTo>
                <a:lnTo>
                  <a:pt x="4693" y="3654"/>
                </a:lnTo>
                <a:lnTo>
                  <a:pt x="4692" y="3653"/>
                </a:lnTo>
                <a:lnTo>
                  <a:pt x="4692" y="3652"/>
                </a:lnTo>
                <a:lnTo>
                  <a:pt x="4692" y="3651"/>
                </a:lnTo>
                <a:lnTo>
                  <a:pt x="4692" y="3650"/>
                </a:lnTo>
                <a:lnTo>
                  <a:pt x="4692" y="3649"/>
                </a:lnTo>
                <a:lnTo>
                  <a:pt x="4693" y="3649"/>
                </a:lnTo>
                <a:lnTo>
                  <a:pt x="4693" y="3648"/>
                </a:lnTo>
                <a:lnTo>
                  <a:pt x="4692" y="3647"/>
                </a:lnTo>
                <a:lnTo>
                  <a:pt x="4691" y="3648"/>
                </a:lnTo>
                <a:lnTo>
                  <a:pt x="4691" y="3646"/>
                </a:lnTo>
                <a:lnTo>
                  <a:pt x="4690" y="3646"/>
                </a:lnTo>
                <a:lnTo>
                  <a:pt x="4690" y="3647"/>
                </a:lnTo>
                <a:lnTo>
                  <a:pt x="4688" y="3648"/>
                </a:lnTo>
                <a:lnTo>
                  <a:pt x="4687" y="3649"/>
                </a:lnTo>
                <a:lnTo>
                  <a:pt x="4687" y="3650"/>
                </a:lnTo>
                <a:lnTo>
                  <a:pt x="4686" y="3650"/>
                </a:lnTo>
                <a:lnTo>
                  <a:pt x="4685" y="3650"/>
                </a:lnTo>
                <a:lnTo>
                  <a:pt x="4685" y="3651"/>
                </a:lnTo>
                <a:lnTo>
                  <a:pt x="4683" y="3652"/>
                </a:lnTo>
                <a:lnTo>
                  <a:pt x="4682" y="3653"/>
                </a:lnTo>
                <a:lnTo>
                  <a:pt x="4681" y="3653"/>
                </a:lnTo>
                <a:lnTo>
                  <a:pt x="4680" y="3654"/>
                </a:lnTo>
                <a:lnTo>
                  <a:pt x="4679" y="3655"/>
                </a:lnTo>
                <a:lnTo>
                  <a:pt x="4679" y="3656"/>
                </a:lnTo>
                <a:lnTo>
                  <a:pt x="4678" y="3657"/>
                </a:lnTo>
                <a:lnTo>
                  <a:pt x="4678" y="3658"/>
                </a:lnTo>
                <a:lnTo>
                  <a:pt x="4678" y="3659"/>
                </a:lnTo>
                <a:lnTo>
                  <a:pt x="4677" y="3660"/>
                </a:lnTo>
                <a:lnTo>
                  <a:pt x="4676" y="3660"/>
                </a:lnTo>
                <a:lnTo>
                  <a:pt x="4677" y="3660"/>
                </a:lnTo>
                <a:lnTo>
                  <a:pt x="4678" y="3662"/>
                </a:lnTo>
                <a:lnTo>
                  <a:pt x="4678" y="3663"/>
                </a:lnTo>
                <a:lnTo>
                  <a:pt x="4679" y="3663"/>
                </a:lnTo>
                <a:lnTo>
                  <a:pt x="4680" y="3663"/>
                </a:lnTo>
                <a:lnTo>
                  <a:pt x="4681" y="3663"/>
                </a:lnTo>
                <a:lnTo>
                  <a:pt x="4682" y="3663"/>
                </a:lnTo>
                <a:lnTo>
                  <a:pt x="4684" y="3663"/>
                </a:lnTo>
                <a:lnTo>
                  <a:pt x="4686" y="3664"/>
                </a:lnTo>
                <a:lnTo>
                  <a:pt x="4686" y="3665"/>
                </a:lnTo>
                <a:lnTo>
                  <a:pt x="4687" y="3665"/>
                </a:lnTo>
                <a:lnTo>
                  <a:pt x="4686" y="3665"/>
                </a:lnTo>
                <a:lnTo>
                  <a:pt x="4686" y="3664"/>
                </a:lnTo>
                <a:lnTo>
                  <a:pt x="4687" y="3664"/>
                </a:lnTo>
                <a:lnTo>
                  <a:pt x="4688" y="3664"/>
                </a:lnTo>
                <a:lnTo>
                  <a:pt x="4688" y="3665"/>
                </a:lnTo>
                <a:lnTo>
                  <a:pt x="4688" y="3666"/>
                </a:lnTo>
                <a:lnTo>
                  <a:pt x="4689" y="3667"/>
                </a:lnTo>
                <a:lnTo>
                  <a:pt x="4689" y="3668"/>
                </a:lnTo>
                <a:lnTo>
                  <a:pt x="4690" y="3669"/>
                </a:lnTo>
                <a:lnTo>
                  <a:pt x="4691" y="3669"/>
                </a:lnTo>
                <a:lnTo>
                  <a:pt x="4691" y="3670"/>
                </a:lnTo>
                <a:lnTo>
                  <a:pt x="4691" y="3671"/>
                </a:lnTo>
                <a:lnTo>
                  <a:pt x="4692" y="3671"/>
                </a:lnTo>
                <a:lnTo>
                  <a:pt x="4693" y="3671"/>
                </a:lnTo>
                <a:lnTo>
                  <a:pt x="4694" y="3671"/>
                </a:lnTo>
                <a:lnTo>
                  <a:pt x="4693" y="3669"/>
                </a:lnTo>
                <a:lnTo>
                  <a:pt x="4693" y="3668"/>
                </a:lnTo>
                <a:lnTo>
                  <a:pt x="4694" y="3669"/>
                </a:lnTo>
                <a:lnTo>
                  <a:pt x="4695" y="3669"/>
                </a:lnTo>
                <a:lnTo>
                  <a:pt x="4696" y="3670"/>
                </a:lnTo>
                <a:lnTo>
                  <a:pt x="4697" y="3668"/>
                </a:lnTo>
                <a:lnTo>
                  <a:pt x="4697" y="3667"/>
                </a:lnTo>
                <a:lnTo>
                  <a:pt x="4698" y="3668"/>
                </a:lnTo>
                <a:lnTo>
                  <a:pt x="4699" y="3669"/>
                </a:lnTo>
                <a:lnTo>
                  <a:pt x="4699" y="3670"/>
                </a:lnTo>
                <a:lnTo>
                  <a:pt x="4701" y="3671"/>
                </a:lnTo>
                <a:lnTo>
                  <a:pt x="4702" y="3672"/>
                </a:lnTo>
                <a:lnTo>
                  <a:pt x="4703" y="3672"/>
                </a:lnTo>
                <a:lnTo>
                  <a:pt x="4703" y="3673"/>
                </a:lnTo>
                <a:lnTo>
                  <a:pt x="4704" y="3673"/>
                </a:lnTo>
                <a:lnTo>
                  <a:pt x="4705" y="3674"/>
                </a:lnTo>
                <a:lnTo>
                  <a:pt x="4705" y="3673"/>
                </a:lnTo>
                <a:lnTo>
                  <a:pt x="4706" y="3673"/>
                </a:lnTo>
                <a:lnTo>
                  <a:pt x="4707" y="3674"/>
                </a:lnTo>
                <a:lnTo>
                  <a:pt x="4708" y="3673"/>
                </a:lnTo>
                <a:lnTo>
                  <a:pt x="4708" y="3674"/>
                </a:lnTo>
                <a:lnTo>
                  <a:pt x="4707" y="3675"/>
                </a:lnTo>
                <a:lnTo>
                  <a:pt x="4707" y="3676"/>
                </a:lnTo>
                <a:lnTo>
                  <a:pt x="4706" y="3676"/>
                </a:lnTo>
                <a:lnTo>
                  <a:pt x="4704" y="3677"/>
                </a:lnTo>
                <a:lnTo>
                  <a:pt x="4704" y="3678"/>
                </a:lnTo>
                <a:lnTo>
                  <a:pt x="4703" y="3678"/>
                </a:lnTo>
                <a:lnTo>
                  <a:pt x="4702" y="3678"/>
                </a:lnTo>
                <a:lnTo>
                  <a:pt x="4701" y="3678"/>
                </a:lnTo>
                <a:lnTo>
                  <a:pt x="4700" y="3679"/>
                </a:lnTo>
                <a:lnTo>
                  <a:pt x="4700" y="3678"/>
                </a:lnTo>
                <a:lnTo>
                  <a:pt x="4699" y="3678"/>
                </a:lnTo>
                <a:lnTo>
                  <a:pt x="4699" y="3679"/>
                </a:lnTo>
                <a:lnTo>
                  <a:pt x="4699" y="3680"/>
                </a:lnTo>
                <a:lnTo>
                  <a:pt x="4700" y="3682"/>
                </a:lnTo>
                <a:lnTo>
                  <a:pt x="4700" y="3683"/>
                </a:lnTo>
                <a:lnTo>
                  <a:pt x="4701" y="3684"/>
                </a:lnTo>
                <a:lnTo>
                  <a:pt x="4700" y="3685"/>
                </a:lnTo>
                <a:lnTo>
                  <a:pt x="4699" y="3686"/>
                </a:lnTo>
                <a:lnTo>
                  <a:pt x="4699" y="3687"/>
                </a:lnTo>
                <a:lnTo>
                  <a:pt x="4698" y="3688"/>
                </a:lnTo>
                <a:lnTo>
                  <a:pt x="4698" y="3687"/>
                </a:lnTo>
                <a:lnTo>
                  <a:pt x="4697" y="3686"/>
                </a:lnTo>
                <a:lnTo>
                  <a:pt x="4696" y="3686"/>
                </a:lnTo>
                <a:lnTo>
                  <a:pt x="4695" y="3686"/>
                </a:lnTo>
                <a:lnTo>
                  <a:pt x="4694" y="3686"/>
                </a:lnTo>
                <a:lnTo>
                  <a:pt x="4694" y="3685"/>
                </a:lnTo>
                <a:lnTo>
                  <a:pt x="4691" y="3686"/>
                </a:lnTo>
                <a:lnTo>
                  <a:pt x="4690" y="3686"/>
                </a:lnTo>
                <a:lnTo>
                  <a:pt x="4689" y="3687"/>
                </a:lnTo>
                <a:lnTo>
                  <a:pt x="4689" y="3688"/>
                </a:lnTo>
                <a:lnTo>
                  <a:pt x="4687" y="3688"/>
                </a:lnTo>
                <a:lnTo>
                  <a:pt x="4686" y="3687"/>
                </a:lnTo>
                <a:lnTo>
                  <a:pt x="4685" y="3686"/>
                </a:lnTo>
                <a:lnTo>
                  <a:pt x="4684" y="3685"/>
                </a:lnTo>
                <a:lnTo>
                  <a:pt x="4683" y="3685"/>
                </a:lnTo>
                <a:lnTo>
                  <a:pt x="4682" y="3683"/>
                </a:lnTo>
                <a:lnTo>
                  <a:pt x="4683" y="3682"/>
                </a:lnTo>
                <a:lnTo>
                  <a:pt x="4682" y="3682"/>
                </a:lnTo>
                <a:lnTo>
                  <a:pt x="4682" y="3681"/>
                </a:lnTo>
                <a:lnTo>
                  <a:pt x="4681" y="3681"/>
                </a:lnTo>
                <a:lnTo>
                  <a:pt x="4681" y="3682"/>
                </a:lnTo>
                <a:lnTo>
                  <a:pt x="4680" y="3682"/>
                </a:lnTo>
                <a:lnTo>
                  <a:pt x="4680" y="3681"/>
                </a:lnTo>
                <a:lnTo>
                  <a:pt x="4680" y="3682"/>
                </a:lnTo>
                <a:lnTo>
                  <a:pt x="4680" y="3683"/>
                </a:lnTo>
                <a:lnTo>
                  <a:pt x="4679" y="3684"/>
                </a:lnTo>
                <a:lnTo>
                  <a:pt x="4679" y="3685"/>
                </a:lnTo>
                <a:lnTo>
                  <a:pt x="4678" y="3686"/>
                </a:lnTo>
                <a:lnTo>
                  <a:pt x="4678" y="3687"/>
                </a:lnTo>
                <a:lnTo>
                  <a:pt x="4679" y="3689"/>
                </a:lnTo>
                <a:lnTo>
                  <a:pt x="4680" y="3690"/>
                </a:lnTo>
                <a:lnTo>
                  <a:pt x="4681" y="3690"/>
                </a:lnTo>
                <a:lnTo>
                  <a:pt x="4682" y="3690"/>
                </a:lnTo>
                <a:lnTo>
                  <a:pt x="4683" y="3690"/>
                </a:lnTo>
                <a:lnTo>
                  <a:pt x="4683" y="3691"/>
                </a:lnTo>
                <a:lnTo>
                  <a:pt x="4682" y="3691"/>
                </a:lnTo>
                <a:lnTo>
                  <a:pt x="4682" y="3692"/>
                </a:lnTo>
                <a:lnTo>
                  <a:pt x="4683" y="3693"/>
                </a:lnTo>
                <a:lnTo>
                  <a:pt x="4684" y="3693"/>
                </a:lnTo>
                <a:lnTo>
                  <a:pt x="4684" y="3692"/>
                </a:lnTo>
                <a:lnTo>
                  <a:pt x="4685" y="3692"/>
                </a:lnTo>
                <a:lnTo>
                  <a:pt x="4686" y="3693"/>
                </a:lnTo>
                <a:lnTo>
                  <a:pt x="4685" y="3695"/>
                </a:lnTo>
                <a:lnTo>
                  <a:pt x="4686" y="3695"/>
                </a:lnTo>
                <a:lnTo>
                  <a:pt x="4685" y="3695"/>
                </a:lnTo>
                <a:lnTo>
                  <a:pt x="4685" y="3696"/>
                </a:lnTo>
                <a:lnTo>
                  <a:pt x="4685" y="3695"/>
                </a:lnTo>
                <a:lnTo>
                  <a:pt x="4680" y="3697"/>
                </a:lnTo>
                <a:lnTo>
                  <a:pt x="4680" y="3698"/>
                </a:lnTo>
                <a:lnTo>
                  <a:pt x="4679" y="3698"/>
                </a:lnTo>
                <a:lnTo>
                  <a:pt x="4677" y="3698"/>
                </a:lnTo>
                <a:lnTo>
                  <a:pt x="4677" y="3699"/>
                </a:lnTo>
                <a:lnTo>
                  <a:pt x="4676" y="3700"/>
                </a:lnTo>
                <a:lnTo>
                  <a:pt x="4675" y="3699"/>
                </a:lnTo>
                <a:lnTo>
                  <a:pt x="4676" y="3698"/>
                </a:lnTo>
                <a:lnTo>
                  <a:pt x="4675" y="3698"/>
                </a:lnTo>
                <a:lnTo>
                  <a:pt x="4674" y="3698"/>
                </a:lnTo>
                <a:lnTo>
                  <a:pt x="4674" y="3699"/>
                </a:lnTo>
                <a:lnTo>
                  <a:pt x="4674" y="3698"/>
                </a:lnTo>
                <a:lnTo>
                  <a:pt x="4673" y="3698"/>
                </a:lnTo>
                <a:lnTo>
                  <a:pt x="4674" y="3698"/>
                </a:lnTo>
                <a:lnTo>
                  <a:pt x="4673" y="3698"/>
                </a:lnTo>
                <a:lnTo>
                  <a:pt x="4672" y="3697"/>
                </a:lnTo>
                <a:lnTo>
                  <a:pt x="4671" y="3697"/>
                </a:lnTo>
                <a:lnTo>
                  <a:pt x="4670" y="3695"/>
                </a:lnTo>
                <a:lnTo>
                  <a:pt x="4670" y="3693"/>
                </a:lnTo>
                <a:lnTo>
                  <a:pt x="4670" y="3692"/>
                </a:lnTo>
                <a:lnTo>
                  <a:pt x="4671" y="3691"/>
                </a:lnTo>
                <a:lnTo>
                  <a:pt x="4671" y="3692"/>
                </a:lnTo>
                <a:lnTo>
                  <a:pt x="4672" y="3692"/>
                </a:lnTo>
                <a:lnTo>
                  <a:pt x="4673" y="3692"/>
                </a:lnTo>
                <a:lnTo>
                  <a:pt x="4674" y="3691"/>
                </a:lnTo>
                <a:lnTo>
                  <a:pt x="4674" y="3689"/>
                </a:lnTo>
                <a:lnTo>
                  <a:pt x="4675" y="3688"/>
                </a:lnTo>
                <a:lnTo>
                  <a:pt x="4674" y="3687"/>
                </a:lnTo>
                <a:lnTo>
                  <a:pt x="4674" y="3686"/>
                </a:lnTo>
                <a:lnTo>
                  <a:pt x="4675" y="3685"/>
                </a:lnTo>
                <a:lnTo>
                  <a:pt x="4675" y="3684"/>
                </a:lnTo>
                <a:lnTo>
                  <a:pt x="4675" y="3685"/>
                </a:lnTo>
                <a:lnTo>
                  <a:pt x="4673" y="3686"/>
                </a:lnTo>
                <a:lnTo>
                  <a:pt x="4673" y="3685"/>
                </a:lnTo>
                <a:lnTo>
                  <a:pt x="4673" y="3684"/>
                </a:lnTo>
                <a:lnTo>
                  <a:pt x="4674" y="3684"/>
                </a:lnTo>
                <a:lnTo>
                  <a:pt x="4673" y="3684"/>
                </a:lnTo>
                <a:lnTo>
                  <a:pt x="4672" y="3684"/>
                </a:lnTo>
                <a:lnTo>
                  <a:pt x="4670" y="3685"/>
                </a:lnTo>
                <a:lnTo>
                  <a:pt x="4668" y="3686"/>
                </a:lnTo>
                <a:lnTo>
                  <a:pt x="4667" y="3686"/>
                </a:lnTo>
                <a:lnTo>
                  <a:pt x="4667" y="3685"/>
                </a:lnTo>
                <a:lnTo>
                  <a:pt x="4668" y="3684"/>
                </a:lnTo>
                <a:lnTo>
                  <a:pt x="4670" y="3684"/>
                </a:lnTo>
                <a:lnTo>
                  <a:pt x="4672" y="3683"/>
                </a:lnTo>
                <a:lnTo>
                  <a:pt x="4671" y="3683"/>
                </a:lnTo>
                <a:lnTo>
                  <a:pt x="4670" y="3683"/>
                </a:lnTo>
                <a:lnTo>
                  <a:pt x="4669" y="3683"/>
                </a:lnTo>
                <a:lnTo>
                  <a:pt x="4669" y="3684"/>
                </a:lnTo>
                <a:lnTo>
                  <a:pt x="4667" y="3685"/>
                </a:lnTo>
                <a:lnTo>
                  <a:pt x="4666" y="3687"/>
                </a:lnTo>
                <a:lnTo>
                  <a:pt x="4665" y="3687"/>
                </a:lnTo>
                <a:lnTo>
                  <a:pt x="4664" y="3687"/>
                </a:lnTo>
                <a:lnTo>
                  <a:pt x="4664" y="3686"/>
                </a:lnTo>
                <a:lnTo>
                  <a:pt x="4663" y="3686"/>
                </a:lnTo>
                <a:lnTo>
                  <a:pt x="4663" y="3685"/>
                </a:lnTo>
                <a:lnTo>
                  <a:pt x="4663" y="3684"/>
                </a:lnTo>
                <a:lnTo>
                  <a:pt x="4664" y="3684"/>
                </a:lnTo>
                <a:lnTo>
                  <a:pt x="4664" y="3682"/>
                </a:lnTo>
                <a:lnTo>
                  <a:pt x="4663" y="3682"/>
                </a:lnTo>
                <a:lnTo>
                  <a:pt x="4664" y="3681"/>
                </a:lnTo>
                <a:lnTo>
                  <a:pt x="4664" y="3680"/>
                </a:lnTo>
                <a:lnTo>
                  <a:pt x="4665" y="3680"/>
                </a:lnTo>
                <a:lnTo>
                  <a:pt x="4665" y="3681"/>
                </a:lnTo>
                <a:lnTo>
                  <a:pt x="4666" y="3681"/>
                </a:lnTo>
                <a:lnTo>
                  <a:pt x="4667" y="3681"/>
                </a:lnTo>
                <a:lnTo>
                  <a:pt x="4668" y="3680"/>
                </a:lnTo>
                <a:lnTo>
                  <a:pt x="4668" y="3679"/>
                </a:lnTo>
                <a:lnTo>
                  <a:pt x="4668" y="3678"/>
                </a:lnTo>
                <a:lnTo>
                  <a:pt x="4667" y="3677"/>
                </a:lnTo>
                <a:lnTo>
                  <a:pt x="4666" y="3677"/>
                </a:lnTo>
                <a:lnTo>
                  <a:pt x="4666" y="3678"/>
                </a:lnTo>
                <a:lnTo>
                  <a:pt x="4665" y="3678"/>
                </a:lnTo>
                <a:lnTo>
                  <a:pt x="4664" y="3678"/>
                </a:lnTo>
                <a:lnTo>
                  <a:pt x="4664" y="3677"/>
                </a:lnTo>
                <a:lnTo>
                  <a:pt x="4663" y="3677"/>
                </a:lnTo>
                <a:lnTo>
                  <a:pt x="4663" y="3678"/>
                </a:lnTo>
                <a:lnTo>
                  <a:pt x="4662" y="3679"/>
                </a:lnTo>
                <a:lnTo>
                  <a:pt x="4661" y="3679"/>
                </a:lnTo>
                <a:lnTo>
                  <a:pt x="4660" y="3679"/>
                </a:lnTo>
                <a:lnTo>
                  <a:pt x="4659" y="3680"/>
                </a:lnTo>
                <a:lnTo>
                  <a:pt x="4658" y="3680"/>
                </a:lnTo>
                <a:lnTo>
                  <a:pt x="4656" y="3682"/>
                </a:lnTo>
                <a:lnTo>
                  <a:pt x="4655" y="3682"/>
                </a:lnTo>
                <a:lnTo>
                  <a:pt x="4654" y="3682"/>
                </a:lnTo>
                <a:lnTo>
                  <a:pt x="4654" y="3683"/>
                </a:lnTo>
                <a:lnTo>
                  <a:pt x="4655" y="3683"/>
                </a:lnTo>
                <a:lnTo>
                  <a:pt x="4654" y="3684"/>
                </a:lnTo>
                <a:lnTo>
                  <a:pt x="4653" y="3684"/>
                </a:lnTo>
                <a:lnTo>
                  <a:pt x="4652" y="3685"/>
                </a:lnTo>
                <a:lnTo>
                  <a:pt x="4651" y="3685"/>
                </a:lnTo>
                <a:lnTo>
                  <a:pt x="4650" y="3685"/>
                </a:lnTo>
                <a:lnTo>
                  <a:pt x="4651" y="3685"/>
                </a:lnTo>
                <a:lnTo>
                  <a:pt x="4652" y="3685"/>
                </a:lnTo>
                <a:lnTo>
                  <a:pt x="4653" y="3685"/>
                </a:lnTo>
                <a:lnTo>
                  <a:pt x="4654" y="3685"/>
                </a:lnTo>
                <a:lnTo>
                  <a:pt x="4655" y="3685"/>
                </a:lnTo>
                <a:lnTo>
                  <a:pt x="4656" y="3685"/>
                </a:lnTo>
                <a:lnTo>
                  <a:pt x="4657" y="3686"/>
                </a:lnTo>
                <a:lnTo>
                  <a:pt x="4658" y="3686"/>
                </a:lnTo>
                <a:lnTo>
                  <a:pt x="4658" y="3687"/>
                </a:lnTo>
                <a:lnTo>
                  <a:pt x="4659" y="3688"/>
                </a:lnTo>
                <a:lnTo>
                  <a:pt x="4658" y="3688"/>
                </a:lnTo>
                <a:lnTo>
                  <a:pt x="4659" y="3689"/>
                </a:lnTo>
                <a:lnTo>
                  <a:pt x="4660" y="3689"/>
                </a:lnTo>
                <a:lnTo>
                  <a:pt x="4661" y="3688"/>
                </a:lnTo>
                <a:lnTo>
                  <a:pt x="4662" y="3688"/>
                </a:lnTo>
                <a:lnTo>
                  <a:pt x="4664" y="3688"/>
                </a:lnTo>
                <a:lnTo>
                  <a:pt x="4664" y="3689"/>
                </a:lnTo>
                <a:lnTo>
                  <a:pt x="4663" y="3691"/>
                </a:lnTo>
                <a:lnTo>
                  <a:pt x="4664" y="3691"/>
                </a:lnTo>
                <a:lnTo>
                  <a:pt x="4664" y="3692"/>
                </a:lnTo>
                <a:lnTo>
                  <a:pt x="4664" y="3693"/>
                </a:lnTo>
                <a:lnTo>
                  <a:pt x="4663" y="3693"/>
                </a:lnTo>
                <a:lnTo>
                  <a:pt x="4663" y="3694"/>
                </a:lnTo>
                <a:lnTo>
                  <a:pt x="4662" y="3694"/>
                </a:lnTo>
                <a:lnTo>
                  <a:pt x="4661" y="3695"/>
                </a:lnTo>
                <a:lnTo>
                  <a:pt x="4660" y="3697"/>
                </a:lnTo>
                <a:lnTo>
                  <a:pt x="4661" y="3698"/>
                </a:lnTo>
                <a:lnTo>
                  <a:pt x="4662" y="3699"/>
                </a:lnTo>
                <a:lnTo>
                  <a:pt x="4664" y="3699"/>
                </a:lnTo>
                <a:lnTo>
                  <a:pt x="4664" y="3700"/>
                </a:lnTo>
                <a:lnTo>
                  <a:pt x="4663" y="3700"/>
                </a:lnTo>
                <a:lnTo>
                  <a:pt x="4662" y="3700"/>
                </a:lnTo>
                <a:lnTo>
                  <a:pt x="4662" y="3701"/>
                </a:lnTo>
                <a:lnTo>
                  <a:pt x="4661" y="3701"/>
                </a:lnTo>
                <a:lnTo>
                  <a:pt x="4660" y="3701"/>
                </a:lnTo>
                <a:lnTo>
                  <a:pt x="4657" y="3702"/>
                </a:lnTo>
                <a:lnTo>
                  <a:pt x="4658" y="3702"/>
                </a:lnTo>
                <a:lnTo>
                  <a:pt x="4657" y="3703"/>
                </a:lnTo>
                <a:lnTo>
                  <a:pt x="4656" y="3703"/>
                </a:lnTo>
                <a:lnTo>
                  <a:pt x="4655" y="3703"/>
                </a:lnTo>
                <a:lnTo>
                  <a:pt x="4653" y="3704"/>
                </a:lnTo>
                <a:lnTo>
                  <a:pt x="4652" y="3705"/>
                </a:lnTo>
                <a:lnTo>
                  <a:pt x="4653" y="3705"/>
                </a:lnTo>
                <a:lnTo>
                  <a:pt x="4654" y="3705"/>
                </a:lnTo>
                <a:lnTo>
                  <a:pt x="4655" y="3705"/>
                </a:lnTo>
                <a:lnTo>
                  <a:pt x="4656" y="3706"/>
                </a:lnTo>
                <a:lnTo>
                  <a:pt x="4657" y="3707"/>
                </a:lnTo>
                <a:lnTo>
                  <a:pt x="4660" y="3709"/>
                </a:lnTo>
                <a:lnTo>
                  <a:pt x="4661" y="3709"/>
                </a:lnTo>
                <a:lnTo>
                  <a:pt x="4662" y="3709"/>
                </a:lnTo>
                <a:lnTo>
                  <a:pt x="4663" y="3710"/>
                </a:lnTo>
                <a:lnTo>
                  <a:pt x="4666" y="3711"/>
                </a:lnTo>
                <a:lnTo>
                  <a:pt x="4666" y="3712"/>
                </a:lnTo>
                <a:lnTo>
                  <a:pt x="4667" y="3712"/>
                </a:lnTo>
                <a:lnTo>
                  <a:pt x="4668" y="3712"/>
                </a:lnTo>
                <a:lnTo>
                  <a:pt x="4668" y="3711"/>
                </a:lnTo>
                <a:lnTo>
                  <a:pt x="4668" y="3709"/>
                </a:lnTo>
                <a:lnTo>
                  <a:pt x="4667" y="3709"/>
                </a:lnTo>
                <a:lnTo>
                  <a:pt x="4668" y="3709"/>
                </a:lnTo>
                <a:lnTo>
                  <a:pt x="4668" y="3708"/>
                </a:lnTo>
                <a:lnTo>
                  <a:pt x="4668" y="3707"/>
                </a:lnTo>
                <a:lnTo>
                  <a:pt x="4670" y="3706"/>
                </a:lnTo>
                <a:lnTo>
                  <a:pt x="4671" y="3707"/>
                </a:lnTo>
                <a:lnTo>
                  <a:pt x="4670" y="3708"/>
                </a:lnTo>
                <a:lnTo>
                  <a:pt x="4670" y="3709"/>
                </a:lnTo>
                <a:lnTo>
                  <a:pt x="4669" y="3709"/>
                </a:lnTo>
                <a:lnTo>
                  <a:pt x="4669" y="3710"/>
                </a:lnTo>
                <a:lnTo>
                  <a:pt x="4669" y="3713"/>
                </a:lnTo>
                <a:lnTo>
                  <a:pt x="4668" y="3713"/>
                </a:lnTo>
                <a:lnTo>
                  <a:pt x="4668" y="3714"/>
                </a:lnTo>
                <a:lnTo>
                  <a:pt x="4667" y="3714"/>
                </a:lnTo>
                <a:lnTo>
                  <a:pt x="4667" y="3715"/>
                </a:lnTo>
                <a:lnTo>
                  <a:pt x="4668" y="3716"/>
                </a:lnTo>
                <a:lnTo>
                  <a:pt x="4668" y="3717"/>
                </a:lnTo>
                <a:lnTo>
                  <a:pt x="4669" y="3718"/>
                </a:lnTo>
                <a:lnTo>
                  <a:pt x="4670" y="3718"/>
                </a:lnTo>
                <a:lnTo>
                  <a:pt x="4670" y="3719"/>
                </a:lnTo>
                <a:lnTo>
                  <a:pt x="4670" y="3718"/>
                </a:lnTo>
                <a:lnTo>
                  <a:pt x="4670" y="3717"/>
                </a:lnTo>
                <a:lnTo>
                  <a:pt x="4671" y="3718"/>
                </a:lnTo>
                <a:lnTo>
                  <a:pt x="4670" y="3718"/>
                </a:lnTo>
                <a:lnTo>
                  <a:pt x="4670" y="3719"/>
                </a:lnTo>
                <a:lnTo>
                  <a:pt x="4671" y="3719"/>
                </a:lnTo>
                <a:lnTo>
                  <a:pt x="4672" y="3719"/>
                </a:lnTo>
                <a:lnTo>
                  <a:pt x="4673" y="3718"/>
                </a:lnTo>
                <a:lnTo>
                  <a:pt x="4674" y="3718"/>
                </a:lnTo>
                <a:lnTo>
                  <a:pt x="4674" y="3719"/>
                </a:lnTo>
                <a:lnTo>
                  <a:pt x="4673" y="3719"/>
                </a:lnTo>
                <a:lnTo>
                  <a:pt x="4672" y="3720"/>
                </a:lnTo>
                <a:lnTo>
                  <a:pt x="4671" y="3720"/>
                </a:lnTo>
                <a:lnTo>
                  <a:pt x="4670" y="3721"/>
                </a:lnTo>
                <a:lnTo>
                  <a:pt x="4669" y="3721"/>
                </a:lnTo>
                <a:lnTo>
                  <a:pt x="4668" y="3721"/>
                </a:lnTo>
                <a:lnTo>
                  <a:pt x="4668" y="3720"/>
                </a:lnTo>
                <a:lnTo>
                  <a:pt x="4668" y="3719"/>
                </a:lnTo>
                <a:lnTo>
                  <a:pt x="4667" y="3719"/>
                </a:lnTo>
                <a:lnTo>
                  <a:pt x="4666" y="3719"/>
                </a:lnTo>
                <a:lnTo>
                  <a:pt x="4665" y="3719"/>
                </a:lnTo>
                <a:lnTo>
                  <a:pt x="4663" y="3720"/>
                </a:lnTo>
                <a:lnTo>
                  <a:pt x="4662" y="3720"/>
                </a:lnTo>
                <a:lnTo>
                  <a:pt x="4661" y="3720"/>
                </a:lnTo>
                <a:lnTo>
                  <a:pt x="4660" y="3722"/>
                </a:lnTo>
                <a:lnTo>
                  <a:pt x="4659" y="3723"/>
                </a:lnTo>
                <a:lnTo>
                  <a:pt x="4660" y="3723"/>
                </a:lnTo>
                <a:lnTo>
                  <a:pt x="4661" y="3724"/>
                </a:lnTo>
                <a:lnTo>
                  <a:pt x="4660" y="3724"/>
                </a:lnTo>
                <a:lnTo>
                  <a:pt x="4660" y="3725"/>
                </a:lnTo>
                <a:lnTo>
                  <a:pt x="4661" y="3726"/>
                </a:lnTo>
                <a:lnTo>
                  <a:pt x="4662" y="3726"/>
                </a:lnTo>
                <a:lnTo>
                  <a:pt x="4662" y="3727"/>
                </a:lnTo>
                <a:lnTo>
                  <a:pt x="4663" y="3727"/>
                </a:lnTo>
                <a:lnTo>
                  <a:pt x="4663" y="3728"/>
                </a:lnTo>
                <a:lnTo>
                  <a:pt x="4665" y="3728"/>
                </a:lnTo>
                <a:lnTo>
                  <a:pt x="4667" y="3727"/>
                </a:lnTo>
                <a:lnTo>
                  <a:pt x="4668" y="3727"/>
                </a:lnTo>
                <a:lnTo>
                  <a:pt x="4669" y="3727"/>
                </a:lnTo>
                <a:lnTo>
                  <a:pt x="4670" y="3728"/>
                </a:lnTo>
                <a:lnTo>
                  <a:pt x="4670" y="3729"/>
                </a:lnTo>
                <a:lnTo>
                  <a:pt x="4669" y="3729"/>
                </a:lnTo>
                <a:lnTo>
                  <a:pt x="4668" y="3729"/>
                </a:lnTo>
                <a:lnTo>
                  <a:pt x="4666" y="3730"/>
                </a:lnTo>
                <a:lnTo>
                  <a:pt x="4665" y="3730"/>
                </a:lnTo>
                <a:lnTo>
                  <a:pt x="4665" y="3731"/>
                </a:lnTo>
                <a:lnTo>
                  <a:pt x="4664" y="3731"/>
                </a:lnTo>
                <a:lnTo>
                  <a:pt x="4662" y="3731"/>
                </a:lnTo>
                <a:lnTo>
                  <a:pt x="4660" y="3730"/>
                </a:lnTo>
                <a:lnTo>
                  <a:pt x="4660" y="3729"/>
                </a:lnTo>
                <a:lnTo>
                  <a:pt x="4659" y="3729"/>
                </a:lnTo>
                <a:lnTo>
                  <a:pt x="4657" y="3729"/>
                </a:lnTo>
                <a:lnTo>
                  <a:pt x="4655" y="3730"/>
                </a:lnTo>
                <a:lnTo>
                  <a:pt x="4655" y="3731"/>
                </a:lnTo>
                <a:lnTo>
                  <a:pt x="4654" y="3732"/>
                </a:lnTo>
                <a:lnTo>
                  <a:pt x="4652" y="3732"/>
                </a:lnTo>
                <a:lnTo>
                  <a:pt x="4652" y="3733"/>
                </a:lnTo>
                <a:lnTo>
                  <a:pt x="4651" y="3733"/>
                </a:lnTo>
                <a:lnTo>
                  <a:pt x="4650" y="3733"/>
                </a:lnTo>
                <a:lnTo>
                  <a:pt x="4649" y="3733"/>
                </a:lnTo>
                <a:lnTo>
                  <a:pt x="4648" y="3734"/>
                </a:lnTo>
                <a:lnTo>
                  <a:pt x="4647" y="3735"/>
                </a:lnTo>
                <a:lnTo>
                  <a:pt x="4647" y="3736"/>
                </a:lnTo>
                <a:lnTo>
                  <a:pt x="4646" y="3736"/>
                </a:lnTo>
                <a:lnTo>
                  <a:pt x="4644" y="3736"/>
                </a:lnTo>
                <a:lnTo>
                  <a:pt x="4643" y="3736"/>
                </a:lnTo>
                <a:lnTo>
                  <a:pt x="4643" y="3737"/>
                </a:lnTo>
                <a:lnTo>
                  <a:pt x="4642" y="3737"/>
                </a:lnTo>
                <a:lnTo>
                  <a:pt x="4641" y="3737"/>
                </a:lnTo>
                <a:lnTo>
                  <a:pt x="4640" y="3738"/>
                </a:lnTo>
                <a:lnTo>
                  <a:pt x="4639" y="3737"/>
                </a:lnTo>
                <a:lnTo>
                  <a:pt x="4638" y="3738"/>
                </a:lnTo>
                <a:lnTo>
                  <a:pt x="4637" y="3737"/>
                </a:lnTo>
                <a:lnTo>
                  <a:pt x="4638" y="3736"/>
                </a:lnTo>
                <a:lnTo>
                  <a:pt x="4638" y="3735"/>
                </a:lnTo>
                <a:lnTo>
                  <a:pt x="4637" y="3734"/>
                </a:lnTo>
                <a:lnTo>
                  <a:pt x="4637" y="3733"/>
                </a:lnTo>
                <a:lnTo>
                  <a:pt x="4636" y="3732"/>
                </a:lnTo>
                <a:lnTo>
                  <a:pt x="4635" y="3732"/>
                </a:lnTo>
                <a:lnTo>
                  <a:pt x="4635" y="3731"/>
                </a:lnTo>
                <a:lnTo>
                  <a:pt x="4635" y="3729"/>
                </a:lnTo>
                <a:lnTo>
                  <a:pt x="4636" y="3729"/>
                </a:lnTo>
                <a:lnTo>
                  <a:pt x="4636" y="3728"/>
                </a:lnTo>
                <a:lnTo>
                  <a:pt x="4636" y="3727"/>
                </a:lnTo>
                <a:lnTo>
                  <a:pt x="4636" y="3726"/>
                </a:lnTo>
                <a:lnTo>
                  <a:pt x="4635" y="3725"/>
                </a:lnTo>
                <a:lnTo>
                  <a:pt x="4635" y="3724"/>
                </a:lnTo>
                <a:lnTo>
                  <a:pt x="4634" y="3724"/>
                </a:lnTo>
                <a:lnTo>
                  <a:pt x="4634" y="3725"/>
                </a:lnTo>
                <a:lnTo>
                  <a:pt x="4633" y="3725"/>
                </a:lnTo>
                <a:lnTo>
                  <a:pt x="4633" y="3724"/>
                </a:lnTo>
                <a:lnTo>
                  <a:pt x="4633" y="3725"/>
                </a:lnTo>
                <a:lnTo>
                  <a:pt x="4632" y="3725"/>
                </a:lnTo>
                <a:lnTo>
                  <a:pt x="4633" y="3725"/>
                </a:lnTo>
                <a:lnTo>
                  <a:pt x="4633" y="3726"/>
                </a:lnTo>
                <a:lnTo>
                  <a:pt x="4633" y="3727"/>
                </a:lnTo>
                <a:lnTo>
                  <a:pt x="4633" y="3728"/>
                </a:lnTo>
                <a:lnTo>
                  <a:pt x="4634" y="3728"/>
                </a:lnTo>
                <a:lnTo>
                  <a:pt x="4634" y="3729"/>
                </a:lnTo>
                <a:lnTo>
                  <a:pt x="4633" y="3729"/>
                </a:lnTo>
                <a:lnTo>
                  <a:pt x="4632" y="3729"/>
                </a:lnTo>
                <a:lnTo>
                  <a:pt x="4632" y="3730"/>
                </a:lnTo>
                <a:lnTo>
                  <a:pt x="4631" y="3730"/>
                </a:lnTo>
                <a:lnTo>
                  <a:pt x="4631" y="3731"/>
                </a:lnTo>
                <a:lnTo>
                  <a:pt x="4632" y="3732"/>
                </a:lnTo>
                <a:lnTo>
                  <a:pt x="4633" y="3732"/>
                </a:lnTo>
                <a:lnTo>
                  <a:pt x="4634" y="3732"/>
                </a:lnTo>
                <a:lnTo>
                  <a:pt x="4635" y="3733"/>
                </a:lnTo>
                <a:lnTo>
                  <a:pt x="4635" y="3734"/>
                </a:lnTo>
                <a:lnTo>
                  <a:pt x="4635" y="3736"/>
                </a:lnTo>
                <a:lnTo>
                  <a:pt x="4635" y="3737"/>
                </a:lnTo>
                <a:lnTo>
                  <a:pt x="4634" y="3737"/>
                </a:lnTo>
                <a:lnTo>
                  <a:pt x="4632" y="3738"/>
                </a:lnTo>
                <a:lnTo>
                  <a:pt x="4631" y="3738"/>
                </a:lnTo>
                <a:lnTo>
                  <a:pt x="4631" y="3739"/>
                </a:lnTo>
                <a:lnTo>
                  <a:pt x="4631" y="3740"/>
                </a:lnTo>
                <a:lnTo>
                  <a:pt x="4631" y="3741"/>
                </a:lnTo>
                <a:lnTo>
                  <a:pt x="4632" y="3743"/>
                </a:lnTo>
                <a:lnTo>
                  <a:pt x="4632" y="3744"/>
                </a:lnTo>
                <a:lnTo>
                  <a:pt x="4633" y="3744"/>
                </a:lnTo>
                <a:lnTo>
                  <a:pt x="4634" y="3744"/>
                </a:lnTo>
                <a:lnTo>
                  <a:pt x="4634" y="3745"/>
                </a:lnTo>
                <a:lnTo>
                  <a:pt x="4633" y="3745"/>
                </a:lnTo>
                <a:lnTo>
                  <a:pt x="4633" y="3746"/>
                </a:lnTo>
                <a:lnTo>
                  <a:pt x="4634" y="3746"/>
                </a:lnTo>
                <a:lnTo>
                  <a:pt x="4637" y="3745"/>
                </a:lnTo>
                <a:lnTo>
                  <a:pt x="4638" y="3745"/>
                </a:lnTo>
                <a:lnTo>
                  <a:pt x="4639" y="3745"/>
                </a:lnTo>
                <a:lnTo>
                  <a:pt x="4640" y="3744"/>
                </a:lnTo>
                <a:lnTo>
                  <a:pt x="4640" y="3743"/>
                </a:lnTo>
                <a:lnTo>
                  <a:pt x="4640" y="3742"/>
                </a:lnTo>
                <a:lnTo>
                  <a:pt x="4642" y="3741"/>
                </a:lnTo>
                <a:lnTo>
                  <a:pt x="4642" y="3742"/>
                </a:lnTo>
                <a:lnTo>
                  <a:pt x="4641" y="3743"/>
                </a:lnTo>
                <a:lnTo>
                  <a:pt x="4640" y="3743"/>
                </a:lnTo>
                <a:lnTo>
                  <a:pt x="4640" y="3744"/>
                </a:lnTo>
                <a:lnTo>
                  <a:pt x="4641" y="3744"/>
                </a:lnTo>
                <a:lnTo>
                  <a:pt x="4641" y="3745"/>
                </a:lnTo>
                <a:lnTo>
                  <a:pt x="4642" y="3746"/>
                </a:lnTo>
                <a:lnTo>
                  <a:pt x="4643" y="3747"/>
                </a:lnTo>
                <a:lnTo>
                  <a:pt x="4644" y="3747"/>
                </a:lnTo>
                <a:lnTo>
                  <a:pt x="4644" y="3746"/>
                </a:lnTo>
                <a:lnTo>
                  <a:pt x="4645" y="3746"/>
                </a:lnTo>
                <a:lnTo>
                  <a:pt x="4646" y="3746"/>
                </a:lnTo>
                <a:lnTo>
                  <a:pt x="4646" y="3747"/>
                </a:lnTo>
                <a:lnTo>
                  <a:pt x="4647" y="3747"/>
                </a:lnTo>
                <a:lnTo>
                  <a:pt x="4647" y="3746"/>
                </a:lnTo>
                <a:lnTo>
                  <a:pt x="4647" y="3745"/>
                </a:lnTo>
                <a:lnTo>
                  <a:pt x="4648" y="3746"/>
                </a:lnTo>
                <a:lnTo>
                  <a:pt x="4649" y="3746"/>
                </a:lnTo>
                <a:lnTo>
                  <a:pt x="4648" y="3747"/>
                </a:lnTo>
                <a:lnTo>
                  <a:pt x="4648" y="3748"/>
                </a:lnTo>
                <a:lnTo>
                  <a:pt x="4648" y="3749"/>
                </a:lnTo>
                <a:lnTo>
                  <a:pt x="4648" y="3750"/>
                </a:lnTo>
                <a:lnTo>
                  <a:pt x="4647" y="3750"/>
                </a:lnTo>
                <a:lnTo>
                  <a:pt x="4646" y="3751"/>
                </a:lnTo>
                <a:lnTo>
                  <a:pt x="4647" y="3752"/>
                </a:lnTo>
                <a:lnTo>
                  <a:pt x="4646" y="3753"/>
                </a:lnTo>
                <a:lnTo>
                  <a:pt x="4645" y="3753"/>
                </a:lnTo>
                <a:lnTo>
                  <a:pt x="4645" y="3752"/>
                </a:lnTo>
                <a:lnTo>
                  <a:pt x="4644" y="3752"/>
                </a:lnTo>
                <a:lnTo>
                  <a:pt x="4644" y="3754"/>
                </a:lnTo>
                <a:lnTo>
                  <a:pt x="4644" y="3755"/>
                </a:lnTo>
                <a:lnTo>
                  <a:pt x="4644" y="3756"/>
                </a:lnTo>
                <a:lnTo>
                  <a:pt x="4644" y="3757"/>
                </a:lnTo>
                <a:lnTo>
                  <a:pt x="4643" y="3757"/>
                </a:lnTo>
                <a:lnTo>
                  <a:pt x="4642" y="3758"/>
                </a:lnTo>
                <a:lnTo>
                  <a:pt x="4643" y="3759"/>
                </a:lnTo>
                <a:lnTo>
                  <a:pt x="4641" y="3761"/>
                </a:lnTo>
                <a:lnTo>
                  <a:pt x="4640" y="3761"/>
                </a:lnTo>
                <a:lnTo>
                  <a:pt x="4639" y="3761"/>
                </a:lnTo>
                <a:lnTo>
                  <a:pt x="4638" y="3760"/>
                </a:lnTo>
                <a:lnTo>
                  <a:pt x="4638" y="3759"/>
                </a:lnTo>
                <a:lnTo>
                  <a:pt x="4637" y="3759"/>
                </a:lnTo>
                <a:lnTo>
                  <a:pt x="4636" y="3759"/>
                </a:lnTo>
                <a:lnTo>
                  <a:pt x="4635" y="3759"/>
                </a:lnTo>
                <a:lnTo>
                  <a:pt x="4635" y="3760"/>
                </a:lnTo>
                <a:lnTo>
                  <a:pt x="4635" y="3763"/>
                </a:lnTo>
                <a:lnTo>
                  <a:pt x="4635" y="3764"/>
                </a:lnTo>
                <a:lnTo>
                  <a:pt x="4635" y="3765"/>
                </a:lnTo>
                <a:lnTo>
                  <a:pt x="4635" y="3766"/>
                </a:lnTo>
                <a:lnTo>
                  <a:pt x="4636" y="3767"/>
                </a:lnTo>
                <a:lnTo>
                  <a:pt x="4637" y="3768"/>
                </a:lnTo>
                <a:lnTo>
                  <a:pt x="4638" y="3768"/>
                </a:lnTo>
                <a:lnTo>
                  <a:pt x="4638" y="3767"/>
                </a:lnTo>
                <a:lnTo>
                  <a:pt x="4638" y="3766"/>
                </a:lnTo>
                <a:lnTo>
                  <a:pt x="4639" y="3766"/>
                </a:lnTo>
                <a:lnTo>
                  <a:pt x="4640" y="3766"/>
                </a:lnTo>
                <a:lnTo>
                  <a:pt x="4639" y="3766"/>
                </a:lnTo>
                <a:lnTo>
                  <a:pt x="4639" y="3767"/>
                </a:lnTo>
                <a:lnTo>
                  <a:pt x="4640" y="3769"/>
                </a:lnTo>
                <a:lnTo>
                  <a:pt x="4639" y="3769"/>
                </a:lnTo>
                <a:lnTo>
                  <a:pt x="4639" y="3770"/>
                </a:lnTo>
                <a:lnTo>
                  <a:pt x="4639" y="3771"/>
                </a:lnTo>
                <a:lnTo>
                  <a:pt x="4639" y="3772"/>
                </a:lnTo>
                <a:lnTo>
                  <a:pt x="4638" y="3773"/>
                </a:lnTo>
                <a:lnTo>
                  <a:pt x="4637" y="3774"/>
                </a:lnTo>
                <a:lnTo>
                  <a:pt x="4637" y="3775"/>
                </a:lnTo>
                <a:lnTo>
                  <a:pt x="4637" y="3776"/>
                </a:lnTo>
                <a:lnTo>
                  <a:pt x="4637" y="3775"/>
                </a:lnTo>
                <a:lnTo>
                  <a:pt x="4636" y="3775"/>
                </a:lnTo>
                <a:lnTo>
                  <a:pt x="4635" y="3776"/>
                </a:lnTo>
                <a:lnTo>
                  <a:pt x="4635" y="3777"/>
                </a:lnTo>
                <a:lnTo>
                  <a:pt x="4634" y="3777"/>
                </a:lnTo>
                <a:lnTo>
                  <a:pt x="4634" y="3778"/>
                </a:lnTo>
                <a:lnTo>
                  <a:pt x="4634" y="3779"/>
                </a:lnTo>
                <a:lnTo>
                  <a:pt x="4633" y="3779"/>
                </a:lnTo>
                <a:lnTo>
                  <a:pt x="4633" y="3780"/>
                </a:lnTo>
                <a:lnTo>
                  <a:pt x="4632" y="3780"/>
                </a:lnTo>
                <a:lnTo>
                  <a:pt x="4631" y="3780"/>
                </a:lnTo>
                <a:lnTo>
                  <a:pt x="4630" y="3780"/>
                </a:lnTo>
                <a:lnTo>
                  <a:pt x="4629" y="3781"/>
                </a:lnTo>
                <a:lnTo>
                  <a:pt x="4629" y="3782"/>
                </a:lnTo>
                <a:lnTo>
                  <a:pt x="4629" y="3783"/>
                </a:lnTo>
                <a:lnTo>
                  <a:pt x="4628" y="3781"/>
                </a:lnTo>
                <a:lnTo>
                  <a:pt x="4628" y="3780"/>
                </a:lnTo>
                <a:lnTo>
                  <a:pt x="4629" y="3779"/>
                </a:lnTo>
                <a:lnTo>
                  <a:pt x="4628" y="3778"/>
                </a:lnTo>
                <a:lnTo>
                  <a:pt x="4629" y="3778"/>
                </a:lnTo>
                <a:lnTo>
                  <a:pt x="4629" y="3777"/>
                </a:lnTo>
                <a:lnTo>
                  <a:pt x="4627" y="3775"/>
                </a:lnTo>
                <a:lnTo>
                  <a:pt x="4627" y="3774"/>
                </a:lnTo>
                <a:lnTo>
                  <a:pt x="4624" y="3772"/>
                </a:lnTo>
                <a:lnTo>
                  <a:pt x="4623" y="3771"/>
                </a:lnTo>
                <a:lnTo>
                  <a:pt x="4622" y="3771"/>
                </a:lnTo>
                <a:lnTo>
                  <a:pt x="4620" y="3771"/>
                </a:lnTo>
                <a:lnTo>
                  <a:pt x="4619" y="3770"/>
                </a:lnTo>
                <a:lnTo>
                  <a:pt x="4618" y="3769"/>
                </a:lnTo>
                <a:lnTo>
                  <a:pt x="4615" y="3769"/>
                </a:lnTo>
                <a:lnTo>
                  <a:pt x="4614" y="3769"/>
                </a:lnTo>
                <a:lnTo>
                  <a:pt x="4612" y="3770"/>
                </a:lnTo>
                <a:lnTo>
                  <a:pt x="4611" y="3770"/>
                </a:lnTo>
                <a:lnTo>
                  <a:pt x="4612" y="3770"/>
                </a:lnTo>
                <a:lnTo>
                  <a:pt x="4612" y="3769"/>
                </a:lnTo>
                <a:lnTo>
                  <a:pt x="4611" y="3768"/>
                </a:lnTo>
                <a:lnTo>
                  <a:pt x="4611" y="3767"/>
                </a:lnTo>
                <a:lnTo>
                  <a:pt x="4612" y="3765"/>
                </a:lnTo>
                <a:lnTo>
                  <a:pt x="4611" y="3765"/>
                </a:lnTo>
                <a:lnTo>
                  <a:pt x="4612" y="3764"/>
                </a:lnTo>
                <a:lnTo>
                  <a:pt x="4611" y="3763"/>
                </a:lnTo>
                <a:lnTo>
                  <a:pt x="4611" y="3762"/>
                </a:lnTo>
                <a:lnTo>
                  <a:pt x="4610" y="3761"/>
                </a:lnTo>
                <a:lnTo>
                  <a:pt x="4610" y="3762"/>
                </a:lnTo>
                <a:lnTo>
                  <a:pt x="4610" y="3763"/>
                </a:lnTo>
                <a:lnTo>
                  <a:pt x="4610" y="3764"/>
                </a:lnTo>
                <a:lnTo>
                  <a:pt x="4611" y="3764"/>
                </a:lnTo>
                <a:lnTo>
                  <a:pt x="4611" y="3765"/>
                </a:lnTo>
                <a:lnTo>
                  <a:pt x="4610" y="3765"/>
                </a:lnTo>
                <a:lnTo>
                  <a:pt x="4610" y="3766"/>
                </a:lnTo>
                <a:lnTo>
                  <a:pt x="4610" y="3767"/>
                </a:lnTo>
                <a:lnTo>
                  <a:pt x="4609" y="3768"/>
                </a:lnTo>
                <a:lnTo>
                  <a:pt x="4610" y="3768"/>
                </a:lnTo>
                <a:lnTo>
                  <a:pt x="4610" y="3769"/>
                </a:lnTo>
                <a:lnTo>
                  <a:pt x="4611" y="3770"/>
                </a:lnTo>
                <a:lnTo>
                  <a:pt x="4611" y="3771"/>
                </a:lnTo>
                <a:lnTo>
                  <a:pt x="4610" y="3773"/>
                </a:lnTo>
                <a:lnTo>
                  <a:pt x="4609" y="3773"/>
                </a:lnTo>
                <a:lnTo>
                  <a:pt x="4608" y="3773"/>
                </a:lnTo>
                <a:lnTo>
                  <a:pt x="4607" y="3774"/>
                </a:lnTo>
                <a:lnTo>
                  <a:pt x="4606" y="3774"/>
                </a:lnTo>
                <a:lnTo>
                  <a:pt x="4606" y="3775"/>
                </a:lnTo>
                <a:lnTo>
                  <a:pt x="4605" y="3777"/>
                </a:lnTo>
                <a:lnTo>
                  <a:pt x="4604" y="3777"/>
                </a:lnTo>
                <a:lnTo>
                  <a:pt x="4603" y="3777"/>
                </a:lnTo>
                <a:lnTo>
                  <a:pt x="4603" y="3778"/>
                </a:lnTo>
                <a:lnTo>
                  <a:pt x="4602" y="3777"/>
                </a:lnTo>
                <a:lnTo>
                  <a:pt x="4600" y="3778"/>
                </a:lnTo>
                <a:lnTo>
                  <a:pt x="4599" y="3778"/>
                </a:lnTo>
                <a:lnTo>
                  <a:pt x="4598" y="3778"/>
                </a:lnTo>
                <a:lnTo>
                  <a:pt x="4597" y="3778"/>
                </a:lnTo>
                <a:lnTo>
                  <a:pt x="4596" y="3778"/>
                </a:lnTo>
                <a:lnTo>
                  <a:pt x="4595" y="3778"/>
                </a:lnTo>
                <a:lnTo>
                  <a:pt x="4595" y="3779"/>
                </a:lnTo>
                <a:lnTo>
                  <a:pt x="4595" y="3780"/>
                </a:lnTo>
                <a:lnTo>
                  <a:pt x="4593" y="3781"/>
                </a:lnTo>
                <a:lnTo>
                  <a:pt x="4592" y="3782"/>
                </a:lnTo>
                <a:lnTo>
                  <a:pt x="4591" y="3782"/>
                </a:lnTo>
                <a:lnTo>
                  <a:pt x="4591" y="3783"/>
                </a:lnTo>
                <a:lnTo>
                  <a:pt x="4591" y="3784"/>
                </a:lnTo>
                <a:lnTo>
                  <a:pt x="4591" y="3785"/>
                </a:lnTo>
                <a:lnTo>
                  <a:pt x="4590" y="3785"/>
                </a:lnTo>
                <a:lnTo>
                  <a:pt x="4588" y="3785"/>
                </a:lnTo>
                <a:lnTo>
                  <a:pt x="4588" y="3784"/>
                </a:lnTo>
                <a:lnTo>
                  <a:pt x="4586" y="3783"/>
                </a:lnTo>
                <a:lnTo>
                  <a:pt x="4585" y="3782"/>
                </a:lnTo>
                <a:lnTo>
                  <a:pt x="4583" y="3782"/>
                </a:lnTo>
                <a:lnTo>
                  <a:pt x="4583" y="3780"/>
                </a:lnTo>
                <a:lnTo>
                  <a:pt x="4583" y="3778"/>
                </a:lnTo>
                <a:lnTo>
                  <a:pt x="4583" y="3777"/>
                </a:lnTo>
                <a:lnTo>
                  <a:pt x="4583" y="3775"/>
                </a:lnTo>
                <a:lnTo>
                  <a:pt x="4582" y="3775"/>
                </a:lnTo>
                <a:lnTo>
                  <a:pt x="4581" y="3775"/>
                </a:lnTo>
                <a:lnTo>
                  <a:pt x="4581" y="3774"/>
                </a:lnTo>
                <a:lnTo>
                  <a:pt x="4582" y="3773"/>
                </a:lnTo>
                <a:lnTo>
                  <a:pt x="4583" y="3772"/>
                </a:lnTo>
                <a:lnTo>
                  <a:pt x="4583" y="3771"/>
                </a:lnTo>
                <a:lnTo>
                  <a:pt x="4582" y="3770"/>
                </a:lnTo>
                <a:lnTo>
                  <a:pt x="4581" y="3770"/>
                </a:lnTo>
                <a:lnTo>
                  <a:pt x="4580" y="3770"/>
                </a:lnTo>
                <a:lnTo>
                  <a:pt x="4581" y="3771"/>
                </a:lnTo>
                <a:lnTo>
                  <a:pt x="4581" y="3772"/>
                </a:lnTo>
                <a:lnTo>
                  <a:pt x="4580" y="3774"/>
                </a:lnTo>
                <a:lnTo>
                  <a:pt x="4579" y="3773"/>
                </a:lnTo>
                <a:lnTo>
                  <a:pt x="4578" y="3772"/>
                </a:lnTo>
                <a:lnTo>
                  <a:pt x="4578" y="3773"/>
                </a:lnTo>
                <a:lnTo>
                  <a:pt x="4577" y="3773"/>
                </a:lnTo>
                <a:lnTo>
                  <a:pt x="4578" y="3773"/>
                </a:lnTo>
                <a:lnTo>
                  <a:pt x="4577" y="3774"/>
                </a:lnTo>
                <a:lnTo>
                  <a:pt x="4577" y="3775"/>
                </a:lnTo>
                <a:lnTo>
                  <a:pt x="4577" y="3776"/>
                </a:lnTo>
                <a:lnTo>
                  <a:pt x="4577" y="3777"/>
                </a:lnTo>
                <a:lnTo>
                  <a:pt x="4576" y="3778"/>
                </a:lnTo>
                <a:lnTo>
                  <a:pt x="4575" y="3779"/>
                </a:lnTo>
                <a:lnTo>
                  <a:pt x="4574" y="3781"/>
                </a:lnTo>
                <a:lnTo>
                  <a:pt x="4574" y="3782"/>
                </a:lnTo>
                <a:lnTo>
                  <a:pt x="4573" y="3783"/>
                </a:lnTo>
                <a:lnTo>
                  <a:pt x="4572" y="3783"/>
                </a:lnTo>
                <a:lnTo>
                  <a:pt x="4571" y="3783"/>
                </a:lnTo>
                <a:lnTo>
                  <a:pt x="4569" y="3783"/>
                </a:lnTo>
                <a:lnTo>
                  <a:pt x="4569" y="3784"/>
                </a:lnTo>
                <a:lnTo>
                  <a:pt x="4568" y="3785"/>
                </a:lnTo>
                <a:lnTo>
                  <a:pt x="4567" y="3785"/>
                </a:lnTo>
                <a:lnTo>
                  <a:pt x="4565" y="3786"/>
                </a:lnTo>
                <a:lnTo>
                  <a:pt x="4565" y="3787"/>
                </a:lnTo>
                <a:lnTo>
                  <a:pt x="4565" y="3788"/>
                </a:lnTo>
                <a:lnTo>
                  <a:pt x="4566" y="3788"/>
                </a:lnTo>
                <a:lnTo>
                  <a:pt x="4566" y="3789"/>
                </a:lnTo>
                <a:lnTo>
                  <a:pt x="4567" y="3788"/>
                </a:lnTo>
                <a:lnTo>
                  <a:pt x="4570" y="3791"/>
                </a:lnTo>
                <a:lnTo>
                  <a:pt x="4570" y="3792"/>
                </a:lnTo>
                <a:lnTo>
                  <a:pt x="4569" y="3793"/>
                </a:lnTo>
                <a:lnTo>
                  <a:pt x="4568" y="3794"/>
                </a:lnTo>
                <a:lnTo>
                  <a:pt x="4567" y="3795"/>
                </a:lnTo>
                <a:lnTo>
                  <a:pt x="4567" y="3796"/>
                </a:lnTo>
                <a:lnTo>
                  <a:pt x="4567" y="3797"/>
                </a:lnTo>
                <a:lnTo>
                  <a:pt x="4568" y="3798"/>
                </a:lnTo>
                <a:lnTo>
                  <a:pt x="4568" y="3799"/>
                </a:lnTo>
                <a:lnTo>
                  <a:pt x="4568" y="3800"/>
                </a:lnTo>
                <a:lnTo>
                  <a:pt x="4566" y="3800"/>
                </a:lnTo>
                <a:lnTo>
                  <a:pt x="4560" y="3799"/>
                </a:lnTo>
                <a:lnTo>
                  <a:pt x="4558" y="3799"/>
                </a:lnTo>
                <a:lnTo>
                  <a:pt x="4558" y="3798"/>
                </a:lnTo>
                <a:lnTo>
                  <a:pt x="4557" y="3798"/>
                </a:lnTo>
                <a:lnTo>
                  <a:pt x="4554" y="3798"/>
                </a:lnTo>
                <a:lnTo>
                  <a:pt x="4554" y="3797"/>
                </a:lnTo>
                <a:lnTo>
                  <a:pt x="4553" y="3797"/>
                </a:lnTo>
                <a:lnTo>
                  <a:pt x="4552" y="3797"/>
                </a:lnTo>
                <a:lnTo>
                  <a:pt x="4552" y="3798"/>
                </a:lnTo>
                <a:lnTo>
                  <a:pt x="4551" y="3798"/>
                </a:lnTo>
                <a:lnTo>
                  <a:pt x="4553" y="3799"/>
                </a:lnTo>
                <a:lnTo>
                  <a:pt x="4553" y="3800"/>
                </a:lnTo>
                <a:lnTo>
                  <a:pt x="4553" y="3801"/>
                </a:lnTo>
                <a:lnTo>
                  <a:pt x="4552" y="3803"/>
                </a:lnTo>
                <a:lnTo>
                  <a:pt x="4551" y="3803"/>
                </a:lnTo>
                <a:lnTo>
                  <a:pt x="4550" y="3803"/>
                </a:lnTo>
                <a:lnTo>
                  <a:pt x="4549" y="3804"/>
                </a:lnTo>
                <a:lnTo>
                  <a:pt x="4550" y="3804"/>
                </a:lnTo>
                <a:lnTo>
                  <a:pt x="4551" y="3805"/>
                </a:lnTo>
                <a:lnTo>
                  <a:pt x="4553" y="3806"/>
                </a:lnTo>
                <a:lnTo>
                  <a:pt x="4552" y="3806"/>
                </a:lnTo>
                <a:lnTo>
                  <a:pt x="4551" y="3806"/>
                </a:lnTo>
                <a:lnTo>
                  <a:pt x="4552" y="3807"/>
                </a:lnTo>
                <a:lnTo>
                  <a:pt x="4553" y="3807"/>
                </a:lnTo>
                <a:lnTo>
                  <a:pt x="4553" y="3808"/>
                </a:lnTo>
                <a:lnTo>
                  <a:pt x="4555" y="3808"/>
                </a:lnTo>
                <a:lnTo>
                  <a:pt x="4556" y="3807"/>
                </a:lnTo>
                <a:lnTo>
                  <a:pt x="4558" y="3807"/>
                </a:lnTo>
                <a:lnTo>
                  <a:pt x="4559" y="3807"/>
                </a:lnTo>
                <a:lnTo>
                  <a:pt x="4559" y="3806"/>
                </a:lnTo>
                <a:lnTo>
                  <a:pt x="4562" y="3806"/>
                </a:lnTo>
                <a:lnTo>
                  <a:pt x="4563" y="3805"/>
                </a:lnTo>
                <a:lnTo>
                  <a:pt x="4564" y="3805"/>
                </a:lnTo>
                <a:lnTo>
                  <a:pt x="4565" y="3804"/>
                </a:lnTo>
                <a:lnTo>
                  <a:pt x="4566" y="3804"/>
                </a:lnTo>
                <a:lnTo>
                  <a:pt x="4568" y="3804"/>
                </a:lnTo>
                <a:lnTo>
                  <a:pt x="4570" y="3803"/>
                </a:lnTo>
                <a:lnTo>
                  <a:pt x="4571" y="3804"/>
                </a:lnTo>
                <a:lnTo>
                  <a:pt x="4572" y="3804"/>
                </a:lnTo>
                <a:lnTo>
                  <a:pt x="4572" y="3805"/>
                </a:lnTo>
                <a:lnTo>
                  <a:pt x="4572" y="3806"/>
                </a:lnTo>
                <a:lnTo>
                  <a:pt x="4571" y="3806"/>
                </a:lnTo>
                <a:lnTo>
                  <a:pt x="4571" y="3807"/>
                </a:lnTo>
                <a:lnTo>
                  <a:pt x="4570" y="3807"/>
                </a:lnTo>
                <a:lnTo>
                  <a:pt x="4571" y="3809"/>
                </a:lnTo>
                <a:lnTo>
                  <a:pt x="4571" y="3810"/>
                </a:lnTo>
                <a:lnTo>
                  <a:pt x="4570" y="3810"/>
                </a:lnTo>
                <a:lnTo>
                  <a:pt x="4570" y="3811"/>
                </a:lnTo>
                <a:lnTo>
                  <a:pt x="4569" y="3811"/>
                </a:lnTo>
                <a:lnTo>
                  <a:pt x="4569" y="3812"/>
                </a:lnTo>
                <a:lnTo>
                  <a:pt x="4570" y="3812"/>
                </a:lnTo>
                <a:lnTo>
                  <a:pt x="4571" y="3811"/>
                </a:lnTo>
                <a:lnTo>
                  <a:pt x="4574" y="3810"/>
                </a:lnTo>
                <a:lnTo>
                  <a:pt x="4575" y="3810"/>
                </a:lnTo>
                <a:lnTo>
                  <a:pt x="4576" y="3810"/>
                </a:lnTo>
                <a:lnTo>
                  <a:pt x="4577" y="3811"/>
                </a:lnTo>
                <a:lnTo>
                  <a:pt x="4578" y="3812"/>
                </a:lnTo>
                <a:lnTo>
                  <a:pt x="4579" y="3813"/>
                </a:lnTo>
                <a:lnTo>
                  <a:pt x="4579" y="3814"/>
                </a:lnTo>
                <a:lnTo>
                  <a:pt x="4579" y="3815"/>
                </a:lnTo>
                <a:lnTo>
                  <a:pt x="4580" y="3815"/>
                </a:lnTo>
                <a:lnTo>
                  <a:pt x="4581" y="3815"/>
                </a:lnTo>
                <a:lnTo>
                  <a:pt x="4580" y="3817"/>
                </a:lnTo>
                <a:lnTo>
                  <a:pt x="4580" y="3818"/>
                </a:lnTo>
                <a:lnTo>
                  <a:pt x="4581" y="3818"/>
                </a:lnTo>
                <a:lnTo>
                  <a:pt x="4581" y="3819"/>
                </a:lnTo>
                <a:lnTo>
                  <a:pt x="4582" y="3819"/>
                </a:lnTo>
                <a:lnTo>
                  <a:pt x="4583" y="3820"/>
                </a:lnTo>
                <a:lnTo>
                  <a:pt x="4582" y="3821"/>
                </a:lnTo>
                <a:lnTo>
                  <a:pt x="4581" y="3821"/>
                </a:lnTo>
                <a:lnTo>
                  <a:pt x="4581" y="3820"/>
                </a:lnTo>
                <a:lnTo>
                  <a:pt x="4580" y="3820"/>
                </a:lnTo>
                <a:lnTo>
                  <a:pt x="4579" y="3821"/>
                </a:lnTo>
                <a:lnTo>
                  <a:pt x="4578" y="3822"/>
                </a:lnTo>
                <a:lnTo>
                  <a:pt x="4578" y="3823"/>
                </a:lnTo>
                <a:lnTo>
                  <a:pt x="4577" y="3823"/>
                </a:lnTo>
                <a:lnTo>
                  <a:pt x="4576" y="3823"/>
                </a:lnTo>
                <a:lnTo>
                  <a:pt x="4575" y="3823"/>
                </a:lnTo>
                <a:lnTo>
                  <a:pt x="4575" y="3824"/>
                </a:lnTo>
                <a:lnTo>
                  <a:pt x="4574" y="3824"/>
                </a:lnTo>
                <a:lnTo>
                  <a:pt x="4574" y="3825"/>
                </a:lnTo>
                <a:lnTo>
                  <a:pt x="4573" y="3826"/>
                </a:lnTo>
                <a:lnTo>
                  <a:pt x="4572" y="3826"/>
                </a:lnTo>
                <a:lnTo>
                  <a:pt x="4572" y="3827"/>
                </a:lnTo>
                <a:lnTo>
                  <a:pt x="4572" y="3828"/>
                </a:lnTo>
                <a:lnTo>
                  <a:pt x="4572" y="3829"/>
                </a:lnTo>
                <a:lnTo>
                  <a:pt x="4571" y="3828"/>
                </a:lnTo>
                <a:lnTo>
                  <a:pt x="4571" y="3829"/>
                </a:lnTo>
                <a:lnTo>
                  <a:pt x="4570" y="3829"/>
                </a:lnTo>
                <a:lnTo>
                  <a:pt x="4570" y="3830"/>
                </a:lnTo>
                <a:lnTo>
                  <a:pt x="4569" y="3830"/>
                </a:lnTo>
                <a:lnTo>
                  <a:pt x="4568" y="3830"/>
                </a:lnTo>
                <a:lnTo>
                  <a:pt x="4568" y="3831"/>
                </a:lnTo>
                <a:lnTo>
                  <a:pt x="4567" y="3832"/>
                </a:lnTo>
                <a:lnTo>
                  <a:pt x="4567" y="3833"/>
                </a:lnTo>
                <a:lnTo>
                  <a:pt x="4566" y="3833"/>
                </a:lnTo>
                <a:lnTo>
                  <a:pt x="4566" y="3834"/>
                </a:lnTo>
                <a:lnTo>
                  <a:pt x="4566" y="3835"/>
                </a:lnTo>
                <a:lnTo>
                  <a:pt x="4566" y="3836"/>
                </a:lnTo>
                <a:lnTo>
                  <a:pt x="4565" y="3838"/>
                </a:lnTo>
                <a:lnTo>
                  <a:pt x="4564" y="3838"/>
                </a:lnTo>
                <a:lnTo>
                  <a:pt x="4564" y="3837"/>
                </a:lnTo>
                <a:lnTo>
                  <a:pt x="4564" y="3836"/>
                </a:lnTo>
                <a:lnTo>
                  <a:pt x="4564" y="3835"/>
                </a:lnTo>
                <a:lnTo>
                  <a:pt x="4565" y="3834"/>
                </a:lnTo>
                <a:lnTo>
                  <a:pt x="4565" y="3833"/>
                </a:lnTo>
                <a:lnTo>
                  <a:pt x="4564" y="3833"/>
                </a:lnTo>
                <a:lnTo>
                  <a:pt x="4564" y="3834"/>
                </a:lnTo>
                <a:lnTo>
                  <a:pt x="4563" y="3834"/>
                </a:lnTo>
                <a:lnTo>
                  <a:pt x="4563" y="3833"/>
                </a:lnTo>
                <a:lnTo>
                  <a:pt x="4562" y="3833"/>
                </a:lnTo>
                <a:lnTo>
                  <a:pt x="4562" y="3832"/>
                </a:lnTo>
                <a:lnTo>
                  <a:pt x="4563" y="3831"/>
                </a:lnTo>
                <a:lnTo>
                  <a:pt x="4562" y="3831"/>
                </a:lnTo>
                <a:lnTo>
                  <a:pt x="4561" y="3831"/>
                </a:lnTo>
                <a:lnTo>
                  <a:pt x="4561" y="3832"/>
                </a:lnTo>
                <a:lnTo>
                  <a:pt x="4561" y="3833"/>
                </a:lnTo>
                <a:lnTo>
                  <a:pt x="4562" y="3834"/>
                </a:lnTo>
                <a:lnTo>
                  <a:pt x="4563" y="3835"/>
                </a:lnTo>
                <a:lnTo>
                  <a:pt x="4562" y="3835"/>
                </a:lnTo>
                <a:lnTo>
                  <a:pt x="4562" y="3834"/>
                </a:lnTo>
                <a:lnTo>
                  <a:pt x="4561" y="3834"/>
                </a:lnTo>
                <a:lnTo>
                  <a:pt x="4561" y="3835"/>
                </a:lnTo>
                <a:lnTo>
                  <a:pt x="4560" y="3835"/>
                </a:lnTo>
                <a:lnTo>
                  <a:pt x="4562" y="3836"/>
                </a:lnTo>
                <a:lnTo>
                  <a:pt x="4563" y="3836"/>
                </a:lnTo>
                <a:lnTo>
                  <a:pt x="4563" y="3837"/>
                </a:lnTo>
                <a:lnTo>
                  <a:pt x="4562" y="3837"/>
                </a:lnTo>
                <a:lnTo>
                  <a:pt x="4562" y="3838"/>
                </a:lnTo>
                <a:lnTo>
                  <a:pt x="4562" y="3839"/>
                </a:lnTo>
                <a:lnTo>
                  <a:pt x="4561" y="3840"/>
                </a:lnTo>
                <a:lnTo>
                  <a:pt x="4560" y="3841"/>
                </a:lnTo>
                <a:lnTo>
                  <a:pt x="4560" y="3842"/>
                </a:lnTo>
                <a:lnTo>
                  <a:pt x="4559" y="3843"/>
                </a:lnTo>
                <a:lnTo>
                  <a:pt x="4558" y="3843"/>
                </a:lnTo>
                <a:lnTo>
                  <a:pt x="4558" y="3845"/>
                </a:lnTo>
                <a:lnTo>
                  <a:pt x="4557" y="3846"/>
                </a:lnTo>
                <a:lnTo>
                  <a:pt x="4557" y="3847"/>
                </a:lnTo>
                <a:lnTo>
                  <a:pt x="4557" y="3849"/>
                </a:lnTo>
                <a:lnTo>
                  <a:pt x="4558" y="3851"/>
                </a:lnTo>
                <a:lnTo>
                  <a:pt x="4558" y="3852"/>
                </a:lnTo>
                <a:lnTo>
                  <a:pt x="4558" y="3853"/>
                </a:lnTo>
                <a:lnTo>
                  <a:pt x="4559" y="3853"/>
                </a:lnTo>
                <a:lnTo>
                  <a:pt x="4558" y="3854"/>
                </a:lnTo>
                <a:lnTo>
                  <a:pt x="4558" y="3855"/>
                </a:lnTo>
                <a:lnTo>
                  <a:pt x="4557" y="3854"/>
                </a:lnTo>
                <a:lnTo>
                  <a:pt x="4556" y="3854"/>
                </a:lnTo>
                <a:lnTo>
                  <a:pt x="4555" y="3854"/>
                </a:lnTo>
                <a:lnTo>
                  <a:pt x="4554" y="3854"/>
                </a:lnTo>
                <a:lnTo>
                  <a:pt x="4553" y="3855"/>
                </a:lnTo>
                <a:lnTo>
                  <a:pt x="4552" y="3856"/>
                </a:lnTo>
                <a:lnTo>
                  <a:pt x="4551" y="3856"/>
                </a:lnTo>
                <a:lnTo>
                  <a:pt x="4551" y="3857"/>
                </a:lnTo>
                <a:lnTo>
                  <a:pt x="4550" y="3858"/>
                </a:lnTo>
                <a:lnTo>
                  <a:pt x="4550" y="3859"/>
                </a:lnTo>
                <a:lnTo>
                  <a:pt x="4550" y="3860"/>
                </a:lnTo>
                <a:lnTo>
                  <a:pt x="4550" y="3859"/>
                </a:lnTo>
                <a:lnTo>
                  <a:pt x="4549" y="3859"/>
                </a:lnTo>
                <a:lnTo>
                  <a:pt x="4548" y="3860"/>
                </a:lnTo>
                <a:lnTo>
                  <a:pt x="4548" y="3861"/>
                </a:lnTo>
                <a:lnTo>
                  <a:pt x="4547" y="3861"/>
                </a:lnTo>
                <a:lnTo>
                  <a:pt x="4547" y="3864"/>
                </a:lnTo>
                <a:lnTo>
                  <a:pt x="4548" y="3864"/>
                </a:lnTo>
                <a:lnTo>
                  <a:pt x="4548" y="3865"/>
                </a:lnTo>
                <a:lnTo>
                  <a:pt x="4547" y="3865"/>
                </a:lnTo>
                <a:lnTo>
                  <a:pt x="4547" y="3864"/>
                </a:lnTo>
                <a:lnTo>
                  <a:pt x="4546" y="3864"/>
                </a:lnTo>
                <a:lnTo>
                  <a:pt x="4546" y="3865"/>
                </a:lnTo>
                <a:lnTo>
                  <a:pt x="4545" y="3865"/>
                </a:lnTo>
                <a:lnTo>
                  <a:pt x="4545" y="3867"/>
                </a:lnTo>
                <a:lnTo>
                  <a:pt x="4545" y="3868"/>
                </a:lnTo>
                <a:lnTo>
                  <a:pt x="4545" y="3869"/>
                </a:lnTo>
                <a:lnTo>
                  <a:pt x="4545" y="3870"/>
                </a:lnTo>
                <a:lnTo>
                  <a:pt x="4545" y="3871"/>
                </a:lnTo>
                <a:lnTo>
                  <a:pt x="4544" y="3871"/>
                </a:lnTo>
                <a:lnTo>
                  <a:pt x="4543" y="3871"/>
                </a:lnTo>
                <a:lnTo>
                  <a:pt x="4543" y="3872"/>
                </a:lnTo>
                <a:lnTo>
                  <a:pt x="4542" y="3872"/>
                </a:lnTo>
                <a:lnTo>
                  <a:pt x="4541" y="3872"/>
                </a:lnTo>
                <a:lnTo>
                  <a:pt x="4542" y="3871"/>
                </a:lnTo>
                <a:lnTo>
                  <a:pt x="4541" y="3869"/>
                </a:lnTo>
                <a:lnTo>
                  <a:pt x="4540" y="3869"/>
                </a:lnTo>
                <a:lnTo>
                  <a:pt x="4541" y="3868"/>
                </a:lnTo>
                <a:lnTo>
                  <a:pt x="4542" y="3867"/>
                </a:lnTo>
                <a:lnTo>
                  <a:pt x="4543" y="3866"/>
                </a:lnTo>
                <a:lnTo>
                  <a:pt x="4543" y="3865"/>
                </a:lnTo>
                <a:lnTo>
                  <a:pt x="4544" y="3864"/>
                </a:lnTo>
                <a:lnTo>
                  <a:pt x="4544" y="3863"/>
                </a:lnTo>
                <a:lnTo>
                  <a:pt x="4544" y="3862"/>
                </a:lnTo>
                <a:lnTo>
                  <a:pt x="4544" y="3861"/>
                </a:lnTo>
                <a:lnTo>
                  <a:pt x="4545" y="3861"/>
                </a:lnTo>
                <a:lnTo>
                  <a:pt x="4546" y="3861"/>
                </a:lnTo>
                <a:lnTo>
                  <a:pt x="4546" y="3860"/>
                </a:lnTo>
                <a:lnTo>
                  <a:pt x="4546" y="3859"/>
                </a:lnTo>
                <a:lnTo>
                  <a:pt x="4546" y="3860"/>
                </a:lnTo>
                <a:lnTo>
                  <a:pt x="4545" y="3861"/>
                </a:lnTo>
                <a:lnTo>
                  <a:pt x="4545" y="3860"/>
                </a:lnTo>
                <a:lnTo>
                  <a:pt x="4544" y="3860"/>
                </a:lnTo>
                <a:lnTo>
                  <a:pt x="4544" y="3861"/>
                </a:lnTo>
                <a:lnTo>
                  <a:pt x="4543" y="3860"/>
                </a:lnTo>
                <a:lnTo>
                  <a:pt x="4544" y="3860"/>
                </a:lnTo>
                <a:lnTo>
                  <a:pt x="4544" y="3859"/>
                </a:lnTo>
                <a:lnTo>
                  <a:pt x="4543" y="3859"/>
                </a:lnTo>
                <a:lnTo>
                  <a:pt x="4542" y="3858"/>
                </a:lnTo>
                <a:lnTo>
                  <a:pt x="4542" y="3857"/>
                </a:lnTo>
                <a:lnTo>
                  <a:pt x="4543" y="3855"/>
                </a:lnTo>
                <a:lnTo>
                  <a:pt x="4543" y="3856"/>
                </a:lnTo>
                <a:lnTo>
                  <a:pt x="4542" y="3856"/>
                </a:lnTo>
                <a:lnTo>
                  <a:pt x="4542" y="3857"/>
                </a:lnTo>
                <a:lnTo>
                  <a:pt x="4541" y="3857"/>
                </a:lnTo>
                <a:lnTo>
                  <a:pt x="4542" y="3858"/>
                </a:lnTo>
                <a:lnTo>
                  <a:pt x="4541" y="3859"/>
                </a:lnTo>
                <a:lnTo>
                  <a:pt x="4540" y="3859"/>
                </a:lnTo>
                <a:lnTo>
                  <a:pt x="4538" y="3858"/>
                </a:lnTo>
                <a:lnTo>
                  <a:pt x="4537" y="3857"/>
                </a:lnTo>
                <a:lnTo>
                  <a:pt x="4536" y="3857"/>
                </a:lnTo>
                <a:lnTo>
                  <a:pt x="4536" y="3856"/>
                </a:lnTo>
                <a:lnTo>
                  <a:pt x="4536" y="3855"/>
                </a:lnTo>
                <a:lnTo>
                  <a:pt x="4535" y="3855"/>
                </a:lnTo>
                <a:lnTo>
                  <a:pt x="4535" y="3856"/>
                </a:lnTo>
                <a:lnTo>
                  <a:pt x="4536" y="3856"/>
                </a:lnTo>
                <a:lnTo>
                  <a:pt x="4536" y="3857"/>
                </a:lnTo>
                <a:lnTo>
                  <a:pt x="4537" y="3857"/>
                </a:lnTo>
                <a:lnTo>
                  <a:pt x="4537" y="3858"/>
                </a:lnTo>
                <a:lnTo>
                  <a:pt x="4536" y="3859"/>
                </a:lnTo>
                <a:lnTo>
                  <a:pt x="4535" y="3861"/>
                </a:lnTo>
                <a:lnTo>
                  <a:pt x="4535" y="3862"/>
                </a:lnTo>
                <a:lnTo>
                  <a:pt x="4535" y="3863"/>
                </a:lnTo>
                <a:lnTo>
                  <a:pt x="4535" y="3864"/>
                </a:lnTo>
                <a:lnTo>
                  <a:pt x="4536" y="3865"/>
                </a:lnTo>
                <a:lnTo>
                  <a:pt x="4536" y="3864"/>
                </a:lnTo>
                <a:lnTo>
                  <a:pt x="4536" y="3865"/>
                </a:lnTo>
                <a:lnTo>
                  <a:pt x="4537" y="3866"/>
                </a:lnTo>
                <a:lnTo>
                  <a:pt x="4537" y="3867"/>
                </a:lnTo>
                <a:lnTo>
                  <a:pt x="4536" y="3868"/>
                </a:lnTo>
                <a:lnTo>
                  <a:pt x="4535" y="3868"/>
                </a:lnTo>
                <a:lnTo>
                  <a:pt x="4534" y="3870"/>
                </a:lnTo>
                <a:lnTo>
                  <a:pt x="4533" y="3870"/>
                </a:lnTo>
                <a:lnTo>
                  <a:pt x="4532" y="3871"/>
                </a:lnTo>
                <a:lnTo>
                  <a:pt x="4532" y="3872"/>
                </a:lnTo>
                <a:lnTo>
                  <a:pt x="4530" y="3872"/>
                </a:lnTo>
                <a:lnTo>
                  <a:pt x="4530" y="3873"/>
                </a:lnTo>
                <a:lnTo>
                  <a:pt x="4530" y="3874"/>
                </a:lnTo>
                <a:lnTo>
                  <a:pt x="4529" y="3874"/>
                </a:lnTo>
                <a:lnTo>
                  <a:pt x="4529" y="3875"/>
                </a:lnTo>
                <a:lnTo>
                  <a:pt x="4529" y="3876"/>
                </a:lnTo>
                <a:lnTo>
                  <a:pt x="4529" y="3877"/>
                </a:lnTo>
                <a:lnTo>
                  <a:pt x="4528" y="3878"/>
                </a:lnTo>
                <a:lnTo>
                  <a:pt x="4528" y="3879"/>
                </a:lnTo>
                <a:lnTo>
                  <a:pt x="4528" y="3881"/>
                </a:lnTo>
                <a:lnTo>
                  <a:pt x="4528" y="3882"/>
                </a:lnTo>
                <a:lnTo>
                  <a:pt x="4528" y="3883"/>
                </a:lnTo>
                <a:lnTo>
                  <a:pt x="4529" y="3884"/>
                </a:lnTo>
                <a:lnTo>
                  <a:pt x="4529" y="3885"/>
                </a:lnTo>
                <a:lnTo>
                  <a:pt x="4529" y="3886"/>
                </a:lnTo>
                <a:lnTo>
                  <a:pt x="4529" y="3887"/>
                </a:lnTo>
                <a:lnTo>
                  <a:pt x="4530" y="3887"/>
                </a:lnTo>
                <a:lnTo>
                  <a:pt x="4532" y="3888"/>
                </a:lnTo>
                <a:lnTo>
                  <a:pt x="4532" y="3889"/>
                </a:lnTo>
                <a:lnTo>
                  <a:pt x="4530" y="3889"/>
                </a:lnTo>
                <a:lnTo>
                  <a:pt x="4529" y="3890"/>
                </a:lnTo>
                <a:lnTo>
                  <a:pt x="4529" y="3891"/>
                </a:lnTo>
                <a:lnTo>
                  <a:pt x="4530" y="3892"/>
                </a:lnTo>
                <a:lnTo>
                  <a:pt x="4529" y="3892"/>
                </a:lnTo>
                <a:lnTo>
                  <a:pt x="4528" y="3893"/>
                </a:lnTo>
                <a:lnTo>
                  <a:pt x="4528" y="3894"/>
                </a:lnTo>
                <a:lnTo>
                  <a:pt x="4528" y="3895"/>
                </a:lnTo>
                <a:lnTo>
                  <a:pt x="4527" y="3895"/>
                </a:lnTo>
                <a:lnTo>
                  <a:pt x="4526" y="3896"/>
                </a:lnTo>
                <a:lnTo>
                  <a:pt x="4527" y="3897"/>
                </a:lnTo>
                <a:lnTo>
                  <a:pt x="4527" y="3898"/>
                </a:lnTo>
                <a:lnTo>
                  <a:pt x="4526" y="3898"/>
                </a:lnTo>
                <a:lnTo>
                  <a:pt x="4525" y="3898"/>
                </a:lnTo>
                <a:lnTo>
                  <a:pt x="4525" y="3897"/>
                </a:lnTo>
                <a:lnTo>
                  <a:pt x="4525" y="3896"/>
                </a:lnTo>
                <a:lnTo>
                  <a:pt x="4526" y="3895"/>
                </a:lnTo>
                <a:lnTo>
                  <a:pt x="4527" y="3895"/>
                </a:lnTo>
                <a:lnTo>
                  <a:pt x="4527" y="3893"/>
                </a:lnTo>
                <a:lnTo>
                  <a:pt x="4525" y="3892"/>
                </a:lnTo>
                <a:lnTo>
                  <a:pt x="4526" y="3891"/>
                </a:lnTo>
                <a:lnTo>
                  <a:pt x="4525" y="3891"/>
                </a:lnTo>
                <a:lnTo>
                  <a:pt x="4526" y="3890"/>
                </a:lnTo>
                <a:lnTo>
                  <a:pt x="4526" y="3889"/>
                </a:lnTo>
                <a:lnTo>
                  <a:pt x="4527" y="3889"/>
                </a:lnTo>
                <a:lnTo>
                  <a:pt x="4527" y="3888"/>
                </a:lnTo>
                <a:lnTo>
                  <a:pt x="4528" y="3888"/>
                </a:lnTo>
                <a:lnTo>
                  <a:pt x="4528" y="3886"/>
                </a:lnTo>
                <a:lnTo>
                  <a:pt x="4527" y="3885"/>
                </a:lnTo>
                <a:lnTo>
                  <a:pt x="4527" y="3884"/>
                </a:lnTo>
                <a:lnTo>
                  <a:pt x="4527" y="3883"/>
                </a:lnTo>
                <a:lnTo>
                  <a:pt x="4526" y="3883"/>
                </a:lnTo>
                <a:lnTo>
                  <a:pt x="4526" y="3882"/>
                </a:lnTo>
                <a:lnTo>
                  <a:pt x="4525" y="3881"/>
                </a:lnTo>
                <a:lnTo>
                  <a:pt x="4525" y="3880"/>
                </a:lnTo>
                <a:lnTo>
                  <a:pt x="4525" y="3879"/>
                </a:lnTo>
                <a:lnTo>
                  <a:pt x="4524" y="3879"/>
                </a:lnTo>
                <a:lnTo>
                  <a:pt x="4524" y="3878"/>
                </a:lnTo>
                <a:lnTo>
                  <a:pt x="4523" y="3878"/>
                </a:lnTo>
                <a:lnTo>
                  <a:pt x="4522" y="3878"/>
                </a:lnTo>
                <a:lnTo>
                  <a:pt x="4521" y="3878"/>
                </a:lnTo>
                <a:lnTo>
                  <a:pt x="4521" y="3877"/>
                </a:lnTo>
                <a:lnTo>
                  <a:pt x="4522" y="3877"/>
                </a:lnTo>
                <a:lnTo>
                  <a:pt x="4521" y="3876"/>
                </a:lnTo>
                <a:lnTo>
                  <a:pt x="4520" y="3876"/>
                </a:lnTo>
                <a:lnTo>
                  <a:pt x="4520" y="3877"/>
                </a:lnTo>
                <a:lnTo>
                  <a:pt x="4519" y="3876"/>
                </a:lnTo>
                <a:lnTo>
                  <a:pt x="4518" y="3876"/>
                </a:lnTo>
                <a:lnTo>
                  <a:pt x="4518" y="3875"/>
                </a:lnTo>
                <a:lnTo>
                  <a:pt x="4517" y="3875"/>
                </a:lnTo>
                <a:lnTo>
                  <a:pt x="4516" y="3875"/>
                </a:lnTo>
                <a:lnTo>
                  <a:pt x="4515" y="3875"/>
                </a:lnTo>
                <a:lnTo>
                  <a:pt x="4514" y="3874"/>
                </a:lnTo>
                <a:lnTo>
                  <a:pt x="4513" y="3874"/>
                </a:lnTo>
                <a:lnTo>
                  <a:pt x="4512" y="3874"/>
                </a:lnTo>
                <a:lnTo>
                  <a:pt x="4511" y="3874"/>
                </a:lnTo>
                <a:lnTo>
                  <a:pt x="4510" y="3875"/>
                </a:lnTo>
                <a:lnTo>
                  <a:pt x="4509" y="3875"/>
                </a:lnTo>
                <a:lnTo>
                  <a:pt x="4508" y="3874"/>
                </a:lnTo>
                <a:lnTo>
                  <a:pt x="4507" y="3874"/>
                </a:lnTo>
                <a:lnTo>
                  <a:pt x="4506" y="3874"/>
                </a:lnTo>
                <a:lnTo>
                  <a:pt x="4506" y="3873"/>
                </a:lnTo>
                <a:lnTo>
                  <a:pt x="4505" y="3872"/>
                </a:lnTo>
                <a:lnTo>
                  <a:pt x="4504" y="3872"/>
                </a:lnTo>
                <a:lnTo>
                  <a:pt x="4503" y="3872"/>
                </a:lnTo>
                <a:lnTo>
                  <a:pt x="4503" y="3873"/>
                </a:lnTo>
                <a:lnTo>
                  <a:pt x="4502" y="3873"/>
                </a:lnTo>
                <a:lnTo>
                  <a:pt x="4501" y="3873"/>
                </a:lnTo>
                <a:lnTo>
                  <a:pt x="4501" y="3874"/>
                </a:lnTo>
                <a:lnTo>
                  <a:pt x="4502" y="3874"/>
                </a:lnTo>
                <a:lnTo>
                  <a:pt x="4502" y="3875"/>
                </a:lnTo>
                <a:lnTo>
                  <a:pt x="4503" y="3875"/>
                </a:lnTo>
                <a:lnTo>
                  <a:pt x="4503" y="3876"/>
                </a:lnTo>
                <a:lnTo>
                  <a:pt x="4504" y="3876"/>
                </a:lnTo>
                <a:lnTo>
                  <a:pt x="4505" y="3876"/>
                </a:lnTo>
                <a:lnTo>
                  <a:pt x="4507" y="3876"/>
                </a:lnTo>
                <a:lnTo>
                  <a:pt x="4508" y="3876"/>
                </a:lnTo>
                <a:lnTo>
                  <a:pt x="4509" y="3876"/>
                </a:lnTo>
                <a:lnTo>
                  <a:pt x="4510" y="3876"/>
                </a:lnTo>
                <a:lnTo>
                  <a:pt x="4511" y="3876"/>
                </a:lnTo>
                <a:lnTo>
                  <a:pt x="4511" y="3877"/>
                </a:lnTo>
                <a:lnTo>
                  <a:pt x="4512" y="3877"/>
                </a:lnTo>
                <a:lnTo>
                  <a:pt x="4512" y="3878"/>
                </a:lnTo>
                <a:lnTo>
                  <a:pt x="4512" y="3879"/>
                </a:lnTo>
                <a:lnTo>
                  <a:pt x="4512" y="3880"/>
                </a:lnTo>
                <a:lnTo>
                  <a:pt x="4513" y="3880"/>
                </a:lnTo>
                <a:lnTo>
                  <a:pt x="4513" y="3881"/>
                </a:lnTo>
                <a:lnTo>
                  <a:pt x="4514" y="3881"/>
                </a:lnTo>
                <a:lnTo>
                  <a:pt x="4514" y="3882"/>
                </a:lnTo>
                <a:lnTo>
                  <a:pt x="4513" y="3883"/>
                </a:lnTo>
                <a:lnTo>
                  <a:pt x="4513" y="3884"/>
                </a:lnTo>
                <a:lnTo>
                  <a:pt x="4512" y="3884"/>
                </a:lnTo>
                <a:lnTo>
                  <a:pt x="4512" y="3885"/>
                </a:lnTo>
                <a:lnTo>
                  <a:pt x="4513" y="3885"/>
                </a:lnTo>
                <a:lnTo>
                  <a:pt x="4513" y="3886"/>
                </a:lnTo>
                <a:lnTo>
                  <a:pt x="4512" y="3886"/>
                </a:lnTo>
                <a:lnTo>
                  <a:pt x="4512" y="3887"/>
                </a:lnTo>
                <a:lnTo>
                  <a:pt x="4511" y="3887"/>
                </a:lnTo>
                <a:lnTo>
                  <a:pt x="4511" y="3889"/>
                </a:lnTo>
                <a:lnTo>
                  <a:pt x="4511" y="3890"/>
                </a:lnTo>
                <a:lnTo>
                  <a:pt x="4510" y="3891"/>
                </a:lnTo>
                <a:lnTo>
                  <a:pt x="4509" y="3892"/>
                </a:lnTo>
                <a:lnTo>
                  <a:pt x="4509" y="3893"/>
                </a:lnTo>
                <a:lnTo>
                  <a:pt x="4508" y="3894"/>
                </a:lnTo>
                <a:lnTo>
                  <a:pt x="4508" y="3895"/>
                </a:lnTo>
                <a:lnTo>
                  <a:pt x="4508" y="3896"/>
                </a:lnTo>
                <a:lnTo>
                  <a:pt x="4507" y="3896"/>
                </a:lnTo>
                <a:lnTo>
                  <a:pt x="4506" y="3895"/>
                </a:lnTo>
                <a:lnTo>
                  <a:pt x="4505" y="3894"/>
                </a:lnTo>
                <a:lnTo>
                  <a:pt x="4504" y="3894"/>
                </a:lnTo>
                <a:lnTo>
                  <a:pt x="4504" y="3895"/>
                </a:lnTo>
                <a:lnTo>
                  <a:pt x="4505" y="3895"/>
                </a:lnTo>
                <a:lnTo>
                  <a:pt x="4506" y="3895"/>
                </a:lnTo>
                <a:lnTo>
                  <a:pt x="4506" y="3896"/>
                </a:lnTo>
                <a:lnTo>
                  <a:pt x="4507" y="3896"/>
                </a:lnTo>
                <a:lnTo>
                  <a:pt x="4507" y="3897"/>
                </a:lnTo>
                <a:lnTo>
                  <a:pt x="4508" y="3898"/>
                </a:lnTo>
                <a:lnTo>
                  <a:pt x="4509" y="3898"/>
                </a:lnTo>
                <a:lnTo>
                  <a:pt x="4509" y="3897"/>
                </a:lnTo>
                <a:lnTo>
                  <a:pt x="4510" y="3897"/>
                </a:lnTo>
                <a:lnTo>
                  <a:pt x="4511" y="3897"/>
                </a:lnTo>
                <a:lnTo>
                  <a:pt x="4512" y="3897"/>
                </a:lnTo>
                <a:lnTo>
                  <a:pt x="4512" y="3896"/>
                </a:lnTo>
                <a:lnTo>
                  <a:pt x="4511" y="3896"/>
                </a:lnTo>
                <a:lnTo>
                  <a:pt x="4512" y="3896"/>
                </a:lnTo>
                <a:lnTo>
                  <a:pt x="4513" y="3896"/>
                </a:lnTo>
                <a:lnTo>
                  <a:pt x="4513" y="3895"/>
                </a:lnTo>
                <a:lnTo>
                  <a:pt x="4514" y="3894"/>
                </a:lnTo>
                <a:lnTo>
                  <a:pt x="4515" y="3894"/>
                </a:lnTo>
                <a:lnTo>
                  <a:pt x="4515" y="3895"/>
                </a:lnTo>
                <a:lnTo>
                  <a:pt x="4515" y="3896"/>
                </a:lnTo>
                <a:lnTo>
                  <a:pt x="4516" y="3896"/>
                </a:lnTo>
                <a:lnTo>
                  <a:pt x="4516" y="3895"/>
                </a:lnTo>
                <a:lnTo>
                  <a:pt x="4517" y="3896"/>
                </a:lnTo>
                <a:lnTo>
                  <a:pt x="4518" y="3896"/>
                </a:lnTo>
                <a:lnTo>
                  <a:pt x="4519" y="3896"/>
                </a:lnTo>
                <a:lnTo>
                  <a:pt x="4519" y="3897"/>
                </a:lnTo>
                <a:lnTo>
                  <a:pt x="4520" y="3897"/>
                </a:lnTo>
                <a:lnTo>
                  <a:pt x="4519" y="3897"/>
                </a:lnTo>
                <a:lnTo>
                  <a:pt x="4518" y="3897"/>
                </a:lnTo>
                <a:lnTo>
                  <a:pt x="4518" y="3898"/>
                </a:lnTo>
                <a:lnTo>
                  <a:pt x="4518" y="3899"/>
                </a:lnTo>
                <a:lnTo>
                  <a:pt x="4518" y="3900"/>
                </a:lnTo>
                <a:lnTo>
                  <a:pt x="4517" y="3900"/>
                </a:lnTo>
                <a:lnTo>
                  <a:pt x="4516" y="3899"/>
                </a:lnTo>
                <a:lnTo>
                  <a:pt x="4515" y="3899"/>
                </a:lnTo>
                <a:lnTo>
                  <a:pt x="4514" y="3900"/>
                </a:lnTo>
                <a:lnTo>
                  <a:pt x="4514" y="3901"/>
                </a:lnTo>
                <a:lnTo>
                  <a:pt x="4513" y="3902"/>
                </a:lnTo>
                <a:lnTo>
                  <a:pt x="4513" y="3904"/>
                </a:lnTo>
                <a:lnTo>
                  <a:pt x="4513" y="3905"/>
                </a:lnTo>
                <a:lnTo>
                  <a:pt x="4513" y="3906"/>
                </a:lnTo>
                <a:lnTo>
                  <a:pt x="4514" y="3906"/>
                </a:lnTo>
                <a:lnTo>
                  <a:pt x="4515" y="3907"/>
                </a:lnTo>
                <a:lnTo>
                  <a:pt x="4515" y="3908"/>
                </a:lnTo>
                <a:lnTo>
                  <a:pt x="4514" y="3908"/>
                </a:lnTo>
                <a:lnTo>
                  <a:pt x="4513" y="3908"/>
                </a:lnTo>
                <a:lnTo>
                  <a:pt x="4513" y="3909"/>
                </a:lnTo>
                <a:lnTo>
                  <a:pt x="4512" y="3909"/>
                </a:lnTo>
                <a:lnTo>
                  <a:pt x="4512" y="3908"/>
                </a:lnTo>
                <a:lnTo>
                  <a:pt x="4511" y="3908"/>
                </a:lnTo>
                <a:lnTo>
                  <a:pt x="4510" y="3908"/>
                </a:lnTo>
                <a:lnTo>
                  <a:pt x="4510" y="3907"/>
                </a:lnTo>
                <a:lnTo>
                  <a:pt x="4509" y="3908"/>
                </a:lnTo>
                <a:lnTo>
                  <a:pt x="4508" y="3908"/>
                </a:lnTo>
                <a:lnTo>
                  <a:pt x="4508" y="3909"/>
                </a:lnTo>
                <a:lnTo>
                  <a:pt x="4507" y="3910"/>
                </a:lnTo>
                <a:lnTo>
                  <a:pt x="4507" y="3911"/>
                </a:lnTo>
                <a:lnTo>
                  <a:pt x="4507" y="3912"/>
                </a:lnTo>
                <a:lnTo>
                  <a:pt x="4507" y="3913"/>
                </a:lnTo>
                <a:lnTo>
                  <a:pt x="4507" y="3914"/>
                </a:lnTo>
                <a:lnTo>
                  <a:pt x="4507" y="3915"/>
                </a:lnTo>
                <a:lnTo>
                  <a:pt x="4508" y="3915"/>
                </a:lnTo>
                <a:lnTo>
                  <a:pt x="4508" y="3916"/>
                </a:lnTo>
                <a:lnTo>
                  <a:pt x="4509" y="3917"/>
                </a:lnTo>
                <a:lnTo>
                  <a:pt x="4510" y="3916"/>
                </a:lnTo>
                <a:lnTo>
                  <a:pt x="4510" y="3917"/>
                </a:lnTo>
                <a:lnTo>
                  <a:pt x="4511" y="3917"/>
                </a:lnTo>
                <a:lnTo>
                  <a:pt x="4511" y="3916"/>
                </a:lnTo>
                <a:lnTo>
                  <a:pt x="4511" y="3917"/>
                </a:lnTo>
                <a:lnTo>
                  <a:pt x="4511" y="3918"/>
                </a:lnTo>
                <a:lnTo>
                  <a:pt x="4510" y="3918"/>
                </a:lnTo>
                <a:lnTo>
                  <a:pt x="4510" y="3917"/>
                </a:lnTo>
                <a:lnTo>
                  <a:pt x="4509" y="3917"/>
                </a:lnTo>
                <a:lnTo>
                  <a:pt x="4508" y="3918"/>
                </a:lnTo>
                <a:lnTo>
                  <a:pt x="4507" y="3918"/>
                </a:lnTo>
                <a:lnTo>
                  <a:pt x="4506" y="3919"/>
                </a:lnTo>
                <a:lnTo>
                  <a:pt x="4505" y="3919"/>
                </a:lnTo>
                <a:lnTo>
                  <a:pt x="4504" y="3919"/>
                </a:lnTo>
                <a:lnTo>
                  <a:pt x="4503" y="3920"/>
                </a:lnTo>
                <a:lnTo>
                  <a:pt x="4503" y="3921"/>
                </a:lnTo>
                <a:lnTo>
                  <a:pt x="4502" y="3921"/>
                </a:lnTo>
                <a:lnTo>
                  <a:pt x="4503" y="3921"/>
                </a:lnTo>
                <a:lnTo>
                  <a:pt x="4503" y="3920"/>
                </a:lnTo>
                <a:lnTo>
                  <a:pt x="4502" y="3919"/>
                </a:lnTo>
                <a:lnTo>
                  <a:pt x="4501" y="3919"/>
                </a:lnTo>
                <a:lnTo>
                  <a:pt x="4500" y="3919"/>
                </a:lnTo>
                <a:lnTo>
                  <a:pt x="4498" y="3920"/>
                </a:lnTo>
                <a:lnTo>
                  <a:pt x="4497" y="3921"/>
                </a:lnTo>
                <a:lnTo>
                  <a:pt x="4496" y="3921"/>
                </a:lnTo>
                <a:lnTo>
                  <a:pt x="4496" y="3920"/>
                </a:lnTo>
                <a:lnTo>
                  <a:pt x="4497" y="3919"/>
                </a:lnTo>
                <a:lnTo>
                  <a:pt x="4498" y="3919"/>
                </a:lnTo>
                <a:lnTo>
                  <a:pt x="4498" y="3918"/>
                </a:lnTo>
                <a:lnTo>
                  <a:pt x="4499" y="3917"/>
                </a:lnTo>
                <a:lnTo>
                  <a:pt x="4500" y="3916"/>
                </a:lnTo>
                <a:lnTo>
                  <a:pt x="4501" y="3916"/>
                </a:lnTo>
                <a:lnTo>
                  <a:pt x="4501" y="3914"/>
                </a:lnTo>
                <a:lnTo>
                  <a:pt x="4502" y="3912"/>
                </a:lnTo>
                <a:lnTo>
                  <a:pt x="4502" y="3911"/>
                </a:lnTo>
                <a:lnTo>
                  <a:pt x="4500" y="3908"/>
                </a:lnTo>
                <a:lnTo>
                  <a:pt x="4500" y="3907"/>
                </a:lnTo>
                <a:lnTo>
                  <a:pt x="4499" y="3907"/>
                </a:lnTo>
                <a:lnTo>
                  <a:pt x="4498" y="3908"/>
                </a:lnTo>
                <a:lnTo>
                  <a:pt x="4498" y="3907"/>
                </a:lnTo>
                <a:lnTo>
                  <a:pt x="4498" y="3906"/>
                </a:lnTo>
                <a:lnTo>
                  <a:pt x="4497" y="3906"/>
                </a:lnTo>
                <a:lnTo>
                  <a:pt x="4497" y="3905"/>
                </a:lnTo>
                <a:lnTo>
                  <a:pt x="4498" y="3904"/>
                </a:lnTo>
                <a:lnTo>
                  <a:pt x="4499" y="3904"/>
                </a:lnTo>
                <a:lnTo>
                  <a:pt x="4499" y="3903"/>
                </a:lnTo>
                <a:lnTo>
                  <a:pt x="4500" y="3902"/>
                </a:lnTo>
                <a:lnTo>
                  <a:pt x="4499" y="3902"/>
                </a:lnTo>
                <a:lnTo>
                  <a:pt x="4499" y="3901"/>
                </a:lnTo>
                <a:lnTo>
                  <a:pt x="4498" y="3900"/>
                </a:lnTo>
                <a:lnTo>
                  <a:pt x="4497" y="3899"/>
                </a:lnTo>
                <a:lnTo>
                  <a:pt x="4497" y="3898"/>
                </a:lnTo>
                <a:lnTo>
                  <a:pt x="4498" y="3898"/>
                </a:lnTo>
                <a:lnTo>
                  <a:pt x="4499" y="3896"/>
                </a:lnTo>
                <a:lnTo>
                  <a:pt x="4500" y="3896"/>
                </a:lnTo>
                <a:lnTo>
                  <a:pt x="4499" y="3895"/>
                </a:lnTo>
                <a:lnTo>
                  <a:pt x="4500" y="3894"/>
                </a:lnTo>
                <a:lnTo>
                  <a:pt x="4501" y="3893"/>
                </a:lnTo>
                <a:lnTo>
                  <a:pt x="4502" y="3893"/>
                </a:lnTo>
                <a:lnTo>
                  <a:pt x="4503" y="3893"/>
                </a:lnTo>
                <a:lnTo>
                  <a:pt x="4503" y="3894"/>
                </a:lnTo>
                <a:lnTo>
                  <a:pt x="4504" y="3894"/>
                </a:lnTo>
                <a:lnTo>
                  <a:pt x="4503" y="3893"/>
                </a:lnTo>
                <a:lnTo>
                  <a:pt x="4501" y="3893"/>
                </a:lnTo>
                <a:lnTo>
                  <a:pt x="4500" y="3893"/>
                </a:lnTo>
                <a:lnTo>
                  <a:pt x="4499" y="3894"/>
                </a:lnTo>
                <a:lnTo>
                  <a:pt x="4499" y="3895"/>
                </a:lnTo>
                <a:lnTo>
                  <a:pt x="4498" y="3895"/>
                </a:lnTo>
                <a:lnTo>
                  <a:pt x="4498" y="3896"/>
                </a:lnTo>
                <a:lnTo>
                  <a:pt x="4498" y="3897"/>
                </a:lnTo>
                <a:lnTo>
                  <a:pt x="4497" y="3897"/>
                </a:lnTo>
                <a:lnTo>
                  <a:pt x="4497" y="3898"/>
                </a:lnTo>
                <a:lnTo>
                  <a:pt x="4496" y="3898"/>
                </a:lnTo>
                <a:lnTo>
                  <a:pt x="4495" y="3898"/>
                </a:lnTo>
                <a:lnTo>
                  <a:pt x="4494" y="3898"/>
                </a:lnTo>
                <a:lnTo>
                  <a:pt x="4493" y="3897"/>
                </a:lnTo>
                <a:lnTo>
                  <a:pt x="4493" y="3898"/>
                </a:lnTo>
                <a:lnTo>
                  <a:pt x="4493" y="3899"/>
                </a:lnTo>
                <a:lnTo>
                  <a:pt x="4492" y="3900"/>
                </a:lnTo>
                <a:lnTo>
                  <a:pt x="4490" y="3900"/>
                </a:lnTo>
                <a:lnTo>
                  <a:pt x="4489" y="3901"/>
                </a:lnTo>
                <a:lnTo>
                  <a:pt x="4489" y="3903"/>
                </a:lnTo>
                <a:lnTo>
                  <a:pt x="4489" y="3904"/>
                </a:lnTo>
                <a:lnTo>
                  <a:pt x="4489" y="3906"/>
                </a:lnTo>
                <a:lnTo>
                  <a:pt x="4490" y="3906"/>
                </a:lnTo>
                <a:lnTo>
                  <a:pt x="4490" y="3907"/>
                </a:lnTo>
                <a:lnTo>
                  <a:pt x="4490" y="3908"/>
                </a:lnTo>
                <a:lnTo>
                  <a:pt x="4489" y="3908"/>
                </a:lnTo>
                <a:lnTo>
                  <a:pt x="4489" y="3909"/>
                </a:lnTo>
                <a:lnTo>
                  <a:pt x="4489" y="3910"/>
                </a:lnTo>
                <a:lnTo>
                  <a:pt x="4489" y="3911"/>
                </a:lnTo>
                <a:lnTo>
                  <a:pt x="4489" y="3912"/>
                </a:lnTo>
                <a:lnTo>
                  <a:pt x="4490" y="3912"/>
                </a:lnTo>
                <a:lnTo>
                  <a:pt x="4490" y="3913"/>
                </a:lnTo>
                <a:lnTo>
                  <a:pt x="4491" y="3913"/>
                </a:lnTo>
                <a:lnTo>
                  <a:pt x="4491" y="3914"/>
                </a:lnTo>
                <a:lnTo>
                  <a:pt x="4491" y="3915"/>
                </a:lnTo>
                <a:lnTo>
                  <a:pt x="4490" y="3915"/>
                </a:lnTo>
                <a:lnTo>
                  <a:pt x="4489" y="3915"/>
                </a:lnTo>
                <a:lnTo>
                  <a:pt x="4488" y="3916"/>
                </a:lnTo>
                <a:lnTo>
                  <a:pt x="4488" y="3917"/>
                </a:lnTo>
                <a:lnTo>
                  <a:pt x="4488" y="3918"/>
                </a:lnTo>
                <a:lnTo>
                  <a:pt x="4487" y="3918"/>
                </a:lnTo>
                <a:lnTo>
                  <a:pt x="4486" y="3918"/>
                </a:lnTo>
                <a:lnTo>
                  <a:pt x="4486" y="3917"/>
                </a:lnTo>
                <a:lnTo>
                  <a:pt x="4486" y="3916"/>
                </a:lnTo>
                <a:lnTo>
                  <a:pt x="4485" y="3915"/>
                </a:lnTo>
                <a:lnTo>
                  <a:pt x="4486" y="3914"/>
                </a:lnTo>
                <a:lnTo>
                  <a:pt x="4486" y="3913"/>
                </a:lnTo>
                <a:lnTo>
                  <a:pt x="4486" y="3912"/>
                </a:lnTo>
                <a:lnTo>
                  <a:pt x="4486" y="3911"/>
                </a:lnTo>
                <a:lnTo>
                  <a:pt x="4487" y="3909"/>
                </a:lnTo>
                <a:lnTo>
                  <a:pt x="4486" y="3908"/>
                </a:lnTo>
                <a:lnTo>
                  <a:pt x="4485" y="3907"/>
                </a:lnTo>
                <a:lnTo>
                  <a:pt x="4484" y="3907"/>
                </a:lnTo>
                <a:lnTo>
                  <a:pt x="4484" y="3908"/>
                </a:lnTo>
                <a:lnTo>
                  <a:pt x="4485" y="3908"/>
                </a:lnTo>
                <a:lnTo>
                  <a:pt x="4486" y="3908"/>
                </a:lnTo>
                <a:lnTo>
                  <a:pt x="4486" y="3909"/>
                </a:lnTo>
                <a:lnTo>
                  <a:pt x="4485" y="3909"/>
                </a:lnTo>
                <a:lnTo>
                  <a:pt x="4485" y="3911"/>
                </a:lnTo>
                <a:lnTo>
                  <a:pt x="4484" y="3911"/>
                </a:lnTo>
                <a:lnTo>
                  <a:pt x="4484" y="3910"/>
                </a:lnTo>
                <a:lnTo>
                  <a:pt x="4484" y="3909"/>
                </a:lnTo>
                <a:lnTo>
                  <a:pt x="4482" y="3909"/>
                </a:lnTo>
                <a:lnTo>
                  <a:pt x="4483" y="3910"/>
                </a:lnTo>
                <a:lnTo>
                  <a:pt x="4483" y="3911"/>
                </a:lnTo>
                <a:lnTo>
                  <a:pt x="4483" y="3912"/>
                </a:lnTo>
                <a:lnTo>
                  <a:pt x="4484" y="3913"/>
                </a:lnTo>
                <a:lnTo>
                  <a:pt x="4485" y="3914"/>
                </a:lnTo>
                <a:lnTo>
                  <a:pt x="4485" y="3915"/>
                </a:lnTo>
                <a:lnTo>
                  <a:pt x="4485" y="3916"/>
                </a:lnTo>
                <a:lnTo>
                  <a:pt x="4484" y="3916"/>
                </a:lnTo>
                <a:lnTo>
                  <a:pt x="4483" y="3916"/>
                </a:lnTo>
                <a:lnTo>
                  <a:pt x="4482" y="3916"/>
                </a:lnTo>
                <a:lnTo>
                  <a:pt x="4481" y="3917"/>
                </a:lnTo>
                <a:lnTo>
                  <a:pt x="4480" y="3917"/>
                </a:lnTo>
                <a:lnTo>
                  <a:pt x="4478" y="3918"/>
                </a:lnTo>
                <a:lnTo>
                  <a:pt x="4478" y="3919"/>
                </a:lnTo>
                <a:lnTo>
                  <a:pt x="4476" y="3920"/>
                </a:lnTo>
                <a:lnTo>
                  <a:pt x="4475" y="3921"/>
                </a:lnTo>
                <a:lnTo>
                  <a:pt x="4475" y="3922"/>
                </a:lnTo>
                <a:lnTo>
                  <a:pt x="4474" y="3923"/>
                </a:lnTo>
                <a:lnTo>
                  <a:pt x="4474" y="3924"/>
                </a:lnTo>
                <a:lnTo>
                  <a:pt x="4474" y="3925"/>
                </a:lnTo>
                <a:lnTo>
                  <a:pt x="4473" y="3925"/>
                </a:lnTo>
                <a:lnTo>
                  <a:pt x="4472" y="3925"/>
                </a:lnTo>
                <a:lnTo>
                  <a:pt x="4471" y="3926"/>
                </a:lnTo>
                <a:lnTo>
                  <a:pt x="4471" y="3925"/>
                </a:lnTo>
                <a:lnTo>
                  <a:pt x="4471" y="3926"/>
                </a:lnTo>
                <a:lnTo>
                  <a:pt x="4470" y="3926"/>
                </a:lnTo>
                <a:lnTo>
                  <a:pt x="4470" y="3927"/>
                </a:lnTo>
                <a:lnTo>
                  <a:pt x="4469" y="3928"/>
                </a:lnTo>
                <a:lnTo>
                  <a:pt x="4469" y="3927"/>
                </a:lnTo>
                <a:lnTo>
                  <a:pt x="4469" y="3926"/>
                </a:lnTo>
                <a:lnTo>
                  <a:pt x="4469" y="3924"/>
                </a:lnTo>
                <a:lnTo>
                  <a:pt x="4468" y="3924"/>
                </a:lnTo>
                <a:lnTo>
                  <a:pt x="4469" y="3923"/>
                </a:lnTo>
                <a:lnTo>
                  <a:pt x="4469" y="3922"/>
                </a:lnTo>
                <a:lnTo>
                  <a:pt x="4468" y="3922"/>
                </a:lnTo>
                <a:lnTo>
                  <a:pt x="4468" y="3921"/>
                </a:lnTo>
                <a:lnTo>
                  <a:pt x="4467" y="3920"/>
                </a:lnTo>
                <a:lnTo>
                  <a:pt x="4467" y="3919"/>
                </a:lnTo>
                <a:lnTo>
                  <a:pt x="4465" y="3919"/>
                </a:lnTo>
                <a:lnTo>
                  <a:pt x="4464" y="3919"/>
                </a:lnTo>
                <a:lnTo>
                  <a:pt x="4463" y="3919"/>
                </a:lnTo>
                <a:lnTo>
                  <a:pt x="4462" y="3919"/>
                </a:lnTo>
                <a:lnTo>
                  <a:pt x="4462" y="3918"/>
                </a:lnTo>
                <a:lnTo>
                  <a:pt x="4462" y="3919"/>
                </a:lnTo>
                <a:lnTo>
                  <a:pt x="4461" y="3919"/>
                </a:lnTo>
                <a:lnTo>
                  <a:pt x="4461" y="3920"/>
                </a:lnTo>
                <a:lnTo>
                  <a:pt x="4460" y="3920"/>
                </a:lnTo>
                <a:lnTo>
                  <a:pt x="4460" y="3919"/>
                </a:lnTo>
                <a:lnTo>
                  <a:pt x="4459" y="3919"/>
                </a:lnTo>
                <a:lnTo>
                  <a:pt x="4458" y="3919"/>
                </a:lnTo>
                <a:lnTo>
                  <a:pt x="4457" y="3918"/>
                </a:lnTo>
                <a:lnTo>
                  <a:pt x="4457" y="3919"/>
                </a:lnTo>
                <a:lnTo>
                  <a:pt x="4456" y="3920"/>
                </a:lnTo>
                <a:lnTo>
                  <a:pt x="4455" y="3920"/>
                </a:lnTo>
                <a:lnTo>
                  <a:pt x="4455" y="3921"/>
                </a:lnTo>
                <a:lnTo>
                  <a:pt x="4454" y="3921"/>
                </a:lnTo>
                <a:lnTo>
                  <a:pt x="4454" y="3923"/>
                </a:lnTo>
                <a:lnTo>
                  <a:pt x="4455" y="3923"/>
                </a:lnTo>
                <a:lnTo>
                  <a:pt x="4454" y="3923"/>
                </a:lnTo>
                <a:lnTo>
                  <a:pt x="4455" y="3922"/>
                </a:lnTo>
                <a:lnTo>
                  <a:pt x="4456" y="3922"/>
                </a:lnTo>
                <a:lnTo>
                  <a:pt x="4456" y="3923"/>
                </a:lnTo>
                <a:lnTo>
                  <a:pt x="4456" y="3924"/>
                </a:lnTo>
                <a:lnTo>
                  <a:pt x="4456" y="3925"/>
                </a:lnTo>
                <a:lnTo>
                  <a:pt x="4455" y="3925"/>
                </a:lnTo>
                <a:lnTo>
                  <a:pt x="4454" y="3926"/>
                </a:lnTo>
                <a:lnTo>
                  <a:pt x="4455" y="3927"/>
                </a:lnTo>
                <a:lnTo>
                  <a:pt x="4455" y="3928"/>
                </a:lnTo>
                <a:lnTo>
                  <a:pt x="4455" y="3929"/>
                </a:lnTo>
                <a:lnTo>
                  <a:pt x="4456" y="3929"/>
                </a:lnTo>
                <a:lnTo>
                  <a:pt x="4456" y="3928"/>
                </a:lnTo>
                <a:lnTo>
                  <a:pt x="4456" y="3927"/>
                </a:lnTo>
                <a:lnTo>
                  <a:pt x="4457" y="3927"/>
                </a:lnTo>
                <a:lnTo>
                  <a:pt x="4458" y="3927"/>
                </a:lnTo>
                <a:lnTo>
                  <a:pt x="4459" y="3927"/>
                </a:lnTo>
                <a:lnTo>
                  <a:pt x="4459" y="3926"/>
                </a:lnTo>
                <a:lnTo>
                  <a:pt x="4460" y="3926"/>
                </a:lnTo>
                <a:lnTo>
                  <a:pt x="4461" y="3926"/>
                </a:lnTo>
                <a:lnTo>
                  <a:pt x="4462" y="3927"/>
                </a:lnTo>
                <a:lnTo>
                  <a:pt x="4462" y="3928"/>
                </a:lnTo>
                <a:lnTo>
                  <a:pt x="4461" y="3928"/>
                </a:lnTo>
                <a:lnTo>
                  <a:pt x="4460" y="3929"/>
                </a:lnTo>
                <a:lnTo>
                  <a:pt x="4459" y="3929"/>
                </a:lnTo>
                <a:lnTo>
                  <a:pt x="4459" y="3930"/>
                </a:lnTo>
                <a:lnTo>
                  <a:pt x="4459" y="3933"/>
                </a:lnTo>
                <a:lnTo>
                  <a:pt x="4459" y="3934"/>
                </a:lnTo>
                <a:lnTo>
                  <a:pt x="4458" y="3934"/>
                </a:lnTo>
                <a:lnTo>
                  <a:pt x="4457" y="3933"/>
                </a:lnTo>
                <a:lnTo>
                  <a:pt x="4456" y="3934"/>
                </a:lnTo>
                <a:lnTo>
                  <a:pt x="4455" y="3933"/>
                </a:lnTo>
                <a:lnTo>
                  <a:pt x="4454" y="3933"/>
                </a:lnTo>
                <a:lnTo>
                  <a:pt x="4453" y="3933"/>
                </a:lnTo>
                <a:lnTo>
                  <a:pt x="4452" y="3932"/>
                </a:lnTo>
                <a:lnTo>
                  <a:pt x="4452" y="3931"/>
                </a:lnTo>
                <a:lnTo>
                  <a:pt x="4453" y="3931"/>
                </a:lnTo>
                <a:lnTo>
                  <a:pt x="4454" y="3930"/>
                </a:lnTo>
                <a:lnTo>
                  <a:pt x="4455" y="3930"/>
                </a:lnTo>
                <a:lnTo>
                  <a:pt x="4454" y="3930"/>
                </a:lnTo>
                <a:lnTo>
                  <a:pt x="4453" y="3930"/>
                </a:lnTo>
                <a:lnTo>
                  <a:pt x="4452" y="3930"/>
                </a:lnTo>
                <a:lnTo>
                  <a:pt x="4452" y="3931"/>
                </a:lnTo>
                <a:lnTo>
                  <a:pt x="4451" y="3931"/>
                </a:lnTo>
                <a:lnTo>
                  <a:pt x="4450" y="3929"/>
                </a:lnTo>
                <a:lnTo>
                  <a:pt x="4449" y="3929"/>
                </a:lnTo>
                <a:lnTo>
                  <a:pt x="4446" y="3929"/>
                </a:lnTo>
                <a:lnTo>
                  <a:pt x="4445" y="3930"/>
                </a:lnTo>
                <a:lnTo>
                  <a:pt x="4446" y="3930"/>
                </a:lnTo>
                <a:lnTo>
                  <a:pt x="4447" y="3931"/>
                </a:lnTo>
                <a:lnTo>
                  <a:pt x="4446" y="3933"/>
                </a:lnTo>
                <a:lnTo>
                  <a:pt x="4445" y="3936"/>
                </a:lnTo>
                <a:lnTo>
                  <a:pt x="4445" y="3937"/>
                </a:lnTo>
                <a:lnTo>
                  <a:pt x="4444" y="3936"/>
                </a:lnTo>
                <a:lnTo>
                  <a:pt x="4444" y="3937"/>
                </a:lnTo>
                <a:lnTo>
                  <a:pt x="4444" y="3938"/>
                </a:lnTo>
                <a:lnTo>
                  <a:pt x="4444" y="3939"/>
                </a:lnTo>
                <a:lnTo>
                  <a:pt x="4444" y="3940"/>
                </a:lnTo>
                <a:lnTo>
                  <a:pt x="4445" y="3940"/>
                </a:lnTo>
                <a:lnTo>
                  <a:pt x="4446" y="3940"/>
                </a:lnTo>
                <a:lnTo>
                  <a:pt x="4446" y="3941"/>
                </a:lnTo>
                <a:lnTo>
                  <a:pt x="4446" y="3942"/>
                </a:lnTo>
                <a:lnTo>
                  <a:pt x="4445" y="3942"/>
                </a:lnTo>
                <a:lnTo>
                  <a:pt x="4445" y="3941"/>
                </a:lnTo>
                <a:lnTo>
                  <a:pt x="4444" y="3941"/>
                </a:lnTo>
                <a:lnTo>
                  <a:pt x="4443" y="3942"/>
                </a:lnTo>
                <a:lnTo>
                  <a:pt x="4442" y="3943"/>
                </a:lnTo>
                <a:lnTo>
                  <a:pt x="4441" y="3943"/>
                </a:lnTo>
                <a:lnTo>
                  <a:pt x="4440" y="3943"/>
                </a:lnTo>
                <a:lnTo>
                  <a:pt x="4441" y="3943"/>
                </a:lnTo>
                <a:lnTo>
                  <a:pt x="4442" y="3943"/>
                </a:lnTo>
                <a:lnTo>
                  <a:pt x="4444" y="3943"/>
                </a:lnTo>
                <a:lnTo>
                  <a:pt x="4445" y="3943"/>
                </a:lnTo>
                <a:lnTo>
                  <a:pt x="4445" y="3944"/>
                </a:lnTo>
                <a:lnTo>
                  <a:pt x="4445" y="3945"/>
                </a:lnTo>
                <a:lnTo>
                  <a:pt x="4444" y="3945"/>
                </a:lnTo>
                <a:lnTo>
                  <a:pt x="4444" y="3946"/>
                </a:lnTo>
                <a:lnTo>
                  <a:pt x="4445" y="3947"/>
                </a:lnTo>
                <a:lnTo>
                  <a:pt x="4446" y="3947"/>
                </a:lnTo>
                <a:lnTo>
                  <a:pt x="4445" y="3948"/>
                </a:lnTo>
                <a:lnTo>
                  <a:pt x="4445" y="3947"/>
                </a:lnTo>
                <a:lnTo>
                  <a:pt x="4444" y="3947"/>
                </a:lnTo>
                <a:lnTo>
                  <a:pt x="4443" y="3948"/>
                </a:lnTo>
                <a:lnTo>
                  <a:pt x="4443" y="3949"/>
                </a:lnTo>
                <a:lnTo>
                  <a:pt x="4442" y="3950"/>
                </a:lnTo>
                <a:lnTo>
                  <a:pt x="4442" y="3951"/>
                </a:lnTo>
                <a:lnTo>
                  <a:pt x="4442" y="3952"/>
                </a:lnTo>
                <a:lnTo>
                  <a:pt x="4441" y="3951"/>
                </a:lnTo>
                <a:lnTo>
                  <a:pt x="4440" y="3951"/>
                </a:lnTo>
                <a:lnTo>
                  <a:pt x="4440" y="3950"/>
                </a:lnTo>
                <a:lnTo>
                  <a:pt x="4439" y="3950"/>
                </a:lnTo>
                <a:lnTo>
                  <a:pt x="4439" y="3951"/>
                </a:lnTo>
                <a:lnTo>
                  <a:pt x="4439" y="3952"/>
                </a:lnTo>
                <a:lnTo>
                  <a:pt x="4440" y="3952"/>
                </a:lnTo>
                <a:lnTo>
                  <a:pt x="4441" y="3953"/>
                </a:lnTo>
                <a:lnTo>
                  <a:pt x="4440" y="3954"/>
                </a:lnTo>
                <a:lnTo>
                  <a:pt x="4439" y="3955"/>
                </a:lnTo>
                <a:lnTo>
                  <a:pt x="4439" y="3956"/>
                </a:lnTo>
                <a:lnTo>
                  <a:pt x="4438" y="3957"/>
                </a:lnTo>
                <a:lnTo>
                  <a:pt x="4438" y="3958"/>
                </a:lnTo>
                <a:lnTo>
                  <a:pt x="4438" y="3959"/>
                </a:lnTo>
                <a:lnTo>
                  <a:pt x="4437" y="3959"/>
                </a:lnTo>
                <a:lnTo>
                  <a:pt x="4437" y="3960"/>
                </a:lnTo>
                <a:lnTo>
                  <a:pt x="4436" y="3960"/>
                </a:lnTo>
                <a:lnTo>
                  <a:pt x="4435" y="3959"/>
                </a:lnTo>
                <a:lnTo>
                  <a:pt x="4435" y="3960"/>
                </a:lnTo>
                <a:lnTo>
                  <a:pt x="4435" y="3961"/>
                </a:lnTo>
                <a:lnTo>
                  <a:pt x="4434" y="3962"/>
                </a:lnTo>
                <a:lnTo>
                  <a:pt x="4434" y="3963"/>
                </a:lnTo>
                <a:lnTo>
                  <a:pt x="4435" y="3963"/>
                </a:lnTo>
                <a:lnTo>
                  <a:pt x="4436" y="3964"/>
                </a:lnTo>
                <a:lnTo>
                  <a:pt x="4436" y="3965"/>
                </a:lnTo>
                <a:lnTo>
                  <a:pt x="4437" y="3965"/>
                </a:lnTo>
                <a:lnTo>
                  <a:pt x="4437" y="3967"/>
                </a:lnTo>
                <a:lnTo>
                  <a:pt x="4437" y="3968"/>
                </a:lnTo>
                <a:lnTo>
                  <a:pt x="4437" y="3969"/>
                </a:lnTo>
                <a:lnTo>
                  <a:pt x="4438" y="3970"/>
                </a:lnTo>
                <a:lnTo>
                  <a:pt x="4438" y="3971"/>
                </a:lnTo>
                <a:lnTo>
                  <a:pt x="4439" y="3971"/>
                </a:lnTo>
                <a:lnTo>
                  <a:pt x="4440" y="3971"/>
                </a:lnTo>
                <a:lnTo>
                  <a:pt x="4441" y="3970"/>
                </a:lnTo>
                <a:lnTo>
                  <a:pt x="4442" y="3970"/>
                </a:lnTo>
                <a:lnTo>
                  <a:pt x="4442" y="3971"/>
                </a:lnTo>
                <a:lnTo>
                  <a:pt x="4441" y="3971"/>
                </a:lnTo>
                <a:lnTo>
                  <a:pt x="4440" y="3972"/>
                </a:lnTo>
                <a:lnTo>
                  <a:pt x="4440" y="3973"/>
                </a:lnTo>
                <a:lnTo>
                  <a:pt x="4441" y="3973"/>
                </a:lnTo>
                <a:lnTo>
                  <a:pt x="4441" y="3974"/>
                </a:lnTo>
                <a:lnTo>
                  <a:pt x="4440" y="3974"/>
                </a:lnTo>
                <a:lnTo>
                  <a:pt x="4439" y="3974"/>
                </a:lnTo>
                <a:lnTo>
                  <a:pt x="4438" y="3974"/>
                </a:lnTo>
                <a:lnTo>
                  <a:pt x="4438" y="3973"/>
                </a:lnTo>
                <a:lnTo>
                  <a:pt x="4438" y="3972"/>
                </a:lnTo>
                <a:lnTo>
                  <a:pt x="4437" y="3972"/>
                </a:lnTo>
                <a:lnTo>
                  <a:pt x="4437" y="3973"/>
                </a:lnTo>
                <a:lnTo>
                  <a:pt x="4436" y="3973"/>
                </a:lnTo>
                <a:lnTo>
                  <a:pt x="4436" y="3972"/>
                </a:lnTo>
                <a:lnTo>
                  <a:pt x="4435" y="3972"/>
                </a:lnTo>
                <a:lnTo>
                  <a:pt x="4434" y="3971"/>
                </a:lnTo>
                <a:lnTo>
                  <a:pt x="4434" y="3970"/>
                </a:lnTo>
                <a:lnTo>
                  <a:pt x="4434" y="3969"/>
                </a:lnTo>
                <a:lnTo>
                  <a:pt x="4433" y="3969"/>
                </a:lnTo>
                <a:lnTo>
                  <a:pt x="4432" y="3969"/>
                </a:lnTo>
                <a:lnTo>
                  <a:pt x="4432" y="3968"/>
                </a:lnTo>
                <a:lnTo>
                  <a:pt x="4431" y="3968"/>
                </a:lnTo>
                <a:lnTo>
                  <a:pt x="4431" y="3969"/>
                </a:lnTo>
                <a:lnTo>
                  <a:pt x="4431" y="3970"/>
                </a:lnTo>
                <a:lnTo>
                  <a:pt x="4432" y="3970"/>
                </a:lnTo>
                <a:lnTo>
                  <a:pt x="4433" y="3969"/>
                </a:lnTo>
                <a:lnTo>
                  <a:pt x="4434" y="3970"/>
                </a:lnTo>
                <a:lnTo>
                  <a:pt x="4434" y="3971"/>
                </a:lnTo>
                <a:lnTo>
                  <a:pt x="4433" y="3971"/>
                </a:lnTo>
                <a:lnTo>
                  <a:pt x="4432" y="3971"/>
                </a:lnTo>
                <a:lnTo>
                  <a:pt x="4431" y="3971"/>
                </a:lnTo>
                <a:lnTo>
                  <a:pt x="4430" y="3971"/>
                </a:lnTo>
                <a:lnTo>
                  <a:pt x="4430" y="3972"/>
                </a:lnTo>
                <a:lnTo>
                  <a:pt x="4429" y="3972"/>
                </a:lnTo>
                <a:lnTo>
                  <a:pt x="4428" y="3973"/>
                </a:lnTo>
                <a:lnTo>
                  <a:pt x="4427" y="3974"/>
                </a:lnTo>
                <a:lnTo>
                  <a:pt x="4427" y="3975"/>
                </a:lnTo>
                <a:lnTo>
                  <a:pt x="4425" y="3977"/>
                </a:lnTo>
                <a:lnTo>
                  <a:pt x="4425" y="3978"/>
                </a:lnTo>
                <a:lnTo>
                  <a:pt x="4425" y="3979"/>
                </a:lnTo>
                <a:lnTo>
                  <a:pt x="4425" y="3980"/>
                </a:lnTo>
                <a:lnTo>
                  <a:pt x="4424" y="3982"/>
                </a:lnTo>
                <a:lnTo>
                  <a:pt x="4423" y="3982"/>
                </a:lnTo>
                <a:lnTo>
                  <a:pt x="4422" y="3982"/>
                </a:lnTo>
                <a:lnTo>
                  <a:pt x="4421" y="3981"/>
                </a:lnTo>
                <a:lnTo>
                  <a:pt x="4422" y="3981"/>
                </a:lnTo>
                <a:lnTo>
                  <a:pt x="4421" y="3980"/>
                </a:lnTo>
                <a:lnTo>
                  <a:pt x="4420" y="3980"/>
                </a:lnTo>
                <a:lnTo>
                  <a:pt x="4419" y="3980"/>
                </a:lnTo>
                <a:lnTo>
                  <a:pt x="4419" y="3981"/>
                </a:lnTo>
                <a:lnTo>
                  <a:pt x="4419" y="3980"/>
                </a:lnTo>
                <a:lnTo>
                  <a:pt x="4418" y="3980"/>
                </a:lnTo>
                <a:lnTo>
                  <a:pt x="4419" y="3979"/>
                </a:lnTo>
                <a:lnTo>
                  <a:pt x="4419" y="3978"/>
                </a:lnTo>
                <a:lnTo>
                  <a:pt x="4420" y="3978"/>
                </a:lnTo>
                <a:lnTo>
                  <a:pt x="4420" y="3976"/>
                </a:lnTo>
                <a:lnTo>
                  <a:pt x="4419" y="3976"/>
                </a:lnTo>
                <a:lnTo>
                  <a:pt x="4419" y="3977"/>
                </a:lnTo>
                <a:lnTo>
                  <a:pt x="4419" y="3978"/>
                </a:lnTo>
                <a:lnTo>
                  <a:pt x="4418" y="3978"/>
                </a:lnTo>
                <a:lnTo>
                  <a:pt x="4418" y="3979"/>
                </a:lnTo>
                <a:lnTo>
                  <a:pt x="4417" y="3979"/>
                </a:lnTo>
                <a:lnTo>
                  <a:pt x="4416" y="3980"/>
                </a:lnTo>
                <a:lnTo>
                  <a:pt x="4415" y="3981"/>
                </a:lnTo>
                <a:lnTo>
                  <a:pt x="4414" y="3982"/>
                </a:lnTo>
                <a:lnTo>
                  <a:pt x="4413" y="3983"/>
                </a:lnTo>
                <a:lnTo>
                  <a:pt x="4413" y="3984"/>
                </a:lnTo>
                <a:lnTo>
                  <a:pt x="4412" y="3985"/>
                </a:lnTo>
                <a:lnTo>
                  <a:pt x="4412" y="3986"/>
                </a:lnTo>
                <a:lnTo>
                  <a:pt x="4411" y="3987"/>
                </a:lnTo>
                <a:lnTo>
                  <a:pt x="4411" y="3988"/>
                </a:lnTo>
                <a:lnTo>
                  <a:pt x="4411" y="3989"/>
                </a:lnTo>
                <a:lnTo>
                  <a:pt x="4411" y="3990"/>
                </a:lnTo>
                <a:lnTo>
                  <a:pt x="4411" y="3991"/>
                </a:lnTo>
                <a:lnTo>
                  <a:pt x="4412" y="3992"/>
                </a:lnTo>
                <a:lnTo>
                  <a:pt x="4413" y="3992"/>
                </a:lnTo>
                <a:lnTo>
                  <a:pt x="4413" y="3993"/>
                </a:lnTo>
                <a:lnTo>
                  <a:pt x="4414" y="3993"/>
                </a:lnTo>
                <a:lnTo>
                  <a:pt x="4414" y="3994"/>
                </a:lnTo>
                <a:lnTo>
                  <a:pt x="4413" y="3994"/>
                </a:lnTo>
                <a:lnTo>
                  <a:pt x="4413" y="3995"/>
                </a:lnTo>
                <a:lnTo>
                  <a:pt x="4413" y="3997"/>
                </a:lnTo>
                <a:lnTo>
                  <a:pt x="4414" y="3998"/>
                </a:lnTo>
                <a:lnTo>
                  <a:pt x="4414" y="3999"/>
                </a:lnTo>
                <a:lnTo>
                  <a:pt x="4414" y="3998"/>
                </a:lnTo>
                <a:lnTo>
                  <a:pt x="4415" y="3999"/>
                </a:lnTo>
                <a:lnTo>
                  <a:pt x="4415" y="4000"/>
                </a:lnTo>
                <a:lnTo>
                  <a:pt x="4415" y="4001"/>
                </a:lnTo>
                <a:lnTo>
                  <a:pt x="4416" y="4002"/>
                </a:lnTo>
                <a:lnTo>
                  <a:pt x="4415" y="4003"/>
                </a:lnTo>
                <a:lnTo>
                  <a:pt x="4415" y="4004"/>
                </a:lnTo>
                <a:lnTo>
                  <a:pt x="4414" y="4005"/>
                </a:lnTo>
                <a:lnTo>
                  <a:pt x="4414" y="4004"/>
                </a:lnTo>
                <a:lnTo>
                  <a:pt x="4413" y="4004"/>
                </a:lnTo>
                <a:lnTo>
                  <a:pt x="4412" y="4004"/>
                </a:lnTo>
                <a:lnTo>
                  <a:pt x="4411" y="4005"/>
                </a:lnTo>
                <a:lnTo>
                  <a:pt x="4411" y="4006"/>
                </a:lnTo>
                <a:lnTo>
                  <a:pt x="4411" y="4007"/>
                </a:lnTo>
                <a:lnTo>
                  <a:pt x="4411" y="4008"/>
                </a:lnTo>
                <a:lnTo>
                  <a:pt x="4411" y="4009"/>
                </a:lnTo>
                <a:lnTo>
                  <a:pt x="4410" y="4009"/>
                </a:lnTo>
                <a:lnTo>
                  <a:pt x="4410" y="4011"/>
                </a:lnTo>
                <a:lnTo>
                  <a:pt x="4410" y="4012"/>
                </a:lnTo>
                <a:lnTo>
                  <a:pt x="4409" y="4013"/>
                </a:lnTo>
                <a:lnTo>
                  <a:pt x="4408" y="4013"/>
                </a:lnTo>
                <a:lnTo>
                  <a:pt x="4407" y="4013"/>
                </a:lnTo>
                <a:lnTo>
                  <a:pt x="4406" y="4012"/>
                </a:lnTo>
                <a:lnTo>
                  <a:pt x="4405" y="4012"/>
                </a:lnTo>
                <a:lnTo>
                  <a:pt x="4404" y="4012"/>
                </a:lnTo>
                <a:lnTo>
                  <a:pt x="4403" y="4013"/>
                </a:lnTo>
                <a:lnTo>
                  <a:pt x="4402" y="4013"/>
                </a:lnTo>
                <a:lnTo>
                  <a:pt x="4401" y="4014"/>
                </a:lnTo>
                <a:lnTo>
                  <a:pt x="4400" y="4014"/>
                </a:lnTo>
                <a:lnTo>
                  <a:pt x="4399" y="4014"/>
                </a:lnTo>
                <a:lnTo>
                  <a:pt x="4398" y="4014"/>
                </a:lnTo>
                <a:lnTo>
                  <a:pt x="4398" y="4015"/>
                </a:lnTo>
                <a:lnTo>
                  <a:pt x="4397" y="4015"/>
                </a:lnTo>
                <a:lnTo>
                  <a:pt x="4396" y="4015"/>
                </a:lnTo>
                <a:lnTo>
                  <a:pt x="4396" y="4016"/>
                </a:lnTo>
                <a:lnTo>
                  <a:pt x="4395" y="4016"/>
                </a:lnTo>
                <a:lnTo>
                  <a:pt x="4395" y="4015"/>
                </a:lnTo>
                <a:lnTo>
                  <a:pt x="4394" y="4015"/>
                </a:lnTo>
                <a:lnTo>
                  <a:pt x="4392" y="4015"/>
                </a:lnTo>
                <a:lnTo>
                  <a:pt x="4391" y="4014"/>
                </a:lnTo>
                <a:lnTo>
                  <a:pt x="4390" y="4014"/>
                </a:lnTo>
                <a:lnTo>
                  <a:pt x="4389" y="4014"/>
                </a:lnTo>
                <a:lnTo>
                  <a:pt x="4389" y="4013"/>
                </a:lnTo>
                <a:lnTo>
                  <a:pt x="4388" y="4013"/>
                </a:lnTo>
                <a:lnTo>
                  <a:pt x="4388" y="4012"/>
                </a:lnTo>
                <a:lnTo>
                  <a:pt x="4387" y="4012"/>
                </a:lnTo>
                <a:lnTo>
                  <a:pt x="4385" y="4013"/>
                </a:lnTo>
                <a:lnTo>
                  <a:pt x="4384" y="4013"/>
                </a:lnTo>
                <a:lnTo>
                  <a:pt x="4382" y="4014"/>
                </a:lnTo>
                <a:lnTo>
                  <a:pt x="4381" y="4015"/>
                </a:lnTo>
                <a:lnTo>
                  <a:pt x="4380" y="4016"/>
                </a:lnTo>
                <a:lnTo>
                  <a:pt x="4379" y="4017"/>
                </a:lnTo>
                <a:lnTo>
                  <a:pt x="4378" y="4018"/>
                </a:lnTo>
                <a:lnTo>
                  <a:pt x="4376" y="4019"/>
                </a:lnTo>
                <a:lnTo>
                  <a:pt x="4376" y="4020"/>
                </a:lnTo>
                <a:lnTo>
                  <a:pt x="4375" y="4021"/>
                </a:lnTo>
                <a:lnTo>
                  <a:pt x="4375" y="4022"/>
                </a:lnTo>
                <a:lnTo>
                  <a:pt x="4374" y="4022"/>
                </a:lnTo>
                <a:lnTo>
                  <a:pt x="4373" y="4025"/>
                </a:lnTo>
                <a:lnTo>
                  <a:pt x="4372" y="4025"/>
                </a:lnTo>
                <a:lnTo>
                  <a:pt x="4372" y="4026"/>
                </a:lnTo>
                <a:lnTo>
                  <a:pt x="4369" y="4029"/>
                </a:lnTo>
                <a:lnTo>
                  <a:pt x="4368" y="4029"/>
                </a:lnTo>
                <a:lnTo>
                  <a:pt x="4368" y="4030"/>
                </a:lnTo>
                <a:lnTo>
                  <a:pt x="4367" y="4031"/>
                </a:lnTo>
                <a:lnTo>
                  <a:pt x="4366" y="4031"/>
                </a:lnTo>
                <a:lnTo>
                  <a:pt x="4364" y="4032"/>
                </a:lnTo>
                <a:lnTo>
                  <a:pt x="4364" y="4033"/>
                </a:lnTo>
                <a:lnTo>
                  <a:pt x="4363" y="4033"/>
                </a:lnTo>
                <a:lnTo>
                  <a:pt x="4362" y="4033"/>
                </a:lnTo>
                <a:lnTo>
                  <a:pt x="4362" y="4032"/>
                </a:lnTo>
                <a:lnTo>
                  <a:pt x="4362" y="4031"/>
                </a:lnTo>
                <a:lnTo>
                  <a:pt x="4361" y="4030"/>
                </a:lnTo>
                <a:lnTo>
                  <a:pt x="4358" y="4030"/>
                </a:lnTo>
                <a:lnTo>
                  <a:pt x="4357" y="4030"/>
                </a:lnTo>
                <a:lnTo>
                  <a:pt x="4356" y="4030"/>
                </a:lnTo>
                <a:lnTo>
                  <a:pt x="4354" y="4031"/>
                </a:lnTo>
                <a:lnTo>
                  <a:pt x="4353" y="4032"/>
                </a:lnTo>
                <a:lnTo>
                  <a:pt x="4353" y="4033"/>
                </a:lnTo>
                <a:lnTo>
                  <a:pt x="4352" y="4033"/>
                </a:lnTo>
                <a:lnTo>
                  <a:pt x="4351" y="4033"/>
                </a:lnTo>
                <a:lnTo>
                  <a:pt x="4350" y="4034"/>
                </a:lnTo>
                <a:lnTo>
                  <a:pt x="4349" y="4035"/>
                </a:lnTo>
                <a:lnTo>
                  <a:pt x="4348" y="4036"/>
                </a:lnTo>
                <a:lnTo>
                  <a:pt x="4347" y="4037"/>
                </a:lnTo>
                <a:lnTo>
                  <a:pt x="4346" y="4037"/>
                </a:lnTo>
                <a:lnTo>
                  <a:pt x="4347" y="4036"/>
                </a:lnTo>
                <a:lnTo>
                  <a:pt x="4346" y="4036"/>
                </a:lnTo>
                <a:lnTo>
                  <a:pt x="4346" y="4037"/>
                </a:lnTo>
                <a:lnTo>
                  <a:pt x="4345" y="4037"/>
                </a:lnTo>
                <a:lnTo>
                  <a:pt x="4344" y="4037"/>
                </a:lnTo>
                <a:lnTo>
                  <a:pt x="4343" y="4037"/>
                </a:lnTo>
                <a:lnTo>
                  <a:pt x="4342" y="4038"/>
                </a:lnTo>
                <a:lnTo>
                  <a:pt x="4342" y="4039"/>
                </a:lnTo>
                <a:lnTo>
                  <a:pt x="4341" y="4039"/>
                </a:lnTo>
                <a:lnTo>
                  <a:pt x="4341" y="4040"/>
                </a:lnTo>
                <a:lnTo>
                  <a:pt x="4340" y="4039"/>
                </a:lnTo>
                <a:lnTo>
                  <a:pt x="4339" y="4039"/>
                </a:lnTo>
                <a:lnTo>
                  <a:pt x="4338" y="4039"/>
                </a:lnTo>
                <a:lnTo>
                  <a:pt x="4337" y="4039"/>
                </a:lnTo>
                <a:lnTo>
                  <a:pt x="4337" y="4040"/>
                </a:lnTo>
                <a:lnTo>
                  <a:pt x="4336" y="4041"/>
                </a:lnTo>
                <a:lnTo>
                  <a:pt x="4335" y="4041"/>
                </a:lnTo>
                <a:lnTo>
                  <a:pt x="4335" y="4042"/>
                </a:lnTo>
                <a:lnTo>
                  <a:pt x="4334" y="4042"/>
                </a:lnTo>
                <a:lnTo>
                  <a:pt x="4333" y="4044"/>
                </a:lnTo>
                <a:lnTo>
                  <a:pt x="4333" y="4045"/>
                </a:lnTo>
                <a:lnTo>
                  <a:pt x="4332" y="4047"/>
                </a:lnTo>
                <a:lnTo>
                  <a:pt x="4331" y="4047"/>
                </a:lnTo>
                <a:lnTo>
                  <a:pt x="4330" y="4047"/>
                </a:lnTo>
                <a:lnTo>
                  <a:pt x="4330" y="4046"/>
                </a:lnTo>
                <a:lnTo>
                  <a:pt x="4329" y="4046"/>
                </a:lnTo>
                <a:lnTo>
                  <a:pt x="4328" y="4045"/>
                </a:lnTo>
                <a:lnTo>
                  <a:pt x="4329" y="4044"/>
                </a:lnTo>
                <a:lnTo>
                  <a:pt x="4329" y="4043"/>
                </a:lnTo>
                <a:lnTo>
                  <a:pt x="4329" y="4042"/>
                </a:lnTo>
                <a:lnTo>
                  <a:pt x="4329" y="4041"/>
                </a:lnTo>
                <a:lnTo>
                  <a:pt x="4329" y="4040"/>
                </a:lnTo>
                <a:lnTo>
                  <a:pt x="4328" y="4040"/>
                </a:lnTo>
                <a:lnTo>
                  <a:pt x="4328" y="4039"/>
                </a:lnTo>
                <a:lnTo>
                  <a:pt x="4327" y="4039"/>
                </a:lnTo>
                <a:lnTo>
                  <a:pt x="4328" y="4038"/>
                </a:lnTo>
                <a:lnTo>
                  <a:pt x="4327" y="4038"/>
                </a:lnTo>
                <a:lnTo>
                  <a:pt x="4327" y="4037"/>
                </a:lnTo>
                <a:lnTo>
                  <a:pt x="4328" y="4037"/>
                </a:lnTo>
                <a:lnTo>
                  <a:pt x="4328" y="4038"/>
                </a:lnTo>
                <a:lnTo>
                  <a:pt x="4329" y="4038"/>
                </a:lnTo>
                <a:lnTo>
                  <a:pt x="4330" y="4039"/>
                </a:lnTo>
                <a:lnTo>
                  <a:pt x="4330" y="4038"/>
                </a:lnTo>
                <a:lnTo>
                  <a:pt x="4329" y="4037"/>
                </a:lnTo>
                <a:lnTo>
                  <a:pt x="4328" y="4037"/>
                </a:lnTo>
                <a:lnTo>
                  <a:pt x="4327" y="4037"/>
                </a:lnTo>
                <a:lnTo>
                  <a:pt x="4326" y="4037"/>
                </a:lnTo>
                <a:lnTo>
                  <a:pt x="4325" y="4036"/>
                </a:lnTo>
                <a:lnTo>
                  <a:pt x="4325" y="4035"/>
                </a:lnTo>
                <a:lnTo>
                  <a:pt x="4324" y="4035"/>
                </a:lnTo>
                <a:lnTo>
                  <a:pt x="4323" y="4035"/>
                </a:lnTo>
                <a:lnTo>
                  <a:pt x="4322" y="4034"/>
                </a:lnTo>
                <a:lnTo>
                  <a:pt x="4321" y="4034"/>
                </a:lnTo>
                <a:lnTo>
                  <a:pt x="4319" y="4034"/>
                </a:lnTo>
                <a:lnTo>
                  <a:pt x="4318" y="4034"/>
                </a:lnTo>
                <a:lnTo>
                  <a:pt x="4317" y="4034"/>
                </a:lnTo>
                <a:lnTo>
                  <a:pt x="4316" y="4035"/>
                </a:lnTo>
                <a:lnTo>
                  <a:pt x="4315" y="4035"/>
                </a:lnTo>
                <a:lnTo>
                  <a:pt x="4315" y="4034"/>
                </a:lnTo>
                <a:lnTo>
                  <a:pt x="4316" y="4034"/>
                </a:lnTo>
                <a:lnTo>
                  <a:pt x="4316" y="4033"/>
                </a:lnTo>
                <a:lnTo>
                  <a:pt x="4316" y="4032"/>
                </a:lnTo>
                <a:lnTo>
                  <a:pt x="4315" y="4032"/>
                </a:lnTo>
                <a:lnTo>
                  <a:pt x="4314" y="4031"/>
                </a:lnTo>
                <a:lnTo>
                  <a:pt x="4313" y="4032"/>
                </a:lnTo>
                <a:lnTo>
                  <a:pt x="4312" y="4032"/>
                </a:lnTo>
                <a:lnTo>
                  <a:pt x="4311" y="4032"/>
                </a:lnTo>
                <a:lnTo>
                  <a:pt x="4310" y="4032"/>
                </a:lnTo>
                <a:lnTo>
                  <a:pt x="4309" y="4032"/>
                </a:lnTo>
                <a:lnTo>
                  <a:pt x="4308" y="4033"/>
                </a:lnTo>
                <a:lnTo>
                  <a:pt x="4307" y="4033"/>
                </a:lnTo>
                <a:lnTo>
                  <a:pt x="4306" y="4034"/>
                </a:lnTo>
                <a:lnTo>
                  <a:pt x="4305" y="4034"/>
                </a:lnTo>
                <a:lnTo>
                  <a:pt x="4304" y="4035"/>
                </a:lnTo>
                <a:lnTo>
                  <a:pt x="4304" y="4036"/>
                </a:lnTo>
                <a:lnTo>
                  <a:pt x="4303" y="4036"/>
                </a:lnTo>
                <a:lnTo>
                  <a:pt x="4303" y="4037"/>
                </a:lnTo>
                <a:lnTo>
                  <a:pt x="4301" y="4038"/>
                </a:lnTo>
                <a:lnTo>
                  <a:pt x="4301" y="4039"/>
                </a:lnTo>
                <a:lnTo>
                  <a:pt x="4300" y="4040"/>
                </a:lnTo>
                <a:lnTo>
                  <a:pt x="4300" y="4041"/>
                </a:lnTo>
                <a:lnTo>
                  <a:pt x="4299" y="4041"/>
                </a:lnTo>
                <a:lnTo>
                  <a:pt x="4300" y="4041"/>
                </a:lnTo>
                <a:lnTo>
                  <a:pt x="4300" y="4042"/>
                </a:lnTo>
                <a:lnTo>
                  <a:pt x="4299" y="4043"/>
                </a:lnTo>
                <a:lnTo>
                  <a:pt x="4298" y="4044"/>
                </a:lnTo>
                <a:lnTo>
                  <a:pt x="4298" y="4045"/>
                </a:lnTo>
                <a:lnTo>
                  <a:pt x="4298" y="4046"/>
                </a:lnTo>
                <a:lnTo>
                  <a:pt x="4297" y="4046"/>
                </a:lnTo>
                <a:lnTo>
                  <a:pt x="4296" y="4047"/>
                </a:lnTo>
                <a:lnTo>
                  <a:pt x="4297" y="4047"/>
                </a:lnTo>
                <a:lnTo>
                  <a:pt x="4297" y="4048"/>
                </a:lnTo>
                <a:lnTo>
                  <a:pt x="4296" y="4049"/>
                </a:lnTo>
                <a:lnTo>
                  <a:pt x="4297" y="4051"/>
                </a:lnTo>
                <a:lnTo>
                  <a:pt x="4298" y="4052"/>
                </a:lnTo>
                <a:lnTo>
                  <a:pt x="4298" y="4053"/>
                </a:lnTo>
                <a:lnTo>
                  <a:pt x="4299" y="4054"/>
                </a:lnTo>
                <a:lnTo>
                  <a:pt x="4300" y="4053"/>
                </a:lnTo>
                <a:lnTo>
                  <a:pt x="4300" y="4052"/>
                </a:lnTo>
                <a:lnTo>
                  <a:pt x="4301" y="4050"/>
                </a:lnTo>
                <a:lnTo>
                  <a:pt x="4300" y="4050"/>
                </a:lnTo>
                <a:lnTo>
                  <a:pt x="4300" y="4049"/>
                </a:lnTo>
                <a:lnTo>
                  <a:pt x="4301" y="4049"/>
                </a:lnTo>
                <a:lnTo>
                  <a:pt x="4302" y="4050"/>
                </a:lnTo>
                <a:lnTo>
                  <a:pt x="4303" y="4050"/>
                </a:lnTo>
                <a:lnTo>
                  <a:pt x="4304" y="4049"/>
                </a:lnTo>
                <a:lnTo>
                  <a:pt x="4305" y="4048"/>
                </a:lnTo>
                <a:lnTo>
                  <a:pt x="4305" y="4049"/>
                </a:lnTo>
                <a:lnTo>
                  <a:pt x="4305" y="4050"/>
                </a:lnTo>
                <a:lnTo>
                  <a:pt x="4305" y="4049"/>
                </a:lnTo>
                <a:lnTo>
                  <a:pt x="4305" y="4050"/>
                </a:lnTo>
                <a:lnTo>
                  <a:pt x="4306" y="4050"/>
                </a:lnTo>
                <a:lnTo>
                  <a:pt x="4305" y="4050"/>
                </a:lnTo>
                <a:lnTo>
                  <a:pt x="4305" y="4051"/>
                </a:lnTo>
                <a:lnTo>
                  <a:pt x="4304" y="4051"/>
                </a:lnTo>
                <a:lnTo>
                  <a:pt x="4303" y="4052"/>
                </a:lnTo>
                <a:lnTo>
                  <a:pt x="4302" y="4053"/>
                </a:lnTo>
                <a:lnTo>
                  <a:pt x="4302" y="4054"/>
                </a:lnTo>
                <a:lnTo>
                  <a:pt x="4301" y="4054"/>
                </a:lnTo>
                <a:lnTo>
                  <a:pt x="4301" y="4055"/>
                </a:lnTo>
                <a:lnTo>
                  <a:pt x="4301" y="4056"/>
                </a:lnTo>
                <a:lnTo>
                  <a:pt x="4301" y="4057"/>
                </a:lnTo>
                <a:lnTo>
                  <a:pt x="4302" y="4058"/>
                </a:lnTo>
                <a:lnTo>
                  <a:pt x="4303" y="4058"/>
                </a:lnTo>
                <a:lnTo>
                  <a:pt x="4303" y="4059"/>
                </a:lnTo>
                <a:lnTo>
                  <a:pt x="4304" y="4059"/>
                </a:lnTo>
                <a:lnTo>
                  <a:pt x="4303" y="4059"/>
                </a:lnTo>
                <a:lnTo>
                  <a:pt x="4302" y="4060"/>
                </a:lnTo>
                <a:lnTo>
                  <a:pt x="4303" y="4060"/>
                </a:lnTo>
                <a:lnTo>
                  <a:pt x="4303" y="4061"/>
                </a:lnTo>
                <a:lnTo>
                  <a:pt x="4302" y="4060"/>
                </a:lnTo>
                <a:lnTo>
                  <a:pt x="4301" y="4059"/>
                </a:lnTo>
                <a:lnTo>
                  <a:pt x="4300" y="4059"/>
                </a:lnTo>
                <a:lnTo>
                  <a:pt x="4299" y="4060"/>
                </a:lnTo>
                <a:lnTo>
                  <a:pt x="4298" y="4059"/>
                </a:lnTo>
                <a:lnTo>
                  <a:pt x="4297" y="4059"/>
                </a:lnTo>
                <a:lnTo>
                  <a:pt x="4296" y="4059"/>
                </a:lnTo>
                <a:lnTo>
                  <a:pt x="4296" y="4058"/>
                </a:lnTo>
                <a:lnTo>
                  <a:pt x="4295" y="4058"/>
                </a:lnTo>
                <a:lnTo>
                  <a:pt x="4294" y="4058"/>
                </a:lnTo>
                <a:lnTo>
                  <a:pt x="4293" y="4058"/>
                </a:lnTo>
                <a:lnTo>
                  <a:pt x="4293" y="4057"/>
                </a:lnTo>
                <a:lnTo>
                  <a:pt x="4292" y="4057"/>
                </a:lnTo>
                <a:lnTo>
                  <a:pt x="4291" y="4057"/>
                </a:lnTo>
                <a:lnTo>
                  <a:pt x="4290" y="4056"/>
                </a:lnTo>
                <a:lnTo>
                  <a:pt x="4288" y="4057"/>
                </a:lnTo>
                <a:lnTo>
                  <a:pt x="4287" y="4057"/>
                </a:lnTo>
                <a:lnTo>
                  <a:pt x="4286" y="4057"/>
                </a:lnTo>
                <a:lnTo>
                  <a:pt x="4285" y="4058"/>
                </a:lnTo>
                <a:lnTo>
                  <a:pt x="4285" y="4059"/>
                </a:lnTo>
                <a:lnTo>
                  <a:pt x="4283" y="4059"/>
                </a:lnTo>
                <a:lnTo>
                  <a:pt x="4282" y="4059"/>
                </a:lnTo>
                <a:lnTo>
                  <a:pt x="4280" y="4059"/>
                </a:lnTo>
                <a:lnTo>
                  <a:pt x="4280" y="4058"/>
                </a:lnTo>
                <a:lnTo>
                  <a:pt x="4279" y="4058"/>
                </a:lnTo>
                <a:lnTo>
                  <a:pt x="4278" y="4058"/>
                </a:lnTo>
                <a:lnTo>
                  <a:pt x="4277" y="4057"/>
                </a:lnTo>
                <a:lnTo>
                  <a:pt x="4277" y="4056"/>
                </a:lnTo>
                <a:lnTo>
                  <a:pt x="4276" y="4057"/>
                </a:lnTo>
                <a:lnTo>
                  <a:pt x="4276" y="4056"/>
                </a:lnTo>
                <a:lnTo>
                  <a:pt x="4275" y="4055"/>
                </a:lnTo>
                <a:lnTo>
                  <a:pt x="4275" y="4054"/>
                </a:lnTo>
                <a:lnTo>
                  <a:pt x="4275" y="4053"/>
                </a:lnTo>
                <a:lnTo>
                  <a:pt x="4276" y="4053"/>
                </a:lnTo>
                <a:lnTo>
                  <a:pt x="4275" y="4052"/>
                </a:lnTo>
                <a:lnTo>
                  <a:pt x="4275" y="4051"/>
                </a:lnTo>
                <a:lnTo>
                  <a:pt x="4276" y="4051"/>
                </a:lnTo>
                <a:lnTo>
                  <a:pt x="4276" y="4050"/>
                </a:lnTo>
                <a:lnTo>
                  <a:pt x="4276" y="4051"/>
                </a:lnTo>
                <a:lnTo>
                  <a:pt x="4277" y="4051"/>
                </a:lnTo>
                <a:lnTo>
                  <a:pt x="4278" y="4051"/>
                </a:lnTo>
                <a:lnTo>
                  <a:pt x="4279" y="4051"/>
                </a:lnTo>
                <a:lnTo>
                  <a:pt x="4280" y="4051"/>
                </a:lnTo>
                <a:lnTo>
                  <a:pt x="4280" y="4052"/>
                </a:lnTo>
                <a:lnTo>
                  <a:pt x="4281" y="4052"/>
                </a:lnTo>
                <a:lnTo>
                  <a:pt x="4282" y="4051"/>
                </a:lnTo>
                <a:lnTo>
                  <a:pt x="4283" y="4051"/>
                </a:lnTo>
                <a:lnTo>
                  <a:pt x="4283" y="4050"/>
                </a:lnTo>
                <a:lnTo>
                  <a:pt x="4284" y="4050"/>
                </a:lnTo>
                <a:lnTo>
                  <a:pt x="4285" y="4049"/>
                </a:lnTo>
                <a:lnTo>
                  <a:pt x="4284" y="4049"/>
                </a:lnTo>
                <a:lnTo>
                  <a:pt x="4284" y="4048"/>
                </a:lnTo>
                <a:lnTo>
                  <a:pt x="4283" y="4047"/>
                </a:lnTo>
                <a:lnTo>
                  <a:pt x="4283" y="4046"/>
                </a:lnTo>
                <a:lnTo>
                  <a:pt x="4282" y="4046"/>
                </a:lnTo>
                <a:lnTo>
                  <a:pt x="4281" y="4046"/>
                </a:lnTo>
                <a:lnTo>
                  <a:pt x="4280" y="4046"/>
                </a:lnTo>
                <a:lnTo>
                  <a:pt x="4280" y="4047"/>
                </a:lnTo>
                <a:lnTo>
                  <a:pt x="4279" y="4048"/>
                </a:lnTo>
                <a:lnTo>
                  <a:pt x="4278" y="4048"/>
                </a:lnTo>
                <a:lnTo>
                  <a:pt x="4277" y="4048"/>
                </a:lnTo>
                <a:lnTo>
                  <a:pt x="4277" y="4049"/>
                </a:lnTo>
                <a:lnTo>
                  <a:pt x="4278" y="4049"/>
                </a:lnTo>
                <a:lnTo>
                  <a:pt x="4278" y="4050"/>
                </a:lnTo>
                <a:lnTo>
                  <a:pt x="4277" y="4050"/>
                </a:lnTo>
                <a:lnTo>
                  <a:pt x="4275" y="4049"/>
                </a:lnTo>
                <a:lnTo>
                  <a:pt x="4275" y="4048"/>
                </a:lnTo>
                <a:lnTo>
                  <a:pt x="4274" y="4048"/>
                </a:lnTo>
                <a:lnTo>
                  <a:pt x="4272" y="4047"/>
                </a:lnTo>
                <a:lnTo>
                  <a:pt x="4271" y="4047"/>
                </a:lnTo>
                <a:lnTo>
                  <a:pt x="4270" y="4047"/>
                </a:lnTo>
                <a:lnTo>
                  <a:pt x="4269" y="4047"/>
                </a:lnTo>
                <a:lnTo>
                  <a:pt x="4268" y="4047"/>
                </a:lnTo>
                <a:lnTo>
                  <a:pt x="4266" y="4047"/>
                </a:lnTo>
                <a:lnTo>
                  <a:pt x="4266" y="4048"/>
                </a:lnTo>
                <a:lnTo>
                  <a:pt x="4265" y="4048"/>
                </a:lnTo>
                <a:lnTo>
                  <a:pt x="4264" y="4048"/>
                </a:lnTo>
                <a:lnTo>
                  <a:pt x="4263" y="4048"/>
                </a:lnTo>
                <a:lnTo>
                  <a:pt x="4262" y="4048"/>
                </a:lnTo>
                <a:lnTo>
                  <a:pt x="4261" y="4049"/>
                </a:lnTo>
                <a:lnTo>
                  <a:pt x="4261" y="4048"/>
                </a:lnTo>
                <a:lnTo>
                  <a:pt x="4262" y="4048"/>
                </a:lnTo>
                <a:lnTo>
                  <a:pt x="4261" y="4047"/>
                </a:lnTo>
                <a:lnTo>
                  <a:pt x="4261" y="4046"/>
                </a:lnTo>
                <a:lnTo>
                  <a:pt x="4262" y="4046"/>
                </a:lnTo>
                <a:lnTo>
                  <a:pt x="4263" y="4045"/>
                </a:lnTo>
                <a:lnTo>
                  <a:pt x="4265" y="4044"/>
                </a:lnTo>
                <a:lnTo>
                  <a:pt x="4265" y="4043"/>
                </a:lnTo>
                <a:lnTo>
                  <a:pt x="4266" y="4042"/>
                </a:lnTo>
                <a:lnTo>
                  <a:pt x="4267" y="4042"/>
                </a:lnTo>
                <a:lnTo>
                  <a:pt x="4267" y="4041"/>
                </a:lnTo>
                <a:lnTo>
                  <a:pt x="4267" y="4040"/>
                </a:lnTo>
                <a:lnTo>
                  <a:pt x="4268" y="4040"/>
                </a:lnTo>
                <a:lnTo>
                  <a:pt x="4268" y="4039"/>
                </a:lnTo>
                <a:lnTo>
                  <a:pt x="4269" y="4039"/>
                </a:lnTo>
                <a:lnTo>
                  <a:pt x="4269" y="4038"/>
                </a:lnTo>
                <a:lnTo>
                  <a:pt x="4270" y="4038"/>
                </a:lnTo>
                <a:lnTo>
                  <a:pt x="4270" y="4037"/>
                </a:lnTo>
                <a:lnTo>
                  <a:pt x="4270" y="4035"/>
                </a:lnTo>
                <a:lnTo>
                  <a:pt x="4270" y="4034"/>
                </a:lnTo>
                <a:lnTo>
                  <a:pt x="4270" y="4033"/>
                </a:lnTo>
                <a:lnTo>
                  <a:pt x="4270" y="4032"/>
                </a:lnTo>
                <a:lnTo>
                  <a:pt x="4271" y="4031"/>
                </a:lnTo>
                <a:lnTo>
                  <a:pt x="4270" y="4031"/>
                </a:lnTo>
                <a:lnTo>
                  <a:pt x="4270" y="4032"/>
                </a:lnTo>
                <a:lnTo>
                  <a:pt x="4270" y="4033"/>
                </a:lnTo>
                <a:lnTo>
                  <a:pt x="4269" y="4033"/>
                </a:lnTo>
                <a:lnTo>
                  <a:pt x="4269" y="4032"/>
                </a:lnTo>
                <a:lnTo>
                  <a:pt x="4268" y="4032"/>
                </a:lnTo>
                <a:lnTo>
                  <a:pt x="4268" y="4033"/>
                </a:lnTo>
                <a:lnTo>
                  <a:pt x="4269" y="4033"/>
                </a:lnTo>
                <a:lnTo>
                  <a:pt x="4269" y="4034"/>
                </a:lnTo>
                <a:lnTo>
                  <a:pt x="4269" y="4035"/>
                </a:lnTo>
                <a:lnTo>
                  <a:pt x="4269" y="4036"/>
                </a:lnTo>
                <a:lnTo>
                  <a:pt x="4269" y="4037"/>
                </a:lnTo>
                <a:lnTo>
                  <a:pt x="4268" y="4037"/>
                </a:lnTo>
                <a:lnTo>
                  <a:pt x="4268" y="4038"/>
                </a:lnTo>
                <a:lnTo>
                  <a:pt x="4267" y="4038"/>
                </a:lnTo>
                <a:lnTo>
                  <a:pt x="4266" y="4039"/>
                </a:lnTo>
                <a:lnTo>
                  <a:pt x="4266" y="4040"/>
                </a:lnTo>
                <a:lnTo>
                  <a:pt x="4266" y="4041"/>
                </a:lnTo>
                <a:lnTo>
                  <a:pt x="4265" y="4041"/>
                </a:lnTo>
                <a:lnTo>
                  <a:pt x="4265" y="4042"/>
                </a:lnTo>
                <a:lnTo>
                  <a:pt x="4264" y="4042"/>
                </a:lnTo>
                <a:lnTo>
                  <a:pt x="4264" y="4043"/>
                </a:lnTo>
                <a:lnTo>
                  <a:pt x="4264" y="4044"/>
                </a:lnTo>
                <a:lnTo>
                  <a:pt x="4263" y="4044"/>
                </a:lnTo>
                <a:lnTo>
                  <a:pt x="4262" y="4044"/>
                </a:lnTo>
                <a:lnTo>
                  <a:pt x="4262" y="4043"/>
                </a:lnTo>
                <a:lnTo>
                  <a:pt x="4261" y="4043"/>
                </a:lnTo>
                <a:lnTo>
                  <a:pt x="4260" y="4043"/>
                </a:lnTo>
                <a:lnTo>
                  <a:pt x="4259" y="4043"/>
                </a:lnTo>
                <a:lnTo>
                  <a:pt x="4258" y="4043"/>
                </a:lnTo>
                <a:lnTo>
                  <a:pt x="4257" y="4043"/>
                </a:lnTo>
                <a:lnTo>
                  <a:pt x="4256" y="4043"/>
                </a:lnTo>
                <a:lnTo>
                  <a:pt x="4256" y="4044"/>
                </a:lnTo>
                <a:lnTo>
                  <a:pt x="4255" y="4044"/>
                </a:lnTo>
                <a:lnTo>
                  <a:pt x="4254" y="4044"/>
                </a:lnTo>
                <a:lnTo>
                  <a:pt x="4254" y="4045"/>
                </a:lnTo>
                <a:lnTo>
                  <a:pt x="4254" y="4046"/>
                </a:lnTo>
                <a:lnTo>
                  <a:pt x="4253" y="4046"/>
                </a:lnTo>
                <a:lnTo>
                  <a:pt x="4253" y="4047"/>
                </a:lnTo>
                <a:lnTo>
                  <a:pt x="4253" y="4048"/>
                </a:lnTo>
                <a:lnTo>
                  <a:pt x="4255" y="4048"/>
                </a:lnTo>
                <a:lnTo>
                  <a:pt x="4256" y="4049"/>
                </a:lnTo>
                <a:lnTo>
                  <a:pt x="4255" y="4050"/>
                </a:lnTo>
                <a:lnTo>
                  <a:pt x="4254" y="4050"/>
                </a:lnTo>
                <a:lnTo>
                  <a:pt x="4254" y="4049"/>
                </a:lnTo>
                <a:lnTo>
                  <a:pt x="4253" y="4049"/>
                </a:lnTo>
                <a:lnTo>
                  <a:pt x="4252" y="4049"/>
                </a:lnTo>
                <a:lnTo>
                  <a:pt x="4252" y="4048"/>
                </a:lnTo>
                <a:lnTo>
                  <a:pt x="4251" y="4047"/>
                </a:lnTo>
                <a:lnTo>
                  <a:pt x="4252" y="4047"/>
                </a:lnTo>
                <a:lnTo>
                  <a:pt x="4251" y="4046"/>
                </a:lnTo>
                <a:lnTo>
                  <a:pt x="4250" y="4046"/>
                </a:lnTo>
                <a:lnTo>
                  <a:pt x="4249" y="4047"/>
                </a:lnTo>
                <a:lnTo>
                  <a:pt x="4248" y="4047"/>
                </a:lnTo>
                <a:lnTo>
                  <a:pt x="4247" y="4047"/>
                </a:lnTo>
                <a:lnTo>
                  <a:pt x="4246" y="4048"/>
                </a:lnTo>
                <a:lnTo>
                  <a:pt x="4245" y="4049"/>
                </a:lnTo>
                <a:lnTo>
                  <a:pt x="4243" y="4049"/>
                </a:lnTo>
                <a:lnTo>
                  <a:pt x="4242" y="4049"/>
                </a:lnTo>
                <a:lnTo>
                  <a:pt x="4241" y="4050"/>
                </a:lnTo>
                <a:lnTo>
                  <a:pt x="4240" y="4050"/>
                </a:lnTo>
                <a:lnTo>
                  <a:pt x="4239" y="4049"/>
                </a:lnTo>
                <a:lnTo>
                  <a:pt x="4239" y="4050"/>
                </a:lnTo>
                <a:lnTo>
                  <a:pt x="4239" y="4051"/>
                </a:lnTo>
                <a:lnTo>
                  <a:pt x="4239" y="4052"/>
                </a:lnTo>
                <a:lnTo>
                  <a:pt x="4239" y="4053"/>
                </a:lnTo>
                <a:lnTo>
                  <a:pt x="4239" y="4054"/>
                </a:lnTo>
                <a:lnTo>
                  <a:pt x="4239" y="4055"/>
                </a:lnTo>
                <a:lnTo>
                  <a:pt x="4238" y="4056"/>
                </a:lnTo>
                <a:lnTo>
                  <a:pt x="4237" y="4056"/>
                </a:lnTo>
                <a:lnTo>
                  <a:pt x="4236" y="4057"/>
                </a:lnTo>
                <a:lnTo>
                  <a:pt x="4236" y="4058"/>
                </a:lnTo>
                <a:lnTo>
                  <a:pt x="4236" y="4059"/>
                </a:lnTo>
                <a:lnTo>
                  <a:pt x="4237" y="4059"/>
                </a:lnTo>
                <a:lnTo>
                  <a:pt x="4238" y="4059"/>
                </a:lnTo>
                <a:lnTo>
                  <a:pt x="4238" y="4060"/>
                </a:lnTo>
                <a:lnTo>
                  <a:pt x="4238" y="4061"/>
                </a:lnTo>
                <a:lnTo>
                  <a:pt x="4237" y="4061"/>
                </a:lnTo>
                <a:lnTo>
                  <a:pt x="4236" y="4061"/>
                </a:lnTo>
                <a:lnTo>
                  <a:pt x="4235" y="4062"/>
                </a:lnTo>
                <a:lnTo>
                  <a:pt x="4233" y="4063"/>
                </a:lnTo>
                <a:lnTo>
                  <a:pt x="4233" y="4064"/>
                </a:lnTo>
                <a:lnTo>
                  <a:pt x="4232" y="4064"/>
                </a:lnTo>
                <a:lnTo>
                  <a:pt x="4232" y="4063"/>
                </a:lnTo>
                <a:lnTo>
                  <a:pt x="4231" y="4063"/>
                </a:lnTo>
                <a:lnTo>
                  <a:pt x="4230" y="4063"/>
                </a:lnTo>
                <a:lnTo>
                  <a:pt x="4229" y="4063"/>
                </a:lnTo>
                <a:lnTo>
                  <a:pt x="4229" y="4062"/>
                </a:lnTo>
                <a:lnTo>
                  <a:pt x="4228" y="4061"/>
                </a:lnTo>
                <a:lnTo>
                  <a:pt x="4228" y="4060"/>
                </a:lnTo>
                <a:lnTo>
                  <a:pt x="4229" y="4060"/>
                </a:lnTo>
                <a:lnTo>
                  <a:pt x="4229" y="4059"/>
                </a:lnTo>
                <a:lnTo>
                  <a:pt x="4229" y="4058"/>
                </a:lnTo>
                <a:lnTo>
                  <a:pt x="4228" y="4058"/>
                </a:lnTo>
                <a:lnTo>
                  <a:pt x="4226" y="4057"/>
                </a:lnTo>
                <a:lnTo>
                  <a:pt x="4225" y="4057"/>
                </a:lnTo>
                <a:lnTo>
                  <a:pt x="4224" y="4057"/>
                </a:lnTo>
                <a:lnTo>
                  <a:pt x="4223" y="4057"/>
                </a:lnTo>
                <a:lnTo>
                  <a:pt x="4222" y="4057"/>
                </a:lnTo>
                <a:lnTo>
                  <a:pt x="4221" y="4057"/>
                </a:lnTo>
                <a:lnTo>
                  <a:pt x="4220" y="4056"/>
                </a:lnTo>
                <a:lnTo>
                  <a:pt x="4220" y="4055"/>
                </a:lnTo>
                <a:lnTo>
                  <a:pt x="4219" y="4055"/>
                </a:lnTo>
                <a:lnTo>
                  <a:pt x="4219" y="4056"/>
                </a:lnTo>
                <a:lnTo>
                  <a:pt x="4218" y="4056"/>
                </a:lnTo>
                <a:lnTo>
                  <a:pt x="4218" y="4057"/>
                </a:lnTo>
                <a:lnTo>
                  <a:pt x="4219" y="4057"/>
                </a:lnTo>
                <a:lnTo>
                  <a:pt x="4220" y="4058"/>
                </a:lnTo>
                <a:lnTo>
                  <a:pt x="4220" y="4059"/>
                </a:lnTo>
                <a:lnTo>
                  <a:pt x="4220" y="4060"/>
                </a:lnTo>
                <a:lnTo>
                  <a:pt x="4221" y="4060"/>
                </a:lnTo>
                <a:lnTo>
                  <a:pt x="4221" y="4061"/>
                </a:lnTo>
                <a:lnTo>
                  <a:pt x="4222" y="4061"/>
                </a:lnTo>
                <a:lnTo>
                  <a:pt x="4223" y="4061"/>
                </a:lnTo>
                <a:lnTo>
                  <a:pt x="4224" y="4061"/>
                </a:lnTo>
                <a:lnTo>
                  <a:pt x="4224" y="4060"/>
                </a:lnTo>
                <a:lnTo>
                  <a:pt x="4225" y="4060"/>
                </a:lnTo>
                <a:lnTo>
                  <a:pt x="4225" y="4061"/>
                </a:lnTo>
                <a:lnTo>
                  <a:pt x="4226" y="4062"/>
                </a:lnTo>
                <a:lnTo>
                  <a:pt x="4227" y="4062"/>
                </a:lnTo>
                <a:lnTo>
                  <a:pt x="4229" y="4063"/>
                </a:lnTo>
                <a:lnTo>
                  <a:pt x="4230" y="4064"/>
                </a:lnTo>
                <a:lnTo>
                  <a:pt x="4231" y="4064"/>
                </a:lnTo>
                <a:lnTo>
                  <a:pt x="4231" y="4065"/>
                </a:lnTo>
                <a:lnTo>
                  <a:pt x="4230" y="4066"/>
                </a:lnTo>
                <a:lnTo>
                  <a:pt x="4229" y="4067"/>
                </a:lnTo>
                <a:lnTo>
                  <a:pt x="4228" y="4068"/>
                </a:lnTo>
                <a:lnTo>
                  <a:pt x="4227" y="4069"/>
                </a:lnTo>
                <a:lnTo>
                  <a:pt x="4226" y="4070"/>
                </a:lnTo>
                <a:lnTo>
                  <a:pt x="4226" y="4072"/>
                </a:lnTo>
                <a:lnTo>
                  <a:pt x="4225" y="4073"/>
                </a:lnTo>
                <a:lnTo>
                  <a:pt x="4225" y="4074"/>
                </a:lnTo>
                <a:lnTo>
                  <a:pt x="4224" y="4075"/>
                </a:lnTo>
                <a:lnTo>
                  <a:pt x="4224" y="4076"/>
                </a:lnTo>
                <a:lnTo>
                  <a:pt x="4224" y="4077"/>
                </a:lnTo>
                <a:lnTo>
                  <a:pt x="4224" y="4078"/>
                </a:lnTo>
                <a:lnTo>
                  <a:pt x="4224" y="4079"/>
                </a:lnTo>
                <a:lnTo>
                  <a:pt x="4226" y="4080"/>
                </a:lnTo>
                <a:lnTo>
                  <a:pt x="4226" y="4081"/>
                </a:lnTo>
                <a:lnTo>
                  <a:pt x="4226" y="4082"/>
                </a:lnTo>
                <a:lnTo>
                  <a:pt x="4225" y="4082"/>
                </a:lnTo>
                <a:lnTo>
                  <a:pt x="4224" y="4082"/>
                </a:lnTo>
                <a:lnTo>
                  <a:pt x="4223" y="4083"/>
                </a:lnTo>
                <a:lnTo>
                  <a:pt x="4222" y="4083"/>
                </a:lnTo>
                <a:lnTo>
                  <a:pt x="4222" y="4082"/>
                </a:lnTo>
                <a:lnTo>
                  <a:pt x="4223" y="4082"/>
                </a:lnTo>
                <a:lnTo>
                  <a:pt x="4223" y="4081"/>
                </a:lnTo>
                <a:lnTo>
                  <a:pt x="4223" y="4080"/>
                </a:lnTo>
                <a:lnTo>
                  <a:pt x="4223" y="4079"/>
                </a:lnTo>
                <a:lnTo>
                  <a:pt x="4223" y="4078"/>
                </a:lnTo>
                <a:lnTo>
                  <a:pt x="4222" y="4078"/>
                </a:lnTo>
                <a:lnTo>
                  <a:pt x="4222" y="4077"/>
                </a:lnTo>
                <a:lnTo>
                  <a:pt x="4221" y="4077"/>
                </a:lnTo>
                <a:lnTo>
                  <a:pt x="4220" y="4077"/>
                </a:lnTo>
                <a:lnTo>
                  <a:pt x="4219" y="4077"/>
                </a:lnTo>
                <a:lnTo>
                  <a:pt x="4219" y="4076"/>
                </a:lnTo>
                <a:lnTo>
                  <a:pt x="4218" y="4076"/>
                </a:lnTo>
                <a:lnTo>
                  <a:pt x="4217" y="4077"/>
                </a:lnTo>
                <a:lnTo>
                  <a:pt x="4215" y="4077"/>
                </a:lnTo>
                <a:lnTo>
                  <a:pt x="4215" y="4078"/>
                </a:lnTo>
                <a:lnTo>
                  <a:pt x="4214" y="4078"/>
                </a:lnTo>
                <a:lnTo>
                  <a:pt x="4213" y="4078"/>
                </a:lnTo>
                <a:lnTo>
                  <a:pt x="4212" y="4079"/>
                </a:lnTo>
                <a:lnTo>
                  <a:pt x="4212" y="4078"/>
                </a:lnTo>
                <a:lnTo>
                  <a:pt x="4211" y="4078"/>
                </a:lnTo>
                <a:lnTo>
                  <a:pt x="4210" y="4078"/>
                </a:lnTo>
                <a:lnTo>
                  <a:pt x="4209" y="4078"/>
                </a:lnTo>
                <a:lnTo>
                  <a:pt x="4208" y="4078"/>
                </a:lnTo>
                <a:lnTo>
                  <a:pt x="4208" y="4079"/>
                </a:lnTo>
                <a:lnTo>
                  <a:pt x="4207" y="4079"/>
                </a:lnTo>
                <a:lnTo>
                  <a:pt x="4206" y="4079"/>
                </a:lnTo>
                <a:lnTo>
                  <a:pt x="4206" y="4078"/>
                </a:lnTo>
                <a:lnTo>
                  <a:pt x="4205" y="4078"/>
                </a:lnTo>
                <a:lnTo>
                  <a:pt x="4204" y="4078"/>
                </a:lnTo>
                <a:lnTo>
                  <a:pt x="4204" y="4077"/>
                </a:lnTo>
                <a:lnTo>
                  <a:pt x="4205" y="4076"/>
                </a:lnTo>
                <a:lnTo>
                  <a:pt x="4205" y="4075"/>
                </a:lnTo>
                <a:lnTo>
                  <a:pt x="4205" y="4074"/>
                </a:lnTo>
                <a:lnTo>
                  <a:pt x="4205" y="4073"/>
                </a:lnTo>
                <a:lnTo>
                  <a:pt x="4205" y="4072"/>
                </a:lnTo>
                <a:lnTo>
                  <a:pt x="4204" y="4072"/>
                </a:lnTo>
                <a:lnTo>
                  <a:pt x="4203" y="4072"/>
                </a:lnTo>
                <a:lnTo>
                  <a:pt x="4203" y="4071"/>
                </a:lnTo>
                <a:lnTo>
                  <a:pt x="4204" y="4070"/>
                </a:lnTo>
                <a:lnTo>
                  <a:pt x="4204" y="4069"/>
                </a:lnTo>
                <a:lnTo>
                  <a:pt x="4204" y="4068"/>
                </a:lnTo>
                <a:lnTo>
                  <a:pt x="4205" y="4068"/>
                </a:lnTo>
                <a:lnTo>
                  <a:pt x="4205" y="4067"/>
                </a:lnTo>
                <a:lnTo>
                  <a:pt x="4205" y="4066"/>
                </a:lnTo>
                <a:lnTo>
                  <a:pt x="4204" y="4065"/>
                </a:lnTo>
                <a:lnTo>
                  <a:pt x="4203" y="4064"/>
                </a:lnTo>
                <a:lnTo>
                  <a:pt x="4203" y="4063"/>
                </a:lnTo>
                <a:lnTo>
                  <a:pt x="4203" y="4062"/>
                </a:lnTo>
                <a:lnTo>
                  <a:pt x="4203" y="4061"/>
                </a:lnTo>
                <a:lnTo>
                  <a:pt x="4203" y="4060"/>
                </a:lnTo>
                <a:lnTo>
                  <a:pt x="4204" y="4060"/>
                </a:lnTo>
                <a:lnTo>
                  <a:pt x="4204" y="4059"/>
                </a:lnTo>
                <a:lnTo>
                  <a:pt x="4205" y="4058"/>
                </a:lnTo>
                <a:lnTo>
                  <a:pt x="4206" y="4057"/>
                </a:lnTo>
                <a:lnTo>
                  <a:pt x="4207" y="4057"/>
                </a:lnTo>
                <a:lnTo>
                  <a:pt x="4209" y="4055"/>
                </a:lnTo>
                <a:lnTo>
                  <a:pt x="4210" y="4055"/>
                </a:lnTo>
                <a:lnTo>
                  <a:pt x="4211" y="4055"/>
                </a:lnTo>
                <a:lnTo>
                  <a:pt x="4212" y="4054"/>
                </a:lnTo>
                <a:lnTo>
                  <a:pt x="4213" y="4053"/>
                </a:lnTo>
                <a:lnTo>
                  <a:pt x="4212" y="4052"/>
                </a:lnTo>
                <a:lnTo>
                  <a:pt x="4211" y="4052"/>
                </a:lnTo>
                <a:lnTo>
                  <a:pt x="4210" y="4051"/>
                </a:lnTo>
                <a:lnTo>
                  <a:pt x="4209" y="4050"/>
                </a:lnTo>
                <a:lnTo>
                  <a:pt x="4209" y="4049"/>
                </a:lnTo>
                <a:lnTo>
                  <a:pt x="4208" y="4049"/>
                </a:lnTo>
                <a:lnTo>
                  <a:pt x="4207" y="4048"/>
                </a:lnTo>
                <a:lnTo>
                  <a:pt x="4206" y="4048"/>
                </a:lnTo>
                <a:lnTo>
                  <a:pt x="4207" y="4048"/>
                </a:lnTo>
                <a:lnTo>
                  <a:pt x="4208" y="4049"/>
                </a:lnTo>
                <a:lnTo>
                  <a:pt x="4208" y="4050"/>
                </a:lnTo>
                <a:lnTo>
                  <a:pt x="4207" y="4050"/>
                </a:lnTo>
                <a:lnTo>
                  <a:pt x="4207" y="4049"/>
                </a:lnTo>
                <a:lnTo>
                  <a:pt x="4206" y="4049"/>
                </a:lnTo>
                <a:lnTo>
                  <a:pt x="4206" y="4048"/>
                </a:lnTo>
                <a:lnTo>
                  <a:pt x="4205" y="4048"/>
                </a:lnTo>
                <a:lnTo>
                  <a:pt x="4205" y="4049"/>
                </a:lnTo>
                <a:lnTo>
                  <a:pt x="4206" y="4049"/>
                </a:lnTo>
                <a:lnTo>
                  <a:pt x="4206" y="4050"/>
                </a:lnTo>
                <a:lnTo>
                  <a:pt x="4206" y="4051"/>
                </a:lnTo>
                <a:lnTo>
                  <a:pt x="4206" y="4052"/>
                </a:lnTo>
                <a:lnTo>
                  <a:pt x="4206" y="4053"/>
                </a:lnTo>
                <a:lnTo>
                  <a:pt x="4206" y="4054"/>
                </a:lnTo>
                <a:lnTo>
                  <a:pt x="4205" y="4054"/>
                </a:lnTo>
                <a:lnTo>
                  <a:pt x="4204" y="4055"/>
                </a:lnTo>
                <a:lnTo>
                  <a:pt x="4203" y="4056"/>
                </a:lnTo>
                <a:lnTo>
                  <a:pt x="4202" y="4056"/>
                </a:lnTo>
                <a:lnTo>
                  <a:pt x="4202" y="4055"/>
                </a:lnTo>
                <a:lnTo>
                  <a:pt x="4201" y="4055"/>
                </a:lnTo>
                <a:lnTo>
                  <a:pt x="4200" y="4055"/>
                </a:lnTo>
                <a:lnTo>
                  <a:pt x="4200" y="4054"/>
                </a:lnTo>
                <a:lnTo>
                  <a:pt x="4200" y="4053"/>
                </a:lnTo>
                <a:lnTo>
                  <a:pt x="4199" y="4053"/>
                </a:lnTo>
                <a:lnTo>
                  <a:pt x="4199" y="4054"/>
                </a:lnTo>
                <a:lnTo>
                  <a:pt x="4198" y="4054"/>
                </a:lnTo>
                <a:lnTo>
                  <a:pt x="4197" y="4054"/>
                </a:lnTo>
                <a:lnTo>
                  <a:pt x="4196" y="4054"/>
                </a:lnTo>
                <a:lnTo>
                  <a:pt x="4196" y="4055"/>
                </a:lnTo>
                <a:lnTo>
                  <a:pt x="4196" y="4056"/>
                </a:lnTo>
                <a:lnTo>
                  <a:pt x="4195" y="4056"/>
                </a:lnTo>
                <a:lnTo>
                  <a:pt x="4194" y="4056"/>
                </a:lnTo>
                <a:lnTo>
                  <a:pt x="4193" y="4057"/>
                </a:lnTo>
                <a:lnTo>
                  <a:pt x="4192" y="4058"/>
                </a:lnTo>
                <a:lnTo>
                  <a:pt x="4191" y="4058"/>
                </a:lnTo>
                <a:lnTo>
                  <a:pt x="4191" y="4059"/>
                </a:lnTo>
                <a:lnTo>
                  <a:pt x="4191" y="4060"/>
                </a:lnTo>
                <a:lnTo>
                  <a:pt x="4190" y="4060"/>
                </a:lnTo>
                <a:lnTo>
                  <a:pt x="4187" y="4062"/>
                </a:lnTo>
                <a:lnTo>
                  <a:pt x="4185" y="4063"/>
                </a:lnTo>
                <a:lnTo>
                  <a:pt x="4183" y="4064"/>
                </a:lnTo>
                <a:lnTo>
                  <a:pt x="4182" y="4064"/>
                </a:lnTo>
                <a:lnTo>
                  <a:pt x="4182" y="4065"/>
                </a:lnTo>
                <a:lnTo>
                  <a:pt x="4183" y="4065"/>
                </a:lnTo>
                <a:lnTo>
                  <a:pt x="4183" y="4066"/>
                </a:lnTo>
                <a:lnTo>
                  <a:pt x="4183" y="4067"/>
                </a:lnTo>
                <a:lnTo>
                  <a:pt x="4184" y="4067"/>
                </a:lnTo>
                <a:lnTo>
                  <a:pt x="4184" y="4068"/>
                </a:lnTo>
                <a:lnTo>
                  <a:pt x="4184" y="4069"/>
                </a:lnTo>
                <a:lnTo>
                  <a:pt x="4183" y="4069"/>
                </a:lnTo>
                <a:lnTo>
                  <a:pt x="4182" y="4068"/>
                </a:lnTo>
                <a:lnTo>
                  <a:pt x="4182" y="4067"/>
                </a:lnTo>
                <a:lnTo>
                  <a:pt x="4181" y="4067"/>
                </a:lnTo>
                <a:lnTo>
                  <a:pt x="4180" y="4067"/>
                </a:lnTo>
                <a:lnTo>
                  <a:pt x="4179" y="4066"/>
                </a:lnTo>
                <a:lnTo>
                  <a:pt x="4178" y="4066"/>
                </a:lnTo>
                <a:lnTo>
                  <a:pt x="4178" y="4067"/>
                </a:lnTo>
                <a:lnTo>
                  <a:pt x="4179" y="4068"/>
                </a:lnTo>
                <a:lnTo>
                  <a:pt x="4180" y="4069"/>
                </a:lnTo>
                <a:lnTo>
                  <a:pt x="4180" y="4070"/>
                </a:lnTo>
                <a:lnTo>
                  <a:pt x="4179" y="4070"/>
                </a:lnTo>
                <a:lnTo>
                  <a:pt x="4178" y="4070"/>
                </a:lnTo>
                <a:lnTo>
                  <a:pt x="4177" y="4070"/>
                </a:lnTo>
                <a:lnTo>
                  <a:pt x="4176" y="4071"/>
                </a:lnTo>
                <a:lnTo>
                  <a:pt x="4177" y="4071"/>
                </a:lnTo>
                <a:lnTo>
                  <a:pt x="4177" y="4072"/>
                </a:lnTo>
                <a:lnTo>
                  <a:pt x="4176" y="4072"/>
                </a:lnTo>
                <a:lnTo>
                  <a:pt x="4176" y="4073"/>
                </a:lnTo>
                <a:lnTo>
                  <a:pt x="4175" y="4074"/>
                </a:lnTo>
                <a:lnTo>
                  <a:pt x="4176" y="4075"/>
                </a:lnTo>
                <a:lnTo>
                  <a:pt x="4177" y="4075"/>
                </a:lnTo>
                <a:lnTo>
                  <a:pt x="4177" y="4074"/>
                </a:lnTo>
                <a:lnTo>
                  <a:pt x="4178" y="4074"/>
                </a:lnTo>
                <a:lnTo>
                  <a:pt x="4179" y="4074"/>
                </a:lnTo>
                <a:lnTo>
                  <a:pt x="4180" y="4074"/>
                </a:lnTo>
                <a:lnTo>
                  <a:pt x="4181" y="4074"/>
                </a:lnTo>
                <a:lnTo>
                  <a:pt x="4182" y="4074"/>
                </a:lnTo>
                <a:lnTo>
                  <a:pt x="4183" y="4074"/>
                </a:lnTo>
                <a:lnTo>
                  <a:pt x="4184" y="4074"/>
                </a:lnTo>
                <a:lnTo>
                  <a:pt x="4184" y="4073"/>
                </a:lnTo>
                <a:lnTo>
                  <a:pt x="4184" y="4072"/>
                </a:lnTo>
                <a:lnTo>
                  <a:pt x="4185" y="4072"/>
                </a:lnTo>
                <a:lnTo>
                  <a:pt x="4186" y="4073"/>
                </a:lnTo>
                <a:lnTo>
                  <a:pt x="4187" y="4073"/>
                </a:lnTo>
                <a:lnTo>
                  <a:pt x="4186" y="4074"/>
                </a:lnTo>
                <a:lnTo>
                  <a:pt x="4186" y="4075"/>
                </a:lnTo>
                <a:lnTo>
                  <a:pt x="4185" y="4075"/>
                </a:lnTo>
                <a:lnTo>
                  <a:pt x="4185" y="4076"/>
                </a:lnTo>
                <a:lnTo>
                  <a:pt x="4185" y="4077"/>
                </a:lnTo>
                <a:lnTo>
                  <a:pt x="4185" y="4078"/>
                </a:lnTo>
                <a:lnTo>
                  <a:pt x="4184" y="4079"/>
                </a:lnTo>
                <a:lnTo>
                  <a:pt x="4183" y="4079"/>
                </a:lnTo>
                <a:lnTo>
                  <a:pt x="4181" y="4081"/>
                </a:lnTo>
                <a:lnTo>
                  <a:pt x="4180" y="4081"/>
                </a:lnTo>
                <a:lnTo>
                  <a:pt x="4180" y="4082"/>
                </a:lnTo>
                <a:lnTo>
                  <a:pt x="4179" y="4082"/>
                </a:lnTo>
                <a:lnTo>
                  <a:pt x="4178" y="4082"/>
                </a:lnTo>
                <a:lnTo>
                  <a:pt x="4178" y="4081"/>
                </a:lnTo>
                <a:lnTo>
                  <a:pt x="4177" y="4082"/>
                </a:lnTo>
                <a:lnTo>
                  <a:pt x="4176" y="4083"/>
                </a:lnTo>
                <a:lnTo>
                  <a:pt x="4176" y="4084"/>
                </a:lnTo>
                <a:lnTo>
                  <a:pt x="4177" y="4085"/>
                </a:lnTo>
                <a:lnTo>
                  <a:pt x="4177" y="4086"/>
                </a:lnTo>
                <a:lnTo>
                  <a:pt x="4176" y="4086"/>
                </a:lnTo>
                <a:lnTo>
                  <a:pt x="4177" y="4087"/>
                </a:lnTo>
                <a:lnTo>
                  <a:pt x="4179" y="4087"/>
                </a:lnTo>
                <a:lnTo>
                  <a:pt x="4180" y="4086"/>
                </a:lnTo>
                <a:lnTo>
                  <a:pt x="4180" y="4085"/>
                </a:lnTo>
                <a:lnTo>
                  <a:pt x="4179" y="4085"/>
                </a:lnTo>
                <a:lnTo>
                  <a:pt x="4180" y="4085"/>
                </a:lnTo>
                <a:lnTo>
                  <a:pt x="4181" y="4084"/>
                </a:lnTo>
                <a:lnTo>
                  <a:pt x="4182" y="4084"/>
                </a:lnTo>
                <a:lnTo>
                  <a:pt x="4183" y="4086"/>
                </a:lnTo>
                <a:lnTo>
                  <a:pt x="4184" y="4086"/>
                </a:lnTo>
                <a:lnTo>
                  <a:pt x="4184" y="4087"/>
                </a:lnTo>
                <a:lnTo>
                  <a:pt x="4185" y="4087"/>
                </a:lnTo>
                <a:lnTo>
                  <a:pt x="4186" y="4087"/>
                </a:lnTo>
                <a:lnTo>
                  <a:pt x="4187" y="4087"/>
                </a:lnTo>
                <a:lnTo>
                  <a:pt x="4189" y="4087"/>
                </a:lnTo>
                <a:lnTo>
                  <a:pt x="4190" y="4087"/>
                </a:lnTo>
                <a:lnTo>
                  <a:pt x="4189" y="4087"/>
                </a:lnTo>
                <a:lnTo>
                  <a:pt x="4189" y="4088"/>
                </a:lnTo>
                <a:lnTo>
                  <a:pt x="4190" y="4089"/>
                </a:lnTo>
                <a:lnTo>
                  <a:pt x="4191" y="4089"/>
                </a:lnTo>
                <a:lnTo>
                  <a:pt x="4192" y="4090"/>
                </a:lnTo>
                <a:lnTo>
                  <a:pt x="4192" y="4091"/>
                </a:lnTo>
                <a:lnTo>
                  <a:pt x="4191" y="4092"/>
                </a:lnTo>
                <a:lnTo>
                  <a:pt x="4190" y="4093"/>
                </a:lnTo>
                <a:lnTo>
                  <a:pt x="4189" y="4093"/>
                </a:lnTo>
                <a:lnTo>
                  <a:pt x="4189" y="4094"/>
                </a:lnTo>
                <a:lnTo>
                  <a:pt x="4188" y="4094"/>
                </a:lnTo>
                <a:lnTo>
                  <a:pt x="4188" y="4093"/>
                </a:lnTo>
                <a:lnTo>
                  <a:pt x="4187" y="4093"/>
                </a:lnTo>
                <a:lnTo>
                  <a:pt x="4187" y="4094"/>
                </a:lnTo>
                <a:lnTo>
                  <a:pt x="4186" y="4094"/>
                </a:lnTo>
                <a:lnTo>
                  <a:pt x="4185" y="4095"/>
                </a:lnTo>
                <a:lnTo>
                  <a:pt x="4185" y="4096"/>
                </a:lnTo>
                <a:lnTo>
                  <a:pt x="4184" y="4096"/>
                </a:lnTo>
                <a:lnTo>
                  <a:pt x="4184" y="4095"/>
                </a:lnTo>
                <a:lnTo>
                  <a:pt x="4183" y="4095"/>
                </a:lnTo>
                <a:lnTo>
                  <a:pt x="4182" y="4095"/>
                </a:lnTo>
                <a:lnTo>
                  <a:pt x="4182" y="4096"/>
                </a:lnTo>
                <a:lnTo>
                  <a:pt x="4181" y="4097"/>
                </a:lnTo>
                <a:lnTo>
                  <a:pt x="4181" y="4098"/>
                </a:lnTo>
                <a:lnTo>
                  <a:pt x="4180" y="4099"/>
                </a:lnTo>
                <a:lnTo>
                  <a:pt x="4178" y="4100"/>
                </a:lnTo>
                <a:lnTo>
                  <a:pt x="4178" y="4099"/>
                </a:lnTo>
                <a:lnTo>
                  <a:pt x="4177" y="4099"/>
                </a:lnTo>
                <a:lnTo>
                  <a:pt x="4177" y="4098"/>
                </a:lnTo>
                <a:lnTo>
                  <a:pt x="4176" y="4098"/>
                </a:lnTo>
                <a:lnTo>
                  <a:pt x="4176" y="4097"/>
                </a:lnTo>
                <a:lnTo>
                  <a:pt x="4176" y="4096"/>
                </a:lnTo>
                <a:lnTo>
                  <a:pt x="4176" y="4095"/>
                </a:lnTo>
                <a:lnTo>
                  <a:pt x="4175" y="4095"/>
                </a:lnTo>
                <a:lnTo>
                  <a:pt x="4175" y="4094"/>
                </a:lnTo>
                <a:lnTo>
                  <a:pt x="4175" y="4093"/>
                </a:lnTo>
                <a:lnTo>
                  <a:pt x="4174" y="4093"/>
                </a:lnTo>
                <a:lnTo>
                  <a:pt x="4174" y="4092"/>
                </a:lnTo>
                <a:lnTo>
                  <a:pt x="4175" y="4092"/>
                </a:lnTo>
                <a:lnTo>
                  <a:pt x="4175" y="4091"/>
                </a:lnTo>
                <a:lnTo>
                  <a:pt x="4175" y="4089"/>
                </a:lnTo>
                <a:lnTo>
                  <a:pt x="4174" y="4088"/>
                </a:lnTo>
                <a:lnTo>
                  <a:pt x="4173" y="4087"/>
                </a:lnTo>
                <a:lnTo>
                  <a:pt x="4172" y="4086"/>
                </a:lnTo>
                <a:lnTo>
                  <a:pt x="4172" y="4085"/>
                </a:lnTo>
                <a:lnTo>
                  <a:pt x="4170" y="4085"/>
                </a:lnTo>
                <a:lnTo>
                  <a:pt x="4169" y="4085"/>
                </a:lnTo>
                <a:lnTo>
                  <a:pt x="4168" y="4085"/>
                </a:lnTo>
                <a:lnTo>
                  <a:pt x="4169" y="4084"/>
                </a:lnTo>
                <a:lnTo>
                  <a:pt x="4168" y="4083"/>
                </a:lnTo>
                <a:lnTo>
                  <a:pt x="4168" y="4082"/>
                </a:lnTo>
                <a:lnTo>
                  <a:pt x="4167" y="4082"/>
                </a:lnTo>
                <a:lnTo>
                  <a:pt x="4166" y="4081"/>
                </a:lnTo>
                <a:lnTo>
                  <a:pt x="4165" y="4080"/>
                </a:lnTo>
                <a:lnTo>
                  <a:pt x="4164" y="4080"/>
                </a:lnTo>
                <a:lnTo>
                  <a:pt x="4163" y="4080"/>
                </a:lnTo>
                <a:lnTo>
                  <a:pt x="4161" y="4081"/>
                </a:lnTo>
                <a:lnTo>
                  <a:pt x="4160" y="4081"/>
                </a:lnTo>
                <a:lnTo>
                  <a:pt x="4159" y="4082"/>
                </a:lnTo>
                <a:lnTo>
                  <a:pt x="4158" y="4082"/>
                </a:lnTo>
                <a:lnTo>
                  <a:pt x="4158" y="4083"/>
                </a:lnTo>
                <a:lnTo>
                  <a:pt x="4157" y="4083"/>
                </a:lnTo>
                <a:lnTo>
                  <a:pt x="4156" y="4083"/>
                </a:lnTo>
                <a:lnTo>
                  <a:pt x="4155" y="4082"/>
                </a:lnTo>
                <a:lnTo>
                  <a:pt x="4155" y="4083"/>
                </a:lnTo>
                <a:lnTo>
                  <a:pt x="4154" y="4083"/>
                </a:lnTo>
                <a:lnTo>
                  <a:pt x="4153" y="4083"/>
                </a:lnTo>
                <a:lnTo>
                  <a:pt x="4153" y="4084"/>
                </a:lnTo>
                <a:lnTo>
                  <a:pt x="4152" y="4084"/>
                </a:lnTo>
                <a:lnTo>
                  <a:pt x="4152" y="4085"/>
                </a:lnTo>
                <a:lnTo>
                  <a:pt x="4153" y="4085"/>
                </a:lnTo>
                <a:lnTo>
                  <a:pt x="4153" y="4087"/>
                </a:lnTo>
                <a:lnTo>
                  <a:pt x="4152" y="4087"/>
                </a:lnTo>
                <a:lnTo>
                  <a:pt x="4151" y="4086"/>
                </a:lnTo>
                <a:lnTo>
                  <a:pt x="4150" y="4085"/>
                </a:lnTo>
                <a:lnTo>
                  <a:pt x="4149" y="4085"/>
                </a:lnTo>
                <a:lnTo>
                  <a:pt x="4149" y="4086"/>
                </a:lnTo>
                <a:lnTo>
                  <a:pt x="4146" y="4089"/>
                </a:lnTo>
                <a:lnTo>
                  <a:pt x="4145" y="4090"/>
                </a:lnTo>
                <a:lnTo>
                  <a:pt x="4145" y="4091"/>
                </a:lnTo>
                <a:lnTo>
                  <a:pt x="4144" y="4091"/>
                </a:lnTo>
                <a:lnTo>
                  <a:pt x="4143" y="4091"/>
                </a:lnTo>
                <a:lnTo>
                  <a:pt x="4142" y="4092"/>
                </a:lnTo>
                <a:lnTo>
                  <a:pt x="4142" y="4093"/>
                </a:lnTo>
                <a:lnTo>
                  <a:pt x="4142" y="4094"/>
                </a:lnTo>
                <a:lnTo>
                  <a:pt x="4143" y="4094"/>
                </a:lnTo>
                <a:lnTo>
                  <a:pt x="4145" y="4093"/>
                </a:lnTo>
                <a:lnTo>
                  <a:pt x="4146" y="4092"/>
                </a:lnTo>
                <a:lnTo>
                  <a:pt x="4146" y="4091"/>
                </a:lnTo>
                <a:lnTo>
                  <a:pt x="4146" y="4090"/>
                </a:lnTo>
                <a:lnTo>
                  <a:pt x="4147" y="4090"/>
                </a:lnTo>
                <a:lnTo>
                  <a:pt x="4148" y="4090"/>
                </a:lnTo>
                <a:lnTo>
                  <a:pt x="4148" y="4091"/>
                </a:lnTo>
                <a:lnTo>
                  <a:pt x="4149" y="4091"/>
                </a:lnTo>
                <a:lnTo>
                  <a:pt x="4149" y="4092"/>
                </a:lnTo>
                <a:lnTo>
                  <a:pt x="4149" y="4093"/>
                </a:lnTo>
                <a:lnTo>
                  <a:pt x="4150" y="4093"/>
                </a:lnTo>
                <a:lnTo>
                  <a:pt x="4151" y="4092"/>
                </a:lnTo>
                <a:lnTo>
                  <a:pt x="4151" y="4093"/>
                </a:lnTo>
                <a:lnTo>
                  <a:pt x="4151" y="4094"/>
                </a:lnTo>
                <a:lnTo>
                  <a:pt x="4150" y="4094"/>
                </a:lnTo>
                <a:lnTo>
                  <a:pt x="4150" y="4095"/>
                </a:lnTo>
                <a:lnTo>
                  <a:pt x="4151" y="4095"/>
                </a:lnTo>
                <a:lnTo>
                  <a:pt x="4152" y="4095"/>
                </a:lnTo>
                <a:lnTo>
                  <a:pt x="4153" y="4095"/>
                </a:lnTo>
                <a:lnTo>
                  <a:pt x="4154" y="4096"/>
                </a:lnTo>
                <a:lnTo>
                  <a:pt x="4155" y="4095"/>
                </a:lnTo>
                <a:lnTo>
                  <a:pt x="4156" y="4095"/>
                </a:lnTo>
                <a:lnTo>
                  <a:pt x="4157" y="4095"/>
                </a:lnTo>
                <a:lnTo>
                  <a:pt x="4157" y="4094"/>
                </a:lnTo>
                <a:lnTo>
                  <a:pt x="4158" y="4094"/>
                </a:lnTo>
                <a:lnTo>
                  <a:pt x="4158" y="4095"/>
                </a:lnTo>
                <a:lnTo>
                  <a:pt x="4157" y="4095"/>
                </a:lnTo>
                <a:lnTo>
                  <a:pt x="4156" y="4095"/>
                </a:lnTo>
                <a:lnTo>
                  <a:pt x="4156" y="4096"/>
                </a:lnTo>
                <a:lnTo>
                  <a:pt x="4155" y="4097"/>
                </a:lnTo>
                <a:lnTo>
                  <a:pt x="4154" y="4098"/>
                </a:lnTo>
                <a:lnTo>
                  <a:pt x="4153" y="4099"/>
                </a:lnTo>
                <a:lnTo>
                  <a:pt x="4150" y="4100"/>
                </a:lnTo>
                <a:lnTo>
                  <a:pt x="4150" y="4101"/>
                </a:lnTo>
                <a:lnTo>
                  <a:pt x="4149" y="4101"/>
                </a:lnTo>
                <a:lnTo>
                  <a:pt x="4149" y="4102"/>
                </a:lnTo>
                <a:lnTo>
                  <a:pt x="4148" y="4102"/>
                </a:lnTo>
                <a:lnTo>
                  <a:pt x="4147" y="4101"/>
                </a:lnTo>
                <a:lnTo>
                  <a:pt x="4146" y="4101"/>
                </a:lnTo>
                <a:lnTo>
                  <a:pt x="4146" y="4100"/>
                </a:lnTo>
                <a:lnTo>
                  <a:pt x="4143" y="4100"/>
                </a:lnTo>
                <a:lnTo>
                  <a:pt x="4143" y="4101"/>
                </a:lnTo>
                <a:lnTo>
                  <a:pt x="4142" y="4102"/>
                </a:lnTo>
                <a:lnTo>
                  <a:pt x="4142" y="4103"/>
                </a:lnTo>
                <a:lnTo>
                  <a:pt x="4141" y="4103"/>
                </a:lnTo>
                <a:lnTo>
                  <a:pt x="4140" y="4103"/>
                </a:lnTo>
                <a:lnTo>
                  <a:pt x="4139" y="4104"/>
                </a:lnTo>
                <a:lnTo>
                  <a:pt x="4140" y="4104"/>
                </a:lnTo>
                <a:lnTo>
                  <a:pt x="4141" y="4105"/>
                </a:lnTo>
                <a:lnTo>
                  <a:pt x="4142" y="4105"/>
                </a:lnTo>
                <a:lnTo>
                  <a:pt x="4143" y="4106"/>
                </a:lnTo>
                <a:lnTo>
                  <a:pt x="4144" y="4106"/>
                </a:lnTo>
                <a:lnTo>
                  <a:pt x="4144" y="4108"/>
                </a:lnTo>
                <a:lnTo>
                  <a:pt x="4145" y="4108"/>
                </a:lnTo>
                <a:lnTo>
                  <a:pt x="4145" y="4109"/>
                </a:lnTo>
                <a:lnTo>
                  <a:pt x="4145" y="4108"/>
                </a:lnTo>
                <a:lnTo>
                  <a:pt x="4145" y="4107"/>
                </a:lnTo>
                <a:lnTo>
                  <a:pt x="4145" y="4106"/>
                </a:lnTo>
                <a:lnTo>
                  <a:pt x="4146" y="4106"/>
                </a:lnTo>
                <a:lnTo>
                  <a:pt x="4147" y="4105"/>
                </a:lnTo>
                <a:lnTo>
                  <a:pt x="4147" y="4104"/>
                </a:lnTo>
                <a:lnTo>
                  <a:pt x="4148" y="4105"/>
                </a:lnTo>
                <a:lnTo>
                  <a:pt x="4149" y="4105"/>
                </a:lnTo>
                <a:lnTo>
                  <a:pt x="4150" y="4105"/>
                </a:lnTo>
                <a:lnTo>
                  <a:pt x="4151" y="4105"/>
                </a:lnTo>
                <a:lnTo>
                  <a:pt x="4151" y="4106"/>
                </a:lnTo>
                <a:lnTo>
                  <a:pt x="4152" y="4106"/>
                </a:lnTo>
                <a:lnTo>
                  <a:pt x="4153" y="4106"/>
                </a:lnTo>
                <a:lnTo>
                  <a:pt x="4153" y="4105"/>
                </a:lnTo>
                <a:lnTo>
                  <a:pt x="4152" y="4105"/>
                </a:lnTo>
                <a:lnTo>
                  <a:pt x="4152" y="4104"/>
                </a:lnTo>
                <a:lnTo>
                  <a:pt x="4152" y="4103"/>
                </a:lnTo>
                <a:lnTo>
                  <a:pt x="4153" y="4101"/>
                </a:lnTo>
                <a:lnTo>
                  <a:pt x="4154" y="4102"/>
                </a:lnTo>
                <a:lnTo>
                  <a:pt x="4154" y="4101"/>
                </a:lnTo>
                <a:lnTo>
                  <a:pt x="4154" y="4100"/>
                </a:lnTo>
                <a:lnTo>
                  <a:pt x="4155" y="4099"/>
                </a:lnTo>
                <a:lnTo>
                  <a:pt x="4156" y="4098"/>
                </a:lnTo>
                <a:lnTo>
                  <a:pt x="4157" y="4098"/>
                </a:lnTo>
                <a:lnTo>
                  <a:pt x="4157" y="4099"/>
                </a:lnTo>
                <a:lnTo>
                  <a:pt x="4156" y="4099"/>
                </a:lnTo>
                <a:lnTo>
                  <a:pt x="4157" y="4099"/>
                </a:lnTo>
                <a:lnTo>
                  <a:pt x="4157" y="4100"/>
                </a:lnTo>
                <a:lnTo>
                  <a:pt x="4157" y="4101"/>
                </a:lnTo>
                <a:lnTo>
                  <a:pt x="4158" y="4100"/>
                </a:lnTo>
                <a:lnTo>
                  <a:pt x="4158" y="4099"/>
                </a:lnTo>
                <a:lnTo>
                  <a:pt x="4159" y="4098"/>
                </a:lnTo>
                <a:lnTo>
                  <a:pt x="4159" y="4099"/>
                </a:lnTo>
                <a:lnTo>
                  <a:pt x="4159" y="4100"/>
                </a:lnTo>
                <a:lnTo>
                  <a:pt x="4160" y="4100"/>
                </a:lnTo>
                <a:lnTo>
                  <a:pt x="4159" y="4100"/>
                </a:lnTo>
                <a:lnTo>
                  <a:pt x="4159" y="4101"/>
                </a:lnTo>
                <a:lnTo>
                  <a:pt x="4158" y="4101"/>
                </a:lnTo>
                <a:lnTo>
                  <a:pt x="4159" y="4102"/>
                </a:lnTo>
                <a:lnTo>
                  <a:pt x="4159" y="4103"/>
                </a:lnTo>
                <a:lnTo>
                  <a:pt x="4158" y="4103"/>
                </a:lnTo>
                <a:lnTo>
                  <a:pt x="4159" y="4104"/>
                </a:lnTo>
                <a:lnTo>
                  <a:pt x="4158" y="4104"/>
                </a:lnTo>
                <a:lnTo>
                  <a:pt x="4158" y="4105"/>
                </a:lnTo>
                <a:lnTo>
                  <a:pt x="4159" y="4104"/>
                </a:lnTo>
                <a:lnTo>
                  <a:pt x="4159" y="4103"/>
                </a:lnTo>
                <a:lnTo>
                  <a:pt x="4160" y="4103"/>
                </a:lnTo>
                <a:lnTo>
                  <a:pt x="4160" y="4105"/>
                </a:lnTo>
                <a:lnTo>
                  <a:pt x="4161" y="4105"/>
                </a:lnTo>
                <a:lnTo>
                  <a:pt x="4161" y="4104"/>
                </a:lnTo>
                <a:lnTo>
                  <a:pt x="4161" y="4102"/>
                </a:lnTo>
                <a:lnTo>
                  <a:pt x="4161" y="4101"/>
                </a:lnTo>
                <a:lnTo>
                  <a:pt x="4161" y="4100"/>
                </a:lnTo>
                <a:lnTo>
                  <a:pt x="4162" y="4100"/>
                </a:lnTo>
                <a:lnTo>
                  <a:pt x="4162" y="4101"/>
                </a:lnTo>
                <a:lnTo>
                  <a:pt x="4162" y="4102"/>
                </a:lnTo>
                <a:lnTo>
                  <a:pt x="4163" y="4103"/>
                </a:lnTo>
                <a:lnTo>
                  <a:pt x="4164" y="4103"/>
                </a:lnTo>
                <a:lnTo>
                  <a:pt x="4165" y="4103"/>
                </a:lnTo>
                <a:lnTo>
                  <a:pt x="4166" y="4103"/>
                </a:lnTo>
                <a:lnTo>
                  <a:pt x="4166" y="4104"/>
                </a:lnTo>
                <a:lnTo>
                  <a:pt x="4167" y="4105"/>
                </a:lnTo>
                <a:lnTo>
                  <a:pt x="4167" y="4106"/>
                </a:lnTo>
                <a:lnTo>
                  <a:pt x="4166" y="4106"/>
                </a:lnTo>
                <a:lnTo>
                  <a:pt x="4166" y="4105"/>
                </a:lnTo>
                <a:lnTo>
                  <a:pt x="4165" y="4105"/>
                </a:lnTo>
                <a:lnTo>
                  <a:pt x="4164" y="4105"/>
                </a:lnTo>
                <a:lnTo>
                  <a:pt x="4164" y="4106"/>
                </a:lnTo>
                <a:lnTo>
                  <a:pt x="4163" y="4107"/>
                </a:lnTo>
                <a:lnTo>
                  <a:pt x="4164" y="4107"/>
                </a:lnTo>
                <a:lnTo>
                  <a:pt x="4164" y="4108"/>
                </a:lnTo>
                <a:lnTo>
                  <a:pt x="4165" y="4109"/>
                </a:lnTo>
                <a:lnTo>
                  <a:pt x="4166" y="4109"/>
                </a:lnTo>
                <a:lnTo>
                  <a:pt x="4166" y="4110"/>
                </a:lnTo>
                <a:lnTo>
                  <a:pt x="4166" y="4111"/>
                </a:lnTo>
                <a:lnTo>
                  <a:pt x="4166" y="4112"/>
                </a:lnTo>
                <a:lnTo>
                  <a:pt x="4165" y="4111"/>
                </a:lnTo>
                <a:lnTo>
                  <a:pt x="4164" y="4111"/>
                </a:lnTo>
                <a:lnTo>
                  <a:pt x="4164" y="4112"/>
                </a:lnTo>
                <a:lnTo>
                  <a:pt x="4165" y="4112"/>
                </a:lnTo>
                <a:lnTo>
                  <a:pt x="4164" y="4112"/>
                </a:lnTo>
                <a:lnTo>
                  <a:pt x="4164" y="4113"/>
                </a:lnTo>
                <a:lnTo>
                  <a:pt x="4164" y="4114"/>
                </a:lnTo>
                <a:lnTo>
                  <a:pt x="4163" y="4114"/>
                </a:lnTo>
                <a:lnTo>
                  <a:pt x="4162" y="4114"/>
                </a:lnTo>
                <a:lnTo>
                  <a:pt x="4163" y="4115"/>
                </a:lnTo>
                <a:lnTo>
                  <a:pt x="4163" y="4116"/>
                </a:lnTo>
                <a:lnTo>
                  <a:pt x="4162" y="4116"/>
                </a:lnTo>
                <a:lnTo>
                  <a:pt x="4162" y="4114"/>
                </a:lnTo>
                <a:lnTo>
                  <a:pt x="4161" y="4114"/>
                </a:lnTo>
                <a:lnTo>
                  <a:pt x="4161" y="4115"/>
                </a:lnTo>
                <a:lnTo>
                  <a:pt x="4160" y="4115"/>
                </a:lnTo>
                <a:lnTo>
                  <a:pt x="4160" y="4114"/>
                </a:lnTo>
                <a:lnTo>
                  <a:pt x="4159" y="4113"/>
                </a:lnTo>
                <a:lnTo>
                  <a:pt x="4159" y="4112"/>
                </a:lnTo>
                <a:lnTo>
                  <a:pt x="4159" y="4111"/>
                </a:lnTo>
                <a:lnTo>
                  <a:pt x="4157" y="4111"/>
                </a:lnTo>
                <a:lnTo>
                  <a:pt x="4156" y="4110"/>
                </a:lnTo>
                <a:lnTo>
                  <a:pt x="4155" y="4110"/>
                </a:lnTo>
                <a:lnTo>
                  <a:pt x="4154" y="4110"/>
                </a:lnTo>
                <a:lnTo>
                  <a:pt x="4153" y="4109"/>
                </a:lnTo>
                <a:lnTo>
                  <a:pt x="4152" y="4109"/>
                </a:lnTo>
                <a:lnTo>
                  <a:pt x="4152" y="4110"/>
                </a:lnTo>
                <a:lnTo>
                  <a:pt x="4152" y="4111"/>
                </a:lnTo>
                <a:lnTo>
                  <a:pt x="4152" y="4112"/>
                </a:lnTo>
                <a:lnTo>
                  <a:pt x="4152" y="4113"/>
                </a:lnTo>
                <a:lnTo>
                  <a:pt x="4152" y="4114"/>
                </a:lnTo>
                <a:lnTo>
                  <a:pt x="4153" y="4114"/>
                </a:lnTo>
                <a:lnTo>
                  <a:pt x="4152" y="4115"/>
                </a:lnTo>
                <a:lnTo>
                  <a:pt x="4151" y="4114"/>
                </a:lnTo>
                <a:lnTo>
                  <a:pt x="4151" y="4113"/>
                </a:lnTo>
                <a:lnTo>
                  <a:pt x="4150" y="4114"/>
                </a:lnTo>
                <a:lnTo>
                  <a:pt x="4149" y="4115"/>
                </a:lnTo>
                <a:lnTo>
                  <a:pt x="4150" y="4115"/>
                </a:lnTo>
                <a:lnTo>
                  <a:pt x="4151" y="4115"/>
                </a:lnTo>
                <a:lnTo>
                  <a:pt x="4151" y="4116"/>
                </a:lnTo>
                <a:lnTo>
                  <a:pt x="4151" y="4117"/>
                </a:lnTo>
                <a:lnTo>
                  <a:pt x="4152" y="4119"/>
                </a:lnTo>
                <a:lnTo>
                  <a:pt x="4153" y="4119"/>
                </a:lnTo>
                <a:lnTo>
                  <a:pt x="4155" y="4120"/>
                </a:lnTo>
                <a:lnTo>
                  <a:pt x="4156" y="4120"/>
                </a:lnTo>
                <a:lnTo>
                  <a:pt x="4157" y="4121"/>
                </a:lnTo>
                <a:lnTo>
                  <a:pt x="4157" y="4122"/>
                </a:lnTo>
                <a:lnTo>
                  <a:pt x="4156" y="4123"/>
                </a:lnTo>
                <a:lnTo>
                  <a:pt x="4155" y="4123"/>
                </a:lnTo>
                <a:lnTo>
                  <a:pt x="4155" y="4122"/>
                </a:lnTo>
                <a:lnTo>
                  <a:pt x="4154" y="4123"/>
                </a:lnTo>
                <a:lnTo>
                  <a:pt x="4155" y="4124"/>
                </a:lnTo>
                <a:lnTo>
                  <a:pt x="4156" y="4124"/>
                </a:lnTo>
                <a:lnTo>
                  <a:pt x="4156" y="4125"/>
                </a:lnTo>
                <a:lnTo>
                  <a:pt x="4157" y="4125"/>
                </a:lnTo>
                <a:lnTo>
                  <a:pt x="4157" y="4126"/>
                </a:lnTo>
                <a:lnTo>
                  <a:pt x="4156" y="4126"/>
                </a:lnTo>
                <a:lnTo>
                  <a:pt x="4155" y="4125"/>
                </a:lnTo>
                <a:lnTo>
                  <a:pt x="4154" y="4125"/>
                </a:lnTo>
                <a:lnTo>
                  <a:pt x="4154" y="4126"/>
                </a:lnTo>
                <a:lnTo>
                  <a:pt x="4153" y="4126"/>
                </a:lnTo>
                <a:lnTo>
                  <a:pt x="4153" y="4125"/>
                </a:lnTo>
                <a:lnTo>
                  <a:pt x="4152" y="4125"/>
                </a:lnTo>
                <a:lnTo>
                  <a:pt x="4152" y="4124"/>
                </a:lnTo>
                <a:lnTo>
                  <a:pt x="4152" y="4123"/>
                </a:lnTo>
                <a:lnTo>
                  <a:pt x="4152" y="4122"/>
                </a:lnTo>
                <a:lnTo>
                  <a:pt x="4151" y="4122"/>
                </a:lnTo>
                <a:lnTo>
                  <a:pt x="4151" y="4121"/>
                </a:lnTo>
                <a:lnTo>
                  <a:pt x="4151" y="4122"/>
                </a:lnTo>
                <a:lnTo>
                  <a:pt x="4150" y="4123"/>
                </a:lnTo>
                <a:lnTo>
                  <a:pt x="4149" y="4124"/>
                </a:lnTo>
                <a:lnTo>
                  <a:pt x="4148" y="4123"/>
                </a:lnTo>
                <a:lnTo>
                  <a:pt x="4148" y="4122"/>
                </a:lnTo>
                <a:lnTo>
                  <a:pt x="4147" y="4122"/>
                </a:lnTo>
                <a:lnTo>
                  <a:pt x="4146" y="4121"/>
                </a:lnTo>
                <a:lnTo>
                  <a:pt x="4146" y="4122"/>
                </a:lnTo>
                <a:lnTo>
                  <a:pt x="4145" y="4122"/>
                </a:lnTo>
                <a:lnTo>
                  <a:pt x="4145" y="4121"/>
                </a:lnTo>
                <a:lnTo>
                  <a:pt x="4143" y="4120"/>
                </a:lnTo>
                <a:lnTo>
                  <a:pt x="4143" y="4121"/>
                </a:lnTo>
                <a:lnTo>
                  <a:pt x="4143" y="4122"/>
                </a:lnTo>
                <a:lnTo>
                  <a:pt x="4142" y="4123"/>
                </a:lnTo>
                <a:lnTo>
                  <a:pt x="4141" y="4123"/>
                </a:lnTo>
                <a:lnTo>
                  <a:pt x="4140" y="4124"/>
                </a:lnTo>
                <a:lnTo>
                  <a:pt x="4140" y="4123"/>
                </a:lnTo>
                <a:lnTo>
                  <a:pt x="4139" y="4123"/>
                </a:lnTo>
                <a:lnTo>
                  <a:pt x="4138" y="4123"/>
                </a:lnTo>
                <a:lnTo>
                  <a:pt x="4138" y="4122"/>
                </a:lnTo>
                <a:lnTo>
                  <a:pt x="4139" y="4122"/>
                </a:lnTo>
                <a:lnTo>
                  <a:pt x="4139" y="4121"/>
                </a:lnTo>
                <a:lnTo>
                  <a:pt x="4138" y="4121"/>
                </a:lnTo>
                <a:lnTo>
                  <a:pt x="4137" y="4121"/>
                </a:lnTo>
                <a:lnTo>
                  <a:pt x="4136" y="4121"/>
                </a:lnTo>
                <a:lnTo>
                  <a:pt x="4135" y="4121"/>
                </a:lnTo>
                <a:lnTo>
                  <a:pt x="4134" y="4120"/>
                </a:lnTo>
                <a:lnTo>
                  <a:pt x="4135" y="4120"/>
                </a:lnTo>
                <a:lnTo>
                  <a:pt x="4135" y="4119"/>
                </a:lnTo>
                <a:lnTo>
                  <a:pt x="4134" y="4118"/>
                </a:lnTo>
                <a:lnTo>
                  <a:pt x="4134" y="4117"/>
                </a:lnTo>
                <a:lnTo>
                  <a:pt x="4133" y="4116"/>
                </a:lnTo>
                <a:lnTo>
                  <a:pt x="4133" y="4115"/>
                </a:lnTo>
                <a:lnTo>
                  <a:pt x="4132" y="4115"/>
                </a:lnTo>
                <a:lnTo>
                  <a:pt x="4131" y="4115"/>
                </a:lnTo>
                <a:lnTo>
                  <a:pt x="4130" y="4115"/>
                </a:lnTo>
                <a:lnTo>
                  <a:pt x="4129" y="4115"/>
                </a:lnTo>
                <a:lnTo>
                  <a:pt x="4128" y="4115"/>
                </a:lnTo>
                <a:lnTo>
                  <a:pt x="4128" y="4116"/>
                </a:lnTo>
                <a:lnTo>
                  <a:pt x="4127" y="4116"/>
                </a:lnTo>
                <a:lnTo>
                  <a:pt x="4126" y="4115"/>
                </a:lnTo>
                <a:lnTo>
                  <a:pt x="4126" y="4116"/>
                </a:lnTo>
                <a:lnTo>
                  <a:pt x="4125" y="4116"/>
                </a:lnTo>
                <a:lnTo>
                  <a:pt x="4124" y="4117"/>
                </a:lnTo>
                <a:lnTo>
                  <a:pt x="4123" y="4117"/>
                </a:lnTo>
                <a:lnTo>
                  <a:pt x="4122" y="4117"/>
                </a:lnTo>
                <a:lnTo>
                  <a:pt x="4121" y="4117"/>
                </a:lnTo>
                <a:lnTo>
                  <a:pt x="4121" y="4116"/>
                </a:lnTo>
                <a:lnTo>
                  <a:pt x="4120" y="4116"/>
                </a:lnTo>
                <a:lnTo>
                  <a:pt x="4119" y="4117"/>
                </a:lnTo>
                <a:lnTo>
                  <a:pt x="4117" y="4115"/>
                </a:lnTo>
                <a:lnTo>
                  <a:pt x="4116" y="4114"/>
                </a:lnTo>
                <a:lnTo>
                  <a:pt x="4115" y="4115"/>
                </a:lnTo>
                <a:lnTo>
                  <a:pt x="4116" y="4116"/>
                </a:lnTo>
                <a:lnTo>
                  <a:pt x="4115" y="4116"/>
                </a:lnTo>
                <a:lnTo>
                  <a:pt x="4114" y="4116"/>
                </a:lnTo>
                <a:lnTo>
                  <a:pt x="4113" y="4116"/>
                </a:lnTo>
                <a:lnTo>
                  <a:pt x="4113" y="4118"/>
                </a:lnTo>
                <a:lnTo>
                  <a:pt x="4112" y="4118"/>
                </a:lnTo>
                <a:lnTo>
                  <a:pt x="4111" y="4117"/>
                </a:lnTo>
                <a:lnTo>
                  <a:pt x="4110" y="4116"/>
                </a:lnTo>
                <a:lnTo>
                  <a:pt x="4109" y="4116"/>
                </a:lnTo>
                <a:lnTo>
                  <a:pt x="4109" y="4115"/>
                </a:lnTo>
                <a:lnTo>
                  <a:pt x="4109" y="4114"/>
                </a:lnTo>
                <a:lnTo>
                  <a:pt x="4109" y="4113"/>
                </a:lnTo>
                <a:lnTo>
                  <a:pt x="4108" y="4113"/>
                </a:lnTo>
                <a:lnTo>
                  <a:pt x="4108" y="4112"/>
                </a:lnTo>
                <a:lnTo>
                  <a:pt x="4107" y="4112"/>
                </a:lnTo>
                <a:lnTo>
                  <a:pt x="4108" y="4111"/>
                </a:lnTo>
                <a:lnTo>
                  <a:pt x="4108" y="4110"/>
                </a:lnTo>
                <a:lnTo>
                  <a:pt x="4109" y="4110"/>
                </a:lnTo>
                <a:lnTo>
                  <a:pt x="4110" y="4110"/>
                </a:lnTo>
                <a:lnTo>
                  <a:pt x="4111" y="4109"/>
                </a:lnTo>
                <a:lnTo>
                  <a:pt x="4112" y="4109"/>
                </a:lnTo>
                <a:lnTo>
                  <a:pt x="4112" y="4108"/>
                </a:lnTo>
                <a:lnTo>
                  <a:pt x="4112" y="4107"/>
                </a:lnTo>
                <a:lnTo>
                  <a:pt x="4113" y="4106"/>
                </a:lnTo>
                <a:lnTo>
                  <a:pt x="4114" y="4106"/>
                </a:lnTo>
                <a:lnTo>
                  <a:pt x="4115" y="4105"/>
                </a:lnTo>
                <a:lnTo>
                  <a:pt x="4116" y="4105"/>
                </a:lnTo>
                <a:lnTo>
                  <a:pt x="4116" y="4104"/>
                </a:lnTo>
                <a:lnTo>
                  <a:pt x="4116" y="4103"/>
                </a:lnTo>
                <a:lnTo>
                  <a:pt x="4117" y="4102"/>
                </a:lnTo>
                <a:lnTo>
                  <a:pt x="4117" y="4101"/>
                </a:lnTo>
                <a:lnTo>
                  <a:pt x="4118" y="4101"/>
                </a:lnTo>
                <a:lnTo>
                  <a:pt x="4119" y="4101"/>
                </a:lnTo>
                <a:lnTo>
                  <a:pt x="4119" y="4102"/>
                </a:lnTo>
                <a:lnTo>
                  <a:pt x="4119" y="4103"/>
                </a:lnTo>
                <a:lnTo>
                  <a:pt x="4120" y="4103"/>
                </a:lnTo>
                <a:lnTo>
                  <a:pt x="4120" y="4102"/>
                </a:lnTo>
                <a:lnTo>
                  <a:pt x="4121" y="4102"/>
                </a:lnTo>
                <a:lnTo>
                  <a:pt x="4121" y="4101"/>
                </a:lnTo>
                <a:lnTo>
                  <a:pt x="4121" y="4102"/>
                </a:lnTo>
                <a:lnTo>
                  <a:pt x="4122" y="4102"/>
                </a:lnTo>
                <a:lnTo>
                  <a:pt x="4122" y="4101"/>
                </a:lnTo>
                <a:lnTo>
                  <a:pt x="4122" y="4100"/>
                </a:lnTo>
                <a:lnTo>
                  <a:pt x="4122" y="4099"/>
                </a:lnTo>
                <a:lnTo>
                  <a:pt x="4123" y="4099"/>
                </a:lnTo>
                <a:lnTo>
                  <a:pt x="4123" y="4098"/>
                </a:lnTo>
                <a:lnTo>
                  <a:pt x="4122" y="4098"/>
                </a:lnTo>
                <a:lnTo>
                  <a:pt x="4121" y="4098"/>
                </a:lnTo>
                <a:lnTo>
                  <a:pt x="4121" y="4097"/>
                </a:lnTo>
                <a:lnTo>
                  <a:pt x="4121" y="4096"/>
                </a:lnTo>
                <a:lnTo>
                  <a:pt x="4119" y="4096"/>
                </a:lnTo>
                <a:lnTo>
                  <a:pt x="4118" y="4096"/>
                </a:lnTo>
                <a:lnTo>
                  <a:pt x="4118" y="4095"/>
                </a:lnTo>
                <a:lnTo>
                  <a:pt x="4117" y="4095"/>
                </a:lnTo>
                <a:lnTo>
                  <a:pt x="4117" y="4096"/>
                </a:lnTo>
                <a:lnTo>
                  <a:pt x="4112" y="4097"/>
                </a:lnTo>
                <a:lnTo>
                  <a:pt x="4111" y="4097"/>
                </a:lnTo>
                <a:lnTo>
                  <a:pt x="4111" y="4101"/>
                </a:lnTo>
                <a:lnTo>
                  <a:pt x="4110" y="4102"/>
                </a:lnTo>
                <a:lnTo>
                  <a:pt x="4110" y="4103"/>
                </a:lnTo>
                <a:lnTo>
                  <a:pt x="4108" y="4102"/>
                </a:lnTo>
                <a:lnTo>
                  <a:pt x="4107" y="4103"/>
                </a:lnTo>
                <a:lnTo>
                  <a:pt x="4106" y="4104"/>
                </a:lnTo>
                <a:lnTo>
                  <a:pt x="4105" y="4105"/>
                </a:lnTo>
                <a:lnTo>
                  <a:pt x="4106" y="4106"/>
                </a:lnTo>
                <a:lnTo>
                  <a:pt x="4105" y="4107"/>
                </a:lnTo>
                <a:lnTo>
                  <a:pt x="4104" y="4107"/>
                </a:lnTo>
                <a:lnTo>
                  <a:pt x="4104" y="4106"/>
                </a:lnTo>
                <a:lnTo>
                  <a:pt x="4103" y="4104"/>
                </a:lnTo>
                <a:lnTo>
                  <a:pt x="4102" y="4102"/>
                </a:lnTo>
                <a:lnTo>
                  <a:pt x="4101" y="4101"/>
                </a:lnTo>
                <a:lnTo>
                  <a:pt x="4101" y="4100"/>
                </a:lnTo>
                <a:lnTo>
                  <a:pt x="4101" y="4099"/>
                </a:lnTo>
                <a:lnTo>
                  <a:pt x="4102" y="4098"/>
                </a:lnTo>
                <a:lnTo>
                  <a:pt x="4103" y="4097"/>
                </a:lnTo>
                <a:lnTo>
                  <a:pt x="4104" y="4096"/>
                </a:lnTo>
                <a:lnTo>
                  <a:pt x="4104" y="4095"/>
                </a:lnTo>
                <a:lnTo>
                  <a:pt x="4102" y="4095"/>
                </a:lnTo>
                <a:lnTo>
                  <a:pt x="4101" y="4094"/>
                </a:lnTo>
                <a:lnTo>
                  <a:pt x="4101" y="4093"/>
                </a:lnTo>
                <a:lnTo>
                  <a:pt x="4100" y="4094"/>
                </a:lnTo>
                <a:lnTo>
                  <a:pt x="4101" y="4097"/>
                </a:lnTo>
                <a:lnTo>
                  <a:pt x="4100" y="4098"/>
                </a:lnTo>
                <a:lnTo>
                  <a:pt x="4099" y="4094"/>
                </a:lnTo>
                <a:lnTo>
                  <a:pt x="4098" y="4093"/>
                </a:lnTo>
                <a:lnTo>
                  <a:pt x="4097" y="4092"/>
                </a:lnTo>
                <a:lnTo>
                  <a:pt x="4098" y="4091"/>
                </a:lnTo>
                <a:lnTo>
                  <a:pt x="4097" y="4091"/>
                </a:lnTo>
                <a:lnTo>
                  <a:pt x="4096" y="4091"/>
                </a:lnTo>
                <a:lnTo>
                  <a:pt x="4096" y="4090"/>
                </a:lnTo>
                <a:lnTo>
                  <a:pt x="4097" y="4090"/>
                </a:lnTo>
                <a:lnTo>
                  <a:pt x="4095" y="4087"/>
                </a:lnTo>
                <a:lnTo>
                  <a:pt x="4093" y="4088"/>
                </a:lnTo>
                <a:lnTo>
                  <a:pt x="4092" y="4085"/>
                </a:lnTo>
                <a:lnTo>
                  <a:pt x="4090" y="4083"/>
                </a:lnTo>
                <a:lnTo>
                  <a:pt x="4088" y="4080"/>
                </a:lnTo>
                <a:lnTo>
                  <a:pt x="4088" y="4079"/>
                </a:lnTo>
                <a:lnTo>
                  <a:pt x="4087" y="4079"/>
                </a:lnTo>
                <a:lnTo>
                  <a:pt x="4086" y="4078"/>
                </a:lnTo>
                <a:lnTo>
                  <a:pt x="4086" y="4077"/>
                </a:lnTo>
                <a:lnTo>
                  <a:pt x="4086" y="4075"/>
                </a:lnTo>
                <a:lnTo>
                  <a:pt x="4085" y="4074"/>
                </a:lnTo>
                <a:lnTo>
                  <a:pt x="4086" y="4074"/>
                </a:lnTo>
                <a:lnTo>
                  <a:pt x="4086" y="4073"/>
                </a:lnTo>
                <a:lnTo>
                  <a:pt x="4086" y="4072"/>
                </a:lnTo>
                <a:lnTo>
                  <a:pt x="4086" y="4071"/>
                </a:lnTo>
                <a:lnTo>
                  <a:pt x="4087" y="4071"/>
                </a:lnTo>
                <a:lnTo>
                  <a:pt x="4086" y="4071"/>
                </a:lnTo>
                <a:lnTo>
                  <a:pt x="4085" y="4072"/>
                </a:lnTo>
                <a:lnTo>
                  <a:pt x="4084" y="4072"/>
                </a:lnTo>
                <a:lnTo>
                  <a:pt x="4083" y="4071"/>
                </a:lnTo>
                <a:lnTo>
                  <a:pt x="4082" y="4071"/>
                </a:lnTo>
                <a:lnTo>
                  <a:pt x="4082" y="4070"/>
                </a:lnTo>
                <a:lnTo>
                  <a:pt x="4081" y="4071"/>
                </a:lnTo>
                <a:lnTo>
                  <a:pt x="4081" y="4070"/>
                </a:lnTo>
                <a:lnTo>
                  <a:pt x="4080" y="4070"/>
                </a:lnTo>
                <a:lnTo>
                  <a:pt x="4080" y="4069"/>
                </a:lnTo>
                <a:lnTo>
                  <a:pt x="4080" y="4070"/>
                </a:lnTo>
                <a:lnTo>
                  <a:pt x="4080" y="4071"/>
                </a:lnTo>
                <a:lnTo>
                  <a:pt x="4080" y="4072"/>
                </a:lnTo>
                <a:lnTo>
                  <a:pt x="4076" y="4072"/>
                </a:lnTo>
                <a:lnTo>
                  <a:pt x="4075" y="4072"/>
                </a:lnTo>
                <a:lnTo>
                  <a:pt x="4075" y="4071"/>
                </a:lnTo>
                <a:lnTo>
                  <a:pt x="4074" y="4071"/>
                </a:lnTo>
                <a:lnTo>
                  <a:pt x="4074" y="4070"/>
                </a:lnTo>
                <a:lnTo>
                  <a:pt x="4069" y="4071"/>
                </a:lnTo>
                <a:lnTo>
                  <a:pt x="4068" y="4072"/>
                </a:lnTo>
                <a:lnTo>
                  <a:pt x="4067" y="4073"/>
                </a:lnTo>
                <a:lnTo>
                  <a:pt x="4065" y="4073"/>
                </a:lnTo>
                <a:lnTo>
                  <a:pt x="4064" y="4073"/>
                </a:lnTo>
                <a:lnTo>
                  <a:pt x="4063" y="4073"/>
                </a:lnTo>
                <a:lnTo>
                  <a:pt x="4062" y="4072"/>
                </a:lnTo>
                <a:lnTo>
                  <a:pt x="4061" y="4073"/>
                </a:lnTo>
                <a:lnTo>
                  <a:pt x="4062" y="4074"/>
                </a:lnTo>
                <a:lnTo>
                  <a:pt x="4063" y="4074"/>
                </a:lnTo>
                <a:lnTo>
                  <a:pt x="4064" y="4075"/>
                </a:lnTo>
                <a:lnTo>
                  <a:pt x="4063" y="4075"/>
                </a:lnTo>
                <a:lnTo>
                  <a:pt x="4064" y="4076"/>
                </a:lnTo>
                <a:lnTo>
                  <a:pt x="4065" y="4078"/>
                </a:lnTo>
                <a:lnTo>
                  <a:pt x="4066" y="4079"/>
                </a:lnTo>
                <a:lnTo>
                  <a:pt x="4067" y="4079"/>
                </a:lnTo>
                <a:lnTo>
                  <a:pt x="4068" y="4080"/>
                </a:lnTo>
                <a:lnTo>
                  <a:pt x="4069" y="4081"/>
                </a:lnTo>
                <a:lnTo>
                  <a:pt x="4070" y="4082"/>
                </a:lnTo>
                <a:lnTo>
                  <a:pt x="4071" y="4082"/>
                </a:lnTo>
                <a:lnTo>
                  <a:pt x="4072" y="4083"/>
                </a:lnTo>
                <a:lnTo>
                  <a:pt x="4073" y="4084"/>
                </a:lnTo>
                <a:lnTo>
                  <a:pt x="4073" y="4085"/>
                </a:lnTo>
                <a:lnTo>
                  <a:pt x="4074" y="4086"/>
                </a:lnTo>
                <a:lnTo>
                  <a:pt x="4074" y="4087"/>
                </a:lnTo>
                <a:lnTo>
                  <a:pt x="4074" y="4088"/>
                </a:lnTo>
                <a:lnTo>
                  <a:pt x="4075" y="4089"/>
                </a:lnTo>
                <a:lnTo>
                  <a:pt x="4076" y="4090"/>
                </a:lnTo>
                <a:lnTo>
                  <a:pt x="4075" y="4091"/>
                </a:lnTo>
                <a:lnTo>
                  <a:pt x="4072" y="4094"/>
                </a:lnTo>
                <a:lnTo>
                  <a:pt x="4071" y="4093"/>
                </a:lnTo>
                <a:lnTo>
                  <a:pt x="4070" y="4091"/>
                </a:lnTo>
                <a:lnTo>
                  <a:pt x="4069" y="4091"/>
                </a:lnTo>
                <a:lnTo>
                  <a:pt x="4068" y="4090"/>
                </a:lnTo>
                <a:lnTo>
                  <a:pt x="4067" y="4091"/>
                </a:lnTo>
                <a:lnTo>
                  <a:pt x="4067" y="4090"/>
                </a:lnTo>
                <a:lnTo>
                  <a:pt x="4067" y="4091"/>
                </a:lnTo>
                <a:lnTo>
                  <a:pt x="4066" y="4091"/>
                </a:lnTo>
                <a:lnTo>
                  <a:pt x="4065" y="4092"/>
                </a:lnTo>
                <a:lnTo>
                  <a:pt x="4066" y="4092"/>
                </a:lnTo>
                <a:lnTo>
                  <a:pt x="4065" y="4093"/>
                </a:lnTo>
                <a:lnTo>
                  <a:pt x="4064" y="4093"/>
                </a:lnTo>
                <a:lnTo>
                  <a:pt x="4063" y="4093"/>
                </a:lnTo>
                <a:lnTo>
                  <a:pt x="4063" y="4094"/>
                </a:lnTo>
                <a:lnTo>
                  <a:pt x="4064" y="4094"/>
                </a:lnTo>
                <a:lnTo>
                  <a:pt x="4065" y="4093"/>
                </a:lnTo>
                <a:lnTo>
                  <a:pt x="4067" y="4093"/>
                </a:lnTo>
                <a:lnTo>
                  <a:pt x="4068" y="4093"/>
                </a:lnTo>
                <a:lnTo>
                  <a:pt x="4069" y="4093"/>
                </a:lnTo>
                <a:lnTo>
                  <a:pt x="4070" y="4094"/>
                </a:lnTo>
                <a:lnTo>
                  <a:pt x="4071" y="4095"/>
                </a:lnTo>
                <a:lnTo>
                  <a:pt x="4071" y="4096"/>
                </a:lnTo>
                <a:lnTo>
                  <a:pt x="4072" y="4096"/>
                </a:lnTo>
                <a:lnTo>
                  <a:pt x="4072" y="4097"/>
                </a:lnTo>
                <a:lnTo>
                  <a:pt x="4072" y="4098"/>
                </a:lnTo>
                <a:lnTo>
                  <a:pt x="4072" y="4100"/>
                </a:lnTo>
                <a:lnTo>
                  <a:pt x="4072" y="4101"/>
                </a:lnTo>
                <a:lnTo>
                  <a:pt x="4073" y="4103"/>
                </a:lnTo>
                <a:lnTo>
                  <a:pt x="4071" y="4103"/>
                </a:lnTo>
                <a:lnTo>
                  <a:pt x="4070" y="4103"/>
                </a:lnTo>
                <a:lnTo>
                  <a:pt x="4069" y="4103"/>
                </a:lnTo>
                <a:lnTo>
                  <a:pt x="4069" y="4102"/>
                </a:lnTo>
                <a:lnTo>
                  <a:pt x="4068" y="4102"/>
                </a:lnTo>
                <a:lnTo>
                  <a:pt x="4068" y="4100"/>
                </a:lnTo>
                <a:lnTo>
                  <a:pt x="4068" y="4099"/>
                </a:lnTo>
                <a:lnTo>
                  <a:pt x="4067" y="4098"/>
                </a:lnTo>
                <a:lnTo>
                  <a:pt x="4067" y="4097"/>
                </a:lnTo>
                <a:lnTo>
                  <a:pt x="4066" y="4096"/>
                </a:lnTo>
                <a:lnTo>
                  <a:pt x="4065" y="4096"/>
                </a:lnTo>
                <a:lnTo>
                  <a:pt x="4066" y="4096"/>
                </a:lnTo>
                <a:lnTo>
                  <a:pt x="4066" y="4097"/>
                </a:lnTo>
                <a:lnTo>
                  <a:pt x="4067" y="4099"/>
                </a:lnTo>
                <a:lnTo>
                  <a:pt x="4067" y="4100"/>
                </a:lnTo>
                <a:lnTo>
                  <a:pt x="4068" y="4103"/>
                </a:lnTo>
                <a:lnTo>
                  <a:pt x="4068" y="4104"/>
                </a:lnTo>
                <a:lnTo>
                  <a:pt x="4068" y="4105"/>
                </a:lnTo>
                <a:lnTo>
                  <a:pt x="4067" y="4105"/>
                </a:lnTo>
                <a:lnTo>
                  <a:pt x="4067" y="4106"/>
                </a:lnTo>
                <a:lnTo>
                  <a:pt x="4067" y="4108"/>
                </a:lnTo>
                <a:lnTo>
                  <a:pt x="4068" y="4108"/>
                </a:lnTo>
                <a:lnTo>
                  <a:pt x="4068" y="4109"/>
                </a:lnTo>
                <a:lnTo>
                  <a:pt x="4068" y="4110"/>
                </a:lnTo>
                <a:lnTo>
                  <a:pt x="4068" y="4111"/>
                </a:lnTo>
                <a:lnTo>
                  <a:pt x="4068" y="4113"/>
                </a:lnTo>
                <a:lnTo>
                  <a:pt x="4067" y="4114"/>
                </a:lnTo>
                <a:lnTo>
                  <a:pt x="4066" y="4115"/>
                </a:lnTo>
                <a:lnTo>
                  <a:pt x="4066" y="4116"/>
                </a:lnTo>
                <a:lnTo>
                  <a:pt x="4067" y="4118"/>
                </a:lnTo>
                <a:lnTo>
                  <a:pt x="4068" y="4117"/>
                </a:lnTo>
                <a:lnTo>
                  <a:pt x="4069" y="4118"/>
                </a:lnTo>
                <a:lnTo>
                  <a:pt x="4071" y="4118"/>
                </a:lnTo>
                <a:lnTo>
                  <a:pt x="4072" y="4118"/>
                </a:lnTo>
                <a:lnTo>
                  <a:pt x="4072" y="4119"/>
                </a:lnTo>
                <a:lnTo>
                  <a:pt x="4073" y="4119"/>
                </a:lnTo>
                <a:lnTo>
                  <a:pt x="4074" y="4119"/>
                </a:lnTo>
                <a:lnTo>
                  <a:pt x="4074" y="4120"/>
                </a:lnTo>
                <a:lnTo>
                  <a:pt x="4074" y="4121"/>
                </a:lnTo>
                <a:lnTo>
                  <a:pt x="4074" y="4122"/>
                </a:lnTo>
                <a:lnTo>
                  <a:pt x="4073" y="4122"/>
                </a:lnTo>
                <a:lnTo>
                  <a:pt x="4072" y="4122"/>
                </a:lnTo>
                <a:lnTo>
                  <a:pt x="4071" y="4122"/>
                </a:lnTo>
                <a:lnTo>
                  <a:pt x="4071" y="4123"/>
                </a:lnTo>
                <a:lnTo>
                  <a:pt x="4070" y="4123"/>
                </a:lnTo>
                <a:lnTo>
                  <a:pt x="4070" y="4124"/>
                </a:lnTo>
                <a:lnTo>
                  <a:pt x="4072" y="4125"/>
                </a:lnTo>
                <a:lnTo>
                  <a:pt x="4072" y="4126"/>
                </a:lnTo>
                <a:lnTo>
                  <a:pt x="4073" y="4126"/>
                </a:lnTo>
                <a:lnTo>
                  <a:pt x="4072" y="4127"/>
                </a:lnTo>
                <a:lnTo>
                  <a:pt x="4071" y="4127"/>
                </a:lnTo>
                <a:lnTo>
                  <a:pt x="4070" y="4127"/>
                </a:lnTo>
                <a:lnTo>
                  <a:pt x="4069" y="4127"/>
                </a:lnTo>
                <a:lnTo>
                  <a:pt x="4069" y="4129"/>
                </a:lnTo>
                <a:lnTo>
                  <a:pt x="4069" y="4130"/>
                </a:lnTo>
                <a:lnTo>
                  <a:pt x="4069" y="4131"/>
                </a:lnTo>
                <a:lnTo>
                  <a:pt x="4069" y="4132"/>
                </a:lnTo>
                <a:lnTo>
                  <a:pt x="4069" y="4133"/>
                </a:lnTo>
                <a:lnTo>
                  <a:pt x="4070" y="4133"/>
                </a:lnTo>
                <a:lnTo>
                  <a:pt x="4070" y="4134"/>
                </a:lnTo>
                <a:lnTo>
                  <a:pt x="4071" y="4134"/>
                </a:lnTo>
                <a:lnTo>
                  <a:pt x="4071" y="4135"/>
                </a:lnTo>
                <a:lnTo>
                  <a:pt x="4072" y="4135"/>
                </a:lnTo>
                <a:lnTo>
                  <a:pt x="4071" y="4136"/>
                </a:lnTo>
                <a:lnTo>
                  <a:pt x="4071" y="4137"/>
                </a:lnTo>
                <a:lnTo>
                  <a:pt x="4070" y="4137"/>
                </a:lnTo>
                <a:lnTo>
                  <a:pt x="4069" y="4137"/>
                </a:lnTo>
                <a:lnTo>
                  <a:pt x="4068" y="4138"/>
                </a:lnTo>
                <a:lnTo>
                  <a:pt x="4067" y="4140"/>
                </a:lnTo>
                <a:lnTo>
                  <a:pt x="4068" y="4140"/>
                </a:lnTo>
                <a:lnTo>
                  <a:pt x="4068" y="4141"/>
                </a:lnTo>
                <a:lnTo>
                  <a:pt x="4069" y="4142"/>
                </a:lnTo>
                <a:lnTo>
                  <a:pt x="4068" y="4142"/>
                </a:lnTo>
                <a:lnTo>
                  <a:pt x="4068" y="4143"/>
                </a:lnTo>
                <a:lnTo>
                  <a:pt x="4068" y="4144"/>
                </a:lnTo>
                <a:lnTo>
                  <a:pt x="4068" y="4143"/>
                </a:lnTo>
                <a:lnTo>
                  <a:pt x="4067" y="4144"/>
                </a:lnTo>
                <a:lnTo>
                  <a:pt x="4066" y="4145"/>
                </a:lnTo>
                <a:lnTo>
                  <a:pt x="4065" y="4145"/>
                </a:lnTo>
                <a:lnTo>
                  <a:pt x="4065" y="4144"/>
                </a:lnTo>
                <a:lnTo>
                  <a:pt x="4065" y="4141"/>
                </a:lnTo>
                <a:lnTo>
                  <a:pt x="4065" y="4142"/>
                </a:lnTo>
                <a:lnTo>
                  <a:pt x="4065" y="4143"/>
                </a:lnTo>
                <a:lnTo>
                  <a:pt x="4064" y="4143"/>
                </a:lnTo>
                <a:lnTo>
                  <a:pt x="4064" y="4144"/>
                </a:lnTo>
                <a:lnTo>
                  <a:pt x="4064" y="4146"/>
                </a:lnTo>
                <a:lnTo>
                  <a:pt x="4065" y="4146"/>
                </a:lnTo>
                <a:lnTo>
                  <a:pt x="4066" y="4147"/>
                </a:lnTo>
                <a:lnTo>
                  <a:pt x="4067" y="4149"/>
                </a:lnTo>
                <a:lnTo>
                  <a:pt x="4067" y="4150"/>
                </a:lnTo>
                <a:lnTo>
                  <a:pt x="4068" y="4153"/>
                </a:lnTo>
                <a:lnTo>
                  <a:pt x="4068" y="4154"/>
                </a:lnTo>
                <a:lnTo>
                  <a:pt x="4067" y="4154"/>
                </a:lnTo>
                <a:lnTo>
                  <a:pt x="4068" y="4154"/>
                </a:lnTo>
                <a:lnTo>
                  <a:pt x="4068" y="4155"/>
                </a:lnTo>
                <a:lnTo>
                  <a:pt x="4069" y="4156"/>
                </a:lnTo>
                <a:lnTo>
                  <a:pt x="4068" y="4156"/>
                </a:lnTo>
                <a:lnTo>
                  <a:pt x="4069" y="4157"/>
                </a:lnTo>
                <a:lnTo>
                  <a:pt x="4069" y="4158"/>
                </a:lnTo>
                <a:lnTo>
                  <a:pt x="4068" y="4157"/>
                </a:lnTo>
                <a:lnTo>
                  <a:pt x="4067" y="4157"/>
                </a:lnTo>
                <a:lnTo>
                  <a:pt x="4066" y="4157"/>
                </a:lnTo>
                <a:lnTo>
                  <a:pt x="4065" y="4157"/>
                </a:lnTo>
                <a:lnTo>
                  <a:pt x="4063" y="4159"/>
                </a:lnTo>
                <a:lnTo>
                  <a:pt x="4062" y="4158"/>
                </a:lnTo>
                <a:lnTo>
                  <a:pt x="4061" y="4158"/>
                </a:lnTo>
                <a:lnTo>
                  <a:pt x="4060" y="4157"/>
                </a:lnTo>
                <a:lnTo>
                  <a:pt x="4059" y="4157"/>
                </a:lnTo>
                <a:lnTo>
                  <a:pt x="4059" y="4156"/>
                </a:lnTo>
                <a:lnTo>
                  <a:pt x="4058" y="4156"/>
                </a:lnTo>
                <a:lnTo>
                  <a:pt x="4057" y="4155"/>
                </a:lnTo>
                <a:lnTo>
                  <a:pt x="4057" y="4154"/>
                </a:lnTo>
                <a:lnTo>
                  <a:pt x="4057" y="4153"/>
                </a:lnTo>
                <a:lnTo>
                  <a:pt x="4055" y="4150"/>
                </a:lnTo>
                <a:lnTo>
                  <a:pt x="4053" y="4147"/>
                </a:lnTo>
                <a:lnTo>
                  <a:pt x="4052" y="4147"/>
                </a:lnTo>
                <a:lnTo>
                  <a:pt x="4050" y="4147"/>
                </a:lnTo>
                <a:lnTo>
                  <a:pt x="4051" y="4149"/>
                </a:lnTo>
                <a:lnTo>
                  <a:pt x="4049" y="4150"/>
                </a:lnTo>
                <a:lnTo>
                  <a:pt x="4047" y="4152"/>
                </a:lnTo>
                <a:lnTo>
                  <a:pt x="4046" y="4151"/>
                </a:lnTo>
                <a:lnTo>
                  <a:pt x="4046" y="4150"/>
                </a:lnTo>
                <a:lnTo>
                  <a:pt x="4045" y="4150"/>
                </a:lnTo>
                <a:lnTo>
                  <a:pt x="4045" y="4151"/>
                </a:lnTo>
                <a:lnTo>
                  <a:pt x="4046" y="4153"/>
                </a:lnTo>
                <a:lnTo>
                  <a:pt x="4047" y="4154"/>
                </a:lnTo>
                <a:lnTo>
                  <a:pt x="4047" y="4156"/>
                </a:lnTo>
                <a:lnTo>
                  <a:pt x="4047" y="4157"/>
                </a:lnTo>
                <a:lnTo>
                  <a:pt x="4048" y="4157"/>
                </a:lnTo>
                <a:lnTo>
                  <a:pt x="4048" y="4158"/>
                </a:lnTo>
                <a:lnTo>
                  <a:pt x="4049" y="4158"/>
                </a:lnTo>
                <a:lnTo>
                  <a:pt x="4050" y="4159"/>
                </a:lnTo>
                <a:lnTo>
                  <a:pt x="4051" y="4159"/>
                </a:lnTo>
                <a:lnTo>
                  <a:pt x="4052" y="4159"/>
                </a:lnTo>
                <a:lnTo>
                  <a:pt x="4052" y="4160"/>
                </a:lnTo>
                <a:lnTo>
                  <a:pt x="4052" y="4161"/>
                </a:lnTo>
                <a:lnTo>
                  <a:pt x="4051" y="4163"/>
                </a:lnTo>
                <a:lnTo>
                  <a:pt x="4051" y="4164"/>
                </a:lnTo>
                <a:lnTo>
                  <a:pt x="4050" y="4164"/>
                </a:lnTo>
                <a:lnTo>
                  <a:pt x="4050" y="4165"/>
                </a:lnTo>
                <a:lnTo>
                  <a:pt x="4050" y="4167"/>
                </a:lnTo>
                <a:lnTo>
                  <a:pt x="4051" y="4167"/>
                </a:lnTo>
                <a:lnTo>
                  <a:pt x="4052" y="4167"/>
                </a:lnTo>
                <a:lnTo>
                  <a:pt x="4052" y="4168"/>
                </a:lnTo>
                <a:lnTo>
                  <a:pt x="4051" y="4168"/>
                </a:lnTo>
                <a:lnTo>
                  <a:pt x="4051" y="4167"/>
                </a:lnTo>
                <a:lnTo>
                  <a:pt x="4051" y="4168"/>
                </a:lnTo>
                <a:lnTo>
                  <a:pt x="4050" y="4168"/>
                </a:lnTo>
                <a:lnTo>
                  <a:pt x="4049" y="4168"/>
                </a:lnTo>
                <a:lnTo>
                  <a:pt x="4049" y="4169"/>
                </a:lnTo>
                <a:lnTo>
                  <a:pt x="4048" y="4169"/>
                </a:lnTo>
                <a:lnTo>
                  <a:pt x="4048" y="4170"/>
                </a:lnTo>
                <a:lnTo>
                  <a:pt x="4047" y="4171"/>
                </a:lnTo>
                <a:lnTo>
                  <a:pt x="4047" y="4170"/>
                </a:lnTo>
                <a:lnTo>
                  <a:pt x="4046" y="4170"/>
                </a:lnTo>
                <a:lnTo>
                  <a:pt x="4045" y="4169"/>
                </a:lnTo>
                <a:lnTo>
                  <a:pt x="4045" y="4168"/>
                </a:lnTo>
                <a:lnTo>
                  <a:pt x="4042" y="4168"/>
                </a:lnTo>
                <a:lnTo>
                  <a:pt x="4042" y="4169"/>
                </a:lnTo>
                <a:lnTo>
                  <a:pt x="4041" y="4169"/>
                </a:lnTo>
                <a:lnTo>
                  <a:pt x="4040" y="4169"/>
                </a:lnTo>
                <a:lnTo>
                  <a:pt x="4039" y="4169"/>
                </a:lnTo>
                <a:lnTo>
                  <a:pt x="4038" y="4169"/>
                </a:lnTo>
                <a:lnTo>
                  <a:pt x="4038" y="4167"/>
                </a:lnTo>
                <a:lnTo>
                  <a:pt x="4038" y="4166"/>
                </a:lnTo>
                <a:lnTo>
                  <a:pt x="4037" y="4166"/>
                </a:lnTo>
                <a:lnTo>
                  <a:pt x="4036" y="4164"/>
                </a:lnTo>
                <a:lnTo>
                  <a:pt x="4036" y="4163"/>
                </a:lnTo>
                <a:lnTo>
                  <a:pt x="4036" y="4161"/>
                </a:lnTo>
                <a:lnTo>
                  <a:pt x="4035" y="4160"/>
                </a:lnTo>
                <a:lnTo>
                  <a:pt x="4034" y="4159"/>
                </a:lnTo>
                <a:lnTo>
                  <a:pt x="4034" y="4160"/>
                </a:lnTo>
                <a:lnTo>
                  <a:pt x="4035" y="4161"/>
                </a:lnTo>
                <a:lnTo>
                  <a:pt x="4035" y="4162"/>
                </a:lnTo>
                <a:lnTo>
                  <a:pt x="4035" y="4163"/>
                </a:lnTo>
                <a:lnTo>
                  <a:pt x="4035" y="4164"/>
                </a:lnTo>
                <a:lnTo>
                  <a:pt x="4035" y="4165"/>
                </a:lnTo>
                <a:lnTo>
                  <a:pt x="4034" y="4165"/>
                </a:lnTo>
                <a:lnTo>
                  <a:pt x="4033" y="4165"/>
                </a:lnTo>
                <a:lnTo>
                  <a:pt x="4033" y="4166"/>
                </a:lnTo>
                <a:lnTo>
                  <a:pt x="4032" y="4167"/>
                </a:lnTo>
                <a:lnTo>
                  <a:pt x="4032" y="4168"/>
                </a:lnTo>
                <a:lnTo>
                  <a:pt x="4033" y="4168"/>
                </a:lnTo>
                <a:lnTo>
                  <a:pt x="4033" y="4169"/>
                </a:lnTo>
                <a:lnTo>
                  <a:pt x="4033" y="4170"/>
                </a:lnTo>
                <a:lnTo>
                  <a:pt x="4033" y="4171"/>
                </a:lnTo>
                <a:lnTo>
                  <a:pt x="4035" y="4176"/>
                </a:lnTo>
                <a:lnTo>
                  <a:pt x="4036" y="4176"/>
                </a:lnTo>
                <a:lnTo>
                  <a:pt x="4037" y="4177"/>
                </a:lnTo>
                <a:lnTo>
                  <a:pt x="4037" y="4178"/>
                </a:lnTo>
                <a:lnTo>
                  <a:pt x="4038" y="4179"/>
                </a:lnTo>
                <a:lnTo>
                  <a:pt x="4038" y="4180"/>
                </a:lnTo>
                <a:lnTo>
                  <a:pt x="4039" y="4179"/>
                </a:lnTo>
                <a:lnTo>
                  <a:pt x="4039" y="4180"/>
                </a:lnTo>
                <a:lnTo>
                  <a:pt x="4039" y="4181"/>
                </a:lnTo>
                <a:lnTo>
                  <a:pt x="4039" y="4180"/>
                </a:lnTo>
                <a:lnTo>
                  <a:pt x="4038" y="4180"/>
                </a:lnTo>
                <a:lnTo>
                  <a:pt x="4038" y="4181"/>
                </a:lnTo>
                <a:lnTo>
                  <a:pt x="4037" y="4181"/>
                </a:lnTo>
                <a:lnTo>
                  <a:pt x="4037" y="4182"/>
                </a:lnTo>
                <a:lnTo>
                  <a:pt x="4038" y="4182"/>
                </a:lnTo>
                <a:lnTo>
                  <a:pt x="4039" y="4182"/>
                </a:lnTo>
                <a:lnTo>
                  <a:pt x="4039" y="4183"/>
                </a:lnTo>
                <a:lnTo>
                  <a:pt x="4038" y="4183"/>
                </a:lnTo>
                <a:lnTo>
                  <a:pt x="4037" y="4183"/>
                </a:lnTo>
                <a:lnTo>
                  <a:pt x="4037" y="4184"/>
                </a:lnTo>
                <a:lnTo>
                  <a:pt x="4036" y="4186"/>
                </a:lnTo>
                <a:lnTo>
                  <a:pt x="4035" y="4186"/>
                </a:lnTo>
                <a:lnTo>
                  <a:pt x="4034" y="4185"/>
                </a:lnTo>
                <a:lnTo>
                  <a:pt x="4033" y="4185"/>
                </a:lnTo>
                <a:lnTo>
                  <a:pt x="4033" y="4184"/>
                </a:lnTo>
                <a:lnTo>
                  <a:pt x="4032" y="4184"/>
                </a:lnTo>
                <a:lnTo>
                  <a:pt x="4032" y="4183"/>
                </a:lnTo>
                <a:lnTo>
                  <a:pt x="4032" y="4182"/>
                </a:lnTo>
                <a:lnTo>
                  <a:pt x="4030" y="4183"/>
                </a:lnTo>
                <a:lnTo>
                  <a:pt x="4030" y="4182"/>
                </a:lnTo>
                <a:lnTo>
                  <a:pt x="4030" y="4180"/>
                </a:lnTo>
                <a:lnTo>
                  <a:pt x="4030" y="4179"/>
                </a:lnTo>
                <a:lnTo>
                  <a:pt x="4031" y="4179"/>
                </a:lnTo>
                <a:lnTo>
                  <a:pt x="4031" y="4178"/>
                </a:lnTo>
                <a:lnTo>
                  <a:pt x="4032" y="4177"/>
                </a:lnTo>
                <a:lnTo>
                  <a:pt x="4031" y="4177"/>
                </a:lnTo>
                <a:lnTo>
                  <a:pt x="4030" y="4177"/>
                </a:lnTo>
                <a:lnTo>
                  <a:pt x="4030" y="4178"/>
                </a:lnTo>
                <a:lnTo>
                  <a:pt x="4029" y="4179"/>
                </a:lnTo>
                <a:lnTo>
                  <a:pt x="4028" y="4179"/>
                </a:lnTo>
                <a:lnTo>
                  <a:pt x="4028" y="4178"/>
                </a:lnTo>
                <a:lnTo>
                  <a:pt x="4029" y="4177"/>
                </a:lnTo>
                <a:lnTo>
                  <a:pt x="4029" y="4176"/>
                </a:lnTo>
                <a:lnTo>
                  <a:pt x="4030" y="4176"/>
                </a:lnTo>
                <a:lnTo>
                  <a:pt x="4029" y="4176"/>
                </a:lnTo>
                <a:lnTo>
                  <a:pt x="4030" y="4175"/>
                </a:lnTo>
                <a:lnTo>
                  <a:pt x="4029" y="4175"/>
                </a:lnTo>
                <a:lnTo>
                  <a:pt x="4028" y="4176"/>
                </a:lnTo>
                <a:lnTo>
                  <a:pt x="4029" y="4176"/>
                </a:lnTo>
                <a:lnTo>
                  <a:pt x="4028" y="4177"/>
                </a:lnTo>
                <a:lnTo>
                  <a:pt x="4027" y="4177"/>
                </a:lnTo>
                <a:lnTo>
                  <a:pt x="4027" y="4176"/>
                </a:lnTo>
                <a:lnTo>
                  <a:pt x="4026" y="4176"/>
                </a:lnTo>
                <a:lnTo>
                  <a:pt x="4025" y="4176"/>
                </a:lnTo>
                <a:lnTo>
                  <a:pt x="4024" y="4175"/>
                </a:lnTo>
                <a:lnTo>
                  <a:pt x="4023" y="4173"/>
                </a:lnTo>
                <a:lnTo>
                  <a:pt x="4022" y="4173"/>
                </a:lnTo>
                <a:lnTo>
                  <a:pt x="4022" y="4172"/>
                </a:lnTo>
                <a:lnTo>
                  <a:pt x="4021" y="4171"/>
                </a:lnTo>
                <a:lnTo>
                  <a:pt x="4020" y="4170"/>
                </a:lnTo>
                <a:lnTo>
                  <a:pt x="4020" y="4169"/>
                </a:lnTo>
                <a:lnTo>
                  <a:pt x="4018" y="4168"/>
                </a:lnTo>
                <a:lnTo>
                  <a:pt x="4018" y="4167"/>
                </a:lnTo>
                <a:lnTo>
                  <a:pt x="4017" y="4167"/>
                </a:lnTo>
                <a:lnTo>
                  <a:pt x="4017" y="4166"/>
                </a:lnTo>
                <a:lnTo>
                  <a:pt x="4016" y="4165"/>
                </a:lnTo>
                <a:lnTo>
                  <a:pt x="4016" y="4164"/>
                </a:lnTo>
                <a:lnTo>
                  <a:pt x="4015" y="4163"/>
                </a:lnTo>
                <a:lnTo>
                  <a:pt x="4015" y="4162"/>
                </a:lnTo>
                <a:lnTo>
                  <a:pt x="4015" y="4161"/>
                </a:lnTo>
                <a:lnTo>
                  <a:pt x="4015" y="4160"/>
                </a:lnTo>
                <a:lnTo>
                  <a:pt x="4015" y="4159"/>
                </a:lnTo>
                <a:lnTo>
                  <a:pt x="4015" y="4158"/>
                </a:lnTo>
                <a:lnTo>
                  <a:pt x="4015" y="4157"/>
                </a:lnTo>
                <a:lnTo>
                  <a:pt x="4016" y="4156"/>
                </a:lnTo>
                <a:lnTo>
                  <a:pt x="4016" y="4153"/>
                </a:lnTo>
                <a:lnTo>
                  <a:pt x="4015" y="4153"/>
                </a:lnTo>
                <a:lnTo>
                  <a:pt x="4015" y="4152"/>
                </a:lnTo>
                <a:lnTo>
                  <a:pt x="4014" y="4150"/>
                </a:lnTo>
                <a:lnTo>
                  <a:pt x="4014" y="4149"/>
                </a:lnTo>
                <a:lnTo>
                  <a:pt x="4014" y="4148"/>
                </a:lnTo>
                <a:lnTo>
                  <a:pt x="4014" y="4147"/>
                </a:lnTo>
                <a:lnTo>
                  <a:pt x="4014" y="4146"/>
                </a:lnTo>
                <a:lnTo>
                  <a:pt x="4014" y="4145"/>
                </a:lnTo>
                <a:lnTo>
                  <a:pt x="4015" y="4145"/>
                </a:lnTo>
                <a:lnTo>
                  <a:pt x="4015" y="4144"/>
                </a:lnTo>
                <a:lnTo>
                  <a:pt x="4016" y="4144"/>
                </a:lnTo>
                <a:lnTo>
                  <a:pt x="4016" y="4143"/>
                </a:lnTo>
                <a:lnTo>
                  <a:pt x="4015" y="4144"/>
                </a:lnTo>
                <a:lnTo>
                  <a:pt x="4014" y="4145"/>
                </a:lnTo>
                <a:lnTo>
                  <a:pt x="4013" y="4146"/>
                </a:lnTo>
                <a:lnTo>
                  <a:pt x="4013" y="4145"/>
                </a:lnTo>
                <a:lnTo>
                  <a:pt x="4012" y="4145"/>
                </a:lnTo>
                <a:lnTo>
                  <a:pt x="4012" y="4144"/>
                </a:lnTo>
                <a:lnTo>
                  <a:pt x="4011" y="4144"/>
                </a:lnTo>
                <a:lnTo>
                  <a:pt x="4011" y="4143"/>
                </a:lnTo>
                <a:lnTo>
                  <a:pt x="4010" y="4143"/>
                </a:lnTo>
                <a:lnTo>
                  <a:pt x="4010" y="4144"/>
                </a:lnTo>
                <a:lnTo>
                  <a:pt x="4011" y="4144"/>
                </a:lnTo>
                <a:lnTo>
                  <a:pt x="4011" y="4145"/>
                </a:lnTo>
                <a:lnTo>
                  <a:pt x="4011" y="4146"/>
                </a:lnTo>
                <a:lnTo>
                  <a:pt x="4011" y="4147"/>
                </a:lnTo>
                <a:lnTo>
                  <a:pt x="4011" y="4148"/>
                </a:lnTo>
                <a:lnTo>
                  <a:pt x="4012" y="4150"/>
                </a:lnTo>
                <a:lnTo>
                  <a:pt x="4011" y="4151"/>
                </a:lnTo>
                <a:lnTo>
                  <a:pt x="4010" y="4152"/>
                </a:lnTo>
                <a:lnTo>
                  <a:pt x="4012" y="4153"/>
                </a:lnTo>
                <a:lnTo>
                  <a:pt x="4010" y="4156"/>
                </a:lnTo>
                <a:lnTo>
                  <a:pt x="4009" y="4157"/>
                </a:lnTo>
                <a:lnTo>
                  <a:pt x="4005" y="4155"/>
                </a:lnTo>
                <a:lnTo>
                  <a:pt x="4004" y="4158"/>
                </a:lnTo>
                <a:lnTo>
                  <a:pt x="4005" y="4159"/>
                </a:lnTo>
                <a:lnTo>
                  <a:pt x="4005" y="4160"/>
                </a:lnTo>
                <a:lnTo>
                  <a:pt x="4005" y="4161"/>
                </a:lnTo>
                <a:lnTo>
                  <a:pt x="4004" y="4162"/>
                </a:lnTo>
                <a:lnTo>
                  <a:pt x="4005" y="4162"/>
                </a:lnTo>
                <a:lnTo>
                  <a:pt x="4005" y="4163"/>
                </a:lnTo>
                <a:lnTo>
                  <a:pt x="4004" y="4162"/>
                </a:lnTo>
                <a:lnTo>
                  <a:pt x="4004" y="4163"/>
                </a:lnTo>
                <a:lnTo>
                  <a:pt x="4003" y="4163"/>
                </a:lnTo>
                <a:lnTo>
                  <a:pt x="4004" y="4163"/>
                </a:lnTo>
                <a:lnTo>
                  <a:pt x="4004" y="4169"/>
                </a:lnTo>
                <a:lnTo>
                  <a:pt x="4005" y="4169"/>
                </a:lnTo>
                <a:lnTo>
                  <a:pt x="4005" y="4170"/>
                </a:lnTo>
                <a:lnTo>
                  <a:pt x="4006" y="4172"/>
                </a:lnTo>
                <a:lnTo>
                  <a:pt x="4006" y="4173"/>
                </a:lnTo>
                <a:lnTo>
                  <a:pt x="4006" y="4174"/>
                </a:lnTo>
                <a:lnTo>
                  <a:pt x="4006" y="4175"/>
                </a:lnTo>
                <a:lnTo>
                  <a:pt x="4006" y="4176"/>
                </a:lnTo>
                <a:lnTo>
                  <a:pt x="4007" y="4177"/>
                </a:lnTo>
                <a:lnTo>
                  <a:pt x="4007" y="4178"/>
                </a:lnTo>
                <a:lnTo>
                  <a:pt x="4007" y="4179"/>
                </a:lnTo>
                <a:lnTo>
                  <a:pt x="4006" y="4180"/>
                </a:lnTo>
                <a:lnTo>
                  <a:pt x="4005" y="4181"/>
                </a:lnTo>
                <a:lnTo>
                  <a:pt x="4004" y="4181"/>
                </a:lnTo>
                <a:lnTo>
                  <a:pt x="4003" y="4182"/>
                </a:lnTo>
                <a:lnTo>
                  <a:pt x="4003" y="4183"/>
                </a:lnTo>
                <a:lnTo>
                  <a:pt x="4003" y="4184"/>
                </a:lnTo>
                <a:lnTo>
                  <a:pt x="4002" y="4185"/>
                </a:lnTo>
                <a:lnTo>
                  <a:pt x="4002" y="4186"/>
                </a:lnTo>
                <a:lnTo>
                  <a:pt x="4002" y="4187"/>
                </a:lnTo>
                <a:lnTo>
                  <a:pt x="4000" y="4188"/>
                </a:lnTo>
                <a:lnTo>
                  <a:pt x="3999" y="4188"/>
                </a:lnTo>
                <a:lnTo>
                  <a:pt x="3999" y="4189"/>
                </a:lnTo>
                <a:lnTo>
                  <a:pt x="3998" y="4190"/>
                </a:lnTo>
                <a:lnTo>
                  <a:pt x="3997" y="4190"/>
                </a:lnTo>
                <a:lnTo>
                  <a:pt x="3996" y="4190"/>
                </a:lnTo>
                <a:lnTo>
                  <a:pt x="3996" y="4192"/>
                </a:lnTo>
                <a:lnTo>
                  <a:pt x="3995" y="4192"/>
                </a:lnTo>
                <a:lnTo>
                  <a:pt x="3994" y="4192"/>
                </a:lnTo>
                <a:lnTo>
                  <a:pt x="3993" y="4192"/>
                </a:lnTo>
                <a:lnTo>
                  <a:pt x="3992" y="4192"/>
                </a:lnTo>
                <a:lnTo>
                  <a:pt x="3991" y="4191"/>
                </a:lnTo>
                <a:lnTo>
                  <a:pt x="3991" y="4190"/>
                </a:lnTo>
                <a:lnTo>
                  <a:pt x="3991" y="4189"/>
                </a:lnTo>
                <a:lnTo>
                  <a:pt x="3991" y="4188"/>
                </a:lnTo>
                <a:lnTo>
                  <a:pt x="3990" y="4188"/>
                </a:lnTo>
                <a:lnTo>
                  <a:pt x="3989" y="4188"/>
                </a:lnTo>
                <a:lnTo>
                  <a:pt x="3988" y="4188"/>
                </a:lnTo>
                <a:lnTo>
                  <a:pt x="3988" y="4187"/>
                </a:lnTo>
                <a:lnTo>
                  <a:pt x="3987" y="4185"/>
                </a:lnTo>
                <a:lnTo>
                  <a:pt x="3987" y="4184"/>
                </a:lnTo>
                <a:lnTo>
                  <a:pt x="3986" y="4184"/>
                </a:lnTo>
                <a:lnTo>
                  <a:pt x="3986" y="4183"/>
                </a:lnTo>
                <a:lnTo>
                  <a:pt x="3987" y="4183"/>
                </a:lnTo>
                <a:lnTo>
                  <a:pt x="3987" y="4182"/>
                </a:lnTo>
                <a:lnTo>
                  <a:pt x="3986" y="4182"/>
                </a:lnTo>
                <a:lnTo>
                  <a:pt x="3985" y="4181"/>
                </a:lnTo>
                <a:lnTo>
                  <a:pt x="3983" y="4180"/>
                </a:lnTo>
                <a:lnTo>
                  <a:pt x="3983" y="4179"/>
                </a:lnTo>
                <a:lnTo>
                  <a:pt x="3982" y="4179"/>
                </a:lnTo>
                <a:lnTo>
                  <a:pt x="3982" y="4180"/>
                </a:lnTo>
                <a:lnTo>
                  <a:pt x="3983" y="4180"/>
                </a:lnTo>
                <a:lnTo>
                  <a:pt x="3983" y="4181"/>
                </a:lnTo>
                <a:lnTo>
                  <a:pt x="3981" y="4181"/>
                </a:lnTo>
                <a:lnTo>
                  <a:pt x="3980" y="4182"/>
                </a:lnTo>
                <a:lnTo>
                  <a:pt x="3979" y="4182"/>
                </a:lnTo>
                <a:lnTo>
                  <a:pt x="3978" y="4182"/>
                </a:lnTo>
                <a:lnTo>
                  <a:pt x="3977" y="4182"/>
                </a:lnTo>
                <a:lnTo>
                  <a:pt x="3977" y="4183"/>
                </a:lnTo>
                <a:lnTo>
                  <a:pt x="3975" y="4184"/>
                </a:lnTo>
                <a:lnTo>
                  <a:pt x="3974" y="4185"/>
                </a:lnTo>
                <a:lnTo>
                  <a:pt x="3973" y="4186"/>
                </a:lnTo>
                <a:lnTo>
                  <a:pt x="3973" y="4187"/>
                </a:lnTo>
                <a:lnTo>
                  <a:pt x="3974" y="4188"/>
                </a:lnTo>
                <a:lnTo>
                  <a:pt x="3973" y="4189"/>
                </a:lnTo>
                <a:lnTo>
                  <a:pt x="3972" y="4189"/>
                </a:lnTo>
                <a:lnTo>
                  <a:pt x="3971" y="4189"/>
                </a:lnTo>
                <a:lnTo>
                  <a:pt x="3970" y="4190"/>
                </a:lnTo>
                <a:lnTo>
                  <a:pt x="3969" y="4189"/>
                </a:lnTo>
                <a:lnTo>
                  <a:pt x="3969" y="4190"/>
                </a:lnTo>
                <a:lnTo>
                  <a:pt x="3968" y="4191"/>
                </a:lnTo>
                <a:lnTo>
                  <a:pt x="3967" y="4192"/>
                </a:lnTo>
                <a:lnTo>
                  <a:pt x="3967" y="4193"/>
                </a:lnTo>
                <a:lnTo>
                  <a:pt x="3967" y="4195"/>
                </a:lnTo>
                <a:lnTo>
                  <a:pt x="3966" y="4195"/>
                </a:lnTo>
                <a:lnTo>
                  <a:pt x="3965" y="4195"/>
                </a:lnTo>
                <a:lnTo>
                  <a:pt x="3964" y="4196"/>
                </a:lnTo>
                <a:lnTo>
                  <a:pt x="3964" y="4198"/>
                </a:lnTo>
                <a:lnTo>
                  <a:pt x="3963" y="4198"/>
                </a:lnTo>
                <a:lnTo>
                  <a:pt x="3963" y="4199"/>
                </a:lnTo>
                <a:lnTo>
                  <a:pt x="3962" y="4200"/>
                </a:lnTo>
                <a:lnTo>
                  <a:pt x="3963" y="4202"/>
                </a:lnTo>
                <a:lnTo>
                  <a:pt x="3963" y="4203"/>
                </a:lnTo>
                <a:lnTo>
                  <a:pt x="3962" y="4203"/>
                </a:lnTo>
                <a:lnTo>
                  <a:pt x="3961" y="4203"/>
                </a:lnTo>
                <a:lnTo>
                  <a:pt x="3960" y="4203"/>
                </a:lnTo>
                <a:lnTo>
                  <a:pt x="3960" y="4204"/>
                </a:lnTo>
                <a:lnTo>
                  <a:pt x="3960" y="4205"/>
                </a:lnTo>
                <a:lnTo>
                  <a:pt x="3959" y="4205"/>
                </a:lnTo>
                <a:lnTo>
                  <a:pt x="3958" y="4206"/>
                </a:lnTo>
                <a:lnTo>
                  <a:pt x="3957" y="4206"/>
                </a:lnTo>
                <a:lnTo>
                  <a:pt x="3956" y="4207"/>
                </a:lnTo>
                <a:lnTo>
                  <a:pt x="3954" y="4207"/>
                </a:lnTo>
                <a:lnTo>
                  <a:pt x="3954" y="4208"/>
                </a:lnTo>
                <a:lnTo>
                  <a:pt x="3953" y="4208"/>
                </a:lnTo>
                <a:lnTo>
                  <a:pt x="3952" y="4207"/>
                </a:lnTo>
                <a:lnTo>
                  <a:pt x="3951" y="4207"/>
                </a:lnTo>
                <a:lnTo>
                  <a:pt x="3950" y="4207"/>
                </a:lnTo>
                <a:lnTo>
                  <a:pt x="3950" y="4206"/>
                </a:lnTo>
                <a:lnTo>
                  <a:pt x="3950" y="4205"/>
                </a:lnTo>
                <a:lnTo>
                  <a:pt x="3949" y="4205"/>
                </a:lnTo>
                <a:lnTo>
                  <a:pt x="3949" y="4206"/>
                </a:lnTo>
                <a:lnTo>
                  <a:pt x="3948" y="4206"/>
                </a:lnTo>
                <a:lnTo>
                  <a:pt x="3947" y="4205"/>
                </a:lnTo>
                <a:lnTo>
                  <a:pt x="3946" y="4205"/>
                </a:lnTo>
                <a:lnTo>
                  <a:pt x="3945" y="4205"/>
                </a:lnTo>
                <a:lnTo>
                  <a:pt x="3945" y="4204"/>
                </a:lnTo>
                <a:lnTo>
                  <a:pt x="3944" y="4204"/>
                </a:lnTo>
                <a:lnTo>
                  <a:pt x="3943" y="4204"/>
                </a:lnTo>
                <a:lnTo>
                  <a:pt x="3943" y="4203"/>
                </a:lnTo>
                <a:lnTo>
                  <a:pt x="3942" y="4203"/>
                </a:lnTo>
                <a:lnTo>
                  <a:pt x="3941" y="4202"/>
                </a:lnTo>
                <a:lnTo>
                  <a:pt x="3940" y="4202"/>
                </a:lnTo>
                <a:lnTo>
                  <a:pt x="3939" y="4202"/>
                </a:lnTo>
                <a:lnTo>
                  <a:pt x="3938" y="4202"/>
                </a:lnTo>
                <a:lnTo>
                  <a:pt x="3937" y="4202"/>
                </a:lnTo>
                <a:lnTo>
                  <a:pt x="3937" y="4201"/>
                </a:lnTo>
                <a:lnTo>
                  <a:pt x="3936" y="4201"/>
                </a:lnTo>
                <a:lnTo>
                  <a:pt x="3936" y="4200"/>
                </a:lnTo>
                <a:lnTo>
                  <a:pt x="3935" y="4200"/>
                </a:lnTo>
                <a:lnTo>
                  <a:pt x="3935" y="4199"/>
                </a:lnTo>
                <a:lnTo>
                  <a:pt x="3935" y="4198"/>
                </a:lnTo>
                <a:lnTo>
                  <a:pt x="3935" y="4197"/>
                </a:lnTo>
                <a:lnTo>
                  <a:pt x="3934" y="4197"/>
                </a:lnTo>
                <a:lnTo>
                  <a:pt x="3934" y="4196"/>
                </a:lnTo>
                <a:lnTo>
                  <a:pt x="3934" y="4195"/>
                </a:lnTo>
                <a:lnTo>
                  <a:pt x="3934" y="4193"/>
                </a:lnTo>
                <a:lnTo>
                  <a:pt x="3934" y="4192"/>
                </a:lnTo>
                <a:lnTo>
                  <a:pt x="3934" y="4191"/>
                </a:lnTo>
                <a:lnTo>
                  <a:pt x="3934" y="4190"/>
                </a:lnTo>
                <a:lnTo>
                  <a:pt x="3934" y="4189"/>
                </a:lnTo>
                <a:lnTo>
                  <a:pt x="3935" y="4188"/>
                </a:lnTo>
                <a:lnTo>
                  <a:pt x="3936" y="4187"/>
                </a:lnTo>
                <a:lnTo>
                  <a:pt x="3937" y="4187"/>
                </a:lnTo>
                <a:lnTo>
                  <a:pt x="3937" y="4186"/>
                </a:lnTo>
                <a:lnTo>
                  <a:pt x="3938" y="4186"/>
                </a:lnTo>
                <a:lnTo>
                  <a:pt x="3939" y="4186"/>
                </a:lnTo>
                <a:lnTo>
                  <a:pt x="3940" y="4186"/>
                </a:lnTo>
                <a:lnTo>
                  <a:pt x="3941" y="4186"/>
                </a:lnTo>
                <a:lnTo>
                  <a:pt x="3941" y="4185"/>
                </a:lnTo>
                <a:lnTo>
                  <a:pt x="3942" y="4185"/>
                </a:lnTo>
                <a:lnTo>
                  <a:pt x="3943" y="4185"/>
                </a:lnTo>
                <a:lnTo>
                  <a:pt x="3944" y="4185"/>
                </a:lnTo>
                <a:lnTo>
                  <a:pt x="3944" y="4184"/>
                </a:lnTo>
                <a:lnTo>
                  <a:pt x="3943" y="4185"/>
                </a:lnTo>
                <a:lnTo>
                  <a:pt x="3942" y="4184"/>
                </a:lnTo>
                <a:lnTo>
                  <a:pt x="3941" y="4184"/>
                </a:lnTo>
                <a:lnTo>
                  <a:pt x="3940" y="4184"/>
                </a:lnTo>
                <a:lnTo>
                  <a:pt x="3939" y="4184"/>
                </a:lnTo>
                <a:lnTo>
                  <a:pt x="3938" y="4184"/>
                </a:lnTo>
                <a:lnTo>
                  <a:pt x="3938" y="4185"/>
                </a:lnTo>
                <a:lnTo>
                  <a:pt x="3938" y="4186"/>
                </a:lnTo>
                <a:lnTo>
                  <a:pt x="3937" y="4186"/>
                </a:lnTo>
                <a:lnTo>
                  <a:pt x="3937" y="4187"/>
                </a:lnTo>
                <a:lnTo>
                  <a:pt x="3936" y="4187"/>
                </a:lnTo>
                <a:lnTo>
                  <a:pt x="3935" y="4187"/>
                </a:lnTo>
                <a:lnTo>
                  <a:pt x="3935" y="4188"/>
                </a:lnTo>
                <a:lnTo>
                  <a:pt x="3934" y="4188"/>
                </a:lnTo>
                <a:lnTo>
                  <a:pt x="3933" y="4189"/>
                </a:lnTo>
                <a:lnTo>
                  <a:pt x="3933" y="4190"/>
                </a:lnTo>
                <a:lnTo>
                  <a:pt x="3933" y="4189"/>
                </a:lnTo>
                <a:lnTo>
                  <a:pt x="3933" y="4190"/>
                </a:lnTo>
                <a:lnTo>
                  <a:pt x="3933" y="4189"/>
                </a:lnTo>
                <a:lnTo>
                  <a:pt x="3932" y="4189"/>
                </a:lnTo>
                <a:lnTo>
                  <a:pt x="3932" y="4188"/>
                </a:lnTo>
                <a:lnTo>
                  <a:pt x="3932" y="4187"/>
                </a:lnTo>
                <a:lnTo>
                  <a:pt x="3931" y="4187"/>
                </a:lnTo>
                <a:lnTo>
                  <a:pt x="3931" y="4186"/>
                </a:lnTo>
                <a:lnTo>
                  <a:pt x="3931" y="4185"/>
                </a:lnTo>
                <a:lnTo>
                  <a:pt x="3930" y="4184"/>
                </a:lnTo>
                <a:lnTo>
                  <a:pt x="3929" y="4183"/>
                </a:lnTo>
                <a:lnTo>
                  <a:pt x="3929" y="4182"/>
                </a:lnTo>
                <a:lnTo>
                  <a:pt x="3929" y="4181"/>
                </a:lnTo>
                <a:lnTo>
                  <a:pt x="3929" y="4180"/>
                </a:lnTo>
                <a:lnTo>
                  <a:pt x="3928" y="4180"/>
                </a:lnTo>
                <a:lnTo>
                  <a:pt x="3928" y="4179"/>
                </a:lnTo>
                <a:lnTo>
                  <a:pt x="3928" y="4178"/>
                </a:lnTo>
                <a:lnTo>
                  <a:pt x="3929" y="4177"/>
                </a:lnTo>
                <a:lnTo>
                  <a:pt x="3929" y="4176"/>
                </a:lnTo>
                <a:lnTo>
                  <a:pt x="3929" y="4177"/>
                </a:lnTo>
                <a:lnTo>
                  <a:pt x="3929" y="4176"/>
                </a:lnTo>
                <a:lnTo>
                  <a:pt x="3929" y="4175"/>
                </a:lnTo>
                <a:lnTo>
                  <a:pt x="3930" y="4175"/>
                </a:lnTo>
                <a:lnTo>
                  <a:pt x="3930" y="4174"/>
                </a:lnTo>
                <a:lnTo>
                  <a:pt x="3930" y="4173"/>
                </a:lnTo>
                <a:lnTo>
                  <a:pt x="3931" y="4173"/>
                </a:lnTo>
                <a:lnTo>
                  <a:pt x="3931" y="4172"/>
                </a:lnTo>
                <a:lnTo>
                  <a:pt x="3930" y="4171"/>
                </a:lnTo>
                <a:lnTo>
                  <a:pt x="3930" y="4170"/>
                </a:lnTo>
                <a:lnTo>
                  <a:pt x="3930" y="4171"/>
                </a:lnTo>
                <a:lnTo>
                  <a:pt x="3930" y="4172"/>
                </a:lnTo>
                <a:lnTo>
                  <a:pt x="3930" y="4173"/>
                </a:lnTo>
                <a:lnTo>
                  <a:pt x="3929" y="4174"/>
                </a:lnTo>
                <a:lnTo>
                  <a:pt x="3928" y="4174"/>
                </a:lnTo>
                <a:lnTo>
                  <a:pt x="3928" y="4175"/>
                </a:lnTo>
                <a:lnTo>
                  <a:pt x="3928" y="4176"/>
                </a:lnTo>
                <a:lnTo>
                  <a:pt x="3928" y="4177"/>
                </a:lnTo>
                <a:lnTo>
                  <a:pt x="3927" y="4177"/>
                </a:lnTo>
                <a:lnTo>
                  <a:pt x="3927" y="4178"/>
                </a:lnTo>
                <a:lnTo>
                  <a:pt x="3927" y="4179"/>
                </a:lnTo>
                <a:lnTo>
                  <a:pt x="3927" y="4180"/>
                </a:lnTo>
                <a:lnTo>
                  <a:pt x="3928" y="4181"/>
                </a:lnTo>
                <a:lnTo>
                  <a:pt x="3928" y="4182"/>
                </a:lnTo>
                <a:lnTo>
                  <a:pt x="3929" y="4183"/>
                </a:lnTo>
                <a:lnTo>
                  <a:pt x="3929" y="4184"/>
                </a:lnTo>
                <a:lnTo>
                  <a:pt x="3929" y="4185"/>
                </a:lnTo>
                <a:lnTo>
                  <a:pt x="3930" y="4186"/>
                </a:lnTo>
                <a:lnTo>
                  <a:pt x="3930" y="4187"/>
                </a:lnTo>
                <a:lnTo>
                  <a:pt x="3930" y="4188"/>
                </a:lnTo>
                <a:lnTo>
                  <a:pt x="3931" y="4188"/>
                </a:lnTo>
                <a:lnTo>
                  <a:pt x="3931" y="4189"/>
                </a:lnTo>
                <a:lnTo>
                  <a:pt x="3931" y="4190"/>
                </a:lnTo>
                <a:lnTo>
                  <a:pt x="3932" y="4191"/>
                </a:lnTo>
                <a:lnTo>
                  <a:pt x="3932" y="4192"/>
                </a:lnTo>
                <a:lnTo>
                  <a:pt x="3932" y="4193"/>
                </a:lnTo>
                <a:lnTo>
                  <a:pt x="3932" y="4194"/>
                </a:lnTo>
                <a:lnTo>
                  <a:pt x="3933" y="4194"/>
                </a:lnTo>
                <a:lnTo>
                  <a:pt x="3932" y="4194"/>
                </a:lnTo>
                <a:lnTo>
                  <a:pt x="3933" y="4195"/>
                </a:lnTo>
                <a:lnTo>
                  <a:pt x="3933" y="4196"/>
                </a:lnTo>
                <a:lnTo>
                  <a:pt x="3933" y="4197"/>
                </a:lnTo>
                <a:lnTo>
                  <a:pt x="3933" y="4198"/>
                </a:lnTo>
                <a:lnTo>
                  <a:pt x="3933" y="4199"/>
                </a:lnTo>
                <a:lnTo>
                  <a:pt x="3934" y="4199"/>
                </a:lnTo>
                <a:lnTo>
                  <a:pt x="3934" y="4200"/>
                </a:lnTo>
                <a:lnTo>
                  <a:pt x="3934" y="4201"/>
                </a:lnTo>
                <a:lnTo>
                  <a:pt x="3934" y="4202"/>
                </a:lnTo>
                <a:lnTo>
                  <a:pt x="3934" y="4204"/>
                </a:lnTo>
                <a:lnTo>
                  <a:pt x="3935" y="4204"/>
                </a:lnTo>
                <a:lnTo>
                  <a:pt x="3934" y="4204"/>
                </a:lnTo>
                <a:lnTo>
                  <a:pt x="3934" y="4205"/>
                </a:lnTo>
                <a:lnTo>
                  <a:pt x="3934" y="4206"/>
                </a:lnTo>
                <a:lnTo>
                  <a:pt x="3935" y="4206"/>
                </a:lnTo>
                <a:lnTo>
                  <a:pt x="3935" y="4207"/>
                </a:lnTo>
                <a:lnTo>
                  <a:pt x="3934" y="4207"/>
                </a:lnTo>
                <a:lnTo>
                  <a:pt x="3934" y="4208"/>
                </a:lnTo>
                <a:lnTo>
                  <a:pt x="3934" y="4209"/>
                </a:lnTo>
                <a:lnTo>
                  <a:pt x="3934" y="4210"/>
                </a:lnTo>
                <a:lnTo>
                  <a:pt x="3934" y="4211"/>
                </a:lnTo>
                <a:lnTo>
                  <a:pt x="3934" y="4212"/>
                </a:lnTo>
                <a:lnTo>
                  <a:pt x="3933" y="4212"/>
                </a:lnTo>
                <a:lnTo>
                  <a:pt x="3932" y="4212"/>
                </a:lnTo>
                <a:lnTo>
                  <a:pt x="3931" y="4213"/>
                </a:lnTo>
                <a:lnTo>
                  <a:pt x="3930" y="4213"/>
                </a:lnTo>
                <a:lnTo>
                  <a:pt x="3929" y="4213"/>
                </a:lnTo>
                <a:lnTo>
                  <a:pt x="3928" y="4213"/>
                </a:lnTo>
                <a:lnTo>
                  <a:pt x="3928" y="4214"/>
                </a:lnTo>
                <a:lnTo>
                  <a:pt x="3927" y="4214"/>
                </a:lnTo>
                <a:lnTo>
                  <a:pt x="3927" y="4215"/>
                </a:lnTo>
                <a:lnTo>
                  <a:pt x="3928" y="4215"/>
                </a:lnTo>
                <a:lnTo>
                  <a:pt x="3927" y="4215"/>
                </a:lnTo>
                <a:lnTo>
                  <a:pt x="3927" y="4216"/>
                </a:lnTo>
                <a:lnTo>
                  <a:pt x="3927" y="4215"/>
                </a:lnTo>
                <a:lnTo>
                  <a:pt x="3927" y="4214"/>
                </a:lnTo>
                <a:lnTo>
                  <a:pt x="3925" y="4214"/>
                </a:lnTo>
                <a:lnTo>
                  <a:pt x="3925" y="4215"/>
                </a:lnTo>
                <a:lnTo>
                  <a:pt x="3924" y="4215"/>
                </a:lnTo>
                <a:lnTo>
                  <a:pt x="3924" y="4216"/>
                </a:lnTo>
                <a:lnTo>
                  <a:pt x="3923" y="4216"/>
                </a:lnTo>
                <a:lnTo>
                  <a:pt x="3923" y="4217"/>
                </a:lnTo>
                <a:lnTo>
                  <a:pt x="3923" y="4216"/>
                </a:lnTo>
                <a:lnTo>
                  <a:pt x="3922" y="4216"/>
                </a:lnTo>
                <a:lnTo>
                  <a:pt x="3921" y="4216"/>
                </a:lnTo>
                <a:lnTo>
                  <a:pt x="3921" y="4217"/>
                </a:lnTo>
                <a:lnTo>
                  <a:pt x="3920" y="4217"/>
                </a:lnTo>
                <a:lnTo>
                  <a:pt x="3919" y="4217"/>
                </a:lnTo>
                <a:lnTo>
                  <a:pt x="3918" y="4217"/>
                </a:lnTo>
                <a:lnTo>
                  <a:pt x="3917" y="4217"/>
                </a:lnTo>
                <a:lnTo>
                  <a:pt x="3916" y="4217"/>
                </a:lnTo>
                <a:lnTo>
                  <a:pt x="3915" y="4217"/>
                </a:lnTo>
                <a:lnTo>
                  <a:pt x="3914" y="4217"/>
                </a:lnTo>
                <a:lnTo>
                  <a:pt x="3914" y="4216"/>
                </a:lnTo>
                <a:lnTo>
                  <a:pt x="3915" y="4216"/>
                </a:lnTo>
                <a:lnTo>
                  <a:pt x="3915" y="4215"/>
                </a:lnTo>
                <a:lnTo>
                  <a:pt x="3915" y="4214"/>
                </a:lnTo>
                <a:lnTo>
                  <a:pt x="3914" y="4214"/>
                </a:lnTo>
                <a:lnTo>
                  <a:pt x="3914" y="4213"/>
                </a:lnTo>
                <a:lnTo>
                  <a:pt x="3913" y="4213"/>
                </a:lnTo>
                <a:lnTo>
                  <a:pt x="3912" y="4213"/>
                </a:lnTo>
                <a:lnTo>
                  <a:pt x="3911" y="4214"/>
                </a:lnTo>
                <a:lnTo>
                  <a:pt x="3911" y="4213"/>
                </a:lnTo>
                <a:lnTo>
                  <a:pt x="3911" y="4212"/>
                </a:lnTo>
                <a:lnTo>
                  <a:pt x="3910" y="4212"/>
                </a:lnTo>
                <a:lnTo>
                  <a:pt x="3909" y="4212"/>
                </a:lnTo>
                <a:lnTo>
                  <a:pt x="3908" y="4211"/>
                </a:lnTo>
                <a:lnTo>
                  <a:pt x="3908" y="4210"/>
                </a:lnTo>
                <a:lnTo>
                  <a:pt x="3909" y="4210"/>
                </a:lnTo>
                <a:lnTo>
                  <a:pt x="3909" y="4209"/>
                </a:lnTo>
                <a:lnTo>
                  <a:pt x="3909" y="4208"/>
                </a:lnTo>
                <a:lnTo>
                  <a:pt x="3909" y="4207"/>
                </a:lnTo>
                <a:lnTo>
                  <a:pt x="3909" y="4206"/>
                </a:lnTo>
                <a:lnTo>
                  <a:pt x="3908" y="4206"/>
                </a:lnTo>
                <a:lnTo>
                  <a:pt x="3907" y="4206"/>
                </a:lnTo>
                <a:lnTo>
                  <a:pt x="3907" y="4205"/>
                </a:lnTo>
                <a:lnTo>
                  <a:pt x="3906" y="4205"/>
                </a:lnTo>
                <a:lnTo>
                  <a:pt x="3905" y="4205"/>
                </a:lnTo>
                <a:lnTo>
                  <a:pt x="3902" y="4205"/>
                </a:lnTo>
                <a:lnTo>
                  <a:pt x="3899" y="4206"/>
                </a:lnTo>
                <a:lnTo>
                  <a:pt x="3898" y="4207"/>
                </a:lnTo>
                <a:lnTo>
                  <a:pt x="3897" y="4207"/>
                </a:lnTo>
                <a:lnTo>
                  <a:pt x="3896" y="4207"/>
                </a:lnTo>
                <a:lnTo>
                  <a:pt x="3896" y="4208"/>
                </a:lnTo>
                <a:lnTo>
                  <a:pt x="3894" y="4209"/>
                </a:lnTo>
                <a:lnTo>
                  <a:pt x="3893" y="4209"/>
                </a:lnTo>
                <a:lnTo>
                  <a:pt x="3893" y="4208"/>
                </a:lnTo>
                <a:lnTo>
                  <a:pt x="3890" y="4208"/>
                </a:lnTo>
                <a:lnTo>
                  <a:pt x="3889" y="4208"/>
                </a:lnTo>
                <a:lnTo>
                  <a:pt x="3887" y="4208"/>
                </a:lnTo>
                <a:lnTo>
                  <a:pt x="3887" y="4209"/>
                </a:lnTo>
                <a:lnTo>
                  <a:pt x="3889" y="4209"/>
                </a:lnTo>
                <a:lnTo>
                  <a:pt x="3890" y="4209"/>
                </a:lnTo>
                <a:lnTo>
                  <a:pt x="3891" y="4210"/>
                </a:lnTo>
                <a:lnTo>
                  <a:pt x="3890" y="4210"/>
                </a:lnTo>
                <a:lnTo>
                  <a:pt x="3890" y="4211"/>
                </a:lnTo>
                <a:lnTo>
                  <a:pt x="3889" y="4211"/>
                </a:lnTo>
                <a:lnTo>
                  <a:pt x="3888" y="4211"/>
                </a:lnTo>
                <a:lnTo>
                  <a:pt x="3887" y="4211"/>
                </a:lnTo>
                <a:lnTo>
                  <a:pt x="3887" y="4212"/>
                </a:lnTo>
                <a:lnTo>
                  <a:pt x="3886" y="4212"/>
                </a:lnTo>
                <a:lnTo>
                  <a:pt x="3885" y="4213"/>
                </a:lnTo>
                <a:lnTo>
                  <a:pt x="3884" y="4213"/>
                </a:lnTo>
                <a:lnTo>
                  <a:pt x="3883" y="4214"/>
                </a:lnTo>
                <a:lnTo>
                  <a:pt x="3882" y="4214"/>
                </a:lnTo>
                <a:lnTo>
                  <a:pt x="3881" y="4215"/>
                </a:lnTo>
                <a:lnTo>
                  <a:pt x="3880" y="4216"/>
                </a:lnTo>
                <a:lnTo>
                  <a:pt x="3880" y="4217"/>
                </a:lnTo>
                <a:lnTo>
                  <a:pt x="3880" y="4216"/>
                </a:lnTo>
                <a:lnTo>
                  <a:pt x="3880" y="4215"/>
                </a:lnTo>
                <a:lnTo>
                  <a:pt x="3881" y="4215"/>
                </a:lnTo>
                <a:lnTo>
                  <a:pt x="3882" y="4214"/>
                </a:lnTo>
                <a:lnTo>
                  <a:pt x="3881" y="4214"/>
                </a:lnTo>
                <a:lnTo>
                  <a:pt x="3881" y="4215"/>
                </a:lnTo>
                <a:lnTo>
                  <a:pt x="3880" y="4215"/>
                </a:lnTo>
                <a:lnTo>
                  <a:pt x="3880" y="4216"/>
                </a:lnTo>
                <a:lnTo>
                  <a:pt x="3879" y="4216"/>
                </a:lnTo>
                <a:lnTo>
                  <a:pt x="3879" y="4217"/>
                </a:lnTo>
                <a:lnTo>
                  <a:pt x="3878" y="4217"/>
                </a:lnTo>
                <a:lnTo>
                  <a:pt x="3878" y="4218"/>
                </a:lnTo>
                <a:lnTo>
                  <a:pt x="3878" y="4217"/>
                </a:lnTo>
                <a:lnTo>
                  <a:pt x="3877" y="4217"/>
                </a:lnTo>
                <a:lnTo>
                  <a:pt x="3877" y="4218"/>
                </a:lnTo>
                <a:lnTo>
                  <a:pt x="3876" y="4219"/>
                </a:lnTo>
                <a:lnTo>
                  <a:pt x="3875" y="4220"/>
                </a:lnTo>
                <a:lnTo>
                  <a:pt x="3874" y="4220"/>
                </a:lnTo>
                <a:lnTo>
                  <a:pt x="3874" y="4221"/>
                </a:lnTo>
                <a:lnTo>
                  <a:pt x="3873" y="4221"/>
                </a:lnTo>
                <a:lnTo>
                  <a:pt x="3873" y="4222"/>
                </a:lnTo>
                <a:lnTo>
                  <a:pt x="3872" y="4222"/>
                </a:lnTo>
                <a:lnTo>
                  <a:pt x="3871" y="4222"/>
                </a:lnTo>
                <a:lnTo>
                  <a:pt x="3871" y="4223"/>
                </a:lnTo>
                <a:lnTo>
                  <a:pt x="3870" y="4223"/>
                </a:lnTo>
                <a:lnTo>
                  <a:pt x="3869" y="4223"/>
                </a:lnTo>
                <a:lnTo>
                  <a:pt x="3869" y="4224"/>
                </a:lnTo>
                <a:lnTo>
                  <a:pt x="3868" y="4224"/>
                </a:lnTo>
                <a:lnTo>
                  <a:pt x="3868" y="4223"/>
                </a:lnTo>
                <a:lnTo>
                  <a:pt x="3867" y="4223"/>
                </a:lnTo>
                <a:lnTo>
                  <a:pt x="3866" y="4223"/>
                </a:lnTo>
                <a:lnTo>
                  <a:pt x="3865" y="4223"/>
                </a:lnTo>
                <a:lnTo>
                  <a:pt x="3865" y="4222"/>
                </a:lnTo>
                <a:lnTo>
                  <a:pt x="3865" y="4221"/>
                </a:lnTo>
                <a:lnTo>
                  <a:pt x="3865" y="4220"/>
                </a:lnTo>
                <a:lnTo>
                  <a:pt x="3866" y="4220"/>
                </a:lnTo>
                <a:lnTo>
                  <a:pt x="3866" y="4219"/>
                </a:lnTo>
                <a:lnTo>
                  <a:pt x="3865" y="4219"/>
                </a:lnTo>
                <a:lnTo>
                  <a:pt x="3866" y="4219"/>
                </a:lnTo>
                <a:lnTo>
                  <a:pt x="3865" y="4219"/>
                </a:lnTo>
                <a:lnTo>
                  <a:pt x="3865" y="4220"/>
                </a:lnTo>
                <a:lnTo>
                  <a:pt x="3864" y="4220"/>
                </a:lnTo>
                <a:lnTo>
                  <a:pt x="3864" y="4221"/>
                </a:lnTo>
                <a:lnTo>
                  <a:pt x="3863" y="4221"/>
                </a:lnTo>
                <a:lnTo>
                  <a:pt x="3863" y="4220"/>
                </a:lnTo>
                <a:lnTo>
                  <a:pt x="3862" y="4220"/>
                </a:lnTo>
                <a:lnTo>
                  <a:pt x="3863" y="4219"/>
                </a:lnTo>
                <a:lnTo>
                  <a:pt x="3864" y="4218"/>
                </a:lnTo>
                <a:lnTo>
                  <a:pt x="3865" y="4218"/>
                </a:lnTo>
                <a:lnTo>
                  <a:pt x="3866" y="4217"/>
                </a:lnTo>
                <a:lnTo>
                  <a:pt x="3865" y="4217"/>
                </a:lnTo>
                <a:lnTo>
                  <a:pt x="3865" y="4216"/>
                </a:lnTo>
                <a:lnTo>
                  <a:pt x="3864" y="4216"/>
                </a:lnTo>
                <a:lnTo>
                  <a:pt x="3863" y="4217"/>
                </a:lnTo>
                <a:lnTo>
                  <a:pt x="3863" y="4216"/>
                </a:lnTo>
                <a:lnTo>
                  <a:pt x="3864" y="4216"/>
                </a:lnTo>
                <a:lnTo>
                  <a:pt x="3865" y="4215"/>
                </a:lnTo>
                <a:lnTo>
                  <a:pt x="3866" y="4215"/>
                </a:lnTo>
                <a:lnTo>
                  <a:pt x="3865" y="4215"/>
                </a:lnTo>
                <a:lnTo>
                  <a:pt x="3864" y="4215"/>
                </a:lnTo>
                <a:lnTo>
                  <a:pt x="3863" y="4215"/>
                </a:lnTo>
                <a:lnTo>
                  <a:pt x="3863" y="4216"/>
                </a:lnTo>
                <a:lnTo>
                  <a:pt x="3862" y="4216"/>
                </a:lnTo>
                <a:lnTo>
                  <a:pt x="3862" y="4217"/>
                </a:lnTo>
                <a:lnTo>
                  <a:pt x="3861" y="4217"/>
                </a:lnTo>
                <a:lnTo>
                  <a:pt x="3861" y="4216"/>
                </a:lnTo>
                <a:lnTo>
                  <a:pt x="3861" y="4215"/>
                </a:lnTo>
                <a:lnTo>
                  <a:pt x="3861" y="4214"/>
                </a:lnTo>
                <a:lnTo>
                  <a:pt x="3862" y="4213"/>
                </a:lnTo>
                <a:lnTo>
                  <a:pt x="3861" y="4213"/>
                </a:lnTo>
                <a:lnTo>
                  <a:pt x="3861" y="4214"/>
                </a:lnTo>
                <a:lnTo>
                  <a:pt x="3860" y="4214"/>
                </a:lnTo>
                <a:lnTo>
                  <a:pt x="3860" y="4215"/>
                </a:lnTo>
                <a:lnTo>
                  <a:pt x="3860" y="4214"/>
                </a:lnTo>
                <a:lnTo>
                  <a:pt x="3859" y="4213"/>
                </a:lnTo>
                <a:lnTo>
                  <a:pt x="3860" y="4213"/>
                </a:lnTo>
                <a:lnTo>
                  <a:pt x="3860" y="4212"/>
                </a:lnTo>
                <a:lnTo>
                  <a:pt x="3860" y="4211"/>
                </a:lnTo>
                <a:lnTo>
                  <a:pt x="3860" y="4212"/>
                </a:lnTo>
                <a:lnTo>
                  <a:pt x="3859" y="4212"/>
                </a:lnTo>
                <a:lnTo>
                  <a:pt x="3859" y="4213"/>
                </a:lnTo>
                <a:lnTo>
                  <a:pt x="3858" y="4213"/>
                </a:lnTo>
                <a:lnTo>
                  <a:pt x="3858" y="4214"/>
                </a:lnTo>
                <a:lnTo>
                  <a:pt x="3857" y="4214"/>
                </a:lnTo>
                <a:lnTo>
                  <a:pt x="3857" y="4213"/>
                </a:lnTo>
                <a:lnTo>
                  <a:pt x="3856" y="4213"/>
                </a:lnTo>
                <a:lnTo>
                  <a:pt x="3856" y="4212"/>
                </a:lnTo>
                <a:lnTo>
                  <a:pt x="3855" y="4213"/>
                </a:lnTo>
                <a:lnTo>
                  <a:pt x="3854" y="4213"/>
                </a:lnTo>
                <a:lnTo>
                  <a:pt x="3854" y="4214"/>
                </a:lnTo>
                <a:lnTo>
                  <a:pt x="3853" y="4214"/>
                </a:lnTo>
                <a:lnTo>
                  <a:pt x="3852" y="4214"/>
                </a:lnTo>
                <a:lnTo>
                  <a:pt x="3851" y="4214"/>
                </a:lnTo>
                <a:lnTo>
                  <a:pt x="3850" y="4214"/>
                </a:lnTo>
                <a:lnTo>
                  <a:pt x="3849" y="4213"/>
                </a:lnTo>
                <a:lnTo>
                  <a:pt x="3849" y="4212"/>
                </a:lnTo>
                <a:lnTo>
                  <a:pt x="3850" y="4212"/>
                </a:lnTo>
                <a:lnTo>
                  <a:pt x="3849" y="4212"/>
                </a:lnTo>
                <a:lnTo>
                  <a:pt x="3849" y="4213"/>
                </a:lnTo>
                <a:lnTo>
                  <a:pt x="3849" y="4214"/>
                </a:lnTo>
                <a:lnTo>
                  <a:pt x="3848" y="4214"/>
                </a:lnTo>
                <a:lnTo>
                  <a:pt x="3848" y="4213"/>
                </a:lnTo>
                <a:lnTo>
                  <a:pt x="3847" y="4213"/>
                </a:lnTo>
                <a:lnTo>
                  <a:pt x="3847" y="4214"/>
                </a:lnTo>
                <a:lnTo>
                  <a:pt x="3848" y="4214"/>
                </a:lnTo>
                <a:lnTo>
                  <a:pt x="3848" y="4215"/>
                </a:lnTo>
                <a:lnTo>
                  <a:pt x="3849" y="4215"/>
                </a:lnTo>
                <a:lnTo>
                  <a:pt x="3850" y="4215"/>
                </a:lnTo>
                <a:lnTo>
                  <a:pt x="3850" y="4216"/>
                </a:lnTo>
                <a:lnTo>
                  <a:pt x="3849" y="4216"/>
                </a:lnTo>
                <a:lnTo>
                  <a:pt x="3850" y="4216"/>
                </a:lnTo>
                <a:lnTo>
                  <a:pt x="3851" y="4216"/>
                </a:lnTo>
                <a:lnTo>
                  <a:pt x="3851" y="4217"/>
                </a:lnTo>
                <a:lnTo>
                  <a:pt x="3852" y="4217"/>
                </a:lnTo>
                <a:lnTo>
                  <a:pt x="3852" y="4218"/>
                </a:lnTo>
                <a:lnTo>
                  <a:pt x="3851" y="4218"/>
                </a:lnTo>
                <a:lnTo>
                  <a:pt x="3851" y="4217"/>
                </a:lnTo>
                <a:lnTo>
                  <a:pt x="3851" y="4218"/>
                </a:lnTo>
                <a:lnTo>
                  <a:pt x="3852" y="4218"/>
                </a:lnTo>
                <a:lnTo>
                  <a:pt x="3853" y="4218"/>
                </a:lnTo>
                <a:lnTo>
                  <a:pt x="3853" y="4219"/>
                </a:lnTo>
                <a:lnTo>
                  <a:pt x="3853" y="4220"/>
                </a:lnTo>
                <a:lnTo>
                  <a:pt x="3854" y="4220"/>
                </a:lnTo>
                <a:lnTo>
                  <a:pt x="3854" y="4219"/>
                </a:lnTo>
                <a:lnTo>
                  <a:pt x="3854" y="4218"/>
                </a:lnTo>
                <a:lnTo>
                  <a:pt x="3855" y="4219"/>
                </a:lnTo>
                <a:lnTo>
                  <a:pt x="3856" y="4219"/>
                </a:lnTo>
                <a:lnTo>
                  <a:pt x="3857" y="4219"/>
                </a:lnTo>
                <a:lnTo>
                  <a:pt x="3858" y="4219"/>
                </a:lnTo>
                <a:lnTo>
                  <a:pt x="3859" y="4220"/>
                </a:lnTo>
                <a:lnTo>
                  <a:pt x="3860" y="4220"/>
                </a:lnTo>
                <a:lnTo>
                  <a:pt x="3860" y="4221"/>
                </a:lnTo>
                <a:lnTo>
                  <a:pt x="3860" y="4222"/>
                </a:lnTo>
                <a:lnTo>
                  <a:pt x="3860" y="4223"/>
                </a:lnTo>
                <a:lnTo>
                  <a:pt x="3860" y="4224"/>
                </a:lnTo>
                <a:lnTo>
                  <a:pt x="3859" y="4224"/>
                </a:lnTo>
                <a:lnTo>
                  <a:pt x="3859" y="4225"/>
                </a:lnTo>
                <a:lnTo>
                  <a:pt x="3860" y="4225"/>
                </a:lnTo>
                <a:lnTo>
                  <a:pt x="3860" y="4226"/>
                </a:lnTo>
                <a:lnTo>
                  <a:pt x="3859" y="4227"/>
                </a:lnTo>
                <a:lnTo>
                  <a:pt x="3859" y="4228"/>
                </a:lnTo>
                <a:lnTo>
                  <a:pt x="3859" y="4229"/>
                </a:lnTo>
                <a:lnTo>
                  <a:pt x="3858" y="4229"/>
                </a:lnTo>
                <a:lnTo>
                  <a:pt x="3857" y="4229"/>
                </a:lnTo>
                <a:lnTo>
                  <a:pt x="3857" y="4230"/>
                </a:lnTo>
                <a:lnTo>
                  <a:pt x="3858" y="4230"/>
                </a:lnTo>
                <a:lnTo>
                  <a:pt x="3858" y="4231"/>
                </a:lnTo>
                <a:lnTo>
                  <a:pt x="3859" y="4231"/>
                </a:lnTo>
                <a:lnTo>
                  <a:pt x="3860" y="4231"/>
                </a:lnTo>
                <a:lnTo>
                  <a:pt x="3860" y="4232"/>
                </a:lnTo>
                <a:lnTo>
                  <a:pt x="3858" y="4232"/>
                </a:lnTo>
                <a:lnTo>
                  <a:pt x="3856" y="4232"/>
                </a:lnTo>
                <a:lnTo>
                  <a:pt x="3855" y="4232"/>
                </a:lnTo>
                <a:lnTo>
                  <a:pt x="3854" y="4233"/>
                </a:lnTo>
                <a:lnTo>
                  <a:pt x="3853" y="4233"/>
                </a:lnTo>
                <a:lnTo>
                  <a:pt x="3852" y="4234"/>
                </a:lnTo>
                <a:lnTo>
                  <a:pt x="3851" y="4234"/>
                </a:lnTo>
                <a:lnTo>
                  <a:pt x="3850" y="4235"/>
                </a:lnTo>
                <a:lnTo>
                  <a:pt x="3848" y="4236"/>
                </a:lnTo>
                <a:lnTo>
                  <a:pt x="3848" y="4237"/>
                </a:lnTo>
                <a:lnTo>
                  <a:pt x="3847" y="4237"/>
                </a:lnTo>
                <a:lnTo>
                  <a:pt x="3847" y="4238"/>
                </a:lnTo>
                <a:lnTo>
                  <a:pt x="3847" y="4239"/>
                </a:lnTo>
                <a:lnTo>
                  <a:pt x="3847" y="4240"/>
                </a:lnTo>
                <a:lnTo>
                  <a:pt x="3847" y="4241"/>
                </a:lnTo>
                <a:lnTo>
                  <a:pt x="3847" y="4242"/>
                </a:lnTo>
                <a:lnTo>
                  <a:pt x="3847" y="4243"/>
                </a:lnTo>
                <a:lnTo>
                  <a:pt x="3847" y="4244"/>
                </a:lnTo>
                <a:lnTo>
                  <a:pt x="3846" y="4244"/>
                </a:lnTo>
                <a:lnTo>
                  <a:pt x="3845" y="4244"/>
                </a:lnTo>
                <a:lnTo>
                  <a:pt x="3844" y="4245"/>
                </a:lnTo>
                <a:lnTo>
                  <a:pt x="3844" y="4246"/>
                </a:lnTo>
                <a:lnTo>
                  <a:pt x="3843" y="4246"/>
                </a:lnTo>
                <a:lnTo>
                  <a:pt x="3844" y="4245"/>
                </a:lnTo>
                <a:lnTo>
                  <a:pt x="3843" y="4245"/>
                </a:lnTo>
                <a:lnTo>
                  <a:pt x="3843" y="4244"/>
                </a:lnTo>
                <a:lnTo>
                  <a:pt x="3842" y="4243"/>
                </a:lnTo>
                <a:lnTo>
                  <a:pt x="3841" y="4243"/>
                </a:lnTo>
                <a:lnTo>
                  <a:pt x="3840" y="4243"/>
                </a:lnTo>
                <a:lnTo>
                  <a:pt x="3840" y="4242"/>
                </a:lnTo>
                <a:lnTo>
                  <a:pt x="3839" y="4242"/>
                </a:lnTo>
                <a:lnTo>
                  <a:pt x="3839" y="4243"/>
                </a:lnTo>
                <a:lnTo>
                  <a:pt x="3840" y="4243"/>
                </a:lnTo>
                <a:lnTo>
                  <a:pt x="3841" y="4244"/>
                </a:lnTo>
                <a:lnTo>
                  <a:pt x="3842" y="4244"/>
                </a:lnTo>
                <a:lnTo>
                  <a:pt x="3843" y="4245"/>
                </a:lnTo>
                <a:lnTo>
                  <a:pt x="3842" y="4245"/>
                </a:lnTo>
                <a:lnTo>
                  <a:pt x="3842" y="4244"/>
                </a:lnTo>
                <a:lnTo>
                  <a:pt x="3841" y="4244"/>
                </a:lnTo>
                <a:lnTo>
                  <a:pt x="3839" y="4244"/>
                </a:lnTo>
                <a:lnTo>
                  <a:pt x="3838" y="4244"/>
                </a:lnTo>
                <a:lnTo>
                  <a:pt x="3837" y="4245"/>
                </a:lnTo>
                <a:lnTo>
                  <a:pt x="3835" y="4245"/>
                </a:lnTo>
                <a:lnTo>
                  <a:pt x="3835" y="4246"/>
                </a:lnTo>
                <a:lnTo>
                  <a:pt x="3834" y="4246"/>
                </a:lnTo>
                <a:lnTo>
                  <a:pt x="3834" y="4247"/>
                </a:lnTo>
                <a:lnTo>
                  <a:pt x="3833" y="4247"/>
                </a:lnTo>
                <a:lnTo>
                  <a:pt x="3832" y="4248"/>
                </a:lnTo>
                <a:lnTo>
                  <a:pt x="3831" y="4247"/>
                </a:lnTo>
                <a:lnTo>
                  <a:pt x="3832" y="4247"/>
                </a:lnTo>
                <a:lnTo>
                  <a:pt x="3832" y="4246"/>
                </a:lnTo>
                <a:lnTo>
                  <a:pt x="3832" y="4245"/>
                </a:lnTo>
                <a:lnTo>
                  <a:pt x="3831" y="4246"/>
                </a:lnTo>
                <a:lnTo>
                  <a:pt x="3829" y="4246"/>
                </a:lnTo>
                <a:lnTo>
                  <a:pt x="3828" y="4247"/>
                </a:lnTo>
                <a:lnTo>
                  <a:pt x="3827" y="4247"/>
                </a:lnTo>
                <a:lnTo>
                  <a:pt x="3826" y="4248"/>
                </a:lnTo>
                <a:lnTo>
                  <a:pt x="3825" y="4248"/>
                </a:lnTo>
                <a:lnTo>
                  <a:pt x="3824" y="4248"/>
                </a:lnTo>
                <a:lnTo>
                  <a:pt x="3824" y="4249"/>
                </a:lnTo>
                <a:lnTo>
                  <a:pt x="3823" y="4249"/>
                </a:lnTo>
                <a:lnTo>
                  <a:pt x="3823" y="4248"/>
                </a:lnTo>
                <a:lnTo>
                  <a:pt x="3822" y="4247"/>
                </a:lnTo>
                <a:lnTo>
                  <a:pt x="3821" y="4247"/>
                </a:lnTo>
                <a:lnTo>
                  <a:pt x="3822" y="4246"/>
                </a:lnTo>
                <a:lnTo>
                  <a:pt x="3823" y="4246"/>
                </a:lnTo>
                <a:lnTo>
                  <a:pt x="3823" y="4247"/>
                </a:lnTo>
                <a:lnTo>
                  <a:pt x="3824" y="4247"/>
                </a:lnTo>
                <a:lnTo>
                  <a:pt x="3824" y="4246"/>
                </a:lnTo>
                <a:lnTo>
                  <a:pt x="3825" y="4246"/>
                </a:lnTo>
                <a:lnTo>
                  <a:pt x="3824" y="4246"/>
                </a:lnTo>
                <a:lnTo>
                  <a:pt x="3823" y="4246"/>
                </a:lnTo>
                <a:lnTo>
                  <a:pt x="3822" y="4246"/>
                </a:lnTo>
                <a:lnTo>
                  <a:pt x="3823" y="4245"/>
                </a:lnTo>
                <a:lnTo>
                  <a:pt x="3822" y="4245"/>
                </a:lnTo>
                <a:lnTo>
                  <a:pt x="3821" y="4244"/>
                </a:lnTo>
                <a:lnTo>
                  <a:pt x="3821" y="4243"/>
                </a:lnTo>
                <a:lnTo>
                  <a:pt x="3820" y="4242"/>
                </a:lnTo>
                <a:lnTo>
                  <a:pt x="3820" y="4241"/>
                </a:lnTo>
                <a:lnTo>
                  <a:pt x="3819" y="4241"/>
                </a:lnTo>
                <a:lnTo>
                  <a:pt x="3820" y="4241"/>
                </a:lnTo>
                <a:lnTo>
                  <a:pt x="3820" y="4242"/>
                </a:lnTo>
                <a:lnTo>
                  <a:pt x="3819" y="4241"/>
                </a:lnTo>
                <a:lnTo>
                  <a:pt x="3819" y="4240"/>
                </a:lnTo>
                <a:lnTo>
                  <a:pt x="3819" y="4239"/>
                </a:lnTo>
                <a:lnTo>
                  <a:pt x="3818" y="4239"/>
                </a:lnTo>
                <a:lnTo>
                  <a:pt x="3818" y="4240"/>
                </a:lnTo>
                <a:lnTo>
                  <a:pt x="3818" y="4241"/>
                </a:lnTo>
                <a:lnTo>
                  <a:pt x="3819" y="4241"/>
                </a:lnTo>
                <a:lnTo>
                  <a:pt x="3819" y="4242"/>
                </a:lnTo>
                <a:lnTo>
                  <a:pt x="3819" y="4243"/>
                </a:lnTo>
                <a:lnTo>
                  <a:pt x="3819" y="4244"/>
                </a:lnTo>
                <a:lnTo>
                  <a:pt x="3819" y="4245"/>
                </a:lnTo>
                <a:lnTo>
                  <a:pt x="3820" y="4245"/>
                </a:lnTo>
                <a:lnTo>
                  <a:pt x="3820" y="4246"/>
                </a:lnTo>
                <a:lnTo>
                  <a:pt x="3819" y="4246"/>
                </a:lnTo>
                <a:lnTo>
                  <a:pt x="3818" y="4246"/>
                </a:lnTo>
                <a:lnTo>
                  <a:pt x="3818" y="4247"/>
                </a:lnTo>
                <a:lnTo>
                  <a:pt x="3817" y="4247"/>
                </a:lnTo>
                <a:lnTo>
                  <a:pt x="3817" y="4246"/>
                </a:lnTo>
                <a:lnTo>
                  <a:pt x="3816" y="4246"/>
                </a:lnTo>
                <a:lnTo>
                  <a:pt x="3815" y="4246"/>
                </a:lnTo>
                <a:lnTo>
                  <a:pt x="3814" y="4246"/>
                </a:lnTo>
                <a:lnTo>
                  <a:pt x="3814" y="4245"/>
                </a:lnTo>
                <a:lnTo>
                  <a:pt x="3812" y="4245"/>
                </a:lnTo>
                <a:lnTo>
                  <a:pt x="3811" y="4246"/>
                </a:lnTo>
                <a:lnTo>
                  <a:pt x="3812" y="4246"/>
                </a:lnTo>
                <a:lnTo>
                  <a:pt x="3813" y="4246"/>
                </a:lnTo>
                <a:lnTo>
                  <a:pt x="3814" y="4246"/>
                </a:lnTo>
                <a:lnTo>
                  <a:pt x="3814" y="4247"/>
                </a:lnTo>
                <a:lnTo>
                  <a:pt x="3815" y="4247"/>
                </a:lnTo>
                <a:lnTo>
                  <a:pt x="3816" y="4247"/>
                </a:lnTo>
                <a:lnTo>
                  <a:pt x="3817" y="4247"/>
                </a:lnTo>
                <a:lnTo>
                  <a:pt x="3816" y="4247"/>
                </a:lnTo>
                <a:lnTo>
                  <a:pt x="3816" y="4248"/>
                </a:lnTo>
                <a:lnTo>
                  <a:pt x="3815" y="4248"/>
                </a:lnTo>
                <a:lnTo>
                  <a:pt x="3814" y="4248"/>
                </a:lnTo>
                <a:lnTo>
                  <a:pt x="3813" y="4249"/>
                </a:lnTo>
                <a:lnTo>
                  <a:pt x="3812" y="4249"/>
                </a:lnTo>
                <a:lnTo>
                  <a:pt x="3811" y="4250"/>
                </a:lnTo>
                <a:lnTo>
                  <a:pt x="3810" y="4251"/>
                </a:lnTo>
                <a:lnTo>
                  <a:pt x="3809" y="4252"/>
                </a:lnTo>
                <a:lnTo>
                  <a:pt x="3808" y="4254"/>
                </a:lnTo>
                <a:lnTo>
                  <a:pt x="3807" y="4255"/>
                </a:lnTo>
                <a:lnTo>
                  <a:pt x="3806" y="4255"/>
                </a:lnTo>
                <a:lnTo>
                  <a:pt x="3805" y="4256"/>
                </a:lnTo>
                <a:lnTo>
                  <a:pt x="3804" y="4257"/>
                </a:lnTo>
                <a:lnTo>
                  <a:pt x="3804" y="4258"/>
                </a:lnTo>
                <a:lnTo>
                  <a:pt x="3803" y="4258"/>
                </a:lnTo>
                <a:lnTo>
                  <a:pt x="3802" y="4258"/>
                </a:lnTo>
                <a:lnTo>
                  <a:pt x="3802" y="4259"/>
                </a:lnTo>
                <a:lnTo>
                  <a:pt x="3801" y="4260"/>
                </a:lnTo>
                <a:lnTo>
                  <a:pt x="3800" y="4261"/>
                </a:lnTo>
                <a:lnTo>
                  <a:pt x="3799" y="4261"/>
                </a:lnTo>
                <a:lnTo>
                  <a:pt x="3798" y="4261"/>
                </a:lnTo>
                <a:lnTo>
                  <a:pt x="3798" y="4262"/>
                </a:lnTo>
                <a:lnTo>
                  <a:pt x="3798" y="4261"/>
                </a:lnTo>
                <a:lnTo>
                  <a:pt x="3798" y="4260"/>
                </a:lnTo>
                <a:lnTo>
                  <a:pt x="3798" y="4259"/>
                </a:lnTo>
                <a:lnTo>
                  <a:pt x="3797" y="4258"/>
                </a:lnTo>
                <a:lnTo>
                  <a:pt x="3798" y="4258"/>
                </a:lnTo>
                <a:lnTo>
                  <a:pt x="3799" y="4259"/>
                </a:lnTo>
                <a:lnTo>
                  <a:pt x="3800" y="4259"/>
                </a:lnTo>
                <a:lnTo>
                  <a:pt x="3801" y="4259"/>
                </a:lnTo>
                <a:lnTo>
                  <a:pt x="3801" y="4258"/>
                </a:lnTo>
                <a:lnTo>
                  <a:pt x="3801" y="4257"/>
                </a:lnTo>
                <a:lnTo>
                  <a:pt x="3800" y="4256"/>
                </a:lnTo>
                <a:lnTo>
                  <a:pt x="3801" y="4255"/>
                </a:lnTo>
                <a:lnTo>
                  <a:pt x="3801" y="4254"/>
                </a:lnTo>
                <a:lnTo>
                  <a:pt x="3802" y="4254"/>
                </a:lnTo>
                <a:lnTo>
                  <a:pt x="3803" y="4253"/>
                </a:lnTo>
                <a:lnTo>
                  <a:pt x="3802" y="4253"/>
                </a:lnTo>
                <a:lnTo>
                  <a:pt x="3801" y="4253"/>
                </a:lnTo>
                <a:lnTo>
                  <a:pt x="3801" y="4252"/>
                </a:lnTo>
                <a:lnTo>
                  <a:pt x="3800" y="4252"/>
                </a:lnTo>
                <a:lnTo>
                  <a:pt x="3799" y="4252"/>
                </a:lnTo>
                <a:lnTo>
                  <a:pt x="3800" y="4251"/>
                </a:lnTo>
                <a:lnTo>
                  <a:pt x="3799" y="4251"/>
                </a:lnTo>
                <a:lnTo>
                  <a:pt x="3798" y="4251"/>
                </a:lnTo>
                <a:lnTo>
                  <a:pt x="3798" y="4252"/>
                </a:lnTo>
                <a:lnTo>
                  <a:pt x="3797" y="4252"/>
                </a:lnTo>
                <a:lnTo>
                  <a:pt x="3796" y="4252"/>
                </a:lnTo>
                <a:lnTo>
                  <a:pt x="3795" y="4251"/>
                </a:lnTo>
                <a:lnTo>
                  <a:pt x="3795" y="4252"/>
                </a:lnTo>
                <a:lnTo>
                  <a:pt x="3794" y="4250"/>
                </a:lnTo>
                <a:lnTo>
                  <a:pt x="3793" y="4250"/>
                </a:lnTo>
                <a:lnTo>
                  <a:pt x="3792" y="4250"/>
                </a:lnTo>
                <a:lnTo>
                  <a:pt x="3791" y="4250"/>
                </a:lnTo>
                <a:lnTo>
                  <a:pt x="3791" y="4251"/>
                </a:lnTo>
                <a:lnTo>
                  <a:pt x="3790" y="4251"/>
                </a:lnTo>
                <a:lnTo>
                  <a:pt x="3790" y="4250"/>
                </a:lnTo>
                <a:lnTo>
                  <a:pt x="3789" y="4250"/>
                </a:lnTo>
                <a:lnTo>
                  <a:pt x="3789" y="4251"/>
                </a:lnTo>
                <a:lnTo>
                  <a:pt x="3790" y="4251"/>
                </a:lnTo>
                <a:lnTo>
                  <a:pt x="3789" y="4251"/>
                </a:lnTo>
                <a:lnTo>
                  <a:pt x="3789" y="4252"/>
                </a:lnTo>
                <a:lnTo>
                  <a:pt x="3790" y="4252"/>
                </a:lnTo>
                <a:lnTo>
                  <a:pt x="3791" y="4251"/>
                </a:lnTo>
                <a:lnTo>
                  <a:pt x="3792" y="4251"/>
                </a:lnTo>
                <a:lnTo>
                  <a:pt x="3793" y="4251"/>
                </a:lnTo>
                <a:lnTo>
                  <a:pt x="3794" y="4252"/>
                </a:lnTo>
                <a:lnTo>
                  <a:pt x="3795" y="4252"/>
                </a:lnTo>
                <a:lnTo>
                  <a:pt x="3795" y="4253"/>
                </a:lnTo>
                <a:lnTo>
                  <a:pt x="3795" y="4254"/>
                </a:lnTo>
                <a:lnTo>
                  <a:pt x="3794" y="4254"/>
                </a:lnTo>
                <a:lnTo>
                  <a:pt x="3793" y="4254"/>
                </a:lnTo>
                <a:lnTo>
                  <a:pt x="3792" y="4254"/>
                </a:lnTo>
                <a:lnTo>
                  <a:pt x="3791" y="4254"/>
                </a:lnTo>
                <a:lnTo>
                  <a:pt x="3790" y="4254"/>
                </a:lnTo>
                <a:lnTo>
                  <a:pt x="3789" y="4255"/>
                </a:lnTo>
                <a:lnTo>
                  <a:pt x="3788" y="4255"/>
                </a:lnTo>
                <a:lnTo>
                  <a:pt x="3787" y="4255"/>
                </a:lnTo>
                <a:lnTo>
                  <a:pt x="3786" y="4256"/>
                </a:lnTo>
                <a:lnTo>
                  <a:pt x="3784" y="4256"/>
                </a:lnTo>
                <a:lnTo>
                  <a:pt x="3783" y="4256"/>
                </a:lnTo>
                <a:lnTo>
                  <a:pt x="3783" y="4257"/>
                </a:lnTo>
                <a:lnTo>
                  <a:pt x="3783" y="4256"/>
                </a:lnTo>
                <a:lnTo>
                  <a:pt x="3782" y="4256"/>
                </a:lnTo>
                <a:lnTo>
                  <a:pt x="3781" y="4256"/>
                </a:lnTo>
                <a:lnTo>
                  <a:pt x="3780" y="4256"/>
                </a:lnTo>
                <a:lnTo>
                  <a:pt x="3780" y="4257"/>
                </a:lnTo>
                <a:lnTo>
                  <a:pt x="3779" y="4257"/>
                </a:lnTo>
                <a:lnTo>
                  <a:pt x="3778" y="4257"/>
                </a:lnTo>
                <a:lnTo>
                  <a:pt x="3778" y="4256"/>
                </a:lnTo>
                <a:lnTo>
                  <a:pt x="3777" y="4256"/>
                </a:lnTo>
                <a:lnTo>
                  <a:pt x="3777" y="4255"/>
                </a:lnTo>
                <a:lnTo>
                  <a:pt x="3778" y="4255"/>
                </a:lnTo>
                <a:lnTo>
                  <a:pt x="3778" y="4254"/>
                </a:lnTo>
                <a:lnTo>
                  <a:pt x="3777" y="4254"/>
                </a:lnTo>
                <a:lnTo>
                  <a:pt x="3776" y="4255"/>
                </a:lnTo>
                <a:lnTo>
                  <a:pt x="3776" y="4254"/>
                </a:lnTo>
                <a:lnTo>
                  <a:pt x="3775" y="4254"/>
                </a:lnTo>
                <a:lnTo>
                  <a:pt x="3775" y="4253"/>
                </a:lnTo>
                <a:lnTo>
                  <a:pt x="3776" y="4252"/>
                </a:lnTo>
                <a:lnTo>
                  <a:pt x="3776" y="4251"/>
                </a:lnTo>
                <a:lnTo>
                  <a:pt x="3775" y="4251"/>
                </a:lnTo>
                <a:lnTo>
                  <a:pt x="3774" y="4251"/>
                </a:lnTo>
                <a:lnTo>
                  <a:pt x="3772" y="4250"/>
                </a:lnTo>
                <a:lnTo>
                  <a:pt x="3771" y="4250"/>
                </a:lnTo>
                <a:lnTo>
                  <a:pt x="3771" y="4251"/>
                </a:lnTo>
                <a:lnTo>
                  <a:pt x="3770" y="4251"/>
                </a:lnTo>
                <a:lnTo>
                  <a:pt x="3770" y="4250"/>
                </a:lnTo>
                <a:lnTo>
                  <a:pt x="3770" y="4249"/>
                </a:lnTo>
                <a:lnTo>
                  <a:pt x="3770" y="4248"/>
                </a:lnTo>
                <a:lnTo>
                  <a:pt x="3770" y="4249"/>
                </a:lnTo>
                <a:lnTo>
                  <a:pt x="3770" y="4250"/>
                </a:lnTo>
                <a:lnTo>
                  <a:pt x="3769" y="4250"/>
                </a:lnTo>
                <a:lnTo>
                  <a:pt x="3769" y="4251"/>
                </a:lnTo>
                <a:lnTo>
                  <a:pt x="3768" y="4251"/>
                </a:lnTo>
                <a:lnTo>
                  <a:pt x="3767" y="4252"/>
                </a:lnTo>
                <a:lnTo>
                  <a:pt x="3767" y="4253"/>
                </a:lnTo>
                <a:lnTo>
                  <a:pt x="3766" y="4253"/>
                </a:lnTo>
                <a:lnTo>
                  <a:pt x="3767" y="4253"/>
                </a:lnTo>
                <a:lnTo>
                  <a:pt x="3766" y="4254"/>
                </a:lnTo>
                <a:lnTo>
                  <a:pt x="3766" y="4255"/>
                </a:lnTo>
                <a:lnTo>
                  <a:pt x="3767" y="4255"/>
                </a:lnTo>
                <a:lnTo>
                  <a:pt x="3768" y="4255"/>
                </a:lnTo>
                <a:lnTo>
                  <a:pt x="3768" y="4256"/>
                </a:lnTo>
                <a:lnTo>
                  <a:pt x="3769" y="4256"/>
                </a:lnTo>
                <a:lnTo>
                  <a:pt x="3769" y="4255"/>
                </a:lnTo>
                <a:lnTo>
                  <a:pt x="3770" y="4255"/>
                </a:lnTo>
                <a:lnTo>
                  <a:pt x="3771" y="4255"/>
                </a:lnTo>
                <a:lnTo>
                  <a:pt x="3771" y="4256"/>
                </a:lnTo>
                <a:lnTo>
                  <a:pt x="3772" y="4256"/>
                </a:lnTo>
                <a:lnTo>
                  <a:pt x="3772" y="4255"/>
                </a:lnTo>
                <a:lnTo>
                  <a:pt x="3772" y="4254"/>
                </a:lnTo>
                <a:lnTo>
                  <a:pt x="3773" y="4254"/>
                </a:lnTo>
                <a:lnTo>
                  <a:pt x="3774" y="4255"/>
                </a:lnTo>
                <a:lnTo>
                  <a:pt x="3775" y="4255"/>
                </a:lnTo>
                <a:lnTo>
                  <a:pt x="3777" y="4256"/>
                </a:lnTo>
                <a:lnTo>
                  <a:pt x="3777" y="4257"/>
                </a:lnTo>
                <a:lnTo>
                  <a:pt x="3776" y="4257"/>
                </a:lnTo>
                <a:lnTo>
                  <a:pt x="3775" y="4257"/>
                </a:lnTo>
                <a:lnTo>
                  <a:pt x="3774" y="4258"/>
                </a:lnTo>
                <a:lnTo>
                  <a:pt x="3772" y="4258"/>
                </a:lnTo>
                <a:lnTo>
                  <a:pt x="3771" y="4259"/>
                </a:lnTo>
                <a:lnTo>
                  <a:pt x="3770" y="4259"/>
                </a:lnTo>
                <a:lnTo>
                  <a:pt x="3769" y="4260"/>
                </a:lnTo>
                <a:lnTo>
                  <a:pt x="3767" y="4261"/>
                </a:lnTo>
                <a:lnTo>
                  <a:pt x="3766" y="4262"/>
                </a:lnTo>
                <a:lnTo>
                  <a:pt x="3765" y="4262"/>
                </a:lnTo>
                <a:lnTo>
                  <a:pt x="3764" y="4262"/>
                </a:lnTo>
                <a:lnTo>
                  <a:pt x="3763" y="4263"/>
                </a:lnTo>
                <a:lnTo>
                  <a:pt x="3762" y="4263"/>
                </a:lnTo>
                <a:lnTo>
                  <a:pt x="3762" y="4264"/>
                </a:lnTo>
                <a:lnTo>
                  <a:pt x="3761" y="4264"/>
                </a:lnTo>
                <a:lnTo>
                  <a:pt x="3760" y="4264"/>
                </a:lnTo>
                <a:lnTo>
                  <a:pt x="3760" y="4263"/>
                </a:lnTo>
                <a:lnTo>
                  <a:pt x="3760" y="4264"/>
                </a:lnTo>
                <a:lnTo>
                  <a:pt x="3759" y="4264"/>
                </a:lnTo>
                <a:lnTo>
                  <a:pt x="3758" y="4264"/>
                </a:lnTo>
                <a:lnTo>
                  <a:pt x="3757" y="4264"/>
                </a:lnTo>
                <a:lnTo>
                  <a:pt x="3757" y="4265"/>
                </a:lnTo>
                <a:lnTo>
                  <a:pt x="3756" y="4265"/>
                </a:lnTo>
                <a:lnTo>
                  <a:pt x="3755" y="4266"/>
                </a:lnTo>
                <a:lnTo>
                  <a:pt x="3755" y="4267"/>
                </a:lnTo>
                <a:lnTo>
                  <a:pt x="3754" y="4267"/>
                </a:lnTo>
                <a:lnTo>
                  <a:pt x="3754" y="4268"/>
                </a:lnTo>
                <a:lnTo>
                  <a:pt x="3753" y="4268"/>
                </a:lnTo>
                <a:lnTo>
                  <a:pt x="3752" y="4268"/>
                </a:lnTo>
                <a:lnTo>
                  <a:pt x="3751" y="4268"/>
                </a:lnTo>
                <a:lnTo>
                  <a:pt x="3750" y="4268"/>
                </a:lnTo>
                <a:lnTo>
                  <a:pt x="3749" y="4268"/>
                </a:lnTo>
                <a:lnTo>
                  <a:pt x="3748" y="4268"/>
                </a:lnTo>
                <a:lnTo>
                  <a:pt x="3747" y="4268"/>
                </a:lnTo>
                <a:lnTo>
                  <a:pt x="3746" y="4268"/>
                </a:lnTo>
                <a:lnTo>
                  <a:pt x="3746" y="4267"/>
                </a:lnTo>
                <a:lnTo>
                  <a:pt x="3745" y="4267"/>
                </a:lnTo>
                <a:lnTo>
                  <a:pt x="3744" y="4267"/>
                </a:lnTo>
                <a:lnTo>
                  <a:pt x="3743" y="4267"/>
                </a:lnTo>
                <a:lnTo>
                  <a:pt x="3742" y="4267"/>
                </a:lnTo>
                <a:lnTo>
                  <a:pt x="3743" y="4267"/>
                </a:lnTo>
                <a:lnTo>
                  <a:pt x="3742" y="4267"/>
                </a:lnTo>
                <a:lnTo>
                  <a:pt x="3741" y="4267"/>
                </a:lnTo>
                <a:lnTo>
                  <a:pt x="3740" y="4268"/>
                </a:lnTo>
                <a:lnTo>
                  <a:pt x="3739" y="4268"/>
                </a:lnTo>
                <a:lnTo>
                  <a:pt x="3738" y="4269"/>
                </a:lnTo>
                <a:lnTo>
                  <a:pt x="3737" y="4270"/>
                </a:lnTo>
                <a:lnTo>
                  <a:pt x="3737" y="4269"/>
                </a:lnTo>
                <a:lnTo>
                  <a:pt x="3736" y="4269"/>
                </a:lnTo>
                <a:lnTo>
                  <a:pt x="3736" y="4270"/>
                </a:lnTo>
                <a:lnTo>
                  <a:pt x="3736" y="4271"/>
                </a:lnTo>
                <a:lnTo>
                  <a:pt x="3735" y="4271"/>
                </a:lnTo>
                <a:lnTo>
                  <a:pt x="3734" y="4272"/>
                </a:lnTo>
                <a:lnTo>
                  <a:pt x="3733" y="4273"/>
                </a:lnTo>
                <a:lnTo>
                  <a:pt x="3733" y="4274"/>
                </a:lnTo>
                <a:lnTo>
                  <a:pt x="3732" y="4274"/>
                </a:lnTo>
                <a:lnTo>
                  <a:pt x="3731" y="4275"/>
                </a:lnTo>
                <a:lnTo>
                  <a:pt x="3731" y="4276"/>
                </a:lnTo>
                <a:lnTo>
                  <a:pt x="3730" y="4277"/>
                </a:lnTo>
                <a:lnTo>
                  <a:pt x="3729" y="4278"/>
                </a:lnTo>
                <a:lnTo>
                  <a:pt x="3729" y="4279"/>
                </a:lnTo>
                <a:lnTo>
                  <a:pt x="3729" y="4280"/>
                </a:lnTo>
                <a:lnTo>
                  <a:pt x="3728" y="4281"/>
                </a:lnTo>
                <a:lnTo>
                  <a:pt x="3727" y="4283"/>
                </a:lnTo>
                <a:lnTo>
                  <a:pt x="3727" y="4284"/>
                </a:lnTo>
                <a:lnTo>
                  <a:pt x="3727" y="4285"/>
                </a:lnTo>
                <a:lnTo>
                  <a:pt x="3726" y="4286"/>
                </a:lnTo>
                <a:lnTo>
                  <a:pt x="3726" y="4287"/>
                </a:lnTo>
                <a:lnTo>
                  <a:pt x="3725" y="4288"/>
                </a:lnTo>
                <a:lnTo>
                  <a:pt x="3724" y="4289"/>
                </a:lnTo>
                <a:lnTo>
                  <a:pt x="3724" y="4290"/>
                </a:lnTo>
                <a:lnTo>
                  <a:pt x="3723" y="4290"/>
                </a:lnTo>
                <a:lnTo>
                  <a:pt x="3722" y="4291"/>
                </a:lnTo>
                <a:lnTo>
                  <a:pt x="3721" y="4291"/>
                </a:lnTo>
                <a:lnTo>
                  <a:pt x="3720" y="4290"/>
                </a:lnTo>
                <a:lnTo>
                  <a:pt x="3720" y="4291"/>
                </a:lnTo>
                <a:lnTo>
                  <a:pt x="3718" y="4291"/>
                </a:lnTo>
                <a:lnTo>
                  <a:pt x="3717" y="4291"/>
                </a:lnTo>
                <a:lnTo>
                  <a:pt x="3715" y="4291"/>
                </a:lnTo>
                <a:lnTo>
                  <a:pt x="3714" y="4292"/>
                </a:lnTo>
                <a:lnTo>
                  <a:pt x="3713" y="4292"/>
                </a:lnTo>
                <a:lnTo>
                  <a:pt x="3712" y="4293"/>
                </a:lnTo>
                <a:lnTo>
                  <a:pt x="3711" y="4293"/>
                </a:lnTo>
                <a:lnTo>
                  <a:pt x="3710" y="4293"/>
                </a:lnTo>
                <a:lnTo>
                  <a:pt x="3709" y="4292"/>
                </a:lnTo>
                <a:lnTo>
                  <a:pt x="3708" y="4292"/>
                </a:lnTo>
                <a:lnTo>
                  <a:pt x="3707" y="4292"/>
                </a:lnTo>
                <a:lnTo>
                  <a:pt x="3706" y="4292"/>
                </a:lnTo>
                <a:lnTo>
                  <a:pt x="3705" y="4292"/>
                </a:lnTo>
                <a:lnTo>
                  <a:pt x="3705" y="4293"/>
                </a:lnTo>
                <a:lnTo>
                  <a:pt x="3704" y="4293"/>
                </a:lnTo>
                <a:lnTo>
                  <a:pt x="3703" y="4293"/>
                </a:lnTo>
                <a:lnTo>
                  <a:pt x="3702" y="4294"/>
                </a:lnTo>
                <a:lnTo>
                  <a:pt x="3702" y="4295"/>
                </a:lnTo>
                <a:lnTo>
                  <a:pt x="3702" y="4296"/>
                </a:lnTo>
                <a:lnTo>
                  <a:pt x="3701" y="4296"/>
                </a:lnTo>
                <a:lnTo>
                  <a:pt x="3700" y="4296"/>
                </a:lnTo>
                <a:lnTo>
                  <a:pt x="3699" y="4295"/>
                </a:lnTo>
                <a:lnTo>
                  <a:pt x="3700" y="4294"/>
                </a:lnTo>
                <a:lnTo>
                  <a:pt x="3700" y="4293"/>
                </a:lnTo>
                <a:lnTo>
                  <a:pt x="3700" y="4292"/>
                </a:lnTo>
                <a:lnTo>
                  <a:pt x="3701" y="4291"/>
                </a:lnTo>
                <a:lnTo>
                  <a:pt x="3701" y="4290"/>
                </a:lnTo>
                <a:lnTo>
                  <a:pt x="3701" y="4289"/>
                </a:lnTo>
                <a:lnTo>
                  <a:pt x="3700" y="4289"/>
                </a:lnTo>
                <a:lnTo>
                  <a:pt x="3699" y="4289"/>
                </a:lnTo>
                <a:lnTo>
                  <a:pt x="3699" y="4288"/>
                </a:lnTo>
                <a:lnTo>
                  <a:pt x="3698" y="4287"/>
                </a:lnTo>
                <a:lnTo>
                  <a:pt x="3698" y="4286"/>
                </a:lnTo>
                <a:lnTo>
                  <a:pt x="3698" y="4285"/>
                </a:lnTo>
                <a:lnTo>
                  <a:pt x="3699" y="4285"/>
                </a:lnTo>
                <a:lnTo>
                  <a:pt x="3699" y="4284"/>
                </a:lnTo>
                <a:lnTo>
                  <a:pt x="3700" y="4283"/>
                </a:lnTo>
                <a:lnTo>
                  <a:pt x="3701" y="4282"/>
                </a:lnTo>
                <a:lnTo>
                  <a:pt x="3701" y="4281"/>
                </a:lnTo>
                <a:lnTo>
                  <a:pt x="3700" y="4281"/>
                </a:lnTo>
                <a:lnTo>
                  <a:pt x="3700" y="4282"/>
                </a:lnTo>
                <a:lnTo>
                  <a:pt x="3699" y="4282"/>
                </a:lnTo>
                <a:lnTo>
                  <a:pt x="3698" y="4281"/>
                </a:lnTo>
                <a:lnTo>
                  <a:pt x="3698" y="4280"/>
                </a:lnTo>
                <a:lnTo>
                  <a:pt x="3698" y="4279"/>
                </a:lnTo>
                <a:lnTo>
                  <a:pt x="3698" y="4278"/>
                </a:lnTo>
                <a:lnTo>
                  <a:pt x="3698" y="4276"/>
                </a:lnTo>
                <a:lnTo>
                  <a:pt x="3698" y="4275"/>
                </a:lnTo>
                <a:lnTo>
                  <a:pt x="3698" y="4274"/>
                </a:lnTo>
                <a:lnTo>
                  <a:pt x="3698" y="4272"/>
                </a:lnTo>
                <a:lnTo>
                  <a:pt x="3698" y="4271"/>
                </a:lnTo>
                <a:lnTo>
                  <a:pt x="3698" y="4273"/>
                </a:lnTo>
                <a:lnTo>
                  <a:pt x="3698" y="4274"/>
                </a:lnTo>
                <a:lnTo>
                  <a:pt x="3697" y="4274"/>
                </a:lnTo>
                <a:lnTo>
                  <a:pt x="3696" y="4273"/>
                </a:lnTo>
                <a:lnTo>
                  <a:pt x="3695" y="4273"/>
                </a:lnTo>
                <a:lnTo>
                  <a:pt x="3695" y="4272"/>
                </a:lnTo>
                <a:lnTo>
                  <a:pt x="3694" y="4272"/>
                </a:lnTo>
                <a:lnTo>
                  <a:pt x="3694" y="4271"/>
                </a:lnTo>
                <a:lnTo>
                  <a:pt x="3693" y="4271"/>
                </a:lnTo>
                <a:lnTo>
                  <a:pt x="3693" y="4270"/>
                </a:lnTo>
                <a:lnTo>
                  <a:pt x="3693" y="4269"/>
                </a:lnTo>
                <a:lnTo>
                  <a:pt x="3692" y="4269"/>
                </a:lnTo>
                <a:lnTo>
                  <a:pt x="3692" y="4268"/>
                </a:lnTo>
                <a:lnTo>
                  <a:pt x="3692" y="4269"/>
                </a:lnTo>
                <a:lnTo>
                  <a:pt x="3691" y="4268"/>
                </a:lnTo>
                <a:lnTo>
                  <a:pt x="3691" y="4269"/>
                </a:lnTo>
                <a:lnTo>
                  <a:pt x="3692" y="4270"/>
                </a:lnTo>
                <a:lnTo>
                  <a:pt x="3692" y="4271"/>
                </a:lnTo>
                <a:lnTo>
                  <a:pt x="3693" y="4272"/>
                </a:lnTo>
                <a:lnTo>
                  <a:pt x="3693" y="4273"/>
                </a:lnTo>
                <a:lnTo>
                  <a:pt x="3694" y="4273"/>
                </a:lnTo>
                <a:lnTo>
                  <a:pt x="3694" y="4274"/>
                </a:lnTo>
                <a:lnTo>
                  <a:pt x="3694" y="4275"/>
                </a:lnTo>
                <a:lnTo>
                  <a:pt x="3695" y="4276"/>
                </a:lnTo>
                <a:lnTo>
                  <a:pt x="3695" y="4277"/>
                </a:lnTo>
                <a:lnTo>
                  <a:pt x="3696" y="4278"/>
                </a:lnTo>
                <a:lnTo>
                  <a:pt x="3696" y="4279"/>
                </a:lnTo>
                <a:lnTo>
                  <a:pt x="3695" y="4279"/>
                </a:lnTo>
                <a:lnTo>
                  <a:pt x="3694" y="4279"/>
                </a:lnTo>
                <a:lnTo>
                  <a:pt x="3694" y="4280"/>
                </a:lnTo>
                <a:lnTo>
                  <a:pt x="3694" y="4281"/>
                </a:lnTo>
                <a:lnTo>
                  <a:pt x="3695" y="4281"/>
                </a:lnTo>
                <a:lnTo>
                  <a:pt x="3695" y="4280"/>
                </a:lnTo>
                <a:lnTo>
                  <a:pt x="3695" y="4279"/>
                </a:lnTo>
                <a:lnTo>
                  <a:pt x="3696" y="4279"/>
                </a:lnTo>
                <a:lnTo>
                  <a:pt x="3696" y="4281"/>
                </a:lnTo>
                <a:lnTo>
                  <a:pt x="3696" y="4282"/>
                </a:lnTo>
                <a:lnTo>
                  <a:pt x="3697" y="4282"/>
                </a:lnTo>
                <a:lnTo>
                  <a:pt x="3697" y="4283"/>
                </a:lnTo>
                <a:lnTo>
                  <a:pt x="3697" y="4284"/>
                </a:lnTo>
                <a:lnTo>
                  <a:pt x="3697" y="4283"/>
                </a:lnTo>
                <a:lnTo>
                  <a:pt x="3696" y="4283"/>
                </a:lnTo>
                <a:lnTo>
                  <a:pt x="3696" y="4284"/>
                </a:lnTo>
                <a:lnTo>
                  <a:pt x="3695" y="4285"/>
                </a:lnTo>
                <a:lnTo>
                  <a:pt x="3695" y="4286"/>
                </a:lnTo>
                <a:lnTo>
                  <a:pt x="3694" y="4285"/>
                </a:lnTo>
                <a:lnTo>
                  <a:pt x="3694" y="4286"/>
                </a:lnTo>
                <a:lnTo>
                  <a:pt x="3694" y="4287"/>
                </a:lnTo>
                <a:lnTo>
                  <a:pt x="3695" y="4288"/>
                </a:lnTo>
                <a:lnTo>
                  <a:pt x="3695" y="4287"/>
                </a:lnTo>
                <a:lnTo>
                  <a:pt x="3696" y="4288"/>
                </a:lnTo>
                <a:lnTo>
                  <a:pt x="3696" y="4289"/>
                </a:lnTo>
                <a:lnTo>
                  <a:pt x="3696" y="4290"/>
                </a:lnTo>
                <a:lnTo>
                  <a:pt x="3697" y="4290"/>
                </a:lnTo>
                <a:lnTo>
                  <a:pt x="3698" y="4290"/>
                </a:lnTo>
                <a:lnTo>
                  <a:pt x="3698" y="4291"/>
                </a:lnTo>
                <a:lnTo>
                  <a:pt x="3698" y="4292"/>
                </a:lnTo>
                <a:lnTo>
                  <a:pt x="3698" y="4293"/>
                </a:lnTo>
                <a:lnTo>
                  <a:pt x="3698" y="4294"/>
                </a:lnTo>
                <a:lnTo>
                  <a:pt x="3697" y="4294"/>
                </a:lnTo>
                <a:lnTo>
                  <a:pt x="3697" y="4295"/>
                </a:lnTo>
                <a:lnTo>
                  <a:pt x="3698" y="4295"/>
                </a:lnTo>
                <a:lnTo>
                  <a:pt x="3697" y="4296"/>
                </a:lnTo>
                <a:lnTo>
                  <a:pt x="3697" y="4297"/>
                </a:lnTo>
                <a:lnTo>
                  <a:pt x="3696" y="4298"/>
                </a:lnTo>
                <a:lnTo>
                  <a:pt x="3696" y="4299"/>
                </a:lnTo>
                <a:lnTo>
                  <a:pt x="3696" y="4300"/>
                </a:lnTo>
                <a:lnTo>
                  <a:pt x="3696" y="4301"/>
                </a:lnTo>
                <a:lnTo>
                  <a:pt x="3696" y="4302"/>
                </a:lnTo>
                <a:lnTo>
                  <a:pt x="3696" y="4303"/>
                </a:lnTo>
                <a:lnTo>
                  <a:pt x="3695" y="4304"/>
                </a:lnTo>
                <a:lnTo>
                  <a:pt x="3694" y="4304"/>
                </a:lnTo>
                <a:lnTo>
                  <a:pt x="3693" y="4303"/>
                </a:lnTo>
                <a:lnTo>
                  <a:pt x="3693" y="4302"/>
                </a:lnTo>
                <a:lnTo>
                  <a:pt x="3693" y="4303"/>
                </a:lnTo>
                <a:lnTo>
                  <a:pt x="3692" y="4303"/>
                </a:lnTo>
                <a:lnTo>
                  <a:pt x="3692" y="4304"/>
                </a:lnTo>
                <a:lnTo>
                  <a:pt x="3691" y="4304"/>
                </a:lnTo>
                <a:lnTo>
                  <a:pt x="3691" y="4305"/>
                </a:lnTo>
                <a:lnTo>
                  <a:pt x="3691" y="4306"/>
                </a:lnTo>
                <a:lnTo>
                  <a:pt x="3690" y="4306"/>
                </a:lnTo>
                <a:lnTo>
                  <a:pt x="3690" y="4307"/>
                </a:lnTo>
                <a:lnTo>
                  <a:pt x="3689" y="4307"/>
                </a:lnTo>
                <a:lnTo>
                  <a:pt x="3688" y="4307"/>
                </a:lnTo>
                <a:lnTo>
                  <a:pt x="3687" y="4307"/>
                </a:lnTo>
                <a:lnTo>
                  <a:pt x="3687" y="4306"/>
                </a:lnTo>
                <a:lnTo>
                  <a:pt x="3686" y="4306"/>
                </a:lnTo>
                <a:lnTo>
                  <a:pt x="3686" y="4307"/>
                </a:lnTo>
                <a:lnTo>
                  <a:pt x="3685" y="4307"/>
                </a:lnTo>
                <a:lnTo>
                  <a:pt x="3685" y="4308"/>
                </a:lnTo>
                <a:lnTo>
                  <a:pt x="3684" y="4308"/>
                </a:lnTo>
                <a:lnTo>
                  <a:pt x="3683" y="4308"/>
                </a:lnTo>
                <a:lnTo>
                  <a:pt x="3682" y="4309"/>
                </a:lnTo>
                <a:lnTo>
                  <a:pt x="3681" y="4309"/>
                </a:lnTo>
                <a:lnTo>
                  <a:pt x="3680" y="4310"/>
                </a:lnTo>
                <a:lnTo>
                  <a:pt x="3679" y="4310"/>
                </a:lnTo>
                <a:lnTo>
                  <a:pt x="3679" y="4309"/>
                </a:lnTo>
                <a:lnTo>
                  <a:pt x="3678" y="4309"/>
                </a:lnTo>
                <a:lnTo>
                  <a:pt x="3677" y="4309"/>
                </a:lnTo>
                <a:lnTo>
                  <a:pt x="3677" y="4310"/>
                </a:lnTo>
                <a:lnTo>
                  <a:pt x="3678" y="4310"/>
                </a:lnTo>
                <a:lnTo>
                  <a:pt x="3678" y="4311"/>
                </a:lnTo>
                <a:lnTo>
                  <a:pt x="3677" y="4312"/>
                </a:lnTo>
                <a:lnTo>
                  <a:pt x="3677" y="4313"/>
                </a:lnTo>
                <a:lnTo>
                  <a:pt x="3677" y="4314"/>
                </a:lnTo>
                <a:lnTo>
                  <a:pt x="3677" y="4315"/>
                </a:lnTo>
                <a:lnTo>
                  <a:pt x="3676" y="4315"/>
                </a:lnTo>
                <a:lnTo>
                  <a:pt x="3676" y="4316"/>
                </a:lnTo>
                <a:lnTo>
                  <a:pt x="3676" y="4317"/>
                </a:lnTo>
                <a:lnTo>
                  <a:pt x="3675" y="4317"/>
                </a:lnTo>
                <a:lnTo>
                  <a:pt x="3675" y="4316"/>
                </a:lnTo>
                <a:lnTo>
                  <a:pt x="3675" y="4315"/>
                </a:lnTo>
                <a:lnTo>
                  <a:pt x="3674" y="4315"/>
                </a:lnTo>
                <a:lnTo>
                  <a:pt x="3674" y="4314"/>
                </a:lnTo>
                <a:lnTo>
                  <a:pt x="3674" y="4313"/>
                </a:lnTo>
                <a:lnTo>
                  <a:pt x="3674" y="4312"/>
                </a:lnTo>
                <a:lnTo>
                  <a:pt x="3674" y="4311"/>
                </a:lnTo>
                <a:lnTo>
                  <a:pt x="3674" y="4309"/>
                </a:lnTo>
                <a:lnTo>
                  <a:pt x="3675" y="4309"/>
                </a:lnTo>
                <a:lnTo>
                  <a:pt x="3675" y="4308"/>
                </a:lnTo>
                <a:lnTo>
                  <a:pt x="3674" y="4308"/>
                </a:lnTo>
                <a:lnTo>
                  <a:pt x="3673" y="4308"/>
                </a:lnTo>
                <a:lnTo>
                  <a:pt x="3673" y="4307"/>
                </a:lnTo>
                <a:lnTo>
                  <a:pt x="3672" y="4308"/>
                </a:lnTo>
                <a:lnTo>
                  <a:pt x="3672" y="4309"/>
                </a:lnTo>
                <a:lnTo>
                  <a:pt x="3673" y="4309"/>
                </a:lnTo>
                <a:lnTo>
                  <a:pt x="3673" y="4311"/>
                </a:lnTo>
                <a:lnTo>
                  <a:pt x="3673" y="4312"/>
                </a:lnTo>
                <a:lnTo>
                  <a:pt x="3673" y="4313"/>
                </a:lnTo>
                <a:lnTo>
                  <a:pt x="3673" y="4314"/>
                </a:lnTo>
                <a:lnTo>
                  <a:pt x="3672" y="4314"/>
                </a:lnTo>
                <a:lnTo>
                  <a:pt x="3671" y="4313"/>
                </a:lnTo>
                <a:lnTo>
                  <a:pt x="3671" y="4314"/>
                </a:lnTo>
                <a:lnTo>
                  <a:pt x="3670" y="4314"/>
                </a:lnTo>
                <a:lnTo>
                  <a:pt x="3671" y="4314"/>
                </a:lnTo>
                <a:lnTo>
                  <a:pt x="3672" y="4314"/>
                </a:lnTo>
                <a:lnTo>
                  <a:pt x="3672" y="4315"/>
                </a:lnTo>
                <a:lnTo>
                  <a:pt x="3672" y="4316"/>
                </a:lnTo>
                <a:lnTo>
                  <a:pt x="3672" y="4317"/>
                </a:lnTo>
                <a:lnTo>
                  <a:pt x="3672" y="4316"/>
                </a:lnTo>
                <a:lnTo>
                  <a:pt x="3671" y="4317"/>
                </a:lnTo>
                <a:lnTo>
                  <a:pt x="3671" y="4318"/>
                </a:lnTo>
                <a:lnTo>
                  <a:pt x="3671" y="4319"/>
                </a:lnTo>
                <a:lnTo>
                  <a:pt x="3670" y="4320"/>
                </a:lnTo>
                <a:lnTo>
                  <a:pt x="3669" y="4321"/>
                </a:lnTo>
                <a:lnTo>
                  <a:pt x="3670" y="4322"/>
                </a:lnTo>
                <a:lnTo>
                  <a:pt x="3671" y="4322"/>
                </a:lnTo>
                <a:lnTo>
                  <a:pt x="3670" y="4322"/>
                </a:lnTo>
                <a:lnTo>
                  <a:pt x="3669" y="4323"/>
                </a:lnTo>
                <a:lnTo>
                  <a:pt x="3669" y="4324"/>
                </a:lnTo>
                <a:lnTo>
                  <a:pt x="3668" y="4324"/>
                </a:lnTo>
                <a:lnTo>
                  <a:pt x="3667" y="4324"/>
                </a:lnTo>
                <a:lnTo>
                  <a:pt x="3668" y="4324"/>
                </a:lnTo>
                <a:lnTo>
                  <a:pt x="3668" y="4325"/>
                </a:lnTo>
                <a:lnTo>
                  <a:pt x="3669" y="4325"/>
                </a:lnTo>
                <a:lnTo>
                  <a:pt x="3669" y="4326"/>
                </a:lnTo>
                <a:lnTo>
                  <a:pt x="3669" y="4327"/>
                </a:lnTo>
                <a:lnTo>
                  <a:pt x="3669" y="4328"/>
                </a:lnTo>
                <a:lnTo>
                  <a:pt x="3668" y="4329"/>
                </a:lnTo>
                <a:lnTo>
                  <a:pt x="3668" y="4330"/>
                </a:lnTo>
                <a:lnTo>
                  <a:pt x="3668" y="4331"/>
                </a:lnTo>
                <a:lnTo>
                  <a:pt x="3669" y="4331"/>
                </a:lnTo>
                <a:lnTo>
                  <a:pt x="3669" y="4332"/>
                </a:lnTo>
                <a:lnTo>
                  <a:pt x="3669" y="4333"/>
                </a:lnTo>
                <a:lnTo>
                  <a:pt x="3669" y="4334"/>
                </a:lnTo>
                <a:lnTo>
                  <a:pt x="3670" y="4335"/>
                </a:lnTo>
                <a:lnTo>
                  <a:pt x="3671" y="4336"/>
                </a:lnTo>
                <a:lnTo>
                  <a:pt x="3671" y="4337"/>
                </a:lnTo>
                <a:lnTo>
                  <a:pt x="3672" y="4338"/>
                </a:lnTo>
                <a:lnTo>
                  <a:pt x="3672" y="4339"/>
                </a:lnTo>
                <a:lnTo>
                  <a:pt x="3673" y="4340"/>
                </a:lnTo>
                <a:lnTo>
                  <a:pt x="3672" y="4340"/>
                </a:lnTo>
                <a:lnTo>
                  <a:pt x="3672" y="4341"/>
                </a:lnTo>
                <a:lnTo>
                  <a:pt x="3671" y="4341"/>
                </a:lnTo>
                <a:lnTo>
                  <a:pt x="3671" y="4342"/>
                </a:lnTo>
                <a:lnTo>
                  <a:pt x="3672" y="4342"/>
                </a:lnTo>
                <a:lnTo>
                  <a:pt x="3673" y="4341"/>
                </a:lnTo>
                <a:lnTo>
                  <a:pt x="3674" y="4341"/>
                </a:lnTo>
                <a:lnTo>
                  <a:pt x="3675" y="4340"/>
                </a:lnTo>
                <a:lnTo>
                  <a:pt x="3676" y="4340"/>
                </a:lnTo>
                <a:lnTo>
                  <a:pt x="3677" y="4340"/>
                </a:lnTo>
                <a:lnTo>
                  <a:pt x="3678" y="4340"/>
                </a:lnTo>
                <a:lnTo>
                  <a:pt x="3679" y="4340"/>
                </a:lnTo>
                <a:lnTo>
                  <a:pt x="3679" y="4341"/>
                </a:lnTo>
                <a:lnTo>
                  <a:pt x="3680" y="4341"/>
                </a:lnTo>
                <a:lnTo>
                  <a:pt x="3681" y="4341"/>
                </a:lnTo>
                <a:lnTo>
                  <a:pt x="3681" y="4342"/>
                </a:lnTo>
                <a:lnTo>
                  <a:pt x="3682" y="4342"/>
                </a:lnTo>
                <a:lnTo>
                  <a:pt x="3682" y="4341"/>
                </a:lnTo>
                <a:lnTo>
                  <a:pt x="3683" y="4341"/>
                </a:lnTo>
                <a:lnTo>
                  <a:pt x="3684" y="4341"/>
                </a:lnTo>
                <a:lnTo>
                  <a:pt x="3684" y="4340"/>
                </a:lnTo>
                <a:lnTo>
                  <a:pt x="3687" y="4340"/>
                </a:lnTo>
                <a:lnTo>
                  <a:pt x="3688" y="4340"/>
                </a:lnTo>
                <a:lnTo>
                  <a:pt x="3689" y="4340"/>
                </a:lnTo>
                <a:lnTo>
                  <a:pt x="3689" y="4341"/>
                </a:lnTo>
                <a:lnTo>
                  <a:pt x="3690" y="4341"/>
                </a:lnTo>
                <a:lnTo>
                  <a:pt x="3691" y="4342"/>
                </a:lnTo>
                <a:lnTo>
                  <a:pt x="3692" y="4342"/>
                </a:lnTo>
                <a:lnTo>
                  <a:pt x="3692" y="4343"/>
                </a:lnTo>
                <a:lnTo>
                  <a:pt x="3693" y="4343"/>
                </a:lnTo>
                <a:lnTo>
                  <a:pt x="3694" y="4343"/>
                </a:lnTo>
                <a:lnTo>
                  <a:pt x="3695" y="4343"/>
                </a:lnTo>
                <a:lnTo>
                  <a:pt x="3695" y="4344"/>
                </a:lnTo>
                <a:lnTo>
                  <a:pt x="3696" y="4344"/>
                </a:lnTo>
                <a:lnTo>
                  <a:pt x="3695" y="4343"/>
                </a:lnTo>
                <a:lnTo>
                  <a:pt x="3696" y="4343"/>
                </a:lnTo>
                <a:lnTo>
                  <a:pt x="3696" y="4344"/>
                </a:lnTo>
                <a:lnTo>
                  <a:pt x="3697" y="4344"/>
                </a:lnTo>
                <a:lnTo>
                  <a:pt x="3696" y="4344"/>
                </a:lnTo>
                <a:lnTo>
                  <a:pt x="3697" y="4344"/>
                </a:lnTo>
                <a:lnTo>
                  <a:pt x="3697" y="4345"/>
                </a:lnTo>
                <a:lnTo>
                  <a:pt x="3697" y="4346"/>
                </a:lnTo>
                <a:lnTo>
                  <a:pt x="3696" y="4346"/>
                </a:lnTo>
                <a:lnTo>
                  <a:pt x="3696" y="4347"/>
                </a:lnTo>
                <a:lnTo>
                  <a:pt x="3697" y="4347"/>
                </a:lnTo>
                <a:lnTo>
                  <a:pt x="3697" y="4348"/>
                </a:lnTo>
                <a:lnTo>
                  <a:pt x="3697" y="4349"/>
                </a:lnTo>
                <a:lnTo>
                  <a:pt x="3698" y="4349"/>
                </a:lnTo>
                <a:lnTo>
                  <a:pt x="3698" y="4350"/>
                </a:lnTo>
                <a:lnTo>
                  <a:pt x="3698" y="4352"/>
                </a:lnTo>
                <a:lnTo>
                  <a:pt x="3698" y="4353"/>
                </a:lnTo>
                <a:lnTo>
                  <a:pt x="3697" y="4353"/>
                </a:lnTo>
                <a:lnTo>
                  <a:pt x="3697" y="4356"/>
                </a:lnTo>
                <a:lnTo>
                  <a:pt x="3697" y="4357"/>
                </a:lnTo>
                <a:lnTo>
                  <a:pt x="3697" y="4356"/>
                </a:lnTo>
                <a:lnTo>
                  <a:pt x="3696" y="4357"/>
                </a:lnTo>
                <a:lnTo>
                  <a:pt x="3695" y="4357"/>
                </a:lnTo>
                <a:lnTo>
                  <a:pt x="3694" y="4357"/>
                </a:lnTo>
                <a:lnTo>
                  <a:pt x="3693" y="4356"/>
                </a:lnTo>
                <a:lnTo>
                  <a:pt x="3693" y="4355"/>
                </a:lnTo>
                <a:lnTo>
                  <a:pt x="3692" y="4355"/>
                </a:lnTo>
                <a:lnTo>
                  <a:pt x="3691" y="4354"/>
                </a:lnTo>
                <a:lnTo>
                  <a:pt x="3692" y="4354"/>
                </a:lnTo>
                <a:lnTo>
                  <a:pt x="3692" y="4353"/>
                </a:lnTo>
                <a:lnTo>
                  <a:pt x="3691" y="4353"/>
                </a:lnTo>
                <a:lnTo>
                  <a:pt x="3691" y="4352"/>
                </a:lnTo>
                <a:lnTo>
                  <a:pt x="3691" y="4351"/>
                </a:lnTo>
                <a:lnTo>
                  <a:pt x="3690" y="4350"/>
                </a:lnTo>
                <a:lnTo>
                  <a:pt x="3690" y="4349"/>
                </a:lnTo>
                <a:lnTo>
                  <a:pt x="3689" y="4349"/>
                </a:lnTo>
                <a:lnTo>
                  <a:pt x="3690" y="4349"/>
                </a:lnTo>
                <a:lnTo>
                  <a:pt x="3689" y="4349"/>
                </a:lnTo>
                <a:lnTo>
                  <a:pt x="3690" y="4349"/>
                </a:lnTo>
                <a:lnTo>
                  <a:pt x="3690" y="4350"/>
                </a:lnTo>
                <a:lnTo>
                  <a:pt x="3690" y="4351"/>
                </a:lnTo>
                <a:lnTo>
                  <a:pt x="3690" y="4352"/>
                </a:lnTo>
                <a:lnTo>
                  <a:pt x="3690" y="4353"/>
                </a:lnTo>
                <a:lnTo>
                  <a:pt x="3689" y="4353"/>
                </a:lnTo>
                <a:lnTo>
                  <a:pt x="3688" y="4354"/>
                </a:lnTo>
                <a:lnTo>
                  <a:pt x="3688" y="4353"/>
                </a:lnTo>
                <a:lnTo>
                  <a:pt x="3688" y="4354"/>
                </a:lnTo>
                <a:lnTo>
                  <a:pt x="3688" y="4355"/>
                </a:lnTo>
                <a:lnTo>
                  <a:pt x="3687" y="4354"/>
                </a:lnTo>
                <a:lnTo>
                  <a:pt x="3687" y="4355"/>
                </a:lnTo>
                <a:lnTo>
                  <a:pt x="3688" y="4355"/>
                </a:lnTo>
                <a:lnTo>
                  <a:pt x="3689" y="4355"/>
                </a:lnTo>
                <a:lnTo>
                  <a:pt x="3689" y="4354"/>
                </a:lnTo>
                <a:lnTo>
                  <a:pt x="3690" y="4354"/>
                </a:lnTo>
                <a:lnTo>
                  <a:pt x="3690" y="4353"/>
                </a:lnTo>
                <a:lnTo>
                  <a:pt x="3690" y="4354"/>
                </a:lnTo>
                <a:lnTo>
                  <a:pt x="3690" y="4355"/>
                </a:lnTo>
                <a:lnTo>
                  <a:pt x="3690" y="4356"/>
                </a:lnTo>
                <a:lnTo>
                  <a:pt x="3690" y="4357"/>
                </a:lnTo>
                <a:lnTo>
                  <a:pt x="3691" y="4358"/>
                </a:lnTo>
                <a:lnTo>
                  <a:pt x="3691" y="4359"/>
                </a:lnTo>
                <a:lnTo>
                  <a:pt x="3690" y="4359"/>
                </a:lnTo>
                <a:lnTo>
                  <a:pt x="3689" y="4359"/>
                </a:lnTo>
                <a:lnTo>
                  <a:pt x="3688" y="4360"/>
                </a:lnTo>
                <a:lnTo>
                  <a:pt x="3688" y="4361"/>
                </a:lnTo>
                <a:lnTo>
                  <a:pt x="3687" y="4361"/>
                </a:lnTo>
                <a:lnTo>
                  <a:pt x="3687" y="4360"/>
                </a:lnTo>
                <a:lnTo>
                  <a:pt x="3687" y="4361"/>
                </a:lnTo>
                <a:lnTo>
                  <a:pt x="3686" y="4361"/>
                </a:lnTo>
                <a:lnTo>
                  <a:pt x="3687" y="4361"/>
                </a:lnTo>
                <a:lnTo>
                  <a:pt x="3687" y="4362"/>
                </a:lnTo>
                <a:lnTo>
                  <a:pt x="3687" y="4363"/>
                </a:lnTo>
                <a:lnTo>
                  <a:pt x="3687" y="4364"/>
                </a:lnTo>
                <a:lnTo>
                  <a:pt x="3686" y="4364"/>
                </a:lnTo>
                <a:lnTo>
                  <a:pt x="3686" y="4365"/>
                </a:lnTo>
                <a:lnTo>
                  <a:pt x="3687" y="4365"/>
                </a:lnTo>
                <a:lnTo>
                  <a:pt x="3687" y="4364"/>
                </a:lnTo>
                <a:lnTo>
                  <a:pt x="3688" y="4364"/>
                </a:lnTo>
                <a:lnTo>
                  <a:pt x="3688" y="4363"/>
                </a:lnTo>
                <a:lnTo>
                  <a:pt x="3689" y="4363"/>
                </a:lnTo>
                <a:lnTo>
                  <a:pt x="3689" y="4362"/>
                </a:lnTo>
                <a:lnTo>
                  <a:pt x="3690" y="4361"/>
                </a:lnTo>
                <a:lnTo>
                  <a:pt x="3690" y="4362"/>
                </a:lnTo>
                <a:lnTo>
                  <a:pt x="3690" y="4361"/>
                </a:lnTo>
                <a:lnTo>
                  <a:pt x="3690" y="4362"/>
                </a:lnTo>
                <a:lnTo>
                  <a:pt x="3691" y="4362"/>
                </a:lnTo>
                <a:lnTo>
                  <a:pt x="3691" y="4363"/>
                </a:lnTo>
                <a:lnTo>
                  <a:pt x="3691" y="4364"/>
                </a:lnTo>
                <a:lnTo>
                  <a:pt x="3691" y="4365"/>
                </a:lnTo>
                <a:lnTo>
                  <a:pt x="3691" y="4366"/>
                </a:lnTo>
                <a:lnTo>
                  <a:pt x="3691" y="4367"/>
                </a:lnTo>
                <a:lnTo>
                  <a:pt x="3691" y="4366"/>
                </a:lnTo>
                <a:lnTo>
                  <a:pt x="3692" y="4366"/>
                </a:lnTo>
                <a:lnTo>
                  <a:pt x="3691" y="4366"/>
                </a:lnTo>
                <a:lnTo>
                  <a:pt x="3691" y="4365"/>
                </a:lnTo>
                <a:lnTo>
                  <a:pt x="3691" y="4364"/>
                </a:lnTo>
                <a:lnTo>
                  <a:pt x="3692" y="4364"/>
                </a:lnTo>
                <a:lnTo>
                  <a:pt x="3692" y="4363"/>
                </a:lnTo>
                <a:lnTo>
                  <a:pt x="3692" y="4364"/>
                </a:lnTo>
                <a:lnTo>
                  <a:pt x="3693" y="4364"/>
                </a:lnTo>
                <a:lnTo>
                  <a:pt x="3694" y="4364"/>
                </a:lnTo>
                <a:lnTo>
                  <a:pt x="3694" y="4365"/>
                </a:lnTo>
                <a:lnTo>
                  <a:pt x="3695" y="4365"/>
                </a:lnTo>
                <a:lnTo>
                  <a:pt x="3695" y="4364"/>
                </a:lnTo>
                <a:lnTo>
                  <a:pt x="3695" y="4365"/>
                </a:lnTo>
                <a:lnTo>
                  <a:pt x="3695" y="4366"/>
                </a:lnTo>
                <a:lnTo>
                  <a:pt x="3696" y="4366"/>
                </a:lnTo>
                <a:lnTo>
                  <a:pt x="3696" y="4365"/>
                </a:lnTo>
                <a:lnTo>
                  <a:pt x="3696" y="4364"/>
                </a:lnTo>
                <a:lnTo>
                  <a:pt x="3696" y="4363"/>
                </a:lnTo>
                <a:lnTo>
                  <a:pt x="3697" y="4363"/>
                </a:lnTo>
                <a:lnTo>
                  <a:pt x="3698" y="4364"/>
                </a:lnTo>
                <a:lnTo>
                  <a:pt x="3697" y="4364"/>
                </a:lnTo>
                <a:lnTo>
                  <a:pt x="3698" y="4364"/>
                </a:lnTo>
                <a:lnTo>
                  <a:pt x="3698" y="4365"/>
                </a:lnTo>
                <a:lnTo>
                  <a:pt x="3697" y="4366"/>
                </a:lnTo>
                <a:lnTo>
                  <a:pt x="3698" y="4366"/>
                </a:lnTo>
                <a:lnTo>
                  <a:pt x="3699" y="4365"/>
                </a:lnTo>
                <a:lnTo>
                  <a:pt x="3700" y="4365"/>
                </a:lnTo>
                <a:lnTo>
                  <a:pt x="3700" y="4364"/>
                </a:lnTo>
                <a:lnTo>
                  <a:pt x="3700" y="4363"/>
                </a:lnTo>
                <a:lnTo>
                  <a:pt x="3701" y="4363"/>
                </a:lnTo>
                <a:lnTo>
                  <a:pt x="3702" y="4363"/>
                </a:lnTo>
                <a:lnTo>
                  <a:pt x="3703" y="4363"/>
                </a:lnTo>
                <a:lnTo>
                  <a:pt x="3703" y="4362"/>
                </a:lnTo>
                <a:lnTo>
                  <a:pt x="3704" y="4362"/>
                </a:lnTo>
                <a:lnTo>
                  <a:pt x="3705" y="4363"/>
                </a:lnTo>
                <a:lnTo>
                  <a:pt x="3705" y="4364"/>
                </a:lnTo>
                <a:lnTo>
                  <a:pt x="3706" y="4364"/>
                </a:lnTo>
                <a:lnTo>
                  <a:pt x="3706" y="4365"/>
                </a:lnTo>
                <a:lnTo>
                  <a:pt x="3706" y="4364"/>
                </a:lnTo>
                <a:lnTo>
                  <a:pt x="3706" y="4363"/>
                </a:lnTo>
                <a:lnTo>
                  <a:pt x="3706" y="4362"/>
                </a:lnTo>
                <a:lnTo>
                  <a:pt x="3706" y="4361"/>
                </a:lnTo>
                <a:lnTo>
                  <a:pt x="3707" y="4361"/>
                </a:lnTo>
                <a:lnTo>
                  <a:pt x="3707" y="4362"/>
                </a:lnTo>
                <a:lnTo>
                  <a:pt x="3708" y="4362"/>
                </a:lnTo>
                <a:lnTo>
                  <a:pt x="3708" y="4363"/>
                </a:lnTo>
                <a:lnTo>
                  <a:pt x="3708" y="4364"/>
                </a:lnTo>
                <a:lnTo>
                  <a:pt x="3709" y="4364"/>
                </a:lnTo>
                <a:lnTo>
                  <a:pt x="3709" y="4365"/>
                </a:lnTo>
                <a:lnTo>
                  <a:pt x="3709" y="4366"/>
                </a:lnTo>
                <a:lnTo>
                  <a:pt x="3709" y="4367"/>
                </a:lnTo>
                <a:lnTo>
                  <a:pt x="3710" y="4367"/>
                </a:lnTo>
                <a:lnTo>
                  <a:pt x="3710" y="4368"/>
                </a:lnTo>
                <a:lnTo>
                  <a:pt x="3710" y="4369"/>
                </a:lnTo>
                <a:lnTo>
                  <a:pt x="3710" y="4370"/>
                </a:lnTo>
                <a:lnTo>
                  <a:pt x="3710" y="4372"/>
                </a:lnTo>
                <a:lnTo>
                  <a:pt x="3710" y="4373"/>
                </a:lnTo>
                <a:lnTo>
                  <a:pt x="3709" y="4372"/>
                </a:lnTo>
                <a:lnTo>
                  <a:pt x="3708" y="4372"/>
                </a:lnTo>
                <a:lnTo>
                  <a:pt x="3707" y="4372"/>
                </a:lnTo>
                <a:lnTo>
                  <a:pt x="3707" y="4373"/>
                </a:lnTo>
                <a:lnTo>
                  <a:pt x="3707" y="4372"/>
                </a:lnTo>
                <a:lnTo>
                  <a:pt x="3707" y="4373"/>
                </a:lnTo>
                <a:lnTo>
                  <a:pt x="3706" y="4373"/>
                </a:lnTo>
                <a:lnTo>
                  <a:pt x="3706" y="4372"/>
                </a:lnTo>
                <a:lnTo>
                  <a:pt x="3705" y="4372"/>
                </a:lnTo>
                <a:lnTo>
                  <a:pt x="3705" y="4371"/>
                </a:lnTo>
                <a:lnTo>
                  <a:pt x="3706" y="4371"/>
                </a:lnTo>
                <a:lnTo>
                  <a:pt x="3705" y="4371"/>
                </a:lnTo>
                <a:lnTo>
                  <a:pt x="3705" y="4370"/>
                </a:lnTo>
                <a:lnTo>
                  <a:pt x="3704" y="4370"/>
                </a:lnTo>
                <a:lnTo>
                  <a:pt x="3704" y="4369"/>
                </a:lnTo>
                <a:lnTo>
                  <a:pt x="3705" y="4369"/>
                </a:lnTo>
                <a:lnTo>
                  <a:pt x="3705" y="4368"/>
                </a:lnTo>
                <a:lnTo>
                  <a:pt x="3704" y="4368"/>
                </a:lnTo>
                <a:lnTo>
                  <a:pt x="3704" y="4367"/>
                </a:lnTo>
                <a:lnTo>
                  <a:pt x="3704" y="4366"/>
                </a:lnTo>
                <a:lnTo>
                  <a:pt x="3704" y="4367"/>
                </a:lnTo>
                <a:lnTo>
                  <a:pt x="3703" y="4367"/>
                </a:lnTo>
                <a:lnTo>
                  <a:pt x="3703" y="4366"/>
                </a:lnTo>
                <a:lnTo>
                  <a:pt x="3702" y="4366"/>
                </a:lnTo>
                <a:lnTo>
                  <a:pt x="3702" y="4367"/>
                </a:lnTo>
                <a:lnTo>
                  <a:pt x="3701" y="4367"/>
                </a:lnTo>
                <a:lnTo>
                  <a:pt x="3700" y="4367"/>
                </a:lnTo>
                <a:lnTo>
                  <a:pt x="3700" y="4368"/>
                </a:lnTo>
                <a:lnTo>
                  <a:pt x="3700" y="4369"/>
                </a:lnTo>
                <a:lnTo>
                  <a:pt x="3699" y="4369"/>
                </a:lnTo>
                <a:lnTo>
                  <a:pt x="3699" y="4370"/>
                </a:lnTo>
                <a:lnTo>
                  <a:pt x="3700" y="4370"/>
                </a:lnTo>
                <a:lnTo>
                  <a:pt x="3700" y="4371"/>
                </a:lnTo>
                <a:lnTo>
                  <a:pt x="3700" y="4372"/>
                </a:lnTo>
                <a:lnTo>
                  <a:pt x="3701" y="4372"/>
                </a:lnTo>
                <a:lnTo>
                  <a:pt x="3701" y="4373"/>
                </a:lnTo>
                <a:lnTo>
                  <a:pt x="3702" y="4373"/>
                </a:lnTo>
                <a:lnTo>
                  <a:pt x="3702" y="4372"/>
                </a:lnTo>
                <a:lnTo>
                  <a:pt x="3702" y="4373"/>
                </a:lnTo>
                <a:lnTo>
                  <a:pt x="3703" y="4373"/>
                </a:lnTo>
                <a:lnTo>
                  <a:pt x="3704" y="4374"/>
                </a:lnTo>
                <a:lnTo>
                  <a:pt x="3705" y="4374"/>
                </a:lnTo>
                <a:lnTo>
                  <a:pt x="3705" y="4375"/>
                </a:lnTo>
                <a:lnTo>
                  <a:pt x="3706" y="4375"/>
                </a:lnTo>
                <a:lnTo>
                  <a:pt x="3707" y="4375"/>
                </a:lnTo>
                <a:lnTo>
                  <a:pt x="3707" y="4374"/>
                </a:lnTo>
                <a:lnTo>
                  <a:pt x="3707" y="4373"/>
                </a:lnTo>
                <a:lnTo>
                  <a:pt x="3708" y="4373"/>
                </a:lnTo>
                <a:lnTo>
                  <a:pt x="3709" y="4373"/>
                </a:lnTo>
                <a:lnTo>
                  <a:pt x="3710" y="4374"/>
                </a:lnTo>
                <a:lnTo>
                  <a:pt x="3710" y="4375"/>
                </a:lnTo>
                <a:lnTo>
                  <a:pt x="3711" y="4375"/>
                </a:lnTo>
                <a:lnTo>
                  <a:pt x="3711" y="4376"/>
                </a:lnTo>
                <a:lnTo>
                  <a:pt x="3712" y="4376"/>
                </a:lnTo>
                <a:lnTo>
                  <a:pt x="3712" y="4377"/>
                </a:lnTo>
                <a:lnTo>
                  <a:pt x="3713" y="4378"/>
                </a:lnTo>
                <a:lnTo>
                  <a:pt x="3713" y="4379"/>
                </a:lnTo>
                <a:lnTo>
                  <a:pt x="3712" y="4379"/>
                </a:lnTo>
                <a:lnTo>
                  <a:pt x="3713" y="4379"/>
                </a:lnTo>
                <a:lnTo>
                  <a:pt x="3714" y="4379"/>
                </a:lnTo>
                <a:lnTo>
                  <a:pt x="3714" y="4380"/>
                </a:lnTo>
                <a:lnTo>
                  <a:pt x="3714" y="4381"/>
                </a:lnTo>
                <a:lnTo>
                  <a:pt x="3715" y="4382"/>
                </a:lnTo>
                <a:lnTo>
                  <a:pt x="3715" y="4383"/>
                </a:lnTo>
                <a:lnTo>
                  <a:pt x="3716" y="4384"/>
                </a:lnTo>
                <a:lnTo>
                  <a:pt x="3716" y="4385"/>
                </a:lnTo>
                <a:lnTo>
                  <a:pt x="3717" y="4385"/>
                </a:lnTo>
                <a:lnTo>
                  <a:pt x="3717" y="4386"/>
                </a:lnTo>
                <a:lnTo>
                  <a:pt x="3716" y="4386"/>
                </a:lnTo>
                <a:lnTo>
                  <a:pt x="3716" y="4387"/>
                </a:lnTo>
                <a:lnTo>
                  <a:pt x="3716" y="4388"/>
                </a:lnTo>
                <a:lnTo>
                  <a:pt x="3716" y="4389"/>
                </a:lnTo>
                <a:lnTo>
                  <a:pt x="3716" y="4390"/>
                </a:lnTo>
                <a:lnTo>
                  <a:pt x="3715" y="4390"/>
                </a:lnTo>
                <a:lnTo>
                  <a:pt x="3715" y="4392"/>
                </a:lnTo>
                <a:lnTo>
                  <a:pt x="3714" y="4392"/>
                </a:lnTo>
                <a:lnTo>
                  <a:pt x="3714" y="4393"/>
                </a:lnTo>
                <a:lnTo>
                  <a:pt x="3713" y="4393"/>
                </a:lnTo>
                <a:lnTo>
                  <a:pt x="3713" y="4394"/>
                </a:lnTo>
                <a:lnTo>
                  <a:pt x="3712" y="4394"/>
                </a:lnTo>
                <a:lnTo>
                  <a:pt x="3712" y="4395"/>
                </a:lnTo>
                <a:lnTo>
                  <a:pt x="3711" y="4395"/>
                </a:lnTo>
                <a:lnTo>
                  <a:pt x="3711" y="4396"/>
                </a:lnTo>
                <a:lnTo>
                  <a:pt x="3710" y="4396"/>
                </a:lnTo>
                <a:lnTo>
                  <a:pt x="3710" y="4397"/>
                </a:lnTo>
                <a:lnTo>
                  <a:pt x="3710" y="4398"/>
                </a:lnTo>
                <a:lnTo>
                  <a:pt x="3710" y="4399"/>
                </a:lnTo>
                <a:lnTo>
                  <a:pt x="3710" y="4400"/>
                </a:lnTo>
                <a:lnTo>
                  <a:pt x="3709" y="4400"/>
                </a:lnTo>
                <a:lnTo>
                  <a:pt x="3709" y="4401"/>
                </a:lnTo>
                <a:lnTo>
                  <a:pt x="3708" y="4401"/>
                </a:lnTo>
                <a:lnTo>
                  <a:pt x="3708" y="4402"/>
                </a:lnTo>
                <a:lnTo>
                  <a:pt x="3707" y="4402"/>
                </a:lnTo>
                <a:lnTo>
                  <a:pt x="3707" y="4403"/>
                </a:lnTo>
                <a:lnTo>
                  <a:pt x="3707" y="4404"/>
                </a:lnTo>
                <a:lnTo>
                  <a:pt x="3706" y="4405"/>
                </a:lnTo>
                <a:lnTo>
                  <a:pt x="3705" y="4405"/>
                </a:lnTo>
                <a:lnTo>
                  <a:pt x="3705" y="4406"/>
                </a:lnTo>
                <a:lnTo>
                  <a:pt x="3704" y="4406"/>
                </a:lnTo>
                <a:lnTo>
                  <a:pt x="3703" y="4407"/>
                </a:lnTo>
                <a:lnTo>
                  <a:pt x="3702" y="4408"/>
                </a:lnTo>
                <a:lnTo>
                  <a:pt x="3701" y="4408"/>
                </a:lnTo>
                <a:lnTo>
                  <a:pt x="3699" y="4408"/>
                </a:lnTo>
                <a:lnTo>
                  <a:pt x="3699" y="4407"/>
                </a:lnTo>
                <a:lnTo>
                  <a:pt x="3699" y="4408"/>
                </a:lnTo>
                <a:lnTo>
                  <a:pt x="3698" y="4408"/>
                </a:lnTo>
                <a:lnTo>
                  <a:pt x="3698" y="4409"/>
                </a:lnTo>
                <a:lnTo>
                  <a:pt x="3697" y="4409"/>
                </a:lnTo>
                <a:lnTo>
                  <a:pt x="3696" y="4410"/>
                </a:lnTo>
                <a:lnTo>
                  <a:pt x="3696" y="4411"/>
                </a:lnTo>
                <a:lnTo>
                  <a:pt x="3695" y="4411"/>
                </a:lnTo>
                <a:lnTo>
                  <a:pt x="3694" y="4413"/>
                </a:lnTo>
                <a:lnTo>
                  <a:pt x="3693" y="4413"/>
                </a:lnTo>
                <a:lnTo>
                  <a:pt x="3692" y="4414"/>
                </a:lnTo>
                <a:lnTo>
                  <a:pt x="3691" y="4414"/>
                </a:lnTo>
                <a:lnTo>
                  <a:pt x="3690" y="4414"/>
                </a:lnTo>
                <a:lnTo>
                  <a:pt x="3689" y="4414"/>
                </a:lnTo>
                <a:lnTo>
                  <a:pt x="3688" y="4414"/>
                </a:lnTo>
                <a:lnTo>
                  <a:pt x="3688" y="4415"/>
                </a:lnTo>
                <a:lnTo>
                  <a:pt x="3688" y="4416"/>
                </a:lnTo>
                <a:lnTo>
                  <a:pt x="3688" y="4417"/>
                </a:lnTo>
                <a:lnTo>
                  <a:pt x="3688" y="4416"/>
                </a:lnTo>
                <a:lnTo>
                  <a:pt x="3687" y="4416"/>
                </a:lnTo>
                <a:lnTo>
                  <a:pt x="3687" y="4415"/>
                </a:lnTo>
                <a:lnTo>
                  <a:pt x="3687" y="4414"/>
                </a:lnTo>
                <a:lnTo>
                  <a:pt x="3686" y="4414"/>
                </a:lnTo>
                <a:lnTo>
                  <a:pt x="3685" y="4414"/>
                </a:lnTo>
                <a:lnTo>
                  <a:pt x="3684" y="4414"/>
                </a:lnTo>
                <a:lnTo>
                  <a:pt x="3683" y="4414"/>
                </a:lnTo>
                <a:lnTo>
                  <a:pt x="3683" y="4413"/>
                </a:lnTo>
                <a:lnTo>
                  <a:pt x="3684" y="4413"/>
                </a:lnTo>
                <a:lnTo>
                  <a:pt x="3682" y="4413"/>
                </a:lnTo>
                <a:lnTo>
                  <a:pt x="3680" y="4412"/>
                </a:lnTo>
                <a:lnTo>
                  <a:pt x="3679" y="4412"/>
                </a:lnTo>
                <a:lnTo>
                  <a:pt x="3680" y="4413"/>
                </a:lnTo>
                <a:lnTo>
                  <a:pt x="3681" y="4413"/>
                </a:lnTo>
                <a:lnTo>
                  <a:pt x="3681" y="4414"/>
                </a:lnTo>
                <a:lnTo>
                  <a:pt x="3680" y="4414"/>
                </a:lnTo>
                <a:lnTo>
                  <a:pt x="3680" y="4413"/>
                </a:lnTo>
                <a:lnTo>
                  <a:pt x="3679" y="4413"/>
                </a:lnTo>
                <a:lnTo>
                  <a:pt x="3678" y="4413"/>
                </a:lnTo>
                <a:lnTo>
                  <a:pt x="3677" y="4413"/>
                </a:lnTo>
                <a:lnTo>
                  <a:pt x="3676" y="4414"/>
                </a:lnTo>
                <a:lnTo>
                  <a:pt x="3677" y="4415"/>
                </a:lnTo>
                <a:lnTo>
                  <a:pt x="3676" y="4416"/>
                </a:lnTo>
                <a:lnTo>
                  <a:pt x="3676" y="4417"/>
                </a:lnTo>
                <a:lnTo>
                  <a:pt x="3675" y="4417"/>
                </a:lnTo>
                <a:lnTo>
                  <a:pt x="3672" y="4418"/>
                </a:lnTo>
                <a:lnTo>
                  <a:pt x="3671" y="4418"/>
                </a:lnTo>
                <a:lnTo>
                  <a:pt x="3669" y="4418"/>
                </a:lnTo>
                <a:lnTo>
                  <a:pt x="3668" y="4418"/>
                </a:lnTo>
                <a:lnTo>
                  <a:pt x="3668" y="4417"/>
                </a:lnTo>
                <a:lnTo>
                  <a:pt x="3668" y="4416"/>
                </a:lnTo>
                <a:lnTo>
                  <a:pt x="3667" y="4416"/>
                </a:lnTo>
                <a:lnTo>
                  <a:pt x="3667" y="4415"/>
                </a:lnTo>
                <a:lnTo>
                  <a:pt x="3665" y="4415"/>
                </a:lnTo>
                <a:lnTo>
                  <a:pt x="3664" y="4415"/>
                </a:lnTo>
                <a:lnTo>
                  <a:pt x="3663" y="4415"/>
                </a:lnTo>
                <a:lnTo>
                  <a:pt x="3661" y="4414"/>
                </a:lnTo>
                <a:lnTo>
                  <a:pt x="3661" y="4413"/>
                </a:lnTo>
                <a:lnTo>
                  <a:pt x="3661" y="4412"/>
                </a:lnTo>
                <a:lnTo>
                  <a:pt x="3660" y="4412"/>
                </a:lnTo>
                <a:lnTo>
                  <a:pt x="3659" y="4412"/>
                </a:lnTo>
                <a:lnTo>
                  <a:pt x="3658" y="4412"/>
                </a:lnTo>
                <a:lnTo>
                  <a:pt x="3658" y="4413"/>
                </a:lnTo>
                <a:lnTo>
                  <a:pt x="3657" y="4413"/>
                </a:lnTo>
                <a:lnTo>
                  <a:pt x="3656" y="4414"/>
                </a:lnTo>
                <a:lnTo>
                  <a:pt x="3655" y="4413"/>
                </a:lnTo>
                <a:lnTo>
                  <a:pt x="3654" y="4413"/>
                </a:lnTo>
                <a:lnTo>
                  <a:pt x="3654" y="4414"/>
                </a:lnTo>
                <a:lnTo>
                  <a:pt x="3655" y="4415"/>
                </a:lnTo>
                <a:lnTo>
                  <a:pt x="3653" y="4415"/>
                </a:lnTo>
                <a:lnTo>
                  <a:pt x="3653" y="4414"/>
                </a:lnTo>
                <a:lnTo>
                  <a:pt x="3652" y="4413"/>
                </a:lnTo>
                <a:lnTo>
                  <a:pt x="3651" y="4412"/>
                </a:lnTo>
                <a:lnTo>
                  <a:pt x="3650" y="4412"/>
                </a:lnTo>
                <a:lnTo>
                  <a:pt x="3650" y="4413"/>
                </a:lnTo>
                <a:lnTo>
                  <a:pt x="3650" y="4414"/>
                </a:lnTo>
                <a:lnTo>
                  <a:pt x="3649" y="4415"/>
                </a:lnTo>
                <a:lnTo>
                  <a:pt x="3648" y="4415"/>
                </a:lnTo>
                <a:lnTo>
                  <a:pt x="3646" y="4418"/>
                </a:lnTo>
                <a:lnTo>
                  <a:pt x="3646" y="4419"/>
                </a:lnTo>
                <a:lnTo>
                  <a:pt x="3645" y="4419"/>
                </a:lnTo>
                <a:lnTo>
                  <a:pt x="3645" y="4420"/>
                </a:lnTo>
                <a:lnTo>
                  <a:pt x="3645" y="4421"/>
                </a:lnTo>
                <a:lnTo>
                  <a:pt x="3644" y="4421"/>
                </a:lnTo>
                <a:lnTo>
                  <a:pt x="3643" y="4421"/>
                </a:lnTo>
                <a:lnTo>
                  <a:pt x="3643" y="4419"/>
                </a:lnTo>
                <a:lnTo>
                  <a:pt x="3643" y="4418"/>
                </a:lnTo>
                <a:lnTo>
                  <a:pt x="3643" y="4416"/>
                </a:lnTo>
                <a:lnTo>
                  <a:pt x="3644" y="4415"/>
                </a:lnTo>
                <a:lnTo>
                  <a:pt x="3645" y="4414"/>
                </a:lnTo>
                <a:lnTo>
                  <a:pt x="3645" y="4413"/>
                </a:lnTo>
                <a:lnTo>
                  <a:pt x="3645" y="4412"/>
                </a:lnTo>
                <a:lnTo>
                  <a:pt x="3645" y="4411"/>
                </a:lnTo>
                <a:lnTo>
                  <a:pt x="3644" y="4410"/>
                </a:lnTo>
                <a:lnTo>
                  <a:pt x="3644" y="4409"/>
                </a:lnTo>
                <a:lnTo>
                  <a:pt x="3643" y="4407"/>
                </a:lnTo>
                <a:lnTo>
                  <a:pt x="3643" y="4406"/>
                </a:lnTo>
                <a:lnTo>
                  <a:pt x="3642" y="4405"/>
                </a:lnTo>
                <a:lnTo>
                  <a:pt x="3641" y="4405"/>
                </a:lnTo>
                <a:lnTo>
                  <a:pt x="3640" y="4404"/>
                </a:lnTo>
                <a:lnTo>
                  <a:pt x="3639" y="4404"/>
                </a:lnTo>
                <a:lnTo>
                  <a:pt x="3639" y="4405"/>
                </a:lnTo>
                <a:lnTo>
                  <a:pt x="3638" y="4404"/>
                </a:lnTo>
                <a:lnTo>
                  <a:pt x="3638" y="4403"/>
                </a:lnTo>
                <a:lnTo>
                  <a:pt x="3637" y="4402"/>
                </a:lnTo>
                <a:lnTo>
                  <a:pt x="3637" y="4401"/>
                </a:lnTo>
                <a:lnTo>
                  <a:pt x="3637" y="4400"/>
                </a:lnTo>
                <a:lnTo>
                  <a:pt x="3637" y="4399"/>
                </a:lnTo>
                <a:lnTo>
                  <a:pt x="3638" y="4399"/>
                </a:lnTo>
                <a:lnTo>
                  <a:pt x="3639" y="4399"/>
                </a:lnTo>
                <a:lnTo>
                  <a:pt x="3640" y="4398"/>
                </a:lnTo>
                <a:lnTo>
                  <a:pt x="3640" y="4396"/>
                </a:lnTo>
                <a:lnTo>
                  <a:pt x="3640" y="4395"/>
                </a:lnTo>
                <a:lnTo>
                  <a:pt x="3641" y="4395"/>
                </a:lnTo>
                <a:lnTo>
                  <a:pt x="3641" y="4396"/>
                </a:lnTo>
                <a:lnTo>
                  <a:pt x="3642" y="4396"/>
                </a:lnTo>
                <a:lnTo>
                  <a:pt x="3643" y="4396"/>
                </a:lnTo>
                <a:lnTo>
                  <a:pt x="3643" y="4397"/>
                </a:lnTo>
                <a:lnTo>
                  <a:pt x="3643" y="4396"/>
                </a:lnTo>
                <a:lnTo>
                  <a:pt x="3644" y="4396"/>
                </a:lnTo>
                <a:lnTo>
                  <a:pt x="3644" y="4397"/>
                </a:lnTo>
                <a:lnTo>
                  <a:pt x="3644" y="4398"/>
                </a:lnTo>
                <a:lnTo>
                  <a:pt x="3645" y="4398"/>
                </a:lnTo>
                <a:lnTo>
                  <a:pt x="3646" y="4399"/>
                </a:lnTo>
                <a:lnTo>
                  <a:pt x="3647" y="4399"/>
                </a:lnTo>
                <a:lnTo>
                  <a:pt x="3648" y="4399"/>
                </a:lnTo>
                <a:lnTo>
                  <a:pt x="3648" y="4398"/>
                </a:lnTo>
                <a:lnTo>
                  <a:pt x="3649" y="4398"/>
                </a:lnTo>
                <a:lnTo>
                  <a:pt x="3649" y="4399"/>
                </a:lnTo>
                <a:lnTo>
                  <a:pt x="3648" y="4399"/>
                </a:lnTo>
                <a:lnTo>
                  <a:pt x="3648" y="4400"/>
                </a:lnTo>
                <a:lnTo>
                  <a:pt x="3648" y="4401"/>
                </a:lnTo>
                <a:lnTo>
                  <a:pt x="3648" y="4402"/>
                </a:lnTo>
                <a:lnTo>
                  <a:pt x="3649" y="4402"/>
                </a:lnTo>
                <a:lnTo>
                  <a:pt x="3649" y="4403"/>
                </a:lnTo>
                <a:lnTo>
                  <a:pt x="3650" y="4404"/>
                </a:lnTo>
                <a:lnTo>
                  <a:pt x="3650" y="4403"/>
                </a:lnTo>
                <a:lnTo>
                  <a:pt x="3650" y="4404"/>
                </a:lnTo>
                <a:lnTo>
                  <a:pt x="3650" y="4405"/>
                </a:lnTo>
                <a:lnTo>
                  <a:pt x="3650" y="4406"/>
                </a:lnTo>
                <a:lnTo>
                  <a:pt x="3651" y="4406"/>
                </a:lnTo>
                <a:lnTo>
                  <a:pt x="3651" y="4405"/>
                </a:lnTo>
                <a:lnTo>
                  <a:pt x="3652" y="4405"/>
                </a:lnTo>
                <a:lnTo>
                  <a:pt x="3652" y="4404"/>
                </a:lnTo>
                <a:lnTo>
                  <a:pt x="3651" y="4404"/>
                </a:lnTo>
                <a:lnTo>
                  <a:pt x="3651" y="4403"/>
                </a:lnTo>
                <a:lnTo>
                  <a:pt x="3651" y="4402"/>
                </a:lnTo>
                <a:lnTo>
                  <a:pt x="3651" y="4401"/>
                </a:lnTo>
                <a:lnTo>
                  <a:pt x="3650" y="4401"/>
                </a:lnTo>
                <a:lnTo>
                  <a:pt x="3651" y="4401"/>
                </a:lnTo>
                <a:lnTo>
                  <a:pt x="3651" y="4400"/>
                </a:lnTo>
                <a:lnTo>
                  <a:pt x="3652" y="4400"/>
                </a:lnTo>
                <a:lnTo>
                  <a:pt x="3652" y="4399"/>
                </a:lnTo>
                <a:lnTo>
                  <a:pt x="3653" y="4399"/>
                </a:lnTo>
                <a:lnTo>
                  <a:pt x="3653" y="4398"/>
                </a:lnTo>
                <a:lnTo>
                  <a:pt x="3653" y="4397"/>
                </a:lnTo>
                <a:lnTo>
                  <a:pt x="3654" y="4397"/>
                </a:lnTo>
                <a:lnTo>
                  <a:pt x="3654" y="4396"/>
                </a:lnTo>
                <a:lnTo>
                  <a:pt x="3653" y="4396"/>
                </a:lnTo>
                <a:lnTo>
                  <a:pt x="3653" y="4395"/>
                </a:lnTo>
                <a:lnTo>
                  <a:pt x="3652" y="4394"/>
                </a:lnTo>
                <a:lnTo>
                  <a:pt x="3651" y="4393"/>
                </a:lnTo>
                <a:lnTo>
                  <a:pt x="3650" y="4393"/>
                </a:lnTo>
                <a:lnTo>
                  <a:pt x="3650" y="4394"/>
                </a:lnTo>
                <a:lnTo>
                  <a:pt x="3649" y="4394"/>
                </a:lnTo>
                <a:lnTo>
                  <a:pt x="3649" y="4393"/>
                </a:lnTo>
                <a:lnTo>
                  <a:pt x="3649" y="4392"/>
                </a:lnTo>
                <a:lnTo>
                  <a:pt x="3649" y="4391"/>
                </a:lnTo>
                <a:lnTo>
                  <a:pt x="3648" y="4391"/>
                </a:lnTo>
                <a:lnTo>
                  <a:pt x="3648" y="4390"/>
                </a:lnTo>
                <a:lnTo>
                  <a:pt x="3647" y="4391"/>
                </a:lnTo>
                <a:lnTo>
                  <a:pt x="3647" y="4392"/>
                </a:lnTo>
                <a:lnTo>
                  <a:pt x="3646" y="4393"/>
                </a:lnTo>
                <a:lnTo>
                  <a:pt x="3646" y="4394"/>
                </a:lnTo>
                <a:lnTo>
                  <a:pt x="3645" y="4394"/>
                </a:lnTo>
                <a:lnTo>
                  <a:pt x="3645" y="4393"/>
                </a:lnTo>
                <a:lnTo>
                  <a:pt x="3645" y="4392"/>
                </a:lnTo>
                <a:lnTo>
                  <a:pt x="3645" y="4391"/>
                </a:lnTo>
                <a:lnTo>
                  <a:pt x="3644" y="4390"/>
                </a:lnTo>
                <a:lnTo>
                  <a:pt x="3644" y="4389"/>
                </a:lnTo>
                <a:lnTo>
                  <a:pt x="3644" y="4388"/>
                </a:lnTo>
                <a:lnTo>
                  <a:pt x="3644" y="4387"/>
                </a:lnTo>
                <a:lnTo>
                  <a:pt x="3643" y="4387"/>
                </a:lnTo>
                <a:lnTo>
                  <a:pt x="3644" y="4388"/>
                </a:lnTo>
                <a:lnTo>
                  <a:pt x="3643" y="4388"/>
                </a:lnTo>
                <a:lnTo>
                  <a:pt x="3643" y="4389"/>
                </a:lnTo>
                <a:lnTo>
                  <a:pt x="3643" y="4390"/>
                </a:lnTo>
                <a:lnTo>
                  <a:pt x="3643" y="4391"/>
                </a:lnTo>
                <a:lnTo>
                  <a:pt x="3644" y="4391"/>
                </a:lnTo>
                <a:lnTo>
                  <a:pt x="3644" y="4392"/>
                </a:lnTo>
                <a:lnTo>
                  <a:pt x="3643" y="4393"/>
                </a:lnTo>
                <a:lnTo>
                  <a:pt x="3643" y="4394"/>
                </a:lnTo>
                <a:lnTo>
                  <a:pt x="3642" y="4395"/>
                </a:lnTo>
                <a:lnTo>
                  <a:pt x="3642" y="4394"/>
                </a:lnTo>
                <a:lnTo>
                  <a:pt x="3642" y="4393"/>
                </a:lnTo>
                <a:lnTo>
                  <a:pt x="3642" y="4392"/>
                </a:lnTo>
                <a:lnTo>
                  <a:pt x="3642" y="4391"/>
                </a:lnTo>
                <a:lnTo>
                  <a:pt x="3641" y="4391"/>
                </a:lnTo>
                <a:lnTo>
                  <a:pt x="3641" y="4390"/>
                </a:lnTo>
                <a:lnTo>
                  <a:pt x="3641" y="4389"/>
                </a:lnTo>
                <a:lnTo>
                  <a:pt x="3640" y="4389"/>
                </a:lnTo>
                <a:lnTo>
                  <a:pt x="3640" y="4388"/>
                </a:lnTo>
                <a:lnTo>
                  <a:pt x="3639" y="4388"/>
                </a:lnTo>
                <a:lnTo>
                  <a:pt x="3639" y="4387"/>
                </a:lnTo>
                <a:lnTo>
                  <a:pt x="3638" y="4387"/>
                </a:lnTo>
                <a:lnTo>
                  <a:pt x="3638" y="4388"/>
                </a:lnTo>
                <a:lnTo>
                  <a:pt x="3637" y="4388"/>
                </a:lnTo>
                <a:lnTo>
                  <a:pt x="3636" y="4388"/>
                </a:lnTo>
                <a:lnTo>
                  <a:pt x="3636" y="4387"/>
                </a:lnTo>
                <a:lnTo>
                  <a:pt x="3635" y="4386"/>
                </a:lnTo>
                <a:lnTo>
                  <a:pt x="3634" y="4386"/>
                </a:lnTo>
                <a:lnTo>
                  <a:pt x="3634" y="4387"/>
                </a:lnTo>
                <a:lnTo>
                  <a:pt x="3633" y="4387"/>
                </a:lnTo>
                <a:lnTo>
                  <a:pt x="3632" y="4387"/>
                </a:lnTo>
                <a:lnTo>
                  <a:pt x="3632" y="4386"/>
                </a:lnTo>
                <a:lnTo>
                  <a:pt x="3631" y="4386"/>
                </a:lnTo>
                <a:lnTo>
                  <a:pt x="3630" y="4386"/>
                </a:lnTo>
                <a:lnTo>
                  <a:pt x="3630" y="4385"/>
                </a:lnTo>
                <a:lnTo>
                  <a:pt x="3630" y="4384"/>
                </a:lnTo>
                <a:lnTo>
                  <a:pt x="3629" y="4383"/>
                </a:lnTo>
                <a:lnTo>
                  <a:pt x="3629" y="4382"/>
                </a:lnTo>
                <a:lnTo>
                  <a:pt x="3628" y="4382"/>
                </a:lnTo>
                <a:lnTo>
                  <a:pt x="3629" y="4382"/>
                </a:lnTo>
                <a:lnTo>
                  <a:pt x="3630" y="4381"/>
                </a:lnTo>
                <a:lnTo>
                  <a:pt x="3631" y="4380"/>
                </a:lnTo>
                <a:lnTo>
                  <a:pt x="3632" y="4380"/>
                </a:lnTo>
                <a:lnTo>
                  <a:pt x="3631" y="4380"/>
                </a:lnTo>
                <a:lnTo>
                  <a:pt x="3631" y="4379"/>
                </a:lnTo>
                <a:lnTo>
                  <a:pt x="3631" y="4380"/>
                </a:lnTo>
                <a:lnTo>
                  <a:pt x="3630" y="4381"/>
                </a:lnTo>
                <a:lnTo>
                  <a:pt x="3630" y="4380"/>
                </a:lnTo>
                <a:lnTo>
                  <a:pt x="3630" y="4379"/>
                </a:lnTo>
                <a:lnTo>
                  <a:pt x="3630" y="4378"/>
                </a:lnTo>
                <a:lnTo>
                  <a:pt x="3630" y="4377"/>
                </a:lnTo>
                <a:lnTo>
                  <a:pt x="3629" y="4376"/>
                </a:lnTo>
                <a:lnTo>
                  <a:pt x="3629" y="4375"/>
                </a:lnTo>
                <a:lnTo>
                  <a:pt x="3628" y="4375"/>
                </a:lnTo>
                <a:lnTo>
                  <a:pt x="3628" y="4374"/>
                </a:lnTo>
                <a:lnTo>
                  <a:pt x="3627" y="4373"/>
                </a:lnTo>
                <a:lnTo>
                  <a:pt x="3627" y="4372"/>
                </a:lnTo>
                <a:lnTo>
                  <a:pt x="3626" y="4371"/>
                </a:lnTo>
                <a:lnTo>
                  <a:pt x="3625" y="4371"/>
                </a:lnTo>
                <a:lnTo>
                  <a:pt x="3625" y="4370"/>
                </a:lnTo>
                <a:lnTo>
                  <a:pt x="3624" y="4370"/>
                </a:lnTo>
                <a:lnTo>
                  <a:pt x="3623" y="4370"/>
                </a:lnTo>
                <a:lnTo>
                  <a:pt x="3622" y="4370"/>
                </a:lnTo>
                <a:lnTo>
                  <a:pt x="3622" y="4371"/>
                </a:lnTo>
                <a:lnTo>
                  <a:pt x="3621" y="4371"/>
                </a:lnTo>
                <a:lnTo>
                  <a:pt x="3620" y="4371"/>
                </a:lnTo>
                <a:lnTo>
                  <a:pt x="3619" y="4371"/>
                </a:lnTo>
                <a:lnTo>
                  <a:pt x="3619" y="4370"/>
                </a:lnTo>
                <a:lnTo>
                  <a:pt x="3620" y="4370"/>
                </a:lnTo>
                <a:lnTo>
                  <a:pt x="3620" y="4369"/>
                </a:lnTo>
                <a:lnTo>
                  <a:pt x="3619" y="4368"/>
                </a:lnTo>
                <a:lnTo>
                  <a:pt x="3619" y="4366"/>
                </a:lnTo>
                <a:lnTo>
                  <a:pt x="3620" y="4365"/>
                </a:lnTo>
                <a:lnTo>
                  <a:pt x="3621" y="4365"/>
                </a:lnTo>
                <a:lnTo>
                  <a:pt x="3621" y="4364"/>
                </a:lnTo>
                <a:lnTo>
                  <a:pt x="3621" y="4363"/>
                </a:lnTo>
                <a:lnTo>
                  <a:pt x="3622" y="4363"/>
                </a:lnTo>
                <a:lnTo>
                  <a:pt x="3623" y="4363"/>
                </a:lnTo>
                <a:lnTo>
                  <a:pt x="3624" y="4363"/>
                </a:lnTo>
                <a:lnTo>
                  <a:pt x="3625" y="4364"/>
                </a:lnTo>
                <a:lnTo>
                  <a:pt x="3626" y="4364"/>
                </a:lnTo>
                <a:lnTo>
                  <a:pt x="3626" y="4363"/>
                </a:lnTo>
                <a:lnTo>
                  <a:pt x="3627" y="4363"/>
                </a:lnTo>
                <a:lnTo>
                  <a:pt x="3628" y="4363"/>
                </a:lnTo>
                <a:lnTo>
                  <a:pt x="3628" y="4362"/>
                </a:lnTo>
                <a:lnTo>
                  <a:pt x="3628" y="4361"/>
                </a:lnTo>
                <a:lnTo>
                  <a:pt x="3628" y="4362"/>
                </a:lnTo>
                <a:lnTo>
                  <a:pt x="3627" y="4362"/>
                </a:lnTo>
                <a:lnTo>
                  <a:pt x="3627" y="4361"/>
                </a:lnTo>
                <a:lnTo>
                  <a:pt x="3628" y="4361"/>
                </a:lnTo>
                <a:lnTo>
                  <a:pt x="3628" y="4360"/>
                </a:lnTo>
                <a:lnTo>
                  <a:pt x="3628" y="4361"/>
                </a:lnTo>
                <a:lnTo>
                  <a:pt x="3629" y="4361"/>
                </a:lnTo>
                <a:lnTo>
                  <a:pt x="3629" y="4360"/>
                </a:lnTo>
                <a:lnTo>
                  <a:pt x="3628" y="4360"/>
                </a:lnTo>
                <a:lnTo>
                  <a:pt x="3626" y="4360"/>
                </a:lnTo>
                <a:lnTo>
                  <a:pt x="3625" y="4360"/>
                </a:lnTo>
                <a:lnTo>
                  <a:pt x="3625" y="4362"/>
                </a:lnTo>
                <a:lnTo>
                  <a:pt x="3625" y="4363"/>
                </a:lnTo>
                <a:lnTo>
                  <a:pt x="3625" y="4364"/>
                </a:lnTo>
                <a:lnTo>
                  <a:pt x="3624" y="4363"/>
                </a:lnTo>
                <a:lnTo>
                  <a:pt x="3625" y="4363"/>
                </a:lnTo>
                <a:lnTo>
                  <a:pt x="3624" y="4362"/>
                </a:lnTo>
                <a:lnTo>
                  <a:pt x="3624" y="4363"/>
                </a:lnTo>
                <a:lnTo>
                  <a:pt x="3624" y="4362"/>
                </a:lnTo>
                <a:lnTo>
                  <a:pt x="3623" y="4362"/>
                </a:lnTo>
                <a:lnTo>
                  <a:pt x="3622" y="4362"/>
                </a:lnTo>
                <a:lnTo>
                  <a:pt x="3622" y="4361"/>
                </a:lnTo>
                <a:lnTo>
                  <a:pt x="3621" y="4360"/>
                </a:lnTo>
                <a:lnTo>
                  <a:pt x="3620" y="4359"/>
                </a:lnTo>
                <a:lnTo>
                  <a:pt x="3620" y="4358"/>
                </a:lnTo>
                <a:lnTo>
                  <a:pt x="3619" y="4358"/>
                </a:lnTo>
                <a:lnTo>
                  <a:pt x="3619" y="4357"/>
                </a:lnTo>
                <a:lnTo>
                  <a:pt x="3619" y="4356"/>
                </a:lnTo>
                <a:lnTo>
                  <a:pt x="3620" y="4356"/>
                </a:lnTo>
                <a:lnTo>
                  <a:pt x="3620" y="4355"/>
                </a:lnTo>
                <a:lnTo>
                  <a:pt x="3620" y="4354"/>
                </a:lnTo>
                <a:lnTo>
                  <a:pt x="3620" y="4353"/>
                </a:lnTo>
                <a:lnTo>
                  <a:pt x="3620" y="4352"/>
                </a:lnTo>
                <a:lnTo>
                  <a:pt x="3621" y="4352"/>
                </a:lnTo>
                <a:lnTo>
                  <a:pt x="3621" y="4351"/>
                </a:lnTo>
                <a:lnTo>
                  <a:pt x="3620" y="4350"/>
                </a:lnTo>
                <a:lnTo>
                  <a:pt x="3620" y="4349"/>
                </a:lnTo>
                <a:lnTo>
                  <a:pt x="3620" y="4348"/>
                </a:lnTo>
                <a:lnTo>
                  <a:pt x="3617" y="4349"/>
                </a:lnTo>
                <a:lnTo>
                  <a:pt x="3618" y="4349"/>
                </a:lnTo>
                <a:lnTo>
                  <a:pt x="3617" y="4349"/>
                </a:lnTo>
                <a:lnTo>
                  <a:pt x="3617" y="4350"/>
                </a:lnTo>
                <a:lnTo>
                  <a:pt x="3617" y="4349"/>
                </a:lnTo>
                <a:lnTo>
                  <a:pt x="3616" y="4349"/>
                </a:lnTo>
                <a:lnTo>
                  <a:pt x="3616" y="4350"/>
                </a:lnTo>
                <a:lnTo>
                  <a:pt x="3616" y="4351"/>
                </a:lnTo>
                <a:lnTo>
                  <a:pt x="3616" y="4350"/>
                </a:lnTo>
                <a:lnTo>
                  <a:pt x="3615" y="4349"/>
                </a:lnTo>
                <a:lnTo>
                  <a:pt x="3615" y="4348"/>
                </a:lnTo>
                <a:lnTo>
                  <a:pt x="3614" y="4348"/>
                </a:lnTo>
                <a:lnTo>
                  <a:pt x="3614" y="4347"/>
                </a:lnTo>
                <a:lnTo>
                  <a:pt x="3613" y="4347"/>
                </a:lnTo>
                <a:lnTo>
                  <a:pt x="3613" y="4346"/>
                </a:lnTo>
                <a:lnTo>
                  <a:pt x="3613" y="4345"/>
                </a:lnTo>
                <a:lnTo>
                  <a:pt x="3612" y="4345"/>
                </a:lnTo>
                <a:lnTo>
                  <a:pt x="3611" y="4344"/>
                </a:lnTo>
                <a:lnTo>
                  <a:pt x="3611" y="4343"/>
                </a:lnTo>
                <a:lnTo>
                  <a:pt x="3610" y="4343"/>
                </a:lnTo>
                <a:lnTo>
                  <a:pt x="3610" y="4342"/>
                </a:lnTo>
                <a:lnTo>
                  <a:pt x="3609" y="4342"/>
                </a:lnTo>
                <a:lnTo>
                  <a:pt x="3609" y="4341"/>
                </a:lnTo>
                <a:lnTo>
                  <a:pt x="3609" y="4340"/>
                </a:lnTo>
                <a:lnTo>
                  <a:pt x="3609" y="4339"/>
                </a:lnTo>
                <a:lnTo>
                  <a:pt x="3608" y="4338"/>
                </a:lnTo>
                <a:lnTo>
                  <a:pt x="3608" y="4337"/>
                </a:lnTo>
                <a:lnTo>
                  <a:pt x="3608" y="4336"/>
                </a:lnTo>
                <a:lnTo>
                  <a:pt x="3608" y="4335"/>
                </a:lnTo>
                <a:lnTo>
                  <a:pt x="3608" y="4333"/>
                </a:lnTo>
                <a:lnTo>
                  <a:pt x="3608" y="4332"/>
                </a:lnTo>
                <a:lnTo>
                  <a:pt x="3608" y="4331"/>
                </a:lnTo>
                <a:lnTo>
                  <a:pt x="3608" y="4330"/>
                </a:lnTo>
                <a:lnTo>
                  <a:pt x="3609" y="4330"/>
                </a:lnTo>
                <a:lnTo>
                  <a:pt x="3609" y="4331"/>
                </a:lnTo>
                <a:lnTo>
                  <a:pt x="3610" y="4331"/>
                </a:lnTo>
                <a:lnTo>
                  <a:pt x="3610" y="4330"/>
                </a:lnTo>
                <a:lnTo>
                  <a:pt x="3609" y="4330"/>
                </a:lnTo>
                <a:lnTo>
                  <a:pt x="3609" y="4329"/>
                </a:lnTo>
                <a:lnTo>
                  <a:pt x="3609" y="4328"/>
                </a:lnTo>
                <a:lnTo>
                  <a:pt x="3609" y="4327"/>
                </a:lnTo>
                <a:lnTo>
                  <a:pt x="3610" y="4327"/>
                </a:lnTo>
                <a:lnTo>
                  <a:pt x="3610" y="4326"/>
                </a:lnTo>
                <a:lnTo>
                  <a:pt x="3610" y="4325"/>
                </a:lnTo>
                <a:lnTo>
                  <a:pt x="3610" y="4324"/>
                </a:lnTo>
                <a:lnTo>
                  <a:pt x="3610" y="4323"/>
                </a:lnTo>
                <a:lnTo>
                  <a:pt x="3611" y="4323"/>
                </a:lnTo>
                <a:lnTo>
                  <a:pt x="3612" y="4323"/>
                </a:lnTo>
                <a:lnTo>
                  <a:pt x="3612" y="4322"/>
                </a:lnTo>
                <a:lnTo>
                  <a:pt x="3612" y="4321"/>
                </a:lnTo>
                <a:lnTo>
                  <a:pt x="3612" y="4320"/>
                </a:lnTo>
                <a:lnTo>
                  <a:pt x="3612" y="4319"/>
                </a:lnTo>
                <a:lnTo>
                  <a:pt x="3613" y="4318"/>
                </a:lnTo>
                <a:lnTo>
                  <a:pt x="3613" y="4317"/>
                </a:lnTo>
                <a:lnTo>
                  <a:pt x="3613" y="4316"/>
                </a:lnTo>
                <a:lnTo>
                  <a:pt x="3612" y="4316"/>
                </a:lnTo>
                <a:lnTo>
                  <a:pt x="3612" y="4315"/>
                </a:lnTo>
                <a:lnTo>
                  <a:pt x="3611" y="4313"/>
                </a:lnTo>
                <a:lnTo>
                  <a:pt x="3610" y="4313"/>
                </a:lnTo>
                <a:lnTo>
                  <a:pt x="3609" y="4311"/>
                </a:lnTo>
                <a:lnTo>
                  <a:pt x="3608" y="4310"/>
                </a:lnTo>
                <a:lnTo>
                  <a:pt x="3608" y="4309"/>
                </a:lnTo>
                <a:lnTo>
                  <a:pt x="3609" y="4308"/>
                </a:lnTo>
                <a:lnTo>
                  <a:pt x="3610" y="4306"/>
                </a:lnTo>
                <a:lnTo>
                  <a:pt x="3612" y="4304"/>
                </a:lnTo>
                <a:lnTo>
                  <a:pt x="3613" y="4302"/>
                </a:lnTo>
                <a:lnTo>
                  <a:pt x="3614" y="4302"/>
                </a:lnTo>
                <a:lnTo>
                  <a:pt x="3614" y="4301"/>
                </a:lnTo>
                <a:lnTo>
                  <a:pt x="3615" y="4300"/>
                </a:lnTo>
                <a:lnTo>
                  <a:pt x="3615" y="4301"/>
                </a:lnTo>
                <a:lnTo>
                  <a:pt x="3615" y="4302"/>
                </a:lnTo>
                <a:lnTo>
                  <a:pt x="3615" y="4303"/>
                </a:lnTo>
                <a:lnTo>
                  <a:pt x="3616" y="4303"/>
                </a:lnTo>
                <a:lnTo>
                  <a:pt x="3616" y="4304"/>
                </a:lnTo>
                <a:lnTo>
                  <a:pt x="3617" y="4304"/>
                </a:lnTo>
                <a:lnTo>
                  <a:pt x="3618" y="4304"/>
                </a:lnTo>
                <a:lnTo>
                  <a:pt x="3618" y="4305"/>
                </a:lnTo>
                <a:lnTo>
                  <a:pt x="3619" y="4305"/>
                </a:lnTo>
                <a:lnTo>
                  <a:pt x="3619" y="4304"/>
                </a:lnTo>
                <a:lnTo>
                  <a:pt x="3618" y="4304"/>
                </a:lnTo>
                <a:lnTo>
                  <a:pt x="3617" y="4304"/>
                </a:lnTo>
                <a:lnTo>
                  <a:pt x="3617" y="4303"/>
                </a:lnTo>
                <a:lnTo>
                  <a:pt x="3616" y="4303"/>
                </a:lnTo>
                <a:lnTo>
                  <a:pt x="3616" y="4302"/>
                </a:lnTo>
                <a:lnTo>
                  <a:pt x="3616" y="4301"/>
                </a:lnTo>
                <a:lnTo>
                  <a:pt x="3617" y="4300"/>
                </a:lnTo>
                <a:lnTo>
                  <a:pt x="3618" y="4300"/>
                </a:lnTo>
                <a:lnTo>
                  <a:pt x="3618" y="4299"/>
                </a:lnTo>
                <a:lnTo>
                  <a:pt x="3618" y="4298"/>
                </a:lnTo>
                <a:lnTo>
                  <a:pt x="3619" y="4298"/>
                </a:lnTo>
                <a:lnTo>
                  <a:pt x="3619" y="4297"/>
                </a:lnTo>
                <a:lnTo>
                  <a:pt x="3619" y="4296"/>
                </a:lnTo>
                <a:lnTo>
                  <a:pt x="3619" y="4295"/>
                </a:lnTo>
                <a:lnTo>
                  <a:pt x="3619" y="4293"/>
                </a:lnTo>
                <a:lnTo>
                  <a:pt x="3619" y="4292"/>
                </a:lnTo>
                <a:lnTo>
                  <a:pt x="3619" y="4291"/>
                </a:lnTo>
                <a:lnTo>
                  <a:pt x="3618" y="4290"/>
                </a:lnTo>
                <a:lnTo>
                  <a:pt x="3618" y="4289"/>
                </a:lnTo>
                <a:lnTo>
                  <a:pt x="3619" y="4289"/>
                </a:lnTo>
                <a:lnTo>
                  <a:pt x="3619" y="4288"/>
                </a:lnTo>
                <a:lnTo>
                  <a:pt x="3619" y="4287"/>
                </a:lnTo>
                <a:lnTo>
                  <a:pt x="3619" y="4286"/>
                </a:lnTo>
                <a:lnTo>
                  <a:pt x="3619" y="4285"/>
                </a:lnTo>
                <a:lnTo>
                  <a:pt x="3619" y="4284"/>
                </a:lnTo>
                <a:lnTo>
                  <a:pt x="3618" y="4283"/>
                </a:lnTo>
                <a:lnTo>
                  <a:pt x="3618" y="4282"/>
                </a:lnTo>
                <a:lnTo>
                  <a:pt x="3617" y="4281"/>
                </a:lnTo>
                <a:lnTo>
                  <a:pt x="3617" y="4280"/>
                </a:lnTo>
                <a:lnTo>
                  <a:pt x="3618" y="4280"/>
                </a:lnTo>
                <a:lnTo>
                  <a:pt x="3618" y="4279"/>
                </a:lnTo>
                <a:lnTo>
                  <a:pt x="3619" y="4280"/>
                </a:lnTo>
                <a:lnTo>
                  <a:pt x="3619" y="4281"/>
                </a:lnTo>
                <a:lnTo>
                  <a:pt x="3620" y="4282"/>
                </a:lnTo>
                <a:lnTo>
                  <a:pt x="3620" y="4281"/>
                </a:lnTo>
                <a:lnTo>
                  <a:pt x="3621" y="4281"/>
                </a:lnTo>
                <a:lnTo>
                  <a:pt x="3621" y="4282"/>
                </a:lnTo>
                <a:lnTo>
                  <a:pt x="3621" y="4281"/>
                </a:lnTo>
                <a:lnTo>
                  <a:pt x="3621" y="4280"/>
                </a:lnTo>
                <a:lnTo>
                  <a:pt x="3622" y="4280"/>
                </a:lnTo>
                <a:lnTo>
                  <a:pt x="3624" y="4280"/>
                </a:lnTo>
                <a:lnTo>
                  <a:pt x="3625" y="4280"/>
                </a:lnTo>
                <a:lnTo>
                  <a:pt x="3626" y="4280"/>
                </a:lnTo>
                <a:lnTo>
                  <a:pt x="3626" y="4279"/>
                </a:lnTo>
                <a:lnTo>
                  <a:pt x="3629" y="4279"/>
                </a:lnTo>
                <a:lnTo>
                  <a:pt x="3630" y="4278"/>
                </a:lnTo>
                <a:lnTo>
                  <a:pt x="3633" y="4278"/>
                </a:lnTo>
                <a:lnTo>
                  <a:pt x="3634" y="4278"/>
                </a:lnTo>
                <a:lnTo>
                  <a:pt x="3635" y="4278"/>
                </a:lnTo>
                <a:lnTo>
                  <a:pt x="3636" y="4278"/>
                </a:lnTo>
                <a:lnTo>
                  <a:pt x="3635" y="4277"/>
                </a:lnTo>
                <a:lnTo>
                  <a:pt x="3634" y="4276"/>
                </a:lnTo>
                <a:lnTo>
                  <a:pt x="3634" y="4275"/>
                </a:lnTo>
                <a:lnTo>
                  <a:pt x="3634" y="4274"/>
                </a:lnTo>
                <a:lnTo>
                  <a:pt x="3635" y="4272"/>
                </a:lnTo>
                <a:lnTo>
                  <a:pt x="3635" y="4271"/>
                </a:lnTo>
                <a:lnTo>
                  <a:pt x="3636" y="4271"/>
                </a:lnTo>
                <a:lnTo>
                  <a:pt x="3636" y="4270"/>
                </a:lnTo>
                <a:lnTo>
                  <a:pt x="3637" y="4270"/>
                </a:lnTo>
                <a:lnTo>
                  <a:pt x="3637" y="4269"/>
                </a:lnTo>
                <a:lnTo>
                  <a:pt x="3637" y="4268"/>
                </a:lnTo>
                <a:lnTo>
                  <a:pt x="3637" y="4269"/>
                </a:lnTo>
                <a:lnTo>
                  <a:pt x="3636" y="4269"/>
                </a:lnTo>
                <a:lnTo>
                  <a:pt x="3636" y="4268"/>
                </a:lnTo>
                <a:lnTo>
                  <a:pt x="3635" y="4268"/>
                </a:lnTo>
                <a:lnTo>
                  <a:pt x="3636" y="4267"/>
                </a:lnTo>
                <a:lnTo>
                  <a:pt x="3635" y="4267"/>
                </a:lnTo>
                <a:lnTo>
                  <a:pt x="3635" y="4266"/>
                </a:lnTo>
                <a:lnTo>
                  <a:pt x="3634" y="4266"/>
                </a:lnTo>
                <a:lnTo>
                  <a:pt x="3634" y="4265"/>
                </a:lnTo>
                <a:lnTo>
                  <a:pt x="3635" y="4265"/>
                </a:lnTo>
                <a:lnTo>
                  <a:pt x="3636" y="4265"/>
                </a:lnTo>
                <a:lnTo>
                  <a:pt x="3636" y="4264"/>
                </a:lnTo>
                <a:lnTo>
                  <a:pt x="3635" y="4264"/>
                </a:lnTo>
                <a:lnTo>
                  <a:pt x="3633" y="4265"/>
                </a:lnTo>
                <a:lnTo>
                  <a:pt x="3633" y="4266"/>
                </a:lnTo>
                <a:lnTo>
                  <a:pt x="3631" y="4266"/>
                </a:lnTo>
                <a:lnTo>
                  <a:pt x="3630" y="4266"/>
                </a:lnTo>
                <a:lnTo>
                  <a:pt x="3629" y="4266"/>
                </a:lnTo>
                <a:lnTo>
                  <a:pt x="3629" y="4267"/>
                </a:lnTo>
                <a:lnTo>
                  <a:pt x="3628" y="4267"/>
                </a:lnTo>
                <a:lnTo>
                  <a:pt x="3625" y="4267"/>
                </a:lnTo>
                <a:lnTo>
                  <a:pt x="3624" y="4266"/>
                </a:lnTo>
                <a:lnTo>
                  <a:pt x="3623" y="4266"/>
                </a:lnTo>
                <a:lnTo>
                  <a:pt x="3622" y="4266"/>
                </a:lnTo>
                <a:lnTo>
                  <a:pt x="3621" y="4265"/>
                </a:lnTo>
                <a:lnTo>
                  <a:pt x="3620" y="4265"/>
                </a:lnTo>
                <a:lnTo>
                  <a:pt x="3620" y="4264"/>
                </a:lnTo>
                <a:lnTo>
                  <a:pt x="3621" y="4264"/>
                </a:lnTo>
                <a:lnTo>
                  <a:pt x="3621" y="4263"/>
                </a:lnTo>
                <a:lnTo>
                  <a:pt x="3621" y="4262"/>
                </a:lnTo>
                <a:lnTo>
                  <a:pt x="3620" y="4262"/>
                </a:lnTo>
                <a:lnTo>
                  <a:pt x="3620" y="4261"/>
                </a:lnTo>
                <a:lnTo>
                  <a:pt x="3620" y="4260"/>
                </a:lnTo>
                <a:lnTo>
                  <a:pt x="3619" y="4259"/>
                </a:lnTo>
                <a:lnTo>
                  <a:pt x="3620" y="4258"/>
                </a:lnTo>
                <a:lnTo>
                  <a:pt x="3619" y="4258"/>
                </a:lnTo>
                <a:lnTo>
                  <a:pt x="3620" y="4258"/>
                </a:lnTo>
                <a:lnTo>
                  <a:pt x="3620" y="4257"/>
                </a:lnTo>
                <a:lnTo>
                  <a:pt x="3619" y="4257"/>
                </a:lnTo>
                <a:lnTo>
                  <a:pt x="3618" y="4257"/>
                </a:lnTo>
                <a:lnTo>
                  <a:pt x="3617" y="4255"/>
                </a:lnTo>
                <a:lnTo>
                  <a:pt x="3617" y="4254"/>
                </a:lnTo>
                <a:lnTo>
                  <a:pt x="3616" y="4254"/>
                </a:lnTo>
                <a:lnTo>
                  <a:pt x="3616" y="4253"/>
                </a:lnTo>
                <a:lnTo>
                  <a:pt x="3617" y="4252"/>
                </a:lnTo>
                <a:lnTo>
                  <a:pt x="3618" y="4252"/>
                </a:lnTo>
                <a:lnTo>
                  <a:pt x="3618" y="4251"/>
                </a:lnTo>
                <a:lnTo>
                  <a:pt x="3617" y="4251"/>
                </a:lnTo>
                <a:lnTo>
                  <a:pt x="3617" y="4252"/>
                </a:lnTo>
                <a:lnTo>
                  <a:pt x="3616" y="4252"/>
                </a:lnTo>
                <a:lnTo>
                  <a:pt x="3615" y="4252"/>
                </a:lnTo>
                <a:lnTo>
                  <a:pt x="3615" y="4251"/>
                </a:lnTo>
                <a:lnTo>
                  <a:pt x="3614" y="4251"/>
                </a:lnTo>
                <a:lnTo>
                  <a:pt x="3614" y="4252"/>
                </a:lnTo>
                <a:lnTo>
                  <a:pt x="3614" y="4253"/>
                </a:lnTo>
                <a:lnTo>
                  <a:pt x="3614" y="4254"/>
                </a:lnTo>
                <a:lnTo>
                  <a:pt x="3614" y="4255"/>
                </a:lnTo>
                <a:lnTo>
                  <a:pt x="3615" y="4255"/>
                </a:lnTo>
                <a:lnTo>
                  <a:pt x="3615" y="4256"/>
                </a:lnTo>
                <a:lnTo>
                  <a:pt x="3615" y="4257"/>
                </a:lnTo>
                <a:lnTo>
                  <a:pt x="3616" y="4257"/>
                </a:lnTo>
                <a:lnTo>
                  <a:pt x="3615" y="4257"/>
                </a:lnTo>
                <a:lnTo>
                  <a:pt x="3615" y="4258"/>
                </a:lnTo>
                <a:lnTo>
                  <a:pt x="3616" y="4259"/>
                </a:lnTo>
                <a:lnTo>
                  <a:pt x="3616" y="4260"/>
                </a:lnTo>
                <a:lnTo>
                  <a:pt x="3616" y="4261"/>
                </a:lnTo>
                <a:lnTo>
                  <a:pt x="3617" y="4261"/>
                </a:lnTo>
                <a:lnTo>
                  <a:pt x="3617" y="4262"/>
                </a:lnTo>
                <a:lnTo>
                  <a:pt x="3617" y="4263"/>
                </a:lnTo>
                <a:lnTo>
                  <a:pt x="3617" y="4262"/>
                </a:lnTo>
                <a:lnTo>
                  <a:pt x="3616" y="4262"/>
                </a:lnTo>
                <a:lnTo>
                  <a:pt x="3616" y="4261"/>
                </a:lnTo>
                <a:lnTo>
                  <a:pt x="3616" y="4262"/>
                </a:lnTo>
                <a:lnTo>
                  <a:pt x="3615" y="4262"/>
                </a:lnTo>
                <a:lnTo>
                  <a:pt x="3616" y="4263"/>
                </a:lnTo>
                <a:lnTo>
                  <a:pt x="3616" y="4264"/>
                </a:lnTo>
                <a:lnTo>
                  <a:pt x="3616" y="4265"/>
                </a:lnTo>
                <a:lnTo>
                  <a:pt x="3616" y="4266"/>
                </a:lnTo>
                <a:lnTo>
                  <a:pt x="3615" y="4266"/>
                </a:lnTo>
                <a:lnTo>
                  <a:pt x="3614" y="4266"/>
                </a:lnTo>
                <a:lnTo>
                  <a:pt x="3613" y="4266"/>
                </a:lnTo>
                <a:lnTo>
                  <a:pt x="3613" y="4265"/>
                </a:lnTo>
                <a:lnTo>
                  <a:pt x="3612" y="4265"/>
                </a:lnTo>
                <a:lnTo>
                  <a:pt x="3612" y="4266"/>
                </a:lnTo>
                <a:lnTo>
                  <a:pt x="3612" y="4265"/>
                </a:lnTo>
                <a:lnTo>
                  <a:pt x="3611" y="4265"/>
                </a:lnTo>
                <a:lnTo>
                  <a:pt x="3611" y="4264"/>
                </a:lnTo>
                <a:lnTo>
                  <a:pt x="3610" y="4264"/>
                </a:lnTo>
                <a:lnTo>
                  <a:pt x="3609" y="4264"/>
                </a:lnTo>
                <a:lnTo>
                  <a:pt x="3609" y="4263"/>
                </a:lnTo>
                <a:lnTo>
                  <a:pt x="3608" y="4263"/>
                </a:lnTo>
                <a:lnTo>
                  <a:pt x="3608" y="4262"/>
                </a:lnTo>
                <a:lnTo>
                  <a:pt x="3607" y="4262"/>
                </a:lnTo>
                <a:lnTo>
                  <a:pt x="3606" y="4262"/>
                </a:lnTo>
                <a:lnTo>
                  <a:pt x="3605" y="4261"/>
                </a:lnTo>
                <a:lnTo>
                  <a:pt x="3604" y="4260"/>
                </a:lnTo>
                <a:lnTo>
                  <a:pt x="3603" y="4260"/>
                </a:lnTo>
                <a:lnTo>
                  <a:pt x="3603" y="4259"/>
                </a:lnTo>
                <a:lnTo>
                  <a:pt x="3604" y="4259"/>
                </a:lnTo>
                <a:lnTo>
                  <a:pt x="3604" y="4258"/>
                </a:lnTo>
                <a:lnTo>
                  <a:pt x="3605" y="4258"/>
                </a:lnTo>
                <a:lnTo>
                  <a:pt x="3605" y="4255"/>
                </a:lnTo>
                <a:lnTo>
                  <a:pt x="3605" y="4253"/>
                </a:lnTo>
                <a:lnTo>
                  <a:pt x="3605" y="4252"/>
                </a:lnTo>
                <a:lnTo>
                  <a:pt x="3605" y="4251"/>
                </a:lnTo>
                <a:lnTo>
                  <a:pt x="3605" y="4250"/>
                </a:lnTo>
                <a:lnTo>
                  <a:pt x="3604" y="4250"/>
                </a:lnTo>
                <a:lnTo>
                  <a:pt x="3604" y="4249"/>
                </a:lnTo>
                <a:lnTo>
                  <a:pt x="3605" y="4249"/>
                </a:lnTo>
                <a:lnTo>
                  <a:pt x="3605" y="4248"/>
                </a:lnTo>
                <a:lnTo>
                  <a:pt x="3605" y="4249"/>
                </a:lnTo>
                <a:lnTo>
                  <a:pt x="3606" y="4249"/>
                </a:lnTo>
                <a:lnTo>
                  <a:pt x="3606" y="4248"/>
                </a:lnTo>
                <a:lnTo>
                  <a:pt x="3605" y="4248"/>
                </a:lnTo>
                <a:lnTo>
                  <a:pt x="3606" y="4247"/>
                </a:lnTo>
                <a:lnTo>
                  <a:pt x="3605" y="4247"/>
                </a:lnTo>
                <a:lnTo>
                  <a:pt x="3605" y="4248"/>
                </a:lnTo>
                <a:lnTo>
                  <a:pt x="3604" y="4248"/>
                </a:lnTo>
                <a:lnTo>
                  <a:pt x="3603" y="4248"/>
                </a:lnTo>
                <a:lnTo>
                  <a:pt x="3603" y="4249"/>
                </a:lnTo>
                <a:lnTo>
                  <a:pt x="3602" y="4249"/>
                </a:lnTo>
                <a:lnTo>
                  <a:pt x="3602" y="4250"/>
                </a:lnTo>
                <a:lnTo>
                  <a:pt x="3602" y="4249"/>
                </a:lnTo>
                <a:lnTo>
                  <a:pt x="3601" y="4250"/>
                </a:lnTo>
                <a:lnTo>
                  <a:pt x="3601" y="4251"/>
                </a:lnTo>
                <a:lnTo>
                  <a:pt x="3600" y="4252"/>
                </a:lnTo>
                <a:lnTo>
                  <a:pt x="3601" y="4252"/>
                </a:lnTo>
                <a:lnTo>
                  <a:pt x="3600" y="4252"/>
                </a:lnTo>
                <a:lnTo>
                  <a:pt x="3601" y="4252"/>
                </a:lnTo>
                <a:lnTo>
                  <a:pt x="3601" y="4253"/>
                </a:lnTo>
                <a:lnTo>
                  <a:pt x="3600" y="4253"/>
                </a:lnTo>
                <a:lnTo>
                  <a:pt x="3600" y="4254"/>
                </a:lnTo>
                <a:lnTo>
                  <a:pt x="3601" y="4254"/>
                </a:lnTo>
                <a:lnTo>
                  <a:pt x="3600" y="4254"/>
                </a:lnTo>
                <a:lnTo>
                  <a:pt x="3599" y="4253"/>
                </a:lnTo>
                <a:lnTo>
                  <a:pt x="3598" y="4253"/>
                </a:lnTo>
                <a:lnTo>
                  <a:pt x="3597" y="4252"/>
                </a:lnTo>
                <a:lnTo>
                  <a:pt x="3597" y="4251"/>
                </a:lnTo>
                <a:lnTo>
                  <a:pt x="3598" y="4251"/>
                </a:lnTo>
                <a:lnTo>
                  <a:pt x="3598" y="4250"/>
                </a:lnTo>
                <a:lnTo>
                  <a:pt x="3598" y="4249"/>
                </a:lnTo>
                <a:lnTo>
                  <a:pt x="3597" y="4249"/>
                </a:lnTo>
                <a:lnTo>
                  <a:pt x="3597" y="4248"/>
                </a:lnTo>
                <a:lnTo>
                  <a:pt x="3597" y="4247"/>
                </a:lnTo>
                <a:lnTo>
                  <a:pt x="3596" y="4247"/>
                </a:lnTo>
                <a:lnTo>
                  <a:pt x="3597" y="4247"/>
                </a:lnTo>
                <a:lnTo>
                  <a:pt x="3597" y="4244"/>
                </a:lnTo>
                <a:lnTo>
                  <a:pt x="3598" y="4244"/>
                </a:lnTo>
                <a:lnTo>
                  <a:pt x="3598" y="4243"/>
                </a:lnTo>
                <a:lnTo>
                  <a:pt x="3597" y="4243"/>
                </a:lnTo>
                <a:lnTo>
                  <a:pt x="3597" y="4244"/>
                </a:lnTo>
                <a:lnTo>
                  <a:pt x="3596" y="4244"/>
                </a:lnTo>
                <a:lnTo>
                  <a:pt x="3596" y="4245"/>
                </a:lnTo>
                <a:lnTo>
                  <a:pt x="3595" y="4245"/>
                </a:lnTo>
                <a:lnTo>
                  <a:pt x="3595" y="4246"/>
                </a:lnTo>
                <a:lnTo>
                  <a:pt x="3594" y="4246"/>
                </a:lnTo>
                <a:lnTo>
                  <a:pt x="3594" y="4245"/>
                </a:lnTo>
                <a:lnTo>
                  <a:pt x="3594" y="4244"/>
                </a:lnTo>
                <a:lnTo>
                  <a:pt x="3594" y="4243"/>
                </a:lnTo>
                <a:lnTo>
                  <a:pt x="3593" y="4243"/>
                </a:lnTo>
                <a:lnTo>
                  <a:pt x="3592" y="4243"/>
                </a:lnTo>
                <a:lnTo>
                  <a:pt x="3592" y="4242"/>
                </a:lnTo>
                <a:lnTo>
                  <a:pt x="3593" y="4242"/>
                </a:lnTo>
                <a:lnTo>
                  <a:pt x="3593" y="4241"/>
                </a:lnTo>
                <a:lnTo>
                  <a:pt x="3592" y="4241"/>
                </a:lnTo>
                <a:lnTo>
                  <a:pt x="3591" y="4241"/>
                </a:lnTo>
                <a:lnTo>
                  <a:pt x="3591" y="4240"/>
                </a:lnTo>
                <a:lnTo>
                  <a:pt x="3592" y="4240"/>
                </a:lnTo>
                <a:lnTo>
                  <a:pt x="3592" y="4239"/>
                </a:lnTo>
                <a:lnTo>
                  <a:pt x="3591" y="4239"/>
                </a:lnTo>
                <a:lnTo>
                  <a:pt x="3591" y="4240"/>
                </a:lnTo>
                <a:lnTo>
                  <a:pt x="3591" y="4239"/>
                </a:lnTo>
                <a:lnTo>
                  <a:pt x="3592" y="4239"/>
                </a:lnTo>
                <a:lnTo>
                  <a:pt x="3592" y="4238"/>
                </a:lnTo>
                <a:lnTo>
                  <a:pt x="3591" y="4238"/>
                </a:lnTo>
                <a:lnTo>
                  <a:pt x="3591" y="4239"/>
                </a:lnTo>
                <a:lnTo>
                  <a:pt x="3591" y="4238"/>
                </a:lnTo>
                <a:lnTo>
                  <a:pt x="3591" y="4239"/>
                </a:lnTo>
                <a:lnTo>
                  <a:pt x="3591" y="4238"/>
                </a:lnTo>
                <a:lnTo>
                  <a:pt x="3590" y="4238"/>
                </a:lnTo>
                <a:lnTo>
                  <a:pt x="3590" y="4237"/>
                </a:lnTo>
                <a:lnTo>
                  <a:pt x="3590" y="4236"/>
                </a:lnTo>
                <a:lnTo>
                  <a:pt x="3590" y="4235"/>
                </a:lnTo>
                <a:lnTo>
                  <a:pt x="3591" y="4235"/>
                </a:lnTo>
                <a:lnTo>
                  <a:pt x="3591" y="4234"/>
                </a:lnTo>
                <a:lnTo>
                  <a:pt x="3592" y="4234"/>
                </a:lnTo>
                <a:lnTo>
                  <a:pt x="3593" y="4234"/>
                </a:lnTo>
                <a:lnTo>
                  <a:pt x="3594" y="4234"/>
                </a:lnTo>
                <a:lnTo>
                  <a:pt x="3594" y="4233"/>
                </a:lnTo>
                <a:lnTo>
                  <a:pt x="3594" y="4232"/>
                </a:lnTo>
                <a:lnTo>
                  <a:pt x="3595" y="4233"/>
                </a:lnTo>
                <a:lnTo>
                  <a:pt x="3595" y="4232"/>
                </a:lnTo>
                <a:lnTo>
                  <a:pt x="3595" y="4231"/>
                </a:lnTo>
                <a:lnTo>
                  <a:pt x="3596" y="4231"/>
                </a:lnTo>
                <a:lnTo>
                  <a:pt x="3595" y="4231"/>
                </a:lnTo>
                <a:lnTo>
                  <a:pt x="3594" y="4231"/>
                </a:lnTo>
                <a:lnTo>
                  <a:pt x="3594" y="4232"/>
                </a:lnTo>
                <a:lnTo>
                  <a:pt x="3593" y="4232"/>
                </a:lnTo>
                <a:lnTo>
                  <a:pt x="3593" y="4231"/>
                </a:lnTo>
                <a:lnTo>
                  <a:pt x="3592" y="4232"/>
                </a:lnTo>
                <a:lnTo>
                  <a:pt x="3592" y="4233"/>
                </a:lnTo>
                <a:lnTo>
                  <a:pt x="3592" y="4232"/>
                </a:lnTo>
                <a:lnTo>
                  <a:pt x="3590" y="4232"/>
                </a:lnTo>
                <a:lnTo>
                  <a:pt x="3589" y="4233"/>
                </a:lnTo>
                <a:lnTo>
                  <a:pt x="3589" y="4232"/>
                </a:lnTo>
                <a:lnTo>
                  <a:pt x="3589" y="4233"/>
                </a:lnTo>
                <a:lnTo>
                  <a:pt x="3588" y="4233"/>
                </a:lnTo>
                <a:lnTo>
                  <a:pt x="3588" y="4234"/>
                </a:lnTo>
                <a:lnTo>
                  <a:pt x="3587" y="4234"/>
                </a:lnTo>
                <a:lnTo>
                  <a:pt x="3587" y="4235"/>
                </a:lnTo>
                <a:lnTo>
                  <a:pt x="3586" y="4236"/>
                </a:lnTo>
                <a:lnTo>
                  <a:pt x="3587" y="4236"/>
                </a:lnTo>
                <a:lnTo>
                  <a:pt x="3586" y="4237"/>
                </a:lnTo>
                <a:lnTo>
                  <a:pt x="3586" y="4236"/>
                </a:lnTo>
                <a:lnTo>
                  <a:pt x="3585" y="4236"/>
                </a:lnTo>
                <a:lnTo>
                  <a:pt x="3585" y="4237"/>
                </a:lnTo>
                <a:lnTo>
                  <a:pt x="3584" y="4237"/>
                </a:lnTo>
                <a:lnTo>
                  <a:pt x="3583" y="4237"/>
                </a:lnTo>
                <a:lnTo>
                  <a:pt x="3584" y="4237"/>
                </a:lnTo>
                <a:lnTo>
                  <a:pt x="3584" y="4238"/>
                </a:lnTo>
                <a:lnTo>
                  <a:pt x="3585" y="4238"/>
                </a:lnTo>
                <a:lnTo>
                  <a:pt x="3584" y="4238"/>
                </a:lnTo>
                <a:lnTo>
                  <a:pt x="3584" y="4239"/>
                </a:lnTo>
                <a:lnTo>
                  <a:pt x="3585" y="4239"/>
                </a:lnTo>
                <a:lnTo>
                  <a:pt x="3585" y="4238"/>
                </a:lnTo>
                <a:lnTo>
                  <a:pt x="3585" y="4239"/>
                </a:lnTo>
                <a:lnTo>
                  <a:pt x="3585" y="4238"/>
                </a:lnTo>
                <a:lnTo>
                  <a:pt x="3586" y="4238"/>
                </a:lnTo>
                <a:lnTo>
                  <a:pt x="3586" y="4239"/>
                </a:lnTo>
                <a:lnTo>
                  <a:pt x="3587" y="4239"/>
                </a:lnTo>
                <a:lnTo>
                  <a:pt x="3588" y="4239"/>
                </a:lnTo>
                <a:lnTo>
                  <a:pt x="3587" y="4239"/>
                </a:lnTo>
                <a:lnTo>
                  <a:pt x="3587" y="4240"/>
                </a:lnTo>
                <a:lnTo>
                  <a:pt x="3587" y="4241"/>
                </a:lnTo>
                <a:lnTo>
                  <a:pt x="3588" y="4241"/>
                </a:lnTo>
                <a:lnTo>
                  <a:pt x="3588" y="4242"/>
                </a:lnTo>
                <a:lnTo>
                  <a:pt x="3588" y="4243"/>
                </a:lnTo>
                <a:lnTo>
                  <a:pt x="3587" y="4243"/>
                </a:lnTo>
                <a:lnTo>
                  <a:pt x="3586" y="4243"/>
                </a:lnTo>
                <a:lnTo>
                  <a:pt x="3584" y="4243"/>
                </a:lnTo>
                <a:lnTo>
                  <a:pt x="3583" y="4242"/>
                </a:lnTo>
                <a:lnTo>
                  <a:pt x="3582" y="4242"/>
                </a:lnTo>
                <a:lnTo>
                  <a:pt x="3582" y="4243"/>
                </a:lnTo>
                <a:lnTo>
                  <a:pt x="3583" y="4243"/>
                </a:lnTo>
                <a:lnTo>
                  <a:pt x="3584" y="4243"/>
                </a:lnTo>
                <a:lnTo>
                  <a:pt x="3584" y="4244"/>
                </a:lnTo>
                <a:lnTo>
                  <a:pt x="3586" y="4244"/>
                </a:lnTo>
                <a:lnTo>
                  <a:pt x="3587" y="4244"/>
                </a:lnTo>
                <a:lnTo>
                  <a:pt x="3588" y="4244"/>
                </a:lnTo>
                <a:lnTo>
                  <a:pt x="3588" y="4245"/>
                </a:lnTo>
                <a:lnTo>
                  <a:pt x="3589" y="4245"/>
                </a:lnTo>
                <a:lnTo>
                  <a:pt x="3589" y="4246"/>
                </a:lnTo>
                <a:lnTo>
                  <a:pt x="3590" y="4247"/>
                </a:lnTo>
                <a:lnTo>
                  <a:pt x="3591" y="4248"/>
                </a:lnTo>
                <a:lnTo>
                  <a:pt x="3592" y="4248"/>
                </a:lnTo>
                <a:lnTo>
                  <a:pt x="3592" y="4249"/>
                </a:lnTo>
                <a:lnTo>
                  <a:pt x="3593" y="4249"/>
                </a:lnTo>
                <a:lnTo>
                  <a:pt x="3592" y="4250"/>
                </a:lnTo>
                <a:lnTo>
                  <a:pt x="3593" y="4250"/>
                </a:lnTo>
                <a:lnTo>
                  <a:pt x="3593" y="4251"/>
                </a:lnTo>
                <a:lnTo>
                  <a:pt x="3594" y="4251"/>
                </a:lnTo>
                <a:lnTo>
                  <a:pt x="3594" y="4252"/>
                </a:lnTo>
                <a:lnTo>
                  <a:pt x="3594" y="4253"/>
                </a:lnTo>
                <a:lnTo>
                  <a:pt x="3593" y="4253"/>
                </a:lnTo>
                <a:lnTo>
                  <a:pt x="3593" y="4252"/>
                </a:lnTo>
                <a:lnTo>
                  <a:pt x="3593" y="4253"/>
                </a:lnTo>
                <a:lnTo>
                  <a:pt x="3594" y="4253"/>
                </a:lnTo>
                <a:lnTo>
                  <a:pt x="3594" y="4254"/>
                </a:lnTo>
                <a:lnTo>
                  <a:pt x="3594" y="4255"/>
                </a:lnTo>
                <a:lnTo>
                  <a:pt x="3592" y="4255"/>
                </a:lnTo>
                <a:lnTo>
                  <a:pt x="3592" y="4256"/>
                </a:lnTo>
                <a:lnTo>
                  <a:pt x="3592" y="4257"/>
                </a:lnTo>
                <a:lnTo>
                  <a:pt x="3592" y="4258"/>
                </a:lnTo>
                <a:lnTo>
                  <a:pt x="3592" y="4259"/>
                </a:lnTo>
                <a:lnTo>
                  <a:pt x="3591" y="4259"/>
                </a:lnTo>
                <a:lnTo>
                  <a:pt x="3591" y="4260"/>
                </a:lnTo>
                <a:lnTo>
                  <a:pt x="3590" y="4261"/>
                </a:lnTo>
                <a:lnTo>
                  <a:pt x="3590" y="4262"/>
                </a:lnTo>
                <a:lnTo>
                  <a:pt x="3591" y="4262"/>
                </a:lnTo>
                <a:lnTo>
                  <a:pt x="3591" y="4263"/>
                </a:lnTo>
                <a:lnTo>
                  <a:pt x="3591" y="4264"/>
                </a:lnTo>
                <a:lnTo>
                  <a:pt x="3591" y="4265"/>
                </a:lnTo>
                <a:lnTo>
                  <a:pt x="3587" y="4264"/>
                </a:lnTo>
                <a:lnTo>
                  <a:pt x="3586" y="4264"/>
                </a:lnTo>
                <a:lnTo>
                  <a:pt x="3585" y="4264"/>
                </a:lnTo>
                <a:lnTo>
                  <a:pt x="3585" y="4265"/>
                </a:lnTo>
                <a:lnTo>
                  <a:pt x="3584" y="4265"/>
                </a:lnTo>
                <a:lnTo>
                  <a:pt x="3583" y="4266"/>
                </a:lnTo>
                <a:lnTo>
                  <a:pt x="3582" y="4266"/>
                </a:lnTo>
                <a:lnTo>
                  <a:pt x="3582" y="4267"/>
                </a:lnTo>
                <a:lnTo>
                  <a:pt x="3581" y="4267"/>
                </a:lnTo>
                <a:lnTo>
                  <a:pt x="3580" y="4267"/>
                </a:lnTo>
                <a:lnTo>
                  <a:pt x="3580" y="4266"/>
                </a:lnTo>
                <a:lnTo>
                  <a:pt x="3579" y="4267"/>
                </a:lnTo>
                <a:lnTo>
                  <a:pt x="3579" y="4268"/>
                </a:lnTo>
                <a:lnTo>
                  <a:pt x="3578" y="4268"/>
                </a:lnTo>
                <a:lnTo>
                  <a:pt x="3577" y="4268"/>
                </a:lnTo>
                <a:lnTo>
                  <a:pt x="3576" y="4269"/>
                </a:lnTo>
                <a:lnTo>
                  <a:pt x="3575" y="4269"/>
                </a:lnTo>
                <a:lnTo>
                  <a:pt x="3574" y="4269"/>
                </a:lnTo>
                <a:lnTo>
                  <a:pt x="3573" y="4269"/>
                </a:lnTo>
                <a:lnTo>
                  <a:pt x="3573" y="4268"/>
                </a:lnTo>
                <a:lnTo>
                  <a:pt x="3572" y="4268"/>
                </a:lnTo>
                <a:lnTo>
                  <a:pt x="3571" y="4268"/>
                </a:lnTo>
                <a:lnTo>
                  <a:pt x="3571" y="4269"/>
                </a:lnTo>
                <a:lnTo>
                  <a:pt x="3570" y="4269"/>
                </a:lnTo>
                <a:lnTo>
                  <a:pt x="3568" y="4269"/>
                </a:lnTo>
                <a:lnTo>
                  <a:pt x="3567" y="4269"/>
                </a:lnTo>
                <a:lnTo>
                  <a:pt x="3566" y="4270"/>
                </a:lnTo>
                <a:lnTo>
                  <a:pt x="3565" y="4270"/>
                </a:lnTo>
                <a:lnTo>
                  <a:pt x="3564" y="4270"/>
                </a:lnTo>
                <a:lnTo>
                  <a:pt x="3564" y="4269"/>
                </a:lnTo>
                <a:lnTo>
                  <a:pt x="3565" y="4269"/>
                </a:lnTo>
                <a:lnTo>
                  <a:pt x="3565" y="4268"/>
                </a:lnTo>
                <a:lnTo>
                  <a:pt x="3564" y="4267"/>
                </a:lnTo>
                <a:lnTo>
                  <a:pt x="3564" y="4266"/>
                </a:lnTo>
                <a:lnTo>
                  <a:pt x="3564" y="4267"/>
                </a:lnTo>
                <a:lnTo>
                  <a:pt x="3564" y="4268"/>
                </a:lnTo>
                <a:lnTo>
                  <a:pt x="3563" y="4269"/>
                </a:lnTo>
                <a:lnTo>
                  <a:pt x="3562" y="4270"/>
                </a:lnTo>
                <a:lnTo>
                  <a:pt x="3561" y="4270"/>
                </a:lnTo>
                <a:lnTo>
                  <a:pt x="3561" y="4271"/>
                </a:lnTo>
                <a:lnTo>
                  <a:pt x="3560" y="4271"/>
                </a:lnTo>
                <a:lnTo>
                  <a:pt x="3559" y="4272"/>
                </a:lnTo>
                <a:lnTo>
                  <a:pt x="3558" y="4272"/>
                </a:lnTo>
                <a:lnTo>
                  <a:pt x="3556" y="4273"/>
                </a:lnTo>
                <a:lnTo>
                  <a:pt x="3555" y="4273"/>
                </a:lnTo>
                <a:lnTo>
                  <a:pt x="3554" y="4273"/>
                </a:lnTo>
                <a:lnTo>
                  <a:pt x="3554" y="4272"/>
                </a:lnTo>
                <a:lnTo>
                  <a:pt x="3553" y="4271"/>
                </a:lnTo>
                <a:lnTo>
                  <a:pt x="3553" y="4270"/>
                </a:lnTo>
                <a:lnTo>
                  <a:pt x="3553" y="4269"/>
                </a:lnTo>
                <a:lnTo>
                  <a:pt x="3554" y="4269"/>
                </a:lnTo>
                <a:lnTo>
                  <a:pt x="3554" y="4268"/>
                </a:lnTo>
                <a:lnTo>
                  <a:pt x="3554" y="4267"/>
                </a:lnTo>
                <a:lnTo>
                  <a:pt x="3554" y="4266"/>
                </a:lnTo>
                <a:lnTo>
                  <a:pt x="3553" y="4266"/>
                </a:lnTo>
                <a:lnTo>
                  <a:pt x="3553" y="4267"/>
                </a:lnTo>
                <a:lnTo>
                  <a:pt x="3553" y="4268"/>
                </a:lnTo>
                <a:lnTo>
                  <a:pt x="3553" y="4269"/>
                </a:lnTo>
                <a:lnTo>
                  <a:pt x="3552" y="4269"/>
                </a:lnTo>
                <a:lnTo>
                  <a:pt x="3552" y="4270"/>
                </a:lnTo>
                <a:lnTo>
                  <a:pt x="3552" y="4271"/>
                </a:lnTo>
                <a:lnTo>
                  <a:pt x="3552" y="4272"/>
                </a:lnTo>
                <a:lnTo>
                  <a:pt x="3552" y="4273"/>
                </a:lnTo>
                <a:lnTo>
                  <a:pt x="3552" y="4274"/>
                </a:lnTo>
                <a:lnTo>
                  <a:pt x="3551" y="4274"/>
                </a:lnTo>
                <a:lnTo>
                  <a:pt x="3549" y="4274"/>
                </a:lnTo>
                <a:lnTo>
                  <a:pt x="3548" y="4274"/>
                </a:lnTo>
                <a:lnTo>
                  <a:pt x="3547" y="4275"/>
                </a:lnTo>
                <a:lnTo>
                  <a:pt x="3546" y="4276"/>
                </a:lnTo>
                <a:lnTo>
                  <a:pt x="3546" y="4275"/>
                </a:lnTo>
                <a:lnTo>
                  <a:pt x="3544" y="4275"/>
                </a:lnTo>
                <a:lnTo>
                  <a:pt x="3543" y="4275"/>
                </a:lnTo>
                <a:lnTo>
                  <a:pt x="3543" y="4276"/>
                </a:lnTo>
                <a:lnTo>
                  <a:pt x="3544" y="4276"/>
                </a:lnTo>
                <a:lnTo>
                  <a:pt x="3544" y="4277"/>
                </a:lnTo>
                <a:lnTo>
                  <a:pt x="3543" y="4277"/>
                </a:lnTo>
                <a:lnTo>
                  <a:pt x="3543" y="4276"/>
                </a:lnTo>
                <a:lnTo>
                  <a:pt x="3542" y="4276"/>
                </a:lnTo>
                <a:lnTo>
                  <a:pt x="3541" y="4276"/>
                </a:lnTo>
                <a:lnTo>
                  <a:pt x="3540" y="4276"/>
                </a:lnTo>
                <a:lnTo>
                  <a:pt x="3540" y="4275"/>
                </a:lnTo>
                <a:lnTo>
                  <a:pt x="3539" y="4275"/>
                </a:lnTo>
                <a:lnTo>
                  <a:pt x="3539" y="4274"/>
                </a:lnTo>
                <a:lnTo>
                  <a:pt x="3539" y="4275"/>
                </a:lnTo>
                <a:lnTo>
                  <a:pt x="3538" y="4275"/>
                </a:lnTo>
                <a:lnTo>
                  <a:pt x="3537" y="4274"/>
                </a:lnTo>
                <a:lnTo>
                  <a:pt x="3536" y="4274"/>
                </a:lnTo>
                <a:lnTo>
                  <a:pt x="3535" y="4274"/>
                </a:lnTo>
                <a:lnTo>
                  <a:pt x="3535" y="4273"/>
                </a:lnTo>
                <a:lnTo>
                  <a:pt x="3534" y="4273"/>
                </a:lnTo>
                <a:lnTo>
                  <a:pt x="3533" y="4273"/>
                </a:lnTo>
                <a:lnTo>
                  <a:pt x="3532" y="4272"/>
                </a:lnTo>
                <a:lnTo>
                  <a:pt x="3531" y="4272"/>
                </a:lnTo>
                <a:lnTo>
                  <a:pt x="3530" y="4273"/>
                </a:lnTo>
                <a:lnTo>
                  <a:pt x="3530" y="4272"/>
                </a:lnTo>
                <a:lnTo>
                  <a:pt x="3529" y="4271"/>
                </a:lnTo>
                <a:lnTo>
                  <a:pt x="3530" y="4271"/>
                </a:lnTo>
                <a:lnTo>
                  <a:pt x="3530" y="4270"/>
                </a:lnTo>
                <a:lnTo>
                  <a:pt x="3531" y="4269"/>
                </a:lnTo>
                <a:lnTo>
                  <a:pt x="3530" y="4269"/>
                </a:lnTo>
                <a:lnTo>
                  <a:pt x="3531" y="4269"/>
                </a:lnTo>
                <a:lnTo>
                  <a:pt x="3532" y="4268"/>
                </a:lnTo>
                <a:lnTo>
                  <a:pt x="3533" y="4266"/>
                </a:lnTo>
                <a:lnTo>
                  <a:pt x="3534" y="4267"/>
                </a:lnTo>
                <a:lnTo>
                  <a:pt x="3535" y="4267"/>
                </a:lnTo>
                <a:lnTo>
                  <a:pt x="3536" y="4267"/>
                </a:lnTo>
                <a:lnTo>
                  <a:pt x="3537" y="4266"/>
                </a:lnTo>
                <a:lnTo>
                  <a:pt x="3539" y="4266"/>
                </a:lnTo>
                <a:lnTo>
                  <a:pt x="3540" y="4265"/>
                </a:lnTo>
                <a:lnTo>
                  <a:pt x="3541" y="4265"/>
                </a:lnTo>
                <a:lnTo>
                  <a:pt x="3541" y="4264"/>
                </a:lnTo>
                <a:lnTo>
                  <a:pt x="3542" y="4264"/>
                </a:lnTo>
                <a:lnTo>
                  <a:pt x="3542" y="4263"/>
                </a:lnTo>
                <a:lnTo>
                  <a:pt x="3543" y="4262"/>
                </a:lnTo>
                <a:lnTo>
                  <a:pt x="3544" y="4261"/>
                </a:lnTo>
                <a:lnTo>
                  <a:pt x="3544" y="4260"/>
                </a:lnTo>
                <a:lnTo>
                  <a:pt x="3544" y="4259"/>
                </a:lnTo>
                <a:lnTo>
                  <a:pt x="3543" y="4259"/>
                </a:lnTo>
                <a:lnTo>
                  <a:pt x="3543" y="4258"/>
                </a:lnTo>
                <a:lnTo>
                  <a:pt x="3543" y="4259"/>
                </a:lnTo>
                <a:lnTo>
                  <a:pt x="3543" y="4258"/>
                </a:lnTo>
                <a:lnTo>
                  <a:pt x="3542" y="4258"/>
                </a:lnTo>
                <a:lnTo>
                  <a:pt x="3542" y="4257"/>
                </a:lnTo>
                <a:lnTo>
                  <a:pt x="3543" y="4257"/>
                </a:lnTo>
                <a:lnTo>
                  <a:pt x="3542" y="4257"/>
                </a:lnTo>
                <a:lnTo>
                  <a:pt x="3542" y="4256"/>
                </a:lnTo>
                <a:lnTo>
                  <a:pt x="3542" y="4257"/>
                </a:lnTo>
                <a:lnTo>
                  <a:pt x="3542" y="4256"/>
                </a:lnTo>
                <a:lnTo>
                  <a:pt x="3542" y="4255"/>
                </a:lnTo>
                <a:lnTo>
                  <a:pt x="3542" y="4254"/>
                </a:lnTo>
                <a:lnTo>
                  <a:pt x="3541" y="4254"/>
                </a:lnTo>
                <a:lnTo>
                  <a:pt x="3540" y="4254"/>
                </a:lnTo>
                <a:lnTo>
                  <a:pt x="3540" y="4255"/>
                </a:lnTo>
                <a:lnTo>
                  <a:pt x="3540" y="4254"/>
                </a:lnTo>
                <a:lnTo>
                  <a:pt x="3539" y="4254"/>
                </a:lnTo>
                <a:lnTo>
                  <a:pt x="3538" y="4254"/>
                </a:lnTo>
                <a:lnTo>
                  <a:pt x="3537" y="4254"/>
                </a:lnTo>
                <a:lnTo>
                  <a:pt x="3536" y="4254"/>
                </a:lnTo>
                <a:lnTo>
                  <a:pt x="3535" y="4254"/>
                </a:lnTo>
                <a:lnTo>
                  <a:pt x="3534" y="4254"/>
                </a:lnTo>
                <a:lnTo>
                  <a:pt x="3534" y="4253"/>
                </a:lnTo>
                <a:lnTo>
                  <a:pt x="3533" y="4253"/>
                </a:lnTo>
                <a:lnTo>
                  <a:pt x="3533" y="4252"/>
                </a:lnTo>
                <a:lnTo>
                  <a:pt x="3532" y="4252"/>
                </a:lnTo>
                <a:lnTo>
                  <a:pt x="3532" y="4251"/>
                </a:lnTo>
                <a:lnTo>
                  <a:pt x="3532" y="4250"/>
                </a:lnTo>
                <a:lnTo>
                  <a:pt x="3532" y="4249"/>
                </a:lnTo>
                <a:lnTo>
                  <a:pt x="3532" y="4248"/>
                </a:lnTo>
                <a:lnTo>
                  <a:pt x="3533" y="4248"/>
                </a:lnTo>
                <a:lnTo>
                  <a:pt x="3534" y="4248"/>
                </a:lnTo>
                <a:lnTo>
                  <a:pt x="3535" y="4248"/>
                </a:lnTo>
                <a:lnTo>
                  <a:pt x="3535" y="4247"/>
                </a:lnTo>
                <a:lnTo>
                  <a:pt x="3535" y="4246"/>
                </a:lnTo>
                <a:lnTo>
                  <a:pt x="3536" y="4246"/>
                </a:lnTo>
                <a:lnTo>
                  <a:pt x="3536" y="4245"/>
                </a:lnTo>
                <a:lnTo>
                  <a:pt x="3536" y="4246"/>
                </a:lnTo>
                <a:lnTo>
                  <a:pt x="3537" y="4245"/>
                </a:lnTo>
                <a:lnTo>
                  <a:pt x="3537" y="4244"/>
                </a:lnTo>
                <a:lnTo>
                  <a:pt x="3538" y="4244"/>
                </a:lnTo>
                <a:lnTo>
                  <a:pt x="3537" y="4244"/>
                </a:lnTo>
                <a:lnTo>
                  <a:pt x="3536" y="4245"/>
                </a:lnTo>
                <a:lnTo>
                  <a:pt x="3535" y="4245"/>
                </a:lnTo>
                <a:lnTo>
                  <a:pt x="3535" y="4246"/>
                </a:lnTo>
                <a:lnTo>
                  <a:pt x="3534" y="4247"/>
                </a:lnTo>
                <a:lnTo>
                  <a:pt x="3533" y="4247"/>
                </a:lnTo>
                <a:lnTo>
                  <a:pt x="3532" y="4248"/>
                </a:lnTo>
                <a:lnTo>
                  <a:pt x="3532" y="4249"/>
                </a:lnTo>
                <a:lnTo>
                  <a:pt x="3532" y="4250"/>
                </a:lnTo>
                <a:lnTo>
                  <a:pt x="3532" y="4251"/>
                </a:lnTo>
                <a:lnTo>
                  <a:pt x="3532" y="4252"/>
                </a:lnTo>
                <a:lnTo>
                  <a:pt x="3532" y="4253"/>
                </a:lnTo>
                <a:lnTo>
                  <a:pt x="3531" y="4253"/>
                </a:lnTo>
                <a:lnTo>
                  <a:pt x="3530" y="4253"/>
                </a:lnTo>
                <a:lnTo>
                  <a:pt x="3530" y="4252"/>
                </a:lnTo>
                <a:lnTo>
                  <a:pt x="3529" y="4252"/>
                </a:lnTo>
                <a:lnTo>
                  <a:pt x="3530" y="4251"/>
                </a:lnTo>
                <a:lnTo>
                  <a:pt x="3530" y="4250"/>
                </a:lnTo>
                <a:lnTo>
                  <a:pt x="3531" y="4250"/>
                </a:lnTo>
                <a:lnTo>
                  <a:pt x="3531" y="4249"/>
                </a:lnTo>
                <a:lnTo>
                  <a:pt x="3531" y="4248"/>
                </a:lnTo>
                <a:lnTo>
                  <a:pt x="3532" y="4248"/>
                </a:lnTo>
                <a:lnTo>
                  <a:pt x="3532" y="4247"/>
                </a:lnTo>
                <a:lnTo>
                  <a:pt x="3532" y="4246"/>
                </a:lnTo>
                <a:lnTo>
                  <a:pt x="3532" y="4245"/>
                </a:lnTo>
                <a:lnTo>
                  <a:pt x="3533" y="4244"/>
                </a:lnTo>
                <a:lnTo>
                  <a:pt x="3534" y="4244"/>
                </a:lnTo>
                <a:lnTo>
                  <a:pt x="3533" y="4244"/>
                </a:lnTo>
                <a:lnTo>
                  <a:pt x="3532" y="4244"/>
                </a:lnTo>
                <a:lnTo>
                  <a:pt x="3532" y="4245"/>
                </a:lnTo>
                <a:lnTo>
                  <a:pt x="3531" y="4245"/>
                </a:lnTo>
                <a:lnTo>
                  <a:pt x="3531" y="4246"/>
                </a:lnTo>
                <a:lnTo>
                  <a:pt x="3531" y="4247"/>
                </a:lnTo>
                <a:lnTo>
                  <a:pt x="3531" y="4248"/>
                </a:lnTo>
                <a:lnTo>
                  <a:pt x="3530" y="4249"/>
                </a:lnTo>
                <a:lnTo>
                  <a:pt x="3529" y="4249"/>
                </a:lnTo>
                <a:lnTo>
                  <a:pt x="3528" y="4249"/>
                </a:lnTo>
                <a:lnTo>
                  <a:pt x="3528" y="4250"/>
                </a:lnTo>
                <a:lnTo>
                  <a:pt x="3527" y="4250"/>
                </a:lnTo>
                <a:lnTo>
                  <a:pt x="3526" y="4250"/>
                </a:lnTo>
                <a:lnTo>
                  <a:pt x="3525" y="4250"/>
                </a:lnTo>
                <a:lnTo>
                  <a:pt x="3525" y="4251"/>
                </a:lnTo>
                <a:lnTo>
                  <a:pt x="3524" y="4252"/>
                </a:lnTo>
                <a:lnTo>
                  <a:pt x="3522" y="4252"/>
                </a:lnTo>
                <a:lnTo>
                  <a:pt x="3521" y="4252"/>
                </a:lnTo>
                <a:lnTo>
                  <a:pt x="3521" y="4253"/>
                </a:lnTo>
                <a:lnTo>
                  <a:pt x="3520" y="4253"/>
                </a:lnTo>
                <a:lnTo>
                  <a:pt x="3519" y="4253"/>
                </a:lnTo>
                <a:lnTo>
                  <a:pt x="3518" y="4253"/>
                </a:lnTo>
                <a:lnTo>
                  <a:pt x="3518" y="4252"/>
                </a:lnTo>
                <a:lnTo>
                  <a:pt x="3517" y="4252"/>
                </a:lnTo>
                <a:lnTo>
                  <a:pt x="3516" y="4252"/>
                </a:lnTo>
                <a:lnTo>
                  <a:pt x="3515" y="4252"/>
                </a:lnTo>
                <a:lnTo>
                  <a:pt x="3515" y="4251"/>
                </a:lnTo>
                <a:lnTo>
                  <a:pt x="3514" y="4251"/>
                </a:lnTo>
                <a:lnTo>
                  <a:pt x="3513" y="4251"/>
                </a:lnTo>
                <a:lnTo>
                  <a:pt x="3512" y="4251"/>
                </a:lnTo>
                <a:lnTo>
                  <a:pt x="3512" y="4249"/>
                </a:lnTo>
                <a:lnTo>
                  <a:pt x="3512" y="4248"/>
                </a:lnTo>
                <a:lnTo>
                  <a:pt x="3511" y="4248"/>
                </a:lnTo>
                <a:lnTo>
                  <a:pt x="3511" y="4247"/>
                </a:lnTo>
                <a:lnTo>
                  <a:pt x="3510" y="4247"/>
                </a:lnTo>
                <a:lnTo>
                  <a:pt x="3510" y="4246"/>
                </a:lnTo>
                <a:lnTo>
                  <a:pt x="3509" y="4245"/>
                </a:lnTo>
                <a:lnTo>
                  <a:pt x="3509" y="4246"/>
                </a:lnTo>
                <a:lnTo>
                  <a:pt x="3508" y="4245"/>
                </a:lnTo>
                <a:lnTo>
                  <a:pt x="3507" y="4244"/>
                </a:lnTo>
                <a:lnTo>
                  <a:pt x="3505" y="4243"/>
                </a:lnTo>
                <a:lnTo>
                  <a:pt x="3505" y="4242"/>
                </a:lnTo>
                <a:lnTo>
                  <a:pt x="3505" y="4241"/>
                </a:lnTo>
                <a:lnTo>
                  <a:pt x="3506" y="4240"/>
                </a:lnTo>
                <a:lnTo>
                  <a:pt x="3507" y="4240"/>
                </a:lnTo>
                <a:lnTo>
                  <a:pt x="3507" y="4239"/>
                </a:lnTo>
                <a:lnTo>
                  <a:pt x="3507" y="4238"/>
                </a:lnTo>
                <a:lnTo>
                  <a:pt x="3506" y="4238"/>
                </a:lnTo>
                <a:lnTo>
                  <a:pt x="3506" y="4237"/>
                </a:lnTo>
                <a:lnTo>
                  <a:pt x="3506" y="4236"/>
                </a:lnTo>
                <a:lnTo>
                  <a:pt x="3506" y="4235"/>
                </a:lnTo>
                <a:lnTo>
                  <a:pt x="3507" y="4235"/>
                </a:lnTo>
                <a:lnTo>
                  <a:pt x="3508" y="4235"/>
                </a:lnTo>
                <a:lnTo>
                  <a:pt x="3508" y="4236"/>
                </a:lnTo>
                <a:lnTo>
                  <a:pt x="3509" y="4236"/>
                </a:lnTo>
                <a:lnTo>
                  <a:pt x="3510" y="4235"/>
                </a:lnTo>
                <a:lnTo>
                  <a:pt x="3511" y="4234"/>
                </a:lnTo>
                <a:lnTo>
                  <a:pt x="3511" y="4233"/>
                </a:lnTo>
                <a:lnTo>
                  <a:pt x="3510" y="4234"/>
                </a:lnTo>
                <a:lnTo>
                  <a:pt x="3509" y="4234"/>
                </a:lnTo>
                <a:lnTo>
                  <a:pt x="3509" y="4233"/>
                </a:lnTo>
                <a:lnTo>
                  <a:pt x="3509" y="4232"/>
                </a:lnTo>
                <a:lnTo>
                  <a:pt x="3510" y="4232"/>
                </a:lnTo>
                <a:lnTo>
                  <a:pt x="3509" y="4232"/>
                </a:lnTo>
                <a:lnTo>
                  <a:pt x="3509" y="4233"/>
                </a:lnTo>
                <a:lnTo>
                  <a:pt x="3508" y="4234"/>
                </a:lnTo>
                <a:lnTo>
                  <a:pt x="3507" y="4234"/>
                </a:lnTo>
                <a:lnTo>
                  <a:pt x="3506" y="4234"/>
                </a:lnTo>
                <a:lnTo>
                  <a:pt x="3507" y="4233"/>
                </a:lnTo>
                <a:lnTo>
                  <a:pt x="3506" y="4233"/>
                </a:lnTo>
                <a:lnTo>
                  <a:pt x="3506" y="4232"/>
                </a:lnTo>
                <a:lnTo>
                  <a:pt x="3506" y="4231"/>
                </a:lnTo>
                <a:lnTo>
                  <a:pt x="3506" y="4230"/>
                </a:lnTo>
                <a:lnTo>
                  <a:pt x="3505" y="4230"/>
                </a:lnTo>
                <a:lnTo>
                  <a:pt x="3505" y="4231"/>
                </a:lnTo>
                <a:lnTo>
                  <a:pt x="3505" y="4230"/>
                </a:lnTo>
                <a:lnTo>
                  <a:pt x="3504" y="4230"/>
                </a:lnTo>
                <a:lnTo>
                  <a:pt x="3504" y="4229"/>
                </a:lnTo>
                <a:lnTo>
                  <a:pt x="3504" y="4228"/>
                </a:lnTo>
                <a:lnTo>
                  <a:pt x="3504" y="4227"/>
                </a:lnTo>
                <a:lnTo>
                  <a:pt x="3503" y="4227"/>
                </a:lnTo>
                <a:lnTo>
                  <a:pt x="3503" y="4228"/>
                </a:lnTo>
                <a:lnTo>
                  <a:pt x="3502" y="4227"/>
                </a:lnTo>
                <a:lnTo>
                  <a:pt x="3501" y="4226"/>
                </a:lnTo>
                <a:lnTo>
                  <a:pt x="3501" y="4227"/>
                </a:lnTo>
                <a:lnTo>
                  <a:pt x="3502" y="4227"/>
                </a:lnTo>
                <a:lnTo>
                  <a:pt x="3502" y="4228"/>
                </a:lnTo>
                <a:lnTo>
                  <a:pt x="3503" y="4228"/>
                </a:lnTo>
                <a:lnTo>
                  <a:pt x="3504" y="4228"/>
                </a:lnTo>
                <a:lnTo>
                  <a:pt x="3504" y="4229"/>
                </a:lnTo>
                <a:lnTo>
                  <a:pt x="3504" y="4230"/>
                </a:lnTo>
                <a:lnTo>
                  <a:pt x="3504" y="4231"/>
                </a:lnTo>
                <a:lnTo>
                  <a:pt x="3503" y="4231"/>
                </a:lnTo>
                <a:lnTo>
                  <a:pt x="3503" y="4230"/>
                </a:lnTo>
                <a:lnTo>
                  <a:pt x="3502" y="4229"/>
                </a:lnTo>
                <a:lnTo>
                  <a:pt x="3501" y="4229"/>
                </a:lnTo>
                <a:lnTo>
                  <a:pt x="3502" y="4229"/>
                </a:lnTo>
                <a:lnTo>
                  <a:pt x="3502" y="4230"/>
                </a:lnTo>
                <a:lnTo>
                  <a:pt x="3503" y="4230"/>
                </a:lnTo>
                <a:lnTo>
                  <a:pt x="3503" y="4231"/>
                </a:lnTo>
                <a:lnTo>
                  <a:pt x="3504" y="4231"/>
                </a:lnTo>
                <a:lnTo>
                  <a:pt x="3505" y="4232"/>
                </a:lnTo>
                <a:lnTo>
                  <a:pt x="3505" y="4233"/>
                </a:lnTo>
                <a:lnTo>
                  <a:pt x="3505" y="4235"/>
                </a:lnTo>
                <a:lnTo>
                  <a:pt x="3505" y="4236"/>
                </a:lnTo>
                <a:lnTo>
                  <a:pt x="3504" y="4236"/>
                </a:lnTo>
                <a:lnTo>
                  <a:pt x="3504" y="4237"/>
                </a:lnTo>
                <a:lnTo>
                  <a:pt x="3504" y="4238"/>
                </a:lnTo>
                <a:lnTo>
                  <a:pt x="3503" y="4237"/>
                </a:lnTo>
                <a:lnTo>
                  <a:pt x="3503" y="4238"/>
                </a:lnTo>
                <a:lnTo>
                  <a:pt x="3504" y="4239"/>
                </a:lnTo>
                <a:lnTo>
                  <a:pt x="3504" y="4240"/>
                </a:lnTo>
                <a:lnTo>
                  <a:pt x="3503" y="4240"/>
                </a:lnTo>
                <a:lnTo>
                  <a:pt x="3502" y="4239"/>
                </a:lnTo>
                <a:lnTo>
                  <a:pt x="3501" y="4239"/>
                </a:lnTo>
                <a:lnTo>
                  <a:pt x="3501" y="4240"/>
                </a:lnTo>
                <a:lnTo>
                  <a:pt x="3502" y="4240"/>
                </a:lnTo>
                <a:lnTo>
                  <a:pt x="3503" y="4241"/>
                </a:lnTo>
                <a:lnTo>
                  <a:pt x="3502" y="4241"/>
                </a:lnTo>
                <a:lnTo>
                  <a:pt x="3502" y="4242"/>
                </a:lnTo>
                <a:lnTo>
                  <a:pt x="3503" y="4242"/>
                </a:lnTo>
                <a:lnTo>
                  <a:pt x="3503" y="4243"/>
                </a:lnTo>
                <a:lnTo>
                  <a:pt x="3504" y="4243"/>
                </a:lnTo>
                <a:lnTo>
                  <a:pt x="3504" y="4244"/>
                </a:lnTo>
                <a:lnTo>
                  <a:pt x="3504" y="4245"/>
                </a:lnTo>
                <a:lnTo>
                  <a:pt x="3504" y="4246"/>
                </a:lnTo>
                <a:lnTo>
                  <a:pt x="3504" y="4247"/>
                </a:lnTo>
                <a:lnTo>
                  <a:pt x="3505" y="4247"/>
                </a:lnTo>
                <a:lnTo>
                  <a:pt x="3506" y="4248"/>
                </a:lnTo>
                <a:lnTo>
                  <a:pt x="3507" y="4248"/>
                </a:lnTo>
                <a:lnTo>
                  <a:pt x="3507" y="4249"/>
                </a:lnTo>
                <a:lnTo>
                  <a:pt x="3507" y="4250"/>
                </a:lnTo>
                <a:lnTo>
                  <a:pt x="3506" y="4250"/>
                </a:lnTo>
                <a:lnTo>
                  <a:pt x="3505" y="4250"/>
                </a:lnTo>
                <a:lnTo>
                  <a:pt x="3505" y="4251"/>
                </a:lnTo>
                <a:lnTo>
                  <a:pt x="3504" y="4251"/>
                </a:lnTo>
                <a:lnTo>
                  <a:pt x="3503" y="4251"/>
                </a:lnTo>
                <a:lnTo>
                  <a:pt x="3502" y="4251"/>
                </a:lnTo>
                <a:lnTo>
                  <a:pt x="3502" y="4250"/>
                </a:lnTo>
                <a:lnTo>
                  <a:pt x="3501" y="4250"/>
                </a:lnTo>
                <a:lnTo>
                  <a:pt x="3501" y="4249"/>
                </a:lnTo>
                <a:lnTo>
                  <a:pt x="3500" y="4249"/>
                </a:lnTo>
                <a:lnTo>
                  <a:pt x="3500" y="4250"/>
                </a:lnTo>
                <a:lnTo>
                  <a:pt x="3499" y="4249"/>
                </a:lnTo>
                <a:lnTo>
                  <a:pt x="3498" y="4249"/>
                </a:lnTo>
                <a:lnTo>
                  <a:pt x="3497" y="4249"/>
                </a:lnTo>
                <a:lnTo>
                  <a:pt x="3496" y="4250"/>
                </a:lnTo>
                <a:lnTo>
                  <a:pt x="3496" y="4251"/>
                </a:lnTo>
                <a:lnTo>
                  <a:pt x="3495" y="4251"/>
                </a:lnTo>
                <a:lnTo>
                  <a:pt x="3494" y="4251"/>
                </a:lnTo>
                <a:lnTo>
                  <a:pt x="3493" y="4251"/>
                </a:lnTo>
                <a:lnTo>
                  <a:pt x="3493" y="4252"/>
                </a:lnTo>
                <a:lnTo>
                  <a:pt x="3492" y="4252"/>
                </a:lnTo>
                <a:lnTo>
                  <a:pt x="3492" y="4253"/>
                </a:lnTo>
                <a:lnTo>
                  <a:pt x="3492" y="4252"/>
                </a:lnTo>
                <a:lnTo>
                  <a:pt x="3491" y="4252"/>
                </a:lnTo>
                <a:lnTo>
                  <a:pt x="3491" y="4250"/>
                </a:lnTo>
                <a:lnTo>
                  <a:pt x="3491" y="4249"/>
                </a:lnTo>
                <a:lnTo>
                  <a:pt x="3491" y="4248"/>
                </a:lnTo>
                <a:lnTo>
                  <a:pt x="3490" y="4248"/>
                </a:lnTo>
                <a:lnTo>
                  <a:pt x="3489" y="4248"/>
                </a:lnTo>
                <a:lnTo>
                  <a:pt x="3488" y="4248"/>
                </a:lnTo>
                <a:lnTo>
                  <a:pt x="3488" y="4247"/>
                </a:lnTo>
                <a:lnTo>
                  <a:pt x="3488" y="4248"/>
                </a:lnTo>
                <a:lnTo>
                  <a:pt x="3488" y="4247"/>
                </a:lnTo>
                <a:lnTo>
                  <a:pt x="3488" y="4246"/>
                </a:lnTo>
                <a:lnTo>
                  <a:pt x="3488" y="4245"/>
                </a:lnTo>
                <a:lnTo>
                  <a:pt x="3488" y="4246"/>
                </a:lnTo>
                <a:lnTo>
                  <a:pt x="3489" y="4246"/>
                </a:lnTo>
                <a:lnTo>
                  <a:pt x="3490" y="4246"/>
                </a:lnTo>
                <a:lnTo>
                  <a:pt x="3490" y="4245"/>
                </a:lnTo>
                <a:lnTo>
                  <a:pt x="3489" y="4244"/>
                </a:lnTo>
                <a:lnTo>
                  <a:pt x="3488" y="4243"/>
                </a:lnTo>
                <a:lnTo>
                  <a:pt x="3487" y="4243"/>
                </a:lnTo>
                <a:lnTo>
                  <a:pt x="3487" y="4242"/>
                </a:lnTo>
                <a:lnTo>
                  <a:pt x="3488" y="4241"/>
                </a:lnTo>
                <a:lnTo>
                  <a:pt x="3488" y="4240"/>
                </a:lnTo>
                <a:lnTo>
                  <a:pt x="3488" y="4239"/>
                </a:lnTo>
                <a:lnTo>
                  <a:pt x="3488" y="4237"/>
                </a:lnTo>
                <a:lnTo>
                  <a:pt x="3488" y="4238"/>
                </a:lnTo>
                <a:lnTo>
                  <a:pt x="3487" y="4239"/>
                </a:lnTo>
                <a:lnTo>
                  <a:pt x="3486" y="4240"/>
                </a:lnTo>
                <a:lnTo>
                  <a:pt x="3486" y="4241"/>
                </a:lnTo>
                <a:lnTo>
                  <a:pt x="3486" y="4242"/>
                </a:lnTo>
                <a:lnTo>
                  <a:pt x="3485" y="4241"/>
                </a:lnTo>
                <a:lnTo>
                  <a:pt x="3484" y="4241"/>
                </a:lnTo>
                <a:lnTo>
                  <a:pt x="3484" y="4240"/>
                </a:lnTo>
                <a:lnTo>
                  <a:pt x="3483" y="4239"/>
                </a:lnTo>
                <a:lnTo>
                  <a:pt x="3483" y="4240"/>
                </a:lnTo>
                <a:lnTo>
                  <a:pt x="3482" y="4240"/>
                </a:lnTo>
                <a:lnTo>
                  <a:pt x="3482" y="4239"/>
                </a:lnTo>
                <a:lnTo>
                  <a:pt x="3481" y="4240"/>
                </a:lnTo>
                <a:lnTo>
                  <a:pt x="3483" y="4240"/>
                </a:lnTo>
                <a:lnTo>
                  <a:pt x="3483" y="4241"/>
                </a:lnTo>
                <a:lnTo>
                  <a:pt x="3483" y="4242"/>
                </a:lnTo>
                <a:lnTo>
                  <a:pt x="3483" y="4243"/>
                </a:lnTo>
                <a:lnTo>
                  <a:pt x="3484" y="4245"/>
                </a:lnTo>
                <a:lnTo>
                  <a:pt x="3482" y="4247"/>
                </a:lnTo>
                <a:lnTo>
                  <a:pt x="3481" y="4246"/>
                </a:lnTo>
                <a:lnTo>
                  <a:pt x="3479" y="4244"/>
                </a:lnTo>
                <a:lnTo>
                  <a:pt x="3479" y="4243"/>
                </a:lnTo>
                <a:lnTo>
                  <a:pt x="3479" y="4242"/>
                </a:lnTo>
                <a:lnTo>
                  <a:pt x="3479" y="4241"/>
                </a:lnTo>
                <a:lnTo>
                  <a:pt x="3479" y="4240"/>
                </a:lnTo>
                <a:lnTo>
                  <a:pt x="3479" y="4238"/>
                </a:lnTo>
                <a:lnTo>
                  <a:pt x="3479" y="4237"/>
                </a:lnTo>
                <a:lnTo>
                  <a:pt x="3479" y="4236"/>
                </a:lnTo>
                <a:lnTo>
                  <a:pt x="3480" y="4235"/>
                </a:lnTo>
                <a:lnTo>
                  <a:pt x="3480" y="4234"/>
                </a:lnTo>
                <a:lnTo>
                  <a:pt x="3480" y="4233"/>
                </a:lnTo>
                <a:lnTo>
                  <a:pt x="3481" y="4232"/>
                </a:lnTo>
                <a:lnTo>
                  <a:pt x="3482" y="4231"/>
                </a:lnTo>
                <a:lnTo>
                  <a:pt x="3482" y="4230"/>
                </a:lnTo>
                <a:lnTo>
                  <a:pt x="3483" y="4230"/>
                </a:lnTo>
                <a:lnTo>
                  <a:pt x="3483" y="4229"/>
                </a:lnTo>
                <a:lnTo>
                  <a:pt x="3482" y="4231"/>
                </a:lnTo>
                <a:lnTo>
                  <a:pt x="3481" y="4231"/>
                </a:lnTo>
                <a:lnTo>
                  <a:pt x="3481" y="4230"/>
                </a:lnTo>
                <a:lnTo>
                  <a:pt x="3480" y="4230"/>
                </a:lnTo>
                <a:lnTo>
                  <a:pt x="3480" y="4229"/>
                </a:lnTo>
                <a:lnTo>
                  <a:pt x="3480" y="4228"/>
                </a:lnTo>
                <a:lnTo>
                  <a:pt x="3480" y="4229"/>
                </a:lnTo>
                <a:lnTo>
                  <a:pt x="3480" y="4230"/>
                </a:lnTo>
                <a:lnTo>
                  <a:pt x="3480" y="4231"/>
                </a:lnTo>
                <a:lnTo>
                  <a:pt x="3480" y="4232"/>
                </a:lnTo>
                <a:lnTo>
                  <a:pt x="3480" y="4233"/>
                </a:lnTo>
                <a:lnTo>
                  <a:pt x="3479" y="4233"/>
                </a:lnTo>
                <a:lnTo>
                  <a:pt x="3479" y="4234"/>
                </a:lnTo>
                <a:lnTo>
                  <a:pt x="3478" y="4233"/>
                </a:lnTo>
                <a:lnTo>
                  <a:pt x="3478" y="4232"/>
                </a:lnTo>
                <a:lnTo>
                  <a:pt x="3477" y="4232"/>
                </a:lnTo>
                <a:lnTo>
                  <a:pt x="3477" y="4233"/>
                </a:lnTo>
                <a:lnTo>
                  <a:pt x="3478" y="4233"/>
                </a:lnTo>
                <a:lnTo>
                  <a:pt x="3478" y="4234"/>
                </a:lnTo>
                <a:lnTo>
                  <a:pt x="3479" y="4234"/>
                </a:lnTo>
                <a:lnTo>
                  <a:pt x="3479" y="4235"/>
                </a:lnTo>
                <a:lnTo>
                  <a:pt x="3478" y="4235"/>
                </a:lnTo>
                <a:lnTo>
                  <a:pt x="3478" y="4236"/>
                </a:lnTo>
                <a:lnTo>
                  <a:pt x="3478" y="4238"/>
                </a:lnTo>
                <a:lnTo>
                  <a:pt x="3477" y="4241"/>
                </a:lnTo>
                <a:lnTo>
                  <a:pt x="3476" y="4241"/>
                </a:lnTo>
                <a:lnTo>
                  <a:pt x="3477" y="4242"/>
                </a:lnTo>
                <a:lnTo>
                  <a:pt x="3476" y="4242"/>
                </a:lnTo>
                <a:lnTo>
                  <a:pt x="3475" y="4242"/>
                </a:lnTo>
                <a:lnTo>
                  <a:pt x="3475" y="4241"/>
                </a:lnTo>
                <a:lnTo>
                  <a:pt x="3474" y="4240"/>
                </a:lnTo>
                <a:lnTo>
                  <a:pt x="3474" y="4239"/>
                </a:lnTo>
                <a:lnTo>
                  <a:pt x="3474" y="4238"/>
                </a:lnTo>
                <a:lnTo>
                  <a:pt x="3474" y="4237"/>
                </a:lnTo>
                <a:lnTo>
                  <a:pt x="3474" y="4236"/>
                </a:lnTo>
                <a:lnTo>
                  <a:pt x="3473" y="4235"/>
                </a:lnTo>
                <a:lnTo>
                  <a:pt x="3473" y="4234"/>
                </a:lnTo>
                <a:lnTo>
                  <a:pt x="3473" y="4233"/>
                </a:lnTo>
                <a:lnTo>
                  <a:pt x="3472" y="4233"/>
                </a:lnTo>
                <a:lnTo>
                  <a:pt x="3471" y="4233"/>
                </a:lnTo>
                <a:lnTo>
                  <a:pt x="3471" y="4232"/>
                </a:lnTo>
                <a:lnTo>
                  <a:pt x="3470" y="4232"/>
                </a:lnTo>
                <a:lnTo>
                  <a:pt x="3470" y="4231"/>
                </a:lnTo>
                <a:lnTo>
                  <a:pt x="3469" y="4231"/>
                </a:lnTo>
                <a:lnTo>
                  <a:pt x="3469" y="4230"/>
                </a:lnTo>
                <a:lnTo>
                  <a:pt x="3470" y="4229"/>
                </a:lnTo>
                <a:lnTo>
                  <a:pt x="3471" y="4229"/>
                </a:lnTo>
                <a:lnTo>
                  <a:pt x="3472" y="4229"/>
                </a:lnTo>
                <a:lnTo>
                  <a:pt x="3471" y="4228"/>
                </a:lnTo>
                <a:lnTo>
                  <a:pt x="3472" y="4228"/>
                </a:lnTo>
                <a:lnTo>
                  <a:pt x="3472" y="4227"/>
                </a:lnTo>
                <a:lnTo>
                  <a:pt x="3473" y="4227"/>
                </a:lnTo>
                <a:lnTo>
                  <a:pt x="3473" y="4226"/>
                </a:lnTo>
                <a:lnTo>
                  <a:pt x="3474" y="4226"/>
                </a:lnTo>
                <a:lnTo>
                  <a:pt x="3474" y="4225"/>
                </a:lnTo>
                <a:lnTo>
                  <a:pt x="3474" y="4224"/>
                </a:lnTo>
                <a:lnTo>
                  <a:pt x="3475" y="4224"/>
                </a:lnTo>
                <a:lnTo>
                  <a:pt x="3475" y="4223"/>
                </a:lnTo>
                <a:lnTo>
                  <a:pt x="3475" y="4222"/>
                </a:lnTo>
                <a:lnTo>
                  <a:pt x="3474" y="4222"/>
                </a:lnTo>
                <a:lnTo>
                  <a:pt x="3474" y="4221"/>
                </a:lnTo>
                <a:lnTo>
                  <a:pt x="3475" y="4220"/>
                </a:lnTo>
                <a:lnTo>
                  <a:pt x="3476" y="4220"/>
                </a:lnTo>
                <a:lnTo>
                  <a:pt x="3476" y="4219"/>
                </a:lnTo>
                <a:lnTo>
                  <a:pt x="3477" y="4219"/>
                </a:lnTo>
                <a:lnTo>
                  <a:pt x="3478" y="4219"/>
                </a:lnTo>
                <a:lnTo>
                  <a:pt x="3477" y="4218"/>
                </a:lnTo>
                <a:lnTo>
                  <a:pt x="3477" y="4217"/>
                </a:lnTo>
                <a:lnTo>
                  <a:pt x="3476" y="4217"/>
                </a:lnTo>
                <a:lnTo>
                  <a:pt x="3475" y="4217"/>
                </a:lnTo>
                <a:lnTo>
                  <a:pt x="3474" y="4217"/>
                </a:lnTo>
                <a:lnTo>
                  <a:pt x="3474" y="4216"/>
                </a:lnTo>
                <a:lnTo>
                  <a:pt x="3474" y="4217"/>
                </a:lnTo>
                <a:lnTo>
                  <a:pt x="3473" y="4217"/>
                </a:lnTo>
                <a:lnTo>
                  <a:pt x="3473" y="4218"/>
                </a:lnTo>
                <a:lnTo>
                  <a:pt x="3472" y="4218"/>
                </a:lnTo>
                <a:lnTo>
                  <a:pt x="3471" y="4218"/>
                </a:lnTo>
                <a:lnTo>
                  <a:pt x="3470" y="4218"/>
                </a:lnTo>
                <a:lnTo>
                  <a:pt x="3469" y="4218"/>
                </a:lnTo>
                <a:lnTo>
                  <a:pt x="3469" y="4217"/>
                </a:lnTo>
                <a:lnTo>
                  <a:pt x="3468" y="4217"/>
                </a:lnTo>
                <a:lnTo>
                  <a:pt x="3468" y="4218"/>
                </a:lnTo>
                <a:lnTo>
                  <a:pt x="3467" y="4218"/>
                </a:lnTo>
                <a:lnTo>
                  <a:pt x="3467" y="4216"/>
                </a:lnTo>
                <a:lnTo>
                  <a:pt x="3468" y="4215"/>
                </a:lnTo>
                <a:lnTo>
                  <a:pt x="3467" y="4215"/>
                </a:lnTo>
                <a:lnTo>
                  <a:pt x="3466" y="4216"/>
                </a:lnTo>
                <a:lnTo>
                  <a:pt x="3466" y="4217"/>
                </a:lnTo>
                <a:lnTo>
                  <a:pt x="3465" y="4217"/>
                </a:lnTo>
                <a:lnTo>
                  <a:pt x="3465" y="4218"/>
                </a:lnTo>
                <a:lnTo>
                  <a:pt x="3464" y="4219"/>
                </a:lnTo>
                <a:lnTo>
                  <a:pt x="3463" y="4219"/>
                </a:lnTo>
                <a:lnTo>
                  <a:pt x="3462" y="4219"/>
                </a:lnTo>
                <a:lnTo>
                  <a:pt x="3461" y="4219"/>
                </a:lnTo>
                <a:lnTo>
                  <a:pt x="3462" y="4219"/>
                </a:lnTo>
                <a:lnTo>
                  <a:pt x="3462" y="4220"/>
                </a:lnTo>
                <a:lnTo>
                  <a:pt x="3462" y="4221"/>
                </a:lnTo>
                <a:lnTo>
                  <a:pt x="3459" y="4221"/>
                </a:lnTo>
                <a:lnTo>
                  <a:pt x="3460" y="4221"/>
                </a:lnTo>
                <a:lnTo>
                  <a:pt x="3460" y="4222"/>
                </a:lnTo>
                <a:lnTo>
                  <a:pt x="3461" y="4222"/>
                </a:lnTo>
                <a:lnTo>
                  <a:pt x="3461" y="4223"/>
                </a:lnTo>
                <a:lnTo>
                  <a:pt x="3461" y="4224"/>
                </a:lnTo>
                <a:lnTo>
                  <a:pt x="3460" y="4224"/>
                </a:lnTo>
                <a:lnTo>
                  <a:pt x="3459" y="4224"/>
                </a:lnTo>
                <a:lnTo>
                  <a:pt x="3458" y="4223"/>
                </a:lnTo>
                <a:lnTo>
                  <a:pt x="3457" y="4223"/>
                </a:lnTo>
                <a:lnTo>
                  <a:pt x="3457" y="4222"/>
                </a:lnTo>
                <a:lnTo>
                  <a:pt x="3457" y="4221"/>
                </a:lnTo>
                <a:lnTo>
                  <a:pt x="3457" y="4220"/>
                </a:lnTo>
                <a:lnTo>
                  <a:pt x="3456" y="4220"/>
                </a:lnTo>
                <a:lnTo>
                  <a:pt x="3456" y="4221"/>
                </a:lnTo>
                <a:lnTo>
                  <a:pt x="3456" y="4222"/>
                </a:lnTo>
                <a:lnTo>
                  <a:pt x="3457" y="4222"/>
                </a:lnTo>
                <a:lnTo>
                  <a:pt x="3457" y="4223"/>
                </a:lnTo>
                <a:lnTo>
                  <a:pt x="3458" y="4224"/>
                </a:lnTo>
                <a:lnTo>
                  <a:pt x="3458" y="4225"/>
                </a:lnTo>
                <a:lnTo>
                  <a:pt x="3459" y="4225"/>
                </a:lnTo>
                <a:lnTo>
                  <a:pt x="3459" y="4226"/>
                </a:lnTo>
                <a:lnTo>
                  <a:pt x="3460" y="4226"/>
                </a:lnTo>
                <a:lnTo>
                  <a:pt x="3461" y="4226"/>
                </a:lnTo>
                <a:lnTo>
                  <a:pt x="3461" y="4227"/>
                </a:lnTo>
                <a:lnTo>
                  <a:pt x="3462" y="4227"/>
                </a:lnTo>
                <a:lnTo>
                  <a:pt x="3462" y="4228"/>
                </a:lnTo>
                <a:lnTo>
                  <a:pt x="3462" y="4229"/>
                </a:lnTo>
                <a:lnTo>
                  <a:pt x="3463" y="4230"/>
                </a:lnTo>
                <a:lnTo>
                  <a:pt x="3463" y="4231"/>
                </a:lnTo>
                <a:lnTo>
                  <a:pt x="3463" y="4232"/>
                </a:lnTo>
                <a:lnTo>
                  <a:pt x="3464" y="4232"/>
                </a:lnTo>
                <a:lnTo>
                  <a:pt x="3464" y="4233"/>
                </a:lnTo>
                <a:lnTo>
                  <a:pt x="3463" y="4233"/>
                </a:lnTo>
                <a:lnTo>
                  <a:pt x="3464" y="4234"/>
                </a:lnTo>
                <a:lnTo>
                  <a:pt x="3464" y="4233"/>
                </a:lnTo>
                <a:lnTo>
                  <a:pt x="3465" y="4233"/>
                </a:lnTo>
                <a:lnTo>
                  <a:pt x="3465" y="4234"/>
                </a:lnTo>
                <a:lnTo>
                  <a:pt x="3465" y="4235"/>
                </a:lnTo>
                <a:lnTo>
                  <a:pt x="3466" y="4236"/>
                </a:lnTo>
                <a:lnTo>
                  <a:pt x="3467" y="4235"/>
                </a:lnTo>
                <a:lnTo>
                  <a:pt x="3467" y="4236"/>
                </a:lnTo>
                <a:lnTo>
                  <a:pt x="3468" y="4236"/>
                </a:lnTo>
                <a:lnTo>
                  <a:pt x="3468" y="4235"/>
                </a:lnTo>
                <a:lnTo>
                  <a:pt x="3468" y="4236"/>
                </a:lnTo>
                <a:lnTo>
                  <a:pt x="3467" y="4237"/>
                </a:lnTo>
                <a:lnTo>
                  <a:pt x="3467" y="4238"/>
                </a:lnTo>
                <a:lnTo>
                  <a:pt x="3466" y="4238"/>
                </a:lnTo>
                <a:lnTo>
                  <a:pt x="3465" y="4238"/>
                </a:lnTo>
                <a:lnTo>
                  <a:pt x="3465" y="4239"/>
                </a:lnTo>
                <a:lnTo>
                  <a:pt x="3464" y="4239"/>
                </a:lnTo>
                <a:lnTo>
                  <a:pt x="3464" y="4240"/>
                </a:lnTo>
                <a:lnTo>
                  <a:pt x="3464" y="4239"/>
                </a:lnTo>
                <a:lnTo>
                  <a:pt x="3463" y="4239"/>
                </a:lnTo>
                <a:lnTo>
                  <a:pt x="3464" y="4239"/>
                </a:lnTo>
                <a:lnTo>
                  <a:pt x="3464" y="4238"/>
                </a:lnTo>
                <a:lnTo>
                  <a:pt x="3463" y="4238"/>
                </a:lnTo>
                <a:lnTo>
                  <a:pt x="3463" y="4239"/>
                </a:lnTo>
                <a:lnTo>
                  <a:pt x="3463" y="4238"/>
                </a:lnTo>
                <a:lnTo>
                  <a:pt x="3463" y="4237"/>
                </a:lnTo>
                <a:lnTo>
                  <a:pt x="3463" y="4236"/>
                </a:lnTo>
                <a:lnTo>
                  <a:pt x="3463" y="4235"/>
                </a:lnTo>
                <a:lnTo>
                  <a:pt x="3462" y="4235"/>
                </a:lnTo>
                <a:lnTo>
                  <a:pt x="3462" y="4236"/>
                </a:lnTo>
                <a:lnTo>
                  <a:pt x="3462" y="4238"/>
                </a:lnTo>
                <a:lnTo>
                  <a:pt x="3462" y="4239"/>
                </a:lnTo>
                <a:lnTo>
                  <a:pt x="3463" y="4239"/>
                </a:lnTo>
                <a:lnTo>
                  <a:pt x="3464" y="4240"/>
                </a:lnTo>
                <a:lnTo>
                  <a:pt x="3463" y="4241"/>
                </a:lnTo>
                <a:lnTo>
                  <a:pt x="3462" y="4241"/>
                </a:lnTo>
                <a:lnTo>
                  <a:pt x="3463" y="4242"/>
                </a:lnTo>
                <a:lnTo>
                  <a:pt x="3464" y="4242"/>
                </a:lnTo>
                <a:lnTo>
                  <a:pt x="3463" y="4241"/>
                </a:lnTo>
                <a:lnTo>
                  <a:pt x="3464" y="4240"/>
                </a:lnTo>
                <a:lnTo>
                  <a:pt x="3464" y="4241"/>
                </a:lnTo>
                <a:lnTo>
                  <a:pt x="3465" y="4241"/>
                </a:lnTo>
                <a:lnTo>
                  <a:pt x="3465" y="4240"/>
                </a:lnTo>
                <a:lnTo>
                  <a:pt x="3466" y="4240"/>
                </a:lnTo>
                <a:lnTo>
                  <a:pt x="3466" y="4239"/>
                </a:lnTo>
                <a:lnTo>
                  <a:pt x="3467" y="4239"/>
                </a:lnTo>
                <a:lnTo>
                  <a:pt x="3468" y="4239"/>
                </a:lnTo>
                <a:lnTo>
                  <a:pt x="3468" y="4240"/>
                </a:lnTo>
                <a:lnTo>
                  <a:pt x="3468" y="4241"/>
                </a:lnTo>
                <a:lnTo>
                  <a:pt x="3467" y="4241"/>
                </a:lnTo>
                <a:lnTo>
                  <a:pt x="3467" y="4242"/>
                </a:lnTo>
                <a:lnTo>
                  <a:pt x="3467" y="4243"/>
                </a:lnTo>
                <a:lnTo>
                  <a:pt x="3466" y="4243"/>
                </a:lnTo>
                <a:lnTo>
                  <a:pt x="3466" y="4244"/>
                </a:lnTo>
                <a:lnTo>
                  <a:pt x="3467" y="4244"/>
                </a:lnTo>
                <a:lnTo>
                  <a:pt x="3467" y="4243"/>
                </a:lnTo>
                <a:lnTo>
                  <a:pt x="3468" y="4243"/>
                </a:lnTo>
                <a:lnTo>
                  <a:pt x="3469" y="4243"/>
                </a:lnTo>
                <a:lnTo>
                  <a:pt x="3469" y="4242"/>
                </a:lnTo>
                <a:lnTo>
                  <a:pt x="3469" y="4241"/>
                </a:lnTo>
                <a:lnTo>
                  <a:pt x="3470" y="4241"/>
                </a:lnTo>
                <a:lnTo>
                  <a:pt x="3470" y="4242"/>
                </a:lnTo>
                <a:lnTo>
                  <a:pt x="3471" y="4242"/>
                </a:lnTo>
                <a:lnTo>
                  <a:pt x="3471" y="4243"/>
                </a:lnTo>
                <a:lnTo>
                  <a:pt x="3471" y="4244"/>
                </a:lnTo>
                <a:lnTo>
                  <a:pt x="3471" y="4245"/>
                </a:lnTo>
                <a:lnTo>
                  <a:pt x="3470" y="4245"/>
                </a:lnTo>
                <a:lnTo>
                  <a:pt x="3470" y="4246"/>
                </a:lnTo>
                <a:lnTo>
                  <a:pt x="3471" y="4246"/>
                </a:lnTo>
                <a:lnTo>
                  <a:pt x="3470" y="4247"/>
                </a:lnTo>
                <a:lnTo>
                  <a:pt x="3470" y="4246"/>
                </a:lnTo>
                <a:lnTo>
                  <a:pt x="3469" y="4246"/>
                </a:lnTo>
                <a:lnTo>
                  <a:pt x="3469" y="4247"/>
                </a:lnTo>
                <a:lnTo>
                  <a:pt x="3468" y="4247"/>
                </a:lnTo>
                <a:lnTo>
                  <a:pt x="3468" y="4248"/>
                </a:lnTo>
                <a:lnTo>
                  <a:pt x="3469" y="4248"/>
                </a:lnTo>
                <a:lnTo>
                  <a:pt x="3469" y="4247"/>
                </a:lnTo>
                <a:lnTo>
                  <a:pt x="3470" y="4247"/>
                </a:lnTo>
                <a:lnTo>
                  <a:pt x="3469" y="4248"/>
                </a:lnTo>
                <a:lnTo>
                  <a:pt x="3469" y="4249"/>
                </a:lnTo>
                <a:lnTo>
                  <a:pt x="3469" y="4250"/>
                </a:lnTo>
                <a:lnTo>
                  <a:pt x="3468" y="4250"/>
                </a:lnTo>
                <a:lnTo>
                  <a:pt x="3467" y="4250"/>
                </a:lnTo>
                <a:lnTo>
                  <a:pt x="3466" y="4250"/>
                </a:lnTo>
                <a:lnTo>
                  <a:pt x="3465" y="4250"/>
                </a:lnTo>
                <a:lnTo>
                  <a:pt x="3465" y="4251"/>
                </a:lnTo>
                <a:lnTo>
                  <a:pt x="3466" y="4251"/>
                </a:lnTo>
                <a:lnTo>
                  <a:pt x="3467" y="4251"/>
                </a:lnTo>
                <a:lnTo>
                  <a:pt x="3466" y="4252"/>
                </a:lnTo>
                <a:lnTo>
                  <a:pt x="3467" y="4252"/>
                </a:lnTo>
                <a:lnTo>
                  <a:pt x="3466" y="4253"/>
                </a:lnTo>
                <a:lnTo>
                  <a:pt x="3465" y="4254"/>
                </a:lnTo>
                <a:lnTo>
                  <a:pt x="3465" y="4255"/>
                </a:lnTo>
                <a:lnTo>
                  <a:pt x="3465" y="4256"/>
                </a:lnTo>
                <a:lnTo>
                  <a:pt x="3464" y="4256"/>
                </a:lnTo>
                <a:lnTo>
                  <a:pt x="3462" y="4257"/>
                </a:lnTo>
                <a:lnTo>
                  <a:pt x="3461" y="4257"/>
                </a:lnTo>
                <a:lnTo>
                  <a:pt x="3460" y="4257"/>
                </a:lnTo>
                <a:lnTo>
                  <a:pt x="3460" y="4256"/>
                </a:lnTo>
                <a:lnTo>
                  <a:pt x="3461" y="4255"/>
                </a:lnTo>
                <a:lnTo>
                  <a:pt x="3461" y="4254"/>
                </a:lnTo>
                <a:lnTo>
                  <a:pt x="3462" y="4254"/>
                </a:lnTo>
                <a:lnTo>
                  <a:pt x="3462" y="4253"/>
                </a:lnTo>
                <a:lnTo>
                  <a:pt x="3461" y="4253"/>
                </a:lnTo>
                <a:lnTo>
                  <a:pt x="3461" y="4254"/>
                </a:lnTo>
                <a:lnTo>
                  <a:pt x="3461" y="4255"/>
                </a:lnTo>
                <a:lnTo>
                  <a:pt x="3461" y="4254"/>
                </a:lnTo>
                <a:lnTo>
                  <a:pt x="3460" y="4254"/>
                </a:lnTo>
                <a:lnTo>
                  <a:pt x="3460" y="4255"/>
                </a:lnTo>
                <a:lnTo>
                  <a:pt x="3460" y="4256"/>
                </a:lnTo>
                <a:lnTo>
                  <a:pt x="3460" y="4257"/>
                </a:lnTo>
                <a:lnTo>
                  <a:pt x="3460" y="4258"/>
                </a:lnTo>
                <a:lnTo>
                  <a:pt x="3460" y="4259"/>
                </a:lnTo>
                <a:lnTo>
                  <a:pt x="3459" y="4259"/>
                </a:lnTo>
                <a:lnTo>
                  <a:pt x="3460" y="4259"/>
                </a:lnTo>
                <a:lnTo>
                  <a:pt x="3460" y="4260"/>
                </a:lnTo>
                <a:lnTo>
                  <a:pt x="3459" y="4260"/>
                </a:lnTo>
                <a:lnTo>
                  <a:pt x="3458" y="4260"/>
                </a:lnTo>
                <a:lnTo>
                  <a:pt x="3457" y="4260"/>
                </a:lnTo>
                <a:lnTo>
                  <a:pt x="3457" y="4261"/>
                </a:lnTo>
                <a:lnTo>
                  <a:pt x="3456" y="4261"/>
                </a:lnTo>
                <a:lnTo>
                  <a:pt x="3454" y="4261"/>
                </a:lnTo>
                <a:lnTo>
                  <a:pt x="3453" y="4261"/>
                </a:lnTo>
                <a:lnTo>
                  <a:pt x="3452" y="4261"/>
                </a:lnTo>
                <a:lnTo>
                  <a:pt x="3452" y="4262"/>
                </a:lnTo>
                <a:lnTo>
                  <a:pt x="3451" y="4262"/>
                </a:lnTo>
                <a:lnTo>
                  <a:pt x="3451" y="4263"/>
                </a:lnTo>
                <a:lnTo>
                  <a:pt x="3448" y="4263"/>
                </a:lnTo>
                <a:lnTo>
                  <a:pt x="3448" y="4262"/>
                </a:lnTo>
                <a:lnTo>
                  <a:pt x="3448" y="4261"/>
                </a:lnTo>
                <a:lnTo>
                  <a:pt x="3448" y="4259"/>
                </a:lnTo>
                <a:lnTo>
                  <a:pt x="3449" y="4259"/>
                </a:lnTo>
                <a:lnTo>
                  <a:pt x="3451" y="4259"/>
                </a:lnTo>
                <a:lnTo>
                  <a:pt x="3451" y="4258"/>
                </a:lnTo>
                <a:lnTo>
                  <a:pt x="3450" y="4257"/>
                </a:lnTo>
                <a:lnTo>
                  <a:pt x="3449" y="4256"/>
                </a:lnTo>
                <a:lnTo>
                  <a:pt x="3450" y="4256"/>
                </a:lnTo>
                <a:lnTo>
                  <a:pt x="3451" y="4256"/>
                </a:lnTo>
                <a:lnTo>
                  <a:pt x="3451" y="4255"/>
                </a:lnTo>
                <a:lnTo>
                  <a:pt x="3452" y="4255"/>
                </a:lnTo>
                <a:lnTo>
                  <a:pt x="3453" y="4255"/>
                </a:lnTo>
                <a:lnTo>
                  <a:pt x="3454" y="4255"/>
                </a:lnTo>
                <a:lnTo>
                  <a:pt x="3455" y="4255"/>
                </a:lnTo>
                <a:lnTo>
                  <a:pt x="3455" y="4254"/>
                </a:lnTo>
                <a:lnTo>
                  <a:pt x="3456" y="4254"/>
                </a:lnTo>
                <a:lnTo>
                  <a:pt x="3456" y="4253"/>
                </a:lnTo>
                <a:lnTo>
                  <a:pt x="3455" y="4253"/>
                </a:lnTo>
                <a:lnTo>
                  <a:pt x="3455" y="4254"/>
                </a:lnTo>
                <a:lnTo>
                  <a:pt x="3454" y="4254"/>
                </a:lnTo>
                <a:lnTo>
                  <a:pt x="3453" y="4254"/>
                </a:lnTo>
                <a:lnTo>
                  <a:pt x="3453" y="4253"/>
                </a:lnTo>
                <a:lnTo>
                  <a:pt x="3452" y="4253"/>
                </a:lnTo>
                <a:lnTo>
                  <a:pt x="3453" y="4253"/>
                </a:lnTo>
                <a:lnTo>
                  <a:pt x="3453" y="4252"/>
                </a:lnTo>
                <a:lnTo>
                  <a:pt x="3453" y="4251"/>
                </a:lnTo>
                <a:lnTo>
                  <a:pt x="3454" y="4251"/>
                </a:lnTo>
                <a:lnTo>
                  <a:pt x="3454" y="4250"/>
                </a:lnTo>
                <a:lnTo>
                  <a:pt x="3455" y="4250"/>
                </a:lnTo>
                <a:lnTo>
                  <a:pt x="3455" y="4249"/>
                </a:lnTo>
                <a:lnTo>
                  <a:pt x="3456" y="4248"/>
                </a:lnTo>
                <a:lnTo>
                  <a:pt x="3457" y="4248"/>
                </a:lnTo>
                <a:lnTo>
                  <a:pt x="3457" y="4247"/>
                </a:lnTo>
                <a:lnTo>
                  <a:pt x="3458" y="4247"/>
                </a:lnTo>
                <a:lnTo>
                  <a:pt x="3459" y="4247"/>
                </a:lnTo>
                <a:lnTo>
                  <a:pt x="3459" y="4246"/>
                </a:lnTo>
                <a:lnTo>
                  <a:pt x="3458" y="4246"/>
                </a:lnTo>
                <a:lnTo>
                  <a:pt x="3457" y="4246"/>
                </a:lnTo>
                <a:lnTo>
                  <a:pt x="3456" y="4247"/>
                </a:lnTo>
                <a:lnTo>
                  <a:pt x="3455" y="4247"/>
                </a:lnTo>
                <a:lnTo>
                  <a:pt x="3454" y="4248"/>
                </a:lnTo>
                <a:lnTo>
                  <a:pt x="3453" y="4248"/>
                </a:lnTo>
                <a:lnTo>
                  <a:pt x="3453" y="4249"/>
                </a:lnTo>
                <a:lnTo>
                  <a:pt x="3452" y="4249"/>
                </a:lnTo>
                <a:lnTo>
                  <a:pt x="3452" y="4248"/>
                </a:lnTo>
                <a:lnTo>
                  <a:pt x="3453" y="4248"/>
                </a:lnTo>
                <a:lnTo>
                  <a:pt x="3453" y="4247"/>
                </a:lnTo>
                <a:lnTo>
                  <a:pt x="3453" y="4246"/>
                </a:lnTo>
                <a:lnTo>
                  <a:pt x="3454" y="4246"/>
                </a:lnTo>
                <a:lnTo>
                  <a:pt x="3454" y="4245"/>
                </a:lnTo>
                <a:lnTo>
                  <a:pt x="3454" y="4244"/>
                </a:lnTo>
                <a:lnTo>
                  <a:pt x="3455" y="4244"/>
                </a:lnTo>
                <a:lnTo>
                  <a:pt x="3455" y="4243"/>
                </a:lnTo>
                <a:lnTo>
                  <a:pt x="3455" y="4244"/>
                </a:lnTo>
                <a:lnTo>
                  <a:pt x="3454" y="4244"/>
                </a:lnTo>
                <a:lnTo>
                  <a:pt x="3454" y="4243"/>
                </a:lnTo>
                <a:lnTo>
                  <a:pt x="3453" y="4243"/>
                </a:lnTo>
                <a:lnTo>
                  <a:pt x="3453" y="4244"/>
                </a:lnTo>
                <a:lnTo>
                  <a:pt x="3453" y="4245"/>
                </a:lnTo>
                <a:lnTo>
                  <a:pt x="3453" y="4246"/>
                </a:lnTo>
                <a:lnTo>
                  <a:pt x="3452" y="4246"/>
                </a:lnTo>
                <a:lnTo>
                  <a:pt x="3450" y="4247"/>
                </a:lnTo>
                <a:lnTo>
                  <a:pt x="3449" y="4247"/>
                </a:lnTo>
                <a:lnTo>
                  <a:pt x="3449" y="4246"/>
                </a:lnTo>
                <a:lnTo>
                  <a:pt x="3448" y="4246"/>
                </a:lnTo>
                <a:lnTo>
                  <a:pt x="3449" y="4246"/>
                </a:lnTo>
                <a:lnTo>
                  <a:pt x="3449" y="4247"/>
                </a:lnTo>
                <a:lnTo>
                  <a:pt x="3448" y="4247"/>
                </a:lnTo>
                <a:lnTo>
                  <a:pt x="3448" y="4246"/>
                </a:lnTo>
                <a:lnTo>
                  <a:pt x="3447" y="4246"/>
                </a:lnTo>
                <a:lnTo>
                  <a:pt x="3447" y="4245"/>
                </a:lnTo>
                <a:lnTo>
                  <a:pt x="3447" y="4244"/>
                </a:lnTo>
                <a:lnTo>
                  <a:pt x="3446" y="4245"/>
                </a:lnTo>
                <a:lnTo>
                  <a:pt x="3445" y="4245"/>
                </a:lnTo>
                <a:lnTo>
                  <a:pt x="3445" y="4246"/>
                </a:lnTo>
                <a:lnTo>
                  <a:pt x="3445" y="4245"/>
                </a:lnTo>
                <a:lnTo>
                  <a:pt x="3444" y="4245"/>
                </a:lnTo>
                <a:lnTo>
                  <a:pt x="3443" y="4245"/>
                </a:lnTo>
                <a:lnTo>
                  <a:pt x="3443" y="4244"/>
                </a:lnTo>
                <a:lnTo>
                  <a:pt x="3442" y="4244"/>
                </a:lnTo>
                <a:lnTo>
                  <a:pt x="3443" y="4244"/>
                </a:lnTo>
                <a:lnTo>
                  <a:pt x="3443" y="4243"/>
                </a:lnTo>
                <a:lnTo>
                  <a:pt x="3443" y="4242"/>
                </a:lnTo>
                <a:lnTo>
                  <a:pt x="3443" y="4241"/>
                </a:lnTo>
                <a:lnTo>
                  <a:pt x="3442" y="4241"/>
                </a:lnTo>
                <a:lnTo>
                  <a:pt x="3442" y="4242"/>
                </a:lnTo>
                <a:lnTo>
                  <a:pt x="3441" y="4243"/>
                </a:lnTo>
                <a:lnTo>
                  <a:pt x="3442" y="4244"/>
                </a:lnTo>
                <a:lnTo>
                  <a:pt x="3443" y="4245"/>
                </a:lnTo>
                <a:lnTo>
                  <a:pt x="3443" y="4247"/>
                </a:lnTo>
                <a:lnTo>
                  <a:pt x="3442" y="4247"/>
                </a:lnTo>
                <a:lnTo>
                  <a:pt x="3442" y="4248"/>
                </a:lnTo>
                <a:lnTo>
                  <a:pt x="3442" y="4247"/>
                </a:lnTo>
                <a:lnTo>
                  <a:pt x="3442" y="4246"/>
                </a:lnTo>
                <a:lnTo>
                  <a:pt x="3441" y="4246"/>
                </a:lnTo>
                <a:lnTo>
                  <a:pt x="3441" y="4245"/>
                </a:lnTo>
                <a:lnTo>
                  <a:pt x="3442" y="4245"/>
                </a:lnTo>
                <a:lnTo>
                  <a:pt x="3441" y="4245"/>
                </a:lnTo>
                <a:lnTo>
                  <a:pt x="3441" y="4246"/>
                </a:lnTo>
                <a:lnTo>
                  <a:pt x="3440" y="4247"/>
                </a:lnTo>
                <a:lnTo>
                  <a:pt x="3440" y="4248"/>
                </a:lnTo>
                <a:lnTo>
                  <a:pt x="3440" y="4249"/>
                </a:lnTo>
                <a:lnTo>
                  <a:pt x="3441" y="4249"/>
                </a:lnTo>
                <a:lnTo>
                  <a:pt x="3441" y="4250"/>
                </a:lnTo>
                <a:lnTo>
                  <a:pt x="3442" y="4251"/>
                </a:lnTo>
                <a:lnTo>
                  <a:pt x="3441" y="4251"/>
                </a:lnTo>
                <a:lnTo>
                  <a:pt x="3441" y="4252"/>
                </a:lnTo>
                <a:lnTo>
                  <a:pt x="3440" y="4252"/>
                </a:lnTo>
                <a:lnTo>
                  <a:pt x="3440" y="4253"/>
                </a:lnTo>
                <a:lnTo>
                  <a:pt x="3441" y="4253"/>
                </a:lnTo>
                <a:lnTo>
                  <a:pt x="3441" y="4254"/>
                </a:lnTo>
                <a:lnTo>
                  <a:pt x="3440" y="4254"/>
                </a:lnTo>
                <a:lnTo>
                  <a:pt x="3439" y="4255"/>
                </a:lnTo>
                <a:lnTo>
                  <a:pt x="3439" y="4256"/>
                </a:lnTo>
                <a:lnTo>
                  <a:pt x="3439" y="4257"/>
                </a:lnTo>
                <a:lnTo>
                  <a:pt x="3440" y="4256"/>
                </a:lnTo>
                <a:lnTo>
                  <a:pt x="3441" y="4256"/>
                </a:lnTo>
                <a:lnTo>
                  <a:pt x="3442" y="4257"/>
                </a:lnTo>
                <a:lnTo>
                  <a:pt x="3441" y="4257"/>
                </a:lnTo>
                <a:lnTo>
                  <a:pt x="3441" y="4258"/>
                </a:lnTo>
                <a:lnTo>
                  <a:pt x="3441" y="4259"/>
                </a:lnTo>
                <a:lnTo>
                  <a:pt x="3440" y="4259"/>
                </a:lnTo>
                <a:lnTo>
                  <a:pt x="3440" y="4260"/>
                </a:lnTo>
                <a:lnTo>
                  <a:pt x="3439" y="4261"/>
                </a:lnTo>
                <a:lnTo>
                  <a:pt x="3438" y="4261"/>
                </a:lnTo>
                <a:lnTo>
                  <a:pt x="3438" y="4262"/>
                </a:lnTo>
                <a:lnTo>
                  <a:pt x="3438" y="4263"/>
                </a:lnTo>
                <a:lnTo>
                  <a:pt x="3437" y="4263"/>
                </a:lnTo>
                <a:lnTo>
                  <a:pt x="3436" y="4263"/>
                </a:lnTo>
                <a:lnTo>
                  <a:pt x="3435" y="4264"/>
                </a:lnTo>
                <a:lnTo>
                  <a:pt x="3434" y="4264"/>
                </a:lnTo>
                <a:lnTo>
                  <a:pt x="3434" y="4265"/>
                </a:lnTo>
                <a:lnTo>
                  <a:pt x="3434" y="4266"/>
                </a:lnTo>
                <a:lnTo>
                  <a:pt x="3433" y="4266"/>
                </a:lnTo>
                <a:lnTo>
                  <a:pt x="3431" y="4267"/>
                </a:lnTo>
                <a:lnTo>
                  <a:pt x="3430" y="4268"/>
                </a:lnTo>
                <a:lnTo>
                  <a:pt x="3429" y="4269"/>
                </a:lnTo>
                <a:lnTo>
                  <a:pt x="3428" y="4268"/>
                </a:lnTo>
                <a:lnTo>
                  <a:pt x="3428" y="4267"/>
                </a:lnTo>
                <a:lnTo>
                  <a:pt x="3429" y="4267"/>
                </a:lnTo>
                <a:lnTo>
                  <a:pt x="3429" y="4266"/>
                </a:lnTo>
                <a:lnTo>
                  <a:pt x="3430" y="4265"/>
                </a:lnTo>
                <a:lnTo>
                  <a:pt x="3430" y="4264"/>
                </a:lnTo>
                <a:lnTo>
                  <a:pt x="3431" y="4264"/>
                </a:lnTo>
                <a:lnTo>
                  <a:pt x="3432" y="4264"/>
                </a:lnTo>
                <a:lnTo>
                  <a:pt x="3432" y="4263"/>
                </a:lnTo>
                <a:lnTo>
                  <a:pt x="3434" y="4259"/>
                </a:lnTo>
                <a:lnTo>
                  <a:pt x="3434" y="4258"/>
                </a:lnTo>
                <a:lnTo>
                  <a:pt x="3435" y="4257"/>
                </a:lnTo>
                <a:lnTo>
                  <a:pt x="3435" y="4256"/>
                </a:lnTo>
                <a:lnTo>
                  <a:pt x="3434" y="4256"/>
                </a:lnTo>
                <a:lnTo>
                  <a:pt x="3434" y="4257"/>
                </a:lnTo>
                <a:lnTo>
                  <a:pt x="3433" y="4257"/>
                </a:lnTo>
                <a:lnTo>
                  <a:pt x="3432" y="4256"/>
                </a:lnTo>
                <a:lnTo>
                  <a:pt x="3432" y="4254"/>
                </a:lnTo>
                <a:lnTo>
                  <a:pt x="3431" y="4253"/>
                </a:lnTo>
                <a:lnTo>
                  <a:pt x="3431" y="4254"/>
                </a:lnTo>
                <a:lnTo>
                  <a:pt x="3430" y="4254"/>
                </a:lnTo>
                <a:lnTo>
                  <a:pt x="3429" y="4254"/>
                </a:lnTo>
                <a:lnTo>
                  <a:pt x="3430" y="4253"/>
                </a:lnTo>
                <a:lnTo>
                  <a:pt x="3429" y="4253"/>
                </a:lnTo>
                <a:lnTo>
                  <a:pt x="3428" y="4253"/>
                </a:lnTo>
                <a:lnTo>
                  <a:pt x="3428" y="4254"/>
                </a:lnTo>
                <a:lnTo>
                  <a:pt x="3428" y="4255"/>
                </a:lnTo>
                <a:lnTo>
                  <a:pt x="3427" y="4255"/>
                </a:lnTo>
                <a:lnTo>
                  <a:pt x="3427" y="4256"/>
                </a:lnTo>
                <a:lnTo>
                  <a:pt x="3427" y="4255"/>
                </a:lnTo>
                <a:lnTo>
                  <a:pt x="3426" y="4255"/>
                </a:lnTo>
                <a:lnTo>
                  <a:pt x="3426" y="4256"/>
                </a:lnTo>
                <a:lnTo>
                  <a:pt x="3425" y="4256"/>
                </a:lnTo>
                <a:lnTo>
                  <a:pt x="3424" y="4256"/>
                </a:lnTo>
                <a:lnTo>
                  <a:pt x="3423" y="4256"/>
                </a:lnTo>
                <a:lnTo>
                  <a:pt x="3422" y="4256"/>
                </a:lnTo>
                <a:lnTo>
                  <a:pt x="3423" y="4257"/>
                </a:lnTo>
                <a:lnTo>
                  <a:pt x="3424" y="4257"/>
                </a:lnTo>
                <a:lnTo>
                  <a:pt x="3424" y="4258"/>
                </a:lnTo>
                <a:lnTo>
                  <a:pt x="3423" y="4258"/>
                </a:lnTo>
                <a:lnTo>
                  <a:pt x="3423" y="4259"/>
                </a:lnTo>
                <a:lnTo>
                  <a:pt x="3422" y="4259"/>
                </a:lnTo>
                <a:lnTo>
                  <a:pt x="3421" y="4259"/>
                </a:lnTo>
                <a:lnTo>
                  <a:pt x="3421" y="4260"/>
                </a:lnTo>
                <a:lnTo>
                  <a:pt x="3420" y="4260"/>
                </a:lnTo>
                <a:lnTo>
                  <a:pt x="3419" y="4260"/>
                </a:lnTo>
                <a:lnTo>
                  <a:pt x="3419" y="4259"/>
                </a:lnTo>
                <a:lnTo>
                  <a:pt x="3419" y="4260"/>
                </a:lnTo>
                <a:lnTo>
                  <a:pt x="3419" y="4261"/>
                </a:lnTo>
                <a:lnTo>
                  <a:pt x="3419" y="4262"/>
                </a:lnTo>
                <a:lnTo>
                  <a:pt x="3421" y="4262"/>
                </a:lnTo>
                <a:lnTo>
                  <a:pt x="3421" y="4263"/>
                </a:lnTo>
                <a:lnTo>
                  <a:pt x="3422" y="4263"/>
                </a:lnTo>
                <a:lnTo>
                  <a:pt x="3423" y="4263"/>
                </a:lnTo>
                <a:lnTo>
                  <a:pt x="3424" y="4264"/>
                </a:lnTo>
                <a:lnTo>
                  <a:pt x="3425" y="4264"/>
                </a:lnTo>
                <a:lnTo>
                  <a:pt x="3425" y="4265"/>
                </a:lnTo>
                <a:lnTo>
                  <a:pt x="3424" y="4265"/>
                </a:lnTo>
                <a:lnTo>
                  <a:pt x="3423" y="4265"/>
                </a:lnTo>
                <a:lnTo>
                  <a:pt x="3422" y="4266"/>
                </a:lnTo>
                <a:lnTo>
                  <a:pt x="3421" y="4266"/>
                </a:lnTo>
                <a:lnTo>
                  <a:pt x="3420" y="4266"/>
                </a:lnTo>
                <a:lnTo>
                  <a:pt x="3419" y="4266"/>
                </a:lnTo>
                <a:lnTo>
                  <a:pt x="3417" y="4267"/>
                </a:lnTo>
                <a:lnTo>
                  <a:pt x="3417" y="4266"/>
                </a:lnTo>
                <a:lnTo>
                  <a:pt x="3418" y="4266"/>
                </a:lnTo>
                <a:lnTo>
                  <a:pt x="3419" y="4266"/>
                </a:lnTo>
                <a:lnTo>
                  <a:pt x="3419" y="4265"/>
                </a:lnTo>
                <a:lnTo>
                  <a:pt x="3418" y="4265"/>
                </a:lnTo>
                <a:lnTo>
                  <a:pt x="3416" y="4265"/>
                </a:lnTo>
                <a:lnTo>
                  <a:pt x="3415" y="4265"/>
                </a:lnTo>
                <a:lnTo>
                  <a:pt x="3415" y="4264"/>
                </a:lnTo>
                <a:lnTo>
                  <a:pt x="3413" y="4263"/>
                </a:lnTo>
                <a:lnTo>
                  <a:pt x="3412" y="4263"/>
                </a:lnTo>
                <a:lnTo>
                  <a:pt x="3413" y="4263"/>
                </a:lnTo>
                <a:lnTo>
                  <a:pt x="3413" y="4264"/>
                </a:lnTo>
                <a:lnTo>
                  <a:pt x="3412" y="4264"/>
                </a:lnTo>
                <a:lnTo>
                  <a:pt x="3412" y="4265"/>
                </a:lnTo>
                <a:lnTo>
                  <a:pt x="3411" y="4265"/>
                </a:lnTo>
                <a:lnTo>
                  <a:pt x="3410" y="4265"/>
                </a:lnTo>
                <a:lnTo>
                  <a:pt x="3409" y="4265"/>
                </a:lnTo>
                <a:lnTo>
                  <a:pt x="3409" y="4264"/>
                </a:lnTo>
                <a:lnTo>
                  <a:pt x="3408" y="4264"/>
                </a:lnTo>
                <a:lnTo>
                  <a:pt x="3408" y="4263"/>
                </a:lnTo>
                <a:lnTo>
                  <a:pt x="3407" y="4263"/>
                </a:lnTo>
                <a:lnTo>
                  <a:pt x="3406" y="4263"/>
                </a:lnTo>
                <a:lnTo>
                  <a:pt x="3405" y="4263"/>
                </a:lnTo>
                <a:lnTo>
                  <a:pt x="3404" y="4264"/>
                </a:lnTo>
                <a:lnTo>
                  <a:pt x="3404" y="4263"/>
                </a:lnTo>
                <a:lnTo>
                  <a:pt x="3403" y="4263"/>
                </a:lnTo>
                <a:lnTo>
                  <a:pt x="3402" y="4264"/>
                </a:lnTo>
                <a:lnTo>
                  <a:pt x="3401" y="4264"/>
                </a:lnTo>
                <a:lnTo>
                  <a:pt x="3400" y="4264"/>
                </a:lnTo>
                <a:lnTo>
                  <a:pt x="3400" y="4265"/>
                </a:lnTo>
                <a:lnTo>
                  <a:pt x="3399" y="4265"/>
                </a:lnTo>
                <a:lnTo>
                  <a:pt x="3399" y="4264"/>
                </a:lnTo>
                <a:lnTo>
                  <a:pt x="3399" y="4265"/>
                </a:lnTo>
                <a:lnTo>
                  <a:pt x="3398" y="4265"/>
                </a:lnTo>
                <a:lnTo>
                  <a:pt x="3397" y="4265"/>
                </a:lnTo>
                <a:lnTo>
                  <a:pt x="3396" y="4264"/>
                </a:lnTo>
                <a:lnTo>
                  <a:pt x="3396" y="4263"/>
                </a:lnTo>
                <a:lnTo>
                  <a:pt x="3396" y="4262"/>
                </a:lnTo>
                <a:lnTo>
                  <a:pt x="3395" y="4262"/>
                </a:lnTo>
                <a:lnTo>
                  <a:pt x="3395" y="4261"/>
                </a:lnTo>
                <a:lnTo>
                  <a:pt x="3395" y="4260"/>
                </a:lnTo>
                <a:lnTo>
                  <a:pt x="3394" y="4260"/>
                </a:lnTo>
                <a:lnTo>
                  <a:pt x="3394" y="4259"/>
                </a:lnTo>
                <a:lnTo>
                  <a:pt x="3393" y="4259"/>
                </a:lnTo>
                <a:lnTo>
                  <a:pt x="3392" y="4259"/>
                </a:lnTo>
                <a:lnTo>
                  <a:pt x="3391" y="4259"/>
                </a:lnTo>
                <a:lnTo>
                  <a:pt x="3391" y="4258"/>
                </a:lnTo>
                <a:lnTo>
                  <a:pt x="3391" y="4259"/>
                </a:lnTo>
                <a:lnTo>
                  <a:pt x="3390" y="4259"/>
                </a:lnTo>
                <a:lnTo>
                  <a:pt x="3390" y="4258"/>
                </a:lnTo>
                <a:lnTo>
                  <a:pt x="3389" y="4258"/>
                </a:lnTo>
                <a:lnTo>
                  <a:pt x="3389" y="4257"/>
                </a:lnTo>
                <a:lnTo>
                  <a:pt x="3389" y="4256"/>
                </a:lnTo>
                <a:lnTo>
                  <a:pt x="3388" y="4256"/>
                </a:lnTo>
                <a:lnTo>
                  <a:pt x="3389" y="4256"/>
                </a:lnTo>
                <a:lnTo>
                  <a:pt x="3389" y="4255"/>
                </a:lnTo>
                <a:lnTo>
                  <a:pt x="3388" y="4255"/>
                </a:lnTo>
                <a:lnTo>
                  <a:pt x="3388" y="4254"/>
                </a:lnTo>
                <a:lnTo>
                  <a:pt x="3389" y="4254"/>
                </a:lnTo>
                <a:lnTo>
                  <a:pt x="3388" y="4254"/>
                </a:lnTo>
                <a:lnTo>
                  <a:pt x="3387" y="4254"/>
                </a:lnTo>
                <a:lnTo>
                  <a:pt x="3387" y="4253"/>
                </a:lnTo>
                <a:lnTo>
                  <a:pt x="3387" y="4252"/>
                </a:lnTo>
                <a:lnTo>
                  <a:pt x="3386" y="4252"/>
                </a:lnTo>
                <a:lnTo>
                  <a:pt x="3386" y="4251"/>
                </a:lnTo>
                <a:lnTo>
                  <a:pt x="3385" y="4251"/>
                </a:lnTo>
                <a:lnTo>
                  <a:pt x="3385" y="4250"/>
                </a:lnTo>
                <a:lnTo>
                  <a:pt x="3385" y="4251"/>
                </a:lnTo>
                <a:lnTo>
                  <a:pt x="3384" y="4251"/>
                </a:lnTo>
                <a:lnTo>
                  <a:pt x="3383" y="4251"/>
                </a:lnTo>
                <a:lnTo>
                  <a:pt x="3383" y="4252"/>
                </a:lnTo>
                <a:lnTo>
                  <a:pt x="3382" y="4252"/>
                </a:lnTo>
                <a:lnTo>
                  <a:pt x="3382" y="4251"/>
                </a:lnTo>
                <a:lnTo>
                  <a:pt x="3381" y="4251"/>
                </a:lnTo>
                <a:lnTo>
                  <a:pt x="3380" y="4251"/>
                </a:lnTo>
                <a:lnTo>
                  <a:pt x="3380" y="4250"/>
                </a:lnTo>
                <a:lnTo>
                  <a:pt x="3379" y="4250"/>
                </a:lnTo>
                <a:lnTo>
                  <a:pt x="3378" y="4250"/>
                </a:lnTo>
                <a:lnTo>
                  <a:pt x="3378" y="4251"/>
                </a:lnTo>
                <a:lnTo>
                  <a:pt x="3377" y="4251"/>
                </a:lnTo>
                <a:lnTo>
                  <a:pt x="3376" y="4250"/>
                </a:lnTo>
                <a:lnTo>
                  <a:pt x="3376" y="4251"/>
                </a:lnTo>
                <a:lnTo>
                  <a:pt x="3375" y="4251"/>
                </a:lnTo>
                <a:lnTo>
                  <a:pt x="3375" y="4252"/>
                </a:lnTo>
                <a:lnTo>
                  <a:pt x="3374" y="4252"/>
                </a:lnTo>
                <a:lnTo>
                  <a:pt x="3375" y="4252"/>
                </a:lnTo>
                <a:lnTo>
                  <a:pt x="3374" y="4252"/>
                </a:lnTo>
                <a:lnTo>
                  <a:pt x="3373" y="4252"/>
                </a:lnTo>
                <a:lnTo>
                  <a:pt x="3372" y="4252"/>
                </a:lnTo>
                <a:lnTo>
                  <a:pt x="3372" y="4253"/>
                </a:lnTo>
                <a:lnTo>
                  <a:pt x="3371" y="4253"/>
                </a:lnTo>
                <a:lnTo>
                  <a:pt x="3370" y="4253"/>
                </a:lnTo>
                <a:lnTo>
                  <a:pt x="3370" y="4254"/>
                </a:lnTo>
                <a:lnTo>
                  <a:pt x="3369" y="4254"/>
                </a:lnTo>
                <a:lnTo>
                  <a:pt x="3368" y="4254"/>
                </a:lnTo>
                <a:lnTo>
                  <a:pt x="3368" y="4255"/>
                </a:lnTo>
                <a:lnTo>
                  <a:pt x="3367" y="4255"/>
                </a:lnTo>
                <a:lnTo>
                  <a:pt x="3367" y="4256"/>
                </a:lnTo>
                <a:lnTo>
                  <a:pt x="3366" y="4256"/>
                </a:lnTo>
                <a:lnTo>
                  <a:pt x="3365" y="4256"/>
                </a:lnTo>
                <a:lnTo>
                  <a:pt x="3364" y="4256"/>
                </a:lnTo>
                <a:lnTo>
                  <a:pt x="3365" y="4256"/>
                </a:lnTo>
                <a:lnTo>
                  <a:pt x="3364" y="4256"/>
                </a:lnTo>
                <a:lnTo>
                  <a:pt x="3364" y="4257"/>
                </a:lnTo>
                <a:lnTo>
                  <a:pt x="3363" y="4257"/>
                </a:lnTo>
                <a:lnTo>
                  <a:pt x="3363" y="4256"/>
                </a:lnTo>
                <a:lnTo>
                  <a:pt x="3362" y="4256"/>
                </a:lnTo>
                <a:lnTo>
                  <a:pt x="3361" y="4256"/>
                </a:lnTo>
                <a:lnTo>
                  <a:pt x="3361" y="4257"/>
                </a:lnTo>
                <a:lnTo>
                  <a:pt x="3360" y="4257"/>
                </a:lnTo>
                <a:lnTo>
                  <a:pt x="3359" y="4257"/>
                </a:lnTo>
                <a:lnTo>
                  <a:pt x="3357" y="4257"/>
                </a:lnTo>
                <a:lnTo>
                  <a:pt x="3356" y="4257"/>
                </a:lnTo>
                <a:lnTo>
                  <a:pt x="3355" y="4257"/>
                </a:lnTo>
                <a:lnTo>
                  <a:pt x="3354" y="4258"/>
                </a:lnTo>
                <a:lnTo>
                  <a:pt x="3353" y="4258"/>
                </a:lnTo>
                <a:lnTo>
                  <a:pt x="3353" y="4257"/>
                </a:lnTo>
                <a:lnTo>
                  <a:pt x="3352" y="4257"/>
                </a:lnTo>
                <a:lnTo>
                  <a:pt x="3352" y="4256"/>
                </a:lnTo>
                <a:lnTo>
                  <a:pt x="3351" y="4256"/>
                </a:lnTo>
                <a:lnTo>
                  <a:pt x="3350" y="4256"/>
                </a:lnTo>
                <a:lnTo>
                  <a:pt x="3350" y="4257"/>
                </a:lnTo>
                <a:lnTo>
                  <a:pt x="3349" y="4257"/>
                </a:lnTo>
                <a:lnTo>
                  <a:pt x="3348" y="4257"/>
                </a:lnTo>
                <a:lnTo>
                  <a:pt x="3348" y="4258"/>
                </a:lnTo>
                <a:lnTo>
                  <a:pt x="3348" y="4259"/>
                </a:lnTo>
                <a:lnTo>
                  <a:pt x="3347" y="4259"/>
                </a:lnTo>
                <a:lnTo>
                  <a:pt x="3347" y="4260"/>
                </a:lnTo>
                <a:lnTo>
                  <a:pt x="3346" y="4260"/>
                </a:lnTo>
                <a:lnTo>
                  <a:pt x="3346" y="4259"/>
                </a:lnTo>
                <a:lnTo>
                  <a:pt x="3346" y="4260"/>
                </a:lnTo>
                <a:lnTo>
                  <a:pt x="3345" y="4260"/>
                </a:lnTo>
                <a:lnTo>
                  <a:pt x="3344" y="4260"/>
                </a:lnTo>
                <a:lnTo>
                  <a:pt x="3344" y="4259"/>
                </a:lnTo>
                <a:lnTo>
                  <a:pt x="3343" y="4259"/>
                </a:lnTo>
                <a:lnTo>
                  <a:pt x="3342" y="4259"/>
                </a:lnTo>
                <a:lnTo>
                  <a:pt x="3341" y="4259"/>
                </a:lnTo>
                <a:lnTo>
                  <a:pt x="3340" y="4259"/>
                </a:lnTo>
                <a:lnTo>
                  <a:pt x="3340" y="4258"/>
                </a:lnTo>
                <a:lnTo>
                  <a:pt x="3341" y="4258"/>
                </a:lnTo>
                <a:lnTo>
                  <a:pt x="3341" y="4257"/>
                </a:lnTo>
                <a:lnTo>
                  <a:pt x="3341" y="4256"/>
                </a:lnTo>
                <a:lnTo>
                  <a:pt x="3341" y="4255"/>
                </a:lnTo>
                <a:lnTo>
                  <a:pt x="3340" y="4255"/>
                </a:lnTo>
                <a:lnTo>
                  <a:pt x="3340" y="4254"/>
                </a:lnTo>
                <a:lnTo>
                  <a:pt x="3340" y="4253"/>
                </a:lnTo>
                <a:lnTo>
                  <a:pt x="3340" y="4252"/>
                </a:lnTo>
                <a:lnTo>
                  <a:pt x="3339" y="4252"/>
                </a:lnTo>
                <a:lnTo>
                  <a:pt x="3339" y="4251"/>
                </a:lnTo>
                <a:lnTo>
                  <a:pt x="3338" y="4251"/>
                </a:lnTo>
                <a:lnTo>
                  <a:pt x="3337" y="4251"/>
                </a:lnTo>
                <a:lnTo>
                  <a:pt x="3336" y="4251"/>
                </a:lnTo>
                <a:lnTo>
                  <a:pt x="3335" y="4251"/>
                </a:lnTo>
                <a:lnTo>
                  <a:pt x="3335" y="4252"/>
                </a:lnTo>
                <a:lnTo>
                  <a:pt x="3335" y="4251"/>
                </a:lnTo>
                <a:lnTo>
                  <a:pt x="3335" y="4252"/>
                </a:lnTo>
                <a:lnTo>
                  <a:pt x="3334" y="4252"/>
                </a:lnTo>
                <a:lnTo>
                  <a:pt x="3333" y="4252"/>
                </a:lnTo>
                <a:lnTo>
                  <a:pt x="3333" y="4253"/>
                </a:lnTo>
                <a:lnTo>
                  <a:pt x="3332" y="4253"/>
                </a:lnTo>
                <a:lnTo>
                  <a:pt x="3332" y="4254"/>
                </a:lnTo>
                <a:lnTo>
                  <a:pt x="3331" y="4254"/>
                </a:lnTo>
                <a:lnTo>
                  <a:pt x="3332" y="4254"/>
                </a:lnTo>
                <a:lnTo>
                  <a:pt x="3332" y="4255"/>
                </a:lnTo>
                <a:lnTo>
                  <a:pt x="3331" y="4255"/>
                </a:lnTo>
                <a:lnTo>
                  <a:pt x="3330" y="4255"/>
                </a:lnTo>
                <a:lnTo>
                  <a:pt x="3331" y="4256"/>
                </a:lnTo>
                <a:lnTo>
                  <a:pt x="3330" y="4256"/>
                </a:lnTo>
                <a:lnTo>
                  <a:pt x="3329" y="4256"/>
                </a:lnTo>
                <a:lnTo>
                  <a:pt x="3329" y="4257"/>
                </a:lnTo>
                <a:lnTo>
                  <a:pt x="3329" y="4258"/>
                </a:lnTo>
                <a:lnTo>
                  <a:pt x="3328" y="4259"/>
                </a:lnTo>
                <a:lnTo>
                  <a:pt x="3327" y="4259"/>
                </a:lnTo>
                <a:lnTo>
                  <a:pt x="3326" y="4259"/>
                </a:lnTo>
                <a:lnTo>
                  <a:pt x="3325" y="4259"/>
                </a:lnTo>
                <a:lnTo>
                  <a:pt x="3325" y="4258"/>
                </a:lnTo>
                <a:lnTo>
                  <a:pt x="3324" y="4258"/>
                </a:lnTo>
                <a:lnTo>
                  <a:pt x="3325" y="4258"/>
                </a:lnTo>
                <a:lnTo>
                  <a:pt x="3325" y="4257"/>
                </a:lnTo>
                <a:lnTo>
                  <a:pt x="3325" y="4256"/>
                </a:lnTo>
                <a:lnTo>
                  <a:pt x="3324" y="4256"/>
                </a:lnTo>
                <a:lnTo>
                  <a:pt x="3324" y="4255"/>
                </a:lnTo>
                <a:lnTo>
                  <a:pt x="3325" y="4255"/>
                </a:lnTo>
                <a:lnTo>
                  <a:pt x="3325" y="4254"/>
                </a:lnTo>
                <a:lnTo>
                  <a:pt x="3325" y="4253"/>
                </a:lnTo>
                <a:lnTo>
                  <a:pt x="3325" y="4252"/>
                </a:lnTo>
                <a:lnTo>
                  <a:pt x="3324" y="4252"/>
                </a:lnTo>
                <a:lnTo>
                  <a:pt x="3325" y="4252"/>
                </a:lnTo>
                <a:lnTo>
                  <a:pt x="3325" y="4251"/>
                </a:lnTo>
                <a:lnTo>
                  <a:pt x="3324" y="4251"/>
                </a:lnTo>
                <a:lnTo>
                  <a:pt x="3325" y="4251"/>
                </a:lnTo>
                <a:lnTo>
                  <a:pt x="3324" y="4251"/>
                </a:lnTo>
                <a:lnTo>
                  <a:pt x="3324" y="4250"/>
                </a:lnTo>
                <a:lnTo>
                  <a:pt x="3323" y="4250"/>
                </a:lnTo>
                <a:lnTo>
                  <a:pt x="3323" y="4249"/>
                </a:lnTo>
                <a:lnTo>
                  <a:pt x="3323" y="4248"/>
                </a:lnTo>
                <a:lnTo>
                  <a:pt x="3322" y="4248"/>
                </a:lnTo>
                <a:lnTo>
                  <a:pt x="3322" y="4247"/>
                </a:lnTo>
                <a:lnTo>
                  <a:pt x="3321" y="4247"/>
                </a:lnTo>
                <a:lnTo>
                  <a:pt x="3321" y="4246"/>
                </a:lnTo>
                <a:lnTo>
                  <a:pt x="3320" y="4246"/>
                </a:lnTo>
                <a:lnTo>
                  <a:pt x="3320" y="4245"/>
                </a:lnTo>
                <a:lnTo>
                  <a:pt x="3320" y="4244"/>
                </a:lnTo>
                <a:lnTo>
                  <a:pt x="3320" y="4243"/>
                </a:lnTo>
                <a:lnTo>
                  <a:pt x="3319" y="4243"/>
                </a:lnTo>
                <a:lnTo>
                  <a:pt x="3318" y="4243"/>
                </a:lnTo>
                <a:lnTo>
                  <a:pt x="3318" y="4242"/>
                </a:lnTo>
                <a:lnTo>
                  <a:pt x="3318" y="4241"/>
                </a:lnTo>
                <a:lnTo>
                  <a:pt x="3317" y="4241"/>
                </a:lnTo>
                <a:lnTo>
                  <a:pt x="3316" y="4241"/>
                </a:lnTo>
                <a:lnTo>
                  <a:pt x="3316" y="4242"/>
                </a:lnTo>
                <a:lnTo>
                  <a:pt x="3315" y="4242"/>
                </a:lnTo>
                <a:lnTo>
                  <a:pt x="3314" y="4242"/>
                </a:lnTo>
                <a:lnTo>
                  <a:pt x="3314" y="4243"/>
                </a:lnTo>
                <a:lnTo>
                  <a:pt x="3313" y="4243"/>
                </a:lnTo>
                <a:lnTo>
                  <a:pt x="3312" y="4243"/>
                </a:lnTo>
                <a:lnTo>
                  <a:pt x="3312" y="4244"/>
                </a:lnTo>
                <a:lnTo>
                  <a:pt x="3311" y="4244"/>
                </a:lnTo>
                <a:lnTo>
                  <a:pt x="3311" y="4245"/>
                </a:lnTo>
                <a:lnTo>
                  <a:pt x="3311" y="4246"/>
                </a:lnTo>
                <a:lnTo>
                  <a:pt x="3310" y="4246"/>
                </a:lnTo>
                <a:lnTo>
                  <a:pt x="3309" y="4246"/>
                </a:lnTo>
                <a:lnTo>
                  <a:pt x="3308" y="4246"/>
                </a:lnTo>
                <a:lnTo>
                  <a:pt x="3307" y="4246"/>
                </a:lnTo>
                <a:lnTo>
                  <a:pt x="3307" y="4245"/>
                </a:lnTo>
                <a:lnTo>
                  <a:pt x="3306" y="4245"/>
                </a:lnTo>
                <a:lnTo>
                  <a:pt x="3306" y="4244"/>
                </a:lnTo>
                <a:lnTo>
                  <a:pt x="3305" y="4244"/>
                </a:lnTo>
                <a:lnTo>
                  <a:pt x="3305" y="4243"/>
                </a:lnTo>
                <a:lnTo>
                  <a:pt x="3305" y="4242"/>
                </a:lnTo>
                <a:lnTo>
                  <a:pt x="3304" y="4242"/>
                </a:lnTo>
                <a:lnTo>
                  <a:pt x="3304" y="4241"/>
                </a:lnTo>
                <a:lnTo>
                  <a:pt x="3303" y="4241"/>
                </a:lnTo>
                <a:lnTo>
                  <a:pt x="3302" y="4241"/>
                </a:lnTo>
                <a:lnTo>
                  <a:pt x="3302" y="4240"/>
                </a:lnTo>
                <a:lnTo>
                  <a:pt x="3301" y="4240"/>
                </a:lnTo>
                <a:lnTo>
                  <a:pt x="3300" y="4240"/>
                </a:lnTo>
                <a:lnTo>
                  <a:pt x="3300" y="4239"/>
                </a:lnTo>
                <a:lnTo>
                  <a:pt x="3299" y="4239"/>
                </a:lnTo>
                <a:lnTo>
                  <a:pt x="3298" y="4239"/>
                </a:lnTo>
                <a:lnTo>
                  <a:pt x="3297" y="4239"/>
                </a:lnTo>
                <a:lnTo>
                  <a:pt x="3297" y="4238"/>
                </a:lnTo>
                <a:lnTo>
                  <a:pt x="3297" y="4237"/>
                </a:lnTo>
                <a:lnTo>
                  <a:pt x="3296" y="4237"/>
                </a:lnTo>
                <a:lnTo>
                  <a:pt x="3295" y="4237"/>
                </a:lnTo>
                <a:lnTo>
                  <a:pt x="3295" y="4236"/>
                </a:lnTo>
                <a:lnTo>
                  <a:pt x="3294" y="4236"/>
                </a:lnTo>
                <a:lnTo>
                  <a:pt x="3294" y="4235"/>
                </a:lnTo>
                <a:lnTo>
                  <a:pt x="3293" y="4235"/>
                </a:lnTo>
                <a:lnTo>
                  <a:pt x="3292" y="4235"/>
                </a:lnTo>
                <a:lnTo>
                  <a:pt x="3292" y="4234"/>
                </a:lnTo>
                <a:lnTo>
                  <a:pt x="3291" y="4234"/>
                </a:lnTo>
                <a:lnTo>
                  <a:pt x="3291" y="4233"/>
                </a:lnTo>
                <a:lnTo>
                  <a:pt x="3290" y="4233"/>
                </a:lnTo>
                <a:lnTo>
                  <a:pt x="3288" y="4233"/>
                </a:lnTo>
                <a:lnTo>
                  <a:pt x="3287" y="4233"/>
                </a:lnTo>
                <a:lnTo>
                  <a:pt x="3286" y="4233"/>
                </a:lnTo>
                <a:lnTo>
                  <a:pt x="3285" y="4233"/>
                </a:lnTo>
                <a:lnTo>
                  <a:pt x="3285" y="4232"/>
                </a:lnTo>
                <a:lnTo>
                  <a:pt x="3284" y="4232"/>
                </a:lnTo>
                <a:lnTo>
                  <a:pt x="3283" y="4232"/>
                </a:lnTo>
                <a:lnTo>
                  <a:pt x="3283" y="4231"/>
                </a:lnTo>
                <a:lnTo>
                  <a:pt x="3282" y="4231"/>
                </a:lnTo>
                <a:lnTo>
                  <a:pt x="3281" y="4231"/>
                </a:lnTo>
                <a:lnTo>
                  <a:pt x="3281" y="4229"/>
                </a:lnTo>
                <a:lnTo>
                  <a:pt x="3281" y="4228"/>
                </a:lnTo>
                <a:lnTo>
                  <a:pt x="3282" y="4228"/>
                </a:lnTo>
                <a:lnTo>
                  <a:pt x="3282" y="4227"/>
                </a:lnTo>
                <a:lnTo>
                  <a:pt x="3283" y="4227"/>
                </a:lnTo>
                <a:lnTo>
                  <a:pt x="3283" y="4226"/>
                </a:lnTo>
                <a:lnTo>
                  <a:pt x="3284" y="4226"/>
                </a:lnTo>
                <a:lnTo>
                  <a:pt x="3284" y="4225"/>
                </a:lnTo>
                <a:lnTo>
                  <a:pt x="3285" y="4225"/>
                </a:lnTo>
                <a:lnTo>
                  <a:pt x="3285" y="4224"/>
                </a:lnTo>
                <a:lnTo>
                  <a:pt x="3286" y="4224"/>
                </a:lnTo>
                <a:lnTo>
                  <a:pt x="3287" y="4224"/>
                </a:lnTo>
                <a:lnTo>
                  <a:pt x="3287" y="4223"/>
                </a:lnTo>
                <a:lnTo>
                  <a:pt x="3288" y="4223"/>
                </a:lnTo>
                <a:lnTo>
                  <a:pt x="3288" y="4222"/>
                </a:lnTo>
                <a:lnTo>
                  <a:pt x="3288" y="4221"/>
                </a:lnTo>
                <a:lnTo>
                  <a:pt x="3287" y="4221"/>
                </a:lnTo>
                <a:lnTo>
                  <a:pt x="3288" y="4221"/>
                </a:lnTo>
                <a:lnTo>
                  <a:pt x="3287" y="4221"/>
                </a:lnTo>
                <a:lnTo>
                  <a:pt x="3287" y="4220"/>
                </a:lnTo>
                <a:lnTo>
                  <a:pt x="3287" y="4219"/>
                </a:lnTo>
                <a:lnTo>
                  <a:pt x="3286" y="4219"/>
                </a:lnTo>
                <a:lnTo>
                  <a:pt x="3286" y="4218"/>
                </a:lnTo>
                <a:lnTo>
                  <a:pt x="3285" y="4218"/>
                </a:lnTo>
                <a:lnTo>
                  <a:pt x="3285" y="4217"/>
                </a:lnTo>
                <a:lnTo>
                  <a:pt x="3284" y="4217"/>
                </a:lnTo>
                <a:lnTo>
                  <a:pt x="3283" y="4217"/>
                </a:lnTo>
                <a:lnTo>
                  <a:pt x="3283" y="4216"/>
                </a:lnTo>
                <a:lnTo>
                  <a:pt x="3282" y="4216"/>
                </a:lnTo>
                <a:lnTo>
                  <a:pt x="3281" y="4216"/>
                </a:lnTo>
                <a:lnTo>
                  <a:pt x="3280" y="4216"/>
                </a:lnTo>
                <a:lnTo>
                  <a:pt x="3279" y="4216"/>
                </a:lnTo>
                <a:lnTo>
                  <a:pt x="3279" y="4215"/>
                </a:lnTo>
                <a:lnTo>
                  <a:pt x="3279" y="4216"/>
                </a:lnTo>
                <a:lnTo>
                  <a:pt x="3279" y="4217"/>
                </a:lnTo>
                <a:lnTo>
                  <a:pt x="3278" y="4217"/>
                </a:lnTo>
                <a:lnTo>
                  <a:pt x="3278" y="4218"/>
                </a:lnTo>
                <a:lnTo>
                  <a:pt x="3278" y="4219"/>
                </a:lnTo>
                <a:lnTo>
                  <a:pt x="3277" y="4219"/>
                </a:lnTo>
                <a:lnTo>
                  <a:pt x="3276" y="4219"/>
                </a:lnTo>
                <a:lnTo>
                  <a:pt x="3275" y="4219"/>
                </a:lnTo>
                <a:lnTo>
                  <a:pt x="3275" y="4218"/>
                </a:lnTo>
                <a:lnTo>
                  <a:pt x="3274" y="4218"/>
                </a:lnTo>
                <a:lnTo>
                  <a:pt x="3273" y="4218"/>
                </a:lnTo>
                <a:lnTo>
                  <a:pt x="3272" y="4218"/>
                </a:lnTo>
                <a:lnTo>
                  <a:pt x="3272" y="4217"/>
                </a:lnTo>
                <a:lnTo>
                  <a:pt x="3272" y="4216"/>
                </a:lnTo>
                <a:lnTo>
                  <a:pt x="3271" y="4216"/>
                </a:lnTo>
                <a:lnTo>
                  <a:pt x="3271" y="4215"/>
                </a:lnTo>
                <a:lnTo>
                  <a:pt x="3271" y="4214"/>
                </a:lnTo>
                <a:lnTo>
                  <a:pt x="3271" y="4213"/>
                </a:lnTo>
                <a:lnTo>
                  <a:pt x="3270" y="4213"/>
                </a:lnTo>
                <a:lnTo>
                  <a:pt x="3270" y="4212"/>
                </a:lnTo>
                <a:lnTo>
                  <a:pt x="3270" y="4213"/>
                </a:lnTo>
                <a:lnTo>
                  <a:pt x="3269" y="4213"/>
                </a:lnTo>
                <a:lnTo>
                  <a:pt x="3268" y="4213"/>
                </a:lnTo>
                <a:lnTo>
                  <a:pt x="3268" y="4212"/>
                </a:lnTo>
                <a:lnTo>
                  <a:pt x="3267" y="4212"/>
                </a:lnTo>
                <a:lnTo>
                  <a:pt x="3266" y="4212"/>
                </a:lnTo>
                <a:lnTo>
                  <a:pt x="3265" y="4212"/>
                </a:lnTo>
                <a:lnTo>
                  <a:pt x="3264" y="4212"/>
                </a:lnTo>
                <a:lnTo>
                  <a:pt x="3263" y="4212"/>
                </a:lnTo>
                <a:lnTo>
                  <a:pt x="3262" y="4212"/>
                </a:lnTo>
                <a:lnTo>
                  <a:pt x="3261" y="4212"/>
                </a:lnTo>
                <a:lnTo>
                  <a:pt x="3260" y="4212"/>
                </a:lnTo>
                <a:lnTo>
                  <a:pt x="3260" y="4213"/>
                </a:lnTo>
                <a:lnTo>
                  <a:pt x="3259" y="4213"/>
                </a:lnTo>
                <a:lnTo>
                  <a:pt x="3258" y="4213"/>
                </a:lnTo>
                <a:lnTo>
                  <a:pt x="3257" y="4213"/>
                </a:lnTo>
                <a:lnTo>
                  <a:pt x="3257" y="4212"/>
                </a:lnTo>
                <a:lnTo>
                  <a:pt x="3256" y="4212"/>
                </a:lnTo>
                <a:lnTo>
                  <a:pt x="3256" y="4211"/>
                </a:lnTo>
                <a:lnTo>
                  <a:pt x="3255" y="4211"/>
                </a:lnTo>
                <a:lnTo>
                  <a:pt x="3256" y="4211"/>
                </a:lnTo>
                <a:lnTo>
                  <a:pt x="3255" y="4211"/>
                </a:lnTo>
                <a:lnTo>
                  <a:pt x="3254" y="4211"/>
                </a:lnTo>
                <a:lnTo>
                  <a:pt x="3255" y="4211"/>
                </a:lnTo>
                <a:lnTo>
                  <a:pt x="3254" y="4211"/>
                </a:lnTo>
                <a:lnTo>
                  <a:pt x="3254" y="4210"/>
                </a:lnTo>
                <a:lnTo>
                  <a:pt x="3254" y="4209"/>
                </a:lnTo>
                <a:lnTo>
                  <a:pt x="3253" y="4209"/>
                </a:lnTo>
                <a:lnTo>
                  <a:pt x="3253" y="4208"/>
                </a:lnTo>
                <a:lnTo>
                  <a:pt x="3253" y="4209"/>
                </a:lnTo>
                <a:lnTo>
                  <a:pt x="3253" y="4208"/>
                </a:lnTo>
                <a:lnTo>
                  <a:pt x="3252" y="4208"/>
                </a:lnTo>
                <a:lnTo>
                  <a:pt x="3251" y="4208"/>
                </a:lnTo>
                <a:lnTo>
                  <a:pt x="3250" y="4208"/>
                </a:lnTo>
                <a:lnTo>
                  <a:pt x="3250" y="4209"/>
                </a:lnTo>
                <a:lnTo>
                  <a:pt x="3249" y="4209"/>
                </a:lnTo>
                <a:lnTo>
                  <a:pt x="3248" y="4209"/>
                </a:lnTo>
                <a:lnTo>
                  <a:pt x="3248" y="4210"/>
                </a:lnTo>
                <a:lnTo>
                  <a:pt x="3248" y="4211"/>
                </a:lnTo>
                <a:lnTo>
                  <a:pt x="3247" y="4211"/>
                </a:lnTo>
                <a:lnTo>
                  <a:pt x="3247" y="4212"/>
                </a:lnTo>
                <a:lnTo>
                  <a:pt x="3247" y="4213"/>
                </a:lnTo>
                <a:lnTo>
                  <a:pt x="3246" y="4213"/>
                </a:lnTo>
                <a:lnTo>
                  <a:pt x="3245" y="4213"/>
                </a:lnTo>
                <a:lnTo>
                  <a:pt x="3245" y="4214"/>
                </a:lnTo>
                <a:lnTo>
                  <a:pt x="3244" y="4214"/>
                </a:lnTo>
                <a:lnTo>
                  <a:pt x="3244" y="4215"/>
                </a:lnTo>
                <a:lnTo>
                  <a:pt x="3243" y="4215"/>
                </a:lnTo>
                <a:lnTo>
                  <a:pt x="3243" y="4214"/>
                </a:lnTo>
                <a:lnTo>
                  <a:pt x="3243" y="4213"/>
                </a:lnTo>
                <a:lnTo>
                  <a:pt x="3242" y="4213"/>
                </a:lnTo>
                <a:lnTo>
                  <a:pt x="3242" y="4212"/>
                </a:lnTo>
                <a:lnTo>
                  <a:pt x="3242" y="4210"/>
                </a:lnTo>
                <a:lnTo>
                  <a:pt x="3242" y="4209"/>
                </a:lnTo>
                <a:lnTo>
                  <a:pt x="3243" y="4209"/>
                </a:lnTo>
                <a:lnTo>
                  <a:pt x="3242" y="4209"/>
                </a:lnTo>
                <a:lnTo>
                  <a:pt x="3243" y="4209"/>
                </a:lnTo>
                <a:lnTo>
                  <a:pt x="3243" y="4208"/>
                </a:lnTo>
                <a:lnTo>
                  <a:pt x="3244" y="4208"/>
                </a:lnTo>
                <a:lnTo>
                  <a:pt x="3244" y="4207"/>
                </a:lnTo>
                <a:lnTo>
                  <a:pt x="3245" y="4207"/>
                </a:lnTo>
                <a:lnTo>
                  <a:pt x="3245" y="4206"/>
                </a:lnTo>
                <a:lnTo>
                  <a:pt x="3245" y="4205"/>
                </a:lnTo>
                <a:lnTo>
                  <a:pt x="3244" y="4205"/>
                </a:lnTo>
                <a:lnTo>
                  <a:pt x="3245" y="4205"/>
                </a:lnTo>
                <a:lnTo>
                  <a:pt x="3244" y="4205"/>
                </a:lnTo>
                <a:lnTo>
                  <a:pt x="3243" y="4204"/>
                </a:lnTo>
                <a:lnTo>
                  <a:pt x="3244" y="4204"/>
                </a:lnTo>
                <a:lnTo>
                  <a:pt x="3244" y="4203"/>
                </a:lnTo>
                <a:lnTo>
                  <a:pt x="3243" y="4203"/>
                </a:lnTo>
                <a:lnTo>
                  <a:pt x="3244" y="4203"/>
                </a:lnTo>
                <a:lnTo>
                  <a:pt x="3244" y="4202"/>
                </a:lnTo>
                <a:lnTo>
                  <a:pt x="3245" y="4202"/>
                </a:lnTo>
                <a:lnTo>
                  <a:pt x="3244" y="4201"/>
                </a:lnTo>
                <a:lnTo>
                  <a:pt x="3244" y="4200"/>
                </a:lnTo>
                <a:lnTo>
                  <a:pt x="3244" y="4199"/>
                </a:lnTo>
                <a:lnTo>
                  <a:pt x="3245" y="4199"/>
                </a:lnTo>
                <a:lnTo>
                  <a:pt x="3245" y="4198"/>
                </a:lnTo>
                <a:lnTo>
                  <a:pt x="3245" y="4197"/>
                </a:lnTo>
                <a:lnTo>
                  <a:pt x="3244" y="4197"/>
                </a:lnTo>
                <a:lnTo>
                  <a:pt x="3244" y="4196"/>
                </a:lnTo>
                <a:lnTo>
                  <a:pt x="3243" y="4196"/>
                </a:lnTo>
                <a:lnTo>
                  <a:pt x="3243" y="4195"/>
                </a:lnTo>
                <a:lnTo>
                  <a:pt x="3243" y="4194"/>
                </a:lnTo>
                <a:lnTo>
                  <a:pt x="3243" y="4193"/>
                </a:lnTo>
                <a:lnTo>
                  <a:pt x="3242" y="4193"/>
                </a:lnTo>
                <a:lnTo>
                  <a:pt x="3242" y="4192"/>
                </a:lnTo>
                <a:lnTo>
                  <a:pt x="3243" y="4192"/>
                </a:lnTo>
                <a:lnTo>
                  <a:pt x="3243" y="4191"/>
                </a:lnTo>
                <a:lnTo>
                  <a:pt x="3243" y="4190"/>
                </a:lnTo>
                <a:lnTo>
                  <a:pt x="3244" y="4190"/>
                </a:lnTo>
                <a:lnTo>
                  <a:pt x="3244" y="4189"/>
                </a:lnTo>
                <a:lnTo>
                  <a:pt x="3243" y="4189"/>
                </a:lnTo>
                <a:lnTo>
                  <a:pt x="3242" y="4189"/>
                </a:lnTo>
                <a:lnTo>
                  <a:pt x="3242" y="4188"/>
                </a:lnTo>
                <a:lnTo>
                  <a:pt x="3241" y="4188"/>
                </a:lnTo>
                <a:lnTo>
                  <a:pt x="3241" y="4187"/>
                </a:lnTo>
                <a:lnTo>
                  <a:pt x="3240" y="4187"/>
                </a:lnTo>
                <a:lnTo>
                  <a:pt x="3240" y="4186"/>
                </a:lnTo>
                <a:lnTo>
                  <a:pt x="3241" y="4186"/>
                </a:lnTo>
                <a:lnTo>
                  <a:pt x="3241" y="4185"/>
                </a:lnTo>
                <a:lnTo>
                  <a:pt x="3241" y="4184"/>
                </a:lnTo>
                <a:lnTo>
                  <a:pt x="3242" y="4184"/>
                </a:lnTo>
                <a:lnTo>
                  <a:pt x="3243" y="4184"/>
                </a:lnTo>
                <a:lnTo>
                  <a:pt x="3243" y="4183"/>
                </a:lnTo>
                <a:lnTo>
                  <a:pt x="3243" y="4182"/>
                </a:lnTo>
                <a:lnTo>
                  <a:pt x="3244" y="4182"/>
                </a:lnTo>
                <a:lnTo>
                  <a:pt x="3243" y="4182"/>
                </a:lnTo>
                <a:lnTo>
                  <a:pt x="3243" y="4181"/>
                </a:lnTo>
                <a:lnTo>
                  <a:pt x="3243" y="4180"/>
                </a:lnTo>
                <a:lnTo>
                  <a:pt x="3242" y="4180"/>
                </a:lnTo>
                <a:lnTo>
                  <a:pt x="3243" y="4180"/>
                </a:lnTo>
                <a:lnTo>
                  <a:pt x="3243" y="4179"/>
                </a:lnTo>
                <a:lnTo>
                  <a:pt x="3242" y="4179"/>
                </a:lnTo>
                <a:lnTo>
                  <a:pt x="3242" y="4178"/>
                </a:lnTo>
                <a:lnTo>
                  <a:pt x="3242" y="4177"/>
                </a:lnTo>
                <a:lnTo>
                  <a:pt x="3241" y="4176"/>
                </a:lnTo>
                <a:lnTo>
                  <a:pt x="3242" y="4176"/>
                </a:lnTo>
                <a:lnTo>
                  <a:pt x="3242" y="4175"/>
                </a:lnTo>
                <a:lnTo>
                  <a:pt x="3242" y="4174"/>
                </a:lnTo>
                <a:lnTo>
                  <a:pt x="3241" y="4174"/>
                </a:lnTo>
                <a:lnTo>
                  <a:pt x="3240" y="4174"/>
                </a:lnTo>
                <a:lnTo>
                  <a:pt x="3239" y="4174"/>
                </a:lnTo>
                <a:lnTo>
                  <a:pt x="3239" y="4173"/>
                </a:lnTo>
                <a:lnTo>
                  <a:pt x="3239" y="4172"/>
                </a:lnTo>
                <a:lnTo>
                  <a:pt x="3239" y="4171"/>
                </a:lnTo>
                <a:lnTo>
                  <a:pt x="3239" y="4170"/>
                </a:lnTo>
                <a:lnTo>
                  <a:pt x="3238" y="4170"/>
                </a:lnTo>
                <a:lnTo>
                  <a:pt x="3238" y="4169"/>
                </a:lnTo>
                <a:lnTo>
                  <a:pt x="3238" y="4168"/>
                </a:lnTo>
                <a:lnTo>
                  <a:pt x="3238" y="4167"/>
                </a:lnTo>
                <a:lnTo>
                  <a:pt x="3237" y="4167"/>
                </a:lnTo>
                <a:lnTo>
                  <a:pt x="3236" y="4167"/>
                </a:lnTo>
                <a:lnTo>
                  <a:pt x="3235" y="4167"/>
                </a:lnTo>
                <a:lnTo>
                  <a:pt x="3234" y="4167"/>
                </a:lnTo>
                <a:lnTo>
                  <a:pt x="3234" y="4168"/>
                </a:lnTo>
                <a:lnTo>
                  <a:pt x="3233" y="4168"/>
                </a:lnTo>
                <a:lnTo>
                  <a:pt x="3233" y="4167"/>
                </a:lnTo>
                <a:lnTo>
                  <a:pt x="3232" y="4167"/>
                </a:lnTo>
                <a:lnTo>
                  <a:pt x="3231" y="4167"/>
                </a:lnTo>
                <a:lnTo>
                  <a:pt x="3230" y="4167"/>
                </a:lnTo>
                <a:lnTo>
                  <a:pt x="3230" y="4166"/>
                </a:lnTo>
                <a:lnTo>
                  <a:pt x="3230" y="4167"/>
                </a:lnTo>
                <a:lnTo>
                  <a:pt x="3229" y="4167"/>
                </a:lnTo>
                <a:lnTo>
                  <a:pt x="3228" y="4167"/>
                </a:lnTo>
                <a:lnTo>
                  <a:pt x="3229" y="4167"/>
                </a:lnTo>
                <a:lnTo>
                  <a:pt x="3229" y="4166"/>
                </a:lnTo>
                <a:lnTo>
                  <a:pt x="3228" y="4166"/>
                </a:lnTo>
                <a:lnTo>
                  <a:pt x="3228" y="4167"/>
                </a:lnTo>
                <a:lnTo>
                  <a:pt x="3227" y="4166"/>
                </a:lnTo>
                <a:lnTo>
                  <a:pt x="3226" y="4166"/>
                </a:lnTo>
                <a:lnTo>
                  <a:pt x="3226" y="4165"/>
                </a:lnTo>
                <a:lnTo>
                  <a:pt x="3227" y="4165"/>
                </a:lnTo>
                <a:lnTo>
                  <a:pt x="3226" y="4165"/>
                </a:lnTo>
                <a:lnTo>
                  <a:pt x="3227" y="4165"/>
                </a:lnTo>
                <a:lnTo>
                  <a:pt x="3227" y="4164"/>
                </a:lnTo>
                <a:lnTo>
                  <a:pt x="3228" y="4164"/>
                </a:lnTo>
                <a:lnTo>
                  <a:pt x="3228" y="4163"/>
                </a:lnTo>
                <a:lnTo>
                  <a:pt x="3229" y="4163"/>
                </a:lnTo>
                <a:lnTo>
                  <a:pt x="3229" y="4162"/>
                </a:lnTo>
                <a:lnTo>
                  <a:pt x="3229" y="4161"/>
                </a:lnTo>
                <a:lnTo>
                  <a:pt x="3229" y="4160"/>
                </a:lnTo>
                <a:lnTo>
                  <a:pt x="3228" y="4160"/>
                </a:lnTo>
                <a:lnTo>
                  <a:pt x="3228" y="4159"/>
                </a:lnTo>
                <a:lnTo>
                  <a:pt x="3227" y="4159"/>
                </a:lnTo>
                <a:lnTo>
                  <a:pt x="3228" y="4159"/>
                </a:lnTo>
                <a:lnTo>
                  <a:pt x="3228" y="4158"/>
                </a:lnTo>
                <a:lnTo>
                  <a:pt x="3227" y="4158"/>
                </a:lnTo>
                <a:lnTo>
                  <a:pt x="3227" y="4157"/>
                </a:lnTo>
                <a:lnTo>
                  <a:pt x="3226" y="4157"/>
                </a:lnTo>
                <a:lnTo>
                  <a:pt x="3226" y="4156"/>
                </a:lnTo>
                <a:lnTo>
                  <a:pt x="3227" y="4156"/>
                </a:lnTo>
                <a:lnTo>
                  <a:pt x="3227" y="4155"/>
                </a:lnTo>
                <a:lnTo>
                  <a:pt x="3227" y="4154"/>
                </a:lnTo>
                <a:lnTo>
                  <a:pt x="3227" y="4153"/>
                </a:lnTo>
                <a:lnTo>
                  <a:pt x="3226" y="4153"/>
                </a:lnTo>
                <a:lnTo>
                  <a:pt x="3226" y="4152"/>
                </a:lnTo>
                <a:lnTo>
                  <a:pt x="3226" y="4151"/>
                </a:lnTo>
                <a:lnTo>
                  <a:pt x="3227" y="4151"/>
                </a:lnTo>
                <a:lnTo>
                  <a:pt x="3227" y="4150"/>
                </a:lnTo>
                <a:lnTo>
                  <a:pt x="3228" y="4150"/>
                </a:lnTo>
                <a:lnTo>
                  <a:pt x="3228" y="4151"/>
                </a:lnTo>
                <a:lnTo>
                  <a:pt x="3228" y="4150"/>
                </a:lnTo>
                <a:lnTo>
                  <a:pt x="3229" y="4150"/>
                </a:lnTo>
                <a:lnTo>
                  <a:pt x="3229" y="4149"/>
                </a:lnTo>
                <a:lnTo>
                  <a:pt x="3229" y="4148"/>
                </a:lnTo>
                <a:lnTo>
                  <a:pt x="3229" y="4147"/>
                </a:lnTo>
                <a:lnTo>
                  <a:pt x="3229" y="4145"/>
                </a:lnTo>
                <a:lnTo>
                  <a:pt x="3229" y="4144"/>
                </a:lnTo>
                <a:lnTo>
                  <a:pt x="3229" y="4143"/>
                </a:lnTo>
                <a:lnTo>
                  <a:pt x="3229" y="4142"/>
                </a:lnTo>
                <a:lnTo>
                  <a:pt x="3230" y="4142"/>
                </a:lnTo>
                <a:lnTo>
                  <a:pt x="3230" y="4141"/>
                </a:lnTo>
                <a:lnTo>
                  <a:pt x="3230" y="4140"/>
                </a:lnTo>
                <a:lnTo>
                  <a:pt x="3231" y="4140"/>
                </a:lnTo>
                <a:lnTo>
                  <a:pt x="3231" y="4139"/>
                </a:lnTo>
                <a:lnTo>
                  <a:pt x="3231" y="4138"/>
                </a:lnTo>
                <a:lnTo>
                  <a:pt x="3231" y="4137"/>
                </a:lnTo>
                <a:lnTo>
                  <a:pt x="3231" y="4136"/>
                </a:lnTo>
                <a:lnTo>
                  <a:pt x="3232" y="4136"/>
                </a:lnTo>
                <a:lnTo>
                  <a:pt x="3231" y="4136"/>
                </a:lnTo>
                <a:lnTo>
                  <a:pt x="3231" y="4135"/>
                </a:lnTo>
                <a:lnTo>
                  <a:pt x="3231" y="4134"/>
                </a:lnTo>
                <a:lnTo>
                  <a:pt x="3232" y="4134"/>
                </a:lnTo>
                <a:lnTo>
                  <a:pt x="3232" y="4133"/>
                </a:lnTo>
                <a:lnTo>
                  <a:pt x="3233" y="4133"/>
                </a:lnTo>
                <a:lnTo>
                  <a:pt x="3234" y="4133"/>
                </a:lnTo>
                <a:lnTo>
                  <a:pt x="3235" y="4133"/>
                </a:lnTo>
                <a:lnTo>
                  <a:pt x="3235" y="4134"/>
                </a:lnTo>
                <a:lnTo>
                  <a:pt x="3235" y="4135"/>
                </a:lnTo>
                <a:lnTo>
                  <a:pt x="3235" y="4136"/>
                </a:lnTo>
                <a:lnTo>
                  <a:pt x="3236" y="4136"/>
                </a:lnTo>
                <a:lnTo>
                  <a:pt x="3236" y="4137"/>
                </a:lnTo>
                <a:lnTo>
                  <a:pt x="3237" y="4137"/>
                </a:lnTo>
                <a:lnTo>
                  <a:pt x="3238" y="4137"/>
                </a:lnTo>
                <a:lnTo>
                  <a:pt x="3239" y="4137"/>
                </a:lnTo>
                <a:lnTo>
                  <a:pt x="3239" y="4136"/>
                </a:lnTo>
                <a:lnTo>
                  <a:pt x="3240" y="4136"/>
                </a:lnTo>
                <a:lnTo>
                  <a:pt x="3241" y="4136"/>
                </a:lnTo>
                <a:lnTo>
                  <a:pt x="3242" y="4136"/>
                </a:lnTo>
                <a:lnTo>
                  <a:pt x="3243" y="4136"/>
                </a:lnTo>
                <a:lnTo>
                  <a:pt x="3244" y="4136"/>
                </a:lnTo>
                <a:lnTo>
                  <a:pt x="3245" y="4136"/>
                </a:lnTo>
                <a:lnTo>
                  <a:pt x="3245" y="4135"/>
                </a:lnTo>
                <a:lnTo>
                  <a:pt x="3246" y="4135"/>
                </a:lnTo>
                <a:lnTo>
                  <a:pt x="3246" y="4134"/>
                </a:lnTo>
                <a:lnTo>
                  <a:pt x="3246" y="4133"/>
                </a:lnTo>
                <a:lnTo>
                  <a:pt x="3245" y="4133"/>
                </a:lnTo>
                <a:lnTo>
                  <a:pt x="3245" y="4132"/>
                </a:lnTo>
                <a:lnTo>
                  <a:pt x="3244" y="4132"/>
                </a:lnTo>
                <a:lnTo>
                  <a:pt x="3245" y="4132"/>
                </a:lnTo>
                <a:lnTo>
                  <a:pt x="3245" y="4131"/>
                </a:lnTo>
                <a:lnTo>
                  <a:pt x="3246" y="4131"/>
                </a:lnTo>
                <a:lnTo>
                  <a:pt x="3245" y="4131"/>
                </a:lnTo>
                <a:lnTo>
                  <a:pt x="3246" y="4131"/>
                </a:lnTo>
                <a:lnTo>
                  <a:pt x="3246" y="4130"/>
                </a:lnTo>
                <a:lnTo>
                  <a:pt x="3246" y="4129"/>
                </a:lnTo>
                <a:lnTo>
                  <a:pt x="3245" y="4129"/>
                </a:lnTo>
                <a:lnTo>
                  <a:pt x="3245" y="4128"/>
                </a:lnTo>
                <a:lnTo>
                  <a:pt x="3246" y="4128"/>
                </a:lnTo>
                <a:lnTo>
                  <a:pt x="3246" y="4127"/>
                </a:lnTo>
                <a:lnTo>
                  <a:pt x="3247" y="4127"/>
                </a:lnTo>
                <a:lnTo>
                  <a:pt x="3246" y="4127"/>
                </a:lnTo>
                <a:lnTo>
                  <a:pt x="3246" y="4126"/>
                </a:lnTo>
                <a:lnTo>
                  <a:pt x="3247" y="4126"/>
                </a:lnTo>
                <a:lnTo>
                  <a:pt x="3247" y="4125"/>
                </a:lnTo>
                <a:lnTo>
                  <a:pt x="3248" y="4125"/>
                </a:lnTo>
                <a:lnTo>
                  <a:pt x="3248" y="4124"/>
                </a:lnTo>
                <a:lnTo>
                  <a:pt x="3249" y="4124"/>
                </a:lnTo>
                <a:lnTo>
                  <a:pt x="3249" y="4123"/>
                </a:lnTo>
                <a:lnTo>
                  <a:pt x="3250" y="4123"/>
                </a:lnTo>
                <a:lnTo>
                  <a:pt x="3250" y="4122"/>
                </a:lnTo>
                <a:lnTo>
                  <a:pt x="3249" y="4122"/>
                </a:lnTo>
                <a:lnTo>
                  <a:pt x="3249" y="4121"/>
                </a:lnTo>
                <a:lnTo>
                  <a:pt x="3250" y="4121"/>
                </a:lnTo>
                <a:lnTo>
                  <a:pt x="3250" y="4120"/>
                </a:lnTo>
                <a:lnTo>
                  <a:pt x="3251" y="4120"/>
                </a:lnTo>
                <a:lnTo>
                  <a:pt x="3252" y="4120"/>
                </a:lnTo>
                <a:lnTo>
                  <a:pt x="3252" y="4119"/>
                </a:lnTo>
                <a:lnTo>
                  <a:pt x="3251" y="4119"/>
                </a:lnTo>
                <a:lnTo>
                  <a:pt x="3250" y="4119"/>
                </a:lnTo>
                <a:lnTo>
                  <a:pt x="3250" y="4118"/>
                </a:lnTo>
                <a:lnTo>
                  <a:pt x="3250" y="4119"/>
                </a:lnTo>
                <a:lnTo>
                  <a:pt x="3250" y="4118"/>
                </a:lnTo>
                <a:lnTo>
                  <a:pt x="3250" y="4117"/>
                </a:lnTo>
                <a:lnTo>
                  <a:pt x="3250" y="4116"/>
                </a:lnTo>
                <a:lnTo>
                  <a:pt x="3251" y="4116"/>
                </a:lnTo>
                <a:lnTo>
                  <a:pt x="3250" y="4116"/>
                </a:lnTo>
                <a:lnTo>
                  <a:pt x="3250" y="4115"/>
                </a:lnTo>
                <a:lnTo>
                  <a:pt x="3251" y="4115"/>
                </a:lnTo>
                <a:lnTo>
                  <a:pt x="3252" y="4115"/>
                </a:lnTo>
                <a:lnTo>
                  <a:pt x="3251" y="4115"/>
                </a:lnTo>
                <a:lnTo>
                  <a:pt x="3251" y="4114"/>
                </a:lnTo>
                <a:lnTo>
                  <a:pt x="3252" y="4114"/>
                </a:lnTo>
                <a:lnTo>
                  <a:pt x="3253" y="4114"/>
                </a:lnTo>
                <a:lnTo>
                  <a:pt x="3253" y="4113"/>
                </a:lnTo>
                <a:lnTo>
                  <a:pt x="3252" y="4113"/>
                </a:lnTo>
                <a:lnTo>
                  <a:pt x="3252" y="4112"/>
                </a:lnTo>
                <a:lnTo>
                  <a:pt x="3253" y="4112"/>
                </a:lnTo>
                <a:lnTo>
                  <a:pt x="3253" y="4113"/>
                </a:lnTo>
                <a:lnTo>
                  <a:pt x="3253" y="4112"/>
                </a:lnTo>
                <a:lnTo>
                  <a:pt x="3254" y="4112"/>
                </a:lnTo>
                <a:lnTo>
                  <a:pt x="3253" y="4112"/>
                </a:lnTo>
                <a:lnTo>
                  <a:pt x="3254" y="4112"/>
                </a:lnTo>
                <a:lnTo>
                  <a:pt x="3255" y="4112"/>
                </a:lnTo>
                <a:lnTo>
                  <a:pt x="3256" y="4112"/>
                </a:lnTo>
                <a:lnTo>
                  <a:pt x="3256" y="4111"/>
                </a:lnTo>
                <a:lnTo>
                  <a:pt x="3257" y="4111"/>
                </a:lnTo>
                <a:lnTo>
                  <a:pt x="3257" y="4110"/>
                </a:lnTo>
                <a:lnTo>
                  <a:pt x="3257" y="4109"/>
                </a:lnTo>
                <a:lnTo>
                  <a:pt x="3258" y="4109"/>
                </a:lnTo>
                <a:lnTo>
                  <a:pt x="3258" y="4108"/>
                </a:lnTo>
                <a:lnTo>
                  <a:pt x="3259" y="4108"/>
                </a:lnTo>
                <a:lnTo>
                  <a:pt x="3259" y="4107"/>
                </a:lnTo>
                <a:lnTo>
                  <a:pt x="3258" y="4107"/>
                </a:lnTo>
                <a:lnTo>
                  <a:pt x="3259" y="4107"/>
                </a:lnTo>
                <a:lnTo>
                  <a:pt x="3258" y="4107"/>
                </a:lnTo>
                <a:lnTo>
                  <a:pt x="3257" y="4106"/>
                </a:lnTo>
                <a:lnTo>
                  <a:pt x="3256" y="4106"/>
                </a:lnTo>
                <a:lnTo>
                  <a:pt x="3256" y="4105"/>
                </a:lnTo>
                <a:lnTo>
                  <a:pt x="3255" y="4105"/>
                </a:lnTo>
                <a:lnTo>
                  <a:pt x="3254" y="4105"/>
                </a:lnTo>
                <a:lnTo>
                  <a:pt x="3254" y="4106"/>
                </a:lnTo>
                <a:lnTo>
                  <a:pt x="3253" y="4106"/>
                </a:lnTo>
                <a:lnTo>
                  <a:pt x="3252" y="4106"/>
                </a:lnTo>
                <a:lnTo>
                  <a:pt x="3251" y="4106"/>
                </a:lnTo>
                <a:lnTo>
                  <a:pt x="3250" y="4106"/>
                </a:lnTo>
                <a:lnTo>
                  <a:pt x="3250" y="4107"/>
                </a:lnTo>
                <a:lnTo>
                  <a:pt x="3250" y="4106"/>
                </a:lnTo>
                <a:lnTo>
                  <a:pt x="3250" y="4105"/>
                </a:lnTo>
                <a:lnTo>
                  <a:pt x="3250" y="4104"/>
                </a:lnTo>
                <a:lnTo>
                  <a:pt x="3249" y="4104"/>
                </a:lnTo>
                <a:lnTo>
                  <a:pt x="3248" y="4104"/>
                </a:lnTo>
                <a:lnTo>
                  <a:pt x="3248" y="4103"/>
                </a:lnTo>
                <a:lnTo>
                  <a:pt x="3247" y="4103"/>
                </a:lnTo>
                <a:lnTo>
                  <a:pt x="3247" y="4102"/>
                </a:lnTo>
                <a:lnTo>
                  <a:pt x="3246" y="4102"/>
                </a:lnTo>
                <a:lnTo>
                  <a:pt x="3245" y="4102"/>
                </a:lnTo>
                <a:lnTo>
                  <a:pt x="3245" y="4101"/>
                </a:lnTo>
                <a:lnTo>
                  <a:pt x="3244" y="4101"/>
                </a:lnTo>
                <a:lnTo>
                  <a:pt x="3244" y="4100"/>
                </a:lnTo>
                <a:lnTo>
                  <a:pt x="3243" y="4100"/>
                </a:lnTo>
                <a:lnTo>
                  <a:pt x="3243" y="4099"/>
                </a:lnTo>
                <a:lnTo>
                  <a:pt x="3244" y="4099"/>
                </a:lnTo>
                <a:lnTo>
                  <a:pt x="3244" y="4098"/>
                </a:lnTo>
                <a:lnTo>
                  <a:pt x="3243" y="4098"/>
                </a:lnTo>
                <a:lnTo>
                  <a:pt x="3243" y="4097"/>
                </a:lnTo>
                <a:lnTo>
                  <a:pt x="3242" y="4097"/>
                </a:lnTo>
                <a:lnTo>
                  <a:pt x="3241" y="4097"/>
                </a:lnTo>
                <a:lnTo>
                  <a:pt x="3240" y="4097"/>
                </a:lnTo>
                <a:lnTo>
                  <a:pt x="3239" y="4097"/>
                </a:lnTo>
                <a:lnTo>
                  <a:pt x="3239" y="4096"/>
                </a:lnTo>
                <a:lnTo>
                  <a:pt x="3239" y="4097"/>
                </a:lnTo>
                <a:lnTo>
                  <a:pt x="3239" y="4096"/>
                </a:lnTo>
                <a:lnTo>
                  <a:pt x="3238" y="4096"/>
                </a:lnTo>
                <a:lnTo>
                  <a:pt x="3238" y="4097"/>
                </a:lnTo>
                <a:lnTo>
                  <a:pt x="3238" y="4098"/>
                </a:lnTo>
                <a:lnTo>
                  <a:pt x="3238" y="4099"/>
                </a:lnTo>
                <a:lnTo>
                  <a:pt x="3237" y="4099"/>
                </a:lnTo>
                <a:lnTo>
                  <a:pt x="3237" y="4100"/>
                </a:lnTo>
                <a:lnTo>
                  <a:pt x="3236" y="4100"/>
                </a:lnTo>
                <a:lnTo>
                  <a:pt x="3236" y="4099"/>
                </a:lnTo>
                <a:lnTo>
                  <a:pt x="3235" y="4099"/>
                </a:lnTo>
                <a:lnTo>
                  <a:pt x="3236" y="4099"/>
                </a:lnTo>
                <a:lnTo>
                  <a:pt x="3235" y="4099"/>
                </a:lnTo>
                <a:lnTo>
                  <a:pt x="3234" y="4099"/>
                </a:lnTo>
                <a:lnTo>
                  <a:pt x="3235" y="4099"/>
                </a:lnTo>
                <a:lnTo>
                  <a:pt x="3235" y="4098"/>
                </a:lnTo>
                <a:lnTo>
                  <a:pt x="3235" y="4097"/>
                </a:lnTo>
                <a:lnTo>
                  <a:pt x="3234" y="4097"/>
                </a:lnTo>
                <a:lnTo>
                  <a:pt x="3234" y="4098"/>
                </a:lnTo>
                <a:lnTo>
                  <a:pt x="3234" y="4097"/>
                </a:lnTo>
                <a:lnTo>
                  <a:pt x="3233" y="4097"/>
                </a:lnTo>
                <a:lnTo>
                  <a:pt x="3233" y="4096"/>
                </a:lnTo>
                <a:lnTo>
                  <a:pt x="3232" y="4096"/>
                </a:lnTo>
                <a:lnTo>
                  <a:pt x="3232" y="4095"/>
                </a:lnTo>
                <a:lnTo>
                  <a:pt x="3231" y="4095"/>
                </a:lnTo>
                <a:lnTo>
                  <a:pt x="3231" y="4094"/>
                </a:lnTo>
                <a:lnTo>
                  <a:pt x="3231" y="4093"/>
                </a:lnTo>
                <a:lnTo>
                  <a:pt x="3231" y="4092"/>
                </a:lnTo>
                <a:lnTo>
                  <a:pt x="3230" y="4092"/>
                </a:lnTo>
                <a:lnTo>
                  <a:pt x="3229" y="4092"/>
                </a:lnTo>
                <a:lnTo>
                  <a:pt x="3229" y="4091"/>
                </a:lnTo>
                <a:lnTo>
                  <a:pt x="3229" y="4092"/>
                </a:lnTo>
                <a:lnTo>
                  <a:pt x="3228" y="4092"/>
                </a:lnTo>
                <a:lnTo>
                  <a:pt x="3228" y="4093"/>
                </a:lnTo>
                <a:lnTo>
                  <a:pt x="3227" y="4093"/>
                </a:lnTo>
                <a:lnTo>
                  <a:pt x="3227" y="4092"/>
                </a:lnTo>
                <a:lnTo>
                  <a:pt x="3227" y="4093"/>
                </a:lnTo>
                <a:lnTo>
                  <a:pt x="3226" y="4093"/>
                </a:lnTo>
                <a:lnTo>
                  <a:pt x="3225" y="4093"/>
                </a:lnTo>
                <a:lnTo>
                  <a:pt x="3224" y="4093"/>
                </a:lnTo>
                <a:lnTo>
                  <a:pt x="3224" y="4092"/>
                </a:lnTo>
                <a:lnTo>
                  <a:pt x="3223" y="4092"/>
                </a:lnTo>
                <a:lnTo>
                  <a:pt x="3223" y="4091"/>
                </a:lnTo>
                <a:lnTo>
                  <a:pt x="3223" y="4090"/>
                </a:lnTo>
                <a:lnTo>
                  <a:pt x="3223" y="4091"/>
                </a:lnTo>
                <a:lnTo>
                  <a:pt x="3222" y="4091"/>
                </a:lnTo>
                <a:lnTo>
                  <a:pt x="3222" y="4090"/>
                </a:lnTo>
                <a:lnTo>
                  <a:pt x="3222" y="4091"/>
                </a:lnTo>
                <a:lnTo>
                  <a:pt x="3221" y="4091"/>
                </a:lnTo>
                <a:lnTo>
                  <a:pt x="3221" y="4090"/>
                </a:lnTo>
                <a:lnTo>
                  <a:pt x="3220" y="4090"/>
                </a:lnTo>
                <a:lnTo>
                  <a:pt x="3219" y="4090"/>
                </a:lnTo>
                <a:lnTo>
                  <a:pt x="3219" y="4091"/>
                </a:lnTo>
                <a:lnTo>
                  <a:pt x="3219" y="4092"/>
                </a:lnTo>
                <a:lnTo>
                  <a:pt x="3218" y="4092"/>
                </a:lnTo>
                <a:lnTo>
                  <a:pt x="3218" y="4093"/>
                </a:lnTo>
                <a:lnTo>
                  <a:pt x="3218" y="4094"/>
                </a:lnTo>
                <a:lnTo>
                  <a:pt x="3219" y="4094"/>
                </a:lnTo>
                <a:lnTo>
                  <a:pt x="3218" y="4094"/>
                </a:lnTo>
                <a:lnTo>
                  <a:pt x="3218" y="4095"/>
                </a:lnTo>
                <a:lnTo>
                  <a:pt x="3217" y="4095"/>
                </a:lnTo>
                <a:lnTo>
                  <a:pt x="3217" y="4096"/>
                </a:lnTo>
                <a:lnTo>
                  <a:pt x="3216" y="4096"/>
                </a:lnTo>
                <a:lnTo>
                  <a:pt x="3216" y="4095"/>
                </a:lnTo>
                <a:lnTo>
                  <a:pt x="3215" y="4095"/>
                </a:lnTo>
                <a:lnTo>
                  <a:pt x="3215" y="4096"/>
                </a:lnTo>
                <a:lnTo>
                  <a:pt x="3214" y="4096"/>
                </a:lnTo>
                <a:lnTo>
                  <a:pt x="3213" y="4096"/>
                </a:lnTo>
                <a:lnTo>
                  <a:pt x="3213" y="4095"/>
                </a:lnTo>
                <a:lnTo>
                  <a:pt x="3212" y="4095"/>
                </a:lnTo>
                <a:lnTo>
                  <a:pt x="3212" y="4096"/>
                </a:lnTo>
                <a:lnTo>
                  <a:pt x="3212" y="4095"/>
                </a:lnTo>
                <a:lnTo>
                  <a:pt x="3212" y="4096"/>
                </a:lnTo>
                <a:lnTo>
                  <a:pt x="3211" y="4096"/>
                </a:lnTo>
                <a:lnTo>
                  <a:pt x="3211" y="4097"/>
                </a:lnTo>
                <a:lnTo>
                  <a:pt x="3212" y="4097"/>
                </a:lnTo>
                <a:lnTo>
                  <a:pt x="3211" y="4097"/>
                </a:lnTo>
                <a:lnTo>
                  <a:pt x="3211" y="4098"/>
                </a:lnTo>
                <a:lnTo>
                  <a:pt x="3210" y="4098"/>
                </a:lnTo>
                <a:lnTo>
                  <a:pt x="3209" y="4098"/>
                </a:lnTo>
                <a:lnTo>
                  <a:pt x="3209" y="4097"/>
                </a:lnTo>
                <a:lnTo>
                  <a:pt x="3208" y="4097"/>
                </a:lnTo>
                <a:lnTo>
                  <a:pt x="3207" y="4097"/>
                </a:lnTo>
                <a:lnTo>
                  <a:pt x="3207" y="4098"/>
                </a:lnTo>
                <a:lnTo>
                  <a:pt x="3208" y="4098"/>
                </a:lnTo>
                <a:lnTo>
                  <a:pt x="3208" y="4099"/>
                </a:lnTo>
                <a:lnTo>
                  <a:pt x="3207" y="4099"/>
                </a:lnTo>
                <a:lnTo>
                  <a:pt x="3206" y="4099"/>
                </a:lnTo>
                <a:lnTo>
                  <a:pt x="3206" y="4098"/>
                </a:lnTo>
                <a:lnTo>
                  <a:pt x="3206" y="4099"/>
                </a:lnTo>
                <a:lnTo>
                  <a:pt x="3205" y="4099"/>
                </a:lnTo>
                <a:lnTo>
                  <a:pt x="3205" y="4098"/>
                </a:lnTo>
                <a:lnTo>
                  <a:pt x="3204" y="4098"/>
                </a:lnTo>
                <a:lnTo>
                  <a:pt x="3203" y="4098"/>
                </a:lnTo>
                <a:lnTo>
                  <a:pt x="3202" y="4098"/>
                </a:lnTo>
                <a:lnTo>
                  <a:pt x="3202" y="4099"/>
                </a:lnTo>
                <a:lnTo>
                  <a:pt x="3202" y="4100"/>
                </a:lnTo>
                <a:lnTo>
                  <a:pt x="3202" y="4101"/>
                </a:lnTo>
                <a:lnTo>
                  <a:pt x="3201" y="4101"/>
                </a:lnTo>
                <a:lnTo>
                  <a:pt x="3200" y="4102"/>
                </a:lnTo>
                <a:lnTo>
                  <a:pt x="3200" y="4101"/>
                </a:lnTo>
                <a:lnTo>
                  <a:pt x="3199" y="4101"/>
                </a:lnTo>
                <a:lnTo>
                  <a:pt x="3198" y="4101"/>
                </a:lnTo>
                <a:lnTo>
                  <a:pt x="3198" y="4100"/>
                </a:lnTo>
                <a:lnTo>
                  <a:pt x="3197" y="4099"/>
                </a:lnTo>
                <a:lnTo>
                  <a:pt x="3197" y="4100"/>
                </a:lnTo>
                <a:lnTo>
                  <a:pt x="3196" y="4101"/>
                </a:lnTo>
                <a:lnTo>
                  <a:pt x="3196" y="4100"/>
                </a:lnTo>
                <a:lnTo>
                  <a:pt x="3196" y="4101"/>
                </a:lnTo>
                <a:lnTo>
                  <a:pt x="3195" y="4101"/>
                </a:lnTo>
                <a:lnTo>
                  <a:pt x="3195" y="4100"/>
                </a:lnTo>
                <a:lnTo>
                  <a:pt x="3194" y="4100"/>
                </a:lnTo>
                <a:lnTo>
                  <a:pt x="3194" y="4099"/>
                </a:lnTo>
                <a:lnTo>
                  <a:pt x="3193" y="4099"/>
                </a:lnTo>
                <a:lnTo>
                  <a:pt x="3193" y="4100"/>
                </a:lnTo>
                <a:lnTo>
                  <a:pt x="3192" y="4100"/>
                </a:lnTo>
                <a:lnTo>
                  <a:pt x="3191" y="4100"/>
                </a:lnTo>
                <a:lnTo>
                  <a:pt x="3191" y="4099"/>
                </a:lnTo>
                <a:lnTo>
                  <a:pt x="3190" y="4099"/>
                </a:lnTo>
                <a:lnTo>
                  <a:pt x="3189" y="4099"/>
                </a:lnTo>
                <a:lnTo>
                  <a:pt x="3190" y="4099"/>
                </a:lnTo>
                <a:lnTo>
                  <a:pt x="3190" y="4098"/>
                </a:lnTo>
                <a:lnTo>
                  <a:pt x="3189" y="4098"/>
                </a:lnTo>
                <a:lnTo>
                  <a:pt x="3188" y="4098"/>
                </a:lnTo>
                <a:lnTo>
                  <a:pt x="3188" y="4097"/>
                </a:lnTo>
                <a:lnTo>
                  <a:pt x="3189" y="4097"/>
                </a:lnTo>
                <a:lnTo>
                  <a:pt x="3189" y="4096"/>
                </a:lnTo>
                <a:lnTo>
                  <a:pt x="3190" y="4096"/>
                </a:lnTo>
                <a:lnTo>
                  <a:pt x="3190" y="4095"/>
                </a:lnTo>
                <a:lnTo>
                  <a:pt x="3190" y="4094"/>
                </a:lnTo>
                <a:lnTo>
                  <a:pt x="3189" y="4094"/>
                </a:lnTo>
                <a:lnTo>
                  <a:pt x="3189" y="4093"/>
                </a:lnTo>
                <a:lnTo>
                  <a:pt x="3188" y="4094"/>
                </a:lnTo>
                <a:lnTo>
                  <a:pt x="3188" y="4093"/>
                </a:lnTo>
                <a:lnTo>
                  <a:pt x="3188" y="4092"/>
                </a:lnTo>
                <a:lnTo>
                  <a:pt x="3187" y="4092"/>
                </a:lnTo>
                <a:lnTo>
                  <a:pt x="3187" y="4091"/>
                </a:lnTo>
                <a:lnTo>
                  <a:pt x="3186" y="4091"/>
                </a:lnTo>
                <a:lnTo>
                  <a:pt x="3186" y="4090"/>
                </a:lnTo>
                <a:lnTo>
                  <a:pt x="3187" y="4090"/>
                </a:lnTo>
                <a:lnTo>
                  <a:pt x="3186" y="4090"/>
                </a:lnTo>
                <a:lnTo>
                  <a:pt x="3187" y="4090"/>
                </a:lnTo>
                <a:lnTo>
                  <a:pt x="3186" y="4090"/>
                </a:lnTo>
                <a:lnTo>
                  <a:pt x="3186" y="4089"/>
                </a:lnTo>
                <a:lnTo>
                  <a:pt x="3185" y="4089"/>
                </a:lnTo>
                <a:lnTo>
                  <a:pt x="3185" y="4088"/>
                </a:lnTo>
                <a:lnTo>
                  <a:pt x="3184" y="4088"/>
                </a:lnTo>
                <a:lnTo>
                  <a:pt x="3184" y="4087"/>
                </a:lnTo>
                <a:lnTo>
                  <a:pt x="3183" y="4087"/>
                </a:lnTo>
                <a:lnTo>
                  <a:pt x="3183" y="4086"/>
                </a:lnTo>
                <a:lnTo>
                  <a:pt x="3182" y="4086"/>
                </a:lnTo>
                <a:lnTo>
                  <a:pt x="3182" y="4085"/>
                </a:lnTo>
                <a:lnTo>
                  <a:pt x="3182" y="4086"/>
                </a:lnTo>
                <a:lnTo>
                  <a:pt x="3181" y="4086"/>
                </a:lnTo>
                <a:lnTo>
                  <a:pt x="3181" y="4085"/>
                </a:lnTo>
                <a:lnTo>
                  <a:pt x="3180" y="4085"/>
                </a:lnTo>
                <a:lnTo>
                  <a:pt x="3180" y="4086"/>
                </a:lnTo>
                <a:lnTo>
                  <a:pt x="3179" y="4086"/>
                </a:lnTo>
                <a:lnTo>
                  <a:pt x="3178" y="4086"/>
                </a:lnTo>
                <a:lnTo>
                  <a:pt x="3178" y="4085"/>
                </a:lnTo>
                <a:lnTo>
                  <a:pt x="3177" y="4085"/>
                </a:lnTo>
                <a:lnTo>
                  <a:pt x="3176" y="4085"/>
                </a:lnTo>
                <a:lnTo>
                  <a:pt x="3176" y="4084"/>
                </a:lnTo>
                <a:lnTo>
                  <a:pt x="3175" y="4084"/>
                </a:lnTo>
                <a:lnTo>
                  <a:pt x="3174" y="4084"/>
                </a:lnTo>
                <a:lnTo>
                  <a:pt x="3174" y="4085"/>
                </a:lnTo>
                <a:lnTo>
                  <a:pt x="3173" y="4085"/>
                </a:lnTo>
                <a:lnTo>
                  <a:pt x="3172" y="4085"/>
                </a:lnTo>
                <a:lnTo>
                  <a:pt x="3172" y="4086"/>
                </a:lnTo>
                <a:lnTo>
                  <a:pt x="3172" y="4085"/>
                </a:lnTo>
                <a:lnTo>
                  <a:pt x="3171" y="4085"/>
                </a:lnTo>
                <a:lnTo>
                  <a:pt x="3170" y="4085"/>
                </a:lnTo>
                <a:lnTo>
                  <a:pt x="3170" y="4086"/>
                </a:lnTo>
                <a:lnTo>
                  <a:pt x="3170" y="4085"/>
                </a:lnTo>
                <a:lnTo>
                  <a:pt x="3170" y="4084"/>
                </a:lnTo>
                <a:lnTo>
                  <a:pt x="3169" y="4084"/>
                </a:lnTo>
                <a:lnTo>
                  <a:pt x="3169" y="4085"/>
                </a:lnTo>
                <a:lnTo>
                  <a:pt x="3169" y="4084"/>
                </a:lnTo>
                <a:lnTo>
                  <a:pt x="3168" y="4084"/>
                </a:lnTo>
                <a:lnTo>
                  <a:pt x="3167" y="4084"/>
                </a:lnTo>
                <a:lnTo>
                  <a:pt x="3166" y="4085"/>
                </a:lnTo>
                <a:lnTo>
                  <a:pt x="3165" y="4085"/>
                </a:lnTo>
                <a:lnTo>
                  <a:pt x="3164" y="4085"/>
                </a:lnTo>
                <a:lnTo>
                  <a:pt x="3163" y="4085"/>
                </a:lnTo>
                <a:lnTo>
                  <a:pt x="3162" y="4085"/>
                </a:lnTo>
                <a:lnTo>
                  <a:pt x="3161" y="4085"/>
                </a:lnTo>
                <a:lnTo>
                  <a:pt x="3160" y="4085"/>
                </a:lnTo>
                <a:lnTo>
                  <a:pt x="3158" y="4085"/>
                </a:lnTo>
                <a:lnTo>
                  <a:pt x="3158" y="4086"/>
                </a:lnTo>
                <a:lnTo>
                  <a:pt x="3159" y="4086"/>
                </a:lnTo>
                <a:lnTo>
                  <a:pt x="3159" y="4087"/>
                </a:lnTo>
                <a:lnTo>
                  <a:pt x="3159" y="4088"/>
                </a:lnTo>
                <a:lnTo>
                  <a:pt x="3159" y="4089"/>
                </a:lnTo>
                <a:lnTo>
                  <a:pt x="3159" y="4090"/>
                </a:lnTo>
                <a:lnTo>
                  <a:pt x="3158" y="4090"/>
                </a:lnTo>
                <a:lnTo>
                  <a:pt x="3158" y="4091"/>
                </a:lnTo>
                <a:lnTo>
                  <a:pt x="3157" y="4091"/>
                </a:lnTo>
                <a:lnTo>
                  <a:pt x="3156" y="4091"/>
                </a:lnTo>
                <a:lnTo>
                  <a:pt x="3155" y="4091"/>
                </a:lnTo>
                <a:lnTo>
                  <a:pt x="3155" y="4090"/>
                </a:lnTo>
                <a:lnTo>
                  <a:pt x="3154" y="4090"/>
                </a:lnTo>
                <a:lnTo>
                  <a:pt x="3153" y="4090"/>
                </a:lnTo>
                <a:lnTo>
                  <a:pt x="3153" y="4092"/>
                </a:lnTo>
                <a:lnTo>
                  <a:pt x="3152" y="4092"/>
                </a:lnTo>
                <a:lnTo>
                  <a:pt x="3151" y="4092"/>
                </a:lnTo>
                <a:lnTo>
                  <a:pt x="3151" y="4091"/>
                </a:lnTo>
                <a:lnTo>
                  <a:pt x="3150" y="4091"/>
                </a:lnTo>
                <a:lnTo>
                  <a:pt x="3150" y="4092"/>
                </a:lnTo>
                <a:lnTo>
                  <a:pt x="3150" y="4091"/>
                </a:lnTo>
                <a:lnTo>
                  <a:pt x="3149" y="4091"/>
                </a:lnTo>
                <a:lnTo>
                  <a:pt x="3148" y="4091"/>
                </a:lnTo>
                <a:lnTo>
                  <a:pt x="3148" y="4092"/>
                </a:lnTo>
                <a:lnTo>
                  <a:pt x="3147" y="4092"/>
                </a:lnTo>
                <a:lnTo>
                  <a:pt x="3147" y="4091"/>
                </a:lnTo>
                <a:lnTo>
                  <a:pt x="3146" y="4092"/>
                </a:lnTo>
                <a:lnTo>
                  <a:pt x="3145" y="4092"/>
                </a:lnTo>
                <a:lnTo>
                  <a:pt x="3145" y="4093"/>
                </a:lnTo>
                <a:lnTo>
                  <a:pt x="3144" y="4093"/>
                </a:lnTo>
                <a:lnTo>
                  <a:pt x="3144" y="4094"/>
                </a:lnTo>
                <a:lnTo>
                  <a:pt x="3145" y="4094"/>
                </a:lnTo>
                <a:lnTo>
                  <a:pt x="3144" y="4094"/>
                </a:lnTo>
                <a:lnTo>
                  <a:pt x="3144" y="4095"/>
                </a:lnTo>
                <a:lnTo>
                  <a:pt x="3143" y="4094"/>
                </a:lnTo>
                <a:lnTo>
                  <a:pt x="3143" y="4093"/>
                </a:lnTo>
                <a:lnTo>
                  <a:pt x="3143" y="4092"/>
                </a:lnTo>
                <a:lnTo>
                  <a:pt x="3142" y="4092"/>
                </a:lnTo>
                <a:lnTo>
                  <a:pt x="3141" y="4092"/>
                </a:lnTo>
                <a:lnTo>
                  <a:pt x="3141" y="4091"/>
                </a:lnTo>
                <a:lnTo>
                  <a:pt x="3141" y="4090"/>
                </a:lnTo>
                <a:lnTo>
                  <a:pt x="3140" y="4090"/>
                </a:lnTo>
                <a:lnTo>
                  <a:pt x="3140" y="4089"/>
                </a:lnTo>
                <a:lnTo>
                  <a:pt x="3141" y="4088"/>
                </a:lnTo>
                <a:lnTo>
                  <a:pt x="3141" y="4087"/>
                </a:lnTo>
                <a:lnTo>
                  <a:pt x="3140" y="4088"/>
                </a:lnTo>
                <a:lnTo>
                  <a:pt x="3139" y="4088"/>
                </a:lnTo>
                <a:lnTo>
                  <a:pt x="3139" y="4087"/>
                </a:lnTo>
                <a:lnTo>
                  <a:pt x="3140" y="4087"/>
                </a:lnTo>
                <a:lnTo>
                  <a:pt x="3139" y="4087"/>
                </a:lnTo>
                <a:lnTo>
                  <a:pt x="3139" y="4086"/>
                </a:lnTo>
                <a:lnTo>
                  <a:pt x="3138" y="4085"/>
                </a:lnTo>
                <a:lnTo>
                  <a:pt x="3137" y="4085"/>
                </a:lnTo>
                <a:lnTo>
                  <a:pt x="3136" y="4085"/>
                </a:lnTo>
                <a:lnTo>
                  <a:pt x="3137" y="4085"/>
                </a:lnTo>
                <a:lnTo>
                  <a:pt x="3136" y="4085"/>
                </a:lnTo>
                <a:lnTo>
                  <a:pt x="3137" y="4085"/>
                </a:lnTo>
                <a:lnTo>
                  <a:pt x="3136" y="4085"/>
                </a:lnTo>
                <a:lnTo>
                  <a:pt x="3136" y="4086"/>
                </a:lnTo>
                <a:lnTo>
                  <a:pt x="3136" y="4085"/>
                </a:lnTo>
                <a:lnTo>
                  <a:pt x="3136" y="4086"/>
                </a:lnTo>
                <a:lnTo>
                  <a:pt x="3136" y="4085"/>
                </a:lnTo>
                <a:lnTo>
                  <a:pt x="3135" y="4085"/>
                </a:lnTo>
                <a:lnTo>
                  <a:pt x="3134" y="4085"/>
                </a:lnTo>
                <a:lnTo>
                  <a:pt x="3134" y="4084"/>
                </a:lnTo>
                <a:lnTo>
                  <a:pt x="3134" y="4083"/>
                </a:lnTo>
                <a:lnTo>
                  <a:pt x="3133" y="4083"/>
                </a:lnTo>
                <a:lnTo>
                  <a:pt x="3132" y="4082"/>
                </a:lnTo>
                <a:lnTo>
                  <a:pt x="3132" y="4081"/>
                </a:lnTo>
                <a:lnTo>
                  <a:pt x="3131" y="4081"/>
                </a:lnTo>
                <a:lnTo>
                  <a:pt x="3130" y="4081"/>
                </a:lnTo>
                <a:lnTo>
                  <a:pt x="3130" y="4080"/>
                </a:lnTo>
                <a:lnTo>
                  <a:pt x="3130" y="4081"/>
                </a:lnTo>
                <a:lnTo>
                  <a:pt x="3129" y="4081"/>
                </a:lnTo>
                <a:lnTo>
                  <a:pt x="3129" y="4080"/>
                </a:lnTo>
                <a:lnTo>
                  <a:pt x="3128" y="4080"/>
                </a:lnTo>
                <a:lnTo>
                  <a:pt x="3127" y="4080"/>
                </a:lnTo>
                <a:lnTo>
                  <a:pt x="3126" y="4080"/>
                </a:lnTo>
                <a:lnTo>
                  <a:pt x="3126" y="4079"/>
                </a:lnTo>
                <a:lnTo>
                  <a:pt x="3126" y="4078"/>
                </a:lnTo>
                <a:lnTo>
                  <a:pt x="3126" y="4077"/>
                </a:lnTo>
                <a:lnTo>
                  <a:pt x="3125" y="4077"/>
                </a:lnTo>
                <a:lnTo>
                  <a:pt x="3125" y="4076"/>
                </a:lnTo>
                <a:lnTo>
                  <a:pt x="3124" y="4076"/>
                </a:lnTo>
                <a:lnTo>
                  <a:pt x="3124" y="4075"/>
                </a:lnTo>
                <a:lnTo>
                  <a:pt x="3123" y="4075"/>
                </a:lnTo>
                <a:lnTo>
                  <a:pt x="3123" y="4076"/>
                </a:lnTo>
                <a:lnTo>
                  <a:pt x="3124" y="4076"/>
                </a:lnTo>
                <a:lnTo>
                  <a:pt x="3123" y="4076"/>
                </a:lnTo>
                <a:lnTo>
                  <a:pt x="3122" y="4076"/>
                </a:lnTo>
                <a:lnTo>
                  <a:pt x="3120" y="4076"/>
                </a:lnTo>
                <a:lnTo>
                  <a:pt x="3119" y="4076"/>
                </a:lnTo>
                <a:lnTo>
                  <a:pt x="3118" y="4076"/>
                </a:lnTo>
                <a:lnTo>
                  <a:pt x="3118" y="4075"/>
                </a:lnTo>
                <a:lnTo>
                  <a:pt x="3117" y="4075"/>
                </a:lnTo>
                <a:lnTo>
                  <a:pt x="3116" y="4074"/>
                </a:lnTo>
                <a:lnTo>
                  <a:pt x="3115" y="4074"/>
                </a:lnTo>
                <a:lnTo>
                  <a:pt x="3114" y="4074"/>
                </a:lnTo>
                <a:lnTo>
                  <a:pt x="3114" y="4075"/>
                </a:lnTo>
                <a:lnTo>
                  <a:pt x="3113" y="4075"/>
                </a:lnTo>
                <a:lnTo>
                  <a:pt x="3113" y="4076"/>
                </a:lnTo>
                <a:lnTo>
                  <a:pt x="3112" y="4076"/>
                </a:lnTo>
                <a:lnTo>
                  <a:pt x="3112" y="4075"/>
                </a:lnTo>
                <a:lnTo>
                  <a:pt x="3111" y="4075"/>
                </a:lnTo>
                <a:lnTo>
                  <a:pt x="3111" y="4074"/>
                </a:lnTo>
                <a:lnTo>
                  <a:pt x="3110" y="4074"/>
                </a:lnTo>
                <a:lnTo>
                  <a:pt x="3110" y="4075"/>
                </a:lnTo>
                <a:lnTo>
                  <a:pt x="3109" y="4075"/>
                </a:lnTo>
                <a:lnTo>
                  <a:pt x="3108" y="4076"/>
                </a:lnTo>
                <a:lnTo>
                  <a:pt x="3108" y="4075"/>
                </a:lnTo>
                <a:lnTo>
                  <a:pt x="3107" y="4075"/>
                </a:lnTo>
                <a:lnTo>
                  <a:pt x="3106" y="4074"/>
                </a:lnTo>
                <a:lnTo>
                  <a:pt x="3106" y="4073"/>
                </a:lnTo>
                <a:lnTo>
                  <a:pt x="3106" y="4072"/>
                </a:lnTo>
                <a:lnTo>
                  <a:pt x="3106" y="4071"/>
                </a:lnTo>
                <a:lnTo>
                  <a:pt x="3106" y="4070"/>
                </a:lnTo>
                <a:lnTo>
                  <a:pt x="3106" y="4069"/>
                </a:lnTo>
                <a:lnTo>
                  <a:pt x="3106" y="4068"/>
                </a:lnTo>
                <a:lnTo>
                  <a:pt x="3106" y="4067"/>
                </a:lnTo>
                <a:lnTo>
                  <a:pt x="3106" y="4066"/>
                </a:lnTo>
                <a:lnTo>
                  <a:pt x="3107" y="4066"/>
                </a:lnTo>
                <a:lnTo>
                  <a:pt x="3107" y="4065"/>
                </a:lnTo>
                <a:lnTo>
                  <a:pt x="3107" y="4064"/>
                </a:lnTo>
                <a:lnTo>
                  <a:pt x="3106" y="4064"/>
                </a:lnTo>
                <a:lnTo>
                  <a:pt x="3106" y="4063"/>
                </a:lnTo>
                <a:lnTo>
                  <a:pt x="3105" y="4063"/>
                </a:lnTo>
                <a:lnTo>
                  <a:pt x="3105" y="4062"/>
                </a:lnTo>
                <a:lnTo>
                  <a:pt x="3105" y="4061"/>
                </a:lnTo>
                <a:lnTo>
                  <a:pt x="3105" y="4060"/>
                </a:lnTo>
                <a:lnTo>
                  <a:pt x="3104" y="4060"/>
                </a:lnTo>
                <a:lnTo>
                  <a:pt x="3103" y="4060"/>
                </a:lnTo>
                <a:lnTo>
                  <a:pt x="3102" y="4060"/>
                </a:lnTo>
                <a:lnTo>
                  <a:pt x="3101" y="4060"/>
                </a:lnTo>
                <a:lnTo>
                  <a:pt x="3100" y="4059"/>
                </a:lnTo>
                <a:lnTo>
                  <a:pt x="3099" y="4059"/>
                </a:lnTo>
                <a:lnTo>
                  <a:pt x="3098" y="4059"/>
                </a:lnTo>
                <a:lnTo>
                  <a:pt x="3098" y="4058"/>
                </a:lnTo>
                <a:lnTo>
                  <a:pt x="3098" y="4057"/>
                </a:lnTo>
                <a:lnTo>
                  <a:pt x="3098" y="4056"/>
                </a:lnTo>
                <a:lnTo>
                  <a:pt x="3097" y="4056"/>
                </a:lnTo>
                <a:lnTo>
                  <a:pt x="3097" y="4055"/>
                </a:lnTo>
                <a:lnTo>
                  <a:pt x="3098" y="4055"/>
                </a:lnTo>
                <a:lnTo>
                  <a:pt x="3097" y="4055"/>
                </a:lnTo>
                <a:lnTo>
                  <a:pt x="3097" y="4054"/>
                </a:lnTo>
                <a:lnTo>
                  <a:pt x="3096" y="4054"/>
                </a:lnTo>
                <a:lnTo>
                  <a:pt x="3096" y="4053"/>
                </a:lnTo>
                <a:lnTo>
                  <a:pt x="3095" y="4053"/>
                </a:lnTo>
                <a:lnTo>
                  <a:pt x="3095" y="4052"/>
                </a:lnTo>
                <a:lnTo>
                  <a:pt x="3095" y="4051"/>
                </a:lnTo>
                <a:lnTo>
                  <a:pt x="3094" y="4051"/>
                </a:lnTo>
                <a:lnTo>
                  <a:pt x="3094" y="4050"/>
                </a:lnTo>
                <a:lnTo>
                  <a:pt x="3093" y="4050"/>
                </a:lnTo>
                <a:lnTo>
                  <a:pt x="3093" y="4049"/>
                </a:lnTo>
                <a:lnTo>
                  <a:pt x="3092" y="4049"/>
                </a:lnTo>
                <a:lnTo>
                  <a:pt x="3092" y="4048"/>
                </a:lnTo>
                <a:lnTo>
                  <a:pt x="3092" y="4047"/>
                </a:lnTo>
                <a:lnTo>
                  <a:pt x="3091" y="4047"/>
                </a:lnTo>
                <a:lnTo>
                  <a:pt x="3091" y="4046"/>
                </a:lnTo>
                <a:lnTo>
                  <a:pt x="3090" y="4046"/>
                </a:lnTo>
                <a:lnTo>
                  <a:pt x="3090" y="4047"/>
                </a:lnTo>
                <a:lnTo>
                  <a:pt x="3090" y="4048"/>
                </a:lnTo>
                <a:lnTo>
                  <a:pt x="3089" y="4048"/>
                </a:lnTo>
                <a:lnTo>
                  <a:pt x="3088" y="4048"/>
                </a:lnTo>
                <a:lnTo>
                  <a:pt x="3087" y="4048"/>
                </a:lnTo>
                <a:lnTo>
                  <a:pt x="3087" y="4047"/>
                </a:lnTo>
                <a:lnTo>
                  <a:pt x="3086" y="4046"/>
                </a:lnTo>
                <a:lnTo>
                  <a:pt x="3085" y="4045"/>
                </a:lnTo>
                <a:lnTo>
                  <a:pt x="3085" y="4044"/>
                </a:lnTo>
                <a:lnTo>
                  <a:pt x="3085" y="4045"/>
                </a:lnTo>
                <a:lnTo>
                  <a:pt x="3084" y="4045"/>
                </a:lnTo>
                <a:lnTo>
                  <a:pt x="3084" y="4044"/>
                </a:lnTo>
                <a:lnTo>
                  <a:pt x="3083" y="4044"/>
                </a:lnTo>
                <a:lnTo>
                  <a:pt x="3083" y="4043"/>
                </a:lnTo>
                <a:lnTo>
                  <a:pt x="3082" y="4043"/>
                </a:lnTo>
                <a:lnTo>
                  <a:pt x="3082" y="4042"/>
                </a:lnTo>
                <a:lnTo>
                  <a:pt x="3081" y="4041"/>
                </a:lnTo>
                <a:lnTo>
                  <a:pt x="3081" y="4040"/>
                </a:lnTo>
                <a:lnTo>
                  <a:pt x="3080" y="4040"/>
                </a:lnTo>
                <a:lnTo>
                  <a:pt x="3081" y="4040"/>
                </a:lnTo>
                <a:lnTo>
                  <a:pt x="3080" y="4040"/>
                </a:lnTo>
                <a:lnTo>
                  <a:pt x="3080" y="4039"/>
                </a:lnTo>
                <a:lnTo>
                  <a:pt x="3080" y="4038"/>
                </a:lnTo>
                <a:lnTo>
                  <a:pt x="3080" y="4037"/>
                </a:lnTo>
                <a:lnTo>
                  <a:pt x="3079" y="4037"/>
                </a:lnTo>
                <a:lnTo>
                  <a:pt x="3079" y="4036"/>
                </a:lnTo>
                <a:lnTo>
                  <a:pt x="3078" y="4036"/>
                </a:lnTo>
                <a:lnTo>
                  <a:pt x="3078" y="4035"/>
                </a:lnTo>
                <a:lnTo>
                  <a:pt x="3077" y="4035"/>
                </a:lnTo>
                <a:lnTo>
                  <a:pt x="3077" y="4034"/>
                </a:lnTo>
                <a:lnTo>
                  <a:pt x="3077" y="4035"/>
                </a:lnTo>
                <a:lnTo>
                  <a:pt x="3076" y="4035"/>
                </a:lnTo>
                <a:lnTo>
                  <a:pt x="3076" y="4036"/>
                </a:lnTo>
                <a:lnTo>
                  <a:pt x="3075" y="4036"/>
                </a:lnTo>
                <a:lnTo>
                  <a:pt x="3075" y="4037"/>
                </a:lnTo>
                <a:lnTo>
                  <a:pt x="3074" y="4037"/>
                </a:lnTo>
                <a:lnTo>
                  <a:pt x="3074" y="4038"/>
                </a:lnTo>
                <a:lnTo>
                  <a:pt x="3074" y="4039"/>
                </a:lnTo>
                <a:lnTo>
                  <a:pt x="3073" y="4039"/>
                </a:lnTo>
                <a:lnTo>
                  <a:pt x="3073" y="4040"/>
                </a:lnTo>
                <a:lnTo>
                  <a:pt x="3073" y="4041"/>
                </a:lnTo>
                <a:lnTo>
                  <a:pt x="3072" y="4041"/>
                </a:lnTo>
                <a:lnTo>
                  <a:pt x="3071" y="4041"/>
                </a:lnTo>
                <a:lnTo>
                  <a:pt x="3069" y="4041"/>
                </a:lnTo>
                <a:lnTo>
                  <a:pt x="3069" y="4042"/>
                </a:lnTo>
                <a:lnTo>
                  <a:pt x="3068" y="4042"/>
                </a:lnTo>
                <a:lnTo>
                  <a:pt x="3069" y="4042"/>
                </a:lnTo>
                <a:lnTo>
                  <a:pt x="3069" y="4043"/>
                </a:lnTo>
                <a:lnTo>
                  <a:pt x="3069" y="4044"/>
                </a:lnTo>
                <a:lnTo>
                  <a:pt x="3070" y="4044"/>
                </a:lnTo>
                <a:lnTo>
                  <a:pt x="3069" y="4044"/>
                </a:lnTo>
                <a:lnTo>
                  <a:pt x="3069" y="4045"/>
                </a:lnTo>
                <a:lnTo>
                  <a:pt x="3068" y="4045"/>
                </a:lnTo>
                <a:lnTo>
                  <a:pt x="3069" y="4045"/>
                </a:lnTo>
                <a:lnTo>
                  <a:pt x="3068" y="4045"/>
                </a:lnTo>
                <a:lnTo>
                  <a:pt x="3069" y="4045"/>
                </a:lnTo>
                <a:lnTo>
                  <a:pt x="3069" y="4046"/>
                </a:lnTo>
                <a:lnTo>
                  <a:pt x="3068" y="4046"/>
                </a:lnTo>
                <a:lnTo>
                  <a:pt x="3068" y="4047"/>
                </a:lnTo>
                <a:lnTo>
                  <a:pt x="3067" y="4047"/>
                </a:lnTo>
                <a:lnTo>
                  <a:pt x="3067" y="4048"/>
                </a:lnTo>
                <a:lnTo>
                  <a:pt x="3067" y="4049"/>
                </a:lnTo>
                <a:lnTo>
                  <a:pt x="3068" y="4049"/>
                </a:lnTo>
                <a:lnTo>
                  <a:pt x="3067" y="4049"/>
                </a:lnTo>
                <a:lnTo>
                  <a:pt x="3067" y="4050"/>
                </a:lnTo>
                <a:lnTo>
                  <a:pt x="3067" y="4051"/>
                </a:lnTo>
                <a:lnTo>
                  <a:pt x="3066" y="4051"/>
                </a:lnTo>
                <a:lnTo>
                  <a:pt x="3066" y="4050"/>
                </a:lnTo>
                <a:lnTo>
                  <a:pt x="3065" y="4050"/>
                </a:lnTo>
                <a:lnTo>
                  <a:pt x="3064" y="4050"/>
                </a:lnTo>
                <a:lnTo>
                  <a:pt x="3063" y="4050"/>
                </a:lnTo>
                <a:lnTo>
                  <a:pt x="3062" y="4050"/>
                </a:lnTo>
                <a:lnTo>
                  <a:pt x="3062" y="4049"/>
                </a:lnTo>
                <a:lnTo>
                  <a:pt x="3063" y="4049"/>
                </a:lnTo>
                <a:lnTo>
                  <a:pt x="3062" y="4049"/>
                </a:lnTo>
                <a:lnTo>
                  <a:pt x="3061" y="4049"/>
                </a:lnTo>
                <a:lnTo>
                  <a:pt x="3060" y="4049"/>
                </a:lnTo>
                <a:lnTo>
                  <a:pt x="3060" y="4048"/>
                </a:lnTo>
                <a:lnTo>
                  <a:pt x="3059" y="4048"/>
                </a:lnTo>
                <a:lnTo>
                  <a:pt x="3059" y="4049"/>
                </a:lnTo>
                <a:lnTo>
                  <a:pt x="3058" y="4049"/>
                </a:lnTo>
                <a:lnTo>
                  <a:pt x="3058" y="4050"/>
                </a:lnTo>
                <a:lnTo>
                  <a:pt x="3057" y="4050"/>
                </a:lnTo>
                <a:lnTo>
                  <a:pt x="3057" y="4051"/>
                </a:lnTo>
                <a:lnTo>
                  <a:pt x="3056" y="4051"/>
                </a:lnTo>
                <a:lnTo>
                  <a:pt x="3055" y="4051"/>
                </a:lnTo>
                <a:lnTo>
                  <a:pt x="3055" y="4052"/>
                </a:lnTo>
                <a:lnTo>
                  <a:pt x="3054" y="4052"/>
                </a:lnTo>
                <a:lnTo>
                  <a:pt x="3053" y="4052"/>
                </a:lnTo>
                <a:lnTo>
                  <a:pt x="3053" y="4053"/>
                </a:lnTo>
                <a:lnTo>
                  <a:pt x="3052" y="4053"/>
                </a:lnTo>
                <a:lnTo>
                  <a:pt x="3051" y="4053"/>
                </a:lnTo>
                <a:lnTo>
                  <a:pt x="3050" y="4053"/>
                </a:lnTo>
                <a:lnTo>
                  <a:pt x="3051" y="4053"/>
                </a:lnTo>
                <a:lnTo>
                  <a:pt x="3051" y="4052"/>
                </a:lnTo>
                <a:lnTo>
                  <a:pt x="3050" y="4052"/>
                </a:lnTo>
                <a:lnTo>
                  <a:pt x="3050" y="4051"/>
                </a:lnTo>
                <a:lnTo>
                  <a:pt x="3049" y="4051"/>
                </a:lnTo>
                <a:lnTo>
                  <a:pt x="3048" y="4051"/>
                </a:lnTo>
                <a:lnTo>
                  <a:pt x="3047" y="4051"/>
                </a:lnTo>
                <a:lnTo>
                  <a:pt x="3047" y="4052"/>
                </a:lnTo>
                <a:lnTo>
                  <a:pt x="3046" y="4052"/>
                </a:lnTo>
                <a:lnTo>
                  <a:pt x="3046" y="4053"/>
                </a:lnTo>
                <a:lnTo>
                  <a:pt x="3045" y="4053"/>
                </a:lnTo>
                <a:lnTo>
                  <a:pt x="3044" y="4053"/>
                </a:lnTo>
                <a:lnTo>
                  <a:pt x="3044" y="4054"/>
                </a:lnTo>
                <a:lnTo>
                  <a:pt x="3044" y="4055"/>
                </a:lnTo>
                <a:lnTo>
                  <a:pt x="3043" y="4055"/>
                </a:lnTo>
                <a:lnTo>
                  <a:pt x="3043" y="4056"/>
                </a:lnTo>
                <a:lnTo>
                  <a:pt x="3042" y="4056"/>
                </a:lnTo>
                <a:lnTo>
                  <a:pt x="3042" y="4057"/>
                </a:lnTo>
                <a:lnTo>
                  <a:pt x="3041" y="4057"/>
                </a:lnTo>
                <a:lnTo>
                  <a:pt x="3040" y="4057"/>
                </a:lnTo>
                <a:lnTo>
                  <a:pt x="3039" y="4057"/>
                </a:lnTo>
                <a:lnTo>
                  <a:pt x="3039" y="4058"/>
                </a:lnTo>
                <a:lnTo>
                  <a:pt x="3038" y="4058"/>
                </a:lnTo>
                <a:lnTo>
                  <a:pt x="3039" y="4058"/>
                </a:lnTo>
                <a:lnTo>
                  <a:pt x="3038" y="4058"/>
                </a:lnTo>
                <a:lnTo>
                  <a:pt x="3038" y="4059"/>
                </a:lnTo>
                <a:lnTo>
                  <a:pt x="3037" y="4059"/>
                </a:lnTo>
                <a:lnTo>
                  <a:pt x="3037" y="4058"/>
                </a:lnTo>
                <a:lnTo>
                  <a:pt x="3037" y="4059"/>
                </a:lnTo>
                <a:lnTo>
                  <a:pt x="3036" y="4058"/>
                </a:lnTo>
                <a:lnTo>
                  <a:pt x="3036" y="4059"/>
                </a:lnTo>
                <a:lnTo>
                  <a:pt x="3036" y="4058"/>
                </a:lnTo>
                <a:lnTo>
                  <a:pt x="3036" y="4059"/>
                </a:lnTo>
                <a:lnTo>
                  <a:pt x="3035" y="4059"/>
                </a:lnTo>
                <a:lnTo>
                  <a:pt x="3034" y="4059"/>
                </a:lnTo>
                <a:lnTo>
                  <a:pt x="3034" y="4060"/>
                </a:lnTo>
                <a:lnTo>
                  <a:pt x="3034" y="4061"/>
                </a:lnTo>
                <a:lnTo>
                  <a:pt x="3033" y="4061"/>
                </a:lnTo>
                <a:lnTo>
                  <a:pt x="3033" y="4062"/>
                </a:lnTo>
                <a:lnTo>
                  <a:pt x="3033" y="4063"/>
                </a:lnTo>
                <a:lnTo>
                  <a:pt x="3032" y="4063"/>
                </a:lnTo>
                <a:lnTo>
                  <a:pt x="3033" y="4063"/>
                </a:lnTo>
                <a:lnTo>
                  <a:pt x="3033" y="4064"/>
                </a:lnTo>
                <a:lnTo>
                  <a:pt x="3033" y="4065"/>
                </a:lnTo>
                <a:lnTo>
                  <a:pt x="3032" y="4065"/>
                </a:lnTo>
                <a:lnTo>
                  <a:pt x="3031" y="4065"/>
                </a:lnTo>
                <a:lnTo>
                  <a:pt x="3031" y="4064"/>
                </a:lnTo>
                <a:lnTo>
                  <a:pt x="3030" y="4064"/>
                </a:lnTo>
                <a:lnTo>
                  <a:pt x="3030" y="4065"/>
                </a:lnTo>
                <a:lnTo>
                  <a:pt x="3030" y="4064"/>
                </a:lnTo>
                <a:lnTo>
                  <a:pt x="3030" y="4063"/>
                </a:lnTo>
                <a:lnTo>
                  <a:pt x="3029" y="4063"/>
                </a:lnTo>
                <a:lnTo>
                  <a:pt x="3030" y="4063"/>
                </a:lnTo>
                <a:lnTo>
                  <a:pt x="3029" y="4063"/>
                </a:lnTo>
                <a:lnTo>
                  <a:pt x="3030" y="4063"/>
                </a:lnTo>
                <a:lnTo>
                  <a:pt x="3029" y="4063"/>
                </a:lnTo>
                <a:lnTo>
                  <a:pt x="3029" y="4062"/>
                </a:lnTo>
                <a:lnTo>
                  <a:pt x="3028" y="4062"/>
                </a:lnTo>
                <a:lnTo>
                  <a:pt x="3028" y="4061"/>
                </a:lnTo>
                <a:lnTo>
                  <a:pt x="3028" y="4062"/>
                </a:lnTo>
                <a:lnTo>
                  <a:pt x="3027" y="4062"/>
                </a:lnTo>
                <a:lnTo>
                  <a:pt x="3026" y="4062"/>
                </a:lnTo>
                <a:lnTo>
                  <a:pt x="3025" y="4062"/>
                </a:lnTo>
                <a:lnTo>
                  <a:pt x="3025" y="4063"/>
                </a:lnTo>
                <a:lnTo>
                  <a:pt x="3025" y="4064"/>
                </a:lnTo>
                <a:lnTo>
                  <a:pt x="3025" y="4065"/>
                </a:lnTo>
                <a:lnTo>
                  <a:pt x="3024" y="4065"/>
                </a:lnTo>
                <a:lnTo>
                  <a:pt x="3025" y="4065"/>
                </a:lnTo>
                <a:lnTo>
                  <a:pt x="3025" y="4066"/>
                </a:lnTo>
                <a:lnTo>
                  <a:pt x="3025" y="4067"/>
                </a:lnTo>
                <a:lnTo>
                  <a:pt x="3024" y="4067"/>
                </a:lnTo>
                <a:lnTo>
                  <a:pt x="3024" y="4068"/>
                </a:lnTo>
                <a:lnTo>
                  <a:pt x="3024" y="4069"/>
                </a:lnTo>
                <a:lnTo>
                  <a:pt x="3024" y="4068"/>
                </a:lnTo>
                <a:lnTo>
                  <a:pt x="3023" y="4068"/>
                </a:lnTo>
                <a:lnTo>
                  <a:pt x="3023" y="4069"/>
                </a:lnTo>
                <a:lnTo>
                  <a:pt x="3023" y="4068"/>
                </a:lnTo>
                <a:lnTo>
                  <a:pt x="3023" y="4069"/>
                </a:lnTo>
                <a:lnTo>
                  <a:pt x="3022" y="4069"/>
                </a:lnTo>
                <a:lnTo>
                  <a:pt x="3022" y="4068"/>
                </a:lnTo>
                <a:lnTo>
                  <a:pt x="3021" y="4068"/>
                </a:lnTo>
                <a:lnTo>
                  <a:pt x="3021" y="4069"/>
                </a:lnTo>
                <a:lnTo>
                  <a:pt x="3020" y="4069"/>
                </a:lnTo>
                <a:lnTo>
                  <a:pt x="3020" y="4070"/>
                </a:lnTo>
                <a:lnTo>
                  <a:pt x="3020" y="4069"/>
                </a:lnTo>
                <a:lnTo>
                  <a:pt x="3020" y="4070"/>
                </a:lnTo>
                <a:lnTo>
                  <a:pt x="3019" y="4070"/>
                </a:lnTo>
                <a:lnTo>
                  <a:pt x="3018" y="4070"/>
                </a:lnTo>
                <a:lnTo>
                  <a:pt x="3018" y="4071"/>
                </a:lnTo>
                <a:lnTo>
                  <a:pt x="3018" y="4070"/>
                </a:lnTo>
                <a:lnTo>
                  <a:pt x="3017" y="4070"/>
                </a:lnTo>
                <a:lnTo>
                  <a:pt x="3017" y="4069"/>
                </a:lnTo>
                <a:lnTo>
                  <a:pt x="3017" y="4070"/>
                </a:lnTo>
                <a:lnTo>
                  <a:pt x="3016" y="4070"/>
                </a:lnTo>
                <a:lnTo>
                  <a:pt x="3015" y="4070"/>
                </a:lnTo>
                <a:lnTo>
                  <a:pt x="3015" y="4071"/>
                </a:lnTo>
                <a:lnTo>
                  <a:pt x="3015" y="4072"/>
                </a:lnTo>
                <a:lnTo>
                  <a:pt x="3016" y="4072"/>
                </a:lnTo>
                <a:lnTo>
                  <a:pt x="3016" y="4073"/>
                </a:lnTo>
                <a:lnTo>
                  <a:pt x="3016" y="4074"/>
                </a:lnTo>
                <a:lnTo>
                  <a:pt x="3017" y="4074"/>
                </a:lnTo>
                <a:lnTo>
                  <a:pt x="3017" y="4075"/>
                </a:lnTo>
                <a:lnTo>
                  <a:pt x="3016" y="4075"/>
                </a:lnTo>
                <a:lnTo>
                  <a:pt x="3017" y="4076"/>
                </a:lnTo>
                <a:lnTo>
                  <a:pt x="3017" y="4077"/>
                </a:lnTo>
                <a:lnTo>
                  <a:pt x="3017" y="4078"/>
                </a:lnTo>
                <a:lnTo>
                  <a:pt x="3017" y="4079"/>
                </a:lnTo>
                <a:lnTo>
                  <a:pt x="3017" y="4080"/>
                </a:lnTo>
                <a:lnTo>
                  <a:pt x="3018" y="4080"/>
                </a:lnTo>
                <a:lnTo>
                  <a:pt x="3018" y="4081"/>
                </a:lnTo>
                <a:lnTo>
                  <a:pt x="3018" y="4082"/>
                </a:lnTo>
                <a:lnTo>
                  <a:pt x="3019" y="4082"/>
                </a:lnTo>
                <a:lnTo>
                  <a:pt x="3019" y="4083"/>
                </a:lnTo>
                <a:lnTo>
                  <a:pt x="3018" y="4083"/>
                </a:lnTo>
                <a:lnTo>
                  <a:pt x="3019" y="4084"/>
                </a:lnTo>
                <a:lnTo>
                  <a:pt x="3018" y="4084"/>
                </a:lnTo>
                <a:lnTo>
                  <a:pt x="3018" y="4085"/>
                </a:lnTo>
                <a:lnTo>
                  <a:pt x="3019" y="4085"/>
                </a:lnTo>
                <a:lnTo>
                  <a:pt x="3019" y="4086"/>
                </a:lnTo>
                <a:lnTo>
                  <a:pt x="3020" y="4086"/>
                </a:lnTo>
                <a:lnTo>
                  <a:pt x="3019" y="4086"/>
                </a:lnTo>
                <a:lnTo>
                  <a:pt x="3020" y="4086"/>
                </a:lnTo>
                <a:lnTo>
                  <a:pt x="3020" y="4087"/>
                </a:lnTo>
                <a:lnTo>
                  <a:pt x="3020" y="4086"/>
                </a:lnTo>
                <a:lnTo>
                  <a:pt x="3020" y="4087"/>
                </a:lnTo>
                <a:lnTo>
                  <a:pt x="3021" y="4087"/>
                </a:lnTo>
                <a:lnTo>
                  <a:pt x="3022" y="4087"/>
                </a:lnTo>
                <a:lnTo>
                  <a:pt x="3022" y="4088"/>
                </a:lnTo>
                <a:lnTo>
                  <a:pt x="3022" y="4089"/>
                </a:lnTo>
                <a:lnTo>
                  <a:pt x="3023" y="4089"/>
                </a:lnTo>
                <a:lnTo>
                  <a:pt x="3023" y="4090"/>
                </a:lnTo>
                <a:lnTo>
                  <a:pt x="3023" y="4091"/>
                </a:lnTo>
                <a:lnTo>
                  <a:pt x="3022" y="4091"/>
                </a:lnTo>
                <a:lnTo>
                  <a:pt x="3023" y="4091"/>
                </a:lnTo>
                <a:lnTo>
                  <a:pt x="3022" y="4091"/>
                </a:lnTo>
                <a:lnTo>
                  <a:pt x="3023" y="4091"/>
                </a:lnTo>
                <a:lnTo>
                  <a:pt x="3022" y="4092"/>
                </a:lnTo>
                <a:lnTo>
                  <a:pt x="3021" y="4092"/>
                </a:lnTo>
                <a:lnTo>
                  <a:pt x="3021" y="4093"/>
                </a:lnTo>
                <a:lnTo>
                  <a:pt x="3020" y="4093"/>
                </a:lnTo>
                <a:lnTo>
                  <a:pt x="3020" y="4094"/>
                </a:lnTo>
                <a:lnTo>
                  <a:pt x="3020" y="4095"/>
                </a:lnTo>
                <a:lnTo>
                  <a:pt x="3020" y="4094"/>
                </a:lnTo>
                <a:lnTo>
                  <a:pt x="3019" y="4094"/>
                </a:lnTo>
                <a:lnTo>
                  <a:pt x="3018" y="4094"/>
                </a:lnTo>
                <a:lnTo>
                  <a:pt x="3017" y="4094"/>
                </a:lnTo>
                <a:lnTo>
                  <a:pt x="3017" y="4095"/>
                </a:lnTo>
                <a:lnTo>
                  <a:pt x="3016" y="4095"/>
                </a:lnTo>
                <a:lnTo>
                  <a:pt x="3015" y="4095"/>
                </a:lnTo>
                <a:lnTo>
                  <a:pt x="3015" y="4096"/>
                </a:lnTo>
                <a:lnTo>
                  <a:pt x="3014" y="4096"/>
                </a:lnTo>
                <a:lnTo>
                  <a:pt x="3014" y="4097"/>
                </a:lnTo>
                <a:lnTo>
                  <a:pt x="3013" y="4097"/>
                </a:lnTo>
                <a:lnTo>
                  <a:pt x="3013" y="4096"/>
                </a:lnTo>
                <a:lnTo>
                  <a:pt x="3012" y="4096"/>
                </a:lnTo>
                <a:lnTo>
                  <a:pt x="3012" y="4097"/>
                </a:lnTo>
                <a:lnTo>
                  <a:pt x="3011" y="4098"/>
                </a:lnTo>
                <a:lnTo>
                  <a:pt x="3011" y="4099"/>
                </a:lnTo>
                <a:lnTo>
                  <a:pt x="3011" y="4100"/>
                </a:lnTo>
                <a:lnTo>
                  <a:pt x="3011" y="4101"/>
                </a:lnTo>
                <a:lnTo>
                  <a:pt x="3010" y="4101"/>
                </a:lnTo>
                <a:lnTo>
                  <a:pt x="3010" y="4102"/>
                </a:lnTo>
                <a:lnTo>
                  <a:pt x="3010" y="4103"/>
                </a:lnTo>
                <a:lnTo>
                  <a:pt x="3009" y="4103"/>
                </a:lnTo>
                <a:lnTo>
                  <a:pt x="3008" y="4103"/>
                </a:lnTo>
                <a:lnTo>
                  <a:pt x="3007" y="4102"/>
                </a:lnTo>
                <a:lnTo>
                  <a:pt x="3007" y="4103"/>
                </a:lnTo>
                <a:lnTo>
                  <a:pt x="3006" y="4103"/>
                </a:lnTo>
                <a:lnTo>
                  <a:pt x="3006" y="4104"/>
                </a:lnTo>
                <a:lnTo>
                  <a:pt x="3007" y="4104"/>
                </a:lnTo>
                <a:lnTo>
                  <a:pt x="3007" y="4105"/>
                </a:lnTo>
                <a:lnTo>
                  <a:pt x="3007" y="4106"/>
                </a:lnTo>
                <a:lnTo>
                  <a:pt x="3007" y="4107"/>
                </a:lnTo>
                <a:lnTo>
                  <a:pt x="3006" y="4107"/>
                </a:lnTo>
                <a:lnTo>
                  <a:pt x="3005" y="4107"/>
                </a:lnTo>
                <a:lnTo>
                  <a:pt x="3004" y="4107"/>
                </a:lnTo>
                <a:lnTo>
                  <a:pt x="3003" y="4107"/>
                </a:lnTo>
                <a:lnTo>
                  <a:pt x="3003" y="4106"/>
                </a:lnTo>
                <a:lnTo>
                  <a:pt x="3003" y="4107"/>
                </a:lnTo>
                <a:lnTo>
                  <a:pt x="3003" y="4106"/>
                </a:lnTo>
                <a:lnTo>
                  <a:pt x="3003" y="4107"/>
                </a:lnTo>
                <a:lnTo>
                  <a:pt x="3002" y="4107"/>
                </a:lnTo>
                <a:lnTo>
                  <a:pt x="3001" y="4107"/>
                </a:lnTo>
                <a:lnTo>
                  <a:pt x="3001" y="4108"/>
                </a:lnTo>
                <a:lnTo>
                  <a:pt x="3000" y="4107"/>
                </a:lnTo>
                <a:lnTo>
                  <a:pt x="3000" y="4108"/>
                </a:lnTo>
                <a:lnTo>
                  <a:pt x="3000" y="4107"/>
                </a:lnTo>
                <a:lnTo>
                  <a:pt x="2999" y="4107"/>
                </a:lnTo>
                <a:lnTo>
                  <a:pt x="2999" y="4106"/>
                </a:lnTo>
                <a:lnTo>
                  <a:pt x="2998" y="4106"/>
                </a:lnTo>
                <a:lnTo>
                  <a:pt x="2997" y="4106"/>
                </a:lnTo>
                <a:lnTo>
                  <a:pt x="2997" y="4105"/>
                </a:lnTo>
                <a:lnTo>
                  <a:pt x="2996" y="4105"/>
                </a:lnTo>
                <a:lnTo>
                  <a:pt x="2996" y="4106"/>
                </a:lnTo>
                <a:lnTo>
                  <a:pt x="2995" y="4106"/>
                </a:lnTo>
                <a:lnTo>
                  <a:pt x="2995" y="4105"/>
                </a:lnTo>
                <a:lnTo>
                  <a:pt x="2994" y="4105"/>
                </a:lnTo>
                <a:lnTo>
                  <a:pt x="2994" y="4104"/>
                </a:lnTo>
                <a:lnTo>
                  <a:pt x="2993" y="4104"/>
                </a:lnTo>
                <a:lnTo>
                  <a:pt x="2994" y="4104"/>
                </a:lnTo>
                <a:lnTo>
                  <a:pt x="2993" y="4104"/>
                </a:lnTo>
                <a:lnTo>
                  <a:pt x="2993" y="4105"/>
                </a:lnTo>
                <a:lnTo>
                  <a:pt x="2993" y="4106"/>
                </a:lnTo>
                <a:lnTo>
                  <a:pt x="2994" y="4106"/>
                </a:lnTo>
                <a:lnTo>
                  <a:pt x="2994" y="4107"/>
                </a:lnTo>
                <a:lnTo>
                  <a:pt x="2993" y="4107"/>
                </a:lnTo>
                <a:lnTo>
                  <a:pt x="2994" y="4107"/>
                </a:lnTo>
                <a:lnTo>
                  <a:pt x="2993" y="4107"/>
                </a:lnTo>
                <a:lnTo>
                  <a:pt x="2993" y="4108"/>
                </a:lnTo>
                <a:lnTo>
                  <a:pt x="2992" y="4108"/>
                </a:lnTo>
                <a:lnTo>
                  <a:pt x="2992" y="4107"/>
                </a:lnTo>
                <a:lnTo>
                  <a:pt x="2992" y="4108"/>
                </a:lnTo>
                <a:lnTo>
                  <a:pt x="2992" y="4107"/>
                </a:lnTo>
                <a:lnTo>
                  <a:pt x="2991" y="4107"/>
                </a:lnTo>
                <a:lnTo>
                  <a:pt x="2991" y="4108"/>
                </a:lnTo>
                <a:lnTo>
                  <a:pt x="2991" y="4107"/>
                </a:lnTo>
                <a:lnTo>
                  <a:pt x="2991" y="4106"/>
                </a:lnTo>
                <a:lnTo>
                  <a:pt x="2992" y="4106"/>
                </a:lnTo>
                <a:lnTo>
                  <a:pt x="2991" y="4106"/>
                </a:lnTo>
                <a:lnTo>
                  <a:pt x="2992" y="4106"/>
                </a:lnTo>
                <a:lnTo>
                  <a:pt x="2991" y="4106"/>
                </a:lnTo>
                <a:lnTo>
                  <a:pt x="2992" y="4106"/>
                </a:lnTo>
                <a:lnTo>
                  <a:pt x="2991" y="4106"/>
                </a:lnTo>
                <a:lnTo>
                  <a:pt x="2991" y="4105"/>
                </a:lnTo>
                <a:lnTo>
                  <a:pt x="2991" y="4104"/>
                </a:lnTo>
                <a:lnTo>
                  <a:pt x="2990" y="4104"/>
                </a:lnTo>
                <a:lnTo>
                  <a:pt x="2990" y="4103"/>
                </a:lnTo>
                <a:lnTo>
                  <a:pt x="2989" y="4103"/>
                </a:lnTo>
                <a:lnTo>
                  <a:pt x="2988" y="4103"/>
                </a:lnTo>
                <a:lnTo>
                  <a:pt x="2988" y="4104"/>
                </a:lnTo>
                <a:lnTo>
                  <a:pt x="2987" y="4104"/>
                </a:lnTo>
                <a:lnTo>
                  <a:pt x="2986" y="4104"/>
                </a:lnTo>
                <a:lnTo>
                  <a:pt x="2987" y="4104"/>
                </a:lnTo>
                <a:lnTo>
                  <a:pt x="2986" y="4104"/>
                </a:lnTo>
                <a:lnTo>
                  <a:pt x="2986" y="4105"/>
                </a:lnTo>
                <a:lnTo>
                  <a:pt x="2985" y="4105"/>
                </a:lnTo>
                <a:lnTo>
                  <a:pt x="2985" y="4104"/>
                </a:lnTo>
                <a:lnTo>
                  <a:pt x="2985" y="4105"/>
                </a:lnTo>
                <a:lnTo>
                  <a:pt x="2984" y="4105"/>
                </a:lnTo>
                <a:lnTo>
                  <a:pt x="2985" y="4105"/>
                </a:lnTo>
                <a:lnTo>
                  <a:pt x="2985" y="4106"/>
                </a:lnTo>
                <a:lnTo>
                  <a:pt x="2984" y="4106"/>
                </a:lnTo>
                <a:lnTo>
                  <a:pt x="2983" y="4106"/>
                </a:lnTo>
                <a:lnTo>
                  <a:pt x="2983" y="4107"/>
                </a:lnTo>
                <a:lnTo>
                  <a:pt x="2982" y="4107"/>
                </a:lnTo>
                <a:lnTo>
                  <a:pt x="2982" y="4108"/>
                </a:lnTo>
                <a:lnTo>
                  <a:pt x="2982" y="4109"/>
                </a:lnTo>
                <a:lnTo>
                  <a:pt x="2981" y="4109"/>
                </a:lnTo>
                <a:lnTo>
                  <a:pt x="2981" y="4110"/>
                </a:lnTo>
                <a:lnTo>
                  <a:pt x="2981" y="4111"/>
                </a:lnTo>
                <a:lnTo>
                  <a:pt x="2980" y="4111"/>
                </a:lnTo>
                <a:lnTo>
                  <a:pt x="2979" y="4111"/>
                </a:lnTo>
                <a:lnTo>
                  <a:pt x="2979" y="4112"/>
                </a:lnTo>
                <a:lnTo>
                  <a:pt x="2979" y="4113"/>
                </a:lnTo>
                <a:lnTo>
                  <a:pt x="2978" y="4113"/>
                </a:lnTo>
                <a:lnTo>
                  <a:pt x="2978" y="4112"/>
                </a:lnTo>
                <a:lnTo>
                  <a:pt x="2978" y="4113"/>
                </a:lnTo>
                <a:lnTo>
                  <a:pt x="2977" y="4113"/>
                </a:lnTo>
                <a:lnTo>
                  <a:pt x="2977" y="4114"/>
                </a:lnTo>
                <a:lnTo>
                  <a:pt x="2976" y="4114"/>
                </a:lnTo>
                <a:lnTo>
                  <a:pt x="2976" y="4115"/>
                </a:lnTo>
                <a:lnTo>
                  <a:pt x="2975" y="4115"/>
                </a:lnTo>
                <a:lnTo>
                  <a:pt x="2975" y="4116"/>
                </a:lnTo>
                <a:lnTo>
                  <a:pt x="2974" y="4116"/>
                </a:lnTo>
                <a:lnTo>
                  <a:pt x="2973" y="4116"/>
                </a:lnTo>
                <a:lnTo>
                  <a:pt x="2973" y="4117"/>
                </a:lnTo>
                <a:lnTo>
                  <a:pt x="2972" y="4117"/>
                </a:lnTo>
                <a:lnTo>
                  <a:pt x="2971" y="4117"/>
                </a:lnTo>
                <a:lnTo>
                  <a:pt x="2970" y="4117"/>
                </a:lnTo>
                <a:lnTo>
                  <a:pt x="2970" y="4118"/>
                </a:lnTo>
                <a:lnTo>
                  <a:pt x="2969" y="4118"/>
                </a:lnTo>
                <a:lnTo>
                  <a:pt x="2969" y="4119"/>
                </a:lnTo>
                <a:lnTo>
                  <a:pt x="2968" y="4119"/>
                </a:lnTo>
                <a:lnTo>
                  <a:pt x="2968" y="4120"/>
                </a:lnTo>
                <a:lnTo>
                  <a:pt x="2967" y="4120"/>
                </a:lnTo>
                <a:lnTo>
                  <a:pt x="2967" y="4121"/>
                </a:lnTo>
                <a:lnTo>
                  <a:pt x="2968" y="4121"/>
                </a:lnTo>
                <a:lnTo>
                  <a:pt x="2967" y="4121"/>
                </a:lnTo>
                <a:lnTo>
                  <a:pt x="2967" y="4122"/>
                </a:lnTo>
                <a:lnTo>
                  <a:pt x="2966" y="4122"/>
                </a:lnTo>
                <a:lnTo>
                  <a:pt x="2965" y="4122"/>
                </a:lnTo>
                <a:lnTo>
                  <a:pt x="2965" y="4123"/>
                </a:lnTo>
                <a:lnTo>
                  <a:pt x="2964" y="4123"/>
                </a:lnTo>
                <a:lnTo>
                  <a:pt x="2964" y="4124"/>
                </a:lnTo>
                <a:lnTo>
                  <a:pt x="2963" y="4124"/>
                </a:lnTo>
                <a:lnTo>
                  <a:pt x="2963" y="4123"/>
                </a:lnTo>
                <a:lnTo>
                  <a:pt x="2961" y="4123"/>
                </a:lnTo>
                <a:lnTo>
                  <a:pt x="2961" y="4122"/>
                </a:lnTo>
                <a:lnTo>
                  <a:pt x="2960" y="4122"/>
                </a:lnTo>
                <a:lnTo>
                  <a:pt x="2960" y="4121"/>
                </a:lnTo>
                <a:lnTo>
                  <a:pt x="2960" y="4120"/>
                </a:lnTo>
                <a:lnTo>
                  <a:pt x="2959" y="4120"/>
                </a:lnTo>
                <a:lnTo>
                  <a:pt x="2959" y="4119"/>
                </a:lnTo>
                <a:lnTo>
                  <a:pt x="2958" y="4119"/>
                </a:lnTo>
                <a:lnTo>
                  <a:pt x="2958" y="4118"/>
                </a:lnTo>
                <a:lnTo>
                  <a:pt x="2956" y="4118"/>
                </a:lnTo>
                <a:lnTo>
                  <a:pt x="2956" y="4119"/>
                </a:lnTo>
                <a:lnTo>
                  <a:pt x="2955" y="4119"/>
                </a:lnTo>
                <a:lnTo>
                  <a:pt x="2955" y="4118"/>
                </a:lnTo>
                <a:lnTo>
                  <a:pt x="2954" y="4118"/>
                </a:lnTo>
                <a:lnTo>
                  <a:pt x="2953" y="4118"/>
                </a:lnTo>
                <a:lnTo>
                  <a:pt x="2953" y="4117"/>
                </a:lnTo>
                <a:lnTo>
                  <a:pt x="2951" y="4117"/>
                </a:lnTo>
                <a:lnTo>
                  <a:pt x="2951" y="4116"/>
                </a:lnTo>
                <a:lnTo>
                  <a:pt x="2951" y="4115"/>
                </a:lnTo>
                <a:lnTo>
                  <a:pt x="2950" y="4115"/>
                </a:lnTo>
                <a:lnTo>
                  <a:pt x="2950" y="4114"/>
                </a:lnTo>
                <a:lnTo>
                  <a:pt x="2950" y="4113"/>
                </a:lnTo>
                <a:lnTo>
                  <a:pt x="2950" y="4112"/>
                </a:lnTo>
                <a:lnTo>
                  <a:pt x="2950" y="4111"/>
                </a:lnTo>
                <a:lnTo>
                  <a:pt x="2950" y="4110"/>
                </a:lnTo>
                <a:lnTo>
                  <a:pt x="2951" y="4110"/>
                </a:lnTo>
                <a:lnTo>
                  <a:pt x="2951" y="4109"/>
                </a:lnTo>
                <a:lnTo>
                  <a:pt x="2951" y="4108"/>
                </a:lnTo>
                <a:lnTo>
                  <a:pt x="2951" y="4107"/>
                </a:lnTo>
                <a:lnTo>
                  <a:pt x="2951" y="4106"/>
                </a:lnTo>
                <a:lnTo>
                  <a:pt x="2952" y="4106"/>
                </a:lnTo>
                <a:lnTo>
                  <a:pt x="2951" y="4106"/>
                </a:lnTo>
                <a:lnTo>
                  <a:pt x="2951" y="4105"/>
                </a:lnTo>
                <a:lnTo>
                  <a:pt x="2951" y="4104"/>
                </a:lnTo>
                <a:lnTo>
                  <a:pt x="2951" y="4105"/>
                </a:lnTo>
                <a:lnTo>
                  <a:pt x="2951" y="4104"/>
                </a:lnTo>
                <a:lnTo>
                  <a:pt x="2950" y="4104"/>
                </a:lnTo>
                <a:lnTo>
                  <a:pt x="2949" y="4104"/>
                </a:lnTo>
                <a:lnTo>
                  <a:pt x="2949" y="4105"/>
                </a:lnTo>
                <a:lnTo>
                  <a:pt x="2949" y="4104"/>
                </a:lnTo>
                <a:lnTo>
                  <a:pt x="2948" y="4104"/>
                </a:lnTo>
                <a:lnTo>
                  <a:pt x="2948" y="4105"/>
                </a:lnTo>
                <a:lnTo>
                  <a:pt x="2947" y="4105"/>
                </a:lnTo>
                <a:lnTo>
                  <a:pt x="2946" y="4105"/>
                </a:lnTo>
                <a:lnTo>
                  <a:pt x="2946" y="4106"/>
                </a:lnTo>
                <a:lnTo>
                  <a:pt x="2945" y="4106"/>
                </a:lnTo>
                <a:lnTo>
                  <a:pt x="2944" y="4106"/>
                </a:lnTo>
                <a:lnTo>
                  <a:pt x="2943" y="4106"/>
                </a:lnTo>
                <a:lnTo>
                  <a:pt x="2942" y="4106"/>
                </a:lnTo>
                <a:lnTo>
                  <a:pt x="2942" y="4107"/>
                </a:lnTo>
                <a:lnTo>
                  <a:pt x="2942" y="4106"/>
                </a:lnTo>
                <a:lnTo>
                  <a:pt x="2942" y="4107"/>
                </a:lnTo>
                <a:lnTo>
                  <a:pt x="2941" y="4107"/>
                </a:lnTo>
                <a:lnTo>
                  <a:pt x="2941" y="4106"/>
                </a:lnTo>
                <a:lnTo>
                  <a:pt x="2941" y="4107"/>
                </a:lnTo>
                <a:lnTo>
                  <a:pt x="2940" y="4107"/>
                </a:lnTo>
                <a:lnTo>
                  <a:pt x="2939" y="4107"/>
                </a:lnTo>
                <a:lnTo>
                  <a:pt x="2939" y="4108"/>
                </a:lnTo>
                <a:lnTo>
                  <a:pt x="2938" y="4108"/>
                </a:lnTo>
                <a:lnTo>
                  <a:pt x="2937" y="4108"/>
                </a:lnTo>
                <a:lnTo>
                  <a:pt x="2936" y="4108"/>
                </a:lnTo>
                <a:lnTo>
                  <a:pt x="2936" y="4109"/>
                </a:lnTo>
                <a:lnTo>
                  <a:pt x="2935" y="4109"/>
                </a:lnTo>
                <a:lnTo>
                  <a:pt x="2935" y="4108"/>
                </a:lnTo>
                <a:lnTo>
                  <a:pt x="2934" y="4108"/>
                </a:lnTo>
                <a:lnTo>
                  <a:pt x="2933" y="4108"/>
                </a:lnTo>
                <a:lnTo>
                  <a:pt x="2933" y="4109"/>
                </a:lnTo>
                <a:lnTo>
                  <a:pt x="2932" y="4109"/>
                </a:lnTo>
                <a:lnTo>
                  <a:pt x="2931" y="4109"/>
                </a:lnTo>
                <a:lnTo>
                  <a:pt x="2931" y="4110"/>
                </a:lnTo>
                <a:lnTo>
                  <a:pt x="2931" y="4111"/>
                </a:lnTo>
                <a:lnTo>
                  <a:pt x="2930" y="4111"/>
                </a:lnTo>
                <a:lnTo>
                  <a:pt x="2930" y="4112"/>
                </a:lnTo>
                <a:lnTo>
                  <a:pt x="2930" y="4113"/>
                </a:lnTo>
                <a:lnTo>
                  <a:pt x="2929" y="4113"/>
                </a:lnTo>
                <a:lnTo>
                  <a:pt x="2929" y="4114"/>
                </a:lnTo>
                <a:lnTo>
                  <a:pt x="2928" y="4114"/>
                </a:lnTo>
                <a:lnTo>
                  <a:pt x="2929" y="4114"/>
                </a:lnTo>
                <a:lnTo>
                  <a:pt x="2928" y="4114"/>
                </a:lnTo>
                <a:lnTo>
                  <a:pt x="2928" y="4115"/>
                </a:lnTo>
                <a:lnTo>
                  <a:pt x="2927" y="4115"/>
                </a:lnTo>
                <a:lnTo>
                  <a:pt x="2927" y="4116"/>
                </a:lnTo>
                <a:lnTo>
                  <a:pt x="2926" y="4116"/>
                </a:lnTo>
                <a:lnTo>
                  <a:pt x="2926" y="4117"/>
                </a:lnTo>
                <a:lnTo>
                  <a:pt x="2925" y="4117"/>
                </a:lnTo>
                <a:lnTo>
                  <a:pt x="2925" y="4118"/>
                </a:lnTo>
                <a:lnTo>
                  <a:pt x="2924" y="4118"/>
                </a:lnTo>
                <a:lnTo>
                  <a:pt x="2924" y="4119"/>
                </a:lnTo>
                <a:lnTo>
                  <a:pt x="2924" y="4120"/>
                </a:lnTo>
                <a:lnTo>
                  <a:pt x="2923" y="4121"/>
                </a:lnTo>
                <a:lnTo>
                  <a:pt x="2923" y="4122"/>
                </a:lnTo>
                <a:lnTo>
                  <a:pt x="2923" y="4123"/>
                </a:lnTo>
                <a:lnTo>
                  <a:pt x="2922" y="4123"/>
                </a:lnTo>
                <a:lnTo>
                  <a:pt x="2922" y="4124"/>
                </a:lnTo>
                <a:lnTo>
                  <a:pt x="2923" y="4124"/>
                </a:lnTo>
                <a:lnTo>
                  <a:pt x="2924" y="4125"/>
                </a:lnTo>
                <a:lnTo>
                  <a:pt x="2923" y="4125"/>
                </a:lnTo>
                <a:lnTo>
                  <a:pt x="2923" y="4126"/>
                </a:lnTo>
                <a:lnTo>
                  <a:pt x="2923" y="4127"/>
                </a:lnTo>
                <a:lnTo>
                  <a:pt x="2923" y="4128"/>
                </a:lnTo>
                <a:lnTo>
                  <a:pt x="2923" y="4130"/>
                </a:lnTo>
                <a:lnTo>
                  <a:pt x="2922" y="4130"/>
                </a:lnTo>
                <a:lnTo>
                  <a:pt x="2922" y="4131"/>
                </a:lnTo>
                <a:lnTo>
                  <a:pt x="2923" y="4131"/>
                </a:lnTo>
                <a:lnTo>
                  <a:pt x="2922" y="4131"/>
                </a:lnTo>
                <a:lnTo>
                  <a:pt x="2922" y="4132"/>
                </a:lnTo>
                <a:lnTo>
                  <a:pt x="2922" y="4133"/>
                </a:lnTo>
                <a:lnTo>
                  <a:pt x="2922" y="4134"/>
                </a:lnTo>
                <a:lnTo>
                  <a:pt x="2921" y="4134"/>
                </a:lnTo>
                <a:lnTo>
                  <a:pt x="2921" y="4135"/>
                </a:lnTo>
                <a:lnTo>
                  <a:pt x="2921" y="4136"/>
                </a:lnTo>
                <a:lnTo>
                  <a:pt x="2920" y="4136"/>
                </a:lnTo>
                <a:lnTo>
                  <a:pt x="2920" y="4137"/>
                </a:lnTo>
                <a:lnTo>
                  <a:pt x="2921" y="4137"/>
                </a:lnTo>
                <a:lnTo>
                  <a:pt x="2920" y="4137"/>
                </a:lnTo>
                <a:lnTo>
                  <a:pt x="2920" y="4138"/>
                </a:lnTo>
                <a:lnTo>
                  <a:pt x="2920" y="4137"/>
                </a:lnTo>
                <a:lnTo>
                  <a:pt x="2920" y="4138"/>
                </a:lnTo>
                <a:lnTo>
                  <a:pt x="2919" y="4138"/>
                </a:lnTo>
                <a:lnTo>
                  <a:pt x="2920" y="4138"/>
                </a:lnTo>
                <a:lnTo>
                  <a:pt x="2920" y="4139"/>
                </a:lnTo>
                <a:lnTo>
                  <a:pt x="2921" y="4139"/>
                </a:lnTo>
                <a:lnTo>
                  <a:pt x="2920" y="4139"/>
                </a:lnTo>
                <a:lnTo>
                  <a:pt x="2921" y="4139"/>
                </a:lnTo>
                <a:lnTo>
                  <a:pt x="2920" y="4139"/>
                </a:lnTo>
                <a:lnTo>
                  <a:pt x="2920" y="4140"/>
                </a:lnTo>
                <a:lnTo>
                  <a:pt x="2920" y="4139"/>
                </a:lnTo>
                <a:lnTo>
                  <a:pt x="2920" y="4140"/>
                </a:lnTo>
                <a:lnTo>
                  <a:pt x="2920" y="4141"/>
                </a:lnTo>
                <a:lnTo>
                  <a:pt x="2921" y="4141"/>
                </a:lnTo>
                <a:lnTo>
                  <a:pt x="2920" y="4141"/>
                </a:lnTo>
                <a:lnTo>
                  <a:pt x="2920" y="4142"/>
                </a:lnTo>
                <a:lnTo>
                  <a:pt x="2921" y="4142"/>
                </a:lnTo>
                <a:lnTo>
                  <a:pt x="2920" y="4142"/>
                </a:lnTo>
                <a:lnTo>
                  <a:pt x="2919" y="4142"/>
                </a:lnTo>
                <a:lnTo>
                  <a:pt x="2919" y="4143"/>
                </a:lnTo>
                <a:lnTo>
                  <a:pt x="2920" y="4143"/>
                </a:lnTo>
                <a:lnTo>
                  <a:pt x="2920" y="4144"/>
                </a:lnTo>
                <a:lnTo>
                  <a:pt x="2920" y="4145"/>
                </a:lnTo>
                <a:lnTo>
                  <a:pt x="2919" y="4145"/>
                </a:lnTo>
                <a:lnTo>
                  <a:pt x="2918" y="4145"/>
                </a:lnTo>
                <a:lnTo>
                  <a:pt x="2917" y="4146"/>
                </a:lnTo>
                <a:lnTo>
                  <a:pt x="2916" y="4146"/>
                </a:lnTo>
                <a:lnTo>
                  <a:pt x="2916" y="4147"/>
                </a:lnTo>
                <a:lnTo>
                  <a:pt x="2915" y="4146"/>
                </a:lnTo>
                <a:lnTo>
                  <a:pt x="2915" y="4147"/>
                </a:lnTo>
                <a:lnTo>
                  <a:pt x="2914" y="4147"/>
                </a:lnTo>
                <a:lnTo>
                  <a:pt x="2914" y="4146"/>
                </a:lnTo>
                <a:lnTo>
                  <a:pt x="2913" y="4146"/>
                </a:lnTo>
                <a:lnTo>
                  <a:pt x="2913" y="4145"/>
                </a:lnTo>
                <a:lnTo>
                  <a:pt x="2912" y="4145"/>
                </a:lnTo>
                <a:lnTo>
                  <a:pt x="2912" y="4144"/>
                </a:lnTo>
                <a:lnTo>
                  <a:pt x="2911" y="4144"/>
                </a:lnTo>
                <a:lnTo>
                  <a:pt x="2910" y="4143"/>
                </a:lnTo>
                <a:lnTo>
                  <a:pt x="2910" y="4142"/>
                </a:lnTo>
                <a:lnTo>
                  <a:pt x="2909" y="4143"/>
                </a:lnTo>
                <a:lnTo>
                  <a:pt x="2908" y="4143"/>
                </a:lnTo>
                <a:lnTo>
                  <a:pt x="2909" y="4142"/>
                </a:lnTo>
                <a:lnTo>
                  <a:pt x="2908" y="4141"/>
                </a:lnTo>
                <a:lnTo>
                  <a:pt x="2907" y="4140"/>
                </a:lnTo>
                <a:lnTo>
                  <a:pt x="2906" y="4139"/>
                </a:lnTo>
                <a:lnTo>
                  <a:pt x="2906" y="4138"/>
                </a:lnTo>
                <a:lnTo>
                  <a:pt x="2905" y="4138"/>
                </a:lnTo>
                <a:lnTo>
                  <a:pt x="2905" y="4139"/>
                </a:lnTo>
                <a:lnTo>
                  <a:pt x="2904" y="4139"/>
                </a:lnTo>
                <a:lnTo>
                  <a:pt x="2904" y="4138"/>
                </a:lnTo>
                <a:lnTo>
                  <a:pt x="2903" y="4138"/>
                </a:lnTo>
                <a:lnTo>
                  <a:pt x="2903" y="4137"/>
                </a:lnTo>
                <a:lnTo>
                  <a:pt x="2902" y="4136"/>
                </a:lnTo>
                <a:lnTo>
                  <a:pt x="2901" y="4136"/>
                </a:lnTo>
                <a:lnTo>
                  <a:pt x="2901" y="4135"/>
                </a:lnTo>
                <a:lnTo>
                  <a:pt x="2900" y="4135"/>
                </a:lnTo>
                <a:lnTo>
                  <a:pt x="2900" y="4134"/>
                </a:lnTo>
                <a:lnTo>
                  <a:pt x="2899" y="4134"/>
                </a:lnTo>
                <a:lnTo>
                  <a:pt x="2899" y="4133"/>
                </a:lnTo>
                <a:lnTo>
                  <a:pt x="2898" y="4133"/>
                </a:lnTo>
                <a:lnTo>
                  <a:pt x="2898" y="4132"/>
                </a:lnTo>
                <a:lnTo>
                  <a:pt x="2897" y="4132"/>
                </a:lnTo>
                <a:lnTo>
                  <a:pt x="2897" y="4131"/>
                </a:lnTo>
                <a:lnTo>
                  <a:pt x="2897" y="4130"/>
                </a:lnTo>
                <a:lnTo>
                  <a:pt x="2896" y="4130"/>
                </a:lnTo>
                <a:lnTo>
                  <a:pt x="2896" y="4129"/>
                </a:lnTo>
                <a:lnTo>
                  <a:pt x="2895" y="4129"/>
                </a:lnTo>
                <a:lnTo>
                  <a:pt x="2895" y="4128"/>
                </a:lnTo>
                <a:lnTo>
                  <a:pt x="2895" y="4127"/>
                </a:lnTo>
                <a:lnTo>
                  <a:pt x="2894" y="4126"/>
                </a:lnTo>
                <a:lnTo>
                  <a:pt x="2893" y="4126"/>
                </a:lnTo>
                <a:lnTo>
                  <a:pt x="2893" y="4125"/>
                </a:lnTo>
                <a:lnTo>
                  <a:pt x="2892" y="4125"/>
                </a:lnTo>
                <a:lnTo>
                  <a:pt x="2892" y="4124"/>
                </a:lnTo>
                <a:lnTo>
                  <a:pt x="2891" y="4123"/>
                </a:lnTo>
                <a:lnTo>
                  <a:pt x="2890" y="4123"/>
                </a:lnTo>
                <a:lnTo>
                  <a:pt x="2889" y="4123"/>
                </a:lnTo>
                <a:lnTo>
                  <a:pt x="2889" y="4122"/>
                </a:lnTo>
                <a:lnTo>
                  <a:pt x="2888" y="4122"/>
                </a:lnTo>
                <a:lnTo>
                  <a:pt x="2888" y="4121"/>
                </a:lnTo>
                <a:lnTo>
                  <a:pt x="2888" y="4120"/>
                </a:lnTo>
                <a:lnTo>
                  <a:pt x="2887" y="4120"/>
                </a:lnTo>
                <a:lnTo>
                  <a:pt x="2887" y="4119"/>
                </a:lnTo>
                <a:lnTo>
                  <a:pt x="2886" y="4119"/>
                </a:lnTo>
                <a:lnTo>
                  <a:pt x="2886" y="4118"/>
                </a:lnTo>
                <a:lnTo>
                  <a:pt x="2885" y="4118"/>
                </a:lnTo>
                <a:lnTo>
                  <a:pt x="2885" y="4117"/>
                </a:lnTo>
                <a:lnTo>
                  <a:pt x="2884" y="4117"/>
                </a:lnTo>
                <a:lnTo>
                  <a:pt x="2884" y="4116"/>
                </a:lnTo>
                <a:lnTo>
                  <a:pt x="2883" y="4116"/>
                </a:lnTo>
                <a:lnTo>
                  <a:pt x="2882" y="4116"/>
                </a:lnTo>
                <a:lnTo>
                  <a:pt x="2882" y="4115"/>
                </a:lnTo>
                <a:lnTo>
                  <a:pt x="2881" y="4115"/>
                </a:lnTo>
                <a:lnTo>
                  <a:pt x="2881" y="4114"/>
                </a:lnTo>
                <a:lnTo>
                  <a:pt x="2881" y="4113"/>
                </a:lnTo>
                <a:lnTo>
                  <a:pt x="2880" y="4113"/>
                </a:lnTo>
                <a:lnTo>
                  <a:pt x="2879" y="4113"/>
                </a:lnTo>
                <a:lnTo>
                  <a:pt x="2879" y="4111"/>
                </a:lnTo>
                <a:lnTo>
                  <a:pt x="2879" y="4110"/>
                </a:lnTo>
                <a:lnTo>
                  <a:pt x="2878" y="4110"/>
                </a:lnTo>
                <a:lnTo>
                  <a:pt x="2877" y="4110"/>
                </a:lnTo>
                <a:lnTo>
                  <a:pt x="2876" y="4110"/>
                </a:lnTo>
                <a:lnTo>
                  <a:pt x="2876" y="4109"/>
                </a:lnTo>
                <a:lnTo>
                  <a:pt x="2876" y="4110"/>
                </a:lnTo>
                <a:lnTo>
                  <a:pt x="2876" y="4111"/>
                </a:lnTo>
                <a:lnTo>
                  <a:pt x="2875" y="4111"/>
                </a:lnTo>
                <a:lnTo>
                  <a:pt x="2875" y="4110"/>
                </a:lnTo>
                <a:lnTo>
                  <a:pt x="2874" y="4110"/>
                </a:lnTo>
                <a:lnTo>
                  <a:pt x="2874" y="4111"/>
                </a:lnTo>
                <a:lnTo>
                  <a:pt x="2873" y="4111"/>
                </a:lnTo>
                <a:lnTo>
                  <a:pt x="2874" y="4111"/>
                </a:lnTo>
                <a:lnTo>
                  <a:pt x="2874" y="4112"/>
                </a:lnTo>
                <a:lnTo>
                  <a:pt x="2873" y="4112"/>
                </a:lnTo>
                <a:lnTo>
                  <a:pt x="2873" y="4113"/>
                </a:lnTo>
                <a:lnTo>
                  <a:pt x="2872" y="4113"/>
                </a:lnTo>
                <a:lnTo>
                  <a:pt x="2872" y="4114"/>
                </a:lnTo>
                <a:lnTo>
                  <a:pt x="2872" y="4115"/>
                </a:lnTo>
                <a:lnTo>
                  <a:pt x="2871" y="4115"/>
                </a:lnTo>
                <a:lnTo>
                  <a:pt x="2871" y="4116"/>
                </a:lnTo>
                <a:lnTo>
                  <a:pt x="2870" y="4116"/>
                </a:lnTo>
                <a:lnTo>
                  <a:pt x="2870" y="4117"/>
                </a:lnTo>
                <a:lnTo>
                  <a:pt x="2869" y="4117"/>
                </a:lnTo>
                <a:lnTo>
                  <a:pt x="2869" y="4118"/>
                </a:lnTo>
                <a:lnTo>
                  <a:pt x="2868" y="4118"/>
                </a:lnTo>
                <a:lnTo>
                  <a:pt x="2868" y="4119"/>
                </a:lnTo>
                <a:lnTo>
                  <a:pt x="2868" y="4120"/>
                </a:lnTo>
                <a:lnTo>
                  <a:pt x="2867" y="4120"/>
                </a:lnTo>
                <a:lnTo>
                  <a:pt x="2868" y="4120"/>
                </a:lnTo>
                <a:lnTo>
                  <a:pt x="2867" y="4120"/>
                </a:lnTo>
                <a:lnTo>
                  <a:pt x="2867" y="4121"/>
                </a:lnTo>
                <a:lnTo>
                  <a:pt x="2867" y="4122"/>
                </a:lnTo>
                <a:lnTo>
                  <a:pt x="2867" y="4123"/>
                </a:lnTo>
                <a:lnTo>
                  <a:pt x="2867" y="4124"/>
                </a:lnTo>
                <a:lnTo>
                  <a:pt x="2868" y="4124"/>
                </a:lnTo>
                <a:lnTo>
                  <a:pt x="2868" y="4125"/>
                </a:lnTo>
                <a:lnTo>
                  <a:pt x="2869" y="4125"/>
                </a:lnTo>
                <a:lnTo>
                  <a:pt x="2869" y="4126"/>
                </a:lnTo>
                <a:lnTo>
                  <a:pt x="2868" y="4126"/>
                </a:lnTo>
                <a:lnTo>
                  <a:pt x="2869" y="4126"/>
                </a:lnTo>
                <a:lnTo>
                  <a:pt x="2868" y="4126"/>
                </a:lnTo>
                <a:lnTo>
                  <a:pt x="2868" y="4127"/>
                </a:lnTo>
                <a:lnTo>
                  <a:pt x="2868" y="4128"/>
                </a:lnTo>
                <a:lnTo>
                  <a:pt x="2868" y="4129"/>
                </a:lnTo>
                <a:lnTo>
                  <a:pt x="2867" y="4129"/>
                </a:lnTo>
                <a:lnTo>
                  <a:pt x="2866" y="4129"/>
                </a:lnTo>
                <a:lnTo>
                  <a:pt x="2865" y="4129"/>
                </a:lnTo>
                <a:lnTo>
                  <a:pt x="2865" y="4130"/>
                </a:lnTo>
                <a:lnTo>
                  <a:pt x="2865" y="4131"/>
                </a:lnTo>
                <a:lnTo>
                  <a:pt x="2865" y="4132"/>
                </a:lnTo>
                <a:lnTo>
                  <a:pt x="2864" y="4132"/>
                </a:lnTo>
                <a:lnTo>
                  <a:pt x="2865" y="4132"/>
                </a:lnTo>
                <a:lnTo>
                  <a:pt x="2864" y="4132"/>
                </a:lnTo>
                <a:lnTo>
                  <a:pt x="2864" y="4133"/>
                </a:lnTo>
                <a:lnTo>
                  <a:pt x="2863" y="4134"/>
                </a:lnTo>
                <a:lnTo>
                  <a:pt x="2863" y="4135"/>
                </a:lnTo>
                <a:lnTo>
                  <a:pt x="2862" y="4135"/>
                </a:lnTo>
                <a:lnTo>
                  <a:pt x="2862" y="4134"/>
                </a:lnTo>
                <a:lnTo>
                  <a:pt x="2861" y="4134"/>
                </a:lnTo>
                <a:lnTo>
                  <a:pt x="2860" y="4134"/>
                </a:lnTo>
                <a:lnTo>
                  <a:pt x="2860" y="4133"/>
                </a:lnTo>
                <a:lnTo>
                  <a:pt x="2859" y="4132"/>
                </a:lnTo>
                <a:lnTo>
                  <a:pt x="2858" y="4132"/>
                </a:lnTo>
                <a:lnTo>
                  <a:pt x="2857" y="4132"/>
                </a:lnTo>
                <a:lnTo>
                  <a:pt x="2857" y="4131"/>
                </a:lnTo>
                <a:lnTo>
                  <a:pt x="2857" y="4130"/>
                </a:lnTo>
                <a:lnTo>
                  <a:pt x="2856" y="4130"/>
                </a:lnTo>
                <a:lnTo>
                  <a:pt x="2856" y="4129"/>
                </a:lnTo>
                <a:lnTo>
                  <a:pt x="2856" y="4128"/>
                </a:lnTo>
                <a:lnTo>
                  <a:pt x="2855" y="4128"/>
                </a:lnTo>
                <a:lnTo>
                  <a:pt x="2855" y="4127"/>
                </a:lnTo>
                <a:lnTo>
                  <a:pt x="2854" y="4127"/>
                </a:lnTo>
                <a:lnTo>
                  <a:pt x="2854" y="4126"/>
                </a:lnTo>
                <a:lnTo>
                  <a:pt x="2854" y="4125"/>
                </a:lnTo>
                <a:lnTo>
                  <a:pt x="2854" y="4124"/>
                </a:lnTo>
                <a:lnTo>
                  <a:pt x="2854" y="4123"/>
                </a:lnTo>
                <a:lnTo>
                  <a:pt x="2853" y="4123"/>
                </a:lnTo>
                <a:lnTo>
                  <a:pt x="2853" y="4122"/>
                </a:lnTo>
                <a:lnTo>
                  <a:pt x="2852" y="4122"/>
                </a:lnTo>
                <a:lnTo>
                  <a:pt x="2851" y="4122"/>
                </a:lnTo>
                <a:lnTo>
                  <a:pt x="2851" y="4121"/>
                </a:lnTo>
                <a:lnTo>
                  <a:pt x="2851" y="4120"/>
                </a:lnTo>
                <a:lnTo>
                  <a:pt x="2851" y="4119"/>
                </a:lnTo>
                <a:lnTo>
                  <a:pt x="2850" y="4119"/>
                </a:lnTo>
                <a:lnTo>
                  <a:pt x="2851" y="4119"/>
                </a:lnTo>
                <a:lnTo>
                  <a:pt x="2851" y="4118"/>
                </a:lnTo>
                <a:lnTo>
                  <a:pt x="2851" y="4117"/>
                </a:lnTo>
                <a:lnTo>
                  <a:pt x="2850" y="4117"/>
                </a:lnTo>
                <a:lnTo>
                  <a:pt x="2851" y="4117"/>
                </a:lnTo>
                <a:lnTo>
                  <a:pt x="2851" y="4116"/>
                </a:lnTo>
                <a:lnTo>
                  <a:pt x="2852" y="4116"/>
                </a:lnTo>
                <a:lnTo>
                  <a:pt x="2852" y="4115"/>
                </a:lnTo>
                <a:lnTo>
                  <a:pt x="2852" y="4114"/>
                </a:lnTo>
                <a:lnTo>
                  <a:pt x="2852" y="4115"/>
                </a:lnTo>
                <a:lnTo>
                  <a:pt x="2852" y="4114"/>
                </a:lnTo>
                <a:lnTo>
                  <a:pt x="2851" y="4114"/>
                </a:lnTo>
                <a:lnTo>
                  <a:pt x="2850" y="4113"/>
                </a:lnTo>
                <a:lnTo>
                  <a:pt x="2850" y="4114"/>
                </a:lnTo>
                <a:lnTo>
                  <a:pt x="2850" y="4113"/>
                </a:lnTo>
                <a:lnTo>
                  <a:pt x="2849" y="4113"/>
                </a:lnTo>
                <a:lnTo>
                  <a:pt x="2849" y="4112"/>
                </a:lnTo>
                <a:lnTo>
                  <a:pt x="2849" y="4111"/>
                </a:lnTo>
                <a:lnTo>
                  <a:pt x="2848" y="4111"/>
                </a:lnTo>
                <a:lnTo>
                  <a:pt x="2847" y="4111"/>
                </a:lnTo>
                <a:lnTo>
                  <a:pt x="2846" y="4111"/>
                </a:lnTo>
                <a:lnTo>
                  <a:pt x="2846" y="4110"/>
                </a:lnTo>
                <a:lnTo>
                  <a:pt x="2845" y="4110"/>
                </a:lnTo>
                <a:lnTo>
                  <a:pt x="2845" y="4109"/>
                </a:lnTo>
                <a:lnTo>
                  <a:pt x="2844" y="4109"/>
                </a:lnTo>
                <a:lnTo>
                  <a:pt x="2844" y="4108"/>
                </a:lnTo>
                <a:lnTo>
                  <a:pt x="2843" y="4108"/>
                </a:lnTo>
                <a:lnTo>
                  <a:pt x="2842" y="4108"/>
                </a:lnTo>
                <a:lnTo>
                  <a:pt x="2841" y="4108"/>
                </a:lnTo>
                <a:lnTo>
                  <a:pt x="2840" y="4108"/>
                </a:lnTo>
                <a:lnTo>
                  <a:pt x="2840" y="4107"/>
                </a:lnTo>
                <a:lnTo>
                  <a:pt x="2840" y="4108"/>
                </a:lnTo>
                <a:lnTo>
                  <a:pt x="2840" y="4107"/>
                </a:lnTo>
                <a:lnTo>
                  <a:pt x="2839" y="4107"/>
                </a:lnTo>
                <a:lnTo>
                  <a:pt x="2838" y="4107"/>
                </a:lnTo>
                <a:lnTo>
                  <a:pt x="2838" y="4108"/>
                </a:lnTo>
                <a:lnTo>
                  <a:pt x="2838" y="4109"/>
                </a:lnTo>
                <a:lnTo>
                  <a:pt x="2838" y="4110"/>
                </a:lnTo>
                <a:lnTo>
                  <a:pt x="2838" y="4111"/>
                </a:lnTo>
                <a:lnTo>
                  <a:pt x="2837" y="4111"/>
                </a:lnTo>
                <a:lnTo>
                  <a:pt x="2837" y="4112"/>
                </a:lnTo>
                <a:lnTo>
                  <a:pt x="2836" y="4112"/>
                </a:lnTo>
                <a:lnTo>
                  <a:pt x="2836" y="4113"/>
                </a:lnTo>
                <a:lnTo>
                  <a:pt x="2837" y="4113"/>
                </a:lnTo>
                <a:lnTo>
                  <a:pt x="2836" y="4113"/>
                </a:lnTo>
                <a:lnTo>
                  <a:pt x="2836" y="4114"/>
                </a:lnTo>
                <a:lnTo>
                  <a:pt x="2835" y="4114"/>
                </a:lnTo>
                <a:lnTo>
                  <a:pt x="2835" y="4115"/>
                </a:lnTo>
                <a:lnTo>
                  <a:pt x="2834" y="4115"/>
                </a:lnTo>
                <a:lnTo>
                  <a:pt x="2834" y="4116"/>
                </a:lnTo>
                <a:lnTo>
                  <a:pt x="2834" y="4117"/>
                </a:lnTo>
                <a:lnTo>
                  <a:pt x="2833" y="4117"/>
                </a:lnTo>
                <a:lnTo>
                  <a:pt x="2834" y="4117"/>
                </a:lnTo>
                <a:lnTo>
                  <a:pt x="2834" y="4118"/>
                </a:lnTo>
                <a:lnTo>
                  <a:pt x="2834" y="4119"/>
                </a:lnTo>
                <a:lnTo>
                  <a:pt x="2834" y="4120"/>
                </a:lnTo>
                <a:lnTo>
                  <a:pt x="2833" y="4120"/>
                </a:lnTo>
                <a:lnTo>
                  <a:pt x="2833" y="4121"/>
                </a:lnTo>
                <a:lnTo>
                  <a:pt x="2833" y="4122"/>
                </a:lnTo>
                <a:lnTo>
                  <a:pt x="2833" y="4123"/>
                </a:lnTo>
                <a:lnTo>
                  <a:pt x="2832" y="4123"/>
                </a:lnTo>
                <a:lnTo>
                  <a:pt x="2832" y="4124"/>
                </a:lnTo>
                <a:lnTo>
                  <a:pt x="2831" y="4124"/>
                </a:lnTo>
                <a:lnTo>
                  <a:pt x="2830" y="4124"/>
                </a:lnTo>
                <a:lnTo>
                  <a:pt x="2829" y="4124"/>
                </a:lnTo>
                <a:lnTo>
                  <a:pt x="2829" y="4125"/>
                </a:lnTo>
                <a:lnTo>
                  <a:pt x="2828" y="4125"/>
                </a:lnTo>
                <a:lnTo>
                  <a:pt x="2828" y="4126"/>
                </a:lnTo>
                <a:lnTo>
                  <a:pt x="2827" y="4126"/>
                </a:lnTo>
                <a:lnTo>
                  <a:pt x="2827" y="4127"/>
                </a:lnTo>
                <a:lnTo>
                  <a:pt x="2826" y="4127"/>
                </a:lnTo>
                <a:lnTo>
                  <a:pt x="2826" y="4128"/>
                </a:lnTo>
                <a:lnTo>
                  <a:pt x="2826" y="4127"/>
                </a:lnTo>
                <a:lnTo>
                  <a:pt x="2826" y="4128"/>
                </a:lnTo>
                <a:lnTo>
                  <a:pt x="2825" y="4128"/>
                </a:lnTo>
                <a:lnTo>
                  <a:pt x="2825" y="4127"/>
                </a:lnTo>
                <a:lnTo>
                  <a:pt x="2825" y="4128"/>
                </a:lnTo>
                <a:lnTo>
                  <a:pt x="2824" y="4128"/>
                </a:lnTo>
                <a:lnTo>
                  <a:pt x="2824" y="4127"/>
                </a:lnTo>
                <a:lnTo>
                  <a:pt x="2823" y="4127"/>
                </a:lnTo>
                <a:lnTo>
                  <a:pt x="2822" y="4127"/>
                </a:lnTo>
                <a:lnTo>
                  <a:pt x="2822" y="4128"/>
                </a:lnTo>
                <a:lnTo>
                  <a:pt x="2821" y="4128"/>
                </a:lnTo>
                <a:lnTo>
                  <a:pt x="2821" y="4129"/>
                </a:lnTo>
                <a:lnTo>
                  <a:pt x="2821" y="4130"/>
                </a:lnTo>
                <a:lnTo>
                  <a:pt x="2820" y="4130"/>
                </a:lnTo>
                <a:lnTo>
                  <a:pt x="2819" y="4131"/>
                </a:lnTo>
                <a:lnTo>
                  <a:pt x="2819" y="4132"/>
                </a:lnTo>
                <a:lnTo>
                  <a:pt x="2819" y="4133"/>
                </a:lnTo>
                <a:lnTo>
                  <a:pt x="2818" y="4133"/>
                </a:lnTo>
                <a:lnTo>
                  <a:pt x="2818" y="4134"/>
                </a:lnTo>
                <a:lnTo>
                  <a:pt x="2818" y="4135"/>
                </a:lnTo>
                <a:lnTo>
                  <a:pt x="2818" y="4136"/>
                </a:lnTo>
                <a:lnTo>
                  <a:pt x="2819" y="4136"/>
                </a:lnTo>
                <a:lnTo>
                  <a:pt x="2819" y="4137"/>
                </a:lnTo>
                <a:lnTo>
                  <a:pt x="2820" y="4137"/>
                </a:lnTo>
                <a:lnTo>
                  <a:pt x="2820" y="4138"/>
                </a:lnTo>
                <a:lnTo>
                  <a:pt x="2821" y="4138"/>
                </a:lnTo>
                <a:lnTo>
                  <a:pt x="2821" y="4139"/>
                </a:lnTo>
                <a:lnTo>
                  <a:pt x="2820" y="4139"/>
                </a:lnTo>
                <a:lnTo>
                  <a:pt x="2820" y="4140"/>
                </a:lnTo>
                <a:lnTo>
                  <a:pt x="2819" y="4140"/>
                </a:lnTo>
                <a:lnTo>
                  <a:pt x="2818" y="4140"/>
                </a:lnTo>
                <a:lnTo>
                  <a:pt x="2818" y="4141"/>
                </a:lnTo>
                <a:lnTo>
                  <a:pt x="2817" y="4141"/>
                </a:lnTo>
                <a:lnTo>
                  <a:pt x="2816" y="4141"/>
                </a:lnTo>
                <a:lnTo>
                  <a:pt x="2815" y="4141"/>
                </a:lnTo>
                <a:lnTo>
                  <a:pt x="2815" y="4142"/>
                </a:lnTo>
                <a:lnTo>
                  <a:pt x="2814" y="4142"/>
                </a:lnTo>
                <a:lnTo>
                  <a:pt x="2814" y="4143"/>
                </a:lnTo>
                <a:lnTo>
                  <a:pt x="2813" y="4143"/>
                </a:lnTo>
                <a:lnTo>
                  <a:pt x="2813" y="4144"/>
                </a:lnTo>
                <a:lnTo>
                  <a:pt x="2812" y="4144"/>
                </a:lnTo>
                <a:lnTo>
                  <a:pt x="2810" y="4144"/>
                </a:lnTo>
                <a:lnTo>
                  <a:pt x="2809" y="4144"/>
                </a:lnTo>
                <a:lnTo>
                  <a:pt x="2809" y="4145"/>
                </a:lnTo>
                <a:lnTo>
                  <a:pt x="2808" y="4145"/>
                </a:lnTo>
                <a:lnTo>
                  <a:pt x="2808" y="4146"/>
                </a:lnTo>
                <a:lnTo>
                  <a:pt x="2808" y="4147"/>
                </a:lnTo>
                <a:lnTo>
                  <a:pt x="2807" y="4147"/>
                </a:lnTo>
                <a:lnTo>
                  <a:pt x="2807" y="4148"/>
                </a:lnTo>
                <a:lnTo>
                  <a:pt x="2808" y="4148"/>
                </a:lnTo>
                <a:lnTo>
                  <a:pt x="2807" y="4148"/>
                </a:lnTo>
                <a:lnTo>
                  <a:pt x="2807" y="4149"/>
                </a:lnTo>
                <a:lnTo>
                  <a:pt x="2808" y="4149"/>
                </a:lnTo>
                <a:lnTo>
                  <a:pt x="2808" y="4150"/>
                </a:lnTo>
                <a:lnTo>
                  <a:pt x="2808" y="4151"/>
                </a:lnTo>
                <a:lnTo>
                  <a:pt x="2808" y="4152"/>
                </a:lnTo>
                <a:lnTo>
                  <a:pt x="2807" y="4152"/>
                </a:lnTo>
                <a:lnTo>
                  <a:pt x="2806" y="4152"/>
                </a:lnTo>
                <a:lnTo>
                  <a:pt x="2805" y="4152"/>
                </a:lnTo>
                <a:lnTo>
                  <a:pt x="2805" y="4153"/>
                </a:lnTo>
                <a:lnTo>
                  <a:pt x="2804" y="4153"/>
                </a:lnTo>
                <a:lnTo>
                  <a:pt x="2803" y="4153"/>
                </a:lnTo>
                <a:lnTo>
                  <a:pt x="2802" y="4153"/>
                </a:lnTo>
                <a:lnTo>
                  <a:pt x="2802" y="4152"/>
                </a:lnTo>
                <a:lnTo>
                  <a:pt x="2801" y="4152"/>
                </a:lnTo>
                <a:lnTo>
                  <a:pt x="2800" y="4152"/>
                </a:lnTo>
                <a:lnTo>
                  <a:pt x="2800" y="4151"/>
                </a:lnTo>
                <a:lnTo>
                  <a:pt x="2800" y="4150"/>
                </a:lnTo>
                <a:lnTo>
                  <a:pt x="2800" y="4151"/>
                </a:lnTo>
                <a:lnTo>
                  <a:pt x="2799" y="4151"/>
                </a:lnTo>
                <a:lnTo>
                  <a:pt x="2799" y="4150"/>
                </a:lnTo>
                <a:lnTo>
                  <a:pt x="2798" y="4150"/>
                </a:lnTo>
                <a:lnTo>
                  <a:pt x="2797" y="4150"/>
                </a:lnTo>
                <a:lnTo>
                  <a:pt x="2798" y="4150"/>
                </a:lnTo>
                <a:lnTo>
                  <a:pt x="2798" y="4149"/>
                </a:lnTo>
                <a:lnTo>
                  <a:pt x="2797" y="4149"/>
                </a:lnTo>
                <a:lnTo>
                  <a:pt x="2797" y="4148"/>
                </a:lnTo>
                <a:lnTo>
                  <a:pt x="2796" y="4148"/>
                </a:lnTo>
                <a:lnTo>
                  <a:pt x="2795" y="4148"/>
                </a:lnTo>
                <a:lnTo>
                  <a:pt x="2794" y="4148"/>
                </a:lnTo>
                <a:lnTo>
                  <a:pt x="2794" y="4147"/>
                </a:lnTo>
                <a:lnTo>
                  <a:pt x="2793" y="4147"/>
                </a:lnTo>
                <a:lnTo>
                  <a:pt x="2793" y="4148"/>
                </a:lnTo>
                <a:lnTo>
                  <a:pt x="2792" y="4148"/>
                </a:lnTo>
                <a:lnTo>
                  <a:pt x="2792" y="4147"/>
                </a:lnTo>
                <a:lnTo>
                  <a:pt x="2791" y="4147"/>
                </a:lnTo>
                <a:lnTo>
                  <a:pt x="2790" y="4147"/>
                </a:lnTo>
                <a:lnTo>
                  <a:pt x="2790" y="4146"/>
                </a:lnTo>
                <a:lnTo>
                  <a:pt x="2789" y="4146"/>
                </a:lnTo>
                <a:lnTo>
                  <a:pt x="2789" y="4145"/>
                </a:lnTo>
                <a:lnTo>
                  <a:pt x="2789" y="4144"/>
                </a:lnTo>
                <a:lnTo>
                  <a:pt x="2789" y="4145"/>
                </a:lnTo>
                <a:lnTo>
                  <a:pt x="2789" y="4144"/>
                </a:lnTo>
                <a:lnTo>
                  <a:pt x="2788" y="4144"/>
                </a:lnTo>
                <a:lnTo>
                  <a:pt x="2788" y="4143"/>
                </a:lnTo>
                <a:lnTo>
                  <a:pt x="2788" y="4142"/>
                </a:lnTo>
                <a:lnTo>
                  <a:pt x="2787" y="4142"/>
                </a:lnTo>
                <a:lnTo>
                  <a:pt x="2787" y="4141"/>
                </a:lnTo>
                <a:lnTo>
                  <a:pt x="2786" y="4141"/>
                </a:lnTo>
                <a:lnTo>
                  <a:pt x="2785" y="4141"/>
                </a:lnTo>
                <a:lnTo>
                  <a:pt x="2786" y="4141"/>
                </a:lnTo>
                <a:lnTo>
                  <a:pt x="2786" y="4140"/>
                </a:lnTo>
                <a:lnTo>
                  <a:pt x="2786" y="4139"/>
                </a:lnTo>
                <a:lnTo>
                  <a:pt x="2785" y="4139"/>
                </a:lnTo>
                <a:lnTo>
                  <a:pt x="2785" y="4138"/>
                </a:lnTo>
                <a:lnTo>
                  <a:pt x="2784" y="4138"/>
                </a:lnTo>
                <a:lnTo>
                  <a:pt x="2785" y="4138"/>
                </a:lnTo>
                <a:lnTo>
                  <a:pt x="2785" y="4137"/>
                </a:lnTo>
                <a:lnTo>
                  <a:pt x="2784" y="4137"/>
                </a:lnTo>
                <a:lnTo>
                  <a:pt x="2784" y="4136"/>
                </a:lnTo>
                <a:lnTo>
                  <a:pt x="2783" y="4136"/>
                </a:lnTo>
                <a:lnTo>
                  <a:pt x="2784" y="4136"/>
                </a:lnTo>
                <a:lnTo>
                  <a:pt x="2784" y="4135"/>
                </a:lnTo>
                <a:lnTo>
                  <a:pt x="2783" y="4135"/>
                </a:lnTo>
                <a:lnTo>
                  <a:pt x="2784" y="4135"/>
                </a:lnTo>
                <a:lnTo>
                  <a:pt x="2784" y="4134"/>
                </a:lnTo>
                <a:lnTo>
                  <a:pt x="2784" y="4133"/>
                </a:lnTo>
                <a:lnTo>
                  <a:pt x="2783" y="4133"/>
                </a:lnTo>
                <a:lnTo>
                  <a:pt x="2783" y="4132"/>
                </a:lnTo>
                <a:lnTo>
                  <a:pt x="2782" y="4132"/>
                </a:lnTo>
                <a:lnTo>
                  <a:pt x="2783" y="4132"/>
                </a:lnTo>
                <a:lnTo>
                  <a:pt x="2782" y="4132"/>
                </a:lnTo>
                <a:lnTo>
                  <a:pt x="2782" y="4131"/>
                </a:lnTo>
                <a:lnTo>
                  <a:pt x="2782" y="4132"/>
                </a:lnTo>
                <a:lnTo>
                  <a:pt x="2782" y="4131"/>
                </a:lnTo>
                <a:lnTo>
                  <a:pt x="2781" y="4131"/>
                </a:lnTo>
                <a:lnTo>
                  <a:pt x="2780" y="4131"/>
                </a:lnTo>
                <a:lnTo>
                  <a:pt x="2780" y="4130"/>
                </a:lnTo>
                <a:lnTo>
                  <a:pt x="2779" y="4130"/>
                </a:lnTo>
                <a:lnTo>
                  <a:pt x="2779" y="4129"/>
                </a:lnTo>
                <a:lnTo>
                  <a:pt x="2778" y="4129"/>
                </a:lnTo>
                <a:lnTo>
                  <a:pt x="2777" y="4129"/>
                </a:lnTo>
                <a:lnTo>
                  <a:pt x="2777" y="4130"/>
                </a:lnTo>
                <a:lnTo>
                  <a:pt x="2776" y="4130"/>
                </a:lnTo>
                <a:lnTo>
                  <a:pt x="2776" y="4129"/>
                </a:lnTo>
                <a:lnTo>
                  <a:pt x="2775" y="4130"/>
                </a:lnTo>
                <a:lnTo>
                  <a:pt x="2775" y="4129"/>
                </a:lnTo>
                <a:lnTo>
                  <a:pt x="2774" y="4129"/>
                </a:lnTo>
                <a:lnTo>
                  <a:pt x="2773" y="4129"/>
                </a:lnTo>
                <a:lnTo>
                  <a:pt x="2773" y="4128"/>
                </a:lnTo>
                <a:lnTo>
                  <a:pt x="2773" y="4127"/>
                </a:lnTo>
                <a:lnTo>
                  <a:pt x="2774" y="4127"/>
                </a:lnTo>
                <a:lnTo>
                  <a:pt x="2773" y="4127"/>
                </a:lnTo>
                <a:lnTo>
                  <a:pt x="2773" y="4126"/>
                </a:lnTo>
                <a:lnTo>
                  <a:pt x="2773" y="4127"/>
                </a:lnTo>
                <a:lnTo>
                  <a:pt x="2773" y="4126"/>
                </a:lnTo>
                <a:lnTo>
                  <a:pt x="2772" y="4126"/>
                </a:lnTo>
                <a:lnTo>
                  <a:pt x="2771" y="4126"/>
                </a:lnTo>
                <a:lnTo>
                  <a:pt x="2770" y="4126"/>
                </a:lnTo>
                <a:lnTo>
                  <a:pt x="2770" y="4125"/>
                </a:lnTo>
                <a:lnTo>
                  <a:pt x="2770" y="4124"/>
                </a:lnTo>
                <a:lnTo>
                  <a:pt x="2769" y="4124"/>
                </a:lnTo>
                <a:lnTo>
                  <a:pt x="2768" y="4124"/>
                </a:lnTo>
                <a:lnTo>
                  <a:pt x="2767" y="4124"/>
                </a:lnTo>
                <a:lnTo>
                  <a:pt x="2767" y="4123"/>
                </a:lnTo>
                <a:lnTo>
                  <a:pt x="2766" y="4123"/>
                </a:lnTo>
                <a:lnTo>
                  <a:pt x="2766" y="4122"/>
                </a:lnTo>
                <a:lnTo>
                  <a:pt x="2765" y="4122"/>
                </a:lnTo>
                <a:lnTo>
                  <a:pt x="2764" y="4122"/>
                </a:lnTo>
                <a:lnTo>
                  <a:pt x="2764" y="4121"/>
                </a:lnTo>
                <a:lnTo>
                  <a:pt x="2764" y="4120"/>
                </a:lnTo>
                <a:lnTo>
                  <a:pt x="2763" y="4120"/>
                </a:lnTo>
                <a:lnTo>
                  <a:pt x="2763" y="4119"/>
                </a:lnTo>
                <a:lnTo>
                  <a:pt x="2762" y="4119"/>
                </a:lnTo>
                <a:lnTo>
                  <a:pt x="2761" y="4119"/>
                </a:lnTo>
                <a:lnTo>
                  <a:pt x="2761" y="4120"/>
                </a:lnTo>
                <a:lnTo>
                  <a:pt x="2761" y="4119"/>
                </a:lnTo>
                <a:lnTo>
                  <a:pt x="2761" y="4120"/>
                </a:lnTo>
                <a:lnTo>
                  <a:pt x="2760" y="4120"/>
                </a:lnTo>
                <a:lnTo>
                  <a:pt x="2759" y="4120"/>
                </a:lnTo>
                <a:lnTo>
                  <a:pt x="2758" y="4120"/>
                </a:lnTo>
                <a:lnTo>
                  <a:pt x="2758" y="4121"/>
                </a:lnTo>
                <a:lnTo>
                  <a:pt x="2758" y="4120"/>
                </a:lnTo>
                <a:lnTo>
                  <a:pt x="2757" y="4120"/>
                </a:lnTo>
                <a:lnTo>
                  <a:pt x="2757" y="4119"/>
                </a:lnTo>
                <a:lnTo>
                  <a:pt x="2756" y="4119"/>
                </a:lnTo>
                <a:lnTo>
                  <a:pt x="2756" y="4118"/>
                </a:lnTo>
                <a:lnTo>
                  <a:pt x="2755" y="4118"/>
                </a:lnTo>
                <a:lnTo>
                  <a:pt x="2755" y="4117"/>
                </a:lnTo>
                <a:lnTo>
                  <a:pt x="2754" y="4117"/>
                </a:lnTo>
                <a:lnTo>
                  <a:pt x="2754" y="4116"/>
                </a:lnTo>
                <a:lnTo>
                  <a:pt x="2753" y="4116"/>
                </a:lnTo>
                <a:lnTo>
                  <a:pt x="2753" y="4115"/>
                </a:lnTo>
                <a:lnTo>
                  <a:pt x="2752" y="4115"/>
                </a:lnTo>
                <a:lnTo>
                  <a:pt x="2751" y="4115"/>
                </a:lnTo>
                <a:lnTo>
                  <a:pt x="2751" y="4116"/>
                </a:lnTo>
                <a:lnTo>
                  <a:pt x="2750" y="4116"/>
                </a:lnTo>
                <a:lnTo>
                  <a:pt x="2750" y="4117"/>
                </a:lnTo>
                <a:lnTo>
                  <a:pt x="2750" y="4118"/>
                </a:lnTo>
                <a:lnTo>
                  <a:pt x="2749" y="4118"/>
                </a:lnTo>
                <a:lnTo>
                  <a:pt x="2748" y="4118"/>
                </a:lnTo>
                <a:lnTo>
                  <a:pt x="2748" y="4117"/>
                </a:lnTo>
                <a:lnTo>
                  <a:pt x="2747" y="4117"/>
                </a:lnTo>
                <a:lnTo>
                  <a:pt x="2747" y="4116"/>
                </a:lnTo>
                <a:lnTo>
                  <a:pt x="2747" y="4115"/>
                </a:lnTo>
                <a:lnTo>
                  <a:pt x="2746" y="4115"/>
                </a:lnTo>
                <a:lnTo>
                  <a:pt x="2745" y="4115"/>
                </a:lnTo>
                <a:lnTo>
                  <a:pt x="2746" y="4115"/>
                </a:lnTo>
                <a:lnTo>
                  <a:pt x="2746" y="4114"/>
                </a:lnTo>
                <a:lnTo>
                  <a:pt x="2745" y="4114"/>
                </a:lnTo>
                <a:lnTo>
                  <a:pt x="2745" y="4113"/>
                </a:lnTo>
                <a:lnTo>
                  <a:pt x="2744" y="4113"/>
                </a:lnTo>
                <a:lnTo>
                  <a:pt x="2744" y="4112"/>
                </a:lnTo>
                <a:lnTo>
                  <a:pt x="2744" y="4111"/>
                </a:lnTo>
                <a:lnTo>
                  <a:pt x="2743" y="4111"/>
                </a:lnTo>
                <a:lnTo>
                  <a:pt x="2742" y="4111"/>
                </a:lnTo>
                <a:lnTo>
                  <a:pt x="2742" y="4110"/>
                </a:lnTo>
                <a:lnTo>
                  <a:pt x="2741" y="4110"/>
                </a:lnTo>
                <a:lnTo>
                  <a:pt x="2741" y="4109"/>
                </a:lnTo>
                <a:lnTo>
                  <a:pt x="2740" y="4109"/>
                </a:lnTo>
                <a:lnTo>
                  <a:pt x="2739" y="4109"/>
                </a:lnTo>
                <a:lnTo>
                  <a:pt x="2738" y="4109"/>
                </a:lnTo>
                <a:lnTo>
                  <a:pt x="2737" y="4109"/>
                </a:lnTo>
                <a:lnTo>
                  <a:pt x="2737" y="4110"/>
                </a:lnTo>
                <a:lnTo>
                  <a:pt x="2736" y="4110"/>
                </a:lnTo>
                <a:lnTo>
                  <a:pt x="2735" y="4110"/>
                </a:lnTo>
                <a:lnTo>
                  <a:pt x="2735" y="4111"/>
                </a:lnTo>
                <a:lnTo>
                  <a:pt x="2734" y="4111"/>
                </a:lnTo>
                <a:lnTo>
                  <a:pt x="2734" y="4112"/>
                </a:lnTo>
                <a:lnTo>
                  <a:pt x="2734" y="4113"/>
                </a:lnTo>
                <a:lnTo>
                  <a:pt x="2734" y="4114"/>
                </a:lnTo>
                <a:lnTo>
                  <a:pt x="2734" y="4115"/>
                </a:lnTo>
                <a:lnTo>
                  <a:pt x="2733" y="4115"/>
                </a:lnTo>
                <a:lnTo>
                  <a:pt x="2733" y="4116"/>
                </a:lnTo>
                <a:lnTo>
                  <a:pt x="2732" y="4116"/>
                </a:lnTo>
                <a:lnTo>
                  <a:pt x="2732" y="4117"/>
                </a:lnTo>
                <a:lnTo>
                  <a:pt x="2732" y="4118"/>
                </a:lnTo>
                <a:lnTo>
                  <a:pt x="2732" y="4119"/>
                </a:lnTo>
                <a:lnTo>
                  <a:pt x="2731" y="4119"/>
                </a:lnTo>
                <a:lnTo>
                  <a:pt x="2730" y="4119"/>
                </a:lnTo>
                <a:lnTo>
                  <a:pt x="2730" y="4120"/>
                </a:lnTo>
                <a:lnTo>
                  <a:pt x="2729" y="4120"/>
                </a:lnTo>
                <a:lnTo>
                  <a:pt x="2729" y="4121"/>
                </a:lnTo>
                <a:lnTo>
                  <a:pt x="2728" y="4121"/>
                </a:lnTo>
                <a:lnTo>
                  <a:pt x="2728" y="4120"/>
                </a:lnTo>
                <a:lnTo>
                  <a:pt x="2728" y="4121"/>
                </a:lnTo>
                <a:lnTo>
                  <a:pt x="2728" y="4120"/>
                </a:lnTo>
                <a:lnTo>
                  <a:pt x="2727" y="4120"/>
                </a:lnTo>
                <a:lnTo>
                  <a:pt x="2726" y="4120"/>
                </a:lnTo>
                <a:lnTo>
                  <a:pt x="2725" y="4120"/>
                </a:lnTo>
                <a:lnTo>
                  <a:pt x="2725" y="4121"/>
                </a:lnTo>
                <a:lnTo>
                  <a:pt x="2725" y="4122"/>
                </a:lnTo>
                <a:lnTo>
                  <a:pt x="2726" y="4122"/>
                </a:lnTo>
                <a:lnTo>
                  <a:pt x="2726" y="4123"/>
                </a:lnTo>
                <a:lnTo>
                  <a:pt x="2727" y="4124"/>
                </a:lnTo>
                <a:lnTo>
                  <a:pt x="2727" y="4125"/>
                </a:lnTo>
                <a:lnTo>
                  <a:pt x="2727" y="4126"/>
                </a:lnTo>
                <a:lnTo>
                  <a:pt x="2728" y="4126"/>
                </a:lnTo>
                <a:lnTo>
                  <a:pt x="2729" y="4126"/>
                </a:lnTo>
                <a:lnTo>
                  <a:pt x="2729" y="4127"/>
                </a:lnTo>
                <a:lnTo>
                  <a:pt x="2728" y="4127"/>
                </a:lnTo>
                <a:lnTo>
                  <a:pt x="2727" y="4127"/>
                </a:lnTo>
                <a:lnTo>
                  <a:pt x="2727" y="4128"/>
                </a:lnTo>
                <a:lnTo>
                  <a:pt x="2726" y="4128"/>
                </a:lnTo>
                <a:lnTo>
                  <a:pt x="2726" y="4129"/>
                </a:lnTo>
                <a:lnTo>
                  <a:pt x="2726" y="4130"/>
                </a:lnTo>
                <a:lnTo>
                  <a:pt x="2725" y="4130"/>
                </a:lnTo>
                <a:lnTo>
                  <a:pt x="2725" y="4131"/>
                </a:lnTo>
                <a:lnTo>
                  <a:pt x="2724" y="4131"/>
                </a:lnTo>
                <a:lnTo>
                  <a:pt x="2724" y="4132"/>
                </a:lnTo>
                <a:lnTo>
                  <a:pt x="2723" y="4132"/>
                </a:lnTo>
                <a:lnTo>
                  <a:pt x="2722" y="4132"/>
                </a:lnTo>
                <a:lnTo>
                  <a:pt x="2721" y="4132"/>
                </a:lnTo>
                <a:lnTo>
                  <a:pt x="2721" y="4133"/>
                </a:lnTo>
                <a:lnTo>
                  <a:pt x="2721" y="4132"/>
                </a:lnTo>
                <a:lnTo>
                  <a:pt x="2721" y="4133"/>
                </a:lnTo>
                <a:lnTo>
                  <a:pt x="2721" y="4134"/>
                </a:lnTo>
                <a:lnTo>
                  <a:pt x="2721" y="4135"/>
                </a:lnTo>
                <a:lnTo>
                  <a:pt x="2722" y="4135"/>
                </a:lnTo>
                <a:lnTo>
                  <a:pt x="2721" y="4135"/>
                </a:lnTo>
                <a:lnTo>
                  <a:pt x="2721" y="4136"/>
                </a:lnTo>
                <a:lnTo>
                  <a:pt x="2720" y="4136"/>
                </a:lnTo>
                <a:lnTo>
                  <a:pt x="2719" y="4136"/>
                </a:lnTo>
                <a:lnTo>
                  <a:pt x="2718" y="4136"/>
                </a:lnTo>
                <a:lnTo>
                  <a:pt x="2717" y="4137"/>
                </a:lnTo>
                <a:lnTo>
                  <a:pt x="2718" y="4137"/>
                </a:lnTo>
                <a:lnTo>
                  <a:pt x="2717" y="4137"/>
                </a:lnTo>
                <a:lnTo>
                  <a:pt x="2718" y="4137"/>
                </a:lnTo>
                <a:lnTo>
                  <a:pt x="2717" y="4137"/>
                </a:lnTo>
                <a:lnTo>
                  <a:pt x="2717" y="4138"/>
                </a:lnTo>
                <a:lnTo>
                  <a:pt x="2718" y="4138"/>
                </a:lnTo>
                <a:lnTo>
                  <a:pt x="2717" y="4138"/>
                </a:lnTo>
                <a:lnTo>
                  <a:pt x="2716" y="4138"/>
                </a:lnTo>
                <a:lnTo>
                  <a:pt x="2716" y="4139"/>
                </a:lnTo>
                <a:lnTo>
                  <a:pt x="2715" y="4139"/>
                </a:lnTo>
                <a:lnTo>
                  <a:pt x="2715" y="4140"/>
                </a:lnTo>
                <a:lnTo>
                  <a:pt x="2715" y="4141"/>
                </a:lnTo>
                <a:lnTo>
                  <a:pt x="2714" y="4141"/>
                </a:lnTo>
                <a:lnTo>
                  <a:pt x="2714" y="4142"/>
                </a:lnTo>
                <a:lnTo>
                  <a:pt x="2713" y="4143"/>
                </a:lnTo>
                <a:lnTo>
                  <a:pt x="2712" y="4143"/>
                </a:lnTo>
                <a:lnTo>
                  <a:pt x="2712" y="4144"/>
                </a:lnTo>
                <a:lnTo>
                  <a:pt x="2712" y="4145"/>
                </a:lnTo>
                <a:lnTo>
                  <a:pt x="2712" y="4146"/>
                </a:lnTo>
                <a:lnTo>
                  <a:pt x="2711" y="4146"/>
                </a:lnTo>
                <a:lnTo>
                  <a:pt x="2710" y="4146"/>
                </a:lnTo>
                <a:lnTo>
                  <a:pt x="2710" y="4147"/>
                </a:lnTo>
                <a:lnTo>
                  <a:pt x="2710" y="4148"/>
                </a:lnTo>
                <a:lnTo>
                  <a:pt x="2709" y="4148"/>
                </a:lnTo>
                <a:lnTo>
                  <a:pt x="2708" y="4148"/>
                </a:lnTo>
                <a:lnTo>
                  <a:pt x="2708" y="4149"/>
                </a:lnTo>
                <a:lnTo>
                  <a:pt x="2709" y="4149"/>
                </a:lnTo>
                <a:lnTo>
                  <a:pt x="2709" y="4150"/>
                </a:lnTo>
                <a:lnTo>
                  <a:pt x="2709" y="4151"/>
                </a:lnTo>
                <a:lnTo>
                  <a:pt x="2710" y="4151"/>
                </a:lnTo>
                <a:lnTo>
                  <a:pt x="2710" y="4152"/>
                </a:lnTo>
                <a:lnTo>
                  <a:pt x="2710" y="4153"/>
                </a:lnTo>
                <a:lnTo>
                  <a:pt x="2711" y="4153"/>
                </a:lnTo>
                <a:lnTo>
                  <a:pt x="2710" y="4153"/>
                </a:lnTo>
                <a:lnTo>
                  <a:pt x="2710" y="4154"/>
                </a:lnTo>
                <a:lnTo>
                  <a:pt x="2710" y="4155"/>
                </a:lnTo>
                <a:lnTo>
                  <a:pt x="2710" y="4154"/>
                </a:lnTo>
                <a:lnTo>
                  <a:pt x="2709" y="4154"/>
                </a:lnTo>
                <a:lnTo>
                  <a:pt x="2708" y="4154"/>
                </a:lnTo>
                <a:lnTo>
                  <a:pt x="2708" y="4153"/>
                </a:lnTo>
                <a:lnTo>
                  <a:pt x="2707" y="4153"/>
                </a:lnTo>
                <a:lnTo>
                  <a:pt x="2706" y="4153"/>
                </a:lnTo>
                <a:lnTo>
                  <a:pt x="2705" y="4153"/>
                </a:lnTo>
                <a:lnTo>
                  <a:pt x="2704" y="4152"/>
                </a:lnTo>
                <a:lnTo>
                  <a:pt x="2703" y="4153"/>
                </a:lnTo>
                <a:lnTo>
                  <a:pt x="2703" y="4152"/>
                </a:lnTo>
                <a:lnTo>
                  <a:pt x="2702" y="4152"/>
                </a:lnTo>
                <a:lnTo>
                  <a:pt x="2701" y="4152"/>
                </a:lnTo>
                <a:lnTo>
                  <a:pt x="2700" y="4152"/>
                </a:lnTo>
                <a:lnTo>
                  <a:pt x="2699" y="4152"/>
                </a:lnTo>
                <a:lnTo>
                  <a:pt x="2698" y="4152"/>
                </a:lnTo>
                <a:lnTo>
                  <a:pt x="2697" y="4152"/>
                </a:lnTo>
                <a:lnTo>
                  <a:pt x="2697" y="4153"/>
                </a:lnTo>
                <a:lnTo>
                  <a:pt x="2697" y="4154"/>
                </a:lnTo>
                <a:lnTo>
                  <a:pt x="2697" y="4155"/>
                </a:lnTo>
                <a:lnTo>
                  <a:pt x="2696" y="4155"/>
                </a:lnTo>
                <a:lnTo>
                  <a:pt x="2696" y="4156"/>
                </a:lnTo>
                <a:lnTo>
                  <a:pt x="2695" y="4156"/>
                </a:lnTo>
                <a:lnTo>
                  <a:pt x="2695" y="4155"/>
                </a:lnTo>
                <a:lnTo>
                  <a:pt x="2694" y="4155"/>
                </a:lnTo>
                <a:lnTo>
                  <a:pt x="2694" y="4154"/>
                </a:lnTo>
                <a:lnTo>
                  <a:pt x="2694" y="4153"/>
                </a:lnTo>
                <a:lnTo>
                  <a:pt x="2694" y="4152"/>
                </a:lnTo>
                <a:lnTo>
                  <a:pt x="2694" y="4151"/>
                </a:lnTo>
                <a:lnTo>
                  <a:pt x="2693" y="4151"/>
                </a:lnTo>
                <a:lnTo>
                  <a:pt x="2692" y="4151"/>
                </a:lnTo>
                <a:lnTo>
                  <a:pt x="2691" y="4151"/>
                </a:lnTo>
                <a:lnTo>
                  <a:pt x="2691" y="4150"/>
                </a:lnTo>
                <a:lnTo>
                  <a:pt x="2690" y="4150"/>
                </a:lnTo>
                <a:lnTo>
                  <a:pt x="2689" y="4150"/>
                </a:lnTo>
                <a:lnTo>
                  <a:pt x="2688" y="4150"/>
                </a:lnTo>
                <a:lnTo>
                  <a:pt x="2687" y="4150"/>
                </a:lnTo>
                <a:lnTo>
                  <a:pt x="2686" y="4150"/>
                </a:lnTo>
                <a:lnTo>
                  <a:pt x="2686" y="4149"/>
                </a:lnTo>
                <a:lnTo>
                  <a:pt x="2685" y="4149"/>
                </a:lnTo>
                <a:lnTo>
                  <a:pt x="2685" y="4148"/>
                </a:lnTo>
                <a:lnTo>
                  <a:pt x="2684" y="4148"/>
                </a:lnTo>
                <a:lnTo>
                  <a:pt x="2683" y="4148"/>
                </a:lnTo>
                <a:lnTo>
                  <a:pt x="2682" y="4148"/>
                </a:lnTo>
                <a:lnTo>
                  <a:pt x="2681" y="4148"/>
                </a:lnTo>
                <a:lnTo>
                  <a:pt x="2681" y="4149"/>
                </a:lnTo>
                <a:lnTo>
                  <a:pt x="2680" y="4149"/>
                </a:lnTo>
                <a:lnTo>
                  <a:pt x="2680" y="4150"/>
                </a:lnTo>
                <a:lnTo>
                  <a:pt x="2679" y="4150"/>
                </a:lnTo>
                <a:lnTo>
                  <a:pt x="2678" y="4150"/>
                </a:lnTo>
                <a:lnTo>
                  <a:pt x="2678" y="4151"/>
                </a:lnTo>
                <a:lnTo>
                  <a:pt x="2677" y="4151"/>
                </a:lnTo>
                <a:lnTo>
                  <a:pt x="2677" y="4152"/>
                </a:lnTo>
                <a:lnTo>
                  <a:pt x="2676" y="4152"/>
                </a:lnTo>
                <a:lnTo>
                  <a:pt x="2676" y="4151"/>
                </a:lnTo>
                <a:lnTo>
                  <a:pt x="2676" y="4152"/>
                </a:lnTo>
                <a:lnTo>
                  <a:pt x="2676" y="4151"/>
                </a:lnTo>
                <a:lnTo>
                  <a:pt x="2675" y="4151"/>
                </a:lnTo>
                <a:lnTo>
                  <a:pt x="2675" y="4152"/>
                </a:lnTo>
                <a:lnTo>
                  <a:pt x="2674" y="4152"/>
                </a:lnTo>
                <a:lnTo>
                  <a:pt x="2674" y="4151"/>
                </a:lnTo>
                <a:lnTo>
                  <a:pt x="2673" y="4151"/>
                </a:lnTo>
                <a:lnTo>
                  <a:pt x="2673" y="4150"/>
                </a:lnTo>
                <a:lnTo>
                  <a:pt x="2672" y="4150"/>
                </a:lnTo>
                <a:lnTo>
                  <a:pt x="2671" y="4150"/>
                </a:lnTo>
                <a:lnTo>
                  <a:pt x="2670" y="4150"/>
                </a:lnTo>
                <a:lnTo>
                  <a:pt x="2669" y="4150"/>
                </a:lnTo>
                <a:lnTo>
                  <a:pt x="2668" y="4150"/>
                </a:lnTo>
                <a:lnTo>
                  <a:pt x="2668" y="4151"/>
                </a:lnTo>
                <a:lnTo>
                  <a:pt x="2668" y="4152"/>
                </a:lnTo>
                <a:lnTo>
                  <a:pt x="2668" y="4153"/>
                </a:lnTo>
                <a:lnTo>
                  <a:pt x="2668" y="4154"/>
                </a:lnTo>
                <a:lnTo>
                  <a:pt x="2668" y="4155"/>
                </a:lnTo>
                <a:lnTo>
                  <a:pt x="2667" y="4155"/>
                </a:lnTo>
                <a:lnTo>
                  <a:pt x="2667" y="4156"/>
                </a:lnTo>
                <a:lnTo>
                  <a:pt x="2667" y="4157"/>
                </a:lnTo>
                <a:lnTo>
                  <a:pt x="2667" y="4156"/>
                </a:lnTo>
                <a:lnTo>
                  <a:pt x="2667" y="4157"/>
                </a:lnTo>
                <a:lnTo>
                  <a:pt x="2666" y="4157"/>
                </a:lnTo>
                <a:lnTo>
                  <a:pt x="2665" y="4157"/>
                </a:lnTo>
                <a:lnTo>
                  <a:pt x="2665" y="4156"/>
                </a:lnTo>
                <a:lnTo>
                  <a:pt x="2665" y="4157"/>
                </a:lnTo>
                <a:lnTo>
                  <a:pt x="2664" y="4157"/>
                </a:lnTo>
                <a:lnTo>
                  <a:pt x="2663" y="4157"/>
                </a:lnTo>
                <a:lnTo>
                  <a:pt x="2663" y="4156"/>
                </a:lnTo>
                <a:lnTo>
                  <a:pt x="2662" y="4156"/>
                </a:lnTo>
                <a:lnTo>
                  <a:pt x="2661" y="4156"/>
                </a:lnTo>
                <a:lnTo>
                  <a:pt x="2661" y="4155"/>
                </a:lnTo>
                <a:lnTo>
                  <a:pt x="2661" y="4154"/>
                </a:lnTo>
                <a:lnTo>
                  <a:pt x="2660" y="4154"/>
                </a:lnTo>
                <a:lnTo>
                  <a:pt x="2660" y="4153"/>
                </a:lnTo>
                <a:lnTo>
                  <a:pt x="2659" y="4153"/>
                </a:lnTo>
                <a:lnTo>
                  <a:pt x="2658" y="4153"/>
                </a:lnTo>
                <a:lnTo>
                  <a:pt x="2658" y="4152"/>
                </a:lnTo>
                <a:lnTo>
                  <a:pt x="2658" y="4151"/>
                </a:lnTo>
                <a:lnTo>
                  <a:pt x="2658" y="4150"/>
                </a:lnTo>
                <a:lnTo>
                  <a:pt x="2657" y="4150"/>
                </a:lnTo>
                <a:lnTo>
                  <a:pt x="2657" y="4149"/>
                </a:lnTo>
                <a:lnTo>
                  <a:pt x="2658" y="4149"/>
                </a:lnTo>
                <a:lnTo>
                  <a:pt x="2658" y="4148"/>
                </a:lnTo>
                <a:lnTo>
                  <a:pt x="2658" y="4147"/>
                </a:lnTo>
                <a:lnTo>
                  <a:pt x="2657" y="4147"/>
                </a:lnTo>
                <a:lnTo>
                  <a:pt x="2657" y="4146"/>
                </a:lnTo>
                <a:lnTo>
                  <a:pt x="2656" y="4146"/>
                </a:lnTo>
                <a:lnTo>
                  <a:pt x="2656" y="4145"/>
                </a:lnTo>
                <a:lnTo>
                  <a:pt x="2655" y="4145"/>
                </a:lnTo>
                <a:lnTo>
                  <a:pt x="2656" y="4145"/>
                </a:lnTo>
                <a:lnTo>
                  <a:pt x="2656" y="4144"/>
                </a:lnTo>
                <a:lnTo>
                  <a:pt x="2655" y="4144"/>
                </a:lnTo>
                <a:lnTo>
                  <a:pt x="2654" y="4144"/>
                </a:lnTo>
                <a:lnTo>
                  <a:pt x="2654" y="4143"/>
                </a:lnTo>
                <a:lnTo>
                  <a:pt x="2653" y="4143"/>
                </a:lnTo>
                <a:lnTo>
                  <a:pt x="2653" y="4142"/>
                </a:lnTo>
                <a:lnTo>
                  <a:pt x="2652" y="4142"/>
                </a:lnTo>
                <a:lnTo>
                  <a:pt x="2652" y="4141"/>
                </a:lnTo>
                <a:lnTo>
                  <a:pt x="2651" y="4141"/>
                </a:lnTo>
                <a:lnTo>
                  <a:pt x="2650" y="4141"/>
                </a:lnTo>
                <a:lnTo>
                  <a:pt x="2649" y="4141"/>
                </a:lnTo>
                <a:lnTo>
                  <a:pt x="2649" y="4142"/>
                </a:lnTo>
                <a:lnTo>
                  <a:pt x="2648" y="4142"/>
                </a:lnTo>
                <a:lnTo>
                  <a:pt x="2647" y="4142"/>
                </a:lnTo>
                <a:lnTo>
                  <a:pt x="2646" y="4142"/>
                </a:lnTo>
                <a:lnTo>
                  <a:pt x="2646" y="4143"/>
                </a:lnTo>
                <a:lnTo>
                  <a:pt x="2646" y="4144"/>
                </a:lnTo>
                <a:lnTo>
                  <a:pt x="2645" y="4144"/>
                </a:lnTo>
                <a:lnTo>
                  <a:pt x="2644" y="4144"/>
                </a:lnTo>
                <a:lnTo>
                  <a:pt x="2644" y="4145"/>
                </a:lnTo>
                <a:lnTo>
                  <a:pt x="2643" y="4145"/>
                </a:lnTo>
                <a:lnTo>
                  <a:pt x="2642" y="4145"/>
                </a:lnTo>
                <a:lnTo>
                  <a:pt x="2641" y="4145"/>
                </a:lnTo>
                <a:lnTo>
                  <a:pt x="2641" y="4144"/>
                </a:lnTo>
                <a:lnTo>
                  <a:pt x="2639" y="4144"/>
                </a:lnTo>
                <a:lnTo>
                  <a:pt x="2639" y="4145"/>
                </a:lnTo>
                <a:lnTo>
                  <a:pt x="2639" y="4146"/>
                </a:lnTo>
                <a:lnTo>
                  <a:pt x="2640" y="4146"/>
                </a:lnTo>
                <a:lnTo>
                  <a:pt x="2640" y="4147"/>
                </a:lnTo>
                <a:lnTo>
                  <a:pt x="2639" y="4147"/>
                </a:lnTo>
                <a:lnTo>
                  <a:pt x="2639" y="4148"/>
                </a:lnTo>
                <a:lnTo>
                  <a:pt x="2638" y="4148"/>
                </a:lnTo>
                <a:lnTo>
                  <a:pt x="2639" y="4148"/>
                </a:lnTo>
                <a:lnTo>
                  <a:pt x="2639" y="4149"/>
                </a:lnTo>
                <a:lnTo>
                  <a:pt x="2638" y="4149"/>
                </a:lnTo>
                <a:lnTo>
                  <a:pt x="2638" y="4150"/>
                </a:lnTo>
                <a:lnTo>
                  <a:pt x="2638" y="4151"/>
                </a:lnTo>
                <a:lnTo>
                  <a:pt x="2638" y="4152"/>
                </a:lnTo>
                <a:lnTo>
                  <a:pt x="2637" y="4152"/>
                </a:lnTo>
                <a:lnTo>
                  <a:pt x="2636" y="4152"/>
                </a:lnTo>
                <a:lnTo>
                  <a:pt x="2636" y="4153"/>
                </a:lnTo>
                <a:lnTo>
                  <a:pt x="2637" y="4153"/>
                </a:lnTo>
                <a:lnTo>
                  <a:pt x="2637" y="4154"/>
                </a:lnTo>
                <a:lnTo>
                  <a:pt x="2637" y="4155"/>
                </a:lnTo>
                <a:lnTo>
                  <a:pt x="2638" y="4155"/>
                </a:lnTo>
                <a:lnTo>
                  <a:pt x="2638" y="4156"/>
                </a:lnTo>
                <a:lnTo>
                  <a:pt x="2639" y="4156"/>
                </a:lnTo>
                <a:lnTo>
                  <a:pt x="2639" y="4157"/>
                </a:lnTo>
                <a:lnTo>
                  <a:pt x="2639" y="4158"/>
                </a:lnTo>
                <a:lnTo>
                  <a:pt x="2638" y="4158"/>
                </a:lnTo>
                <a:lnTo>
                  <a:pt x="2637" y="4158"/>
                </a:lnTo>
                <a:lnTo>
                  <a:pt x="2637" y="4159"/>
                </a:lnTo>
                <a:lnTo>
                  <a:pt x="2636" y="4158"/>
                </a:lnTo>
                <a:lnTo>
                  <a:pt x="2636" y="4159"/>
                </a:lnTo>
                <a:lnTo>
                  <a:pt x="2635" y="4159"/>
                </a:lnTo>
                <a:lnTo>
                  <a:pt x="2636" y="4160"/>
                </a:lnTo>
                <a:lnTo>
                  <a:pt x="2636" y="4161"/>
                </a:lnTo>
                <a:lnTo>
                  <a:pt x="2636" y="4162"/>
                </a:lnTo>
                <a:lnTo>
                  <a:pt x="2636" y="4163"/>
                </a:lnTo>
                <a:lnTo>
                  <a:pt x="2635" y="4163"/>
                </a:lnTo>
                <a:lnTo>
                  <a:pt x="2635" y="4164"/>
                </a:lnTo>
                <a:lnTo>
                  <a:pt x="2635" y="4165"/>
                </a:lnTo>
                <a:lnTo>
                  <a:pt x="2634" y="4165"/>
                </a:lnTo>
                <a:lnTo>
                  <a:pt x="2634" y="4164"/>
                </a:lnTo>
                <a:lnTo>
                  <a:pt x="2634" y="4165"/>
                </a:lnTo>
                <a:lnTo>
                  <a:pt x="2634" y="4166"/>
                </a:lnTo>
                <a:lnTo>
                  <a:pt x="2633" y="4166"/>
                </a:lnTo>
                <a:lnTo>
                  <a:pt x="2634" y="4166"/>
                </a:lnTo>
                <a:lnTo>
                  <a:pt x="2633" y="4166"/>
                </a:lnTo>
                <a:lnTo>
                  <a:pt x="2633" y="4167"/>
                </a:lnTo>
                <a:lnTo>
                  <a:pt x="2633" y="4168"/>
                </a:lnTo>
                <a:lnTo>
                  <a:pt x="2633" y="4169"/>
                </a:lnTo>
                <a:lnTo>
                  <a:pt x="2633" y="4170"/>
                </a:lnTo>
                <a:lnTo>
                  <a:pt x="2632" y="4170"/>
                </a:lnTo>
                <a:lnTo>
                  <a:pt x="2631" y="4170"/>
                </a:lnTo>
                <a:lnTo>
                  <a:pt x="2631" y="4169"/>
                </a:lnTo>
                <a:lnTo>
                  <a:pt x="2631" y="4170"/>
                </a:lnTo>
                <a:lnTo>
                  <a:pt x="2630" y="4170"/>
                </a:lnTo>
                <a:lnTo>
                  <a:pt x="2629" y="4170"/>
                </a:lnTo>
                <a:lnTo>
                  <a:pt x="2629" y="4171"/>
                </a:lnTo>
                <a:lnTo>
                  <a:pt x="2629" y="4170"/>
                </a:lnTo>
                <a:lnTo>
                  <a:pt x="2628" y="4170"/>
                </a:lnTo>
                <a:lnTo>
                  <a:pt x="2627" y="4170"/>
                </a:lnTo>
                <a:lnTo>
                  <a:pt x="2626" y="4170"/>
                </a:lnTo>
                <a:lnTo>
                  <a:pt x="2626" y="4169"/>
                </a:lnTo>
                <a:lnTo>
                  <a:pt x="2626" y="4170"/>
                </a:lnTo>
                <a:lnTo>
                  <a:pt x="2626" y="4171"/>
                </a:lnTo>
                <a:lnTo>
                  <a:pt x="2625" y="4171"/>
                </a:lnTo>
                <a:lnTo>
                  <a:pt x="2626" y="4171"/>
                </a:lnTo>
                <a:lnTo>
                  <a:pt x="2625" y="4171"/>
                </a:lnTo>
                <a:lnTo>
                  <a:pt x="2625" y="4172"/>
                </a:lnTo>
                <a:lnTo>
                  <a:pt x="2624" y="4172"/>
                </a:lnTo>
                <a:lnTo>
                  <a:pt x="2624" y="4173"/>
                </a:lnTo>
                <a:lnTo>
                  <a:pt x="2624" y="4174"/>
                </a:lnTo>
                <a:lnTo>
                  <a:pt x="2624" y="4175"/>
                </a:lnTo>
                <a:lnTo>
                  <a:pt x="2624" y="4176"/>
                </a:lnTo>
                <a:lnTo>
                  <a:pt x="2625" y="4176"/>
                </a:lnTo>
                <a:lnTo>
                  <a:pt x="2625" y="4177"/>
                </a:lnTo>
                <a:lnTo>
                  <a:pt x="2626" y="4177"/>
                </a:lnTo>
                <a:lnTo>
                  <a:pt x="2626" y="4178"/>
                </a:lnTo>
                <a:lnTo>
                  <a:pt x="2626" y="4179"/>
                </a:lnTo>
                <a:lnTo>
                  <a:pt x="2626" y="4180"/>
                </a:lnTo>
                <a:lnTo>
                  <a:pt x="2627" y="4180"/>
                </a:lnTo>
                <a:lnTo>
                  <a:pt x="2627" y="4181"/>
                </a:lnTo>
                <a:lnTo>
                  <a:pt x="2628" y="4181"/>
                </a:lnTo>
                <a:lnTo>
                  <a:pt x="2628" y="4182"/>
                </a:lnTo>
                <a:lnTo>
                  <a:pt x="2628" y="4183"/>
                </a:lnTo>
                <a:lnTo>
                  <a:pt x="2628" y="4184"/>
                </a:lnTo>
                <a:lnTo>
                  <a:pt x="2629" y="4184"/>
                </a:lnTo>
                <a:lnTo>
                  <a:pt x="2630" y="4184"/>
                </a:lnTo>
                <a:lnTo>
                  <a:pt x="2630" y="4185"/>
                </a:lnTo>
                <a:lnTo>
                  <a:pt x="2629" y="4185"/>
                </a:lnTo>
                <a:lnTo>
                  <a:pt x="2629" y="4186"/>
                </a:lnTo>
                <a:lnTo>
                  <a:pt x="2629" y="4187"/>
                </a:lnTo>
                <a:lnTo>
                  <a:pt x="2629" y="4188"/>
                </a:lnTo>
                <a:lnTo>
                  <a:pt x="2630" y="4188"/>
                </a:lnTo>
                <a:lnTo>
                  <a:pt x="2629" y="4188"/>
                </a:lnTo>
                <a:lnTo>
                  <a:pt x="2628" y="4188"/>
                </a:lnTo>
                <a:lnTo>
                  <a:pt x="2627" y="4188"/>
                </a:lnTo>
                <a:lnTo>
                  <a:pt x="2627" y="4189"/>
                </a:lnTo>
                <a:lnTo>
                  <a:pt x="2627" y="4188"/>
                </a:lnTo>
                <a:lnTo>
                  <a:pt x="2626" y="4188"/>
                </a:lnTo>
                <a:lnTo>
                  <a:pt x="2626" y="4189"/>
                </a:lnTo>
                <a:lnTo>
                  <a:pt x="2626" y="4190"/>
                </a:lnTo>
                <a:lnTo>
                  <a:pt x="2626" y="4191"/>
                </a:lnTo>
                <a:lnTo>
                  <a:pt x="2627" y="4191"/>
                </a:lnTo>
                <a:lnTo>
                  <a:pt x="2627" y="4192"/>
                </a:lnTo>
                <a:lnTo>
                  <a:pt x="2628" y="4192"/>
                </a:lnTo>
                <a:lnTo>
                  <a:pt x="2628" y="4193"/>
                </a:lnTo>
                <a:lnTo>
                  <a:pt x="2627" y="4193"/>
                </a:lnTo>
                <a:lnTo>
                  <a:pt x="2628" y="4193"/>
                </a:lnTo>
                <a:lnTo>
                  <a:pt x="2628" y="4194"/>
                </a:lnTo>
                <a:lnTo>
                  <a:pt x="2628" y="4195"/>
                </a:lnTo>
                <a:lnTo>
                  <a:pt x="2628" y="4196"/>
                </a:lnTo>
                <a:lnTo>
                  <a:pt x="2629" y="4196"/>
                </a:lnTo>
                <a:lnTo>
                  <a:pt x="2629" y="4197"/>
                </a:lnTo>
                <a:lnTo>
                  <a:pt x="2630" y="4197"/>
                </a:lnTo>
                <a:lnTo>
                  <a:pt x="2630" y="4198"/>
                </a:lnTo>
                <a:lnTo>
                  <a:pt x="2630" y="4199"/>
                </a:lnTo>
                <a:lnTo>
                  <a:pt x="2631" y="4199"/>
                </a:lnTo>
                <a:lnTo>
                  <a:pt x="2630" y="4199"/>
                </a:lnTo>
                <a:lnTo>
                  <a:pt x="2631" y="4199"/>
                </a:lnTo>
                <a:lnTo>
                  <a:pt x="2631" y="4200"/>
                </a:lnTo>
                <a:lnTo>
                  <a:pt x="2630" y="4200"/>
                </a:lnTo>
                <a:lnTo>
                  <a:pt x="2631" y="4200"/>
                </a:lnTo>
                <a:lnTo>
                  <a:pt x="2631" y="4201"/>
                </a:lnTo>
                <a:lnTo>
                  <a:pt x="2631" y="4202"/>
                </a:lnTo>
                <a:lnTo>
                  <a:pt x="2632" y="4202"/>
                </a:lnTo>
                <a:lnTo>
                  <a:pt x="2632" y="4203"/>
                </a:lnTo>
                <a:lnTo>
                  <a:pt x="2632" y="4204"/>
                </a:lnTo>
                <a:lnTo>
                  <a:pt x="2631" y="4204"/>
                </a:lnTo>
                <a:lnTo>
                  <a:pt x="2631" y="4205"/>
                </a:lnTo>
                <a:lnTo>
                  <a:pt x="2631" y="4206"/>
                </a:lnTo>
                <a:lnTo>
                  <a:pt x="2630" y="4206"/>
                </a:lnTo>
                <a:lnTo>
                  <a:pt x="2631" y="4206"/>
                </a:lnTo>
                <a:lnTo>
                  <a:pt x="2631" y="4207"/>
                </a:lnTo>
                <a:lnTo>
                  <a:pt x="2630" y="4207"/>
                </a:lnTo>
                <a:lnTo>
                  <a:pt x="2631" y="4207"/>
                </a:lnTo>
                <a:lnTo>
                  <a:pt x="2631" y="4208"/>
                </a:lnTo>
                <a:lnTo>
                  <a:pt x="2630" y="4208"/>
                </a:lnTo>
                <a:lnTo>
                  <a:pt x="2629" y="4208"/>
                </a:lnTo>
                <a:lnTo>
                  <a:pt x="2629" y="4209"/>
                </a:lnTo>
                <a:lnTo>
                  <a:pt x="2629" y="4208"/>
                </a:lnTo>
                <a:lnTo>
                  <a:pt x="2630" y="4208"/>
                </a:lnTo>
                <a:lnTo>
                  <a:pt x="2631" y="4208"/>
                </a:lnTo>
                <a:lnTo>
                  <a:pt x="2631" y="4209"/>
                </a:lnTo>
                <a:lnTo>
                  <a:pt x="2632" y="4209"/>
                </a:lnTo>
                <a:lnTo>
                  <a:pt x="2632" y="4210"/>
                </a:lnTo>
                <a:lnTo>
                  <a:pt x="2633" y="4211"/>
                </a:lnTo>
                <a:lnTo>
                  <a:pt x="2633" y="4210"/>
                </a:lnTo>
                <a:lnTo>
                  <a:pt x="2634" y="4210"/>
                </a:lnTo>
                <a:lnTo>
                  <a:pt x="2634" y="4211"/>
                </a:lnTo>
                <a:lnTo>
                  <a:pt x="2635" y="4211"/>
                </a:lnTo>
                <a:lnTo>
                  <a:pt x="2635" y="4212"/>
                </a:lnTo>
                <a:lnTo>
                  <a:pt x="2636" y="4212"/>
                </a:lnTo>
                <a:lnTo>
                  <a:pt x="2636" y="4213"/>
                </a:lnTo>
                <a:lnTo>
                  <a:pt x="2637" y="4213"/>
                </a:lnTo>
                <a:lnTo>
                  <a:pt x="2638" y="4213"/>
                </a:lnTo>
                <a:lnTo>
                  <a:pt x="2638" y="4212"/>
                </a:lnTo>
                <a:lnTo>
                  <a:pt x="2639" y="4212"/>
                </a:lnTo>
                <a:lnTo>
                  <a:pt x="2640" y="4212"/>
                </a:lnTo>
                <a:lnTo>
                  <a:pt x="2640" y="4213"/>
                </a:lnTo>
                <a:lnTo>
                  <a:pt x="2641" y="4213"/>
                </a:lnTo>
                <a:lnTo>
                  <a:pt x="2641" y="4214"/>
                </a:lnTo>
                <a:lnTo>
                  <a:pt x="2641" y="4215"/>
                </a:lnTo>
                <a:lnTo>
                  <a:pt x="2641" y="4216"/>
                </a:lnTo>
                <a:lnTo>
                  <a:pt x="2640" y="4216"/>
                </a:lnTo>
                <a:lnTo>
                  <a:pt x="2640" y="4217"/>
                </a:lnTo>
                <a:lnTo>
                  <a:pt x="2640" y="4218"/>
                </a:lnTo>
                <a:lnTo>
                  <a:pt x="2641" y="4218"/>
                </a:lnTo>
                <a:lnTo>
                  <a:pt x="2641" y="4219"/>
                </a:lnTo>
                <a:lnTo>
                  <a:pt x="2642" y="4219"/>
                </a:lnTo>
                <a:lnTo>
                  <a:pt x="2642" y="4220"/>
                </a:lnTo>
                <a:lnTo>
                  <a:pt x="2643" y="4220"/>
                </a:lnTo>
                <a:lnTo>
                  <a:pt x="2644" y="4220"/>
                </a:lnTo>
                <a:lnTo>
                  <a:pt x="2644" y="4221"/>
                </a:lnTo>
                <a:lnTo>
                  <a:pt x="2644" y="4220"/>
                </a:lnTo>
                <a:lnTo>
                  <a:pt x="2644" y="4221"/>
                </a:lnTo>
                <a:lnTo>
                  <a:pt x="2645" y="4221"/>
                </a:lnTo>
                <a:lnTo>
                  <a:pt x="2645" y="4222"/>
                </a:lnTo>
                <a:lnTo>
                  <a:pt x="2645" y="4223"/>
                </a:lnTo>
                <a:lnTo>
                  <a:pt x="2644" y="4223"/>
                </a:lnTo>
                <a:lnTo>
                  <a:pt x="2645" y="4223"/>
                </a:lnTo>
                <a:lnTo>
                  <a:pt x="2644" y="4223"/>
                </a:lnTo>
                <a:lnTo>
                  <a:pt x="2644" y="4224"/>
                </a:lnTo>
                <a:lnTo>
                  <a:pt x="2645" y="4224"/>
                </a:lnTo>
                <a:lnTo>
                  <a:pt x="2645" y="4225"/>
                </a:lnTo>
                <a:lnTo>
                  <a:pt x="2646" y="4225"/>
                </a:lnTo>
                <a:lnTo>
                  <a:pt x="2646" y="4226"/>
                </a:lnTo>
                <a:lnTo>
                  <a:pt x="2647" y="4226"/>
                </a:lnTo>
                <a:lnTo>
                  <a:pt x="2648" y="4226"/>
                </a:lnTo>
                <a:lnTo>
                  <a:pt x="2649" y="4226"/>
                </a:lnTo>
                <a:lnTo>
                  <a:pt x="2649" y="4227"/>
                </a:lnTo>
                <a:lnTo>
                  <a:pt x="2650" y="4227"/>
                </a:lnTo>
                <a:lnTo>
                  <a:pt x="2650" y="4228"/>
                </a:lnTo>
                <a:lnTo>
                  <a:pt x="2649" y="4228"/>
                </a:lnTo>
                <a:lnTo>
                  <a:pt x="2648" y="4228"/>
                </a:lnTo>
                <a:lnTo>
                  <a:pt x="2649" y="4228"/>
                </a:lnTo>
                <a:lnTo>
                  <a:pt x="2649" y="4229"/>
                </a:lnTo>
                <a:lnTo>
                  <a:pt x="2648" y="4229"/>
                </a:lnTo>
                <a:lnTo>
                  <a:pt x="2648" y="4230"/>
                </a:lnTo>
                <a:lnTo>
                  <a:pt x="2648" y="4231"/>
                </a:lnTo>
                <a:lnTo>
                  <a:pt x="2648" y="4232"/>
                </a:lnTo>
                <a:lnTo>
                  <a:pt x="2647" y="4232"/>
                </a:lnTo>
                <a:lnTo>
                  <a:pt x="2647" y="4233"/>
                </a:lnTo>
                <a:lnTo>
                  <a:pt x="2647" y="4234"/>
                </a:lnTo>
                <a:lnTo>
                  <a:pt x="2647" y="4235"/>
                </a:lnTo>
                <a:lnTo>
                  <a:pt x="2647" y="4236"/>
                </a:lnTo>
                <a:lnTo>
                  <a:pt x="2646" y="4236"/>
                </a:lnTo>
                <a:lnTo>
                  <a:pt x="2646" y="4237"/>
                </a:lnTo>
                <a:lnTo>
                  <a:pt x="2645" y="4237"/>
                </a:lnTo>
                <a:lnTo>
                  <a:pt x="2645" y="4238"/>
                </a:lnTo>
                <a:lnTo>
                  <a:pt x="2645" y="4239"/>
                </a:lnTo>
                <a:lnTo>
                  <a:pt x="2645" y="4240"/>
                </a:lnTo>
                <a:lnTo>
                  <a:pt x="2646" y="4240"/>
                </a:lnTo>
                <a:lnTo>
                  <a:pt x="2647" y="4240"/>
                </a:lnTo>
                <a:lnTo>
                  <a:pt x="2647" y="4241"/>
                </a:lnTo>
                <a:lnTo>
                  <a:pt x="2648" y="4241"/>
                </a:lnTo>
                <a:lnTo>
                  <a:pt x="2648" y="4242"/>
                </a:lnTo>
                <a:lnTo>
                  <a:pt x="2648" y="4243"/>
                </a:lnTo>
                <a:lnTo>
                  <a:pt x="2648" y="4244"/>
                </a:lnTo>
                <a:lnTo>
                  <a:pt x="2648" y="4245"/>
                </a:lnTo>
                <a:lnTo>
                  <a:pt x="2648" y="4246"/>
                </a:lnTo>
                <a:lnTo>
                  <a:pt x="2648" y="4247"/>
                </a:lnTo>
                <a:lnTo>
                  <a:pt x="2648" y="4248"/>
                </a:lnTo>
                <a:lnTo>
                  <a:pt x="2647" y="4248"/>
                </a:lnTo>
                <a:lnTo>
                  <a:pt x="2648" y="4248"/>
                </a:lnTo>
                <a:lnTo>
                  <a:pt x="2648" y="4249"/>
                </a:lnTo>
                <a:lnTo>
                  <a:pt x="2648" y="4248"/>
                </a:lnTo>
                <a:lnTo>
                  <a:pt x="2649" y="4249"/>
                </a:lnTo>
                <a:lnTo>
                  <a:pt x="2649" y="4250"/>
                </a:lnTo>
                <a:lnTo>
                  <a:pt x="2649" y="4251"/>
                </a:lnTo>
                <a:lnTo>
                  <a:pt x="2650" y="4251"/>
                </a:lnTo>
                <a:lnTo>
                  <a:pt x="2650" y="4250"/>
                </a:lnTo>
                <a:lnTo>
                  <a:pt x="2651" y="4250"/>
                </a:lnTo>
                <a:lnTo>
                  <a:pt x="2651" y="4251"/>
                </a:lnTo>
                <a:lnTo>
                  <a:pt x="2651" y="4250"/>
                </a:lnTo>
                <a:lnTo>
                  <a:pt x="2652" y="4250"/>
                </a:lnTo>
                <a:lnTo>
                  <a:pt x="2652" y="4251"/>
                </a:lnTo>
                <a:lnTo>
                  <a:pt x="2653" y="4251"/>
                </a:lnTo>
                <a:lnTo>
                  <a:pt x="2652" y="4251"/>
                </a:lnTo>
                <a:lnTo>
                  <a:pt x="2652" y="4252"/>
                </a:lnTo>
                <a:lnTo>
                  <a:pt x="2653" y="4252"/>
                </a:lnTo>
                <a:lnTo>
                  <a:pt x="2653" y="4253"/>
                </a:lnTo>
                <a:lnTo>
                  <a:pt x="2654" y="4253"/>
                </a:lnTo>
                <a:lnTo>
                  <a:pt x="2654" y="4252"/>
                </a:lnTo>
                <a:lnTo>
                  <a:pt x="2655" y="4252"/>
                </a:lnTo>
                <a:lnTo>
                  <a:pt x="2655" y="4253"/>
                </a:lnTo>
                <a:lnTo>
                  <a:pt x="2655" y="4254"/>
                </a:lnTo>
                <a:lnTo>
                  <a:pt x="2655" y="4255"/>
                </a:lnTo>
                <a:lnTo>
                  <a:pt x="2654" y="4255"/>
                </a:lnTo>
                <a:lnTo>
                  <a:pt x="2654" y="4256"/>
                </a:lnTo>
                <a:lnTo>
                  <a:pt x="2654" y="4257"/>
                </a:lnTo>
                <a:lnTo>
                  <a:pt x="2654" y="4258"/>
                </a:lnTo>
                <a:lnTo>
                  <a:pt x="2653" y="4258"/>
                </a:lnTo>
                <a:lnTo>
                  <a:pt x="2653" y="4257"/>
                </a:lnTo>
                <a:lnTo>
                  <a:pt x="2653" y="4258"/>
                </a:lnTo>
                <a:lnTo>
                  <a:pt x="2652" y="4258"/>
                </a:lnTo>
                <a:lnTo>
                  <a:pt x="2652" y="4259"/>
                </a:lnTo>
                <a:lnTo>
                  <a:pt x="2651" y="4259"/>
                </a:lnTo>
                <a:lnTo>
                  <a:pt x="2650" y="4259"/>
                </a:lnTo>
                <a:lnTo>
                  <a:pt x="2649" y="4259"/>
                </a:lnTo>
                <a:lnTo>
                  <a:pt x="2648" y="4259"/>
                </a:lnTo>
                <a:lnTo>
                  <a:pt x="2648" y="4258"/>
                </a:lnTo>
                <a:lnTo>
                  <a:pt x="2647" y="4258"/>
                </a:lnTo>
                <a:lnTo>
                  <a:pt x="2645" y="4258"/>
                </a:lnTo>
                <a:lnTo>
                  <a:pt x="2645" y="4260"/>
                </a:lnTo>
                <a:lnTo>
                  <a:pt x="2645" y="4261"/>
                </a:lnTo>
                <a:lnTo>
                  <a:pt x="2646" y="4261"/>
                </a:lnTo>
                <a:lnTo>
                  <a:pt x="2647" y="4261"/>
                </a:lnTo>
                <a:lnTo>
                  <a:pt x="2646" y="4261"/>
                </a:lnTo>
                <a:lnTo>
                  <a:pt x="2646" y="4262"/>
                </a:lnTo>
                <a:lnTo>
                  <a:pt x="2645" y="4262"/>
                </a:lnTo>
                <a:lnTo>
                  <a:pt x="2645" y="4263"/>
                </a:lnTo>
                <a:lnTo>
                  <a:pt x="2646" y="4263"/>
                </a:lnTo>
                <a:lnTo>
                  <a:pt x="2646" y="4264"/>
                </a:lnTo>
                <a:lnTo>
                  <a:pt x="2645" y="4264"/>
                </a:lnTo>
                <a:lnTo>
                  <a:pt x="2646" y="4264"/>
                </a:lnTo>
                <a:lnTo>
                  <a:pt x="2646" y="4265"/>
                </a:lnTo>
                <a:lnTo>
                  <a:pt x="2647" y="4265"/>
                </a:lnTo>
                <a:lnTo>
                  <a:pt x="2647" y="4266"/>
                </a:lnTo>
                <a:lnTo>
                  <a:pt x="2648" y="4266"/>
                </a:lnTo>
                <a:lnTo>
                  <a:pt x="2648" y="4267"/>
                </a:lnTo>
                <a:lnTo>
                  <a:pt x="2647" y="4267"/>
                </a:lnTo>
                <a:lnTo>
                  <a:pt x="2647" y="4268"/>
                </a:lnTo>
                <a:lnTo>
                  <a:pt x="2646" y="4268"/>
                </a:lnTo>
                <a:lnTo>
                  <a:pt x="2646" y="4269"/>
                </a:lnTo>
                <a:lnTo>
                  <a:pt x="2645" y="4269"/>
                </a:lnTo>
                <a:lnTo>
                  <a:pt x="2645" y="4270"/>
                </a:lnTo>
                <a:lnTo>
                  <a:pt x="2644" y="4270"/>
                </a:lnTo>
                <a:lnTo>
                  <a:pt x="2643" y="4270"/>
                </a:lnTo>
                <a:lnTo>
                  <a:pt x="2643" y="4271"/>
                </a:lnTo>
                <a:lnTo>
                  <a:pt x="2643" y="4272"/>
                </a:lnTo>
                <a:lnTo>
                  <a:pt x="2644" y="4272"/>
                </a:lnTo>
                <a:lnTo>
                  <a:pt x="2644" y="4273"/>
                </a:lnTo>
                <a:lnTo>
                  <a:pt x="2643" y="4273"/>
                </a:lnTo>
                <a:lnTo>
                  <a:pt x="2643" y="4274"/>
                </a:lnTo>
                <a:lnTo>
                  <a:pt x="2644" y="4274"/>
                </a:lnTo>
                <a:lnTo>
                  <a:pt x="2644" y="4275"/>
                </a:lnTo>
                <a:lnTo>
                  <a:pt x="2645" y="4275"/>
                </a:lnTo>
                <a:lnTo>
                  <a:pt x="2645" y="4276"/>
                </a:lnTo>
                <a:lnTo>
                  <a:pt x="2644" y="4276"/>
                </a:lnTo>
                <a:lnTo>
                  <a:pt x="2644" y="4277"/>
                </a:lnTo>
                <a:lnTo>
                  <a:pt x="2643" y="4277"/>
                </a:lnTo>
                <a:lnTo>
                  <a:pt x="2644" y="4277"/>
                </a:lnTo>
                <a:lnTo>
                  <a:pt x="2644" y="4278"/>
                </a:lnTo>
                <a:lnTo>
                  <a:pt x="2644" y="4279"/>
                </a:lnTo>
                <a:lnTo>
                  <a:pt x="2644" y="4280"/>
                </a:lnTo>
                <a:lnTo>
                  <a:pt x="2643" y="4280"/>
                </a:lnTo>
                <a:lnTo>
                  <a:pt x="2643" y="4281"/>
                </a:lnTo>
                <a:lnTo>
                  <a:pt x="2643" y="4282"/>
                </a:lnTo>
                <a:lnTo>
                  <a:pt x="2643" y="4283"/>
                </a:lnTo>
                <a:lnTo>
                  <a:pt x="2643" y="4284"/>
                </a:lnTo>
                <a:lnTo>
                  <a:pt x="2643" y="4285"/>
                </a:lnTo>
                <a:lnTo>
                  <a:pt x="2642" y="4285"/>
                </a:lnTo>
                <a:lnTo>
                  <a:pt x="2643" y="4285"/>
                </a:lnTo>
                <a:lnTo>
                  <a:pt x="2643" y="4286"/>
                </a:lnTo>
                <a:lnTo>
                  <a:pt x="2642" y="4286"/>
                </a:lnTo>
                <a:lnTo>
                  <a:pt x="2641" y="4286"/>
                </a:lnTo>
                <a:lnTo>
                  <a:pt x="2641" y="4287"/>
                </a:lnTo>
                <a:lnTo>
                  <a:pt x="2641" y="4288"/>
                </a:lnTo>
                <a:lnTo>
                  <a:pt x="2642" y="4289"/>
                </a:lnTo>
                <a:lnTo>
                  <a:pt x="2641" y="4289"/>
                </a:lnTo>
                <a:lnTo>
                  <a:pt x="2642" y="4289"/>
                </a:lnTo>
                <a:lnTo>
                  <a:pt x="2642" y="4290"/>
                </a:lnTo>
                <a:lnTo>
                  <a:pt x="2642" y="4291"/>
                </a:lnTo>
                <a:lnTo>
                  <a:pt x="2642" y="4292"/>
                </a:lnTo>
                <a:lnTo>
                  <a:pt x="2643" y="4292"/>
                </a:lnTo>
                <a:lnTo>
                  <a:pt x="2642" y="4292"/>
                </a:lnTo>
                <a:lnTo>
                  <a:pt x="2643" y="4292"/>
                </a:lnTo>
                <a:lnTo>
                  <a:pt x="2643" y="4293"/>
                </a:lnTo>
                <a:lnTo>
                  <a:pt x="2643" y="4294"/>
                </a:lnTo>
                <a:lnTo>
                  <a:pt x="2644" y="4294"/>
                </a:lnTo>
                <a:lnTo>
                  <a:pt x="2644" y="4295"/>
                </a:lnTo>
                <a:lnTo>
                  <a:pt x="2645" y="4295"/>
                </a:lnTo>
                <a:lnTo>
                  <a:pt x="2646" y="4295"/>
                </a:lnTo>
                <a:lnTo>
                  <a:pt x="2647" y="4295"/>
                </a:lnTo>
                <a:lnTo>
                  <a:pt x="2648" y="4295"/>
                </a:lnTo>
                <a:lnTo>
                  <a:pt x="2649" y="4295"/>
                </a:lnTo>
                <a:lnTo>
                  <a:pt x="2650" y="4295"/>
                </a:lnTo>
                <a:lnTo>
                  <a:pt x="2650" y="4296"/>
                </a:lnTo>
                <a:lnTo>
                  <a:pt x="2650" y="4297"/>
                </a:lnTo>
                <a:lnTo>
                  <a:pt x="2650" y="4298"/>
                </a:lnTo>
                <a:lnTo>
                  <a:pt x="2651" y="4298"/>
                </a:lnTo>
                <a:lnTo>
                  <a:pt x="2651" y="4299"/>
                </a:lnTo>
                <a:lnTo>
                  <a:pt x="2652" y="4299"/>
                </a:lnTo>
                <a:lnTo>
                  <a:pt x="2653" y="4299"/>
                </a:lnTo>
                <a:lnTo>
                  <a:pt x="2654" y="4299"/>
                </a:lnTo>
                <a:lnTo>
                  <a:pt x="2654" y="4300"/>
                </a:lnTo>
                <a:lnTo>
                  <a:pt x="2655" y="4300"/>
                </a:lnTo>
                <a:lnTo>
                  <a:pt x="2654" y="4300"/>
                </a:lnTo>
                <a:lnTo>
                  <a:pt x="2654" y="4301"/>
                </a:lnTo>
                <a:lnTo>
                  <a:pt x="2654" y="4302"/>
                </a:lnTo>
                <a:lnTo>
                  <a:pt x="2654" y="4303"/>
                </a:lnTo>
                <a:lnTo>
                  <a:pt x="2654" y="4304"/>
                </a:lnTo>
                <a:lnTo>
                  <a:pt x="2654" y="4305"/>
                </a:lnTo>
                <a:lnTo>
                  <a:pt x="2654" y="4306"/>
                </a:lnTo>
                <a:lnTo>
                  <a:pt x="2653" y="4306"/>
                </a:lnTo>
                <a:lnTo>
                  <a:pt x="2653" y="4305"/>
                </a:lnTo>
                <a:lnTo>
                  <a:pt x="2651" y="4305"/>
                </a:lnTo>
                <a:lnTo>
                  <a:pt x="2650" y="4305"/>
                </a:lnTo>
                <a:lnTo>
                  <a:pt x="2650" y="4306"/>
                </a:lnTo>
                <a:lnTo>
                  <a:pt x="2649" y="4306"/>
                </a:lnTo>
                <a:lnTo>
                  <a:pt x="2648" y="4306"/>
                </a:lnTo>
                <a:lnTo>
                  <a:pt x="2648" y="4307"/>
                </a:lnTo>
                <a:lnTo>
                  <a:pt x="2648" y="4308"/>
                </a:lnTo>
                <a:lnTo>
                  <a:pt x="2647" y="4308"/>
                </a:lnTo>
                <a:lnTo>
                  <a:pt x="2648" y="4308"/>
                </a:lnTo>
                <a:lnTo>
                  <a:pt x="2648" y="4309"/>
                </a:lnTo>
                <a:lnTo>
                  <a:pt x="2647" y="4309"/>
                </a:lnTo>
                <a:lnTo>
                  <a:pt x="2647" y="4310"/>
                </a:lnTo>
                <a:lnTo>
                  <a:pt x="2647" y="4311"/>
                </a:lnTo>
                <a:lnTo>
                  <a:pt x="2646" y="4311"/>
                </a:lnTo>
                <a:lnTo>
                  <a:pt x="2646" y="4312"/>
                </a:lnTo>
                <a:lnTo>
                  <a:pt x="2645" y="4312"/>
                </a:lnTo>
                <a:lnTo>
                  <a:pt x="2645" y="4313"/>
                </a:lnTo>
                <a:lnTo>
                  <a:pt x="2644" y="4313"/>
                </a:lnTo>
                <a:lnTo>
                  <a:pt x="2644" y="4314"/>
                </a:lnTo>
                <a:lnTo>
                  <a:pt x="2643" y="4314"/>
                </a:lnTo>
                <a:lnTo>
                  <a:pt x="2643" y="4313"/>
                </a:lnTo>
                <a:lnTo>
                  <a:pt x="2642" y="4313"/>
                </a:lnTo>
                <a:lnTo>
                  <a:pt x="2642" y="4314"/>
                </a:lnTo>
                <a:lnTo>
                  <a:pt x="2641" y="4313"/>
                </a:lnTo>
                <a:lnTo>
                  <a:pt x="2640" y="4313"/>
                </a:lnTo>
                <a:lnTo>
                  <a:pt x="2639" y="4313"/>
                </a:lnTo>
                <a:lnTo>
                  <a:pt x="2639" y="4314"/>
                </a:lnTo>
                <a:lnTo>
                  <a:pt x="2639" y="4313"/>
                </a:lnTo>
                <a:lnTo>
                  <a:pt x="2638" y="4313"/>
                </a:lnTo>
                <a:lnTo>
                  <a:pt x="2637" y="4313"/>
                </a:lnTo>
                <a:lnTo>
                  <a:pt x="2636" y="4312"/>
                </a:lnTo>
                <a:lnTo>
                  <a:pt x="2637" y="4312"/>
                </a:lnTo>
                <a:lnTo>
                  <a:pt x="2637" y="4311"/>
                </a:lnTo>
                <a:lnTo>
                  <a:pt x="2637" y="4310"/>
                </a:lnTo>
                <a:lnTo>
                  <a:pt x="2636" y="4310"/>
                </a:lnTo>
                <a:lnTo>
                  <a:pt x="2636" y="4309"/>
                </a:lnTo>
                <a:lnTo>
                  <a:pt x="2635" y="4309"/>
                </a:lnTo>
                <a:lnTo>
                  <a:pt x="2635" y="4308"/>
                </a:lnTo>
                <a:lnTo>
                  <a:pt x="2635" y="4307"/>
                </a:lnTo>
                <a:lnTo>
                  <a:pt x="2634" y="4307"/>
                </a:lnTo>
                <a:lnTo>
                  <a:pt x="2634" y="4306"/>
                </a:lnTo>
                <a:lnTo>
                  <a:pt x="2633" y="4306"/>
                </a:lnTo>
                <a:lnTo>
                  <a:pt x="2632" y="4306"/>
                </a:lnTo>
                <a:lnTo>
                  <a:pt x="2631" y="4306"/>
                </a:lnTo>
                <a:lnTo>
                  <a:pt x="2631" y="4307"/>
                </a:lnTo>
                <a:lnTo>
                  <a:pt x="2630" y="4307"/>
                </a:lnTo>
                <a:lnTo>
                  <a:pt x="2630" y="4306"/>
                </a:lnTo>
                <a:lnTo>
                  <a:pt x="2629" y="4306"/>
                </a:lnTo>
                <a:lnTo>
                  <a:pt x="2628" y="4306"/>
                </a:lnTo>
                <a:lnTo>
                  <a:pt x="2628" y="4307"/>
                </a:lnTo>
                <a:lnTo>
                  <a:pt x="2628" y="4308"/>
                </a:lnTo>
                <a:lnTo>
                  <a:pt x="2627" y="4308"/>
                </a:lnTo>
                <a:lnTo>
                  <a:pt x="2626" y="4309"/>
                </a:lnTo>
                <a:lnTo>
                  <a:pt x="2625" y="4309"/>
                </a:lnTo>
                <a:lnTo>
                  <a:pt x="2624" y="4309"/>
                </a:lnTo>
                <a:lnTo>
                  <a:pt x="2624" y="4308"/>
                </a:lnTo>
                <a:lnTo>
                  <a:pt x="2623" y="4307"/>
                </a:lnTo>
                <a:lnTo>
                  <a:pt x="2624" y="4307"/>
                </a:lnTo>
                <a:lnTo>
                  <a:pt x="2624" y="4306"/>
                </a:lnTo>
                <a:lnTo>
                  <a:pt x="2624" y="4305"/>
                </a:lnTo>
                <a:lnTo>
                  <a:pt x="2625" y="4305"/>
                </a:lnTo>
                <a:lnTo>
                  <a:pt x="2625" y="4304"/>
                </a:lnTo>
                <a:lnTo>
                  <a:pt x="2625" y="4303"/>
                </a:lnTo>
                <a:lnTo>
                  <a:pt x="2626" y="4303"/>
                </a:lnTo>
                <a:lnTo>
                  <a:pt x="2627" y="4303"/>
                </a:lnTo>
                <a:lnTo>
                  <a:pt x="2627" y="4302"/>
                </a:lnTo>
                <a:lnTo>
                  <a:pt x="2626" y="4302"/>
                </a:lnTo>
                <a:lnTo>
                  <a:pt x="2626" y="4301"/>
                </a:lnTo>
                <a:lnTo>
                  <a:pt x="2625" y="4301"/>
                </a:lnTo>
                <a:lnTo>
                  <a:pt x="2624" y="4301"/>
                </a:lnTo>
                <a:lnTo>
                  <a:pt x="2624" y="4302"/>
                </a:lnTo>
                <a:lnTo>
                  <a:pt x="2624" y="4301"/>
                </a:lnTo>
                <a:lnTo>
                  <a:pt x="2623" y="4301"/>
                </a:lnTo>
                <a:lnTo>
                  <a:pt x="2622" y="4301"/>
                </a:lnTo>
                <a:lnTo>
                  <a:pt x="2622" y="4300"/>
                </a:lnTo>
                <a:lnTo>
                  <a:pt x="2621" y="4300"/>
                </a:lnTo>
                <a:lnTo>
                  <a:pt x="2620" y="4300"/>
                </a:lnTo>
                <a:lnTo>
                  <a:pt x="2620" y="4299"/>
                </a:lnTo>
                <a:lnTo>
                  <a:pt x="2619" y="4299"/>
                </a:lnTo>
                <a:lnTo>
                  <a:pt x="2618" y="4299"/>
                </a:lnTo>
                <a:lnTo>
                  <a:pt x="2617" y="4299"/>
                </a:lnTo>
                <a:lnTo>
                  <a:pt x="2616" y="4299"/>
                </a:lnTo>
                <a:lnTo>
                  <a:pt x="2615" y="4299"/>
                </a:lnTo>
                <a:lnTo>
                  <a:pt x="2614" y="4299"/>
                </a:lnTo>
                <a:lnTo>
                  <a:pt x="2613" y="4299"/>
                </a:lnTo>
                <a:lnTo>
                  <a:pt x="2613" y="4300"/>
                </a:lnTo>
                <a:lnTo>
                  <a:pt x="2613" y="4299"/>
                </a:lnTo>
                <a:lnTo>
                  <a:pt x="2612" y="4299"/>
                </a:lnTo>
                <a:lnTo>
                  <a:pt x="2611" y="4299"/>
                </a:lnTo>
                <a:lnTo>
                  <a:pt x="2611" y="4300"/>
                </a:lnTo>
                <a:lnTo>
                  <a:pt x="2610" y="4300"/>
                </a:lnTo>
                <a:lnTo>
                  <a:pt x="2610" y="4301"/>
                </a:lnTo>
                <a:lnTo>
                  <a:pt x="2609" y="4300"/>
                </a:lnTo>
                <a:lnTo>
                  <a:pt x="2609" y="4301"/>
                </a:lnTo>
                <a:lnTo>
                  <a:pt x="2608" y="4301"/>
                </a:lnTo>
                <a:lnTo>
                  <a:pt x="2608" y="4302"/>
                </a:lnTo>
                <a:lnTo>
                  <a:pt x="2607" y="4302"/>
                </a:lnTo>
                <a:lnTo>
                  <a:pt x="2607" y="4301"/>
                </a:lnTo>
                <a:lnTo>
                  <a:pt x="2606" y="4301"/>
                </a:lnTo>
                <a:lnTo>
                  <a:pt x="2606" y="4302"/>
                </a:lnTo>
                <a:lnTo>
                  <a:pt x="2606" y="4301"/>
                </a:lnTo>
                <a:lnTo>
                  <a:pt x="2606" y="4302"/>
                </a:lnTo>
                <a:lnTo>
                  <a:pt x="2606" y="4301"/>
                </a:lnTo>
                <a:lnTo>
                  <a:pt x="2605" y="4301"/>
                </a:lnTo>
                <a:lnTo>
                  <a:pt x="2604" y="4301"/>
                </a:lnTo>
                <a:lnTo>
                  <a:pt x="2603" y="4301"/>
                </a:lnTo>
                <a:lnTo>
                  <a:pt x="2603" y="4302"/>
                </a:lnTo>
                <a:lnTo>
                  <a:pt x="2602" y="4302"/>
                </a:lnTo>
                <a:lnTo>
                  <a:pt x="2601" y="4302"/>
                </a:lnTo>
                <a:lnTo>
                  <a:pt x="2601" y="4301"/>
                </a:lnTo>
                <a:lnTo>
                  <a:pt x="2600" y="4301"/>
                </a:lnTo>
                <a:lnTo>
                  <a:pt x="2600" y="4302"/>
                </a:lnTo>
                <a:lnTo>
                  <a:pt x="2600" y="4301"/>
                </a:lnTo>
                <a:lnTo>
                  <a:pt x="2600" y="4302"/>
                </a:lnTo>
                <a:lnTo>
                  <a:pt x="2600" y="4301"/>
                </a:lnTo>
                <a:lnTo>
                  <a:pt x="2599" y="4301"/>
                </a:lnTo>
                <a:lnTo>
                  <a:pt x="2599" y="4302"/>
                </a:lnTo>
                <a:lnTo>
                  <a:pt x="2598" y="4302"/>
                </a:lnTo>
                <a:lnTo>
                  <a:pt x="2597" y="4302"/>
                </a:lnTo>
                <a:lnTo>
                  <a:pt x="2597" y="4303"/>
                </a:lnTo>
                <a:lnTo>
                  <a:pt x="2597" y="4302"/>
                </a:lnTo>
                <a:lnTo>
                  <a:pt x="2596" y="4302"/>
                </a:lnTo>
                <a:lnTo>
                  <a:pt x="2596" y="4303"/>
                </a:lnTo>
                <a:lnTo>
                  <a:pt x="2596" y="4304"/>
                </a:lnTo>
                <a:lnTo>
                  <a:pt x="2595" y="4304"/>
                </a:lnTo>
                <a:lnTo>
                  <a:pt x="2594" y="4304"/>
                </a:lnTo>
                <a:lnTo>
                  <a:pt x="2594" y="4305"/>
                </a:lnTo>
                <a:lnTo>
                  <a:pt x="2593" y="4305"/>
                </a:lnTo>
                <a:lnTo>
                  <a:pt x="2592" y="4305"/>
                </a:lnTo>
                <a:lnTo>
                  <a:pt x="2592" y="4306"/>
                </a:lnTo>
                <a:lnTo>
                  <a:pt x="2591" y="4306"/>
                </a:lnTo>
                <a:lnTo>
                  <a:pt x="2591" y="4305"/>
                </a:lnTo>
                <a:lnTo>
                  <a:pt x="2590" y="4305"/>
                </a:lnTo>
                <a:lnTo>
                  <a:pt x="2590" y="4306"/>
                </a:lnTo>
                <a:lnTo>
                  <a:pt x="2589" y="4306"/>
                </a:lnTo>
                <a:lnTo>
                  <a:pt x="2589" y="4307"/>
                </a:lnTo>
                <a:lnTo>
                  <a:pt x="2588" y="4307"/>
                </a:lnTo>
                <a:lnTo>
                  <a:pt x="2587" y="4307"/>
                </a:lnTo>
                <a:lnTo>
                  <a:pt x="2587" y="4308"/>
                </a:lnTo>
                <a:lnTo>
                  <a:pt x="2587" y="4307"/>
                </a:lnTo>
                <a:lnTo>
                  <a:pt x="2586" y="4307"/>
                </a:lnTo>
                <a:lnTo>
                  <a:pt x="2586" y="4306"/>
                </a:lnTo>
                <a:lnTo>
                  <a:pt x="2586" y="4305"/>
                </a:lnTo>
                <a:lnTo>
                  <a:pt x="2585" y="4305"/>
                </a:lnTo>
                <a:lnTo>
                  <a:pt x="2584" y="4305"/>
                </a:lnTo>
                <a:lnTo>
                  <a:pt x="2583" y="4305"/>
                </a:lnTo>
                <a:lnTo>
                  <a:pt x="2583" y="4304"/>
                </a:lnTo>
                <a:lnTo>
                  <a:pt x="2582" y="4304"/>
                </a:lnTo>
                <a:lnTo>
                  <a:pt x="2582" y="4303"/>
                </a:lnTo>
                <a:lnTo>
                  <a:pt x="2582" y="4302"/>
                </a:lnTo>
                <a:lnTo>
                  <a:pt x="2582" y="4301"/>
                </a:lnTo>
                <a:lnTo>
                  <a:pt x="2581" y="4301"/>
                </a:lnTo>
                <a:lnTo>
                  <a:pt x="2580" y="4301"/>
                </a:lnTo>
                <a:lnTo>
                  <a:pt x="2580" y="4300"/>
                </a:lnTo>
                <a:lnTo>
                  <a:pt x="2579" y="4300"/>
                </a:lnTo>
                <a:lnTo>
                  <a:pt x="2578" y="4300"/>
                </a:lnTo>
                <a:lnTo>
                  <a:pt x="2578" y="4299"/>
                </a:lnTo>
                <a:lnTo>
                  <a:pt x="2579" y="4299"/>
                </a:lnTo>
                <a:lnTo>
                  <a:pt x="2580" y="4299"/>
                </a:lnTo>
                <a:lnTo>
                  <a:pt x="2580" y="4298"/>
                </a:lnTo>
                <a:lnTo>
                  <a:pt x="2580" y="4297"/>
                </a:lnTo>
                <a:lnTo>
                  <a:pt x="2581" y="4297"/>
                </a:lnTo>
                <a:lnTo>
                  <a:pt x="2581" y="4296"/>
                </a:lnTo>
                <a:lnTo>
                  <a:pt x="2582" y="4296"/>
                </a:lnTo>
                <a:lnTo>
                  <a:pt x="2582" y="4295"/>
                </a:lnTo>
                <a:lnTo>
                  <a:pt x="2582" y="4294"/>
                </a:lnTo>
                <a:lnTo>
                  <a:pt x="2583" y="4294"/>
                </a:lnTo>
                <a:lnTo>
                  <a:pt x="2583" y="4293"/>
                </a:lnTo>
                <a:lnTo>
                  <a:pt x="2583" y="4292"/>
                </a:lnTo>
                <a:lnTo>
                  <a:pt x="2582" y="4292"/>
                </a:lnTo>
                <a:lnTo>
                  <a:pt x="2582" y="4291"/>
                </a:lnTo>
                <a:lnTo>
                  <a:pt x="2582" y="4290"/>
                </a:lnTo>
                <a:lnTo>
                  <a:pt x="2581" y="4290"/>
                </a:lnTo>
                <a:lnTo>
                  <a:pt x="2580" y="4290"/>
                </a:lnTo>
                <a:lnTo>
                  <a:pt x="2579" y="4290"/>
                </a:lnTo>
                <a:lnTo>
                  <a:pt x="2579" y="4289"/>
                </a:lnTo>
                <a:lnTo>
                  <a:pt x="2578" y="4289"/>
                </a:lnTo>
                <a:lnTo>
                  <a:pt x="2577" y="4289"/>
                </a:lnTo>
                <a:lnTo>
                  <a:pt x="2576" y="4289"/>
                </a:lnTo>
                <a:lnTo>
                  <a:pt x="2576" y="4288"/>
                </a:lnTo>
                <a:lnTo>
                  <a:pt x="2575" y="4288"/>
                </a:lnTo>
                <a:lnTo>
                  <a:pt x="2575" y="4287"/>
                </a:lnTo>
                <a:lnTo>
                  <a:pt x="2575" y="4286"/>
                </a:lnTo>
                <a:lnTo>
                  <a:pt x="2575" y="4285"/>
                </a:lnTo>
                <a:lnTo>
                  <a:pt x="2575" y="4284"/>
                </a:lnTo>
                <a:lnTo>
                  <a:pt x="2574" y="4284"/>
                </a:lnTo>
                <a:lnTo>
                  <a:pt x="2573" y="4284"/>
                </a:lnTo>
                <a:lnTo>
                  <a:pt x="2573" y="4283"/>
                </a:lnTo>
                <a:lnTo>
                  <a:pt x="2573" y="4282"/>
                </a:lnTo>
                <a:lnTo>
                  <a:pt x="2573" y="4281"/>
                </a:lnTo>
                <a:lnTo>
                  <a:pt x="2572" y="4281"/>
                </a:lnTo>
                <a:lnTo>
                  <a:pt x="2572" y="4280"/>
                </a:lnTo>
                <a:lnTo>
                  <a:pt x="2572" y="4279"/>
                </a:lnTo>
                <a:lnTo>
                  <a:pt x="2571" y="4279"/>
                </a:lnTo>
                <a:lnTo>
                  <a:pt x="2571" y="4278"/>
                </a:lnTo>
                <a:lnTo>
                  <a:pt x="2570" y="4278"/>
                </a:lnTo>
                <a:lnTo>
                  <a:pt x="2570" y="4277"/>
                </a:lnTo>
                <a:lnTo>
                  <a:pt x="2571" y="4277"/>
                </a:lnTo>
                <a:lnTo>
                  <a:pt x="2572" y="4277"/>
                </a:lnTo>
                <a:lnTo>
                  <a:pt x="2572" y="4276"/>
                </a:lnTo>
                <a:lnTo>
                  <a:pt x="2573" y="4276"/>
                </a:lnTo>
                <a:lnTo>
                  <a:pt x="2574" y="4276"/>
                </a:lnTo>
                <a:lnTo>
                  <a:pt x="2574" y="4277"/>
                </a:lnTo>
                <a:lnTo>
                  <a:pt x="2575" y="4277"/>
                </a:lnTo>
                <a:lnTo>
                  <a:pt x="2575" y="4276"/>
                </a:lnTo>
                <a:lnTo>
                  <a:pt x="2576" y="4276"/>
                </a:lnTo>
                <a:lnTo>
                  <a:pt x="2577" y="4276"/>
                </a:lnTo>
                <a:lnTo>
                  <a:pt x="2577" y="4275"/>
                </a:lnTo>
                <a:lnTo>
                  <a:pt x="2577" y="4274"/>
                </a:lnTo>
                <a:lnTo>
                  <a:pt x="2578" y="4274"/>
                </a:lnTo>
                <a:lnTo>
                  <a:pt x="2577" y="4274"/>
                </a:lnTo>
                <a:lnTo>
                  <a:pt x="2577" y="4273"/>
                </a:lnTo>
                <a:lnTo>
                  <a:pt x="2577" y="4272"/>
                </a:lnTo>
                <a:lnTo>
                  <a:pt x="2577" y="4271"/>
                </a:lnTo>
                <a:lnTo>
                  <a:pt x="2577" y="4270"/>
                </a:lnTo>
                <a:lnTo>
                  <a:pt x="2577" y="4269"/>
                </a:lnTo>
                <a:lnTo>
                  <a:pt x="2577" y="4268"/>
                </a:lnTo>
                <a:lnTo>
                  <a:pt x="2578" y="4268"/>
                </a:lnTo>
                <a:lnTo>
                  <a:pt x="2579" y="4268"/>
                </a:lnTo>
                <a:lnTo>
                  <a:pt x="2579" y="4267"/>
                </a:lnTo>
                <a:lnTo>
                  <a:pt x="2580" y="4267"/>
                </a:lnTo>
                <a:lnTo>
                  <a:pt x="2580" y="4266"/>
                </a:lnTo>
                <a:lnTo>
                  <a:pt x="2579" y="4266"/>
                </a:lnTo>
                <a:lnTo>
                  <a:pt x="2579" y="4265"/>
                </a:lnTo>
                <a:lnTo>
                  <a:pt x="2579" y="4264"/>
                </a:lnTo>
                <a:lnTo>
                  <a:pt x="2578" y="4263"/>
                </a:lnTo>
                <a:lnTo>
                  <a:pt x="2579" y="4263"/>
                </a:lnTo>
                <a:lnTo>
                  <a:pt x="2579" y="4262"/>
                </a:lnTo>
                <a:lnTo>
                  <a:pt x="2580" y="4262"/>
                </a:lnTo>
                <a:lnTo>
                  <a:pt x="2580" y="4261"/>
                </a:lnTo>
                <a:lnTo>
                  <a:pt x="2579" y="4261"/>
                </a:lnTo>
                <a:lnTo>
                  <a:pt x="2579" y="4260"/>
                </a:lnTo>
                <a:lnTo>
                  <a:pt x="2580" y="4260"/>
                </a:lnTo>
                <a:lnTo>
                  <a:pt x="2580" y="4259"/>
                </a:lnTo>
                <a:lnTo>
                  <a:pt x="2579" y="4259"/>
                </a:lnTo>
                <a:lnTo>
                  <a:pt x="2580" y="4259"/>
                </a:lnTo>
                <a:lnTo>
                  <a:pt x="2579" y="4259"/>
                </a:lnTo>
                <a:lnTo>
                  <a:pt x="2578" y="4259"/>
                </a:lnTo>
                <a:lnTo>
                  <a:pt x="2577" y="4259"/>
                </a:lnTo>
                <a:lnTo>
                  <a:pt x="2576" y="4259"/>
                </a:lnTo>
                <a:lnTo>
                  <a:pt x="2575" y="4259"/>
                </a:lnTo>
                <a:lnTo>
                  <a:pt x="2575" y="4258"/>
                </a:lnTo>
                <a:lnTo>
                  <a:pt x="2574" y="4258"/>
                </a:lnTo>
                <a:lnTo>
                  <a:pt x="2573" y="4258"/>
                </a:lnTo>
                <a:lnTo>
                  <a:pt x="2572" y="4258"/>
                </a:lnTo>
                <a:lnTo>
                  <a:pt x="2571" y="4258"/>
                </a:lnTo>
                <a:lnTo>
                  <a:pt x="2571" y="4257"/>
                </a:lnTo>
                <a:lnTo>
                  <a:pt x="2571" y="4256"/>
                </a:lnTo>
                <a:lnTo>
                  <a:pt x="2572" y="4255"/>
                </a:lnTo>
                <a:lnTo>
                  <a:pt x="2572" y="4254"/>
                </a:lnTo>
                <a:lnTo>
                  <a:pt x="2574" y="4254"/>
                </a:lnTo>
                <a:lnTo>
                  <a:pt x="2575" y="4254"/>
                </a:lnTo>
                <a:lnTo>
                  <a:pt x="2575" y="4253"/>
                </a:lnTo>
                <a:lnTo>
                  <a:pt x="2575" y="4252"/>
                </a:lnTo>
                <a:lnTo>
                  <a:pt x="2574" y="4252"/>
                </a:lnTo>
                <a:lnTo>
                  <a:pt x="2574" y="4251"/>
                </a:lnTo>
                <a:lnTo>
                  <a:pt x="2574" y="4250"/>
                </a:lnTo>
                <a:lnTo>
                  <a:pt x="2574" y="4249"/>
                </a:lnTo>
                <a:lnTo>
                  <a:pt x="2574" y="4248"/>
                </a:lnTo>
                <a:lnTo>
                  <a:pt x="2574" y="4247"/>
                </a:lnTo>
                <a:lnTo>
                  <a:pt x="2573" y="4247"/>
                </a:lnTo>
                <a:lnTo>
                  <a:pt x="2573" y="4246"/>
                </a:lnTo>
                <a:lnTo>
                  <a:pt x="2573" y="4245"/>
                </a:lnTo>
                <a:lnTo>
                  <a:pt x="2573" y="4244"/>
                </a:lnTo>
                <a:lnTo>
                  <a:pt x="2572" y="4244"/>
                </a:lnTo>
                <a:lnTo>
                  <a:pt x="2571" y="4244"/>
                </a:lnTo>
                <a:lnTo>
                  <a:pt x="2570" y="4243"/>
                </a:lnTo>
                <a:lnTo>
                  <a:pt x="2570" y="4242"/>
                </a:lnTo>
                <a:lnTo>
                  <a:pt x="2569" y="4242"/>
                </a:lnTo>
                <a:lnTo>
                  <a:pt x="2569" y="4241"/>
                </a:lnTo>
                <a:lnTo>
                  <a:pt x="2569" y="4240"/>
                </a:lnTo>
                <a:lnTo>
                  <a:pt x="2569" y="4238"/>
                </a:lnTo>
                <a:lnTo>
                  <a:pt x="2569" y="4237"/>
                </a:lnTo>
                <a:lnTo>
                  <a:pt x="2569" y="4236"/>
                </a:lnTo>
                <a:lnTo>
                  <a:pt x="2569" y="4235"/>
                </a:lnTo>
                <a:lnTo>
                  <a:pt x="2568" y="4235"/>
                </a:lnTo>
                <a:lnTo>
                  <a:pt x="2568" y="4234"/>
                </a:lnTo>
                <a:lnTo>
                  <a:pt x="2568" y="4233"/>
                </a:lnTo>
                <a:lnTo>
                  <a:pt x="2569" y="4233"/>
                </a:lnTo>
                <a:lnTo>
                  <a:pt x="2569" y="4232"/>
                </a:lnTo>
                <a:lnTo>
                  <a:pt x="2569" y="4231"/>
                </a:lnTo>
                <a:lnTo>
                  <a:pt x="2570" y="4231"/>
                </a:lnTo>
                <a:lnTo>
                  <a:pt x="2569" y="4231"/>
                </a:lnTo>
                <a:lnTo>
                  <a:pt x="2568" y="4231"/>
                </a:lnTo>
                <a:lnTo>
                  <a:pt x="2567" y="4231"/>
                </a:lnTo>
                <a:lnTo>
                  <a:pt x="2566" y="4231"/>
                </a:lnTo>
                <a:lnTo>
                  <a:pt x="2565" y="4231"/>
                </a:lnTo>
                <a:lnTo>
                  <a:pt x="2565" y="4232"/>
                </a:lnTo>
                <a:lnTo>
                  <a:pt x="2564" y="4232"/>
                </a:lnTo>
                <a:lnTo>
                  <a:pt x="2563" y="4232"/>
                </a:lnTo>
                <a:lnTo>
                  <a:pt x="2563" y="4233"/>
                </a:lnTo>
                <a:lnTo>
                  <a:pt x="2562" y="4233"/>
                </a:lnTo>
                <a:lnTo>
                  <a:pt x="2562" y="4234"/>
                </a:lnTo>
                <a:lnTo>
                  <a:pt x="2561" y="4234"/>
                </a:lnTo>
                <a:lnTo>
                  <a:pt x="2561" y="4235"/>
                </a:lnTo>
                <a:lnTo>
                  <a:pt x="2560" y="4235"/>
                </a:lnTo>
                <a:lnTo>
                  <a:pt x="2560" y="4236"/>
                </a:lnTo>
                <a:lnTo>
                  <a:pt x="2559" y="4236"/>
                </a:lnTo>
                <a:lnTo>
                  <a:pt x="2559" y="4237"/>
                </a:lnTo>
                <a:lnTo>
                  <a:pt x="2558" y="4237"/>
                </a:lnTo>
                <a:lnTo>
                  <a:pt x="2557" y="4237"/>
                </a:lnTo>
                <a:lnTo>
                  <a:pt x="2557" y="4238"/>
                </a:lnTo>
                <a:lnTo>
                  <a:pt x="2556" y="4238"/>
                </a:lnTo>
                <a:lnTo>
                  <a:pt x="2557" y="4239"/>
                </a:lnTo>
                <a:lnTo>
                  <a:pt x="2556" y="4239"/>
                </a:lnTo>
                <a:lnTo>
                  <a:pt x="2555" y="4239"/>
                </a:lnTo>
                <a:lnTo>
                  <a:pt x="2554" y="4239"/>
                </a:lnTo>
                <a:lnTo>
                  <a:pt x="2553" y="4239"/>
                </a:lnTo>
                <a:lnTo>
                  <a:pt x="2552" y="4239"/>
                </a:lnTo>
                <a:lnTo>
                  <a:pt x="2552" y="4240"/>
                </a:lnTo>
                <a:lnTo>
                  <a:pt x="2551" y="4240"/>
                </a:lnTo>
                <a:lnTo>
                  <a:pt x="2550" y="4240"/>
                </a:lnTo>
                <a:lnTo>
                  <a:pt x="2549" y="4240"/>
                </a:lnTo>
                <a:lnTo>
                  <a:pt x="2549" y="4239"/>
                </a:lnTo>
                <a:lnTo>
                  <a:pt x="2549" y="4240"/>
                </a:lnTo>
                <a:lnTo>
                  <a:pt x="2547" y="4240"/>
                </a:lnTo>
                <a:lnTo>
                  <a:pt x="2546" y="4240"/>
                </a:lnTo>
                <a:lnTo>
                  <a:pt x="2546" y="4241"/>
                </a:lnTo>
                <a:lnTo>
                  <a:pt x="2545" y="4241"/>
                </a:lnTo>
                <a:lnTo>
                  <a:pt x="2544" y="4241"/>
                </a:lnTo>
                <a:lnTo>
                  <a:pt x="2544" y="4242"/>
                </a:lnTo>
                <a:lnTo>
                  <a:pt x="2544" y="4241"/>
                </a:lnTo>
                <a:lnTo>
                  <a:pt x="2543" y="4241"/>
                </a:lnTo>
                <a:lnTo>
                  <a:pt x="2542" y="4241"/>
                </a:lnTo>
                <a:lnTo>
                  <a:pt x="2541" y="4241"/>
                </a:lnTo>
                <a:lnTo>
                  <a:pt x="2540" y="4241"/>
                </a:lnTo>
                <a:lnTo>
                  <a:pt x="2540" y="4242"/>
                </a:lnTo>
                <a:lnTo>
                  <a:pt x="2539" y="4242"/>
                </a:lnTo>
                <a:lnTo>
                  <a:pt x="2539" y="4243"/>
                </a:lnTo>
                <a:lnTo>
                  <a:pt x="2539" y="4242"/>
                </a:lnTo>
                <a:lnTo>
                  <a:pt x="2539" y="4243"/>
                </a:lnTo>
                <a:lnTo>
                  <a:pt x="2539" y="4242"/>
                </a:lnTo>
                <a:lnTo>
                  <a:pt x="2539" y="4243"/>
                </a:lnTo>
                <a:lnTo>
                  <a:pt x="2538" y="4243"/>
                </a:lnTo>
                <a:lnTo>
                  <a:pt x="2539" y="4243"/>
                </a:lnTo>
                <a:lnTo>
                  <a:pt x="2538" y="4243"/>
                </a:lnTo>
                <a:lnTo>
                  <a:pt x="2538" y="4244"/>
                </a:lnTo>
                <a:lnTo>
                  <a:pt x="2537" y="4244"/>
                </a:lnTo>
                <a:lnTo>
                  <a:pt x="2537" y="4245"/>
                </a:lnTo>
                <a:lnTo>
                  <a:pt x="2537" y="4246"/>
                </a:lnTo>
                <a:lnTo>
                  <a:pt x="2536" y="4246"/>
                </a:lnTo>
                <a:lnTo>
                  <a:pt x="2536" y="4247"/>
                </a:lnTo>
                <a:lnTo>
                  <a:pt x="2535" y="4247"/>
                </a:lnTo>
                <a:lnTo>
                  <a:pt x="2534" y="4247"/>
                </a:lnTo>
                <a:lnTo>
                  <a:pt x="2534" y="4248"/>
                </a:lnTo>
                <a:lnTo>
                  <a:pt x="2533" y="4248"/>
                </a:lnTo>
                <a:lnTo>
                  <a:pt x="2532" y="4248"/>
                </a:lnTo>
                <a:lnTo>
                  <a:pt x="2532" y="4249"/>
                </a:lnTo>
                <a:lnTo>
                  <a:pt x="2531" y="4249"/>
                </a:lnTo>
                <a:lnTo>
                  <a:pt x="2531" y="4250"/>
                </a:lnTo>
                <a:lnTo>
                  <a:pt x="2531" y="4251"/>
                </a:lnTo>
                <a:lnTo>
                  <a:pt x="2530" y="4251"/>
                </a:lnTo>
                <a:lnTo>
                  <a:pt x="2530" y="4252"/>
                </a:lnTo>
                <a:lnTo>
                  <a:pt x="2530" y="4253"/>
                </a:lnTo>
                <a:lnTo>
                  <a:pt x="2529" y="4253"/>
                </a:lnTo>
                <a:lnTo>
                  <a:pt x="2529" y="4254"/>
                </a:lnTo>
                <a:lnTo>
                  <a:pt x="2529" y="4255"/>
                </a:lnTo>
                <a:lnTo>
                  <a:pt x="2528" y="4255"/>
                </a:lnTo>
                <a:lnTo>
                  <a:pt x="2527" y="4255"/>
                </a:lnTo>
                <a:lnTo>
                  <a:pt x="2526" y="4255"/>
                </a:lnTo>
                <a:lnTo>
                  <a:pt x="2526" y="4256"/>
                </a:lnTo>
                <a:lnTo>
                  <a:pt x="2526" y="4257"/>
                </a:lnTo>
                <a:lnTo>
                  <a:pt x="2525" y="4257"/>
                </a:lnTo>
                <a:lnTo>
                  <a:pt x="2525" y="4256"/>
                </a:lnTo>
                <a:lnTo>
                  <a:pt x="2525" y="4257"/>
                </a:lnTo>
                <a:lnTo>
                  <a:pt x="2524" y="4257"/>
                </a:lnTo>
                <a:lnTo>
                  <a:pt x="2524" y="4258"/>
                </a:lnTo>
                <a:lnTo>
                  <a:pt x="2523" y="4258"/>
                </a:lnTo>
                <a:lnTo>
                  <a:pt x="2523" y="4259"/>
                </a:lnTo>
                <a:lnTo>
                  <a:pt x="2522" y="4260"/>
                </a:lnTo>
                <a:lnTo>
                  <a:pt x="2522" y="4261"/>
                </a:lnTo>
                <a:lnTo>
                  <a:pt x="2521" y="4261"/>
                </a:lnTo>
                <a:lnTo>
                  <a:pt x="2521" y="4262"/>
                </a:lnTo>
                <a:lnTo>
                  <a:pt x="2520" y="4262"/>
                </a:lnTo>
                <a:lnTo>
                  <a:pt x="2519" y="4262"/>
                </a:lnTo>
                <a:lnTo>
                  <a:pt x="2518" y="4262"/>
                </a:lnTo>
                <a:lnTo>
                  <a:pt x="2517" y="4262"/>
                </a:lnTo>
                <a:lnTo>
                  <a:pt x="2516" y="4262"/>
                </a:lnTo>
                <a:lnTo>
                  <a:pt x="2516" y="4263"/>
                </a:lnTo>
                <a:lnTo>
                  <a:pt x="2515" y="4263"/>
                </a:lnTo>
                <a:lnTo>
                  <a:pt x="2515" y="4264"/>
                </a:lnTo>
                <a:lnTo>
                  <a:pt x="2515" y="4265"/>
                </a:lnTo>
                <a:lnTo>
                  <a:pt x="2514" y="4265"/>
                </a:lnTo>
                <a:lnTo>
                  <a:pt x="2514" y="4266"/>
                </a:lnTo>
                <a:lnTo>
                  <a:pt x="2513" y="4266"/>
                </a:lnTo>
                <a:lnTo>
                  <a:pt x="2512" y="4266"/>
                </a:lnTo>
                <a:lnTo>
                  <a:pt x="2511" y="4266"/>
                </a:lnTo>
                <a:lnTo>
                  <a:pt x="2511" y="4265"/>
                </a:lnTo>
                <a:lnTo>
                  <a:pt x="2510" y="4265"/>
                </a:lnTo>
                <a:lnTo>
                  <a:pt x="2510" y="4266"/>
                </a:lnTo>
                <a:lnTo>
                  <a:pt x="2509" y="4266"/>
                </a:lnTo>
                <a:lnTo>
                  <a:pt x="2508" y="4266"/>
                </a:lnTo>
                <a:lnTo>
                  <a:pt x="2508" y="4267"/>
                </a:lnTo>
                <a:lnTo>
                  <a:pt x="2507" y="4267"/>
                </a:lnTo>
                <a:lnTo>
                  <a:pt x="2506" y="4267"/>
                </a:lnTo>
                <a:lnTo>
                  <a:pt x="2506" y="4268"/>
                </a:lnTo>
                <a:lnTo>
                  <a:pt x="2505" y="4268"/>
                </a:lnTo>
                <a:lnTo>
                  <a:pt x="2504" y="4268"/>
                </a:lnTo>
                <a:lnTo>
                  <a:pt x="2504" y="4269"/>
                </a:lnTo>
                <a:lnTo>
                  <a:pt x="2503" y="4269"/>
                </a:lnTo>
                <a:lnTo>
                  <a:pt x="2502" y="4269"/>
                </a:lnTo>
                <a:lnTo>
                  <a:pt x="2501" y="4269"/>
                </a:lnTo>
                <a:lnTo>
                  <a:pt x="2501" y="4268"/>
                </a:lnTo>
                <a:lnTo>
                  <a:pt x="2500" y="4268"/>
                </a:lnTo>
                <a:lnTo>
                  <a:pt x="2499" y="4268"/>
                </a:lnTo>
                <a:lnTo>
                  <a:pt x="2498" y="4268"/>
                </a:lnTo>
                <a:lnTo>
                  <a:pt x="2498" y="4267"/>
                </a:lnTo>
                <a:lnTo>
                  <a:pt x="2497" y="4267"/>
                </a:lnTo>
                <a:lnTo>
                  <a:pt x="2497" y="4266"/>
                </a:lnTo>
                <a:lnTo>
                  <a:pt x="2496" y="4266"/>
                </a:lnTo>
                <a:lnTo>
                  <a:pt x="2495" y="4266"/>
                </a:lnTo>
                <a:lnTo>
                  <a:pt x="2494" y="4266"/>
                </a:lnTo>
                <a:lnTo>
                  <a:pt x="2495" y="4266"/>
                </a:lnTo>
                <a:lnTo>
                  <a:pt x="2494" y="4266"/>
                </a:lnTo>
                <a:lnTo>
                  <a:pt x="2494" y="4267"/>
                </a:lnTo>
                <a:lnTo>
                  <a:pt x="2493" y="4267"/>
                </a:lnTo>
                <a:lnTo>
                  <a:pt x="2492" y="4267"/>
                </a:lnTo>
                <a:lnTo>
                  <a:pt x="2492" y="4268"/>
                </a:lnTo>
                <a:lnTo>
                  <a:pt x="2491" y="4268"/>
                </a:lnTo>
                <a:lnTo>
                  <a:pt x="2490" y="4268"/>
                </a:lnTo>
                <a:lnTo>
                  <a:pt x="2490" y="4267"/>
                </a:lnTo>
                <a:lnTo>
                  <a:pt x="2490" y="4266"/>
                </a:lnTo>
                <a:lnTo>
                  <a:pt x="2489" y="4266"/>
                </a:lnTo>
                <a:lnTo>
                  <a:pt x="2489" y="4265"/>
                </a:lnTo>
                <a:lnTo>
                  <a:pt x="2489" y="4264"/>
                </a:lnTo>
                <a:lnTo>
                  <a:pt x="2488" y="4264"/>
                </a:lnTo>
                <a:lnTo>
                  <a:pt x="2488" y="4263"/>
                </a:lnTo>
                <a:lnTo>
                  <a:pt x="2488" y="4262"/>
                </a:lnTo>
                <a:lnTo>
                  <a:pt x="2488" y="4261"/>
                </a:lnTo>
                <a:lnTo>
                  <a:pt x="2487" y="4261"/>
                </a:lnTo>
                <a:lnTo>
                  <a:pt x="2487" y="4260"/>
                </a:lnTo>
                <a:lnTo>
                  <a:pt x="2486" y="4260"/>
                </a:lnTo>
                <a:lnTo>
                  <a:pt x="2486" y="4259"/>
                </a:lnTo>
                <a:lnTo>
                  <a:pt x="2486" y="4258"/>
                </a:lnTo>
                <a:lnTo>
                  <a:pt x="2485" y="4258"/>
                </a:lnTo>
                <a:lnTo>
                  <a:pt x="2485" y="4257"/>
                </a:lnTo>
                <a:lnTo>
                  <a:pt x="2484" y="4257"/>
                </a:lnTo>
                <a:lnTo>
                  <a:pt x="2483" y="4257"/>
                </a:lnTo>
                <a:lnTo>
                  <a:pt x="2483" y="4258"/>
                </a:lnTo>
                <a:lnTo>
                  <a:pt x="2482" y="4258"/>
                </a:lnTo>
                <a:lnTo>
                  <a:pt x="2481" y="4258"/>
                </a:lnTo>
                <a:lnTo>
                  <a:pt x="2481" y="4259"/>
                </a:lnTo>
                <a:lnTo>
                  <a:pt x="2480" y="4259"/>
                </a:lnTo>
                <a:lnTo>
                  <a:pt x="2479" y="4259"/>
                </a:lnTo>
                <a:lnTo>
                  <a:pt x="2479" y="4258"/>
                </a:lnTo>
                <a:lnTo>
                  <a:pt x="2478" y="4258"/>
                </a:lnTo>
                <a:lnTo>
                  <a:pt x="2477" y="4258"/>
                </a:lnTo>
                <a:lnTo>
                  <a:pt x="2476" y="4258"/>
                </a:lnTo>
                <a:lnTo>
                  <a:pt x="2475" y="4258"/>
                </a:lnTo>
                <a:lnTo>
                  <a:pt x="2474" y="4258"/>
                </a:lnTo>
                <a:lnTo>
                  <a:pt x="2474" y="4259"/>
                </a:lnTo>
                <a:lnTo>
                  <a:pt x="2473" y="4259"/>
                </a:lnTo>
                <a:lnTo>
                  <a:pt x="2473" y="4260"/>
                </a:lnTo>
                <a:lnTo>
                  <a:pt x="2472" y="4260"/>
                </a:lnTo>
                <a:lnTo>
                  <a:pt x="2472" y="4261"/>
                </a:lnTo>
                <a:lnTo>
                  <a:pt x="2471" y="4261"/>
                </a:lnTo>
                <a:lnTo>
                  <a:pt x="2471" y="4262"/>
                </a:lnTo>
                <a:lnTo>
                  <a:pt x="2471" y="4263"/>
                </a:lnTo>
                <a:lnTo>
                  <a:pt x="2469" y="4263"/>
                </a:lnTo>
                <a:lnTo>
                  <a:pt x="2469" y="4264"/>
                </a:lnTo>
                <a:lnTo>
                  <a:pt x="2468" y="4264"/>
                </a:lnTo>
                <a:lnTo>
                  <a:pt x="2467" y="4264"/>
                </a:lnTo>
                <a:lnTo>
                  <a:pt x="2467" y="4263"/>
                </a:lnTo>
                <a:lnTo>
                  <a:pt x="2466" y="4263"/>
                </a:lnTo>
                <a:lnTo>
                  <a:pt x="2466" y="4264"/>
                </a:lnTo>
                <a:lnTo>
                  <a:pt x="2465" y="4264"/>
                </a:lnTo>
                <a:lnTo>
                  <a:pt x="2466" y="4264"/>
                </a:lnTo>
                <a:lnTo>
                  <a:pt x="2465" y="4264"/>
                </a:lnTo>
                <a:lnTo>
                  <a:pt x="2465" y="4265"/>
                </a:lnTo>
                <a:lnTo>
                  <a:pt x="2464" y="4265"/>
                </a:lnTo>
                <a:lnTo>
                  <a:pt x="2463" y="4265"/>
                </a:lnTo>
                <a:lnTo>
                  <a:pt x="2462" y="4265"/>
                </a:lnTo>
                <a:lnTo>
                  <a:pt x="2461" y="4265"/>
                </a:lnTo>
                <a:lnTo>
                  <a:pt x="2460" y="4265"/>
                </a:lnTo>
                <a:lnTo>
                  <a:pt x="2460" y="4264"/>
                </a:lnTo>
                <a:lnTo>
                  <a:pt x="2460" y="4263"/>
                </a:lnTo>
                <a:lnTo>
                  <a:pt x="2459" y="4263"/>
                </a:lnTo>
                <a:lnTo>
                  <a:pt x="2459" y="4262"/>
                </a:lnTo>
                <a:lnTo>
                  <a:pt x="2458" y="4262"/>
                </a:lnTo>
                <a:lnTo>
                  <a:pt x="2458" y="4261"/>
                </a:lnTo>
                <a:lnTo>
                  <a:pt x="2458" y="4260"/>
                </a:lnTo>
                <a:lnTo>
                  <a:pt x="2457" y="4260"/>
                </a:lnTo>
                <a:lnTo>
                  <a:pt x="2457" y="4259"/>
                </a:lnTo>
                <a:lnTo>
                  <a:pt x="2456" y="4259"/>
                </a:lnTo>
                <a:lnTo>
                  <a:pt x="2455" y="4259"/>
                </a:lnTo>
                <a:lnTo>
                  <a:pt x="2454" y="4259"/>
                </a:lnTo>
                <a:lnTo>
                  <a:pt x="2454" y="4260"/>
                </a:lnTo>
                <a:lnTo>
                  <a:pt x="2454" y="4261"/>
                </a:lnTo>
                <a:lnTo>
                  <a:pt x="2453" y="4261"/>
                </a:lnTo>
                <a:lnTo>
                  <a:pt x="2454" y="4261"/>
                </a:lnTo>
                <a:lnTo>
                  <a:pt x="2453" y="4261"/>
                </a:lnTo>
                <a:lnTo>
                  <a:pt x="2453" y="4262"/>
                </a:lnTo>
                <a:lnTo>
                  <a:pt x="2452" y="4262"/>
                </a:lnTo>
                <a:lnTo>
                  <a:pt x="2451" y="4262"/>
                </a:lnTo>
                <a:lnTo>
                  <a:pt x="2451" y="4261"/>
                </a:lnTo>
                <a:lnTo>
                  <a:pt x="2450" y="4261"/>
                </a:lnTo>
                <a:lnTo>
                  <a:pt x="2450" y="4260"/>
                </a:lnTo>
                <a:lnTo>
                  <a:pt x="2449" y="4260"/>
                </a:lnTo>
                <a:lnTo>
                  <a:pt x="2448" y="4260"/>
                </a:lnTo>
                <a:lnTo>
                  <a:pt x="2448" y="4259"/>
                </a:lnTo>
                <a:lnTo>
                  <a:pt x="2448" y="4258"/>
                </a:lnTo>
                <a:lnTo>
                  <a:pt x="2447" y="4258"/>
                </a:lnTo>
                <a:lnTo>
                  <a:pt x="2447" y="4257"/>
                </a:lnTo>
                <a:lnTo>
                  <a:pt x="2448" y="4257"/>
                </a:lnTo>
                <a:lnTo>
                  <a:pt x="2448" y="4256"/>
                </a:lnTo>
                <a:lnTo>
                  <a:pt x="2448" y="4255"/>
                </a:lnTo>
                <a:lnTo>
                  <a:pt x="2447" y="4255"/>
                </a:lnTo>
                <a:lnTo>
                  <a:pt x="2447" y="4254"/>
                </a:lnTo>
                <a:lnTo>
                  <a:pt x="2448" y="4254"/>
                </a:lnTo>
                <a:lnTo>
                  <a:pt x="2448" y="4253"/>
                </a:lnTo>
                <a:lnTo>
                  <a:pt x="2448" y="4251"/>
                </a:lnTo>
                <a:lnTo>
                  <a:pt x="2447" y="4251"/>
                </a:lnTo>
                <a:lnTo>
                  <a:pt x="2447" y="4250"/>
                </a:lnTo>
                <a:lnTo>
                  <a:pt x="2446" y="4250"/>
                </a:lnTo>
                <a:lnTo>
                  <a:pt x="2446" y="4248"/>
                </a:lnTo>
                <a:lnTo>
                  <a:pt x="2446" y="4247"/>
                </a:lnTo>
                <a:lnTo>
                  <a:pt x="2447" y="4247"/>
                </a:lnTo>
                <a:lnTo>
                  <a:pt x="2448" y="4247"/>
                </a:lnTo>
                <a:lnTo>
                  <a:pt x="2448" y="4246"/>
                </a:lnTo>
                <a:lnTo>
                  <a:pt x="2449" y="4246"/>
                </a:lnTo>
                <a:lnTo>
                  <a:pt x="2449" y="4245"/>
                </a:lnTo>
                <a:lnTo>
                  <a:pt x="2450" y="4244"/>
                </a:lnTo>
                <a:lnTo>
                  <a:pt x="2450" y="4243"/>
                </a:lnTo>
                <a:lnTo>
                  <a:pt x="2451" y="4243"/>
                </a:lnTo>
                <a:lnTo>
                  <a:pt x="2451" y="4242"/>
                </a:lnTo>
                <a:lnTo>
                  <a:pt x="2452" y="4242"/>
                </a:lnTo>
                <a:lnTo>
                  <a:pt x="2453" y="4242"/>
                </a:lnTo>
                <a:lnTo>
                  <a:pt x="2454" y="4242"/>
                </a:lnTo>
                <a:lnTo>
                  <a:pt x="2454" y="4241"/>
                </a:lnTo>
                <a:lnTo>
                  <a:pt x="2454" y="4240"/>
                </a:lnTo>
                <a:lnTo>
                  <a:pt x="2454" y="4239"/>
                </a:lnTo>
                <a:lnTo>
                  <a:pt x="2453" y="4239"/>
                </a:lnTo>
                <a:lnTo>
                  <a:pt x="2453" y="4238"/>
                </a:lnTo>
                <a:lnTo>
                  <a:pt x="2452" y="4238"/>
                </a:lnTo>
                <a:lnTo>
                  <a:pt x="2452" y="4237"/>
                </a:lnTo>
                <a:lnTo>
                  <a:pt x="2451" y="4237"/>
                </a:lnTo>
                <a:lnTo>
                  <a:pt x="2451" y="4236"/>
                </a:lnTo>
                <a:lnTo>
                  <a:pt x="2451" y="4237"/>
                </a:lnTo>
                <a:lnTo>
                  <a:pt x="2451" y="4236"/>
                </a:lnTo>
                <a:lnTo>
                  <a:pt x="2450" y="4236"/>
                </a:lnTo>
                <a:lnTo>
                  <a:pt x="2451" y="4236"/>
                </a:lnTo>
                <a:lnTo>
                  <a:pt x="2450" y="4236"/>
                </a:lnTo>
                <a:lnTo>
                  <a:pt x="2450" y="4235"/>
                </a:lnTo>
                <a:lnTo>
                  <a:pt x="2450" y="4236"/>
                </a:lnTo>
                <a:lnTo>
                  <a:pt x="2450" y="4235"/>
                </a:lnTo>
                <a:lnTo>
                  <a:pt x="2449" y="4235"/>
                </a:lnTo>
                <a:lnTo>
                  <a:pt x="2448" y="4235"/>
                </a:lnTo>
                <a:lnTo>
                  <a:pt x="2448" y="4234"/>
                </a:lnTo>
                <a:lnTo>
                  <a:pt x="2448" y="4235"/>
                </a:lnTo>
                <a:lnTo>
                  <a:pt x="2447" y="4235"/>
                </a:lnTo>
                <a:lnTo>
                  <a:pt x="2446" y="4235"/>
                </a:lnTo>
                <a:lnTo>
                  <a:pt x="2446" y="4234"/>
                </a:lnTo>
                <a:lnTo>
                  <a:pt x="2445" y="4234"/>
                </a:lnTo>
                <a:lnTo>
                  <a:pt x="2445" y="4235"/>
                </a:lnTo>
                <a:lnTo>
                  <a:pt x="2444" y="4235"/>
                </a:lnTo>
                <a:lnTo>
                  <a:pt x="2444" y="4236"/>
                </a:lnTo>
                <a:lnTo>
                  <a:pt x="2443" y="4236"/>
                </a:lnTo>
                <a:lnTo>
                  <a:pt x="2442" y="4236"/>
                </a:lnTo>
                <a:lnTo>
                  <a:pt x="2441" y="4236"/>
                </a:lnTo>
                <a:lnTo>
                  <a:pt x="2441" y="4237"/>
                </a:lnTo>
                <a:lnTo>
                  <a:pt x="2440" y="4237"/>
                </a:lnTo>
                <a:lnTo>
                  <a:pt x="2440" y="4238"/>
                </a:lnTo>
                <a:lnTo>
                  <a:pt x="2439" y="4238"/>
                </a:lnTo>
                <a:lnTo>
                  <a:pt x="2440" y="4238"/>
                </a:lnTo>
                <a:lnTo>
                  <a:pt x="2440" y="4239"/>
                </a:lnTo>
                <a:lnTo>
                  <a:pt x="2439" y="4239"/>
                </a:lnTo>
                <a:lnTo>
                  <a:pt x="2439" y="4238"/>
                </a:lnTo>
                <a:lnTo>
                  <a:pt x="2438" y="4238"/>
                </a:lnTo>
                <a:lnTo>
                  <a:pt x="2437" y="4238"/>
                </a:lnTo>
                <a:lnTo>
                  <a:pt x="2437" y="4237"/>
                </a:lnTo>
                <a:lnTo>
                  <a:pt x="2438" y="4236"/>
                </a:lnTo>
                <a:lnTo>
                  <a:pt x="2438" y="4235"/>
                </a:lnTo>
                <a:lnTo>
                  <a:pt x="2437" y="4235"/>
                </a:lnTo>
                <a:lnTo>
                  <a:pt x="2436" y="4235"/>
                </a:lnTo>
                <a:lnTo>
                  <a:pt x="2435" y="4235"/>
                </a:lnTo>
                <a:lnTo>
                  <a:pt x="2434" y="4235"/>
                </a:lnTo>
                <a:lnTo>
                  <a:pt x="2434" y="4234"/>
                </a:lnTo>
                <a:lnTo>
                  <a:pt x="2434" y="4235"/>
                </a:lnTo>
                <a:lnTo>
                  <a:pt x="2434" y="4234"/>
                </a:lnTo>
                <a:lnTo>
                  <a:pt x="2433" y="4234"/>
                </a:lnTo>
                <a:lnTo>
                  <a:pt x="2433" y="4233"/>
                </a:lnTo>
                <a:lnTo>
                  <a:pt x="2432" y="4233"/>
                </a:lnTo>
                <a:lnTo>
                  <a:pt x="2432" y="4232"/>
                </a:lnTo>
                <a:lnTo>
                  <a:pt x="2432" y="4231"/>
                </a:lnTo>
                <a:lnTo>
                  <a:pt x="2432" y="4230"/>
                </a:lnTo>
                <a:lnTo>
                  <a:pt x="2431" y="4230"/>
                </a:lnTo>
                <a:lnTo>
                  <a:pt x="2431" y="4229"/>
                </a:lnTo>
                <a:lnTo>
                  <a:pt x="2431" y="4228"/>
                </a:lnTo>
                <a:lnTo>
                  <a:pt x="2431" y="4227"/>
                </a:lnTo>
                <a:lnTo>
                  <a:pt x="2431" y="4226"/>
                </a:lnTo>
                <a:lnTo>
                  <a:pt x="2430" y="4226"/>
                </a:lnTo>
                <a:lnTo>
                  <a:pt x="2430" y="4225"/>
                </a:lnTo>
                <a:lnTo>
                  <a:pt x="2430" y="4224"/>
                </a:lnTo>
                <a:lnTo>
                  <a:pt x="2429" y="4224"/>
                </a:lnTo>
                <a:lnTo>
                  <a:pt x="2429" y="4223"/>
                </a:lnTo>
                <a:lnTo>
                  <a:pt x="2430" y="4223"/>
                </a:lnTo>
                <a:lnTo>
                  <a:pt x="2429" y="4223"/>
                </a:lnTo>
                <a:lnTo>
                  <a:pt x="2429" y="4222"/>
                </a:lnTo>
                <a:lnTo>
                  <a:pt x="2429" y="4221"/>
                </a:lnTo>
                <a:lnTo>
                  <a:pt x="2428" y="4221"/>
                </a:lnTo>
                <a:lnTo>
                  <a:pt x="2428" y="4220"/>
                </a:lnTo>
                <a:lnTo>
                  <a:pt x="2428" y="4219"/>
                </a:lnTo>
                <a:lnTo>
                  <a:pt x="2428" y="4218"/>
                </a:lnTo>
                <a:lnTo>
                  <a:pt x="2428" y="4217"/>
                </a:lnTo>
                <a:lnTo>
                  <a:pt x="2428" y="4216"/>
                </a:lnTo>
                <a:lnTo>
                  <a:pt x="2428" y="4215"/>
                </a:lnTo>
                <a:lnTo>
                  <a:pt x="2428" y="4214"/>
                </a:lnTo>
                <a:lnTo>
                  <a:pt x="2428" y="4213"/>
                </a:lnTo>
                <a:lnTo>
                  <a:pt x="2429" y="4213"/>
                </a:lnTo>
                <a:lnTo>
                  <a:pt x="2429" y="4212"/>
                </a:lnTo>
                <a:lnTo>
                  <a:pt x="2430" y="4212"/>
                </a:lnTo>
                <a:lnTo>
                  <a:pt x="2430" y="4211"/>
                </a:lnTo>
                <a:lnTo>
                  <a:pt x="2431" y="4211"/>
                </a:lnTo>
                <a:lnTo>
                  <a:pt x="2431" y="4210"/>
                </a:lnTo>
                <a:lnTo>
                  <a:pt x="2430" y="4210"/>
                </a:lnTo>
                <a:lnTo>
                  <a:pt x="2430" y="4208"/>
                </a:lnTo>
                <a:lnTo>
                  <a:pt x="2431" y="4208"/>
                </a:lnTo>
                <a:lnTo>
                  <a:pt x="2431" y="4207"/>
                </a:lnTo>
                <a:lnTo>
                  <a:pt x="2432" y="4207"/>
                </a:lnTo>
                <a:lnTo>
                  <a:pt x="2433" y="4207"/>
                </a:lnTo>
                <a:lnTo>
                  <a:pt x="2433" y="4206"/>
                </a:lnTo>
                <a:lnTo>
                  <a:pt x="2433" y="4205"/>
                </a:lnTo>
                <a:lnTo>
                  <a:pt x="2433" y="4204"/>
                </a:lnTo>
                <a:lnTo>
                  <a:pt x="2433" y="4203"/>
                </a:lnTo>
                <a:lnTo>
                  <a:pt x="2434" y="4203"/>
                </a:lnTo>
                <a:lnTo>
                  <a:pt x="2434" y="4202"/>
                </a:lnTo>
                <a:lnTo>
                  <a:pt x="2434" y="4201"/>
                </a:lnTo>
                <a:lnTo>
                  <a:pt x="2435" y="4201"/>
                </a:lnTo>
                <a:lnTo>
                  <a:pt x="2435" y="4200"/>
                </a:lnTo>
                <a:lnTo>
                  <a:pt x="2435" y="4199"/>
                </a:lnTo>
                <a:lnTo>
                  <a:pt x="2435" y="4198"/>
                </a:lnTo>
                <a:lnTo>
                  <a:pt x="2434" y="4198"/>
                </a:lnTo>
                <a:lnTo>
                  <a:pt x="2434" y="4197"/>
                </a:lnTo>
                <a:lnTo>
                  <a:pt x="2434" y="4196"/>
                </a:lnTo>
                <a:lnTo>
                  <a:pt x="2433" y="4196"/>
                </a:lnTo>
                <a:lnTo>
                  <a:pt x="2433" y="4195"/>
                </a:lnTo>
                <a:lnTo>
                  <a:pt x="2432" y="4195"/>
                </a:lnTo>
                <a:lnTo>
                  <a:pt x="2432" y="4194"/>
                </a:lnTo>
                <a:lnTo>
                  <a:pt x="2431" y="4194"/>
                </a:lnTo>
                <a:lnTo>
                  <a:pt x="2431" y="4193"/>
                </a:lnTo>
                <a:lnTo>
                  <a:pt x="2431" y="4192"/>
                </a:lnTo>
                <a:lnTo>
                  <a:pt x="2431" y="4191"/>
                </a:lnTo>
                <a:lnTo>
                  <a:pt x="2432" y="4191"/>
                </a:lnTo>
                <a:lnTo>
                  <a:pt x="2432" y="4190"/>
                </a:lnTo>
                <a:lnTo>
                  <a:pt x="2432" y="4189"/>
                </a:lnTo>
                <a:lnTo>
                  <a:pt x="2433" y="4189"/>
                </a:lnTo>
                <a:lnTo>
                  <a:pt x="2432" y="4189"/>
                </a:lnTo>
                <a:lnTo>
                  <a:pt x="2431" y="4189"/>
                </a:lnTo>
                <a:lnTo>
                  <a:pt x="2430" y="4189"/>
                </a:lnTo>
                <a:lnTo>
                  <a:pt x="2429" y="4189"/>
                </a:lnTo>
                <a:lnTo>
                  <a:pt x="2429" y="4188"/>
                </a:lnTo>
                <a:lnTo>
                  <a:pt x="2428" y="4188"/>
                </a:lnTo>
                <a:lnTo>
                  <a:pt x="2427" y="4188"/>
                </a:lnTo>
                <a:lnTo>
                  <a:pt x="2426" y="4188"/>
                </a:lnTo>
                <a:lnTo>
                  <a:pt x="2426" y="4189"/>
                </a:lnTo>
                <a:lnTo>
                  <a:pt x="2426" y="4188"/>
                </a:lnTo>
                <a:lnTo>
                  <a:pt x="2425" y="4188"/>
                </a:lnTo>
                <a:lnTo>
                  <a:pt x="2425" y="4187"/>
                </a:lnTo>
                <a:lnTo>
                  <a:pt x="2423" y="4187"/>
                </a:lnTo>
                <a:lnTo>
                  <a:pt x="2422" y="4187"/>
                </a:lnTo>
                <a:lnTo>
                  <a:pt x="2421" y="4187"/>
                </a:lnTo>
                <a:lnTo>
                  <a:pt x="2420" y="4187"/>
                </a:lnTo>
                <a:lnTo>
                  <a:pt x="2420" y="4188"/>
                </a:lnTo>
                <a:lnTo>
                  <a:pt x="2419" y="4188"/>
                </a:lnTo>
                <a:lnTo>
                  <a:pt x="2420" y="4188"/>
                </a:lnTo>
                <a:lnTo>
                  <a:pt x="2420" y="4189"/>
                </a:lnTo>
                <a:lnTo>
                  <a:pt x="2420" y="4190"/>
                </a:lnTo>
                <a:lnTo>
                  <a:pt x="2421" y="4190"/>
                </a:lnTo>
                <a:lnTo>
                  <a:pt x="2421" y="4191"/>
                </a:lnTo>
                <a:lnTo>
                  <a:pt x="2420" y="4191"/>
                </a:lnTo>
                <a:lnTo>
                  <a:pt x="2420" y="4192"/>
                </a:lnTo>
                <a:lnTo>
                  <a:pt x="2419" y="4192"/>
                </a:lnTo>
                <a:lnTo>
                  <a:pt x="2418" y="4192"/>
                </a:lnTo>
                <a:lnTo>
                  <a:pt x="2417" y="4192"/>
                </a:lnTo>
                <a:lnTo>
                  <a:pt x="2416" y="4192"/>
                </a:lnTo>
                <a:lnTo>
                  <a:pt x="2416" y="4191"/>
                </a:lnTo>
                <a:lnTo>
                  <a:pt x="2416" y="4190"/>
                </a:lnTo>
                <a:lnTo>
                  <a:pt x="2415" y="4190"/>
                </a:lnTo>
                <a:lnTo>
                  <a:pt x="2414" y="4189"/>
                </a:lnTo>
                <a:lnTo>
                  <a:pt x="2413" y="4189"/>
                </a:lnTo>
                <a:lnTo>
                  <a:pt x="2413" y="4188"/>
                </a:lnTo>
                <a:lnTo>
                  <a:pt x="2412" y="4188"/>
                </a:lnTo>
                <a:lnTo>
                  <a:pt x="2411" y="4188"/>
                </a:lnTo>
                <a:lnTo>
                  <a:pt x="2410" y="4188"/>
                </a:lnTo>
                <a:lnTo>
                  <a:pt x="2409" y="4188"/>
                </a:lnTo>
                <a:lnTo>
                  <a:pt x="2409" y="4187"/>
                </a:lnTo>
                <a:lnTo>
                  <a:pt x="2408" y="4187"/>
                </a:lnTo>
                <a:lnTo>
                  <a:pt x="2408" y="4186"/>
                </a:lnTo>
                <a:lnTo>
                  <a:pt x="2407" y="4186"/>
                </a:lnTo>
                <a:lnTo>
                  <a:pt x="2406" y="4186"/>
                </a:lnTo>
                <a:lnTo>
                  <a:pt x="2406" y="4185"/>
                </a:lnTo>
                <a:lnTo>
                  <a:pt x="2405" y="4185"/>
                </a:lnTo>
                <a:lnTo>
                  <a:pt x="2405" y="4186"/>
                </a:lnTo>
                <a:lnTo>
                  <a:pt x="2404" y="4186"/>
                </a:lnTo>
                <a:lnTo>
                  <a:pt x="2403" y="4186"/>
                </a:lnTo>
                <a:lnTo>
                  <a:pt x="2402" y="4186"/>
                </a:lnTo>
                <a:lnTo>
                  <a:pt x="2402" y="4187"/>
                </a:lnTo>
                <a:lnTo>
                  <a:pt x="2402" y="4188"/>
                </a:lnTo>
                <a:lnTo>
                  <a:pt x="2402" y="4189"/>
                </a:lnTo>
                <a:lnTo>
                  <a:pt x="2401" y="4189"/>
                </a:lnTo>
                <a:lnTo>
                  <a:pt x="2400" y="4189"/>
                </a:lnTo>
                <a:lnTo>
                  <a:pt x="2399" y="4189"/>
                </a:lnTo>
                <a:lnTo>
                  <a:pt x="2398" y="4189"/>
                </a:lnTo>
                <a:lnTo>
                  <a:pt x="2398" y="4188"/>
                </a:lnTo>
                <a:lnTo>
                  <a:pt x="2399" y="4188"/>
                </a:lnTo>
                <a:lnTo>
                  <a:pt x="2399" y="4187"/>
                </a:lnTo>
                <a:lnTo>
                  <a:pt x="2399" y="4186"/>
                </a:lnTo>
                <a:lnTo>
                  <a:pt x="2400" y="4186"/>
                </a:lnTo>
                <a:lnTo>
                  <a:pt x="2400" y="4185"/>
                </a:lnTo>
                <a:lnTo>
                  <a:pt x="2399" y="4185"/>
                </a:lnTo>
                <a:lnTo>
                  <a:pt x="2399" y="4184"/>
                </a:lnTo>
                <a:lnTo>
                  <a:pt x="2398" y="4184"/>
                </a:lnTo>
                <a:lnTo>
                  <a:pt x="2398" y="4185"/>
                </a:lnTo>
                <a:lnTo>
                  <a:pt x="2397" y="4185"/>
                </a:lnTo>
                <a:lnTo>
                  <a:pt x="2396" y="4185"/>
                </a:lnTo>
                <a:lnTo>
                  <a:pt x="2396" y="4184"/>
                </a:lnTo>
                <a:lnTo>
                  <a:pt x="2396" y="4183"/>
                </a:lnTo>
                <a:lnTo>
                  <a:pt x="2395" y="4183"/>
                </a:lnTo>
                <a:lnTo>
                  <a:pt x="2394" y="4183"/>
                </a:lnTo>
                <a:lnTo>
                  <a:pt x="2394" y="4182"/>
                </a:lnTo>
                <a:lnTo>
                  <a:pt x="2394" y="4181"/>
                </a:lnTo>
                <a:lnTo>
                  <a:pt x="2393" y="4181"/>
                </a:lnTo>
                <a:lnTo>
                  <a:pt x="2392" y="4181"/>
                </a:lnTo>
                <a:lnTo>
                  <a:pt x="2391" y="4181"/>
                </a:lnTo>
                <a:lnTo>
                  <a:pt x="2391" y="4182"/>
                </a:lnTo>
                <a:lnTo>
                  <a:pt x="2390" y="4182"/>
                </a:lnTo>
                <a:lnTo>
                  <a:pt x="2390" y="4181"/>
                </a:lnTo>
                <a:lnTo>
                  <a:pt x="2389" y="4181"/>
                </a:lnTo>
                <a:lnTo>
                  <a:pt x="2390" y="4181"/>
                </a:lnTo>
                <a:lnTo>
                  <a:pt x="2389" y="4181"/>
                </a:lnTo>
                <a:lnTo>
                  <a:pt x="2389" y="4180"/>
                </a:lnTo>
                <a:lnTo>
                  <a:pt x="2388" y="4180"/>
                </a:lnTo>
                <a:lnTo>
                  <a:pt x="2388" y="4179"/>
                </a:lnTo>
                <a:lnTo>
                  <a:pt x="2387" y="4179"/>
                </a:lnTo>
                <a:lnTo>
                  <a:pt x="2387" y="4180"/>
                </a:lnTo>
                <a:lnTo>
                  <a:pt x="2386" y="4180"/>
                </a:lnTo>
                <a:lnTo>
                  <a:pt x="2386" y="4181"/>
                </a:lnTo>
                <a:lnTo>
                  <a:pt x="2385" y="4181"/>
                </a:lnTo>
                <a:lnTo>
                  <a:pt x="2385" y="4180"/>
                </a:lnTo>
                <a:lnTo>
                  <a:pt x="2384" y="4180"/>
                </a:lnTo>
                <a:lnTo>
                  <a:pt x="2384" y="4179"/>
                </a:lnTo>
                <a:lnTo>
                  <a:pt x="2383" y="4179"/>
                </a:lnTo>
                <a:lnTo>
                  <a:pt x="2383" y="4180"/>
                </a:lnTo>
                <a:lnTo>
                  <a:pt x="2382" y="4180"/>
                </a:lnTo>
                <a:lnTo>
                  <a:pt x="2382" y="4179"/>
                </a:lnTo>
                <a:lnTo>
                  <a:pt x="2382" y="4180"/>
                </a:lnTo>
                <a:lnTo>
                  <a:pt x="2381" y="4180"/>
                </a:lnTo>
                <a:lnTo>
                  <a:pt x="2381" y="4179"/>
                </a:lnTo>
                <a:lnTo>
                  <a:pt x="2381" y="4180"/>
                </a:lnTo>
                <a:lnTo>
                  <a:pt x="2380" y="4180"/>
                </a:lnTo>
                <a:lnTo>
                  <a:pt x="2380" y="4181"/>
                </a:lnTo>
                <a:lnTo>
                  <a:pt x="2379" y="4181"/>
                </a:lnTo>
                <a:lnTo>
                  <a:pt x="2378" y="4181"/>
                </a:lnTo>
                <a:lnTo>
                  <a:pt x="2378" y="4180"/>
                </a:lnTo>
                <a:lnTo>
                  <a:pt x="2377" y="4180"/>
                </a:lnTo>
                <a:lnTo>
                  <a:pt x="2377" y="4179"/>
                </a:lnTo>
                <a:lnTo>
                  <a:pt x="2376" y="4179"/>
                </a:lnTo>
                <a:lnTo>
                  <a:pt x="2376" y="4178"/>
                </a:lnTo>
                <a:lnTo>
                  <a:pt x="2376" y="4177"/>
                </a:lnTo>
                <a:lnTo>
                  <a:pt x="2375" y="4177"/>
                </a:lnTo>
                <a:lnTo>
                  <a:pt x="2374" y="4177"/>
                </a:lnTo>
                <a:lnTo>
                  <a:pt x="2374" y="4176"/>
                </a:lnTo>
                <a:lnTo>
                  <a:pt x="2373" y="4176"/>
                </a:lnTo>
                <a:lnTo>
                  <a:pt x="2372" y="4176"/>
                </a:lnTo>
                <a:lnTo>
                  <a:pt x="2372" y="4177"/>
                </a:lnTo>
                <a:lnTo>
                  <a:pt x="2371" y="4177"/>
                </a:lnTo>
                <a:lnTo>
                  <a:pt x="2371" y="4178"/>
                </a:lnTo>
                <a:lnTo>
                  <a:pt x="2370" y="4178"/>
                </a:lnTo>
                <a:lnTo>
                  <a:pt x="2370" y="4179"/>
                </a:lnTo>
                <a:lnTo>
                  <a:pt x="2369" y="4179"/>
                </a:lnTo>
                <a:lnTo>
                  <a:pt x="2369" y="4178"/>
                </a:lnTo>
                <a:lnTo>
                  <a:pt x="2369" y="4179"/>
                </a:lnTo>
                <a:lnTo>
                  <a:pt x="2368" y="4179"/>
                </a:lnTo>
                <a:lnTo>
                  <a:pt x="2368" y="4180"/>
                </a:lnTo>
                <a:lnTo>
                  <a:pt x="2368" y="4179"/>
                </a:lnTo>
                <a:lnTo>
                  <a:pt x="2367" y="4179"/>
                </a:lnTo>
                <a:lnTo>
                  <a:pt x="2366" y="4179"/>
                </a:lnTo>
                <a:lnTo>
                  <a:pt x="2366" y="4180"/>
                </a:lnTo>
                <a:lnTo>
                  <a:pt x="2365" y="4180"/>
                </a:lnTo>
                <a:lnTo>
                  <a:pt x="2364" y="4180"/>
                </a:lnTo>
                <a:lnTo>
                  <a:pt x="2363" y="4180"/>
                </a:lnTo>
                <a:lnTo>
                  <a:pt x="2362" y="4180"/>
                </a:lnTo>
                <a:lnTo>
                  <a:pt x="2362" y="4179"/>
                </a:lnTo>
                <a:lnTo>
                  <a:pt x="2361" y="4179"/>
                </a:lnTo>
                <a:lnTo>
                  <a:pt x="2360" y="4179"/>
                </a:lnTo>
                <a:lnTo>
                  <a:pt x="2359" y="4180"/>
                </a:lnTo>
                <a:lnTo>
                  <a:pt x="2358" y="4180"/>
                </a:lnTo>
                <a:lnTo>
                  <a:pt x="2357" y="4180"/>
                </a:lnTo>
                <a:lnTo>
                  <a:pt x="2357" y="4179"/>
                </a:lnTo>
                <a:lnTo>
                  <a:pt x="2357" y="4180"/>
                </a:lnTo>
                <a:lnTo>
                  <a:pt x="2356" y="4180"/>
                </a:lnTo>
                <a:lnTo>
                  <a:pt x="2355" y="4180"/>
                </a:lnTo>
                <a:lnTo>
                  <a:pt x="2355" y="4179"/>
                </a:lnTo>
                <a:lnTo>
                  <a:pt x="2354" y="4179"/>
                </a:lnTo>
                <a:lnTo>
                  <a:pt x="2353" y="4179"/>
                </a:lnTo>
                <a:lnTo>
                  <a:pt x="2352" y="4179"/>
                </a:lnTo>
                <a:lnTo>
                  <a:pt x="2352" y="4178"/>
                </a:lnTo>
                <a:lnTo>
                  <a:pt x="2351" y="4178"/>
                </a:lnTo>
                <a:lnTo>
                  <a:pt x="2351" y="4177"/>
                </a:lnTo>
                <a:lnTo>
                  <a:pt x="2351" y="4178"/>
                </a:lnTo>
                <a:lnTo>
                  <a:pt x="2350" y="4178"/>
                </a:lnTo>
                <a:lnTo>
                  <a:pt x="2349" y="4178"/>
                </a:lnTo>
                <a:lnTo>
                  <a:pt x="2349" y="4179"/>
                </a:lnTo>
                <a:lnTo>
                  <a:pt x="2348" y="4179"/>
                </a:lnTo>
                <a:lnTo>
                  <a:pt x="2347" y="4178"/>
                </a:lnTo>
                <a:lnTo>
                  <a:pt x="2347" y="4177"/>
                </a:lnTo>
                <a:lnTo>
                  <a:pt x="2346" y="4177"/>
                </a:lnTo>
                <a:lnTo>
                  <a:pt x="2345" y="4177"/>
                </a:lnTo>
                <a:lnTo>
                  <a:pt x="2344" y="4177"/>
                </a:lnTo>
                <a:lnTo>
                  <a:pt x="2344" y="4176"/>
                </a:lnTo>
                <a:lnTo>
                  <a:pt x="2343" y="4176"/>
                </a:lnTo>
                <a:lnTo>
                  <a:pt x="2342" y="4176"/>
                </a:lnTo>
                <a:lnTo>
                  <a:pt x="2342" y="4175"/>
                </a:lnTo>
                <a:lnTo>
                  <a:pt x="2341" y="4175"/>
                </a:lnTo>
                <a:lnTo>
                  <a:pt x="2340" y="4175"/>
                </a:lnTo>
                <a:lnTo>
                  <a:pt x="2340" y="4174"/>
                </a:lnTo>
                <a:lnTo>
                  <a:pt x="2339" y="4174"/>
                </a:lnTo>
                <a:lnTo>
                  <a:pt x="2339" y="4173"/>
                </a:lnTo>
                <a:lnTo>
                  <a:pt x="2338" y="4173"/>
                </a:lnTo>
                <a:lnTo>
                  <a:pt x="2338" y="4172"/>
                </a:lnTo>
                <a:lnTo>
                  <a:pt x="2337" y="4172"/>
                </a:lnTo>
                <a:lnTo>
                  <a:pt x="2336" y="4172"/>
                </a:lnTo>
                <a:lnTo>
                  <a:pt x="2336" y="4171"/>
                </a:lnTo>
                <a:lnTo>
                  <a:pt x="2335" y="4171"/>
                </a:lnTo>
                <a:lnTo>
                  <a:pt x="2335" y="4170"/>
                </a:lnTo>
                <a:lnTo>
                  <a:pt x="2335" y="4169"/>
                </a:lnTo>
                <a:lnTo>
                  <a:pt x="2336" y="4169"/>
                </a:lnTo>
                <a:lnTo>
                  <a:pt x="2336" y="4170"/>
                </a:lnTo>
                <a:lnTo>
                  <a:pt x="2337" y="4170"/>
                </a:lnTo>
                <a:lnTo>
                  <a:pt x="2337" y="4169"/>
                </a:lnTo>
                <a:lnTo>
                  <a:pt x="2337" y="4170"/>
                </a:lnTo>
                <a:lnTo>
                  <a:pt x="2338" y="4170"/>
                </a:lnTo>
                <a:lnTo>
                  <a:pt x="2339" y="4170"/>
                </a:lnTo>
                <a:lnTo>
                  <a:pt x="2340" y="4170"/>
                </a:lnTo>
                <a:lnTo>
                  <a:pt x="2340" y="4169"/>
                </a:lnTo>
                <a:lnTo>
                  <a:pt x="2341" y="4169"/>
                </a:lnTo>
                <a:lnTo>
                  <a:pt x="2340" y="4169"/>
                </a:lnTo>
                <a:lnTo>
                  <a:pt x="2339" y="4169"/>
                </a:lnTo>
                <a:lnTo>
                  <a:pt x="2338" y="4169"/>
                </a:lnTo>
                <a:lnTo>
                  <a:pt x="2338" y="4168"/>
                </a:lnTo>
                <a:lnTo>
                  <a:pt x="2337" y="4168"/>
                </a:lnTo>
                <a:lnTo>
                  <a:pt x="2338" y="4168"/>
                </a:lnTo>
                <a:lnTo>
                  <a:pt x="2338" y="4167"/>
                </a:lnTo>
                <a:lnTo>
                  <a:pt x="2338" y="4166"/>
                </a:lnTo>
                <a:lnTo>
                  <a:pt x="2339" y="4166"/>
                </a:lnTo>
                <a:lnTo>
                  <a:pt x="2339" y="4165"/>
                </a:lnTo>
                <a:lnTo>
                  <a:pt x="2340" y="4165"/>
                </a:lnTo>
                <a:lnTo>
                  <a:pt x="2340" y="4164"/>
                </a:lnTo>
                <a:lnTo>
                  <a:pt x="2340" y="4165"/>
                </a:lnTo>
                <a:lnTo>
                  <a:pt x="2340" y="4164"/>
                </a:lnTo>
                <a:lnTo>
                  <a:pt x="2340" y="4163"/>
                </a:lnTo>
                <a:lnTo>
                  <a:pt x="2341" y="4163"/>
                </a:lnTo>
                <a:lnTo>
                  <a:pt x="2341" y="4162"/>
                </a:lnTo>
                <a:lnTo>
                  <a:pt x="2342" y="4162"/>
                </a:lnTo>
                <a:lnTo>
                  <a:pt x="2342" y="4161"/>
                </a:lnTo>
                <a:lnTo>
                  <a:pt x="2343" y="4161"/>
                </a:lnTo>
                <a:lnTo>
                  <a:pt x="2344" y="4161"/>
                </a:lnTo>
                <a:lnTo>
                  <a:pt x="2345" y="4160"/>
                </a:lnTo>
                <a:lnTo>
                  <a:pt x="2345" y="4159"/>
                </a:lnTo>
                <a:lnTo>
                  <a:pt x="2345" y="4158"/>
                </a:lnTo>
                <a:lnTo>
                  <a:pt x="2345" y="4157"/>
                </a:lnTo>
                <a:lnTo>
                  <a:pt x="2345" y="4156"/>
                </a:lnTo>
                <a:lnTo>
                  <a:pt x="2346" y="4156"/>
                </a:lnTo>
                <a:lnTo>
                  <a:pt x="2346" y="4154"/>
                </a:lnTo>
                <a:lnTo>
                  <a:pt x="2345" y="4154"/>
                </a:lnTo>
                <a:lnTo>
                  <a:pt x="2345" y="4153"/>
                </a:lnTo>
                <a:lnTo>
                  <a:pt x="2346" y="4153"/>
                </a:lnTo>
                <a:lnTo>
                  <a:pt x="2346" y="4152"/>
                </a:lnTo>
                <a:lnTo>
                  <a:pt x="2347" y="4152"/>
                </a:lnTo>
                <a:lnTo>
                  <a:pt x="2347" y="4151"/>
                </a:lnTo>
                <a:lnTo>
                  <a:pt x="2348" y="4151"/>
                </a:lnTo>
                <a:lnTo>
                  <a:pt x="2348" y="4150"/>
                </a:lnTo>
                <a:lnTo>
                  <a:pt x="2348" y="4149"/>
                </a:lnTo>
                <a:lnTo>
                  <a:pt x="2349" y="4149"/>
                </a:lnTo>
                <a:lnTo>
                  <a:pt x="2349" y="4148"/>
                </a:lnTo>
                <a:lnTo>
                  <a:pt x="2350" y="4148"/>
                </a:lnTo>
                <a:lnTo>
                  <a:pt x="2351" y="4148"/>
                </a:lnTo>
                <a:lnTo>
                  <a:pt x="2351" y="4147"/>
                </a:lnTo>
                <a:lnTo>
                  <a:pt x="2351" y="4146"/>
                </a:lnTo>
                <a:lnTo>
                  <a:pt x="2351" y="4145"/>
                </a:lnTo>
                <a:lnTo>
                  <a:pt x="2350" y="4145"/>
                </a:lnTo>
                <a:lnTo>
                  <a:pt x="2350" y="4144"/>
                </a:lnTo>
                <a:lnTo>
                  <a:pt x="2349" y="4144"/>
                </a:lnTo>
                <a:lnTo>
                  <a:pt x="2349" y="4143"/>
                </a:lnTo>
                <a:lnTo>
                  <a:pt x="2348" y="4143"/>
                </a:lnTo>
                <a:lnTo>
                  <a:pt x="2348" y="4142"/>
                </a:lnTo>
                <a:lnTo>
                  <a:pt x="2348" y="4141"/>
                </a:lnTo>
                <a:lnTo>
                  <a:pt x="2349" y="4141"/>
                </a:lnTo>
                <a:lnTo>
                  <a:pt x="2350" y="4141"/>
                </a:lnTo>
                <a:lnTo>
                  <a:pt x="2351" y="4141"/>
                </a:lnTo>
                <a:lnTo>
                  <a:pt x="2352" y="4141"/>
                </a:lnTo>
                <a:lnTo>
                  <a:pt x="2352" y="4140"/>
                </a:lnTo>
                <a:lnTo>
                  <a:pt x="2353" y="4140"/>
                </a:lnTo>
                <a:lnTo>
                  <a:pt x="2353" y="4139"/>
                </a:lnTo>
                <a:lnTo>
                  <a:pt x="2354" y="4139"/>
                </a:lnTo>
                <a:lnTo>
                  <a:pt x="2355" y="4139"/>
                </a:lnTo>
                <a:lnTo>
                  <a:pt x="2355" y="4138"/>
                </a:lnTo>
                <a:lnTo>
                  <a:pt x="2355" y="4137"/>
                </a:lnTo>
                <a:lnTo>
                  <a:pt x="2356" y="4137"/>
                </a:lnTo>
                <a:lnTo>
                  <a:pt x="2355" y="4137"/>
                </a:lnTo>
                <a:lnTo>
                  <a:pt x="2356" y="4137"/>
                </a:lnTo>
                <a:lnTo>
                  <a:pt x="2356" y="4136"/>
                </a:lnTo>
                <a:lnTo>
                  <a:pt x="2357" y="4136"/>
                </a:lnTo>
                <a:lnTo>
                  <a:pt x="2358" y="4136"/>
                </a:lnTo>
                <a:lnTo>
                  <a:pt x="2358" y="4135"/>
                </a:lnTo>
                <a:lnTo>
                  <a:pt x="2359" y="4135"/>
                </a:lnTo>
                <a:lnTo>
                  <a:pt x="2359" y="4134"/>
                </a:lnTo>
                <a:lnTo>
                  <a:pt x="2360" y="4134"/>
                </a:lnTo>
                <a:lnTo>
                  <a:pt x="2360" y="4133"/>
                </a:lnTo>
                <a:lnTo>
                  <a:pt x="2361" y="4133"/>
                </a:lnTo>
                <a:lnTo>
                  <a:pt x="2361" y="4132"/>
                </a:lnTo>
                <a:lnTo>
                  <a:pt x="2362" y="4132"/>
                </a:lnTo>
                <a:lnTo>
                  <a:pt x="2362" y="4131"/>
                </a:lnTo>
                <a:lnTo>
                  <a:pt x="2363" y="4131"/>
                </a:lnTo>
                <a:lnTo>
                  <a:pt x="2363" y="4130"/>
                </a:lnTo>
                <a:lnTo>
                  <a:pt x="2364" y="4130"/>
                </a:lnTo>
                <a:lnTo>
                  <a:pt x="2365" y="4130"/>
                </a:lnTo>
                <a:lnTo>
                  <a:pt x="2365" y="4129"/>
                </a:lnTo>
                <a:lnTo>
                  <a:pt x="2365" y="4128"/>
                </a:lnTo>
                <a:lnTo>
                  <a:pt x="2364" y="4128"/>
                </a:lnTo>
                <a:lnTo>
                  <a:pt x="2364" y="4127"/>
                </a:lnTo>
                <a:lnTo>
                  <a:pt x="2363" y="4127"/>
                </a:lnTo>
                <a:lnTo>
                  <a:pt x="2363" y="4126"/>
                </a:lnTo>
                <a:lnTo>
                  <a:pt x="2362" y="4126"/>
                </a:lnTo>
                <a:lnTo>
                  <a:pt x="2362" y="4125"/>
                </a:lnTo>
                <a:lnTo>
                  <a:pt x="2362" y="4124"/>
                </a:lnTo>
                <a:lnTo>
                  <a:pt x="2363" y="4123"/>
                </a:lnTo>
                <a:lnTo>
                  <a:pt x="2363" y="4122"/>
                </a:lnTo>
                <a:lnTo>
                  <a:pt x="2364" y="4122"/>
                </a:lnTo>
                <a:lnTo>
                  <a:pt x="2364" y="4121"/>
                </a:lnTo>
                <a:lnTo>
                  <a:pt x="2365" y="4121"/>
                </a:lnTo>
                <a:lnTo>
                  <a:pt x="2365" y="4120"/>
                </a:lnTo>
                <a:lnTo>
                  <a:pt x="2366" y="4120"/>
                </a:lnTo>
                <a:lnTo>
                  <a:pt x="2366" y="4119"/>
                </a:lnTo>
                <a:lnTo>
                  <a:pt x="2366" y="4118"/>
                </a:lnTo>
                <a:lnTo>
                  <a:pt x="2365" y="4118"/>
                </a:lnTo>
                <a:lnTo>
                  <a:pt x="2366" y="4118"/>
                </a:lnTo>
                <a:lnTo>
                  <a:pt x="2365" y="4118"/>
                </a:lnTo>
                <a:lnTo>
                  <a:pt x="2365" y="4117"/>
                </a:lnTo>
                <a:lnTo>
                  <a:pt x="2365" y="4116"/>
                </a:lnTo>
                <a:lnTo>
                  <a:pt x="2364" y="4116"/>
                </a:lnTo>
                <a:lnTo>
                  <a:pt x="2364" y="4115"/>
                </a:lnTo>
                <a:lnTo>
                  <a:pt x="2364" y="4114"/>
                </a:lnTo>
                <a:lnTo>
                  <a:pt x="2364" y="4112"/>
                </a:lnTo>
                <a:lnTo>
                  <a:pt x="2363" y="4112"/>
                </a:lnTo>
                <a:lnTo>
                  <a:pt x="2363" y="4111"/>
                </a:lnTo>
                <a:lnTo>
                  <a:pt x="2363" y="4110"/>
                </a:lnTo>
                <a:lnTo>
                  <a:pt x="2363" y="4109"/>
                </a:lnTo>
                <a:lnTo>
                  <a:pt x="2363" y="4108"/>
                </a:lnTo>
                <a:lnTo>
                  <a:pt x="2363" y="4107"/>
                </a:lnTo>
                <a:lnTo>
                  <a:pt x="2362" y="4107"/>
                </a:lnTo>
                <a:lnTo>
                  <a:pt x="2362" y="4106"/>
                </a:lnTo>
                <a:lnTo>
                  <a:pt x="2362" y="4105"/>
                </a:lnTo>
                <a:lnTo>
                  <a:pt x="2362" y="4104"/>
                </a:lnTo>
                <a:lnTo>
                  <a:pt x="2361" y="4104"/>
                </a:lnTo>
                <a:lnTo>
                  <a:pt x="2361" y="4103"/>
                </a:lnTo>
                <a:lnTo>
                  <a:pt x="2361" y="4102"/>
                </a:lnTo>
                <a:lnTo>
                  <a:pt x="2361" y="4101"/>
                </a:lnTo>
                <a:lnTo>
                  <a:pt x="2360" y="4101"/>
                </a:lnTo>
                <a:lnTo>
                  <a:pt x="2360" y="4100"/>
                </a:lnTo>
                <a:lnTo>
                  <a:pt x="2359" y="4100"/>
                </a:lnTo>
                <a:lnTo>
                  <a:pt x="2359" y="4099"/>
                </a:lnTo>
                <a:lnTo>
                  <a:pt x="2359" y="4098"/>
                </a:lnTo>
                <a:lnTo>
                  <a:pt x="2358" y="4098"/>
                </a:lnTo>
                <a:lnTo>
                  <a:pt x="2359" y="4098"/>
                </a:lnTo>
                <a:lnTo>
                  <a:pt x="2360" y="4098"/>
                </a:lnTo>
                <a:lnTo>
                  <a:pt x="2360" y="4097"/>
                </a:lnTo>
                <a:lnTo>
                  <a:pt x="2360" y="4096"/>
                </a:lnTo>
                <a:lnTo>
                  <a:pt x="2360" y="4097"/>
                </a:lnTo>
                <a:lnTo>
                  <a:pt x="2361" y="4097"/>
                </a:lnTo>
                <a:lnTo>
                  <a:pt x="2361" y="4096"/>
                </a:lnTo>
                <a:lnTo>
                  <a:pt x="2362" y="4096"/>
                </a:lnTo>
                <a:lnTo>
                  <a:pt x="2363" y="4096"/>
                </a:lnTo>
                <a:lnTo>
                  <a:pt x="2364" y="4096"/>
                </a:lnTo>
                <a:lnTo>
                  <a:pt x="2364" y="4095"/>
                </a:lnTo>
                <a:lnTo>
                  <a:pt x="2365" y="4095"/>
                </a:lnTo>
                <a:lnTo>
                  <a:pt x="2366" y="4095"/>
                </a:lnTo>
                <a:lnTo>
                  <a:pt x="2367" y="4095"/>
                </a:lnTo>
                <a:lnTo>
                  <a:pt x="2367" y="4094"/>
                </a:lnTo>
                <a:lnTo>
                  <a:pt x="2368" y="4094"/>
                </a:lnTo>
                <a:lnTo>
                  <a:pt x="2368" y="4093"/>
                </a:lnTo>
                <a:lnTo>
                  <a:pt x="2367" y="4093"/>
                </a:lnTo>
                <a:lnTo>
                  <a:pt x="2367" y="4092"/>
                </a:lnTo>
                <a:lnTo>
                  <a:pt x="2368" y="4092"/>
                </a:lnTo>
                <a:lnTo>
                  <a:pt x="2368" y="4091"/>
                </a:lnTo>
                <a:lnTo>
                  <a:pt x="2368" y="4090"/>
                </a:lnTo>
                <a:lnTo>
                  <a:pt x="2368" y="4089"/>
                </a:lnTo>
                <a:lnTo>
                  <a:pt x="2369" y="4089"/>
                </a:lnTo>
                <a:lnTo>
                  <a:pt x="2369" y="4088"/>
                </a:lnTo>
                <a:lnTo>
                  <a:pt x="2369" y="4087"/>
                </a:lnTo>
                <a:lnTo>
                  <a:pt x="2370" y="4087"/>
                </a:lnTo>
                <a:lnTo>
                  <a:pt x="2371" y="4087"/>
                </a:lnTo>
                <a:lnTo>
                  <a:pt x="2371" y="4088"/>
                </a:lnTo>
                <a:lnTo>
                  <a:pt x="2371" y="4087"/>
                </a:lnTo>
                <a:lnTo>
                  <a:pt x="2371" y="4088"/>
                </a:lnTo>
                <a:lnTo>
                  <a:pt x="2372" y="4088"/>
                </a:lnTo>
                <a:lnTo>
                  <a:pt x="2371" y="4087"/>
                </a:lnTo>
                <a:lnTo>
                  <a:pt x="2372" y="4087"/>
                </a:lnTo>
                <a:lnTo>
                  <a:pt x="2372" y="4086"/>
                </a:lnTo>
                <a:lnTo>
                  <a:pt x="2372" y="4087"/>
                </a:lnTo>
                <a:lnTo>
                  <a:pt x="2373" y="4087"/>
                </a:lnTo>
                <a:lnTo>
                  <a:pt x="2373" y="4086"/>
                </a:lnTo>
                <a:lnTo>
                  <a:pt x="2374" y="4086"/>
                </a:lnTo>
                <a:lnTo>
                  <a:pt x="2374" y="4085"/>
                </a:lnTo>
                <a:lnTo>
                  <a:pt x="2375" y="4085"/>
                </a:lnTo>
                <a:lnTo>
                  <a:pt x="2376" y="4085"/>
                </a:lnTo>
                <a:lnTo>
                  <a:pt x="2377" y="4085"/>
                </a:lnTo>
                <a:lnTo>
                  <a:pt x="2376" y="4085"/>
                </a:lnTo>
                <a:lnTo>
                  <a:pt x="2376" y="4084"/>
                </a:lnTo>
                <a:lnTo>
                  <a:pt x="2376" y="4083"/>
                </a:lnTo>
                <a:lnTo>
                  <a:pt x="2376" y="4081"/>
                </a:lnTo>
                <a:lnTo>
                  <a:pt x="2375" y="4081"/>
                </a:lnTo>
                <a:lnTo>
                  <a:pt x="2375" y="4080"/>
                </a:lnTo>
                <a:lnTo>
                  <a:pt x="2375" y="4079"/>
                </a:lnTo>
                <a:lnTo>
                  <a:pt x="2375" y="4078"/>
                </a:lnTo>
                <a:lnTo>
                  <a:pt x="2374" y="4078"/>
                </a:lnTo>
                <a:lnTo>
                  <a:pt x="2375" y="4078"/>
                </a:lnTo>
                <a:lnTo>
                  <a:pt x="2374" y="4078"/>
                </a:lnTo>
                <a:lnTo>
                  <a:pt x="2375" y="4078"/>
                </a:lnTo>
                <a:lnTo>
                  <a:pt x="2374" y="4077"/>
                </a:lnTo>
                <a:lnTo>
                  <a:pt x="2374" y="4076"/>
                </a:lnTo>
                <a:lnTo>
                  <a:pt x="2375" y="4076"/>
                </a:lnTo>
                <a:lnTo>
                  <a:pt x="2374" y="4076"/>
                </a:lnTo>
                <a:lnTo>
                  <a:pt x="2374" y="4075"/>
                </a:lnTo>
                <a:lnTo>
                  <a:pt x="2375" y="4075"/>
                </a:lnTo>
                <a:lnTo>
                  <a:pt x="2375" y="4074"/>
                </a:lnTo>
                <a:lnTo>
                  <a:pt x="2375" y="4073"/>
                </a:lnTo>
                <a:lnTo>
                  <a:pt x="2375" y="4074"/>
                </a:lnTo>
                <a:lnTo>
                  <a:pt x="2376" y="4074"/>
                </a:lnTo>
                <a:lnTo>
                  <a:pt x="2377" y="4074"/>
                </a:lnTo>
                <a:lnTo>
                  <a:pt x="2377" y="4075"/>
                </a:lnTo>
                <a:lnTo>
                  <a:pt x="2378" y="4075"/>
                </a:lnTo>
                <a:lnTo>
                  <a:pt x="2379" y="4075"/>
                </a:lnTo>
                <a:lnTo>
                  <a:pt x="2379" y="4076"/>
                </a:lnTo>
                <a:lnTo>
                  <a:pt x="2380" y="4076"/>
                </a:lnTo>
                <a:lnTo>
                  <a:pt x="2380" y="4077"/>
                </a:lnTo>
                <a:lnTo>
                  <a:pt x="2381" y="4077"/>
                </a:lnTo>
                <a:lnTo>
                  <a:pt x="2381" y="4078"/>
                </a:lnTo>
                <a:lnTo>
                  <a:pt x="2381" y="4077"/>
                </a:lnTo>
                <a:lnTo>
                  <a:pt x="2381" y="4078"/>
                </a:lnTo>
                <a:lnTo>
                  <a:pt x="2382" y="4078"/>
                </a:lnTo>
                <a:lnTo>
                  <a:pt x="2383" y="4078"/>
                </a:lnTo>
                <a:lnTo>
                  <a:pt x="2384" y="4078"/>
                </a:lnTo>
                <a:lnTo>
                  <a:pt x="2384" y="4079"/>
                </a:lnTo>
                <a:lnTo>
                  <a:pt x="2385" y="4079"/>
                </a:lnTo>
                <a:lnTo>
                  <a:pt x="2386" y="4079"/>
                </a:lnTo>
                <a:lnTo>
                  <a:pt x="2387" y="4079"/>
                </a:lnTo>
                <a:lnTo>
                  <a:pt x="2387" y="4078"/>
                </a:lnTo>
                <a:lnTo>
                  <a:pt x="2387" y="4079"/>
                </a:lnTo>
                <a:lnTo>
                  <a:pt x="2388" y="4079"/>
                </a:lnTo>
                <a:lnTo>
                  <a:pt x="2389" y="4079"/>
                </a:lnTo>
                <a:lnTo>
                  <a:pt x="2389" y="4078"/>
                </a:lnTo>
                <a:lnTo>
                  <a:pt x="2389" y="4077"/>
                </a:lnTo>
                <a:lnTo>
                  <a:pt x="2389" y="4076"/>
                </a:lnTo>
                <a:lnTo>
                  <a:pt x="2390" y="4076"/>
                </a:lnTo>
                <a:lnTo>
                  <a:pt x="2390" y="4075"/>
                </a:lnTo>
                <a:lnTo>
                  <a:pt x="2390" y="4074"/>
                </a:lnTo>
                <a:lnTo>
                  <a:pt x="2389" y="4074"/>
                </a:lnTo>
                <a:lnTo>
                  <a:pt x="2390" y="4074"/>
                </a:lnTo>
                <a:lnTo>
                  <a:pt x="2390" y="4073"/>
                </a:lnTo>
                <a:lnTo>
                  <a:pt x="2389" y="4073"/>
                </a:lnTo>
                <a:lnTo>
                  <a:pt x="2389" y="4072"/>
                </a:lnTo>
                <a:lnTo>
                  <a:pt x="2388" y="4072"/>
                </a:lnTo>
                <a:lnTo>
                  <a:pt x="2388" y="4071"/>
                </a:lnTo>
                <a:lnTo>
                  <a:pt x="2387" y="4071"/>
                </a:lnTo>
                <a:lnTo>
                  <a:pt x="2386" y="4071"/>
                </a:lnTo>
                <a:lnTo>
                  <a:pt x="2386" y="4070"/>
                </a:lnTo>
                <a:lnTo>
                  <a:pt x="2387" y="4070"/>
                </a:lnTo>
                <a:lnTo>
                  <a:pt x="2386" y="4070"/>
                </a:lnTo>
                <a:lnTo>
                  <a:pt x="2386" y="4069"/>
                </a:lnTo>
                <a:lnTo>
                  <a:pt x="2386" y="4068"/>
                </a:lnTo>
                <a:lnTo>
                  <a:pt x="2385" y="4068"/>
                </a:lnTo>
                <a:lnTo>
                  <a:pt x="2385" y="4067"/>
                </a:lnTo>
                <a:lnTo>
                  <a:pt x="2385" y="4066"/>
                </a:lnTo>
                <a:lnTo>
                  <a:pt x="2385" y="4065"/>
                </a:lnTo>
                <a:lnTo>
                  <a:pt x="2385" y="4064"/>
                </a:lnTo>
                <a:lnTo>
                  <a:pt x="2385" y="4063"/>
                </a:lnTo>
                <a:lnTo>
                  <a:pt x="2384" y="4063"/>
                </a:lnTo>
                <a:lnTo>
                  <a:pt x="2385" y="4063"/>
                </a:lnTo>
                <a:lnTo>
                  <a:pt x="2385" y="4062"/>
                </a:lnTo>
                <a:lnTo>
                  <a:pt x="2386" y="4062"/>
                </a:lnTo>
                <a:lnTo>
                  <a:pt x="2386" y="4061"/>
                </a:lnTo>
                <a:lnTo>
                  <a:pt x="2385" y="4061"/>
                </a:lnTo>
                <a:lnTo>
                  <a:pt x="2385" y="4060"/>
                </a:lnTo>
                <a:lnTo>
                  <a:pt x="2386" y="4060"/>
                </a:lnTo>
                <a:lnTo>
                  <a:pt x="2387" y="4060"/>
                </a:lnTo>
                <a:lnTo>
                  <a:pt x="2387" y="4059"/>
                </a:lnTo>
                <a:lnTo>
                  <a:pt x="2386" y="4059"/>
                </a:lnTo>
                <a:lnTo>
                  <a:pt x="2386" y="4058"/>
                </a:lnTo>
                <a:lnTo>
                  <a:pt x="2386" y="4057"/>
                </a:lnTo>
                <a:lnTo>
                  <a:pt x="2385" y="4057"/>
                </a:lnTo>
                <a:lnTo>
                  <a:pt x="2385" y="4056"/>
                </a:lnTo>
                <a:lnTo>
                  <a:pt x="2384" y="4056"/>
                </a:lnTo>
                <a:lnTo>
                  <a:pt x="2383" y="4056"/>
                </a:lnTo>
                <a:lnTo>
                  <a:pt x="2382" y="4056"/>
                </a:lnTo>
                <a:lnTo>
                  <a:pt x="2381" y="4056"/>
                </a:lnTo>
                <a:lnTo>
                  <a:pt x="2381" y="4055"/>
                </a:lnTo>
                <a:lnTo>
                  <a:pt x="2380" y="4055"/>
                </a:lnTo>
                <a:lnTo>
                  <a:pt x="2380" y="4056"/>
                </a:lnTo>
                <a:lnTo>
                  <a:pt x="2379" y="4056"/>
                </a:lnTo>
                <a:lnTo>
                  <a:pt x="2379" y="4055"/>
                </a:lnTo>
                <a:lnTo>
                  <a:pt x="2378" y="4055"/>
                </a:lnTo>
                <a:lnTo>
                  <a:pt x="2377" y="4055"/>
                </a:lnTo>
                <a:lnTo>
                  <a:pt x="2376" y="4055"/>
                </a:lnTo>
                <a:lnTo>
                  <a:pt x="2375" y="4055"/>
                </a:lnTo>
                <a:lnTo>
                  <a:pt x="2374" y="4055"/>
                </a:lnTo>
                <a:lnTo>
                  <a:pt x="2374" y="4054"/>
                </a:lnTo>
                <a:lnTo>
                  <a:pt x="2373" y="4054"/>
                </a:lnTo>
                <a:lnTo>
                  <a:pt x="2373" y="4053"/>
                </a:lnTo>
                <a:lnTo>
                  <a:pt x="2372" y="4053"/>
                </a:lnTo>
                <a:lnTo>
                  <a:pt x="2371" y="4053"/>
                </a:lnTo>
                <a:lnTo>
                  <a:pt x="2370" y="4053"/>
                </a:lnTo>
                <a:lnTo>
                  <a:pt x="2369" y="4053"/>
                </a:lnTo>
                <a:lnTo>
                  <a:pt x="2369" y="4052"/>
                </a:lnTo>
                <a:lnTo>
                  <a:pt x="2368" y="4052"/>
                </a:lnTo>
                <a:lnTo>
                  <a:pt x="2368" y="4051"/>
                </a:lnTo>
                <a:lnTo>
                  <a:pt x="2367" y="4051"/>
                </a:lnTo>
                <a:lnTo>
                  <a:pt x="2367" y="4050"/>
                </a:lnTo>
                <a:lnTo>
                  <a:pt x="2367" y="4049"/>
                </a:lnTo>
                <a:lnTo>
                  <a:pt x="2366" y="4049"/>
                </a:lnTo>
                <a:lnTo>
                  <a:pt x="2366" y="4048"/>
                </a:lnTo>
                <a:lnTo>
                  <a:pt x="2365" y="4048"/>
                </a:lnTo>
                <a:lnTo>
                  <a:pt x="2364" y="4048"/>
                </a:lnTo>
                <a:lnTo>
                  <a:pt x="2363" y="4048"/>
                </a:lnTo>
                <a:lnTo>
                  <a:pt x="2363" y="4049"/>
                </a:lnTo>
                <a:lnTo>
                  <a:pt x="2362" y="4049"/>
                </a:lnTo>
                <a:lnTo>
                  <a:pt x="2362" y="4050"/>
                </a:lnTo>
                <a:lnTo>
                  <a:pt x="2362" y="4051"/>
                </a:lnTo>
                <a:lnTo>
                  <a:pt x="2361" y="4051"/>
                </a:lnTo>
                <a:lnTo>
                  <a:pt x="2361" y="4052"/>
                </a:lnTo>
                <a:lnTo>
                  <a:pt x="2360" y="4052"/>
                </a:lnTo>
                <a:lnTo>
                  <a:pt x="2359" y="4052"/>
                </a:lnTo>
                <a:lnTo>
                  <a:pt x="2359" y="4051"/>
                </a:lnTo>
                <a:lnTo>
                  <a:pt x="2358" y="4051"/>
                </a:lnTo>
                <a:lnTo>
                  <a:pt x="2357" y="4051"/>
                </a:lnTo>
                <a:lnTo>
                  <a:pt x="2357" y="4052"/>
                </a:lnTo>
                <a:lnTo>
                  <a:pt x="2356" y="4052"/>
                </a:lnTo>
                <a:lnTo>
                  <a:pt x="2355" y="4052"/>
                </a:lnTo>
                <a:lnTo>
                  <a:pt x="2355" y="4053"/>
                </a:lnTo>
                <a:lnTo>
                  <a:pt x="2355" y="4054"/>
                </a:lnTo>
                <a:lnTo>
                  <a:pt x="2354" y="4054"/>
                </a:lnTo>
                <a:lnTo>
                  <a:pt x="2353" y="4054"/>
                </a:lnTo>
                <a:lnTo>
                  <a:pt x="2352" y="4054"/>
                </a:lnTo>
                <a:lnTo>
                  <a:pt x="2352" y="4053"/>
                </a:lnTo>
                <a:lnTo>
                  <a:pt x="2351" y="4053"/>
                </a:lnTo>
                <a:lnTo>
                  <a:pt x="2351" y="4052"/>
                </a:lnTo>
                <a:lnTo>
                  <a:pt x="2351" y="4053"/>
                </a:lnTo>
                <a:lnTo>
                  <a:pt x="2350" y="4053"/>
                </a:lnTo>
                <a:lnTo>
                  <a:pt x="2349" y="4053"/>
                </a:lnTo>
                <a:lnTo>
                  <a:pt x="2349" y="4052"/>
                </a:lnTo>
                <a:lnTo>
                  <a:pt x="2348" y="4052"/>
                </a:lnTo>
                <a:lnTo>
                  <a:pt x="2348" y="4051"/>
                </a:lnTo>
                <a:lnTo>
                  <a:pt x="2348" y="4050"/>
                </a:lnTo>
                <a:lnTo>
                  <a:pt x="2347" y="4050"/>
                </a:lnTo>
                <a:lnTo>
                  <a:pt x="2347" y="4051"/>
                </a:lnTo>
                <a:lnTo>
                  <a:pt x="2346" y="4051"/>
                </a:lnTo>
                <a:lnTo>
                  <a:pt x="2344" y="4051"/>
                </a:lnTo>
                <a:lnTo>
                  <a:pt x="2344" y="4050"/>
                </a:lnTo>
                <a:lnTo>
                  <a:pt x="2343" y="4050"/>
                </a:lnTo>
                <a:lnTo>
                  <a:pt x="2343" y="4051"/>
                </a:lnTo>
                <a:lnTo>
                  <a:pt x="2343" y="4050"/>
                </a:lnTo>
                <a:lnTo>
                  <a:pt x="2342" y="4050"/>
                </a:lnTo>
                <a:lnTo>
                  <a:pt x="2341" y="4050"/>
                </a:lnTo>
                <a:lnTo>
                  <a:pt x="2340" y="4050"/>
                </a:lnTo>
                <a:lnTo>
                  <a:pt x="2340" y="4051"/>
                </a:lnTo>
                <a:lnTo>
                  <a:pt x="2339" y="4051"/>
                </a:lnTo>
                <a:lnTo>
                  <a:pt x="2338" y="4051"/>
                </a:lnTo>
                <a:lnTo>
                  <a:pt x="2338" y="4050"/>
                </a:lnTo>
                <a:lnTo>
                  <a:pt x="2337" y="4050"/>
                </a:lnTo>
                <a:lnTo>
                  <a:pt x="2337" y="4051"/>
                </a:lnTo>
                <a:lnTo>
                  <a:pt x="2337" y="4052"/>
                </a:lnTo>
                <a:lnTo>
                  <a:pt x="2336" y="4052"/>
                </a:lnTo>
                <a:lnTo>
                  <a:pt x="2336" y="4051"/>
                </a:lnTo>
                <a:lnTo>
                  <a:pt x="2335" y="4051"/>
                </a:lnTo>
                <a:lnTo>
                  <a:pt x="2335" y="4050"/>
                </a:lnTo>
                <a:lnTo>
                  <a:pt x="2334" y="4050"/>
                </a:lnTo>
                <a:lnTo>
                  <a:pt x="2333" y="4050"/>
                </a:lnTo>
                <a:lnTo>
                  <a:pt x="2333" y="4049"/>
                </a:lnTo>
                <a:lnTo>
                  <a:pt x="2332" y="4049"/>
                </a:lnTo>
                <a:lnTo>
                  <a:pt x="2331" y="4049"/>
                </a:lnTo>
                <a:lnTo>
                  <a:pt x="2331" y="4048"/>
                </a:lnTo>
                <a:lnTo>
                  <a:pt x="2330" y="4048"/>
                </a:lnTo>
                <a:lnTo>
                  <a:pt x="2329" y="4048"/>
                </a:lnTo>
                <a:lnTo>
                  <a:pt x="2329" y="4047"/>
                </a:lnTo>
                <a:lnTo>
                  <a:pt x="2330" y="4047"/>
                </a:lnTo>
                <a:lnTo>
                  <a:pt x="2329" y="4047"/>
                </a:lnTo>
                <a:lnTo>
                  <a:pt x="2330" y="4047"/>
                </a:lnTo>
                <a:lnTo>
                  <a:pt x="2330" y="4046"/>
                </a:lnTo>
                <a:lnTo>
                  <a:pt x="2330" y="4045"/>
                </a:lnTo>
                <a:lnTo>
                  <a:pt x="2330" y="4044"/>
                </a:lnTo>
                <a:lnTo>
                  <a:pt x="2331" y="4044"/>
                </a:lnTo>
                <a:lnTo>
                  <a:pt x="2331" y="4043"/>
                </a:lnTo>
                <a:lnTo>
                  <a:pt x="2331" y="4042"/>
                </a:lnTo>
                <a:lnTo>
                  <a:pt x="2331" y="4041"/>
                </a:lnTo>
                <a:lnTo>
                  <a:pt x="2331" y="4042"/>
                </a:lnTo>
                <a:lnTo>
                  <a:pt x="2330" y="4042"/>
                </a:lnTo>
                <a:lnTo>
                  <a:pt x="2329" y="4042"/>
                </a:lnTo>
                <a:lnTo>
                  <a:pt x="2328" y="4042"/>
                </a:lnTo>
                <a:lnTo>
                  <a:pt x="2328" y="4043"/>
                </a:lnTo>
                <a:lnTo>
                  <a:pt x="2328" y="4042"/>
                </a:lnTo>
                <a:lnTo>
                  <a:pt x="2327" y="4042"/>
                </a:lnTo>
                <a:lnTo>
                  <a:pt x="2326" y="4042"/>
                </a:lnTo>
                <a:lnTo>
                  <a:pt x="2325" y="4042"/>
                </a:lnTo>
                <a:lnTo>
                  <a:pt x="2324" y="4042"/>
                </a:lnTo>
                <a:lnTo>
                  <a:pt x="2323" y="4042"/>
                </a:lnTo>
                <a:lnTo>
                  <a:pt x="2323" y="4041"/>
                </a:lnTo>
                <a:lnTo>
                  <a:pt x="2322" y="4041"/>
                </a:lnTo>
                <a:lnTo>
                  <a:pt x="2321" y="4041"/>
                </a:lnTo>
                <a:lnTo>
                  <a:pt x="2320" y="4041"/>
                </a:lnTo>
                <a:lnTo>
                  <a:pt x="2319" y="4041"/>
                </a:lnTo>
                <a:lnTo>
                  <a:pt x="2319" y="4040"/>
                </a:lnTo>
                <a:lnTo>
                  <a:pt x="2318" y="4040"/>
                </a:lnTo>
                <a:lnTo>
                  <a:pt x="2318" y="4039"/>
                </a:lnTo>
                <a:lnTo>
                  <a:pt x="2317" y="4039"/>
                </a:lnTo>
                <a:lnTo>
                  <a:pt x="2316" y="4039"/>
                </a:lnTo>
                <a:lnTo>
                  <a:pt x="2316" y="4038"/>
                </a:lnTo>
                <a:lnTo>
                  <a:pt x="2315" y="4038"/>
                </a:lnTo>
                <a:lnTo>
                  <a:pt x="2314" y="4038"/>
                </a:lnTo>
                <a:lnTo>
                  <a:pt x="2313" y="4038"/>
                </a:lnTo>
                <a:lnTo>
                  <a:pt x="2313" y="4039"/>
                </a:lnTo>
                <a:lnTo>
                  <a:pt x="2311" y="4039"/>
                </a:lnTo>
                <a:lnTo>
                  <a:pt x="2311" y="4038"/>
                </a:lnTo>
                <a:lnTo>
                  <a:pt x="2311" y="4037"/>
                </a:lnTo>
                <a:lnTo>
                  <a:pt x="2312" y="4037"/>
                </a:lnTo>
                <a:lnTo>
                  <a:pt x="2312" y="4036"/>
                </a:lnTo>
                <a:lnTo>
                  <a:pt x="2312" y="4035"/>
                </a:lnTo>
                <a:lnTo>
                  <a:pt x="2311" y="4035"/>
                </a:lnTo>
                <a:lnTo>
                  <a:pt x="2312" y="4035"/>
                </a:lnTo>
                <a:lnTo>
                  <a:pt x="2312" y="4034"/>
                </a:lnTo>
                <a:lnTo>
                  <a:pt x="2313" y="4034"/>
                </a:lnTo>
                <a:lnTo>
                  <a:pt x="2313" y="4033"/>
                </a:lnTo>
                <a:lnTo>
                  <a:pt x="2314" y="4033"/>
                </a:lnTo>
                <a:lnTo>
                  <a:pt x="2314" y="4032"/>
                </a:lnTo>
                <a:lnTo>
                  <a:pt x="2314" y="4031"/>
                </a:lnTo>
                <a:lnTo>
                  <a:pt x="2314" y="4030"/>
                </a:lnTo>
                <a:lnTo>
                  <a:pt x="2315" y="4030"/>
                </a:lnTo>
                <a:lnTo>
                  <a:pt x="2315" y="4029"/>
                </a:lnTo>
                <a:lnTo>
                  <a:pt x="2316" y="4029"/>
                </a:lnTo>
                <a:lnTo>
                  <a:pt x="2316" y="4028"/>
                </a:lnTo>
                <a:lnTo>
                  <a:pt x="2317" y="4028"/>
                </a:lnTo>
                <a:lnTo>
                  <a:pt x="2317" y="4027"/>
                </a:lnTo>
                <a:lnTo>
                  <a:pt x="2316" y="4027"/>
                </a:lnTo>
                <a:lnTo>
                  <a:pt x="2316" y="4026"/>
                </a:lnTo>
                <a:lnTo>
                  <a:pt x="2316" y="4025"/>
                </a:lnTo>
                <a:lnTo>
                  <a:pt x="2317" y="4025"/>
                </a:lnTo>
                <a:lnTo>
                  <a:pt x="2318" y="4025"/>
                </a:lnTo>
                <a:lnTo>
                  <a:pt x="2317" y="4025"/>
                </a:lnTo>
                <a:lnTo>
                  <a:pt x="2317" y="4024"/>
                </a:lnTo>
                <a:lnTo>
                  <a:pt x="2318" y="4024"/>
                </a:lnTo>
                <a:lnTo>
                  <a:pt x="2318" y="4023"/>
                </a:lnTo>
                <a:lnTo>
                  <a:pt x="2319" y="4023"/>
                </a:lnTo>
                <a:lnTo>
                  <a:pt x="2318" y="4023"/>
                </a:lnTo>
                <a:lnTo>
                  <a:pt x="2318" y="4022"/>
                </a:lnTo>
                <a:lnTo>
                  <a:pt x="2317" y="4022"/>
                </a:lnTo>
                <a:lnTo>
                  <a:pt x="2317" y="4021"/>
                </a:lnTo>
                <a:lnTo>
                  <a:pt x="2316" y="4021"/>
                </a:lnTo>
                <a:lnTo>
                  <a:pt x="2316" y="4020"/>
                </a:lnTo>
                <a:lnTo>
                  <a:pt x="2315" y="4020"/>
                </a:lnTo>
                <a:lnTo>
                  <a:pt x="2314" y="4020"/>
                </a:lnTo>
                <a:lnTo>
                  <a:pt x="2314" y="4019"/>
                </a:lnTo>
                <a:lnTo>
                  <a:pt x="2313" y="4019"/>
                </a:lnTo>
                <a:lnTo>
                  <a:pt x="2313" y="4020"/>
                </a:lnTo>
                <a:lnTo>
                  <a:pt x="2312" y="4020"/>
                </a:lnTo>
                <a:lnTo>
                  <a:pt x="2311" y="4020"/>
                </a:lnTo>
                <a:lnTo>
                  <a:pt x="2312" y="4020"/>
                </a:lnTo>
                <a:lnTo>
                  <a:pt x="2312" y="4019"/>
                </a:lnTo>
                <a:lnTo>
                  <a:pt x="2312" y="4018"/>
                </a:lnTo>
                <a:lnTo>
                  <a:pt x="2313" y="4018"/>
                </a:lnTo>
                <a:lnTo>
                  <a:pt x="2313" y="4017"/>
                </a:lnTo>
                <a:lnTo>
                  <a:pt x="2314" y="4017"/>
                </a:lnTo>
                <a:lnTo>
                  <a:pt x="2315" y="4017"/>
                </a:lnTo>
                <a:lnTo>
                  <a:pt x="2316" y="4017"/>
                </a:lnTo>
                <a:lnTo>
                  <a:pt x="2316" y="4016"/>
                </a:lnTo>
                <a:lnTo>
                  <a:pt x="2316" y="4015"/>
                </a:lnTo>
                <a:lnTo>
                  <a:pt x="2316" y="4014"/>
                </a:lnTo>
                <a:lnTo>
                  <a:pt x="2316" y="4013"/>
                </a:lnTo>
                <a:lnTo>
                  <a:pt x="2316" y="4012"/>
                </a:lnTo>
                <a:lnTo>
                  <a:pt x="2315" y="4012"/>
                </a:lnTo>
                <a:lnTo>
                  <a:pt x="2315" y="4011"/>
                </a:lnTo>
                <a:lnTo>
                  <a:pt x="2316" y="4011"/>
                </a:lnTo>
                <a:lnTo>
                  <a:pt x="2316" y="4010"/>
                </a:lnTo>
                <a:lnTo>
                  <a:pt x="2316" y="4009"/>
                </a:lnTo>
                <a:lnTo>
                  <a:pt x="2317" y="4009"/>
                </a:lnTo>
                <a:lnTo>
                  <a:pt x="2316" y="4009"/>
                </a:lnTo>
                <a:lnTo>
                  <a:pt x="2316" y="4008"/>
                </a:lnTo>
                <a:lnTo>
                  <a:pt x="2316" y="4007"/>
                </a:lnTo>
                <a:lnTo>
                  <a:pt x="2315" y="4007"/>
                </a:lnTo>
                <a:lnTo>
                  <a:pt x="2315" y="4006"/>
                </a:lnTo>
                <a:lnTo>
                  <a:pt x="2314" y="4006"/>
                </a:lnTo>
                <a:lnTo>
                  <a:pt x="2314" y="4005"/>
                </a:lnTo>
                <a:lnTo>
                  <a:pt x="2314" y="4004"/>
                </a:lnTo>
                <a:lnTo>
                  <a:pt x="2314" y="4003"/>
                </a:lnTo>
                <a:lnTo>
                  <a:pt x="2313" y="4003"/>
                </a:lnTo>
                <a:lnTo>
                  <a:pt x="2313" y="4002"/>
                </a:lnTo>
                <a:lnTo>
                  <a:pt x="2312" y="4001"/>
                </a:lnTo>
                <a:lnTo>
                  <a:pt x="2312" y="4000"/>
                </a:lnTo>
                <a:lnTo>
                  <a:pt x="2311" y="4000"/>
                </a:lnTo>
                <a:lnTo>
                  <a:pt x="2310" y="4000"/>
                </a:lnTo>
                <a:lnTo>
                  <a:pt x="2309" y="4000"/>
                </a:lnTo>
                <a:lnTo>
                  <a:pt x="2308" y="4000"/>
                </a:lnTo>
                <a:lnTo>
                  <a:pt x="2309" y="4001"/>
                </a:lnTo>
                <a:lnTo>
                  <a:pt x="2308" y="4001"/>
                </a:lnTo>
                <a:lnTo>
                  <a:pt x="2307" y="4001"/>
                </a:lnTo>
                <a:lnTo>
                  <a:pt x="2307" y="4000"/>
                </a:lnTo>
                <a:lnTo>
                  <a:pt x="2307" y="4001"/>
                </a:lnTo>
                <a:lnTo>
                  <a:pt x="2306" y="4001"/>
                </a:lnTo>
                <a:lnTo>
                  <a:pt x="2306" y="4000"/>
                </a:lnTo>
                <a:lnTo>
                  <a:pt x="2305" y="4000"/>
                </a:lnTo>
                <a:lnTo>
                  <a:pt x="2305" y="3999"/>
                </a:lnTo>
                <a:lnTo>
                  <a:pt x="2305" y="3998"/>
                </a:lnTo>
                <a:lnTo>
                  <a:pt x="2305" y="3997"/>
                </a:lnTo>
                <a:lnTo>
                  <a:pt x="2304" y="3996"/>
                </a:lnTo>
                <a:lnTo>
                  <a:pt x="2304" y="3995"/>
                </a:lnTo>
                <a:lnTo>
                  <a:pt x="2304" y="3994"/>
                </a:lnTo>
                <a:lnTo>
                  <a:pt x="2304" y="3993"/>
                </a:lnTo>
                <a:lnTo>
                  <a:pt x="2303" y="3993"/>
                </a:lnTo>
                <a:lnTo>
                  <a:pt x="2304" y="3993"/>
                </a:lnTo>
                <a:lnTo>
                  <a:pt x="2304" y="3992"/>
                </a:lnTo>
                <a:lnTo>
                  <a:pt x="2305" y="3992"/>
                </a:lnTo>
                <a:lnTo>
                  <a:pt x="2305" y="3991"/>
                </a:lnTo>
                <a:lnTo>
                  <a:pt x="2306" y="3991"/>
                </a:lnTo>
                <a:lnTo>
                  <a:pt x="2306" y="3990"/>
                </a:lnTo>
                <a:lnTo>
                  <a:pt x="2307" y="3990"/>
                </a:lnTo>
                <a:lnTo>
                  <a:pt x="2308" y="3990"/>
                </a:lnTo>
                <a:lnTo>
                  <a:pt x="2308" y="3989"/>
                </a:lnTo>
                <a:lnTo>
                  <a:pt x="2308" y="3988"/>
                </a:lnTo>
                <a:lnTo>
                  <a:pt x="2309" y="3988"/>
                </a:lnTo>
                <a:lnTo>
                  <a:pt x="2310" y="3988"/>
                </a:lnTo>
                <a:lnTo>
                  <a:pt x="2311" y="3988"/>
                </a:lnTo>
                <a:lnTo>
                  <a:pt x="2311" y="3987"/>
                </a:lnTo>
                <a:lnTo>
                  <a:pt x="2312" y="3987"/>
                </a:lnTo>
                <a:lnTo>
                  <a:pt x="2313" y="3987"/>
                </a:lnTo>
                <a:lnTo>
                  <a:pt x="2313" y="3986"/>
                </a:lnTo>
                <a:lnTo>
                  <a:pt x="2314" y="3986"/>
                </a:lnTo>
                <a:lnTo>
                  <a:pt x="2314" y="3985"/>
                </a:lnTo>
                <a:lnTo>
                  <a:pt x="2315" y="3985"/>
                </a:lnTo>
                <a:lnTo>
                  <a:pt x="2315" y="3984"/>
                </a:lnTo>
                <a:lnTo>
                  <a:pt x="2314" y="3983"/>
                </a:lnTo>
                <a:lnTo>
                  <a:pt x="2313" y="3983"/>
                </a:lnTo>
                <a:lnTo>
                  <a:pt x="2313" y="3982"/>
                </a:lnTo>
                <a:lnTo>
                  <a:pt x="2312" y="3982"/>
                </a:lnTo>
                <a:lnTo>
                  <a:pt x="2311" y="3982"/>
                </a:lnTo>
                <a:lnTo>
                  <a:pt x="2311" y="3981"/>
                </a:lnTo>
                <a:lnTo>
                  <a:pt x="2310" y="3981"/>
                </a:lnTo>
                <a:lnTo>
                  <a:pt x="2310" y="3980"/>
                </a:lnTo>
                <a:lnTo>
                  <a:pt x="2310" y="3979"/>
                </a:lnTo>
                <a:lnTo>
                  <a:pt x="2310" y="3978"/>
                </a:lnTo>
                <a:lnTo>
                  <a:pt x="2309" y="3978"/>
                </a:lnTo>
                <a:lnTo>
                  <a:pt x="2309" y="3977"/>
                </a:lnTo>
                <a:lnTo>
                  <a:pt x="2309" y="3975"/>
                </a:lnTo>
                <a:lnTo>
                  <a:pt x="2309" y="3974"/>
                </a:lnTo>
                <a:lnTo>
                  <a:pt x="2308" y="3974"/>
                </a:lnTo>
                <a:lnTo>
                  <a:pt x="2308" y="3973"/>
                </a:lnTo>
                <a:lnTo>
                  <a:pt x="2308" y="3974"/>
                </a:lnTo>
                <a:lnTo>
                  <a:pt x="2307" y="3973"/>
                </a:lnTo>
                <a:lnTo>
                  <a:pt x="2307" y="3972"/>
                </a:lnTo>
                <a:lnTo>
                  <a:pt x="2307" y="3971"/>
                </a:lnTo>
                <a:lnTo>
                  <a:pt x="2307" y="3970"/>
                </a:lnTo>
                <a:lnTo>
                  <a:pt x="2308" y="3970"/>
                </a:lnTo>
                <a:lnTo>
                  <a:pt x="2308" y="3969"/>
                </a:lnTo>
                <a:lnTo>
                  <a:pt x="2308" y="3968"/>
                </a:lnTo>
                <a:lnTo>
                  <a:pt x="2308" y="3967"/>
                </a:lnTo>
                <a:lnTo>
                  <a:pt x="2307" y="3967"/>
                </a:lnTo>
                <a:lnTo>
                  <a:pt x="2307" y="3966"/>
                </a:lnTo>
                <a:lnTo>
                  <a:pt x="2307" y="3965"/>
                </a:lnTo>
                <a:lnTo>
                  <a:pt x="2306" y="3965"/>
                </a:lnTo>
                <a:lnTo>
                  <a:pt x="2306" y="3964"/>
                </a:lnTo>
                <a:lnTo>
                  <a:pt x="2306" y="3963"/>
                </a:lnTo>
                <a:lnTo>
                  <a:pt x="2305" y="3963"/>
                </a:lnTo>
                <a:lnTo>
                  <a:pt x="2305" y="3962"/>
                </a:lnTo>
                <a:lnTo>
                  <a:pt x="2304" y="3962"/>
                </a:lnTo>
                <a:lnTo>
                  <a:pt x="2303" y="3962"/>
                </a:lnTo>
                <a:lnTo>
                  <a:pt x="2302" y="3962"/>
                </a:lnTo>
                <a:lnTo>
                  <a:pt x="2301" y="3962"/>
                </a:lnTo>
                <a:lnTo>
                  <a:pt x="2300" y="3962"/>
                </a:lnTo>
                <a:lnTo>
                  <a:pt x="2299" y="3962"/>
                </a:lnTo>
                <a:lnTo>
                  <a:pt x="2299" y="3961"/>
                </a:lnTo>
                <a:lnTo>
                  <a:pt x="2298" y="3961"/>
                </a:lnTo>
                <a:lnTo>
                  <a:pt x="2298" y="3960"/>
                </a:lnTo>
                <a:lnTo>
                  <a:pt x="2297" y="3960"/>
                </a:lnTo>
                <a:lnTo>
                  <a:pt x="2296" y="3960"/>
                </a:lnTo>
                <a:lnTo>
                  <a:pt x="2295" y="3960"/>
                </a:lnTo>
                <a:lnTo>
                  <a:pt x="2293" y="3960"/>
                </a:lnTo>
                <a:lnTo>
                  <a:pt x="2293" y="3961"/>
                </a:lnTo>
                <a:lnTo>
                  <a:pt x="2293" y="3960"/>
                </a:lnTo>
                <a:lnTo>
                  <a:pt x="2292" y="3960"/>
                </a:lnTo>
                <a:lnTo>
                  <a:pt x="2292" y="3959"/>
                </a:lnTo>
                <a:lnTo>
                  <a:pt x="2292" y="3958"/>
                </a:lnTo>
                <a:lnTo>
                  <a:pt x="2291" y="3958"/>
                </a:lnTo>
                <a:lnTo>
                  <a:pt x="2290" y="3958"/>
                </a:lnTo>
                <a:lnTo>
                  <a:pt x="2290" y="3957"/>
                </a:lnTo>
                <a:lnTo>
                  <a:pt x="2291" y="3957"/>
                </a:lnTo>
                <a:lnTo>
                  <a:pt x="2292" y="3957"/>
                </a:lnTo>
                <a:lnTo>
                  <a:pt x="2293" y="3957"/>
                </a:lnTo>
                <a:lnTo>
                  <a:pt x="2293" y="3956"/>
                </a:lnTo>
                <a:lnTo>
                  <a:pt x="2293" y="3955"/>
                </a:lnTo>
                <a:lnTo>
                  <a:pt x="2294" y="3955"/>
                </a:lnTo>
                <a:lnTo>
                  <a:pt x="2294" y="3954"/>
                </a:lnTo>
                <a:lnTo>
                  <a:pt x="2294" y="3953"/>
                </a:lnTo>
                <a:lnTo>
                  <a:pt x="2293" y="3953"/>
                </a:lnTo>
                <a:lnTo>
                  <a:pt x="2293" y="3952"/>
                </a:lnTo>
                <a:lnTo>
                  <a:pt x="2294" y="3952"/>
                </a:lnTo>
                <a:lnTo>
                  <a:pt x="2294" y="3951"/>
                </a:lnTo>
                <a:lnTo>
                  <a:pt x="2294" y="3950"/>
                </a:lnTo>
                <a:lnTo>
                  <a:pt x="2294" y="3949"/>
                </a:lnTo>
                <a:lnTo>
                  <a:pt x="2293" y="3949"/>
                </a:lnTo>
                <a:lnTo>
                  <a:pt x="2293" y="3948"/>
                </a:lnTo>
                <a:lnTo>
                  <a:pt x="2294" y="3948"/>
                </a:lnTo>
                <a:lnTo>
                  <a:pt x="2294" y="3947"/>
                </a:lnTo>
                <a:lnTo>
                  <a:pt x="2293" y="3947"/>
                </a:lnTo>
                <a:lnTo>
                  <a:pt x="2293" y="3946"/>
                </a:lnTo>
                <a:lnTo>
                  <a:pt x="2293" y="3945"/>
                </a:lnTo>
                <a:lnTo>
                  <a:pt x="2292" y="3945"/>
                </a:lnTo>
                <a:lnTo>
                  <a:pt x="2292" y="3944"/>
                </a:lnTo>
                <a:lnTo>
                  <a:pt x="2293" y="3944"/>
                </a:lnTo>
                <a:lnTo>
                  <a:pt x="2293" y="3943"/>
                </a:lnTo>
                <a:lnTo>
                  <a:pt x="2293" y="3942"/>
                </a:lnTo>
                <a:lnTo>
                  <a:pt x="2294" y="3942"/>
                </a:lnTo>
                <a:lnTo>
                  <a:pt x="2294" y="3941"/>
                </a:lnTo>
                <a:lnTo>
                  <a:pt x="2295" y="3941"/>
                </a:lnTo>
                <a:lnTo>
                  <a:pt x="2295" y="3940"/>
                </a:lnTo>
                <a:lnTo>
                  <a:pt x="2295" y="3939"/>
                </a:lnTo>
                <a:lnTo>
                  <a:pt x="2294" y="3939"/>
                </a:lnTo>
                <a:lnTo>
                  <a:pt x="2293" y="3939"/>
                </a:lnTo>
                <a:lnTo>
                  <a:pt x="2292" y="3939"/>
                </a:lnTo>
                <a:lnTo>
                  <a:pt x="2292" y="3938"/>
                </a:lnTo>
                <a:lnTo>
                  <a:pt x="2293" y="3938"/>
                </a:lnTo>
                <a:lnTo>
                  <a:pt x="2293" y="3937"/>
                </a:lnTo>
                <a:lnTo>
                  <a:pt x="2292" y="3937"/>
                </a:lnTo>
                <a:lnTo>
                  <a:pt x="2293" y="3937"/>
                </a:lnTo>
                <a:lnTo>
                  <a:pt x="2294" y="3936"/>
                </a:lnTo>
                <a:lnTo>
                  <a:pt x="2295" y="3936"/>
                </a:lnTo>
                <a:lnTo>
                  <a:pt x="2295" y="3935"/>
                </a:lnTo>
                <a:lnTo>
                  <a:pt x="2296" y="3935"/>
                </a:lnTo>
                <a:lnTo>
                  <a:pt x="2296" y="3936"/>
                </a:lnTo>
                <a:lnTo>
                  <a:pt x="2297" y="3936"/>
                </a:lnTo>
                <a:lnTo>
                  <a:pt x="2297" y="3937"/>
                </a:lnTo>
                <a:lnTo>
                  <a:pt x="2298" y="3937"/>
                </a:lnTo>
                <a:lnTo>
                  <a:pt x="2299" y="3937"/>
                </a:lnTo>
                <a:lnTo>
                  <a:pt x="2300" y="3937"/>
                </a:lnTo>
                <a:lnTo>
                  <a:pt x="2300" y="3936"/>
                </a:lnTo>
                <a:lnTo>
                  <a:pt x="2301" y="3936"/>
                </a:lnTo>
                <a:lnTo>
                  <a:pt x="2301" y="3935"/>
                </a:lnTo>
                <a:lnTo>
                  <a:pt x="2302" y="3935"/>
                </a:lnTo>
                <a:lnTo>
                  <a:pt x="2302" y="3934"/>
                </a:lnTo>
                <a:lnTo>
                  <a:pt x="2303" y="3934"/>
                </a:lnTo>
                <a:lnTo>
                  <a:pt x="2303" y="3933"/>
                </a:lnTo>
                <a:lnTo>
                  <a:pt x="2303" y="3932"/>
                </a:lnTo>
                <a:lnTo>
                  <a:pt x="2303" y="3931"/>
                </a:lnTo>
                <a:lnTo>
                  <a:pt x="2304" y="3931"/>
                </a:lnTo>
                <a:lnTo>
                  <a:pt x="2304" y="3930"/>
                </a:lnTo>
                <a:lnTo>
                  <a:pt x="2304" y="3931"/>
                </a:lnTo>
                <a:lnTo>
                  <a:pt x="2305" y="3931"/>
                </a:lnTo>
                <a:lnTo>
                  <a:pt x="2306" y="3931"/>
                </a:lnTo>
                <a:lnTo>
                  <a:pt x="2307" y="3931"/>
                </a:lnTo>
                <a:lnTo>
                  <a:pt x="2308" y="3931"/>
                </a:lnTo>
                <a:lnTo>
                  <a:pt x="2308" y="3930"/>
                </a:lnTo>
                <a:lnTo>
                  <a:pt x="2309" y="3929"/>
                </a:lnTo>
                <a:lnTo>
                  <a:pt x="2310" y="3929"/>
                </a:lnTo>
                <a:lnTo>
                  <a:pt x="2310" y="3928"/>
                </a:lnTo>
                <a:lnTo>
                  <a:pt x="2311" y="3928"/>
                </a:lnTo>
                <a:lnTo>
                  <a:pt x="2312" y="3928"/>
                </a:lnTo>
                <a:lnTo>
                  <a:pt x="2312" y="3927"/>
                </a:lnTo>
                <a:lnTo>
                  <a:pt x="2312" y="3928"/>
                </a:lnTo>
                <a:lnTo>
                  <a:pt x="2312" y="3927"/>
                </a:lnTo>
                <a:lnTo>
                  <a:pt x="2313" y="3927"/>
                </a:lnTo>
                <a:lnTo>
                  <a:pt x="2314" y="3927"/>
                </a:lnTo>
                <a:lnTo>
                  <a:pt x="2314" y="3926"/>
                </a:lnTo>
                <a:lnTo>
                  <a:pt x="2315" y="3926"/>
                </a:lnTo>
                <a:lnTo>
                  <a:pt x="2315" y="3925"/>
                </a:lnTo>
                <a:lnTo>
                  <a:pt x="2316" y="3925"/>
                </a:lnTo>
                <a:lnTo>
                  <a:pt x="2316" y="3924"/>
                </a:lnTo>
                <a:lnTo>
                  <a:pt x="2315" y="3924"/>
                </a:lnTo>
                <a:lnTo>
                  <a:pt x="2316" y="3924"/>
                </a:lnTo>
                <a:lnTo>
                  <a:pt x="2316" y="3923"/>
                </a:lnTo>
                <a:lnTo>
                  <a:pt x="2317" y="3923"/>
                </a:lnTo>
                <a:lnTo>
                  <a:pt x="2318" y="3923"/>
                </a:lnTo>
                <a:lnTo>
                  <a:pt x="2318" y="3922"/>
                </a:lnTo>
                <a:lnTo>
                  <a:pt x="2319" y="3922"/>
                </a:lnTo>
                <a:lnTo>
                  <a:pt x="2319" y="3921"/>
                </a:lnTo>
                <a:lnTo>
                  <a:pt x="2319" y="3920"/>
                </a:lnTo>
                <a:lnTo>
                  <a:pt x="2319" y="3919"/>
                </a:lnTo>
                <a:lnTo>
                  <a:pt x="2318" y="3919"/>
                </a:lnTo>
                <a:lnTo>
                  <a:pt x="2319" y="3919"/>
                </a:lnTo>
                <a:lnTo>
                  <a:pt x="2319" y="3918"/>
                </a:lnTo>
                <a:lnTo>
                  <a:pt x="2319" y="3917"/>
                </a:lnTo>
                <a:lnTo>
                  <a:pt x="2318" y="3917"/>
                </a:lnTo>
                <a:lnTo>
                  <a:pt x="2318" y="3916"/>
                </a:lnTo>
                <a:lnTo>
                  <a:pt x="2318" y="3915"/>
                </a:lnTo>
                <a:lnTo>
                  <a:pt x="2317" y="3915"/>
                </a:lnTo>
                <a:lnTo>
                  <a:pt x="2316" y="3916"/>
                </a:lnTo>
                <a:lnTo>
                  <a:pt x="2315" y="3916"/>
                </a:lnTo>
                <a:lnTo>
                  <a:pt x="2315" y="3917"/>
                </a:lnTo>
                <a:lnTo>
                  <a:pt x="2314" y="3917"/>
                </a:lnTo>
                <a:lnTo>
                  <a:pt x="2314" y="3918"/>
                </a:lnTo>
                <a:lnTo>
                  <a:pt x="2313" y="3918"/>
                </a:lnTo>
                <a:lnTo>
                  <a:pt x="2312" y="3918"/>
                </a:lnTo>
                <a:lnTo>
                  <a:pt x="2312" y="3917"/>
                </a:lnTo>
                <a:lnTo>
                  <a:pt x="2311" y="3917"/>
                </a:lnTo>
                <a:lnTo>
                  <a:pt x="2310" y="3917"/>
                </a:lnTo>
                <a:lnTo>
                  <a:pt x="2309" y="3917"/>
                </a:lnTo>
                <a:lnTo>
                  <a:pt x="2308" y="3917"/>
                </a:lnTo>
                <a:lnTo>
                  <a:pt x="2307" y="3917"/>
                </a:lnTo>
                <a:lnTo>
                  <a:pt x="2304" y="3917"/>
                </a:lnTo>
                <a:lnTo>
                  <a:pt x="2303" y="3917"/>
                </a:lnTo>
                <a:lnTo>
                  <a:pt x="2303" y="3918"/>
                </a:lnTo>
                <a:lnTo>
                  <a:pt x="2303" y="3917"/>
                </a:lnTo>
                <a:lnTo>
                  <a:pt x="2302" y="3917"/>
                </a:lnTo>
                <a:lnTo>
                  <a:pt x="2301" y="3917"/>
                </a:lnTo>
                <a:lnTo>
                  <a:pt x="2300" y="3917"/>
                </a:lnTo>
                <a:lnTo>
                  <a:pt x="2299" y="3917"/>
                </a:lnTo>
                <a:lnTo>
                  <a:pt x="2298" y="3917"/>
                </a:lnTo>
                <a:lnTo>
                  <a:pt x="2297" y="3917"/>
                </a:lnTo>
                <a:lnTo>
                  <a:pt x="2297" y="3918"/>
                </a:lnTo>
                <a:lnTo>
                  <a:pt x="2296" y="3919"/>
                </a:lnTo>
                <a:lnTo>
                  <a:pt x="2296" y="3920"/>
                </a:lnTo>
                <a:lnTo>
                  <a:pt x="2295" y="3920"/>
                </a:lnTo>
                <a:lnTo>
                  <a:pt x="2294" y="3920"/>
                </a:lnTo>
                <a:lnTo>
                  <a:pt x="2293" y="3920"/>
                </a:lnTo>
                <a:lnTo>
                  <a:pt x="2292" y="3920"/>
                </a:lnTo>
                <a:lnTo>
                  <a:pt x="2292" y="3919"/>
                </a:lnTo>
                <a:lnTo>
                  <a:pt x="2291" y="3919"/>
                </a:lnTo>
                <a:lnTo>
                  <a:pt x="2290" y="3919"/>
                </a:lnTo>
                <a:lnTo>
                  <a:pt x="2289" y="3919"/>
                </a:lnTo>
                <a:lnTo>
                  <a:pt x="2289" y="3920"/>
                </a:lnTo>
                <a:lnTo>
                  <a:pt x="2288" y="3920"/>
                </a:lnTo>
                <a:lnTo>
                  <a:pt x="2287" y="3920"/>
                </a:lnTo>
                <a:lnTo>
                  <a:pt x="2287" y="3921"/>
                </a:lnTo>
                <a:lnTo>
                  <a:pt x="2286" y="3921"/>
                </a:lnTo>
                <a:lnTo>
                  <a:pt x="2285" y="3921"/>
                </a:lnTo>
                <a:lnTo>
                  <a:pt x="2285" y="3922"/>
                </a:lnTo>
                <a:lnTo>
                  <a:pt x="2284" y="3922"/>
                </a:lnTo>
                <a:lnTo>
                  <a:pt x="2283" y="3922"/>
                </a:lnTo>
                <a:lnTo>
                  <a:pt x="2283" y="3921"/>
                </a:lnTo>
                <a:lnTo>
                  <a:pt x="2283" y="3920"/>
                </a:lnTo>
                <a:lnTo>
                  <a:pt x="2282" y="3920"/>
                </a:lnTo>
                <a:lnTo>
                  <a:pt x="2281" y="3920"/>
                </a:lnTo>
                <a:lnTo>
                  <a:pt x="2281" y="3919"/>
                </a:lnTo>
                <a:lnTo>
                  <a:pt x="2280" y="3919"/>
                </a:lnTo>
                <a:lnTo>
                  <a:pt x="2280" y="3918"/>
                </a:lnTo>
                <a:lnTo>
                  <a:pt x="2279" y="3918"/>
                </a:lnTo>
                <a:lnTo>
                  <a:pt x="2279" y="3917"/>
                </a:lnTo>
                <a:lnTo>
                  <a:pt x="2279" y="3916"/>
                </a:lnTo>
                <a:lnTo>
                  <a:pt x="2278" y="3916"/>
                </a:lnTo>
                <a:lnTo>
                  <a:pt x="2278" y="3915"/>
                </a:lnTo>
                <a:lnTo>
                  <a:pt x="2278" y="3916"/>
                </a:lnTo>
                <a:lnTo>
                  <a:pt x="2277" y="3916"/>
                </a:lnTo>
                <a:lnTo>
                  <a:pt x="2276" y="3916"/>
                </a:lnTo>
                <a:lnTo>
                  <a:pt x="2275" y="3916"/>
                </a:lnTo>
                <a:lnTo>
                  <a:pt x="2274" y="3916"/>
                </a:lnTo>
                <a:lnTo>
                  <a:pt x="2273" y="3916"/>
                </a:lnTo>
                <a:lnTo>
                  <a:pt x="2272" y="3916"/>
                </a:lnTo>
                <a:lnTo>
                  <a:pt x="2271" y="3916"/>
                </a:lnTo>
                <a:lnTo>
                  <a:pt x="2270" y="3916"/>
                </a:lnTo>
                <a:lnTo>
                  <a:pt x="2269" y="3916"/>
                </a:lnTo>
                <a:lnTo>
                  <a:pt x="2269" y="3915"/>
                </a:lnTo>
                <a:lnTo>
                  <a:pt x="2268" y="3915"/>
                </a:lnTo>
                <a:lnTo>
                  <a:pt x="2267" y="3915"/>
                </a:lnTo>
                <a:lnTo>
                  <a:pt x="2265" y="3915"/>
                </a:lnTo>
                <a:lnTo>
                  <a:pt x="2265" y="3916"/>
                </a:lnTo>
                <a:lnTo>
                  <a:pt x="2263" y="3916"/>
                </a:lnTo>
                <a:lnTo>
                  <a:pt x="2262" y="3916"/>
                </a:lnTo>
                <a:lnTo>
                  <a:pt x="2261" y="3916"/>
                </a:lnTo>
                <a:lnTo>
                  <a:pt x="2260" y="3916"/>
                </a:lnTo>
                <a:lnTo>
                  <a:pt x="2258" y="3916"/>
                </a:lnTo>
                <a:lnTo>
                  <a:pt x="2257" y="3916"/>
                </a:lnTo>
                <a:lnTo>
                  <a:pt x="2256" y="3916"/>
                </a:lnTo>
                <a:lnTo>
                  <a:pt x="2256" y="3917"/>
                </a:lnTo>
                <a:lnTo>
                  <a:pt x="2256" y="3918"/>
                </a:lnTo>
                <a:lnTo>
                  <a:pt x="2255" y="3918"/>
                </a:lnTo>
                <a:lnTo>
                  <a:pt x="2255" y="3917"/>
                </a:lnTo>
                <a:lnTo>
                  <a:pt x="2254" y="3917"/>
                </a:lnTo>
                <a:lnTo>
                  <a:pt x="2254" y="3918"/>
                </a:lnTo>
                <a:lnTo>
                  <a:pt x="2253" y="3918"/>
                </a:lnTo>
                <a:lnTo>
                  <a:pt x="2253" y="3917"/>
                </a:lnTo>
                <a:lnTo>
                  <a:pt x="2252" y="3917"/>
                </a:lnTo>
                <a:lnTo>
                  <a:pt x="2251" y="3917"/>
                </a:lnTo>
                <a:lnTo>
                  <a:pt x="2250" y="3917"/>
                </a:lnTo>
                <a:lnTo>
                  <a:pt x="2249" y="3917"/>
                </a:lnTo>
                <a:lnTo>
                  <a:pt x="2248" y="3917"/>
                </a:lnTo>
                <a:lnTo>
                  <a:pt x="2247" y="3917"/>
                </a:lnTo>
                <a:lnTo>
                  <a:pt x="2247" y="3916"/>
                </a:lnTo>
                <a:lnTo>
                  <a:pt x="2246" y="3916"/>
                </a:lnTo>
                <a:lnTo>
                  <a:pt x="2245" y="3916"/>
                </a:lnTo>
                <a:lnTo>
                  <a:pt x="2244" y="3916"/>
                </a:lnTo>
                <a:lnTo>
                  <a:pt x="2243" y="3916"/>
                </a:lnTo>
                <a:lnTo>
                  <a:pt x="2242" y="3916"/>
                </a:lnTo>
                <a:lnTo>
                  <a:pt x="2242" y="3915"/>
                </a:lnTo>
                <a:lnTo>
                  <a:pt x="2241" y="3915"/>
                </a:lnTo>
                <a:lnTo>
                  <a:pt x="2240" y="3915"/>
                </a:lnTo>
                <a:lnTo>
                  <a:pt x="2239" y="3915"/>
                </a:lnTo>
                <a:lnTo>
                  <a:pt x="2238" y="3915"/>
                </a:lnTo>
                <a:lnTo>
                  <a:pt x="2238" y="3916"/>
                </a:lnTo>
                <a:lnTo>
                  <a:pt x="2237" y="3916"/>
                </a:lnTo>
                <a:lnTo>
                  <a:pt x="2236" y="3916"/>
                </a:lnTo>
                <a:lnTo>
                  <a:pt x="2235" y="3916"/>
                </a:lnTo>
                <a:lnTo>
                  <a:pt x="2234" y="3916"/>
                </a:lnTo>
                <a:lnTo>
                  <a:pt x="2233" y="3916"/>
                </a:lnTo>
                <a:lnTo>
                  <a:pt x="2234" y="3916"/>
                </a:lnTo>
                <a:lnTo>
                  <a:pt x="2233" y="3916"/>
                </a:lnTo>
                <a:lnTo>
                  <a:pt x="2232" y="3916"/>
                </a:lnTo>
                <a:lnTo>
                  <a:pt x="2231" y="3916"/>
                </a:lnTo>
                <a:lnTo>
                  <a:pt x="2231" y="3917"/>
                </a:lnTo>
                <a:lnTo>
                  <a:pt x="2230" y="3917"/>
                </a:lnTo>
                <a:lnTo>
                  <a:pt x="2229" y="3917"/>
                </a:lnTo>
                <a:lnTo>
                  <a:pt x="2228" y="3917"/>
                </a:lnTo>
                <a:lnTo>
                  <a:pt x="2227" y="3917"/>
                </a:lnTo>
                <a:lnTo>
                  <a:pt x="2227" y="3916"/>
                </a:lnTo>
                <a:lnTo>
                  <a:pt x="2226" y="3916"/>
                </a:lnTo>
                <a:lnTo>
                  <a:pt x="2226" y="3917"/>
                </a:lnTo>
                <a:lnTo>
                  <a:pt x="2225" y="3917"/>
                </a:lnTo>
                <a:lnTo>
                  <a:pt x="2224" y="3917"/>
                </a:lnTo>
                <a:lnTo>
                  <a:pt x="2224" y="3918"/>
                </a:lnTo>
                <a:lnTo>
                  <a:pt x="2223" y="3918"/>
                </a:lnTo>
                <a:lnTo>
                  <a:pt x="2222" y="3918"/>
                </a:lnTo>
                <a:lnTo>
                  <a:pt x="2221" y="3918"/>
                </a:lnTo>
                <a:lnTo>
                  <a:pt x="2220" y="3918"/>
                </a:lnTo>
                <a:lnTo>
                  <a:pt x="2220" y="3919"/>
                </a:lnTo>
                <a:lnTo>
                  <a:pt x="2219" y="3919"/>
                </a:lnTo>
                <a:lnTo>
                  <a:pt x="2219" y="3918"/>
                </a:lnTo>
                <a:lnTo>
                  <a:pt x="2219" y="3919"/>
                </a:lnTo>
                <a:lnTo>
                  <a:pt x="2218" y="3919"/>
                </a:lnTo>
                <a:lnTo>
                  <a:pt x="2217" y="3919"/>
                </a:lnTo>
                <a:lnTo>
                  <a:pt x="2217" y="3920"/>
                </a:lnTo>
                <a:lnTo>
                  <a:pt x="2216" y="3920"/>
                </a:lnTo>
                <a:lnTo>
                  <a:pt x="2215" y="3920"/>
                </a:lnTo>
                <a:lnTo>
                  <a:pt x="2215" y="3921"/>
                </a:lnTo>
                <a:lnTo>
                  <a:pt x="2214" y="3921"/>
                </a:lnTo>
                <a:lnTo>
                  <a:pt x="2213" y="3921"/>
                </a:lnTo>
                <a:lnTo>
                  <a:pt x="2213" y="3922"/>
                </a:lnTo>
                <a:lnTo>
                  <a:pt x="2213" y="3921"/>
                </a:lnTo>
                <a:lnTo>
                  <a:pt x="2213" y="3922"/>
                </a:lnTo>
                <a:lnTo>
                  <a:pt x="2212" y="3922"/>
                </a:lnTo>
                <a:lnTo>
                  <a:pt x="2212" y="3923"/>
                </a:lnTo>
                <a:lnTo>
                  <a:pt x="2211" y="3923"/>
                </a:lnTo>
                <a:lnTo>
                  <a:pt x="2212" y="3923"/>
                </a:lnTo>
                <a:lnTo>
                  <a:pt x="2211" y="3923"/>
                </a:lnTo>
                <a:lnTo>
                  <a:pt x="2211" y="3924"/>
                </a:lnTo>
                <a:lnTo>
                  <a:pt x="2209" y="3924"/>
                </a:lnTo>
                <a:lnTo>
                  <a:pt x="2208" y="3924"/>
                </a:lnTo>
                <a:lnTo>
                  <a:pt x="2207" y="3924"/>
                </a:lnTo>
                <a:lnTo>
                  <a:pt x="2206" y="3924"/>
                </a:lnTo>
                <a:lnTo>
                  <a:pt x="2206" y="3925"/>
                </a:lnTo>
                <a:lnTo>
                  <a:pt x="2205" y="3925"/>
                </a:lnTo>
                <a:lnTo>
                  <a:pt x="2205" y="3924"/>
                </a:lnTo>
                <a:lnTo>
                  <a:pt x="2204" y="3924"/>
                </a:lnTo>
                <a:lnTo>
                  <a:pt x="2203" y="3924"/>
                </a:lnTo>
                <a:lnTo>
                  <a:pt x="2202" y="3924"/>
                </a:lnTo>
                <a:lnTo>
                  <a:pt x="2202" y="3925"/>
                </a:lnTo>
                <a:lnTo>
                  <a:pt x="2201" y="3925"/>
                </a:lnTo>
                <a:lnTo>
                  <a:pt x="2200" y="3926"/>
                </a:lnTo>
                <a:lnTo>
                  <a:pt x="2199" y="3926"/>
                </a:lnTo>
                <a:lnTo>
                  <a:pt x="2199" y="3927"/>
                </a:lnTo>
                <a:lnTo>
                  <a:pt x="2199" y="3928"/>
                </a:lnTo>
                <a:lnTo>
                  <a:pt x="2199" y="3929"/>
                </a:lnTo>
                <a:lnTo>
                  <a:pt x="2200" y="3929"/>
                </a:lnTo>
                <a:lnTo>
                  <a:pt x="2200" y="3930"/>
                </a:lnTo>
                <a:lnTo>
                  <a:pt x="2199" y="3930"/>
                </a:lnTo>
                <a:lnTo>
                  <a:pt x="2198" y="3930"/>
                </a:lnTo>
                <a:lnTo>
                  <a:pt x="2197" y="3930"/>
                </a:lnTo>
                <a:lnTo>
                  <a:pt x="2197" y="3929"/>
                </a:lnTo>
                <a:lnTo>
                  <a:pt x="2196" y="3929"/>
                </a:lnTo>
                <a:lnTo>
                  <a:pt x="2195" y="3929"/>
                </a:lnTo>
                <a:lnTo>
                  <a:pt x="2195" y="3930"/>
                </a:lnTo>
                <a:lnTo>
                  <a:pt x="2194" y="3930"/>
                </a:lnTo>
                <a:lnTo>
                  <a:pt x="2193" y="3930"/>
                </a:lnTo>
                <a:lnTo>
                  <a:pt x="2194" y="3930"/>
                </a:lnTo>
                <a:lnTo>
                  <a:pt x="2194" y="3931"/>
                </a:lnTo>
                <a:lnTo>
                  <a:pt x="2193" y="3931"/>
                </a:lnTo>
                <a:lnTo>
                  <a:pt x="2192" y="3931"/>
                </a:lnTo>
                <a:lnTo>
                  <a:pt x="2192" y="3930"/>
                </a:lnTo>
                <a:lnTo>
                  <a:pt x="2191" y="3930"/>
                </a:lnTo>
                <a:lnTo>
                  <a:pt x="2191" y="3931"/>
                </a:lnTo>
                <a:lnTo>
                  <a:pt x="2192" y="3931"/>
                </a:lnTo>
                <a:lnTo>
                  <a:pt x="2192" y="3932"/>
                </a:lnTo>
                <a:lnTo>
                  <a:pt x="2191" y="3932"/>
                </a:lnTo>
                <a:lnTo>
                  <a:pt x="2191" y="3933"/>
                </a:lnTo>
                <a:lnTo>
                  <a:pt x="2190" y="3933"/>
                </a:lnTo>
                <a:lnTo>
                  <a:pt x="2190" y="3932"/>
                </a:lnTo>
                <a:lnTo>
                  <a:pt x="2191" y="3931"/>
                </a:lnTo>
                <a:lnTo>
                  <a:pt x="2190" y="3931"/>
                </a:lnTo>
                <a:lnTo>
                  <a:pt x="2190" y="3932"/>
                </a:lnTo>
                <a:lnTo>
                  <a:pt x="2189" y="3932"/>
                </a:lnTo>
                <a:lnTo>
                  <a:pt x="2188" y="3932"/>
                </a:lnTo>
                <a:lnTo>
                  <a:pt x="2188" y="3933"/>
                </a:lnTo>
                <a:lnTo>
                  <a:pt x="2187" y="3933"/>
                </a:lnTo>
                <a:lnTo>
                  <a:pt x="2186" y="3934"/>
                </a:lnTo>
                <a:lnTo>
                  <a:pt x="2185" y="3934"/>
                </a:lnTo>
                <a:lnTo>
                  <a:pt x="2185" y="3935"/>
                </a:lnTo>
                <a:lnTo>
                  <a:pt x="2184" y="3935"/>
                </a:lnTo>
                <a:lnTo>
                  <a:pt x="2184" y="3936"/>
                </a:lnTo>
                <a:lnTo>
                  <a:pt x="2184" y="3937"/>
                </a:lnTo>
                <a:lnTo>
                  <a:pt x="2183" y="3937"/>
                </a:lnTo>
                <a:lnTo>
                  <a:pt x="2182" y="3937"/>
                </a:lnTo>
                <a:lnTo>
                  <a:pt x="2182" y="3938"/>
                </a:lnTo>
                <a:lnTo>
                  <a:pt x="2182" y="3937"/>
                </a:lnTo>
                <a:lnTo>
                  <a:pt x="2182" y="3938"/>
                </a:lnTo>
                <a:lnTo>
                  <a:pt x="2181" y="3938"/>
                </a:lnTo>
                <a:lnTo>
                  <a:pt x="2180" y="3938"/>
                </a:lnTo>
                <a:lnTo>
                  <a:pt x="2180" y="3939"/>
                </a:lnTo>
                <a:lnTo>
                  <a:pt x="2179" y="3939"/>
                </a:lnTo>
                <a:lnTo>
                  <a:pt x="2179" y="3940"/>
                </a:lnTo>
                <a:lnTo>
                  <a:pt x="2178" y="3940"/>
                </a:lnTo>
                <a:lnTo>
                  <a:pt x="2177" y="3940"/>
                </a:lnTo>
                <a:lnTo>
                  <a:pt x="2176" y="3940"/>
                </a:lnTo>
                <a:lnTo>
                  <a:pt x="2176" y="3941"/>
                </a:lnTo>
                <a:lnTo>
                  <a:pt x="2177" y="3941"/>
                </a:lnTo>
                <a:lnTo>
                  <a:pt x="2178" y="3941"/>
                </a:lnTo>
                <a:lnTo>
                  <a:pt x="2178" y="3942"/>
                </a:lnTo>
                <a:lnTo>
                  <a:pt x="2177" y="3942"/>
                </a:lnTo>
                <a:lnTo>
                  <a:pt x="2176" y="3942"/>
                </a:lnTo>
                <a:lnTo>
                  <a:pt x="2175" y="3942"/>
                </a:lnTo>
                <a:lnTo>
                  <a:pt x="2175" y="3941"/>
                </a:lnTo>
                <a:lnTo>
                  <a:pt x="2175" y="3940"/>
                </a:lnTo>
                <a:lnTo>
                  <a:pt x="2174" y="3940"/>
                </a:lnTo>
                <a:lnTo>
                  <a:pt x="2174" y="3941"/>
                </a:lnTo>
                <a:lnTo>
                  <a:pt x="2174" y="3942"/>
                </a:lnTo>
                <a:lnTo>
                  <a:pt x="2174" y="3943"/>
                </a:lnTo>
                <a:lnTo>
                  <a:pt x="2173" y="3943"/>
                </a:lnTo>
                <a:lnTo>
                  <a:pt x="2173" y="3942"/>
                </a:lnTo>
                <a:lnTo>
                  <a:pt x="2172" y="3942"/>
                </a:lnTo>
                <a:lnTo>
                  <a:pt x="2172" y="3943"/>
                </a:lnTo>
                <a:lnTo>
                  <a:pt x="2171" y="3943"/>
                </a:lnTo>
                <a:lnTo>
                  <a:pt x="2171" y="3942"/>
                </a:lnTo>
                <a:lnTo>
                  <a:pt x="2172" y="3942"/>
                </a:lnTo>
                <a:lnTo>
                  <a:pt x="2171" y="3942"/>
                </a:lnTo>
                <a:lnTo>
                  <a:pt x="2171" y="3941"/>
                </a:lnTo>
                <a:lnTo>
                  <a:pt x="2171" y="3942"/>
                </a:lnTo>
                <a:lnTo>
                  <a:pt x="2171" y="3943"/>
                </a:lnTo>
                <a:lnTo>
                  <a:pt x="2170" y="3943"/>
                </a:lnTo>
                <a:lnTo>
                  <a:pt x="2170" y="3944"/>
                </a:lnTo>
                <a:lnTo>
                  <a:pt x="2170" y="3945"/>
                </a:lnTo>
                <a:lnTo>
                  <a:pt x="2169" y="3945"/>
                </a:lnTo>
                <a:lnTo>
                  <a:pt x="2169" y="3944"/>
                </a:lnTo>
                <a:lnTo>
                  <a:pt x="2169" y="3943"/>
                </a:lnTo>
                <a:lnTo>
                  <a:pt x="2169" y="3942"/>
                </a:lnTo>
                <a:lnTo>
                  <a:pt x="2169" y="3941"/>
                </a:lnTo>
                <a:lnTo>
                  <a:pt x="2168" y="3941"/>
                </a:lnTo>
                <a:lnTo>
                  <a:pt x="2168" y="3940"/>
                </a:lnTo>
                <a:lnTo>
                  <a:pt x="2168" y="3939"/>
                </a:lnTo>
                <a:lnTo>
                  <a:pt x="2168" y="3940"/>
                </a:lnTo>
                <a:lnTo>
                  <a:pt x="2168" y="3939"/>
                </a:lnTo>
                <a:lnTo>
                  <a:pt x="2167" y="3939"/>
                </a:lnTo>
                <a:lnTo>
                  <a:pt x="2167" y="3938"/>
                </a:lnTo>
                <a:lnTo>
                  <a:pt x="2166" y="3938"/>
                </a:lnTo>
                <a:lnTo>
                  <a:pt x="2165" y="3938"/>
                </a:lnTo>
                <a:lnTo>
                  <a:pt x="2164" y="3938"/>
                </a:lnTo>
                <a:lnTo>
                  <a:pt x="2164" y="3937"/>
                </a:lnTo>
                <a:lnTo>
                  <a:pt x="2164" y="3936"/>
                </a:lnTo>
                <a:lnTo>
                  <a:pt x="2163" y="3936"/>
                </a:lnTo>
                <a:lnTo>
                  <a:pt x="2162" y="3936"/>
                </a:lnTo>
                <a:lnTo>
                  <a:pt x="2162" y="3935"/>
                </a:lnTo>
                <a:lnTo>
                  <a:pt x="2161" y="3935"/>
                </a:lnTo>
                <a:lnTo>
                  <a:pt x="2160" y="3935"/>
                </a:lnTo>
                <a:lnTo>
                  <a:pt x="2160" y="3934"/>
                </a:lnTo>
                <a:lnTo>
                  <a:pt x="2159" y="3934"/>
                </a:lnTo>
                <a:lnTo>
                  <a:pt x="2158" y="3934"/>
                </a:lnTo>
                <a:lnTo>
                  <a:pt x="2158" y="3933"/>
                </a:lnTo>
                <a:lnTo>
                  <a:pt x="2157" y="3933"/>
                </a:lnTo>
                <a:lnTo>
                  <a:pt x="2156" y="3933"/>
                </a:lnTo>
                <a:lnTo>
                  <a:pt x="2156" y="3932"/>
                </a:lnTo>
                <a:lnTo>
                  <a:pt x="2156" y="3931"/>
                </a:lnTo>
                <a:lnTo>
                  <a:pt x="2157" y="3931"/>
                </a:lnTo>
                <a:lnTo>
                  <a:pt x="2157" y="3930"/>
                </a:lnTo>
                <a:lnTo>
                  <a:pt x="2158" y="3930"/>
                </a:lnTo>
                <a:lnTo>
                  <a:pt x="2158" y="3929"/>
                </a:lnTo>
                <a:lnTo>
                  <a:pt x="2159" y="3929"/>
                </a:lnTo>
                <a:lnTo>
                  <a:pt x="2160" y="3929"/>
                </a:lnTo>
                <a:lnTo>
                  <a:pt x="2160" y="3928"/>
                </a:lnTo>
                <a:lnTo>
                  <a:pt x="2161" y="3928"/>
                </a:lnTo>
                <a:lnTo>
                  <a:pt x="2161" y="3929"/>
                </a:lnTo>
                <a:lnTo>
                  <a:pt x="2161" y="3928"/>
                </a:lnTo>
                <a:lnTo>
                  <a:pt x="2162" y="3928"/>
                </a:lnTo>
                <a:lnTo>
                  <a:pt x="2162" y="3927"/>
                </a:lnTo>
                <a:lnTo>
                  <a:pt x="2162" y="3926"/>
                </a:lnTo>
                <a:lnTo>
                  <a:pt x="2163" y="3926"/>
                </a:lnTo>
                <a:lnTo>
                  <a:pt x="2163" y="3925"/>
                </a:lnTo>
                <a:lnTo>
                  <a:pt x="2164" y="3925"/>
                </a:lnTo>
                <a:lnTo>
                  <a:pt x="2164" y="3926"/>
                </a:lnTo>
                <a:lnTo>
                  <a:pt x="2164" y="3925"/>
                </a:lnTo>
                <a:lnTo>
                  <a:pt x="2165" y="3925"/>
                </a:lnTo>
                <a:lnTo>
                  <a:pt x="2166" y="3925"/>
                </a:lnTo>
                <a:lnTo>
                  <a:pt x="2167" y="3925"/>
                </a:lnTo>
                <a:lnTo>
                  <a:pt x="2167" y="3924"/>
                </a:lnTo>
                <a:lnTo>
                  <a:pt x="2168" y="3924"/>
                </a:lnTo>
                <a:lnTo>
                  <a:pt x="2169" y="3924"/>
                </a:lnTo>
                <a:lnTo>
                  <a:pt x="2169" y="3923"/>
                </a:lnTo>
                <a:lnTo>
                  <a:pt x="2168" y="3923"/>
                </a:lnTo>
                <a:lnTo>
                  <a:pt x="2169" y="3923"/>
                </a:lnTo>
                <a:lnTo>
                  <a:pt x="2169" y="3922"/>
                </a:lnTo>
                <a:lnTo>
                  <a:pt x="2168" y="3922"/>
                </a:lnTo>
                <a:lnTo>
                  <a:pt x="2169" y="3922"/>
                </a:lnTo>
                <a:lnTo>
                  <a:pt x="2169" y="3921"/>
                </a:lnTo>
                <a:lnTo>
                  <a:pt x="2169" y="3922"/>
                </a:lnTo>
                <a:lnTo>
                  <a:pt x="2170" y="3922"/>
                </a:lnTo>
                <a:lnTo>
                  <a:pt x="2170" y="3921"/>
                </a:lnTo>
                <a:lnTo>
                  <a:pt x="2170" y="3920"/>
                </a:lnTo>
                <a:lnTo>
                  <a:pt x="2170" y="3919"/>
                </a:lnTo>
                <a:lnTo>
                  <a:pt x="2170" y="3918"/>
                </a:lnTo>
                <a:lnTo>
                  <a:pt x="2171" y="3918"/>
                </a:lnTo>
                <a:lnTo>
                  <a:pt x="2171" y="3919"/>
                </a:lnTo>
                <a:lnTo>
                  <a:pt x="2171" y="3918"/>
                </a:lnTo>
                <a:lnTo>
                  <a:pt x="2172" y="3918"/>
                </a:lnTo>
                <a:lnTo>
                  <a:pt x="2172" y="3917"/>
                </a:lnTo>
                <a:lnTo>
                  <a:pt x="2173" y="3917"/>
                </a:lnTo>
                <a:lnTo>
                  <a:pt x="2173" y="3916"/>
                </a:lnTo>
                <a:lnTo>
                  <a:pt x="2174" y="3916"/>
                </a:lnTo>
                <a:lnTo>
                  <a:pt x="2175" y="3916"/>
                </a:lnTo>
                <a:lnTo>
                  <a:pt x="2175" y="3915"/>
                </a:lnTo>
                <a:lnTo>
                  <a:pt x="2176" y="3915"/>
                </a:lnTo>
                <a:lnTo>
                  <a:pt x="2176" y="3914"/>
                </a:lnTo>
                <a:lnTo>
                  <a:pt x="2177" y="3914"/>
                </a:lnTo>
                <a:lnTo>
                  <a:pt x="2177" y="3913"/>
                </a:lnTo>
                <a:lnTo>
                  <a:pt x="2178" y="3913"/>
                </a:lnTo>
                <a:lnTo>
                  <a:pt x="2179" y="3913"/>
                </a:lnTo>
                <a:lnTo>
                  <a:pt x="2179" y="3912"/>
                </a:lnTo>
                <a:lnTo>
                  <a:pt x="2180" y="3912"/>
                </a:lnTo>
                <a:lnTo>
                  <a:pt x="2180" y="3911"/>
                </a:lnTo>
                <a:lnTo>
                  <a:pt x="2181" y="3911"/>
                </a:lnTo>
                <a:lnTo>
                  <a:pt x="2182" y="3911"/>
                </a:lnTo>
                <a:lnTo>
                  <a:pt x="2182" y="3910"/>
                </a:lnTo>
                <a:lnTo>
                  <a:pt x="2182" y="3909"/>
                </a:lnTo>
                <a:lnTo>
                  <a:pt x="2183" y="3908"/>
                </a:lnTo>
                <a:lnTo>
                  <a:pt x="2183" y="3907"/>
                </a:lnTo>
                <a:lnTo>
                  <a:pt x="2183" y="3906"/>
                </a:lnTo>
                <a:lnTo>
                  <a:pt x="2184" y="3906"/>
                </a:lnTo>
                <a:lnTo>
                  <a:pt x="2183" y="3906"/>
                </a:lnTo>
                <a:lnTo>
                  <a:pt x="2184" y="3906"/>
                </a:lnTo>
                <a:lnTo>
                  <a:pt x="2184" y="3905"/>
                </a:lnTo>
                <a:lnTo>
                  <a:pt x="2185" y="3905"/>
                </a:lnTo>
                <a:lnTo>
                  <a:pt x="2185" y="3904"/>
                </a:lnTo>
                <a:lnTo>
                  <a:pt x="2185" y="3903"/>
                </a:lnTo>
                <a:lnTo>
                  <a:pt x="2184" y="3903"/>
                </a:lnTo>
                <a:lnTo>
                  <a:pt x="2184" y="3902"/>
                </a:lnTo>
                <a:lnTo>
                  <a:pt x="2183" y="3902"/>
                </a:lnTo>
                <a:lnTo>
                  <a:pt x="2183" y="3901"/>
                </a:lnTo>
                <a:lnTo>
                  <a:pt x="2183" y="3902"/>
                </a:lnTo>
                <a:lnTo>
                  <a:pt x="2182" y="3902"/>
                </a:lnTo>
                <a:lnTo>
                  <a:pt x="2182" y="3900"/>
                </a:lnTo>
                <a:lnTo>
                  <a:pt x="2182" y="3899"/>
                </a:lnTo>
                <a:lnTo>
                  <a:pt x="2183" y="3898"/>
                </a:lnTo>
                <a:lnTo>
                  <a:pt x="2183" y="3896"/>
                </a:lnTo>
                <a:lnTo>
                  <a:pt x="2184" y="3895"/>
                </a:lnTo>
                <a:lnTo>
                  <a:pt x="2185" y="3894"/>
                </a:lnTo>
                <a:lnTo>
                  <a:pt x="2186" y="3894"/>
                </a:lnTo>
                <a:lnTo>
                  <a:pt x="2186" y="3893"/>
                </a:lnTo>
                <a:lnTo>
                  <a:pt x="2187" y="3893"/>
                </a:lnTo>
                <a:lnTo>
                  <a:pt x="2188" y="3892"/>
                </a:lnTo>
                <a:lnTo>
                  <a:pt x="2187" y="3892"/>
                </a:lnTo>
                <a:lnTo>
                  <a:pt x="2187" y="3891"/>
                </a:lnTo>
                <a:lnTo>
                  <a:pt x="2186" y="3891"/>
                </a:lnTo>
                <a:lnTo>
                  <a:pt x="2186" y="3890"/>
                </a:lnTo>
                <a:lnTo>
                  <a:pt x="2186" y="3891"/>
                </a:lnTo>
                <a:lnTo>
                  <a:pt x="2186" y="3890"/>
                </a:lnTo>
                <a:lnTo>
                  <a:pt x="2186" y="3889"/>
                </a:lnTo>
                <a:lnTo>
                  <a:pt x="2185" y="3889"/>
                </a:lnTo>
                <a:lnTo>
                  <a:pt x="2185" y="3888"/>
                </a:lnTo>
                <a:lnTo>
                  <a:pt x="2184" y="3888"/>
                </a:lnTo>
                <a:lnTo>
                  <a:pt x="2184" y="3889"/>
                </a:lnTo>
                <a:lnTo>
                  <a:pt x="2184" y="3888"/>
                </a:lnTo>
                <a:lnTo>
                  <a:pt x="2183" y="3888"/>
                </a:lnTo>
                <a:lnTo>
                  <a:pt x="2183" y="3887"/>
                </a:lnTo>
                <a:lnTo>
                  <a:pt x="2182" y="3887"/>
                </a:lnTo>
                <a:lnTo>
                  <a:pt x="2181" y="3887"/>
                </a:lnTo>
                <a:lnTo>
                  <a:pt x="2181" y="3888"/>
                </a:lnTo>
                <a:lnTo>
                  <a:pt x="2181" y="3887"/>
                </a:lnTo>
                <a:lnTo>
                  <a:pt x="2180" y="3887"/>
                </a:lnTo>
                <a:lnTo>
                  <a:pt x="2180" y="3888"/>
                </a:lnTo>
                <a:lnTo>
                  <a:pt x="2179" y="3887"/>
                </a:lnTo>
                <a:lnTo>
                  <a:pt x="2179" y="3888"/>
                </a:lnTo>
                <a:lnTo>
                  <a:pt x="2178" y="3888"/>
                </a:lnTo>
                <a:lnTo>
                  <a:pt x="2178" y="3887"/>
                </a:lnTo>
                <a:lnTo>
                  <a:pt x="2177" y="3887"/>
                </a:lnTo>
                <a:lnTo>
                  <a:pt x="2176" y="3887"/>
                </a:lnTo>
                <a:lnTo>
                  <a:pt x="2176" y="3885"/>
                </a:lnTo>
                <a:lnTo>
                  <a:pt x="2176" y="3884"/>
                </a:lnTo>
                <a:lnTo>
                  <a:pt x="2176" y="3883"/>
                </a:lnTo>
                <a:lnTo>
                  <a:pt x="2175" y="3883"/>
                </a:lnTo>
                <a:lnTo>
                  <a:pt x="2176" y="3883"/>
                </a:lnTo>
                <a:lnTo>
                  <a:pt x="2176" y="3882"/>
                </a:lnTo>
                <a:lnTo>
                  <a:pt x="2176" y="3881"/>
                </a:lnTo>
                <a:lnTo>
                  <a:pt x="2177" y="3881"/>
                </a:lnTo>
                <a:lnTo>
                  <a:pt x="2177" y="3880"/>
                </a:lnTo>
                <a:lnTo>
                  <a:pt x="2178" y="3881"/>
                </a:lnTo>
                <a:lnTo>
                  <a:pt x="2179" y="3881"/>
                </a:lnTo>
                <a:lnTo>
                  <a:pt x="2179" y="3882"/>
                </a:lnTo>
                <a:lnTo>
                  <a:pt x="2179" y="3881"/>
                </a:lnTo>
                <a:lnTo>
                  <a:pt x="2180" y="3881"/>
                </a:lnTo>
                <a:lnTo>
                  <a:pt x="2181" y="3881"/>
                </a:lnTo>
                <a:lnTo>
                  <a:pt x="2182" y="3881"/>
                </a:lnTo>
                <a:lnTo>
                  <a:pt x="2182" y="3880"/>
                </a:lnTo>
                <a:lnTo>
                  <a:pt x="2183" y="3880"/>
                </a:lnTo>
                <a:lnTo>
                  <a:pt x="2183" y="3879"/>
                </a:lnTo>
                <a:lnTo>
                  <a:pt x="2183" y="3878"/>
                </a:lnTo>
                <a:lnTo>
                  <a:pt x="2183" y="3877"/>
                </a:lnTo>
                <a:lnTo>
                  <a:pt x="2182" y="3877"/>
                </a:lnTo>
                <a:lnTo>
                  <a:pt x="2181" y="3877"/>
                </a:lnTo>
                <a:lnTo>
                  <a:pt x="2181" y="3876"/>
                </a:lnTo>
                <a:lnTo>
                  <a:pt x="2180" y="3876"/>
                </a:lnTo>
                <a:lnTo>
                  <a:pt x="2180" y="3875"/>
                </a:lnTo>
                <a:lnTo>
                  <a:pt x="2180" y="3874"/>
                </a:lnTo>
                <a:lnTo>
                  <a:pt x="2179" y="3874"/>
                </a:lnTo>
                <a:lnTo>
                  <a:pt x="2179" y="3873"/>
                </a:lnTo>
                <a:lnTo>
                  <a:pt x="2179" y="3872"/>
                </a:lnTo>
                <a:lnTo>
                  <a:pt x="2180" y="3872"/>
                </a:lnTo>
                <a:lnTo>
                  <a:pt x="2179" y="3872"/>
                </a:lnTo>
                <a:lnTo>
                  <a:pt x="2179" y="3871"/>
                </a:lnTo>
                <a:lnTo>
                  <a:pt x="2179" y="3870"/>
                </a:lnTo>
                <a:lnTo>
                  <a:pt x="2179" y="3869"/>
                </a:lnTo>
                <a:lnTo>
                  <a:pt x="2179" y="3868"/>
                </a:lnTo>
                <a:lnTo>
                  <a:pt x="2179" y="3867"/>
                </a:lnTo>
                <a:lnTo>
                  <a:pt x="2178" y="3867"/>
                </a:lnTo>
                <a:lnTo>
                  <a:pt x="2177" y="3867"/>
                </a:lnTo>
                <a:lnTo>
                  <a:pt x="2176" y="3867"/>
                </a:lnTo>
                <a:lnTo>
                  <a:pt x="2176" y="3868"/>
                </a:lnTo>
                <a:lnTo>
                  <a:pt x="2175" y="3868"/>
                </a:lnTo>
                <a:lnTo>
                  <a:pt x="2175" y="3867"/>
                </a:lnTo>
                <a:lnTo>
                  <a:pt x="2175" y="3868"/>
                </a:lnTo>
                <a:lnTo>
                  <a:pt x="2174" y="3868"/>
                </a:lnTo>
                <a:lnTo>
                  <a:pt x="2173" y="3868"/>
                </a:lnTo>
                <a:lnTo>
                  <a:pt x="2172" y="3868"/>
                </a:lnTo>
                <a:lnTo>
                  <a:pt x="2171" y="3868"/>
                </a:lnTo>
                <a:lnTo>
                  <a:pt x="2170" y="3868"/>
                </a:lnTo>
                <a:lnTo>
                  <a:pt x="2170" y="3867"/>
                </a:lnTo>
                <a:lnTo>
                  <a:pt x="2170" y="3868"/>
                </a:lnTo>
                <a:lnTo>
                  <a:pt x="2169" y="3868"/>
                </a:lnTo>
                <a:lnTo>
                  <a:pt x="2168" y="3868"/>
                </a:lnTo>
                <a:lnTo>
                  <a:pt x="2167" y="3868"/>
                </a:lnTo>
                <a:lnTo>
                  <a:pt x="2166" y="3868"/>
                </a:lnTo>
                <a:lnTo>
                  <a:pt x="2165" y="3868"/>
                </a:lnTo>
                <a:lnTo>
                  <a:pt x="2164" y="3868"/>
                </a:lnTo>
                <a:lnTo>
                  <a:pt x="2163" y="3868"/>
                </a:lnTo>
                <a:lnTo>
                  <a:pt x="2162" y="3868"/>
                </a:lnTo>
                <a:lnTo>
                  <a:pt x="2161" y="3868"/>
                </a:lnTo>
                <a:lnTo>
                  <a:pt x="2162" y="3868"/>
                </a:lnTo>
                <a:lnTo>
                  <a:pt x="2162" y="3867"/>
                </a:lnTo>
                <a:lnTo>
                  <a:pt x="2161" y="3867"/>
                </a:lnTo>
                <a:lnTo>
                  <a:pt x="2162" y="3867"/>
                </a:lnTo>
                <a:lnTo>
                  <a:pt x="2162" y="3866"/>
                </a:lnTo>
                <a:lnTo>
                  <a:pt x="2162" y="3865"/>
                </a:lnTo>
                <a:lnTo>
                  <a:pt x="2163" y="3865"/>
                </a:lnTo>
                <a:lnTo>
                  <a:pt x="2163" y="3864"/>
                </a:lnTo>
                <a:lnTo>
                  <a:pt x="2164" y="3864"/>
                </a:lnTo>
                <a:lnTo>
                  <a:pt x="2164" y="3863"/>
                </a:lnTo>
                <a:lnTo>
                  <a:pt x="2164" y="3862"/>
                </a:lnTo>
                <a:lnTo>
                  <a:pt x="2165" y="3862"/>
                </a:lnTo>
                <a:lnTo>
                  <a:pt x="2165" y="3861"/>
                </a:lnTo>
                <a:lnTo>
                  <a:pt x="2165" y="3860"/>
                </a:lnTo>
                <a:lnTo>
                  <a:pt x="2165" y="3859"/>
                </a:lnTo>
                <a:lnTo>
                  <a:pt x="2165" y="3858"/>
                </a:lnTo>
                <a:lnTo>
                  <a:pt x="2165" y="3857"/>
                </a:lnTo>
                <a:lnTo>
                  <a:pt x="2166" y="3857"/>
                </a:lnTo>
                <a:lnTo>
                  <a:pt x="2166" y="3856"/>
                </a:lnTo>
                <a:lnTo>
                  <a:pt x="2166" y="3855"/>
                </a:lnTo>
                <a:lnTo>
                  <a:pt x="2166" y="3854"/>
                </a:lnTo>
                <a:lnTo>
                  <a:pt x="2166" y="3853"/>
                </a:lnTo>
                <a:lnTo>
                  <a:pt x="2167" y="3853"/>
                </a:lnTo>
                <a:lnTo>
                  <a:pt x="2167" y="3852"/>
                </a:lnTo>
                <a:lnTo>
                  <a:pt x="2167" y="3851"/>
                </a:lnTo>
                <a:lnTo>
                  <a:pt x="2167" y="3850"/>
                </a:lnTo>
                <a:lnTo>
                  <a:pt x="2167" y="3849"/>
                </a:lnTo>
                <a:lnTo>
                  <a:pt x="2167" y="3848"/>
                </a:lnTo>
                <a:lnTo>
                  <a:pt x="2168" y="3847"/>
                </a:lnTo>
                <a:lnTo>
                  <a:pt x="2168" y="3846"/>
                </a:lnTo>
                <a:lnTo>
                  <a:pt x="2168" y="3845"/>
                </a:lnTo>
                <a:lnTo>
                  <a:pt x="2168" y="3844"/>
                </a:lnTo>
                <a:lnTo>
                  <a:pt x="2168" y="3843"/>
                </a:lnTo>
                <a:lnTo>
                  <a:pt x="2168" y="3842"/>
                </a:lnTo>
                <a:lnTo>
                  <a:pt x="2168" y="3841"/>
                </a:lnTo>
                <a:lnTo>
                  <a:pt x="2168" y="3840"/>
                </a:lnTo>
                <a:lnTo>
                  <a:pt x="2169" y="3840"/>
                </a:lnTo>
                <a:lnTo>
                  <a:pt x="2169" y="3839"/>
                </a:lnTo>
                <a:lnTo>
                  <a:pt x="2168" y="3839"/>
                </a:lnTo>
                <a:lnTo>
                  <a:pt x="2168" y="3838"/>
                </a:lnTo>
                <a:lnTo>
                  <a:pt x="2168" y="3837"/>
                </a:lnTo>
                <a:lnTo>
                  <a:pt x="2168" y="3836"/>
                </a:lnTo>
                <a:lnTo>
                  <a:pt x="2168" y="3835"/>
                </a:lnTo>
                <a:lnTo>
                  <a:pt x="2168" y="3834"/>
                </a:lnTo>
                <a:lnTo>
                  <a:pt x="2169" y="3834"/>
                </a:lnTo>
                <a:lnTo>
                  <a:pt x="2169" y="3833"/>
                </a:lnTo>
                <a:lnTo>
                  <a:pt x="2169" y="3832"/>
                </a:lnTo>
                <a:lnTo>
                  <a:pt x="2168" y="3831"/>
                </a:lnTo>
                <a:lnTo>
                  <a:pt x="2167" y="3831"/>
                </a:lnTo>
                <a:lnTo>
                  <a:pt x="2167" y="3830"/>
                </a:lnTo>
                <a:lnTo>
                  <a:pt x="2167" y="3829"/>
                </a:lnTo>
                <a:lnTo>
                  <a:pt x="2166" y="3829"/>
                </a:lnTo>
                <a:lnTo>
                  <a:pt x="2167" y="3829"/>
                </a:lnTo>
                <a:lnTo>
                  <a:pt x="2167" y="3828"/>
                </a:lnTo>
                <a:lnTo>
                  <a:pt x="2168" y="3828"/>
                </a:lnTo>
                <a:lnTo>
                  <a:pt x="2169" y="3828"/>
                </a:lnTo>
                <a:lnTo>
                  <a:pt x="2169" y="3827"/>
                </a:lnTo>
                <a:lnTo>
                  <a:pt x="2169" y="3826"/>
                </a:lnTo>
                <a:lnTo>
                  <a:pt x="2170" y="3826"/>
                </a:lnTo>
                <a:lnTo>
                  <a:pt x="2171" y="3826"/>
                </a:lnTo>
                <a:lnTo>
                  <a:pt x="2172" y="3826"/>
                </a:lnTo>
                <a:lnTo>
                  <a:pt x="2173" y="3826"/>
                </a:lnTo>
                <a:lnTo>
                  <a:pt x="2173" y="3825"/>
                </a:lnTo>
                <a:lnTo>
                  <a:pt x="2174" y="3825"/>
                </a:lnTo>
                <a:lnTo>
                  <a:pt x="2175" y="3825"/>
                </a:lnTo>
                <a:lnTo>
                  <a:pt x="2176" y="3824"/>
                </a:lnTo>
                <a:lnTo>
                  <a:pt x="2177" y="3824"/>
                </a:lnTo>
                <a:lnTo>
                  <a:pt x="2178" y="3824"/>
                </a:lnTo>
                <a:lnTo>
                  <a:pt x="2178" y="3823"/>
                </a:lnTo>
                <a:lnTo>
                  <a:pt x="2179" y="3823"/>
                </a:lnTo>
                <a:lnTo>
                  <a:pt x="2180" y="3823"/>
                </a:lnTo>
                <a:lnTo>
                  <a:pt x="2180" y="3822"/>
                </a:lnTo>
                <a:lnTo>
                  <a:pt x="2181" y="3822"/>
                </a:lnTo>
                <a:lnTo>
                  <a:pt x="2181" y="3821"/>
                </a:lnTo>
                <a:lnTo>
                  <a:pt x="2182" y="3821"/>
                </a:lnTo>
                <a:lnTo>
                  <a:pt x="2182" y="3820"/>
                </a:lnTo>
                <a:lnTo>
                  <a:pt x="2182" y="3819"/>
                </a:lnTo>
                <a:lnTo>
                  <a:pt x="2183" y="3819"/>
                </a:lnTo>
                <a:lnTo>
                  <a:pt x="2184" y="3819"/>
                </a:lnTo>
                <a:lnTo>
                  <a:pt x="2185" y="3818"/>
                </a:lnTo>
                <a:lnTo>
                  <a:pt x="2185" y="3817"/>
                </a:lnTo>
                <a:lnTo>
                  <a:pt x="2186" y="3817"/>
                </a:lnTo>
                <a:lnTo>
                  <a:pt x="2186" y="3818"/>
                </a:lnTo>
                <a:lnTo>
                  <a:pt x="2187" y="3818"/>
                </a:lnTo>
                <a:lnTo>
                  <a:pt x="2187" y="3819"/>
                </a:lnTo>
                <a:lnTo>
                  <a:pt x="2188" y="3819"/>
                </a:lnTo>
                <a:lnTo>
                  <a:pt x="2189" y="3819"/>
                </a:lnTo>
                <a:lnTo>
                  <a:pt x="2189" y="3820"/>
                </a:lnTo>
                <a:lnTo>
                  <a:pt x="2190" y="3819"/>
                </a:lnTo>
                <a:lnTo>
                  <a:pt x="2190" y="3820"/>
                </a:lnTo>
                <a:lnTo>
                  <a:pt x="2190" y="3819"/>
                </a:lnTo>
                <a:lnTo>
                  <a:pt x="2190" y="3820"/>
                </a:lnTo>
                <a:lnTo>
                  <a:pt x="2191" y="3820"/>
                </a:lnTo>
                <a:lnTo>
                  <a:pt x="2192" y="3820"/>
                </a:lnTo>
                <a:lnTo>
                  <a:pt x="2193" y="3820"/>
                </a:lnTo>
                <a:lnTo>
                  <a:pt x="2194" y="3820"/>
                </a:lnTo>
                <a:lnTo>
                  <a:pt x="2194" y="3819"/>
                </a:lnTo>
                <a:lnTo>
                  <a:pt x="2195" y="3819"/>
                </a:lnTo>
                <a:lnTo>
                  <a:pt x="2196" y="3819"/>
                </a:lnTo>
                <a:lnTo>
                  <a:pt x="2196" y="3818"/>
                </a:lnTo>
                <a:lnTo>
                  <a:pt x="2197" y="3818"/>
                </a:lnTo>
                <a:lnTo>
                  <a:pt x="2197" y="3817"/>
                </a:lnTo>
                <a:lnTo>
                  <a:pt x="2197" y="3816"/>
                </a:lnTo>
                <a:lnTo>
                  <a:pt x="2196" y="3816"/>
                </a:lnTo>
                <a:lnTo>
                  <a:pt x="2196" y="3815"/>
                </a:lnTo>
                <a:lnTo>
                  <a:pt x="2196" y="3814"/>
                </a:lnTo>
                <a:lnTo>
                  <a:pt x="2195" y="3814"/>
                </a:lnTo>
                <a:lnTo>
                  <a:pt x="2195" y="3813"/>
                </a:lnTo>
                <a:lnTo>
                  <a:pt x="2194" y="3813"/>
                </a:lnTo>
                <a:lnTo>
                  <a:pt x="2193" y="3813"/>
                </a:lnTo>
                <a:lnTo>
                  <a:pt x="2192" y="3813"/>
                </a:lnTo>
                <a:lnTo>
                  <a:pt x="2192" y="3812"/>
                </a:lnTo>
                <a:lnTo>
                  <a:pt x="2191" y="3812"/>
                </a:lnTo>
                <a:lnTo>
                  <a:pt x="2191" y="3811"/>
                </a:lnTo>
                <a:lnTo>
                  <a:pt x="2191" y="3810"/>
                </a:lnTo>
                <a:lnTo>
                  <a:pt x="2190" y="3810"/>
                </a:lnTo>
                <a:lnTo>
                  <a:pt x="2190" y="3809"/>
                </a:lnTo>
                <a:lnTo>
                  <a:pt x="2189" y="3809"/>
                </a:lnTo>
                <a:lnTo>
                  <a:pt x="2189" y="3806"/>
                </a:lnTo>
                <a:lnTo>
                  <a:pt x="2190" y="3806"/>
                </a:lnTo>
                <a:lnTo>
                  <a:pt x="2190" y="3805"/>
                </a:lnTo>
                <a:lnTo>
                  <a:pt x="2190" y="3804"/>
                </a:lnTo>
                <a:lnTo>
                  <a:pt x="2190" y="3803"/>
                </a:lnTo>
                <a:lnTo>
                  <a:pt x="2190" y="3802"/>
                </a:lnTo>
                <a:lnTo>
                  <a:pt x="2189" y="3802"/>
                </a:lnTo>
                <a:lnTo>
                  <a:pt x="2189" y="3801"/>
                </a:lnTo>
                <a:lnTo>
                  <a:pt x="2189" y="3800"/>
                </a:lnTo>
                <a:lnTo>
                  <a:pt x="2188" y="3800"/>
                </a:lnTo>
                <a:lnTo>
                  <a:pt x="2189" y="3800"/>
                </a:lnTo>
                <a:lnTo>
                  <a:pt x="2189" y="3799"/>
                </a:lnTo>
                <a:lnTo>
                  <a:pt x="2189" y="3798"/>
                </a:lnTo>
                <a:lnTo>
                  <a:pt x="2189" y="3797"/>
                </a:lnTo>
                <a:lnTo>
                  <a:pt x="2189" y="3796"/>
                </a:lnTo>
                <a:lnTo>
                  <a:pt x="2189" y="3795"/>
                </a:lnTo>
                <a:lnTo>
                  <a:pt x="2189" y="3794"/>
                </a:lnTo>
                <a:lnTo>
                  <a:pt x="2190" y="3794"/>
                </a:lnTo>
                <a:lnTo>
                  <a:pt x="2190" y="3793"/>
                </a:lnTo>
                <a:lnTo>
                  <a:pt x="2190" y="3792"/>
                </a:lnTo>
                <a:lnTo>
                  <a:pt x="2190" y="3791"/>
                </a:lnTo>
                <a:lnTo>
                  <a:pt x="2191" y="3791"/>
                </a:lnTo>
                <a:lnTo>
                  <a:pt x="2190" y="3791"/>
                </a:lnTo>
                <a:lnTo>
                  <a:pt x="2190" y="3790"/>
                </a:lnTo>
                <a:lnTo>
                  <a:pt x="2191" y="3790"/>
                </a:lnTo>
                <a:lnTo>
                  <a:pt x="2190" y="3790"/>
                </a:lnTo>
                <a:lnTo>
                  <a:pt x="2190" y="3789"/>
                </a:lnTo>
                <a:lnTo>
                  <a:pt x="2190" y="3788"/>
                </a:lnTo>
                <a:lnTo>
                  <a:pt x="2190" y="3787"/>
                </a:lnTo>
                <a:lnTo>
                  <a:pt x="2191" y="3787"/>
                </a:lnTo>
                <a:lnTo>
                  <a:pt x="2192" y="3787"/>
                </a:lnTo>
                <a:lnTo>
                  <a:pt x="2192" y="3788"/>
                </a:lnTo>
                <a:lnTo>
                  <a:pt x="2193" y="3788"/>
                </a:lnTo>
                <a:lnTo>
                  <a:pt x="2193" y="3787"/>
                </a:lnTo>
                <a:lnTo>
                  <a:pt x="2193" y="3786"/>
                </a:lnTo>
                <a:lnTo>
                  <a:pt x="2194" y="3786"/>
                </a:lnTo>
                <a:lnTo>
                  <a:pt x="2194" y="3785"/>
                </a:lnTo>
                <a:lnTo>
                  <a:pt x="2195" y="3785"/>
                </a:lnTo>
                <a:lnTo>
                  <a:pt x="2195" y="3784"/>
                </a:lnTo>
                <a:lnTo>
                  <a:pt x="2196" y="3784"/>
                </a:lnTo>
                <a:lnTo>
                  <a:pt x="2196" y="3783"/>
                </a:lnTo>
                <a:lnTo>
                  <a:pt x="2197" y="3783"/>
                </a:lnTo>
                <a:lnTo>
                  <a:pt x="2197" y="3782"/>
                </a:lnTo>
                <a:lnTo>
                  <a:pt x="2197" y="3781"/>
                </a:lnTo>
                <a:lnTo>
                  <a:pt x="2198" y="3781"/>
                </a:lnTo>
                <a:lnTo>
                  <a:pt x="2198" y="3780"/>
                </a:lnTo>
                <a:lnTo>
                  <a:pt x="2198" y="3779"/>
                </a:lnTo>
                <a:lnTo>
                  <a:pt x="2199" y="3779"/>
                </a:lnTo>
                <a:lnTo>
                  <a:pt x="2199" y="3778"/>
                </a:lnTo>
                <a:lnTo>
                  <a:pt x="2200" y="3778"/>
                </a:lnTo>
                <a:lnTo>
                  <a:pt x="2200" y="3777"/>
                </a:lnTo>
                <a:lnTo>
                  <a:pt x="2199" y="3777"/>
                </a:lnTo>
                <a:lnTo>
                  <a:pt x="2199" y="3776"/>
                </a:lnTo>
                <a:lnTo>
                  <a:pt x="2200" y="3776"/>
                </a:lnTo>
                <a:lnTo>
                  <a:pt x="2200" y="3775"/>
                </a:lnTo>
                <a:lnTo>
                  <a:pt x="2200" y="3774"/>
                </a:lnTo>
                <a:lnTo>
                  <a:pt x="2201" y="3774"/>
                </a:lnTo>
                <a:lnTo>
                  <a:pt x="2201" y="3773"/>
                </a:lnTo>
                <a:lnTo>
                  <a:pt x="2201" y="3772"/>
                </a:lnTo>
                <a:lnTo>
                  <a:pt x="2202" y="3772"/>
                </a:lnTo>
                <a:lnTo>
                  <a:pt x="2202" y="3771"/>
                </a:lnTo>
                <a:lnTo>
                  <a:pt x="2202" y="3770"/>
                </a:lnTo>
                <a:lnTo>
                  <a:pt x="2203" y="3770"/>
                </a:lnTo>
                <a:lnTo>
                  <a:pt x="2203" y="3769"/>
                </a:lnTo>
                <a:lnTo>
                  <a:pt x="2203" y="3768"/>
                </a:lnTo>
                <a:lnTo>
                  <a:pt x="2204" y="3768"/>
                </a:lnTo>
                <a:lnTo>
                  <a:pt x="2204" y="3767"/>
                </a:lnTo>
                <a:lnTo>
                  <a:pt x="2204" y="3766"/>
                </a:lnTo>
                <a:lnTo>
                  <a:pt x="2205" y="3766"/>
                </a:lnTo>
                <a:lnTo>
                  <a:pt x="2205" y="3765"/>
                </a:lnTo>
                <a:lnTo>
                  <a:pt x="2205" y="3764"/>
                </a:lnTo>
                <a:lnTo>
                  <a:pt x="2206" y="3764"/>
                </a:lnTo>
                <a:lnTo>
                  <a:pt x="2207" y="3764"/>
                </a:lnTo>
                <a:lnTo>
                  <a:pt x="2207" y="3765"/>
                </a:lnTo>
                <a:lnTo>
                  <a:pt x="2208" y="3765"/>
                </a:lnTo>
                <a:lnTo>
                  <a:pt x="2209" y="3765"/>
                </a:lnTo>
                <a:lnTo>
                  <a:pt x="2209" y="3766"/>
                </a:lnTo>
                <a:lnTo>
                  <a:pt x="2210" y="3766"/>
                </a:lnTo>
                <a:lnTo>
                  <a:pt x="2210" y="3767"/>
                </a:lnTo>
                <a:lnTo>
                  <a:pt x="2210" y="3768"/>
                </a:lnTo>
                <a:lnTo>
                  <a:pt x="2211" y="3768"/>
                </a:lnTo>
                <a:lnTo>
                  <a:pt x="2211" y="3769"/>
                </a:lnTo>
                <a:lnTo>
                  <a:pt x="2212" y="3769"/>
                </a:lnTo>
                <a:lnTo>
                  <a:pt x="2212" y="3770"/>
                </a:lnTo>
                <a:lnTo>
                  <a:pt x="2212" y="3771"/>
                </a:lnTo>
                <a:lnTo>
                  <a:pt x="2213" y="3771"/>
                </a:lnTo>
                <a:lnTo>
                  <a:pt x="2213" y="3772"/>
                </a:lnTo>
                <a:lnTo>
                  <a:pt x="2214" y="3772"/>
                </a:lnTo>
                <a:lnTo>
                  <a:pt x="2215" y="3772"/>
                </a:lnTo>
                <a:lnTo>
                  <a:pt x="2216" y="3772"/>
                </a:lnTo>
                <a:lnTo>
                  <a:pt x="2217" y="3772"/>
                </a:lnTo>
                <a:lnTo>
                  <a:pt x="2217" y="3771"/>
                </a:lnTo>
                <a:lnTo>
                  <a:pt x="2218" y="3771"/>
                </a:lnTo>
                <a:lnTo>
                  <a:pt x="2218" y="3770"/>
                </a:lnTo>
                <a:lnTo>
                  <a:pt x="2219" y="3770"/>
                </a:lnTo>
                <a:lnTo>
                  <a:pt x="2219" y="3769"/>
                </a:lnTo>
                <a:lnTo>
                  <a:pt x="2220" y="3769"/>
                </a:lnTo>
                <a:lnTo>
                  <a:pt x="2221" y="3768"/>
                </a:lnTo>
                <a:lnTo>
                  <a:pt x="2222" y="3768"/>
                </a:lnTo>
                <a:lnTo>
                  <a:pt x="2222" y="3767"/>
                </a:lnTo>
                <a:lnTo>
                  <a:pt x="2223" y="3767"/>
                </a:lnTo>
                <a:lnTo>
                  <a:pt x="2223" y="3766"/>
                </a:lnTo>
                <a:lnTo>
                  <a:pt x="2223" y="3765"/>
                </a:lnTo>
                <a:lnTo>
                  <a:pt x="2224" y="3765"/>
                </a:lnTo>
                <a:lnTo>
                  <a:pt x="2224" y="3764"/>
                </a:lnTo>
                <a:lnTo>
                  <a:pt x="2225" y="3764"/>
                </a:lnTo>
                <a:lnTo>
                  <a:pt x="2225" y="3763"/>
                </a:lnTo>
                <a:lnTo>
                  <a:pt x="2225" y="3762"/>
                </a:lnTo>
                <a:lnTo>
                  <a:pt x="2225" y="3761"/>
                </a:lnTo>
                <a:lnTo>
                  <a:pt x="2226" y="3761"/>
                </a:lnTo>
                <a:lnTo>
                  <a:pt x="2227" y="3761"/>
                </a:lnTo>
                <a:lnTo>
                  <a:pt x="2228" y="3761"/>
                </a:lnTo>
                <a:lnTo>
                  <a:pt x="2229" y="3761"/>
                </a:lnTo>
                <a:lnTo>
                  <a:pt x="2229" y="3762"/>
                </a:lnTo>
                <a:lnTo>
                  <a:pt x="2229" y="3761"/>
                </a:lnTo>
                <a:lnTo>
                  <a:pt x="2230" y="3761"/>
                </a:lnTo>
                <a:lnTo>
                  <a:pt x="2231" y="3761"/>
                </a:lnTo>
                <a:lnTo>
                  <a:pt x="2232" y="3761"/>
                </a:lnTo>
                <a:lnTo>
                  <a:pt x="2232" y="3760"/>
                </a:lnTo>
                <a:lnTo>
                  <a:pt x="2233" y="3760"/>
                </a:lnTo>
                <a:lnTo>
                  <a:pt x="2233" y="3759"/>
                </a:lnTo>
                <a:lnTo>
                  <a:pt x="2233" y="3758"/>
                </a:lnTo>
                <a:lnTo>
                  <a:pt x="2234" y="3758"/>
                </a:lnTo>
                <a:lnTo>
                  <a:pt x="2235" y="3758"/>
                </a:lnTo>
                <a:lnTo>
                  <a:pt x="2235" y="3757"/>
                </a:lnTo>
                <a:lnTo>
                  <a:pt x="2235" y="3756"/>
                </a:lnTo>
                <a:lnTo>
                  <a:pt x="2236" y="3756"/>
                </a:lnTo>
                <a:lnTo>
                  <a:pt x="2236" y="3755"/>
                </a:lnTo>
                <a:lnTo>
                  <a:pt x="2236" y="3754"/>
                </a:lnTo>
                <a:lnTo>
                  <a:pt x="2237" y="3754"/>
                </a:lnTo>
                <a:lnTo>
                  <a:pt x="2237" y="3753"/>
                </a:lnTo>
                <a:lnTo>
                  <a:pt x="2237" y="3752"/>
                </a:lnTo>
                <a:lnTo>
                  <a:pt x="2236" y="3752"/>
                </a:lnTo>
                <a:lnTo>
                  <a:pt x="2237" y="3752"/>
                </a:lnTo>
                <a:lnTo>
                  <a:pt x="2237" y="3751"/>
                </a:lnTo>
                <a:lnTo>
                  <a:pt x="2237" y="3750"/>
                </a:lnTo>
                <a:lnTo>
                  <a:pt x="2238" y="3750"/>
                </a:lnTo>
                <a:lnTo>
                  <a:pt x="2238" y="3751"/>
                </a:lnTo>
                <a:lnTo>
                  <a:pt x="2239" y="3751"/>
                </a:lnTo>
                <a:lnTo>
                  <a:pt x="2239" y="3752"/>
                </a:lnTo>
                <a:lnTo>
                  <a:pt x="2240" y="3752"/>
                </a:lnTo>
                <a:lnTo>
                  <a:pt x="2241" y="3752"/>
                </a:lnTo>
                <a:lnTo>
                  <a:pt x="2241" y="3751"/>
                </a:lnTo>
                <a:lnTo>
                  <a:pt x="2242" y="3751"/>
                </a:lnTo>
                <a:lnTo>
                  <a:pt x="2242" y="3750"/>
                </a:lnTo>
                <a:lnTo>
                  <a:pt x="2242" y="3749"/>
                </a:lnTo>
                <a:lnTo>
                  <a:pt x="2243" y="3749"/>
                </a:lnTo>
                <a:lnTo>
                  <a:pt x="2243" y="3748"/>
                </a:lnTo>
                <a:lnTo>
                  <a:pt x="2243" y="3747"/>
                </a:lnTo>
                <a:lnTo>
                  <a:pt x="2243" y="3746"/>
                </a:lnTo>
                <a:lnTo>
                  <a:pt x="2242" y="3746"/>
                </a:lnTo>
                <a:lnTo>
                  <a:pt x="2243" y="3746"/>
                </a:lnTo>
                <a:lnTo>
                  <a:pt x="2243" y="3745"/>
                </a:lnTo>
                <a:lnTo>
                  <a:pt x="2244" y="3745"/>
                </a:lnTo>
                <a:lnTo>
                  <a:pt x="2244" y="3744"/>
                </a:lnTo>
                <a:lnTo>
                  <a:pt x="2244" y="3743"/>
                </a:lnTo>
                <a:lnTo>
                  <a:pt x="2244" y="3742"/>
                </a:lnTo>
                <a:lnTo>
                  <a:pt x="2244" y="3741"/>
                </a:lnTo>
                <a:lnTo>
                  <a:pt x="2243" y="3741"/>
                </a:lnTo>
                <a:lnTo>
                  <a:pt x="2243" y="3740"/>
                </a:lnTo>
                <a:lnTo>
                  <a:pt x="2243" y="3739"/>
                </a:lnTo>
                <a:lnTo>
                  <a:pt x="2242" y="3739"/>
                </a:lnTo>
                <a:lnTo>
                  <a:pt x="2242" y="3738"/>
                </a:lnTo>
                <a:lnTo>
                  <a:pt x="2242" y="3737"/>
                </a:lnTo>
                <a:lnTo>
                  <a:pt x="2241" y="3737"/>
                </a:lnTo>
                <a:lnTo>
                  <a:pt x="2241" y="3736"/>
                </a:lnTo>
                <a:lnTo>
                  <a:pt x="2241" y="3735"/>
                </a:lnTo>
                <a:lnTo>
                  <a:pt x="2242" y="3735"/>
                </a:lnTo>
                <a:lnTo>
                  <a:pt x="2242" y="3734"/>
                </a:lnTo>
                <a:lnTo>
                  <a:pt x="2242" y="3735"/>
                </a:lnTo>
                <a:lnTo>
                  <a:pt x="2243" y="3735"/>
                </a:lnTo>
                <a:lnTo>
                  <a:pt x="2243" y="3734"/>
                </a:lnTo>
                <a:lnTo>
                  <a:pt x="2243" y="3735"/>
                </a:lnTo>
                <a:lnTo>
                  <a:pt x="2243" y="3734"/>
                </a:lnTo>
                <a:lnTo>
                  <a:pt x="2244" y="3734"/>
                </a:lnTo>
                <a:lnTo>
                  <a:pt x="2245" y="3734"/>
                </a:lnTo>
                <a:lnTo>
                  <a:pt x="2245" y="3733"/>
                </a:lnTo>
                <a:lnTo>
                  <a:pt x="2245" y="3732"/>
                </a:lnTo>
                <a:lnTo>
                  <a:pt x="2246" y="3732"/>
                </a:lnTo>
                <a:lnTo>
                  <a:pt x="2246" y="3731"/>
                </a:lnTo>
                <a:lnTo>
                  <a:pt x="2247" y="3731"/>
                </a:lnTo>
                <a:lnTo>
                  <a:pt x="2247" y="3730"/>
                </a:lnTo>
                <a:lnTo>
                  <a:pt x="2248" y="3730"/>
                </a:lnTo>
                <a:lnTo>
                  <a:pt x="2248" y="3729"/>
                </a:lnTo>
                <a:lnTo>
                  <a:pt x="2248" y="3728"/>
                </a:lnTo>
                <a:lnTo>
                  <a:pt x="2249" y="3728"/>
                </a:lnTo>
                <a:lnTo>
                  <a:pt x="2248" y="3728"/>
                </a:lnTo>
                <a:lnTo>
                  <a:pt x="2248" y="3727"/>
                </a:lnTo>
                <a:lnTo>
                  <a:pt x="2248" y="3726"/>
                </a:lnTo>
                <a:lnTo>
                  <a:pt x="2248" y="3725"/>
                </a:lnTo>
                <a:lnTo>
                  <a:pt x="2248" y="3724"/>
                </a:lnTo>
                <a:lnTo>
                  <a:pt x="2247" y="3724"/>
                </a:lnTo>
                <a:lnTo>
                  <a:pt x="2247" y="3723"/>
                </a:lnTo>
                <a:lnTo>
                  <a:pt x="2247" y="3722"/>
                </a:lnTo>
                <a:lnTo>
                  <a:pt x="2247" y="3721"/>
                </a:lnTo>
                <a:lnTo>
                  <a:pt x="2248" y="3721"/>
                </a:lnTo>
                <a:lnTo>
                  <a:pt x="2249" y="3721"/>
                </a:lnTo>
                <a:lnTo>
                  <a:pt x="2249" y="3722"/>
                </a:lnTo>
                <a:lnTo>
                  <a:pt x="2249" y="3723"/>
                </a:lnTo>
                <a:lnTo>
                  <a:pt x="2250" y="3723"/>
                </a:lnTo>
                <a:lnTo>
                  <a:pt x="2251" y="3723"/>
                </a:lnTo>
                <a:lnTo>
                  <a:pt x="2251" y="3722"/>
                </a:lnTo>
                <a:lnTo>
                  <a:pt x="2251" y="3723"/>
                </a:lnTo>
                <a:lnTo>
                  <a:pt x="2252" y="3723"/>
                </a:lnTo>
                <a:lnTo>
                  <a:pt x="2252" y="3724"/>
                </a:lnTo>
                <a:lnTo>
                  <a:pt x="2253" y="3724"/>
                </a:lnTo>
                <a:lnTo>
                  <a:pt x="2253" y="3723"/>
                </a:lnTo>
                <a:lnTo>
                  <a:pt x="2253" y="3724"/>
                </a:lnTo>
                <a:lnTo>
                  <a:pt x="2254" y="3724"/>
                </a:lnTo>
                <a:lnTo>
                  <a:pt x="2255" y="3724"/>
                </a:lnTo>
                <a:lnTo>
                  <a:pt x="2256" y="3724"/>
                </a:lnTo>
                <a:lnTo>
                  <a:pt x="2256" y="3725"/>
                </a:lnTo>
                <a:lnTo>
                  <a:pt x="2256" y="3724"/>
                </a:lnTo>
                <a:lnTo>
                  <a:pt x="2257" y="3724"/>
                </a:lnTo>
                <a:lnTo>
                  <a:pt x="2257" y="3725"/>
                </a:lnTo>
                <a:lnTo>
                  <a:pt x="2258" y="3725"/>
                </a:lnTo>
                <a:lnTo>
                  <a:pt x="2258" y="3726"/>
                </a:lnTo>
                <a:lnTo>
                  <a:pt x="2259" y="3726"/>
                </a:lnTo>
                <a:lnTo>
                  <a:pt x="2259" y="3727"/>
                </a:lnTo>
                <a:lnTo>
                  <a:pt x="2259" y="3728"/>
                </a:lnTo>
                <a:lnTo>
                  <a:pt x="2260" y="3728"/>
                </a:lnTo>
                <a:lnTo>
                  <a:pt x="2261" y="3728"/>
                </a:lnTo>
                <a:lnTo>
                  <a:pt x="2261" y="3729"/>
                </a:lnTo>
                <a:lnTo>
                  <a:pt x="2261" y="3730"/>
                </a:lnTo>
                <a:lnTo>
                  <a:pt x="2261" y="3731"/>
                </a:lnTo>
                <a:lnTo>
                  <a:pt x="2262" y="3731"/>
                </a:lnTo>
                <a:lnTo>
                  <a:pt x="2262" y="3732"/>
                </a:lnTo>
                <a:lnTo>
                  <a:pt x="2263" y="3732"/>
                </a:lnTo>
                <a:lnTo>
                  <a:pt x="2263" y="3733"/>
                </a:lnTo>
                <a:lnTo>
                  <a:pt x="2263" y="3732"/>
                </a:lnTo>
                <a:lnTo>
                  <a:pt x="2264" y="3732"/>
                </a:lnTo>
                <a:lnTo>
                  <a:pt x="2264" y="3731"/>
                </a:lnTo>
                <a:lnTo>
                  <a:pt x="2265" y="3731"/>
                </a:lnTo>
                <a:lnTo>
                  <a:pt x="2265" y="3730"/>
                </a:lnTo>
                <a:lnTo>
                  <a:pt x="2266" y="3730"/>
                </a:lnTo>
                <a:lnTo>
                  <a:pt x="2266" y="3729"/>
                </a:lnTo>
                <a:lnTo>
                  <a:pt x="2267" y="3729"/>
                </a:lnTo>
                <a:lnTo>
                  <a:pt x="2268" y="3729"/>
                </a:lnTo>
                <a:lnTo>
                  <a:pt x="2269" y="3729"/>
                </a:lnTo>
                <a:lnTo>
                  <a:pt x="2269" y="3728"/>
                </a:lnTo>
                <a:lnTo>
                  <a:pt x="2269" y="3729"/>
                </a:lnTo>
                <a:lnTo>
                  <a:pt x="2270" y="3729"/>
                </a:lnTo>
                <a:lnTo>
                  <a:pt x="2270" y="3728"/>
                </a:lnTo>
                <a:lnTo>
                  <a:pt x="2271" y="3728"/>
                </a:lnTo>
                <a:lnTo>
                  <a:pt x="2271" y="3727"/>
                </a:lnTo>
                <a:lnTo>
                  <a:pt x="2272" y="3727"/>
                </a:lnTo>
                <a:lnTo>
                  <a:pt x="2273" y="3727"/>
                </a:lnTo>
                <a:lnTo>
                  <a:pt x="2274" y="3727"/>
                </a:lnTo>
                <a:lnTo>
                  <a:pt x="2274" y="3726"/>
                </a:lnTo>
                <a:lnTo>
                  <a:pt x="2274" y="3725"/>
                </a:lnTo>
                <a:lnTo>
                  <a:pt x="2275" y="3725"/>
                </a:lnTo>
                <a:lnTo>
                  <a:pt x="2274" y="3725"/>
                </a:lnTo>
                <a:lnTo>
                  <a:pt x="2274" y="3724"/>
                </a:lnTo>
                <a:lnTo>
                  <a:pt x="2275" y="3724"/>
                </a:lnTo>
                <a:lnTo>
                  <a:pt x="2274" y="3724"/>
                </a:lnTo>
                <a:lnTo>
                  <a:pt x="2274" y="3723"/>
                </a:lnTo>
                <a:lnTo>
                  <a:pt x="2275" y="3723"/>
                </a:lnTo>
                <a:lnTo>
                  <a:pt x="2275" y="3722"/>
                </a:lnTo>
                <a:lnTo>
                  <a:pt x="2274" y="3722"/>
                </a:lnTo>
                <a:lnTo>
                  <a:pt x="2274" y="3721"/>
                </a:lnTo>
                <a:lnTo>
                  <a:pt x="2275" y="3721"/>
                </a:lnTo>
                <a:lnTo>
                  <a:pt x="2275" y="3720"/>
                </a:lnTo>
                <a:lnTo>
                  <a:pt x="2275" y="3719"/>
                </a:lnTo>
                <a:lnTo>
                  <a:pt x="2275" y="3718"/>
                </a:lnTo>
                <a:lnTo>
                  <a:pt x="2276" y="3718"/>
                </a:lnTo>
                <a:lnTo>
                  <a:pt x="2276" y="3717"/>
                </a:lnTo>
                <a:lnTo>
                  <a:pt x="2277" y="3717"/>
                </a:lnTo>
                <a:lnTo>
                  <a:pt x="2278" y="3717"/>
                </a:lnTo>
                <a:lnTo>
                  <a:pt x="2278" y="3716"/>
                </a:lnTo>
                <a:lnTo>
                  <a:pt x="2279" y="3716"/>
                </a:lnTo>
                <a:lnTo>
                  <a:pt x="2280" y="3716"/>
                </a:lnTo>
                <a:lnTo>
                  <a:pt x="2281" y="3716"/>
                </a:lnTo>
                <a:lnTo>
                  <a:pt x="2281" y="3715"/>
                </a:lnTo>
                <a:lnTo>
                  <a:pt x="2281" y="3714"/>
                </a:lnTo>
                <a:lnTo>
                  <a:pt x="2282" y="3714"/>
                </a:lnTo>
                <a:lnTo>
                  <a:pt x="2281" y="3714"/>
                </a:lnTo>
                <a:lnTo>
                  <a:pt x="2282" y="3714"/>
                </a:lnTo>
                <a:lnTo>
                  <a:pt x="2282" y="3713"/>
                </a:lnTo>
                <a:lnTo>
                  <a:pt x="2282" y="3712"/>
                </a:lnTo>
                <a:lnTo>
                  <a:pt x="2282" y="3711"/>
                </a:lnTo>
                <a:lnTo>
                  <a:pt x="2281" y="3711"/>
                </a:lnTo>
                <a:lnTo>
                  <a:pt x="2281" y="3710"/>
                </a:lnTo>
                <a:lnTo>
                  <a:pt x="2281" y="3709"/>
                </a:lnTo>
                <a:lnTo>
                  <a:pt x="2282" y="3709"/>
                </a:lnTo>
                <a:lnTo>
                  <a:pt x="2282" y="3708"/>
                </a:lnTo>
                <a:lnTo>
                  <a:pt x="2283" y="3708"/>
                </a:lnTo>
                <a:lnTo>
                  <a:pt x="2283" y="3707"/>
                </a:lnTo>
                <a:lnTo>
                  <a:pt x="2284" y="3707"/>
                </a:lnTo>
                <a:lnTo>
                  <a:pt x="2284" y="3706"/>
                </a:lnTo>
                <a:lnTo>
                  <a:pt x="2284" y="3705"/>
                </a:lnTo>
                <a:lnTo>
                  <a:pt x="2284" y="3704"/>
                </a:lnTo>
                <a:lnTo>
                  <a:pt x="2284" y="3703"/>
                </a:lnTo>
                <a:lnTo>
                  <a:pt x="2285" y="3703"/>
                </a:lnTo>
                <a:lnTo>
                  <a:pt x="2284" y="3703"/>
                </a:lnTo>
                <a:lnTo>
                  <a:pt x="2285" y="3703"/>
                </a:lnTo>
                <a:lnTo>
                  <a:pt x="2285" y="3702"/>
                </a:lnTo>
                <a:lnTo>
                  <a:pt x="2286" y="3702"/>
                </a:lnTo>
                <a:lnTo>
                  <a:pt x="2286" y="3701"/>
                </a:lnTo>
                <a:lnTo>
                  <a:pt x="2285" y="3701"/>
                </a:lnTo>
                <a:lnTo>
                  <a:pt x="2286" y="3701"/>
                </a:lnTo>
                <a:lnTo>
                  <a:pt x="2286" y="3700"/>
                </a:lnTo>
                <a:lnTo>
                  <a:pt x="2287" y="3700"/>
                </a:lnTo>
                <a:lnTo>
                  <a:pt x="2288" y="3700"/>
                </a:lnTo>
                <a:lnTo>
                  <a:pt x="2288" y="3699"/>
                </a:lnTo>
                <a:lnTo>
                  <a:pt x="2289" y="3699"/>
                </a:lnTo>
                <a:lnTo>
                  <a:pt x="2289" y="3698"/>
                </a:lnTo>
                <a:lnTo>
                  <a:pt x="2289" y="3697"/>
                </a:lnTo>
                <a:lnTo>
                  <a:pt x="2290" y="3697"/>
                </a:lnTo>
                <a:lnTo>
                  <a:pt x="2291" y="3697"/>
                </a:lnTo>
                <a:lnTo>
                  <a:pt x="2291" y="3696"/>
                </a:lnTo>
                <a:lnTo>
                  <a:pt x="2292" y="3696"/>
                </a:lnTo>
                <a:lnTo>
                  <a:pt x="2293" y="3696"/>
                </a:lnTo>
                <a:lnTo>
                  <a:pt x="2294" y="3696"/>
                </a:lnTo>
                <a:lnTo>
                  <a:pt x="2295" y="3696"/>
                </a:lnTo>
                <a:lnTo>
                  <a:pt x="2295" y="3697"/>
                </a:lnTo>
                <a:lnTo>
                  <a:pt x="2296" y="3697"/>
                </a:lnTo>
                <a:lnTo>
                  <a:pt x="2296" y="3698"/>
                </a:lnTo>
                <a:lnTo>
                  <a:pt x="2296" y="3699"/>
                </a:lnTo>
                <a:lnTo>
                  <a:pt x="2297" y="3699"/>
                </a:lnTo>
                <a:lnTo>
                  <a:pt x="2298" y="3699"/>
                </a:lnTo>
                <a:lnTo>
                  <a:pt x="2298" y="3700"/>
                </a:lnTo>
                <a:lnTo>
                  <a:pt x="2299" y="3700"/>
                </a:lnTo>
                <a:lnTo>
                  <a:pt x="2299" y="3701"/>
                </a:lnTo>
                <a:lnTo>
                  <a:pt x="2300" y="3701"/>
                </a:lnTo>
                <a:lnTo>
                  <a:pt x="2301" y="3701"/>
                </a:lnTo>
                <a:lnTo>
                  <a:pt x="2301" y="3702"/>
                </a:lnTo>
                <a:lnTo>
                  <a:pt x="2302" y="3702"/>
                </a:lnTo>
                <a:lnTo>
                  <a:pt x="2302" y="3703"/>
                </a:lnTo>
                <a:lnTo>
                  <a:pt x="2303" y="3703"/>
                </a:lnTo>
                <a:lnTo>
                  <a:pt x="2303" y="3702"/>
                </a:lnTo>
                <a:lnTo>
                  <a:pt x="2304" y="3702"/>
                </a:lnTo>
                <a:lnTo>
                  <a:pt x="2304" y="3701"/>
                </a:lnTo>
                <a:lnTo>
                  <a:pt x="2305" y="3701"/>
                </a:lnTo>
                <a:lnTo>
                  <a:pt x="2305" y="3700"/>
                </a:lnTo>
                <a:lnTo>
                  <a:pt x="2306" y="3700"/>
                </a:lnTo>
                <a:lnTo>
                  <a:pt x="2307" y="3700"/>
                </a:lnTo>
                <a:lnTo>
                  <a:pt x="2308" y="3700"/>
                </a:lnTo>
                <a:lnTo>
                  <a:pt x="2308" y="3699"/>
                </a:lnTo>
                <a:lnTo>
                  <a:pt x="2308" y="3698"/>
                </a:lnTo>
                <a:lnTo>
                  <a:pt x="2308" y="3697"/>
                </a:lnTo>
                <a:lnTo>
                  <a:pt x="2309" y="3697"/>
                </a:lnTo>
                <a:lnTo>
                  <a:pt x="2310" y="3697"/>
                </a:lnTo>
                <a:lnTo>
                  <a:pt x="2311" y="3696"/>
                </a:lnTo>
                <a:lnTo>
                  <a:pt x="2311" y="3695"/>
                </a:lnTo>
                <a:lnTo>
                  <a:pt x="2311" y="3694"/>
                </a:lnTo>
                <a:lnTo>
                  <a:pt x="2312" y="3694"/>
                </a:lnTo>
                <a:lnTo>
                  <a:pt x="2312" y="3693"/>
                </a:lnTo>
                <a:lnTo>
                  <a:pt x="2311" y="3693"/>
                </a:lnTo>
                <a:lnTo>
                  <a:pt x="2311" y="3692"/>
                </a:lnTo>
                <a:lnTo>
                  <a:pt x="2311" y="3691"/>
                </a:lnTo>
                <a:lnTo>
                  <a:pt x="2311" y="3690"/>
                </a:lnTo>
                <a:lnTo>
                  <a:pt x="2310" y="3689"/>
                </a:lnTo>
                <a:lnTo>
                  <a:pt x="2310" y="3688"/>
                </a:lnTo>
                <a:lnTo>
                  <a:pt x="2309" y="3688"/>
                </a:lnTo>
                <a:lnTo>
                  <a:pt x="2309" y="3687"/>
                </a:lnTo>
                <a:lnTo>
                  <a:pt x="2309" y="3686"/>
                </a:lnTo>
                <a:lnTo>
                  <a:pt x="2310" y="3686"/>
                </a:lnTo>
                <a:lnTo>
                  <a:pt x="2309" y="3686"/>
                </a:lnTo>
                <a:lnTo>
                  <a:pt x="2309" y="3685"/>
                </a:lnTo>
                <a:lnTo>
                  <a:pt x="2308" y="3685"/>
                </a:lnTo>
                <a:lnTo>
                  <a:pt x="2308" y="3684"/>
                </a:lnTo>
                <a:lnTo>
                  <a:pt x="2307" y="3684"/>
                </a:lnTo>
                <a:lnTo>
                  <a:pt x="2307" y="3683"/>
                </a:lnTo>
                <a:lnTo>
                  <a:pt x="2307" y="3682"/>
                </a:lnTo>
                <a:lnTo>
                  <a:pt x="2306" y="3682"/>
                </a:lnTo>
                <a:lnTo>
                  <a:pt x="2305" y="3682"/>
                </a:lnTo>
                <a:lnTo>
                  <a:pt x="2305" y="3680"/>
                </a:lnTo>
                <a:lnTo>
                  <a:pt x="2304" y="3680"/>
                </a:lnTo>
                <a:lnTo>
                  <a:pt x="2303" y="3680"/>
                </a:lnTo>
                <a:lnTo>
                  <a:pt x="2303" y="3681"/>
                </a:lnTo>
                <a:lnTo>
                  <a:pt x="2303" y="3680"/>
                </a:lnTo>
                <a:lnTo>
                  <a:pt x="2302" y="3680"/>
                </a:lnTo>
                <a:lnTo>
                  <a:pt x="2301" y="3680"/>
                </a:lnTo>
                <a:lnTo>
                  <a:pt x="2302" y="3680"/>
                </a:lnTo>
                <a:lnTo>
                  <a:pt x="2302" y="3679"/>
                </a:lnTo>
                <a:lnTo>
                  <a:pt x="2302" y="3678"/>
                </a:lnTo>
                <a:lnTo>
                  <a:pt x="2301" y="3678"/>
                </a:lnTo>
                <a:lnTo>
                  <a:pt x="2301" y="3677"/>
                </a:lnTo>
                <a:lnTo>
                  <a:pt x="2301" y="3676"/>
                </a:lnTo>
                <a:lnTo>
                  <a:pt x="2301" y="3675"/>
                </a:lnTo>
                <a:lnTo>
                  <a:pt x="2301" y="3674"/>
                </a:lnTo>
                <a:lnTo>
                  <a:pt x="2300" y="3674"/>
                </a:lnTo>
                <a:lnTo>
                  <a:pt x="2301" y="3674"/>
                </a:lnTo>
                <a:lnTo>
                  <a:pt x="2300" y="3673"/>
                </a:lnTo>
                <a:lnTo>
                  <a:pt x="2301" y="3673"/>
                </a:lnTo>
                <a:lnTo>
                  <a:pt x="2300" y="3673"/>
                </a:lnTo>
                <a:lnTo>
                  <a:pt x="2300" y="3672"/>
                </a:lnTo>
                <a:lnTo>
                  <a:pt x="2300" y="3671"/>
                </a:lnTo>
                <a:lnTo>
                  <a:pt x="2301" y="3671"/>
                </a:lnTo>
                <a:lnTo>
                  <a:pt x="2300" y="3671"/>
                </a:lnTo>
                <a:lnTo>
                  <a:pt x="2300" y="3670"/>
                </a:lnTo>
                <a:lnTo>
                  <a:pt x="2301" y="3670"/>
                </a:lnTo>
                <a:lnTo>
                  <a:pt x="2301" y="3669"/>
                </a:lnTo>
                <a:lnTo>
                  <a:pt x="2300" y="3669"/>
                </a:lnTo>
                <a:lnTo>
                  <a:pt x="2300" y="3668"/>
                </a:lnTo>
                <a:lnTo>
                  <a:pt x="2300" y="3667"/>
                </a:lnTo>
                <a:lnTo>
                  <a:pt x="2299" y="3667"/>
                </a:lnTo>
                <a:lnTo>
                  <a:pt x="2298" y="3667"/>
                </a:lnTo>
                <a:lnTo>
                  <a:pt x="2298" y="3666"/>
                </a:lnTo>
                <a:lnTo>
                  <a:pt x="2299" y="3666"/>
                </a:lnTo>
                <a:lnTo>
                  <a:pt x="2299" y="3665"/>
                </a:lnTo>
                <a:lnTo>
                  <a:pt x="2299" y="3664"/>
                </a:lnTo>
                <a:lnTo>
                  <a:pt x="2299" y="3663"/>
                </a:lnTo>
                <a:lnTo>
                  <a:pt x="2298" y="3663"/>
                </a:lnTo>
                <a:lnTo>
                  <a:pt x="2298" y="3662"/>
                </a:lnTo>
                <a:lnTo>
                  <a:pt x="2298" y="3661"/>
                </a:lnTo>
                <a:lnTo>
                  <a:pt x="2299" y="3661"/>
                </a:lnTo>
                <a:lnTo>
                  <a:pt x="2299" y="3660"/>
                </a:lnTo>
                <a:lnTo>
                  <a:pt x="2299" y="3659"/>
                </a:lnTo>
                <a:lnTo>
                  <a:pt x="2299" y="3658"/>
                </a:lnTo>
                <a:lnTo>
                  <a:pt x="2300" y="3658"/>
                </a:lnTo>
                <a:lnTo>
                  <a:pt x="2300" y="3659"/>
                </a:lnTo>
                <a:lnTo>
                  <a:pt x="2301" y="3659"/>
                </a:lnTo>
                <a:lnTo>
                  <a:pt x="2301" y="3660"/>
                </a:lnTo>
                <a:lnTo>
                  <a:pt x="2302" y="3660"/>
                </a:lnTo>
                <a:lnTo>
                  <a:pt x="2302" y="3659"/>
                </a:lnTo>
                <a:lnTo>
                  <a:pt x="2303" y="3659"/>
                </a:lnTo>
                <a:lnTo>
                  <a:pt x="2304" y="3659"/>
                </a:lnTo>
                <a:lnTo>
                  <a:pt x="2304" y="3658"/>
                </a:lnTo>
                <a:lnTo>
                  <a:pt x="2305" y="3658"/>
                </a:lnTo>
                <a:lnTo>
                  <a:pt x="2306" y="3658"/>
                </a:lnTo>
                <a:lnTo>
                  <a:pt x="2307" y="3658"/>
                </a:lnTo>
                <a:lnTo>
                  <a:pt x="2307" y="3659"/>
                </a:lnTo>
                <a:lnTo>
                  <a:pt x="2308" y="3659"/>
                </a:lnTo>
                <a:lnTo>
                  <a:pt x="2308" y="3660"/>
                </a:lnTo>
                <a:lnTo>
                  <a:pt x="2308" y="3661"/>
                </a:lnTo>
                <a:lnTo>
                  <a:pt x="2309" y="3661"/>
                </a:lnTo>
                <a:lnTo>
                  <a:pt x="2309" y="3662"/>
                </a:lnTo>
                <a:lnTo>
                  <a:pt x="2308" y="3662"/>
                </a:lnTo>
                <a:lnTo>
                  <a:pt x="2308" y="3663"/>
                </a:lnTo>
                <a:lnTo>
                  <a:pt x="2307" y="3663"/>
                </a:lnTo>
                <a:lnTo>
                  <a:pt x="2307" y="3664"/>
                </a:lnTo>
                <a:lnTo>
                  <a:pt x="2307" y="3665"/>
                </a:lnTo>
                <a:lnTo>
                  <a:pt x="2308" y="3665"/>
                </a:lnTo>
                <a:lnTo>
                  <a:pt x="2308" y="3666"/>
                </a:lnTo>
                <a:lnTo>
                  <a:pt x="2308" y="3665"/>
                </a:lnTo>
                <a:lnTo>
                  <a:pt x="2308" y="3666"/>
                </a:lnTo>
                <a:lnTo>
                  <a:pt x="2309" y="3666"/>
                </a:lnTo>
                <a:lnTo>
                  <a:pt x="2309" y="3665"/>
                </a:lnTo>
                <a:lnTo>
                  <a:pt x="2309" y="3664"/>
                </a:lnTo>
                <a:lnTo>
                  <a:pt x="2309" y="3665"/>
                </a:lnTo>
                <a:lnTo>
                  <a:pt x="2310" y="3665"/>
                </a:lnTo>
                <a:lnTo>
                  <a:pt x="2310" y="3664"/>
                </a:lnTo>
                <a:lnTo>
                  <a:pt x="2311" y="3664"/>
                </a:lnTo>
                <a:lnTo>
                  <a:pt x="2311" y="3663"/>
                </a:lnTo>
                <a:lnTo>
                  <a:pt x="2312" y="3663"/>
                </a:lnTo>
                <a:lnTo>
                  <a:pt x="2313" y="3663"/>
                </a:lnTo>
                <a:lnTo>
                  <a:pt x="2313" y="3662"/>
                </a:lnTo>
                <a:lnTo>
                  <a:pt x="2314" y="3662"/>
                </a:lnTo>
                <a:lnTo>
                  <a:pt x="2314" y="3661"/>
                </a:lnTo>
                <a:lnTo>
                  <a:pt x="2315" y="3661"/>
                </a:lnTo>
                <a:lnTo>
                  <a:pt x="2315" y="3660"/>
                </a:lnTo>
                <a:lnTo>
                  <a:pt x="2315" y="3659"/>
                </a:lnTo>
                <a:lnTo>
                  <a:pt x="2314" y="3659"/>
                </a:lnTo>
                <a:lnTo>
                  <a:pt x="2314" y="3658"/>
                </a:lnTo>
                <a:lnTo>
                  <a:pt x="2314" y="3657"/>
                </a:lnTo>
                <a:lnTo>
                  <a:pt x="2315" y="3657"/>
                </a:lnTo>
                <a:lnTo>
                  <a:pt x="2316" y="3657"/>
                </a:lnTo>
                <a:lnTo>
                  <a:pt x="2316" y="3656"/>
                </a:lnTo>
                <a:lnTo>
                  <a:pt x="2316" y="3655"/>
                </a:lnTo>
                <a:lnTo>
                  <a:pt x="2317" y="3655"/>
                </a:lnTo>
                <a:lnTo>
                  <a:pt x="2317" y="3654"/>
                </a:lnTo>
                <a:lnTo>
                  <a:pt x="2317" y="3653"/>
                </a:lnTo>
                <a:lnTo>
                  <a:pt x="2316" y="3653"/>
                </a:lnTo>
                <a:lnTo>
                  <a:pt x="2316" y="3652"/>
                </a:lnTo>
                <a:lnTo>
                  <a:pt x="2316" y="3651"/>
                </a:lnTo>
                <a:lnTo>
                  <a:pt x="2316" y="3650"/>
                </a:lnTo>
                <a:lnTo>
                  <a:pt x="2316" y="3649"/>
                </a:lnTo>
                <a:lnTo>
                  <a:pt x="2315" y="3649"/>
                </a:lnTo>
                <a:lnTo>
                  <a:pt x="2315" y="3648"/>
                </a:lnTo>
                <a:lnTo>
                  <a:pt x="2315" y="3647"/>
                </a:lnTo>
                <a:lnTo>
                  <a:pt x="2314" y="3647"/>
                </a:lnTo>
                <a:lnTo>
                  <a:pt x="2314" y="3646"/>
                </a:lnTo>
                <a:lnTo>
                  <a:pt x="2313" y="3646"/>
                </a:lnTo>
                <a:lnTo>
                  <a:pt x="2313" y="3647"/>
                </a:lnTo>
                <a:lnTo>
                  <a:pt x="2312" y="3647"/>
                </a:lnTo>
                <a:lnTo>
                  <a:pt x="2311" y="3647"/>
                </a:lnTo>
                <a:lnTo>
                  <a:pt x="2311" y="3646"/>
                </a:lnTo>
                <a:lnTo>
                  <a:pt x="2310" y="3646"/>
                </a:lnTo>
                <a:lnTo>
                  <a:pt x="2311" y="3645"/>
                </a:lnTo>
                <a:lnTo>
                  <a:pt x="2311" y="3644"/>
                </a:lnTo>
                <a:lnTo>
                  <a:pt x="2311" y="3643"/>
                </a:lnTo>
                <a:lnTo>
                  <a:pt x="2312" y="3643"/>
                </a:lnTo>
                <a:lnTo>
                  <a:pt x="2312" y="3642"/>
                </a:lnTo>
                <a:lnTo>
                  <a:pt x="2311" y="3642"/>
                </a:lnTo>
                <a:lnTo>
                  <a:pt x="2311" y="3641"/>
                </a:lnTo>
                <a:lnTo>
                  <a:pt x="2311" y="3640"/>
                </a:lnTo>
                <a:lnTo>
                  <a:pt x="2312" y="3640"/>
                </a:lnTo>
                <a:lnTo>
                  <a:pt x="2312" y="3639"/>
                </a:lnTo>
                <a:lnTo>
                  <a:pt x="2312" y="3638"/>
                </a:lnTo>
                <a:lnTo>
                  <a:pt x="2312" y="3637"/>
                </a:lnTo>
                <a:lnTo>
                  <a:pt x="2313" y="3637"/>
                </a:lnTo>
                <a:lnTo>
                  <a:pt x="2313" y="3636"/>
                </a:lnTo>
                <a:lnTo>
                  <a:pt x="2314" y="3636"/>
                </a:lnTo>
                <a:lnTo>
                  <a:pt x="2315" y="3636"/>
                </a:lnTo>
                <a:lnTo>
                  <a:pt x="2315" y="3635"/>
                </a:lnTo>
                <a:lnTo>
                  <a:pt x="2316" y="3635"/>
                </a:lnTo>
                <a:lnTo>
                  <a:pt x="2316" y="3634"/>
                </a:lnTo>
                <a:lnTo>
                  <a:pt x="2317" y="3634"/>
                </a:lnTo>
                <a:lnTo>
                  <a:pt x="2317" y="3633"/>
                </a:lnTo>
                <a:lnTo>
                  <a:pt x="2318" y="3633"/>
                </a:lnTo>
                <a:lnTo>
                  <a:pt x="2318" y="3632"/>
                </a:lnTo>
                <a:lnTo>
                  <a:pt x="2318" y="3631"/>
                </a:lnTo>
                <a:lnTo>
                  <a:pt x="2318" y="3630"/>
                </a:lnTo>
                <a:lnTo>
                  <a:pt x="2318" y="3629"/>
                </a:lnTo>
                <a:lnTo>
                  <a:pt x="2318" y="3628"/>
                </a:lnTo>
                <a:lnTo>
                  <a:pt x="2319" y="3628"/>
                </a:lnTo>
                <a:lnTo>
                  <a:pt x="2319" y="3627"/>
                </a:lnTo>
                <a:lnTo>
                  <a:pt x="2320" y="3627"/>
                </a:lnTo>
                <a:lnTo>
                  <a:pt x="2320" y="3626"/>
                </a:lnTo>
                <a:lnTo>
                  <a:pt x="2320" y="3625"/>
                </a:lnTo>
                <a:lnTo>
                  <a:pt x="2320" y="3624"/>
                </a:lnTo>
                <a:lnTo>
                  <a:pt x="2321" y="3624"/>
                </a:lnTo>
                <a:lnTo>
                  <a:pt x="2321" y="3623"/>
                </a:lnTo>
                <a:lnTo>
                  <a:pt x="2320" y="3623"/>
                </a:lnTo>
                <a:lnTo>
                  <a:pt x="2320" y="3622"/>
                </a:lnTo>
                <a:lnTo>
                  <a:pt x="2320" y="3621"/>
                </a:lnTo>
                <a:lnTo>
                  <a:pt x="2320" y="3620"/>
                </a:lnTo>
                <a:lnTo>
                  <a:pt x="2320" y="3619"/>
                </a:lnTo>
                <a:lnTo>
                  <a:pt x="2321" y="3619"/>
                </a:lnTo>
                <a:lnTo>
                  <a:pt x="2321" y="3618"/>
                </a:lnTo>
                <a:lnTo>
                  <a:pt x="2321" y="3617"/>
                </a:lnTo>
                <a:lnTo>
                  <a:pt x="2321" y="3616"/>
                </a:lnTo>
                <a:lnTo>
                  <a:pt x="2321" y="3615"/>
                </a:lnTo>
                <a:lnTo>
                  <a:pt x="2322" y="3615"/>
                </a:lnTo>
                <a:lnTo>
                  <a:pt x="2322" y="3614"/>
                </a:lnTo>
                <a:lnTo>
                  <a:pt x="2322" y="3613"/>
                </a:lnTo>
                <a:lnTo>
                  <a:pt x="2321" y="3613"/>
                </a:lnTo>
                <a:lnTo>
                  <a:pt x="2321" y="3612"/>
                </a:lnTo>
                <a:lnTo>
                  <a:pt x="2322" y="3612"/>
                </a:lnTo>
                <a:lnTo>
                  <a:pt x="2322" y="3611"/>
                </a:lnTo>
                <a:lnTo>
                  <a:pt x="2322" y="3610"/>
                </a:lnTo>
                <a:lnTo>
                  <a:pt x="2322" y="3609"/>
                </a:lnTo>
                <a:lnTo>
                  <a:pt x="2322" y="3608"/>
                </a:lnTo>
                <a:lnTo>
                  <a:pt x="2322" y="3607"/>
                </a:lnTo>
                <a:lnTo>
                  <a:pt x="2322" y="3606"/>
                </a:lnTo>
                <a:lnTo>
                  <a:pt x="2322" y="3605"/>
                </a:lnTo>
                <a:lnTo>
                  <a:pt x="2323" y="3605"/>
                </a:lnTo>
                <a:lnTo>
                  <a:pt x="2323" y="3604"/>
                </a:lnTo>
                <a:lnTo>
                  <a:pt x="2324" y="3604"/>
                </a:lnTo>
                <a:lnTo>
                  <a:pt x="2324" y="3603"/>
                </a:lnTo>
                <a:lnTo>
                  <a:pt x="2325" y="3603"/>
                </a:lnTo>
                <a:lnTo>
                  <a:pt x="2325" y="3602"/>
                </a:lnTo>
                <a:lnTo>
                  <a:pt x="2325" y="3601"/>
                </a:lnTo>
                <a:lnTo>
                  <a:pt x="2326" y="3601"/>
                </a:lnTo>
                <a:lnTo>
                  <a:pt x="2326" y="3600"/>
                </a:lnTo>
                <a:lnTo>
                  <a:pt x="2325" y="3600"/>
                </a:lnTo>
                <a:lnTo>
                  <a:pt x="2325" y="3599"/>
                </a:lnTo>
                <a:lnTo>
                  <a:pt x="2326" y="3599"/>
                </a:lnTo>
                <a:lnTo>
                  <a:pt x="2326" y="3598"/>
                </a:lnTo>
                <a:lnTo>
                  <a:pt x="2326" y="3597"/>
                </a:lnTo>
                <a:lnTo>
                  <a:pt x="2325" y="3597"/>
                </a:lnTo>
                <a:lnTo>
                  <a:pt x="2325" y="3596"/>
                </a:lnTo>
                <a:lnTo>
                  <a:pt x="2325" y="3595"/>
                </a:lnTo>
                <a:lnTo>
                  <a:pt x="2324" y="3595"/>
                </a:lnTo>
                <a:lnTo>
                  <a:pt x="2324" y="3594"/>
                </a:lnTo>
                <a:lnTo>
                  <a:pt x="2325" y="3594"/>
                </a:lnTo>
                <a:lnTo>
                  <a:pt x="2324" y="3594"/>
                </a:lnTo>
                <a:lnTo>
                  <a:pt x="2324" y="3593"/>
                </a:lnTo>
                <a:lnTo>
                  <a:pt x="2324" y="3592"/>
                </a:lnTo>
                <a:lnTo>
                  <a:pt x="2325" y="3592"/>
                </a:lnTo>
                <a:lnTo>
                  <a:pt x="2325" y="3591"/>
                </a:lnTo>
                <a:lnTo>
                  <a:pt x="2324" y="3591"/>
                </a:lnTo>
                <a:lnTo>
                  <a:pt x="2324" y="3590"/>
                </a:lnTo>
                <a:lnTo>
                  <a:pt x="2325" y="3590"/>
                </a:lnTo>
                <a:lnTo>
                  <a:pt x="2325" y="3589"/>
                </a:lnTo>
                <a:lnTo>
                  <a:pt x="2324" y="3589"/>
                </a:lnTo>
                <a:lnTo>
                  <a:pt x="2323" y="3589"/>
                </a:lnTo>
                <a:lnTo>
                  <a:pt x="2323" y="3588"/>
                </a:lnTo>
                <a:lnTo>
                  <a:pt x="2323" y="3587"/>
                </a:lnTo>
                <a:lnTo>
                  <a:pt x="2322" y="3587"/>
                </a:lnTo>
                <a:lnTo>
                  <a:pt x="2322" y="3586"/>
                </a:lnTo>
                <a:lnTo>
                  <a:pt x="2322" y="3585"/>
                </a:lnTo>
                <a:lnTo>
                  <a:pt x="2323" y="3585"/>
                </a:lnTo>
                <a:lnTo>
                  <a:pt x="2323" y="3584"/>
                </a:lnTo>
                <a:lnTo>
                  <a:pt x="2324" y="3584"/>
                </a:lnTo>
                <a:lnTo>
                  <a:pt x="2324" y="3583"/>
                </a:lnTo>
                <a:lnTo>
                  <a:pt x="2324" y="3582"/>
                </a:lnTo>
                <a:lnTo>
                  <a:pt x="2324" y="3581"/>
                </a:lnTo>
                <a:lnTo>
                  <a:pt x="2324" y="3579"/>
                </a:lnTo>
                <a:lnTo>
                  <a:pt x="2324" y="3578"/>
                </a:lnTo>
                <a:lnTo>
                  <a:pt x="2325" y="3578"/>
                </a:lnTo>
                <a:lnTo>
                  <a:pt x="2324" y="3578"/>
                </a:lnTo>
                <a:lnTo>
                  <a:pt x="2324" y="3577"/>
                </a:lnTo>
                <a:lnTo>
                  <a:pt x="2325" y="3577"/>
                </a:lnTo>
                <a:lnTo>
                  <a:pt x="2325" y="3576"/>
                </a:lnTo>
                <a:lnTo>
                  <a:pt x="2325" y="3575"/>
                </a:lnTo>
                <a:lnTo>
                  <a:pt x="2325" y="3574"/>
                </a:lnTo>
                <a:lnTo>
                  <a:pt x="2325" y="3573"/>
                </a:lnTo>
                <a:lnTo>
                  <a:pt x="2324" y="3573"/>
                </a:lnTo>
                <a:lnTo>
                  <a:pt x="2324" y="3572"/>
                </a:lnTo>
                <a:lnTo>
                  <a:pt x="2324" y="3571"/>
                </a:lnTo>
                <a:lnTo>
                  <a:pt x="2323" y="3571"/>
                </a:lnTo>
                <a:lnTo>
                  <a:pt x="2323" y="3570"/>
                </a:lnTo>
                <a:lnTo>
                  <a:pt x="2322" y="3570"/>
                </a:lnTo>
                <a:lnTo>
                  <a:pt x="2322" y="3569"/>
                </a:lnTo>
                <a:lnTo>
                  <a:pt x="2322" y="3568"/>
                </a:lnTo>
                <a:lnTo>
                  <a:pt x="2322" y="3567"/>
                </a:lnTo>
                <a:lnTo>
                  <a:pt x="2323" y="3567"/>
                </a:lnTo>
                <a:lnTo>
                  <a:pt x="2323" y="3566"/>
                </a:lnTo>
                <a:lnTo>
                  <a:pt x="2324" y="3566"/>
                </a:lnTo>
                <a:lnTo>
                  <a:pt x="2325" y="3566"/>
                </a:lnTo>
                <a:lnTo>
                  <a:pt x="2325" y="3565"/>
                </a:lnTo>
                <a:lnTo>
                  <a:pt x="2325" y="3564"/>
                </a:lnTo>
                <a:lnTo>
                  <a:pt x="2325" y="3563"/>
                </a:lnTo>
                <a:lnTo>
                  <a:pt x="2325" y="3562"/>
                </a:lnTo>
                <a:lnTo>
                  <a:pt x="2325" y="3561"/>
                </a:lnTo>
                <a:lnTo>
                  <a:pt x="2325" y="3560"/>
                </a:lnTo>
                <a:lnTo>
                  <a:pt x="2325" y="3559"/>
                </a:lnTo>
                <a:lnTo>
                  <a:pt x="2325" y="3558"/>
                </a:lnTo>
                <a:lnTo>
                  <a:pt x="2324" y="3558"/>
                </a:lnTo>
                <a:lnTo>
                  <a:pt x="2324" y="3557"/>
                </a:lnTo>
                <a:lnTo>
                  <a:pt x="2324" y="3556"/>
                </a:lnTo>
                <a:lnTo>
                  <a:pt x="2324" y="3555"/>
                </a:lnTo>
                <a:lnTo>
                  <a:pt x="2324" y="3554"/>
                </a:lnTo>
                <a:lnTo>
                  <a:pt x="2324" y="3553"/>
                </a:lnTo>
                <a:lnTo>
                  <a:pt x="2324" y="3552"/>
                </a:lnTo>
                <a:lnTo>
                  <a:pt x="2324" y="3551"/>
                </a:lnTo>
                <a:lnTo>
                  <a:pt x="2324" y="3550"/>
                </a:lnTo>
                <a:lnTo>
                  <a:pt x="2324" y="3549"/>
                </a:lnTo>
                <a:lnTo>
                  <a:pt x="2323" y="3549"/>
                </a:lnTo>
                <a:lnTo>
                  <a:pt x="2324" y="3549"/>
                </a:lnTo>
                <a:lnTo>
                  <a:pt x="2324" y="3548"/>
                </a:lnTo>
                <a:lnTo>
                  <a:pt x="2325" y="3548"/>
                </a:lnTo>
                <a:lnTo>
                  <a:pt x="2325" y="3547"/>
                </a:lnTo>
                <a:lnTo>
                  <a:pt x="2326" y="3547"/>
                </a:lnTo>
                <a:lnTo>
                  <a:pt x="2327" y="3547"/>
                </a:lnTo>
                <a:lnTo>
                  <a:pt x="2327" y="3546"/>
                </a:lnTo>
                <a:lnTo>
                  <a:pt x="2327" y="3545"/>
                </a:lnTo>
                <a:lnTo>
                  <a:pt x="2327" y="3544"/>
                </a:lnTo>
                <a:lnTo>
                  <a:pt x="2328" y="3544"/>
                </a:lnTo>
                <a:lnTo>
                  <a:pt x="2327" y="3543"/>
                </a:lnTo>
                <a:lnTo>
                  <a:pt x="2328" y="3543"/>
                </a:lnTo>
                <a:lnTo>
                  <a:pt x="2327" y="3543"/>
                </a:lnTo>
                <a:lnTo>
                  <a:pt x="2327" y="3542"/>
                </a:lnTo>
                <a:lnTo>
                  <a:pt x="2326" y="3542"/>
                </a:lnTo>
                <a:lnTo>
                  <a:pt x="2326" y="3541"/>
                </a:lnTo>
                <a:lnTo>
                  <a:pt x="2326" y="3540"/>
                </a:lnTo>
                <a:lnTo>
                  <a:pt x="2325" y="3540"/>
                </a:lnTo>
                <a:lnTo>
                  <a:pt x="2324" y="3540"/>
                </a:lnTo>
                <a:lnTo>
                  <a:pt x="2323" y="3540"/>
                </a:lnTo>
                <a:lnTo>
                  <a:pt x="2322" y="3540"/>
                </a:lnTo>
                <a:lnTo>
                  <a:pt x="2322" y="3539"/>
                </a:lnTo>
                <a:lnTo>
                  <a:pt x="2322" y="3538"/>
                </a:lnTo>
                <a:lnTo>
                  <a:pt x="2322" y="3537"/>
                </a:lnTo>
                <a:lnTo>
                  <a:pt x="2322" y="3536"/>
                </a:lnTo>
                <a:lnTo>
                  <a:pt x="2322" y="3535"/>
                </a:lnTo>
                <a:lnTo>
                  <a:pt x="2322" y="3534"/>
                </a:lnTo>
                <a:lnTo>
                  <a:pt x="2322" y="3533"/>
                </a:lnTo>
                <a:lnTo>
                  <a:pt x="2322" y="3532"/>
                </a:lnTo>
                <a:lnTo>
                  <a:pt x="2322" y="3531"/>
                </a:lnTo>
                <a:lnTo>
                  <a:pt x="2322" y="3530"/>
                </a:lnTo>
                <a:lnTo>
                  <a:pt x="2322" y="3529"/>
                </a:lnTo>
                <a:lnTo>
                  <a:pt x="2322" y="3528"/>
                </a:lnTo>
                <a:lnTo>
                  <a:pt x="2322" y="3527"/>
                </a:lnTo>
                <a:lnTo>
                  <a:pt x="2322" y="3526"/>
                </a:lnTo>
                <a:lnTo>
                  <a:pt x="2322" y="3525"/>
                </a:lnTo>
                <a:lnTo>
                  <a:pt x="2321" y="3525"/>
                </a:lnTo>
                <a:lnTo>
                  <a:pt x="2321" y="3524"/>
                </a:lnTo>
                <a:lnTo>
                  <a:pt x="2320" y="3524"/>
                </a:lnTo>
                <a:lnTo>
                  <a:pt x="2320" y="3523"/>
                </a:lnTo>
                <a:lnTo>
                  <a:pt x="2321" y="3523"/>
                </a:lnTo>
                <a:lnTo>
                  <a:pt x="2321" y="3522"/>
                </a:lnTo>
                <a:lnTo>
                  <a:pt x="2321" y="3521"/>
                </a:lnTo>
                <a:lnTo>
                  <a:pt x="2322" y="3521"/>
                </a:lnTo>
                <a:lnTo>
                  <a:pt x="2324" y="3521"/>
                </a:lnTo>
                <a:lnTo>
                  <a:pt x="2324" y="3520"/>
                </a:lnTo>
                <a:lnTo>
                  <a:pt x="2324" y="3519"/>
                </a:lnTo>
                <a:lnTo>
                  <a:pt x="2324" y="3518"/>
                </a:lnTo>
                <a:lnTo>
                  <a:pt x="2325" y="3518"/>
                </a:lnTo>
                <a:lnTo>
                  <a:pt x="2325" y="3517"/>
                </a:lnTo>
                <a:lnTo>
                  <a:pt x="2324" y="3517"/>
                </a:lnTo>
                <a:lnTo>
                  <a:pt x="2324" y="3516"/>
                </a:lnTo>
                <a:lnTo>
                  <a:pt x="2324" y="3515"/>
                </a:lnTo>
                <a:lnTo>
                  <a:pt x="2324" y="3514"/>
                </a:lnTo>
                <a:lnTo>
                  <a:pt x="2324" y="3513"/>
                </a:lnTo>
                <a:lnTo>
                  <a:pt x="2325" y="3513"/>
                </a:lnTo>
                <a:lnTo>
                  <a:pt x="2325" y="3512"/>
                </a:lnTo>
                <a:lnTo>
                  <a:pt x="2326" y="3512"/>
                </a:lnTo>
                <a:lnTo>
                  <a:pt x="2326" y="3511"/>
                </a:lnTo>
                <a:lnTo>
                  <a:pt x="2326" y="3510"/>
                </a:lnTo>
                <a:lnTo>
                  <a:pt x="2326" y="3509"/>
                </a:lnTo>
                <a:lnTo>
                  <a:pt x="2327" y="3509"/>
                </a:lnTo>
                <a:lnTo>
                  <a:pt x="2327" y="3508"/>
                </a:lnTo>
                <a:lnTo>
                  <a:pt x="2327" y="3507"/>
                </a:lnTo>
                <a:lnTo>
                  <a:pt x="2327" y="3506"/>
                </a:lnTo>
                <a:lnTo>
                  <a:pt x="2326" y="3506"/>
                </a:lnTo>
                <a:lnTo>
                  <a:pt x="2326" y="3505"/>
                </a:lnTo>
                <a:lnTo>
                  <a:pt x="2326" y="3504"/>
                </a:lnTo>
                <a:lnTo>
                  <a:pt x="2327" y="3504"/>
                </a:lnTo>
                <a:lnTo>
                  <a:pt x="2326" y="3504"/>
                </a:lnTo>
                <a:lnTo>
                  <a:pt x="2325" y="3504"/>
                </a:lnTo>
                <a:lnTo>
                  <a:pt x="2325" y="3503"/>
                </a:lnTo>
                <a:lnTo>
                  <a:pt x="2324" y="3503"/>
                </a:lnTo>
                <a:lnTo>
                  <a:pt x="2324" y="3502"/>
                </a:lnTo>
                <a:lnTo>
                  <a:pt x="2323" y="3502"/>
                </a:lnTo>
                <a:lnTo>
                  <a:pt x="2323" y="3501"/>
                </a:lnTo>
                <a:lnTo>
                  <a:pt x="2323" y="3500"/>
                </a:lnTo>
                <a:lnTo>
                  <a:pt x="2323" y="3499"/>
                </a:lnTo>
                <a:lnTo>
                  <a:pt x="2323" y="3497"/>
                </a:lnTo>
                <a:lnTo>
                  <a:pt x="2323" y="3496"/>
                </a:lnTo>
                <a:lnTo>
                  <a:pt x="2323" y="3495"/>
                </a:lnTo>
                <a:lnTo>
                  <a:pt x="2322" y="3495"/>
                </a:lnTo>
                <a:lnTo>
                  <a:pt x="2322" y="3494"/>
                </a:lnTo>
                <a:lnTo>
                  <a:pt x="2322" y="3493"/>
                </a:lnTo>
                <a:lnTo>
                  <a:pt x="2322" y="3492"/>
                </a:lnTo>
                <a:lnTo>
                  <a:pt x="2322" y="3491"/>
                </a:lnTo>
                <a:lnTo>
                  <a:pt x="2323" y="3491"/>
                </a:lnTo>
                <a:lnTo>
                  <a:pt x="2324" y="3491"/>
                </a:lnTo>
                <a:lnTo>
                  <a:pt x="2324" y="3490"/>
                </a:lnTo>
                <a:lnTo>
                  <a:pt x="2324" y="3489"/>
                </a:lnTo>
                <a:lnTo>
                  <a:pt x="2323" y="3488"/>
                </a:lnTo>
                <a:lnTo>
                  <a:pt x="2323" y="3487"/>
                </a:lnTo>
                <a:lnTo>
                  <a:pt x="2322" y="3487"/>
                </a:lnTo>
                <a:lnTo>
                  <a:pt x="2322" y="3486"/>
                </a:lnTo>
                <a:lnTo>
                  <a:pt x="2322" y="3485"/>
                </a:lnTo>
                <a:lnTo>
                  <a:pt x="2323" y="3485"/>
                </a:lnTo>
                <a:lnTo>
                  <a:pt x="2323" y="3484"/>
                </a:lnTo>
                <a:lnTo>
                  <a:pt x="2323" y="3483"/>
                </a:lnTo>
                <a:lnTo>
                  <a:pt x="2323" y="3482"/>
                </a:lnTo>
                <a:lnTo>
                  <a:pt x="2324" y="3482"/>
                </a:lnTo>
                <a:lnTo>
                  <a:pt x="2324" y="3481"/>
                </a:lnTo>
                <a:lnTo>
                  <a:pt x="2324" y="3480"/>
                </a:lnTo>
                <a:lnTo>
                  <a:pt x="2324" y="3479"/>
                </a:lnTo>
                <a:lnTo>
                  <a:pt x="2324" y="3478"/>
                </a:lnTo>
                <a:lnTo>
                  <a:pt x="2325" y="3478"/>
                </a:lnTo>
                <a:lnTo>
                  <a:pt x="2325" y="3477"/>
                </a:lnTo>
                <a:lnTo>
                  <a:pt x="2325" y="3476"/>
                </a:lnTo>
                <a:lnTo>
                  <a:pt x="2324" y="3476"/>
                </a:lnTo>
                <a:lnTo>
                  <a:pt x="2323" y="3476"/>
                </a:lnTo>
                <a:lnTo>
                  <a:pt x="2322" y="3476"/>
                </a:lnTo>
                <a:lnTo>
                  <a:pt x="2322" y="3475"/>
                </a:lnTo>
                <a:lnTo>
                  <a:pt x="2322" y="3474"/>
                </a:lnTo>
                <a:lnTo>
                  <a:pt x="2322" y="3473"/>
                </a:lnTo>
                <a:lnTo>
                  <a:pt x="2321" y="3473"/>
                </a:lnTo>
                <a:lnTo>
                  <a:pt x="2320" y="3473"/>
                </a:lnTo>
                <a:lnTo>
                  <a:pt x="2319" y="3473"/>
                </a:lnTo>
                <a:lnTo>
                  <a:pt x="2319" y="3474"/>
                </a:lnTo>
                <a:lnTo>
                  <a:pt x="2319" y="3475"/>
                </a:lnTo>
                <a:lnTo>
                  <a:pt x="2318" y="3475"/>
                </a:lnTo>
                <a:lnTo>
                  <a:pt x="2318" y="3476"/>
                </a:lnTo>
                <a:lnTo>
                  <a:pt x="2318" y="3475"/>
                </a:lnTo>
                <a:lnTo>
                  <a:pt x="2317" y="3475"/>
                </a:lnTo>
                <a:lnTo>
                  <a:pt x="2317" y="3474"/>
                </a:lnTo>
                <a:lnTo>
                  <a:pt x="2316" y="3474"/>
                </a:lnTo>
                <a:lnTo>
                  <a:pt x="2315" y="3474"/>
                </a:lnTo>
                <a:lnTo>
                  <a:pt x="2314" y="3474"/>
                </a:lnTo>
                <a:lnTo>
                  <a:pt x="2314" y="3473"/>
                </a:lnTo>
                <a:lnTo>
                  <a:pt x="2313" y="3473"/>
                </a:lnTo>
                <a:lnTo>
                  <a:pt x="2313" y="3474"/>
                </a:lnTo>
                <a:lnTo>
                  <a:pt x="2313" y="3475"/>
                </a:lnTo>
                <a:lnTo>
                  <a:pt x="2312" y="3475"/>
                </a:lnTo>
                <a:lnTo>
                  <a:pt x="2311" y="3475"/>
                </a:lnTo>
                <a:lnTo>
                  <a:pt x="2311" y="3474"/>
                </a:lnTo>
                <a:lnTo>
                  <a:pt x="2311" y="3473"/>
                </a:lnTo>
                <a:lnTo>
                  <a:pt x="2312" y="3473"/>
                </a:lnTo>
                <a:lnTo>
                  <a:pt x="2312" y="3472"/>
                </a:lnTo>
                <a:lnTo>
                  <a:pt x="2311" y="3472"/>
                </a:lnTo>
                <a:lnTo>
                  <a:pt x="2311" y="3471"/>
                </a:lnTo>
                <a:lnTo>
                  <a:pt x="2311" y="3470"/>
                </a:lnTo>
                <a:lnTo>
                  <a:pt x="2311" y="3469"/>
                </a:lnTo>
                <a:lnTo>
                  <a:pt x="2310" y="3469"/>
                </a:lnTo>
                <a:lnTo>
                  <a:pt x="2310" y="3468"/>
                </a:lnTo>
                <a:lnTo>
                  <a:pt x="2310" y="3467"/>
                </a:lnTo>
                <a:lnTo>
                  <a:pt x="2310" y="3466"/>
                </a:lnTo>
                <a:lnTo>
                  <a:pt x="2309" y="3466"/>
                </a:lnTo>
                <a:lnTo>
                  <a:pt x="2309" y="3465"/>
                </a:lnTo>
                <a:lnTo>
                  <a:pt x="2309" y="3464"/>
                </a:lnTo>
                <a:lnTo>
                  <a:pt x="2308" y="3464"/>
                </a:lnTo>
                <a:lnTo>
                  <a:pt x="2308" y="3465"/>
                </a:lnTo>
                <a:lnTo>
                  <a:pt x="2307" y="3465"/>
                </a:lnTo>
                <a:lnTo>
                  <a:pt x="2307" y="3466"/>
                </a:lnTo>
                <a:lnTo>
                  <a:pt x="2306" y="3466"/>
                </a:lnTo>
                <a:lnTo>
                  <a:pt x="2306" y="3467"/>
                </a:lnTo>
                <a:lnTo>
                  <a:pt x="2306" y="3468"/>
                </a:lnTo>
                <a:lnTo>
                  <a:pt x="2305" y="3468"/>
                </a:lnTo>
                <a:lnTo>
                  <a:pt x="2305" y="3467"/>
                </a:lnTo>
                <a:lnTo>
                  <a:pt x="2304" y="3467"/>
                </a:lnTo>
                <a:lnTo>
                  <a:pt x="2303" y="3467"/>
                </a:lnTo>
                <a:lnTo>
                  <a:pt x="2303" y="3466"/>
                </a:lnTo>
                <a:lnTo>
                  <a:pt x="2302" y="3466"/>
                </a:lnTo>
                <a:lnTo>
                  <a:pt x="2302" y="3465"/>
                </a:lnTo>
                <a:lnTo>
                  <a:pt x="2301" y="3465"/>
                </a:lnTo>
                <a:lnTo>
                  <a:pt x="2300" y="3465"/>
                </a:lnTo>
                <a:lnTo>
                  <a:pt x="2299" y="3465"/>
                </a:lnTo>
                <a:lnTo>
                  <a:pt x="2299" y="3464"/>
                </a:lnTo>
                <a:lnTo>
                  <a:pt x="2298" y="3464"/>
                </a:lnTo>
                <a:lnTo>
                  <a:pt x="2298" y="3463"/>
                </a:lnTo>
                <a:lnTo>
                  <a:pt x="2298" y="3462"/>
                </a:lnTo>
                <a:lnTo>
                  <a:pt x="2297" y="3462"/>
                </a:lnTo>
                <a:lnTo>
                  <a:pt x="2296" y="3462"/>
                </a:lnTo>
                <a:lnTo>
                  <a:pt x="2296" y="3461"/>
                </a:lnTo>
                <a:lnTo>
                  <a:pt x="2295" y="3461"/>
                </a:lnTo>
                <a:lnTo>
                  <a:pt x="2295" y="3462"/>
                </a:lnTo>
                <a:lnTo>
                  <a:pt x="2294" y="3462"/>
                </a:lnTo>
                <a:lnTo>
                  <a:pt x="2294" y="3463"/>
                </a:lnTo>
                <a:lnTo>
                  <a:pt x="2295" y="3463"/>
                </a:lnTo>
                <a:lnTo>
                  <a:pt x="2295" y="3464"/>
                </a:lnTo>
                <a:lnTo>
                  <a:pt x="2295" y="3465"/>
                </a:lnTo>
                <a:lnTo>
                  <a:pt x="2295" y="3466"/>
                </a:lnTo>
                <a:lnTo>
                  <a:pt x="2295" y="3467"/>
                </a:lnTo>
                <a:lnTo>
                  <a:pt x="2294" y="3467"/>
                </a:lnTo>
                <a:lnTo>
                  <a:pt x="2294" y="3468"/>
                </a:lnTo>
                <a:lnTo>
                  <a:pt x="2294" y="3469"/>
                </a:lnTo>
                <a:lnTo>
                  <a:pt x="2294" y="3470"/>
                </a:lnTo>
                <a:lnTo>
                  <a:pt x="2294" y="3471"/>
                </a:lnTo>
                <a:lnTo>
                  <a:pt x="2294" y="3474"/>
                </a:lnTo>
                <a:lnTo>
                  <a:pt x="2294" y="3475"/>
                </a:lnTo>
                <a:lnTo>
                  <a:pt x="2294" y="3476"/>
                </a:lnTo>
                <a:lnTo>
                  <a:pt x="2293" y="3476"/>
                </a:lnTo>
                <a:lnTo>
                  <a:pt x="2292" y="3476"/>
                </a:lnTo>
                <a:lnTo>
                  <a:pt x="2291" y="3476"/>
                </a:lnTo>
                <a:lnTo>
                  <a:pt x="2291" y="3477"/>
                </a:lnTo>
                <a:lnTo>
                  <a:pt x="2290" y="3477"/>
                </a:lnTo>
                <a:lnTo>
                  <a:pt x="2290" y="3478"/>
                </a:lnTo>
                <a:lnTo>
                  <a:pt x="2289" y="3478"/>
                </a:lnTo>
                <a:lnTo>
                  <a:pt x="2289" y="3479"/>
                </a:lnTo>
                <a:lnTo>
                  <a:pt x="2289" y="3480"/>
                </a:lnTo>
                <a:lnTo>
                  <a:pt x="2288" y="3480"/>
                </a:lnTo>
                <a:lnTo>
                  <a:pt x="2288" y="3481"/>
                </a:lnTo>
                <a:lnTo>
                  <a:pt x="2287" y="3481"/>
                </a:lnTo>
                <a:lnTo>
                  <a:pt x="2286" y="3481"/>
                </a:lnTo>
                <a:lnTo>
                  <a:pt x="2286" y="3480"/>
                </a:lnTo>
                <a:lnTo>
                  <a:pt x="2285" y="3480"/>
                </a:lnTo>
                <a:lnTo>
                  <a:pt x="2284" y="3480"/>
                </a:lnTo>
                <a:lnTo>
                  <a:pt x="2283" y="3480"/>
                </a:lnTo>
                <a:lnTo>
                  <a:pt x="2282" y="3480"/>
                </a:lnTo>
                <a:lnTo>
                  <a:pt x="2282" y="3479"/>
                </a:lnTo>
                <a:lnTo>
                  <a:pt x="2281" y="3479"/>
                </a:lnTo>
                <a:lnTo>
                  <a:pt x="2281" y="3478"/>
                </a:lnTo>
                <a:lnTo>
                  <a:pt x="2281" y="3477"/>
                </a:lnTo>
                <a:lnTo>
                  <a:pt x="2280" y="3477"/>
                </a:lnTo>
                <a:lnTo>
                  <a:pt x="2280" y="3476"/>
                </a:lnTo>
                <a:lnTo>
                  <a:pt x="2280" y="3473"/>
                </a:lnTo>
                <a:lnTo>
                  <a:pt x="2280" y="3472"/>
                </a:lnTo>
                <a:lnTo>
                  <a:pt x="2280" y="3471"/>
                </a:lnTo>
                <a:lnTo>
                  <a:pt x="2280" y="3470"/>
                </a:lnTo>
                <a:lnTo>
                  <a:pt x="2280" y="3469"/>
                </a:lnTo>
                <a:lnTo>
                  <a:pt x="2279" y="3469"/>
                </a:lnTo>
                <a:lnTo>
                  <a:pt x="2279" y="3468"/>
                </a:lnTo>
                <a:lnTo>
                  <a:pt x="2279" y="3467"/>
                </a:lnTo>
                <a:lnTo>
                  <a:pt x="2279" y="3466"/>
                </a:lnTo>
                <a:lnTo>
                  <a:pt x="2279" y="3465"/>
                </a:lnTo>
                <a:lnTo>
                  <a:pt x="2280" y="3465"/>
                </a:lnTo>
                <a:lnTo>
                  <a:pt x="2280" y="3464"/>
                </a:lnTo>
                <a:lnTo>
                  <a:pt x="2279" y="3464"/>
                </a:lnTo>
                <a:lnTo>
                  <a:pt x="2278" y="3464"/>
                </a:lnTo>
                <a:lnTo>
                  <a:pt x="2278" y="3463"/>
                </a:lnTo>
                <a:lnTo>
                  <a:pt x="2278" y="3462"/>
                </a:lnTo>
                <a:lnTo>
                  <a:pt x="2278" y="3461"/>
                </a:lnTo>
                <a:lnTo>
                  <a:pt x="2277" y="3461"/>
                </a:lnTo>
                <a:lnTo>
                  <a:pt x="2277" y="3460"/>
                </a:lnTo>
                <a:lnTo>
                  <a:pt x="2277" y="3461"/>
                </a:lnTo>
                <a:lnTo>
                  <a:pt x="2276" y="3461"/>
                </a:lnTo>
                <a:lnTo>
                  <a:pt x="2276" y="3460"/>
                </a:lnTo>
                <a:lnTo>
                  <a:pt x="2276" y="3459"/>
                </a:lnTo>
                <a:lnTo>
                  <a:pt x="2276" y="3458"/>
                </a:lnTo>
                <a:lnTo>
                  <a:pt x="2275" y="3458"/>
                </a:lnTo>
                <a:lnTo>
                  <a:pt x="2274" y="3458"/>
                </a:lnTo>
                <a:lnTo>
                  <a:pt x="2274" y="3457"/>
                </a:lnTo>
                <a:lnTo>
                  <a:pt x="2273" y="3457"/>
                </a:lnTo>
                <a:lnTo>
                  <a:pt x="2273" y="3456"/>
                </a:lnTo>
                <a:lnTo>
                  <a:pt x="2272" y="3456"/>
                </a:lnTo>
                <a:lnTo>
                  <a:pt x="2273" y="3456"/>
                </a:lnTo>
                <a:lnTo>
                  <a:pt x="2273" y="3455"/>
                </a:lnTo>
                <a:lnTo>
                  <a:pt x="2273" y="3454"/>
                </a:lnTo>
                <a:lnTo>
                  <a:pt x="2272" y="3454"/>
                </a:lnTo>
                <a:lnTo>
                  <a:pt x="2272" y="3453"/>
                </a:lnTo>
                <a:lnTo>
                  <a:pt x="2271" y="3453"/>
                </a:lnTo>
                <a:lnTo>
                  <a:pt x="2272" y="3453"/>
                </a:lnTo>
                <a:lnTo>
                  <a:pt x="2272" y="3452"/>
                </a:lnTo>
                <a:lnTo>
                  <a:pt x="2273" y="3451"/>
                </a:lnTo>
                <a:lnTo>
                  <a:pt x="2274" y="3451"/>
                </a:lnTo>
                <a:lnTo>
                  <a:pt x="2274" y="3450"/>
                </a:lnTo>
                <a:lnTo>
                  <a:pt x="2274" y="3449"/>
                </a:lnTo>
                <a:lnTo>
                  <a:pt x="2273" y="3449"/>
                </a:lnTo>
                <a:lnTo>
                  <a:pt x="2273" y="3448"/>
                </a:lnTo>
                <a:lnTo>
                  <a:pt x="2272" y="3448"/>
                </a:lnTo>
                <a:lnTo>
                  <a:pt x="2272" y="3447"/>
                </a:lnTo>
                <a:lnTo>
                  <a:pt x="2271" y="3447"/>
                </a:lnTo>
                <a:lnTo>
                  <a:pt x="2271" y="3446"/>
                </a:lnTo>
                <a:lnTo>
                  <a:pt x="2272" y="3446"/>
                </a:lnTo>
                <a:lnTo>
                  <a:pt x="2272" y="3445"/>
                </a:lnTo>
                <a:lnTo>
                  <a:pt x="2272" y="3444"/>
                </a:lnTo>
                <a:lnTo>
                  <a:pt x="2272" y="3443"/>
                </a:lnTo>
                <a:lnTo>
                  <a:pt x="2273" y="3443"/>
                </a:lnTo>
                <a:lnTo>
                  <a:pt x="2272" y="3442"/>
                </a:lnTo>
                <a:lnTo>
                  <a:pt x="2272" y="3441"/>
                </a:lnTo>
                <a:lnTo>
                  <a:pt x="2273" y="3441"/>
                </a:lnTo>
                <a:lnTo>
                  <a:pt x="2272" y="3441"/>
                </a:lnTo>
                <a:lnTo>
                  <a:pt x="2272" y="3440"/>
                </a:lnTo>
                <a:lnTo>
                  <a:pt x="2272" y="3441"/>
                </a:lnTo>
                <a:lnTo>
                  <a:pt x="2271" y="3441"/>
                </a:lnTo>
                <a:lnTo>
                  <a:pt x="2271" y="3440"/>
                </a:lnTo>
                <a:lnTo>
                  <a:pt x="2270" y="3440"/>
                </a:lnTo>
                <a:lnTo>
                  <a:pt x="2270" y="3439"/>
                </a:lnTo>
                <a:lnTo>
                  <a:pt x="2269" y="3439"/>
                </a:lnTo>
                <a:lnTo>
                  <a:pt x="2269" y="3438"/>
                </a:lnTo>
                <a:lnTo>
                  <a:pt x="2268" y="3438"/>
                </a:lnTo>
                <a:lnTo>
                  <a:pt x="2267" y="3437"/>
                </a:lnTo>
                <a:lnTo>
                  <a:pt x="2267" y="3436"/>
                </a:lnTo>
                <a:lnTo>
                  <a:pt x="2267" y="3435"/>
                </a:lnTo>
                <a:lnTo>
                  <a:pt x="2268" y="3435"/>
                </a:lnTo>
                <a:lnTo>
                  <a:pt x="2268" y="3434"/>
                </a:lnTo>
                <a:lnTo>
                  <a:pt x="2267" y="3434"/>
                </a:lnTo>
                <a:lnTo>
                  <a:pt x="2268" y="3434"/>
                </a:lnTo>
                <a:lnTo>
                  <a:pt x="2268" y="3433"/>
                </a:lnTo>
                <a:lnTo>
                  <a:pt x="2268" y="3432"/>
                </a:lnTo>
                <a:lnTo>
                  <a:pt x="2269" y="3432"/>
                </a:lnTo>
                <a:lnTo>
                  <a:pt x="2269" y="3433"/>
                </a:lnTo>
                <a:lnTo>
                  <a:pt x="2270" y="3433"/>
                </a:lnTo>
                <a:lnTo>
                  <a:pt x="2270" y="3432"/>
                </a:lnTo>
                <a:lnTo>
                  <a:pt x="2271" y="3432"/>
                </a:lnTo>
                <a:lnTo>
                  <a:pt x="2271" y="3431"/>
                </a:lnTo>
                <a:lnTo>
                  <a:pt x="2271" y="3430"/>
                </a:lnTo>
                <a:lnTo>
                  <a:pt x="2271" y="3429"/>
                </a:lnTo>
                <a:lnTo>
                  <a:pt x="2271" y="3428"/>
                </a:lnTo>
                <a:lnTo>
                  <a:pt x="2270" y="3428"/>
                </a:lnTo>
                <a:lnTo>
                  <a:pt x="2271" y="3427"/>
                </a:lnTo>
                <a:lnTo>
                  <a:pt x="2270" y="3427"/>
                </a:lnTo>
                <a:lnTo>
                  <a:pt x="2270" y="3426"/>
                </a:lnTo>
                <a:lnTo>
                  <a:pt x="2270" y="3425"/>
                </a:lnTo>
                <a:lnTo>
                  <a:pt x="2270" y="3424"/>
                </a:lnTo>
                <a:lnTo>
                  <a:pt x="2269" y="3424"/>
                </a:lnTo>
                <a:lnTo>
                  <a:pt x="2268" y="3424"/>
                </a:lnTo>
                <a:lnTo>
                  <a:pt x="2267" y="3424"/>
                </a:lnTo>
                <a:lnTo>
                  <a:pt x="2266" y="3424"/>
                </a:lnTo>
                <a:lnTo>
                  <a:pt x="2266" y="3423"/>
                </a:lnTo>
                <a:lnTo>
                  <a:pt x="2265" y="3423"/>
                </a:lnTo>
                <a:lnTo>
                  <a:pt x="2265" y="3422"/>
                </a:lnTo>
                <a:lnTo>
                  <a:pt x="2264" y="3422"/>
                </a:lnTo>
                <a:lnTo>
                  <a:pt x="2264" y="3421"/>
                </a:lnTo>
                <a:lnTo>
                  <a:pt x="2264" y="3420"/>
                </a:lnTo>
                <a:lnTo>
                  <a:pt x="2264" y="3419"/>
                </a:lnTo>
                <a:lnTo>
                  <a:pt x="2264" y="3418"/>
                </a:lnTo>
                <a:lnTo>
                  <a:pt x="2264" y="3417"/>
                </a:lnTo>
                <a:lnTo>
                  <a:pt x="2264" y="3416"/>
                </a:lnTo>
                <a:lnTo>
                  <a:pt x="2265" y="3416"/>
                </a:lnTo>
                <a:lnTo>
                  <a:pt x="2264" y="3416"/>
                </a:lnTo>
                <a:lnTo>
                  <a:pt x="2265" y="3415"/>
                </a:lnTo>
                <a:lnTo>
                  <a:pt x="2265" y="3413"/>
                </a:lnTo>
                <a:lnTo>
                  <a:pt x="2265" y="3412"/>
                </a:lnTo>
                <a:lnTo>
                  <a:pt x="2265" y="3411"/>
                </a:lnTo>
                <a:lnTo>
                  <a:pt x="2265" y="3410"/>
                </a:lnTo>
                <a:lnTo>
                  <a:pt x="2266" y="3409"/>
                </a:lnTo>
                <a:lnTo>
                  <a:pt x="2267" y="3407"/>
                </a:lnTo>
                <a:lnTo>
                  <a:pt x="2267" y="3406"/>
                </a:lnTo>
                <a:lnTo>
                  <a:pt x="2268" y="3405"/>
                </a:lnTo>
                <a:lnTo>
                  <a:pt x="2268" y="3403"/>
                </a:lnTo>
                <a:lnTo>
                  <a:pt x="2268" y="3402"/>
                </a:lnTo>
                <a:lnTo>
                  <a:pt x="2267" y="3402"/>
                </a:lnTo>
                <a:lnTo>
                  <a:pt x="2267" y="3399"/>
                </a:lnTo>
                <a:lnTo>
                  <a:pt x="2266" y="3398"/>
                </a:lnTo>
                <a:lnTo>
                  <a:pt x="2265" y="3397"/>
                </a:lnTo>
                <a:lnTo>
                  <a:pt x="2265" y="3396"/>
                </a:lnTo>
                <a:lnTo>
                  <a:pt x="2265" y="3395"/>
                </a:lnTo>
                <a:lnTo>
                  <a:pt x="2264" y="3395"/>
                </a:lnTo>
                <a:lnTo>
                  <a:pt x="2262" y="3394"/>
                </a:lnTo>
                <a:lnTo>
                  <a:pt x="2261" y="3394"/>
                </a:lnTo>
                <a:lnTo>
                  <a:pt x="2261" y="3393"/>
                </a:lnTo>
                <a:lnTo>
                  <a:pt x="2261" y="3392"/>
                </a:lnTo>
                <a:lnTo>
                  <a:pt x="2261" y="3391"/>
                </a:lnTo>
                <a:lnTo>
                  <a:pt x="2261" y="3390"/>
                </a:lnTo>
                <a:lnTo>
                  <a:pt x="2260" y="3390"/>
                </a:lnTo>
                <a:lnTo>
                  <a:pt x="2259" y="3389"/>
                </a:lnTo>
                <a:lnTo>
                  <a:pt x="2257" y="3389"/>
                </a:lnTo>
                <a:lnTo>
                  <a:pt x="2257" y="3390"/>
                </a:lnTo>
                <a:lnTo>
                  <a:pt x="2256" y="3390"/>
                </a:lnTo>
                <a:lnTo>
                  <a:pt x="2256" y="3391"/>
                </a:lnTo>
                <a:lnTo>
                  <a:pt x="2255" y="3391"/>
                </a:lnTo>
                <a:lnTo>
                  <a:pt x="2254" y="3391"/>
                </a:lnTo>
                <a:lnTo>
                  <a:pt x="2254" y="3390"/>
                </a:lnTo>
                <a:lnTo>
                  <a:pt x="2253" y="3390"/>
                </a:lnTo>
                <a:lnTo>
                  <a:pt x="2252" y="3389"/>
                </a:lnTo>
                <a:lnTo>
                  <a:pt x="2252" y="3388"/>
                </a:lnTo>
                <a:lnTo>
                  <a:pt x="2252" y="3387"/>
                </a:lnTo>
                <a:lnTo>
                  <a:pt x="2252" y="3386"/>
                </a:lnTo>
                <a:lnTo>
                  <a:pt x="2252" y="3385"/>
                </a:lnTo>
                <a:lnTo>
                  <a:pt x="2253" y="3384"/>
                </a:lnTo>
                <a:lnTo>
                  <a:pt x="2253" y="3383"/>
                </a:lnTo>
                <a:lnTo>
                  <a:pt x="2253" y="3382"/>
                </a:lnTo>
                <a:lnTo>
                  <a:pt x="2253" y="3380"/>
                </a:lnTo>
                <a:lnTo>
                  <a:pt x="2252" y="3380"/>
                </a:lnTo>
                <a:lnTo>
                  <a:pt x="2252" y="3379"/>
                </a:lnTo>
                <a:lnTo>
                  <a:pt x="2251" y="3378"/>
                </a:lnTo>
                <a:lnTo>
                  <a:pt x="2250" y="3377"/>
                </a:lnTo>
                <a:lnTo>
                  <a:pt x="2248" y="3376"/>
                </a:lnTo>
                <a:lnTo>
                  <a:pt x="2247" y="3376"/>
                </a:lnTo>
                <a:lnTo>
                  <a:pt x="2246" y="3375"/>
                </a:lnTo>
                <a:lnTo>
                  <a:pt x="2247" y="3375"/>
                </a:lnTo>
                <a:lnTo>
                  <a:pt x="2247" y="3374"/>
                </a:lnTo>
                <a:lnTo>
                  <a:pt x="2248" y="3374"/>
                </a:lnTo>
                <a:lnTo>
                  <a:pt x="2248" y="3373"/>
                </a:lnTo>
                <a:lnTo>
                  <a:pt x="2247" y="3373"/>
                </a:lnTo>
                <a:lnTo>
                  <a:pt x="2246" y="3373"/>
                </a:lnTo>
                <a:lnTo>
                  <a:pt x="2246" y="3372"/>
                </a:lnTo>
                <a:lnTo>
                  <a:pt x="2245" y="3372"/>
                </a:lnTo>
                <a:lnTo>
                  <a:pt x="2245" y="3371"/>
                </a:lnTo>
                <a:lnTo>
                  <a:pt x="2244" y="3370"/>
                </a:lnTo>
                <a:lnTo>
                  <a:pt x="2243" y="3369"/>
                </a:lnTo>
                <a:lnTo>
                  <a:pt x="2243" y="3368"/>
                </a:lnTo>
                <a:lnTo>
                  <a:pt x="2242" y="3367"/>
                </a:lnTo>
                <a:lnTo>
                  <a:pt x="2241" y="3367"/>
                </a:lnTo>
                <a:lnTo>
                  <a:pt x="2238" y="3367"/>
                </a:lnTo>
                <a:lnTo>
                  <a:pt x="2237" y="3367"/>
                </a:lnTo>
                <a:lnTo>
                  <a:pt x="2236" y="3368"/>
                </a:lnTo>
                <a:lnTo>
                  <a:pt x="2235" y="3369"/>
                </a:lnTo>
                <a:lnTo>
                  <a:pt x="2235" y="3370"/>
                </a:lnTo>
                <a:lnTo>
                  <a:pt x="2235" y="3371"/>
                </a:lnTo>
                <a:lnTo>
                  <a:pt x="2234" y="3371"/>
                </a:lnTo>
                <a:lnTo>
                  <a:pt x="2233" y="3371"/>
                </a:lnTo>
                <a:lnTo>
                  <a:pt x="2232" y="3370"/>
                </a:lnTo>
                <a:lnTo>
                  <a:pt x="2231" y="3370"/>
                </a:lnTo>
                <a:lnTo>
                  <a:pt x="2230" y="3371"/>
                </a:lnTo>
                <a:lnTo>
                  <a:pt x="2229" y="3371"/>
                </a:lnTo>
                <a:lnTo>
                  <a:pt x="2229" y="3370"/>
                </a:lnTo>
                <a:lnTo>
                  <a:pt x="2228" y="3368"/>
                </a:lnTo>
                <a:lnTo>
                  <a:pt x="2228" y="3367"/>
                </a:lnTo>
                <a:lnTo>
                  <a:pt x="2228" y="3366"/>
                </a:lnTo>
                <a:lnTo>
                  <a:pt x="2227" y="3365"/>
                </a:lnTo>
                <a:lnTo>
                  <a:pt x="2226" y="3364"/>
                </a:lnTo>
                <a:lnTo>
                  <a:pt x="2225" y="3364"/>
                </a:lnTo>
                <a:lnTo>
                  <a:pt x="2224" y="3364"/>
                </a:lnTo>
                <a:lnTo>
                  <a:pt x="2224" y="3362"/>
                </a:lnTo>
                <a:lnTo>
                  <a:pt x="2223" y="3361"/>
                </a:lnTo>
                <a:lnTo>
                  <a:pt x="2224" y="3360"/>
                </a:lnTo>
                <a:lnTo>
                  <a:pt x="2224" y="3359"/>
                </a:lnTo>
                <a:lnTo>
                  <a:pt x="2223" y="3359"/>
                </a:lnTo>
                <a:lnTo>
                  <a:pt x="2223" y="3358"/>
                </a:lnTo>
                <a:lnTo>
                  <a:pt x="2223" y="3357"/>
                </a:lnTo>
                <a:lnTo>
                  <a:pt x="2224" y="3356"/>
                </a:lnTo>
                <a:lnTo>
                  <a:pt x="2224" y="3355"/>
                </a:lnTo>
                <a:lnTo>
                  <a:pt x="2224" y="3354"/>
                </a:lnTo>
                <a:lnTo>
                  <a:pt x="2224" y="3353"/>
                </a:lnTo>
                <a:lnTo>
                  <a:pt x="2224" y="3352"/>
                </a:lnTo>
                <a:lnTo>
                  <a:pt x="2223" y="3351"/>
                </a:lnTo>
                <a:lnTo>
                  <a:pt x="2222" y="3350"/>
                </a:lnTo>
                <a:lnTo>
                  <a:pt x="2222" y="3349"/>
                </a:lnTo>
                <a:lnTo>
                  <a:pt x="2221" y="3348"/>
                </a:lnTo>
                <a:lnTo>
                  <a:pt x="2219" y="3347"/>
                </a:lnTo>
                <a:lnTo>
                  <a:pt x="2219" y="3346"/>
                </a:lnTo>
                <a:lnTo>
                  <a:pt x="2219" y="3345"/>
                </a:lnTo>
                <a:lnTo>
                  <a:pt x="2218" y="3345"/>
                </a:lnTo>
                <a:lnTo>
                  <a:pt x="2217" y="3345"/>
                </a:lnTo>
                <a:lnTo>
                  <a:pt x="2217" y="3344"/>
                </a:lnTo>
                <a:lnTo>
                  <a:pt x="2216" y="3344"/>
                </a:lnTo>
                <a:lnTo>
                  <a:pt x="2216" y="3343"/>
                </a:lnTo>
                <a:lnTo>
                  <a:pt x="2215" y="3343"/>
                </a:lnTo>
                <a:lnTo>
                  <a:pt x="2214" y="3343"/>
                </a:lnTo>
                <a:lnTo>
                  <a:pt x="2213" y="3343"/>
                </a:lnTo>
                <a:lnTo>
                  <a:pt x="2212" y="3344"/>
                </a:lnTo>
                <a:lnTo>
                  <a:pt x="2212" y="3345"/>
                </a:lnTo>
                <a:lnTo>
                  <a:pt x="2211" y="3345"/>
                </a:lnTo>
                <a:lnTo>
                  <a:pt x="2210" y="3345"/>
                </a:lnTo>
                <a:lnTo>
                  <a:pt x="2209" y="3345"/>
                </a:lnTo>
                <a:lnTo>
                  <a:pt x="2209" y="3344"/>
                </a:lnTo>
                <a:lnTo>
                  <a:pt x="2209" y="3343"/>
                </a:lnTo>
                <a:lnTo>
                  <a:pt x="2208" y="3342"/>
                </a:lnTo>
                <a:lnTo>
                  <a:pt x="2208" y="3341"/>
                </a:lnTo>
                <a:lnTo>
                  <a:pt x="2207" y="3341"/>
                </a:lnTo>
                <a:lnTo>
                  <a:pt x="2206" y="3341"/>
                </a:lnTo>
                <a:lnTo>
                  <a:pt x="2205" y="3342"/>
                </a:lnTo>
                <a:lnTo>
                  <a:pt x="2204" y="3343"/>
                </a:lnTo>
                <a:lnTo>
                  <a:pt x="2203" y="3343"/>
                </a:lnTo>
                <a:lnTo>
                  <a:pt x="2203" y="3344"/>
                </a:lnTo>
                <a:lnTo>
                  <a:pt x="2202" y="3345"/>
                </a:lnTo>
                <a:lnTo>
                  <a:pt x="2200" y="3346"/>
                </a:lnTo>
                <a:lnTo>
                  <a:pt x="2200" y="3347"/>
                </a:lnTo>
                <a:lnTo>
                  <a:pt x="2199" y="3347"/>
                </a:lnTo>
                <a:lnTo>
                  <a:pt x="2198" y="3347"/>
                </a:lnTo>
                <a:lnTo>
                  <a:pt x="2198" y="3348"/>
                </a:lnTo>
                <a:lnTo>
                  <a:pt x="2198" y="3349"/>
                </a:lnTo>
                <a:lnTo>
                  <a:pt x="2198" y="3351"/>
                </a:lnTo>
                <a:lnTo>
                  <a:pt x="2199" y="3352"/>
                </a:lnTo>
                <a:lnTo>
                  <a:pt x="2199" y="3353"/>
                </a:lnTo>
                <a:lnTo>
                  <a:pt x="2199" y="3354"/>
                </a:lnTo>
                <a:lnTo>
                  <a:pt x="2198" y="3355"/>
                </a:lnTo>
                <a:lnTo>
                  <a:pt x="2197" y="3355"/>
                </a:lnTo>
                <a:lnTo>
                  <a:pt x="2197" y="3356"/>
                </a:lnTo>
                <a:lnTo>
                  <a:pt x="2197" y="3357"/>
                </a:lnTo>
                <a:lnTo>
                  <a:pt x="2197" y="3358"/>
                </a:lnTo>
                <a:lnTo>
                  <a:pt x="2197" y="3359"/>
                </a:lnTo>
                <a:lnTo>
                  <a:pt x="2196" y="3359"/>
                </a:lnTo>
                <a:lnTo>
                  <a:pt x="2195" y="3360"/>
                </a:lnTo>
                <a:lnTo>
                  <a:pt x="2194" y="3361"/>
                </a:lnTo>
                <a:lnTo>
                  <a:pt x="2194" y="3362"/>
                </a:lnTo>
                <a:lnTo>
                  <a:pt x="2195" y="3363"/>
                </a:lnTo>
                <a:lnTo>
                  <a:pt x="2195" y="3364"/>
                </a:lnTo>
                <a:lnTo>
                  <a:pt x="2195" y="3365"/>
                </a:lnTo>
                <a:lnTo>
                  <a:pt x="2195" y="3366"/>
                </a:lnTo>
                <a:lnTo>
                  <a:pt x="2196" y="3366"/>
                </a:lnTo>
                <a:lnTo>
                  <a:pt x="2196" y="3367"/>
                </a:lnTo>
                <a:lnTo>
                  <a:pt x="2197" y="3367"/>
                </a:lnTo>
                <a:lnTo>
                  <a:pt x="2198" y="3368"/>
                </a:lnTo>
                <a:lnTo>
                  <a:pt x="2198" y="3369"/>
                </a:lnTo>
                <a:lnTo>
                  <a:pt x="2197" y="3370"/>
                </a:lnTo>
                <a:lnTo>
                  <a:pt x="2196" y="3370"/>
                </a:lnTo>
                <a:lnTo>
                  <a:pt x="2195" y="3370"/>
                </a:lnTo>
                <a:lnTo>
                  <a:pt x="2194" y="3370"/>
                </a:lnTo>
                <a:lnTo>
                  <a:pt x="2193" y="3370"/>
                </a:lnTo>
                <a:lnTo>
                  <a:pt x="2192" y="3371"/>
                </a:lnTo>
                <a:lnTo>
                  <a:pt x="2192" y="3372"/>
                </a:lnTo>
                <a:lnTo>
                  <a:pt x="2192" y="3373"/>
                </a:lnTo>
                <a:lnTo>
                  <a:pt x="2193" y="3374"/>
                </a:lnTo>
                <a:lnTo>
                  <a:pt x="2192" y="3374"/>
                </a:lnTo>
                <a:lnTo>
                  <a:pt x="2192" y="3375"/>
                </a:lnTo>
                <a:lnTo>
                  <a:pt x="2191" y="3375"/>
                </a:lnTo>
                <a:lnTo>
                  <a:pt x="2190" y="3375"/>
                </a:lnTo>
                <a:lnTo>
                  <a:pt x="2189" y="3374"/>
                </a:lnTo>
                <a:lnTo>
                  <a:pt x="2188" y="3373"/>
                </a:lnTo>
                <a:lnTo>
                  <a:pt x="2188" y="3372"/>
                </a:lnTo>
                <a:lnTo>
                  <a:pt x="2187" y="3372"/>
                </a:lnTo>
                <a:lnTo>
                  <a:pt x="2186" y="3372"/>
                </a:lnTo>
                <a:lnTo>
                  <a:pt x="2185" y="3373"/>
                </a:lnTo>
                <a:lnTo>
                  <a:pt x="2184" y="3373"/>
                </a:lnTo>
                <a:lnTo>
                  <a:pt x="2184" y="3374"/>
                </a:lnTo>
                <a:lnTo>
                  <a:pt x="2184" y="3375"/>
                </a:lnTo>
                <a:lnTo>
                  <a:pt x="2185" y="3375"/>
                </a:lnTo>
                <a:lnTo>
                  <a:pt x="2185" y="3376"/>
                </a:lnTo>
                <a:lnTo>
                  <a:pt x="2185" y="3377"/>
                </a:lnTo>
                <a:lnTo>
                  <a:pt x="2185" y="3378"/>
                </a:lnTo>
                <a:lnTo>
                  <a:pt x="2183" y="3379"/>
                </a:lnTo>
                <a:lnTo>
                  <a:pt x="2182" y="3379"/>
                </a:lnTo>
                <a:lnTo>
                  <a:pt x="2181" y="3379"/>
                </a:lnTo>
                <a:lnTo>
                  <a:pt x="2180" y="3379"/>
                </a:lnTo>
                <a:lnTo>
                  <a:pt x="2179" y="3378"/>
                </a:lnTo>
                <a:lnTo>
                  <a:pt x="2178" y="3379"/>
                </a:lnTo>
                <a:lnTo>
                  <a:pt x="2178" y="3380"/>
                </a:lnTo>
                <a:lnTo>
                  <a:pt x="2178" y="3381"/>
                </a:lnTo>
                <a:lnTo>
                  <a:pt x="2178" y="3382"/>
                </a:lnTo>
                <a:lnTo>
                  <a:pt x="2178" y="3383"/>
                </a:lnTo>
                <a:lnTo>
                  <a:pt x="2179" y="3383"/>
                </a:lnTo>
                <a:lnTo>
                  <a:pt x="2179" y="3385"/>
                </a:lnTo>
                <a:lnTo>
                  <a:pt x="2179" y="3386"/>
                </a:lnTo>
                <a:lnTo>
                  <a:pt x="2178" y="3386"/>
                </a:lnTo>
                <a:lnTo>
                  <a:pt x="2178" y="3387"/>
                </a:lnTo>
                <a:lnTo>
                  <a:pt x="2178" y="3388"/>
                </a:lnTo>
                <a:lnTo>
                  <a:pt x="2178" y="3389"/>
                </a:lnTo>
                <a:lnTo>
                  <a:pt x="2177" y="3390"/>
                </a:lnTo>
                <a:lnTo>
                  <a:pt x="2175" y="3390"/>
                </a:lnTo>
                <a:lnTo>
                  <a:pt x="2175" y="3391"/>
                </a:lnTo>
                <a:lnTo>
                  <a:pt x="2175" y="3392"/>
                </a:lnTo>
                <a:lnTo>
                  <a:pt x="2176" y="3393"/>
                </a:lnTo>
                <a:lnTo>
                  <a:pt x="2176" y="3394"/>
                </a:lnTo>
                <a:lnTo>
                  <a:pt x="2176" y="3395"/>
                </a:lnTo>
                <a:lnTo>
                  <a:pt x="2175" y="3395"/>
                </a:lnTo>
                <a:lnTo>
                  <a:pt x="2175" y="3396"/>
                </a:lnTo>
                <a:lnTo>
                  <a:pt x="2173" y="3397"/>
                </a:lnTo>
                <a:lnTo>
                  <a:pt x="2172" y="3397"/>
                </a:lnTo>
                <a:lnTo>
                  <a:pt x="2172" y="3398"/>
                </a:lnTo>
                <a:lnTo>
                  <a:pt x="2171" y="3400"/>
                </a:lnTo>
                <a:lnTo>
                  <a:pt x="2172" y="3401"/>
                </a:lnTo>
                <a:lnTo>
                  <a:pt x="2173" y="3402"/>
                </a:lnTo>
                <a:lnTo>
                  <a:pt x="2174" y="3402"/>
                </a:lnTo>
                <a:lnTo>
                  <a:pt x="2175" y="3402"/>
                </a:lnTo>
                <a:lnTo>
                  <a:pt x="2176" y="3402"/>
                </a:lnTo>
                <a:lnTo>
                  <a:pt x="2177" y="3401"/>
                </a:lnTo>
                <a:lnTo>
                  <a:pt x="2179" y="3401"/>
                </a:lnTo>
                <a:lnTo>
                  <a:pt x="2180" y="3401"/>
                </a:lnTo>
                <a:lnTo>
                  <a:pt x="2179" y="3402"/>
                </a:lnTo>
                <a:lnTo>
                  <a:pt x="2179" y="3403"/>
                </a:lnTo>
                <a:lnTo>
                  <a:pt x="2179" y="3404"/>
                </a:lnTo>
                <a:lnTo>
                  <a:pt x="2179" y="3405"/>
                </a:lnTo>
                <a:lnTo>
                  <a:pt x="2180" y="3405"/>
                </a:lnTo>
                <a:lnTo>
                  <a:pt x="2180" y="3406"/>
                </a:lnTo>
                <a:lnTo>
                  <a:pt x="2181" y="3406"/>
                </a:lnTo>
                <a:lnTo>
                  <a:pt x="2182" y="3407"/>
                </a:lnTo>
                <a:lnTo>
                  <a:pt x="2183" y="3407"/>
                </a:lnTo>
                <a:lnTo>
                  <a:pt x="2183" y="3408"/>
                </a:lnTo>
                <a:lnTo>
                  <a:pt x="2182" y="3409"/>
                </a:lnTo>
                <a:lnTo>
                  <a:pt x="2181" y="3410"/>
                </a:lnTo>
                <a:lnTo>
                  <a:pt x="2180" y="3410"/>
                </a:lnTo>
                <a:lnTo>
                  <a:pt x="2180" y="3411"/>
                </a:lnTo>
                <a:lnTo>
                  <a:pt x="2180" y="3412"/>
                </a:lnTo>
                <a:lnTo>
                  <a:pt x="2179" y="3412"/>
                </a:lnTo>
                <a:lnTo>
                  <a:pt x="2179" y="3413"/>
                </a:lnTo>
                <a:lnTo>
                  <a:pt x="2179" y="3414"/>
                </a:lnTo>
                <a:lnTo>
                  <a:pt x="2178" y="3414"/>
                </a:lnTo>
                <a:lnTo>
                  <a:pt x="2178" y="3415"/>
                </a:lnTo>
                <a:lnTo>
                  <a:pt x="2178" y="3417"/>
                </a:lnTo>
                <a:lnTo>
                  <a:pt x="2178" y="3418"/>
                </a:lnTo>
                <a:lnTo>
                  <a:pt x="2178" y="3419"/>
                </a:lnTo>
                <a:lnTo>
                  <a:pt x="2179" y="3420"/>
                </a:lnTo>
                <a:lnTo>
                  <a:pt x="2180" y="3420"/>
                </a:lnTo>
                <a:lnTo>
                  <a:pt x="2179" y="3420"/>
                </a:lnTo>
                <a:lnTo>
                  <a:pt x="2179" y="3421"/>
                </a:lnTo>
                <a:lnTo>
                  <a:pt x="2178" y="3421"/>
                </a:lnTo>
                <a:lnTo>
                  <a:pt x="2177" y="3421"/>
                </a:lnTo>
                <a:lnTo>
                  <a:pt x="2178" y="3423"/>
                </a:lnTo>
                <a:lnTo>
                  <a:pt x="2179" y="3424"/>
                </a:lnTo>
                <a:lnTo>
                  <a:pt x="2179" y="3425"/>
                </a:lnTo>
                <a:lnTo>
                  <a:pt x="2178" y="3425"/>
                </a:lnTo>
                <a:lnTo>
                  <a:pt x="2177" y="3425"/>
                </a:lnTo>
                <a:lnTo>
                  <a:pt x="2177" y="3426"/>
                </a:lnTo>
                <a:lnTo>
                  <a:pt x="2176" y="3426"/>
                </a:lnTo>
                <a:lnTo>
                  <a:pt x="2175" y="3426"/>
                </a:lnTo>
                <a:lnTo>
                  <a:pt x="2175" y="3425"/>
                </a:lnTo>
                <a:lnTo>
                  <a:pt x="2174" y="3425"/>
                </a:lnTo>
                <a:lnTo>
                  <a:pt x="2172" y="3425"/>
                </a:lnTo>
                <a:lnTo>
                  <a:pt x="2172" y="3424"/>
                </a:lnTo>
                <a:lnTo>
                  <a:pt x="2172" y="3423"/>
                </a:lnTo>
                <a:lnTo>
                  <a:pt x="2172" y="3422"/>
                </a:lnTo>
                <a:lnTo>
                  <a:pt x="2171" y="3421"/>
                </a:lnTo>
                <a:lnTo>
                  <a:pt x="2171" y="3420"/>
                </a:lnTo>
                <a:lnTo>
                  <a:pt x="2170" y="3420"/>
                </a:lnTo>
                <a:lnTo>
                  <a:pt x="2169" y="3420"/>
                </a:lnTo>
                <a:lnTo>
                  <a:pt x="2168" y="3420"/>
                </a:lnTo>
                <a:lnTo>
                  <a:pt x="2167" y="3421"/>
                </a:lnTo>
                <a:lnTo>
                  <a:pt x="2166" y="3421"/>
                </a:lnTo>
                <a:lnTo>
                  <a:pt x="2165" y="3421"/>
                </a:lnTo>
                <a:lnTo>
                  <a:pt x="2165" y="3422"/>
                </a:lnTo>
                <a:lnTo>
                  <a:pt x="2164" y="3422"/>
                </a:lnTo>
                <a:lnTo>
                  <a:pt x="2163" y="3422"/>
                </a:lnTo>
                <a:lnTo>
                  <a:pt x="2163" y="3423"/>
                </a:lnTo>
                <a:lnTo>
                  <a:pt x="2162" y="3423"/>
                </a:lnTo>
                <a:lnTo>
                  <a:pt x="2162" y="3424"/>
                </a:lnTo>
                <a:lnTo>
                  <a:pt x="2161" y="3424"/>
                </a:lnTo>
                <a:lnTo>
                  <a:pt x="2161" y="3425"/>
                </a:lnTo>
                <a:lnTo>
                  <a:pt x="2160" y="3425"/>
                </a:lnTo>
                <a:lnTo>
                  <a:pt x="2160" y="3426"/>
                </a:lnTo>
                <a:lnTo>
                  <a:pt x="2159" y="3426"/>
                </a:lnTo>
                <a:lnTo>
                  <a:pt x="2158" y="3427"/>
                </a:lnTo>
                <a:lnTo>
                  <a:pt x="2157" y="3428"/>
                </a:lnTo>
                <a:lnTo>
                  <a:pt x="2156" y="3428"/>
                </a:lnTo>
                <a:lnTo>
                  <a:pt x="2156" y="3429"/>
                </a:lnTo>
                <a:lnTo>
                  <a:pt x="2156" y="3430"/>
                </a:lnTo>
                <a:lnTo>
                  <a:pt x="2155" y="3430"/>
                </a:lnTo>
                <a:lnTo>
                  <a:pt x="2154" y="3430"/>
                </a:lnTo>
                <a:lnTo>
                  <a:pt x="2154" y="3431"/>
                </a:lnTo>
                <a:lnTo>
                  <a:pt x="2153" y="3432"/>
                </a:lnTo>
                <a:lnTo>
                  <a:pt x="2152" y="3432"/>
                </a:lnTo>
                <a:lnTo>
                  <a:pt x="2152" y="3433"/>
                </a:lnTo>
                <a:lnTo>
                  <a:pt x="2151" y="3433"/>
                </a:lnTo>
                <a:lnTo>
                  <a:pt x="2150" y="3433"/>
                </a:lnTo>
                <a:lnTo>
                  <a:pt x="2149" y="3434"/>
                </a:lnTo>
                <a:lnTo>
                  <a:pt x="2148" y="3435"/>
                </a:lnTo>
                <a:lnTo>
                  <a:pt x="2147" y="3435"/>
                </a:lnTo>
                <a:lnTo>
                  <a:pt x="2146" y="3435"/>
                </a:lnTo>
                <a:lnTo>
                  <a:pt x="2145" y="3435"/>
                </a:lnTo>
                <a:lnTo>
                  <a:pt x="2145" y="3436"/>
                </a:lnTo>
                <a:lnTo>
                  <a:pt x="2145" y="3438"/>
                </a:lnTo>
                <a:lnTo>
                  <a:pt x="2145" y="3439"/>
                </a:lnTo>
                <a:lnTo>
                  <a:pt x="2145" y="3440"/>
                </a:lnTo>
                <a:lnTo>
                  <a:pt x="2144" y="3441"/>
                </a:lnTo>
                <a:lnTo>
                  <a:pt x="2144" y="3440"/>
                </a:lnTo>
                <a:lnTo>
                  <a:pt x="2144" y="3439"/>
                </a:lnTo>
                <a:lnTo>
                  <a:pt x="2144" y="3438"/>
                </a:lnTo>
                <a:lnTo>
                  <a:pt x="2143" y="3437"/>
                </a:lnTo>
                <a:lnTo>
                  <a:pt x="2143" y="3436"/>
                </a:lnTo>
                <a:lnTo>
                  <a:pt x="2143" y="3435"/>
                </a:lnTo>
                <a:lnTo>
                  <a:pt x="2143" y="3434"/>
                </a:lnTo>
                <a:lnTo>
                  <a:pt x="2142" y="3434"/>
                </a:lnTo>
                <a:lnTo>
                  <a:pt x="2142" y="3433"/>
                </a:lnTo>
                <a:lnTo>
                  <a:pt x="2141" y="3433"/>
                </a:lnTo>
                <a:lnTo>
                  <a:pt x="2141" y="3432"/>
                </a:lnTo>
                <a:lnTo>
                  <a:pt x="2140" y="3432"/>
                </a:lnTo>
                <a:lnTo>
                  <a:pt x="2140" y="3431"/>
                </a:lnTo>
                <a:lnTo>
                  <a:pt x="2140" y="3430"/>
                </a:lnTo>
                <a:lnTo>
                  <a:pt x="2139" y="3430"/>
                </a:lnTo>
                <a:lnTo>
                  <a:pt x="2138" y="3430"/>
                </a:lnTo>
                <a:lnTo>
                  <a:pt x="2138" y="3431"/>
                </a:lnTo>
                <a:lnTo>
                  <a:pt x="2137" y="3431"/>
                </a:lnTo>
                <a:lnTo>
                  <a:pt x="2137" y="3430"/>
                </a:lnTo>
                <a:lnTo>
                  <a:pt x="2136" y="3430"/>
                </a:lnTo>
                <a:lnTo>
                  <a:pt x="2136" y="3431"/>
                </a:lnTo>
                <a:lnTo>
                  <a:pt x="2135" y="3431"/>
                </a:lnTo>
                <a:lnTo>
                  <a:pt x="2134" y="3431"/>
                </a:lnTo>
                <a:lnTo>
                  <a:pt x="2134" y="3430"/>
                </a:lnTo>
                <a:lnTo>
                  <a:pt x="2134" y="3429"/>
                </a:lnTo>
                <a:lnTo>
                  <a:pt x="2133" y="3429"/>
                </a:lnTo>
                <a:lnTo>
                  <a:pt x="2133" y="3428"/>
                </a:lnTo>
                <a:lnTo>
                  <a:pt x="2132" y="3427"/>
                </a:lnTo>
                <a:lnTo>
                  <a:pt x="2132" y="3426"/>
                </a:lnTo>
                <a:lnTo>
                  <a:pt x="2132" y="3425"/>
                </a:lnTo>
                <a:lnTo>
                  <a:pt x="2131" y="3425"/>
                </a:lnTo>
                <a:lnTo>
                  <a:pt x="2131" y="3424"/>
                </a:lnTo>
                <a:lnTo>
                  <a:pt x="2130" y="3424"/>
                </a:lnTo>
                <a:lnTo>
                  <a:pt x="2130" y="3423"/>
                </a:lnTo>
                <a:lnTo>
                  <a:pt x="2129" y="3423"/>
                </a:lnTo>
                <a:lnTo>
                  <a:pt x="2128" y="3423"/>
                </a:lnTo>
                <a:lnTo>
                  <a:pt x="2128" y="3422"/>
                </a:lnTo>
                <a:lnTo>
                  <a:pt x="2127" y="3421"/>
                </a:lnTo>
                <a:lnTo>
                  <a:pt x="2126" y="3421"/>
                </a:lnTo>
                <a:lnTo>
                  <a:pt x="2125" y="3421"/>
                </a:lnTo>
                <a:lnTo>
                  <a:pt x="2124" y="3421"/>
                </a:lnTo>
                <a:lnTo>
                  <a:pt x="2123" y="3421"/>
                </a:lnTo>
                <a:lnTo>
                  <a:pt x="2122" y="3421"/>
                </a:lnTo>
                <a:lnTo>
                  <a:pt x="2121" y="3421"/>
                </a:lnTo>
                <a:lnTo>
                  <a:pt x="2119" y="3421"/>
                </a:lnTo>
                <a:lnTo>
                  <a:pt x="2118" y="3421"/>
                </a:lnTo>
                <a:lnTo>
                  <a:pt x="2118" y="3420"/>
                </a:lnTo>
                <a:lnTo>
                  <a:pt x="2117" y="3420"/>
                </a:lnTo>
                <a:lnTo>
                  <a:pt x="2117" y="3419"/>
                </a:lnTo>
                <a:lnTo>
                  <a:pt x="2116" y="3419"/>
                </a:lnTo>
                <a:lnTo>
                  <a:pt x="2115" y="3419"/>
                </a:lnTo>
                <a:lnTo>
                  <a:pt x="2115" y="3418"/>
                </a:lnTo>
                <a:lnTo>
                  <a:pt x="2114" y="3417"/>
                </a:lnTo>
                <a:lnTo>
                  <a:pt x="2114" y="3416"/>
                </a:lnTo>
                <a:lnTo>
                  <a:pt x="2113" y="3416"/>
                </a:lnTo>
                <a:lnTo>
                  <a:pt x="2113" y="3415"/>
                </a:lnTo>
                <a:lnTo>
                  <a:pt x="2113" y="3414"/>
                </a:lnTo>
                <a:lnTo>
                  <a:pt x="2112" y="3413"/>
                </a:lnTo>
                <a:lnTo>
                  <a:pt x="2111" y="3413"/>
                </a:lnTo>
                <a:lnTo>
                  <a:pt x="2110" y="3413"/>
                </a:lnTo>
                <a:lnTo>
                  <a:pt x="2109" y="3413"/>
                </a:lnTo>
                <a:lnTo>
                  <a:pt x="2109" y="3412"/>
                </a:lnTo>
                <a:lnTo>
                  <a:pt x="2108" y="3412"/>
                </a:lnTo>
                <a:lnTo>
                  <a:pt x="2108" y="3411"/>
                </a:lnTo>
                <a:lnTo>
                  <a:pt x="2107" y="3411"/>
                </a:lnTo>
                <a:lnTo>
                  <a:pt x="2106" y="3411"/>
                </a:lnTo>
                <a:lnTo>
                  <a:pt x="2105" y="3410"/>
                </a:lnTo>
                <a:lnTo>
                  <a:pt x="2104" y="3409"/>
                </a:lnTo>
                <a:lnTo>
                  <a:pt x="2103" y="3409"/>
                </a:lnTo>
                <a:lnTo>
                  <a:pt x="2102" y="3409"/>
                </a:lnTo>
                <a:lnTo>
                  <a:pt x="2101" y="3410"/>
                </a:lnTo>
                <a:lnTo>
                  <a:pt x="2101" y="3409"/>
                </a:lnTo>
                <a:lnTo>
                  <a:pt x="2100" y="3409"/>
                </a:lnTo>
                <a:lnTo>
                  <a:pt x="2099" y="3409"/>
                </a:lnTo>
                <a:lnTo>
                  <a:pt x="2099" y="3408"/>
                </a:lnTo>
                <a:lnTo>
                  <a:pt x="2098" y="3408"/>
                </a:lnTo>
                <a:lnTo>
                  <a:pt x="2098" y="3407"/>
                </a:lnTo>
                <a:lnTo>
                  <a:pt x="2097" y="3407"/>
                </a:lnTo>
                <a:lnTo>
                  <a:pt x="2097" y="3406"/>
                </a:lnTo>
                <a:lnTo>
                  <a:pt x="2097" y="3405"/>
                </a:lnTo>
                <a:lnTo>
                  <a:pt x="2096" y="3404"/>
                </a:lnTo>
                <a:lnTo>
                  <a:pt x="2095" y="3403"/>
                </a:lnTo>
                <a:lnTo>
                  <a:pt x="2095" y="3402"/>
                </a:lnTo>
                <a:lnTo>
                  <a:pt x="2095" y="3401"/>
                </a:lnTo>
                <a:lnTo>
                  <a:pt x="2095" y="3400"/>
                </a:lnTo>
                <a:lnTo>
                  <a:pt x="2094" y="3399"/>
                </a:lnTo>
                <a:lnTo>
                  <a:pt x="2094" y="3398"/>
                </a:lnTo>
                <a:lnTo>
                  <a:pt x="2093" y="3397"/>
                </a:lnTo>
                <a:lnTo>
                  <a:pt x="2092" y="3397"/>
                </a:lnTo>
                <a:lnTo>
                  <a:pt x="2091" y="3397"/>
                </a:lnTo>
                <a:lnTo>
                  <a:pt x="2090" y="3396"/>
                </a:lnTo>
                <a:lnTo>
                  <a:pt x="2090" y="3395"/>
                </a:lnTo>
                <a:lnTo>
                  <a:pt x="2089" y="3394"/>
                </a:lnTo>
                <a:lnTo>
                  <a:pt x="2088" y="3394"/>
                </a:lnTo>
                <a:lnTo>
                  <a:pt x="2087" y="3394"/>
                </a:lnTo>
                <a:lnTo>
                  <a:pt x="2086" y="3393"/>
                </a:lnTo>
                <a:lnTo>
                  <a:pt x="2086" y="3392"/>
                </a:lnTo>
                <a:lnTo>
                  <a:pt x="2085" y="3392"/>
                </a:lnTo>
                <a:lnTo>
                  <a:pt x="2084" y="3392"/>
                </a:lnTo>
                <a:lnTo>
                  <a:pt x="2083" y="3392"/>
                </a:lnTo>
                <a:lnTo>
                  <a:pt x="2082" y="3392"/>
                </a:lnTo>
                <a:lnTo>
                  <a:pt x="2081" y="3393"/>
                </a:lnTo>
                <a:lnTo>
                  <a:pt x="2081" y="3392"/>
                </a:lnTo>
                <a:lnTo>
                  <a:pt x="2080" y="3392"/>
                </a:lnTo>
                <a:lnTo>
                  <a:pt x="2080" y="3389"/>
                </a:lnTo>
                <a:lnTo>
                  <a:pt x="2080" y="3386"/>
                </a:lnTo>
                <a:lnTo>
                  <a:pt x="2079" y="3386"/>
                </a:lnTo>
                <a:lnTo>
                  <a:pt x="2078" y="3383"/>
                </a:lnTo>
                <a:lnTo>
                  <a:pt x="2077" y="3382"/>
                </a:lnTo>
                <a:lnTo>
                  <a:pt x="2076" y="3381"/>
                </a:lnTo>
                <a:lnTo>
                  <a:pt x="2074" y="3380"/>
                </a:lnTo>
                <a:lnTo>
                  <a:pt x="2073" y="3380"/>
                </a:lnTo>
                <a:lnTo>
                  <a:pt x="2072" y="3380"/>
                </a:lnTo>
                <a:lnTo>
                  <a:pt x="2071" y="3381"/>
                </a:lnTo>
                <a:lnTo>
                  <a:pt x="2070" y="3381"/>
                </a:lnTo>
                <a:lnTo>
                  <a:pt x="2070" y="3382"/>
                </a:lnTo>
                <a:lnTo>
                  <a:pt x="2070" y="3383"/>
                </a:lnTo>
                <a:lnTo>
                  <a:pt x="2070" y="3384"/>
                </a:lnTo>
                <a:lnTo>
                  <a:pt x="2070" y="3385"/>
                </a:lnTo>
                <a:lnTo>
                  <a:pt x="2068" y="3385"/>
                </a:lnTo>
                <a:lnTo>
                  <a:pt x="2067" y="3384"/>
                </a:lnTo>
                <a:lnTo>
                  <a:pt x="2066" y="3384"/>
                </a:lnTo>
                <a:lnTo>
                  <a:pt x="2065" y="3384"/>
                </a:lnTo>
                <a:lnTo>
                  <a:pt x="2064" y="3383"/>
                </a:lnTo>
                <a:lnTo>
                  <a:pt x="2063" y="3383"/>
                </a:lnTo>
                <a:lnTo>
                  <a:pt x="2062" y="3383"/>
                </a:lnTo>
                <a:lnTo>
                  <a:pt x="2061" y="3382"/>
                </a:lnTo>
                <a:lnTo>
                  <a:pt x="2060" y="3382"/>
                </a:lnTo>
                <a:lnTo>
                  <a:pt x="2059" y="3381"/>
                </a:lnTo>
                <a:lnTo>
                  <a:pt x="2058" y="3380"/>
                </a:lnTo>
                <a:lnTo>
                  <a:pt x="2058" y="3378"/>
                </a:lnTo>
                <a:lnTo>
                  <a:pt x="2058" y="3377"/>
                </a:lnTo>
                <a:lnTo>
                  <a:pt x="2058" y="3376"/>
                </a:lnTo>
                <a:lnTo>
                  <a:pt x="2058" y="3373"/>
                </a:lnTo>
                <a:lnTo>
                  <a:pt x="2058" y="3372"/>
                </a:lnTo>
                <a:lnTo>
                  <a:pt x="2058" y="3370"/>
                </a:lnTo>
                <a:lnTo>
                  <a:pt x="2057" y="3370"/>
                </a:lnTo>
                <a:lnTo>
                  <a:pt x="2056" y="3370"/>
                </a:lnTo>
                <a:lnTo>
                  <a:pt x="2054" y="3369"/>
                </a:lnTo>
                <a:lnTo>
                  <a:pt x="2052" y="3369"/>
                </a:lnTo>
                <a:lnTo>
                  <a:pt x="2051" y="3370"/>
                </a:lnTo>
                <a:lnTo>
                  <a:pt x="2050" y="3370"/>
                </a:lnTo>
                <a:lnTo>
                  <a:pt x="2049" y="3370"/>
                </a:lnTo>
                <a:lnTo>
                  <a:pt x="2048" y="3370"/>
                </a:lnTo>
                <a:lnTo>
                  <a:pt x="2045" y="3370"/>
                </a:lnTo>
                <a:lnTo>
                  <a:pt x="2044" y="3370"/>
                </a:lnTo>
                <a:lnTo>
                  <a:pt x="2042" y="3370"/>
                </a:lnTo>
                <a:lnTo>
                  <a:pt x="2040" y="3370"/>
                </a:lnTo>
                <a:lnTo>
                  <a:pt x="2039" y="3370"/>
                </a:lnTo>
                <a:lnTo>
                  <a:pt x="2038" y="3370"/>
                </a:lnTo>
                <a:lnTo>
                  <a:pt x="2037" y="3370"/>
                </a:lnTo>
                <a:lnTo>
                  <a:pt x="2036" y="3370"/>
                </a:lnTo>
                <a:lnTo>
                  <a:pt x="2035" y="3371"/>
                </a:lnTo>
                <a:lnTo>
                  <a:pt x="2034" y="3372"/>
                </a:lnTo>
                <a:lnTo>
                  <a:pt x="2033" y="3372"/>
                </a:lnTo>
                <a:lnTo>
                  <a:pt x="2031" y="3372"/>
                </a:lnTo>
                <a:lnTo>
                  <a:pt x="2028" y="3372"/>
                </a:lnTo>
                <a:lnTo>
                  <a:pt x="2026" y="3371"/>
                </a:lnTo>
                <a:lnTo>
                  <a:pt x="2025" y="3371"/>
                </a:lnTo>
                <a:lnTo>
                  <a:pt x="2024" y="3371"/>
                </a:lnTo>
                <a:lnTo>
                  <a:pt x="2024" y="3370"/>
                </a:lnTo>
                <a:lnTo>
                  <a:pt x="2023" y="3370"/>
                </a:lnTo>
                <a:lnTo>
                  <a:pt x="2023" y="3369"/>
                </a:lnTo>
                <a:lnTo>
                  <a:pt x="2022" y="3369"/>
                </a:lnTo>
                <a:lnTo>
                  <a:pt x="2022" y="3368"/>
                </a:lnTo>
                <a:lnTo>
                  <a:pt x="2022" y="3367"/>
                </a:lnTo>
                <a:lnTo>
                  <a:pt x="2021" y="3367"/>
                </a:lnTo>
                <a:lnTo>
                  <a:pt x="2021" y="3366"/>
                </a:lnTo>
                <a:lnTo>
                  <a:pt x="2020" y="3366"/>
                </a:lnTo>
                <a:lnTo>
                  <a:pt x="2020" y="3365"/>
                </a:lnTo>
                <a:lnTo>
                  <a:pt x="2019" y="3365"/>
                </a:lnTo>
                <a:lnTo>
                  <a:pt x="2018" y="3365"/>
                </a:lnTo>
                <a:lnTo>
                  <a:pt x="2017" y="3365"/>
                </a:lnTo>
                <a:lnTo>
                  <a:pt x="2016" y="3365"/>
                </a:lnTo>
                <a:lnTo>
                  <a:pt x="2016" y="3364"/>
                </a:lnTo>
                <a:lnTo>
                  <a:pt x="2016" y="3363"/>
                </a:lnTo>
                <a:lnTo>
                  <a:pt x="2016" y="3361"/>
                </a:lnTo>
                <a:lnTo>
                  <a:pt x="2016" y="3360"/>
                </a:lnTo>
                <a:lnTo>
                  <a:pt x="2016" y="3359"/>
                </a:lnTo>
                <a:lnTo>
                  <a:pt x="2015" y="3359"/>
                </a:lnTo>
                <a:lnTo>
                  <a:pt x="2014" y="3359"/>
                </a:lnTo>
                <a:lnTo>
                  <a:pt x="2014" y="3358"/>
                </a:lnTo>
                <a:lnTo>
                  <a:pt x="2014" y="3357"/>
                </a:lnTo>
                <a:lnTo>
                  <a:pt x="2013" y="3357"/>
                </a:lnTo>
                <a:lnTo>
                  <a:pt x="2012" y="3357"/>
                </a:lnTo>
                <a:lnTo>
                  <a:pt x="2011" y="3358"/>
                </a:lnTo>
                <a:lnTo>
                  <a:pt x="2010" y="3358"/>
                </a:lnTo>
                <a:lnTo>
                  <a:pt x="2009" y="3357"/>
                </a:lnTo>
                <a:lnTo>
                  <a:pt x="2008" y="3357"/>
                </a:lnTo>
                <a:lnTo>
                  <a:pt x="2007" y="3357"/>
                </a:lnTo>
                <a:lnTo>
                  <a:pt x="2006" y="3358"/>
                </a:lnTo>
                <a:lnTo>
                  <a:pt x="2005" y="3359"/>
                </a:lnTo>
                <a:lnTo>
                  <a:pt x="2004" y="3359"/>
                </a:lnTo>
                <a:lnTo>
                  <a:pt x="2003" y="3360"/>
                </a:lnTo>
                <a:lnTo>
                  <a:pt x="2002" y="3360"/>
                </a:lnTo>
                <a:lnTo>
                  <a:pt x="2002" y="3359"/>
                </a:lnTo>
                <a:lnTo>
                  <a:pt x="2001" y="3359"/>
                </a:lnTo>
                <a:lnTo>
                  <a:pt x="2001" y="3358"/>
                </a:lnTo>
                <a:lnTo>
                  <a:pt x="2000" y="3358"/>
                </a:lnTo>
                <a:lnTo>
                  <a:pt x="1999" y="3358"/>
                </a:lnTo>
                <a:lnTo>
                  <a:pt x="1999" y="3359"/>
                </a:lnTo>
                <a:lnTo>
                  <a:pt x="1998" y="3358"/>
                </a:lnTo>
                <a:lnTo>
                  <a:pt x="1997" y="3358"/>
                </a:lnTo>
                <a:lnTo>
                  <a:pt x="1996" y="3359"/>
                </a:lnTo>
                <a:lnTo>
                  <a:pt x="1995" y="3359"/>
                </a:lnTo>
                <a:lnTo>
                  <a:pt x="1994" y="3359"/>
                </a:lnTo>
                <a:lnTo>
                  <a:pt x="1993" y="3360"/>
                </a:lnTo>
                <a:lnTo>
                  <a:pt x="1991" y="3360"/>
                </a:lnTo>
                <a:lnTo>
                  <a:pt x="1990" y="3360"/>
                </a:lnTo>
                <a:lnTo>
                  <a:pt x="1989" y="3360"/>
                </a:lnTo>
                <a:lnTo>
                  <a:pt x="1989" y="3361"/>
                </a:lnTo>
                <a:lnTo>
                  <a:pt x="1988" y="3361"/>
                </a:lnTo>
                <a:lnTo>
                  <a:pt x="1987" y="3362"/>
                </a:lnTo>
                <a:lnTo>
                  <a:pt x="1986" y="3362"/>
                </a:lnTo>
                <a:lnTo>
                  <a:pt x="1986" y="3363"/>
                </a:lnTo>
                <a:lnTo>
                  <a:pt x="1985" y="3363"/>
                </a:lnTo>
                <a:lnTo>
                  <a:pt x="1984" y="3363"/>
                </a:lnTo>
                <a:lnTo>
                  <a:pt x="1984" y="3364"/>
                </a:lnTo>
                <a:lnTo>
                  <a:pt x="1983" y="3364"/>
                </a:lnTo>
                <a:lnTo>
                  <a:pt x="1982" y="3364"/>
                </a:lnTo>
                <a:lnTo>
                  <a:pt x="1981" y="3365"/>
                </a:lnTo>
                <a:lnTo>
                  <a:pt x="1980" y="3365"/>
                </a:lnTo>
                <a:lnTo>
                  <a:pt x="1979" y="3366"/>
                </a:lnTo>
                <a:lnTo>
                  <a:pt x="1978" y="3366"/>
                </a:lnTo>
                <a:lnTo>
                  <a:pt x="1977" y="3366"/>
                </a:lnTo>
                <a:lnTo>
                  <a:pt x="1976" y="3367"/>
                </a:lnTo>
                <a:lnTo>
                  <a:pt x="1975" y="3367"/>
                </a:lnTo>
                <a:lnTo>
                  <a:pt x="1974" y="3368"/>
                </a:lnTo>
                <a:lnTo>
                  <a:pt x="1973" y="3368"/>
                </a:lnTo>
                <a:lnTo>
                  <a:pt x="1972" y="3368"/>
                </a:lnTo>
                <a:lnTo>
                  <a:pt x="1971" y="3368"/>
                </a:lnTo>
                <a:lnTo>
                  <a:pt x="1970" y="3368"/>
                </a:lnTo>
                <a:lnTo>
                  <a:pt x="1970" y="3369"/>
                </a:lnTo>
                <a:lnTo>
                  <a:pt x="1969" y="3369"/>
                </a:lnTo>
                <a:lnTo>
                  <a:pt x="1968" y="3369"/>
                </a:lnTo>
                <a:lnTo>
                  <a:pt x="1967" y="3369"/>
                </a:lnTo>
                <a:lnTo>
                  <a:pt x="1966" y="3369"/>
                </a:lnTo>
                <a:lnTo>
                  <a:pt x="1965" y="3369"/>
                </a:lnTo>
                <a:lnTo>
                  <a:pt x="1964" y="3369"/>
                </a:lnTo>
                <a:lnTo>
                  <a:pt x="1963" y="3369"/>
                </a:lnTo>
                <a:lnTo>
                  <a:pt x="1962" y="3370"/>
                </a:lnTo>
                <a:lnTo>
                  <a:pt x="1961" y="3370"/>
                </a:lnTo>
                <a:lnTo>
                  <a:pt x="1960" y="3371"/>
                </a:lnTo>
                <a:lnTo>
                  <a:pt x="1959" y="3371"/>
                </a:lnTo>
                <a:lnTo>
                  <a:pt x="1958" y="3371"/>
                </a:lnTo>
                <a:lnTo>
                  <a:pt x="1958" y="3372"/>
                </a:lnTo>
                <a:lnTo>
                  <a:pt x="1957" y="3372"/>
                </a:lnTo>
                <a:lnTo>
                  <a:pt x="1957" y="3373"/>
                </a:lnTo>
                <a:lnTo>
                  <a:pt x="1956" y="3373"/>
                </a:lnTo>
                <a:lnTo>
                  <a:pt x="1955" y="3374"/>
                </a:lnTo>
                <a:lnTo>
                  <a:pt x="1955" y="3375"/>
                </a:lnTo>
                <a:lnTo>
                  <a:pt x="1954" y="3376"/>
                </a:lnTo>
                <a:lnTo>
                  <a:pt x="1954" y="3377"/>
                </a:lnTo>
                <a:lnTo>
                  <a:pt x="1954" y="3378"/>
                </a:lnTo>
                <a:lnTo>
                  <a:pt x="1953" y="3379"/>
                </a:lnTo>
                <a:lnTo>
                  <a:pt x="1953" y="3380"/>
                </a:lnTo>
                <a:lnTo>
                  <a:pt x="1952" y="3381"/>
                </a:lnTo>
                <a:lnTo>
                  <a:pt x="1952" y="3382"/>
                </a:lnTo>
                <a:lnTo>
                  <a:pt x="1952" y="3383"/>
                </a:lnTo>
                <a:lnTo>
                  <a:pt x="1951" y="3384"/>
                </a:lnTo>
                <a:lnTo>
                  <a:pt x="1951" y="3385"/>
                </a:lnTo>
                <a:lnTo>
                  <a:pt x="1950" y="3386"/>
                </a:lnTo>
                <a:lnTo>
                  <a:pt x="1949" y="3386"/>
                </a:lnTo>
                <a:lnTo>
                  <a:pt x="1949" y="3387"/>
                </a:lnTo>
                <a:lnTo>
                  <a:pt x="1948" y="3387"/>
                </a:lnTo>
                <a:lnTo>
                  <a:pt x="1947" y="3387"/>
                </a:lnTo>
                <a:lnTo>
                  <a:pt x="1946" y="3388"/>
                </a:lnTo>
                <a:lnTo>
                  <a:pt x="1946" y="3389"/>
                </a:lnTo>
                <a:lnTo>
                  <a:pt x="1945" y="3390"/>
                </a:lnTo>
                <a:lnTo>
                  <a:pt x="1944" y="3390"/>
                </a:lnTo>
                <a:lnTo>
                  <a:pt x="1944" y="3391"/>
                </a:lnTo>
                <a:lnTo>
                  <a:pt x="1943" y="3391"/>
                </a:lnTo>
                <a:lnTo>
                  <a:pt x="1943" y="3392"/>
                </a:lnTo>
                <a:lnTo>
                  <a:pt x="1942" y="3393"/>
                </a:lnTo>
                <a:lnTo>
                  <a:pt x="1941" y="3394"/>
                </a:lnTo>
                <a:lnTo>
                  <a:pt x="1941" y="3395"/>
                </a:lnTo>
                <a:lnTo>
                  <a:pt x="1939" y="3397"/>
                </a:lnTo>
                <a:lnTo>
                  <a:pt x="1937" y="3399"/>
                </a:lnTo>
                <a:lnTo>
                  <a:pt x="1936" y="3399"/>
                </a:lnTo>
                <a:lnTo>
                  <a:pt x="1935" y="3400"/>
                </a:lnTo>
                <a:lnTo>
                  <a:pt x="1933" y="3400"/>
                </a:lnTo>
                <a:lnTo>
                  <a:pt x="1933" y="3401"/>
                </a:lnTo>
                <a:lnTo>
                  <a:pt x="1932" y="3401"/>
                </a:lnTo>
                <a:lnTo>
                  <a:pt x="1931" y="3401"/>
                </a:lnTo>
                <a:lnTo>
                  <a:pt x="1930" y="3401"/>
                </a:lnTo>
                <a:lnTo>
                  <a:pt x="1929" y="3402"/>
                </a:lnTo>
                <a:lnTo>
                  <a:pt x="1928" y="3402"/>
                </a:lnTo>
                <a:lnTo>
                  <a:pt x="1927" y="3403"/>
                </a:lnTo>
                <a:lnTo>
                  <a:pt x="1926" y="3403"/>
                </a:lnTo>
                <a:lnTo>
                  <a:pt x="1925" y="3403"/>
                </a:lnTo>
                <a:lnTo>
                  <a:pt x="1924" y="3404"/>
                </a:lnTo>
                <a:lnTo>
                  <a:pt x="1923" y="3404"/>
                </a:lnTo>
                <a:lnTo>
                  <a:pt x="1922" y="3405"/>
                </a:lnTo>
                <a:lnTo>
                  <a:pt x="1921" y="3405"/>
                </a:lnTo>
                <a:lnTo>
                  <a:pt x="1920" y="3405"/>
                </a:lnTo>
                <a:lnTo>
                  <a:pt x="1920" y="3406"/>
                </a:lnTo>
                <a:lnTo>
                  <a:pt x="1919" y="3406"/>
                </a:lnTo>
                <a:lnTo>
                  <a:pt x="1918" y="3406"/>
                </a:lnTo>
                <a:lnTo>
                  <a:pt x="1918" y="3407"/>
                </a:lnTo>
                <a:lnTo>
                  <a:pt x="1917" y="3407"/>
                </a:lnTo>
                <a:lnTo>
                  <a:pt x="1916" y="3407"/>
                </a:lnTo>
                <a:lnTo>
                  <a:pt x="1915" y="3407"/>
                </a:lnTo>
                <a:lnTo>
                  <a:pt x="1914" y="3407"/>
                </a:lnTo>
                <a:lnTo>
                  <a:pt x="1914" y="3408"/>
                </a:lnTo>
                <a:lnTo>
                  <a:pt x="1913" y="3408"/>
                </a:lnTo>
                <a:lnTo>
                  <a:pt x="1911" y="3408"/>
                </a:lnTo>
                <a:lnTo>
                  <a:pt x="1910" y="3408"/>
                </a:lnTo>
                <a:lnTo>
                  <a:pt x="1909" y="3408"/>
                </a:lnTo>
                <a:lnTo>
                  <a:pt x="1909" y="3409"/>
                </a:lnTo>
                <a:lnTo>
                  <a:pt x="1908" y="3409"/>
                </a:lnTo>
                <a:lnTo>
                  <a:pt x="1907" y="3410"/>
                </a:lnTo>
                <a:lnTo>
                  <a:pt x="1906" y="3410"/>
                </a:lnTo>
                <a:lnTo>
                  <a:pt x="1905" y="3410"/>
                </a:lnTo>
                <a:lnTo>
                  <a:pt x="1904" y="3410"/>
                </a:lnTo>
                <a:lnTo>
                  <a:pt x="1903" y="3411"/>
                </a:lnTo>
                <a:lnTo>
                  <a:pt x="1903" y="3410"/>
                </a:lnTo>
                <a:lnTo>
                  <a:pt x="1902" y="3410"/>
                </a:lnTo>
                <a:lnTo>
                  <a:pt x="1902" y="3411"/>
                </a:lnTo>
                <a:lnTo>
                  <a:pt x="1901" y="3411"/>
                </a:lnTo>
                <a:lnTo>
                  <a:pt x="1901" y="3410"/>
                </a:lnTo>
                <a:lnTo>
                  <a:pt x="1900" y="3410"/>
                </a:lnTo>
                <a:lnTo>
                  <a:pt x="1899" y="3411"/>
                </a:lnTo>
                <a:lnTo>
                  <a:pt x="1899" y="3412"/>
                </a:lnTo>
                <a:lnTo>
                  <a:pt x="1898" y="3412"/>
                </a:lnTo>
                <a:lnTo>
                  <a:pt x="1898" y="3413"/>
                </a:lnTo>
                <a:lnTo>
                  <a:pt x="1897" y="3413"/>
                </a:lnTo>
                <a:lnTo>
                  <a:pt x="1896" y="3412"/>
                </a:lnTo>
                <a:lnTo>
                  <a:pt x="1895" y="3412"/>
                </a:lnTo>
                <a:lnTo>
                  <a:pt x="1894" y="3412"/>
                </a:lnTo>
                <a:lnTo>
                  <a:pt x="1893" y="3412"/>
                </a:lnTo>
                <a:lnTo>
                  <a:pt x="1893" y="3411"/>
                </a:lnTo>
                <a:lnTo>
                  <a:pt x="1892" y="3411"/>
                </a:lnTo>
                <a:lnTo>
                  <a:pt x="1891" y="3411"/>
                </a:lnTo>
                <a:lnTo>
                  <a:pt x="1890" y="3411"/>
                </a:lnTo>
                <a:lnTo>
                  <a:pt x="1889" y="3411"/>
                </a:lnTo>
                <a:lnTo>
                  <a:pt x="1888" y="3411"/>
                </a:lnTo>
                <a:lnTo>
                  <a:pt x="1888" y="3412"/>
                </a:lnTo>
                <a:lnTo>
                  <a:pt x="1887" y="3412"/>
                </a:lnTo>
                <a:lnTo>
                  <a:pt x="1886" y="3412"/>
                </a:lnTo>
                <a:lnTo>
                  <a:pt x="1885" y="3412"/>
                </a:lnTo>
                <a:lnTo>
                  <a:pt x="1884" y="3412"/>
                </a:lnTo>
                <a:lnTo>
                  <a:pt x="1884" y="3413"/>
                </a:lnTo>
                <a:lnTo>
                  <a:pt x="1883" y="3413"/>
                </a:lnTo>
                <a:lnTo>
                  <a:pt x="1883" y="3412"/>
                </a:lnTo>
                <a:lnTo>
                  <a:pt x="1882" y="3412"/>
                </a:lnTo>
                <a:lnTo>
                  <a:pt x="1881" y="3411"/>
                </a:lnTo>
                <a:lnTo>
                  <a:pt x="1880" y="3411"/>
                </a:lnTo>
                <a:lnTo>
                  <a:pt x="1880" y="3410"/>
                </a:lnTo>
                <a:lnTo>
                  <a:pt x="1881" y="3410"/>
                </a:lnTo>
                <a:lnTo>
                  <a:pt x="1881" y="3409"/>
                </a:lnTo>
                <a:lnTo>
                  <a:pt x="1880" y="3409"/>
                </a:lnTo>
                <a:lnTo>
                  <a:pt x="1879" y="3409"/>
                </a:lnTo>
                <a:lnTo>
                  <a:pt x="1879" y="3408"/>
                </a:lnTo>
                <a:lnTo>
                  <a:pt x="1878" y="3408"/>
                </a:lnTo>
                <a:lnTo>
                  <a:pt x="1877" y="3408"/>
                </a:lnTo>
                <a:lnTo>
                  <a:pt x="1876" y="3408"/>
                </a:lnTo>
                <a:lnTo>
                  <a:pt x="1875" y="3408"/>
                </a:lnTo>
                <a:lnTo>
                  <a:pt x="1874" y="3409"/>
                </a:lnTo>
                <a:lnTo>
                  <a:pt x="1873" y="3409"/>
                </a:lnTo>
                <a:lnTo>
                  <a:pt x="1873" y="3410"/>
                </a:lnTo>
                <a:lnTo>
                  <a:pt x="1874" y="3410"/>
                </a:lnTo>
                <a:lnTo>
                  <a:pt x="1873" y="3411"/>
                </a:lnTo>
                <a:lnTo>
                  <a:pt x="1873" y="3412"/>
                </a:lnTo>
                <a:lnTo>
                  <a:pt x="1872" y="3412"/>
                </a:lnTo>
                <a:lnTo>
                  <a:pt x="1872" y="3411"/>
                </a:lnTo>
                <a:lnTo>
                  <a:pt x="1871" y="3411"/>
                </a:lnTo>
                <a:lnTo>
                  <a:pt x="1871" y="3412"/>
                </a:lnTo>
                <a:lnTo>
                  <a:pt x="1870" y="3412"/>
                </a:lnTo>
                <a:lnTo>
                  <a:pt x="1869" y="3412"/>
                </a:lnTo>
                <a:lnTo>
                  <a:pt x="1868" y="3412"/>
                </a:lnTo>
                <a:lnTo>
                  <a:pt x="1867" y="3412"/>
                </a:lnTo>
                <a:lnTo>
                  <a:pt x="1866" y="3412"/>
                </a:lnTo>
                <a:lnTo>
                  <a:pt x="1865" y="3412"/>
                </a:lnTo>
                <a:lnTo>
                  <a:pt x="1863" y="3413"/>
                </a:lnTo>
                <a:lnTo>
                  <a:pt x="1861" y="3413"/>
                </a:lnTo>
                <a:lnTo>
                  <a:pt x="1861" y="3414"/>
                </a:lnTo>
                <a:lnTo>
                  <a:pt x="1860" y="3414"/>
                </a:lnTo>
                <a:lnTo>
                  <a:pt x="1859" y="3415"/>
                </a:lnTo>
                <a:lnTo>
                  <a:pt x="1859" y="3416"/>
                </a:lnTo>
                <a:lnTo>
                  <a:pt x="1858" y="3416"/>
                </a:lnTo>
                <a:lnTo>
                  <a:pt x="1857" y="3416"/>
                </a:lnTo>
                <a:lnTo>
                  <a:pt x="1856" y="3417"/>
                </a:lnTo>
                <a:lnTo>
                  <a:pt x="1855" y="3417"/>
                </a:lnTo>
                <a:lnTo>
                  <a:pt x="1854" y="3417"/>
                </a:lnTo>
                <a:lnTo>
                  <a:pt x="1851" y="3417"/>
                </a:lnTo>
                <a:lnTo>
                  <a:pt x="1850" y="3417"/>
                </a:lnTo>
                <a:lnTo>
                  <a:pt x="1849" y="3417"/>
                </a:lnTo>
                <a:lnTo>
                  <a:pt x="1848" y="3417"/>
                </a:lnTo>
                <a:lnTo>
                  <a:pt x="1848" y="3418"/>
                </a:lnTo>
                <a:lnTo>
                  <a:pt x="1848" y="3420"/>
                </a:lnTo>
                <a:lnTo>
                  <a:pt x="1848" y="3421"/>
                </a:lnTo>
                <a:lnTo>
                  <a:pt x="1847" y="3421"/>
                </a:lnTo>
                <a:lnTo>
                  <a:pt x="1846" y="3422"/>
                </a:lnTo>
                <a:lnTo>
                  <a:pt x="1845" y="3422"/>
                </a:lnTo>
                <a:lnTo>
                  <a:pt x="1844" y="3422"/>
                </a:lnTo>
                <a:lnTo>
                  <a:pt x="1844" y="3423"/>
                </a:lnTo>
                <a:lnTo>
                  <a:pt x="1843" y="3423"/>
                </a:lnTo>
                <a:lnTo>
                  <a:pt x="1843" y="3424"/>
                </a:lnTo>
                <a:lnTo>
                  <a:pt x="1842" y="3425"/>
                </a:lnTo>
                <a:lnTo>
                  <a:pt x="1841" y="3425"/>
                </a:lnTo>
                <a:lnTo>
                  <a:pt x="1841" y="3426"/>
                </a:lnTo>
                <a:lnTo>
                  <a:pt x="1840" y="3426"/>
                </a:lnTo>
                <a:lnTo>
                  <a:pt x="1840" y="3427"/>
                </a:lnTo>
                <a:lnTo>
                  <a:pt x="1839" y="3428"/>
                </a:lnTo>
                <a:lnTo>
                  <a:pt x="1838" y="3428"/>
                </a:lnTo>
                <a:lnTo>
                  <a:pt x="1837" y="3428"/>
                </a:lnTo>
                <a:lnTo>
                  <a:pt x="1836" y="3429"/>
                </a:lnTo>
                <a:lnTo>
                  <a:pt x="1835" y="3429"/>
                </a:lnTo>
                <a:lnTo>
                  <a:pt x="1834" y="3429"/>
                </a:lnTo>
                <a:lnTo>
                  <a:pt x="1833" y="3429"/>
                </a:lnTo>
                <a:lnTo>
                  <a:pt x="1832" y="3429"/>
                </a:lnTo>
                <a:lnTo>
                  <a:pt x="1832" y="3430"/>
                </a:lnTo>
                <a:lnTo>
                  <a:pt x="1831" y="3430"/>
                </a:lnTo>
                <a:lnTo>
                  <a:pt x="1830" y="3430"/>
                </a:lnTo>
                <a:lnTo>
                  <a:pt x="1829" y="3430"/>
                </a:lnTo>
                <a:lnTo>
                  <a:pt x="1828" y="3431"/>
                </a:lnTo>
                <a:lnTo>
                  <a:pt x="1826" y="3431"/>
                </a:lnTo>
                <a:lnTo>
                  <a:pt x="1825" y="3432"/>
                </a:lnTo>
                <a:lnTo>
                  <a:pt x="1824" y="3432"/>
                </a:lnTo>
                <a:lnTo>
                  <a:pt x="1824" y="3433"/>
                </a:lnTo>
                <a:lnTo>
                  <a:pt x="1823" y="3433"/>
                </a:lnTo>
                <a:lnTo>
                  <a:pt x="1822" y="3434"/>
                </a:lnTo>
                <a:lnTo>
                  <a:pt x="1821" y="3435"/>
                </a:lnTo>
                <a:lnTo>
                  <a:pt x="1820" y="3435"/>
                </a:lnTo>
                <a:lnTo>
                  <a:pt x="1820" y="3436"/>
                </a:lnTo>
                <a:lnTo>
                  <a:pt x="1819" y="3436"/>
                </a:lnTo>
                <a:lnTo>
                  <a:pt x="1819" y="3437"/>
                </a:lnTo>
                <a:lnTo>
                  <a:pt x="1818" y="3437"/>
                </a:lnTo>
                <a:lnTo>
                  <a:pt x="1817" y="3437"/>
                </a:lnTo>
                <a:lnTo>
                  <a:pt x="1816" y="3437"/>
                </a:lnTo>
                <a:lnTo>
                  <a:pt x="1816" y="3438"/>
                </a:lnTo>
                <a:lnTo>
                  <a:pt x="1815" y="3438"/>
                </a:lnTo>
                <a:lnTo>
                  <a:pt x="1815" y="3439"/>
                </a:lnTo>
                <a:lnTo>
                  <a:pt x="1814" y="3439"/>
                </a:lnTo>
                <a:lnTo>
                  <a:pt x="1813" y="3440"/>
                </a:lnTo>
                <a:lnTo>
                  <a:pt x="1812" y="3441"/>
                </a:lnTo>
                <a:lnTo>
                  <a:pt x="1811" y="3442"/>
                </a:lnTo>
                <a:lnTo>
                  <a:pt x="1810" y="3442"/>
                </a:lnTo>
                <a:lnTo>
                  <a:pt x="1809" y="3444"/>
                </a:lnTo>
                <a:lnTo>
                  <a:pt x="1808" y="3444"/>
                </a:lnTo>
                <a:lnTo>
                  <a:pt x="1807" y="3445"/>
                </a:lnTo>
                <a:lnTo>
                  <a:pt x="1806" y="3446"/>
                </a:lnTo>
                <a:lnTo>
                  <a:pt x="1805" y="3446"/>
                </a:lnTo>
                <a:lnTo>
                  <a:pt x="1804" y="3447"/>
                </a:lnTo>
                <a:lnTo>
                  <a:pt x="1803" y="3447"/>
                </a:lnTo>
                <a:lnTo>
                  <a:pt x="1802" y="3448"/>
                </a:lnTo>
                <a:lnTo>
                  <a:pt x="1802" y="3449"/>
                </a:lnTo>
                <a:lnTo>
                  <a:pt x="1801" y="3449"/>
                </a:lnTo>
                <a:lnTo>
                  <a:pt x="1800" y="3450"/>
                </a:lnTo>
                <a:lnTo>
                  <a:pt x="1799" y="3451"/>
                </a:lnTo>
                <a:lnTo>
                  <a:pt x="1798" y="3452"/>
                </a:lnTo>
                <a:lnTo>
                  <a:pt x="1797" y="3452"/>
                </a:lnTo>
                <a:lnTo>
                  <a:pt x="1794" y="3456"/>
                </a:lnTo>
                <a:lnTo>
                  <a:pt x="1793" y="3456"/>
                </a:lnTo>
                <a:lnTo>
                  <a:pt x="1792" y="3457"/>
                </a:lnTo>
                <a:lnTo>
                  <a:pt x="1791" y="3458"/>
                </a:lnTo>
                <a:lnTo>
                  <a:pt x="1790" y="3459"/>
                </a:lnTo>
                <a:lnTo>
                  <a:pt x="1790" y="3460"/>
                </a:lnTo>
                <a:lnTo>
                  <a:pt x="1789" y="3460"/>
                </a:lnTo>
                <a:lnTo>
                  <a:pt x="1788" y="3461"/>
                </a:lnTo>
                <a:lnTo>
                  <a:pt x="1787" y="3462"/>
                </a:lnTo>
                <a:lnTo>
                  <a:pt x="1786" y="3463"/>
                </a:lnTo>
                <a:lnTo>
                  <a:pt x="1786" y="3464"/>
                </a:lnTo>
                <a:lnTo>
                  <a:pt x="1785" y="3464"/>
                </a:lnTo>
                <a:lnTo>
                  <a:pt x="1784" y="3465"/>
                </a:lnTo>
                <a:lnTo>
                  <a:pt x="1783" y="3466"/>
                </a:lnTo>
                <a:lnTo>
                  <a:pt x="1782" y="3467"/>
                </a:lnTo>
                <a:lnTo>
                  <a:pt x="1781" y="3468"/>
                </a:lnTo>
                <a:lnTo>
                  <a:pt x="1780" y="3469"/>
                </a:lnTo>
                <a:lnTo>
                  <a:pt x="1779" y="3469"/>
                </a:lnTo>
                <a:lnTo>
                  <a:pt x="1779" y="3470"/>
                </a:lnTo>
                <a:lnTo>
                  <a:pt x="1778" y="3471"/>
                </a:lnTo>
                <a:lnTo>
                  <a:pt x="1777" y="3471"/>
                </a:lnTo>
                <a:lnTo>
                  <a:pt x="1776" y="3472"/>
                </a:lnTo>
                <a:lnTo>
                  <a:pt x="1776" y="3473"/>
                </a:lnTo>
                <a:lnTo>
                  <a:pt x="1775" y="3473"/>
                </a:lnTo>
                <a:lnTo>
                  <a:pt x="1775" y="3474"/>
                </a:lnTo>
                <a:lnTo>
                  <a:pt x="1774" y="3475"/>
                </a:lnTo>
                <a:lnTo>
                  <a:pt x="1773" y="3476"/>
                </a:lnTo>
                <a:lnTo>
                  <a:pt x="1772" y="3477"/>
                </a:lnTo>
                <a:lnTo>
                  <a:pt x="1771" y="3478"/>
                </a:lnTo>
                <a:lnTo>
                  <a:pt x="1770" y="3479"/>
                </a:lnTo>
                <a:lnTo>
                  <a:pt x="1770" y="3480"/>
                </a:lnTo>
                <a:lnTo>
                  <a:pt x="1769" y="3480"/>
                </a:lnTo>
                <a:lnTo>
                  <a:pt x="1769" y="3481"/>
                </a:lnTo>
                <a:lnTo>
                  <a:pt x="1769" y="3482"/>
                </a:lnTo>
                <a:lnTo>
                  <a:pt x="1769" y="3483"/>
                </a:lnTo>
                <a:lnTo>
                  <a:pt x="1769" y="3484"/>
                </a:lnTo>
                <a:lnTo>
                  <a:pt x="1769" y="3485"/>
                </a:lnTo>
                <a:lnTo>
                  <a:pt x="1769" y="3486"/>
                </a:lnTo>
                <a:lnTo>
                  <a:pt x="1769" y="3487"/>
                </a:lnTo>
                <a:lnTo>
                  <a:pt x="1769" y="3489"/>
                </a:lnTo>
                <a:lnTo>
                  <a:pt x="1768" y="3489"/>
                </a:lnTo>
                <a:lnTo>
                  <a:pt x="1768" y="3490"/>
                </a:lnTo>
                <a:lnTo>
                  <a:pt x="1768" y="3491"/>
                </a:lnTo>
                <a:lnTo>
                  <a:pt x="1768" y="3492"/>
                </a:lnTo>
                <a:lnTo>
                  <a:pt x="1767" y="3494"/>
                </a:lnTo>
                <a:lnTo>
                  <a:pt x="1766" y="3496"/>
                </a:lnTo>
                <a:lnTo>
                  <a:pt x="1765" y="3497"/>
                </a:lnTo>
                <a:lnTo>
                  <a:pt x="1764" y="3497"/>
                </a:lnTo>
                <a:lnTo>
                  <a:pt x="1763" y="3497"/>
                </a:lnTo>
                <a:lnTo>
                  <a:pt x="1761" y="3497"/>
                </a:lnTo>
                <a:lnTo>
                  <a:pt x="1759" y="3497"/>
                </a:lnTo>
                <a:lnTo>
                  <a:pt x="1758" y="3497"/>
                </a:lnTo>
                <a:lnTo>
                  <a:pt x="1757" y="3498"/>
                </a:lnTo>
                <a:lnTo>
                  <a:pt x="1756" y="3498"/>
                </a:lnTo>
                <a:lnTo>
                  <a:pt x="1754" y="3498"/>
                </a:lnTo>
                <a:lnTo>
                  <a:pt x="1753" y="3498"/>
                </a:lnTo>
                <a:lnTo>
                  <a:pt x="1752" y="3499"/>
                </a:lnTo>
                <a:lnTo>
                  <a:pt x="1751" y="3499"/>
                </a:lnTo>
                <a:lnTo>
                  <a:pt x="1750" y="3500"/>
                </a:lnTo>
                <a:lnTo>
                  <a:pt x="1749" y="3500"/>
                </a:lnTo>
                <a:lnTo>
                  <a:pt x="1748" y="3501"/>
                </a:lnTo>
                <a:lnTo>
                  <a:pt x="1747" y="3501"/>
                </a:lnTo>
                <a:lnTo>
                  <a:pt x="1746" y="3502"/>
                </a:lnTo>
                <a:lnTo>
                  <a:pt x="1745" y="3502"/>
                </a:lnTo>
                <a:lnTo>
                  <a:pt x="1744" y="3502"/>
                </a:lnTo>
                <a:lnTo>
                  <a:pt x="1742" y="3503"/>
                </a:lnTo>
                <a:lnTo>
                  <a:pt x="1741" y="3503"/>
                </a:lnTo>
                <a:lnTo>
                  <a:pt x="1740" y="3503"/>
                </a:lnTo>
                <a:lnTo>
                  <a:pt x="1739" y="3504"/>
                </a:lnTo>
                <a:lnTo>
                  <a:pt x="1738" y="3504"/>
                </a:lnTo>
                <a:lnTo>
                  <a:pt x="1737" y="3504"/>
                </a:lnTo>
                <a:lnTo>
                  <a:pt x="1736" y="3504"/>
                </a:lnTo>
                <a:lnTo>
                  <a:pt x="1734" y="3504"/>
                </a:lnTo>
                <a:lnTo>
                  <a:pt x="1733" y="3504"/>
                </a:lnTo>
                <a:lnTo>
                  <a:pt x="1732" y="3504"/>
                </a:lnTo>
                <a:lnTo>
                  <a:pt x="1731" y="3504"/>
                </a:lnTo>
                <a:lnTo>
                  <a:pt x="1730" y="3504"/>
                </a:lnTo>
                <a:lnTo>
                  <a:pt x="1727" y="3504"/>
                </a:lnTo>
                <a:lnTo>
                  <a:pt x="1726" y="3505"/>
                </a:lnTo>
                <a:lnTo>
                  <a:pt x="1725" y="3505"/>
                </a:lnTo>
                <a:lnTo>
                  <a:pt x="1725" y="3504"/>
                </a:lnTo>
                <a:lnTo>
                  <a:pt x="1723" y="3504"/>
                </a:lnTo>
                <a:lnTo>
                  <a:pt x="1722" y="3505"/>
                </a:lnTo>
                <a:lnTo>
                  <a:pt x="1721" y="3504"/>
                </a:lnTo>
                <a:lnTo>
                  <a:pt x="1720" y="3504"/>
                </a:lnTo>
                <a:lnTo>
                  <a:pt x="1718" y="3504"/>
                </a:lnTo>
                <a:lnTo>
                  <a:pt x="1717" y="3504"/>
                </a:lnTo>
                <a:lnTo>
                  <a:pt x="1716" y="3504"/>
                </a:lnTo>
                <a:lnTo>
                  <a:pt x="1715" y="3504"/>
                </a:lnTo>
                <a:lnTo>
                  <a:pt x="1714" y="3504"/>
                </a:lnTo>
                <a:lnTo>
                  <a:pt x="1714" y="3503"/>
                </a:lnTo>
                <a:lnTo>
                  <a:pt x="1713" y="3503"/>
                </a:lnTo>
                <a:lnTo>
                  <a:pt x="1712" y="3503"/>
                </a:lnTo>
                <a:lnTo>
                  <a:pt x="1707" y="3503"/>
                </a:lnTo>
                <a:lnTo>
                  <a:pt x="1706" y="3503"/>
                </a:lnTo>
                <a:lnTo>
                  <a:pt x="1700" y="3503"/>
                </a:lnTo>
                <a:lnTo>
                  <a:pt x="1699" y="3503"/>
                </a:lnTo>
                <a:lnTo>
                  <a:pt x="1696" y="3503"/>
                </a:lnTo>
                <a:lnTo>
                  <a:pt x="1695" y="3503"/>
                </a:lnTo>
                <a:lnTo>
                  <a:pt x="1694" y="3504"/>
                </a:lnTo>
                <a:lnTo>
                  <a:pt x="1692" y="3504"/>
                </a:lnTo>
                <a:lnTo>
                  <a:pt x="1690" y="3504"/>
                </a:lnTo>
                <a:lnTo>
                  <a:pt x="1689" y="3504"/>
                </a:lnTo>
                <a:lnTo>
                  <a:pt x="1688" y="3504"/>
                </a:lnTo>
                <a:lnTo>
                  <a:pt x="1687" y="3504"/>
                </a:lnTo>
                <a:lnTo>
                  <a:pt x="1686" y="3504"/>
                </a:lnTo>
                <a:lnTo>
                  <a:pt x="1685" y="3504"/>
                </a:lnTo>
                <a:lnTo>
                  <a:pt x="1684" y="3504"/>
                </a:lnTo>
                <a:lnTo>
                  <a:pt x="1683" y="3504"/>
                </a:lnTo>
                <a:lnTo>
                  <a:pt x="1682" y="3504"/>
                </a:lnTo>
                <a:lnTo>
                  <a:pt x="1680" y="3504"/>
                </a:lnTo>
                <a:lnTo>
                  <a:pt x="1677" y="3504"/>
                </a:lnTo>
                <a:lnTo>
                  <a:pt x="1676" y="3504"/>
                </a:lnTo>
                <a:lnTo>
                  <a:pt x="1675" y="3503"/>
                </a:lnTo>
                <a:lnTo>
                  <a:pt x="1674" y="3503"/>
                </a:lnTo>
                <a:lnTo>
                  <a:pt x="1672" y="3502"/>
                </a:lnTo>
                <a:lnTo>
                  <a:pt x="1671" y="3502"/>
                </a:lnTo>
                <a:lnTo>
                  <a:pt x="1671" y="3501"/>
                </a:lnTo>
                <a:lnTo>
                  <a:pt x="1670" y="3501"/>
                </a:lnTo>
                <a:lnTo>
                  <a:pt x="1669" y="3500"/>
                </a:lnTo>
                <a:lnTo>
                  <a:pt x="1668" y="3500"/>
                </a:lnTo>
                <a:lnTo>
                  <a:pt x="1666" y="3499"/>
                </a:lnTo>
                <a:lnTo>
                  <a:pt x="1665" y="3499"/>
                </a:lnTo>
                <a:lnTo>
                  <a:pt x="1664" y="3499"/>
                </a:lnTo>
                <a:lnTo>
                  <a:pt x="1663" y="3498"/>
                </a:lnTo>
                <a:lnTo>
                  <a:pt x="1662" y="3498"/>
                </a:lnTo>
                <a:lnTo>
                  <a:pt x="1661" y="3498"/>
                </a:lnTo>
                <a:lnTo>
                  <a:pt x="1660" y="3497"/>
                </a:lnTo>
                <a:lnTo>
                  <a:pt x="1659" y="3497"/>
                </a:lnTo>
                <a:lnTo>
                  <a:pt x="1658" y="3497"/>
                </a:lnTo>
                <a:lnTo>
                  <a:pt x="1657" y="3497"/>
                </a:lnTo>
                <a:lnTo>
                  <a:pt x="1656" y="3497"/>
                </a:lnTo>
                <a:lnTo>
                  <a:pt x="1655" y="3497"/>
                </a:lnTo>
                <a:lnTo>
                  <a:pt x="1654" y="3497"/>
                </a:lnTo>
                <a:lnTo>
                  <a:pt x="1654" y="3498"/>
                </a:lnTo>
                <a:lnTo>
                  <a:pt x="1653" y="3498"/>
                </a:lnTo>
                <a:lnTo>
                  <a:pt x="1652" y="3498"/>
                </a:lnTo>
                <a:lnTo>
                  <a:pt x="1651" y="3498"/>
                </a:lnTo>
                <a:lnTo>
                  <a:pt x="1650" y="3498"/>
                </a:lnTo>
                <a:lnTo>
                  <a:pt x="1650" y="3499"/>
                </a:lnTo>
                <a:lnTo>
                  <a:pt x="1649" y="3499"/>
                </a:lnTo>
                <a:lnTo>
                  <a:pt x="1648" y="3499"/>
                </a:lnTo>
                <a:lnTo>
                  <a:pt x="1646" y="3499"/>
                </a:lnTo>
                <a:lnTo>
                  <a:pt x="1645" y="3498"/>
                </a:lnTo>
                <a:lnTo>
                  <a:pt x="1644" y="3497"/>
                </a:lnTo>
                <a:lnTo>
                  <a:pt x="1643" y="3497"/>
                </a:lnTo>
                <a:lnTo>
                  <a:pt x="1642" y="3496"/>
                </a:lnTo>
                <a:lnTo>
                  <a:pt x="1641" y="3496"/>
                </a:lnTo>
                <a:lnTo>
                  <a:pt x="1641" y="3495"/>
                </a:lnTo>
                <a:lnTo>
                  <a:pt x="1640" y="3495"/>
                </a:lnTo>
                <a:lnTo>
                  <a:pt x="1639" y="3495"/>
                </a:lnTo>
                <a:lnTo>
                  <a:pt x="1639" y="3494"/>
                </a:lnTo>
                <a:lnTo>
                  <a:pt x="1637" y="3494"/>
                </a:lnTo>
                <a:lnTo>
                  <a:pt x="1637" y="3493"/>
                </a:lnTo>
                <a:lnTo>
                  <a:pt x="1636" y="3492"/>
                </a:lnTo>
                <a:lnTo>
                  <a:pt x="1635" y="3492"/>
                </a:lnTo>
                <a:lnTo>
                  <a:pt x="1634" y="3491"/>
                </a:lnTo>
                <a:lnTo>
                  <a:pt x="1633" y="3490"/>
                </a:lnTo>
                <a:lnTo>
                  <a:pt x="1632" y="3490"/>
                </a:lnTo>
                <a:lnTo>
                  <a:pt x="1631" y="3490"/>
                </a:lnTo>
                <a:lnTo>
                  <a:pt x="1621" y="3490"/>
                </a:lnTo>
                <a:lnTo>
                  <a:pt x="1620" y="3490"/>
                </a:lnTo>
                <a:lnTo>
                  <a:pt x="1619" y="3490"/>
                </a:lnTo>
                <a:lnTo>
                  <a:pt x="1618" y="3490"/>
                </a:lnTo>
                <a:lnTo>
                  <a:pt x="1617" y="3490"/>
                </a:lnTo>
                <a:lnTo>
                  <a:pt x="1616" y="3491"/>
                </a:lnTo>
                <a:lnTo>
                  <a:pt x="1615" y="3491"/>
                </a:lnTo>
                <a:lnTo>
                  <a:pt x="1614" y="3491"/>
                </a:lnTo>
                <a:lnTo>
                  <a:pt x="1613" y="3492"/>
                </a:lnTo>
                <a:lnTo>
                  <a:pt x="1612" y="3492"/>
                </a:lnTo>
                <a:lnTo>
                  <a:pt x="1611" y="3492"/>
                </a:lnTo>
                <a:lnTo>
                  <a:pt x="1610" y="3492"/>
                </a:lnTo>
                <a:lnTo>
                  <a:pt x="1609" y="3492"/>
                </a:lnTo>
                <a:lnTo>
                  <a:pt x="1608" y="3492"/>
                </a:lnTo>
                <a:lnTo>
                  <a:pt x="1607" y="3492"/>
                </a:lnTo>
                <a:lnTo>
                  <a:pt x="1606" y="3492"/>
                </a:lnTo>
                <a:lnTo>
                  <a:pt x="1605" y="3493"/>
                </a:lnTo>
                <a:lnTo>
                  <a:pt x="1604" y="3493"/>
                </a:lnTo>
                <a:lnTo>
                  <a:pt x="1603" y="3493"/>
                </a:lnTo>
                <a:lnTo>
                  <a:pt x="1602" y="3493"/>
                </a:lnTo>
                <a:lnTo>
                  <a:pt x="1599" y="3493"/>
                </a:lnTo>
                <a:lnTo>
                  <a:pt x="1598" y="3493"/>
                </a:lnTo>
                <a:lnTo>
                  <a:pt x="1597" y="3493"/>
                </a:lnTo>
                <a:lnTo>
                  <a:pt x="1596" y="3493"/>
                </a:lnTo>
                <a:lnTo>
                  <a:pt x="1595" y="3493"/>
                </a:lnTo>
                <a:lnTo>
                  <a:pt x="1594" y="3493"/>
                </a:lnTo>
                <a:lnTo>
                  <a:pt x="1593" y="3493"/>
                </a:lnTo>
                <a:lnTo>
                  <a:pt x="1593" y="3494"/>
                </a:lnTo>
                <a:lnTo>
                  <a:pt x="1590" y="3494"/>
                </a:lnTo>
                <a:lnTo>
                  <a:pt x="1589" y="3494"/>
                </a:lnTo>
                <a:lnTo>
                  <a:pt x="1588" y="3494"/>
                </a:lnTo>
                <a:lnTo>
                  <a:pt x="1587" y="3494"/>
                </a:lnTo>
                <a:lnTo>
                  <a:pt x="1586" y="3494"/>
                </a:lnTo>
                <a:lnTo>
                  <a:pt x="1585" y="3494"/>
                </a:lnTo>
                <a:lnTo>
                  <a:pt x="1584" y="3494"/>
                </a:lnTo>
                <a:lnTo>
                  <a:pt x="1583" y="3494"/>
                </a:lnTo>
                <a:lnTo>
                  <a:pt x="1583" y="3495"/>
                </a:lnTo>
                <a:lnTo>
                  <a:pt x="1582" y="3495"/>
                </a:lnTo>
                <a:lnTo>
                  <a:pt x="1581" y="3495"/>
                </a:lnTo>
                <a:lnTo>
                  <a:pt x="1579" y="3495"/>
                </a:lnTo>
                <a:lnTo>
                  <a:pt x="1578" y="3495"/>
                </a:lnTo>
                <a:lnTo>
                  <a:pt x="1576" y="3495"/>
                </a:lnTo>
                <a:lnTo>
                  <a:pt x="1576" y="3496"/>
                </a:lnTo>
                <a:lnTo>
                  <a:pt x="1575" y="3496"/>
                </a:lnTo>
                <a:lnTo>
                  <a:pt x="1574" y="3496"/>
                </a:lnTo>
                <a:lnTo>
                  <a:pt x="1573" y="3496"/>
                </a:lnTo>
                <a:lnTo>
                  <a:pt x="1572" y="3495"/>
                </a:lnTo>
                <a:lnTo>
                  <a:pt x="1571" y="3495"/>
                </a:lnTo>
                <a:lnTo>
                  <a:pt x="1570" y="3495"/>
                </a:lnTo>
                <a:lnTo>
                  <a:pt x="1569" y="3495"/>
                </a:lnTo>
                <a:lnTo>
                  <a:pt x="1568" y="3495"/>
                </a:lnTo>
                <a:lnTo>
                  <a:pt x="1567" y="3495"/>
                </a:lnTo>
                <a:lnTo>
                  <a:pt x="1566" y="3495"/>
                </a:lnTo>
                <a:lnTo>
                  <a:pt x="1565" y="3495"/>
                </a:lnTo>
                <a:lnTo>
                  <a:pt x="1566" y="3494"/>
                </a:lnTo>
                <a:lnTo>
                  <a:pt x="1567" y="3493"/>
                </a:lnTo>
                <a:lnTo>
                  <a:pt x="1568" y="3492"/>
                </a:lnTo>
                <a:lnTo>
                  <a:pt x="1568" y="3491"/>
                </a:lnTo>
                <a:lnTo>
                  <a:pt x="1569" y="3490"/>
                </a:lnTo>
                <a:lnTo>
                  <a:pt x="1569" y="3489"/>
                </a:lnTo>
                <a:lnTo>
                  <a:pt x="1569" y="3488"/>
                </a:lnTo>
                <a:lnTo>
                  <a:pt x="1570" y="3487"/>
                </a:lnTo>
                <a:lnTo>
                  <a:pt x="1570" y="3486"/>
                </a:lnTo>
                <a:lnTo>
                  <a:pt x="1570" y="3485"/>
                </a:lnTo>
                <a:lnTo>
                  <a:pt x="1570" y="3484"/>
                </a:lnTo>
                <a:lnTo>
                  <a:pt x="1570" y="3483"/>
                </a:lnTo>
                <a:lnTo>
                  <a:pt x="1571" y="3482"/>
                </a:lnTo>
                <a:lnTo>
                  <a:pt x="1571" y="3481"/>
                </a:lnTo>
                <a:lnTo>
                  <a:pt x="1571" y="3480"/>
                </a:lnTo>
                <a:lnTo>
                  <a:pt x="1571" y="3479"/>
                </a:lnTo>
                <a:lnTo>
                  <a:pt x="1570" y="3479"/>
                </a:lnTo>
                <a:lnTo>
                  <a:pt x="1570" y="3478"/>
                </a:lnTo>
                <a:lnTo>
                  <a:pt x="1570" y="3476"/>
                </a:lnTo>
                <a:lnTo>
                  <a:pt x="1570" y="3475"/>
                </a:lnTo>
                <a:lnTo>
                  <a:pt x="1569" y="3475"/>
                </a:lnTo>
                <a:lnTo>
                  <a:pt x="1569" y="3474"/>
                </a:lnTo>
                <a:lnTo>
                  <a:pt x="1568" y="3474"/>
                </a:lnTo>
                <a:lnTo>
                  <a:pt x="1567" y="3473"/>
                </a:lnTo>
                <a:lnTo>
                  <a:pt x="1567" y="3472"/>
                </a:lnTo>
                <a:lnTo>
                  <a:pt x="1568" y="3472"/>
                </a:lnTo>
                <a:lnTo>
                  <a:pt x="1568" y="3471"/>
                </a:lnTo>
                <a:lnTo>
                  <a:pt x="1568" y="3470"/>
                </a:lnTo>
                <a:lnTo>
                  <a:pt x="1567" y="3470"/>
                </a:lnTo>
                <a:lnTo>
                  <a:pt x="1566" y="3470"/>
                </a:lnTo>
                <a:lnTo>
                  <a:pt x="1566" y="3469"/>
                </a:lnTo>
                <a:lnTo>
                  <a:pt x="1565" y="3469"/>
                </a:lnTo>
                <a:lnTo>
                  <a:pt x="1564" y="3469"/>
                </a:lnTo>
                <a:lnTo>
                  <a:pt x="1564" y="3468"/>
                </a:lnTo>
                <a:lnTo>
                  <a:pt x="1563" y="3467"/>
                </a:lnTo>
                <a:lnTo>
                  <a:pt x="1564" y="3467"/>
                </a:lnTo>
                <a:lnTo>
                  <a:pt x="1564" y="3466"/>
                </a:lnTo>
                <a:lnTo>
                  <a:pt x="1563" y="3466"/>
                </a:lnTo>
                <a:lnTo>
                  <a:pt x="1563" y="3465"/>
                </a:lnTo>
                <a:lnTo>
                  <a:pt x="1563" y="3464"/>
                </a:lnTo>
                <a:lnTo>
                  <a:pt x="1563" y="3463"/>
                </a:lnTo>
                <a:lnTo>
                  <a:pt x="1563" y="3462"/>
                </a:lnTo>
                <a:lnTo>
                  <a:pt x="1563" y="3461"/>
                </a:lnTo>
                <a:lnTo>
                  <a:pt x="1563" y="3460"/>
                </a:lnTo>
                <a:lnTo>
                  <a:pt x="1564" y="3459"/>
                </a:lnTo>
                <a:lnTo>
                  <a:pt x="1564" y="3458"/>
                </a:lnTo>
                <a:lnTo>
                  <a:pt x="1565" y="3458"/>
                </a:lnTo>
                <a:lnTo>
                  <a:pt x="1565" y="3457"/>
                </a:lnTo>
                <a:lnTo>
                  <a:pt x="1564" y="3456"/>
                </a:lnTo>
                <a:lnTo>
                  <a:pt x="1565" y="3456"/>
                </a:lnTo>
                <a:lnTo>
                  <a:pt x="1565" y="3455"/>
                </a:lnTo>
                <a:lnTo>
                  <a:pt x="1564" y="3455"/>
                </a:lnTo>
                <a:lnTo>
                  <a:pt x="1564" y="3454"/>
                </a:lnTo>
                <a:lnTo>
                  <a:pt x="1564" y="3453"/>
                </a:lnTo>
                <a:lnTo>
                  <a:pt x="1565" y="3453"/>
                </a:lnTo>
                <a:lnTo>
                  <a:pt x="1565" y="3452"/>
                </a:lnTo>
                <a:lnTo>
                  <a:pt x="1566" y="3452"/>
                </a:lnTo>
                <a:lnTo>
                  <a:pt x="1567" y="3452"/>
                </a:lnTo>
                <a:lnTo>
                  <a:pt x="1568" y="3452"/>
                </a:lnTo>
                <a:lnTo>
                  <a:pt x="1568" y="3451"/>
                </a:lnTo>
                <a:lnTo>
                  <a:pt x="1568" y="3450"/>
                </a:lnTo>
                <a:lnTo>
                  <a:pt x="1568" y="3449"/>
                </a:lnTo>
                <a:lnTo>
                  <a:pt x="1569" y="3449"/>
                </a:lnTo>
                <a:lnTo>
                  <a:pt x="1569" y="3448"/>
                </a:lnTo>
                <a:lnTo>
                  <a:pt x="1570" y="3448"/>
                </a:lnTo>
                <a:lnTo>
                  <a:pt x="1570" y="3447"/>
                </a:lnTo>
                <a:lnTo>
                  <a:pt x="1570" y="3446"/>
                </a:lnTo>
                <a:lnTo>
                  <a:pt x="1570" y="3445"/>
                </a:lnTo>
                <a:lnTo>
                  <a:pt x="1570" y="3444"/>
                </a:lnTo>
                <a:lnTo>
                  <a:pt x="1569" y="3444"/>
                </a:lnTo>
                <a:lnTo>
                  <a:pt x="1569" y="3443"/>
                </a:lnTo>
                <a:lnTo>
                  <a:pt x="1568" y="3443"/>
                </a:lnTo>
                <a:lnTo>
                  <a:pt x="1567" y="3443"/>
                </a:lnTo>
                <a:lnTo>
                  <a:pt x="1567" y="3442"/>
                </a:lnTo>
                <a:lnTo>
                  <a:pt x="1568" y="3442"/>
                </a:lnTo>
                <a:lnTo>
                  <a:pt x="1568" y="3441"/>
                </a:lnTo>
                <a:lnTo>
                  <a:pt x="1569" y="3441"/>
                </a:lnTo>
                <a:lnTo>
                  <a:pt x="1570" y="3441"/>
                </a:lnTo>
                <a:lnTo>
                  <a:pt x="1570" y="3440"/>
                </a:lnTo>
                <a:lnTo>
                  <a:pt x="1571" y="3440"/>
                </a:lnTo>
                <a:lnTo>
                  <a:pt x="1572" y="3441"/>
                </a:lnTo>
                <a:lnTo>
                  <a:pt x="1573" y="3441"/>
                </a:lnTo>
                <a:lnTo>
                  <a:pt x="1573" y="3442"/>
                </a:lnTo>
                <a:lnTo>
                  <a:pt x="1573" y="3441"/>
                </a:lnTo>
                <a:lnTo>
                  <a:pt x="1574" y="3442"/>
                </a:lnTo>
                <a:lnTo>
                  <a:pt x="1575" y="3442"/>
                </a:lnTo>
                <a:lnTo>
                  <a:pt x="1576" y="3442"/>
                </a:lnTo>
                <a:lnTo>
                  <a:pt x="1577" y="3441"/>
                </a:lnTo>
                <a:lnTo>
                  <a:pt x="1577" y="3440"/>
                </a:lnTo>
                <a:lnTo>
                  <a:pt x="1576" y="3439"/>
                </a:lnTo>
                <a:lnTo>
                  <a:pt x="1576" y="3438"/>
                </a:lnTo>
                <a:lnTo>
                  <a:pt x="1576" y="3437"/>
                </a:lnTo>
                <a:lnTo>
                  <a:pt x="1576" y="3436"/>
                </a:lnTo>
                <a:lnTo>
                  <a:pt x="1575" y="3435"/>
                </a:lnTo>
                <a:lnTo>
                  <a:pt x="1575" y="3434"/>
                </a:lnTo>
                <a:lnTo>
                  <a:pt x="1574" y="3433"/>
                </a:lnTo>
                <a:lnTo>
                  <a:pt x="1574" y="3432"/>
                </a:lnTo>
                <a:lnTo>
                  <a:pt x="1574" y="3431"/>
                </a:lnTo>
                <a:lnTo>
                  <a:pt x="1573" y="3431"/>
                </a:lnTo>
                <a:lnTo>
                  <a:pt x="1573" y="3430"/>
                </a:lnTo>
                <a:lnTo>
                  <a:pt x="1573" y="3429"/>
                </a:lnTo>
                <a:lnTo>
                  <a:pt x="1573" y="3428"/>
                </a:lnTo>
                <a:lnTo>
                  <a:pt x="1572" y="3428"/>
                </a:lnTo>
                <a:lnTo>
                  <a:pt x="1572" y="3427"/>
                </a:lnTo>
                <a:lnTo>
                  <a:pt x="1572" y="3426"/>
                </a:lnTo>
                <a:lnTo>
                  <a:pt x="1572" y="3425"/>
                </a:lnTo>
                <a:lnTo>
                  <a:pt x="1571" y="3425"/>
                </a:lnTo>
                <a:lnTo>
                  <a:pt x="1571" y="3424"/>
                </a:lnTo>
                <a:lnTo>
                  <a:pt x="1571" y="3423"/>
                </a:lnTo>
                <a:lnTo>
                  <a:pt x="1571" y="3422"/>
                </a:lnTo>
                <a:lnTo>
                  <a:pt x="1571" y="3421"/>
                </a:lnTo>
                <a:lnTo>
                  <a:pt x="1570" y="3421"/>
                </a:lnTo>
                <a:lnTo>
                  <a:pt x="1570" y="3420"/>
                </a:lnTo>
                <a:lnTo>
                  <a:pt x="1569" y="3419"/>
                </a:lnTo>
                <a:lnTo>
                  <a:pt x="1568" y="3419"/>
                </a:lnTo>
                <a:lnTo>
                  <a:pt x="1568" y="3418"/>
                </a:lnTo>
                <a:lnTo>
                  <a:pt x="1568" y="3417"/>
                </a:lnTo>
                <a:lnTo>
                  <a:pt x="1568" y="3416"/>
                </a:lnTo>
                <a:lnTo>
                  <a:pt x="1568" y="3415"/>
                </a:lnTo>
                <a:lnTo>
                  <a:pt x="1568" y="3414"/>
                </a:lnTo>
                <a:lnTo>
                  <a:pt x="1567" y="3414"/>
                </a:lnTo>
                <a:lnTo>
                  <a:pt x="1567" y="3413"/>
                </a:lnTo>
                <a:lnTo>
                  <a:pt x="1567" y="3414"/>
                </a:lnTo>
                <a:lnTo>
                  <a:pt x="1566" y="3414"/>
                </a:lnTo>
                <a:lnTo>
                  <a:pt x="1566" y="3415"/>
                </a:lnTo>
                <a:lnTo>
                  <a:pt x="1565" y="3415"/>
                </a:lnTo>
                <a:lnTo>
                  <a:pt x="1564" y="3416"/>
                </a:lnTo>
                <a:lnTo>
                  <a:pt x="1561" y="3417"/>
                </a:lnTo>
                <a:lnTo>
                  <a:pt x="1560" y="3417"/>
                </a:lnTo>
                <a:lnTo>
                  <a:pt x="1559" y="3417"/>
                </a:lnTo>
                <a:lnTo>
                  <a:pt x="1558" y="3417"/>
                </a:lnTo>
                <a:lnTo>
                  <a:pt x="1557" y="3417"/>
                </a:lnTo>
                <a:lnTo>
                  <a:pt x="1555" y="3416"/>
                </a:lnTo>
                <a:lnTo>
                  <a:pt x="1554" y="3416"/>
                </a:lnTo>
                <a:lnTo>
                  <a:pt x="1553" y="3417"/>
                </a:lnTo>
                <a:lnTo>
                  <a:pt x="1552" y="3417"/>
                </a:lnTo>
                <a:lnTo>
                  <a:pt x="1551" y="3417"/>
                </a:lnTo>
                <a:lnTo>
                  <a:pt x="1550" y="3417"/>
                </a:lnTo>
                <a:lnTo>
                  <a:pt x="1548" y="3417"/>
                </a:lnTo>
                <a:lnTo>
                  <a:pt x="1547" y="3417"/>
                </a:lnTo>
                <a:lnTo>
                  <a:pt x="1545" y="3418"/>
                </a:lnTo>
                <a:lnTo>
                  <a:pt x="1544" y="3418"/>
                </a:lnTo>
                <a:lnTo>
                  <a:pt x="1544" y="3419"/>
                </a:lnTo>
                <a:lnTo>
                  <a:pt x="1543" y="3419"/>
                </a:lnTo>
                <a:lnTo>
                  <a:pt x="1542" y="3419"/>
                </a:lnTo>
                <a:lnTo>
                  <a:pt x="1541" y="3418"/>
                </a:lnTo>
                <a:lnTo>
                  <a:pt x="1540" y="3418"/>
                </a:lnTo>
                <a:lnTo>
                  <a:pt x="1539" y="3418"/>
                </a:lnTo>
                <a:lnTo>
                  <a:pt x="1539" y="3417"/>
                </a:lnTo>
                <a:lnTo>
                  <a:pt x="1540" y="3417"/>
                </a:lnTo>
                <a:lnTo>
                  <a:pt x="1541" y="3416"/>
                </a:lnTo>
                <a:lnTo>
                  <a:pt x="1542" y="3416"/>
                </a:lnTo>
                <a:lnTo>
                  <a:pt x="1542" y="3415"/>
                </a:lnTo>
                <a:lnTo>
                  <a:pt x="1541" y="3415"/>
                </a:lnTo>
                <a:lnTo>
                  <a:pt x="1540" y="3414"/>
                </a:lnTo>
                <a:lnTo>
                  <a:pt x="1539" y="3413"/>
                </a:lnTo>
                <a:lnTo>
                  <a:pt x="1538" y="3412"/>
                </a:lnTo>
                <a:lnTo>
                  <a:pt x="1537" y="3411"/>
                </a:lnTo>
                <a:lnTo>
                  <a:pt x="1536" y="3410"/>
                </a:lnTo>
                <a:lnTo>
                  <a:pt x="1535" y="3410"/>
                </a:lnTo>
                <a:lnTo>
                  <a:pt x="1534" y="3410"/>
                </a:lnTo>
                <a:lnTo>
                  <a:pt x="1533" y="3409"/>
                </a:lnTo>
                <a:lnTo>
                  <a:pt x="1532" y="3409"/>
                </a:lnTo>
                <a:lnTo>
                  <a:pt x="1531" y="3409"/>
                </a:lnTo>
                <a:lnTo>
                  <a:pt x="1530" y="3408"/>
                </a:lnTo>
                <a:lnTo>
                  <a:pt x="1529" y="3407"/>
                </a:lnTo>
                <a:lnTo>
                  <a:pt x="1528" y="3406"/>
                </a:lnTo>
                <a:lnTo>
                  <a:pt x="1528" y="3405"/>
                </a:lnTo>
                <a:lnTo>
                  <a:pt x="1527" y="3404"/>
                </a:lnTo>
                <a:lnTo>
                  <a:pt x="1526" y="3404"/>
                </a:lnTo>
                <a:lnTo>
                  <a:pt x="1525" y="3403"/>
                </a:lnTo>
                <a:lnTo>
                  <a:pt x="1524" y="3403"/>
                </a:lnTo>
                <a:lnTo>
                  <a:pt x="1524" y="3402"/>
                </a:lnTo>
                <a:lnTo>
                  <a:pt x="1524" y="3401"/>
                </a:lnTo>
                <a:lnTo>
                  <a:pt x="1524" y="3400"/>
                </a:lnTo>
                <a:lnTo>
                  <a:pt x="1523" y="3400"/>
                </a:lnTo>
                <a:lnTo>
                  <a:pt x="1522" y="3400"/>
                </a:lnTo>
                <a:lnTo>
                  <a:pt x="1521" y="3400"/>
                </a:lnTo>
                <a:lnTo>
                  <a:pt x="1521" y="3399"/>
                </a:lnTo>
                <a:lnTo>
                  <a:pt x="1521" y="3398"/>
                </a:lnTo>
                <a:lnTo>
                  <a:pt x="1520" y="3398"/>
                </a:lnTo>
                <a:lnTo>
                  <a:pt x="1521" y="3397"/>
                </a:lnTo>
                <a:lnTo>
                  <a:pt x="1521" y="3396"/>
                </a:lnTo>
                <a:lnTo>
                  <a:pt x="1520" y="3396"/>
                </a:lnTo>
                <a:lnTo>
                  <a:pt x="1520" y="3395"/>
                </a:lnTo>
                <a:lnTo>
                  <a:pt x="1519" y="3394"/>
                </a:lnTo>
                <a:lnTo>
                  <a:pt x="1519" y="3393"/>
                </a:lnTo>
                <a:lnTo>
                  <a:pt x="1520" y="3393"/>
                </a:lnTo>
                <a:lnTo>
                  <a:pt x="1520" y="3392"/>
                </a:lnTo>
                <a:lnTo>
                  <a:pt x="1521" y="3392"/>
                </a:lnTo>
                <a:lnTo>
                  <a:pt x="1521" y="3391"/>
                </a:lnTo>
                <a:lnTo>
                  <a:pt x="1522" y="3391"/>
                </a:lnTo>
                <a:lnTo>
                  <a:pt x="1521" y="3391"/>
                </a:lnTo>
                <a:lnTo>
                  <a:pt x="1521" y="3390"/>
                </a:lnTo>
                <a:lnTo>
                  <a:pt x="1520" y="3389"/>
                </a:lnTo>
                <a:lnTo>
                  <a:pt x="1520" y="3388"/>
                </a:lnTo>
                <a:lnTo>
                  <a:pt x="1520" y="3387"/>
                </a:lnTo>
                <a:lnTo>
                  <a:pt x="1520" y="3386"/>
                </a:lnTo>
                <a:lnTo>
                  <a:pt x="1521" y="3385"/>
                </a:lnTo>
                <a:lnTo>
                  <a:pt x="1521" y="3384"/>
                </a:lnTo>
                <a:lnTo>
                  <a:pt x="1522" y="3384"/>
                </a:lnTo>
                <a:lnTo>
                  <a:pt x="1523" y="3383"/>
                </a:lnTo>
                <a:lnTo>
                  <a:pt x="1524" y="3383"/>
                </a:lnTo>
                <a:lnTo>
                  <a:pt x="1524" y="3382"/>
                </a:lnTo>
                <a:lnTo>
                  <a:pt x="1525" y="3382"/>
                </a:lnTo>
                <a:lnTo>
                  <a:pt x="1525" y="3381"/>
                </a:lnTo>
                <a:lnTo>
                  <a:pt x="1526" y="3381"/>
                </a:lnTo>
                <a:lnTo>
                  <a:pt x="1527" y="3381"/>
                </a:lnTo>
                <a:lnTo>
                  <a:pt x="1527" y="3380"/>
                </a:lnTo>
                <a:lnTo>
                  <a:pt x="1528" y="3380"/>
                </a:lnTo>
                <a:lnTo>
                  <a:pt x="1528" y="3379"/>
                </a:lnTo>
                <a:lnTo>
                  <a:pt x="1528" y="3378"/>
                </a:lnTo>
                <a:lnTo>
                  <a:pt x="1529" y="3378"/>
                </a:lnTo>
                <a:lnTo>
                  <a:pt x="1529" y="3377"/>
                </a:lnTo>
                <a:lnTo>
                  <a:pt x="1529" y="3376"/>
                </a:lnTo>
                <a:lnTo>
                  <a:pt x="1530" y="3376"/>
                </a:lnTo>
                <a:lnTo>
                  <a:pt x="1530" y="3375"/>
                </a:lnTo>
                <a:lnTo>
                  <a:pt x="1530" y="3374"/>
                </a:lnTo>
                <a:lnTo>
                  <a:pt x="1530" y="3373"/>
                </a:lnTo>
                <a:lnTo>
                  <a:pt x="1531" y="3373"/>
                </a:lnTo>
                <a:lnTo>
                  <a:pt x="1531" y="3372"/>
                </a:lnTo>
                <a:lnTo>
                  <a:pt x="1531" y="3371"/>
                </a:lnTo>
                <a:lnTo>
                  <a:pt x="1531" y="3370"/>
                </a:lnTo>
                <a:lnTo>
                  <a:pt x="1531" y="3369"/>
                </a:lnTo>
                <a:lnTo>
                  <a:pt x="1530" y="3369"/>
                </a:lnTo>
                <a:lnTo>
                  <a:pt x="1531" y="3368"/>
                </a:lnTo>
                <a:lnTo>
                  <a:pt x="1530" y="3368"/>
                </a:lnTo>
                <a:lnTo>
                  <a:pt x="1530" y="3367"/>
                </a:lnTo>
                <a:lnTo>
                  <a:pt x="1531" y="3367"/>
                </a:lnTo>
                <a:lnTo>
                  <a:pt x="1531" y="3366"/>
                </a:lnTo>
                <a:lnTo>
                  <a:pt x="1530" y="3366"/>
                </a:lnTo>
                <a:lnTo>
                  <a:pt x="1530" y="3365"/>
                </a:lnTo>
                <a:lnTo>
                  <a:pt x="1529" y="3365"/>
                </a:lnTo>
                <a:lnTo>
                  <a:pt x="1529" y="3364"/>
                </a:lnTo>
                <a:lnTo>
                  <a:pt x="1528" y="3364"/>
                </a:lnTo>
                <a:lnTo>
                  <a:pt x="1528" y="3363"/>
                </a:lnTo>
                <a:lnTo>
                  <a:pt x="1527" y="3363"/>
                </a:lnTo>
                <a:lnTo>
                  <a:pt x="1527" y="3364"/>
                </a:lnTo>
                <a:lnTo>
                  <a:pt x="1526" y="3364"/>
                </a:lnTo>
                <a:lnTo>
                  <a:pt x="1525" y="3364"/>
                </a:lnTo>
                <a:lnTo>
                  <a:pt x="1525" y="3365"/>
                </a:lnTo>
                <a:lnTo>
                  <a:pt x="1524" y="3365"/>
                </a:lnTo>
                <a:lnTo>
                  <a:pt x="1524" y="3364"/>
                </a:lnTo>
                <a:lnTo>
                  <a:pt x="1523" y="3364"/>
                </a:lnTo>
                <a:lnTo>
                  <a:pt x="1523" y="3363"/>
                </a:lnTo>
                <a:lnTo>
                  <a:pt x="1522" y="3363"/>
                </a:lnTo>
                <a:lnTo>
                  <a:pt x="1521" y="3363"/>
                </a:lnTo>
                <a:lnTo>
                  <a:pt x="1521" y="3362"/>
                </a:lnTo>
                <a:lnTo>
                  <a:pt x="1520" y="3362"/>
                </a:lnTo>
                <a:lnTo>
                  <a:pt x="1521" y="3362"/>
                </a:lnTo>
                <a:lnTo>
                  <a:pt x="1521" y="3361"/>
                </a:lnTo>
                <a:lnTo>
                  <a:pt x="1522" y="3360"/>
                </a:lnTo>
                <a:lnTo>
                  <a:pt x="1522" y="3359"/>
                </a:lnTo>
                <a:lnTo>
                  <a:pt x="1523" y="3359"/>
                </a:lnTo>
                <a:lnTo>
                  <a:pt x="1523" y="3358"/>
                </a:lnTo>
                <a:lnTo>
                  <a:pt x="1524" y="3358"/>
                </a:lnTo>
                <a:lnTo>
                  <a:pt x="1525" y="3358"/>
                </a:lnTo>
                <a:lnTo>
                  <a:pt x="1526" y="3358"/>
                </a:lnTo>
                <a:lnTo>
                  <a:pt x="1526" y="3359"/>
                </a:lnTo>
                <a:lnTo>
                  <a:pt x="1527" y="3359"/>
                </a:lnTo>
                <a:lnTo>
                  <a:pt x="1528" y="3359"/>
                </a:lnTo>
                <a:lnTo>
                  <a:pt x="1528" y="3358"/>
                </a:lnTo>
                <a:lnTo>
                  <a:pt x="1528" y="3359"/>
                </a:lnTo>
                <a:lnTo>
                  <a:pt x="1529" y="3359"/>
                </a:lnTo>
                <a:lnTo>
                  <a:pt x="1530" y="3359"/>
                </a:lnTo>
                <a:lnTo>
                  <a:pt x="1530" y="3358"/>
                </a:lnTo>
                <a:lnTo>
                  <a:pt x="1530" y="3357"/>
                </a:lnTo>
                <a:lnTo>
                  <a:pt x="1530" y="3356"/>
                </a:lnTo>
                <a:lnTo>
                  <a:pt x="1530" y="3355"/>
                </a:lnTo>
                <a:lnTo>
                  <a:pt x="1529" y="3355"/>
                </a:lnTo>
                <a:lnTo>
                  <a:pt x="1529" y="3354"/>
                </a:lnTo>
                <a:lnTo>
                  <a:pt x="1528" y="3354"/>
                </a:lnTo>
                <a:lnTo>
                  <a:pt x="1528" y="3353"/>
                </a:lnTo>
                <a:lnTo>
                  <a:pt x="1528" y="3352"/>
                </a:lnTo>
                <a:lnTo>
                  <a:pt x="1527" y="3352"/>
                </a:lnTo>
                <a:lnTo>
                  <a:pt x="1527" y="3353"/>
                </a:lnTo>
                <a:lnTo>
                  <a:pt x="1526" y="3353"/>
                </a:lnTo>
                <a:lnTo>
                  <a:pt x="1525" y="3353"/>
                </a:lnTo>
                <a:lnTo>
                  <a:pt x="1525" y="3354"/>
                </a:lnTo>
                <a:lnTo>
                  <a:pt x="1524" y="3353"/>
                </a:lnTo>
                <a:lnTo>
                  <a:pt x="1524" y="3354"/>
                </a:lnTo>
                <a:lnTo>
                  <a:pt x="1524" y="3353"/>
                </a:lnTo>
                <a:lnTo>
                  <a:pt x="1523" y="3353"/>
                </a:lnTo>
                <a:lnTo>
                  <a:pt x="1523" y="3352"/>
                </a:lnTo>
                <a:lnTo>
                  <a:pt x="1523" y="3351"/>
                </a:lnTo>
                <a:lnTo>
                  <a:pt x="1523" y="3350"/>
                </a:lnTo>
                <a:lnTo>
                  <a:pt x="1522" y="3350"/>
                </a:lnTo>
                <a:lnTo>
                  <a:pt x="1521" y="3350"/>
                </a:lnTo>
                <a:lnTo>
                  <a:pt x="1520" y="3349"/>
                </a:lnTo>
                <a:lnTo>
                  <a:pt x="1520" y="3348"/>
                </a:lnTo>
                <a:lnTo>
                  <a:pt x="1519" y="3348"/>
                </a:lnTo>
                <a:lnTo>
                  <a:pt x="1519" y="3347"/>
                </a:lnTo>
                <a:lnTo>
                  <a:pt x="1517" y="3347"/>
                </a:lnTo>
                <a:lnTo>
                  <a:pt x="1516" y="3346"/>
                </a:lnTo>
                <a:lnTo>
                  <a:pt x="1516" y="3345"/>
                </a:lnTo>
                <a:lnTo>
                  <a:pt x="1517" y="3345"/>
                </a:lnTo>
                <a:lnTo>
                  <a:pt x="1517" y="3344"/>
                </a:lnTo>
                <a:lnTo>
                  <a:pt x="1517" y="3343"/>
                </a:lnTo>
                <a:lnTo>
                  <a:pt x="1517" y="3342"/>
                </a:lnTo>
                <a:lnTo>
                  <a:pt x="1516" y="3342"/>
                </a:lnTo>
                <a:lnTo>
                  <a:pt x="1516" y="3341"/>
                </a:lnTo>
                <a:lnTo>
                  <a:pt x="1515" y="3340"/>
                </a:lnTo>
                <a:lnTo>
                  <a:pt x="1515" y="3339"/>
                </a:lnTo>
                <a:lnTo>
                  <a:pt x="1515" y="3338"/>
                </a:lnTo>
                <a:lnTo>
                  <a:pt x="1514" y="3338"/>
                </a:lnTo>
                <a:lnTo>
                  <a:pt x="1514" y="3337"/>
                </a:lnTo>
                <a:lnTo>
                  <a:pt x="1513" y="3337"/>
                </a:lnTo>
                <a:lnTo>
                  <a:pt x="1513" y="3338"/>
                </a:lnTo>
                <a:lnTo>
                  <a:pt x="1512" y="3338"/>
                </a:lnTo>
                <a:lnTo>
                  <a:pt x="1511" y="3337"/>
                </a:lnTo>
                <a:lnTo>
                  <a:pt x="1512" y="3337"/>
                </a:lnTo>
                <a:lnTo>
                  <a:pt x="1512" y="3336"/>
                </a:lnTo>
                <a:lnTo>
                  <a:pt x="1511" y="3336"/>
                </a:lnTo>
                <a:lnTo>
                  <a:pt x="1510" y="3336"/>
                </a:lnTo>
                <a:lnTo>
                  <a:pt x="1509" y="3336"/>
                </a:lnTo>
                <a:lnTo>
                  <a:pt x="1509" y="3335"/>
                </a:lnTo>
                <a:lnTo>
                  <a:pt x="1509" y="3336"/>
                </a:lnTo>
                <a:lnTo>
                  <a:pt x="1509" y="3335"/>
                </a:lnTo>
                <a:lnTo>
                  <a:pt x="1509" y="3334"/>
                </a:lnTo>
                <a:lnTo>
                  <a:pt x="1508" y="3334"/>
                </a:lnTo>
                <a:lnTo>
                  <a:pt x="1507" y="3334"/>
                </a:lnTo>
                <a:lnTo>
                  <a:pt x="1506" y="3333"/>
                </a:lnTo>
                <a:lnTo>
                  <a:pt x="1506" y="3332"/>
                </a:lnTo>
                <a:lnTo>
                  <a:pt x="1505" y="3332"/>
                </a:lnTo>
                <a:lnTo>
                  <a:pt x="1505" y="3331"/>
                </a:lnTo>
                <a:lnTo>
                  <a:pt x="1504" y="3331"/>
                </a:lnTo>
                <a:lnTo>
                  <a:pt x="1503" y="3331"/>
                </a:lnTo>
                <a:lnTo>
                  <a:pt x="1502" y="3331"/>
                </a:lnTo>
                <a:lnTo>
                  <a:pt x="1502" y="3330"/>
                </a:lnTo>
                <a:lnTo>
                  <a:pt x="1502" y="3329"/>
                </a:lnTo>
                <a:lnTo>
                  <a:pt x="1502" y="3328"/>
                </a:lnTo>
                <a:lnTo>
                  <a:pt x="1501" y="3328"/>
                </a:lnTo>
                <a:lnTo>
                  <a:pt x="1501" y="3329"/>
                </a:lnTo>
                <a:lnTo>
                  <a:pt x="1500" y="3328"/>
                </a:lnTo>
                <a:lnTo>
                  <a:pt x="1500" y="3329"/>
                </a:lnTo>
                <a:lnTo>
                  <a:pt x="1500" y="3328"/>
                </a:lnTo>
                <a:lnTo>
                  <a:pt x="1499" y="3328"/>
                </a:lnTo>
                <a:lnTo>
                  <a:pt x="1499" y="3329"/>
                </a:lnTo>
                <a:lnTo>
                  <a:pt x="1498" y="3329"/>
                </a:lnTo>
                <a:lnTo>
                  <a:pt x="1498" y="3330"/>
                </a:lnTo>
                <a:lnTo>
                  <a:pt x="1499" y="3330"/>
                </a:lnTo>
                <a:lnTo>
                  <a:pt x="1499" y="3331"/>
                </a:lnTo>
                <a:lnTo>
                  <a:pt x="1498" y="3331"/>
                </a:lnTo>
                <a:lnTo>
                  <a:pt x="1498" y="3332"/>
                </a:lnTo>
                <a:lnTo>
                  <a:pt x="1497" y="3333"/>
                </a:lnTo>
                <a:lnTo>
                  <a:pt x="1497" y="3332"/>
                </a:lnTo>
                <a:lnTo>
                  <a:pt x="1496" y="3332"/>
                </a:lnTo>
                <a:lnTo>
                  <a:pt x="1496" y="3333"/>
                </a:lnTo>
                <a:lnTo>
                  <a:pt x="1495" y="3333"/>
                </a:lnTo>
                <a:lnTo>
                  <a:pt x="1495" y="3334"/>
                </a:lnTo>
                <a:lnTo>
                  <a:pt x="1494" y="3334"/>
                </a:lnTo>
                <a:lnTo>
                  <a:pt x="1494" y="3335"/>
                </a:lnTo>
                <a:lnTo>
                  <a:pt x="1494" y="3336"/>
                </a:lnTo>
                <a:lnTo>
                  <a:pt x="1493" y="3336"/>
                </a:lnTo>
                <a:lnTo>
                  <a:pt x="1493" y="3337"/>
                </a:lnTo>
                <a:lnTo>
                  <a:pt x="1492" y="3337"/>
                </a:lnTo>
                <a:lnTo>
                  <a:pt x="1492" y="3338"/>
                </a:lnTo>
                <a:lnTo>
                  <a:pt x="1492" y="3339"/>
                </a:lnTo>
                <a:lnTo>
                  <a:pt x="1491" y="3339"/>
                </a:lnTo>
                <a:lnTo>
                  <a:pt x="1490" y="3339"/>
                </a:lnTo>
                <a:lnTo>
                  <a:pt x="1490" y="3338"/>
                </a:lnTo>
                <a:lnTo>
                  <a:pt x="1489" y="3338"/>
                </a:lnTo>
                <a:lnTo>
                  <a:pt x="1488" y="3337"/>
                </a:lnTo>
                <a:lnTo>
                  <a:pt x="1488" y="3336"/>
                </a:lnTo>
                <a:lnTo>
                  <a:pt x="1487" y="3336"/>
                </a:lnTo>
                <a:lnTo>
                  <a:pt x="1486" y="3336"/>
                </a:lnTo>
                <a:lnTo>
                  <a:pt x="1486" y="3337"/>
                </a:lnTo>
                <a:lnTo>
                  <a:pt x="1485" y="3336"/>
                </a:lnTo>
                <a:lnTo>
                  <a:pt x="1484" y="3336"/>
                </a:lnTo>
                <a:lnTo>
                  <a:pt x="1483" y="3337"/>
                </a:lnTo>
                <a:lnTo>
                  <a:pt x="1482" y="3337"/>
                </a:lnTo>
                <a:lnTo>
                  <a:pt x="1482" y="3338"/>
                </a:lnTo>
                <a:lnTo>
                  <a:pt x="1482" y="3337"/>
                </a:lnTo>
                <a:lnTo>
                  <a:pt x="1480" y="3337"/>
                </a:lnTo>
                <a:lnTo>
                  <a:pt x="1480" y="3338"/>
                </a:lnTo>
                <a:lnTo>
                  <a:pt x="1481" y="3338"/>
                </a:lnTo>
                <a:lnTo>
                  <a:pt x="1481" y="3339"/>
                </a:lnTo>
                <a:lnTo>
                  <a:pt x="1481" y="3340"/>
                </a:lnTo>
                <a:lnTo>
                  <a:pt x="1481" y="3341"/>
                </a:lnTo>
                <a:lnTo>
                  <a:pt x="1480" y="3341"/>
                </a:lnTo>
                <a:lnTo>
                  <a:pt x="1480" y="3342"/>
                </a:lnTo>
                <a:lnTo>
                  <a:pt x="1478" y="3343"/>
                </a:lnTo>
                <a:lnTo>
                  <a:pt x="1477" y="3343"/>
                </a:lnTo>
                <a:lnTo>
                  <a:pt x="1476" y="3343"/>
                </a:lnTo>
                <a:lnTo>
                  <a:pt x="1476" y="3344"/>
                </a:lnTo>
                <a:lnTo>
                  <a:pt x="1476" y="3345"/>
                </a:lnTo>
                <a:lnTo>
                  <a:pt x="1475" y="3345"/>
                </a:lnTo>
                <a:lnTo>
                  <a:pt x="1474" y="3345"/>
                </a:lnTo>
                <a:lnTo>
                  <a:pt x="1474" y="3346"/>
                </a:lnTo>
                <a:lnTo>
                  <a:pt x="1473" y="3346"/>
                </a:lnTo>
                <a:lnTo>
                  <a:pt x="1472" y="3346"/>
                </a:lnTo>
                <a:lnTo>
                  <a:pt x="1471" y="3347"/>
                </a:lnTo>
                <a:lnTo>
                  <a:pt x="1470" y="3347"/>
                </a:lnTo>
                <a:lnTo>
                  <a:pt x="1469" y="3348"/>
                </a:lnTo>
                <a:lnTo>
                  <a:pt x="1469" y="3349"/>
                </a:lnTo>
                <a:lnTo>
                  <a:pt x="1469" y="3350"/>
                </a:lnTo>
                <a:lnTo>
                  <a:pt x="1468" y="3350"/>
                </a:lnTo>
                <a:lnTo>
                  <a:pt x="1468" y="3351"/>
                </a:lnTo>
                <a:lnTo>
                  <a:pt x="1467" y="3351"/>
                </a:lnTo>
                <a:lnTo>
                  <a:pt x="1466" y="3351"/>
                </a:lnTo>
                <a:lnTo>
                  <a:pt x="1465" y="3350"/>
                </a:lnTo>
                <a:lnTo>
                  <a:pt x="1464" y="3350"/>
                </a:lnTo>
                <a:lnTo>
                  <a:pt x="1463" y="3350"/>
                </a:lnTo>
                <a:lnTo>
                  <a:pt x="1463" y="3351"/>
                </a:lnTo>
                <a:lnTo>
                  <a:pt x="1462" y="3351"/>
                </a:lnTo>
                <a:lnTo>
                  <a:pt x="1461" y="3352"/>
                </a:lnTo>
                <a:lnTo>
                  <a:pt x="1460" y="3352"/>
                </a:lnTo>
                <a:lnTo>
                  <a:pt x="1460" y="3353"/>
                </a:lnTo>
                <a:lnTo>
                  <a:pt x="1459" y="3353"/>
                </a:lnTo>
                <a:lnTo>
                  <a:pt x="1458" y="3353"/>
                </a:lnTo>
                <a:lnTo>
                  <a:pt x="1457" y="3352"/>
                </a:lnTo>
                <a:lnTo>
                  <a:pt x="1455" y="3352"/>
                </a:lnTo>
                <a:lnTo>
                  <a:pt x="1454" y="3352"/>
                </a:lnTo>
                <a:lnTo>
                  <a:pt x="1454" y="3351"/>
                </a:lnTo>
                <a:lnTo>
                  <a:pt x="1453" y="3351"/>
                </a:lnTo>
                <a:lnTo>
                  <a:pt x="1452" y="3351"/>
                </a:lnTo>
                <a:lnTo>
                  <a:pt x="1451" y="3351"/>
                </a:lnTo>
                <a:lnTo>
                  <a:pt x="1451" y="3350"/>
                </a:lnTo>
                <a:lnTo>
                  <a:pt x="1450" y="3350"/>
                </a:lnTo>
                <a:lnTo>
                  <a:pt x="1449" y="3350"/>
                </a:lnTo>
                <a:lnTo>
                  <a:pt x="1449" y="3349"/>
                </a:lnTo>
                <a:lnTo>
                  <a:pt x="1448" y="3349"/>
                </a:lnTo>
                <a:lnTo>
                  <a:pt x="1448" y="3348"/>
                </a:lnTo>
                <a:lnTo>
                  <a:pt x="1447" y="3348"/>
                </a:lnTo>
                <a:lnTo>
                  <a:pt x="1447" y="3349"/>
                </a:lnTo>
                <a:lnTo>
                  <a:pt x="1446" y="3349"/>
                </a:lnTo>
                <a:lnTo>
                  <a:pt x="1446" y="3348"/>
                </a:lnTo>
                <a:lnTo>
                  <a:pt x="1445" y="3347"/>
                </a:lnTo>
                <a:lnTo>
                  <a:pt x="1445" y="3346"/>
                </a:lnTo>
                <a:lnTo>
                  <a:pt x="1444" y="3346"/>
                </a:lnTo>
                <a:lnTo>
                  <a:pt x="1444" y="3345"/>
                </a:lnTo>
                <a:lnTo>
                  <a:pt x="1444" y="3344"/>
                </a:lnTo>
                <a:lnTo>
                  <a:pt x="1444" y="3343"/>
                </a:lnTo>
                <a:lnTo>
                  <a:pt x="1443" y="3343"/>
                </a:lnTo>
                <a:lnTo>
                  <a:pt x="1442" y="3343"/>
                </a:lnTo>
                <a:lnTo>
                  <a:pt x="1441" y="3343"/>
                </a:lnTo>
                <a:lnTo>
                  <a:pt x="1442" y="3343"/>
                </a:lnTo>
                <a:lnTo>
                  <a:pt x="1442" y="3342"/>
                </a:lnTo>
                <a:lnTo>
                  <a:pt x="1441" y="3342"/>
                </a:lnTo>
                <a:lnTo>
                  <a:pt x="1441" y="3340"/>
                </a:lnTo>
                <a:lnTo>
                  <a:pt x="1441" y="3339"/>
                </a:lnTo>
                <a:lnTo>
                  <a:pt x="1440" y="3339"/>
                </a:lnTo>
                <a:lnTo>
                  <a:pt x="1440" y="3338"/>
                </a:lnTo>
                <a:lnTo>
                  <a:pt x="1440" y="3337"/>
                </a:lnTo>
                <a:lnTo>
                  <a:pt x="1440" y="3336"/>
                </a:lnTo>
                <a:lnTo>
                  <a:pt x="1440" y="3335"/>
                </a:lnTo>
                <a:lnTo>
                  <a:pt x="1439" y="3335"/>
                </a:lnTo>
                <a:lnTo>
                  <a:pt x="1439" y="3334"/>
                </a:lnTo>
                <a:lnTo>
                  <a:pt x="1439" y="3332"/>
                </a:lnTo>
                <a:lnTo>
                  <a:pt x="1440" y="3332"/>
                </a:lnTo>
                <a:lnTo>
                  <a:pt x="1440" y="3331"/>
                </a:lnTo>
                <a:lnTo>
                  <a:pt x="1440" y="3330"/>
                </a:lnTo>
                <a:lnTo>
                  <a:pt x="1440" y="3329"/>
                </a:lnTo>
                <a:lnTo>
                  <a:pt x="1441" y="3329"/>
                </a:lnTo>
                <a:lnTo>
                  <a:pt x="1441" y="3328"/>
                </a:lnTo>
                <a:lnTo>
                  <a:pt x="1442" y="3328"/>
                </a:lnTo>
                <a:lnTo>
                  <a:pt x="1442" y="3327"/>
                </a:lnTo>
                <a:lnTo>
                  <a:pt x="1441" y="3327"/>
                </a:lnTo>
                <a:lnTo>
                  <a:pt x="1441" y="3326"/>
                </a:lnTo>
                <a:lnTo>
                  <a:pt x="1441" y="3325"/>
                </a:lnTo>
                <a:lnTo>
                  <a:pt x="1441" y="3324"/>
                </a:lnTo>
                <a:lnTo>
                  <a:pt x="1442" y="3324"/>
                </a:lnTo>
                <a:lnTo>
                  <a:pt x="1442" y="3323"/>
                </a:lnTo>
                <a:lnTo>
                  <a:pt x="1441" y="3323"/>
                </a:lnTo>
                <a:lnTo>
                  <a:pt x="1441" y="3322"/>
                </a:lnTo>
                <a:lnTo>
                  <a:pt x="1440" y="3322"/>
                </a:lnTo>
                <a:lnTo>
                  <a:pt x="1440" y="3323"/>
                </a:lnTo>
                <a:lnTo>
                  <a:pt x="1439" y="3323"/>
                </a:lnTo>
                <a:lnTo>
                  <a:pt x="1439" y="3322"/>
                </a:lnTo>
                <a:lnTo>
                  <a:pt x="1438" y="3322"/>
                </a:lnTo>
                <a:lnTo>
                  <a:pt x="1437" y="3322"/>
                </a:lnTo>
                <a:lnTo>
                  <a:pt x="1437" y="3321"/>
                </a:lnTo>
                <a:lnTo>
                  <a:pt x="1436" y="3321"/>
                </a:lnTo>
                <a:lnTo>
                  <a:pt x="1435" y="3321"/>
                </a:lnTo>
                <a:lnTo>
                  <a:pt x="1435" y="3320"/>
                </a:lnTo>
                <a:lnTo>
                  <a:pt x="1434" y="3320"/>
                </a:lnTo>
                <a:lnTo>
                  <a:pt x="1434" y="3319"/>
                </a:lnTo>
                <a:lnTo>
                  <a:pt x="1433" y="3319"/>
                </a:lnTo>
                <a:lnTo>
                  <a:pt x="1434" y="3319"/>
                </a:lnTo>
                <a:lnTo>
                  <a:pt x="1434" y="3318"/>
                </a:lnTo>
                <a:lnTo>
                  <a:pt x="1433" y="3318"/>
                </a:lnTo>
                <a:lnTo>
                  <a:pt x="1432" y="3318"/>
                </a:lnTo>
                <a:lnTo>
                  <a:pt x="1431" y="3318"/>
                </a:lnTo>
                <a:lnTo>
                  <a:pt x="1431" y="3317"/>
                </a:lnTo>
                <a:lnTo>
                  <a:pt x="1431" y="3316"/>
                </a:lnTo>
                <a:lnTo>
                  <a:pt x="1430" y="3316"/>
                </a:lnTo>
                <a:lnTo>
                  <a:pt x="1429" y="3317"/>
                </a:lnTo>
                <a:lnTo>
                  <a:pt x="1429" y="3318"/>
                </a:lnTo>
                <a:lnTo>
                  <a:pt x="1428" y="3318"/>
                </a:lnTo>
                <a:lnTo>
                  <a:pt x="1427" y="3318"/>
                </a:lnTo>
                <a:lnTo>
                  <a:pt x="1427" y="3319"/>
                </a:lnTo>
                <a:lnTo>
                  <a:pt x="1426" y="3319"/>
                </a:lnTo>
                <a:lnTo>
                  <a:pt x="1425" y="3319"/>
                </a:lnTo>
                <a:lnTo>
                  <a:pt x="1424" y="3319"/>
                </a:lnTo>
                <a:lnTo>
                  <a:pt x="1424" y="3320"/>
                </a:lnTo>
                <a:lnTo>
                  <a:pt x="1423" y="3320"/>
                </a:lnTo>
                <a:lnTo>
                  <a:pt x="1423" y="3319"/>
                </a:lnTo>
                <a:lnTo>
                  <a:pt x="1423" y="3320"/>
                </a:lnTo>
                <a:lnTo>
                  <a:pt x="1422" y="3320"/>
                </a:lnTo>
                <a:lnTo>
                  <a:pt x="1422" y="3319"/>
                </a:lnTo>
                <a:lnTo>
                  <a:pt x="1421" y="3319"/>
                </a:lnTo>
                <a:lnTo>
                  <a:pt x="1421" y="3320"/>
                </a:lnTo>
                <a:lnTo>
                  <a:pt x="1420" y="3320"/>
                </a:lnTo>
                <a:lnTo>
                  <a:pt x="1419" y="3320"/>
                </a:lnTo>
                <a:lnTo>
                  <a:pt x="1419" y="3321"/>
                </a:lnTo>
                <a:lnTo>
                  <a:pt x="1418" y="3321"/>
                </a:lnTo>
                <a:lnTo>
                  <a:pt x="1418" y="3322"/>
                </a:lnTo>
                <a:lnTo>
                  <a:pt x="1417" y="3322"/>
                </a:lnTo>
                <a:lnTo>
                  <a:pt x="1417" y="3321"/>
                </a:lnTo>
                <a:lnTo>
                  <a:pt x="1416" y="3321"/>
                </a:lnTo>
                <a:lnTo>
                  <a:pt x="1416" y="3320"/>
                </a:lnTo>
                <a:lnTo>
                  <a:pt x="1416" y="3319"/>
                </a:lnTo>
                <a:lnTo>
                  <a:pt x="1415" y="3319"/>
                </a:lnTo>
                <a:lnTo>
                  <a:pt x="1415" y="3318"/>
                </a:lnTo>
                <a:lnTo>
                  <a:pt x="1414" y="3318"/>
                </a:lnTo>
                <a:lnTo>
                  <a:pt x="1413" y="3318"/>
                </a:lnTo>
                <a:lnTo>
                  <a:pt x="1413" y="3317"/>
                </a:lnTo>
                <a:lnTo>
                  <a:pt x="1412" y="3317"/>
                </a:lnTo>
                <a:lnTo>
                  <a:pt x="1411" y="3316"/>
                </a:lnTo>
                <a:lnTo>
                  <a:pt x="1410" y="3316"/>
                </a:lnTo>
                <a:lnTo>
                  <a:pt x="1410" y="3315"/>
                </a:lnTo>
                <a:lnTo>
                  <a:pt x="1409" y="3315"/>
                </a:lnTo>
                <a:lnTo>
                  <a:pt x="1408" y="3315"/>
                </a:lnTo>
                <a:lnTo>
                  <a:pt x="1408" y="3316"/>
                </a:lnTo>
                <a:lnTo>
                  <a:pt x="1407" y="3316"/>
                </a:lnTo>
                <a:lnTo>
                  <a:pt x="1407" y="3317"/>
                </a:lnTo>
                <a:lnTo>
                  <a:pt x="1406" y="3317"/>
                </a:lnTo>
                <a:lnTo>
                  <a:pt x="1406" y="3316"/>
                </a:lnTo>
                <a:lnTo>
                  <a:pt x="1406" y="3317"/>
                </a:lnTo>
                <a:lnTo>
                  <a:pt x="1404" y="3317"/>
                </a:lnTo>
                <a:lnTo>
                  <a:pt x="1404" y="3316"/>
                </a:lnTo>
                <a:lnTo>
                  <a:pt x="1404" y="3317"/>
                </a:lnTo>
                <a:lnTo>
                  <a:pt x="1404" y="3316"/>
                </a:lnTo>
                <a:lnTo>
                  <a:pt x="1404" y="3317"/>
                </a:lnTo>
                <a:lnTo>
                  <a:pt x="1403" y="3316"/>
                </a:lnTo>
                <a:lnTo>
                  <a:pt x="1402" y="3316"/>
                </a:lnTo>
                <a:lnTo>
                  <a:pt x="1402" y="3315"/>
                </a:lnTo>
                <a:lnTo>
                  <a:pt x="1402" y="3314"/>
                </a:lnTo>
                <a:lnTo>
                  <a:pt x="1401" y="3314"/>
                </a:lnTo>
                <a:lnTo>
                  <a:pt x="1400" y="3314"/>
                </a:lnTo>
                <a:lnTo>
                  <a:pt x="1400" y="3313"/>
                </a:lnTo>
                <a:lnTo>
                  <a:pt x="1399" y="3313"/>
                </a:lnTo>
                <a:lnTo>
                  <a:pt x="1398" y="3313"/>
                </a:lnTo>
                <a:lnTo>
                  <a:pt x="1397" y="3313"/>
                </a:lnTo>
                <a:lnTo>
                  <a:pt x="1396" y="3313"/>
                </a:lnTo>
                <a:lnTo>
                  <a:pt x="1396" y="3314"/>
                </a:lnTo>
                <a:lnTo>
                  <a:pt x="1396" y="3313"/>
                </a:lnTo>
                <a:lnTo>
                  <a:pt x="1395" y="3313"/>
                </a:lnTo>
                <a:lnTo>
                  <a:pt x="1394" y="3313"/>
                </a:lnTo>
                <a:lnTo>
                  <a:pt x="1394" y="3312"/>
                </a:lnTo>
                <a:lnTo>
                  <a:pt x="1394" y="3311"/>
                </a:lnTo>
                <a:lnTo>
                  <a:pt x="1394" y="3310"/>
                </a:lnTo>
                <a:lnTo>
                  <a:pt x="1394" y="3309"/>
                </a:lnTo>
                <a:lnTo>
                  <a:pt x="1393" y="3309"/>
                </a:lnTo>
                <a:lnTo>
                  <a:pt x="1393" y="3308"/>
                </a:lnTo>
                <a:lnTo>
                  <a:pt x="1393" y="3307"/>
                </a:lnTo>
                <a:lnTo>
                  <a:pt x="1392" y="3307"/>
                </a:lnTo>
                <a:lnTo>
                  <a:pt x="1392" y="3306"/>
                </a:lnTo>
                <a:lnTo>
                  <a:pt x="1391" y="3306"/>
                </a:lnTo>
                <a:lnTo>
                  <a:pt x="1391" y="3305"/>
                </a:lnTo>
                <a:lnTo>
                  <a:pt x="1391" y="3304"/>
                </a:lnTo>
                <a:lnTo>
                  <a:pt x="1390" y="3304"/>
                </a:lnTo>
                <a:lnTo>
                  <a:pt x="1390" y="3303"/>
                </a:lnTo>
                <a:lnTo>
                  <a:pt x="1389" y="3303"/>
                </a:lnTo>
                <a:lnTo>
                  <a:pt x="1388" y="3303"/>
                </a:lnTo>
                <a:lnTo>
                  <a:pt x="1388" y="3302"/>
                </a:lnTo>
                <a:lnTo>
                  <a:pt x="1387" y="3302"/>
                </a:lnTo>
                <a:lnTo>
                  <a:pt x="1387" y="3301"/>
                </a:lnTo>
                <a:lnTo>
                  <a:pt x="1387" y="3300"/>
                </a:lnTo>
                <a:lnTo>
                  <a:pt x="1386" y="3300"/>
                </a:lnTo>
                <a:lnTo>
                  <a:pt x="1385" y="3300"/>
                </a:lnTo>
                <a:lnTo>
                  <a:pt x="1384" y="3300"/>
                </a:lnTo>
                <a:lnTo>
                  <a:pt x="1383" y="3300"/>
                </a:lnTo>
                <a:lnTo>
                  <a:pt x="1382" y="3300"/>
                </a:lnTo>
                <a:lnTo>
                  <a:pt x="1381" y="3300"/>
                </a:lnTo>
                <a:lnTo>
                  <a:pt x="1380" y="3300"/>
                </a:lnTo>
                <a:lnTo>
                  <a:pt x="1379" y="3300"/>
                </a:lnTo>
                <a:lnTo>
                  <a:pt x="1379" y="3301"/>
                </a:lnTo>
                <a:lnTo>
                  <a:pt x="1379" y="3300"/>
                </a:lnTo>
                <a:lnTo>
                  <a:pt x="1378" y="3300"/>
                </a:lnTo>
                <a:lnTo>
                  <a:pt x="1377" y="3300"/>
                </a:lnTo>
                <a:lnTo>
                  <a:pt x="1377" y="3299"/>
                </a:lnTo>
                <a:lnTo>
                  <a:pt x="1376" y="3298"/>
                </a:lnTo>
                <a:lnTo>
                  <a:pt x="1376" y="3297"/>
                </a:lnTo>
                <a:lnTo>
                  <a:pt x="1375" y="3297"/>
                </a:lnTo>
                <a:lnTo>
                  <a:pt x="1375" y="3296"/>
                </a:lnTo>
                <a:lnTo>
                  <a:pt x="1375" y="3295"/>
                </a:lnTo>
                <a:lnTo>
                  <a:pt x="1374" y="3294"/>
                </a:lnTo>
                <a:lnTo>
                  <a:pt x="1373" y="3294"/>
                </a:lnTo>
                <a:lnTo>
                  <a:pt x="1373" y="3293"/>
                </a:lnTo>
                <a:lnTo>
                  <a:pt x="1372" y="3293"/>
                </a:lnTo>
                <a:lnTo>
                  <a:pt x="1371" y="3293"/>
                </a:lnTo>
                <a:lnTo>
                  <a:pt x="1370" y="3292"/>
                </a:lnTo>
                <a:lnTo>
                  <a:pt x="1369" y="3292"/>
                </a:lnTo>
                <a:lnTo>
                  <a:pt x="1368" y="3293"/>
                </a:lnTo>
                <a:lnTo>
                  <a:pt x="1368" y="3294"/>
                </a:lnTo>
                <a:lnTo>
                  <a:pt x="1369" y="3294"/>
                </a:lnTo>
                <a:lnTo>
                  <a:pt x="1369" y="3295"/>
                </a:lnTo>
                <a:lnTo>
                  <a:pt x="1368" y="3295"/>
                </a:lnTo>
                <a:lnTo>
                  <a:pt x="1368" y="3296"/>
                </a:lnTo>
                <a:lnTo>
                  <a:pt x="1367" y="3296"/>
                </a:lnTo>
                <a:lnTo>
                  <a:pt x="1367" y="3297"/>
                </a:lnTo>
                <a:lnTo>
                  <a:pt x="1366" y="3297"/>
                </a:lnTo>
                <a:lnTo>
                  <a:pt x="1366" y="3298"/>
                </a:lnTo>
                <a:lnTo>
                  <a:pt x="1365" y="3298"/>
                </a:lnTo>
                <a:lnTo>
                  <a:pt x="1365" y="3299"/>
                </a:lnTo>
                <a:lnTo>
                  <a:pt x="1365" y="3298"/>
                </a:lnTo>
                <a:lnTo>
                  <a:pt x="1365" y="3297"/>
                </a:lnTo>
                <a:lnTo>
                  <a:pt x="1364" y="3297"/>
                </a:lnTo>
                <a:lnTo>
                  <a:pt x="1364" y="3296"/>
                </a:lnTo>
                <a:lnTo>
                  <a:pt x="1363" y="3296"/>
                </a:lnTo>
                <a:lnTo>
                  <a:pt x="1362" y="3296"/>
                </a:lnTo>
                <a:lnTo>
                  <a:pt x="1361" y="3296"/>
                </a:lnTo>
                <a:lnTo>
                  <a:pt x="1361" y="3297"/>
                </a:lnTo>
                <a:lnTo>
                  <a:pt x="1360" y="3297"/>
                </a:lnTo>
                <a:lnTo>
                  <a:pt x="1359" y="3298"/>
                </a:lnTo>
                <a:lnTo>
                  <a:pt x="1358" y="3298"/>
                </a:lnTo>
                <a:lnTo>
                  <a:pt x="1357" y="3298"/>
                </a:lnTo>
                <a:lnTo>
                  <a:pt x="1357" y="3297"/>
                </a:lnTo>
                <a:lnTo>
                  <a:pt x="1357" y="3296"/>
                </a:lnTo>
                <a:lnTo>
                  <a:pt x="1357" y="3295"/>
                </a:lnTo>
                <a:lnTo>
                  <a:pt x="1357" y="3294"/>
                </a:lnTo>
                <a:lnTo>
                  <a:pt x="1356" y="3294"/>
                </a:lnTo>
                <a:lnTo>
                  <a:pt x="1355" y="3294"/>
                </a:lnTo>
                <a:lnTo>
                  <a:pt x="1355" y="3293"/>
                </a:lnTo>
                <a:lnTo>
                  <a:pt x="1354" y="3293"/>
                </a:lnTo>
                <a:lnTo>
                  <a:pt x="1354" y="3292"/>
                </a:lnTo>
                <a:lnTo>
                  <a:pt x="1354" y="3291"/>
                </a:lnTo>
                <a:lnTo>
                  <a:pt x="1353" y="3291"/>
                </a:lnTo>
                <a:lnTo>
                  <a:pt x="1353" y="3290"/>
                </a:lnTo>
                <a:lnTo>
                  <a:pt x="1352" y="3290"/>
                </a:lnTo>
                <a:lnTo>
                  <a:pt x="1351" y="3290"/>
                </a:lnTo>
                <a:lnTo>
                  <a:pt x="1350" y="3290"/>
                </a:lnTo>
                <a:lnTo>
                  <a:pt x="1349" y="3290"/>
                </a:lnTo>
                <a:lnTo>
                  <a:pt x="1348" y="3290"/>
                </a:lnTo>
                <a:lnTo>
                  <a:pt x="1347" y="3290"/>
                </a:lnTo>
                <a:lnTo>
                  <a:pt x="1346" y="3290"/>
                </a:lnTo>
                <a:lnTo>
                  <a:pt x="1346" y="3289"/>
                </a:lnTo>
                <a:lnTo>
                  <a:pt x="1346" y="3290"/>
                </a:lnTo>
                <a:lnTo>
                  <a:pt x="1345" y="3290"/>
                </a:lnTo>
                <a:lnTo>
                  <a:pt x="1344" y="3290"/>
                </a:lnTo>
                <a:lnTo>
                  <a:pt x="1343" y="3290"/>
                </a:lnTo>
                <a:lnTo>
                  <a:pt x="1343" y="3289"/>
                </a:lnTo>
                <a:lnTo>
                  <a:pt x="1343" y="3288"/>
                </a:lnTo>
                <a:lnTo>
                  <a:pt x="1342" y="3288"/>
                </a:lnTo>
                <a:lnTo>
                  <a:pt x="1343" y="3288"/>
                </a:lnTo>
                <a:lnTo>
                  <a:pt x="1343" y="3287"/>
                </a:lnTo>
                <a:lnTo>
                  <a:pt x="1342" y="3287"/>
                </a:lnTo>
                <a:lnTo>
                  <a:pt x="1342" y="3286"/>
                </a:lnTo>
                <a:lnTo>
                  <a:pt x="1341" y="3286"/>
                </a:lnTo>
                <a:lnTo>
                  <a:pt x="1341" y="3284"/>
                </a:lnTo>
                <a:lnTo>
                  <a:pt x="1340" y="3284"/>
                </a:lnTo>
                <a:lnTo>
                  <a:pt x="1340" y="3283"/>
                </a:lnTo>
                <a:lnTo>
                  <a:pt x="1339" y="3283"/>
                </a:lnTo>
                <a:lnTo>
                  <a:pt x="1338" y="3283"/>
                </a:lnTo>
                <a:lnTo>
                  <a:pt x="1338" y="3284"/>
                </a:lnTo>
                <a:lnTo>
                  <a:pt x="1338" y="3283"/>
                </a:lnTo>
                <a:lnTo>
                  <a:pt x="1337" y="3283"/>
                </a:lnTo>
                <a:lnTo>
                  <a:pt x="1337" y="3282"/>
                </a:lnTo>
                <a:lnTo>
                  <a:pt x="1337" y="3281"/>
                </a:lnTo>
                <a:lnTo>
                  <a:pt x="1336" y="3281"/>
                </a:lnTo>
                <a:lnTo>
                  <a:pt x="1335" y="3281"/>
                </a:lnTo>
                <a:lnTo>
                  <a:pt x="1334" y="3281"/>
                </a:lnTo>
                <a:lnTo>
                  <a:pt x="1334" y="3280"/>
                </a:lnTo>
                <a:lnTo>
                  <a:pt x="1333" y="3280"/>
                </a:lnTo>
                <a:lnTo>
                  <a:pt x="1333" y="3281"/>
                </a:lnTo>
                <a:lnTo>
                  <a:pt x="1332" y="3281"/>
                </a:lnTo>
                <a:lnTo>
                  <a:pt x="1332" y="3282"/>
                </a:lnTo>
                <a:lnTo>
                  <a:pt x="1331" y="3282"/>
                </a:lnTo>
                <a:lnTo>
                  <a:pt x="1330" y="3282"/>
                </a:lnTo>
                <a:lnTo>
                  <a:pt x="1330" y="3283"/>
                </a:lnTo>
                <a:lnTo>
                  <a:pt x="1330" y="3282"/>
                </a:lnTo>
                <a:lnTo>
                  <a:pt x="1330" y="3283"/>
                </a:lnTo>
                <a:lnTo>
                  <a:pt x="1330" y="3284"/>
                </a:lnTo>
                <a:lnTo>
                  <a:pt x="1331" y="3284"/>
                </a:lnTo>
                <a:lnTo>
                  <a:pt x="1331" y="3285"/>
                </a:lnTo>
                <a:lnTo>
                  <a:pt x="1331" y="3286"/>
                </a:lnTo>
                <a:lnTo>
                  <a:pt x="1330" y="3286"/>
                </a:lnTo>
                <a:lnTo>
                  <a:pt x="1329" y="3286"/>
                </a:lnTo>
                <a:lnTo>
                  <a:pt x="1329" y="3287"/>
                </a:lnTo>
                <a:lnTo>
                  <a:pt x="1329" y="3286"/>
                </a:lnTo>
                <a:lnTo>
                  <a:pt x="1329" y="3287"/>
                </a:lnTo>
                <a:lnTo>
                  <a:pt x="1328" y="3287"/>
                </a:lnTo>
                <a:lnTo>
                  <a:pt x="1327" y="3287"/>
                </a:lnTo>
                <a:lnTo>
                  <a:pt x="1327" y="3286"/>
                </a:lnTo>
                <a:lnTo>
                  <a:pt x="1327" y="3287"/>
                </a:lnTo>
                <a:lnTo>
                  <a:pt x="1326" y="3287"/>
                </a:lnTo>
                <a:lnTo>
                  <a:pt x="1325" y="3287"/>
                </a:lnTo>
                <a:lnTo>
                  <a:pt x="1325" y="3288"/>
                </a:lnTo>
                <a:lnTo>
                  <a:pt x="1324" y="3288"/>
                </a:lnTo>
                <a:lnTo>
                  <a:pt x="1323" y="3288"/>
                </a:lnTo>
                <a:lnTo>
                  <a:pt x="1323" y="3287"/>
                </a:lnTo>
                <a:lnTo>
                  <a:pt x="1322" y="3287"/>
                </a:lnTo>
                <a:lnTo>
                  <a:pt x="1321" y="3287"/>
                </a:lnTo>
                <a:lnTo>
                  <a:pt x="1320" y="3287"/>
                </a:lnTo>
                <a:lnTo>
                  <a:pt x="1320" y="3286"/>
                </a:lnTo>
                <a:lnTo>
                  <a:pt x="1319" y="3286"/>
                </a:lnTo>
                <a:lnTo>
                  <a:pt x="1318" y="3286"/>
                </a:lnTo>
                <a:lnTo>
                  <a:pt x="1318" y="3287"/>
                </a:lnTo>
                <a:lnTo>
                  <a:pt x="1317" y="3287"/>
                </a:lnTo>
                <a:lnTo>
                  <a:pt x="1317" y="3288"/>
                </a:lnTo>
                <a:lnTo>
                  <a:pt x="1316" y="3288"/>
                </a:lnTo>
                <a:lnTo>
                  <a:pt x="1316" y="3287"/>
                </a:lnTo>
                <a:lnTo>
                  <a:pt x="1315" y="3287"/>
                </a:lnTo>
                <a:lnTo>
                  <a:pt x="1314" y="3287"/>
                </a:lnTo>
                <a:lnTo>
                  <a:pt x="1313" y="3287"/>
                </a:lnTo>
                <a:lnTo>
                  <a:pt x="1313" y="3288"/>
                </a:lnTo>
                <a:lnTo>
                  <a:pt x="1313" y="3287"/>
                </a:lnTo>
                <a:lnTo>
                  <a:pt x="1312" y="3287"/>
                </a:lnTo>
                <a:lnTo>
                  <a:pt x="1311" y="3287"/>
                </a:lnTo>
                <a:lnTo>
                  <a:pt x="1310" y="3287"/>
                </a:lnTo>
                <a:lnTo>
                  <a:pt x="1310" y="3288"/>
                </a:lnTo>
                <a:lnTo>
                  <a:pt x="1309" y="3288"/>
                </a:lnTo>
                <a:lnTo>
                  <a:pt x="1310" y="3288"/>
                </a:lnTo>
                <a:lnTo>
                  <a:pt x="1310" y="3289"/>
                </a:lnTo>
                <a:lnTo>
                  <a:pt x="1309" y="3289"/>
                </a:lnTo>
                <a:lnTo>
                  <a:pt x="1308" y="3289"/>
                </a:lnTo>
                <a:lnTo>
                  <a:pt x="1308" y="3290"/>
                </a:lnTo>
                <a:lnTo>
                  <a:pt x="1307" y="3290"/>
                </a:lnTo>
                <a:lnTo>
                  <a:pt x="1307" y="3291"/>
                </a:lnTo>
                <a:lnTo>
                  <a:pt x="1306" y="3291"/>
                </a:lnTo>
                <a:lnTo>
                  <a:pt x="1306" y="3292"/>
                </a:lnTo>
                <a:lnTo>
                  <a:pt x="1305" y="3292"/>
                </a:lnTo>
                <a:lnTo>
                  <a:pt x="1304" y="3292"/>
                </a:lnTo>
                <a:lnTo>
                  <a:pt x="1303" y="3292"/>
                </a:lnTo>
                <a:lnTo>
                  <a:pt x="1303" y="3294"/>
                </a:lnTo>
                <a:lnTo>
                  <a:pt x="1304" y="3294"/>
                </a:lnTo>
                <a:lnTo>
                  <a:pt x="1303" y="3294"/>
                </a:lnTo>
                <a:lnTo>
                  <a:pt x="1302" y="3294"/>
                </a:lnTo>
                <a:lnTo>
                  <a:pt x="1302" y="3295"/>
                </a:lnTo>
                <a:lnTo>
                  <a:pt x="1301" y="3295"/>
                </a:lnTo>
                <a:lnTo>
                  <a:pt x="1301" y="3296"/>
                </a:lnTo>
                <a:lnTo>
                  <a:pt x="1301" y="3295"/>
                </a:lnTo>
                <a:lnTo>
                  <a:pt x="1300" y="3295"/>
                </a:lnTo>
                <a:lnTo>
                  <a:pt x="1299" y="3295"/>
                </a:lnTo>
                <a:lnTo>
                  <a:pt x="1298" y="3295"/>
                </a:lnTo>
                <a:lnTo>
                  <a:pt x="1298" y="3296"/>
                </a:lnTo>
                <a:lnTo>
                  <a:pt x="1297" y="3296"/>
                </a:lnTo>
                <a:lnTo>
                  <a:pt x="1297" y="3297"/>
                </a:lnTo>
                <a:lnTo>
                  <a:pt x="1296" y="3297"/>
                </a:lnTo>
                <a:lnTo>
                  <a:pt x="1296" y="3298"/>
                </a:lnTo>
                <a:lnTo>
                  <a:pt x="1295" y="3298"/>
                </a:lnTo>
                <a:lnTo>
                  <a:pt x="1295" y="3299"/>
                </a:lnTo>
                <a:lnTo>
                  <a:pt x="1294" y="3299"/>
                </a:lnTo>
                <a:lnTo>
                  <a:pt x="1294" y="3300"/>
                </a:lnTo>
                <a:lnTo>
                  <a:pt x="1293" y="3300"/>
                </a:lnTo>
                <a:lnTo>
                  <a:pt x="1293" y="3301"/>
                </a:lnTo>
                <a:lnTo>
                  <a:pt x="1292" y="3301"/>
                </a:lnTo>
                <a:lnTo>
                  <a:pt x="1292" y="3302"/>
                </a:lnTo>
                <a:lnTo>
                  <a:pt x="1293" y="3303"/>
                </a:lnTo>
                <a:lnTo>
                  <a:pt x="1293" y="3304"/>
                </a:lnTo>
                <a:lnTo>
                  <a:pt x="1292" y="3304"/>
                </a:lnTo>
                <a:lnTo>
                  <a:pt x="1291" y="3304"/>
                </a:lnTo>
                <a:lnTo>
                  <a:pt x="1290" y="3304"/>
                </a:lnTo>
                <a:lnTo>
                  <a:pt x="1290" y="3305"/>
                </a:lnTo>
                <a:lnTo>
                  <a:pt x="1290" y="3306"/>
                </a:lnTo>
                <a:lnTo>
                  <a:pt x="1290" y="3307"/>
                </a:lnTo>
                <a:lnTo>
                  <a:pt x="1290" y="3308"/>
                </a:lnTo>
                <a:lnTo>
                  <a:pt x="1290" y="3309"/>
                </a:lnTo>
                <a:lnTo>
                  <a:pt x="1289" y="3309"/>
                </a:lnTo>
                <a:lnTo>
                  <a:pt x="1289" y="3310"/>
                </a:lnTo>
                <a:lnTo>
                  <a:pt x="1288" y="3310"/>
                </a:lnTo>
                <a:lnTo>
                  <a:pt x="1288" y="3311"/>
                </a:lnTo>
                <a:lnTo>
                  <a:pt x="1287" y="3311"/>
                </a:lnTo>
                <a:lnTo>
                  <a:pt x="1287" y="3312"/>
                </a:lnTo>
                <a:lnTo>
                  <a:pt x="1286" y="3312"/>
                </a:lnTo>
                <a:lnTo>
                  <a:pt x="1285" y="3312"/>
                </a:lnTo>
                <a:lnTo>
                  <a:pt x="1285" y="3313"/>
                </a:lnTo>
                <a:lnTo>
                  <a:pt x="1284" y="3313"/>
                </a:lnTo>
                <a:lnTo>
                  <a:pt x="1284" y="3314"/>
                </a:lnTo>
                <a:lnTo>
                  <a:pt x="1284" y="3315"/>
                </a:lnTo>
                <a:lnTo>
                  <a:pt x="1283" y="3315"/>
                </a:lnTo>
                <a:lnTo>
                  <a:pt x="1282" y="3315"/>
                </a:lnTo>
                <a:lnTo>
                  <a:pt x="1282" y="3316"/>
                </a:lnTo>
                <a:lnTo>
                  <a:pt x="1282" y="3317"/>
                </a:lnTo>
                <a:lnTo>
                  <a:pt x="1281" y="3317"/>
                </a:lnTo>
                <a:lnTo>
                  <a:pt x="1281" y="3318"/>
                </a:lnTo>
                <a:lnTo>
                  <a:pt x="1280" y="3319"/>
                </a:lnTo>
                <a:lnTo>
                  <a:pt x="1279" y="3319"/>
                </a:lnTo>
                <a:lnTo>
                  <a:pt x="1279" y="3320"/>
                </a:lnTo>
                <a:lnTo>
                  <a:pt x="1278" y="3320"/>
                </a:lnTo>
                <a:lnTo>
                  <a:pt x="1277" y="3320"/>
                </a:lnTo>
                <a:lnTo>
                  <a:pt x="1277" y="3321"/>
                </a:lnTo>
                <a:lnTo>
                  <a:pt x="1276" y="3321"/>
                </a:lnTo>
                <a:lnTo>
                  <a:pt x="1275" y="3321"/>
                </a:lnTo>
                <a:lnTo>
                  <a:pt x="1274" y="3321"/>
                </a:lnTo>
                <a:lnTo>
                  <a:pt x="1274" y="3322"/>
                </a:lnTo>
                <a:lnTo>
                  <a:pt x="1273" y="3322"/>
                </a:lnTo>
                <a:lnTo>
                  <a:pt x="1272" y="3322"/>
                </a:lnTo>
                <a:lnTo>
                  <a:pt x="1271" y="3322"/>
                </a:lnTo>
                <a:lnTo>
                  <a:pt x="1271" y="3321"/>
                </a:lnTo>
                <a:lnTo>
                  <a:pt x="1271" y="3322"/>
                </a:lnTo>
                <a:lnTo>
                  <a:pt x="1270" y="3322"/>
                </a:lnTo>
                <a:lnTo>
                  <a:pt x="1269" y="3322"/>
                </a:lnTo>
                <a:lnTo>
                  <a:pt x="1269" y="3323"/>
                </a:lnTo>
                <a:lnTo>
                  <a:pt x="1268" y="3323"/>
                </a:lnTo>
                <a:lnTo>
                  <a:pt x="1268" y="3324"/>
                </a:lnTo>
                <a:lnTo>
                  <a:pt x="1267" y="3324"/>
                </a:lnTo>
                <a:lnTo>
                  <a:pt x="1267" y="3325"/>
                </a:lnTo>
                <a:lnTo>
                  <a:pt x="1266" y="3326"/>
                </a:lnTo>
                <a:lnTo>
                  <a:pt x="1265" y="3327"/>
                </a:lnTo>
                <a:lnTo>
                  <a:pt x="1264" y="3327"/>
                </a:lnTo>
                <a:lnTo>
                  <a:pt x="1263" y="3327"/>
                </a:lnTo>
                <a:lnTo>
                  <a:pt x="1262" y="3327"/>
                </a:lnTo>
                <a:lnTo>
                  <a:pt x="1262" y="3328"/>
                </a:lnTo>
                <a:lnTo>
                  <a:pt x="1261" y="3329"/>
                </a:lnTo>
                <a:lnTo>
                  <a:pt x="1260" y="3329"/>
                </a:lnTo>
                <a:lnTo>
                  <a:pt x="1260" y="3330"/>
                </a:lnTo>
                <a:lnTo>
                  <a:pt x="1260" y="3331"/>
                </a:lnTo>
                <a:lnTo>
                  <a:pt x="1260" y="3332"/>
                </a:lnTo>
                <a:lnTo>
                  <a:pt x="1259" y="3332"/>
                </a:lnTo>
                <a:lnTo>
                  <a:pt x="1260" y="3332"/>
                </a:lnTo>
                <a:lnTo>
                  <a:pt x="1260" y="3334"/>
                </a:lnTo>
                <a:lnTo>
                  <a:pt x="1259" y="3334"/>
                </a:lnTo>
                <a:lnTo>
                  <a:pt x="1259" y="3335"/>
                </a:lnTo>
                <a:lnTo>
                  <a:pt x="1260" y="3335"/>
                </a:lnTo>
                <a:lnTo>
                  <a:pt x="1260" y="3336"/>
                </a:lnTo>
                <a:lnTo>
                  <a:pt x="1259" y="3336"/>
                </a:lnTo>
                <a:lnTo>
                  <a:pt x="1259" y="3337"/>
                </a:lnTo>
                <a:lnTo>
                  <a:pt x="1257" y="3337"/>
                </a:lnTo>
                <a:lnTo>
                  <a:pt x="1256" y="3337"/>
                </a:lnTo>
                <a:lnTo>
                  <a:pt x="1256" y="3338"/>
                </a:lnTo>
                <a:lnTo>
                  <a:pt x="1255" y="3338"/>
                </a:lnTo>
                <a:lnTo>
                  <a:pt x="1255" y="3339"/>
                </a:lnTo>
                <a:lnTo>
                  <a:pt x="1254" y="3339"/>
                </a:lnTo>
                <a:lnTo>
                  <a:pt x="1254" y="3340"/>
                </a:lnTo>
                <a:lnTo>
                  <a:pt x="1254" y="3341"/>
                </a:lnTo>
                <a:lnTo>
                  <a:pt x="1253" y="3341"/>
                </a:lnTo>
                <a:lnTo>
                  <a:pt x="1253" y="3342"/>
                </a:lnTo>
                <a:lnTo>
                  <a:pt x="1252" y="3342"/>
                </a:lnTo>
                <a:lnTo>
                  <a:pt x="1252" y="3343"/>
                </a:lnTo>
                <a:lnTo>
                  <a:pt x="1251" y="3343"/>
                </a:lnTo>
                <a:lnTo>
                  <a:pt x="1250" y="3344"/>
                </a:lnTo>
                <a:lnTo>
                  <a:pt x="1249" y="3344"/>
                </a:lnTo>
                <a:lnTo>
                  <a:pt x="1249" y="3345"/>
                </a:lnTo>
                <a:lnTo>
                  <a:pt x="1248" y="3345"/>
                </a:lnTo>
                <a:lnTo>
                  <a:pt x="1248" y="3346"/>
                </a:lnTo>
                <a:lnTo>
                  <a:pt x="1247" y="3347"/>
                </a:lnTo>
                <a:lnTo>
                  <a:pt x="1247" y="3348"/>
                </a:lnTo>
                <a:lnTo>
                  <a:pt x="1246" y="3348"/>
                </a:lnTo>
                <a:lnTo>
                  <a:pt x="1246" y="3349"/>
                </a:lnTo>
                <a:lnTo>
                  <a:pt x="1246" y="3350"/>
                </a:lnTo>
                <a:lnTo>
                  <a:pt x="1247" y="3350"/>
                </a:lnTo>
                <a:lnTo>
                  <a:pt x="1247" y="3351"/>
                </a:lnTo>
                <a:lnTo>
                  <a:pt x="1248" y="3351"/>
                </a:lnTo>
                <a:lnTo>
                  <a:pt x="1248" y="3352"/>
                </a:lnTo>
                <a:lnTo>
                  <a:pt x="1248" y="3353"/>
                </a:lnTo>
                <a:lnTo>
                  <a:pt x="1249" y="3353"/>
                </a:lnTo>
                <a:lnTo>
                  <a:pt x="1249" y="3354"/>
                </a:lnTo>
                <a:lnTo>
                  <a:pt x="1249" y="3355"/>
                </a:lnTo>
                <a:lnTo>
                  <a:pt x="1248" y="3355"/>
                </a:lnTo>
                <a:lnTo>
                  <a:pt x="1248" y="3356"/>
                </a:lnTo>
                <a:lnTo>
                  <a:pt x="1248" y="3357"/>
                </a:lnTo>
                <a:lnTo>
                  <a:pt x="1247" y="3357"/>
                </a:lnTo>
                <a:lnTo>
                  <a:pt x="1246" y="3357"/>
                </a:lnTo>
                <a:lnTo>
                  <a:pt x="1245" y="3357"/>
                </a:lnTo>
                <a:lnTo>
                  <a:pt x="1245" y="3358"/>
                </a:lnTo>
                <a:lnTo>
                  <a:pt x="1244" y="3358"/>
                </a:lnTo>
                <a:lnTo>
                  <a:pt x="1243" y="3358"/>
                </a:lnTo>
                <a:lnTo>
                  <a:pt x="1242" y="3358"/>
                </a:lnTo>
                <a:lnTo>
                  <a:pt x="1242" y="3359"/>
                </a:lnTo>
                <a:lnTo>
                  <a:pt x="1242" y="3360"/>
                </a:lnTo>
                <a:lnTo>
                  <a:pt x="1241" y="3360"/>
                </a:lnTo>
                <a:lnTo>
                  <a:pt x="1242" y="3361"/>
                </a:lnTo>
                <a:lnTo>
                  <a:pt x="1242" y="3362"/>
                </a:lnTo>
                <a:lnTo>
                  <a:pt x="1241" y="3362"/>
                </a:lnTo>
                <a:lnTo>
                  <a:pt x="1240" y="3362"/>
                </a:lnTo>
                <a:lnTo>
                  <a:pt x="1240" y="3363"/>
                </a:lnTo>
                <a:lnTo>
                  <a:pt x="1241" y="3363"/>
                </a:lnTo>
                <a:lnTo>
                  <a:pt x="1241" y="3364"/>
                </a:lnTo>
                <a:lnTo>
                  <a:pt x="1242" y="3364"/>
                </a:lnTo>
                <a:lnTo>
                  <a:pt x="1242" y="3365"/>
                </a:lnTo>
                <a:lnTo>
                  <a:pt x="1242" y="3367"/>
                </a:lnTo>
                <a:lnTo>
                  <a:pt x="1242" y="3368"/>
                </a:lnTo>
                <a:lnTo>
                  <a:pt x="1242" y="3369"/>
                </a:lnTo>
                <a:lnTo>
                  <a:pt x="1242" y="3370"/>
                </a:lnTo>
                <a:lnTo>
                  <a:pt x="1242" y="3371"/>
                </a:lnTo>
                <a:lnTo>
                  <a:pt x="1241" y="3371"/>
                </a:lnTo>
                <a:lnTo>
                  <a:pt x="1242" y="3372"/>
                </a:lnTo>
                <a:lnTo>
                  <a:pt x="1243" y="3373"/>
                </a:lnTo>
                <a:lnTo>
                  <a:pt x="1244" y="3374"/>
                </a:lnTo>
                <a:lnTo>
                  <a:pt x="1244" y="3375"/>
                </a:lnTo>
                <a:lnTo>
                  <a:pt x="1243" y="3376"/>
                </a:lnTo>
                <a:lnTo>
                  <a:pt x="1243" y="3377"/>
                </a:lnTo>
                <a:lnTo>
                  <a:pt x="1242" y="3378"/>
                </a:lnTo>
                <a:lnTo>
                  <a:pt x="1242" y="3379"/>
                </a:lnTo>
                <a:lnTo>
                  <a:pt x="1241" y="3379"/>
                </a:lnTo>
                <a:lnTo>
                  <a:pt x="1241" y="3380"/>
                </a:lnTo>
                <a:lnTo>
                  <a:pt x="1240" y="3381"/>
                </a:lnTo>
                <a:lnTo>
                  <a:pt x="1239" y="3382"/>
                </a:lnTo>
                <a:lnTo>
                  <a:pt x="1239" y="3383"/>
                </a:lnTo>
                <a:lnTo>
                  <a:pt x="1239" y="3384"/>
                </a:lnTo>
                <a:lnTo>
                  <a:pt x="1238" y="3384"/>
                </a:lnTo>
                <a:lnTo>
                  <a:pt x="1238" y="3385"/>
                </a:lnTo>
                <a:lnTo>
                  <a:pt x="1237" y="3386"/>
                </a:lnTo>
                <a:lnTo>
                  <a:pt x="1236" y="3387"/>
                </a:lnTo>
                <a:lnTo>
                  <a:pt x="1235" y="3388"/>
                </a:lnTo>
                <a:lnTo>
                  <a:pt x="1234" y="3389"/>
                </a:lnTo>
                <a:lnTo>
                  <a:pt x="1233" y="3390"/>
                </a:lnTo>
                <a:lnTo>
                  <a:pt x="1232" y="3390"/>
                </a:lnTo>
                <a:lnTo>
                  <a:pt x="1231" y="3390"/>
                </a:lnTo>
                <a:lnTo>
                  <a:pt x="1231" y="3391"/>
                </a:lnTo>
                <a:lnTo>
                  <a:pt x="1230" y="3391"/>
                </a:lnTo>
                <a:lnTo>
                  <a:pt x="1229" y="3391"/>
                </a:lnTo>
                <a:lnTo>
                  <a:pt x="1229" y="3392"/>
                </a:lnTo>
                <a:lnTo>
                  <a:pt x="1228" y="3392"/>
                </a:lnTo>
                <a:lnTo>
                  <a:pt x="1227" y="3393"/>
                </a:lnTo>
                <a:lnTo>
                  <a:pt x="1226" y="3394"/>
                </a:lnTo>
                <a:lnTo>
                  <a:pt x="1226" y="3395"/>
                </a:lnTo>
                <a:lnTo>
                  <a:pt x="1226" y="3396"/>
                </a:lnTo>
                <a:lnTo>
                  <a:pt x="1226" y="3397"/>
                </a:lnTo>
                <a:lnTo>
                  <a:pt x="1225" y="3398"/>
                </a:lnTo>
                <a:lnTo>
                  <a:pt x="1224" y="3398"/>
                </a:lnTo>
                <a:lnTo>
                  <a:pt x="1223" y="3398"/>
                </a:lnTo>
                <a:lnTo>
                  <a:pt x="1222" y="3397"/>
                </a:lnTo>
                <a:lnTo>
                  <a:pt x="1222" y="3396"/>
                </a:lnTo>
                <a:lnTo>
                  <a:pt x="1221" y="3395"/>
                </a:lnTo>
                <a:lnTo>
                  <a:pt x="1221" y="3394"/>
                </a:lnTo>
                <a:lnTo>
                  <a:pt x="1220" y="3394"/>
                </a:lnTo>
                <a:lnTo>
                  <a:pt x="1220" y="3393"/>
                </a:lnTo>
                <a:lnTo>
                  <a:pt x="1220" y="3392"/>
                </a:lnTo>
                <a:lnTo>
                  <a:pt x="1219" y="3392"/>
                </a:lnTo>
                <a:lnTo>
                  <a:pt x="1219" y="3391"/>
                </a:lnTo>
                <a:lnTo>
                  <a:pt x="1218" y="3391"/>
                </a:lnTo>
                <a:lnTo>
                  <a:pt x="1218" y="3390"/>
                </a:lnTo>
                <a:lnTo>
                  <a:pt x="1217" y="3390"/>
                </a:lnTo>
                <a:lnTo>
                  <a:pt x="1217" y="3389"/>
                </a:lnTo>
                <a:lnTo>
                  <a:pt x="1216" y="3389"/>
                </a:lnTo>
                <a:lnTo>
                  <a:pt x="1215" y="3389"/>
                </a:lnTo>
                <a:lnTo>
                  <a:pt x="1215" y="3388"/>
                </a:lnTo>
                <a:lnTo>
                  <a:pt x="1215" y="3387"/>
                </a:lnTo>
                <a:lnTo>
                  <a:pt x="1216" y="3387"/>
                </a:lnTo>
                <a:lnTo>
                  <a:pt x="1216" y="3386"/>
                </a:lnTo>
                <a:lnTo>
                  <a:pt x="1217" y="3385"/>
                </a:lnTo>
                <a:lnTo>
                  <a:pt x="1217" y="3384"/>
                </a:lnTo>
                <a:lnTo>
                  <a:pt x="1217" y="3383"/>
                </a:lnTo>
                <a:lnTo>
                  <a:pt x="1217" y="3382"/>
                </a:lnTo>
                <a:lnTo>
                  <a:pt x="1216" y="3382"/>
                </a:lnTo>
                <a:lnTo>
                  <a:pt x="1215" y="3381"/>
                </a:lnTo>
                <a:lnTo>
                  <a:pt x="1214" y="3381"/>
                </a:lnTo>
                <a:lnTo>
                  <a:pt x="1214" y="3380"/>
                </a:lnTo>
                <a:lnTo>
                  <a:pt x="1213" y="3379"/>
                </a:lnTo>
                <a:lnTo>
                  <a:pt x="1213" y="3378"/>
                </a:lnTo>
                <a:lnTo>
                  <a:pt x="1213" y="3377"/>
                </a:lnTo>
                <a:lnTo>
                  <a:pt x="1213" y="3376"/>
                </a:lnTo>
                <a:lnTo>
                  <a:pt x="1212" y="3376"/>
                </a:lnTo>
                <a:lnTo>
                  <a:pt x="1211" y="3376"/>
                </a:lnTo>
                <a:lnTo>
                  <a:pt x="1211" y="3375"/>
                </a:lnTo>
                <a:lnTo>
                  <a:pt x="1211" y="3374"/>
                </a:lnTo>
                <a:lnTo>
                  <a:pt x="1212" y="3374"/>
                </a:lnTo>
                <a:lnTo>
                  <a:pt x="1211" y="3374"/>
                </a:lnTo>
                <a:lnTo>
                  <a:pt x="1212" y="3374"/>
                </a:lnTo>
                <a:lnTo>
                  <a:pt x="1212" y="3373"/>
                </a:lnTo>
                <a:lnTo>
                  <a:pt x="1211" y="3373"/>
                </a:lnTo>
                <a:lnTo>
                  <a:pt x="1210" y="3373"/>
                </a:lnTo>
                <a:lnTo>
                  <a:pt x="1209" y="3373"/>
                </a:lnTo>
                <a:lnTo>
                  <a:pt x="1209" y="3374"/>
                </a:lnTo>
                <a:lnTo>
                  <a:pt x="1209" y="3373"/>
                </a:lnTo>
                <a:lnTo>
                  <a:pt x="1208" y="3373"/>
                </a:lnTo>
                <a:lnTo>
                  <a:pt x="1208" y="3372"/>
                </a:lnTo>
                <a:lnTo>
                  <a:pt x="1207" y="3372"/>
                </a:lnTo>
                <a:lnTo>
                  <a:pt x="1207" y="3370"/>
                </a:lnTo>
                <a:lnTo>
                  <a:pt x="1206" y="3370"/>
                </a:lnTo>
                <a:lnTo>
                  <a:pt x="1206" y="3369"/>
                </a:lnTo>
                <a:lnTo>
                  <a:pt x="1206" y="3368"/>
                </a:lnTo>
                <a:lnTo>
                  <a:pt x="1206" y="3367"/>
                </a:lnTo>
                <a:lnTo>
                  <a:pt x="1205" y="3367"/>
                </a:lnTo>
                <a:lnTo>
                  <a:pt x="1205" y="3366"/>
                </a:lnTo>
                <a:lnTo>
                  <a:pt x="1205" y="3365"/>
                </a:lnTo>
                <a:lnTo>
                  <a:pt x="1205" y="3364"/>
                </a:lnTo>
                <a:lnTo>
                  <a:pt x="1204" y="3364"/>
                </a:lnTo>
                <a:lnTo>
                  <a:pt x="1205" y="3364"/>
                </a:lnTo>
                <a:lnTo>
                  <a:pt x="1204" y="3363"/>
                </a:lnTo>
                <a:lnTo>
                  <a:pt x="1204" y="3362"/>
                </a:lnTo>
                <a:lnTo>
                  <a:pt x="1204" y="3361"/>
                </a:lnTo>
                <a:lnTo>
                  <a:pt x="1205" y="3360"/>
                </a:lnTo>
                <a:lnTo>
                  <a:pt x="1204" y="3360"/>
                </a:lnTo>
                <a:lnTo>
                  <a:pt x="1204" y="3359"/>
                </a:lnTo>
                <a:lnTo>
                  <a:pt x="1205" y="3359"/>
                </a:lnTo>
                <a:lnTo>
                  <a:pt x="1205" y="3358"/>
                </a:lnTo>
                <a:lnTo>
                  <a:pt x="1205" y="3357"/>
                </a:lnTo>
                <a:lnTo>
                  <a:pt x="1205" y="3356"/>
                </a:lnTo>
                <a:lnTo>
                  <a:pt x="1206" y="3356"/>
                </a:lnTo>
                <a:lnTo>
                  <a:pt x="1206" y="3355"/>
                </a:lnTo>
                <a:lnTo>
                  <a:pt x="1206" y="3354"/>
                </a:lnTo>
                <a:lnTo>
                  <a:pt x="1207" y="3354"/>
                </a:lnTo>
                <a:lnTo>
                  <a:pt x="1207" y="3353"/>
                </a:lnTo>
                <a:lnTo>
                  <a:pt x="1206" y="3353"/>
                </a:lnTo>
                <a:lnTo>
                  <a:pt x="1206" y="3354"/>
                </a:lnTo>
                <a:lnTo>
                  <a:pt x="1206" y="3353"/>
                </a:lnTo>
                <a:lnTo>
                  <a:pt x="1205" y="3353"/>
                </a:lnTo>
                <a:lnTo>
                  <a:pt x="1205" y="3352"/>
                </a:lnTo>
                <a:lnTo>
                  <a:pt x="1205" y="3351"/>
                </a:lnTo>
                <a:lnTo>
                  <a:pt x="1205" y="3350"/>
                </a:lnTo>
                <a:lnTo>
                  <a:pt x="1205" y="3349"/>
                </a:lnTo>
                <a:lnTo>
                  <a:pt x="1204" y="3349"/>
                </a:lnTo>
                <a:lnTo>
                  <a:pt x="1204" y="3348"/>
                </a:lnTo>
                <a:lnTo>
                  <a:pt x="1205" y="3348"/>
                </a:lnTo>
                <a:lnTo>
                  <a:pt x="1206" y="3348"/>
                </a:lnTo>
                <a:lnTo>
                  <a:pt x="1207" y="3348"/>
                </a:lnTo>
                <a:lnTo>
                  <a:pt x="1208" y="3348"/>
                </a:lnTo>
                <a:lnTo>
                  <a:pt x="1208" y="3347"/>
                </a:lnTo>
                <a:lnTo>
                  <a:pt x="1207" y="3347"/>
                </a:lnTo>
                <a:lnTo>
                  <a:pt x="1208" y="3347"/>
                </a:lnTo>
                <a:lnTo>
                  <a:pt x="1208" y="3346"/>
                </a:lnTo>
                <a:lnTo>
                  <a:pt x="1209" y="3346"/>
                </a:lnTo>
                <a:lnTo>
                  <a:pt x="1210" y="3346"/>
                </a:lnTo>
                <a:lnTo>
                  <a:pt x="1210" y="3345"/>
                </a:lnTo>
                <a:lnTo>
                  <a:pt x="1210" y="3344"/>
                </a:lnTo>
                <a:lnTo>
                  <a:pt x="1210" y="3343"/>
                </a:lnTo>
                <a:lnTo>
                  <a:pt x="1211" y="3343"/>
                </a:lnTo>
                <a:lnTo>
                  <a:pt x="1211" y="3342"/>
                </a:lnTo>
                <a:lnTo>
                  <a:pt x="1210" y="3342"/>
                </a:lnTo>
                <a:lnTo>
                  <a:pt x="1210" y="3341"/>
                </a:lnTo>
                <a:lnTo>
                  <a:pt x="1211" y="3341"/>
                </a:lnTo>
                <a:lnTo>
                  <a:pt x="1211" y="3340"/>
                </a:lnTo>
                <a:lnTo>
                  <a:pt x="1212" y="3339"/>
                </a:lnTo>
                <a:lnTo>
                  <a:pt x="1212" y="3340"/>
                </a:lnTo>
                <a:lnTo>
                  <a:pt x="1213" y="3340"/>
                </a:lnTo>
                <a:lnTo>
                  <a:pt x="1213" y="3339"/>
                </a:lnTo>
                <a:lnTo>
                  <a:pt x="1214" y="3339"/>
                </a:lnTo>
                <a:lnTo>
                  <a:pt x="1214" y="3338"/>
                </a:lnTo>
                <a:lnTo>
                  <a:pt x="1215" y="3338"/>
                </a:lnTo>
                <a:lnTo>
                  <a:pt x="1216" y="3337"/>
                </a:lnTo>
                <a:lnTo>
                  <a:pt x="1216" y="3336"/>
                </a:lnTo>
                <a:lnTo>
                  <a:pt x="1216" y="3335"/>
                </a:lnTo>
                <a:lnTo>
                  <a:pt x="1216" y="3334"/>
                </a:lnTo>
                <a:lnTo>
                  <a:pt x="1216" y="3333"/>
                </a:lnTo>
                <a:lnTo>
                  <a:pt x="1216" y="3332"/>
                </a:lnTo>
                <a:lnTo>
                  <a:pt x="1216" y="3331"/>
                </a:lnTo>
                <a:lnTo>
                  <a:pt x="1217" y="3331"/>
                </a:lnTo>
                <a:lnTo>
                  <a:pt x="1218" y="3331"/>
                </a:lnTo>
                <a:lnTo>
                  <a:pt x="1218" y="3330"/>
                </a:lnTo>
                <a:lnTo>
                  <a:pt x="1218" y="3329"/>
                </a:lnTo>
                <a:lnTo>
                  <a:pt x="1219" y="3329"/>
                </a:lnTo>
                <a:lnTo>
                  <a:pt x="1219" y="3328"/>
                </a:lnTo>
                <a:lnTo>
                  <a:pt x="1219" y="3327"/>
                </a:lnTo>
                <a:lnTo>
                  <a:pt x="1219" y="3326"/>
                </a:lnTo>
                <a:lnTo>
                  <a:pt x="1218" y="3326"/>
                </a:lnTo>
                <a:lnTo>
                  <a:pt x="1219" y="3326"/>
                </a:lnTo>
                <a:lnTo>
                  <a:pt x="1218" y="3326"/>
                </a:lnTo>
                <a:lnTo>
                  <a:pt x="1219" y="3325"/>
                </a:lnTo>
                <a:lnTo>
                  <a:pt x="1219" y="3324"/>
                </a:lnTo>
                <a:lnTo>
                  <a:pt x="1219" y="3323"/>
                </a:lnTo>
                <a:lnTo>
                  <a:pt x="1219" y="3322"/>
                </a:lnTo>
                <a:lnTo>
                  <a:pt x="1220" y="3322"/>
                </a:lnTo>
                <a:lnTo>
                  <a:pt x="1220" y="3321"/>
                </a:lnTo>
                <a:lnTo>
                  <a:pt x="1220" y="3320"/>
                </a:lnTo>
                <a:lnTo>
                  <a:pt x="1220" y="3319"/>
                </a:lnTo>
                <a:lnTo>
                  <a:pt x="1220" y="3318"/>
                </a:lnTo>
                <a:lnTo>
                  <a:pt x="1221" y="3318"/>
                </a:lnTo>
                <a:lnTo>
                  <a:pt x="1222" y="3318"/>
                </a:lnTo>
                <a:lnTo>
                  <a:pt x="1222" y="3317"/>
                </a:lnTo>
                <a:lnTo>
                  <a:pt x="1223" y="3317"/>
                </a:lnTo>
                <a:lnTo>
                  <a:pt x="1223" y="3316"/>
                </a:lnTo>
                <a:lnTo>
                  <a:pt x="1223" y="3315"/>
                </a:lnTo>
                <a:lnTo>
                  <a:pt x="1223" y="3314"/>
                </a:lnTo>
                <a:lnTo>
                  <a:pt x="1224" y="3314"/>
                </a:lnTo>
                <a:lnTo>
                  <a:pt x="1224" y="3313"/>
                </a:lnTo>
                <a:lnTo>
                  <a:pt x="1224" y="3312"/>
                </a:lnTo>
                <a:lnTo>
                  <a:pt x="1224" y="3311"/>
                </a:lnTo>
                <a:lnTo>
                  <a:pt x="1224" y="3310"/>
                </a:lnTo>
                <a:lnTo>
                  <a:pt x="1224" y="3309"/>
                </a:lnTo>
                <a:lnTo>
                  <a:pt x="1224" y="3308"/>
                </a:lnTo>
                <a:lnTo>
                  <a:pt x="1223" y="3308"/>
                </a:lnTo>
                <a:lnTo>
                  <a:pt x="1223" y="3307"/>
                </a:lnTo>
                <a:lnTo>
                  <a:pt x="1223" y="3306"/>
                </a:lnTo>
                <a:lnTo>
                  <a:pt x="1224" y="3306"/>
                </a:lnTo>
                <a:lnTo>
                  <a:pt x="1223" y="3306"/>
                </a:lnTo>
                <a:lnTo>
                  <a:pt x="1223" y="3305"/>
                </a:lnTo>
                <a:lnTo>
                  <a:pt x="1223" y="3304"/>
                </a:lnTo>
                <a:lnTo>
                  <a:pt x="1222" y="3304"/>
                </a:lnTo>
                <a:lnTo>
                  <a:pt x="1221" y="3304"/>
                </a:lnTo>
                <a:lnTo>
                  <a:pt x="1220" y="3304"/>
                </a:lnTo>
                <a:lnTo>
                  <a:pt x="1220" y="3303"/>
                </a:lnTo>
                <a:lnTo>
                  <a:pt x="1220" y="3302"/>
                </a:lnTo>
                <a:lnTo>
                  <a:pt x="1221" y="3302"/>
                </a:lnTo>
                <a:lnTo>
                  <a:pt x="1221" y="3301"/>
                </a:lnTo>
                <a:lnTo>
                  <a:pt x="1221" y="3300"/>
                </a:lnTo>
                <a:lnTo>
                  <a:pt x="1221" y="3299"/>
                </a:lnTo>
                <a:lnTo>
                  <a:pt x="1221" y="3298"/>
                </a:lnTo>
                <a:lnTo>
                  <a:pt x="1222" y="3298"/>
                </a:lnTo>
                <a:lnTo>
                  <a:pt x="1221" y="3298"/>
                </a:lnTo>
                <a:lnTo>
                  <a:pt x="1222" y="3298"/>
                </a:lnTo>
                <a:lnTo>
                  <a:pt x="1222" y="3297"/>
                </a:lnTo>
                <a:lnTo>
                  <a:pt x="1222" y="3296"/>
                </a:lnTo>
                <a:lnTo>
                  <a:pt x="1222" y="3295"/>
                </a:lnTo>
                <a:lnTo>
                  <a:pt x="1221" y="3295"/>
                </a:lnTo>
                <a:lnTo>
                  <a:pt x="1221" y="3294"/>
                </a:lnTo>
                <a:lnTo>
                  <a:pt x="1222" y="3293"/>
                </a:lnTo>
                <a:lnTo>
                  <a:pt x="1222" y="3292"/>
                </a:lnTo>
                <a:lnTo>
                  <a:pt x="1221" y="3292"/>
                </a:lnTo>
                <a:lnTo>
                  <a:pt x="1220" y="3292"/>
                </a:lnTo>
                <a:lnTo>
                  <a:pt x="1220" y="3291"/>
                </a:lnTo>
                <a:lnTo>
                  <a:pt x="1219" y="3291"/>
                </a:lnTo>
                <a:lnTo>
                  <a:pt x="1219" y="3290"/>
                </a:lnTo>
                <a:lnTo>
                  <a:pt x="1218" y="3290"/>
                </a:lnTo>
                <a:lnTo>
                  <a:pt x="1218" y="3289"/>
                </a:lnTo>
                <a:lnTo>
                  <a:pt x="1218" y="3288"/>
                </a:lnTo>
                <a:lnTo>
                  <a:pt x="1217" y="3287"/>
                </a:lnTo>
                <a:lnTo>
                  <a:pt x="1216" y="3287"/>
                </a:lnTo>
                <a:lnTo>
                  <a:pt x="1216" y="3286"/>
                </a:lnTo>
                <a:lnTo>
                  <a:pt x="1216" y="3287"/>
                </a:lnTo>
                <a:lnTo>
                  <a:pt x="1216" y="3286"/>
                </a:lnTo>
                <a:lnTo>
                  <a:pt x="1216" y="3285"/>
                </a:lnTo>
                <a:lnTo>
                  <a:pt x="1215" y="3285"/>
                </a:lnTo>
                <a:lnTo>
                  <a:pt x="1215" y="3284"/>
                </a:lnTo>
                <a:lnTo>
                  <a:pt x="1214" y="3284"/>
                </a:lnTo>
                <a:lnTo>
                  <a:pt x="1214" y="3283"/>
                </a:lnTo>
                <a:lnTo>
                  <a:pt x="1213" y="3283"/>
                </a:lnTo>
                <a:lnTo>
                  <a:pt x="1212" y="3283"/>
                </a:lnTo>
                <a:lnTo>
                  <a:pt x="1211" y="3283"/>
                </a:lnTo>
                <a:lnTo>
                  <a:pt x="1210" y="3283"/>
                </a:lnTo>
                <a:lnTo>
                  <a:pt x="1209" y="3282"/>
                </a:lnTo>
                <a:lnTo>
                  <a:pt x="1208" y="3282"/>
                </a:lnTo>
                <a:lnTo>
                  <a:pt x="1207" y="3282"/>
                </a:lnTo>
                <a:lnTo>
                  <a:pt x="1206" y="3282"/>
                </a:lnTo>
                <a:lnTo>
                  <a:pt x="1205" y="3282"/>
                </a:lnTo>
                <a:lnTo>
                  <a:pt x="1204" y="3282"/>
                </a:lnTo>
                <a:lnTo>
                  <a:pt x="1204" y="3281"/>
                </a:lnTo>
                <a:lnTo>
                  <a:pt x="1204" y="3280"/>
                </a:lnTo>
                <a:lnTo>
                  <a:pt x="1203" y="3279"/>
                </a:lnTo>
                <a:lnTo>
                  <a:pt x="1202" y="3278"/>
                </a:lnTo>
                <a:lnTo>
                  <a:pt x="1202" y="3277"/>
                </a:lnTo>
                <a:lnTo>
                  <a:pt x="1202" y="3276"/>
                </a:lnTo>
                <a:lnTo>
                  <a:pt x="1201" y="3276"/>
                </a:lnTo>
                <a:lnTo>
                  <a:pt x="1200" y="3276"/>
                </a:lnTo>
                <a:lnTo>
                  <a:pt x="1200" y="3277"/>
                </a:lnTo>
                <a:lnTo>
                  <a:pt x="1200" y="3278"/>
                </a:lnTo>
                <a:lnTo>
                  <a:pt x="1199" y="3278"/>
                </a:lnTo>
                <a:lnTo>
                  <a:pt x="1198" y="3278"/>
                </a:lnTo>
                <a:lnTo>
                  <a:pt x="1197" y="3278"/>
                </a:lnTo>
                <a:lnTo>
                  <a:pt x="1197" y="3279"/>
                </a:lnTo>
                <a:lnTo>
                  <a:pt x="1198" y="3279"/>
                </a:lnTo>
                <a:lnTo>
                  <a:pt x="1197" y="3279"/>
                </a:lnTo>
                <a:lnTo>
                  <a:pt x="1196" y="3279"/>
                </a:lnTo>
                <a:lnTo>
                  <a:pt x="1195" y="3279"/>
                </a:lnTo>
                <a:lnTo>
                  <a:pt x="1194" y="3279"/>
                </a:lnTo>
                <a:lnTo>
                  <a:pt x="1194" y="3278"/>
                </a:lnTo>
                <a:lnTo>
                  <a:pt x="1193" y="3278"/>
                </a:lnTo>
                <a:lnTo>
                  <a:pt x="1193" y="3279"/>
                </a:lnTo>
                <a:lnTo>
                  <a:pt x="1192" y="3279"/>
                </a:lnTo>
                <a:lnTo>
                  <a:pt x="1192" y="3280"/>
                </a:lnTo>
                <a:lnTo>
                  <a:pt x="1192" y="3281"/>
                </a:lnTo>
                <a:lnTo>
                  <a:pt x="1191" y="3282"/>
                </a:lnTo>
                <a:lnTo>
                  <a:pt x="1191" y="3283"/>
                </a:lnTo>
                <a:lnTo>
                  <a:pt x="1191" y="3284"/>
                </a:lnTo>
                <a:lnTo>
                  <a:pt x="1190" y="3284"/>
                </a:lnTo>
                <a:lnTo>
                  <a:pt x="1190" y="3285"/>
                </a:lnTo>
                <a:lnTo>
                  <a:pt x="1189" y="3285"/>
                </a:lnTo>
                <a:lnTo>
                  <a:pt x="1189" y="3284"/>
                </a:lnTo>
                <a:lnTo>
                  <a:pt x="1188" y="3284"/>
                </a:lnTo>
                <a:lnTo>
                  <a:pt x="1187" y="3284"/>
                </a:lnTo>
                <a:lnTo>
                  <a:pt x="1187" y="3283"/>
                </a:lnTo>
                <a:lnTo>
                  <a:pt x="1186" y="3283"/>
                </a:lnTo>
                <a:lnTo>
                  <a:pt x="1186" y="3282"/>
                </a:lnTo>
                <a:lnTo>
                  <a:pt x="1185" y="3282"/>
                </a:lnTo>
                <a:lnTo>
                  <a:pt x="1184" y="3282"/>
                </a:lnTo>
                <a:lnTo>
                  <a:pt x="1183" y="3282"/>
                </a:lnTo>
                <a:lnTo>
                  <a:pt x="1183" y="3283"/>
                </a:lnTo>
                <a:lnTo>
                  <a:pt x="1182" y="3283"/>
                </a:lnTo>
                <a:lnTo>
                  <a:pt x="1182" y="3284"/>
                </a:lnTo>
                <a:lnTo>
                  <a:pt x="1182" y="3285"/>
                </a:lnTo>
                <a:lnTo>
                  <a:pt x="1181" y="3285"/>
                </a:lnTo>
                <a:lnTo>
                  <a:pt x="1180" y="3285"/>
                </a:lnTo>
                <a:lnTo>
                  <a:pt x="1180" y="3286"/>
                </a:lnTo>
                <a:lnTo>
                  <a:pt x="1180" y="3285"/>
                </a:lnTo>
                <a:lnTo>
                  <a:pt x="1179" y="3285"/>
                </a:lnTo>
                <a:lnTo>
                  <a:pt x="1179" y="3286"/>
                </a:lnTo>
                <a:lnTo>
                  <a:pt x="1178" y="3286"/>
                </a:lnTo>
                <a:lnTo>
                  <a:pt x="1177" y="3286"/>
                </a:lnTo>
                <a:lnTo>
                  <a:pt x="1176" y="3286"/>
                </a:lnTo>
                <a:lnTo>
                  <a:pt x="1176" y="3287"/>
                </a:lnTo>
                <a:lnTo>
                  <a:pt x="1175" y="3287"/>
                </a:lnTo>
                <a:lnTo>
                  <a:pt x="1174" y="3287"/>
                </a:lnTo>
                <a:lnTo>
                  <a:pt x="1174" y="3288"/>
                </a:lnTo>
                <a:lnTo>
                  <a:pt x="1174" y="3289"/>
                </a:lnTo>
                <a:lnTo>
                  <a:pt x="1173" y="3289"/>
                </a:lnTo>
                <a:lnTo>
                  <a:pt x="1172" y="3289"/>
                </a:lnTo>
                <a:lnTo>
                  <a:pt x="1171" y="3289"/>
                </a:lnTo>
                <a:lnTo>
                  <a:pt x="1171" y="3288"/>
                </a:lnTo>
                <a:lnTo>
                  <a:pt x="1170" y="3288"/>
                </a:lnTo>
                <a:lnTo>
                  <a:pt x="1170" y="3287"/>
                </a:lnTo>
                <a:lnTo>
                  <a:pt x="1169" y="3287"/>
                </a:lnTo>
                <a:lnTo>
                  <a:pt x="1167" y="3287"/>
                </a:lnTo>
                <a:lnTo>
                  <a:pt x="1166" y="3287"/>
                </a:lnTo>
                <a:lnTo>
                  <a:pt x="1165" y="3287"/>
                </a:lnTo>
                <a:lnTo>
                  <a:pt x="1165" y="3288"/>
                </a:lnTo>
                <a:lnTo>
                  <a:pt x="1164" y="3288"/>
                </a:lnTo>
                <a:lnTo>
                  <a:pt x="1163" y="3288"/>
                </a:lnTo>
                <a:lnTo>
                  <a:pt x="1162" y="3288"/>
                </a:lnTo>
                <a:lnTo>
                  <a:pt x="1162" y="3289"/>
                </a:lnTo>
                <a:lnTo>
                  <a:pt x="1161" y="3289"/>
                </a:lnTo>
                <a:lnTo>
                  <a:pt x="1160" y="3289"/>
                </a:lnTo>
                <a:lnTo>
                  <a:pt x="1159" y="3289"/>
                </a:lnTo>
                <a:lnTo>
                  <a:pt x="1158" y="3290"/>
                </a:lnTo>
                <a:lnTo>
                  <a:pt x="1157" y="3289"/>
                </a:lnTo>
                <a:lnTo>
                  <a:pt x="1157" y="3290"/>
                </a:lnTo>
                <a:lnTo>
                  <a:pt x="1156" y="3290"/>
                </a:lnTo>
                <a:lnTo>
                  <a:pt x="1156" y="3291"/>
                </a:lnTo>
                <a:lnTo>
                  <a:pt x="1155" y="3291"/>
                </a:lnTo>
                <a:lnTo>
                  <a:pt x="1155" y="3289"/>
                </a:lnTo>
                <a:lnTo>
                  <a:pt x="1154" y="3288"/>
                </a:lnTo>
                <a:lnTo>
                  <a:pt x="1154" y="3287"/>
                </a:lnTo>
                <a:lnTo>
                  <a:pt x="1153" y="3287"/>
                </a:lnTo>
                <a:lnTo>
                  <a:pt x="1153" y="3288"/>
                </a:lnTo>
                <a:lnTo>
                  <a:pt x="1152" y="3288"/>
                </a:lnTo>
                <a:lnTo>
                  <a:pt x="1151" y="3287"/>
                </a:lnTo>
                <a:lnTo>
                  <a:pt x="1151" y="3288"/>
                </a:lnTo>
                <a:lnTo>
                  <a:pt x="1151" y="3289"/>
                </a:lnTo>
                <a:lnTo>
                  <a:pt x="1150" y="3289"/>
                </a:lnTo>
                <a:lnTo>
                  <a:pt x="1150" y="3290"/>
                </a:lnTo>
                <a:lnTo>
                  <a:pt x="1149" y="3290"/>
                </a:lnTo>
                <a:lnTo>
                  <a:pt x="1149" y="3289"/>
                </a:lnTo>
                <a:lnTo>
                  <a:pt x="1149" y="3290"/>
                </a:lnTo>
                <a:lnTo>
                  <a:pt x="1148" y="3290"/>
                </a:lnTo>
                <a:lnTo>
                  <a:pt x="1148" y="3289"/>
                </a:lnTo>
                <a:lnTo>
                  <a:pt x="1147" y="3289"/>
                </a:lnTo>
                <a:lnTo>
                  <a:pt x="1147" y="3288"/>
                </a:lnTo>
                <a:lnTo>
                  <a:pt x="1146" y="3288"/>
                </a:lnTo>
                <a:lnTo>
                  <a:pt x="1146" y="3287"/>
                </a:lnTo>
                <a:lnTo>
                  <a:pt x="1145" y="3287"/>
                </a:lnTo>
                <a:lnTo>
                  <a:pt x="1144" y="3287"/>
                </a:lnTo>
                <a:lnTo>
                  <a:pt x="1144" y="3286"/>
                </a:lnTo>
                <a:lnTo>
                  <a:pt x="1143" y="3286"/>
                </a:lnTo>
                <a:lnTo>
                  <a:pt x="1143" y="3287"/>
                </a:lnTo>
                <a:lnTo>
                  <a:pt x="1142" y="3287"/>
                </a:lnTo>
                <a:lnTo>
                  <a:pt x="1142" y="3288"/>
                </a:lnTo>
                <a:lnTo>
                  <a:pt x="1142" y="3289"/>
                </a:lnTo>
                <a:lnTo>
                  <a:pt x="1142" y="3290"/>
                </a:lnTo>
                <a:lnTo>
                  <a:pt x="1141" y="3290"/>
                </a:lnTo>
                <a:lnTo>
                  <a:pt x="1141" y="3291"/>
                </a:lnTo>
                <a:lnTo>
                  <a:pt x="1140" y="3291"/>
                </a:lnTo>
                <a:lnTo>
                  <a:pt x="1140" y="3292"/>
                </a:lnTo>
                <a:lnTo>
                  <a:pt x="1140" y="3293"/>
                </a:lnTo>
                <a:lnTo>
                  <a:pt x="1140" y="3294"/>
                </a:lnTo>
                <a:lnTo>
                  <a:pt x="1141" y="3294"/>
                </a:lnTo>
                <a:lnTo>
                  <a:pt x="1141" y="3295"/>
                </a:lnTo>
                <a:lnTo>
                  <a:pt x="1141" y="3296"/>
                </a:lnTo>
                <a:lnTo>
                  <a:pt x="1140" y="3296"/>
                </a:lnTo>
                <a:lnTo>
                  <a:pt x="1139" y="3297"/>
                </a:lnTo>
                <a:lnTo>
                  <a:pt x="1138" y="3298"/>
                </a:lnTo>
                <a:lnTo>
                  <a:pt x="1137" y="3298"/>
                </a:lnTo>
                <a:lnTo>
                  <a:pt x="1136" y="3298"/>
                </a:lnTo>
                <a:lnTo>
                  <a:pt x="1136" y="3297"/>
                </a:lnTo>
                <a:lnTo>
                  <a:pt x="1136" y="3296"/>
                </a:lnTo>
                <a:lnTo>
                  <a:pt x="1136" y="3295"/>
                </a:lnTo>
                <a:lnTo>
                  <a:pt x="1136" y="3294"/>
                </a:lnTo>
                <a:lnTo>
                  <a:pt x="1135" y="3294"/>
                </a:lnTo>
                <a:lnTo>
                  <a:pt x="1136" y="3294"/>
                </a:lnTo>
                <a:lnTo>
                  <a:pt x="1135" y="3294"/>
                </a:lnTo>
                <a:lnTo>
                  <a:pt x="1134" y="3294"/>
                </a:lnTo>
                <a:lnTo>
                  <a:pt x="1133" y="3294"/>
                </a:lnTo>
                <a:lnTo>
                  <a:pt x="1132" y="3294"/>
                </a:lnTo>
                <a:lnTo>
                  <a:pt x="1132" y="3293"/>
                </a:lnTo>
                <a:lnTo>
                  <a:pt x="1131" y="3293"/>
                </a:lnTo>
                <a:lnTo>
                  <a:pt x="1131" y="3292"/>
                </a:lnTo>
                <a:lnTo>
                  <a:pt x="1130" y="3292"/>
                </a:lnTo>
                <a:lnTo>
                  <a:pt x="1130" y="3291"/>
                </a:lnTo>
                <a:lnTo>
                  <a:pt x="1129" y="3291"/>
                </a:lnTo>
                <a:lnTo>
                  <a:pt x="1129" y="3292"/>
                </a:lnTo>
                <a:lnTo>
                  <a:pt x="1128" y="3292"/>
                </a:lnTo>
                <a:lnTo>
                  <a:pt x="1127" y="3292"/>
                </a:lnTo>
                <a:lnTo>
                  <a:pt x="1126" y="3292"/>
                </a:lnTo>
                <a:lnTo>
                  <a:pt x="1125" y="3292"/>
                </a:lnTo>
                <a:lnTo>
                  <a:pt x="1125" y="3293"/>
                </a:lnTo>
                <a:lnTo>
                  <a:pt x="1124" y="3293"/>
                </a:lnTo>
                <a:lnTo>
                  <a:pt x="1124" y="3292"/>
                </a:lnTo>
                <a:lnTo>
                  <a:pt x="1123" y="3292"/>
                </a:lnTo>
                <a:lnTo>
                  <a:pt x="1122" y="3292"/>
                </a:lnTo>
                <a:lnTo>
                  <a:pt x="1122" y="3291"/>
                </a:lnTo>
                <a:lnTo>
                  <a:pt x="1122" y="3290"/>
                </a:lnTo>
                <a:lnTo>
                  <a:pt x="1121" y="3290"/>
                </a:lnTo>
                <a:lnTo>
                  <a:pt x="1121" y="3289"/>
                </a:lnTo>
                <a:lnTo>
                  <a:pt x="1120" y="3289"/>
                </a:lnTo>
                <a:lnTo>
                  <a:pt x="1119" y="3289"/>
                </a:lnTo>
                <a:lnTo>
                  <a:pt x="1119" y="3288"/>
                </a:lnTo>
                <a:lnTo>
                  <a:pt x="1117" y="3288"/>
                </a:lnTo>
                <a:lnTo>
                  <a:pt x="1116" y="3288"/>
                </a:lnTo>
                <a:lnTo>
                  <a:pt x="1115" y="3288"/>
                </a:lnTo>
                <a:lnTo>
                  <a:pt x="1114" y="3288"/>
                </a:lnTo>
                <a:lnTo>
                  <a:pt x="1113" y="3288"/>
                </a:lnTo>
                <a:lnTo>
                  <a:pt x="1113" y="3287"/>
                </a:lnTo>
                <a:lnTo>
                  <a:pt x="1112" y="3287"/>
                </a:lnTo>
                <a:lnTo>
                  <a:pt x="1112" y="3288"/>
                </a:lnTo>
                <a:lnTo>
                  <a:pt x="1111" y="3287"/>
                </a:lnTo>
                <a:lnTo>
                  <a:pt x="1111" y="3286"/>
                </a:lnTo>
                <a:lnTo>
                  <a:pt x="1111" y="3285"/>
                </a:lnTo>
                <a:lnTo>
                  <a:pt x="1111" y="3284"/>
                </a:lnTo>
                <a:lnTo>
                  <a:pt x="1111" y="3283"/>
                </a:lnTo>
                <a:lnTo>
                  <a:pt x="1111" y="3282"/>
                </a:lnTo>
                <a:lnTo>
                  <a:pt x="1110" y="3283"/>
                </a:lnTo>
                <a:lnTo>
                  <a:pt x="1110" y="3282"/>
                </a:lnTo>
                <a:lnTo>
                  <a:pt x="1109" y="3282"/>
                </a:lnTo>
                <a:lnTo>
                  <a:pt x="1108" y="3282"/>
                </a:lnTo>
                <a:lnTo>
                  <a:pt x="1108" y="3283"/>
                </a:lnTo>
                <a:lnTo>
                  <a:pt x="1108" y="3284"/>
                </a:lnTo>
                <a:lnTo>
                  <a:pt x="1107" y="3284"/>
                </a:lnTo>
                <a:lnTo>
                  <a:pt x="1108" y="3284"/>
                </a:lnTo>
                <a:lnTo>
                  <a:pt x="1108" y="3285"/>
                </a:lnTo>
                <a:lnTo>
                  <a:pt x="1107" y="3285"/>
                </a:lnTo>
                <a:lnTo>
                  <a:pt x="1107" y="3286"/>
                </a:lnTo>
                <a:lnTo>
                  <a:pt x="1107" y="3285"/>
                </a:lnTo>
                <a:lnTo>
                  <a:pt x="1106" y="3285"/>
                </a:lnTo>
                <a:lnTo>
                  <a:pt x="1105" y="3285"/>
                </a:lnTo>
                <a:lnTo>
                  <a:pt x="1105" y="3286"/>
                </a:lnTo>
                <a:lnTo>
                  <a:pt x="1105" y="3287"/>
                </a:lnTo>
                <a:lnTo>
                  <a:pt x="1104" y="3287"/>
                </a:lnTo>
                <a:lnTo>
                  <a:pt x="1103" y="3287"/>
                </a:lnTo>
                <a:lnTo>
                  <a:pt x="1102" y="3287"/>
                </a:lnTo>
                <a:lnTo>
                  <a:pt x="1102" y="3288"/>
                </a:lnTo>
                <a:lnTo>
                  <a:pt x="1102" y="3289"/>
                </a:lnTo>
                <a:lnTo>
                  <a:pt x="1101" y="3289"/>
                </a:lnTo>
                <a:lnTo>
                  <a:pt x="1101" y="3290"/>
                </a:lnTo>
                <a:lnTo>
                  <a:pt x="1101" y="3291"/>
                </a:lnTo>
                <a:lnTo>
                  <a:pt x="1101" y="3292"/>
                </a:lnTo>
                <a:lnTo>
                  <a:pt x="1100" y="3292"/>
                </a:lnTo>
                <a:lnTo>
                  <a:pt x="1099" y="3292"/>
                </a:lnTo>
                <a:lnTo>
                  <a:pt x="1099" y="3293"/>
                </a:lnTo>
                <a:lnTo>
                  <a:pt x="1098" y="3293"/>
                </a:lnTo>
                <a:lnTo>
                  <a:pt x="1098" y="3294"/>
                </a:lnTo>
                <a:lnTo>
                  <a:pt x="1097" y="3295"/>
                </a:lnTo>
                <a:lnTo>
                  <a:pt x="1096" y="3295"/>
                </a:lnTo>
                <a:lnTo>
                  <a:pt x="1096" y="3296"/>
                </a:lnTo>
                <a:lnTo>
                  <a:pt x="1095" y="3296"/>
                </a:lnTo>
                <a:lnTo>
                  <a:pt x="1095" y="3297"/>
                </a:lnTo>
                <a:lnTo>
                  <a:pt x="1095" y="3298"/>
                </a:lnTo>
                <a:lnTo>
                  <a:pt x="1094" y="3298"/>
                </a:lnTo>
                <a:lnTo>
                  <a:pt x="1093" y="3298"/>
                </a:lnTo>
                <a:lnTo>
                  <a:pt x="1092" y="3298"/>
                </a:lnTo>
                <a:lnTo>
                  <a:pt x="1092" y="3297"/>
                </a:lnTo>
                <a:lnTo>
                  <a:pt x="1091" y="3297"/>
                </a:lnTo>
                <a:lnTo>
                  <a:pt x="1090" y="3297"/>
                </a:lnTo>
                <a:lnTo>
                  <a:pt x="1089" y="3297"/>
                </a:lnTo>
                <a:lnTo>
                  <a:pt x="1088" y="3297"/>
                </a:lnTo>
                <a:lnTo>
                  <a:pt x="1087" y="3297"/>
                </a:lnTo>
                <a:lnTo>
                  <a:pt x="1087" y="3296"/>
                </a:lnTo>
                <a:lnTo>
                  <a:pt x="1087" y="3295"/>
                </a:lnTo>
                <a:lnTo>
                  <a:pt x="1087" y="3294"/>
                </a:lnTo>
                <a:lnTo>
                  <a:pt x="1088" y="3294"/>
                </a:lnTo>
                <a:lnTo>
                  <a:pt x="1088" y="3293"/>
                </a:lnTo>
                <a:lnTo>
                  <a:pt x="1087" y="3293"/>
                </a:lnTo>
                <a:lnTo>
                  <a:pt x="1086" y="3293"/>
                </a:lnTo>
                <a:lnTo>
                  <a:pt x="1085" y="3293"/>
                </a:lnTo>
                <a:lnTo>
                  <a:pt x="1084" y="3293"/>
                </a:lnTo>
                <a:lnTo>
                  <a:pt x="1084" y="3294"/>
                </a:lnTo>
                <a:lnTo>
                  <a:pt x="1083" y="3294"/>
                </a:lnTo>
                <a:lnTo>
                  <a:pt x="1082" y="3294"/>
                </a:lnTo>
                <a:lnTo>
                  <a:pt x="1081" y="3295"/>
                </a:lnTo>
                <a:lnTo>
                  <a:pt x="1080" y="3295"/>
                </a:lnTo>
                <a:lnTo>
                  <a:pt x="1080" y="3294"/>
                </a:lnTo>
                <a:lnTo>
                  <a:pt x="1079" y="3294"/>
                </a:lnTo>
                <a:lnTo>
                  <a:pt x="1079" y="3293"/>
                </a:lnTo>
                <a:lnTo>
                  <a:pt x="1079" y="3292"/>
                </a:lnTo>
                <a:lnTo>
                  <a:pt x="1079" y="3291"/>
                </a:lnTo>
                <a:lnTo>
                  <a:pt x="1079" y="3289"/>
                </a:lnTo>
                <a:lnTo>
                  <a:pt x="1079" y="3288"/>
                </a:lnTo>
                <a:lnTo>
                  <a:pt x="1078" y="3288"/>
                </a:lnTo>
                <a:lnTo>
                  <a:pt x="1077" y="3288"/>
                </a:lnTo>
                <a:lnTo>
                  <a:pt x="1077" y="3287"/>
                </a:lnTo>
                <a:lnTo>
                  <a:pt x="1076" y="3287"/>
                </a:lnTo>
                <a:lnTo>
                  <a:pt x="1075" y="3287"/>
                </a:lnTo>
                <a:lnTo>
                  <a:pt x="1075" y="3288"/>
                </a:lnTo>
                <a:lnTo>
                  <a:pt x="1074" y="3289"/>
                </a:lnTo>
                <a:lnTo>
                  <a:pt x="1073" y="3289"/>
                </a:lnTo>
                <a:lnTo>
                  <a:pt x="1073" y="3290"/>
                </a:lnTo>
                <a:lnTo>
                  <a:pt x="1073" y="3289"/>
                </a:lnTo>
                <a:lnTo>
                  <a:pt x="1072" y="3289"/>
                </a:lnTo>
                <a:lnTo>
                  <a:pt x="1071" y="3289"/>
                </a:lnTo>
                <a:lnTo>
                  <a:pt x="1070" y="3289"/>
                </a:lnTo>
                <a:lnTo>
                  <a:pt x="1069" y="3289"/>
                </a:lnTo>
                <a:lnTo>
                  <a:pt x="1068" y="3289"/>
                </a:lnTo>
                <a:lnTo>
                  <a:pt x="1068" y="3288"/>
                </a:lnTo>
                <a:lnTo>
                  <a:pt x="1068" y="3289"/>
                </a:lnTo>
                <a:lnTo>
                  <a:pt x="1067" y="3289"/>
                </a:lnTo>
                <a:lnTo>
                  <a:pt x="1066" y="3289"/>
                </a:lnTo>
                <a:lnTo>
                  <a:pt x="1066" y="3290"/>
                </a:lnTo>
                <a:lnTo>
                  <a:pt x="1065" y="3290"/>
                </a:lnTo>
                <a:lnTo>
                  <a:pt x="1064" y="3290"/>
                </a:lnTo>
                <a:lnTo>
                  <a:pt x="1064" y="3291"/>
                </a:lnTo>
                <a:lnTo>
                  <a:pt x="1063" y="3291"/>
                </a:lnTo>
                <a:lnTo>
                  <a:pt x="1063" y="3290"/>
                </a:lnTo>
                <a:lnTo>
                  <a:pt x="1062" y="3290"/>
                </a:lnTo>
                <a:lnTo>
                  <a:pt x="1061" y="3290"/>
                </a:lnTo>
                <a:lnTo>
                  <a:pt x="1061" y="3289"/>
                </a:lnTo>
                <a:lnTo>
                  <a:pt x="1060" y="3289"/>
                </a:lnTo>
                <a:lnTo>
                  <a:pt x="1059" y="3289"/>
                </a:lnTo>
                <a:lnTo>
                  <a:pt x="1059" y="3288"/>
                </a:lnTo>
                <a:lnTo>
                  <a:pt x="1058" y="3288"/>
                </a:lnTo>
                <a:lnTo>
                  <a:pt x="1059" y="3288"/>
                </a:lnTo>
                <a:lnTo>
                  <a:pt x="1061" y="3288"/>
                </a:lnTo>
                <a:lnTo>
                  <a:pt x="1062" y="3288"/>
                </a:lnTo>
                <a:lnTo>
                  <a:pt x="1062" y="3287"/>
                </a:lnTo>
                <a:lnTo>
                  <a:pt x="1061" y="3287"/>
                </a:lnTo>
                <a:lnTo>
                  <a:pt x="1061" y="3286"/>
                </a:lnTo>
                <a:lnTo>
                  <a:pt x="1061" y="3285"/>
                </a:lnTo>
                <a:lnTo>
                  <a:pt x="1060" y="3285"/>
                </a:lnTo>
                <a:lnTo>
                  <a:pt x="1059" y="3285"/>
                </a:lnTo>
                <a:lnTo>
                  <a:pt x="1059" y="3286"/>
                </a:lnTo>
                <a:lnTo>
                  <a:pt x="1058" y="3286"/>
                </a:lnTo>
                <a:lnTo>
                  <a:pt x="1057" y="3286"/>
                </a:lnTo>
                <a:lnTo>
                  <a:pt x="1056" y="3286"/>
                </a:lnTo>
                <a:lnTo>
                  <a:pt x="1055" y="3286"/>
                </a:lnTo>
                <a:lnTo>
                  <a:pt x="1055" y="3287"/>
                </a:lnTo>
                <a:lnTo>
                  <a:pt x="1054" y="3287"/>
                </a:lnTo>
                <a:lnTo>
                  <a:pt x="1054" y="3288"/>
                </a:lnTo>
                <a:lnTo>
                  <a:pt x="1053" y="3288"/>
                </a:lnTo>
                <a:lnTo>
                  <a:pt x="1052" y="3288"/>
                </a:lnTo>
                <a:lnTo>
                  <a:pt x="1051" y="3288"/>
                </a:lnTo>
                <a:lnTo>
                  <a:pt x="1051" y="3287"/>
                </a:lnTo>
                <a:lnTo>
                  <a:pt x="1051" y="3288"/>
                </a:lnTo>
                <a:lnTo>
                  <a:pt x="1050" y="3288"/>
                </a:lnTo>
                <a:lnTo>
                  <a:pt x="1049" y="3288"/>
                </a:lnTo>
                <a:lnTo>
                  <a:pt x="1049" y="3287"/>
                </a:lnTo>
                <a:lnTo>
                  <a:pt x="1048" y="3287"/>
                </a:lnTo>
                <a:lnTo>
                  <a:pt x="1048" y="3286"/>
                </a:lnTo>
                <a:lnTo>
                  <a:pt x="1047" y="3286"/>
                </a:lnTo>
                <a:lnTo>
                  <a:pt x="1047" y="3285"/>
                </a:lnTo>
                <a:lnTo>
                  <a:pt x="1046" y="3285"/>
                </a:lnTo>
                <a:lnTo>
                  <a:pt x="1046" y="3284"/>
                </a:lnTo>
                <a:lnTo>
                  <a:pt x="1045" y="3284"/>
                </a:lnTo>
                <a:lnTo>
                  <a:pt x="1044" y="3284"/>
                </a:lnTo>
                <a:lnTo>
                  <a:pt x="1043" y="3284"/>
                </a:lnTo>
                <a:lnTo>
                  <a:pt x="1043" y="3283"/>
                </a:lnTo>
                <a:lnTo>
                  <a:pt x="1042" y="3283"/>
                </a:lnTo>
                <a:lnTo>
                  <a:pt x="1042" y="3284"/>
                </a:lnTo>
                <a:lnTo>
                  <a:pt x="1041" y="3284"/>
                </a:lnTo>
                <a:lnTo>
                  <a:pt x="1040" y="3284"/>
                </a:lnTo>
                <a:lnTo>
                  <a:pt x="1040" y="3285"/>
                </a:lnTo>
                <a:lnTo>
                  <a:pt x="1039" y="3285"/>
                </a:lnTo>
                <a:lnTo>
                  <a:pt x="1039" y="3286"/>
                </a:lnTo>
                <a:lnTo>
                  <a:pt x="1038" y="3286"/>
                </a:lnTo>
                <a:lnTo>
                  <a:pt x="1037" y="3286"/>
                </a:lnTo>
                <a:lnTo>
                  <a:pt x="1036" y="3286"/>
                </a:lnTo>
                <a:lnTo>
                  <a:pt x="1035" y="3286"/>
                </a:lnTo>
                <a:lnTo>
                  <a:pt x="1034" y="3286"/>
                </a:lnTo>
                <a:lnTo>
                  <a:pt x="1034" y="3285"/>
                </a:lnTo>
                <a:lnTo>
                  <a:pt x="1033" y="3285"/>
                </a:lnTo>
                <a:lnTo>
                  <a:pt x="1032" y="3285"/>
                </a:lnTo>
                <a:lnTo>
                  <a:pt x="1031" y="3285"/>
                </a:lnTo>
                <a:lnTo>
                  <a:pt x="1031" y="3284"/>
                </a:lnTo>
                <a:lnTo>
                  <a:pt x="1030" y="3284"/>
                </a:lnTo>
                <a:lnTo>
                  <a:pt x="1030" y="3283"/>
                </a:lnTo>
                <a:lnTo>
                  <a:pt x="1029" y="3283"/>
                </a:lnTo>
                <a:lnTo>
                  <a:pt x="1029" y="3282"/>
                </a:lnTo>
                <a:lnTo>
                  <a:pt x="1028" y="3282"/>
                </a:lnTo>
                <a:lnTo>
                  <a:pt x="1027" y="3283"/>
                </a:lnTo>
                <a:lnTo>
                  <a:pt x="1027" y="3282"/>
                </a:lnTo>
                <a:lnTo>
                  <a:pt x="1026" y="3282"/>
                </a:lnTo>
                <a:lnTo>
                  <a:pt x="1026" y="3281"/>
                </a:lnTo>
                <a:lnTo>
                  <a:pt x="1026" y="3280"/>
                </a:lnTo>
                <a:lnTo>
                  <a:pt x="1026" y="3279"/>
                </a:lnTo>
                <a:lnTo>
                  <a:pt x="1026" y="3278"/>
                </a:lnTo>
                <a:lnTo>
                  <a:pt x="1026" y="3277"/>
                </a:lnTo>
                <a:lnTo>
                  <a:pt x="1026" y="3276"/>
                </a:lnTo>
                <a:lnTo>
                  <a:pt x="1025" y="3276"/>
                </a:lnTo>
                <a:lnTo>
                  <a:pt x="1024" y="3276"/>
                </a:lnTo>
                <a:lnTo>
                  <a:pt x="1024" y="3275"/>
                </a:lnTo>
                <a:lnTo>
                  <a:pt x="1025" y="3275"/>
                </a:lnTo>
                <a:lnTo>
                  <a:pt x="1024" y="3275"/>
                </a:lnTo>
                <a:lnTo>
                  <a:pt x="1024" y="3274"/>
                </a:lnTo>
                <a:lnTo>
                  <a:pt x="1024" y="3273"/>
                </a:lnTo>
                <a:lnTo>
                  <a:pt x="1024" y="3272"/>
                </a:lnTo>
                <a:lnTo>
                  <a:pt x="1024" y="3271"/>
                </a:lnTo>
                <a:lnTo>
                  <a:pt x="1023" y="3271"/>
                </a:lnTo>
                <a:lnTo>
                  <a:pt x="1023" y="3270"/>
                </a:lnTo>
                <a:lnTo>
                  <a:pt x="1022" y="3270"/>
                </a:lnTo>
                <a:lnTo>
                  <a:pt x="1022" y="3269"/>
                </a:lnTo>
                <a:lnTo>
                  <a:pt x="1021" y="3269"/>
                </a:lnTo>
                <a:lnTo>
                  <a:pt x="1021" y="3268"/>
                </a:lnTo>
                <a:lnTo>
                  <a:pt x="1021" y="3267"/>
                </a:lnTo>
                <a:lnTo>
                  <a:pt x="1021" y="3266"/>
                </a:lnTo>
                <a:lnTo>
                  <a:pt x="1020" y="3266"/>
                </a:lnTo>
                <a:lnTo>
                  <a:pt x="1019" y="3266"/>
                </a:lnTo>
                <a:lnTo>
                  <a:pt x="1018" y="3266"/>
                </a:lnTo>
                <a:lnTo>
                  <a:pt x="1018" y="3265"/>
                </a:lnTo>
                <a:lnTo>
                  <a:pt x="1017" y="3265"/>
                </a:lnTo>
                <a:lnTo>
                  <a:pt x="1016" y="3265"/>
                </a:lnTo>
                <a:lnTo>
                  <a:pt x="1015" y="3265"/>
                </a:lnTo>
                <a:lnTo>
                  <a:pt x="1014" y="3265"/>
                </a:lnTo>
                <a:lnTo>
                  <a:pt x="1013" y="3265"/>
                </a:lnTo>
                <a:lnTo>
                  <a:pt x="1013" y="3264"/>
                </a:lnTo>
                <a:lnTo>
                  <a:pt x="1012" y="3264"/>
                </a:lnTo>
                <a:lnTo>
                  <a:pt x="1011" y="3264"/>
                </a:lnTo>
                <a:lnTo>
                  <a:pt x="1011" y="3263"/>
                </a:lnTo>
                <a:lnTo>
                  <a:pt x="1010" y="3263"/>
                </a:lnTo>
                <a:lnTo>
                  <a:pt x="1009" y="3263"/>
                </a:lnTo>
                <a:lnTo>
                  <a:pt x="1009" y="3262"/>
                </a:lnTo>
                <a:lnTo>
                  <a:pt x="1009" y="3261"/>
                </a:lnTo>
                <a:lnTo>
                  <a:pt x="1009" y="3260"/>
                </a:lnTo>
                <a:lnTo>
                  <a:pt x="1009" y="3259"/>
                </a:lnTo>
                <a:lnTo>
                  <a:pt x="1008" y="3259"/>
                </a:lnTo>
                <a:lnTo>
                  <a:pt x="1008" y="3258"/>
                </a:lnTo>
                <a:lnTo>
                  <a:pt x="1007" y="3258"/>
                </a:lnTo>
                <a:lnTo>
                  <a:pt x="1006" y="3258"/>
                </a:lnTo>
                <a:lnTo>
                  <a:pt x="1006" y="3257"/>
                </a:lnTo>
                <a:lnTo>
                  <a:pt x="1005" y="3257"/>
                </a:lnTo>
                <a:lnTo>
                  <a:pt x="1004" y="3257"/>
                </a:lnTo>
                <a:lnTo>
                  <a:pt x="1004" y="3256"/>
                </a:lnTo>
                <a:lnTo>
                  <a:pt x="1004" y="3255"/>
                </a:lnTo>
                <a:lnTo>
                  <a:pt x="1003" y="3255"/>
                </a:lnTo>
                <a:lnTo>
                  <a:pt x="1003" y="3254"/>
                </a:lnTo>
                <a:lnTo>
                  <a:pt x="1003" y="3253"/>
                </a:lnTo>
                <a:lnTo>
                  <a:pt x="1002" y="3253"/>
                </a:lnTo>
                <a:lnTo>
                  <a:pt x="1002" y="3252"/>
                </a:lnTo>
                <a:lnTo>
                  <a:pt x="1001" y="3252"/>
                </a:lnTo>
                <a:lnTo>
                  <a:pt x="1001" y="3253"/>
                </a:lnTo>
                <a:lnTo>
                  <a:pt x="1000" y="3253"/>
                </a:lnTo>
                <a:lnTo>
                  <a:pt x="1000" y="3254"/>
                </a:lnTo>
                <a:lnTo>
                  <a:pt x="1000" y="3253"/>
                </a:lnTo>
                <a:lnTo>
                  <a:pt x="1000" y="3254"/>
                </a:lnTo>
                <a:lnTo>
                  <a:pt x="999" y="3254"/>
                </a:lnTo>
                <a:lnTo>
                  <a:pt x="998" y="3254"/>
                </a:lnTo>
                <a:lnTo>
                  <a:pt x="998" y="3253"/>
                </a:lnTo>
                <a:lnTo>
                  <a:pt x="997" y="3253"/>
                </a:lnTo>
                <a:lnTo>
                  <a:pt x="996" y="3253"/>
                </a:lnTo>
                <a:lnTo>
                  <a:pt x="996" y="3252"/>
                </a:lnTo>
                <a:lnTo>
                  <a:pt x="995" y="3252"/>
                </a:lnTo>
                <a:lnTo>
                  <a:pt x="994" y="3252"/>
                </a:lnTo>
                <a:lnTo>
                  <a:pt x="994" y="3251"/>
                </a:lnTo>
                <a:lnTo>
                  <a:pt x="993" y="3251"/>
                </a:lnTo>
                <a:lnTo>
                  <a:pt x="994" y="3251"/>
                </a:lnTo>
                <a:lnTo>
                  <a:pt x="994" y="3250"/>
                </a:lnTo>
                <a:lnTo>
                  <a:pt x="993" y="3250"/>
                </a:lnTo>
                <a:lnTo>
                  <a:pt x="993" y="3249"/>
                </a:lnTo>
                <a:lnTo>
                  <a:pt x="993" y="3250"/>
                </a:lnTo>
                <a:lnTo>
                  <a:pt x="993" y="3249"/>
                </a:lnTo>
                <a:lnTo>
                  <a:pt x="992" y="3249"/>
                </a:lnTo>
                <a:lnTo>
                  <a:pt x="992" y="3250"/>
                </a:lnTo>
                <a:lnTo>
                  <a:pt x="991" y="3250"/>
                </a:lnTo>
                <a:lnTo>
                  <a:pt x="991" y="3249"/>
                </a:lnTo>
                <a:lnTo>
                  <a:pt x="990" y="3249"/>
                </a:lnTo>
                <a:lnTo>
                  <a:pt x="990" y="3248"/>
                </a:lnTo>
                <a:lnTo>
                  <a:pt x="991" y="3248"/>
                </a:lnTo>
                <a:lnTo>
                  <a:pt x="991" y="3247"/>
                </a:lnTo>
                <a:lnTo>
                  <a:pt x="991" y="3246"/>
                </a:lnTo>
                <a:lnTo>
                  <a:pt x="992" y="3245"/>
                </a:lnTo>
                <a:lnTo>
                  <a:pt x="993" y="3245"/>
                </a:lnTo>
                <a:lnTo>
                  <a:pt x="993" y="3244"/>
                </a:lnTo>
                <a:lnTo>
                  <a:pt x="992" y="3244"/>
                </a:lnTo>
                <a:lnTo>
                  <a:pt x="991" y="3244"/>
                </a:lnTo>
                <a:lnTo>
                  <a:pt x="991" y="3243"/>
                </a:lnTo>
                <a:lnTo>
                  <a:pt x="991" y="3242"/>
                </a:lnTo>
                <a:lnTo>
                  <a:pt x="991" y="3241"/>
                </a:lnTo>
                <a:lnTo>
                  <a:pt x="991" y="3240"/>
                </a:lnTo>
                <a:lnTo>
                  <a:pt x="990" y="3240"/>
                </a:lnTo>
                <a:lnTo>
                  <a:pt x="990" y="3241"/>
                </a:lnTo>
                <a:lnTo>
                  <a:pt x="990" y="3240"/>
                </a:lnTo>
                <a:lnTo>
                  <a:pt x="989" y="3240"/>
                </a:lnTo>
                <a:lnTo>
                  <a:pt x="988" y="3240"/>
                </a:lnTo>
                <a:lnTo>
                  <a:pt x="988" y="3239"/>
                </a:lnTo>
                <a:lnTo>
                  <a:pt x="988" y="3240"/>
                </a:lnTo>
                <a:lnTo>
                  <a:pt x="987" y="3240"/>
                </a:lnTo>
                <a:lnTo>
                  <a:pt x="987" y="3239"/>
                </a:lnTo>
                <a:lnTo>
                  <a:pt x="986" y="3239"/>
                </a:lnTo>
                <a:lnTo>
                  <a:pt x="985" y="3239"/>
                </a:lnTo>
                <a:lnTo>
                  <a:pt x="984" y="3239"/>
                </a:lnTo>
                <a:lnTo>
                  <a:pt x="983" y="3239"/>
                </a:lnTo>
                <a:lnTo>
                  <a:pt x="982" y="3239"/>
                </a:lnTo>
                <a:lnTo>
                  <a:pt x="982" y="3240"/>
                </a:lnTo>
                <a:lnTo>
                  <a:pt x="982" y="3241"/>
                </a:lnTo>
                <a:lnTo>
                  <a:pt x="981" y="3241"/>
                </a:lnTo>
                <a:lnTo>
                  <a:pt x="981" y="3242"/>
                </a:lnTo>
                <a:lnTo>
                  <a:pt x="980" y="3242"/>
                </a:lnTo>
                <a:lnTo>
                  <a:pt x="979" y="3242"/>
                </a:lnTo>
                <a:lnTo>
                  <a:pt x="978" y="3242"/>
                </a:lnTo>
                <a:lnTo>
                  <a:pt x="977" y="3242"/>
                </a:lnTo>
                <a:lnTo>
                  <a:pt x="976" y="3242"/>
                </a:lnTo>
                <a:lnTo>
                  <a:pt x="976" y="3241"/>
                </a:lnTo>
                <a:lnTo>
                  <a:pt x="975" y="3241"/>
                </a:lnTo>
                <a:lnTo>
                  <a:pt x="975" y="3240"/>
                </a:lnTo>
                <a:lnTo>
                  <a:pt x="976" y="3240"/>
                </a:lnTo>
                <a:lnTo>
                  <a:pt x="976" y="3239"/>
                </a:lnTo>
                <a:lnTo>
                  <a:pt x="976" y="3238"/>
                </a:lnTo>
                <a:lnTo>
                  <a:pt x="975" y="3238"/>
                </a:lnTo>
                <a:lnTo>
                  <a:pt x="975" y="3237"/>
                </a:lnTo>
                <a:lnTo>
                  <a:pt x="974" y="3237"/>
                </a:lnTo>
                <a:lnTo>
                  <a:pt x="973" y="3236"/>
                </a:lnTo>
                <a:lnTo>
                  <a:pt x="972" y="3236"/>
                </a:lnTo>
                <a:lnTo>
                  <a:pt x="971" y="3236"/>
                </a:lnTo>
                <a:lnTo>
                  <a:pt x="971" y="3237"/>
                </a:lnTo>
                <a:lnTo>
                  <a:pt x="971" y="3238"/>
                </a:lnTo>
                <a:lnTo>
                  <a:pt x="971" y="3239"/>
                </a:lnTo>
                <a:lnTo>
                  <a:pt x="970" y="3239"/>
                </a:lnTo>
                <a:lnTo>
                  <a:pt x="970" y="3240"/>
                </a:lnTo>
                <a:lnTo>
                  <a:pt x="970" y="3241"/>
                </a:lnTo>
                <a:lnTo>
                  <a:pt x="971" y="3241"/>
                </a:lnTo>
                <a:lnTo>
                  <a:pt x="970" y="3241"/>
                </a:lnTo>
                <a:lnTo>
                  <a:pt x="970" y="3242"/>
                </a:lnTo>
                <a:lnTo>
                  <a:pt x="969" y="3242"/>
                </a:lnTo>
                <a:lnTo>
                  <a:pt x="969" y="3243"/>
                </a:lnTo>
                <a:lnTo>
                  <a:pt x="968" y="3243"/>
                </a:lnTo>
                <a:lnTo>
                  <a:pt x="967" y="3243"/>
                </a:lnTo>
                <a:lnTo>
                  <a:pt x="966" y="3243"/>
                </a:lnTo>
                <a:lnTo>
                  <a:pt x="966" y="3244"/>
                </a:lnTo>
                <a:lnTo>
                  <a:pt x="967" y="3244"/>
                </a:lnTo>
                <a:lnTo>
                  <a:pt x="966" y="3244"/>
                </a:lnTo>
                <a:lnTo>
                  <a:pt x="966" y="3245"/>
                </a:lnTo>
                <a:lnTo>
                  <a:pt x="966" y="3246"/>
                </a:lnTo>
                <a:lnTo>
                  <a:pt x="965" y="3246"/>
                </a:lnTo>
                <a:lnTo>
                  <a:pt x="965" y="3247"/>
                </a:lnTo>
                <a:lnTo>
                  <a:pt x="964" y="3247"/>
                </a:lnTo>
                <a:lnTo>
                  <a:pt x="964" y="3248"/>
                </a:lnTo>
                <a:lnTo>
                  <a:pt x="964" y="3249"/>
                </a:lnTo>
                <a:lnTo>
                  <a:pt x="963" y="3249"/>
                </a:lnTo>
                <a:lnTo>
                  <a:pt x="963" y="3250"/>
                </a:lnTo>
                <a:lnTo>
                  <a:pt x="963" y="3251"/>
                </a:lnTo>
                <a:lnTo>
                  <a:pt x="963" y="3252"/>
                </a:lnTo>
                <a:lnTo>
                  <a:pt x="963" y="3253"/>
                </a:lnTo>
                <a:lnTo>
                  <a:pt x="962" y="3253"/>
                </a:lnTo>
                <a:lnTo>
                  <a:pt x="962" y="3254"/>
                </a:lnTo>
                <a:lnTo>
                  <a:pt x="960" y="3254"/>
                </a:lnTo>
                <a:lnTo>
                  <a:pt x="959" y="3254"/>
                </a:lnTo>
                <a:lnTo>
                  <a:pt x="959" y="3255"/>
                </a:lnTo>
                <a:lnTo>
                  <a:pt x="958" y="3255"/>
                </a:lnTo>
                <a:lnTo>
                  <a:pt x="957" y="3255"/>
                </a:lnTo>
                <a:lnTo>
                  <a:pt x="956" y="3255"/>
                </a:lnTo>
                <a:lnTo>
                  <a:pt x="957" y="3255"/>
                </a:lnTo>
                <a:lnTo>
                  <a:pt x="957" y="3256"/>
                </a:lnTo>
                <a:lnTo>
                  <a:pt x="957" y="3257"/>
                </a:lnTo>
                <a:lnTo>
                  <a:pt x="956" y="3257"/>
                </a:lnTo>
                <a:lnTo>
                  <a:pt x="956" y="3258"/>
                </a:lnTo>
                <a:lnTo>
                  <a:pt x="955" y="3258"/>
                </a:lnTo>
                <a:lnTo>
                  <a:pt x="954" y="3258"/>
                </a:lnTo>
                <a:lnTo>
                  <a:pt x="954" y="3259"/>
                </a:lnTo>
                <a:lnTo>
                  <a:pt x="953" y="3259"/>
                </a:lnTo>
                <a:lnTo>
                  <a:pt x="952" y="3259"/>
                </a:lnTo>
                <a:lnTo>
                  <a:pt x="950" y="3259"/>
                </a:lnTo>
                <a:lnTo>
                  <a:pt x="949" y="3259"/>
                </a:lnTo>
                <a:lnTo>
                  <a:pt x="949" y="3258"/>
                </a:lnTo>
                <a:lnTo>
                  <a:pt x="949" y="3257"/>
                </a:lnTo>
                <a:lnTo>
                  <a:pt x="949" y="3256"/>
                </a:lnTo>
                <a:lnTo>
                  <a:pt x="948" y="3256"/>
                </a:lnTo>
                <a:lnTo>
                  <a:pt x="948" y="3255"/>
                </a:lnTo>
                <a:lnTo>
                  <a:pt x="947" y="3255"/>
                </a:lnTo>
                <a:lnTo>
                  <a:pt x="947" y="3254"/>
                </a:lnTo>
                <a:lnTo>
                  <a:pt x="946" y="3254"/>
                </a:lnTo>
                <a:lnTo>
                  <a:pt x="946" y="3253"/>
                </a:lnTo>
                <a:lnTo>
                  <a:pt x="945" y="3253"/>
                </a:lnTo>
                <a:lnTo>
                  <a:pt x="944" y="3253"/>
                </a:lnTo>
                <a:lnTo>
                  <a:pt x="943" y="3253"/>
                </a:lnTo>
                <a:lnTo>
                  <a:pt x="943" y="3252"/>
                </a:lnTo>
                <a:lnTo>
                  <a:pt x="942" y="3252"/>
                </a:lnTo>
                <a:lnTo>
                  <a:pt x="942" y="3251"/>
                </a:lnTo>
                <a:lnTo>
                  <a:pt x="943" y="3251"/>
                </a:lnTo>
                <a:lnTo>
                  <a:pt x="942" y="3251"/>
                </a:lnTo>
                <a:lnTo>
                  <a:pt x="942" y="3250"/>
                </a:lnTo>
                <a:lnTo>
                  <a:pt x="943" y="3250"/>
                </a:lnTo>
                <a:lnTo>
                  <a:pt x="943" y="3249"/>
                </a:lnTo>
                <a:lnTo>
                  <a:pt x="942" y="3250"/>
                </a:lnTo>
                <a:lnTo>
                  <a:pt x="941" y="3250"/>
                </a:lnTo>
                <a:lnTo>
                  <a:pt x="941" y="3251"/>
                </a:lnTo>
                <a:lnTo>
                  <a:pt x="940" y="3251"/>
                </a:lnTo>
                <a:lnTo>
                  <a:pt x="939" y="3251"/>
                </a:lnTo>
                <a:lnTo>
                  <a:pt x="939" y="3250"/>
                </a:lnTo>
                <a:lnTo>
                  <a:pt x="939" y="3249"/>
                </a:lnTo>
                <a:lnTo>
                  <a:pt x="938" y="3249"/>
                </a:lnTo>
                <a:lnTo>
                  <a:pt x="939" y="3249"/>
                </a:lnTo>
                <a:lnTo>
                  <a:pt x="939" y="3248"/>
                </a:lnTo>
                <a:lnTo>
                  <a:pt x="938" y="3248"/>
                </a:lnTo>
                <a:lnTo>
                  <a:pt x="938" y="3247"/>
                </a:lnTo>
                <a:lnTo>
                  <a:pt x="937" y="3247"/>
                </a:lnTo>
                <a:lnTo>
                  <a:pt x="936" y="3247"/>
                </a:lnTo>
                <a:lnTo>
                  <a:pt x="936" y="3246"/>
                </a:lnTo>
                <a:lnTo>
                  <a:pt x="935" y="3246"/>
                </a:lnTo>
                <a:lnTo>
                  <a:pt x="934" y="3246"/>
                </a:lnTo>
                <a:lnTo>
                  <a:pt x="933" y="3246"/>
                </a:lnTo>
                <a:lnTo>
                  <a:pt x="932" y="3246"/>
                </a:lnTo>
                <a:lnTo>
                  <a:pt x="931" y="3246"/>
                </a:lnTo>
                <a:lnTo>
                  <a:pt x="931" y="3245"/>
                </a:lnTo>
                <a:lnTo>
                  <a:pt x="931" y="3244"/>
                </a:lnTo>
                <a:lnTo>
                  <a:pt x="931" y="3243"/>
                </a:lnTo>
                <a:lnTo>
                  <a:pt x="931" y="3242"/>
                </a:lnTo>
                <a:lnTo>
                  <a:pt x="931" y="3241"/>
                </a:lnTo>
                <a:lnTo>
                  <a:pt x="931" y="3240"/>
                </a:lnTo>
                <a:lnTo>
                  <a:pt x="932" y="3240"/>
                </a:lnTo>
                <a:lnTo>
                  <a:pt x="932" y="3239"/>
                </a:lnTo>
                <a:lnTo>
                  <a:pt x="932" y="3238"/>
                </a:lnTo>
                <a:lnTo>
                  <a:pt x="931" y="3238"/>
                </a:lnTo>
                <a:lnTo>
                  <a:pt x="931" y="3237"/>
                </a:lnTo>
                <a:lnTo>
                  <a:pt x="931" y="3236"/>
                </a:lnTo>
                <a:lnTo>
                  <a:pt x="932" y="3236"/>
                </a:lnTo>
                <a:lnTo>
                  <a:pt x="931" y="3236"/>
                </a:lnTo>
                <a:lnTo>
                  <a:pt x="931" y="3235"/>
                </a:lnTo>
                <a:lnTo>
                  <a:pt x="931" y="3234"/>
                </a:lnTo>
                <a:lnTo>
                  <a:pt x="931" y="3233"/>
                </a:lnTo>
                <a:lnTo>
                  <a:pt x="931" y="3232"/>
                </a:lnTo>
                <a:lnTo>
                  <a:pt x="931" y="3231"/>
                </a:lnTo>
                <a:lnTo>
                  <a:pt x="931" y="3230"/>
                </a:lnTo>
                <a:lnTo>
                  <a:pt x="933" y="3230"/>
                </a:lnTo>
                <a:lnTo>
                  <a:pt x="933" y="3231"/>
                </a:lnTo>
                <a:lnTo>
                  <a:pt x="933" y="3229"/>
                </a:lnTo>
                <a:lnTo>
                  <a:pt x="933" y="3228"/>
                </a:lnTo>
                <a:lnTo>
                  <a:pt x="933" y="3227"/>
                </a:lnTo>
                <a:lnTo>
                  <a:pt x="933" y="3226"/>
                </a:lnTo>
                <a:lnTo>
                  <a:pt x="932" y="3226"/>
                </a:lnTo>
                <a:lnTo>
                  <a:pt x="932" y="3225"/>
                </a:lnTo>
                <a:lnTo>
                  <a:pt x="931" y="3225"/>
                </a:lnTo>
                <a:lnTo>
                  <a:pt x="931" y="3224"/>
                </a:lnTo>
                <a:lnTo>
                  <a:pt x="932" y="3224"/>
                </a:lnTo>
                <a:lnTo>
                  <a:pt x="932" y="3223"/>
                </a:lnTo>
                <a:lnTo>
                  <a:pt x="932" y="3222"/>
                </a:lnTo>
                <a:lnTo>
                  <a:pt x="931" y="3222"/>
                </a:lnTo>
                <a:lnTo>
                  <a:pt x="931" y="3221"/>
                </a:lnTo>
                <a:lnTo>
                  <a:pt x="932" y="3221"/>
                </a:lnTo>
                <a:lnTo>
                  <a:pt x="931" y="3221"/>
                </a:lnTo>
                <a:lnTo>
                  <a:pt x="931" y="3220"/>
                </a:lnTo>
                <a:lnTo>
                  <a:pt x="930" y="3220"/>
                </a:lnTo>
                <a:lnTo>
                  <a:pt x="930" y="3221"/>
                </a:lnTo>
                <a:lnTo>
                  <a:pt x="930" y="3222"/>
                </a:lnTo>
                <a:lnTo>
                  <a:pt x="929" y="3222"/>
                </a:lnTo>
                <a:lnTo>
                  <a:pt x="930" y="3222"/>
                </a:lnTo>
                <a:lnTo>
                  <a:pt x="930" y="3223"/>
                </a:lnTo>
                <a:lnTo>
                  <a:pt x="929" y="3223"/>
                </a:lnTo>
                <a:lnTo>
                  <a:pt x="929" y="3224"/>
                </a:lnTo>
                <a:lnTo>
                  <a:pt x="930" y="3224"/>
                </a:lnTo>
                <a:lnTo>
                  <a:pt x="929" y="3224"/>
                </a:lnTo>
                <a:lnTo>
                  <a:pt x="928" y="3224"/>
                </a:lnTo>
                <a:lnTo>
                  <a:pt x="927" y="3224"/>
                </a:lnTo>
                <a:lnTo>
                  <a:pt x="927" y="3225"/>
                </a:lnTo>
                <a:lnTo>
                  <a:pt x="926" y="3225"/>
                </a:lnTo>
                <a:lnTo>
                  <a:pt x="925" y="3225"/>
                </a:lnTo>
                <a:lnTo>
                  <a:pt x="925" y="3226"/>
                </a:lnTo>
                <a:lnTo>
                  <a:pt x="924" y="3226"/>
                </a:lnTo>
                <a:lnTo>
                  <a:pt x="924" y="3227"/>
                </a:lnTo>
                <a:lnTo>
                  <a:pt x="923" y="3227"/>
                </a:lnTo>
                <a:lnTo>
                  <a:pt x="924" y="3227"/>
                </a:lnTo>
                <a:lnTo>
                  <a:pt x="923" y="3227"/>
                </a:lnTo>
                <a:lnTo>
                  <a:pt x="923" y="3228"/>
                </a:lnTo>
                <a:lnTo>
                  <a:pt x="922" y="3228"/>
                </a:lnTo>
                <a:lnTo>
                  <a:pt x="922" y="3229"/>
                </a:lnTo>
                <a:lnTo>
                  <a:pt x="921" y="3229"/>
                </a:lnTo>
                <a:lnTo>
                  <a:pt x="921" y="3228"/>
                </a:lnTo>
                <a:lnTo>
                  <a:pt x="920" y="3228"/>
                </a:lnTo>
                <a:lnTo>
                  <a:pt x="920" y="3229"/>
                </a:lnTo>
                <a:lnTo>
                  <a:pt x="920" y="3228"/>
                </a:lnTo>
                <a:lnTo>
                  <a:pt x="919" y="3228"/>
                </a:lnTo>
                <a:lnTo>
                  <a:pt x="918" y="3228"/>
                </a:lnTo>
                <a:lnTo>
                  <a:pt x="918" y="3229"/>
                </a:lnTo>
                <a:lnTo>
                  <a:pt x="918" y="3230"/>
                </a:lnTo>
                <a:lnTo>
                  <a:pt x="918" y="3231"/>
                </a:lnTo>
                <a:lnTo>
                  <a:pt x="918" y="3232"/>
                </a:lnTo>
                <a:lnTo>
                  <a:pt x="918" y="3233"/>
                </a:lnTo>
                <a:lnTo>
                  <a:pt x="918" y="3232"/>
                </a:lnTo>
                <a:lnTo>
                  <a:pt x="918" y="3233"/>
                </a:lnTo>
                <a:lnTo>
                  <a:pt x="917" y="3233"/>
                </a:lnTo>
                <a:lnTo>
                  <a:pt x="917" y="3234"/>
                </a:lnTo>
                <a:lnTo>
                  <a:pt x="917" y="3235"/>
                </a:lnTo>
                <a:lnTo>
                  <a:pt x="917" y="3236"/>
                </a:lnTo>
                <a:lnTo>
                  <a:pt x="917" y="3237"/>
                </a:lnTo>
                <a:lnTo>
                  <a:pt x="916" y="3237"/>
                </a:lnTo>
                <a:lnTo>
                  <a:pt x="916" y="3238"/>
                </a:lnTo>
                <a:lnTo>
                  <a:pt x="916" y="3239"/>
                </a:lnTo>
                <a:lnTo>
                  <a:pt x="917" y="3239"/>
                </a:lnTo>
                <a:lnTo>
                  <a:pt x="917" y="3240"/>
                </a:lnTo>
                <a:lnTo>
                  <a:pt x="917" y="3241"/>
                </a:lnTo>
                <a:lnTo>
                  <a:pt x="917" y="3242"/>
                </a:lnTo>
                <a:lnTo>
                  <a:pt x="917" y="3243"/>
                </a:lnTo>
                <a:lnTo>
                  <a:pt x="917" y="3244"/>
                </a:lnTo>
                <a:lnTo>
                  <a:pt x="917" y="3245"/>
                </a:lnTo>
                <a:lnTo>
                  <a:pt x="917" y="3246"/>
                </a:lnTo>
                <a:lnTo>
                  <a:pt x="917" y="3247"/>
                </a:lnTo>
                <a:lnTo>
                  <a:pt x="918" y="3247"/>
                </a:lnTo>
                <a:lnTo>
                  <a:pt x="918" y="3248"/>
                </a:lnTo>
                <a:lnTo>
                  <a:pt x="918" y="3249"/>
                </a:lnTo>
                <a:lnTo>
                  <a:pt x="919" y="3249"/>
                </a:lnTo>
                <a:lnTo>
                  <a:pt x="918" y="3249"/>
                </a:lnTo>
                <a:lnTo>
                  <a:pt x="918" y="3250"/>
                </a:lnTo>
                <a:lnTo>
                  <a:pt x="917" y="3250"/>
                </a:lnTo>
                <a:lnTo>
                  <a:pt x="916" y="3250"/>
                </a:lnTo>
                <a:lnTo>
                  <a:pt x="915" y="3250"/>
                </a:lnTo>
                <a:lnTo>
                  <a:pt x="914" y="3250"/>
                </a:lnTo>
                <a:lnTo>
                  <a:pt x="913" y="3250"/>
                </a:lnTo>
                <a:lnTo>
                  <a:pt x="913" y="3251"/>
                </a:lnTo>
                <a:lnTo>
                  <a:pt x="912" y="3251"/>
                </a:lnTo>
                <a:lnTo>
                  <a:pt x="911" y="3251"/>
                </a:lnTo>
                <a:lnTo>
                  <a:pt x="912" y="3251"/>
                </a:lnTo>
                <a:lnTo>
                  <a:pt x="912" y="3252"/>
                </a:lnTo>
                <a:lnTo>
                  <a:pt x="911" y="3252"/>
                </a:lnTo>
                <a:lnTo>
                  <a:pt x="910" y="3252"/>
                </a:lnTo>
                <a:lnTo>
                  <a:pt x="910" y="3251"/>
                </a:lnTo>
                <a:lnTo>
                  <a:pt x="909" y="3251"/>
                </a:lnTo>
                <a:lnTo>
                  <a:pt x="908" y="3251"/>
                </a:lnTo>
                <a:lnTo>
                  <a:pt x="907" y="3251"/>
                </a:lnTo>
                <a:lnTo>
                  <a:pt x="907" y="3250"/>
                </a:lnTo>
                <a:lnTo>
                  <a:pt x="906" y="3250"/>
                </a:lnTo>
                <a:lnTo>
                  <a:pt x="906" y="3249"/>
                </a:lnTo>
                <a:lnTo>
                  <a:pt x="905" y="3249"/>
                </a:lnTo>
                <a:lnTo>
                  <a:pt x="904" y="3249"/>
                </a:lnTo>
                <a:lnTo>
                  <a:pt x="903" y="3249"/>
                </a:lnTo>
                <a:lnTo>
                  <a:pt x="903" y="3248"/>
                </a:lnTo>
                <a:lnTo>
                  <a:pt x="902" y="3248"/>
                </a:lnTo>
                <a:lnTo>
                  <a:pt x="902" y="3247"/>
                </a:lnTo>
                <a:lnTo>
                  <a:pt x="901" y="3247"/>
                </a:lnTo>
                <a:lnTo>
                  <a:pt x="901" y="3246"/>
                </a:lnTo>
                <a:lnTo>
                  <a:pt x="900" y="3246"/>
                </a:lnTo>
                <a:lnTo>
                  <a:pt x="900" y="3245"/>
                </a:lnTo>
                <a:lnTo>
                  <a:pt x="899" y="3245"/>
                </a:lnTo>
                <a:lnTo>
                  <a:pt x="899" y="3244"/>
                </a:lnTo>
                <a:lnTo>
                  <a:pt x="900" y="3244"/>
                </a:lnTo>
                <a:lnTo>
                  <a:pt x="900" y="3243"/>
                </a:lnTo>
                <a:lnTo>
                  <a:pt x="900" y="3242"/>
                </a:lnTo>
                <a:lnTo>
                  <a:pt x="901" y="3242"/>
                </a:lnTo>
                <a:lnTo>
                  <a:pt x="901" y="3241"/>
                </a:lnTo>
                <a:lnTo>
                  <a:pt x="902" y="3241"/>
                </a:lnTo>
                <a:lnTo>
                  <a:pt x="902" y="3240"/>
                </a:lnTo>
                <a:lnTo>
                  <a:pt x="903" y="3240"/>
                </a:lnTo>
                <a:lnTo>
                  <a:pt x="903" y="3239"/>
                </a:lnTo>
                <a:lnTo>
                  <a:pt x="904" y="3239"/>
                </a:lnTo>
                <a:lnTo>
                  <a:pt x="904" y="3238"/>
                </a:lnTo>
                <a:lnTo>
                  <a:pt x="903" y="3238"/>
                </a:lnTo>
                <a:lnTo>
                  <a:pt x="904" y="3238"/>
                </a:lnTo>
                <a:lnTo>
                  <a:pt x="903" y="3238"/>
                </a:lnTo>
                <a:lnTo>
                  <a:pt x="903" y="3237"/>
                </a:lnTo>
                <a:lnTo>
                  <a:pt x="902" y="3237"/>
                </a:lnTo>
                <a:lnTo>
                  <a:pt x="902" y="3236"/>
                </a:lnTo>
                <a:lnTo>
                  <a:pt x="901" y="3235"/>
                </a:lnTo>
                <a:lnTo>
                  <a:pt x="901" y="3234"/>
                </a:lnTo>
                <a:lnTo>
                  <a:pt x="900" y="3234"/>
                </a:lnTo>
                <a:lnTo>
                  <a:pt x="899" y="3234"/>
                </a:lnTo>
                <a:lnTo>
                  <a:pt x="899" y="3233"/>
                </a:lnTo>
                <a:lnTo>
                  <a:pt x="899" y="3232"/>
                </a:lnTo>
                <a:lnTo>
                  <a:pt x="899" y="3231"/>
                </a:lnTo>
                <a:lnTo>
                  <a:pt x="898" y="3231"/>
                </a:lnTo>
                <a:lnTo>
                  <a:pt x="898" y="3230"/>
                </a:lnTo>
                <a:lnTo>
                  <a:pt x="897" y="3230"/>
                </a:lnTo>
                <a:lnTo>
                  <a:pt x="897" y="3229"/>
                </a:lnTo>
                <a:lnTo>
                  <a:pt x="896" y="3229"/>
                </a:lnTo>
                <a:lnTo>
                  <a:pt x="897" y="3229"/>
                </a:lnTo>
                <a:lnTo>
                  <a:pt x="897" y="3228"/>
                </a:lnTo>
                <a:lnTo>
                  <a:pt x="896" y="3228"/>
                </a:lnTo>
                <a:lnTo>
                  <a:pt x="896" y="3227"/>
                </a:lnTo>
                <a:lnTo>
                  <a:pt x="896" y="3226"/>
                </a:lnTo>
                <a:lnTo>
                  <a:pt x="897" y="3226"/>
                </a:lnTo>
                <a:lnTo>
                  <a:pt x="896" y="3226"/>
                </a:lnTo>
                <a:lnTo>
                  <a:pt x="897" y="3226"/>
                </a:lnTo>
                <a:lnTo>
                  <a:pt x="897" y="3225"/>
                </a:lnTo>
                <a:lnTo>
                  <a:pt x="898" y="3225"/>
                </a:lnTo>
                <a:lnTo>
                  <a:pt x="898" y="3224"/>
                </a:lnTo>
                <a:lnTo>
                  <a:pt x="897" y="3224"/>
                </a:lnTo>
                <a:lnTo>
                  <a:pt x="897" y="3223"/>
                </a:lnTo>
                <a:lnTo>
                  <a:pt x="898" y="3223"/>
                </a:lnTo>
                <a:lnTo>
                  <a:pt x="898" y="3222"/>
                </a:lnTo>
                <a:lnTo>
                  <a:pt x="897" y="3222"/>
                </a:lnTo>
                <a:lnTo>
                  <a:pt x="897" y="3221"/>
                </a:lnTo>
                <a:lnTo>
                  <a:pt x="896" y="3221"/>
                </a:lnTo>
                <a:lnTo>
                  <a:pt x="895" y="3220"/>
                </a:lnTo>
                <a:lnTo>
                  <a:pt x="895" y="3219"/>
                </a:lnTo>
                <a:lnTo>
                  <a:pt x="895" y="3218"/>
                </a:lnTo>
                <a:lnTo>
                  <a:pt x="895" y="3217"/>
                </a:lnTo>
                <a:lnTo>
                  <a:pt x="896" y="3217"/>
                </a:lnTo>
                <a:lnTo>
                  <a:pt x="895" y="3217"/>
                </a:lnTo>
                <a:lnTo>
                  <a:pt x="895" y="3216"/>
                </a:lnTo>
                <a:lnTo>
                  <a:pt x="894" y="3216"/>
                </a:lnTo>
                <a:lnTo>
                  <a:pt x="894" y="3215"/>
                </a:lnTo>
                <a:lnTo>
                  <a:pt x="894" y="3214"/>
                </a:lnTo>
                <a:lnTo>
                  <a:pt x="894" y="3212"/>
                </a:lnTo>
                <a:lnTo>
                  <a:pt x="894" y="3211"/>
                </a:lnTo>
                <a:lnTo>
                  <a:pt x="893" y="3211"/>
                </a:lnTo>
                <a:lnTo>
                  <a:pt x="892" y="3211"/>
                </a:lnTo>
                <a:lnTo>
                  <a:pt x="891" y="3211"/>
                </a:lnTo>
                <a:lnTo>
                  <a:pt x="891" y="3210"/>
                </a:lnTo>
                <a:lnTo>
                  <a:pt x="891" y="3209"/>
                </a:lnTo>
                <a:lnTo>
                  <a:pt x="891" y="3208"/>
                </a:lnTo>
                <a:lnTo>
                  <a:pt x="890" y="3208"/>
                </a:lnTo>
                <a:lnTo>
                  <a:pt x="890" y="3209"/>
                </a:lnTo>
                <a:lnTo>
                  <a:pt x="889" y="3209"/>
                </a:lnTo>
                <a:lnTo>
                  <a:pt x="889" y="3208"/>
                </a:lnTo>
                <a:lnTo>
                  <a:pt x="888" y="3208"/>
                </a:lnTo>
                <a:lnTo>
                  <a:pt x="888" y="3207"/>
                </a:lnTo>
                <a:lnTo>
                  <a:pt x="887" y="3207"/>
                </a:lnTo>
                <a:lnTo>
                  <a:pt x="886" y="3207"/>
                </a:lnTo>
                <a:lnTo>
                  <a:pt x="886" y="3206"/>
                </a:lnTo>
                <a:lnTo>
                  <a:pt x="887" y="3206"/>
                </a:lnTo>
                <a:lnTo>
                  <a:pt x="886" y="3206"/>
                </a:lnTo>
                <a:lnTo>
                  <a:pt x="886" y="3205"/>
                </a:lnTo>
                <a:lnTo>
                  <a:pt x="886" y="3204"/>
                </a:lnTo>
                <a:lnTo>
                  <a:pt x="885" y="3204"/>
                </a:lnTo>
                <a:lnTo>
                  <a:pt x="885" y="3203"/>
                </a:lnTo>
                <a:lnTo>
                  <a:pt x="884" y="3203"/>
                </a:lnTo>
                <a:lnTo>
                  <a:pt x="884" y="3201"/>
                </a:lnTo>
                <a:lnTo>
                  <a:pt x="885" y="3201"/>
                </a:lnTo>
                <a:lnTo>
                  <a:pt x="884" y="3201"/>
                </a:lnTo>
                <a:lnTo>
                  <a:pt x="884" y="3200"/>
                </a:lnTo>
                <a:lnTo>
                  <a:pt x="884" y="3199"/>
                </a:lnTo>
                <a:lnTo>
                  <a:pt x="884" y="3198"/>
                </a:lnTo>
                <a:lnTo>
                  <a:pt x="884" y="3197"/>
                </a:lnTo>
                <a:lnTo>
                  <a:pt x="884" y="3196"/>
                </a:lnTo>
                <a:lnTo>
                  <a:pt x="884" y="3195"/>
                </a:lnTo>
                <a:lnTo>
                  <a:pt x="884" y="3194"/>
                </a:lnTo>
                <a:lnTo>
                  <a:pt x="885" y="3194"/>
                </a:lnTo>
                <a:lnTo>
                  <a:pt x="885" y="3193"/>
                </a:lnTo>
                <a:lnTo>
                  <a:pt x="885" y="3192"/>
                </a:lnTo>
                <a:lnTo>
                  <a:pt x="885" y="3191"/>
                </a:lnTo>
                <a:lnTo>
                  <a:pt x="884" y="3191"/>
                </a:lnTo>
                <a:lnTo>
                  <a:pt x="884" y="3190"/>
                </a:lnTo>
                <a:lnTo>
                  <a:pt x="885" y="3190"/>
                </a:lnTo>
                <a:lnTo>
                  <a:pt x="885" y="3189"/>
                </a:lnTo>
                <a:lnTo>
                  <a:pt x="885" y="3188"/>
                </a:lnTo>
                <a:lnTo>
                  <a:pt x="885" y="3187"/>
                </a:lnTo>
                <a:lnTo>
                  <a:pt x="884" y="3187"/>
                </a:lnTo>
                <a:lnTo>
                  <a:pt x="884" y="3186"/>
                </a:lnTo>
                <a:lnTo>
                  <a:pt x="884" y="3185"/>
                </a:lnTo>
                <a:lnTo>
                  <a:pt x="885" y="3185"/>
                </a:lnTo>
                <a:lnTo>
                  <a:pt x="884" y="3185"/>
                </a:lnTo>
                <a:lnTo>
                  <a:pt x="884" y="3184"/>
                </a:lnTo>
                <a:lnTo>
                  <a:pt x="884" y="3183"/>
                </a:lnTo>
                <a:lnTo>
                  <a:pt x="883" y="3183"/>
                </a:lnTo>
                <a:lnTo>
                  <a:pt x="882" y="3183"/>
                </a:lnTo>
                <a:lnTo>
                  <a:pt x="881" y="3183"/>
                </a:lnTo>
                <a:lnTo>
                  <a:pt x="880" y="3187"/>
                </a:lnTo>
                <a:lnTo>
                  <a:pt x="879" y="3187"/>
                </a:lnTo>
                <a:lnTo>
                  <a:pt x="878" y="3187"/>
                </a:lnTo>
                <a:lnTo>
                  <a:pt x="878" y="3188"/>
                </a:lnTo>
                <a:lnTo>
                  <a:pt x="877" y="3188"/>
                </a:lnTo>
                <a:lnTo>
                  <a:pt x="877" y="3189"/>
                </a:lnTo>
                <a:lnTo>
                  <a:pt x="877" y="3190"/>
                </a:lnTo>
                <a:lnTo>
                  <a:pt x="876" y="3190"/>
                </a:lnTo>
                <a:lnTo>
                  <a:pt x="876" y="3191"/>
                </a:lnTo>
                <a:lnTo>
                  <a:pt x="876" y="3192"/>
                </a:lnTo>
                <a:lnTo>
                  <a:pt x="876" y="3193"/>
                </a:lnTo>
                <a:lnTo>
                  <a:pt x="875" y="3193"/>
                </a:lnTo>
                <a:lnTo>
                  <a:pt x="874" y="3194"/>
                </a:lnTo>
                <a:lnTo>
                  <a:pt x="874" y="3195"/>
                </a:lnTo>
                <a:lnTo>
                  <a:pt x="873" y="3195"/>
                </a:lnTo>
                <a:lnTo>
                  <a:pt x="873" y="3196"/>
                </a:lnTo>
                <a:lnTo>
                  <a:pt x="872" y="3196"/>
                </a:lnTo>
                <a:lnTo>
                  <a:pt x="871" y="3196"/>
                </a:lnTo>
                <a:lnTo>
                  <a:pt x="871" y="3197"/>
                </a:lnTo>
                <a:lnTo>
                  <a:pt x="870" y="3197"/>
                </a:lnTo>
                <a:lnTo>
                  <a:pt x="869" y="3197"/>
                </a:lnTo>
                <a:lnTo>
                  <a:pt x="869" y="3196"/>
                </a:lnTo>
                <a:lnTo>
                  <a:pt x="869" y="3195"/>
                </a:lnTo>
                <a:lnTo>
                  <a:pt x="869" y="3194"/>
                </a:lnTo>
                <a:lnTo>
                  <a:pt x="869" y="3193"/>
                </a:lnTo>
                <a:lnTo>
                  <a:pt x="869" y="3192"/>
                </a:lnTo>
                <a:lnTo>
                  <a:pt x="869" y="3191"/>
                </a:lnTo>
                <a:lnTo>
                  <a:pt x="870" y="3191"/>
                </a:lnTo>
                <a:lnTo>
                  <a:pt x="869" y="3191"/>
                </a:lnTo>
                <a:lnTo>
                  <a:pt x="869" y="3190"/>
                </a:lnTo>
                <a:lnTo>
                  <a:pt x="868" y="3190"/>
                </a:lnTo>
                <a:lnTo>
                  <a:pt x="867" y="3190"/>
                </a:lnTo>
                <a:lnTo>
                  <a:pt x="866" y="3190"/>
                </a:lnTo>
                <a:lnTo>
                  <a:pt x="866" y="3189"/>
                </a:lnTo>
                <a:lnTo>
                  <a:pt x="865" y="3189"/>
                </a:lnTo>
                <a:lnTo>
                  <a:pt x="864" y="3189"/>
                </a:lnTo>
                <a:lnTo>
                  <a:pt x="864" y="3188"/>
                </a:lnTo>
                <a:lnTo>
                  <a:pt x="863" y="3188"/>
                </a:lnTo>
                <a:lnTo>
                  <a:pt x="863" y="3187"/>
                </a:lnTo>
                <a:lnTo>
                  <a:pt x="862" y="3187"/>
                </a:lnTo>
                <a:lnTo>
                  <a:pt x="862" y="3186"/>
                </a:lnTo>
                <a:lnTo>
                  <a:pt x="861" y="3186"/>
                </a:lnTo>
                <a:lnTo>
                  <a:pt x="861" y="3185"/>
                </a:lnTo>
                <a:lnTo>
                  <a:pt x="860" y="3185"/>
                </a:lnTo>
                <a:lnTo>
                  <a:pt x="859" y="3185"/>
                </a:lnTo>
                <a:lnTo>
                  <a:pt x="858" y="3185"/>
                </a:lnTo>
                <a:lnTo>
                  <a:pt x="857" y="3185"/>
                </a:lnTo>
                <a:lnTo>
                  <a:pt x="857" y="3184"/>
                </a:lnTo>
                <a:lnTo>
                  <a:pt x="856" y="3184"/>
                </a:lnTo>
                <a:lnTo>
                  <a:pt x="855" y="3184"/>
                </a:lnTo>
                <a:lnTo>
                  <a:pt x="855" y="3183"/>
                </a:lnTo>
                <a:lnTo>
                  <a:pt x="855" y="3184"/>
                </a:lnTo>
                <a:lnTo>
                  <a:pt x="854" y="3183"/>
                </a:lnTo>
                <a:lnTo>
                  <a:pt x="854" y="3184"/>
                </a:lnTo>
                <a:lnTo>
                  <a:pt x="854" y="3183"/>
                </a:lnTo>
                <a:lnTo>
                  <a:pt x="853" y="3183"/>
                </a:lnTo>
                <a:lnTo>
                  <a:pt x="852" y="3183"/>
                </a:lnTo>
                <a:lnTo>
                  <a:pt x="852" y="3184"/>
                </a:lnTo>
                <a:lnTo>
                  <a:pt x="851" y="3184"/>
                </a:lnTo>
                <a:lnTo>
                  <a:pt x="850" y="3184"/>
                </a:lnTo>
                <a:lnTo>
                  <a:pt x="849" y="3184"/>
                </a:lnTo>
                <a:lnTo>
                  <a:pt x="849" y="3185"/>
                </a:lnTo>
                <a:lnTo>
                  <a:pt x="849" y="3186"/>
                </a:lnTo>
                <a:lnTo>
                  <a:pt x="848" y="3186"/>
                </a:lnTo>
                <a:lnTo>
                  <a:pt x="848" y="3187"/>
                </a:lnTo>
                <a:lnTo>
                  <a:pt x="847" y="3187"/>
                </a:lnTo>
                <a:lnTo>
                  <a:pt x="847" y="3188"/>
                </a:lnTo>
                <a:lnTo>
                  <a:pt x="846" y="3188"/>
                </a:lnTo>
                <a:lnTo>
                  <a:pt x="845" y="3189"/>
                </a:lnTo>
                <a:lnTo>
                  <a:pt x="844" y="3189"/>
                </a:lnTo>
                <a:lnTo>
                  <a:pt x="844" y="3188"/>
                </a:lnTo>
                <a:lnTo>
                  <a:pt x="843" y="3188"/>
                </a:lnTo>
                <a:lnTo>
                  <a:pt x="842" y="3188"/>
                </a:lnTo>
                <a:lnTo>
                  <a:pt x="842" y="3187"/>
                </a:lnTo>
                <a:lnTo>
                  <a:pt x="841" y="3187"/>
                </a:lnTo>
                <a:lnTo>
                  <a:pt x="841" y="3186"/>
                </a:lnTo>
                <a:lnTo>
                  <a:pt x="842" y="3186"/>
                </a:lnTo>
                <a:lnTo>
                  <a:pt x="842" y="3185"/>
                </a:lnTo>
                <a:lnTo>
                  <a:pt x="841" y="3185"/>
                </a:lnTo>
                <a:lnTo>
                  <a:pt x="840" y="3185"/>
                </a:lnTo>
                <a:lnTo>
                  <a:pt x="839" y="3185"/>
                </a:lnTo>
                <a:lnTo>
                  <a:pt x="839" y="3186"/>
                </a:lnTo>
                <a:lnTo>
                  <a:pt x="838" y="3186"/>
                </a:lnTo>
                <a:lnTo>
                  <a:pt x="836" y="3186"/>
                </a:lnTo>
                <a:lnTo>
                  <a:pt x="835" y="3186"/>
                </a:lnTo>
                <a:lnTo>
                  <a:pt x="834" y="3186"/>
                </a:lnTo>
                <a:lnTo>
                  <a:pt x="833" y="3186"/>
                </a:lnTo>
                <a:lnTo>
                  <a:pt x="833" y="3185"/>
                </a:lnTo>
                <a:lnTo>
                  <a:pt x="833" y="3184"/>
                </a:lnTo>
                <a:lnTo>
                  <a:pt x="832" y="3184"/>
                </a:lnTo>
                <a:lnTo>
                  <a:pt x="832" y="3185"/>
                </a:lnTo>
                <a:lnTo>
                  <a:pt x="831" y="3185"/>
                </a:lnTo>
                <a:lnTo>
                  <a:pt x="831" y="3184"/>
                </a:lnTo>
                <a:lnTo>
                  <a:pt x="831" y="3183"/>
                </a:lnTo>
                <a:lnTo>
                  <a:pt x="831" y="3182"/>
                </a:lnTo>
                <a:lnTo>
                  <a:pt x="830" y="3182"/>
                </a:lnTo>
                <a:lnTo>
                  <a:pt x="830" y="3181"/>
                </a:lnTo>
                <a:lnTo>
                  <a:pt x="830" y="3180"/>
                </a:lnTo>
                <a:lnTo>
                  <a:pt x="829" y="3180"/>
                </a:lnTo>
                <a:lnTo>
                  <a:pt x="828" y="3180"/>
                </a:lnTo>
                <a:lnTo>
                  <a:pt x="828" y="3179"/>
                </a:lnTo>
                <a:lnTo>
                  <a:pt x="827" y="3179"/>
                </a:lnTo>
                <a:lnTo>
                  <a:pt x="827" y="3178"/>
                </a:lnTo>
                <a:lnTo>
                  <a:pt x="827" y="3177"/>
                </a:lnTo>
                <a:lnTo>
                  <a:pt x="826" y="3177"/>
                </a:lnTo>
                <a:lnTo>
                  <a:pt x="826" y="3178"/>
                </a:lnTo>
                <a:lnTo>
                  <a:pt x="825" y="3178"/>
                </a:lnTo>
                <a:lnTo>
                  <a:pt x="825" y="3179"/>
                </a:lnTo>
                <a:lnTo>
                  <a:pt x="824" y="3179"/>
                </a:lnTo>
                <a:lnTo>
                  <a:pt x="823" y="3179"/>
                </a:lnTo>
                <a:lnTo>
                  <a:pt x="823" y="3178"/>
                </a:lnTo>
                <a:lnTo>
                  <a:pt x="822" y="3178"/>
                </a:lnTo>
                <a:lnTo>
                  <a:pt x="821" y="3178"/>
                </a:lnTo>
                <a:lnTo>
                  <a:pt x="821" y="3177"/>
                </a:lnTo>
                <a:lnTo>
                  <a:pt x="820" y="3177"/>
                </a:lnTo>
                <a:lnTo>
                  <a:pt x="819" y="3177"/>
                </a:lnTo>
                <a:lnTo>
                  <a:pt x="819" y="3176"/>
                </a:lnTo>
                <a:lnTo>
                  <a:pt x="818" y="3176"/>
                </a:lnTo>
                <a:lnTo>
                  <a:pt x="817" y="3176"/>
                </a:lnTo>
                <a:lnTo>
                  <a:pt x="817" y="3175"/>
                </a:lnTo>
                <a:lnTo>
                  <a:pt x="816" y="3175"/>
                </a:lnTo>
                <a:lnTo>
                  <a:pt x="816" y="3174"/>
                </a:lnTo>
                <a:lnTo>
                  <a:pt x="817" y="3174"/>
                </a:lnTo>
                <a:lnTo>
                  <a:pt x="817" y="3173"/>
                </a:lnTo>
                <a:lnTo>
                  <a:pt x="817" y="3172"/>
                </a:lnTo>
                <a:lnTo>
                  <a:pt x="818" y="3172"/>
                </a:lnTo>
                <a:lnTo>
                  <a:pt x="819" y="3171"/>
                </a:lnTo>
                <a:lnTo>
                  <a:pt x="819" y="3170"/>
                </a:lnTo>
                <a:lnTo>
                  <a:pt x="819" y="3169"/>
                </a:lnTo>
                <a:lnTo>
                  <a:pt x="820" y="3169"/>
                </a:lnTo>
                <a:lnTo>
                  <a:pt x="820" y="3168"/>
                </a:lnTo>
                <a:lnTo>
                  <a:pt x="819" y="3168"/>
                </a:lnTo>
                <a:lnTo>
                  <a:pt x="819" y="3167"/>
                </a:lnTo>
                <a:lnTo>
                  <a:pt x="819" y="3166"/>
                </a:lnTo>
                <a:lnTo>
                  <a:pt x="819" y="3164"/>
                </a:lnTo>
                <a:lnTo>
                  <a:pt x="819" y="3163"/>
                </a:lnTo>
                <a:lnTo>
                  <a:pt x="820" y="3163"/>
                </a:lnTo>
                <a:lnTo>
                  <a:pt x="820" y="3162"/>
                </a:lnTo>
                <a:lnTo>
                  <a:pt x="819" y="3162"/>
                </a:lnTo>
                <a:lnTo>
                  <a:pt x="818" y="3162"/>
                </a:lnTo>
                <a:lnTo>
                  <a:pt x="818" y="3161"/>
                </a:lnTo>
                <a:lnTo>
                  <a:pt x="818" y="3160"/>
                </a:lnTo>
                <a:lnTo>
                  <a:pt x="819" y="3160"/>
                </a:lnTo>
                <a:lnTo>
                  <a:pt x="819" y="3159"/>
                </a:lnTo>
                <a:lnTo>
                  <a:pt x="820" y="3159"/>
                </a:lnTo>
                <a:lnTo>
                  <a:pt x="820" y="3158"/>
                </a:lnTo>
                <a:lnTo>
                  <a:pt x="821" y="3158"/>
                </a:lnTo>
                <a:lnTo>
                  <a:pt x="821" y="3157"/>
                </a:lnTo>
                <a:lnTo>
                  <a:pt x="822" y="3157"/>
                </a:lnTo>
                <a:lnTo>
                  <a:pt x="823" y="3157"/>
                </a:lnTo>
                <a:lnTo>
                  <a:pt x="823" y="3158"/>
                </a:lnTo>
                <a:lnTo>
                  <a:pt x="823" y="3157"/>
                </a:lnTo>
                <a:lnTo>
                  <a:pt x="823" y="3158"/>
                </a:lnTo>
                <a:lnTo>
                  <a:pt x="824" y="3158"/>
                </a:lnTo>
                <a:lnTo>
                  <a:pt x="824" y="3157"/>
                </a:lnTo>
                <a:lnTo>
                  <a:pt x="825" y="3157"/>
                </a:lnTo>
                <a:lnTo>
                  <a:pt x="826" y="3157"/>
                </a:lnTo>
                <a:lnTo>
                  <a:pt x="826" y="3156"/>
                </a:lnTo>
                <a:lnTo>
                  <a:pt x="826" y="3155"/>
                </a:lnTo>
                <a:lnTo>
                  <a:pt x="827" y="3155"/>
                </a:lnTo>
                <a:lnTo>
                  <a:pt x="827" y="3154"/>
                </a:lnTo>
                <a:lnTo>
                  <a:pt x="827" y="3153"/>
                </a:lnTo>
                <a:lnTo>
                  <a:pt x="827" y="3152"/>
                </a:lnTo>
                <a:lnTo>
                  <a:pt x="828" y="3152"/>
                </a:lnTo>
                <a:lnTo>
                  <a:pt x="829" y="3152"/>
                </a:lnTo>
                <a:lnTo>
                  <a:pt x="829" y="3153"/>
                </a:lnTo>
                <a:lnTo>
                  <a:pt x="830" y="3153"/>
                </a:lnTo>
                <a:lnTo>
                  <a:pt x="830" y="3152"/>
                </a:lnTo>
                <a:lnTo>
                  <a:pt x="830" y="3151"/>
                </a:lnTo>
                <a:lnTo>
                  <a:pt x="830" y="3150"/>
                </a:lnTo>
                <a:lnTo>
                  <a:pt x="831" y="3150"/>
                </a:lnTo>
                <a:lnTo>
                  <a:pt x="830" y="3150"/>
                </a:lnTo>
                <a:lnTo>
                  <a:pt x="830" y="3149"/>
                </a:lnTo>
                <a:lnTo>
                  <a:pt x="831" y="3149"/>
                </a:lnTo>
                <a:lnTo>
                  <a:pt x="831" y="3148"/>
                </a:lnTo>
                <a:lnTo>
                  <a:pt x="831" y="3147"/>
                </a:lnTo>
                <a:lnTo>
                  <a:pt x="830" y="3147"/>
                </a:lnTo>
                <a:lnTo>
                  <a:pt x="830" y="3146"/>
                </a:lnTo>
                <a:lnTo>
                  <a:pt x="831" y="3146"/>
                </a:lnTo>
                <a:lnTo>
                  <a:pt x="831" y="3145"/>
                </a:lnTo>
                <a:lnTo>
                  <a:pt x="830" y="3145"/>
                </a:lnTo>
                <a:lnTo>
                  <a:pt x="830" y="3144"/>
                </a:lnTo>
                <a:lnTo>
                  <a:pt x="831" y="3144"/>
                </a:lnTo>
                <a:lnTo>
                  <a:pt x="832" y="3144"/>
                </a:lnTo>
                <a:lnTo>
                  <a:pt x="832" y="3143"/>
                </a:lnTo>
                <a:lnTo>
                  <a:pt x="833" y="3143"/>
                </a:lnTo>
                <a:lnTo>
                  <a:pt x="833" y="3142"/>
                </a:lnTo>
                <a:lnTo>
                  <a:pt x="833" y="3141"/>
                </a:lnTo>
                <a:lnTo>
                  <a:pt x="834" y="3141"/>
                </a:lnTo>
                <a:lnTo>
                  <a:pt x="833" y="3141"/>
                </a:lnTo>
                <a:lnTo>
                  <a:pt x="833" y="3140"/>
                </a:lnTo>
                <a:lnTo>
                  <a:pt x="832" y="3140"/>
                </a:lnTo>
                <a:lnTo>
                  <a:pt x="832" y="3139"/>
                </a:lnTo>
                <a:lnTo>
                  <a:pt x="833" y="3139"/>
                </a:lnTo>
                <a:lnTo>
                  <a:pt x="832" y="3139"/>
                </a:lnTo>
                <a:lnTo>
                  <a:pt x="832" y="3138"/>
                </a:lnTo>
                <a:lnTo>
                  <a:pt x="831" y="3138"/>
                </a:lnTo>
                <a:lnTo>
                  <a:pt x="830" y="3138"/>
                </a:lnTo>
                <a:lnTo>
                  <a:pt x="829" y="3138"/>
                </a:lnTo>
                <a:lnTo>
                  <a:pt x="829" y="3137"/>
                </a:lnTo>
                <a:lnTo>
                  <a:pt x="829" y="3136"/>
                </a:lnTo>
                <a:lnTo>
                  <a:pt x="828" y="3136"/>
                </a:lnTo>
                <a:lnTo>
                  <a:pt x="829" y="3136"/>
                </a:lnTo>
                <a:lnTo>
                  <a:pt x="828" y="3136"/>
                </a:lnTo>
                <a:lnTo>
                  <a:pt x="828" y="3135"/>
                </a:lnTo>
                <a:lnTo>
                  <a:pt x="827" y="3135"/>
                </a:lnTo>
                <a:lnTo>
                  <a:pt x="827" y="3133"/>
                </a:lnTo>
                <a:lnTo>
                  <a:pt x="827" y="3132"/>
                </a:lnTo>
                <a:lnTo>
                  <a:pt x="826" y="3132"/>
                </a:lnTo>
                <a:lnTo>
                  <a:pt x="825" y="3132"/>
                </a:lnTo>
                <a:lnTo>
                  <a:pt x="824" y="3132"/>
                </a:lnTo>
                <a:lnTo>
                  <a:pt x="823" y="3132"/>
                </a:lnTo>
                <a:lnTo>
                  <a:pt x="823" y="3133"/>
                </a:lnTo>
                <a:lnTo>
                  <a:pt x="822" y="3133"/>
                </a:lnTo>
                <a:lnTo>
                  <a:pt x="821" y="3133"/>
                </a:lnTo>
                <a:lnTo>
                  <a:pt x="821" y="3132"/>
                </a:lnTo>
                <a:lnTo>
                  <a:pt x="821" y="3131"/>
                </a:lnTo>
                <a:lnTo>
                  <a:pt x="820" y="3131"/>
                </a:lnTo>
                <a:lnTo>
                  <a:pt x="819" y="3131"/>
                </a:lnTo>
                <a:lnTo>
                  <a:pt x="819" y="3132"/>
                </a:lnTo>
                <a:lnTo>
                  <a:pt x="817" y="3132"/>
                </a:lnTo>
                <a:lnTo>
                  <a:pt x="817" y="3133"/>
                </a:lnTo>
                <a:lnTo>
                  <a:pt x="816" y="3133"/>
                </a:lnTo>
                <a:lnTo>
                  <a:pt x="816" y="3134"/>
                </a:lnTo>
                <a:lnTo>
                  <a:pt x="815" y="3134"/>
                </a:lnTo>
                <a:lnTo>
                  <a:pt x="815" y="3135"/>
                </a:lnTo>
                <a:lnTo>
                  <a:pt x="814" y="3135"/>
                </a:lnTo>
                <a:lnTo>
                  <a:pt x="813" y="3135"/>
                </a:lnTo>
                <a:lnTo>
                  <a:pt x="813" y="3136"/>
                </a:lnTo>
                <a:lnTo>
                  <a:pt x="813" y="3135"/>
                </a:lnTo>
                <a:lnTo>
                  <a:pt x="813" y="3136"/>
                </a:lnTo>
                <a:lnTo>
                  <a:pt x="812" y="3136"/>
                </a:lnTo>
                <a:lnTo>
                  <a:pt x="812" y="3137"/>
                </a:lnTo>
                <a:lnTo>
                  <a:pt x="811" y="3137"/>
                </a:lnTo>
                <a:lnTo>
                  <a:pt x="811" y="3138"/>
                </a:lnTo>
                <a:lnTo>
                  <a:pt x="810" y="3138"/>
                </a:lnTo>
                <a:lnTo>
                  <a:pt x="810" y="3139"/>
                </a:lnTo>
                <a:lnTo>
                  <a:pt x="810" y="3140"/>
                </a:lnTo>
                <a:lnTo>
                  <a:pt x="809" y="3140"/>
                </a:lnTo>
                <a:lnTo>
                  <a:pt x="809" y="3141"/>
                </a:lnTo>
                <a:lnTo>
                  <a:pt x="808" y="3141"/>
                </a:lnTo>
                <a:lnTo>
                  <a:pt x="806" y="3141"/>
                </a:lnTo>
                <a:lnTo>
                  <a:pt x="805" y="3141"/>
                </a:lnTo>
                <a:lnTo>
                  <a:pt x="805" y="3139"/>
                </a:lnTo>
                <a:lnTo>
                  <a:pt x="804" y="3139"/>
                </a:lnTo>
                <a:lnTo>
                  <a:pt x="803" y="3139"/>
                </a:lnTo>
                <a:lnTo>
                  <a:pt x="802" y="3139"/>
                </a:lnTo>
                <a:lnTo>
                  <a:pt x="801" y="3139"/>
                </a:lnTo>
                <a:lnTo>
                  <a:pt x="800" y="3139"/>
                </a:lnTo>
                <a:lnTo>
                  <a:pt x="799" y="3139"/>
                </a:lnTo>
                <a:lnTo>
                  <a:pt x="798" y="3139"/>
                </a:lnTo>
                <a:lnTo>
                  <a:pt x="798" y="3140"/>
                </a:lnTo>
                <a:lnTo>
                  <a:pt x="797" y="3140"/>
                </a:lnTo>
                <a:lnTo>
                  <a:pt x="796" y="3140"/>
                </a:lnTo>
                <a:lnTo>
                  <a:pt x="796" y="3139"/>
                </a:lnTo>
                <a:lnTo>
                  <a:pt x="796" y="3140"/>
                </a:lnTo>
                <a:lnTo>
                  <a:pt x="795" y="3140"/>
                </a:lnTo>
                <a:lnTo>
                  <a:pt x="794" y="3140"/>
                </a:lnTo>
                <a:lnTo>
                  <a:pt x="793" y="3139"/>
                </a:lnTo>
                <a:lnTo>
                  <a:pt x="792" y="3139"/>
                </a:lnTo>
                <a:lnTo>
                  <a:pt x="792" y="3138"/>
                </a:lnTo>
                <a:lnTo>
                  <a:pt x="790" y="3137"/>
                </a:lnTo>
                <a:lnTo>
                  <a:pt x="790" y="3136"/>
                </a:lnTo>
                <a:lnTo>
                  <a:pt x="789" y="3136"/>
                </a:lnTo>
                <a:lnTo>
                  <a:pt x="789" y="3135"/>
                </a:lnTo>
                <a:lnTo>
                  <a:pt x="788" y="3135"/>
                </a:lnTo>
                <a:lnTo>
                  <a:pt x="788" y="3134"/>
                </a:lnTo>
                <a:lnTo>
                  <a:pt x="787" y="3134"/>
                </a:lnTo>
                <a:lnTo>
                  <a:pt x="786" y="3134"/>
                </a:lnTo>
                <a:lnTo>
                  <a:pt x="786" y="3133"/>
                </a:lnTo>
                <a:lnTo>
                  <a:pt x="786" y="3134"/>
                </a:lnTo>
                <a:lnTo>
                  <a:pt x="786" y="3133"/>
                </a:lnTo>
                <a:lnTo>
                  <a:pt x="785" y="3133"/>
                </a:lnTo>
                <a:lnTo>
                  <a:pt x="784" y="3133"/>
                </a:lnTo>
                <a:lnTo>
                  <a:pt x="784" y="3132"/>
                </a:lnTo>
                <a:lnTo>
                  <a:pt x="783" y="3132"/>
                </a:lnTo>
                <a:lnTo>
                  <a:pt x="782" y="3132"/>
                </a:lnTo>
                <a:lnTo>
                  <a:pt x="782" y="3131"/>
                </a:lnTo>
                <a:lnTo>
                  <a:pt x="781" y="3131"/>
                </a:lnTo>
                <a:lnTo>
                  <a:pt x="781" y="3130"/>
                </a:lnTo>
                <a:lnTo>
                  <a:pt x="780" y="3130"/>
                </a:lnTo>
                <a:lnTo>
                  <a:pt x="780" y="3129"/>
                </a:lnTo>
                <a:lnTo>
                  <a:pt x="779" y="3129"/>
                </a:lnTo>
                <a:lnTo>
                  <a:pt x="778" y="3129"/>
                </a:lnTo>
                <a:lnTo>
                  <a:pt x="778" y="3128"/>
                </a:lnTo>
                <a:lnTo>
                  <a:pt x="779" y="3128"/>
                </a:lnTo>
                <a:lnTo>
                  <a:pt x="779" y="3127"/>
                </a:lnTo>
                <a:lnTo>
                  <a:pt x="779" y="3126"/>
                </a:lnTo>
                <a:lnTo>
                  <a:pt x="780" y="3126"/>
                </a:lnTo>
                <a:lnTo>
                  <a:pt x="780" y="3125"/>
                </a:lnTo>
                <a:lnTo>
                  <a:pt x="780" y="3124"/>
                </a:lnTo>
                <a:lnTo>
                  <a:pt x="779" y="3124"/>
                </a:lnTo>
                <a:lnTo>
                  <a:pt x="779" y="3123"/>
                </a:lnTo>
                <a:lnTo>
                  <a:pt x="778" y="3123"/>
                </a:lnTo>
                <a:lnTo>
                  <a:pt x="777" y="3123"/>
                </a:lnTo>
                <a:lnTo>
                  <a:pt x="777" y="3122"/>
                </a:lnTo>
                <a:lnTo>
                  <a:pt x="777" y="3121"/>
                </a:lnTo>
                <a:lnTo>
                  <a:pt x="777" y="3120"/>
                </a:lnTo>
                <a:lnTo>
                  <a:pt x="776" y="3120"/>
                </a:lnTo>
                <a:lnTo>
                  <a:pt x="776" y="3119"/>
                </a:lnTo>
                <a:lnTo>
                  <a:pt x="775" y="3119"/>
                </a:lnTo>
                <a:lnTo>
                  <a:pt x="775" y="3118"/>
                </a:lnTo>
                <a:lnTo>
                  <a:pt x="776" y="3118"/>
                </a:lnTo>
                <a:lnTo>
                  <a:pt x="776" y="3117"/>
                </a:lnTo>
                <a:lnTo>
                  <a:pt x="775" y="3117"/>
                </a:lnTo>
                <a:lnTo>
                  <a:pt x="775" y="3116"/>
                </a:lnTo>
                <a:lnTo>
                  <a:pt x="775" y="3115"/>
                </a:lnTo>
                <a:lnTo>
                  <a:pt x="774" y="3115"/>
                </a:lnTo>
                <a:lnTo>
                  <a:pt x="774" y="3114"/>
                </a:lnTo>
                <a:lnTo>
                  <a:pt x="773" y="3114"/>
                </a:lnTo>
                <a:lnTo>
                  <a:pt x="772" y="3114"/>
                </a:lnTo>
                <a:lnTo>
                  <a:pt x="771" y="3114"/>
                </a:lnTo>
                <a:lnTo>
                  <a:pt x="770" y="3114"/>
                </a:lnTo>
                <a:lnTo>
                  <a:pt x="770" y="3113"/>
                </a:lnTo>
                <a:lnTo>
                  <a:pt x="769" y="3113"/>
                </a:lnTo>
                <a:lnTo>
                  <a:pt x="768" y="3113"/>
                </a:lnTo>
                <a:lnTo>
                  <a:pt x="767" y="3113"/>
                </a:lnTo>
                <a:lnTo>
                  <a:pt x="767" y="3112"/>
                </a:lnTo>
                <a:lnTo>
                  <a:pt x="766" y="3112"/>
                </a:lnTo>
                <a:lnTo>
                  <a:pt x="766" y="3111"/>
                </a:lnTo>
                <a:lnTo>
                  <a:pt x="765" y="3111"/>
                </a:lnTo>
                <a:lnTo>
                  <a:pt x="764" y="3111"/>
                </a:lnTo>
                <a:lnTo>
                  <a:pt x="763" y="3111"/>
                </a:lnTo>
                <a:lnTo>
                  <a:pt x="762" y="3111"/>
                </a:lnTo>
                <a:lnTo>
                  <a:pt x="762" y="3110"/>
                </a:lnTo>
                <a:lnTo>
                  <a:pt x="761" y="3110"/>
                </a:lnTo>
                <a:lnTo>
                  <a:pt x="760" y="3110"/>
                </a:lnTo>
                <a:lnTo>
                  <a:pt x="760" y="3111"/>
                </a:lnTo>
                <a:lnTo>
                  <a:pt x="759" y="3111"/>
                </a:lnTo>
                <a:lnTo>
                  <a:pt x="758" y="3111"/>
                </a:lnTo>
                <a:lnTo>
                  <a:pt x="758" y="3110"/>
                </a:lnTo>
                <a:lnTo>
                  <a:pt x="758" y="3109"/>
                </a:lnTo>
                <a:lnTo>
                  <a:pt x="757" y="3109"/>
                </a:lnTo>
                <a:lnTo>
                  <a:pt x="756" y="3109"/>
                </a:lnTo>
                <a:lnTo>
                  <a:pt x="756" y="3108"/>
                </a:lnTo>
                <a:lnTo>
                  <a:pt x="756" y="3107"/>
                </a:lnTo>
                <a:lnTo>
                  <a:pt x="755" y="3107"/>
                </a:lnTo>
                <a:lnTo>
                  <a:pt x="755" y="3106"/>
                </a:lnTo>
                <a:lnTo>
                  <a:pt x="754" y="3106"/>
                </a:lnTo>
                <a:lnTo>
                  <a:pt x="753" y="3105"/>
                </a:lnTo>
                <a:lnTo>
                  <a:pt x="754" y="3105"/>
                </a:lnTo>
                <a:lnTo>
                  <a:pt x="755" y="3104"/>
                </a:lnTo>
                <a:lnTo>
                  <a:pt x="755" y="3103"/>
                </a:lnTo>
                <a:lnTo>
                  <a:pt x="755" y="3102"/>
                </a:lnTo>
                <a:lnTo>
                  <a:pt x="754" y="3102"/>
                </a:lnTo>
                <a:lnTo>
                  <a:pt x="754" y="3101"/>
                </a:lnTo>
                <a:lnTo>
                  <a:pt x="754" y="3100"/>
                </a:lnTo>
                <a:lnTo>
                  <a:pt x="754" y="3099"/>
                </a:lnTo>
                <a:lnTo>
                  <a:pt x="755" y="3099"/>
                </a:lnTo>
                <a:lnTo>
                  <a:pt x="754" y="3099"/>
                </a:lnTo>
                <a:lnTo>
                  <a:pt x="754" y="3098"/>
                </a:lnTo>
                <a:lnTo>
                  <a:pt x="753" y="3097"/>
                </a:lnTo>
                <a:lnTo>
                  <a:pt x="753" y="3098"/>
                </a:lnTo>
                <a:lnTo>
                  <a:pt x="752" y="3098"/>
                </a:lnTo>
                <a:lnTo>
                  <a:pt x="752" y="3097"/>
                </a:lnTo>
                <a:lnTo>
                  <a:pt x="751" y="3097"/>
                </a:lnTo>
                <a:lnTo>
                  <a:pt x="751" y="3096"/>
                </a:lnTo>
                <a:lnTo>
                  <a:pt x="752" y="3096"/>
                </a:lnTo>
                <a:lnTo>
                  <a:pt x="753" y="3096"/>
                </a:lnTo>
                <a:lnTo>
                  <a:pt x="753" y="3095"/>
                </a:lnTo>
                <a:lnTo>
                  <a:pt x="753" y="3094"/>
                </a:lnTo>
                <a:lnTo>
                  <a:pt x="752" y="3094"/>
                </a:lnTo>
                <a:lnTo>
                  <a:pt x="752" y="3093"/>
                </a:lnTo>
                <a:lnTo>
                  <a:pt x="751" y="3093"/>
                </a:lnTo>
                <a:lnTo>
                  <a:pt x="750" y="3093"/>
                </a:lnTo>
                <a:lnTo>
                  <a:pt x="750" y="3092"/>
                </a:lnTo>
                <a:lnTo>
                  <a:pt x="749" y="3092"/>
                </a:lnTo>
                <a:lnTo>
                  <a:pt x="747" y="3092"/>
                </a:lnTo>
                <a:lnTo>
                  <a:pt x="747" y="3091"/>
                </a:lnTo>
                <a:lnTo>
                  <a:pt x="746" y="3091"/>
                </a:lnTo>
                <a:lnTo>
                  <a:pt x="746" y="3090"/>
                </a:lnTo>
                <a:lnTo>
                  <a:pt x="746" y="3091"/>
                </a:lnTo>
                <a:lnTo>
                  <a:pt x="745" y="3091"/>
                </a:lnTo>
                <a:lnTo>
                  <a:pt x="744" y="3091"/>
                </a:lnTo>
                <a:lnTo>
                  <a:pt x="743" y="3090"/>
                </a:lnTo>
                <a:lnTo>
                  <a:pt x="742" y="3090"/>
                </a:lnTo>
                <a:lnTo>
                  <a:pt x="741" y="3090"/>
                </a:lnTo>
                <a:lnTo>
                  <a:pt x="741" y="3089"/>
                </a:lnTo>
                <a:lnTo>
                  <a:pt x="740" y="3089"/>
                </a:lnTo>
                <a:lnTo>
                  <a:pt x="740" y="3088"/>
                </a:lnTo>
                <a:lnTo>
                  <a:pt x="740" y="3087"/>
                </a:lnTo>
                <a:lnTo>
                  <a:pt x="739" y="3087"/>
                </a:lnTo>
                <a:lnTo>
                  <a:pt x="739" y="3086"/>
                </a:lnTo>
                <a:lnTo>
                  <a:pt x="738" y="3086"/>
                </a:lnTo>
                <a:lnTo>
                  <a:pt x="738" y="3085"/>
                </a:lnTo>
                <a:lnTo>
                  <a:pt x="738" y="3086"/>
                </a:lnTo>
                <a:lnTo>
                  <a:pt x="737" y="3086"/>
                </a:lnTo>
                <a:lnTo>
                  <a:pt x="736" y="3086"/>
                </a:lnTo>
                <a:lnTo>
                  <a:pt x="735" y="3086"/>
                </a:lnTo>
                <a:lnTo>
                  <a:pt x="735" y="3085"/>
                </a:lnTo>
                <a:lnTo>
                  <a:pt x="734" y="3085"/>
                </a:lnTo>
                <a:lnTo>
                  <a:pt x="734" y="3084"/>
                </a:lnTo>
                <a:lnTo>
                  <a:pt x="734" y="3083"/>
                </a:lnTo>
                <a:lnTo>
                  <a:pt x="734" y="3082"/>
                </a:lnTo>
                <a:lnTo>
                  <a:pt x="734" y="3081"/>
                </a:lnTo>
                <a:lnTo>
                  <a:pt x="735" y="3081"/>
                </a:lnTo>
                <a:lnTo>
                  <a:pt x="735" y="3080"/>
                </a:lnTo>
                <a:lnTo>
                  <a:pt x="735" y="3079"/>
                </a:lnTo>
                <a:lnTo>
                  <a:pt x="736" y="3079"/>
                </a:lnTo>
                <a:lnTo>
                  <a:pt x="736" y="3078"/>
                </a:lnTo>
                <a:lnTo>
                  <a:pt x="736" y="3077"/>
                </a:lnTo>
                <a:lnTo>
                  <a:pt x="737" y="3077"/>
                </a:lnTo>
                <a:lnTo>
                  <a:pt x="737" y="3076"/>
                </a:lnTo>
                <a:lnTo>
                  <a:pt x="737" y="3075"/>
                </a:lnTo>
                <a:lnTo>
                  <a:pt x="738" y="3075"/>
                </a:lnTo>
                <a:lnTo>
                  <a:pt x="738" y="3074"/>
                </a:lnTo>
                <a:lnTo>
                  <a:pt x="738" y="3073"/>
                </a:lnTo>
                <a:lnTo>
                  <a:pt x="738" y="3072"/>
                </a:lnTo>
                <a:lnTo>
                  <a:pt x="739" y="3072"/>
                </a:lnTo>
                <a:lnTo>
                  <a:pt x="739" y="3071"/>
                </a:lnTo>
                <a:lnTo>
                  <a:pt x="740" y="3070"/>
                </a:lnTo>
                <a:lnTo>
                  <a:pt x="740" y="3069"/>
                </a:lnTo>
                <a:lnTo>
                  <a:pt x="740" y="3068"/>
                </a:lnTo>
                <a:lnTo>
                  <a:pt x="740" y="3067"/>
                </a:lnTo>
                <a:lnTo>
                  <a:pt x="740" y="3066"/>
                </a:lnTo>
                <a:lnTo>
                  <a:pt x="739" y="3066"/>
                </a:lnTo>
                <a:lnTo>
                  <a:pt x="738" y="3065"/>
                </a:lnTo>
                <a:lnTo>
                  <a:pt x="737" y="3065"/>
                </a:lnTo>
                <a:lnTo>
                  <a:pt x="737" y="3064"/>
                </a:lnTo>
                <a:lnTo>
                  <a:pt x="736" y="3064"/>
                </a:lnTo>
                <a:lnTo>
                  <a:pt x="736" y="3065"/>
                </a:lnTo>
                <a:lnTo>
                  <a:pt x="735" y="3065"/>
                </a:lnTo>
                <a:lnTo>
                  <a:pt x="734" y="3065"/>
                </a:lnTo>
                <a:lnTo>
                  <a:pt x="734" y="3064"/>
                </a:lnTo>
                <a:lnTo>
                  <a:pt x="734" y="3063"/>
                </a:lnTo>
                <a:lnTo>
                  <a:pt x="734" y="3062"/>
                </a:lnTo>
                <a:lnTo>
                  <a:pt x="734" y="3061"/>
                </a:lnTo>
                <a:lnTo>
                  <a:pt x="735" y="3061"/>
                </a:lnTo>
                <a:lnTo>
                  <a:pt x="735" y="3060"/>
                </a:lnTo>
                <a:lnTo>
                  <a:pt x="736" y="3060"/>
                </a:lnTo>
                <a:lnTo>
                  <a:pt x="736" y="3059"/>
                </a:lnTo>
                <a:lnTo>
                  <a:pt x="736" y="3058"/>
                </a:lnTo>
                <a:lnTo>
                  <a:pt x="737" y="3058"/>
                </a:lnTo>
                <a:lnTo>
                  <a:pt x="737" y="3056"/>
                </a:lnTo>
                <a:lnTo>
                  <a:pt x="737" y="3055"/>
                </a:lnTo>
                <a:lnTo>
                  <a:pt x="736" y="3055"/>
                </a:lnTo>
                <a:lnTo>
                  <a:pt x="735" y="3054"/>
                </a:lnTo>
                <a:lnTo>
                  <a:pt x="735" y="3053"/>
                </a:lnTo>
                <a:lnTo>
                  <a:pt x="735" y="3052"/>
                </a:lnTo>
                <a:lnTo>
                  <a:pt x="735" y="3051"/>
                </a:lnTo>
                <a:lnTo>
                  <a:pt x="735" y="3050"/>
                </a:lnTo>
                <a:lnTo>
                  <a:pt x="735" y="3049"/>
                </a:lnTo>
                <a:lnTo>
                  <a:pt x="735" y="3048"/>
                </a:lnTo>
                <a:lnTo>
                  <a:pt x="735" y="3047"/>
                </a:lnTo>
                <a:lnTo>
                  <a:pt x="735" y="3046"/>
                </a:lnTo>
                <a:lnTo>
                  <a:pt x="736" y="3045"/>
                </a:lnTo>
                <a:lnTo>
                  <a:pt x="737" y="3045"/>
                </a:lnTo>
                <a:lnTo>
                  <a:pt x="737" y="3044"/>
                </a:lnTo>
                <a:lnTo>
                  <a:pt x="738" y="3044"/>
                </a:lnTo>
                <a:lnTo>
                  <a:pt x="738" y="3045"/>
                </a:lnTo>
                <a:lnTo>
                  <a:pt x="738" y="3044"/>
                </a:lnTo>
                <a:lnTo>
                  <a:pt x="739" y="3044"/>
                </a:lnTo>
                <a:lnTo>
                  <a:pt x="740" y="3044"/>
                </a:lnTo>
                <a:lnTo>
                  <a:pt x="740" y="3043"/>
                </a:lnTo>
                <a:lnTo>
                  <a:pt x="740" y="3042"/>
                </a:lnTo>
                <a:lnTo>
                  <a:pt x="740" y="3041"/>
                </a:lnTo>
                <a:lnTo>
                  <a:pt x="741" y="3041"/>
                </a:lnTo>
                <a:lnTo>
                  <a:pt x="741" y="3040"/>
                </a:lnTo>
                <a:lnTo>
                  <a:pt x="740" y="3040"/>
                </a:lnTo>
                <a:lnTo>
                  <a:pt x="739" y="3040"/>
                </a:lnTo>
                <a:lnTo>
                  <a:pt x="738" y="3040"/>
                </a:lnTo>
                <a:lnTo>
                  <a:pt x="737" y="3040"/>
                </a:lnTo>
                <a:lnTo>
                  <a:pt x="737" y="3039"/>
                </a:lnTo>
                <a:lnTo>
                  <a:pt x="736" y="3039"/>
                </a:lnTo>
                <a:lnTo>
                  <a:pt x="735" y="3039"/>
                </a:lnTo>
                <a:lnTo>
                  <a:pt x="734" y="3039"/>
                </a:lnTo>
                <a:lnTo>
                  <a:pt x="734" y="3040"/>
                </a:lnTo>
                <a:lnTo>
                  <a:pt x="733" y="3039"/>
                </a:lnTo>
                <a:lnTo>
                  <a:pt x="732" y="3038"/>
                </a:lnTo>
                <a:lnTo>
                  <a:pt x="731" y="3038"/>
                </a:lnTo>
                <a:lnTo>
                  <a:pt x="731" y="3037"/>
                </a:lnTo>
                <a:lnTo>
                  <a:pt x="732" y="3036"/>
                </a:lnTo>
                <a:lnTo>
                  <a:pt x="731" y="3036"/>
                </a:lnTo>
                <a:lnTo>
                  <a:pt x="732" y="3036"/>
                </a:lnTo>
                <a:lnTo>
                  <a:pt x="732" y="3035"/>
                </a:lnTo>
                <a:lnTo>
                  <a:pt x="733" y="3035"/>
                </a:lnTo>
                <a:lnTo>
                  <a:pt x="733" y="3034"/>
                </a:lnTo>
                <a:lnTo>
                  <a:pt x="732" y="3034"/>
                </a:lnTo>
                <a:lnTo>
                  <a:pt x="733" y="3034"/>
                </a:lnTo>
                <a:lnTo>
                  <a:pt x="732" y="3034"/>
                </a:lnTo>
                <a:lnTo>
                  <a:pt x="732" y="3033"/>
                </a:lnTo>
                <a:lnTo>
                  <a:pt x="731" y="3033"/>
                </a:lnTo>
                <a:lnTo>
                  <a:pt x="731" y="3032"/>
                </a:lnTo>
                <a:lnTo>
                  <a:pt x="730" y="3032"/>
                </a:lnTo>
                <a:lnTo>
                  <a:pt x="730" y="3031"/>
                </a:lnTo>
                <a:lnTo>
                  <a:pt x="729" y="3031"/>
                </a:lnTo>
                <a:lnTo>
                  <a:pt x="729" y="3032"/>
                </a:lnTo>
                <a:lnTo>
                  <a:pt x="728" y="3032"/>
                </a:lnTo>
                <a:lnTo>
                  <a:pt x="727" y="3032"/>
                </a:lnTo>
                <a:lnTo>
                  <a:pt x="727" y="3031"/>
                </a:lnTo>
                <a:lnTo>
                  <a:pt x="726" y="3031"/>
                </a:lnTo>
                <a:lnTo>
                  <a:pt x="726" y="3030"/>
                </a:lnTo>
                <a:lnTo>
                  <a:pt x="725" y="3030"/>
                </a:lnTo>
                <a:lnTo>
                  <a:pt x="725" y="3029"/>
                </a:lnTo>
                <a:lnTo>
                  <a:pt x="724" y="3029"/>
                </a:lnTo>
                <a:lnTo>
                  <a:pt x="724" y="3030"/>
                </a:lnTo>
                <a:lnTo>
                  <a:pt x="723" y="3030"/>
                </a:lnTo>
                <a:lnTo>
                  <a:pt x="723" y="3031"/>
                </a:lnTo>
                <a:lnTo>
                  <a:pt x="723" y="3030"/>
                </a:lnTo>
                <a:lnTo>
                  <a:pt x="722" y="3030"/>
                </a:lnTo>
                <a:lnTo>
                  <a:pt x="721" y="3030"/>
                </a:lnTo>
                <a:lnTo>
                  <a:pt x="721" y="3029"/>
                </a:lnTo>
                <a:lnTo>
                  <a:pt x="720" y="3029"/>
                </a:lnTo>
                <a:lnTo>
                  <a:pt x="719" y="3029"/>
                </a:lnTo>
                <a:lnTo>
                  <a:pt x="719" y="3028"/>
                </a:lnTo>
                <a:lnTo>
                  <a:pt x="720" y="3028"/>
                </a:lnTo>
                <a:lnTo>
                  <a:pt x="720" y="3027"/>
                </a:lnTo>
                <a:lnTo>
                  <a:pt x="721" y="3027"/>
                </a:lnTo>
                <a:lnTo>
                  <a:pt x="720" y="3027"/>
                </a:lnTo>
                <a:lnTo>
                  <a:pt x="720" y="3026"/>
                </a:lnTo>
                <a:lnTo>
                  <a:pt x="720" y="3025"/>
                </a:lnTo>
                <a:lnTo>
                  <a:pt x="719" y="3025"/>
                </a:lnTo>
                <a:lnTo>
                  <a:pt x="718" y="3024"/>
                </a:lnTo>
                <a:lnTo>
                  <a:pt x="717" y="3024"/>
                </a:lnTo>
                <a:lnTo>
                  <a:pt x="716" y="3024"/>
                </a:lnTo>
                <a:lnTo>
                  <a:pt x="715" y="3025"/>
                </a:lnTo>
                <a:lnTo>
                  <a:pt x="714" y="3025"/>
                </a:lnTo>
                <a:lnTo>
                  <a:pt x="714" y="3024"/>
                </a:lnTo>
                <a:lnTo>
                  <a:pt x="713" y="3024"/>
                </a:lnTo>
                <a:lnTo>
                  <a:pt x="712" y="3024"/>
                </a:lnTo>
                <a:lnTo>
                  <a:pt x="712" y="3023"/>
                </a:lnTo>
                <a:lnTo>
                  <a:pt x="711" y="3023"/>
                </a:lnTo>
                <a:lnTo>
                  <a:pt x="710" y="3023"/>
                </a:lnTo>
                <a:lnTo>
                  <a:pt x="710" y="3024"/>
                </a:lnTo>
                <a:lnTo>
                  <a:pt x="709" y="3024"/>
                </a:lnTo>
                <a:lnTo>
                  <a:pt x="709" y="3023"/>
                </a:lnTo>
                <a:lnTo>
                  <a:pt x="708" y="3023"/>
                </a:lnTo>
                <a:lnTo>
                  <a:pt x="708" y="3024"/>
                </a:lnTo>
                <a:lnTo>
                  <a:pt x="707" y="3024"/>
                </a:lnTo>
                <a:lnTo>
                  <a:pt x="706" y="3024"/>
                </a:lnTo>
                <a:lnTo>
                  <a:pt x="705" y="3024"/>
                </a:lnTo>
                <a:lnTo>
                  <a:pt x="704" y="3025"/>
                </a:lnTo>
                <a:lnTo>
                  <a:pt x="703" y="3025"/>
                </a:lnTo>
                <a:lnTo>
                  <a:pt x="702" y="3025"/>
                </a:lnTo>
                <a:lnTo>
                  <a:pt x="702" y="3024"/>
                </a:lnTo>
                <a:lnTo>
                  <a:pt x="702" y="3025"/>
                </a:lnTo>
                <a:lnTo>
                  <a:pt x="702" y="3024"/>
                </a:lnTo>
                <a:lnTo>
                  <a:pt x="701" y="3024"/>
                </a:lnTo>
                <a:lnTo>
                  <a:pt x="700" y="3024"/>
                </a:lnTo>
                <a:lnTo>
                  <a:pt x="699" y="3024"/>
                </a:lnTo>
                <a:lnTo>
                  <a:pt x="699" y="3025"/>
                </a:lnTo>
                <a:lnTo>
                  <a:pt x="699" y="3026"/>
                </a:lnTo>
                <a:lnTo>
                  <a:pt x="698" y="3026"/>
                </a:lnTo>
                <a:lnTo>
                  <a:pt x="697" y="3026"/>
                </a:lnTo>
                <a:lnTo>
                  <a:pt x="697" y="3027"/>
                </a:lnTo>
                <a:lnTo>
                  <a:pt x="697" y="3028"/>
                </a:lnTo>
                <a:lnTo>
                  <a:pt x="697" y="3029"/>
                </a:lnTo>
                <a:lnTo>
                  <a:pt x="698" y="3029"/>
                </a:lnTo>
                <a:lnTo>
                  <a:pt x="697" y="3029"/>
                </a:lnTo>
                <a:lnTo>
                  <a:pt x="697" y="3030"/>
                </a:lnTo>
                <a:lnTo>
                  <a:pt x="696" y="3030"/>
                </a:lnTo>
                <a:lnTo>
                  <a:pt x="695" y="3030"/>
                </a:lnTo>
                <a:lnTo>
                  <a:pt x="694" y="3030"/>
                </a:lnTo>
                <a:lnTo>
                  <a:pt x="693" y="3030"/>
                </a:lnTo>
                <a:lnTo>
                  <a:pt x="692" y="3030"/>
                </a:lnTo>
                <a:lnTo>
                  <a:pt x="691" y="3030"/>
                </a:lnTo>
                <a:lnTo>
                  <a:pt x="691" y="3029"/>
                </a:lnTo>
                <a:lnTo>
                  <a:pt x="691" y="3030"/>
                </a:lnTo>
                <a:lnTo>
                  <a:pt x="691" y="3029"/>
                </a:lnTo>
                <a:lnTo>
                  <a:pt x="690" y="3029"/>
                </a:lnTo>
                <a:lnTo>
                  <a:pt x="689" y="3029"/>
                </a:lnTo>
                <a:lnTo>
                  <a:pt x="688" y="3029"/>
                </a:lnTo>
                <a:lnTo>
                  <a:pt x="687" y="3029"/>
                </a:lnTo>
                <a:lnTo>
                  <a:pt x="686" y="3029"/>
                </a:lnTo>
                <a:lnTo>
                  <a:pt x="686" y="3030"/>
                </a:lnTo>
                <a:lnTo>
                  <a:pt x="685" y="3030"/>
                </a:lnTo>
                <a:lnTo>
                  <a:pt x="685" y="3031"/>
                </a:lnTo>
                <a:lnTo>
                  <a:pt x="684" y="3031"/>
                </a:lnTo>
                <a:lnTo>
                  <a:pt x="684" y="3032"/>
                </a:lnTo>
                <a:lnTo>
                  <a:pt x="683" y="3032"/>
                </a:lnTo>
                <a:lnTo>
                  <a:pt x="682" y="3032"/>
                </a:lnTo>
                <a:lnTo>
                  <a:pt x="681" y="3032"/>
                </a:lnTo>
                <a:lnTo>
                  <a:pt x="680" y="3032"/>
                </a:lnTo>
                <a:lnTo>
                  <a:pt x="680" y="3033"/>
                </a:lnTo>
                <a:lnTo>
                  <a:pt x="680" y="3034"/>
                </a:lnTo>
                <a:lnTo>
                  <a:pt x="680" y="3035"/>
                </a:lnTo>
                <a:lnTo>
                  <a:pt x="680" y="3036"/>
                </a:lnTo>
                <a:lnTo>
                  <a:pt x="679" y="3036"/>
                </a:lnTo>
                <a:lnTo>
                  <a:pt x="679" y="3037"/>
                </a:lnTo>
                <a:lnTo>
                  <a:pt x="678" y="3037"/>
                </a:lnTo>
                <a:lnTo>
                  <a:pt x="677" y="3037"/>
                </a:lnTo>
                <a:lnTo>
                  <a:pt x="677" y="3038"/>
                </a:lnTo>
                <a:lnTo>
                  <a:pt x="676" y="3038"/>
                </a:lnTo>
                <a:lnTo>
                  <a:pt x="676" y="3037"/>
                </a:lnTo>
                <a:lnTo>
                  <a:pt x="676" y="3036"/>
                </a:lnTo>
                <a:lnTo>
                  <a:pt x="675" y="3036"/>
                </a:lnTo>
                <a:lnTo>
                  <a:pt x="675" y="3035"/>
                </a:lnTo>
                <a:lnTo>
                  <a:pt x="675" y="3034"/>
                </a:lnTo>
                <a:lnTo>
                  <a:pt x="674" y="3034"/>
                </a:lnTo>
                <a:lnTo>
                  <a:pt x="673" y="3035"/>
                </a:lnTo>
                <a:lnTo>
                  <a:pt x="672" y="3035"/>
                </a:lnTo>
                <a:lnTo>
                  <a:pt x="672" y="3034"/>
                </a:lnTo>
                <a:lnTo>
                  <a:pt x="671" y="3034"/>
                </a:lnTo>
                <a:lnTo>
                  <a:pt x="671" y="3033"/>
                </a:lnTo>
                <a:lnTo>
                  <a:pt x="671" y="3032"/>
                </a:lnTo>
                <a:lnTo>
                  <a:pt x="671" y="3031"/>
                </a:lnTo>
                <a:lnTo>
                  <a:pt x="671" y="3030"/>
                </a:lnTo>
                <a:lnTo>
                  <a:pt x="670" y="3030"/>
                </a:lnTo>
                <a:lnTo>
                  <a:pt x="669" y="3030"/>
                </a:lnTo>
                <a:lnTo>
                  <a:pt x="668" y="3030"/>
                </a:lnTo>
                <a:lnTo>
                  <a:pt x="667" y="3030"/>
                </a:lnTo>
                <a:lnTo>
                  <a:pt x="667" y="3029"/>
                </a:lnTo>
                <a:lnTo>
                  <a:pt x="667" y="3028"/>
                </a:lnTo>
                <a:lnTo>
                  <a:pt x="666" y="3028"/>
                </a:lnTo>
                <a:lnTo>
                  <a:pt x="666" y="3027"/>
                </a:lnTo>
                <a:lnTo>
                  <a:pt x="666" y="3026"/>
                </a:lnTo>
                <a:lnTo>
                  <a:pt x="666" y="3025"/>
                </a:lnTo>
                <a:lnTo>
                  <a:pt x="667" y="3025"/>
                </a:lnTo>
                <a:lnTo>
                  <a:pt x="666" y="3025"/>
                </a:lnTo>
                <a:lnTo>
                  <a:pt x="666" y="3024"/>
                </a:lnTo>
                <a:lnTo>
                  <a:pt x="666" y="3023"/>
                </a:lnTo>
                <a:lnTo>
                  <a:pt x="666" y="3022"/>
                </a:lnTo>
                <a:lnTo>
                  <a:pt x="665" y="3022"/>
                </a:lnTo>
                <a:lnTo>
                  <a:pt x="665" y="3021"/>
                </a:lnTo>
                <a:lnTo>
                  <a:pt x="664" y="3021"/>
                </a:lnTo>
                <a:lnTo>
                  <a:pt x="664" y="3020"/>
                </a:lnTo>
                <a:lnTo>
                  <a:pt x="664" y="3019"/>
                </a:lnTo>
                <a:lnTo>
                  <a:pt x="663" y="3019"/>
                </a:lnTo>
                <a:lnTo>
                  <a:pt x="663" y="3018"/>
                </a:lnTo>
                <a:lnTo>
                  <a:pt x="663" y="3019"/>
                </a:lnTo>
                <a:lnTo>
                  <a:pt x="662" y="3019"/>
                </a:lnTo>
                <a:lnTo>
                  <a:pt x="661" y="3019"/>
                </a:lnTo>
                <a:lnTo>
                  <a:pt x="661" y="3018"/>
                </a:lnTo>
                <a:lnTo>
                  <a:pt x="661" y="3017"/>
                </a:lnTo>
                <a:lnTo>
                  <a:pt x="661" y="3016"/>
                </a:lnTo>
                <a:lnTo>
                  <a:pt x="660" y="3016"/>
                </a:lnTo>
                <a:lnTo>
                  <a:pt x="661" y="3016"/>
                </a:lnTo>
                <a:lnTo>
                  <a:pt x="660" y="3016"/>
                </a:lnTo>
                <a:lnTo>
                  <a:pt x="660" y="3015"/>
                </a:lnTo>
                <a:lnTo>
                  <a:pt x="660" y="3014"/>
                </a:lnTo>
                <a:lnTo>
                  <a:pt x="659" y="3014"/>
                </a:lnTo>
                <a:lnTo>
                  <a:pt x="660" y="3014"/>
                </a:lnTo>
                <a:lnTo>
                  <a:pt x="660" y="3013"/>
                </a:lnTo>
                <a:lnTo>
                  <a:pt x="660" y="3012"/>
                </a:lnTo>
                <a:lnTo>
                  <a:pt x="661" y="3012"/>
                </a:lnTo>
                <a:lnTo>
                  <a:pt x="661" y="3011"/>
                </a:lnTo>
                <a:lnTo>
                  <a:pt x="661" y="3010"/>
                </a:lnTo>
                <a:lnTo>
                  <a:pt x="661" y="3009"/>
                </a:lnTo>
                <a:lnTo>
                  <a:pt x="660" y="3009"/>
                </a:lnTo>
                <a:lnTo>
                  <a:pt x="660" y="3008"/>
                </a:lnTo>
                <a:lnTo>
                  <a:pt x="659" y="3008"/>
                </a:lnTo>
                <a:lnTo>
                  <a:pt x="659" y="3007"/>
                </a:lnTo>
                <a:lnTo>
                  <a:pt x="658" y="3007"/>
                </a:lnTo>
                <a:lnTo>
                  <a:pt x="659" y="3007"/>
                </a:lnTo>
                <a:lnTo>
                  <a:pt x="659" y="3006"/>
                </a:lnTo>
                <a:lnTo>
                  <a:pt x="658" y="3006"/>
                </a:lnTo>
                <a:lnTo>
                  <a:pt x="659" y="3006"/>
                </a:lnTo>
                <a:lnTo>
                  <a:pt x="659" y="3005"/>
                </a:lnTo>
                <a:lnTo>
                  <a:pt x="659" y="3004"/>
                </a:lnTo>
                <a:lnTo>
                  <a:pt x="660" y="3004"/>
                </a:lnTo>
                <a:lnTo>
                  <a:pt x="660" y="3003"/>
                </a:lnTo>
                <a:lnTo>
                  <a:pt x="660" y="3002"/>
                </a:lnTo>
                <a:lnTo>
                  <a:pt x="661" y="3002"/>
                </a:lnTo>
                <a:lnTo>
                  <a:pt x="661" y="3001"/>
                </a:lnTo>
                <a:lnTo>
                  <a:pt x="660" y="3001"/>
                </a:lnTo>
                <a:lnTo>
                  <a:pt x="660" y="2999"/>
                </a:lnTo>
                <a:lnTo>
                  <a:pt x="659" y="2999"/>
                </a:lnTo>
                <a:lnTo>
                  <a:pt x="658" y="2999"/>
                </a:lnTo>
                <a:lnTo>
                  <a:pt x="658" y="2998"/>
                </a:lnTo>
                <a:lnTo>
                  <a:pt x="657" y="2998"/>
                </a:lnTo>
                <a:lnTo>
                  <a:pt x="656" y="2998"/>
                </a:lnTo>
                <a:lnTo>
                  <a:pt x="656" y="2997"/>
                </a:lnTo>
                <a:lnTo>
                  <a:pt x="656" y="2996"/>
                </a:lnTo>
                <a:lnTo>
                  <a:pt x="655" y="2996"/>
                </a:lnTo>
                <a:lnTo>
                  <a:pt x="655" y="2995"/>
                </a:lnTo>
                <a:lnTo>
                  <a:pt x="656" y="2995"/>
                </a:lnTo>
                <a:lnTo>
                  <a:pt x="656" y="2994"/>
                </a:lnTo>
                <a:lnTo>
                  <a:pt x="655" y="2994"/>
                </a:lnTo>
                <a:lnTo>
                  <a:pt x="654" y="2994"/>
                </a:lnTo>
                <a:lnTo>
                  <a:pt x="654" y="2993"/>
                </a:lnTo>
                <a:lnTo>
                  <a:pt x="654" y="2992"/>
                </a:lnTo>
                <a:lnTo>
                  <a:pt x="653" y="2992"/>
                </a:lnTo>
                <a:lnTo>
                  <a:pt x="654" y="2992"/>
                </a:lnTo>
                <a:lnTo>
                  <a:pt x="654" y="2991"/>
                </a:lnTo>
                <a:lnTo>
                  <a:pt x="654" y="2990"/>
                </a:lnTo>
                <a:lnTo>
                  <a:pt x="655" y="2990"/>
                </a:lnTo>
                <a:lnTo>
                  <a:pt x="655" y="2989"/>
                </a:lnTo>
                <a:lnTo>
                  <a:pt x="654" y="2989"/>
                </a:lnTo>
                <a:lnTo>
                  <a:pt x="655" y="2989"/>
                </a:lnTo>
                <a:lnTo>
                  <a:pt x="655" y="2988"/>
                </a:lnTo>
                <a:lnTo>
                  <a:pt x="654" y="2988"/>
                </a:lnTo>
                <a:lnTo>
                  <a:pt x="654" y="2987"/>
                </a:lnTo>
                <a:lnTo>
                  <a:pt x="653" y="2987"/>
                </a:lnTo>
                <a:lnTo>
                  <a:pt x="652" y="2987"/>
                </a:lnTo>
                <a:lnTo>
                  <a:pt x="652" y="2986"/>
                </a:lnTo>
                <a:lnTo>
                  <a:pt x="651" y="2986"/>
                </a:lnTo>
                <a:lnTo>
                  <a:pt x="650" y="2986"/>
                </a:lnTo>
                <a:lnTo>
                  <a:pt x="649" y="2986"/>
                </a:lnTo>
                <a:lnTo>
                  <a:pt x="648" y="2986"/>
                </a:lnTo>
                <a:lnTo>
                  <a:pt x="647" y="2986"/>
                </a:lnTo>
                <a:lnTo>
                  <a:pt x="647" y="2985"/>
                </a:lnTo>
                <a:lnTo>
                  <a:pt x="646" y="2985"/>
                </a:lnTo>
                <a:lnTo>
                  <a:pt x="647" y="2985"/>
                </a:lnTo>
                <a:lnTo>
                  <a:pt x="647" y="2984"/>
                </a:lnTo>
                <a:lnTo>
                  <a:pt x="647" y="2983"/>
                </a:lnTo>
                <a:lnTo>
                  <a:pt x="647" y="2982"/>
                </a:lnTo>
                <a:lnTo>
                  <a:pt x="647" y="2981"/>
                </a:lnTo>
                <a:lnTo>
                  <a:pt x="646" y="2981"/>
                </a:lnTo>
                <a:lnTo>
                  <a:pt x="646" y="2980"/>
                </a:lnTo>
                <a:lnTo>
                  <a:pt x="646" y="2979"/>
                </a:lnTo>
                <a:lnTo>
                  <a:pt x="647" y="2979"/>
                </a:lnTo>
                <a:lnTo>
                  <a:pt x="647" y="2978"/>
                </a:lnTo>
                <a:lnTo>
                  <a:pt x="647" y="2979"/>
                </a:lnTo>
                <a:lnTo>
                  <a:pt x="648" y="2979"/>
                </a:lnTo>
                <a:lnTo>
                  <a:pt x="648" y="2978"/>
                </a:lnTo>
                <a:lnTo>
                  <a:pt x="648" y="2979"/>
                </a:lnTo>
                <a:lnTo>
                  <a:pt x="649" y="2979"/>
                </a:lnTo>
                <a:lnTo>
                  <a:pt x="650" y="2979"/>
                </a:lnTo>
                <a:lnTo>
                  <a:pt x="650" y="2978"/>
                </a:lnTo>
                <a:lnTo>
                  <a:pt x="650" y="2977"/>
                </a:lnTo>
                <a:lnTo>
                  <a:pt x="649" y="2977"/>
                </a:lnTo>
                <a:lnTo>
                  <a:pt x="648" y="2977"/>
                </a:lnTo>
                <a:lnTo>
                  <a:pt x="648" y="2976"/>
                </a:lnTo>
                <a:lnTo>
                  <a:pt x="647" y="2976"/>
                </a:lnTo>
                <a:lnTo>
                  <a:pt x="647" y="2975"/>
                </a:lnTo>
                <a:lnTo>
                  <a:pt x="646" y="2975"/>
                </a:lnTo>
                <a:lnTo>
                  <a:pt x="645" y="2975"/>
                </a:lnTo>
                <a:lnTo>
                  <a:pt x="644" y="2975"/>
                </a:lnTo>
                <a:lnTo>
                  <a:pt x="644" y="2974"/>
                </a:lnTo>
                <a:lnTo>
                  <a:pt x="644" y="2973"/>
                </a:lnTo>
                <a:lnTo>
                  <a:pt x="643" y="2973"/>
                </a:lnTo>
                <a:lnTo>
                  <a:pt x="644" y="2972"/>
                </a:lnTo>
                <a:lnTo>
                  <a:pt x="644" y="2971"/>
                </a:lnTo>
                <a:lnTo>
                  <a:pt x="643" y="2971"/>
                </a:lnTo>
                <a:lnTo>
                  <a:pt x="643" y="2970"/>
                </a:lnTo>
                <a:lnTo>
                  <a:pt x="642" y="2970"/>
                </a:lnTo>
                <a:lnTo>
                  <a:pt x="642" y="2971"/>
                </a:lnTo>
                <a:lnTo>
                  <a:pt x="642" y="2970"/>
                </a:lnTo>
                <a:lnTo>
                  <a:pt x="641" y="2970"/>
                </a:lnTo>
                <a:lnTo>
                  <a:pt x="641" y="2971"/>
                </a:lnTo>
                <a:lnTo>
                  <a:pt x="640" y="2971"/>
                </a:lnTo>
                <a:lnTo>
                  <a:pt x="640" y="2972"/>
                </a:lnTo>
                <a:lnTo>
                  <a:pt x="639" y="2972"/>
                </a:lnTo>
                <a:lnTo>
                  <a:pt x="639" y="2971"/>
                </a:lnTo>
                <a:lnTo>
                  <a:pt x="638" y="2971"/>
                </a:lnTo>
                <a:lnTo>
                  <a:pt x="637" y="2971"/>
                </a:lnTo>
                <a:lnTo>
                  <a:pt x="637" y="2970"/>
                </a:lnTo>
                <a:lnTo>
                  <a:pt x="638" y="2970"/>
                </a:lnTo>
                <a:lnTo>
                  <a:pt x="638" y="2969"/>
                </a:lnTo>
                <a:lnTo>
                  <a:pt x="639" y="2969"/>
                </a:lnTo>
                <a:lnTo>
                  <a:pt x="639" y="2968"/>
                </a:lnTo>
                <a:lnTo>
                  <a:pt x="638" y="2968"/>
                </a:lnTo>
                <a:lnTo>
                  <a:pt x="637" y="2968"/>
                </a:lnTo>
                <a:lnTo>
                  <a:pt x="637" y="2967"/>
                </a:lnTo>
                <a:lnTo>
                  <a:pt x="636" y="2967"/>
                </a:lnTo>
                <a:lnTo>
                  <a:pt x="635" y="2967"/>
                </a:lnTo>
                <a:lnTo>
                  <a:pt x="634" y="2967"/>
                </a:lnTo>
                <a:lnTo>
                  <a:pt x="634" y="2966"/>
                </a:lnTo>
                <a:lnTo>
                  <a:pt x="633" y="2966"/>
                </a:lnTo>
                <a:lnTo>
                  <a:pt x="633" y="2967"/>
                </a:lnTo>
                <a:lnTo>
                  <a:pt x="632" y="2967"/>
                </a:lnTo>
                <a:lnTo>
                  <a:pt x="630" y="2967"/>
                </a:lnTo>
                <a:lnTo>
                  <a:pt x="630" y="2968"/>
                </a:lnTo>
                <a:lnTo>
                  <a:pt x="629" y="2968"/>
                </a:lnTo>
                <a:lnTo>
                  <a:pt x="629" y="2967"/>
                </a:lnTo>
                <a:lnTo>
                  <a:pt x="628" y="2967"/>
                </a:lnTo>
                <a:lnTo>
                  <a:pt x="628" y="2966"/>
                </a:lnTo>
                <a:lnTo>
                  <a:pt x="628" y="2965"/>
                </a:lnTo>
                <a:lnTo>
                  <a:pt x="627" y="2965"/>
                </a:lnTo>
                <a:lnTo>
                  <a:pt x="627" y="2964"/>
                </a:lnTo>
                <a:lnTo>
                  <a:pt x="627" y="2965"/>
                </a:lnTo>
                <a:lnTo>
                  <a:pt x="627" y="2964"/>
                </a:lnTo>
                <a:lnTo>
                  <a:pt x="626" y="2964"/>
                </a:lnTo>
                <a:lnTo>
                  <a:pt x="626" y="2963"/>
                </a:lnTo>
                <a:lnTo>
                  <a:pt x="626" y="2962"/>
                </a:lnTo>
                <a:lnTo>
                  <a:pt x="626" y="2961"/>
                </a:lnTo>
                <a:lnTo>
                  <a:pt x="625" y="2961"/>
                </a:lnTo>
                <a:lnTo>
                  <a:pt x="625" y="2960"/>
                </a:lnTo>
                <a:lnTo>
                  <a:pt x="625" y="2961"/>
                </a:lnTo>
                <a:lnTo>
                  <a:pt x="624" y="2961"/>
                </a:lnTo>
                <a:lnTo>
                  <a:pt x="624" y="2960"/>
                </a:lnTo>
                <a:lnTo>
                  <a:pt x="624" y="2959"/>
                </a:lnTo>
                <a:lnTo>
                  <a:pt x="623" y="2959"/>
                </a:lnTo>
                <a:lnTo>
                  <a:pt x="624" y="2959"/>
                </a:lnTo>
                <a:lnTo>
                  <a:pt x="624" y="2958"/>
                </a:lnTo>
                <a:lnTo>
                  <a:pt x="623" y="2958"/>
                </a:lnTo>
                <a:lnTo>
                  <a:pt x="623" y="2957"/>
                </a:lnTo>
                <a:lnTo>
                  <a:pt x="623" y="2958"/>
                </a:lnTo>
                <a:lnTo>
                  <a:pt x="622" y="2958"/>
                </a:lnTo>
                <a:lnTo>
                  <a:pt x="621" y="2958"/>
                </a:lnTo>
                <a:lnTo>
                  <a:pt x="621" y="2957"/>
                </a:lnTo>
                <a:lnTo>
                  <a:pt x="620" y="2957"/>
                </a:lnTo>
                <a:lnTo>
                  <a:pt x="619" y="2957"/>
                </a:lnTo>
                <a:lnTo>
                  <a:pt x="619" y="2958"/>
                </a:lnTo>
                <a:lnTo>
                  <a:pt x="618" y="2958"/>
                </a:lnTo>
                <a:lnTo>
                  <a:pt x="617" y="2958"/>
                </a:lnTo>
                <a:lnTo>
                  <a:pt x="617" y="2957"/>
                </a:lnTo>
                <a:lnTo>
                  <a:pt x="616" y="2957"/>
                </a:lnTo>
                <a:lnTo>
                  <a:pt x="616" y="2956"/>
                </a:lnTo>
                <a:lnTo>
                  <a:pt x="617" y="2956"/>
                </a:lnTo>
                <a:lnTo>
                  <a:pt x="616" y="2956"/>
                </a:lnTo>
                <a:lnTo>
                  <a:pt x="616" y="2955"/>
                </a:lnTo>
                <a:lnTo>
                  <a:pt x="617" y="2955"/>
                </a:lnTo>
                <a:lnTo>
                  <a:pt x="617" y="2954"/>
                </a:lnTo>
                <a:lnTo>
                  <a:pt x="617" y="2953"/>
                </a:lnTo>
                <a:lnTo>
                  <a:pt x="617" y="2952"/>
                </a:lnTo>
                <a:lnTo>
                  <a:pt x="616" y="2952"/>
                </a:lnTo>
                <a:lnTo>
                  <a:pt x="615" y="2952"/>
                </a:lnTo>
                <a:lnTo>
                  <a:pt x="615" y="2951"/>
                </a:lnTo>
                <a:lnTo>
                  <a:pt x="614" y="2951"/>
                </a:lnTo>
                <a:lnTo>
                  <a:pt x="613" y="2951"/>
                </a:lnTo>
                <a:lnTo>
                  <a:pt x="613" y="2952"/>
                </a:lnTo>
                <a:lnTo>
                  <a:pt x="613" y="2951"/>
                </a:lnTo>
                <a:lnTo>
                  <a:pt x="612" y="2951"/>
                </a:lnTo>
                <a:lnTo>
                  <a:pt x="611" y="2951"/>
                </a:lnTo>
                <a:lnTo>
                  <a:pt x="611" y="2952"/>
                </a:lnTo>
                <a:lnTo>
                  <a:pt x="610" y="2952"/>
                </a:lnTo>
                <a:lnTo>
                  <a:pt x="609" y="2952"/>
                </a:lnTo>
                <a:lnTo>
                  <a:pt x="608" y="2952"/>
                </a:lnTo>
                <a:lnTo>
                  <a:pt x="607" y="2952"/>
                </a:lnTo>
                <a:lnTo>
                  <a:pt x="606" y="2952"/>
                </a:lnTo>
                <a:lnTo>
                  <a:pt x="606" y="2951"/>
                </a:lnTo>
                <a:lnTo>
                  <a:pt x="605" y="2951"/>
                </a:lnTo>
                <a:lnTo>
                  <a:pt x="604" y="2951"/>
                </a:lnTo>
                <a:lnTo>
                  <a:pt x="604" y="2950"/>
                </a:lnTo>
                <a:lnTo>
                  <a:pt x="603" y="2950"/>
                </a:lnTo>
                <a:lnTo>
                  <a:pt x="603" y="2949"/>
                </a:lnTo>
                <a:lnTo>
                  <a:pt x="603" y="2948"/>
                </a:lnTo>
                <a:lnTo>
                  <a:pt x="604" y="2948"/>
                </a:lnTo>
                <a:lnTo>
                  <a:pt x="604" y="2947"/>
                </a:lnTo>
                <a:lnTo>
                  <a:pt x="603" y="2946"/>
                </a:lnTo>
                <a:lnTo>
                  <a:pt x="602" y="2946"/>
                </a:lnTo>
                <a:lnTo>
                  <a:pt x="601" y="2946"/>
                </a:lnTo>
                <a:lnTo>
                  <a:pt x="600" y="2946"/>
                </a:lnTo>
                <a:lnTo>
                  <a:pt x="600" y="2945"/>
                </a:lnTo>
                <a:lnTo>
                  <a:pt x="599" y="2945"/>
                </a:lnTo>
                <a:lnTo>
                  <a:pt x="599" y="2944"/>
                </a:lnTo>
                <a:lnTo>
                  <a:pt x="598" y="2944"/>
                </a:lnTo>
                <a:lnTo>
                  <a:pt x="599" y="2944"/>
                </a:lnTo>
                <a:lnTo>
                  <a:pt x="599" y="2943"/>
                </a:lnTo>
                <a:lnTo>
                  <a:pt x="599" y="2942"/>
                </a:lnTo>
                <a:lnTo>
                  <a:pt x="599" y="2941"/>
                </a:lnTo>
                <a:lnTo>
                  <a:pt x="599" y="2940"/>
                </a:lnTo>
                <a:lnTo>
                  <a:pt x="598" y="2940"/>
                </a:lnTo>
                <a:lnTo>
                  <a:pt x="598" y="2939"/>
                </a:lnTo>
                <a:lnTo>
                  <a:pt x="597" y="2939"/>
                </a:lnTo>
                <a:lnTo>
                  <a:pt x="597" y="2938"/>
                </a:lnTo>
                <a:lnTo>
                  <a:pt x="595" y="2938"/>
                </a:lnTo>
                <a:lnTo>
                  <a:pt x="595" y="2939"/>
                </a:lnTo>
                <a:lnTo>
                  <a:pt x="595" y="2938"/>
                </a:lnTo>
                <a:lnTo>
                  <a:pt x="594" y="2938"/>
                </a:lnTo>
                <a:lnTo>
                  <a:pt x="593" y="2938"/>
                </a:lnTo>
                <a:lnTo>
                  <a:pt x="592" y="2939"/>
                </a:lnTo>
                <a:lnTo>
                  <a:pt x="592" y="2938"/>
                </a:lnTo>
                <a:lnTo>
                  <a:pt x="591" y="2938"/>
                </a:lnTo>
                <a:lnTo>
                  <a:pt x="592" y="2938"/>
                </a:lnTo>
                <a:lnTo>
                  <a:pt x="592" y="2937"/>
                </a:lnTo>
                <a:lnTo>
                  <a:pt x="591" y="2937"/>
                </a:lnTo>
                <a:lnTo>
                  <a:pt x="592" y="2937"/>
                </a:lnTo>
                <a:lnTo>
                  <a:pt x="592" y="2936"/>
                </a:lnTo>
                <a:lnTo>
                  <a:pt x="593" y="2936"/>
                </a:lnTo>
                <a:lnTo>
                  <a:pt x="593" y="2935"/>
                </a:lnTo>
                <a:lnTo>
                  <a:pt x="593" y="2934"/>
                </a:lnTo>
                <a:lnTo>
                  <a:pt x="594" y="2934"/>
                </a:lnTo>
                <a:lnTo>
                  <a:pt x="594" y="2935"/>
                </a:lnTo>
                <a:lnTo>
                  <a:pt x="595" y="2935"/>
                </a:lnTo>
                <a:lnTo>
                  <a:pt x="595" y="2934"/>
                </a:lnTo>
                <a:lnTo>
                  <a:pt x="596" y="2934"/>
                </a:lnTo>
                <a:lnTo>
                  <a:pt x="597" y="2934"/>
                </a:lnTo>
                <a:lnTo>
                  <a:pt x="597" y="2933"/>
                </a:lnTo>
                <a:lnTo>
                  <a:pt x="598" y="2933"/>
                </a:lnTo>
                <a:lnTo>
                  <a:pt x="598" y="2932"/>
                </a:lnTo>
                <a:lnTo>
                  <a:pt x="597" y="2932"/>
                </a:lnTo>
                <a:lnTo>
                  <a:pt x="597" y="2931"/>
                </a:lnTo>
                <a:lnTo>
                  <a:pt x="597" y="2930"/>
                </a:lnTo>
                <a:lnTo>
                  <a:pt x="597" y="2929"/>
                </a:lnTo>
                <a:lnTo>
                  <a:pt x="596" y="2929"/>
                </a:lnTo>
                <a:lnTo>
                  <a:pt x="595" y="2929"/>
                </a:lnTo>
                <a:lnTo>
                  <a:pt x="595" y="2928"/>
                </a:lnTo>
                <a:lnTo>
                  <a:pt x="595" y="2927"/>
                </a:lnTo>
                <a:lnTo>
                  <a:pt x="594" y="2927"/>
                </a:lnTo>
                <a:lnTo>
                  <a:pt x="593" y="2927"/>
                </a:lnTo>
                <a:lnTo>
                  <a:pt x="593" y="2928"/>
                </a:lnTo>
                <a:lnTo>
                  <a:pt x="592" y="2928"/>
                </a:lnTo>
                <a:lnTo>
                  <a:pt x="592" y="2927"/>
                </a:lnTo>
                <a:lnTo>
                  <a:pt x="591" y="2927"/>
                </a:lnTo>
                <a:lnTo>
                  <a:pt x="591" y="2928"/>
                </a:lnTo>
                <a:lnTo>
                  <a:pt x="591" y="2927"/>
                </a:lnTo>
                <a:lnTo>
                  <a:pt x="590" y="2927"/>
                </a:lnTo>
                <a:lnTo>
                  <a:pt x="590" y="2928"/>
                </a:lnTo>
                <a:lnTo>
                  <a:pt x="589" y="2928"/>
                </a:lnTo>
                <a:lnTo>
                  <a:pt x="588" y="2928"/>
                </a:lnTo>
                <a:lnTo>
                  <a:pt x="587" y="2928"/>
                </a:lnTo>
                <a:lnTo>
                  <a:pt x="587" y="2927"/>
                </a:lnTo>
                <a:lnTo>
                  <a:pt x="586" y="2927"/>
                </a:lnTo>
                <a:lnTo>
                  <a:pt x="586" y="2926"/>
                </a:lnTo>
                <a:lnTo>
                  <a:pt x="587" y="2926"/>
                </a:lnTo>
                <a:lnTo>
                  <a:pt x="588" y="2926"/>
                </a:lnTo>
                <a:lnTo>
                  <a:pt x="588" y="2925"/>
                </a:lnTo>
                <a:lnTo>
                  <a:pt x="589" y="2925"/>
                </a:lnTo>
                <a:lnTo>
                  <a:pt x="589" y="2924"/>
                </a:lnTo>
                <a:lnTo>
                  <a:pt x="589" y="2923"/>
                </a:lnTo>
                <a:lnTo>
                  <a:pt x="588" y="2923"/>
                </a:lnTo>
                <a:lnTo>
                  <a:pt x="588" y="2922"/>
                </a:lnTo>
                <a:lnTo>
                  <a:pt x="587" y="2922"/>
                </a:lnTo>
                <a:lnTo>
                  <a:pt x="587" y="2921"/>
                </a:lnTo>
                <a:lnTo>
                  <a:pt x="586" y="2921"/>
                </a:lnTo>
                <a:lnTo>
                  <a:pt x="586" y="2920"/>
                </a:lnTo>
                <a:lnTo>
                  <a:pt x="586" y="2919"/>
                </a:lnTo>
                <a:lnTo>
                  <a:pt x="585" y="2919"/>
                </a:lnTo>
                <a:lnTo>
                  <a:pt x="585" y="2918"/>
                </a:lnTo>
                <a:lnTo>
                  <a:pt x="585" y="2917"/>
                </a:lnTo>
                <a:lnTo>
                  <a:pt x="585" y="2916"/>
                </a:lnTo>
                <a:lnTo>
                  <a:pt x="585" y="2915"/>
                </a:lnTo>
                <a:lnTo>
                  <a:pt x="584" y="2915"/>
                </a:lnTo>
                <a:lnTo>
                  <a:pt x="583" y="2915"/>
                </a:lnTo>
                <a:lnTo>
                  <a:pt x="583" y="2914"/>
                </a:lnTo>
                <a:lnTo>
                  <a:pt x="583" y="2913"/>
                </a:lnTo>
                <a:lnTo>
                  <a:pt x="583" y="2912"/>
                </a:lnTo>
                <a:lnTo>
                  <a:pt x="583" y="2911"/>
                </a:lnTo>
                <a:lnTo>
                  <a:pt x="583" y="2910"/>
                </a:lnTo>
                <a:lnTo>
                  <a:pt x="582" y="2910"/>
                </a:lnTo>
                <a:lnTo>
                  <a:pt x="582" y="2909"/>
                </a:lnTo>
                <a:lnTo>
                  <a:pt x="581" y="2909"/>
                </a:lnTo>
                <a:lnTo>
                  <a:pt x="581" y="2908"/>
                </a:lnTo>
                <a:lnTo>
                  <a:pt x="580" y="2908"/>
                </a:lnTo>
                <a:lnTo>
                  <a:pt x="579" y="2909"/>
                </a:lnTo>
                <a:lnTo>
                  <a:pt x="579" y="2910"/>
                </a:lnTo>
                <a:lnTo>
                  <a:pt x="578" y="2910"/>
                </a:lnTo>
                <a:lnTo>
                  <a:pt x="577" y="2910"/>
                </a:lnTo>
                <a:lnTo>
                  <a:pt x="576" y="2910"/>
                </a:lnTo>
                <a:lnTo>
                  <a:pt x="575" y="2909"/>
                </a:lnTo>
                <a:lnTo>
                  <a:pt x="575" y="2908"/>
                </a:lnTo>
                <a:lnTo>
                  <a:pt x="574" y="2908"/>
                </a:lnTo>
                <a:lnTo>
                  <a:pt x="574" y="2907"/>
                </a:lnTo>
                <a:lnTo>
                  <a:pt x="575" y="2907"/>
                </a:lnTo>
                <a:lnTo>
                  <a:pt x="575" y="2906"/>
                </a:lnTo>
                <a:lnTo>
                  <a:pt x="574" y="2906"/>
                </a:lnTo>
                <a:lnTo>
                  <a:pt x="574" y="2905"/>
                </a:lnTo>
                <a:lnTo>
                  <a:pt x="573" y="2905"/>
                </a:lnTo>
                <a:lnTo>
                  <a:pt x="572" y="2905"/>
                </a:lnTo>
                <a:lnTo>
                  <a:pt x="572" y="2904"/>
                </a:lnTo>
                <a:lnTo>
                  <a:pt x="571" y="2904"/>
                </a:lnTo>
                <a:lnTo>
                  <a:pt x="571" y="2903"/>
                </a:lnTo>
                <a:lnTo>
                  <a:pt x="570" y="2903"/>
                </a:lnTo>
                <a:lnTo>
                  <a:pt x="570" y="2902"/>
                </a:lnTo>
                <a:lnTo>
                  <a:pt x="569" y="2902"/>
                </a:lnTo>
                <a:lnTo>
                  <a:pt x="569" y="2901"/>
                </a:lnTo>
                <a:lnTo>
                  <a:pt x="569" y="2900"/>
                </a:lnTo>
                <a:lnTo>
                  <a:pt x="568" y="2900"/>
                </a:lnTo>
                <a:lnTo>
                  <a:pt x="568" y="2899"/>
                </a:lnTo>
                <a:lnTo>
                  <a:pt x="567" y="2899"/>
                </a:lnTo>
                <a:lnTo>
                  <a:pt x="567" y="2898"/>
                </a:lnTo>
                <a:lnTo>
                  <a:pt x="566" y="2898"/>
                </a:lnTo>
                <a:lnTo>
                  <a:pt x="566" y="2897"/>
                </a:lnTo>
                <a:lnTo>
                  <a:pt x="565" y="2897"/>
                </a:lnTo>
                <a:lnTo>
                  <a:pt x="565" y="2898"/>
                </a:lnTo>
                <a:lnTo>
                  <a:pt x="565" y="2899"/>
                </a:lnTo>
                <a:lnTo>
                  <a:pt x="564" y="2899"/>
                </a:lnTo>
                <a:lnTo>
                  <a:pt x="563" y="2899"/>
                </a:lnTo>
                <a:lnTo>
                  <a:pt x="563" y="2898"/>
                </a:lnTo>
                <a:lnTo>
                  <a:pt x="563" y="2897"/>
                </a:lnTo>
                <a:lnTo>
                  <a:pt x="562" y="2897"/>
                </a:lnTo>
                <a:lnTo>
                  <a:pt x="562" y="2896"/>
                </a:lnTo>
                <a:lnTo>
                  <a:pt x="562" y="2895"/>
                </a:lnTo>
                <a:lnTo>
                  <a:pt x="562" y="2894"/>
                </a:lnTo>
                <a:lnTo>
                  <a:pt x="561" y="2894"/>
                </a:lnTo>
                <a:lnTo>
                  <a:pt x="561" y="2893"/>
                </a:lnTo>
                <a:lnTo>
                  <a:pt x="560" y="2893"/>
                </a:lnTo>
                <a:lnTo>
                  <a:pt x="560" y="2894"/>
                </a:lnTo>
                <a:lnTo>
                  <a:pt x="559" y="2894"/>
                </a:lnTo>
                <a:lnTo>
                  <a:pt x="558" y="2894"/>
                </a:lnTo>
                <a:lnTo>
                  <a:pt x="557" y="2894"/>
                </a:lnTo>
                <a:lnTo>
                  <a:pt x="557" y="2893"/>
                </a:lnTo>
                <a:lnTo>
                  <a:pt x="556" y="2893"/>
                </a:lnTo>
                <a:lnTo>
                  <a:pt x="556" y="2892"/>
                </a:lnTo>
                <a:lnTo>
                  <a:pt x="556" y="2891"/>
                </a:lnTo>
                <a:lnTo>
                  <a:pt x="556" y="2890"/>
                </a:lnTo>
                <a:lnTo>
                  <a:pt x="555" y="2890"/>
                </a:lnTo>
                <a:lnTo>
                  <a:pt x="554" y="2890"/>
                </a:lnTo>
                <a:lnTo>
                  <a:pt x="554" y="2889"/>
                </a:lnTo>
                <a:lnTo>
                  <a:pt x="553" y="2889"/>
                </a:lnTo>
                <a:lnTo>
                  <a:pt x="553" y="2888"/>
                </a:lnTo>
                <a:lnTo>
                  <a:pt x="552" y="2888"/>
                </a:lnTo>
                <a:lnTo>
                  <a:pt x="551" y="2888"/>
                </a:lnTo>
                <a:lnTo>
                  <a:pt x="551" y="2889"/>
                </a:lnTo>
                <a:lnTo>
                  <a:pt x="551" y="2888"/>
                </a:lnTo>
                <a:lnTo>
                  <a:pt x="550" y="2888"/>
                </a:lnTo>
                <a:lnTo>
                  <a:pt x="549" y="2888"/>
                </a:lnTo>
                <a:lnTo>
                  <a:pt x="548" y="2888"/>
                </a:lnTo>
                <a:lnTo>
                  <a:pt x="547" y="2888"/>
                </a:lnTo>
                <a:lnTo>
                  <a:pt x="547" y="2887"/>
                </a:lnTo>
                <a:lnTo>
                  <a:pt x="546" y="2887"/>
                </a:lnTo>
                <a:lnTo>
                  <a:pt x="544" y="2887"/>
                </a:lnTo>
                <a:lnTo>
                  <a:pt x="544" y="2886"/>
                </a:lnTo>
                <a:lnTo>
                  <a:pt x="544" y="2885"/>
                </a:lnTo>
                <a:lnTo>
                  <a:pt x="545" y="2885"/>
                </a:lnTo>
                <a:lnTo>
                  <a:pt x="545" y="2884"/>
                </a:lnTo>
                <a:lnTo>
                  <a:pt x="546" y="2884"/>
                </a:lnTo>
                <a:lnTo>
                  <a:pt x="546" y="2883"/>
                </a:lnTo>
                <a:lnTo>
                  <a:pt x="547" y="2883"/>
                </a:lnTo>
                <a:lnTo>
                  <a:pt x="547" y="2882"/>
                </a:lnTo>
                <a:lnTo>
                  <a:pt x="547" y="2881"/>
                </a:lnTo>
                <a:lnTo>
                  <a:pt x="546" y="2881"/>
                </a:lnTo>
                <a:lnTo>
                  <a:pt x="546" y="2880"/>
                </a:lnTo>
                <a:lnTo>
                  <a:pt x="547" y="2880"/>
                </a:lnTo>
                <a:lnTo>
                  <a:pt x="547" y="2879"/>
                </a:lnTo>
                <a:lnTo>
                  <a:pt x="548" y="2879"/>
                </a:lnTo>
                <a:lnTo>
                  <a:pt x="549" y="2879"/>
                </a:lnTo>
                <a:lnTo>
                  <a:pt x="549" y="2878"/>
                </a:lnTo>
                <a:lnTo>
                  <a:pt x="550" y="2878"/>
                </a:lnTo>
                <a:lnTo>
                  <a:pt x="550" y="2877"/>
                </a:lnTo>
                <a:lnTo>
                  <a:pt x="551" y="2877"/>
                </a:lnTo>
                <a:lnTo>
                  <a:pt x="551" y="2876"/>
                </a:lnTo>
                <a:lnTo>
                  <a:pt x="550" y="2876"/>
                </a:lnTo>
                <a:lnTo>
                  <a:pt x="549" y="2876"/>
                </a:lnTo>
                <a:lnTo>
                  <a:pt x="548" y="2875"/>
                </a:lnTo>
                <a:lnTo>
                  <a:pt x="549" y="2875"/>
                </a:lnTo>
                <a:lnTo>
                  <a:pt x="549" y="2874"/>
                </a:lnTo>
                <a:lnTo>
                  <a:pt x="549" y="2873"/>
                </a:lnTo>
                <a:lnTo>
                  <a:pt x="550" y="2873"/>
                </a:lnTo>
                <a:lnTo>
                  <a:pt x="550" y="2872"/>
                </a:lnTo>
                <a:lnTo>
                  <a:pt x="549" y="2872"/>
                </a:lnTo>
                <a:lnTo>
                  <a:pt x="549" y="2871"/>
                </a:lnTo>
                <a:lnTo>
                  <a:pt x="547" y="2871"/>
                </a:lnTo>
                <a:lnTo>
                  <a:pt x="546" y="2871"/>
                </a:lnTo>
                <a:lnTo>
                  <a:pt x="546" y="2870"/>
                </a:lnTo>
                <a:lnTo>
                  <a:pt x="545" y="2870"/>
                </a:lnTo>
                <a:lnTo>
                  <a:pt x="545" y="2869"/>
                </a:lnTo>
                <a:lnTo>
                  <a:pt x="545" y="2868"/>
                </a:lnTo>
                <a:lnTo>
                  <a:pt x="544" y="2868"/>
                </a:lnTo>
                <a:lnTo>
                  <a:pt x="545" y="2868"/>
                </a:lnTo>
                <a:lnTo>
                  <a:pt x="544" y="2868"/>
                </a:lnTo>
                <a:lnTo>
                  <a:pt x="545" y="2868"/>
                </a:lnTo>
                <a:lnTo>
                  <a:pt x="544" y="2867"/>
                </a:lnTo>
                <a:lnTo>
                  <a:pt x="545" y="2867"/>
                </a:lnTo>
                <a:lnTo>
                  <a:pt x="545" y="2866"/>
                </a:lnTo>
                <a:lnTo>
                  <a:pt x="544" y="2866"/>
                </a:lnTo>
                <a:lnTo>
                  <a:pt x="543" y="2866"/>
                </a:lnTo>
                <a:lnTo>
                  <a:pt x="543" y="2865"/>
                </a:lnTo>
                <a:lnTo>
                  <a:pt x="542" y="2865"/>
                </a:lnTo>
                <a:lnTo>
                  <a:pt x="543" y="2865"/>
                </a:lnTo>
                <a:lnTo>
                  <a:pt x="542" y="2865"/>
                </a:lnTo>
                <a:lnTo>
                  <a:pt x="542" y="2864"/>
                </a:lnTo>
                <a:lnTo>
                  <a:pt x="542" y="2863"/>
                </a:lnTo>
                <a:lnTo>
                  <a:pt x="543" y="2863"/>
                </a:lnTo>
                <a:lnTo>
                  <a:pt x="543" y="2862"/>
                </a:lnTo>
                <a:lnTo>
                  <a:pt x="543" y="2861"/>
                </a:lnTo>
                <a:lnTo>
                  <a:pt x="544" y="2861"/>
                </a:lnTo>
                <a:lnTo>
                  <a:pt x="545" y="2861"/>
                </a:lnTo>
                <a:lnTo>
                  <a:pt x="544" y="2861"/>
                </a:lnTo>
                <a:lnTo>
                  <a:pt x="544" y="2860"/>
                </a:lnTo>
                <a:lnTo>
                  <a:pt x="545" y="2860"/>
                </a:lnTo>
                <a:lnTo>
                  <a:pt x="545" y="2859"/>
                </a:lnTo>
                <a:lnTo>
                  <a:pt x="544" y="2859"/>
                </a:lnTo>
                <a:lnTo>
                  <a:pt x="545" y="2859"/>
                </a:lnTo>
                <a:lnTo>
                  <a:pt x="545" y="2858"/>
                </a:lnTo>
                <a:lnTo>
                  <a:pt x="545" y="2857"/>
                </a:lnTo>
                <a:lnTo>
                  <a:pt x="546" y="2857"/>
                </a:lnTo>
                <a:lnTo>
                  <a:pt x="546" y="2856"/>
                </a:lnTo>
                <a:lnTo>
                  <a:pt x="547" y="2856"/>
                </a:lnTo>
                <a:lnTo>
                  <a:pt x="547" y="2855"/>
                </a:lnTo>
                <a:lnTo>
                  <a:pt x="546" y="2855"/>
                </a:lnTo>
                <a:lnTo>
                  <a:pt x="547" y="2854"/>
                </a:lnTo>
                <a:lnTo>
                  <a:pt x="546" y="2854"/>
                </a:lnTo>
                <a:lnTo>
                  <a:pt x="546" y="2853"/>
                </a:lnTo>
                <a:lnTo>
                  <a:pt x="547" y="2853"/>
                </a:lnTo>
                <a:lnTo>
                  <a:pt x="546" y="2853"/>
                </a:lnTo>
                <a:lnTo>
                  <a:pt x="546" y="2852"/>
                </a:lnTo>
                <a:lnTo>
                  <a:pt x="546" y="2851"/>
                </a:lnTo>
                <a:lnTo>
                  <a:pt x="546" y="2850"/>
                </a:lnTo>
                <a:lnTo>
                  <a:pt x="546" y="2849"/>
                </a:lnTo>
                <a:lnTo>
                  <a:pt x="545" y="2849"/>
                </a:lnTo>
                <a:lnTo>
                  <a:pt x="545" y="2850"/>
                </a:lnTo>
                <a:lnTo>
                  <a:pt x="545" y="2849"/>
                </a:lnTo>
                <a:lnTo>
                  <a:pt x="544" y="2849"/>
                </a:lnTo>
                <a:lnTo>
                  <a:pt x="544" y="2848"/>
                </a:lnTo>
                <a:lnTo>
                  <a:pt x="543" y="2848"/>
                </a:lnTo>
                <a:lnTo>
                  <a:pt x="542" y="2848"/>
                </a:lnTo>
                <a:lnTo>
                  <a:pt x="541" y="2848"/>
                </a:lnTo>
                <a:lnTo>
                  <a:pt x="541" y="2849"/>
                </a:lnTo>
                <a:lnTo>
                  <a:pt x="540" y="2849"/>
                </a:lnTo>
                <a:lnTo>
                  <a:pt x="540" y="2850"/>
                </a:lnTo>
                <a:lnTo>
                  <a:pt x="539" y="2850"/>
                </a:lnTo>
                <a:lnTo>
                  <a:pt x="539" y="2849"/>
                </a:lnTo>
                <a:lnTo>
                  <a:pt x="538" y="2849"/>
                </a:lnTo>
                <a:lnTo>
                  <a:pt x="537" y="2849"/>
                </a:lnTo>
                <a:lnTo>
                  <a:pt x="537" y="2848"/>
                </a:lnTo>
                <a:lnTo>
                  <a:pt x="536" y="2848"/>
                </a:lnTo>
                <a:lnTo>
                  <a:pt x="535" y="2848"/>
                </a:lnTo>
                <a:lnTo>
                  <a:pt x="535" y="2849"/>
                </a:lnTo>
                <a:lnTo>
                  <a:pt x="535" y="2850"/>
                </a:lnTo>
                <a:lnTo>
                  <a:pt x="534" y="2850"/>
                </a:lnTo>
                <a:lnTo>
                  <a:pt x="533" y="2850"/>
                </a:lnTo>
                <a:lnTo>
                  <a:pt x="532" y="2850"/>
                </a:lnTo>
                <a:lnTo>
                  <a:pt x="532" y="2849"/>
                </a:lnTo>
                <a:lnTo>
                  <a:pt x="531" y="2849"/>
                </a:lnTo>
                <a:lnTo>
                  <a:pt x="531" y="2848"/>
                </a:lnTo>
                <a:lnTo>
                  <a:pt x="531" y="2847"/>
                </a:lnTo>
                <a:lnTo>
                  <a:pt x="530" y="2847"/>
                </a:lnTo>
                <a:lnTo>
                  <a:pt x="530" y="2846"/>
                </a:lnTo>
                <a:lnTo>
                  <a:pt x="531" y="2846"/>
                </a:lnTo>
                <a:lnTo>
                  <a:pt x="530" y="2846"/>
                </a:lnTo>
                <a:lnTo>
                  <a:pt x="530" y="2845"/>
                </a:lnTo>
                <a:lnTo>
                  <a:pt x="529" y="2845"/>
                </a:lnTo>
                <a:lnTo>
                  <a:pt x="529" y="2844"/>
                </a:lnTo>
                <a:lnTo>
                  <a:pt x="529" y="2845"/>
                </a:lnTo>
                <a:lnTo>
                  <a:pt x="528" y="2845"/>
                </a:lnTo>
                <a:lnTo>
                  <a:pt x="528" y="2846"/>
                </a:lnTo>
                <a:lnTo>
                  <a:pt x="528" y="2845"/>
                </a:lnTo>
                <a:lnTo>
                  <a:pt x="527" y="2845"/>
                </a:lnTo>
                <a:lnTo>
                  <a:pt x="526" y="2845"/>
                </a:lnTo>
                <a:lnTo>
                  <a:pt x="525" y="2845"/>
                </a:lnTo>
                <a:lnTo>
                  <a:pt x="525" y="2844"/>
                </a:lnTo>
                <a:lnTo>
                  <a:pt x="524" y="2844"/>
                </a:lnTo>
                <a:lnTo>
                  <a:pt x="524" y="2843"/>
                </a:lnTo>
                <a:lnTo>
                  <a:pt x="523" y="2843"/>
                </a:lnTo>
                <a:lnTo>
                  <a:pt x="523" y="2842"/>
                </a:lnTo>
                <a:lnTo>
                  <a:pt x="522" y="2842"/>
                </a:lnTo>
                <a:lnTo>
                  <a:pt x="522" y="2841"/>
                </a:lnTo>
                <a:lnTo>
                  <a:pt x="522" y="2840"/>
                </a:lnTo>
                <a:lnTo>
                  <a:pt x="521" y="2840"/>
                </a:lnTo>
                <a:lnTo>
                  <a:pt x="520" y="2840"/>
                </a:lnTo>
                <a:lnTo>
                  <a:pt x="520" y="2839"/>
                </a:lnTo>
                <a:lnTo>
                  <a:pt x="519" y="2840"/>
                </a:lnTo>
                <a:lnTo>
                  <a:pt x="518" y="2840"/>
                </a:lnTo>
                <a:lnTo>
                  <a:pt x="518" y="2839"/>
                </a:lnTo>
                <a:lnTo>
                  <a:pt x="517" y="2839"/>
                </a:lnTo>
                <a:lnTo>
                  <a:pt x="516" y="2839"/>
                </a:lnTo>
                <a:lnTo>
                  <a:pt x="516" y="2838"/>
                </a:lnTo>
                <a:lnTo>
                  <a:pt x="515" y="2838"/>
                </a:lnTo>
                <a:lnTo>
                  <a:pt x="515" y="2837"/>
                </a:lnTo>
                <a:lnTo>
                  <a:pt x="514" y="2837"/>
                </a:lnTo>
                <a:lnTo>
                  <a:pt x="513" y="2837"/>
                </a:lnTo>
                <a:lnTo>
                  <a:pt x="512" y="2837"/>
                </a:lnTo>
                <a:lnTo>
                  <a:pt x="511" y="2837"/>
                </a:lnTo>
                <a:lnTo>
                  <a:pt x="511" y="2836"/>
                </a:lnTo>
                <a:lnTo>
                  <a:pt x="510" y="2836"/>
                </a:lnTo>
                <a:lnTo>
                  <a:pt x="509" y="2836"/>
                </a:lnTo>
                <a:lnTo>
                  <a:pt x="509" y="2835"/>
                </a:lnTo>
                <a:lnTo>
                  <a:pt x="508" y="2835"/>
                </a:lnTo>
                <a:lnTo>
                  <a:pt x="508" y="2834"/>
                </a:lnTo>
                <a:lnTo>
                  <a:pt x="507" y="2834"/>
                </a:lnTo>
                <a:lnTo>
                  <a:pt x="507" y="2833"/>
                </a:lnTo>
                <a:lnTo>
                  <a:pt x="507" y="2832"/>
                </a:lnTo>
                <a:lnTo>
                  <a:pt x="506" y="2832"/>
                </a:lnTo>
                <a:lnTo>
                  <a:pt x="505" y="2831"/>
                </a:lnTo>
                <a:lnTo>
                  <a:pt x="504" y="2830"/>
                </a:lnTo>
                <a:lnTo>
                  <a:pt x="504" y="2829"/>
                </a:lnTo>
                <a:lnTo>
                  <a:pt x="503" y="2829"/>
                </a:lnTo>
                <a:lnTo>
                  <a:pt x="502" y="2829"/>
                </a:lnTo>
                <a:lnTo>
                  <a:pt x="502" y="2828"/>
                </a:lnTo>
                <a:lnTo>
                  <a:pt x="501" y="2828"/>
                </a:lnTo>
                <a:lnTo>
                  <a:pt x="500" y="2828"/>
                </a:lnTo>
                <a:lnTo>
                  <a:pt x="500" y="2827"/>
                </a:lnTo>
                <a:lnTo>
                  <a:pt x="499" y="2826"/>
                </a:lnTo>
                <a:lnTo>
                  <a:pt x="498" y="2826"/>
                </a:lnTo>
                <a:lnTo>
                  <a:pt x="498" y="2825"/>
                </a:lnTo>
                <a:lnTo>
                  <a:pt x="497" y="2825"/>
                </a:lnTo>
                <a:lnTo>
                  <a:pt x="496" y="2825"/>
                </a:lnTo>
                <a:lnTo>
                  <a:pt x="496" y="2828"/>
                </a:lnTo>
                <a:lnTo>
                  <a:pt x="495" y="2828"/>
                </a:lnTo>
                <a:lnTo>
                  <a:pt x="495" y="2829"/>
                </a:lnTo>
                <a:lnTo>
                  <a:pt x="494" y="2829"/>
                </a:lnTo>
                <a:lnTo>
                  <a:pt x="493" y="2828"/>
                </a:lnTo>
                <a:lnTo>
                  <a:pt x="492" y="2828"/>
                </a:lnTo>
                <a:lnTo>
                  <a:pt x="492" y="2827"/>
                </a:lnTo>
                <a:lnTo>
                  <a:pt x="492" y="2826"/>
                </a:lnTo>
                <a:lnTo>
                  <a:pt x="491" y="2826"/>
                </a:lnTo>
                <a:lnTo>
                  <a:pt x="490" y="2826"/>
                </a:lnTo>
                <a:lnTo>
                  <a:pt x="489" y="2826"/>
                </a:lnTo>
                <a:lnTo>
                  <a:pt x="489" y="2827"/>
                </a:lnTo>
                <a:lnTo>
                  <a:pt x="489" y="2828"/>
                </a:lnTo>
                <a:lnTo>
                  <a:pt x="488" y="2828"/>
                </a:lnTo>
                <a:lnTo>
                  <a:pt x="488" y="2829"/>
                </a:lnTo>
                <a:lnTo>
                  <a:pt x="488" y="2830"/>
                </a:lnTo>
                <a:lnTo>
                  <a:pt x="488" y="2831"/>
                </a:lnTo>
                <a:lnTo>
                  <a:pt x="487" y="2831"/>
                </a:lnTo>
                <a:lnTo>
                  <a:pt x="487" y="2832"/>
                </a:lnTo>
                <a:lnTo>
                  <a:pt x="488" y="2832"/>
                </a:lnTo>
                <a:lnTo>
                  <a:pt x="488" y="2833"/>
                </a:lnTo>
                <a:lnTo>
                  <a:pt x="487" y="2833"/>
                </a:lnTo>
                <a:lnTo>
                  <a:pt x="487" y="2832"/>
                </a:lnTo>
                <a:lnTo>
                  <a:pt x="486" y="2832"/>
                </a:lnTo>
                <a:lnTo>
                  <a:pt x="485" y="2832"/>
                </a:lnTo>
                <a:lnTo>
                  <a:pt x="484" y="2832"/>
                </a:lnTo>
                <a:lnTo>
                  <a:pt x="484" y="2831"/>
                </a:lnTo>
                <a:lnTo>
                  <a:pt x="483" y="2831"/>
                </a:lnTo>
                <a:lnTo>
                  <a:pt x="483" y="2830"/>
                </a:lnTo>
                <a:lnTo>
                  <a:pt x="482" y="2830"/>
                </a:lnTo>
                <a:lnTo>
                  <a:pt x="481" y="2830"/>
                </a:lnTo>
                <a:lnTo>
                  <a:pt x="480" y="2829"/>
                </a:lnTo>
                <a:lnTo>
                  <a:pt x="480" y="2828"/>
                </a:lnTo>
                <a:lnTo>
                  <a:pt x="480" y="2827"/>
                </a:lnTo>
                <a:lnTo>
                  <a:pt x="479" y="2827"/>
                </a:lnTo>
                <a:lnTo>
                  <a:pt x="479" y="2826"/>
                </a:lnTo>
                <a:lnTo>
                  <a:pt x="478" y="2826"/>
                </a:lnTo>
                <a:lnTo>
                  <a:pt x="478" y="2825"/>
                </a:lnTo>
                <a:lnTo>
                  <a:pt x="477" y="2825"/>
                </a:lnTo>
                <a:lnTo>
                  <a:pt x="477" y="2824"/>
                </a:lnTo>
                <a:lnTo>
                  <a:pt x="476" y="2824"/>
                </a:lnTo>
                <a:lnTo>
                  <a:pt x="476" y="2825"/>
                </a:lnTo>
                <a:lnTo>
                  <a:pt x="476" y="2824"/>
                </a:lnTo>
                <a:lnTo>
                  <a:pt x="476" y="2823"/>
                </a:lnTo>
                <a:lnTo>
                  <a:pt x="475" y="2823"/>
                </a:lnTo>
                <a:lnTo>
                  <a:pt x="474" y="2823"/>
                </a:lnTo>
                <a:lnTo>
                  <a:pt x="473" y="2823"/>
                </a:lnTo>
                <a:lnTo>
                  <a:pt x="473" y="2824"/>
                </a:lnTo>
                <a:lnTo>
                  <a:pt x="473" y="2825"/>
                </a:lnTo>
                <a:lnTo>
                  <a:pt x="472" y="2825"/>
                </a:lnTo>
                <a:lnTo>
                  <a:pt x="472" y="2826"/>
                </a:lnTo>
                <a:lnTo>
                  <a:pt x="473" y="2826"/>
                </a:lnTo>
                <a:lnTo>
                  <a:pt x="473" y="2827"/>
                </a:lnTo>
                <a:lnTo>
                  <a:pt x="474" y="2827"/>
                </a:lnTo>
                <a:lnTo>
                  <a:pt x="474" y="2828"/>
                </a:lnTo>
                <a:lnTo>
                  <a:pt x="475" y="2828"/>
                </a:lnTo>
                <a:lnTo>
                  <a:pt x="474" y="2828"/>
                </a:lnTo>
                <a:lnTo>
                  <a:pt x="474" y="2829"/>
                </a:lnTo>
                <a:lnTo>
                  <a:pt x="473" y="2829"/>
                </a:lnTo>
                <a:lnTo>
                  <a:pt x="472" y="2829"/>
                </a:lnTo>
                <a:lnTo>
                  <a:pt x="471" y="2829"/>
                </a:lnTo>
                <a:lnTo>
                  <a:pt x="470" y="2829"/>
                </a:lnTo>
                <a:lnTo>
                  <a:pt x="471" y="2829"/>
                </a:lnTo>
                <a:lnTo>
                  <a:pt x="471" y="2830"/>
                </a:lnTo>
                <a:lnTo>
                  <a:pt x="471" y="2831"/>
                </a:lnTo>
                <a:lnTo>
                  <a:pt x="471" y="2832"/>
                </a:lnTo>
                <a:lnTo>
                  <a:pt x="470" y="2832"/>
                </a:lnTo>
                <a:lnTo>
                  <a:pt x="470" y="2833"/>
                </a:lnTo>
                <a:lnTo>
                  <a:pt x="471" y="2833"/>
                </a:lnTo>
                <a:lnTo>
                  <a:pt x="470" y="2833"/>
                </a:lnTo>
                <a:lnTo>
                  <a:pt x="470" y="2834"/>
                </a:lnTo>
                <a:lnTo>
                  <a:pt x="469" y="2834"/>
                </a:lnTo>
                <a:lnTo>
                  <a:pt x="469" y="2835"/>
                </a:lnTo>
                <a:lnTo>
                  <a:pt x="470" y="2836"/>
                </a:lnTo>
                <a:lnTo>
                  <a:pt x="471" y="2836"/>
                </a:lnTo>
                <a:lnTo>
                  <a:pt x="471" y="2837"/>
                </a:lnTo>
                <a:lnTo>
                  <a:pt x="471" y="2838"/>
                </a:lnTo>
                <a:lnTo>
                  <a:pt x="470" y="2838"/>
                </a:lnTo>
                <a:lnTo>
                  <a:pt x="470" y="2839"/>
                </a:lnTo>
                <a:lnTo>
                  <a:pt x="469" y="2839"/>
                </a:lnTo>
                <a:lnTo>
                  <a:pt x="469" y="2840"/>
                </a:lnTo>
                <a:lnTo>
                  <a:pt x="468" y="2840"/>
                </a:lnTo>
                <a:lnTo>
                  <a:pt x="469" y="2840"/>
                </a:lnTo>
                <a:lnTo>
                  <a:pt x="470" y="2840"/>
                </a:lnTo>
                <a:lnTo>
                  <a:pt x="470" y="2841"/>
                </a:lnTo>
                <a:lnTo>
                  <a:pt x="469" y="2842"/>
                </a:lnTo>
                <a:lnTo>
                  <a:pt x="469" y="2843"/>
                </a:lnTo>
                <a:lnTo>
                  <a:pt x="468" y="2843"/>
                </a:lnTo>
                <a:lnTo>
                  <a:pt x="467" y="2843"/>
                </a:lnTo>
                <a:lnTo>
                  <a:pt x="467" y="2844"/>
                </a:lnTo>
                <a:lnTo>
                  <a:pt x="466" y="2844"/>
                </a:lnTo>
                <a:lnTo>
                  <a:pt x="467" y="2844"/>
                </a:lnTo>
                <a:lnTo>
                  <a:pt x="467" y="2845"/>
                </a:lnTo>
                <a:lnTo>
                  <a:pt x="466" y="2846"/>
                </a:lnTo>
                <a:lnTo>
                  <a:pt x="466" y="2847"/>
                </a:lnTo>
                <a:lnTo>
                  <a:pt x="466" y="2848"/>
                </a:lnTo>
                <a:lnTo>
                  <a:pt x="466" y="2849"/>
                </a:lnTo>
                <a:lnTo>
                  <a:pt x="465" y="2849"/>
                </a:lnTo>
                <a:lnTo>
                  <a:pt x="465" y="2850"/>
                </a:lnTo>
                <a:lnTo>
                  <a:pt x="464" y="2850"/>
                </a:lnTo>
                <a:lnTo>
                  <a:pt x="463" y="2850"/>
                </a:lnTo>
                <a:lnTo>
                  <a:pt x="463" y="2851"/>
                </a:lnTo>
                <a:lnTo>
                  <a:pt x="462" y="2851"/>
                </a:lnTo>
                <a:lnTo>
                  <a:pt x="462" y="2852"/>
                </a:lnTo>
                <a:lnTo>
                  <a:pt x="461" y="2852"/>
                </a:lnTo>
                <a:lnTo>
                  <a:pt x="460" y="2852"/>
                </a:lnTo>
                <a:lnTo>
                  <a:pt x="459" y="2852"/>
                </a:lnTo>
                <a:lnTo>
                  <a:pt x="459" y="2853"/>
                </a:lnTo>
                <a:lnTo>
                  <a:pt x="458" y="2853"/>
                </a:lnTo>
                <a:lnTo>
                  <a:pt x="458" y="2854"/>
                </a:lnTo>
                <a:lnTo>
                  <a:pt x="457" y="2854"/>
                </a:lnTo>
                <a:lnTo>
                  <a:pt x="457" y="2855"/>
                </a:lnTo>
                <a:lnTo>
                  <a:pt x="456" y="2855"/>
                </a:lnTo>
                <a:lnTo>
                  <a:pt x="456" y="2854"/>
                </a:lnTo>
                <a:lnTo>
                  <a:pt x="455" y="2854"/>
                </a:lnTo>
                <a:lnTo>
                  <a:pt x="455" y="2853"/>
                </a:lnTo>
                <a:lnTo>
                  <a:pt x="455" y="2852"/>
                </a:lnTo>
                <a:lnTo>
                  <a:pt x="454" y="2852"/>
                </a:lnTo>
                <a:lnTo>
                  <a:pt x="454" y="2853"/>
                </a:lnTo>
                <a:lnTo>
                  <a:pt x="453" y="2853"/>
                </a:lnTo>
                <a:lnTo>
                  <a:pt x="452" y="2853"/>
                </a:lnTo>
                <a:lnTo>
                  <a:pt x="451" y="2853"/>
                </a:lnTo>
                <a:lnTo>
                  <a:pt x="450" y="2853"/>
                </a:lnTo>
                <a:lnTo>
                  <a:pt x="449" y="2853"/>
                </a:lnTo>
                <a:lnTo>
                  <a:pt x="449" y="2854"/>
                </a:lnTo>
                <a:lnTo>
                  <a:pt x="449" y="2855"/>
                </a:lnTo>
                <a:lnTo>
                  <a:pt x="450" y="2855"/>
                </a:lnTo>
                <a:lnTo>
                  <a:pt x="450" y="2856"/>
                </a:lnTo>
                <a:lnTo>
                  <a:pt x="450" y="2857"/>
                </a:lnTo>
                <a:lnTo>
                  <a:pt x="451" y="2857"/>
                </a:lnTo>
                <a:lnTo>
                  <a:pt x="451" y="2858"/>
                </a:lnTo>
                <a:lnTo>
                  <a:pt x="451" y="2859"/>
                </a:lnTo>
                <a:lnTo>
                  <a:pt x="451" y="2860"/>
                </a:lnTo>
                <a:lnTo>
                  <a:pt x="451" y="2861"/>
                </a:lnTo>
                <a:lnTo>
                  <a:pt x="450" y="2861"/>
                </a:lnTo>
                <a:lnTo>
                  <a:pt x="450" y="2862"/>
                </a:lnTo>
                <a:lnTo>
                  <a:pt x="450" y="2863"/>
                </a:lnTo>
                <a:lnTo>
                  <a:pt x="450" y="2864"/>
                </a:lnTo>
                <a:lnTo>
                  <a:pt x="449" y="2864"/>
                </a:lnTo>
                <a:lnTo>
                  <a:pt x="449" y="2865"/>
                </a:lnTo>
                <a:lnTo>
                  <a:pt x="448" y="2865"/>
                </a:lnTo>
                <a:lnTo>
                  <a:pt x="448" y="2866"/>
                </a:lnTo>
                <a:lnTo>
                  <a:pt x="447" y="2867"/>
                </a:lnTo>
                <a:lnTo>
                  <a:pt x="446" y="2867"/>
                </a:lnTo>
                <a:lnTo>
                  <a:pt x="445" y="2867"/>
                </a:lnTo>
                <a:lnTo>
                  <a:pt x="444" y="2867"/>
                </a:lnTo>
                <a:lnTo>
                  <a:pt x="443" y="2868"/>
                </a:lnTo>
                <a:lnTo>
                  <a:pt x="444" y="2868"/>
                </a:lnTo>
                <a:lnTo>
                  <a:pt x="444" y="2869"/>
                </a:lnTo>
                <a:lnTo>
                  <a:pt x="445" y="2869"/>
                </a:lnTo>
                <a:lnTo>
                  <a:pt x="445" y="2870"/>
                </a:lnTo>
                <a:lnTo>
                  <a:pt x="444" y="2870"/>
                </a:lnTo>
                <a:lnTo>
                  <a:pt x="443" y="2870"/>
                </a:lnTo>
                <a:lnTo>
                  <a:pt x="442" y="2870"/>
                </a:lnTo>
                <a:lnTo>
                  <a:pt x="441" y="2870"/>
                </a:lnTo>
                <a:lnTo>
                  <a:pt x="440" y="2870"/>
                </a:lnTo>
                <a:lnTo>
                  <a:pt x="440" y="2869"/>
                </a:lnTo>
                <a:lnTo>
                  <a:pt x="440" y="2868"/>
                </a:lnTo>
                <a:lnTo>
                  <a:pt x="439" y="2868"/>
                </a:lnTo>
                <a:lnTo>
                  <a:pt x="438" y="2868"/>
                </a:lnTo>
                <a:lnTo>
                  <a:pt x="437" y="2868"/>
                </a:lnTo>
                <a:lnTo>
                  <a:pt x="437" y="2869"/>
                </a:lnTo>
                <a:lnTo>
                  <a:pt x="437" y="2868"/>
                </a:lnTo>
                <a:lnTo>
                  <a:pt x="436" y="2868"/>
                </a:lnTo>
                <a:lnTo>
                  <a:pt x="435" y="2868"/>
                </a:lnTo>
                <a:lnTo>
                  <a:pt x="434" y="2868"/>
                </a:lnTo>
                <a:lnTo>
                  <a:pt x="433" y="2868"/>
                </a:lnTo>
                <a:lnTo>
                  <a:pt x="433" y="2867"/>
                </a:lnTo>
                <a:lnTo>
                  <a:pt x="432" y="2867"/>
                </a:lnTo>
                <a:lnTo>
                  <a:pt x="431" y="2867"/>
                </a:lnTo>
                <a:lnTo>
                  <a:pt x="431" y="2866"/>
                </a:lnTo>
                <a:lnTo>
                  <a:pt x="431" y="2865"/>
                </a:lnTo>
                <a:lnTo>
                  <a:pt x="431" y="2864"/>
                </a:lnTo>
                <a:lnTo>
                  <a:pt x="430" y="2864"/>
                </a:lnTo>
                <a:lnTo>
                  <a:pt x="430" y="2863"/>
                </a:lnTo>
                <a:lnTo>
                  <a:pt x="430" y="2862"/>
                </a:lnTo>
                <a:lnTo>
                  <a:pt x="429" y="2862"/>
                </a:lnTo>
                <a:lnTo>
                  <a:pt x="429" y="2861"/>
                </a:lnTo>
                <a:lnTo>
                  <a:pt x="428" y="2861"/>
                </a:lnTo>
                <a:lnTo>
                  <a:pt x="429" y="2860"/>
                </a:lnTo>
                <a:lnTo>
                  <a:pt x="430" y="2859"/>
                </a:lnTo>
                <a:lnTo>
                  <a:pt x="430" y="2858"/>
                </a:lnTo>
                <a:lnTo>
                  <a:pt x="431" y="2858"/>
                </a:lnTo>
                <a:lnTo>
                  <a:pt x="431" y="2857"/>
                </a:lnTo>
                <a:lnTo>
                  <a:pt x="431" y="2856"/>
                </a:lnTo>
                <a:lnTo>
                  <a:pt x="430" y="2855"/>
                </a:lnTo>
                <a:lnTo>
                  <a:pt x="429" y="2855"/>
                </a:lnTo>
                <a:lnTo>
                  <a:pt x="429" y="2854"/>
                </a:lnTo>
                <a:lnTo>
                  <a:pt x="429" y="2853"/>
                </a:lnTo>
                <a:lnTo>
                  <a:pt x="430" y="2853"/>
                </a:lnTo>
                <a:lnTo>
                  <a:pt x="430" y="2852"/>
                </a:lnTo>
                <a:lnTo>
                  <a:pt x="429" y="2852"/>
                </a:lnTo>
                <a:lnTo>
                  <a:pt x="429" y="2851"/>
                </a:lnTo>
                <a:lnTo>
                  <a:pt x="430" y="2851"/>
                </a:lnTo>
                <a:lnTo>
                  <a:pt x="430" y="2850"/>
                </a:lnTo>
                <a:lnTo>
                  <a:pt x="430" y="2849"/>
                </a:lnTo>
                <a:lnTo>
                  <a:pt x="430" y="2848"/>
                </a:lnTo>
                <a:lnTo>
                  <a:pt x="430" y="2847"/>
                </a:lnTo>
                <a:lnTo>
                  <a:pt x="429" y="2847"/>
                </a:lnTo>
                <a:lnTo>
                  <a:pt x="429" y="2846"/>
                </a:lnTo>
                <a:lnTo>
                  <a:pt x="428" y="2846"/>
                </a:lnTo>
                <a:lnTo>
                  <a:pt x="428" y="2845"/>
                </a:lnTo>
                <a:lnTo>
                  <a:pt x="428" y="2844"/>
                </a:lnTo>
                <a:lnTo>
                  <a:pt x="427" y="2844"/>
                </a:lnTo>
                <a:lnTo>
                  <a:pt x="427" y="2843"/>
                </a:lnTo>
                <a:lnTo>
                  <a:pt x="427" y="2842"/>
                </a:lnTo>
                <a:lnTo>
                  <a:pt x="427" y="2841"/>
                </a:lnTo>
                <a:lnTo>
                  <a:pt x="426" y="2841"/>
                </a:lnTo>
                <a:lnTo>
                  <a:pt x="427" y="2841"/>
                </a:lnTo>
                <a:lnTo>
                  <a:pt x="428" y="2841"/>
                </a:lnTo>
                <a:lnTo>
                  <a:pt x="428" y="2840"/>
                </a:lnTo>
                <a:lnTo>
                  <a:pt x="428" y="2839"/>
                </a:lnTo>
                <a:lnTo>
                  <a:pt x="427" y="2839"/>
                </a:lnTo>
                <a:lnTo>
                  <a:pt x="427" y="2838"/>
                </a:lnTo>
                <a:lnTo>
                  <a:pt x="427" y="2837"/>
                </a:lnTo>
                <a:lnTo>
                  <a:pt x="427" y="2836"/>
                </a:lnTo>
                <a:lnTo>
                  <a:pt x="428" y="2835"/>
                </a:lnTo>
                <a:lnTo>
                  <a:pt x="427" y="2834"/>
                </a:lnTo>
                <a:lnTo>
                  <a:pt x="426" y="2834"/>
                </a:lnTo>
                <a:lnTo>
                  <a:pt x="426" y="2833"/>
                </a:lnTo>
                <a:lnTo>
                  <a:pt x="426" y="2832"/>
                </a:lnTo>
                <a:lnTo>
                  <a:pt x="425" y="2832"/>
                </a:lnTo>
                <a:lnTo>
                  <a:pt x="425" y="2831"/>
                </a:lnTo>
                <a:lnTo>
                  <a:pt x="424" y="2831"/>
                </a:lnTo>
                <a:lnTo>
                  <a:pt x="423" y="2831"/>
                </a:lnTo>
                <a:lnTo>
                  <a:pt x="423" y="2830"/>
                </a:lnTo>
                <a:lnTo>
                  <a:pt x="422" y="2830"/>
                </a:lnTo>
                <a:lnTo>
                  <a:pt x="421" y="2830"/>
                </a:lnTo>
                <a:lnTo>
                  <a:pt x="420" y="2830"/>
                </a:lnTo>
                <a:lnTo>
                  <a:pt x="419" y="2830"/>
                </a:lnTo>
                <a:lnTo>
                  <a:pt x="418" y="2830"/>
                </a:lnTo>
                <a:lnTo>
                  <a:pt x="417" y="2830"/>
                </a:lnTo>
                <a:lnTo>
                  <a:pt x="417" y="2829"/>
                </a:lnTo>
                <a:lnTo>
                  <a:pt x="418" y="2829"/>
                </a:lnTo>
                <a:lnTo>
                  <a:pt x="418" y="2828"/>
                </a:lnTo>
                <a:lnTo>
                  <a:pt x="418" y="2827"/>
                </a:lnTo>
                <a:lnTo>
                  <a:pt x="417" y="2827"/>
                </a:lnTo>
                <a:lnTo>
                  <a:pt x="417" y="2826"/>
                </a:lnTo>
                <a:lnTo>
                  <a:pt x="416" y="2826"/>
                </a:lnTo>
                <a:lnTo>
                  <a:pt x="416" y="2825"/>
                </a:lnTo>
                <a:lnTo>
                  <a:pt x="416" y="2824"/>
                </a:lnTo>
                <a:lnTo>
                  <a:pt x="415" y="2824"/>
                </a:lnTo>
                <a:lnTo>
                  <a:pt x="414" y="2824"/>
                </a:lnTo>
                <a:lnTo>
                  <a:pt x="413" y="2824"/>
                </a:lnTo>
                <a:lnTo>
                  <a:pt x="413" y="2823"/>
                </a:lnTo>
                <a:lnTo>
                  <a:pt x="412" y="2823"/>
                </a:lnTo>
                <a:lnTo>
                  <a:pt x="412" y="2822"/>
                </a:lnTo>
                <a:lnTo>
                  <a:pt x="411" y="2822"/>
                </a:lnTo>
                <a:lnTo>
                  <a:pt x="411" y="2821"/>
                </a:lnTo>
                <a:lnTo>
                  <a:pt x="410" y="2821"/>
                </a:lnTo>
                <a:lnTo>
                  <a:pt x="409" y="2821"/>
                </a:lnTo>
                <a:lnTo>
                  <a:pt x="408" y="2821"/>
                </a:lnTo>
                <a:lnTo>
                  <a:pt x="408" y="2820"/>
                </a:lnTo>
                <a:lnTo>
                  <a:pt x="407" y="2820"/>
                </a:lnTo>
                <a:lnTo>
                  <a:pt x="407" y="2819"/>
                </a:lnTo>
                <a:lnTo>
                  <a:pt x="406" y="2819"/>
                </a:lnTo>
                <a:lnTo>
                  <a:pt x="406" y="2818"/>
                </a:lnTo>
                <a:lnTo>
                  <a:pt x="405" y="2817"/>
                </a:lnTo>
                <a:lnTo>
                  <a:pt x="405" y="2816"/>
                </a:lnTo>
                <a:lnTo>
                  <a:pt x="405" y="2815"/>
                </a:lnTo>
                <a:lnTo>
                  <a:pt x="404" y="2815"/>
                </a:lnTo>
                <a:lnTo>
                  <a:pt x="404" y="2814"/>
                </a:lnTo>
                <a:lnTo>
                  <a:pt x="404" y="2813"/>
                </a:lnTo>
                <a:lnTo>
                  <a:pt x="403" y="2813"/>
                </a:lnTo>
                <a:lnTo>
                  <a:pt x="403" y="2812"/>
                </a:lnTo>
                <a:lnTo>
                  <a:pt x="403" y="2811"/>
                </a:lnTo>
                <a:lnTo>
                  <a:pt x="402" y="2811"/>
                </a:lnTo>
                <a:lnTo>
                  <a:pt x="402" y="2810"/>
                </a:lnTo>
                <a:lnTo>
                  <a:pt x="402" y="2809"/>
                </a:lnTo>
                <a:lnTo>
                  <a:pt x="401" y="2809"/>
                </a:lnTo>
                <a:lnTo>
                  <a:pt x="401" y="2808"/>
                </a:lnTo>
                <a:lnTo>
                  <a:pt x="401" y="2807"/>
                </a:lnTo>
                <a:lnTo>
                  <a:pt x="400" y="2807"/>
                </a:lnTo>
                <a:lnTo>
                  <a:pt x="400" y="2806"/>
                </a:lnTo>
                <a:lnTo>
                  <a:pt x="399" y="2806"/>
                </a:lnTo>
                <a:lnTo>
                  <a:pt x="399" y="2805"/>
                </a:lnTo>
                <a:lnTo>
                  <a:pt x="398" y="2805"/>
                </a:lnTo>
                <a:lnTo>
                  <a:pt x="397" y="2805"/>
                </a:lnTo>
                <a:lnTo>
                  <a:pt x="396" y="2805"/>
                </a:lnTo>
                <a:lnTo>
                  <a:pt x="396" y="2804"/>
                </a:lnTo>
                <a:lnTo>
                  <a:pt x="397" y="2804"/>
                </a:lnTo>
                <a:lnTo>
                  <a:pt x="396" y="2804"/>
                </a:lnTo>
                <a:lnTo>
                  <a:pt x="396" y="2803"/>
                </a:lnTo>
                <a:lnTo>
                  <a:pt x="396" y="2802"/>
                </a:lnTo>
                <a:lnTo>
                  <a:pt x="395" y="2802"/>
                </a:lnTo>
                <a:lnTo>
                  <a:pt x="395" y="2801"/>
                </a:lnTo>
                <a:lnTo>
                  <a:pt x="394" y="2801"/>
                </a:lnTo>
                <a:lnTo>
                  <a:pt x="394" y="2800"/>
                </a:lnTo>
                <a:lnTo>
                  <a:pt x="393" y="2800"/>
                </a:lnTo>
                <a:lnTo>
                  <a:pt x="393" y="2799"/>
                </a:lnTo>
                <a:lnTo>
                  <a:pt x="392" y="2799"/>
                </a:lnTo>
                <a:lnTo>
                  <a:pt x="392" y="2798"/>
                </a:lnTo>
                <a:lnTo>
                  <a:pt x="391" y="2798"/>
                </a:lnTo>
                <a:lnTo>
                  <a:pt x="391" y="2797"/>
                </a:lnTo>
                <a:lnTo>
                  <a:pt x="390" y="2797"/>
                </a:lnTo>
                <a:lnTo>
                  <a:pt x="390" y="2796"/>
                </a:lnTo>
                <a:lnTo>
                  <a:pt x="390" y="2795"/>
                </a:lnTo>
                <a:lnTo>
                  <a:pt x="389" y="2795"/>
                </a:lnTo>
                <a:lnTo>
                  <a:pt x="388" y="2796"/>
                </a:lnTo>
                <a:lnTo>
                  <a:pt x="388" y="2795"/>
                </a:lnTo>
                <a:lnTo>
                  <a:pt x="387" y="2795"/>
                </a:lnTo>
                <a:lnTo>
                  <a:pt x="386" y="2795"/>
                </a:lnTo>
                <a:lnTo>
                  <a:pt x="385" y="2795"/>
                </a:lnTo>
                <a:lnTo>
                  <a:pt x="385" y="2796"/>
                </a:lnTo>
                <a:lnTo>
                  <a:pt x="384" y="2796"/>
                </a:lnTo>
                <a:lnTo>
                  <a:pt x="383" y="2796"/>
                </a:lnTo>
                <a:lnTo>
                  <a:pt x="383" y="2797"/>
                </a:lnTo>
                <a:lnTo>
                  <a:pt x="382" y="2797"/>
                </a:lnTo>
                <a:lnTo>
                  <a:pt x="382" y="2796"/>
                </a:lnTo>
                <a:lnTo>
                  <a:pt x="381" y="2796"/>
                </a:lnTo>
                <a:lnTo>
                  <a:pt x="381" y="2795"/>
                </a:lnTo>
                <a:lnTo>
                  <a:pt x="381" y="2793"/>
                </a:lnTo>
                <a:lnTo>
                  <a:pt x="380" y="2793"/>
                </a:lnTo>
                <a:lnTo>
                  <a:pt x="380" y="2792"/>
                </a:lnTo>
                <a:lnTo>
                  <a:pt x="379" y="2792"/>
                </a:lnTo>
                <a:lnTo>
                  <a:pt x="379" y="2791"/>
                </a:lnTo>
                <a:lnTo>
                  <a:pt x="379" y="2790"/>
                </a:lnTo>
                <a:lnTo>
                  <a:pt x="378" y="2790"/>
                </a:lnTo>
                <a:lnTo>
                  <a:pt x="377" y="2790"/>
                </a:lnTo>
                <a:lnTo>
                  <a:pt x="376" y="2790"/>
                </a:lnTo>
                <a:lnTo>
                  <a:pt x="376" y="2789"/>
                </a:lnTo>
                <a:lnTo>
                  <a:pt x="375" y="2789"/>
                </a:lnTo>
                <a:lnTo>
                  <a:pt x="374" y="2788"/>
                </a:lnTo>
                <a:lnTo>
                  <a:pt x="373" y="2788"/>
                </a:lnTo>
                <a:lnTo>
                  <a:pt x="373" y="2787"/>
                </a:lnTo>
                <a:lnTo>
                  <a:pt x="373" y="2786"/>
                </a:lnTo>
                <a:lnTo>
                  <a:pt x="372" y="2786"/>
                </a:lnTo>
                <a:lnTo>
                  <a:pt x="372" y="2785"/>
                </a:lnTo>
                <a:lnTo>
                  <a:pt x="371" y="2785"/>
                </a:lnTo>
                <a:lnTo>
                  <a:pt x="371" y="2784"/>
                </a:lnTo>
                <a:lnTo>
                  <a:pt x="371" y="2783"/>
                </a:lnTo>
                <a:lnTo>
                  <a:pt x="370" y="2783"/>
                </a:lnTo>
                <a:lnTo>
                  <a:pt x="370" y="2784"/>
                </a:lnTo>
                <a:lnTo>
                  <a:pt x="369" y="2784"/>
                </a:lnTo>
                <a:lnTo>
                  <a:pt x="368" y="2784"/>
                </a:lnTo>
                <a:lnTo>
                  <a:pt x="368" y="2783"/>
                </a:lnTo>
                <a:lnTo>
                  <a:pt x="367" y="2783"/>
                </a:lnTo>
                <a:lnTo>
                  <a:pt x="367" y="2782"/>
                </a:lnTo>
                <a:lnTo>
                  <a:pt x="366" y="2782"/>
                </a:lnTo>
                <a:lnTo>
                  <a:pt x="365" y="2782"/>
                </a:lnTo>
                <a:lnTo>
                  <a:pt x="364" y="2782"/>
                </a:lnTo>
                <a:lnTo>
                  <a:pt x="363" y="2782"/>
                </a:lnTo>
                <a:lnTo>
                  <a:pt x="363" y="2781"/>
                </a:lnTo>
                <a:lnTo>
                  <a:pt x="363" y="2780"/>
                </a:lnTo>
                <a:lnTo>
                  <a:pt x="362" y="2779"/>
                </a:lnTo>
                <a:lnTo>
                  <a:pt x="362" y="2778"/>
                </a:lnTo>
                <a:lnTo>
                  <a:pt x="361" y="2778"/>
                </a:lnTo>
                <a:lnTo>
                  <a:pt x="362" y="2778"/>
                </a:lnTo>
                <a:lnTo>
                  <a:pt x="362" y="2777"/>
                </a:lnTo>
                <a:lnTo>
                  <a:pt x="362" y="2776"/>
                </a:lnTo>
                <a:lnTo>
                  <a:pt x="361" y="2776"/>
                </a:lnTo>
                <a:lnTo>
                  <a:pt x="361" y="2775"/>
                </a:lnTo>
                <a:lnTo>
                  <a:pt x="360" y="2775"/>
                </a:lnTo>
                <a:lnTo>
                  <a:pt x="359" y="2775"/>
                </a:lnTo>
                <a:lnTo>
                  <a:pt x="359" y="2774"/>
                </a:lnTo>
                <a:lnTo>
                  <a:pt x="359" y="2775"/>
                </a:lnTo>
                <a:lnTo>
                  <a:pt x="359" y="2774"/>
                </a:lnTo>
                <a:lnTo>
                  <a:pt x="358" y="2774"/>
                </a:lnTo>
                <a:lnTo>
                  <a:pt x="357" y="2774"/>
                </a:lnTo>
                <a:lnTo>
                  <a:pt x="356" y="2774"/>
                </a:lnTo>
                <a:lnTo>
                  <a:pt x="355" y="2774"/>
                </a:lnTo>
                <a:lnTo>
                  <a:pt x="355" y="2773"/>
                </a:lnTo>
                <a:lnTo>
                  <a:pt x="354" y="2773"/>
                </a:lnTo>
                <a:lnTo>
                  <a:pt x="354" y="2772"/>
                </a:lnTo>
                <a:lnTo>
                  <a:pt x="353" y="2772"/>
                </a:lnTo>
                <a:lnTo>
                  <a:pt x="353" y="2771"/>
                </a:lnTo>
                <a:lnTo>
                  <a:pt x="352" y="2771"/>
                </a:lnTo>
                <a:lnTo>
                  <a:pt x="351" y="2771"/>
                </a:lnTo>
                <a:lnTo>
                  <a:pt x="351" y="2770"/>
                </a:lnTo>
                <a:lnTo>
                  <a:pt x="350" y="2770"/>
                </a:lnTo>
                <a:lnTo>
                  <a:pt x="349" y="2770"/>
                </a:lnTo>
                <a:lnTo>
                  <a:pt x="348" y="2770"/>
                </a:lnTo>
                <a:lnTo>
                  <a:pt x="347" y="2770"/>
                </a:lnTo>
                <a:lnTo>
                  <a:pt x="347" y="2771"/>
                </a:lnTo>
                <a:lnTo>
                  <a:pt x="346" y="2771"/>
                </a:lnTo>
                <a:lnTo>
                  <a:pt x="346" y="2770"/>
                </a:lnTo>
                <a:lnTo>
                  <a:pt x="345" y="2770"/>
                </a:lnTo>
                <a:lnTo>
                  <a:pt x="344" y="2770"/>
                </a:lnTo>
                <a:lnTo>
                  <a:pt x="344" y="2771"/>
                </a:lnTo>
                <a:lnTo>
                  <a:pt x="343" y="2771"/>
                </a:lnTo>
                <a:lnTo>
                  <a:pt x="343" y="2772"/>
                </a:lnTo>
                <a:lnTo>
                  <a:pt x="342" y="2772"/>
                </a:lnTo>
                <a:lnTo>
                  <a:pt x="342" y="2771"/>
                </a:lnTo>
                <a:lnTo>
                  <a:pt x="341" y="2771"/>
                </a:lnTo>
                <a:lnTo>
                  <a:pt x="340" y="2770"/>
                </a:lnTo>
                <a:lnTo>
                  <a:pt x="340" y="2769"/>
                </a:lnTo>
                <a:lnTo>
                  <a:pt x="339" y="2769"/>
                </a:lnTo>
                <a:lnTo>
                  <a:pt x="338" y="2769"/>
                </a:lnTo>
                <a:lnTo>
                  <a:pt x="338" y="2768"/>
                </a:lnTo>
                <a:lnTo>
                  <a:pt x="338" y="2767"/>
                </a:lnTo>
                <a:lnTo>
                  <a:pt x="338" y="2766"/>
                </a:lnTo>
                <a:lnTo>
                  <a:pt x="337" y="2766"/>
                </a:lnTo>
                <a:lnTo>
                  <a:pt x="337" y="2765"/>
                </a:lnTo>
                <a:lnTo>
                  <a:pt x="336" y="2765"/>
                </a:lnTo>
                <a:lnTo>
                  <a:pt x="335" y="2765"/>
                </a:lnTo>
                <a:lnTo>
                  <a:pt x="335" y="2764"/>
                </a:lnTo>
                <a:lnTo>
                  <a:pt x="334" y="2764"/>
                </a:lnTo>
                <a:lnTo>
                  <a:pt x="334" y="2763"/>
                </a:lnTo>
                <a:lnTo>
                  <a:pt x="334" y="2762"/>
                </a:lnTo>
                <a:lnTo>
                  <a:pt x="334" y="2761"/>
                </a:lnTo>
                <a:lnTo>
                  <a:pt x="334" y="2760"/>
                </a:lnTo>
                <a:lnTo>
                  <a:pt x="334" y="2759"/>
                </a:lnTo>
                <a:lnTo>
                  <a:pt x="334" y="2758"/>
                </a:lnTo>
                <a:lnTo>
                  <a:pt x="333" y="2758"/>
                </a:lnTo>
                <a:lnTo>
                  <a:pt x="333" y="2757"/>
                </a:lnTo>
                <a:lnTo>
                  <a:pt x="333" y="2756"/>
                </a:lnTo>
                <a:lnTo>
                  <a:pt x="333" y="2755"/>
                </a:lnTo>
                <a:lnTo>
                  <a:pt x="332" y="2755"/>
                </a:lnTo>
                <a:lnTo>
                  <a:pt x="332" y="2754"/>
                </a:lnTo>
                <a:lnTo>
                  <a:pt x="332" y="2753"/>
                </a:lnTo>
                <a:lnTo>
                  <a:pt x="331" y="2753"/>
                </a:lnTo>
                <a:lnTo>
                  <a:pt x="331" y="2752"/>
                </a:lnTo>
                <a:lnTo>
                  <a:pt x="330" y="2752"/>
                </a:lnTo>
                <a:lnTo>
                  <a:pt x="329" y="2752"/>
                </a:lnTo>
                <a:lnTo>
                  <a:pt x="329" y="2751"/>
                </a:lnTo>
                <a:lnTo>
                  <a:pt x="328" y="2751"/>
                </a:lnTo>
                <a:lnTo>
                  <a:pt x="328" y="2750"/>
                </a:lnTo>
                <a:lnTo>
                  <a:pt x="328" y="2749"/>
                </a:lnTo>
                <a:lnTo>
                  <a:pt x="329" y="2749"/>
                </a:lnTo>
                <a:lnTo>
                  <a:pt x="330" y="2749"/>
                </a:lnTo>
                <a:lnTo>
                  <a:pt x="330" y="2748"/>
                </a:lnTo>
                <a:lnTo>
                  <a:pt x="330" y="2747"/>
                </a:lnTo>
                <a:lnTo>
                  <a:pt x="330" y="2746"/>
                </a:lnTo>
                <a:lnTo>
                  <a:pt x="330" y="2745"/>
                </a:lnTo>
                <a:lnTo>
                  <a:pt x="329" y="2745"/>
                </a:lnTo>
                <a:lnTo>
                  <a:pt x="329" y="2744"/>
                </a:lnTo>
                <a:lnTo>
                  <a:pt x="329" y="2743"/>
                </a:lnTo>
                <a:lnTo>
                  <a:pt x="329" y="2742"/>
                </a:lnTo>
                <a:lnTo>
                  <a:pt x="330" y="2742"/>
                </a:lnTo>
                <a:lnTo>
                  <a:pt x="330" y="2741"/>
                </a:lnTo>
                <a:lnTo>
                  <a:pt x="330" y="2740"/>
                </a:lnTo>
                <a:lnTo>
                  <a:pt x="330" y="2739"/>
                </a:lnTo>
                <a:lnTo>
                  <a:pt x="331" y="2739"/>
                </a:lnTo>
                <a:lnTo>
                  <a:pt x="330" y="2739"/>
                </a:lnTo>
                <a:lnTo>
                  <a:pt x="329" y="2739"/>
                </a:lnTo>
                <a:lnTo>
                  <a:pt x="329" y="2738"/>
                </a:lnTo>
                <a:lnTo>
                  <a:pt x="329" y="2737"/>
                </a:lnTo>
                <a:lnTo>
                  <a:pt x="328" y="2737"/>
                </a:lnTo>
                <a:lnTo>
                  <a:pt x="328" y="2736"/>
                </a:lnTo>
                <a:lnTo>
                  <a:pt x="327" y="2736"/>
                </a:lnTo>
                <a:lnTo>
                  <a:pt x="327" y="2735"/>
                </a:lnTo>
                <a:lnTo>
                  <a:pt x="326" y="2735"/>
                </a:lnTo>
                <a:lnTo>
                  <a:pt x="325" y="2735"/>
                </a:lnTo>
                <a:lnTo>
                  <a:pt x="325" y="2734"/>
                </a:lnTo>
                <a:lnTo>
                  <a:pt x="325" y="2733"/>
                </a:lnTo>
                <a:lnTo>
                  <a:pt x="325" y="2732"/>
                </a:lnTo>
                <a:lnTo>
                  <a:pt x="325" y="2733"/>
                </a:lnTo>
                <a:lnTo>
                  <a:pt x="326" y="2733"/>
                </a:lnTo>
                <a:lnTo>
                  <a:pt x="327" y="2733"/>
                </a:lnTo>
                <a:lnTo>
                  <a:pt x="327" y="2732"/>
                </a:lnTo>
                <a:lnTo>
                  <a:pt x="327" y="2731"/>
                </a:lnTo>
                <a:lnTo>
                  <a:pt x="327" y="2730"/>
                </a:lnTo>
                <a:lnTo>
                  <a:pt x="326" y="2730"/>
                </a:lnTo>
                <a:lnTo>
                  <a:pt x="326" y="2729"/>
                </a:lnTo>
                <a:lnTo>
                  <a:pt x="326" y="2728"/>
                </a:lnTo>
                <a:lnTo>
                  <a:pt x="326" y="2727"/>
                </a:lnTo>
                <a:lnTo>
                  <a:pt x="325" y="2727"/>
                </a:lnTo>
                <a:lnTo>
                  <a:pt x="325" y="2726"/>
                </a:lnTo>
                <a:lnTo>
                  <a:pt x="324" y="2726"/>
                </a:lnTo>
                <a:lnTo>
                  <a:pt x="323" y="2726"/>
                </a:lnTo>
                <a:lnTo>
                  <a:pt x="322" y="2726"/>
                </a:lnTo>
                <a:lnTo>
                  <a:pt x="322" y="2727"/>
                </a:lnTo>
                <a:lnTo>
                  <a:pt x="321" y="2727"/>
                </a:lnTo>
                <a:lnTo>
                  <a:pt x="320" y="2727"/>
                </a:lnTo>
                <a:lnTo>
                  <a:pt x="319" y="2727"/>
                </a:lnTo>
                <a:lnTo>
                  <a:pt x="319" y="2726"/>
                </a:lnTo>
                <a:lnTo>
                  <a:pt x="319" y="2725"/>
                </a:lnTo>
                <a:lnTo>
                  <a:pt x="319" y="2724"/>
                </a:lnTo>
                <a:lnTo>
                  <a:pt x="318" y="2724"/>
                </a:lnTo>
                <a:lnTo>
                  <a:pt x="318" y="2723"/>
                </a:lnTo>
                <a:lnTo>
                  <a:pt x="318" y="2722"/>
                </a:lnTo>
                <a:lnTo>
                  <a:pt x="318" y="2721"/>
                </a:lnTo>
                <a:lnTo>
                  <a:pt x="317" y="2721"/>
                </a:lnTo>
                <a:lnTo>
                  <a:pt x="317" y="2720"/>
                </a:lnTo>
                <a:lnTo>
                  <a:pt x="318" y="2720"/>
                </a:lnTo>
                <a:lnTo>
                  <a:pt x="317" y="2719"/>
                </a:lnTo>
                <a:lnTo>
                  <a:pt x="317" y="2718"/>
                </a:lnTo>
                <a:lnTo>
                  <a:pt x="316" y="2718"/>
                </a:lnTo>
                <a:lnTo>
                  <a:pt x="316" y="2717"/>
                </a:lnTo>
                <a:lnTo>
                  <a:pt x="316" y="2716"/>
                </a:lnTo>
                <a:lnTo>
                  <a:pt x="316" y="2715"/>
                </a:lnTo>
                <a:lnTo>
                  <a:pt x="316" y="2714"/>
                </a:lnTo>
                <a:lnTo>
                  <a:pt x="315" y="2714"/>
                </a:lnTo>
                <a:lnTo>
                  <a:pt x="315" y="2713"/>
                </a:lnTo>
                <a:lnTo>
                  <a:pt x="314" y="2712"/>
                </a:lnTo>
                <a:lnTo>
                  <a:pt x="313" y="2713"/>
                </a:lnTo>
                <a:lnTo>
                  <a:pt x="313" y="2712"/>
                </a:lnTo>
                <a:lnTo>
                  <a:pt x="312" y="2712"/>
                </a:lnTo>
                <a:lnTo>
                  <a:pt x="311" y="2712"/>
                </a:lnTo>
                <a:lnTo>
                  <a:pt x="311" y="2711"/>
                </a:lnTo>
                <a:lnTo>
                  <a:pt x="310" y="2711"/>
                </a:lnTo>
                <a:lnTo>
                  <a:pt x="310" y="2710"/>
                </a:lnTo>
                <a:lnTo>
                  <a:pt x="310" y="2709"/>
                </a:lnTo>
                <a:lnTo>
                  <a:pt x="309" y="2709"/>
                </a:lnTo>
                <a:lnTo>
                  <a:pt x="310" y="2708"/>
                </a:lnTo>
                <a:lnTo>
                  <a:pt x="309" y="2708"/>
                </a:lnTo>
                <a:lnTo>
                  <a:pt x="309" y="2707"/>
                </a:lnTo>
                <a:lnTo>
                  <a:pt x="308" y="2707"/>
                </a:lnTo>
                <a:lnTo>
                  <a:pt x="308" y="2706"/>
                </a:lnTo>
                <a:lnTo>
                  <a:pt x="307" y="2706"/>
                </a:lnTo>
                <a:lnTo>
                  <a:pt x="307" y="2705"/>
                </a:lnTo>
                <a:lnTo>
                  <a:pt x="306" y="2705"/>
                </a:lnTo>
                <a:lnTo>
                  <a:pt x="306" y="2706"/>
                </a:lnTo>
                <a:lnTo>
                  <a:pt x="306" y="2707"/>
                </a:lnTo>
                <a:lnTo>
                  <a:pt x="306" y="2708"/>
                </a:lnTo>
                <a:lnTo>
                  <a:pt x="305" y="2708"/>
                </a:lnTo>
                <a:lnTo>
                  <a:pt x="304" y="2708"/>
                </a:lnTo>
                <a:lnTo>
                  <a:pt x="303" y="2708"/>
                </a:lnTo>
                <a:lnTo>
                  <a:pt x="302" y="2708"/>
                </a:lnTo>
                <a:lnTo>
                  <a:pt x="301" y="2708"/>
                </a:lnTo>
                <a:lnTo>
                  <a:pt x="300" y="2708"/>
                </a:lnTo>
                <a:lnTo>
                  <a:pt x="300" y="2709"/>
                </a:lnTo>
                <a:lnTo>
                  <a:pt x="299" y="2709"/>
                </a:lnTo>
                <a:lnTo>
                  <a:pt x="298" y="2709"/>
                </a:lnTo>
                <a:lnTo>
                  <a:pt x="298" y="2710"/>
                </a:lnTo>
                <a:lnTo>
                  <a:pt x="298" y="2709"/>
                </a:lnTo>
                <a:lnTo>
                  <a:pt x="298" y="2708"/>
                </a:lnTo>
                <a:lnTo>
                  <a:pt x="297" y="2708"/>
                </a:lnTo>
                <a:lnTo>
                  <a:pt x="296" y="2708"/>
                </a:lnTo>
                <a:lnTo>
                  <a:pt x="296" y="2707"/>
                </a:lnTo>
                <a:lnTo>
                  <a:pt x="295" y="2707"/>
                </a:lnTo>
                <a:lnTo>
                  <a:pt x="295" y="2706"/>
                </a:lnTo>
                <a:lnTo>
                  <a:pt x="294" y="2706"/>
                </a:lnTo>
                <a:lnTo>
                  <a:pt x="294" y="2705"/>
                </a:lnTo>
                <a:lnTo>
                  <a:pt x="294" y="2704"/>
                </a:lnTo>
                <a:lnTo>
                  <a:pt x="293" y="2704"/>
                </a:lnTo>
                <a:lnTo>
                  <a:pt x="293" y="2703"/>
                </a:lnTo>
                <a:lnTo>
                  <a:pt x="293" y="2702"/>
                </a:lnTo>
                <a:lnTo>
                  <a:pt x="292" y="2702"/>
                </a:lnTo>
                <a:lnTo>
                  <a:pt x="292" y="2701"/>
                </a:lnTo>
                <a:lnTo>
                  <a:pt x="291" y="2700"/>
                </a:lnTo>
                <a:lnTo>
                  <a:pt x="291" y="2699"/>
                </a:lnTo>
                <a:lnTo>
                  <a:pt x="292" y="2699"/>
                </a:lnTo>
                <a:lnTo>
                  <a:pt x="292" y="2698"/>
                </a:lnTo>
                <a:lnTo>
                  <a:pt x="291" y="2697"/>
                </a:lnTo>
                <a:lnTo>
                  <a:pt x="291" y="2696"/>
                </a:lnTo>
                <a:lnTo>
                  <a:pt x="291" y="2695"/>
                </a:lnTo>
                <a:lnTo>
                  <a:pt x="290" y="2695"/>
                </a:lnTo>
                <a:lnTo>
                  <a:pt x="289" y="2695"/>
                </a:lnTo>
                <a:lnTo>
                  <a:pt x="289" y="2694"/>
                </a:lnTo>
                <a:lnTo>
                  <a:pt x="288" y="2694"/>
                </a:lnTo>
                <a:lnTo>
                  <a:pt x="288" y="2693"/>
                </a:lnTo>
                <a:lnTo>
                  <a:pt x="287" y="2693"/>
                </a:lnTo>
                <a:lnTo>
                  <a:pt x="287" y="2694"/>
                </a:lnTo>
                <a:lnTo>
                  <a:pt x="286" y="2694"/>
                </a:lnTo>
                <a:lnTo>
                  <a:pt x="286" y="2693"/>
                </a:lnTo>
                <a:lnTo>
                  <a:pt x="286" y="2694"/>
                </a:lnTo>
                <a:lnTo>
                  <a:pt x="285" y="2694"/>
                </a:lnTo>
                <a:lnTo>
                  <a:pt x="284" y="2694"/>
                </a:lnTo>
                <a:lnTo>
                  <a:pt x="283" y="2694"/>
                </a:lnTo>
                <a:lnTo>
                  <a:pt x="282" y="2694"/>
                </a:lnTo>
                <a:lnTo>
                  <a:pt x="283" y="2693"/>
                </a:lnTo>
                <a:lnTo>
                  <a:pt x="282" y="2693"/>
                </a:lnTo>
                <a:lnTo>
                  <a:pt x="283" y="2693"/>
                </a:lnTo>
                <a:lnTo>
                  <a:pt x="283" y="2692"/>
                </a:lnTo>
                <a:lnTo>
                  <a:pt x="282" y="2692"/>
                </a:lnTo>
                <a:lnTo>
                  <a:pt x="283" y="2692"/>
                </a:lnTo>
                <a:lnTo>
                  <a:pt x="282" y="2692"/>
                </a:lnTo>
                <a:lnTo>
                  <a:pt x="282" y="2691"/>
                </a:lnTo>
                <a:lnTo>
                  <a:pt x="283" y="2691"/>
                </a:lnTo>
                <a:lnTo>
                  <a:pt x="283" y="2690"/>
                </a:lnTo>
                <a:lnTo>
                  <a:pt x="282" y="2690"/>
                </a:lnTo>
                <a:lnTo>
                  <a:pt x="283" y="2690"/>
                </a:lnTo>
                <a:lnTo>
                  <a:pt x="283" y="2689"/>
                </a:lnTo>
                <a:lnTo>
                  <a:pt x="283" y="2688"/>
                </a:lnTo>
                <a:lnTo>
                  <a:pt x="283" y="2687"/>
                </a:lnTo>
                <a:lnTo>
                  <a:pt x="282" y="2687"/>
                </a:lnTo>
                <a:lnTo>
                  <a:pt x="281" y="2687"/>
                </a:lnTo>
                <a:lnTo>
                  <a:pt x="280" y="2687"/>
                </a:lnTo>
                <a:lnTo>
                  <a:pt x="279" y="2687"/>
                </a:lnTo>
                <a:lnTo>
                  <a:pt x="279" y="2688"/>
                </a:lnTo>
                <a:lnTo>
                  <a:pt x="279" y="2689"/>
                </a:lnTo>
                <a:lnTo>
                  <a:pt x="278" y="2689"/>
                </a:lnTo>
                <a:lnTo>
                  <a:pt x="277" y="2689"/>
                </a:lnTo>
                <a:lnTo>
                  <a:pt x="277" y="2690"/>
                </a:lnTo>
                <a:lnTo>
                  <a:pt x="276" y="2690"/>
                </a:lnTo>
                <a:lnTo>
                  <a:pt x="275" y="2690"/>
                </a:lnTo>
                <a:lnTo>
                  <a:pt x="275" y="2691"/>
                </a:lnTo>
                <a:lnTo>
                  <a:pt x="275" y="2690"/>
                </a:lnTo>
                <a:lnTo>
                  <a:pt x="274" y="2690"/>
                </a:lnTo>
                <a:lnTo>
                  <a:pt x="274" y="2691"/>
                </a:lnTo>
                <a:lnTo>
                  <a:pt x="273" y="2691"/>
                </a:lnTo>
                <a:lnTo>
                  <a:pt x="273" y="2690"/>
                </a:lnTo>
                <a:lnTo>
                  <a:pt x="272" y="2690"/>
                </a:lnTo>
                <a:lnTo>
                  <a:pt x="272" y="2691"/>
                </a:lnTo>
                <a:lnTo>
                  <a:pt x="272" y="2690"/>
                </a:lnTo>
                <a:lnTo>
                  <a:pt x="272" y="2691"/>
                </a:lnTo>
                <a:lnTo>
                  <a:pt x="271" y="2691"/>
                </a:lnTo>
                <a:lnTo>
                  <a:pt x="270" y="2691"/>
                </a:lnTo>
                <a:lnTo>
                  <a:pt x="270" y="2692"/>
                </a:lnTo>
                <a:lnTo>
                  <a:pt x="270" y="2693"/>
                </a:lnTo>
                <a:lnTo>
                  <a:pt x="270" y="2694"/>
                </a:lnTo>
                <a:lnTo>
                  <a:pt x="271" y="2694"/>
                </a:lnTo>
                <a:lnTo>
                  <a:pt x="271" y="2695"/>
                </a:lnTo>
                <a:lnTo>
                  <a:pt x="271" y="2696"/>
                </a:lnTo>
                <a:lnTo>
                  <a:pt x="270" y="2696"/>
                </a:lnTo>
                <a:lnTo>
                  <a:pt x="270" y="2697"/>
                </a:lnTo>
                <a:lnTo>
                  <a:pt x="271" y="2697"/>
                </a:lnTo>
                <a:lnTo>
                  <a:pt x="270" y="2697"/>
                </a:lnTo>
                <a:lnTo>
                  <a:pt x="270" y="2698"/>
                </a:lnTo>
                <a:lnTo>
                  <a:pt x="270" y="2699"/>
                </a:lnTo>
                <a:lnTo>
                  <a:pt x="269" y="2699"/>
                </a:lnTo>
                <a:lnTo>
                  <a:pt x="268" y="2699"/>
                </a:lnTo>
                <a:lnTo>
                  <a:pt x="268" y="2698"/>
                </a:lnTo>
                <a:lnTo>
                  <a:pt x="267" y="2698"/>
                </a:lnTo>
                <a:lnTo>
                  <a:pt x="267" y="2697"/>
                </a:lnTo>
                <a:lnTo>
                  <a:pt x="266" y="2697"/>
                </a:lnTo>
                <a:lnTo>
                  <a:pt x="265" y="2697"/>
                </a:lnTo>
                <a:lnTo>
                  <a:pt x="264" y="2697"/>
                </a:lnTo>
                <a:lnTo>
                  <a:pt x="263" y="2697"/>
                </a:lnTo>
                <a:lnTo>
                  <a:pt x="263" y="2698"/>
                </a:lnTo>
                <a:lnTo>
                  <a:pt x="262" y="2698"/>
                </a:lnTo>
                <a:lnTo>
                  <a:pt x="261" y="2698"/>
                </a:lnTo>
                <a:lnTo>
                  <a:pt x="260" y="2698"/>
                </a:lnTo>
                <a:lnTo>
                  <a:pt x="260" y="2697"/>
                </a:lnTo>
                <a:lnTo>
                  <a:pt x="259" y="2697"/>
                </a:lnTo>
                <a:lnTo>
                  <a:pt x="259" y="2696"/>
                </a:lnTo>
                <a:lnTo>
                  <a:pt x="258" y="2696"/>
                </a:lnTo>
                <a:lnTo>
                  <a:pt x="259" y="2696"/>
                </a:lnTo>
                <a:lnTo>
                  <a:pt x="259" y="2695"/>
                </a:lnTo>
                <a:lnTo>
                  <a:pt x="258" y="2695"/>
                </a:lnTo>
                <a:lnTo>
                  <a:pt x="258" y="2694"/>
                </a:lnTo>
                <a:lnTo>
                  <a:pt x="258" y="2693"/>
                </a:lnTo>
                <a:lnTo>
                  <a:pt x="259" y="2693"/>
                </a:lnTo>
                <a:lnTo>
                  <a:pt x="259" y="2692"/>
                </a:lnTo>
                <a:lnTo>
                  <a:pt x="258" y="2692"/>
                </a:lnTo>
                <a:lnTo>
                  <a:pt x="258" y="2691"/>
                </a:lnTo>
                <a:lnTo>
                  <a:pt x="259" y="2691"/>
                </a:lnTo>
                <a:lnTo>
                  <a:pt x="259" y="2690"/>
                </a:lnTo>
                <a:lnTo>
                  <a:pt x="258" y="2690"/>
                </a:lnTo>
                <a:lnTo>
                  <a:pt x="258" y="2689"/>
                </a:lnTo>
                <a:lnTo>
                  <a:pt x="257" y="2689"/>
                </a:lnTo>
                <a:lnTo>
                  <a:pt x="257" y="2688"/>
                </a:lnTo>
                <a:lnTo>
                  <a:pt x="256" y="2688"/>
                </a:lnTo>
                <a:lnTo>
                  <a:pt x="256" y="2687"/>
                </a:lnTo>
                <a:lnTo>
                  <a:pt x="255" y="2687"/>
                </a:lnTo>
                <a:lnTo>
                  <a:pt x="255" y="2688"/>
                </a:lnTo>
                <a:lnTo>
                  <a:pt x="254" y="2688"/>
                </a:lnTo>
                <a:lnTo>
                  <a:pt x="253" y="2689"/>
                </a:lnTo>
                <a:lnTo>
                  <a:pt x="252" y="2688"/>
                </a:lnTo>
                <a:lnTo>
                  <a:pt x="251" y="2688"/>
                </a:lnTo>
                <a:lnTo>
                  <a:pt x="250" y="2688"/>
                </a:lnTo>
                <a:lnTo>
                  <a:pt x="249" y="2688"/>
                </a:lnTo>
                <a:lnTo>
                  <a:pt x="248" y="2688"/>
                </a:lnTo>
                <a:lnTo>
                  <a:pt x="247" y="2688"/>
                </a:lnTo>
                <a:lnTo>
                  <a:pt x="247" y="2687"/>
                </a:lnTo>
                <a:lnTo>
                  <a:pt x="246" y="2687"/>
                </a:lnTo>
                <a:lnTo>
                  <a:pt x="246" y="2686"/>
                </a:lnTo>
                <a:lnTo>
                  <a:pt x="245" y="2686"/>
                </a:lnTo>
                <a:lnTo>
                  <a:pt x="245" y="2685"/>
                </a:lnTo>
                <a:lnTo>
                  <a:pt x="245" y="2684"/>
                </a:lnTo>
                <a:lnTo>
                  <a:pt x="245" y="2683"/>
                </a:lnTo>
                <a:lnTo>
                  <a:pt x="244" y="2683"/>
                </a:lnTo>
                <a:lnTo>
                  <a:pt x="244" y="2682"/>
                </a:lnTo>
                <a:lnTo>
                  <a:pt x="243" y="2682"/>
                </a:lnTo>
                <a:lnTo>
                  <a:pt x="243" y="2681"/>
                </a:lnTo>
                <a:lnTo>
                  <a:pt x="242" y="2681"/>
                </a:lnTo>
                <a:lnTo>
                  <a:pt x="241" y="2681"/>
                </a:lnTo>
                <a:lnTo>
                  <a:pt x="241" y="2680"/>
                </a:lnTo>
                <a:lnTo>
                  <a:pt x="240" y="2680"/>
                </a:lnTo>
                <a:lnTo>
                  <a:pt x="239" y="2680"/>
                </a:lnTo>
                <a:lnTo>
                  <a:pt x="239" y="2679"/>
                </a:lnTo>
                <a:lnTo>
                  <a:pt x="239" y="2678"/>
                </a:lnTo>
                <a:lnTo>
                  <a:pt x="239" y="2677"/>
                </a:lnTo>
                <a:lnTo>
                  <a:pt x="238" y="2677"/>
                </a:lnTo>
                <a:lnTo>
                  <a:pt x="238" y="2676"/>
                </a:lnTo>
                <a:lnTo>
                  <a:pt x="238" y="2675"/>
                </a:lnTo>
                <a:lnTo>
                  <a:pt x="239" y="2675"/>
                </a:lnTo>
                <a:lnTo>
                  <a:pt x="239" y="2674"/>
                </a:lnTo>
                <a:lnTo>
                  <a:pt x="239" y="2673"/>
                </a:lnTo>
                <a:lnTo>
                  <a:pt x="239" y="2672"/>
                </a:lnTo>
                <a:lnTo>
                  <a:pt x="238" y="2672"/>
                </a:lnTo>
                <a:lnTo>
                  <a:pt x="238" y="2671"/>
                </a:lnTo>
                <a:lnTo>
                  <a:pt x="237" y="2671"/>
                </a:lnTo>
                <a:lnTo>
                  <a:pt x="237" y="2670"/>
                </a:lnTo>
                <a:lnTo>
                  <a:pt x="237" y="2669"/>
                </a:lnTo>
                <a:lnTo>
                  <a:pt x="238" y="2669"/>
                </a:lnTo>
                <a:lnTo>
                  <a:pt x="238" y="2668"/>
                </a:lnTo>
                <a:lnTo>
                  <a:pt x="239" y="2668"/>
                </a:lnTo>
                <a:lnTo>
                  <a:pt x="239" y="2667"/>
                </a:lnTo>
                <a:lnTo>
                  <a:pt x="240" y="2667"/>
                </a:lnTo>
                <a:lnTo>
                  <a:pt x="240" y="2666"/>
                </a:lnTo>
                <a:lnTo>
                  <a:pt x="241" y="2666"/>
                </a:lnTo>
                <a:lnTo>
                  <a:pt x="241" y="2665"/>
                </a:lnTo>
                <a:lnTo>
                  <a:pt x="241" y="2664"/>
                </a:lnTo>
                <a:lnTo>
                  <a:pt x="242" y="2664"/>
                </a:lnTo>
                <a:lnTo>
                  <a:pt x="241" y="2664"/>
                </a:lnTo>
                <a:lnTo>
                  <a:pt x="242" y="2664"/>
                </a:lnTo>
                <a:lnTo>
                  <a:pt x="242" y="2663"/>
                </a:lnTo>
                <a:lnTo>
                  <a:pt x="241" y="2663"/>
                </a:lnTo>
                <a:lnTo>
                  <a:pt x="242" y="2663"/>
                </a:lnTo>
                <a:lnTo>
                  <a:pt x="241" y="2663"/>
                </a:lnTo>
                <a:lnTo>
                  <a:pt x="242" y="2662"/>
                </a:lnTo>
                <a:lnTo>
                  <a:pt x="241" y="2662"/>
                </a:lnTo>
                <a:lnTo>
                  <a:pt x="241" y="2661"/>
                </a:lnTo>
                <a:lnTo>
                  <a:pt x="240" y="2661"/>
                </a:lnTo>
                <a:lnTo>
                  <a:pt x="239" y="2661"/>
                </a:lnTo>
                <a:lnTo>
                  <a:pt x="239" y="2660"/>
                </a:lnTo>
                <a:lnTo>
                  <a:pt x="239" y="2659"/>
                </a:lnTo>
                <a:lnTo>
                  <a:pt x="238" y="2658"/>
                </a:lnTo>
                <a:lnTo>
                  <a:pt x="238" y="2657"/>
                </a:lnTo>
                <a:lnTo>
                  <a:pt x="239" y="2657"/>
                </a:lnTo>
                <a:lnTo>
                  <a:pt x="239" y="2656"/>
                </a:lnTo>
                <a:lnTo>
                  <a:pt x="238" y="2656"/>
                </a:lnTo>
                <a:lnTo>
                  <a:pt x="237" y="2656"/>
                </a:lnTo>
                <a:lnTo>
                  <a:pt x="237" y="2655"/>
                </a:lnTo>
                <a:lnTo>
                  <a:pt x="237" y="2654"/>
                </a:lnTo>
                <a:lnTo>
                  <a:pt x="236" y="2654"/>
                </a:lnTo>
                <a:lnTo>
                  <a:pt x="237" y="2654"/>
                </a:lnTo>
                <a:lnTo>
                  <a:pt x="237" y="2653"/>
                </a:lnTo>
                <a:lnTo>
                  <a:pt x="237" y="2652"/>
                </a:lnTo>
                <a:lnTo>
                  <a:pt x="237" y="2651"/>
                </a:lnTo>
                <a:lnTo>
                  <a:pt x="236" y="2651"/>
                </a:lnTo>
                <a:lnTo>
                  <a:pt x="236" y="2650"/>
                </a:lnTo>
                <a:lnTo>
                  <a:pt x="235" y="2650"/>
                </a:lnTo>
                <a:lnTo>
                  <a:pt x="235" y="2649"/>
                </a:lnTo>
                <a:lnTo>
                  <a:pt x="234" y="2648"/>
                </a:lnTo>
                <a:lnTo>
                  <a:pt x="234" y="2647"/>
                </a:lnTo>
                <a:lnTo>
                  <a:pt x="234" y="2646"/>
                </a:lnTo>
                <a:lnTo>
                  <a:pt x="234" y="2645"/>
                </a:lnTo>
                <a:lnTo>
                  <a:pt x="234" y="2644"/>
                </a:lnTo>
                <a:lnTo>
                  <a:pt x="234" y="2643"/>
                </a:lnTo>
                <a:lnTo>
                  <a:pt x="233" y="2642"/>
                </a:lnTo>
                <a:lnTo>
                  <a:pt x="233" y="2641"/>
                </a:lnTo>
                <a:lnTo>
                  <a:pt x="232" y="2641"/>
                </a:lnTo>
                <a:lnTo>
                  <a:pt x="232" y="2642"/>
                </a:lnTo>
                <a:lnTo>
                  <a:pt x="232" y="2643"/>
                </a:lnTo>
                <a:lnTo>
                  <a:pt x="232" y="2644"/>
                </a:lnTo>
                <a:lnTo>
                  <a:pt x="231" y="2644"/>
                </a:lnTo>
                <a:lnTo>
                  <a:pt x="231" y="2643"/>
                </a:lnTo>
                <a:lnTo>
                  <a:pt x="230" y="2643"/>
                </a:lnTo>
                <a:lnTo>
                  <a:pt x="229" y="2643"/>
                </a:lnTo>
                <a:lnTo>
                  <a:pt x="228" y="2643"/>
                </a:lnTo>
                <a:lnTo>
                  <a:pt x="228" y="2642"/>
                </a:lnTo>
                <a:lnTo>
                  <a:pt x="228" y="2641"/>
                </a:lnTo>
                <a:lnTo>
                  <a:pt x="227" y="2641"/>
                </a:lnTo>
                <a:lnTo>
                  <a:pt x="226" y="2641"/>
                </a:lnTo>
                <a:lnTo>
                  <a:pt x="225" y="2641"/>
                </a:lnTo>
                <a:lnTo>
                  <a:pt x="225" y="2640"/>
                </a:lnTo>
                <a:lnTo>
                  <a:pt x="224" y="2640"/>
                </a:lnTo>
                <a:lnTo>
                  <a:pt x="224" y="2639"/>
                </a:lnTo>
                <a:lnTo>
                  <a:pt x="224" y="2638"/>
                </a:lnTo>
                <a:lnTo>
                  <a:pt x="224" y="2637"/>
                </a:lnTo>
                <a:lnTo>
                  <a:pt x="223" y="2637"/>
                </a:lnTo>
                <a:lnTo>
                  <a:pt x="224" y="2637"/>
                </a:lnTo>
                <a:lnTo>
                  <a:pt x="224" y="2636"/>
                </a:lnTo>
                <a:lnTo>
                  <a:pt x="224" y="2635"/>
                </a:lnTo>
                <a:lnTo>
                  <a:pt x="223" y="2635"/>
                </a:lnTo>
                <a:lnTo>
                  <a:pt x="224" y="2635"/>
                </a:lnTo>
                <a:lnTo>
                  <a:pt x="224" y="2634"/>
                </a:lnTo>
                <a:lnTo>
                  <a:pt x="224" y="2633"/>
                </a:lnTo>
                <a:lnTo>
                  <a:pt x="223" y="2633"/>
                </a:lnTo>
                <a:lnTo>
                  <a:pt x="223" y="2632"/>
                </a:lnTo>
                <a:lnTo>
                  <a:pt x="223" y="2631"/>
                </a:lnTo>
                <a:lnTo>
                  <a:pt x="224" y="2631"/>
                </a:lnTo>
                <a:lnTo>
                  <a:pt x="224" y="2630"/>
                </a:lnTo>
                <a:lnTo>
                  <a:pt x="224" y="2629"/>
                </a:lnTo>
                <a:lnTo>
                  <a:pt x="225" y="2629"/>
                </a:lnTo>
                <a:lnTo>
                  <a:pt x="225" y="2628"/>
                </a:lnTo>
                <a:lnTo>
                  <a:pt x="225" y="2627"/>
                </a:lnTo>
                <a:lnTo>
                  <a:pt x="226" y="2627"/>
                </a:lnTo>
                <a:lnTo>
                  <a:pt x="227" y="2627"/>
                </a:lnTo>
                <a:lnTo>
                  <a:pt x="227" y="2626"/>
                </a:lnTo>
                <a:lnTo>
                  <a:pt x="228" y="2626"/>
                </a:lnTo>
                <a:lnTo>
                  <a:pt x="228" y="2625"/>
                </a:lnTo>
                <a:lnTo>
                  <a:pt x="229" y="2625"/>
                </a:lnTo>
                <a:lnTo>
                  <a:pt x="229" y="2624"/>
                </a:lnTo>
                <a:lnTo>
                  <a:pt x="230" y="2624"/>
                </a:lnTo>
                <a:lnTo>
                  <a:pt x="230" y="2623"/>
                </a:lnTo>
                <a:lnTo>
                  <a:pt x="231" y="2623"/>
                </a:lnTo>
                <a:lnTo>
                  <a:pt x="230" y="2623"/>
                </a:lnTo>
                <a:lnTo>
                  <a:pt x="231" y="2623"/>
                </a:lnTo>
                <a:lnTo>
                  <a:pt x="230" y="2623"/>
                </a:lnTo>
                <a:lnTo>
                  <a:pt x="230" y="2622"/>
                </a:lnTo>
                <a:lnTo>
                  <a:pt x="229" y="2622"/>
                </a:lnTo>
                <a:lnTo>
                  <a:pt x="229" y="2621"/>
                </a:lnTo>
                <a:lnTo>
                  <a:pt x="229" y="2620"/>
                </a:lnTo>
                <a:lnTo>
                  <a:pt x="228" y="2620"/>
                </a:lnTo>
                <a:lnTo>
                  <a:pt x="229" y="2620"/>
                </a:lnTo>
                <a:lnTo>
                  <a:pt x="228" y="2620"/>
                </a:lnTo>
                <a:lnTo>
                  <a:pt x="228" y="2619"/>
                </a:lnTo>
                <a:lnTo>
                  <a:pt x="228" y="2618"/>
                </a:lnTo>
                <a:lnTo>
                  <a:pt x="228" y="2617"/>
                </a:lnTo>
                <a:lnTo>
                  <a:pt x="227" y="2617"/>
                </a:lnTo>
                <a:lnTo>
                  <a:pt x="226" y="2617"/>
                </a:lnTo>
                <a:lnTo>
                  <a:pt x="225" y="2617"/>
                </a:lnTo>
                <a:lnTo>
                  <a:pt x="225" y="2616"/>
                </a:lnTo>
                <a:lnTo>
                  <a:pt x="224" y="2616"/>
                </a:lnTo>
                <a:lnTo>
                  <a:pt x="225" y="2616"/>
                </a:lnTo>
                <a:lnTo>
                  <a:pt x="225" y="2615"/>
                </a:lnTo>
                <a:lnTo>
                  <a:pt x="224" y="2615"/>
                </a:lnTo>
                <a:lnTo>
                  <a:pt x="225" y="2615"/>
                </a:lnTo>
                <a:lnTo>
                  <a:pt x="225" y="2614"/>
                </a:lnTo>
                <a:lnTo>
                  <a:pt x="225" y="2613"/>
                </a:lnTo>
                <a:lnTo>
                  <a:pt x="225" y="2612"/>
                </a:lnTo>
                <a:lnTo>
                  <a:pt x="226" y="2612"/>
                </a:lnTo>
                <a:lnTo>
                  <a:pt x="226" y="2611"/>
                </a:lnTo>
                <a:lnTo>
                  <a:pt x="227" y="2610"/>
                </a:lnTo>
                <a:lnTo>
                  <a:pt x="228" y="2610"/>
                </a:lnTo>
                <a:lnTo>
                  <a:pt x="228" y="2609"/>
                </a:lnTo>
                <a:lnTo>
                  <a:pt x="228" y="2610"/>
                </a:lnTo>
                <a:lnTo>
                  <a:pt x="229" y="2610"/>
                </a:lnTo>
                <a:lnTo>
                  <a:pt x="230" y="2610"/>
                </a:lnTo>
                <a:lnTo>
                  <a:pt x="230" y="2609"/>
                </a:lnTo>
                <a:lnTo>
                  <a:pt x="231" y="2609"/>
                </a:lnTo>
                <a:lnTo>
                  <a:pt x="231" y="2610"/>
                </a:lnTo>
                <a:lnTo>
                  <a:pt x="232" y="2610"/>
                </a:lnTo>
                <a:lnTo>
                  <a:pt x="232" y="2609"/>
                </a:lnTo>
                <a:lnTo>
                  <a:pt x="233" y="2609"/>
                </a:lnTo>
                <a:lnTo>
                  <a:pt x="233" y="2608"/>
                </a:lnTo>
                <a:lnTo>
                  <a:pt x="234" y="2608"/>
                </a:lnTo>
                <a:lnTo>
                  <a:pt x="235" y="2608"/>
                </a:lnTo>
                <a:lnTo>
                  <a:pt x="236" y="2608"/>
                </a:lnTo>
                <a:lnTo>
                  <a:pt x="236" y="2607"/>
                </a:lnTo>
                <a:lnTo>
                  <a:pt x="237" y="2607"/>
                </a:lnTo>
                <a:lnTo>
                  <a:pt x="238" y="2607"/>
                </a:lnTo>
                <a:lnTo>
                  <a:pt x="238" y="2606"/>
                </a:lnTo>
                <a:lnTo>
                  <a:pt x="239" y="2606"/>
                </a:lnTo>
                <a:lnTo>
                  <a:pt x="239" y="2605"/>
                </a:lnTo>
                <a:lnTo>
                  <a:pt x="240" y="2605"/>
                </a:lnTo>
                <a:lnTo>
                  <a:pt x="241" y="2605"/>
                </a:lnTo>
                <a:lnTo>
                  <a:pt x="241" y="2604"/>
                </a:lnTo>
                <a:lnTo>
                  <a:pt x="241" y="2602"/>
                </a:lnTo>
                <a:lnTo>
                  <a:pt x="240" y="2602"/>
                </a:lnTo>
                <a:lnTo>
                  <a:pt x="240" y="2601"/>
                </a:lnTo>
                <a:lnTo>
                  <a:pt x="240" y="2600"/>
                </a:lnTo>
                <a:lnTo>
                  <a:pt x="239" y="2600"/>
                </a:lnTo>
                <a:lnTo>
                  <a:pt x="239" y="2599"/>
                </a:lnTo>
                <a:lnTo>
                  <a:pt x="238" y="2599"/>
                </a:lnTo>
                <a:lnTo>
                  <a:pt x="238" y="2598"/>
                </a:lnTo>
                <a:lnTo>
                  <a:pt x="238" y="2596"/>
                </a:lnTo>
                <a:lnTo>
                  <a:pt x="238" y="2595"/>
                </a:lnTo>
                <a:lnTo>
                  <a:pt x="239" y="2595"/>
                </a:lnTo>
                <a:lnTo>
                  <a:pt x="239" y="2594"/>
                </a:lnTo>
                <a:lnTo>
                  <a:pt x="239" y="2593"/>
                </a:lnTo>
                <a:lnTo>
                  <a:pt x="238" y="2593"/>
                </a:lnTo>
                <a:lnTo>
                  <a:pt x="238" y="2594"/>
                </a:lnTo>
                <a:lnTo>
                  <a:pt x="237" y="2594"/>
                </a:lnTo>
                <a:lnTo>
                  <a:pt x="237" y="2593"/>
                </a:lnTo>
                <a:lnTo>
                  <a:pt x="236" y="2593"/>
                </a:lnTo>
                <a:lnTo>
                  <a:pt x="235" y="2593"/>
                </a:lnTo>
                <a:lnTo>
                  <a:pt x="234" y="2593"/>
                </a:lnTo>
                <a:lnTo>
                  <a:pt x="234" y="2592"/>
                </a:lnTo>
                <a:lnTo>
                  <a:pt x="234" y="2591"/>
                </a:lnTo>
                <a:lnTo>
                  <a:pt x="235" y="2590"/>
                </a:lnTo>
                <a:lnTo>
                  <a:pt x="234" y="2590"/>
                </a:lnTo>
                <a:lnTo>
                  <a:pt x="234" y="2589"/>
                </a:lnTo>
                <a:lnTo>
                  <a:pt x="234" y="2588"/>
                </a:lnTo>
                <a:lnTo>
                  <a:pt x="234" y="2587"/>
                </a:lnTo>
                <a:lnTo>
                  <a:pt x="234" y="2586"/>
                </a:lnTo>
                <a:lnTo>
                  <a:pt x="233" y="2586"/>
                </a:lnTo>
                <a:lnTo>
                  <a:pt x="234" y="2586"/>
                </a:lnTo>
                <a:lnTo>
                  <a:pt x="233" y="2586"/>
                </a:lnTo>
                <a:lnTo>
                  <a:pt x="233" y="2585"/>
                </a:lnTo>
                <a:lnTo>
                  <a:pt x="234" y="2585"/>
                </a:lnTo>
                <a:lnTo>
                  <a:pt x="233" y="2585"/>
                </a:lnTo>
                <a:lnTo>
                  <a:pt x="233" y="2584"/>
                </a:lnTo>
                <a:lnTo>
                  <a:pt x="234" y="2584"/>
                </a:lnTo>
                <a:lnTo>
                  <a:pt x="234" y="2583"/>
                </a:lnTo>
                <a:lnTo>
                  <a:pt x="233" y="2583"/>
                </a:lnTo>
                <a:lnTo>
                  <a:pt x="233" y="2582"/>
                </a:lnTo>
                <a:lnTo>
                  <a:pt x="234" y="2582"/>
                </a:lnTo>
                <a:lnTo>
                  <a:pt x="234" y="2581"/>
                </a:lnTo>
                <a:lnTo>
                  <a:pt x="233" y="2581"/>
                </a:lnTo>
                <a:lnTo>
                  <a:pt x="233" y="2580"/>
                </a:lnTo>
                <a:lnTo>
                  <a:pt x="232" y="2579"/>
                </a:lnTo>
                <a:lnTo>
                  <a:pt x="232" y="2578"/>
                </a:lnTo>
                <a:lnTo>
                  <a:pt x="232" y="2577"/>
                </a:lnTo>
                <a:lnTo>
                  <a:pt x="231" y="2577"/>
                </a:lnTo>
                <a:lnTo>
                  <a:pt x="230" y="2577"/>
                </a:lnTo>
                <a:lnTo>
                  <a:pt x="230" y="2576"/>
                </a:lnTo>
                <a:lnTo>
                  <a:pt x="230" y="2575"/>
                </a:lnTo>
                <a:lnTo>
                  <a:pt x="229" y="2575"/>
                </a:lnTo>
                <a:lnTo>
                  <a:pt x="229" y="2574"/>
                </a:lnTo>
                <a:lnTo>
                  <a:pt x="228" y="2573"/>
                </a:lnTo>
                <a:lnTo>
                  <a:pt x="228" y="2572"/>
                </a:lnTo>
                <a:lnTo>
                  <a:pt x="228" y="2571"/>
                </a:lnTo>
                <a:lnTo>
                  <a:pt x="229" y="2570"/>
                </a:lnTo>
                <a:lnTo>
                  <a:pt x="229" y="2569"/>
                </a:lnTo>
                <a:lnTo>
                  <a:pt x="230" y="2569"/>
                </a:lnTo>
                <a:lnTo>
                  <a:pt x="230" y="2568"/>
                </a:lnTo>
                <a:lnTo>
                  <a:pt x="231" y="2568"/>
                </a:lnTo>
                <a:lnTo>
                  <a:pt x="231" y="2567"/>
                </a:lnTo>
                <a:lnTo>
                  <a:pt x="232" y="2567"/>
                </a:lnTo>
                <a:lnTo>
                  <a:pt x="233" y="2567"/>
                </a:lnTo>
                <a:lnTo>
                  <a:pt x="233" y="2566"/>
                </a:lnTo>
                <a:lnTo>
                  <a:pt x="234" y="2566"/>
                </a:lnTo>
                <a:lnTo>
                  <a:pt x="235" y="2566"/>
                </a:lnTo>
                <a:lnTo>
                  <a:pt x="236" y="2566"/>
                </a:lnTo>
                <a:lnTo>
                  <a:pt x="237" y="2566"/>
                </a:lnTo>
                <a:lnTo>
                  <a:pt x="238" y="2566"/>
                </a:lnTo>
                <a:lnTo>
                  <a:pt x="239" y="2566"/>
                </a:lnTo>
                <a:lnTo>
                  <a:pt x="240" y="2566"/>
                </a:lnTo>
                <a:lnTo>
                  <a:pt x="241" y="2565"/>
                </a:lnTo>
                <a:lnTo>
                  <a:pt x="240" y="2565"/>
                </a:lnTo>
                <a:lnTo>
                  <a:pt x="240" y="2564"/>
                </a:lnTo>
                <a:lnTo>
                  <a:pt x="241" y="2564"/>
                </a:lnTo>
                <a:lnTo>
                  <a:pt x="242" y="2563"/>
                </a:lnTo>
                <a:lnTo>
                  <a:pt x="242" y="2562"/>
                </a:lnTo>
                <a:lnTo>
                  <a:pt x="243" y="2562"/>
                </a:lnTo>
                <a:lnTo>
                  <a:pt x="244" y="2562"/>
                </a:lnTo>
                <a:lnTo>
                  <a:pt x="244" y="2561"/>
                </a:lnTo>
                <a:lnTo>
                  <a:pt x="244" y="2560"/>
                </a:lnTo>
                <a:lnTo>
                  <a:pt x="245" y="2560"/>
                </a:lnTo>
                <a:lnTo>
                  <a:pt x="245" y="2559"/>
                </a:lnTo>
                <a:lnTo>
                  <a:pt x="244" y="2559"/>
                </a:lnTo>
                <a:lnTo>
                  <a:pt x="243" y="2558"/>
                </a:lnTo>
                <a:lnTo>
                  <a:pt x="242" y="2558"/>
                </a:lnTo>
                <a:lnTo>
                  <a:pt x="242" y="2557"/>
                </a:lnTo>
                <a:lnTo>
                  <a:pt x="242" y="2556"/>
                </a:lnTo>
                <a:lnTo>
                  <a:pt x="242" y="2555"/>
                </a:lnTo>
                <a:lnTo>
                  <a:pt x="241" y="2555"/>
                </a:lnTo>
                <a:lnTo>
                  <a:pt x="241" y="2554"/>
                </a:lnTo>
                <a:lnTo>
                  <a:pt x="240" y="2554"/>
                </a:lnTo>
                <a:lnTo>
                  <a:pt x="240" y="2553"/>
                </a:lnTo>
                <a:lnTo>
                  <a:pt x="240" y="2552"/>
                </a:lnTo>
                <a:lnTo>
                  <a:pt x="239" y="2552"/>
                </a:lnTo>
                <a:lnTo>
                  <a:pt x="239" y="2551"/>
                </a:lnTo>
                <a:lnTo>
                  <a:pt x="238" y="2551"/>
                </a:lnTo>
                <a:lnTo>
                  <a:pt x="237" y="2551"/>
                </a:lnTo>
                <a:lnTo>
                  <a:pt x="237" y="2550"/>
                </a:lnTo>
                <a:lnTo>
                  <a:pt x="236" y="2550"/>
                </a:lnTo>
                <a:lnTo>
                  <a:pt x="236" y="2549"/>
                </a:lnTo>
                <a:lnTo>
                  <a:pt x="235" y="2549"/>
                </a:lnTo>
                <a:lnTo>
                  <a:pt x="235" y="2548"/>
                </a:lnTo>
                <a:lnTo>
                  <a:pt x="234" y="2548"/>
                </a:lnTo>
                <a:lnTo>
                  <a:pt x="234" y="2547"/>
                </a:lnTo>
                <a:lnTo>
                  <a:pt x="233" y="2547"/>
                </a:lnTo>
                <a:lnTo>
                  <a:pt x="233" y="2546"/>
                </a:lnTo>
                <a:lnTo>
                  <a:pt x="232" y="2546"/>
                </a:lnTo>
                <a:lnTo>
                  <a:pt x="231" y="2546"/>
                </a:lnTo>
                <a:lnTo>
                  <a:pt x="231" y="2545"/>
                </a:lnTo>
                <a:lnTo>
                  <a:pt x="230" y="2545"/>
                </a:lnTo>
                <a:lnTo>
                  <a:pt x="230" y="2544"/>
                </a:lnTo>
                <a:lnTo>
                  <a:pt x="229" y="2544"/>
                </a:lnTo>
                <a:lnTo>
                  <a:pt x="230" y="2544"/>
                </a:lnTo>
                <a:lnTo>
                  <a:pt x="230" y="2543"/>
                </a:lnTo>
                <a:lnTo>
                  <a:pt x="230" y="2542"/>
                </a:lnTo>
                <a:lnTo>
                  <a:pt x="231" y="2542"/>
                </a:lnTo>
                <a:lnTo>
                  <a:pt x="231" y="2541"/>
                </a:lnTo>
                <a:lnTo>
                  <a:pt x="232" y="2541"/>
                </a:lnTo>
                <a:lnTo>
                  <a:pt x="231" y="2541"/>
                </a:lnTo>
                <a:lnTo>
                  <a:pt x="231" y="2540"/>
                </a:lnTo>
                <a:lnTo>
                  <a:pt x="231" y="2539"/>
                </a:lnTo>
                <a:lnTo>
                  <a:pt x="230" y="2539"/>
                </a:lnTo>
                <a:lnTo>
                  <a:pt x="229" y="2539"/>
                </a:lnTo>
                <a:lnTo>
                  <a:pt x="228" y="2539"/>
                </a:lnTo>
                <a:lnTo>
                  <a:pt x="227" y="2539"/>
                </a:lnTo>
                <a:lnTo>
                  <a:pt x="226" y="2539"/>
                </a:lnTo>
                <a:lnTo>
                  <a:pt x="226" y="2538"/>
                </a:lnTo>
                <a:lnTo>
                  <a:pt x="226" y="2539"/>
                </a:lnTo>
                <a:lnTo>
                  <a:pt x="224" y="2539"/>
                </a:lnTo>
                <a:lnTo>
                  <a:pt x="224" y="2538"/>
                </a:lnTo>
                <a:lnTo>
                  <a:pt x="225" y="2538"/>
                </a:lnTo>
                <a:lnTo>
                  <a:pt x="225" y="2537"/>
                </a:lnTo>
                <a:lnTo>
                  <a:pt x="225" y="2536"/>
                </a:lnTo>
                <a:lnTo>
                  <a:pt x="226" y="2536"/>
                </a:lnTo>
                <a:lnTo>
                  <a:pt x="226" y="2535"/>
                </a:lnTo>
                <a:lnTo>
                  <a:pt x="226" y="2534"/>
                </a:lnTo>
                <a:lnTo>
                  <a:pt x="227" y="2534"/>
                </a:lnTo>
                <a:lnTo>
                  <a:pt x="227" y="2533"/>
                </a:lnTo>
                <a:lnTo>
                  <a:pt x="226" y="2533"/>
                </a:lnTo>
                <a:lnTo>
                  <a:pt x="226" y="2532"/>
                </a:lnTo>
                <a:lnTo>
                  <a:pt x="226" y="2531"/>
                </a:lnTo>
                <a:lnTo>
                  <a:pt x="225" y="2531"/>
                </a:lnTo>
                <a:lnTo>
                  <a:pt x="225" y="2530"/>
                </a:lnTo>
                <a:lnTo>
                  <a:pt x="225" y="2529"/>
                </a:lnTo>
                <a:lnTo>
                  <a:pt x="225" y="2528"/>
                </a:lnTo>
                <a:lnTo>
                  <a:pt x="225" y="2527"/>
                </a:lnTo>
                <a:lnTo>
                  <a:pt x="225" y="2526"/>
                </a:lnTo>
                <a:lnTo>
                  <a:pt x="224" y="2526"/>
                </a:lnTo>
                <a:lnTo>
                  <a:pt x="223" y="2526"/>
                </a:lnTo>
                <a:lnTo>
                  <a:pt x="223" y="2527"/>
                </a:lnTo>
                <a:lnTo>
                  <a:pt x="222" y="2527"/>
                </a:lnTo>
                <a:lnTo>
                  <a:pt x="221" y="2527"/>
                </a:lnTo>
                <a:lnTo>
                  <a:pt x="220" y="2527"/>
                </a:lnTo>
                <a:lnTo>
                  <a:pt x="220" y="2528"/>
                </a:lnTo>
                <a:lnTo>
                  <a:pt x="220" y="2527"/>
                </a:lnTo>
                <a:lnTo>
                  <a:pt x="219" y="2527"/>
                </a:lnTo>
                <a:lnTo>
                  <a:pt x="219" y="2526"/>
                </a:lnTo>
                <a:lnTo>
                  <a:pt x="219" y="2525"/>
                </a:lnTo>
                <a:lnTo>
                  <a:pt x="218" y="2525"/>
                </a:lnTo>
                <a:lnTo>
                  <a:pt x="218" y="2524"/>
                </a:lnTo>
                <a:lnTo>
                  <a:pt x="219" y="2524"/>
                </a:lnTo>
                <a:lnTo>
                  <a:pt x="219" y="2523"/>
                </a:lnTo>
                <a:lnTo>
                  <a:pt x="219" y="2522"/>
                </a:lnTo>
                <a:lnTo>
                  <a:pt x="219" y="2521"/>
                </a:lnTo>
                <a:lnTo>
                  <a:pt x="219" y="2520"/>
                </a:lnTo>
                <a:lnTo>
                  <a:pt x="219" y="2519"/>
                </a:lnTo>
                <a:lnTo>
                  <a:pt x="219" y="2518"/>
                </a:lnTo>
                <a:lnTo>
                  <a:pt x="218" y="2518"/>
                </a:lnTo>
                <a:lnTo>
                  <a:pt x="218" y="2517"/>
                </a:lnTo>
                <a:lnTo>
                  <a:pt x="219" y="2516"/>
                </a:lnTo>
                <a:lnTo>
                  <a:pt x="220" y="2516"/>
                </a:lnTo>
                <a:lnTo>
                  <a:pt x="221" y="2516"/>
                </a:lnTo>
                <a:lnTo>
                  <a:pt x="221" y="2515"/>
                </a:lnTo>
                <a:lnTo>
                  <a:pt x="222" y="2515"/>
                </a:lnTo>
                <a:lnTo>
                  <a:pt x="223" y="2515"/>
                </a:lnTo>
                <a:lnTo>
                  <a:pt x="223" y="2514"/>
                </a:lnTo>
                <a:lnTo>
                  <a:pt x="223" y="2515"/>
                </a:lnTo>
                <a:lnTo>
                  <a:pt x="224" y="2515"/>
                </a:lnTo>
                <a:lnTo>
                  <a:pt x="224" y="2514"/>
                </a:lnTo>
                <a:lnTo>
                  <a:pt x="224" y="2513"/>
                </a:lnTo>
                <a:lnTo>
                  <a:pt x="225" y="2513"/>
                </a:lnTo>
                <a:lnTo>
                  <a:pt x="226" y="2513"/>
                </a:lnTo>
                <a:lnTo>
                  <a:pt x="226" y="2512"/>
                </a:lnTo>
                <a:lnTo>
                  <a:pt x="227" y="2512"/>
                </a:lnTo>
                <a:lnTo>
                  <a:pt x="227" y="2511"/>
                </a:lnTo>
                <a:lnTo>
                  <a:pt x="226" y="2511"/>
                </a:lnTo>
                <a:lnTo>
                  <a:pt x="227" y="2511"/>
                </a:lnTo>
                <a:lnTo>
                  <a:pt x="227" y="2510"/>
                </a:lnTo>
                <a:lnTo>
                  <a:pt x="227" y="2509"/>
                </a:lnTo>
                <a:lnTo>
                  <a:pt x="228" y="2509"/>
                </a:lnTo>
                <a:lnTo>
                  <a:pt x="228" y="2508"/>
                </a:lnTo>
                <a:lnTo>
                  <a:pt x="229" y="2508"/>
                </a:lnTo>
                <a:lnTo>
                  <a:pt x="228" y="2508"/>
                </a:lnTo>
                <a:lnTo>
                  <a:pt x="229" y="2508"/>
                </a:lnTo>
                <a:lnTo>
                  <a:pt x="229" y="2507"/>
                </a:lnTo>
                <a:lnTo>
                  <a:pt x="230" y="2507"/>
                </a:lnTo>
                <a:lnTo>
                  <a:pt x="230" y="2506"/>
                </a:lnTo>
                <a:lnTo>
                  <a:pt x="230" y="2505"/>
                </a:lnTo>
                <a:lnTo>
                  <a:pt x="230" y="2504"/>
                </a:lnTo>
                <a:lnTo>
                  <a:pt x="229" y="2504"/>
                </a:lnTo>
                <a:lnTo>
                  <a:pt x="228" y="2504"/>
                </a:lnTo>
                <a:lnTo>
                  <a:pt x="228" y="2503"/>
                </a:lnTo>
                <a:lnTo>
                  <a:pt x="228" y="2502"/>
                </a:lnTo>
                <a:lnTo>
                  <a:pt x="228" y="2501"/>
                </a:lnTo>
                <a:lnTo>
                  <a:pt x="229" y="2501"/>
                </a:lnTo>
                <a:lnTo>
                  <a:pt x="229" y="2500"/>
                </a:lnTo>
                <a:lnTo>
                  <a:pt x="229" y="2499"/>
                </a:lnTo>
                <a:lnTo>
                  <a:pt x="229" y="2498"/>
                </a:lnTo>
                <a:lnTo>
                  <a:pt x="228" y="2498"/>
                </a:lnTo>
                <a:lnTo>
                  <a:pt x="228" y="2497"/>
                </a:lnTo>
                <a:lnTo>
                  <a:pt x="228" y="2496"/>
                </a:lnTo>
                <a:lnTo>
                  <a:pt x="227" y="2496"/>
                </a:lnTo>
                <a:lnTo>
                  <a:pt x="227" y="2495"/>
                </a:lnTo>
                <a:lnTo>
                  <a:pt x="228" y="2495"/>
                </a:lnTo>
                <a:lnTo>
                  <a:pt x="228" y="2494"/>
                </a:lnTo>
                <a:lnTo>
                  <a:pt x="229" y="2494"/>
                </a:lnTo>
                <a:lnTo>
                  <a:pt x="229" y="2493"/>
                </a:lnTo>
                <a:lnTo>
                  <a:pt x="230" y="2493"/>
                </a:lnTo>
                <a:lnTo>
                  <a:pt x="230" y="2492"/>
                </a:lnTo>
                <a:lnTo>
                  <a:pt x="230" y="2491"/>
                </a:lnTo>
                <a:lnTo>
                  <a:pt x="230" y="2490"/>
                </a:lnTo>
                <a:lnTo>
                  <a:pt x="231" y="2490"/>
                </a:lnTo>
                <a:lnTo>
                  <a:pt x="231" y="2489"/>
                </a:lnTo>
                <a:lnTo>
                  <a:pt x="231" y="2488"/>
                </a:lnTo>
                <a:lnTo>
                  <a:pt x="230" y="2488"/>
                </a:lnTo>
                <a:lnTo>
                  <a:pt x="230" y="2487"/>
                </a:lnTo>
                <a:lnTo>
                  <a:pt x="230" y="2486"/>
                </a:lnTo>
                <a:lnTo>
                  <a:pt x="229" y="2486"/>
                </a:lnTo>
                <a:lnTo>
                  <a:pt x="229" y="2485"/>
                </a:lnTo>
                <a:lnTo>
                  <a:pt x="230" y="2485"/>
                </a:lnTo>
                <a:lnTo>
                  <a:pt x="230" y="2484"/>
                </a:lnTo>
                <a:lnTo>
                  <a:pt x="229" y="2484"/>
                </a:lnTo>
                <a:lnTo>
                  <a:pt x="229" y="2483"/>
                </a:lnTo>
                <a:lnTo>
                  <a:pt x="229" y="2482"/>
                </a:lnTo>
                <a:lnTo>
                  <a:pt x="228" y="2482"/>
                </a:lnTo>
                <a:lnTo>
                  <a:pt x="228" y="2481"/>
                </a:lnTo>
                <a:lnTo>
                  <a:pt x="228" y="2480"/>
                </a:lnTo>
                <a:lnTo>
                  <a:pt x="228" y="2479"/>
                </a:lnTo>
                <a:lnTo>
                  <a:pt x="228" y="2478"/>
                </a:lnTo>
                <a:lnTo>
                  <a:pt x="227" y="2478"/>
                </a:lnTo>
                <a:lnTo>
                  <a:pt x="227" y="2477"/>
                </a:lnTo>
                <a:lnTo>
                  <a:pt x="227" y="2476"/>
                </a:lnTo>
                <a:lnTo>
                  <a:pt x="226" y="2476"/>
                </a:lnTo>
                <a:lnTo>
                  <a:pt x="226" y="2475"/>
                </a:lnTo>
                <a:lnTo>
                  <a:pt x="226" y="2474"/>
                </a:lnTo>
                <a:lnTo>
                  <a:pt x="227" y="2474"/>
                </a:lnTo>
                <a:lnTo>
                  <a:pt x="228" y="2474"/>
                </a:lnTo>
                <a:lnTo>
                  <a:pt x="228" y="2473"/>
                </a:lnTo>
                <a:lnTo>
                  <a:pt x="228" y="2472"/>
                </a:lnTo>
                <a:lnTo>
                  <a:pt x="229" y="2472"/>
                </a:lnTo>
                <a:lnTo>
                  <a:pt x="229" y="2471"/>
                </a:lnTo>
                <a:lnTo>
                  <a:pt x="230" y="2471"/>
                </a:lnTo>
                <a:lnTo>
                  <a:pt x="231" y="2471"/>
                </a:lnTo>
                <a:lnTo>
                  <a:pt x="232" y="2471"/>
                </a:lnTo>
                <a:lnTo>
                  <a:pt x="233" y="2471"/>
                </a:lnTo>
                <a:lnTo>
                  <a:pt x="234" y="2471"/>
                </a:lnTo>
                <a:lnTo>
                  <a:pt x="235" y="2471"/>
                </a:lnTo>
                <a:lnTo>
                  <a:pt x="236" y="2472"/>
                </a:lnTo>
                <a:lnTo>
                  <a:pt x="237" y="2472"/>
                </a:lnTo>
                <a:lnTo>
                  <a:pt x="237" y="2471"/>
                </a:lnTo>
                <a:lnTo>
                  <a:pt x="238" y="2471"/>
                </a:lnTo>
                <a:lnTo>
                  <a:pt x="238" y="2472"/>
                </a:lnTo>
                <a:lnTo>
                  <a:pt x="239" y="2472"/>
                </a:lnTo>
                <a:lnTo>
                  <a:pt x="239" y="2471"/>
                </a:lnTo>
                <a:lnTo>
                  <a:pt x="240" y="2470"/>
                </a:lnTo>
                <a:lnTo>
                  <a:pt x="241" y="2470"/>
                </a:lnTo>
                <a:lnTo>
                  <a:pt x="241" y="2469"/>
                </a:lnTo>
                <a:lnTo>
                  <a:pt x="241" y="2468"/>
                </a:lnTo>
                <a:lnTo>
                  <a:pt x="242" y="2468"/>
                </a:lnTo>
                <a:lnTo>
                  <a:pt x="243" y="2468"/>
                </a:lnTo>
                <a:lnTo>
                  <a:pt x="243" y="2467"/>
                </a:lnTo>
                <a:lnTo>
                  <a:pt x="243" y="2468"/>
                </a:lnTo>
                <a:lnTo>
                  <a:pt x="242" y="2468"/>
                </a:lnTo>
                <a:lnTo>
                  <a:pt x="242" y="2469"/>
                </a:lnTo>
                <a:lnTo>
                  <a:pt x="243" y="2469"/>
                </a:lnTo>
                <a:lnTo>
                  <a:pt x="244" y="2469"/>
                </a:lnTo>
                <a:lnTo>
                  <a:pt x="244" y="2468"/>
                </a:lnTo>
                <a:lnTo>
                  <a:pt x="245" y="2468"/>
                </a:lnTo>
                <a:lnTo>
                  <a:pt x="245" y="2469"/>
                </a:lnTo>
                <a:lnTo>
                  <a:pt x="246" y="2469"/>
                </a:lnTo>
                <a:lnTo>
                  <a:pt x="246" y="2468"/>
                </a:lnTo>
                <a:lnTo>
                  <a:pt x="246" y="2469"/>
                </a:lnTo>
                <a:lnTo>
                  <a:pt x="247" y="2469"/>
                </a:lnTo>
                <a:lnTo>
                  <a:pt x="247" y="2468"/>
                </a:lnTo>
                <a:lnTo>
                  <a:pt x="247" y="2469"/>
                </a:lnTo>
                <a:lnTo>
                  <a:pt x="248" y="2469"/>
                </a:lnTo>
                <a:lnTo>
                  <a:pt x="248" y="2468"/>
                </a:lnTo>
                <a:lnTo>
                  <a:pt x="248" y="2467"/>
                </a:lnTo>
                <a:lnTo>
                  <a:pt x="249" y="2467"/>
                </a:lnTo>
                <a:lnTo>
                  <a:pt x="250" y="2467"/>
                </a:lnTo>
                <a:lnTo>
                  <a:pt x="251" y="2467"/>
                </a:lnTo>
                <a:lnTo>
                  <a:pt x="251" y="2468"/>
                </a:lnTo>
                <a:lnTo>
                  <a:pt x="252" y="2468"/>
                </a:lnTo>
                <a:lnTo>
                  <a:pt x="252" y="2469"/>
                </a:lnTo>
                <a:lnTo>
                  <a:pt x="253" y="2469"/>
                </a:lnTo>
                <a:lnTo>
                  <a:pt x="254" y="2469"/>
                </a:lnTo>
                <a:lnTo>
                  <a:pt x="254" y="2468"/>
                </a:lnTo>
                <a:lnTo>
                  <a:pt x="254" y="2467"/>
                </a:lnTo>
                <a:lnTo>
                  <a:pt x="255" y="2467"/>
                </a:lnTo>
                <a:lnTo>
                  <a:pt x="256" y="2467"/>
                </a:lnTo>
                <a:lnTo>
                  <a:pt x="257" y="2467"/>
                </a:lnTo>
                <a:lnTo>
                  <a:pt x="257" y="2466"/>
                </a:lnTo>
                <a:lnTo>
                  <a:pt x="259" y="2466"/>
                </a:lnTo>
                <a:lnTo>
                  <a:pt x="260" y="2466"/>
                </a:lnTo>
                <a:lnTo>
                  <a:pt x="260" y="2465"/>
                </a:lnTo>
                <a:lnTo>
                  <a:pt x="261" y="2465"/>
                </a:lnTo>
                <a:lnTo>
                  <a:pt x="261" y="2464"/>
                </a:lnTo>
                <a:lnTo>
                  <a:pt x="262" y="2464"/>
                </a:lnTo>
                <a:lnTo>
                  <a:pt x="263" y="2464"/>
                </a:lnTo>
                <a:lnTo>
                  <a:pt x="264" y="2464"/>
                </a:lnTo>
                <a:lnTo>
                  <a:pt x="265" y="2463"/>
                </a:lnTo>
                <a:lnTo>
                  <a:pt x="265" y="2462"/>
                </a:lnTo>
                <a:lnTo>
                  <a:pt x="265" y="2463"/>
                </a:lnTo>
                <a:lnTo>
                  <a:pt x="266" y="2463"/>
                </a:lnTo>
                <a:lnTo>
                  <a:pt x="266" y="2462"/>
                </a:lnTo>
                <a:lnTo>
                  <a:pt x="267" y="2462"/>
                </a:lnTo>
                <a:lnTo>
                  <a:pt x="267" y="2463"/>
                </a:lnTo>
                <a:lnTo>
                  <a:pt x="268" y="2463"/>
                </a:lnTo>
                <a:lnTo>
                  <a:pt x="268" y="2464"/>
                </a:lnTo>
                <a:lnTo>
                  <a:pt x="267" y="2464"/>
                </a:lnTo>
                <a:lnTo>
                  <a:pt x="267" y="2465"/>
                </a:lnTo>
                <a:lnTo>
                  <a:pt x="268" y="2465"/>
                </a:lnTo>
                <a:lnTo>
                  <a:pt x="268" y="2466"/>
                </a:lnTo>
                <a:lnTo>
                  <a:pt x="267" y="2466"/>
                </a:lnTo>
                <a:lnTo>
                  <a:pt x="267" y="2467"/>
                </a:lnTo>
                <a:lnTo>
                  <a:pt x="267" y="2468"/>
                </a:lnTo>
                <a:lnTo>
                  <a:pt x="266" y="2468"/>
                </a:lnTo>
                <a:lnTo>
                  <a:pt x="266" y="2469"/>
                </a:lnTo>
                <a:lnTo>
                  <a:pt x="266" y="2470"/>
                </a:lnTo>
                <a:lnTo>
                  <a:pt x="267" y="2470"/>
                </a:lnTo>
                <a:lnTo>
                  <a:pt x="267" y="2471"/>
                </a:lnTo>
                <a:lnTo>
                  <a:pt x="266" y="2471"/>
                </a:lnTo>
                <a:lnTo>
                  <a:pt x="267" y="2472"/>
                </a:lnTo>
                <a:lnTo>
                  <a:pt x="268" y="2472"/>
                </a:lnTo>
                <a:lnTo>
                  <a:pt x="268" y="2473"/>
                </a:lnTo>
                <a:lnTo>
                  <a:pt x="268" y="2475"/>
                </a:lnTo>
                <a:lnTo>
                  <a:pt x="269" y="2475"/>
                </a:lnTo>
                <a:lnTo>
                  <a:pt x="269" y="2476"/>
                </a:lnTo>
                <a:lnTo>
                  <a:pt x="268" y="2476"/>
                </a:lnTo>
                <a:lnTo>
                  <a:pt x="268" y="2477"/>
                </a:lnTo>
                <a:lnTo>
                  <a:pt x="268" y="2478"/>
                </a:lnTo>
                <a:lnTo>
                  <a:pt x="267" y="2478"/>
                </a:lnTo>
                <a:lnTo>
                  <a:pt x="267" y="2479"/>
                </a:lnTo>
                <a:lnTo>
                  <a:pt x="266" y="2479"/>
                </a:lnTo>
                <a:lnTo>
                  <a:pt x="265" y="2479"/>
                </a:lnTo>
                <a:lnTo>
                  <a:pt x="265" y="2480"/>
                </a:lnTo>
                <a:lnTo>
                  <a:pt x="265" y="2481"/>
                </a:lnTo>
                <a:lnTo>
                  <a:pt x="264" y="2481"/>
                </a:lnTo>
                <a:lnTo>
                  <a:pt x="265" y="2481"/>
                </a:lnTo>
                <a:lnTo>
                  <a:pt x="265" y="2482"/>
                </a:lnTo>
                <a:lnTo>
                  <a:pt x="264" y="2482"/>
                </a:lnTo>
                <a:lnTo>
                  <a:pt x="265" y="2483"/>
                </a:lnTo>
                <a:lnTo>
                  <a:pt x="265" y="2484"/>
                </a:lnTo>
                <a:lnTo>
                  <a:pt x="265" y="2485"/>
                </a:lnTo>
                <a:lnTo>
                  <a:pt x="264" y="2485"/>
                </a:lnTo>
                <a:lnTo>
                  <a:pt x="265" y="2485"/>
                </a:lnTo>
                <a:lnTo>
                  <a:pt x="265" y="2486"/>
                </a:lnTo>
                <a:lnTo>
                  <a:pt x="264" y="2486"/>
                </a:lnTo>
                <a:lnTo>
                  <a:pt x="265" y="2486"/>
                </a:lnTo>
                <a:lnTo>
                  <a:pt x="264" y="2486"/>
                </a:lnTo>
                <a:lnTo>
                  <a:pt x="264" y="2487"/>
                </a:lnTo>
                <a:lnTo>
                  <a:pt x="265" y="2487"/>
                </a:lnTo>
                <a:lnTo>
                  <a:pt x="265" y="2488"/>
                </a:lnTo>
                <a:lnTo>
                  <a:pt x="265" y="2489"/>
                </a:lnTo>
                <a:lnTo>
                  <a:pt x="265" y="2490"/>
                </a:lnTo>
                <a:lnTo>
                  <a:pt x="264" y="2490"/>
                </a:lnTo>
                <a:lnTo>
                  <a:pt x="264" y="2492"/>
                </a:lnTo>
                <a:lnTo>
                  <a:pt x="264" y="2493"/>
                </a:lnTo>
                <a:lnTo>
                  <a:pt x="265" y="2493"/>
                </a:lnTo>
                <a:lnTo>
                  <a:pt x="265" y="2494"/>
                </a:lnTo>
                <a:lnTo>
                  <a:pt x="266" y="2494"/>
                </a:lnTo>
                <a:lnTo>
                  <a:pt x="265" y="2495"/>
                </a:lnTo>
                <a:lnTo>
                  <a:pt x="266" y="2495"/>
                </a:lnTo>
                <a:lnTo>
                  <a:pt x="266" y="2496"/>
                </a:lnTo>
                <a:lnTo>
                  <a:pt x="265" y="2496"/>
                </a:lnTo>
                <a:lnTo>
                  <a:pt x="266" y="2496"/>
                </a:lnTo>
                <a:lnTo>
                  <a:pt x="266" y="2497"/>
                </a:lnTo>
                <a:lnTo>
                  <a:pt x="266" y="2498"/>
                </a:lnTo>
                <a:lnTo>
                  <a:pt x="265" y="2498"/>
                </a:lnTo>
                <a:lnTo>
                  <a:pt x="266" y="2498"/>
                </a:lnTo>
                <a:lnTo>
                  <a:pt x="266" y="2499"/>
                </a:lnTo>
                <a:lnTo>
                  <a:pt x="266" y="2500"/>
                </a:lnTo>
                <a:lnTo>
                  <a:pt x="267" y="2500"/>
                </a:lnTo>
                <a:lnTo>
                  <a:pt x="268" y="2500"/>
                </a:lnTo>
                <a:lnTo>
                  <a:pt x="268" y="2501"/>
                </a:lnTo>
                <a:lnTo>
                  <a:pt x="267" y="2501"/>
                </a:lnTo>
                <a:lnTo>
                  <a:pt x="267" y="2502"/>
                </a:lnTo>
                <a:lnTo>
                  <a:pt x="268" y="2502"/>
                </a:lnTo>
                <a:lnTo>
                  <a:pt x="268" y="2503"/>
                </a:lnTo>
                <a:lnTo>
                  <a:pt x="269" y="2503"/>
                </a:lnTo>
                <a:lnTo>
                  <a:pt x="270" y="2503"/>
                </a:lnTo>
                <a:lnTo>
                  <a:pt x="271" y="2503"/>
                </a:lnTo>
                <a:lnTo>
                  <a:pt x="271" y="2504"/>
                </a:lnTo>
                <a:lnTo>
                  <a:pt x="271" y="2505"/>
                </a:lnTo>
                <a:lnTo>
                  <a:pt x="272" y="2505"/>
                </a:lnTo>
                <a:lnTo>
                  <a:pt x="272" y="2506"/>
                </a:lnTo>
                <a:lnTo>
                  <a:pt x="273" y="2506"/>
                </a:lnTo>
                <a:lnTo>
                  <a:pt x="273" y="2505"/>
                </a:lnTo>
                <a:lnTo>
                  <a:pt x="273" y="2506"/>
                </a:lnTo>
                <a:lnTo>
                  <a:pt x="274" y="2506"/>
                </a:lnTo>
                <a:lnTo>
                  <a:pt x="274" y="2507"/>
                </a:lnTo>
                <a:lnTo>
                  <a:pt x="274" y="2508"/>
                </a:lnTo>
                <a:lnTo>
                  <a:pt x="273" y="2508"/>
                </a:lnTo>
                <a:lnTo>
                  <a:pt x="273" y="2509"/>
                </a:lnTo>
                <a:lnTo>
                  <a:pt x="274" y="2509"/>
                </a:lnTo>
                <a:lnTo>
                  <a:pt x="274" y="2510"/>
                </a:lnTo>
                <a:lnTo>
                  <a:pt x="275" y="2511"/>
                </a:lnTo>
                <a:lnTo>
                  <a:pt x="276" y="2511"/>
                </a:lnTo>
                <a:lnTo>
                  <a:pt x="276" y="2512"/>
                </a:lnTo>
                <a:lnTo>
                  <a:pt x="276" y="2513"/>
                </a:lnTo>
                <a:lnTo>
                  <a:pt x="277" y="2513"/>
                </a:lnTo>
                <a:lnTo>
                  <a:pt x="277" y="2514"/>
                </a:lnTo>
                <a:lnTo>
                  <a:pt x="278" y="2514"/>
                </a:lnTo>
                <a:lnTo>
                  <a:pt x="278" y="2515"/>
                </a:lnTo>
                <a:lnTo>
                  <a:pt x="279" y="2516"/>
                </a:lnTo>
                <a:lnTo>
                  <a:pt x="279" y="2515"/>
                </a:lnTo>
                <a:lnTo>
                  <a:pt x="280" y="2515"/>
                </a:lnTo>
                <a:lnTo>
                  <a:pt x="280" y="2514"/>
                </a:lnTo>
                <a:lnTo>
                  <a:pt x="281" y="2514"/>
                </a:lnTo>
                <a:lnTo>
                  <a:pt x="281" y="2513"/>
                </a:lnTo>
                <a:lnTo>
                  <a:pt x="282" y="2513"/>
                </a:lnTo>
                <a:lnTo>
                  <a:pt x="282" y="2512"/>
                </a:lnTo>
                <a:lnTo>
                  <a:pt x="283" y="2512"/>
                </a:lnTo>
                <a:lnTo>
                  <a:pt x="284" y="2512"/>
                </a:lnTo>
                <a:lnTo>
                  <a:pt x="284" y="2511"/>
                </a:lnTo>
                <a:lnTo>
                  <a:pt x="285" y="2511"/>
                </a:lnTo>
                <a:lnTo>
                  <a:pt x="286" y="2511"/>
                </a:lnTo>
                <a:lnTo>
                  <a:pt x="286" y="2512"/>
                </a:lnTo>
                <a:lnTo>
                  <a:pt x="287" y="2512"/>
                </a:lnTo>
                <a:lnTo>
                  <a:pt x="288" y="2512"/>
                </a:lnTo>
                <a:lnTo>
                  <a:pt x="289" y="2512"/>
                </a:lnTo>
                <a:lnTo>
                  <a:pt x="290" y="2512"/>
                </a:lnTo>
                <a:lnTo>
                  <a:pt x="291" y="2512"/>
                </a:lnTo>
                <a:lnTo>
                  <a:pt x="291" y="2513"/>
                </a:lnTo>
                <a:lnTo>
                  <a:pt x="292" y="2513"/>
                </a:lnTo>
                <a:lnTo>
                  <a:pt x="292" y="2514"/>
                </a:lnTo>
                <a:lnTo>
                  <a:pt x="292" y="2515"/>
                </a:lnTo>
                <a:lnTo>
                  <a:pt x="293" y="2515"/>
                </a:lnTo>
                <a:lnTo>
                  <a:pt x="294" y="2515"/>
                </a:lnTo>
                <a:lnTo>
                  <a:pt x="294" y="2514"/>
                </a:lnTo>
                <a:lnTo>
                  <a:pt x="294" y="2513"/>
                </a:lnTo>
                <a:lnTo>
                  <a:pt x="295" y="2513"/>
                </a:lnTo>
                <a:lnTo>
                  <a:pt x="294" y="2513"/>
                </a:lnTo>
                <a:lnTo>
                  <a:pt x="294" y="2512"/>
                </a:lnTo>
                <a:lnTo>
                  <a:pt x="295" y="2512"/>
                </a:lnTo>
                <a:lnTo>
                  <a:pt x="295" y="2511"/>
                </a:lnTo>
                <a:lnTo>
                  <a:pt x="295" y="2510"/>
                </a:lnTo>
                <a:lnTo>
                  <a:pt x="296" y="2510"/>
                </a:lnTo>
                <a:lnTo>
                  <a:pt x="297" y="2510"/>
                </a:lnTo>
                <a:lnTo>
                  <a:pt x="298" y="2510"/>
                </a:lnTo>
                <a:lnTo>
                  <a:pt x="298" y="2509"/>
                </a:lnTo>
                <a:lnTo>
                  <a:pt x="298" y="2508"/>
                </a:lnTo>
                <a:lnTo>
                  <a:pt x="298" y="2507"/>
                </a:lnTo>
                <a:lnTo>
                  <a:pt x="297" y="2507"/>
                </a:lnTo>
                <a:lnTo>
                  <a:pt x="298" y="2507"/>
                </a:lnTo>
                <a:lnTo>
                  <a:pt x="298" y="2506"/>
                </a:lnTo>
                <a:lnTo>
                  <a:pt x="298" y="2505"/>
                </a:lnTo>
                <a:lnTo>
                  <a:pt x="299" y="2505"/>
                </a:lnTo>
                <a:lnTo>
                  <a:pt x="299" y="2504"/>
                </a:lnTo>
                <a:lnTo>
                  <a:pt x="300" y="2504"/>
                </a:lnTo>
                <a:lnTo>
                  <a:pt x="300" y="2503"/>
                </a:lnTo>
                <a:lnTo>
                  <a:pt x="300" y="2502"/>
                </a:lnTo>
                <a:lnTo>
                  <a:pt x="301" y="2502"/>
                </a:lnTo>
                <a:lnTo>
                  <a:pt x="302" y="2503"/>
                </a:lnTo>
                <a:lnTo>
                  <a:pt x="302" y="2502"/>
                </a:lnTo>
                <a:lnTo>
                  <a:pt x="303" y="2502"/>
                </a:lnTo>
                <a:lnTo>
                  <a:pt x="303" y="2501"/>
                </a:lnTo>
                <a:lnTo>
                  <a:pt x="304" y="2501"/>
                </a:lnTo>
                <a:lnTo>
                  <a:pt x="305" y="2501"/>
                </a:lnTo>
                <a:lnTo>
                  <a:pt x="306" y="2501"/>
                </a:lnTo>
                <a:lnTo>
                  <a:pt x="306" y="2500"/>
                </a:lnTo>
                <a:lnTo>
                  <a:pt x="307" y="2500"/>
                </a:lnTo>
                <a:lnTo>
                  <a:pt x="307" y="2499"/>
                </a:lnTo>
                <a:lnTo>
                  <a:pt x="308" y="2499"/>
                </a:lnTo>
                <a:lnTo>
                  <a:pt x="308" y="2500"/>
                </a:lnTo>
                <a:lnTo>
                  <a:pt x="309" y="2500"/>
                </a:lnTo>
                <a:lnTo>
                  <a:pt x="310" y="2500"/>
                </a:lnTo>
                <a:lnTo>
                  <a:pt x="310" y="2501"/>
                </a:lnTo>
                <a:lnTo>
                  <a:pt x="311" y="2501"/>
                </a:lnTo>
                <a:lnTo>
                  <a:pt x="311" y="2500"/>
                </a:lnTo>
                <a:lnTo>
                  <a:pt x="311" y="2499"/>
                </a:lnTo>
                <a:lnTo>
                  <a:pt x="312" y="2499"/>
                </a:lnTo>
                <a:lnTo>
                  <a:pt x="312" y="2500"/>
                </a:lnTo>
                <a:lnTo>
                  <a:pt x="313" y="2500"/>
                </a:lnTo>
                <a:lnTo>
                  <a:pt x="313" y="2501"/>
                </a:lnTo>
                <a:lnTo>
                  <a:pt x="314" y="2501"/>
                </a:lnTo>
                <a:lnTo>
                  <a:pt x="314" y="2500"/>
                </a:lnTo>
                <a:lnTo>
                  <a:pt x="314" y="2499"/>
                </a:lnTo>
                <a:lnTo>
                  <a:pt x="315" y="2499"/>
                </a:lnTo>
                <a:lnTo>
                  <a:pt x="315" y="2498"/>
                </a:lnTo>
                <a:lnTo>
                  <a:pt x="315" y="2499"/>
                </a:lnTo>
                <a:lnTo>
                  <a:pt x="316" y="2499"/>
                </a:lnTo>
                <a:lnTo>
                  <a:pt x="316" y="2498"/>
                </a:lnTo>
                <a:lnTo>
                  <a:pt x="317" y="2498"/>
                </a:lnTo>
                <a:lnTo>
                  <a:pt x="317" y="2497"/>
                </a:lnTo>
                <a:lnTo>
                  <a:pt x="318" y="2497"/>
                </a:lnTo>
                <a:lnTo>
                  <a:pt x="318" y="2496"/>
                </a:lnTo>
                <a:lnTo>
                  <a:pt x="317" y="2496"/>
                </a:lnTo>
                <a:lnTo>
                  <a:pt x="317" y="2495"/>
                </a:lnTo>
                <a:lnTo>
                  <a:pt x="318" y="2495"/>
                </a:lnTo>
                <a:lnTo>
                  <a:pt x="319" y="2494"/>
                </a:lnTo>
                <a:lnTo>
                  <a:pt x="319" y="2493"/>
                </a:lnTo>
                <a:lnTo>
                  <a:pt x="320" y="2493"/>
                </a:lnTo>
                <a:lnTo>
                  <a:pt x="321" y="2493"/>
                </a:lnTo>
                <a:lnTo>
                  <a:pt x="320" y="2492"/>
                </a:lnTo>
                <a:lnTo>
                  <a:pt x="321" y="2492"/>
                </a:lnTo>
                <a:lnTo>
                  <a:pt x="321" y="2491"/>
                </a:lnTo>
                <a:lnTo>
                  <a:pt x="321" y="2492"/>
                </a:lnTo>
                <a:lnTo>
                  <a:pt x="322" y="2492"/>
                </a:lnTo>
                <a:lnTo>
                  <a:pt x="322" y="2491"/>
                </a:lnTo>
                <a:lnTo>
                  <a:pt x="322" y="2490"/>
                </a:lnTo>
                <a:lnTo>
                  <a:pt x="322" y="2489"/>
                </a:lnTo>
                <a:lnTo>
                  <a:pt x="322" y="2488"/>
                </a:lnTo>
                <a:lnTo>
                  <a:pt x="322" y="2487"/>
                </a:lnTo>
                <a:lnTo>
                  <a:pt x="323" y="2487"/>
                </a:lnTo>
                <a:lnTo>
                  <a:pt x="323" y="2486"/>
                </a:lnTo>
                <a:lnTo>
                  <a:pt x="322" y="2486"/>
                </a:lnTo>
                <a:lnTo>
                  <a:pt x="322" y="2485"/>
                </a:lnTo>
                <a:lnTo>
                  <a:pt x="322" y="2484"/>
                </a:lnTo>
                <a:lnTo>
                  <a:pt x="321" y="2484"/>
                </a:lnTo>
                <a:lnTo>
                  <a:pt x="321" y="2483"/>
                </a:lnTo>
                <a:lnTo>
                  <a:pt x="322" y="2483"/>
                </a:lnTo>
                <a:lnTo>
                  <a:pt x="321" y="2483"/>
                </a:lnTo>
                <a:lnTo>
                  <a:pt x="321" y="2482"/>
                </a:lnTo>
                <a:lnTo>
                  <a:pt x="321" y="2481"/>
                </a:lnTo>
                <a:lnTo>
                  <a:pt x="321" y="2480"/>
                </a:lnTo>
                <a:lnTo>
                  <a:pt x="322" y="2480"/>
                </a:lnTo>
                <a:lnTo>
                  <a:pt x="323" y="2480"/>
                </a:lnTo>
                <a:lnTo>
                  <a:pt x="322" y="2480"/>
                </a:lnTo>
                <a:lnTo>
                  <a:pt x="323" y="2480"/>
                </a:lnTo>
                <a:lnTo>
                  <a:pt x="323" y="2479"/>
                </a:lnTo>
                <a:lnTo>
                  <a:pt x="324" y="2479"/>
                </a:lnTo>
                <a:lnTo>
                  <a:pt x="324" y="2478"/>
                </a:lnTo>
                <a:lnTo>
                  <a:pt x="323" y="2478"/>
                </a:lnTo>
                <a:lnTo>
                  <a:pt x="323" y="2477"/>
                </a:lnTo>
                <a:lnTo>
                  <a:pt x="324" y="2477"/>
                </a:lnTo>
                <a:lnTo>
                  <a:pt x="325" y="2477"/>
                </a:lnTo>
                <a:lnTo>
                  <a:pt x="325" y="2476"/>
                </a:lnTo>
                <a:lnTo>
                  <a:pt x="326" y="2475"/>
                </a:lnTo>
                <a:lnTo>
                  <a:pt x="325" y="2475"/>
                </a:lnTo>
                <a:lnTo>
                  <a:pt x="325" y="2474"/>
                </a:lnTo>
                <a:lnTo>
                  <a:pt x="325" y="2473"/>
                </a:lnTo>
                <a:lnTo>
                  <a:pt x="325" y="2472"/>
                </a:lnTo>
                <a:lnTo>
                  <a:pt x="325" y="2471"/>
                </a:lnTo>
                <a:lnTo>
                  <a:pt x="325" y="2470"/>
                </a:lnTo>
                <a:lnTo>
                  <a:pt x="325" y="2469"/>
                </a:lnTo>
                <a:lnTo>
                  <a:pt x="325" y="2468"/>
                </a:lnTo>
                <a:lnTo>
                  <a:pt x="324" y="2467"/>
                </a:lnTo>
                <a:lnTo>
                  <a:pt x="323" y="2467"/>
                </a:lnTo>
                <a:lnTo>
                  <a:pt x="323" y="2466"/>
                </a:lnTo>
                <a:lnTo>
                  <a:pt x="322" y="2466"/>
                </a:lnTo>
                <a:lnTo>
                  <a:pt x="321" y="2467"/>
                </a:lnTo>
                <a:lnTo>
                  <a:pt x="321" y="2466"/>
                </a:lnTo>
                <a:lnTo>
                  <a:pt x="320" y="2466"/>
                </a:lnTo>
                <a:lnTo>
                  <a:pt x="320" y="2465"/>
                </a:lnTo>
                <a:lnTo>
                  <a:pt x="321" y="2465"/>
                </a:lnTo>
                <a:lnTo>
                  <a:pt x="320" y="2465"/>
                </a:lnTo>
                <a:lnTo>
                  <a:pt x="321" y="2465"/>
                </a:lnTo>
                <a:lnTo>
                  <a:pt x="321" y="2464"/>
                </a:lnTo>
                <a:lnTo>
                  <a:pt x="321" y="2463"/>
                </a:lnTo>
                <a:lnTo>
                  <a:pt x="322" y="2463"/>
                </a:lnTo>
                <a:lnTo>
                  <a:pt x="322" y="2462"/>
                </a:lnTo>
                <a:lnTo>
                  <a:pt x="322" y="2461"/>
                </a:lnTo>
                <a:lnTo>
                  <a:pt x="322" y="2460"/>
                </a:lnTo>
                <a:lnTo>
                  <a:pt x="322" y="2459"/>
                </a:lnTo>
                <a:lnTo>
                  <a:pt x="323" y="2459"/>
                </a:lnTo>
                <a:lnTo>
                  <a:pt x="323" y="2458"/>
                </a:lnTo>
                <a:lnTo>
                  <a:pt x="323" y="2457"/>
                </a:lnTo>
                <a:lnTo>
                  <a:pt x="323" y="2456"/>
                </a:lnTo>
                <a:lnTo>
                  <a:pt x="324" y="2456"/>
                </a:lnTo>
                <a:lnTo>
                  <a:pt x="324" y="2455"/>
                </a:lnTo>
                <a:lnTo>
                  <a:pt x="324" y="2454"/>
                </a:lnTo>
                <a:lnTo>
                  <a:pt x="324" y="2453"/>
                </a:lnTo>
                <a:lnTo>
                  <a:pt x="324" y="2452"/>
                </a:lnTo>
                <a:lnTo>
                  <a:pt x="325" y="2452"/>
                </a:lnTo>
                <a:lnTo>
                  <a:pt x="325" y="2451"/>
                </a:lnTo>
                <a:lnTo>
                  <a:pt x="325" y="2450"/>
                </a:lnTo>
                <a:lnTo>
                  <a:pt x="326" y="2450"/>
                </a:lnTo>
                <a:lnTo>
                  <a:pt x="327" y="2448"/>
                </a:lnTo>
                <a:lnTo>
                  <a:pt x="328" y="2448"/>
                </a:lnTo>
                <a:lnTo>
                  <a:pt x="328" y="2447"/>
                </a:lnTo>
                <a:lnTo>
                  <a:pt x="329" y="2447"/>
                </a:lnTo>
                <a:lnTo>
                  <a:pt x="328" y="2447"/>
                </a:lnTo>
                <a:lnTo>
                  <a:pt x="328" y="2446"/>
                </a:lnTo>
                <a:lnTo>
                  <a:pt x="327" y="2445"/>
                </a:lnTo>
                <a:lnTo>
                  <a:pt x="327" y="2444"/>
                </a:lnTo>
                <a:lnTo>
                  <a:pt x="326" y="2444"/>
                </a:lnTo>
                <a:lnTo>
                  <a:pt x="326" y="2443"/>
                </a:lnTo>
                <a:lnTo>
                  <a:pt x="326" y="2444"/>
                </a:lnTo>
                <a:lnTo>
                  <a:pt x="325" y="2444"/>
                </a:lnTo>
                <a:lnTo>
                  <a:pt x="325" y="2443"/>
                </a:lnTo>
                <a:lnTo>
                  <a:pt x="324" y="2443"/>
                </a:lnTo>
                <a:lnTo>
                  <a:pt x="324" y="2442"/>
                </a:lnTo>
                <a:lnTo>
                  <a:pt x="324" y="2441"/>
                </a:lnTo>
                <a:lnTo>
                  <a:pt x="323" y="2441"/>
                </a:lnTo>
                <a:lnTo>
                  <a:pt x="323" y="2440"/>
                </a:lnTo>
                <a:lnTo>
                  <a:pt x="322" y="2440"/>
                </a:lnTo>
                <a:lnTo>
                  <a:pt x="322" y="2439"/>
                </a:lnTo>
                <a:lnTo>
                  <a:pt x="322" y="2438"/>
                </a:lnTo>
                <a:lnTo>
                  <a:pt x="321" y="2438"/>
                </a:lnTo>
                <a:lnTo>
                  <a:pt x="321" y="2437"/>
                </a:lnTo>
                <a:lnTo>
                  <a:pt x="322" y="2437"/>
                </a:lnTo>
                <a:lnTo>
                  <a:pt x="322" y="2436"/>
                </a:lnTo>
                <a:lnTo>
                  <a:pt x="321" y="2436"/>
                </a:lnTo>
                <a:lnTo>
                  <a:pt x="321" y="2435"/>
                </a:lnTo>
                <a:lnTo>
                  <a:pt x="321" y="2434"/>
                </a:lnTo>
                <a:lnTo>
                  <a:pt x="321" y="2433"/>
                </a:lnTo>
                <a:lnTo>
                  <a:pt x="321" y="2432"/>
                </a:lnTo>
                <a:lnTo>
                  <a:pt x="322" y="2432"/>
                </a:lnTo>
                <a:lnTo>
                  <a:pt x="322" y="2431"/>
                </a:lnTo>
                <a:lnTo>
                  <a:pt x="322" y="2430"/>
                </a:lnTo>
                <a:lnTo>
                  <a:pt x="322" y="2429"/>
                </a:lnTo>
                <a:lnTo>
                  <a:pt x="322" y="2428"/>
                </a:lnTo>
                <a:lnTo>
                  <a:pt x="322" y="2427"/>
                </a:lnTo>
                <a:lnTo>
                  <a:pt x="322" y="2425"/>
                </a:lnTo>
                <a:lnTo>
                  <a:pt x="322" y="2423"/>
                </a:lnTo>
                <a:lnTo>
                  <a:pt x="323" y="2423"/>
                </a:lnTo>
                <a:lnTo>
                  <a:pt x="323" y="2422"/>
                </a:lnTo>
                <a:lnTo>
                  <a:pt x="323" y="2421"/>
                </a:lnTo>
                <a:lnTo>
                  <a:pt x="324" y="2421"/>
                </a:lnTo>
                <a:lnTo>
                  <a:pt x="324" y="2420"/>
                </a:lnTo>
                <a:lnTo>
                  <a:pt x="324" y="2419"/>
                </a:lnTo>
                <a:lnTo>
                  <a:pt x="325" y="2418"/>
                </a:lnTo>
                <a:lnTo>
                  <a:pt x="325" y="2417"/>
                </a:lnTo>
                <a:lnTo>
                  <a:pt x="326" y="2417"/>
                </a:lnTo>
                <a:lnTo>
                  <a:pt x="326" y="2416"/>
                </a:lnTo>
                <a:lnTo>
                  <a:pt x="327" y="2416"/>
                </a:lnTo>
                <a:lnTo>
                  <a:pt x="327" y="2415"/>
                </a:lnTo>
                <a:lnTo>
                  <a:pt x="326" y="2415"/>
                </a:lnTo>
                <a:lnTo>
                  <a:pt x="326" y="2414"/>
                </a:lnTo>
                <a:lnTo>
                  <a:pt x="325" y="2414"/>
                </a:lnTo>
                <a:lnTo>
                  <a:pt x="325" y="2413"/>
                </a:lnTo>
                <a:lnTo>
                  <a:pt x="325" y="2412"/>
                </a:lnTo>
                <a:lnTo>
                  <a:pt x="325" y="2411"/>
                </a:lnTo>
                <a:lnTo>
                  <a:pt x="324" y="2411"/>
                </a:lnTo>
                <a:lnTo>
                  <a:pt x="323" y="2411"/>
                </a:lnTo>
                <a:lnTo>
                  <a:pt x="322" y="2411"/>
                </a:lnTo>
                <a:lnTo>
                  <a:pt x="322" y="2410"/>
                </a:lnTo>
                <a:lnTo>
                  <a:pt x="321" y="2410"/>
                </a:lnTo>
                <a:lnTo>
                  <a:pt x="321" y="2409"/>
                </a:lnTo>
                <a:lnTo>
                  <a:pt x="321" y="2408"/>
                </a:lnTo>
                <a:lnTo>
                  <a:pt x="320" y="2408"/>
                </a:lnTo>
                <a:lnTo>
                  <a:pt x="320" y="2407"/>
                </a:lnTo>
                <a:lnTo>
                  <a:pt x="319" y="2407"/>
                </a:lnTo>
                <a:lnTo>
                  <a:pt x="319" y="2406"/>
                </a:lnTo>
                <a:lnTo>
                  <a:pt x="319" y="2405"/>
                </a:lnTo>
                <a:lnTo>
                  <a:pt x="320" y="2405"/>
                </a:lnTo>
                <a:lnTo>
                  <a:pt x="320" y="2404"/>
                </a:lnTo>
                <a:lnTo>
                  <a:pt x="321" y="2404"/>
                </a:lnTo>
                <a:lnTo>
                  <a:pt x="320" y="2404"/>
                </a:lnTo>
                <a:lnTo>
                  <a:pt x="320" y="2403"/>
                </a:lnTo>
                <a:lnTo>
                  <a:pt x="319" y="2403"/>
                </a:lnTo>
                <a:lnTo>
                  <a:pt x="319" y="2402"/>
                </a:lnTo>
                <a:lnTo>
                  <a:pt x="319" y="2401"/>
                </a:lnTo>
                <a:lnTo>
                  <a:pt x="318" y="2401"/>
                </a:lnTo>
                <a:lnTo>
                  <a:pt x="317" y="2401"/>
                </a:lnTo>
                <a:lnTo>
                  <a:pt x="317" y="2400"/>
                </a:lnTo>
                <a:lnTo>
                  <a:pt x="317" y="2399"/>
                </a:lnTo>
                <a:lnTo>
                  <a:pt x="318" y="2398"/>
                </a:lnTo>
                <a:lnTo>
                  <a:pt x="318" y="2397"/>
                </a:lnTo>
                <a:lnTo>
                  <a:pt x="317" y="2397"/>
                </a:lnTo>
                <a:lnTo>
                  <a:pt x="318" y="2397"/>
                </a:lnTo>
                <a:lnTo>
                  <a:pt x="318" y="2396"/>
                </a:lnTo>
                <a:lnTo>
                  <a:pt x="318" y="2395"/>
                </a:lnTo>
                <a:lnTo>
                  <a:pt x="317" y="2395"/>
                </a:lnTo>
                <a:lnTo>
                  <a:pt x="317" y="2394"/>
                </a:lnTo>
                <a:lnTo>
                  <a:pt x="318" y="2394"/>
                </a:lnTo>
                <a:lnTo>
                  <a:pt x="318" y="2393"/>
                </a:lnTo>
                <a:lnTo>
                  <a:pt x="317" y="2393"/>
                </a:lnTo>
                <a:lnTo>
                  <a:pt x="316" y="2393"/>
                </a:lnTo>
                <a:lnTo>
                  <a:pt x="316" y="2392"/>
                </a:lnTo>
                <a:lnTo>
                  <a:pt x="315" y="2392"/>
                </a:lnTo>
                <a:lnTo>
                  <a:pt x="314" y="2392"/>
                </a:lnTo>
                <a:lnTo>
                  <a:pt x="314" y="2391"/>
                </a:lnTo>
                <a:lnTo>
                  <a:pt x="313" y="2391"/>
                </a:lnTo>
                <a:lnTo>
                  <a:pt x="313" y="2390"/>
                </a:lnTo>
                <a:lnTo>
                  <a:pt x="312" y="2390"/>
                </a:lnTo>
                <a:lnTo>
                  <a:pt x="312" y="2389"/>
                </a:lnTo>
                <a:lnTo>
                  <a:pt x="312" y="2388"/>
                </a:lnTo>
                <a:lnTo>
                  <a:pt x="312" y="2387"/>
                </a:lnTo>
                <a:lnTo>
                  <a:pt x="312" y="2386"/>
                </a:lnTo>
                <a:lnTo>
                  <a:pt x="311" y="2386"/>
                </a:lnTo>
                <a:lnTo>
                  <a:pt x="312" y="2385"/>
                </a:lnTo>
                <a:lnTo>
                  <a:pt x="312" y="2384"/>
                </a:lnTo>
                <a:lnTo>
                  <a:pt x="311" y="2384"/>
                </a:lnTo>
                <a:lnTo>
                  <a:pt x="311" y="2383"/>
                </a:lnTo>
                <a:lnTo>
                  <a:pt x="311" y="2382"/>
                </a:lnTo>
                <a:lnTo>
                  <a:pt x="310" y="2382"/>
                </a:lnTo>
                <a:lnTo>
                  <a:pt x="310" y="2381"/>
                </a:lnTo>
                <a:lnTo>
                  <a:pt x="309" y="2381"/>
                </a:lnTo>
                <a:lnTo>
                  <a:pt x="309" y="2380"/>
                </a:lnTo>
                <a:lnTo>
                  <a:pt x="309" y="2379"/>
                </a:lnTo>
                <a:lnTo>
                  <a:pt x="308" y="2379"/>
                </a:lnTo>
                <a:lnTo>
                  <a:pt x="308" y="2378"/>
                </a:lnTo>
                <a:lnTo>
                  <a:pt x="307" y="2378"/>
                </a:lnTo>
                <a:lnTo>
                  <a:pt x="306" y="2378"/>
                </a:lnTo>
                <a:lnTo>
                  <a:pt x="306" y="2377"/>
                </a:lnTo>
                <a:lnTo>
                  <a:pt x="305" y="2377"/>
                </a:lnTo>
                <a:lnTo>
                  <a:pt x="304" y="2377"/>
                </a:lnTo>
                <a:lnTo>
                  <a:pt x="303" y="2377"/>
                </a:lnTo>
                <a:lnTo>
                  <a:pt x="303" y="2376"/>
                </a:lnTo>
                <a:lnTo>
                  <a:pt x="302" y="2376"/>
                </a:lnTo>
                <a:lnTo>
                  <a:pt x="303" y="2376"/>
                </a:lnTo>
                <a:lnTo>
                  <a:pt x="302" y="2376"/>
                </a:lnTo>
                <a:lnTo>
                  <a:pt x="302" y="2375"/>
                </a:lnTo>
                <a:lnTo>
                  <a:pt x="302" y="2374"/>
                </a:lnTo>
                <a:lnTo>
                  <a:pt x="302" y="2373"/>
                </a:lnTo>
                <a:lnTo>
                  <a:pt x="303" y="2373"/>
                </a:lnTo>
                <a:lnTo>
                  <a:pt x="302" y="2373"/>
                </a:lnTo>
                <a:lnTo>
                  <a:pt x="302" y="2372"/>
                </a:lnTo>
                <a:lnTo>
                  <a:pt x="302" y="2371"/>
                </a:lnTo>
                <a:lnTo>
                  <a:pt x="301" y="2371"/>
                </a:lnTo>
                <a:lnTo>
                  <a:pt x="301" y="2370"/>
                </a:lnTo>
                <a:lnTo>
                  <a:pt x="301" y="2369"/>
                </a:lnTo>
                <a:lnTo>
                  <a:pt x="301" y="2368"/>
                </a:lnTo>
                <a:lnTo>
                  <a:pt x="301" y="2367"/>
                </a:lnTo>
                <a:lnTo>
                  <a:pt x="302" y="2367"/>
                </a:lnTo>
                <a:lnTo>
                  <a:pt x="301" y="2366"/>
                </a:lnTo>
                <a:lnTo>
                  <a:pt x="300" y="2365"/>
                </a:lnTo>
                <a:lnTo>
                  <a:pt x="300" y="2364"/>
                </a:lnTo>
                <a:lnTo>
                  <a:pt x="299" y="2363"/>
                </a:lnTo>
                <a:lnTo>
                  <a:pt x="299" y="2362"/>
                </a:lnTo>
                <a:lnTo>
                  <a:pt x="299" y="2361"/>
                </a:lnTo>
                <a:lnTo>
                  <a:pt x="299" y="2360"/>
                </a:lnTo>
                <a:lnTo>
                  <a:pt x="298" y="2360"/>
                </a:lnTo>
                <a:lnTo>
                  <a:pt x="298" y="2359"/>
                </a:lnTo>
                <a:lnTo>
                  <a:pt x="298" y="2358"/>
                </a:lnTo>
                <a:lnTo>
                  <a:pt x="297" y="2357"/>
                </a:lnTo>
                <a:lnTo>
                  <a:pt x="297" y="2356"/>
                </a:lnTo>
                <a:lnTo>
                  <a:pt x="296" y="2356"/>
                </a:lnTo>
                <a:lnTo>
                  <a:pt x="296" y="2355"/>
                </a:lnTo>
                <a:lnTo>
                  <a:pt x="296" y="2354"/>
                </a:lnTo>
                <a:lnTo>
                  <a:pt x="297" y="2354"/>
                </a:lnTo>
                <a:lnTo>
                  <a:pt x="297" y="2353"/>
                </a:lnTo>
                <a:lnTo>
                  <a:pt x="298" y="2353"/>
                </a:lnTo>
                <a:lnTo>
                  <a:pt x="298" y="2352"/>
                </a:lnTo>
                <a:lnTo>
                  <a:pt x="298" y="2351"/>
                </a:lnTo>
                <a:lnTo>
                  <a:pt x="298" y="2350"/>
                </a:lnTo>
                <a:lnTo>
                  <a:pt x="299" y="2350"/>
                </a:lnTo>
                <a:lnTo>
                  <a:pt x="299" y="2349"/>
                </a:lnTo>
                <a:lnTo>
                  <a:pt x="300" y="2349"/>
                </a:lnTo>
                <a:lnTo>
                  <a:pt x="300" y="2348"/>
                </a:lnTo>
                <a:lnTo>
                  <a:pt x="301" y="2348"/>
                </a:lnTo>
                <a:lnTo>
                  <a:pt x="300" y="2347"/>
                </a:lnTo>
                <a:lnTo>
                  <a:pt x="299" y="2347"/>
                </a:lnTo>
                <a:lnTo>
                  <a:pt x="297" y="2347"/>
                </a:lnTo>
                <a:lnTo>
                  <a:pt x="296" y="2347"/>
                </a:lnTo>
                <a:lnTo>
                  <a:pt x="296" y="2346"/>
                </a:lnTo>
                <a:lnTo>
                  <a:pt x="296" y="2345"/>
                </a:lnTo>
                <a:lnTo>
                  <a:pt x="295" y="2345"/>
                </a:lnTo>
                <a:lnTo>
                  <a:pt x="295" y="2344"/>
                </a:lnTo>
                <a:lnTo>
                  <a:pt x="295" y="2343"/>
                </a:lnTo>
                <a:lnTo>
                  <a:pt x="295" y="2342"/>
                </a:lnTo>
                <a:lnTo>
                  <a:pt x="294" y="2342"/>
                </a:lnTo>
                <a:lnTo>
                  <a:pt x="294" y="2341"/>
                </a:lnTo>
                <a:lnTo>
                  <a:pt x="294" y="2340"/>
                </a:lnTo>
                <a:lnTo>
                  <a:pt x="295" y="2340"/>
                </a:lnTo>
                <a:lnTo>
                  <a:pt x="296" y="2340"/>
                </a:lnTo>
                <a:lnTo>
                  <a:pt x="297" y="2340"/>
                </a:lnTo>
                <a:lnTo>
                  <a:pt x="298" y="2340"/>
                </a:lnTo>
                <a:lnTo>
                  <a:pt x="299" y="2340"/>
                </a:lnTo>
                <a:lnTo>
                  <a:pt x="299" y="2339"/>
                </a:lnTo>
                <a:lnTo>
                  <a:pt x="300" y="2340"/>
                </a:lnTo>
                <a:lnTo>
                  <a:pt x="301" y="2340"/>
                </a:lnTo>
                <a:lnTo>
                  <a:pt x="302" y="2339"/>
                </a:lnTo>
                <a:lnTo>
                  <a:pt x="304" y="2338"/>
                </a:lnTo>
                <a:lnTo>
                  <a:pt x="305" y="2337"/>
                </a:lnTo>
                <a:lnTo>
                  <a:pt x="306" y="2337"/>
                </a:lnTo>
                <a:lnTo>
                  <a:pt x="307" y="2336"/>
                </a:lnTo>
                <a:lnTo>
                  <a:pt x="308" y="2336"/>
                </a:lnTo>
                <a:lnTo>
                  <a:pt x="307" y="2336"/>
                </a:lnTo>
                <a:lnTo>
                  <a:pt x="307" y="2335"/>
                </a:lnTo>
                <a:lnTo>
                  <a:pt x="307" y="2334"/>
                </a:lnTo>
                <a:lnTo>
                  <a:pt x="306" y="2334"/>
                </a:lnTo>
                <a:lnTo>
                  <a:pt x="307" y="2333"/>
                </a:lnTo>
                <a:lnTo>
                  <a:pt x="306" y="2333"/>
                </a:lnTo>
                <a:lnTo>
                  <a:pt x="306" y="2332"/>
                </a:lnTo>
                <a:lnTo>
                  <a:pt x="306" y="2331"/>
                </a:lnTo>
                <a:lnTo>
                  <a:pt x="306" y="2330"/>
                </a:lnTo>
                <a:lnTo>
                  <a:pt x="306" y="2329"/>
                </a:lnTo>
                <a:lnTo>
                  <a:pt x="306" y="2328"/>
                </a:lnTo>
                <a:lnTo>
                  <a:pt x="306" y="2327"/>
                </a:lnTo>
                <a:lnTo>
                  <a:pt x="306" y="2326"/>
                </a:lnTo>
                <a:lnTo>
                  <a:pt x="307" y="2326"/>
                </a:lnTo>
                <a:lnTo>
                  <a:pt x="307" y="2325"/>
                </a:lnTo>
                <a:lnTo>
                  <a:pt x="307" y="2324"/>
                </a:lnTo>
                <a:lnTo>
                  <a:pt x="308" y="2324"/>
                </a:lnTo>
                <a:lnTo>
                  <a:pt x="308" y="2323"/>
                </a:lnTo>
                <a:lnTo>
                  <a:pt x="308" y="2322"/>
                </a:lnTo>
                <a:lnTo>
                  <a:pt x="309" y="2322"/>
                </a:lnTo>
                <a:lnTo>
                  <a:pt x="309" y="2321"/>
                </a:lnTo>
                <a:lnTo>
                  <a:pt x="309" y="2320"/>
                </a:lnTo>
                <a:lnTo>
                  <a:pt x="309" y="2319"/>
                </a:lnTo>
                <a:lnTo>
                  <a:pt x="309" y="2317"/>
                </a:lnTo>
                <a:lnTo>
                  <a:pt x="309" y="2316"/>
                </a:lnTo>
                <a:lnTo>
                  <a:pt x="309" y="2315"/>
                </a:lnTo>
                <a:lnTo>
                  <a:pt x="309" y="2314"/>
                </a:lnTo>
                <a:lnTo>
                  <a:pt x="310" y="2314"/>
                </a:lnTo>
                <a:lnTo>
                  <a:pt x="310" y="2313"/>
                </a:lnTo>
                <a:lnTo>
                  <a:pt x="311" y="2313"/>
                </a:lnTo>
                <a:lnTo>
                  <a:pt x="311" y="2312"/>
                </a:lnTo>
                <a:lnTo>
                  <a:pt x="311" y="2311"/>
                </a:lnTo>
                <a:lnTo>
                  <a:pt x="310" y="2311"/>
                </a:lnTo>
                <a:lnTo>
                  <a:pt x="309" y="2311"/>
                </a:lnTo>
                <a:lnTo>
                  <a:pt x="309" y="2310"/>
                </a:lnTo>
                <a:lnTo>
                  <a:pt x="310" y="2310"/>
                </a:lnTo>
                <a:lnTo>
                  <a:pt x="309" y="2310"/>
                </a:lnTo>
                <a:lnTo>
                  <a:pt x="308" y="2310"/>
                </a:lnTo>
                <a:lnTo>
                  <a:pt x="308" y="2309"/>
                </a:lnTo>
                <a:lnTo>
                  <a:pt x="309" y="2309"/>
                </a:lnTo>
                <a:lnTo>
                  <a:pt x="309" y="2308"/>
                </a:lnTo>
                <a:lnTo>
                  <a:pt x="309" y="2307"/>
                </a:lnTo>
                <a:lnTo>
                  <a:pt x="309" y="2306"/>
                </a:lnTo>
                <a:lnTo>
                  <a:pt x="310" y="2306"/>
                </a:lnTo>
                <a:lnTo>
                  <a:pt x="309" y="2306"/>
                </a:lnTo>
                <a:lnTo>
                  <a:pt x="309" y="2305"/>
                </a:lnTo>
                <a:lnTo>
                  <a:pt x="310" y="2305"/>
                </a:lnTo>
                <a:lnTo>
                  <a:pt x="310" y="2304"/>
                </a:lnTo>
                <a:lnTo>
                  <a:pt x="311" y="2303"/>
                </a:lnTo>
                <a:lnTo>
                  <a:pt x="311" y="2302"/>
                </a:lnTo>
                <a:lnTo>
                  <a:pt x="311" y="2301"/>
                </a:lnTo>
                <a:lnTo>
                  <a:pt x="312" y="2301"/>
                </a:lnTo>
                <a:lnTo>
                  <a:pt x="312" y="2300"/>
                </a:lnTo>
                <a:lnTo>
                  <a:pt x="312" y="2299"/>
                </a:lnTo>
                <a:lnTo>
                  <a:pt x="311" y="2299"/>
                </a:lnTo>
                <a:lnTo>
                  <a:pt x="311" y="2298"/>
                </a:lnTo>
                <a:lnTo>
                  <a:pt x="311" y="2297"/>
                </a:lnTo>
                <a:lnTo>
                  <a:pt x="310" y="2297"/>
                </a:lnTo>
                <a:lnTo>
                  <a:pt x="309" y="2297"/>
                </a:lnTo>
                <a:lnTo>
                  <a:pt x="309" y="2296"/>
                </a:lnTo>
                <a:lnTo>
                  <a:pt x="309" y="2295"/>
                </a:lnTo>
                <a:lnTo>
                  <a:pt x="308" y="2295"/>
                </a:lnTo>
                <a:lnTo>
                  <a:pt x="307" y="2295"/>
                </a:lnTo>
                <a:lnTo>
                  <a:pt x="306" y="2295"/>
                </a:lnTo>
                <a:lnTo>
                  <a:pt x="306" y="2294"/>
                </a:lnTo>
                <a:lnTo>
                  <a:pt x="305" y="2294"/>
                </a:lnTo>
                <a:lnTo>
                  <a:pt x="304" y="2294"/>
                </a:lnTo>
                <a:lnTo>
                  <a:pt x="304" y="2293"/>
                </a:lnTo>
                <a:lnTo>
                  <a:pt x="304" y="2292"/>
                </a:lnTo>
                <a:lnTo>
                  <a:pt x="305" y="2292"/>
                </a:lnTo>
                <a:lnTo>
                  <a:pt x="305" y="2291"/>
                </a:lnTo>
                <a:lnTo>
                  <a:pt x="305" y="2290"/>
                </a:lnTo>
                <a:lnTo>
                  <a:pt x="306" y="2290"/>
                </a:lnTo>
                <a:lnTo>
                  <a:pt x="307" y="2290"/>
                </a:lnTo>
                <a:lnTo>
                  <a:pt x="306" y="2289"/>
                </a:lnTo>
                <a:lnTo>
                  <a:pt x="306" y="2288"/>
                </a:lnTo>
                <a:lnTo>
                  <a:pt x="307" y="2287"/>
                </a:lnTo>
                <a:lnTo>
                  <a:pt x="307" y="2286"/>
                </a:lnTo>
                <a:lnTo>
                  <a:pt x="308" y="2286"/>
                </a:lnTo>
                <a:lnTo>
                  <a:pt x="308" y="2287"/>
                </a:lnTo>
                <a:lnTo>
                  <a:pt x="309" y="2287"/>
                </a:lnTo>
                <a:lnTo>
                  <a:pt x="308" y="2287"/>
                </a:lnTo>
                <a:lnTo>
                  <a:pt x="308" y="2288"/>
                </a:lnTo>
                <a:lnTo>
                  <a:pt x="309" y="2288"/>
                </a:lnTo>
                <a:lnTo>
                  <a:pt x="310" y="2288"/>
                </a:lnTo>
                <a:lnTo>
                  <a:pt x="310" y="2287"/>
                </a:lnTo>
                <a:lnTo>
                  <a:pt x="312" y="2287"/>
                </a:lnTo>
                <a:lnTo>
                  <a:pt x="312" y="2288"/>
                </a:lnTo>
                <a:lnTo>
                  <a:pt x="313" y="2288"/>
                </a:lnTo>
                <a:lnTo>
                  <a:pt x="314" y="2288"/>
                </a:lnTo>
                <a:lnTo>
                  <a:pt x="315" y="2288"/>
                </a:lnTo>
                <a:lnTo>
                  <a:pt x="316" y="2288"/>
                </a:lnTo>
                <a:lnTo>
                  <a:pt x="317" y="2288"/>
                </a:lnTo>
                <a:lnTo>
                  <a:pt x="317" y="2287"/>
                </a:lnTo>
                <a:lnTo>
                  <a:pt x="318" y="2287"/>
                </a:lnTo>
                <a:lnTo>
                  <a:pt x="319" y="2286"/>
                </a:lnTo>
                <a:lnTo>
                  <a:pt x="320" y="2286"/>
                </a:lnTo>
                <a:lnTo>
                  <a:pt x="321" y="2286"/>
                </a:lnTo>
                <a:lnTo>
                  <a:pt x="321" y="2285"/>
                </a:lnTo>
                <a:lnTo>
                  <a:pt x="321" y="2284"/>
                </a:lnTo>
                <a:lnTo>
                  <a:pt x="322" y="2284"/>
                </a:lnTo>
                <a:lnTo>
                  <a:pt x="323" y="2284"/>
                </a:lnTo>
                <a:lnTo>
                  <a:pt x="323" y="2285"/>
                </a:lnTo>
                <a:lnTo>
                  <a:pt x="324" y="2285"/>
                </a:lnTo>
                <a:lnTo>
                  <a:pt x="324" y="2286"/>
                </a:lnTo>
                <a:lnTo>
                  <a:pt x="325" y="2286"/>
                </a:lnTo>
                <a:lnTo>
                  <a:pt x="325" y="2287"/>
                </a:lnTo>
                <a:lnTo>
                  <a:pt x="325" y="2286"/>
                </a:lnTo>
                <a:lnTo>
                  <a:pt x="326" y="2286"/>
                </a:lnTo>
                <a:lnTo>
                  <a:pt x="326" y="2285"/>
                </a:lnTo>
                <a:lnTo>
                  <a:pt x="327" y="2285"/>
                </a:lnTo>
                <a:lnTo>
                  <a:pt x="328" y="2285"/>
                </a:lnTo>
                <a:lnTo>
                  <a:pt x="329" y="2285"/>
                </a:lnTo>
                <a:lnTo>
                  <a:pt x="329" y="2284"/>
                </a:lnTo>
                <a:lnTo>
                  <a:pt x="329" y="2283"/>
                </a:lnTo>
                <a:lnTo>
                  <a:pt x="330" y="2283"/>
                </a:lnTo>
                <a:lnTo>
                  <a:pt x="330" y="2282"/>
                </a:lnTo>
                <a:lnTo>
                  <a:pt x="330" y="2283"/>
                </a:lnTo>
                <a:lnTo>
                  <a:pt x="331" y="2283"/>
                </a:lnTo>
                <a:lnTo>
                  <a:pt x="331" y="2284"/>
                </a:lnTo>
                <a:lnTo>
                  <a:pt x="331" y="2285"/>
                </a:lnTo>
                <a:lnTo>
                  <a:pt x="332" y="2285"/>
                </a:lnTo>
                <a:lnTo>
                  <a:pt x="333" y="2285"/>
                </a:lnTo>
                <a:lnTo>
                  <a:pt x="333" y="2286"/>
                </a:lnTo>
                <a:lnTo>
                  <a:pt x="333" y="2287"/>
                </a:lnTo>
                <a:lnTo>
                  <a:pt x="334" y="2286"/>
                </a:lnTo>
                <a:lnTo>
                  <a:pt x="334" y="2285"/>
                </a:lnTo>
                <a:lnTo>
                  <a:pt x="335" y="2285"/>
                </a:lnTo>
                <a:lnTo>
                  <a:pt x="335" y="2286"/>
                </a:lnTo>
                <a:lnTo>
                  <a:pt x="336" y="2285"/>
                </a:lnTo>
                <a:lnTo>
                  <a:pt x="336" y="2284"/>
                </a:lnTo>
                <a:lnTo>
                  <a:pt x="336" y="2283"/>
                </a:lnTo>
                <a:lnTo>
                  <a:pt x="337" y="2283"/>
                </a:lnTo>
                <a:lnTo>
                  <a:pt x="337" y="2282"/>
                </a:lnTo>
                <a:lnTo>
                  <a:pt x="338" y="2281"/>
                </a:lnTo>
                <a:lnTo>
                  <a:pt x="338" y="2280"/>
                </a:lnTo>
                <a:lnTo>
                  <a:pt x="338" y="2279"/>
                </a:lnTo>
                <a:lnTo>
                  <a:pt x="339" y="2279"/>
                </a:lnTo>
                <a:lnTo>
                  <a:pt x="339" y="2278"/>
                </a:lnTo>
                <a:lnTo>
                  <a:pt x="340" y="2277"/>
                </a:lnTo>
                <a:lnTo>
                  <a:pt x="341" y="2277"/>
                </a:lnTo>
                <a:lnTo>
                  <a:pt x="341" y="2276"/>
                </a:lnTo>
                <a:lnTo>
                  <a:pt x="342" y="2276"/>
                </a:lnTo>
                <a:lnTo>
                  <a:pt x="342" y="2275"/>
                </a:lnTo>
                <a:lnTo>
                  <a:pt x="343" y="2275"/>
                </a:lnTo>
                <a:lnTo>
                  <a:pt x="343" y="2274"/>
                </a:lnTo>
                <a:lnTo>
                  <a:pt x="343" y="2273"/>
                </a:lnTo>
                <a:lnTo>
                  <a:pt x="344" y="2273"/>
                </a:lnTo>
                <a:lnTo>
                  <a:pt x="344" y="2272"/>
                </a:lnTo>
                <a:lnTo>
                  <a:pt x="344" y="2271"/>
                </a:lnTo>
                <a:lnTo>
                  <a:pt x="345" y="2271"/>
                </a:lnTo>
                <a:lnTo>
                  <a:pt x="345" y="2270"/>
                </a:lnTo>
                <a:lnTo>
                  <a:pt x="346" y="2270"/>
                </a:lnTo>
                <a:lnTo>
                  <a:pt x="346" y="2269"/>
                </a:lnTo>
                <a:lnTo>
                  <a:pt x="346" y="2268"/>
                </a:lnTo>
                <a:lnTo>
                  <a:pt x="346" y="2267"/>
                </a:lnTo>
                <a:lnTo>
                  <a:pt x="347" y="2267"/>
                </a:lnTo>
                <a:lnTo>
                  <a:pt x="348" y="2267"/>
                </a:lnTo>
                <a:lnTo>
                  <a:pt x="349" y="2267"/>
                </a:lnTo>
                <a:lnTo>
                  <a:pt x="349" y="2268"/>
                </a:lnTo>
                <a:lnTo>
                  <a:pt x="351" y="2268"/>
                </a:lnTo>
                <a:lnTo>
                  <a:pt x="352" y="2268"/>
                </a:lnTo>
                <a:lnTo>
                  <a:pt x="353" y="2268"/>
                </a:lnTo>
                <a:lnTo>
                  <a:pt x="353" y="2267"/>
                </a:lnTo>
                <a:lnTo>
                  <a:pt x="354" y="2267"/>
                </a:lnTo>
                <a:lnTo>
                  <a:pt x="353" y="2267"/>
                </a:lnTo>
                <a:lnTo>
                  <a:pt x="354" y="2267"/>
                </a:lnTo>
                <a:lnTo>
                  <a:pt x="353" y="2267"/>
                </a:lnTo>
                <a:lnTo>
                  <a:pt x="353" y="2266"/>
                </a:lnTo>
                <a:lnTo>
                  <a:pt x="353" y="2265"/>
                </a:lnTo>
                <a:lnTo>
                  <a:pt x="352" y="2265"/>
                </a:lnTo>
                <a:lnTo>
                  <a:pt x="352" y="2264"/>
                </a:lnTo>
                <a:lnTo>
                  <a:pt x="351" y="2264"/>
                </a:lnTo>
                <a:lnTo>
                  <a:pt x="351" y="2263"/>
                </a:lnTo>
                <a:lnTo>
                  <a:pt x="350" y="2263"/>
                </a:lnTo>
                <a:lnTo>
                  <a:pt x="350" y="2262"/>
                </a:lnTo>
                <a:lnTo>
                  <a:pt x="349" y="2262"/>
                </a:lnTo>
                <a:lnTo>
                  <a:pt x="348" y="2261"/>
                </a:lnTo>
                <a:lnTo>
                  <a:pt x="348" y="2260"/>
                </a:lnTo>
                <a:lnTo>
                  <a:pt x="347" y="2260"/>
                </a:lnTo>
                <a:lnTo>
                  <a:pt x="348" y="2260"/>
                </a:lnTo>
                <a:lnTo>
                  <a:pt x="347" y="2260"/>
                </a:lnTo>
                <a:lnTo>
                  <a:pt x="347" y="2259"/>
                </a:lnTo>
                <a:lnTo>
                  <a:pt x="347" y="2258"/>
                </a:lnTo>
                <a:lnTo>
                  <a:pt x="347" y="2257"/>
                </a:lnTo>
                <a:lnTo>
                  <a:pt x="348" y="2257"/>
                </a:lnTo>
                <a:lnTo>
                  <a:pt x="347" y="2257"/>
                </a:lnTo>
                <a:lnTo>
                  <a:pt x="346" y="2256"/>
                </a:lnTo>
                <a:lnTo>
                  <a:pt x="345" y="2256"/>
                </a:lnTo>
                <a:lnTo>
                  <a:pt x="345" y="2257"/>
                </a:lnTo>
                <a:lnTo>
                  <a:pt x="344" y="2257"/>
                </a:lnTo>
                <a:lnTo>
                  <a:pt x="344" y="2258"/>
                </a:lnTo>
                <a:lnTo>
                  <a:pt x="343" y="2258"/>
                </a:lnTo>
                <a:lnTo>
                  <a:pt x="343" y="2259"/>
                </a:lnTo>
                <a:lnTo>
                  <a:pt x="342" y="2259"/>
                </a:lnTo>
                <a:lnTo>
                  <a:pt x="342" y="2258"/>
                </a:lnTo>
                <a:lnTo>
                  <a:pt x="341" y="2258"/>
                </a:lnTo>
                <a:lnTo>
                  <a:pt x="341" y="2259"/>
                </a:lnTo>
                <a:lnTo>
                  <a:pt x="340" y="2259"/>
                </a:lnTo>
                <a:lnTo>
                  <a:pt x="340" y="2260"/>
                </a:lnTo>
                <a:lnTo>
                  <a:pt x="340" y="2259"/>
                </a:lnTo>
                <a:lnTo>
                  <a:pt x="339" y="2259"/>
                </a:lnTo>
                <a:lnTo>
                  <a:pt x="339" y="2258"/>
                </a:lnTo>
                <a:lnTo>
                  <a:pt x="338" y="2258"/>
                </a:lnTo>
                <a:lnTo>
                  <a:pt x="338" y="2257"/>
                </a:lnTo>
                <a:lnTo>
                  <a:pt x="338" y="2256"/>
                </a:lnTo>
                <a:lnTo>
                  <a:pt x="337" y="2256"/>
                </a:lnTo>
                <a:lnTo>
                  <a:pt x="337" y="2255"/>
                </a:lnTo>
                <a:lnTo>
                  <a:pt x="338" y="2255"/>
                </a:lnTo>
                <a:lnTo>
                  <a:pt x="339" y="2255"/>
                </a:lnTo>
                <a:lnTo>
                  <a:pt x="339" y="2254"/>
                </a:lnTo>
                <a:lnTo>
                  <a:pt x="339" y="2253"/>
                </a:lnTo>
                <a:lnTo>
                  <a:pt x="338" y="2253"/>
                </a:lnTo>
                <a:lnTo>
                  <a:pt x="338" y="2252"/>
                </a:lnTo>
                <a:lnTo>
                  <a:pt x="337" y="2252"/>
                </a:lnTo>
                <a:lnTo>
                  <a:pt x="337" y="2251"/>
                </a:lnTo>
                <a:lnTo>
                  <a:pt x="337" y="2250"/>
                </a:lnTo>
                <a:lnTo>
                  <a:pt x="336" y="2250"/>
                </a:lnTo>
                <a:lnTo>
                  <a:pt x="335" y="2250"/>
                </a:lnTo>
                <a:lnTo>
                  <a:pt x="335" y="2249"/>
                </a:lnTo>
                <a:lnTo>
                  <a:pt x="334" y="2249"/>
                </a:lnTo>
                <a:lnTo>
                  <a:pt x="334" y="2248"/>
                </a:lnTo>
                <a:lnTo>
                  <a:pt x="333" y="2248"/>
                </a:lnTo>
                <a:lnTo>
                  <a:pt x="333" y="2247"/>
                </a:lnTo>
                <a:lnTo>
                  <a:pt x="333" y="2246"/>
                </a:lnTo>
                <a:lnTo>
                  <a:pt x="332" y="2246"/>
                </a:lnTo>
                <a:lnTo>
                  <a:pt x="332" y="2245"/>
                </a:lnTo>
                <a:lnTo>
                  <a:pt x="331" y="2245"/>
                </a:lnTo>
                <a:lnTo>
                  <a:pt x="330" y="2245"/>
                </a:lnTo>
                <a:lnTo>
                  <a:pt x="329" y="2245"/>
                </a:lnTo>
                <a:lnTo>
                  <a:pt x="329" y="2244"/>
                </a:lnTo>
                <a:lnTo>
                  <a:pt x="328" y="2244"/>
                </a:lnTo>
                <a:lnTo>
                  <a:pt x="328" y="2243"/>
                </a:lnTo>
                <a:lnTo>
                  <a:pt x="327" y="2243"/>
                </a:lnTo>
                <a:lnTo>
                  <a:pt x="327" y="2242"/>
                </a:lnTo>
                <a:lnTo>
                  <a:pt x="328" y="2242"/>
                </a:lnTo>
                <a:lnTo>
                  <a:pt x="329" y="2242"/>
                </a:lnTo>
                <a:lnTo>
                  <a:pt x="329" y="2241"/>
                </a:lnTo>
                <a:lnTo>
                  <a:pt x="329" y="2240"/>
                </a:lnTo>
                <a:lnTo>
                  <a:pt x="330" y="2240"/>
                </a:lnTo>
                <a:lnTo>
                  <a:pt x="330" y="2239"/>
                </a:lnTo>
                <a:lnTo>
                  <a:pt x="329" y="2239"/>
                </a:lnTo>
                <a:lnTo>
                  <a:pt x="329" y="2238"/>
                </a:lnTo>
                <a:lnTo>
                  <a:pt x="328" y="2238"/>
                </a:lnTo>
                <a:lnTo>
                  <a:pt x="328" y="2237"/>
                </a:lnTo>
                <a:lnTo>
                  <a:pt x="327" y="2237"/>
                </a:lnTo>
                <a:lnTo>
                  <a:pt x="327" y="2236"/>
                </a:lnTo>
                <a:lnTo>
                  <a:pt x="326" y="2236"/>
                </a:lnTo>
                <a:lnTo>
                  <a:pt x="326" y="2235"/>
                </a:lnTo>
                <a:lnTo>
                  <a:pt x="327" y="2235"/>
                </a:lnTo>
                <a:lnTo>
                  <a:pt x="326" y="2234"/>
                </a:lnTo>
                <a:lnTo>
                  <a:pt x="327" y="2234"/>
                </a:lnTo>
                <a:lnTo>
                  <a:pt x="326" y="2234"/>
                </a:lnTo>
                <a:lnTo>
                  <a:pt x="326" y="2233"/>
                </a:lnTo>
                <a:lnTo>
                  <a:pt x="327" y="2233"/>
                </a:lnTo>
                <a:lnTo>
                  <a:pt x="326" y="2233"/>
                </a:lnTo>
                <a:lnTo>
                  <a:pt x="326" y="2232"/>
                </a:lnTo>
                <a:lnTo>
                  <a:pt x="325" y="2232"/>
                </a:lnTo>
                <a:lnTo>
                  <a:pt x="324" y="2232"/>
                </a:lnTo>
                <a:lnTo>
                  <a:pt x="324" y="2231"/>
                </a:lnTo>
                <a:lnTo>
                  <a:pt x="323" y="2231"/>
                </a:lnTo>
                <a:lnTo>
                  <a:pt x="323" y="2230"/>
                </a:lnTo>
                <a:lnTo>
                  <a:pt x="323" y="2231"/>
                </a:lnTo>
                <a:lnTo>
                  <a:pt x="322" y="2231"/>
                </a:lnTo>
                <a:lnTo>
                  <a:pt x="322" y="2230"/>
                </a:lnTo>
                <a:lnTo>
                  <a:pt x="321" y="2230"/>
                </a:lnTo>
                <a:lnTo>
                  <a:pt x="321" y="2229"/>
                </a:lnTo>
                <a:lnTo>
                  <a:pt x="320" y="2229"/>
                </a:lnTo>
                <a:lnTo>
                  <a:pt x="319" y="2229"/>
                </a:lnTo>
                <a:lnTo>
                  <a:pt x="318" y="2229"/>
                </a:lnTo>
                <a:lnTo>
                  <a:pt x="317" y="2228"/>
                </a:lnTo>
                <a:lnTo>
                  <a:pt x="317" y="2229"/>
                </a:lnTo>
                <a:lnTo>
                  <a:pt x="316" y="2229"/>
                </a:lnTo>
                <a:lnTo>
                  <a:pt x="315" y="2229"/>
                </a:lnTo>
                <a:lnTo>
                  <a:pt x="315" y="2230"/>
                </a:lnTo>
                <a:lnTo>
                  <a:pt x="315" y="2231"/>
                </a:lnTo>
                <a:lnTo>
                  <a:pt x="314" y="2231"/>
                </a:lnTo>
                <a:lnTo>
                  <a:pt x="314" y="2232"/>
                </a:lnTo>
                <a:lnTo>
                  <a:pt x="313" y="2232"/>
                </a:lnTo>
                <a:lnTo>
                  <a:pt x="313" y="2231"/>
                </a:lnTo>
                <a:lnTo>
                  <a:pt x="312" y="2231"/>
                </a:lnTo>
                <a:lnTo>
                  <a:pt x="311" y="2231"/>
                </a:lnTo>
                <a:lnTo>
                  <a:pt x="311" y="2230"/>
                </a:lnTo>
                <a:lnTo>
                  <a:pt x="311" y="2229"/>
                </a:lnTo>
                <a:lnTo>
                  <a:pt x="312" y="2229"/>
                </a:lnTo>
                <a:lnTo>
                  <a:pt x="312" y="2228"/>
                </a:lnTo>
                <a:lnTo>
                  <a:pt x="311" y="2228"/>
                </a:lnTo>
                <a:lnTo>
                  <a:pt x="311" y="2227"/>
                </a:lnTo>
                <a:lnTo>
                  <a:pt x="312" y="2227"/>
                </a:lnTo>
                <a:lnTo>
                  <a:pt x="312" y="2226"/>
                </a:lnTo>
                <a:lnTo>
                  <a:pt x="312" y="2225"/>
                </a:lnTo>
                <a:lnTo>
                  <a:pt x="313" y="2225"/>
                </a:lnTo>
                <a:lnTo>
                  <a:pt x="312" y="2225"/>
                </a:lnTo>
                <a:lnTo>
                  <a:pt x="312" y="2224"/>
                </a:lnTo>
                <a:lnTo>
                  <a:pt x="312" y="2223"/>
                </a:lnTo>
                <a:lnTo>
                  <a:pt x="312" y="2222"/>
                </a:lnTo>
                <a:lnTo>
                  <a:pt x="311" y="2222"/>
                </a:lnTo>
                <a:lnTo>
                  <a:pt x="311" y="2221"/>
                </a:lnTo>
                <a:lnTo>
                  <a:pt x="310" y="2221"/>
                </a:lnTo>
                <a:lnTo>
                  <a:pt x="309" y="2221"/>
                </a:lnTo>
                <a:lnTo>
                  <a:pt x="308" y="2221"/>
                </a:lnTo>
                <a:lnTo>
                  <a:pt x="308" y="2220"/>
                </a:lnTo>
                <a:lnTo>
                  <a:pt x="307" y="2220"/>
                </a:lnTo>
                <a:lnTo>
                  <a:pt x="306" y="2220"/>
                </a:lnTo>
                <a:lnTo>
                  <a:pt x="305" y="2220"/>
                </a:lnTo>
                <a:lnTo>
                  <a:pt x="305" y="2221"/>
                </a:lnTo>
                <a:lnTo>
                  <a:pt x="304" y="2221"/>
                </a:lnTo>
                <a:lnTo>
                  <a:pt x="303" y="2221"/>
                </a:lnTo>
                <a:lnTo>
                  <a:pt x="303" y="2220"/>
                </a:lnTo>
                <a:lnTo>
                  <a:pt x="302" y="2221"/>
                </a:lnTo>
                <a:lnTo>
                  <a:pt x="301" y="2222"/>
                </a:lnTo>
                <a:lnTo>
                  <a:pt x="301" y="2223"/>
                </a:lnTo>
                <a:lnTo>
                  <a:pt x="300" y="2223"/>
                </a:lnTo>
                <a:lnTo>
                  <a:pt x="299" y="2222"/>
                </a:lnTo>
                <a:lnTo>
                  <a:pt x="299" y="2221"/>
                </a:lnTo>
                <a:lnTo>
                  <a:pt x="299" y="2220"/>
                </a:lnTo>
                <a:lnTo>
                  <a:pt x="300" y="2220"/>
                </a:lnTo>
                <a:lnTo>
                  <a:pt x="300" y="2219"/>
                </a:lnTo>
                <a:lnTo>
                  <a:pt x="300" y="2218"/>
                </a:lnTo>
                <a:lnTo>
                  <a:pt x="300" y="2217"/>
                </a:lnTo>
                <a:lnTo>
                  <a:pt x="301" y="2217"/>
                </a:lnTo>
                <a:lnTo>
                  <a:pt x="300" y="2217"/>
                </a:lnTo>
                <a:lnTo>
                  <a:pt x="300" y="2216"/>
                </a:lnTo>
                <a:lnTo>
                  <a:pt x="299" y="2216"/>
                </a:lnTo>
                <a:lnTo>
                  <a:pt x="299" y="2215"/>
                </a:lnTo>
                <a:lnTo>
                  <a:pt x="298" y="2215"/>
                </a:lnTo>
                <a:lnTo>
                  <a:pt x="298" y="2214"/>
                </a:lnTo>
                <a:lnTo>
                  <a:pt x="297" y="2214"/>
                </a:lnTo>
                <a:lnTo>
                  <a:pt x="297" y="2213"/>
                </a:lnTo>
                <a:lnTo>
                  <a:pt x="296" y="2213"/>
                </a:lnTo>
                <a:lnTo>
                  <a:pt x="295" y="2213"/>
                </a:lnTo>
                <a:lnTo>
                  <a:pt x="294" y="2213"/>
                </a:lnTo>
                <a:lnTo>
                  <a:pt x="293" y="2213"/>
                </a:lnTo>
                <a:lnTo>
                  <a:pt x="292" y="2213"/>
                </a:lnTo>
                <a:lnTo>
                  <a:pt x="291" y="2212"/>
                </a:lnTo>
                <a:lnTo>
                  <a:pt x="291" y="2211"/>
                </a:lnTo>
                <a:lnTo>
                  <a:pt x="290" y="2211"/>
                </a:lnTo>
                <a:lnTo>
                  <a:pt x="289" y="2211"/>
                </a:lnTo>
                <a:lnTo>
                  <a:pt x="289" y="2210"/>
                </a:lnTo>
                <a:lnTo>
                  <a:pt x="288" y="2210"/>
                </a:lnTo>
                <a:lnTo>
                  <a:pt x="287" y="2210"/>
                </a:lnTo>
                <a:lnTo>
                  <a:pt x="287" y="2209"/>
                </a:lnTo>
                <a:lnTo>
                  <a:pt x="287" y="2208"/>
                </a:lnTo>
                <a:lnTo>
                  <a:pt x="286" y="2208"/>
                </a:lnTo>
                <a:lnTo>
                  <a:pt x="286" y="2207"/>
                </a:lnTo>
                <a:lnTo>
                  <a:pt x="286" y="2206"/>
                </a:lnTo>
                <a:lnTo>
                  <a:pt x="286" y="2205"/>
                </a:lnTo>
                <a:lnTo>
                  <a:pt x="286" y="2204"/>
                </a:lnTo>
                <a:lnTo>
                  <a:pt x="286" y="2203"/>
                </a:lnTo>
                <a:lnTo>
                  <a:pt x="287" y="2203"/>
                </a:lnTo>
                <a:lnTo>
                  <a:pt x="287" y="2202"/>
                </a:lnTo>
                <a:lnTo>
                  <a:pt x="288" y="2202"/>
                </a:lnTo>
                <a:lnTo>
                  <a:pt x="288" y="2201"/>
                </a:lnTo>
                <a:lnTo>
                  <a:pt x="288" y="2200"/>
                </a:lnTo>
                <a:lnTo>
                  <a:pt x="289" y="2200"/>
                </a:lnTo>
                <a:lnTo>
                  <a:pt x="289" y="2199"/>
                </a:lnTo>
                <a:lnTo>
                  <a:pt x="289" y="2198"/>
                </a:lnTo>
                <a:lnTo>
                  <a:pt x="288" y="2198"/>
                </a:lnTo>
                <a:lnTo>
                  <a:pt x="288" y="2197"/>
                </a:lnTo>
                <a:lnTo>
                  <a:pt x="287" y="2197"/>
                </a:lnTo>
                <a:lnTo>
                  <a:pt x="286" y="2197"/>
                </a:lnTo>
                <a:lnTo>
                  <a:pt x="286" y="2196"/>
                </a:lnTo>
                <a:lnTo>
                  <a:pt x="285" y="2196"/>
                </a:lnTo>
                <a:lnTo>
                  <a:pt x="285" y="2195"/>
                </a:lnTo>
                <a:lnTo>
                  <a:pt x="284" y="2195"/>
                </a:lnTo>
                <a:lnTo>
                  <a:pt x="283" y="2195"/>
                </a:lnTo>
                <a:lnTo>
                  <a:pt x="283" y="2194"/>
                </a:lnTo>
                <a:lnTo>
                  <a:pt x="283" y="2193"/>
                </a:lnTo>
                <a:lnTo>
                  <a:pt x="283" y="2192"/>
                </a:lnTo>
                <a:lnTo>
                  <a:pt x="283" y="2191"/>
                </a:lnTo>
                <a:lnTo>
                  <a:pt x="283" y="2190"/>
                </a:lnTo>
                <a:lnTo>
                  <a:pt x="284" y="2190"/>
                </a:lnTo>
                <a:lnTo>
                  <a:pt x="285" y="2189"/>
                </a:lnTo>
                <a:lnTo>
                  <a:pt x="285" y="2188"/>
                </a:lnTo>
                <a:lnTo>
                  <a:pt x="286" y="2188"/>
                </a:lnTo>
                <a:lnTo>
                  <a:pt x="287" y="2188"/>
                </a:lnTo>
                <a:lnTo>
                  <a:pt x="287" y="2187"/>
                </a:lnTo>
                <a:lnTo>
                  <a:pt x="287" y="2186"/>
                </a:lnTo>
                <a:lnTo>
                  <a:pt x="288" y="2186"/>
                </a:lnTo>
                <a:lnTo>
                  <a:pt x="288" y="2185"/>
                </a:lnTo>
                <a:lnTo>
                  <a:pt x="288" y="2184"/>
                </a:lnTo>
                <a:lnTo>
                  <a:pt x="288" y="2183"/>
                </a:lnTo>
                <a:lnTo>
                  <a:pt x="288" y="2182"/>
                </a:lnTo>
                <a:lnTo>
                  <a:pt x="289" y="2182"/>
                </a:lnTo>
                <a:lnTo>
                  <a:pt x="289" y="2181"/>
                </a:lnTo>
                <a:lnTo>
                  <a:pt x="289" y="2180"/>
                </a:lnTo>
                <a:lnTo>
                  <a:pt x="290" y="2180"/>
                </a:lnTo>
                <a:lnTo>
                  <a:pt x="290" y="2179"/>
                </a:lnTo>
                <a:lnTo>
                  <a:pt x="290" y="2178"/>
                </a:lnTo>
                <a:lnTo>
                  <a:pt x="289" y="2178"/>
                </a:lnTo>
                <a:lnTo>
                  <a:pt x="290" y="2178"/>
                </a:lnTo>
                <a:lnTo>
                  <a:pt x="289" y="2178"/>
                </a:lnTo>
                <a:lnTo>
                  <a:pt x="290" y="2178"/>
                </a:lnTo>
                <a:lnTo>
                  <a:pt x="290" y="2177"/>
                </a:lnTo>
                <a:lnTo>
                  <a:pt x="291" y="2177"/>
                </a:lnTo>
                <a:lnTo>
                  <a:pt x="291" y="2176"/>
                </a:lnTo>
                <a:lnTo>
                  <a:pt x="291" y="2175"/>
                </a:lnTo>
                <a:lnTo>
                  <a:pt x="291" y="2174"/>
                </a:lnTo>
                <a:lnTo>
                  <a:pt x="290" y="2174"/>
                </a:lnTo>
                <a:lnTo>
                  <a:pt x="290" y="2173"/>
                </a:lnTo>
                <a:lnTo>
                  <a:pt x="289" y="2173"/>
                </a:lnTo>
                <a:lnTo>
                  <a:pt x="288" y="2173"/>
                </a:lnTo>
                <a:lnTo>
                  <a:pt x="288" y="2172"/>
                </a:lnTo>
                <a:lnTo>
                  <a:pt x="289" y="2172"/>
                </a:lnTo>
                <a:lnTo>
                  <a:pt x="289" y="2171"/>
                </a:lnTo>
                <a:lnTo>
                  <a:pt x="289" y="2170"/>
                </a:lnTo>
                <a:lnTo>
                  <a:pt x="288" y="2170"/>
                </a:lnTo>
                <a:lnTo>
                  <a:pt x="288" y="2169"/>
                </a:lnTo>
                <a:lnTo>
                  <a:pt x="288" y="2168"/>
                </a:lnTo>
                <a:lnTo>
                  <a:pt x="287" y="2168"/>
                </a:lnTo>
                <a:lnTo>
                  <a:pt x="287" y="2167"/>
                </a:lnTo>
                <a:lnTo>
                  <a:pt x="287" y="2166"/>
                </a:lnTo>
                <a:lnTo>
                  <a:pt x="287" y="2165"/>
                </a:lnTo>
                <a:lnTo>
                  <a:pt x="288" y="2165"/>
                </a:lnTo>
                <a:lnTo>
                  <a:pt x="288" y="2166"/>
                </a:lnTo>
                <a:lnTo>
                  <a:pt x="289" y="2166"/>
                </a:lnTo>
                <a:lnTo>
                  <a:pt x="289" y="2165"/>
                </a:lnTo>
                <a:lnTo>
                  <a:pt x="290" y="2165"/>
                </a:lnTo>
                <a:lnTo>
                  <a:pt x="290" y="2164"/>
                </a:lnTo>
                <a:lnTo>
                  <a:pt x="291" y="2164"/>
                </a:lnTo>
                <a:lnTo>
                  <a:pt x="291" y="2163"/>
                </a:lnTo>
                <a:lnTo>
                  <a:pt x="291" y="2162"/>
                </a:lnTo>
                <a:lnTo>
                  <a:pt x="290" y="2162"/>
                </a:lnTo>
                <a:lnTo>
                  <a:pt x="290" y="2161"/>
                </a:lnTo>
                <a:lnTo>
                  <a:pt x="289" y="2161"/>
                </a:lnTo>
                <a:lnTo>
                  <a:pt x="289" y="2160"/>
                </a:lnTo>
                <a:lnTo>
                  <a:pt x="288" y="2160"/>
                </a:lnTo>
                <a:lnTo>
                  <a:pt x="288" y="2159"/>
                </a:lnTo>
                <a:lnTo>
                  <a:pt x="287" y="2159"/>
                </a:lnTo>
                <a:lnTo>
                  <a:pt x="287" y="2158"/>
                </a:lnTo>
                <a:lnTo>
                  <a:pt x="287" y="2157"/>
                </a:lnTo>
                <a:lnTo>
                  <a:pt x="286" y="2157"/>
                </a:lnTo>
                <a:lnTo>
                  <a:pt x="286" y="2156"/>
                </a:lnTo>
                <a:lnTo>
                  <a:pt x="286" y="2155"/>
                </a:lnTo>
                <a:lnTo>
                  <a:pt x="285" y="2155"/>
                </a:lnTo>
                <a:lnTo>
                  <a:pt x="285" y="2154"/>
                </a:lnTo>
                <a:lnTo>
                  <a:pt x="285" y="2153"/>
                </a:lnTo>
                <a:lnTo>
                  <a:pt x="284" y="2152"/>
                </a:lnTo>
                <a:lnTo>
                  <a:pt x="285" y="2152"/>
                </a:lnTo>
                <a:lnTo>
                  <a:pt x="285" y="2151"/>
                </a:lnTo>
                <a:lnTo>
                  <a:pt x="286" y="2151"/>
                </a:lnTo>
                <a:lnTo>
                  <a:pt x="287" y="2151"/>
                </a:lnTo>
                <a:lnTo>
                  <a:pt x="287" y="2150"/>
                </a:lnTo>
                <a:lnTo>
                  <a:pt x="287" y="2149"/>
                </a:lnTo>
                <a:lnTo>
                  <a:pt x="288" y="2149"/>
                </a:lnTo>
                <a:lnTo>
                  <a:pt x="289" y="2149"/>
                </a:lnTo>
                <a:lnTo>
                  <a:pt x="289" y="2148"/>
                </a:lnTo>
                <a:lnTo>
                  <a:pt x="288" y="2148"/>
                </a:lnTo>
                <a:lnTo>
                  <a:pt x="288" y="2147"/>
                </a:lnTo>
                <a:lnTo>
                  <a:pt x="288" y="2146"/>
                </a:lnTo>
                <a:lnTo>
                  <a:pt x="288" y="2145"/>
                </a:lnTo>
                <a:lnTo>
                  <a:pt x="289" y="2145"/>
                </a:lnTo>
                <a:lnTo>
                  <a:pt x="288" y="2144"/>
                </a:lnTo>
                <a:lnTo>
                  <a:pt x="287" y="2144"/>
                </a:lnTo>
                <a:lnTo>
                  <a:pt x="287" y="2143"/>
                </a:lnTo>
                <a:lnTo>
                  <a:pt x="286" y="2143"/>
                </a:lnTo>
                <a:lnTo>
                  <a:pt x="285" y="2143"/>
                </a:lnTo>
                <a:lnTo>
                  <a:pt x="284" y="2143"/>
                </a:lnTo>
                <a:lnTo>
                  <a:pt x="283" y="2143"/>
                </a:lnTo>
                <a:lnTo>
                  <a:pt x="283" y="2144"/>
                </a:lnTo>
                <a:lnTo>
                  <a:pt x="282" y="2144"/>
                </a:lnTo>
                <a:lnTo>
                  <a:pt x="282" y="2143"/>
                </a:lnTo>
                <a:lnTo>
                  <a:pt x="282" y="2142"/>
                </a:lnTo>
                <a:lnTo>
                  <a:pt x="281" y="2142"/>
                </a:lnTo>
                <a:lnTo>
                  <a:pt x="281" y="2141"/>
                </a:lnTo>
                <a:lnTo>
                  <a:pt x="281" y="2140"/>
                </a:lnTo>
                <a:lnTo>
                  <a:pt x="282" y="2140"/>
                </a:lnTo>
                <a:lnTo>
                  <a:pt x="282" y="2139"/>
                </a:lnTo>
                <a:lnTo>
                  <a:pt x="282" y="2138"/>
                </a:lnTo>
                <a:lnTo>
                  <a:pt x="282" y="2137"/>
                </a:lnTo>
                <a:lnTo>
                  <a:pt x="282" y="2136"/>
                </a:lnTo>
                <a:lnTo>
                  <a:pt x="283" y="2136"/>
                </a:lnTo>
                <a:lnTo>
                  <a:pt x="283" y="2135"/>
                </a:lnTo>
                <a:lnTo>
                  <a:pt x="282" y="2135"/>
                </a:lnTo>
                <a:lnTo>
                  <a:pt x="283" y="2135"/>
                </a:lnTo>
                <a:lnTo>
                  <a:pt x="283" y="2134"/>
                </a:lnTo>
                <a:lnTo>
                  <a:pt x="284" y="2133"/>
                </a:lnTo>
                <a:lnTo>
                  <a:pt x="283" y="2132"/>
                </a:lnTo>
                <a:lnTo>
                  <a:pt x="283" y="2131"/>
                </a:lnTo>
                <a:lnTo>
                  <a:pt x="283" y="2130"/>
                </a:lnTo>
                <a:lnTo>
                  <a:pt x="283" y="2129"/>
                </a:lnTo>
                <a:lnTo>
                  <a:pt x="282" y="2129"/>
                </a:lnTo>
                <a:lnTo>
                  <a:pt x="282" y="2128"/>
                </a:lnTo>
                <a:lnTo>
                  <a:pt x="282" y="2127"/>
                </a:lnTo>
                <a:lnTo>
                  <a:pt x="281" y="2127"/>
                </a:lnTo>
                <a:lnTo>
                  <a:pt x="281" y="2126"/>
                </a:lnTo>
                <a:lnTo>
                  <a:pt x="281" y="2125"/>
                </a:lnTo>
                <a:lnTo>
                  <a:pt x="280" y="2125"/>
                </a:lnTo>
                <a:lnTo>
                  <a:pt x="280" y="2124"/>
                </a:lnTo>
                <a:lnTo>
                  <a:pt x="281" y="2124"/>
                </a:lnTo>
                <a:lnTo>
                  <a:pt x="281" y="2123"/>
                </a:lnTo>
                <a:lnTo>
                  <a:pt x="281" y="2122"/>
                </a:lnTo>
                <a:lnTo>
                  <a:pt x="281" y="2121"/>
                </a:lnTo>
                <a:lnTo>
                  <a:pt x="281" y="2120"/>
                </a:lnTo>
                <a:lnTo>
                  <a:pt x="282" y="2120"/>
                </a:lnTo>
                <a:lnTo>
                  <a:pt x="282" y="2119"/>
                </a:lnTo>
                <a:lnTo>
                  <a:pt x="283" y="2118"/>
                </a:lnTo>
                <a:lnTo>
                  <a:pt x="283" y="2117"/>
                </a:lnTo>
                <a:lnTo>
                  <a:pt x="283" y="2116"/>
                </a:lnTo>
                <a:lnTo>
                  <a:pt x="283" y="2115"/>
                </a:lnTo>
                <a:lnTo>
                  <a:pt x="284" y="2115"/>
                </a:lnTo>
                <a:lnTo>
                  <a:pt x="284" y="2114"/>
                </a:lnTo>
                <a:lnTo>
                  <a:pt x="284" y="2113"/>
                </a:lnTo>
                <a:lnTo>
                  <a:pt x="285" y="2111"/>
                </a:lnTo>
                <a:lnTo>
                  <a:pt x="285" y="2110"/>
                </a:lnTo>
                <a:lnTo>
                  <a:pt x="286" y="2109"/>
                </a:lnTo>
                <a:lnTo>
                  <a:pt x="286" y="2108"/>
                </a:lnTo>
                <a:lnTo>
                  <a:pt x="287" y="2108"/>
                </a:lnTo>
                <a:lnTo>
                  <a:pt x="288" y="2108"/>
                </a:lnTo>
                <a:lnTo>
                  <a:pt x="288" y="2107"/>
                </a:lnTo>
                <a:lnTo>
                  <a:pt x="289" y="2107"/>
                </a:lnTo>
                <a:lnTo>
                  <a:pt x="290" y="2106"/>
                </a:lnTo>
                <a:lnTo>
                  <a:pt x="291" y="2105"/>
                </a:lnTo>
                <a:lnTo>
                  <a:pt x="291" y="2104"/>
                </a:lnTo>
                <a:lnTo>
                  <a:pt x="293" y="2104"/>
                </a:lnTo>
                <a:lnTo>
                  <a:pt x="294" y="2103"/>
                </a:lnTo>
                <a:lnTo>
                  <a:pt x="295" y="2103"/>
                </a:lnTo>
                <a:lnTo>
                  <a:pt x="296" y="2103"/>
                </a:lnTo>
                <a:lnTo>
                  <a:pt x="296" y="2102"/>
                </a:lnTo>
                <a:lnTo>
                  <a:pt x="298" y="2101"/>
                </a:lnTo>
                <a:lnTo>
                  <a:pt x="298" y="2100"/>
                </a:lnTo>
                <a:lnTo>
                  <a:pt x="298" y="2099"/>
                </a:lnTo>
                <a:lnTo>
                  <a:pt x="299" y="2099"/>
                </a:lnTo>
                <a:lnTo>
                  <a:pt x="299" y="2098"/>
                </a:lnTo>
                <a:lnTo>
                  <a:pt x="299" y="2097"/>
                </a:lnTo>
                <a:lnTo>
                  <a:pt x="300" y="2097"/>
                </a:lnTo>
                <a:lnTo>
                  <a:pt x="301" y="2097"/>
                </a:lnTo>
                <a:lnTo>
                  <a:pt x="301" y="2096"/>
                </a:lnTo>
                <a:lnTo>
                  <a:pt x="302" y="2096"/>
                </a:lnTo>
                <a:lnTo>
                  <a:pt x="302" y="2095"/>
                </a:lnTo>
                <a:lnTo>
                  <a:pt x="303" y="2095"/>
                </a:lnTo>
                <a:lnTo>
                  <a:pt x="302" y="2095"/>
                </a:lnTo>
                <a:lnTo>
                  <a:pt x="301" y="2095"/>
                </a:lnTo>
                <a:lnTo>
                  <a:pt x="300" y="2094"/>
                </a:lnTo>
                <a:lnTo>
                  <a:pt x="299" y="2094"/>
                </a:lnTo>
                <a:lnTo>
                  <a:pt x="299" y="2093"/>
                </a:lnTo>
                <a:lnTo>
                  <a:pt x="298" y="2093"/>
                </a:lnTo>
                <a:lnTo>
                  <a:pt x="297" y="2094"/>
                </a:lnTo>
                <a:lnTo>
                  <a:pt x="297" y="2093"/>
                </a:lnTo>
                <a:lnTo>
                  <a:pt x="296" y="2093"/>
                </a:lnTo>
                <a:lnTo>
                  <a:pt x="296" y="2094"/>
                </a:lnTo>
                <a:lnTo>
                  <a:pt x="295" y="2094"/>
                </a:lnTo>
                <a:lnTo>
                  <a:pt x="295" y="2093"/>
                </a:lnTo>
                <a:lnTo>
                  <a:pt x="294" y="2093"/>
                </a:lnTo>
                <a:lnTo>
                  <a:pt x="293" y="2093"/>
                </a:lnTo>
                <a:lnTo>
                  <a:pt x="292" y="2094"/>
                </a:lnTo>
                <a:lnTo>
                  <a:pt x="292" y="2095"/>
                </a:lnTo>
                <a:lnTo>
                  <a:pt x="291" y="2095"/>
                </a:lnTo>
                <a:lnTo>
                  <a:pt x="290" y="2094"/>
                </a:lnTo>
                <a:lnTo>
                  <a:pt x="290" y="2093"/>
                </a:lnTo>
                <a:lnTo>
                  <a:pt x="290" y="2092"/>
                </a:lnTo>
                <a:lnTo>
                  <a:pt x="289" y="2092"/>
                </a:lnTo>
                <a:lnTo>
                  <a:pt x="289" y="2091"/>
                </a:lnTo>
                <a:lnTo>
                  <a:pt x="288" y="2091"/>
                </a:lnTo>
                <a:lnTo>
                  <a:pt x="287" y="2091"/>
                </a:lnTo>
                <a:lnTo>
                  <a:pt x="286" y="2091"/>
                </a:lnTo>
                <a:lnTo>
                  <a:pt x="285" y="2091"/>
                </a:lnTo>
                <a:lnTo>
                  <a:pt x="285" y="2092"/>
                </a:lnTo>
                <a:lnTo>
                  <a:pt x="284" y="2091"/>
                </a:lnTo>
                <a:lnTo>
                  <a:pt x="283" y="2091"/>
                </a:lnTo>
                <a:lnTo>
                  <a:pt x="283" y="2090"/>
                </a:lnTo>
                <a:lnTo>
                  <a:pt x="282" y="2090"/>
                </a:lnTo>
                <a:lnTo>
                  <a:pt x="282" y="2089"/>
                </a:lnTo>
                <a:lnTo>
                  <a:pt x="281" y="2089"/>
                </a:lnTo>
                <a:lnTo>
                  <a:pt x="281" y="2090"/>
                </a:lnTo>
                <a:lnTo>
                  <a:pt x="280" y="2090"/>
                </a:lnTo>
                <a:lnTo>
                  <a:pt x="280" y="2091"/>
                </a:lnTo>
                <a:lnTo>
                  <a:pt x="280" y="2092"/>
                </a:lnTo>
                <a:lnTo>
                  <a:pt x="279" y="2092"/>
                </a:lnTo>
                <a:lnTo>
                  <a:pt x="278" y="2092"/>
                </a:lnTo>
                <a:lnTo>
                  <a:pt x="278" y="2091"/>
                </a:lnTo>
                <a:lnTo>
                  <a:pt x="277" y="2090"/>
                </a:lnTo>
                <a:lnTo>
                  <a:pt x="277" y="2089"/>
                </a:lnTo>
                <a:lnTo>
                  <a:pt x="276" y="2087"/>
                </a:lnTo>
                <a:lnTo>
                  <a:pt x="275" y="2087"/>
                </a:lnTo>
                <a:lnTo>
                  <a:pt x="275" y="2088"/>
                </a:lnTo>
                <a:lnTo>
                  <a:pt x="274" y="2087"/>
                </a:lnTo>
                <a:lnTo>
                  <a:pt x="274" y="2086"/>
                </a:lnTo>
                <a:lnTo>
                  <a:pt x="272" y="2085"/>
                </a:lnTo>
                <a:lnTo>
                  <a:pt x="272" y="2084"/>
                </a:lnTo>
                <a:lnTo>
                  <a:pt x="272" y="2083"/>
                </a:lnTo>
                <a:lnTo>
                  <a:pt x="271" y="2083"/>
                </a:lnTo>
                <a:lnTo>
                  <a:pt x="270" y="2083"/>
                </a:lnTo>
                <a:lnTo>
                  <a:pt x="270" y="2084"/>
                </a:lnTo>
                <a:lnTo>
                  <a:pt x="270" y="2085"/>
                </a:lnTo>
                <a:lnTo>
                  <a:pt x="269" y="2085"/>
                </a:lnTo>
                <a:lnTo>
                  <a:pt x="268" y="2085"/>
                </a:lnTo>
                <a:lnTo>
                  <a:pt x="267" y="2085"/>
                </a:lnTo>
                <a:lnTo>
                  <a:pt x="266" y="2084"/>
                </a:lnTo>
                <a:lnTo>
                  <a:pt x="265" y="2084"/>
                </a:lnTo>
                <a:lnTo>
                  <a:pt x="264" y="2085"/>
                </a:lnTo>
                <a:lnTo>
                  <a:pt x="262" y="2085"/>
                </a:lnTo>
                <a:lnTo>
                  <a:pt x="262" y="2086"/>
                </a:lnTo>
                <a:lnTo>
                  <a:pt x="261" y="2087"/>
                </a:lnTo>
                <a:lnTo>
                  <a:pt x="261" y="2088"/>
                </a:lnTo>
                <a:lnTo>
                  <a:pt x="260" y="2088"/>
                </a:lnTo>
                <a:lnTo>
                  <a:pt x="259" y="2087"/>
                </a:lnTo>
                <a:lnTo>
                  <a:pt x="258" y="2087"/>
                </a:lnTo>
                <a:lnTo>
                  <a:pt x="257" y="2088"/>
                </a:lnTo>
                <a:lnTo>
                  <a:pt x="256" y="2087"/>
                </a:lnTo>
                <a:lnTo>
                  <a:pt x="255" y="2085"/>
                </a:lnTo>
                <a:lnTo>
                  <a:pt x="255" y="2084"/>
                </a:lnTo>
                <a:lnTo>
                  <a:pt x="254" y="2084"/>
                </a:lnTo>
                <a:lnTo>
                  <a:pt x="254" y="2083"/>
                </a:lnTo>
                <a:lnTo>
                  <a:pt x="253" y="2083"/>
                </a:lnTo>
                <a:lnTo>
                  <a:pt x="253" y="2084"/>
                </a:lnTo>
                <a:lnTo>
                  <a:pt x="252" y="2085"/>
                </a:lnTo>
                <a:lnTo>
                  <a:pt x="252" y="2086"/>
                </a:lnTo>
                <a:lnTo>
                  <a:pt x="251" y="2085"/>
                </a:lnTo>
                <a:lnTo>
                  <a:pt x="249" y="2084"/>
                </a:lnTo>
                <a:lnTo>
                  <a:pt x="248" y="2084"/>
                </a:lnTo>
                <a:lnTo>
                  <a:pt x="247" y="2084"/>
                </a:lnTo>
                <a:lnTo>
                  <a:pt x="247" y="2083"/>
                </a:lnTo>
                <a:lnTo>
                  <a:pt x="247" y="2082"/>
                </a:lnTo>
                <a:lnTo>
                  <a:pt x="247" y="2081"/>
                </a:lnTo>
                <a:lnTo>
                  <a:pt x="245" y="2080"/>
                </a:lnTo>
                <a:lnTo>
                  <a:pt x="243" y="2080"/>
                </a:lnTo>
                <a:lnTo>
                  <a:pt x="242" y="2079"/>
                </a:lnTo>
                <a:lnTo>
                  <a:pt x="241" y="2079"/>
                </a:lnTo>
                <a:lnTo>
                  <a:pt x="240" y="2079"/>
                </a:lnTo>
                <a:lnTo>
                  <a:pt x="238" y="2079"/>
                </a:lnTo>
                <a:lnTo>
                  <a:pt x="236" y="2079"/>
                </a:lnTo>
                <a:lnTo>
                  <a:pt x="235" y="2079"/>
                </a:lnTo>
                <a:lnTo>
                  <a:pt x="234" y="2079"/>
                </a:lnTo>
                <a:lnTo>
                  <a:pt x="233" y="2080"/>
                </a:lnTo>
                <a:lnTo>
                  <a:pt x="232" y="2079"/>
                </a:lnTo>
                <a:lnTo>
                  <a:pt x="231" y="2079"/>
                </a:lnTo>
                <a:lnTo>
                  <a:pt x="231" y="2078"/>
                </a:lnTo>
                <a:lnTo>
                  <a:pt x="230" y="2078"/>
                </a:lnTo>
                <a:lnTo>
                  <a:pt x="229" y="2077"/>
                </a:lnTo>
                <a:lnTo>
                  <a:pt x="228" y="2077"/>
                </a:lnTo>
                <a:lnTo>
                  <a:pt x="227" y="2077"/>
                </a:lnTo>
                <a:lnTo>
                  <a:pt x="227" y="2076"/>
                </a:lnTo>
                <a:lnTo>
                  <a:pt x="227" y="2075"/>
                </a:lnTo>
                <a:lnTo>
                  <a:pt x="227" y="2074"/>
                </a:lnTo>
                <a:lnTo>
                  <a:pt x="227" y="2073"/>
                </a:lnTo>
                <a:lnTo>
                  <a:pt x="226" y="2073"/>
                </a:lnTo>
                <a:lnTo>
                  <a:pt x="225" y="2073"/>
                </a:lnTo>
                <a:lnTo>
                  <a:pt x="224" y="2072"/>
                </a:lnTo>
                <a:lnTo>
                  <a:pt x="224" y="2071"/>
                </a:lnTo>
                <a:lnTo>
                  <a:pt x="224" y="2069"/>
                </a:lnTo>
                <a:lnTo>
                  <a:pt x="224" y="2068"/>
                </a:lnTo>
                <a:lnTo>
                  <a:pt x="223" y="2067"/>
                </a:lnTo>
                <a:lnTo>
                  <a:pt x="222" y="2066"/>
                </a:lnTo>
                <a:lnTo>
                  <a:pt x="221" y="2065"/>
                </a:lnTo>
                <a:lnTo>
                  <a:pt x="219" y="2065"/>
                </a:lnTo>
                <a:lnTo>
                  <a:pt x="218" y="2065"/>
                </a:lnTo>
                <a:lnTo>
                  <a:pt x="217" y="2065"/>
                </a:lnTo>
                <a:lnTo>
                  <a:pt x="216" y="2065"/>
                </a:lnTo>
                <a:lnTo>
                  <a:pt x="215" y="2065"/>
                </a:lnTo>
                <a:lnTo>
                  <a:pt x="214" y="2065"/>
                </a:lnTo>
                <a:lnTo>
                  <a:pt x="213" y="2066"/>
                </a:lnTo>
                <a:lnTo>
                  <a:pt x="212" y="2066"/>
                </a:lnTo>
                <a:lnTo>
                  <a:pt x="211" y="2066"/>
                </a:lnTo>
                <a:lnTo>
                  <a:pt x="210" y="2065"/>
                </a:lnTo>
                <a:lnTo>
                  <a:pt x="209" y="2065"/>
                </a:lnTo>
                <a:lnTo>
                  <a:pt x="208" y="2064"/>
                </a:lnTo>
                <a:lnTo>
                  <a:pt x="208" y="2063"/>
                </a:lnTo>
                <a:lnTo>
                  <a:pt x="208" y="2062"/>
                </a:lnTo>
                <a:lnTo>
                  <a:pt x="207" y="2062"/>
                </a:lnTo>
                <a:lnTo>
                  <a:pt x="206" y="2061"/>
                </a:lnTo>
                <a:lnTo>
                  <a:pt x="205" y="2060"/>
                </a:lnTo>
                <a:lnTo>
                  <a:pt x="204" y="2059"/>
                </a:lnTo>
                <a:lnTo>
                  <a:pt x="203" y="2058"/>
                </a:lnTo>
                <a:lnTo>
                  <a:pt x="202" y="2057"/>
                </a:lnTo>
                <a:lnTo>
                  <a:pt x="201" y="2055"/>
                </a:lnTo>
                <a:lnTo>
                  <a:pt x="201" y="2054"/>
                </a:lnTo>
                <a:lnTo>
                  <a:pt x="200" y="2053"/>
                </a:lnTo>
                <a:lnTo>
                  <a:pt x="200" y="2052"/>
                </a:lnTo>
                <a:lnTo>
                  <a:pt x="199" y="2052"/>
                </a:lnTo>
                <a:lnTo>
                  <a:pt x="199" y="2051"/>
                </a:lnTo>
                <a:lnTo>
                  <a:pt x="198" y="2051"/>
                </a:lnTo>
                <a:lnTo>
                  <a:pt x="197" y="2051"/>
                </a:lnTo>
                <a:lnTo>
                  <a:pt x="197" y="2050"/>
                </a:lnTo>
                <a:lnTo>
                  <a:pt x="196" y="2049"/>
                </a:lnTo>
                <a:lnTo>
                  <a:pt x="195" y="2049"/>
                </a:lnTo>
                <a:lnTo>
                  <a:pt x="194" y="2048"/>
                </a:lnTo>
                <a:lnTo>
                  <a:pt x="193" y="2049"/>
                </a:lnTo>
                <a:lnTo>
                  <a:pt x="192" y="2049"/>
                </a:lnTo>
                <a:lnTo>
                  <a:pt x="191" y="2049"/>
                </a:lnTo>
                <a:lnTo>
                  <a:pt x="190" y="2050"/>
                </a:lnTo>
                <a:lnTo>
                  <a:pt x="189" y="2049"/>
                </a:lnTo>
                <a:lnTo>
                  <a:pt x="188" y="2048"/>
                </a:lnTo>
                <a:lnTo>
                  <a:pt x="187" y="2047"/>
                </a:lnTo>
                <a:lnTo>
                  <a:pt x="186" y="2046"/>
                </a:lnTo>
                <a:lnTo>
                  <a:pt x="185" y="2045"/>
                </a:lnTo>
                <a:lnTo>
                  <a:pt x="184" y="2044"/>
                </a:lnTo>
                <a:lnTo>
                  <a:pt x="184" y="2043"/>
                </a:lnTo>
                <a:lnTo>
                  <a:pt x="183" y="2041"/>
                </a:lnTo>
                <a:lnTo>
                  <a:pt x="182" y="2040"/>
                </a:lnTo>
                <a:lnTo>
                  <a:pt x="182" y="2039"/>
                </a:lnTo>
                <a:lnTo>
                  <a:pt x="181" y="2038"/>
                </a:lnTo>
                <a:lnTo>
                  <a:pt x="181" y="2037"/>
                </a:lnTo>
                <a:lnTo>
                  <a:pt x="181" y="2036"/>
                </a:lnTo>
                <a:lnTo>
                  <a:pt x="180" y="2037"/>
                </a:lnTo>
                <a:lnTo>
                  <a:pt x="178" y="2036"/>
                </a:lnTo>
                <a:lnTo>
                  <a:pt x="177" y="2036"/>
                </a:lnTo>
                <a:lnTo>
                  <a:pt x="174" y="2036"/>
                </a:lnTo>
                <a:lnTo>
                  <a:pt x="173" y="2036"/>
                </a:lnTo>
                <a:lnTo>
                  <a:pt x="172" y="2036"/>
                </a:lnTo>
                <a:lnTo>
                  <a:pt x="172" y="2035"/>
                </a:lnTo>
                <a:lnTo>
                  <a:pt x="172" y="2034"/>
                </a:lnTo>
                <a:lnTo>
                  <a:pt x="172" y="2033"/>
                </a:lnTo>
                <a:lnTo>
                  <a:pt x="172" y="2032"/>
                </a:lnTo>
                <a:lnTo>
                  <a:pt x="172" y="2031"/>
                </a:lnTo>
                <a:lnTo>
                  <a:pt x="171" y="2030"/>
                </a:lnTo>
                <a:lnTo>
                  <a:pt x="171" y="2029"/>
                </a:lnTo>
                <a:lnTo>
                  <a:pt x="170" y="2028"/>
                </a:lnTo>
                <a:lnTo>
                  <a:pt x="170" y="2027"/>
                </a:lnTo>
                <a:lnTo>
                  <a:pt x="169" y="2026"/>
                </a:lnTo>
                <a:lnTo>
                  <a:pt x="169" y="2025"/>
                </a:lnTo>
                <a:lnTo>
                  <a:pt x="169" y="2024"/>
                </a:lnTo>
                <a:lnTo>
                  <a:pt x="169" y="2022"/>
                </a:lnTo>
                <a:lnTo>
                  <a:pt x="168" y="2022"/>
                </a:lnTo>
                <a:lnTo>
                  <a:pt x="167" y="2021"/>
                </a:lnTo>
                <a:lnTo>
                  <a:pt x="166" y="2021"/>
                </a:lnTo>
                <a:lnTo>
                  <a:pt x="165" y="2020"/>
                </a:lnTo>
                <a:lnTo>
                  <a:pt x="165" y="2019"/>
                </a:lnTo>
                <a:lnTo>
                  <a:pt x="165" y="2018"/>
                </a:lnTo>
                <a:lnTo>
                  <a:pt x="164" y="2018"/>
                </a:lnTo>
                <a:lnTo>
                  <a:pt x="163" y="2018"/>
                </a:lnTo>
                <a:lnTo>
                  <a:pt x="162" y="2019"/>
                </a:lnTo>
                <a:lnTo>
                  <a:pt x="162" y="2018"/>
                </a:lnTo>
                <a:lnTo>
                  <a:pt x="161" y="2017"/>
                </a:lnTo>
                <a:lnTo>
                  <a:pt x="160" y="2016"/>
                </a:lnTo>
                <a:lnTo>
                  <a:pt x="160" y="2015"/>
                </a:lnTo>
                <a:lnTo>
                  <a:pt x="160" y="2014"/>
                </a:lnTo>
                <a:lnTo>
                  <a:pt x="160" y="2013"/>
                </a:lnTo>
                <a:lnTo>
                  <a:pt x="159" y="2012"/>
                </a:lnTo>
                <a:lnTo>
                  <a:pt x="159" y="2011"/>
                </a:lnTo>
                <a:lnTo>
                  <a:pt x="159" y="2010"/>
                </a:lnTo>
                <a:lnTo>
                  <a:pt x="159" y="2009"/>
                </a:lnTo>
                <a:lnTo>
                  <a:pt x="160" y="2008"/>
                </a:lnTo>
                <a:lnTo>
                  <a:pt x="161" y="2008"/>
                </a:lnTo>
                <a:lnTo>
                  <a:pt x="162" y="2007"/>
                </a:lnTo>
                <a:lnTo>
                  <a:pt x="162" y="2006"/>
                </a:lnTo>
                <a:lnTo>
                  <a:pt x="162" y="2005"/>
                </a:lnTo>
                <a:lnTo>
                  <a:pt x="162" y="2004"/>
                </a:lnTo>
                <a:lnTo>
                  <a:pt x="163" y="2003"/>
                </a:lnTo>
                <a:lnTo>
                  <a:pt x="164" y="2002"/>
                </a:lnTo>
                <a:lnTo>
                  <a:pt x="165" y="2001"/>
                </a:lnTo>
                <a:lnTo>
                  <a:pt x="165" y="2000"/>
                </a:lnTo>
                <a:lnTo>
                  <a:pt x="165" y="1999"/>
                </a:lnTo>
                <a:lnTo>
                  <a:pt x="164" y="1997"/>
                </a:lnTo>
                <a:lnTo>
                  <a:pt x="163" y="1997"/>
                </a:lnTo>
                <a:lnTo>
                  <a:pt x="162" y="1996"/>
                </a:lnTo>
                <a:lnTo>
                  <a:pt x="161" y="1996"/>
                </a:lnTo>
                <a:lnTo>
                  <a:pt x="160" y="1997"/>
                </a:lnTo>
                <a:lnTo>
                  <a:pt x="160" y="1998"/>
                </a:lnTo>
                <a:lnTo>
                  <a:pt x="160" y="1999"/>
                </a:lnTo>
                <a:lnTo>
                  <a:pt x="159" y="1999"/>
                </a:lnTo>
                <a:lnTo>
                  <a:pt x="158" y="1999"/>
                </a:lnTo>
                <a:lnTo>
                  <a:pt x="156" y="2000"/>
                </a:lnTo>
                <a:lnTo>
                  <a:pt x="155" y="1999"/>
                </a:lnTo>
                <a:lnTo>
                  <a:pt x="154" y="1998"/>
                </a:lnTo>
                <a:lnTo>
                  <a:pt x="153" y="1998"/>
                </a:lnTo>
                <a:lnTo>
                  <a:pt x="152" y="1998"/>
                </a:lnTo>
                <a:lnTo>
                  <a:pt x="151" y="1998"/>
                </a:lnTo>
                <a:lnTo>
                  <a:pt x="150" y="1999"/>
                </a:lnTo>
                <a:lnTo>
                  <a:pt x="149" y="2000"/>
                </a:lnTo>
                <a:lnTo>
                  <a:pt x="148" y="2001"/>
                </a:lnTo>
                <a:lnTo>
                  <a:pt x="147" y="2002"/>
                </a:lnTo>
                <a:lnTo>
                  <a:pt x="146" y="2001"/>
                </a:lnTo>
                <a:lnTo>
                  <a:pt x="145" y="2000"/>
                </a:lnTo>
                <a:lnTo>
                  <a:pt x="143" y="1999"/>
                </a:lnTo>
                <a:lnTo>
                  <a:pt x="142" y="1999"/>
                </a:lnTo>
                <a:lnTo>
                  <a:pt x="141" y="1999"/>
                </a:lnTo>
                <a:lnTo>
                  <a:pt x="140" y="1999"/>
                </a:lnTo>
                <a:lnTo>
                  <a:pt x="140" y="2000"/>
                </a:lnTo>
                <a:lnTo>
                  <a:pt x="140" y="2001"/>
                </a:lnTo>
                <a:lnTo>
                  <a:pt x="140" y="2003"/>
                </a:lnTo>
                <a:lnTo>
                  <a:pt x="139" y="2003"/>
                </a:lnTo>
                <a:lnTo>
                  <a:pt x="138" y="2002"/>
                </a:lnTo>
                <a:lnTo>
                  <a:pt x="136" y="2001"/>
                </a:lnTo>
                <a:lnTo>
                  <a:pt x="135" y="2001"/>
                </a:lnTo>
                <a:lnTo>
                  <a:pt x="134" y="2001"/>
                </a:lnTo>
                <a:lnTo>
                  <a:pt x="134" y="2000"/>
                </a:lnTo>
                <a:lnTo>
                  <a:pt x="134" y="1999"/>
                </a:lnTo>
                <a:lnTo>
                  <a:pt x="133" y="1999"/>
                </a:lnTo>
                <a:lnTo>
                  <a:pt x="132" y="1999"/>
                </a:lnTo>
                <a:lnTo>
                  <a:pt x="130" y="1999"/>
                </a:lnTo>
                <a:lnTo>
                  <a:pt x="129" y="1998"/>
                </a:lnTo>
                <a:lnTo>
                  <a:pt x="128" y="1998"/>
                </a:lnTo>
                <a:lnTo>
                  <a:pt x="127" y="1997"/>
                </a:lnTo>
                <a:lnTo>
                  <a:pt x="126" y="1998"/>
                </a:lnTo>
                <a:lnTo>
                  <a:pt x="125" y="1999"/>
                </a:lnTo>
                <a:lnTo>
                  <a:pt x="124" y="1999"/>
                </a:lnTo>
                <a:lnTo>
                  <a:pt x="123" y="1998"/>
                </a:lnTo>
                <a:lnTo>
                  <a:pt x="122" y="1998"/>
                </a:lnTo>
                <a:lnTo>
                  <a:pt x="121" y="1998"/>
                </a:lnTo>
                <a:lnTo>
                  <a:pt x="120" y="1997"/>
                </a:lnTo>
                <a:lnTo>
                  <a:pt x="119" y="1997"/>
                </a:lnTo>
                <a:lnTo>
                  <a:pt x="119" y="1996"/>
                </a:lnTo>
                <a:lnTo>
                  <a:pt x="118" y="1995"/>
                </a:lnTo>
                <a:lnTo>
                  <a:pt x="119" y="1995"/>
                </a:lnTo>
                <a:lnTo>
                  <a:pt x="119" y="1993"/>
                </a:lnTo>
                <a:lnTo>
                  <a:pt x="120" y="1992"/>
                </a:lnTo>
                <a:lnTo>
                  <a:pt x="120" y="1991"/>
                </a:lnTo>
                <a:lnTo>
                  <a:pt x="121" y="1989"/>
                </a:lnTo>
                <a:lnTo>
                  <a:pt x="122" y="1988"/>
                </a:lnTo>
                <a:lnTo>
                  <a:pt x="122" y="1987"/>
                </a:lnTo>
                <a:lnTo>
                  <a:pt x="123" y="1986"/>
                </a:lnTo>
                <a:lnTo>
                  <a:pt x="123" y="1985"/>
                </a:lnTo>
                <a:lnTo>
                  <a:pt x="123" y="1984"/>
                </a:lnTo>
                <a:lnTo>
                  <a:pt x="122" y="1982"/>
                </a:lnTo>
                <a:lnTo>
                  <a:pt x="122" y="1981"/>
                </a:lnTo>
                <a:lnTo>
                  <a:pt x="122" y="1980"/>
                </a:lnTo>
                <a:lnTo>
                  <a:pt x="121" y="1977"/>
                </a:lnTo>
                <a:lnTo>
                  <a:pt x="120" y="1975"/>
                </a:lnTo>
                <a:lnTo>
                  <a:pt x="120" y="1974"/>
                </a:lnTo>
                <a:lnTo>
                  <a:pt x="120" y="1973"/>
                </a:lnTo>
                <a:lnTo>
                  <a:pt x="120" y="1972"/>
                </a:lnTo>
                <a:lnTo>
                  <a:pt x="121" y="1971"/>
                </a:lnTo>
                <a:lnTo>
                  <a:pt x="120" y="1970"/>
                </a:lnTo>
                <a:lnTo>
                  <a:pt x="118" y="1969"/>
                </a:lnTo>
                <a:lnTo>
                  <a:pt x="117" y="1969"/>
                </a:lnTo>
                <a:lnTo>
                  <a:pt x="116" y="1969"/>
                </a:lnTo>
                <a:lnTo>
                  <a:pt x="115" y="1968"/>
                </a:lnTo>
                <a:lnTo>
                  <a:pt x="115" y="1969"/>
                </a:lnTo>
                <a:lnTo>
                  <a:pt x="114" y="1969"/>
                </a:lnTo>
                <a:lnTo>
                  <a:pt x="113" y="1969"/>
                </a:lnTo>
                <a:lnTo>
                  <a:pt x="112" y="1969"/>
                </a:lnTo>
                <a:lnTo>
                  <a:pt x="111" y="1968"/>
                </a:lnTo>
                <a:lnTo>
                  <a:pt x="110" y="1967"/>
                </a:lnTo>
                <a:lnTo>
                  <a:pt x="109" y="1966"/>
                </a:lnTo>
                <a:lnTo>
                  <a:pt x="109" y="1965"/>
                </a:lnTo>
                <a:lnTo>
                  <a:pt x="109" y="1964"/>
                </a:lnTo>
                <a:lnTo>
                  <a:pt x="108" y="1964"/>
                </a:lnTo>
                <a:lnTo>
                  <a:pt x="108" y="1963"/>
                </a:lnTo>
                <a:lnTo>
                  <a:pt x="108" y="1962"/>
                </a:lnTo>
                <a:lnTo>
                  <a:pt x="108" y="1961"/>
                </a:lnTo>
                <a:lnTo>
                  <a:pt x="108" y="1960"/>
                </a:lnTo>
                <a:lnTo>
                  <a:pt x="109" y="1959"/>
                </a:lnTo>
                <a:lnTo>
                  <a:pt x="108" y="1958"/>
                </a:lnTo>
                <a:lnTo>
                  <a:pt x="108" y="1956"/>
                </a:lnTo>
                <a:lnTo>
                  <a:pt x="109" y="1955"/>
                </a:lnTo>
                <a:lnTo>
                  <a:pt x="109" y="1954"/>
                </a:lnTo>
                <a:lnTo>
                  <a:pt x="109" y="1953"/>
                </a:lnTo>
                <a:lnTo>
                  <a:pt x="108" y="1953"/>
                </a:lnTo>
                <a:lnTo>
                  <a:pt x="108" y="1952"/>
                </a:lnTo>
                <a:lnTo>
                  <a:pt x="109" y="1952"/>
                </a:lnTo>
                <a:lnTo>
                  <a:pt x="109" y="1951"/>
                </a:lnTo>
                <a:lnTo>
                  <a:pt x="110" y="1952"/>
                </a:lnTo>
                <a:lnTo>
                  <a:pt x="111" y="1951"/>
                </a:lnTo>
                <a:lnTo>
                  <a:pt x="113" y="1951"/>
                </a:lnTo>
                <a:lnTo>
                  <a:pt x="113" y="1950"/>
                </a:lnTo>
                <a:lnTo>
                  <a:pt x="114" y="1949"/>
                </a:lnTo>
                <a:lnTo>
                  <a:pt x="115" y="1950"/>
                </a:lnTo>
                <a:lnTo>
                  <a:pt x="116" y="1950"/>
                </a:lnTo>
                <a:lnTo>
                  <a:pt x="117" y="1950"/>
                </a:lnTo>
                <a:lnTo>
                  <a:pt x="118" y="1950"/>
                </a:lnTo>
                <a:lnTo>
                  <a:pt x="118" y="1949"/>
                </a:lnTo>
                <a:lnTo>
                  <a:pt x="119" y="1946"/>
                </a:lnTo>
                <a:lnTo>
                  <a:pt x="119" y="1944"/>
                </a:lnTo>
                <a:lnTo>
                  <a:pt x="119" y="1943"/>
                </a:lnTo>
                <a:lnTo>
                  <a:pt x="119" y="1942"/>
                </a:lnTo>
                <a:lnTo>
                  <a:pt x="120" y="1942"/>
                </a:lnTo>
                <a:lnTo>
                  <a:pt x="121" y="1942"/>
                </a:lnTo>
                <a:lnTo>
                  <a:pt x="122" y="1942"/>
                </a:lnTo>
                <a:lnTo>
                  <a:pt x="123" y="1943"/>
                </a:lnTo>
                <a:lnTo>
                  <a:pt x="124" y="1944"/>
                </a:lnTo>
                <a:lnTo>
                  <a:pt x="125" y="1944"/>
                </a:lnTo>
                <a:lnTo>
                  <a:pt x="126" y="1943"/>
                </a:lnTo>
                <a:lnTo>
                  <a:pt x="126" y="1942"/>
                </a:lnTo>
                <a:lnTo>
                  <a:pt x="125" y="1940"/>
                </a:lnTo>
                <a:lnTo>
                  <a:pt x="124" y="1939"/>
                </a:lnTo>
                <a:lnTo>
                  <a:pt x="124" y="1938"/>
                </a:lnTo>
                <a:lnTo>
                  <a:pt x="123" y="1938"/>
                </a:lnTo>
                <a:lnTo>
                  <a:pt x="123" y="1937"/>
                </a:lnTo>
                <a:lnTo>
                  <a:pt x="123" y="1935"/>
                </a:lnTo>
                <a:lnTo>
                  <a:pt x="123" y="1934"/>
                </a:lnTo>
                <a:lnTo>
                  <a:pt x="123" y="1933"/>
                </a:lnTo>
                <a:lnTo>
                  <a:pt x="122" y="1932"/>
                </a:lnTo>
                <a:lnTo>
                  <a:pt x="122" y="1931"/>
                </a:lnTo>
                <a:lnTo>
                  <a:pt x="122" y="1930"/>
                </a:lnTo>
                <a:lnTo>
                  <a:pt x="121" y="1929"/>
                </a:lnTo>
                <a:lnTo>
                  <a:pt x="121" y="1928"/>
                </a:lnTo>
                <a:lnTo>
                  <a:pt x="122" y="1927"/>
                </a:lnTo>
                <a:lnTo>
                  <a:pt x="122" y="1926"/>
                </a:lnTo>
                <a:lnTo>
                  <a:pt x="123" y="1925"/>
                </a:lnTo>
                <a:lnTo>
                  <a:pt x="124" y="1925"/>
                </a:lnTo>
                <a:lnTo>
                  <a:pt x="124" y="1924"/>
                </a:lnTo>
                <a:lnTo>
                  <a:pt x="125" y="1923"/>
                </a:lnTo>
                <a:lnTo>
                  <a:pt x="126" y="1922"/>
                </a:lnTo>
                <a:lnTo>
                  <a:pt x="127" y="1922"/>
                </a:lnTo>
                <a:lnTo>
                  <a:pt x="128" y="1922"/>
                </a:lnTo>
                <a:lnTo>
                  <a:pt x="129" y="1921"/>
                </a:lnTo>
                <a:lnTo>
                  <a:pt x="129" y="1919"/>
                </a:lnTo>
                <a:lnTo>
                  <a:pt x="129" y="1918"/>
                </a:lnTo>
                <a:lnTo>
                  <a:pt x="129" y="1917"/>
                </a:lnTo>
                <a:lnTo>
                  <a:pt x="129" y="1916"/>
                </a:lnTo>
                <a:lnTo>
                  <a:pt x="128" y="1915"/>
                </a:lnTo>
                <a:lnTo>
                  <a:pt x="128" y="1914"/>
                </a:lnTo>
                <a:lnTo>
                  <a:pt x="128" y="1913"/>
                </a:lnTo>
                <a:lnTo>
                  <a:pt x="129" y="1913"/>
                </a:lnTo>
                <a:lnTo>
                  <a:pt x="129" y="1912"/>
                </a:lnTo>
                <a:lnTo>
                  <a:pt x="129" y="1911"/>
                </a:lnTo>
                <a:lnTo>
                  <a:pt x="128" y="1911"/>
                </a:lnTo>
                <a:lnTo>
                  <a:pt x="128" y="1910"/>
                </a:lnTo>
                <a:lnTo>
                  <a:pt x="128" y="1909"/>
                </a:lnTo>
                <a:lnTo>
                  <a:pt x="128" y="1908"/>
                </a:lnTo>
                <a:lnTo>
                  <a:pt x="128" y="1907"/>
                </a:lnTo>
                <a:lnTo>
                  <a:pt x="127" y="1906"/>
                </a:lnTo>
                <a:lnTo>
                  <a:pt x="127" y="1905"/>
                </a:lnTo>
                <a:lnTo>
                  <a:pt x="126" y="1904"/>
                </a:lnTo>
                <a:lnTo>
                  <a:pt x="126" y="1903"/>
                </a:lnTo>
                <a:lnTo>
                  <a:pt x="126" y="1902"/>
                </a:lnTo>
                <a:lnTo>
                  <a:pt x="126" y="1901"/>
                </a:lnTo>
                <a:lnTo>
                  <a:pt x="126" y="1900"/>
                </a:lnTo>
                <a:lnTo>
                  <a:pt x="126" y="1899"/>
                </a:lnTo>
                <a:lnTo>
                  <a:pt x="125" y="1898"/>
                </a:lnTo>
                <a:lnTo>
                  <a:pt x="125" y="1897"/>
                </a:lnTo>
                <a:lnTo>
                  <a:pt x="125" y="1896"/>
                </a:lnTo>
                <a:lnTo>
                  <a:pt x="126" y="1895"/>
                </a:lnTo>
                <a:lnTo>
                  <a:pt x="126" y="1894"/>
                </a:lnTo>
                <a:lnTo>
                  <a:pt x="127" y="1893"/>
                </a:lnTo>
                <a:lnTo>
                  <a:pt x="126" y="1892"/>
                </a:lnTo>
                <a:lnTo>
                  <a:pt x="126" y="1890"/>
                </a:lnTo>
                <a:lnTo>
                  <a:pt x="125" y="1889"/>
                </a:lnTo>
                <a:lnTo>
                  <a:pt x="125" y="1888"/>
                </a:lnTo>
                <a:lnTo>
                  <a:pt x="124" y="1888"/>
                </a:lnTo>
                <a:lnTo>
                  <a:pt x="123" y="1887"/>
                </a:lnTo>
                <a:lnTo>
                  <a:pt x="123" y="1885"/>
                </a:lnTo>
                <a:lnTo>
                  <a:pt x="122" y="1884"/>
                </a:lnTo>
                <a:lnTo>
                  <a:pt x="122" y="1882"/>
                </a:lnTo>
                <a:lnTo>
                  <a:pt x="120" y="1880"/>
                </a:lnTo>
                <a:lnTo>
                  <a:pt x="119" y="1878"/>
                </a:lnTo>
                <a:lnTo>
                  <a:pt x="118" y="1878"/>
                </a:lnTo>
                <a:lnTo>
                  <a:pt x="118" y="1877"/>
                </a:lnTo>
                <a:lnTo>
                  <a:pt x="117" y="1876"/>
                </a:lnTo>
                <a:lnTo>
                  <a:pt x="117" y="1875"/>
                </a:lnTo>
                <a:lnTo>
                  <a:pt x="116" y="1875"/>
                </a:lnTo>
                <a:lnTo>
                  <a:pt x="117" y="1874"/>
                </a:lnTo>
                <a:lnTo>
                  <a:pt x="116" y="1874"/>
                </a:lnTo>
                <a:lnTo>
                  <a:pt x="116" y="1873"/>
                </a:lnTo>
                <a:lnTo>
                  <a:pt x="115" y="1873"/>
                </a:lnTo>
                <a:lnTo>
                  <a:pt x="114" y="1872"/>
                </a:lnTo>
                <a:lnTo>
                  <a:pt x="114" y="1871"/>
                </a:lnTo>
                <a:lnTo>
                  <a:pt x="113" y="1870"/>
                </a:lnTo>
                <a:lnTo>
                  <a:pt x="113" y="1869"/>
                </a:lnTo>
                <a:lnTo>
                  <a:pt x="112" y="1869"/>
                </a:lnTo>
                <a:lnTo>
                  <a:pt x="112" y="1868"/>
                </a:lnTo>
                <a:lnTo>
                  <a:pt x="111" y="1868"/>
                </a:lnTo>
                <a:lnTo>
                  <a:pt x="110" y="1868"/>
                </a:lnTo>
                <a:lnTo>
                  <a:pt x="109" y="1868"/>
                </a:lnTo>
                <a:lnTo>
                  <a:pt x="109" y="1867"/>
                </a:lnTo>
                <a:lnTo>
                  <a:pt x="108" y="1866"/>
                </a:lnTo>
                <a:lnTo>
                  <a:pt x="107" y="1865"/>
                </a:lnTo>
                <a:lnTo>
                  <a:pt x="106" y="1864"/>
                </a:lnTo>
                <a:lnTo>
                  <a:pt x="104" y="1863"/>
                </a:lnTo>
                <a:lnTo>
                  <a:pt x="102" y="1863"/>
                </a:lnTo>
                <a:lnTo>
                  <a:pt x="101" y="1863"/>
                </a:lnTo>
                <a:lnTo>
                  <a:pt x="100" y="1863"/>
                </a:lnTo>
                <a:lnTo>
                  <a:pt x="99" y="1863"/>
                </a:lnTo>
                <a:lnTo>
                  <a:pt x="98" y="1863"/>
                </a:lnTo>
                <a:lnTo>
                  <a:pt x="98" y="1862"/>
                </a:lnTo>
                <a:lnTo>
                  <a:pt x="98" y="1861"/>
                </a:lnTo>
                <a:lnTo>
                  <a:pt x="97" y="1861"/>
                </a:lnTo>
                <a:lnTo>
                  <a:pt x="96" y="1861"/>
                </a:lnTo>
                <a:lnTo>
                  <a:pt x="95" y="1860"/>
                </a:lnTo>
                <a:lnTo>
                  <a:pt x="94" y="1860"/>
                </a:lnTo>
                <a:lnTo>
                  <a:pt x="94" y="1861"/>
                </a:lnTo>
                <a:lnTo>
                  <a:pt x="93" y="1861"/>
                </a:lnTo>
                <a:lnTo>
                  <a:pt x="93" y="1862"/>
                </a:lnTo>
                <a:lnTo>
                  <a:pt x="93" y="1863"/>
                </a:lnTo>
                <a:lnTo>
                  <a:pt x="93" y="1864"/>
                </a:lnTo>
                <a:lnTo>
                  <a:pt x="92" y="1865"/>
                </a:lnTo>
                <a:lnTo>
                  <a:pt x="91" y="1865"/>
                </a:lnTo>
                <a:lnTo>
                  <a:pt x="90" y="1865"/>
                </a:lnTo>
                <a:lnTo>
                  <a:pt x="90" y="1864"/>
                </a:lnTo>
                <a:lnTo>
                  <a:pt x="90" y="1863"/>
                </a:lnTo>
                <a:lnTo>
                  <a:pt x="89" y="1862"/>
                </a:lnTo>
                <a:lnTo>
                  <a:pt x="88" y="1863"/>
                </a:lnTo>
                <a:lnTo>
                  <a:pt x="87" y="1863"/>
                </a:lnTo>
                <a:lnTo>
                  <a:pt x="86" y="1864"/>
                </a:lnTo>
                <a:lnTo>
                  <a:pt x="85" y="1864"/>
                </a:lnTo>
                <a:lnTo>
                  <a:pt x="84" y="1863"/>
                </a:lnTo>
                <a:lnTo>
                  <a:pt x="84" y="1861"/>
                </a:lnTo>
                <a:lnTo>
                  <a:pt x="84" y="1860"/>
                </a:lnTo>
                <a:lnTo>
                  <a:pt x="84" y="1859"/>
                </a:lnTo>
                <a:lnTo>
                  <a:pt x="84" y="1857"/>
                </a:lnTo>
                <a:lnTo>
                  <a:pt x="84" y="1856"/>
                </a:lnTo>
                <a:lnTo>
                  <a:pt x="84" y="1855"/>
                </a:lnTo>
                <a:lnTo>
                  <a:pt x="84" y="1853"/>
                </a:lnTo>
                <a:lnTo>
                  <a:pt x="85" y="1852"/>
                </a:lnTo>
                <a:lnTo>
                  <a:pt x="85" y="1851"/>
                </a:lnTo>
                <a:lnTo>
                  <a:pt x="86" y="1850"/>
                </a:lnTo>
                <a:lnTo>
                  <a:pt x="86" y="1849"/>
                </a:lnTo>
                <a:lnTo>
                  <a:pt x="87" y="1849"/>
                </a:lnTo>
                <a:lnTo>
                  <a:pt x="87" y="1848"/>
                </a:lnTo>
                <a:lnTo>
                  <a:pt x="87" y="1847"/>
                </a:lnTo>
                <a:lnTo>
                  <a:pt x="87" y="1846"/>
                </a:lnTo>
                <a:lnTo>
                  <a:pt x="87" y="1844"/>
                </a:lnTo>
                <a:lnTo>
                  <a:pt x="87" y="1843"/>
                </a:lnTo>
                <a:lnTo>
                  <a:pt x="87" y="1842"/>
                </a:lnTo>
                <a:lnTo>
                  <a:pt x="87" y="1841"/>
                </a:lnTo>
                <a:lnTo>
                  <a:pt x="85" y="1839"/>
                </a:lnTo>
                <a:lnTo>
                  <a:pt x="86" y="1838"/>
                </a:lnTo>
                <a:lnTo>
                  <a:pt x="86" y="1837"/>
                </a:lnTo>
                <a:lnTo>
                  <a:pt x="87" y="1836"/>
                </a:lnTo>
                <a:lnTo>
                  <a:pt x="88" y="1836"/>
                </a:lnTo>
                <a:lnTo>
                  <a:pt x="89" y="1835"/>
                </a:lnTo>
                <a:lnTo>
                  <a:pt x="89" y="1834"/>
                </a:lnTo>
                <a:lnTo>
                  <a:pt x="89" y="1833"/>
                </a:lnTo>
                <a:lnTo>
                  <a:pt x="88" y="1833"/>
                </a:lnTo>
                <a:lnTo>
                  <a:pt x="87" y="1833"/>
                </a:lnTo>
                <a:lnTo>
                  <a:pt x="86" y="1833"/>
                </a:lnTo>
                <a:lnTo>
                  <a:pt x="85" y="1832"/>
                </a:lnTo>
                <a:lnTo>
                  <a:pt x="84" y="1831"/>
                </a:lnTo>
                <a:lnTo>
                  <a:pt x="83" y="1831"/>
                </a:lnTo>
                <a:lnTo>
                  <a:pt x="82" y="1830"/>
                </a:lnTo>
                <a:lnTo>
                  <a:pt x="81" y="1829"/>
                </a:lnTo>
                <a:lnTo>
                  <a:pt x="80" y="1828"/>
                </a:lnTo>
                <a:lnTo>
                  <a:pt x="79" y="1828"/>
                </a:lnTo>
                <a:lnTo>
                  <a:pt x="78" y="1827"/>
                </a:lnTo>
                <a:lnTo>
                  <a:pt x="76" y="1827"/>
                </a:lnTo>
                <a:lnTo>
                  <a:pt x="74" y="1827"/>
                </a:lnTo>
                <a:lnTo>
                  <a:pt x="73" y="1827"/>
                </a:lnTo>
                <a:lnTo>
                  <a:pt x="72" y="1827"/>
                </a:lnTo>
                <a:lnTo>
                  <a:pt x="72" y="1826"/>
                </a:lnTo>
                <a:lnTo>
                  <a:pt x="71" y="1825"/>
                </a:lnTo>
                <a:lnTo>
                  <a:pt x="70" y="1825"/>
                </a:lnTo>
                <a:lnTo>
                  <a:pt x="69" y="1824"/>
                </a:lnTo>
                <a:lnTo>
                  <a:pt x="68" y="1823"/>
                </a:lnTo>
                <a:lnTo>
                  <a:pt x="67" y="1822"/>
                </a:lnTo>
                <a:lnTo>
                  <a:pt x="67" y="1821"/>
                </a:lnTo>
                <a:lnTo>
                  <a:pt x="68" y="1819"/>
                </a:lnTo>
                <a:lnTo>
                  <a:pt x="68" y="1818"/>
                </a:lnTo>
                <a:lnTo>
                  <a:pt x="67" y="1818"/>
                </a:lnTo>
                <a:lnTo>
                  <a:pt x="67" y="1817"/>
                </a:lnTo>
                <a:lnTo>
                  <a:pt x="66" y="1816"/>
                </a:lnTo>
                <a:lnTo>
                  <a:pt x="65" y="1817"/>
                </a:lnTo>
                <a:lnTo>
                  <a:pt x="64" y="1818"/>
                </a:lnTo>
                <a:lnTo>
                  <a:pt x="63" y="1818"/>
                </a:lnTo>
                <a:lnTo>
                  <a:pt x="62" y="1818"/>
                </a:lnTo>
                <a:lnTo>
                  <a:pt x="62" y="1817"/>
                </a:lnTo>
                <a:lnTo>
                  <a:pt x="61" y="1817"/>
                </a:lnTo>
                <a:lnTo>
                  <a:pt x="60" y="1817"/>
                </a:lnTo>
                <a:lnTo>
                  <a:pt x="58" y="1817"/>
                </a:lnTo>
                <a:lnTo>
                  <a:pt x="57" y="1816"/>
                </a:lnTo>
                <a:lnTo>
                  <a:pt x="56" y="1816"/>
                </a:lnTo>
                <a:lnTo>
                  <a:pt x="56" y="1815"/>
                </a:lnTo>
                <a:lnTo>
                  <a:pt x="55" y="1814"/>
                </a:lnTo>
                <a:lnTo>
                  <a:pt x="54" y="1814"/>
                </a:lnTo>
                <a:lnTo>
                  <a:pt x="54" y="1815"/>
                </a:lnTo>
                <a:lnTo>
                  <a:pt x="53" y="1815"/>
                </a:lnTo>
                <a:lnTo>
                  <a:pt x="53" y="1816"/>
                </a:lnTo>
                <a:lnTo>
                  <a:pt x="52" y="1816"/>
                </a:lnTo>
                <a:lnTo>
                  <a:pt x="51" y="1816"/>
                </a:lnTo>
                <a:lnTo>
                  <a:pt x="50" y="1816"/>
                </a:lnTo>
                <a:lnTo>
                  <a:pt x="49" y="1816"/>
                </a:lnTo>
                <a:lnTo>
                  <a:pt x="49" y="1815"/>
                </a:lnTo>
                <a:lnTo>
                  <a:pt x="48" y="1815"/>
                </a:lnTo>
                <a:lnTo>
                  <a:pt x="47" y="1816"/>
                </a:lnTo>
                <a:lnTo>
                  <a:pt x="46" y="1815"/>
                </a:lnTo>
                <a:lnTo>
                  <a:pt x="46" y="1816"/>
                </a:lnTo>
                <a:lnTo>
                  <a:pt x="46" y="1815"/>
                </a:lnTo>
                <a:lnTo>
                  <a:pt x="45" y="1815"/>
                </a:lnTo>
                <a:lnTo>
                  <a:pt x="45" y="1816"/>
                </a:lnTo>
                <a:lnTo>
                  <a:pt x="44" y="1816"/>
                </a:lnTo>
                <a:lnTo>
                  <a:pt x="43" y="1816"/>
                </a:lnTo>
                <a:lnTo>
                  <a:pt x="43" y="1817"/>
                </a:lnTo>
                <a:lnTo>
                  <a:pt x="43" y="1818"/>
                </a:lnTo>
                <a:lnTo>
                  <a:pt x="43" y="1819"/>
                </a:lnTo>
                <a:lnTo>
                  <a:pt x="43" y="1820"/>
                </a:lnTo>
                <a:lnTo>
                  <a:pt x="42" y="1820"/>
                </a:lnTo>
                <a:lnTo>
                  <a:pt x="41" y="1820"/>
                </a:lnTo>
                <a:lnTo>
                  <a:pt x="41" y="1821"/>
                </a:lnTo>
                <a:lnTo>
                  <a:pt x="40" y="1821"/>
                </a:lnTo>
                <a:lnTo>
                  <a:pt x="39" y="1820"/>
                </a:lnTo>
                <a:lnTo>
                  <a:pt x="38" y="1820"/>
                </a:lnTo>
                <a:lnTo>
                  <a:pt x="38" y="1818"/>
                </a:lnTo>
                <a:lnTo>
                  <a:pt x="38" y="1816"/>
                </a:lnTo>
                <a:lnTo>
                  <a:pt x="38" y="1815"/>
                </a:lnTo>
                <a:lnTo>
                  <a:pt x="38" y="1813"/>
                </a:lnTo>
                <a:lnTo>
                  <a:pt x="37" y="1811"/>
                </a:lnTo>
                <a:lnTo>
                  <a:pt x="37" y="1809"/>
                </a:lnTo>
                <a:lnTo>
                  <a:pt x="38" y="1807"/>
                </a:lnTo>
                <a:lnTo>
                  <a:pt x="38" y="1806"/>
                </a:lnTo>
                <a:lnTo>
                  <a:pt x="38" y="1805"/>
                </a:lnTo>
                <a:lnTo>
                  <a:pt x="39" y="1804"/>
                </a:lnTo>
                <a:lnTo>
                  <a:pt x="38" y="1804"/>
                </a:lnTo>
                <a:lnTo>
                  <a:pt x="37" y="1803"/>
                </a:lnTo>
                <a:lnTo>
                  <a:pt x="35" y="1803"/>
                </a:lnTo>
                <a:lnTo>
                  <a:pt x="34" y="1803"/>
                </a:lnTo>
                <a:lnTo>
                  <a:pt x="33" y="1803"/>
                </a:lnTo>
                <a:lnTo>
                  <a:pt x="33" y="1804"/>
                </a:lnTo>
                <a:lnTo>
                  <a:pt x="33" y="1805"/>
                </a:lnTo>
                <a:lnTo>
                  <a:pt x="32" y="1805"/>
                </a:lnTo>
                <a:lnTo>
                  <a:pt x="32" y="1806"/>
                </a:lnTo>
                <a:lnTo>
                  <a:pt x="31" y="1806"/>
                </a:lnTo>
                <a:lnTo>
                  <a:pt x="31" y="1805"/>
                </a:lnTo>
                <a:lnTo>
                  <a:pt x="30" y="1805"/>
                </a:lnTo>
                <a:lnTo>
                  <a:pt x="29" y="1805"/>
                </a:lnTo>
                <a:lnTo>
                  <a:pt x="28" y="1805"/>
                </a:lnTo>
                <a:lnTo>
                  <a:pt x="27" y="1804"/>
                </a:lnTo>
                <a:lnTo>
                  <a:pt x="26" y="1803"/>
                </a:lnTo>
                <a:lnTo>
                  <a:pt x="26" y="1802"/>
                </a:lnTo>
                <a:lnTo>
                  <a:pt x="26" y="1801"/>
                </a:lnTo>
                <a:lnTo>
                  <a:pt x="27" y="1799"/>
                </a:lnTo>
                <a:lnTo>
                  <a:pt x="26" y="1799"/>
                </a:lnTo>
                <a:lnTo>
                  <a:pt x="26" y="1797"/>
                </a:lnTo>
                <a:lnTo>
                  <a:pt x="26" y="1796"/>
                </a:lnTo>
                <a:lnTo>
                  <a:pt x="26" y="1795"/>
                </a:lnTo>
                <a:lnTo>
                  <a:pt x="25" y="1795"/>
                </a:lnTo>
                <a:lnTo>
                  <a:pt x="24" y="1795"/>
                </a:lnTo>
                <a:lnTo>
                  <a:pt x="23" y="1796"/>
                </a:lnTo>
                <a:lnTo>
                  <a:pt x="21" y="1796"/>
                </a:lnTo>
                <a:lnTo>
                  <a:pt x="20" y="1796"/>
                </a:lnTo>
                <a:lnTo>
                  <a:pt x="19" y="1796"/>
                </a:lnTo>
                <a:lnTo>
                  <a:pt x="18" y="1796"/>
                </a:lnTo>
                <a:lnTo>
                  <a:pt x="17" y="1797"/>
                </a:lnTo>
                <a:lnTo>
                  <a:pt x="16" y="1798"/>
                </a:lnTo>
                <a:lnTo>
                  <a:pt x="15" y="1798"/>
                </a:lnTo>
                <a:lnTo>
                  <a:pt x="11" y="1798"/>
                </a:lnTo>
                <a:lnTo>
                  <a:pt x="11" y="1797"/>
                </a:lnTo>
                <a:lnTo>
                  <a:pt x="10" y="1796"/>
                </a:lnTo>
                <a:lnTo>
                  <a:pt x="9" y="1795"/>
                </a:lnTo>
                <a:lnTo>
                  <a:pt x="9" y="1794"/>
                </a:lnTo>
                <a:lnTo>
                  <a:pt x="9" y="1793"/>
                </a:lnTo>
                <a:lnTo>
                  <a:pt x="9" y="1792"/>
                </a:lnTo>
                <a:lnTo>
                  <a:pt x="9" y="1791"/>
                </a:lnTo>
                <a:lnTo>
                  <a:pt x="8" y="1791"/>
                </a:lnTo>
                <a:lnTo>
                  <a:pt x="7" y="1791"/>
                </a:lnTo>
                <a:lnTo>
                  <a:pt x="7" y="1792"/>
                </a:lnTo>
                <a:lnTo>
                  <a:pt x="6" y="1792"/>
                </a:lnTo>
                <a:lnTo>
                  <a:pt x="5" y="1791"/>
                </a:lnTo>
                <a:lnTo>
                  <a:pt x="6" y="1791"/>
                </a:lnTo>
                <a:lnTo>
                  <a:pt x="5" y="1791"/>
                </a:lnTo>
                <a:lnTo>
                  <a:pt x="6" y="1790"/>
                </a:lnTo>
                <a:lnTo>
                  <a:pt x="6" y="1789"/>
                </a:lnTo>
                <a:lnTo>
                  <a:pt x="6" y="1788"/>
                </a:lnTo>
                <a:lnTo>
                  <a:pt x="6" y="1787"/>
                </a:lnTo>
                <a:lnTo>
                  <a:pt x="7" y="1786"/>
                </a:lnTo>
                <a:lnTo>
                  <a:pt x="7" y="1785"/>
                </a:lnTo>
                <a:lnTo>
                  <a:pt x="6" y="1785"/>
                </a:lnTo>
                <a:lnTo>
                  <a:pt x="6" y="1784"/>
                </a:lnTo>
                <a:lnTo>
                  <a:pt x="5" y="1784"/>
                </a:lnTo>
                <a:lnTo>
                  <a:pt x="5" y="1783"/>
                </a:lnTo>
                <a:lnTo>
                  <a:pt x="4" y="1782"/>
                </a:lnTo>
                <a:lnTo>
                  <a:pt x="5" y="1782"/>
                </a:lnTo>
                <a:lnTo>
                  <a:pt x="5" y="1781"/>
                </a:lnTo>
                <a:lnTo>
                  <a:pt x="6" y="1780"/>
                </a:lnTo>
                <a:lnTo>
                  <a:pt x="7" y="1780"/>
                </a:lnTo>
                <a:lnTo>
                  <a:pt x="8" y="1780"/>
                </a:lnTo>
                <a:lnTo>
                  <a:pt x="9" y="1779"/>
                </a:lnTo>
                <a:lnTo>
                  <a:pt x="9" y="1778"/>
                </a:lnTo>
                <a:lnTo>
                  <a:pt x="9" y="1777"/>
                </a:lnTo>
                <a:lnTo>
                  <a:pt x="8" y="1776"/>
                </a:lnTo>
                <a:lnTo>
                  <a:pt x="8" y="1775"/>
                </a:lnTo>
                <a:lnTo>
                  <a:pt x="9" y="1774"/>
                </a:lnTo>
                <a:lnTo>
                  <a:pt x="11" y="1774"/>
                </a:lnTo>
                <a:lnTo>
                  <a:pt x="11" y="1773"/>
                </a:lnTo>
                <a:lnTo>
                  <a:pt x="12" y="1772"/>
                </a:lnTo>
                <a:lnTo>
                  <a:pt x="13" y="1771"/>
                </a:lnTo>
                <a:lnTo>
                  <a:pt x="14" y="1770"/>
                </a:lnTo>
                <a:lnTo>
                  <a:pt x="15" y="1770"/>
                </a:lnTo>
                <a:lnTo>
                  <a:pt x="17" y="1771"/>
                </a:lnTo>
                <a:lnTo>
                  <a:pt x="18" y="1771"/>
                </a:lnTo>
                <a:lnTo>
                  <a:pt x="18" y="1772"/>
                </a:lnTo>
                <a:lnTo>
                  <a:pt x="19" y="1773"/>
                </a:lnTo>
                <a:lnTo>
                  <a:pt x="20" y="1774"/>
                </a:lnTo>
                <a:lnTo>
                  <a:pt x="21" y="1774"/>
                </a:lnTo>
                <a:lnTo>
                  <a:pt x="22" y="1773"/>
                </a:lnTo>
                <a:lnTo>
                  <a:pt x="22" y="1772"/>
                </a:lnTo>
                <a:lnTo>
                  <a:pt x="22" y="1771"/>
                </a:lnTo>
                <a:lnTo>
                  <a:pt x="23" y="1771"/>
                </a:lnTo>
                <a:lnTo>
                  <a:pt x="24" y="1771"/>
                </a:lnTo>
                <a:lnTo>
                  <a:pt x="24" y="1772"/>
                </a:lnTo>
                <a:lnTo>
                  <a:pt x="25" y="1772"/>
                </a:lnTo>
                <a:lnTo>
                  <a:pt x="25" y="1771"/>
                </a:lnTo>
                <a:lnTo>
                  <a:pt x="26" y="1771"/>
                </a:lnTo>
                <a:lnTo>
                  <a:pt x="27" y="1772"/>
                </a:lnTo>
                <a:lnTo>
                  <a:pt x="27" y="1773"/>
                </a:lnTo>
                <a:lnTo>
                  <a:pt x="27" y="1775"/>
                </a:lnTo>
                <a:lnTo>
                  <a:pt x="28" y="1776"/>
                </a:lnTo>
                <a:lnTo>
                  <a:pt x="29" y="1775"/>
                </a:lnTo>
                <a:lnTo>
                  <a:pt x="31" y="1774"/>
                </a:lnTo>
                <a:lnTo>
                  <a:pt x="32" y="1773"/>
                </a:lnTo>
                <a:lnTo>
                  <a:pt x="34" y="1772"/>
                </a:lnTo>
                <a:lnTo>
                  <a:pt x="35" y="1772"/>
                </a:lnTo>
                <a:lnTo>
                  <a:pt x="36" y="1772"/>
                </a:lnTo>
                <a:lnTo>
                  <a:pt x="37" y="1772"/>
                </a:lnTo>
                <a:lnTo>
                  <a:pt x="38" y="1772"/>
                </a:lnTo>
                <a:lnTo>
                  <a:pt x="38" y="1773"/>
                </a:lnTo>
                <a:lnTo>
                  <a:pt x="38" y="1774"/>
                </a:lnTo>
                <a:lnTo>
                  <a:pt x="39" y="1775"/>
                </a:lnTo>
                <a:lnTo>
                  <a:pt x="40" y="1776"/>
                </a:lnTo>
                <a:lnTo>
                  <a:pt x="40" y="1777"/>
                </a:lnTo>
                <a:lnTo>
                  <a:pt x="41" y="1778"/>
                </a:lnTo>
                <a:lnTo>
                  <a:pt x="41" y="1779"/>
                </a:lnTo>
                <a:lnTo>
                  <a:pt x="41" y="1781"/>
                </a:lnTo>
                <a:lnTo>
                  <a:pt x="41" y="1782"/>
                </a:lnTo>
                <a:lnTo>
                  <a:pt x="42" y="1783"/>
                </a:lnTo>
                <a:lnTo>
                  <a:pt x="43" y="1783"/>
                </a:lnTo>
                <a:lnTo>
                  <a:pt x="44" y="1783"/>
                </a:lnTo>
                <a:lnTo>
                  <a:pt x="45" y="1783"/>
                </a:lnTo>
                <a:lnTo>
                  <a:pt x="46" y="1784"/>
                </a:lnTo>
                <a:lnTo>
                  <a:pt x="47" y="1784"/>
                </a:lnTo>
                <a:lnTo>
                  <a:pt x="48" y="1784"/>
                </a:lnTo>
                <a:lnTo>
                  <a:pt x="49" y="1784"/>
                </a:lnTo>
                <a:lnTo>
                  <a:pt x="49" y="1783"/>
                </a:lnTo>
                <a:lnTo>
                  <a:pt x="50" y="1783"/>
                </a:lnTo>
                <a:lnTo>
                  <a:pt x="51" y="1783"/>
                </a:lnTo>
                <a:lnTo>
                  <a:pt x="52" y="1783"/>
                </a:lnTo>
                <a:lnTo>
                  <a:pt x="52" y="1782"/>
                </a:lnTo>
                <a:lnTo>
                  <a:pt x="54" y="1781"/>
                </a:lnTo>
                <a:lnTo>
                  <a:pt x="54" y="1780"/>
                </a:lnTo>
                <a:lnTo>
                  <a:pt x="54" y="1779"/>
                </a:lnTo>
                <a:lnTo>
                  <a:pt x="55" y="1779"/>
                </a:lnTo>
                <a:lnTo>
                  <a:pt x="56" y="1778"/>
                </a:lnTo>
                <a:lnTo>
                  <a:pt x="57" y="1778"/>
                </a:lnTo>
                <a:lnTo>
                  <a:pt x="58" y="1779"/>
                </a:lnTo>
                <a:lnTo>
                  <a:pt x="60" y="1779"/>
                </a:lnTo>
                <a:lnTo>
                  <a:pt x="61" y="1779"/>
                </a:lnTo>
                <a:lnTo>
                  <a:pt x="63" y="1779"/>
                </a:lnTo>
                <a:lnTo>
                  <a:pt x="65" y="1779"/>
                </a:lnTo>
                <a:lnTo>
                  <a:pt x="66" y="1779"/>
                </a:lnTo>
                <a:lnTo>
                  <a:pt x="67" y="1779"/>
                </a:lnTo>
                <a:lnTo>
                  <a:pt x="68" y="1779"/>
                </a:lnTo>
                <a:lnTo>
                  <a:pt x="70" y="1778"/>
                </a:lnTo>
                <a:lnTo>
                  <a:pt x="71" y="1778"/>
                </a:lnTo>
                <a:lnTo>
                  <a:pt x="72" y="1779"/>
                </a:lnTo>
                <a:lnTo>
                  <a:pt x="73" y="1779"/>
                </a:lnTo>
                <a:lnTo>
                  <a:pt x="75" y="1780"/>
                </a:lnTo>
                <a:lnTo>
                  <a:pt x="75" y="1779"/>
                </a:lnTo>
                <a:lnTo>
                  <a:pt x="76" y="1779"/>
                </a:lnTo>
                <a:lnTo>
                  <a:pt x="76" y="1778"/>
                </a:lnTo>
                <a:lnTo>
                  <a:pt x="76" y="1777"/>
                </a:lnTo>
                <a:lnTo>
                  <a:pt x="77" y="1776"/>
                </a:lnTo>
                <a:lnTo>
                  <a:pt x="78" y="1776"/>
                </a:lnTo>
                <a:lnTo>
                  <a:pt x="78" y="1775"/>
                </a:lnTo>
                <a:lnTo>
                  <a:pt x="79" y="1774"/>
                </a:lnTo>
                <a:lnTo>
                  <a:pt x="79" y="1773"/>
                </a:lnTo>
                <a:lnTo>
                  <a:pt x="78" y="1773"/>
                </a:lnTo>
                <a:lnTo>
                  <a:pt x="78" y="1772"/>
                </a:lnTo>
                <a:lnTo>
                  <a:pt x="79" y="1771"/>
                </a:lnTo>
                <a:lnTo>
                  <a:pt x="79" y="1770"/>
                </a:lnTo>
                <a:lnTo>
                  <a:pt x="81" y="1769"/>
                </a:lnTo>
                <a:lnTo>
                  <a:pt x="82" y="1769"/>
                </a:lnTo>
                <a:lnTo>
                  <a:pt x="82" y="1767"/>
                </a:lnTo>
                <a:lnTo>
                  <a:pt x="82" y="1763"/>
                </a:lnTo>
                <a:lnTo>
                  <a:pt x="81" y="1762"/>
                </a:lnTo>
                <a:lnTo>
                  <a:pt x="80" y="1760"/>
                </a:lnTo>
                <a:lnTo>
                  <a:pt x="79" y="1758"/>
                </a:lnTo>
                <a:lnTo>
                  <a:pt x="79" y="1757"/>
                </a:lnTo>
                <a:lnTo>
                  <a:pt x="78" y="1756"/>
                </a:lnTo>
                <a:lnTo>
                  <a:pt x="79" y="1755"/>
                </a:lnTo>
                <a:lnTo>
                  <a:pt x="78" y="1754"/>
                </a:lnTo>
                <a:lnTo>
                  <a:pt x="77" y="1753"/>
                </a:lnTo>
                <a:lnTo>
                  <a:pt x="76" y="1754"/>
                </a:lnTo>
                <a:lnTo>
                  <a:pt x="74" y="1754"/>
                </a:lnTo>
                <a:lnTo>
                  <a:pt x="73" y="1754"/>
                </a:lnTo>
                <a:lnTo>
                  <a:pt x="72" y="1753"/>
                </a:lnTo>
                <a:lnTo>
                  <a:pt x="71" y="1752"/>
                </a:lnTo>
                <a:lnTo>
                  <a:pt x="71" y="1751"/>
                </a:lnTo>
                <a:lnTo>
                  <a:pt x="72" y="1750"/>
                </a:lnTo>
                <a:lnTo>
                  <a:pt x="71" y="1748"/>
                </a:lnTo>
                <a:lnTo>
                  <a:pt x="68" y="1745"/>
                </a:lnTo>
                <a:lnTo>
                  <a:pt x="67" y="1744"/>
                </a:lnTo>
                <a:lnTo>
                  <a:pt x="67" y="1742"/>
                </a:lnTo>
                <a:lnTo>
                  <a:pt x="67" y="1740"/>
                </a:lnTo>
                <a:lnTo>
                  <a:pt x="67" y="1738"/>
                </a:lnTo>
                <a:lnTo>
                  <a:pt x="67" y="1736"/>
                </a:lnTo>
                <a:lnTo>
                  <a:pt x="67" y="1734"/>
                </a:lnTo>
                <a:lnTo>
                  <a:pt x="67" y="1733"/>
                </a:lnTo>
                <a:lnTo>
                  <a:pt x="67" y="1731"/>
                </a:lnTo>
                <a:lnTo>
                  <a:pt x="67" y="1730"/>
                </a:lnTo>
                <a:lnTo>
                  <a:pt x="67" y="1729"/>
                </a:lnTo>
                <a:lnTo>
                  <a:pt x="68" y="1729"/>
                </a:lnTo>
                <a:lnTo>
                  <a:pt x="68" y="1728"/>
                </a:lnTo>
                <a:lnTo>
                  <a:pt x="69" y="1728"/>
                </a:lnTo>
                <a:lnTo>
                  <a:pt x="70" y="1728"/>
                </a:lnTo>
                <a:lnTo>
                  <a:pt x="71" y="1727"/>
                </a:lnTo>
                <a:lnTo>
                  <a:pt x="71" y="1724"/>
                </a:lnTo>
                <a:lnTo>
                  <a:pt x="72" y="1724"/>
                </a:lnTo>
                <a:lnTo>
                  <a:pt x="73" y="1724"/>
                </a:lnTo>
                <a:lnTo>
                  <a:pt x="74" y="1724"/>
                </a:lnTo>
                <a:lnTo>
                  <a:pt x="74" y="1723"/>
                </a:lnTo>
                <a:lnTo>
                  <a:pt x="76" y="1722"/>
                </a:lnTo>
                <a:lnTo>
                  <a:pt x="77" y="1722"/>
                </a:lnTo>
                <a:lnTo>
                  <a:pt x="77" y="1721"/>
                </a:lnTo>
                <a:lnTo>
                  <a:pt x="78" y="1721"/>
                </a:lnTo>
                <a:lnTo>
                  <a:pt x="79" y="1720"/>
                </a:lnTo>
                <a:lnTo>
                  <a:pt x="80" y="1720"/>
                </a:lnTo>
                <a:lnTo>
                  <a:pt x="81" y="1720"/>
                </a:lnTo>
                <a:lnTo>
                  <a:pt x="81" y="1719"/>
                </a:lnTo>
                <a:lnTo>
                  <a:pt x="82" y="1719"/>
                </a:lnTo>
                <a:lnTo>
                  <a:pt x="82" y="1718"/>
                </a:lnTo>
                <a:lnTo>
                  <a:pt x="82" y="1717"/>
                </a:lnTo>
                <a:lnTo>
                  <a:pt x="82" y="1716"/>
                </a:lnTo>
                <a:lnTo>
                  <a:pt x="81" y="1715"/>
                </a:lnTo>
                <a:lnTo>
                  <a:pt x="80" y="1714"/>
                </a:lnTo>
                <a:lnTo>
                  <a:pt x="79" y="1712"/>
                </a:lnTo>
                <a:lnTo>
                  <a:pt x="78" y="1711"/>
                </a:lnTo>
                <a:lnTo>
                  <a:pt x="76" y="1709"/>
                </a:lnTo>
                <a:lnTo>
                  <a:pt x="76" y="1708"/>
                </a:lnTo>
                <a:lnTo>
                  <a:pt x="76" y="1707"/>
                </a:lnTo>
                <a:lnTo>
                  <a:pt x="77" y="1706"/>
                </a:lnTo>
                <a:lnTo>
                  <a:pt x="78" y="1705"/>
                </a:lnTo>
                <a:lnTo>
                  <a:pt x="79" y="1704"/>
                </a:lnTo>
                <a:lnTo>
                  <a:pt x="79" y="1703"/>
                </a:lnTo>
                <a:lnTo>
                  <a:pt x="79" y="1700"/>
                </a:lnTo>
                <a:lnTo>
                  <a:pt x="79" y="1699"/>
                </a:lnTo>
                <a:lnTo>
                  <a:pt x="79" y="1698"/>
                </a:lnTo>
                <a:lnTo>
                  <a:pt x="79" y="1697"/>
                </a:lnTo>
                <a:lnTo>
                  <a:pt x="80" y="1696"/>
                </a:lnTo>
                <a:lnTo>
                  <a:pt x="80" y="1694"/>
                </a:lnTo>
                <a:lnTo>
                  <a:pt x="80" y="1692"/>
                </a:lnTo>
                <a:lnTo>
                  <a:pt x="81" y="1692"/>
                </a:lnTo>
                <a:lnTo>
                  <a:pt x="81" y="1691"/>
                </a:lnTo>
                <a:lnTo>
                  <a:pt x="82" y="1690"/>
                </a:lnTo>
                <a:lnTo>
                  <a:pt x="83" y="1689"/>
                </a:lnTo>
                <a:lnTo>
                  <a:pt x="83" y="1688"/>
                </a:lnTo>
                <a:lnTo>
                  <a:pt x="84" y="1686"/>
                </a:lnTo>
                <a:lnTo>
                  <a:pt x="84" y="1685"/>
                </a:lnTo>
                <a:lnTo>
                  <a:pt x="84" y="1684"/>
                </a:lnTo>
                <a:lnTo>
                  <a:pt x="83" y="1684"/>
                </a:lnTo>
                <a:lnTo>
                  <a:pt x="82" y="1684"/>
                </a:lnTo>
                <a:lnTo>
                  <a:pt x="81" y="1684"/>
                </a:lnTo>
                <a:lnTo>
                  <a:pt x="80" y="1684"/>
                </a:lnTo>
                <a:lnTo>
                  <a:pt x="79" y="1683"/>
                </a:lnTo>
                <a:lnTo>
                  <a:pt x="79" y="1681"/>
                </a:lnTo>
                <a:lnTo>
                  <a:pt x="79" y="1679"/>
                </a:lnTo>
                <a:lnTo>
                  <a:pt x="79" y="1678"/>
                </a:lnTo>
                <a:lnTo>
                  <a:pt x="78" y="1677"/>
                </a:lnTo>
                <a:lnTo>
                  <a:pt x="78" y="1676"/>
                </a:lnTo>
                <a:lnTo>
                  <a:pt x="77" y="1673"/>
                </a:lnTo>
                <a:lnTo>
                  <a:pt x="77" y="1672"/>
                </a:lnTo>
                <a:lnTo>
                  <a:pt x="77" y="1671"/>
                </a:lnTo>
                <a:lnTo>
                  <a:pt x="78" y="1669"/>
                </a:lnTo>
                <a:lnTo>
                  <a:pt x="78" y="1666"/>
                </a:lnTo>
                <a:lnTo>
                  <a:pt x="78" y="1665"/>
                </a:lnTo>
                <a:lnTo>
                  <a:pt x="79" y="1663"/>
                </a:lnTo>
                <a:lnTo>
                  <a:pt x="80" y="1660"/>
                </a:lnTo>
                <a:lnTo>
                  <a:pt x="80" y="1659"/>
                </a:lnTo>
                <a:lnTo>
                  <a:pt x="81" y="1659"/>
                </a:lnTo>
                <a:lnTo>
                  <a:pt x="81" y="1657"/>
                </a:lnTo>
                <a:lnTo>
                  <a:pt x="81" y="1654"/>
                </a:lnTo>
                <a:lnTo>
                  <a:pt x="81" y="1652"/>
                </a:lnTo>
                <a:lnTo>
                  <a:pt x="81" y="1651"/>
                </a:lnTo>
                <a:lnTo>
                  <a:pt x="82" y="1650"/>
                </a:lnTo>
                <a:lnTo>
                  <a:pt x="83" y="1649"/>
                </a:lnTo>
                <a:lnTo>
                  <a:pt x="83" y="1645"/>
                </a:lnTo>
                <a:lnTo>
                  <a:pt x="83" y="1643"/>
                </a:lnTo>
                <a:lnTo>
                  <a:pt x="83" y="1642"/>
                </a:lnTo>
                <a:lnTo>
                  <a:pt x="84" y="1642"/>
                </a:lnTo>
                <a:lnTo>
                  <a:pt x="86" y="1641"/>
                </a:lnTo>
                <a:lnTo>
                  <a:pt x="87" y="1640"/>
                </a:lnTo>
                <a:lnTo>
                  <a:pt x="88" y="1640"/>
                </a:lnTo>
                <a:lnTo>
                  <a:pt x="89" y="1640"/>
                </a:lnTo>
                <a:lnTo>
                  <a:pt x="89" y="1639"/>
                </a:lnTo>
                <a:lnTo>
                  <a:pt x="90" y="1639"/>
                </a:lnTo>
                <a:lnTo>
                  <a:pt x="92" y="1637"/>
                </a:lnTo>
                <a:lnTo>
                  <a:pt x="93" y="1635"/>
                </a:lnTo>
                <a:lnTo>
                  <a:pt x="94" y="1634"/>
                </a:lnTo>
                <a:lnTo>
                  <a:pt x="95" y="1633"/>
                </a:lnTo>
                <a:lnTo>
                  <a:pt x="95" y="1632"/>
                </a:lnTo>
                <a:lnTo>
                  <a:pt x="95" y="1631"/>
                </a:lnTo>
                <a:lnTo>
                  <a:pt x="95" y="1630"/>
                </a:lnTo>
                <a:lnTo>
                  <a:pt x="95" y="1627"/>
                </a:lnTo>
                <a:lnTo>
                  <a:pt x="96" y="1627"/>
                </a:lnTo>
                <a:lnTo>
                  <a:pt x="96" y="1626"/>
                </a:lnTo>
                <a:lnTo>
                  <a:pt x="95" y="1625"/>
                </a:lnTo>
                <a:lnTo>
                  <a:pt x="95" y="1624"/>
                </a:lnTo>
                <a:lnTo>
                  <a:pt x="94" y="1624"/>
                </a:lnTo>
                <a:lnTo>
                  <a:pt x="93" y="1624"/>
                </a:lnTo>
                <a:lnTo>
                  <a:pt x="92" y="1624"/>
                </a:lnTo>
                <a:lnTo>
                  <a:pt x="92" y="1620"/>
                </a:lnTo>
                <a:lnTo>
                  <a:pt x="91" y="1618"/>
                </a:lnTo>
                <a:lnTo>
                  <a:pt x="91" y="1617"/>
                </a:lnTo>
                <a:lnTo>
                  <a:pt x="90" y="1617"/>
                </a:lnTo>
                <a:lnTo>
                  <a:pt x="89" y="1617"/>
                </a:lnTo>
                <a:lnTo>
                  <a:pt x="88" y="1617"/>
                </a:lnTo>
                <a:lnTo>
                  <a:pt x="87" y="1616"/>
                </a:lnTo>
                <a:lnTo>
                  <a:pt x="86" y="1616"/>
                </a:lnTo>
                <a:lnTo>
                  <a:pt x="85" y="1616"/>
                </a:lnTo>
                <a:lnTo>
                  <a:pt x="85" y="1615"/>
                </a:lnTo>
                <a:lnTo>
                  <a:pt x="84" y="1614"/>
                </a:lnTo>
                <a:lnTo>
                  <a:pt x="83" y="1612"/>
                </a:lnTo>
                <a:lnTo>
                  <a:pt x="83" y="1611"/>
                </a:lnTo>
                <a:lnTo>
                  <a:pt x="82" y="1611"/>
                </a:lnTo>
                <a:lnTo>
                  <a:pt x="81" y="1608"/>
                </a:lnTo>
                <a:lnTo>
                  <a:pt x="81" y="1607"/>
                </a:lnTo>
                <a:lnTo>
                  <a:pt x="79" y="1606"/>
                </a:lnTo>
                <a:lnTo>
                  <a:pt x="79" y="1605"/>
                </a:lnTo>
                <a:lnTo>
                  <a:pt x="79" y="1604"/>
                </a:lnTo>
                <a:lnTo>
                  <a:pt x="78" y="1604"/>
                </a:lnTo>
                <a:lnTo>
                  <a:pt x="77" y="1605"/>
                </a:lnTo>
                <a:lnTo>
                  <a:pt x="76" y="1605"/>
                </a:lnTo>
                <a:lnTo>
                  <a:pt x="76" y="1604"/>
                </a:lnTo>
                <a:lnTo>
                  <a:pt x="75" y="1603"/>
                </a:lnTo>
                <a:lnTo>
                  <a:pt x="74" y="1603"/>
                </a:lnTo>
                <a:lnTo>
                  <a:pt x="73" y="1602"/>
                </a:lnTo>
                <a:lnTo>
                  <a:pt x="72" y="1602"/>
                </a:lnTo>
                <a:lnTo>
                  <a:pt x="72" y="1601"/>
                </a:lnTo>
                <a:lnTo>
                  <a:pt x="71" y="1601"/>
                </a:lnTo>
                <a:lnTo>
                  <a:pt x="71" y="1600"/>
                </a:lnTo>
                <a:lnTo>
                  <a:pt x="70" y="1600"/>
                </a:lnTo>
                <a:lnTo>
                  <a:pt x="70" y="1599"/>
                </a:lnTo>
                <a:lnTo>
                  <a:pt x="69" y="1598"/>
                </a:lnTo>
                <a:lnTo>
                  <a:pt x="69" y="1597"/>
                </a:lnTo>
                <a:lnTo>
                  <a:pt x="68" y="1597"/>
                </a:lnTo>
                <a:lnTo>
                  <a:pt x="67" y="1596"/>
                </a:lnTo>
                <a:lnTo>
                  <a:pt x="65" y="1596"/>
                </a:lnTo>
                <a:lnTo>
                  <a:pt x="64" y="1595"/>
                </a:lnTo>
                <a:lnTo>
                  <a:pt x="63" y="1595"/>
                </a:lnTo>
                <a:lnTo>
                  <a:pt x="62" y="1594"/>
                </a:lnTo>
                <a:lnTo>
                  <a:pt x="60" y="1592"/>
                </a:lnTo>
                <a:lnTo>
                  <a:pt x="58" y="1591"/>
                </a:lnTo>
                <a:lnTo>
                  <a:pt x="57" y="1591"/>
                </a:lnTo>
                <a:lnTo>
                  <a:pt x="57" y="1590"/>
                </a:lnTo>
                <a:lnTo>
                  <a:pt x="55" y="1590"/>
                </a:lnTo>
                <a:lnTo>
                  <a:pt x="52" y="1589"/>
                </a:lnTo>
                <a:lnTo>
                  <a:pt x="51" y="1589"/>
                </a:lnTo>
                <a:lnTo>
                  <a:pt x="50" y="1589"/>
                </a:lnTo>
                <a:lnTo>
                  <a:pt x="49" y="1588"/>
                </a:lnTo>
                <a:lnTo>
                  <a:pt x="48" y="1588"/>
                </a:lnTo>
                <a:lnTo>
                  <a:pt x="48" y="1587"/>
                </a:lnTo>
                <a:lnTo>
                  <a:pt x="47" y="1586"/>
                </a:lnTo>
                <a:lnTo>
                  <a:pt x="45" y="1586"/>
                </a:lnTo>
                <a:lnTo>
                  <a:pt x="44" y="1586"/>
                </a:lnTo>
                <a:lnTo>
                  <a:pt x="42" y="1585"/>
                </a:lnTo>
                <a:lnTo>
                  <a:pt x="41" y="1585"/>
                </a:lnTo>
                <a:lnTo>
                  <a:pt x="41" y="1584"/>
                </a:lnTo>
                <a:lnTo>
                  <a:pt x="40" y="1584"/>
                </a:lnTo>
                <a:lnTo>
                  <a:pt x="38" y="1582"/>
                </a:lnTo>
                <a:lnTo>
                  <a:pt x="37" y="1582"/>
                </a:lnTo>
                <a:lnTo>
                  <a:pt x="37" y="1581"/>
                </a:lnTo>
                <a:lnTo>
                  <a:pt x="36" y="1581"/>
                </a:lnTo>
                <a:lnTo>
                  <a:pt x="35" y="1581"/>
                </a:lnTo>
                <a:lnTo>
                  <a:pt x="34" y="1581"/>
                </a:lnTo>
                <a:lnTo>
                  <a:pt x="33" y="1582"/>
                </a:lnTo>
                <a:lnTo>
                  <a:pt x="32" y="1584"/>
                </a:lnTo>
                <a:lnTo>
                  <a:pt x="32" y="1585"/>
                </a:lnTo>
                <a:lnTo>
                  <a:pt x="31" y="1586"/>
                </a:lnTo>
                <a:lnTo>
                  <a:pt x="30" y="1587"/>
                </a:lnTo>
                <a:lnTo>
                  <a:pt x="29" y="1587"/>
                </a:lnTo>
                <a:lnTo>
                  <a:pt x="28" y="1587"/>
                </a:lnTo>
                <a:lnTo>
                  <a:pt x="27" y="1587"/>
                </a:lnTo>
                <a:lnTo>
                  <a:pt x="26" y="1588"/>
                </a:lnTo>
                <a:lnTo>
                  <a:pt x="25" y="1589"/>
                </a:lnTo>
                <a:lnTo>
                  <a:pt x="24" y="1590"/>
                </a:lnTo>
                <a:lnTo>
                  <a:pt x="25" y="1592"/>
                </a:lnTo>
                <a:lnTo>
                  <a:pt x="25" y="1594"/>
                </a:lnTo>
                <a:lnTo>
                  <a:pt x="25" y="1595"/>
                </a:lnTo>
                <a:lnTo>
                  <a:pt x="24" y="1595"/>
                </a:lnTo>
                <a:lnTo>
                  <a:pt x="23" y="1595"/>
                </a:lnTo>
                <a:lnTo>
                  <a:pt x="21" y="1594"/>
                </a:lnTo>
                <a:lnTo>
                  <a:pt x="20" y="1594"/>
                </a:lnTo>
                <a:lnTo>
                  <a:pt x="19" y="1594"/>
                </a:lnTo>
                <a:lnTo>
                  <a:pt x="18" y="1595"/>
                </a:lnTo>
                <a:lnTo>
                  <a:pt x="17" y="1595"/>
                </a:lnTo>
                <a:lnTo>
                  <a:pt x="16" y="1595"/>
                </a:lnTo>
                <a:lnTo>
                  <a:pt x="15" y="1595"/>
                </a:lnTo>
                <a:lnTo>
                  <a:pt x="15" y="1594"/>
                </a:lnTo>
                <a:lnTo>
                  <a:pt x="14" y="1594"/>
                </a:lnTo>
                <a:lnTo>
                  <a:pt x="14" y="1593"/>
                </a:lnTo>
                <a:lnTo>
                  <a:pt x="13" y="1593"/>
                </a:lnTo>
                <a:lnTo>
                  <a:pt x="12" y="1593"/>
                </a:lnTo>
                <a:lnTo>
                  <a:pt x="10" y="1592"/>
                </a:lnTo>
                <a:lnTo>
                  <a:pt x="9" y="1592"/>
                </a:lnTo>
                <a:lnTo>
                  <a:pt x="9" y="1591"/>
                </a:lnTo>
                <a:lnTo>
                  <a:pt x="9" y="1590"/>
                </a:lnTo>
                <a:lnTo>
                  <a:pt x="8" y="1590"/>
                </a:lnTo>
                <a:lnTo>
                  <a:pt x="8" y="1588"/>
                </a:lnTo>
                <a:lnTo>
                  <a:pt x="8" y="1587"/>
                </a:lnTo>
                <a:lnTo>
                  <a:pt x="8" y="1586"/>
                </a:lnTo>
                <a:lnTo>
                  <a:pt x="8" y="1585"/>
                </a:lnTo>
                <a:lnTo>
                  <a:pt x="7" y="1585"/>
                </a:lnTo>
                <a:lnTo>
                  <a:pt x="6" y="1585"/>
                </a:lnTo>
                <a:lnTo>
                  <a:pt x="5" y="1584"/>
                </a:lnTo>
                <a:lnTo>
                  <a:pt x="5" y="1583"/>
                </a:lnTo>
                <a:lnTo>
                  <a:pt x="3" y="1582"/>
                </a:lnTo>
                <a:lnTo>
                  <a:pt x="1" y="1580"/>
                </a:lnTo>
                <a:lnTo>
                  <a:pt x="1" y="1579"/>
                </a:lnTo>
                <a:lnTo>
                  <a:pt x="1" y="1578"/>
                </a:lnTo>
                <a:lnTo>
                  <a:pt x="1" y="1577"/>
                </a:lnTo>
                <a:lnTo>
                  <a:pt x="2" y="1576"/>
                </a:lnTo>
                <a:lnTo>
                  <a:pt x="2" y="1575"/>
                </a:lnTo>
                <a:lnTo>
                  <a:pt x="2" y="1574"/>
                </a:lnTo>
                <a:lnTo>
                  <a:pt x="2" y="1573"/>
                </a:lnTo>
                <a:lnTo>
                  <a:pt x="2" y="1572"/>
                </a:lnTo>
                <a:lnTo>
                  <a:pt x="1" y="1571"/>
                </a:lnTo>
                <a:lnTo>
                  <a:pt x="1" y="1570"/>
                </a:lnTo>
                <a:lnTo>
                  <a:pt x="1" y="1569"/>
                </a:lnTo>
                <a:lnTo>
                  <a:pt x="1" y="1568"/>
                </a:lnTo>
                <a:lnTo>
                  <a:pt x="1" y="1566"/>
                </a:lnTo>
                <a:lnTo>
                  <a:pt x="1" y="1565"/>
                </a:lnTo>
                <a:lnTo>
                  <a:pt x="1" y="1564"/>
                </a:lnTo>
                <a:lnTo>
                  <a:pt x="0" y="1563"/>
                </a:lnTo>
                <a:lnTo>
                  <a:pt x="1" y="1563"/>
                </a:lnTo>
                <a:lnTo>
                  <a:pt x="1" y="1561"/>
                </a:lnTo>
                <a:lnTo>
                  <a:pt x="1" y="1560"/>
                </a:lnTo>
                <a:lnTo>
                  <a:pt x="2" y="1559"/>
                </a:lnTo>
                <a:lnTo>
                  <a:pt x="2" y="1558"/>
                </a:lnTo>
                <a:lnTo>
                  <a:pt x="3" y="1558"/>
                </a:lnTo>
                <a:lnTo>
                  <a:pt x="4" y="1557"/>
                </a:lnTo>
                <a:lnTo>
                  <a:pt x="4" y="1556"/>
                </a:lnTo>
                <a:lnTo>
                  <a:pt x="3" y="1554"/>
                </a:lnTo>
                <a:lnTo>
                  <a:pt x="3" y="1553"/>
                </a:lnTo>
                <a:lnTo>
                  <a:pt x="3" y="1552"/>
                </a:lnTo>
                <a:lnTo>
                  <a:pt x="3" y="1551"/>
                </a:lnTo>
                <a:lnTo>
                  <a:pt x="3" y="1550"/>
                </a:lnTo>
                <a:lnTo>
                  <a:pt x="2" y="1549"/>
                </a:lnTo>
                <a:lnTo>
                  <a:pt x="3" y="1548"/>
                </a:lnTo>
                <a:lnTo>
                  <a:pt x="2" y="1547"/>
                </a:lnTo>
                <a:lnTo>
                  <a:pt x="2" y="1546"/>
                </a:lnTo>
                <a:lnTo>
                  <a:pt x="1" y="1545"/>
                </a:lnTo>
                <a:lnTo>
                  <a:pt x="1" y="1544"/>
                </a:lnTo>
                <a:lnTo>
                  <a:pt x="1" y="1543"/>
                </a:lnTo>
                <a:lnTo>
                  <a:pt x="2" y="1542"/>
                </a:lnTo>
                <a:lnTo>
                  <a:pt x="2" y="1541"/>
                </a:lnTo>
                <a:lnTo>
                  <a:pt x="3" y="1541"/>
                </a:lnTo>
                <a:lnTo>
                  <a:pt x="3" y="1540"/>
                </a:lnTo>
                <a:lnTo>
                  <a:pt x="4" y="1540"/>
                </a:lnTo>
                <a:lnTo>
                  <a:pt x="4" y="1539"/>
                </a:lnTo>
                <a:lnTo>
                  <a:pt x="5" y="1540"/>
                </a:lnTo>
                <a:lnTo>
                  <a:pt x="5" y="1539"/>
                </a:lnTo>
                <a:lnTo>
                  <a:pt x="6" y="1539"/>
                </a:lnTo>
                <a:lnTo>
                  <a:pt x="6" y="1538"/>
                </a:lnTo>
                <a:lnTo>
                  <a:pt x="7" y="1537"/>
                </a:lnTo>
                <a:lnTo>
                  <a:pt x="8" y="1536"/>
                </a:lnTo>
                <a:lnTo>
                  <a:pt x="9" y="1536"/>
                </a:lnTo>
                <a:lnTo>
                  <a:pt x="9" y="1537"/>
                </a:lnTo>
                <a:lnTo>
                  <a:pt x="10" y="1537"/>
                </a:lnTo>
                <a:lnTo>
                  <a:pt x="10" y="1536"/>
                </a:lnTo>
                <a:lnTo>
                  <a:pt x="11" y="1536"/>
                </a:lnTo>
                <a:lnTo>
                  <a:pt x="12" y="1537"/>
                </a:lnTo>
                <a:lnTo>
                  <a:pt x="12" y="1538"/>
                </a:lnTo>
                <a:lnTo>
                  <a:pt x="13" y="1538"/>
                </a:lnTo>
                <a:lnTo>
                  <a:pt x="14" y="1538"/>
                </a:lnTo>
                <a:lnTo>
                  <a:pt x="14" y="1539"/>
                </a:lnTo>
                <a:lnTo>
                  <a:pt x="14" y="1540"/>
                </a:lnTo>
                <a:lnTo>
                  <a:pt x="15" y="1541"/>
                </a:lnTo>
                <a:lnTo>
                  <a:pt x="15" y="1540"/>
                </a:lnTo>
                <a:lnTo>
                  <a:pt x="16" y="1540"/>
                </a:lnTo>
                <a:lnTo>
                  <a:pt x="18" y="1538"/>
                </a:lnTo>
                <a:lnTo>
                  <a:pt x="18" y="1537"/>
                </a:lnTo>
                <a:lnTo>
                  <a:pt x="19" y="1537"/>
                </a:lnTo>
                <a:lnTo>
                  <a:pt x="19" y="1535"/>
                </a:lnTo>
                <a:lnTo>
                  <a:pt x="19" y="1533"/>
                </a:lnTo>
                <a:lnTo>
                  <a:pt x="20" y="1532"/>
                </a:lnTo>
                <a:lnTo>
                  <a:pt x="20" y="1531"/>
                </a:lnTo>
                <a:lnTo>
                  <a:pt x="20" y="1530"/>
                </a:lnTo>
                <a:lnTo>
                  <a:pt x="20" y="1529"/>
                </a:lnTo>
                <a:lnTo>
                  <a:pt x="20" y="1528"/>
                </a:lnTo>
                <a:lnTo>
                  <a:pt x="19" y="1527"/>
                </a:lnTo>
                <a:lnTo>
                  <a:pt x="19" y="1525"/>
                </a:lnTo>
                <a:lnTo>
                  <a:pt x="18" y="1525"/>
                </a:lnTo>
                <a:lnTo>
                  <a:pt x="17" y="1525"/>
                </a:lnTo>
                <a:lnTo>
                  <a:pt x="16" y="1526"/>
                </a:lnTo>
                <a:lnTo>
                  <a:pt x="15" y="1526"/>
                </a:lnTo>
                <a:lnTo>
                  <a:pt x="14" y="1525"/>
                </a:lnTo>
                <a:lnTo>
                  <a:pt x="13" y="1526"/>
                </a:lnTo>
                <a:lnTo>
                  <a:pt x="12" y="1526"/>
                </a:lnTo>
                <a:lnTo>
                  <a:pt x="11" y="1525"/>
                </a:lnTo>
                <a:lnTo>
                  <a:pt x="11" y="1524"/>
                </a:lnTo>
                <a:lnTo>
                  <a:pt x="12" y="1523"/>
                </a:lnTo>
                <a:lnTo>
                  <a:pt x="12" y="1522"/>
                </a:lnTo>
                <a:lnTo>
                  <a:pt x="12" y="1521"/>
                </a:lnTo>
                <a:lnTo>
                  <a:pt x="12" y="1519"/>
                </a:lnTo>
                <a:lnTo>
                  <a:pt x="11" y="1519"/>
                </a:lnTo>
                <a:lnTo>
                  <a:pt x="11" y="1518"/>
                </a:lnTo>
                <a:lnTo>
                  <a:pt x="11" y="1517"/>
                </a:lnTo>
                <a:lnTo>
                  <a:pt x="12" y="1517"/>
                </a:lnTo>
                <a:lnTo>
                  <a:pt x="12" y="1516"/>
                </a:lnTo>
                <a:lnTo>
                  <a:pt x="13" y="1514"/>
                </a:lnTo>
                <a:lnTo>
                  <a:pt x="13" y="1513"/>
                </a:lnTo>
                <a:lnTo>
                  <a:pt x="13" y="1512"/>
                </a:lnTo>
                <a:lnTo>
                  <a:pt x="13" y="1511"/>
                </a:lnTo>
                <a:lnTo>
                  <a:pt x="13" y="1510"/>
                </a:lnTo>
                <a:lnTo>
                  <a:pt x="12" y="1510"/>
                </a:lnTo>
                <a:lnTo>
                  <a:pt x="12" y="1509"/>
                </a:lnTo>
                <a:lnTo>
                  <a:pt x="12" y="1508"/>
                </a:lnTo>
                <a:lnTo>
                  <a:pt x="12" y="1507"/>
                </a:lnTo>
                <a:lnTo>
                  <a:pt x="11" y="1507"/>
                </a:lnTo>
                <a:lnTo>
                  <a:pt x="10" y="1507"/>
                </a:lnTo>
                <a:lnTo>
                  <a:pt x="9" y="1506"/>
                </a:lnTo>
                <a:lnTo>
                  <a:pt x="9" y="1505"/>
                </a:lnTo>
                <a:lnTo>
                  <a:pt x="10" y="1503"/>
                </a:lnTo>
                <a:lnTo>
                  <a:pt x="10" y="1502"/>
                </a:lnTo>
                <a:lnTo>
                  <a:pt x="9" y="1501"/>
                </a:lnTo>
                <a:lnTo>
                  <a:pt x="9" y="1500"/>
                </a:lnTo>
                <a:lnTo>
                  <a:pt x="10" y="1498"/>
                </a:lnTo>
                <a:lnTo>
                  <a:pt x="10" y="1497"/>
                </a:lnTo>
                <a:lnTo>
                  <a:pt x="9" y="1496"/>
                </a:lnTo>
                <a:lnTo>
                  <a:pt x="9" y="1495"/>
                </a:lnTo>
                <a:lnTo>
                  <a:pt x="9" y="1494"/>
                </a:lnTo>
                <a:lnTo>
                  <a:pt x="8" y="1494"/>
                </a:lnTo>
                <a:lnTo>
                  <a:pt x="7" y="1494"/>
                </a:lnTo>
                <a:lnTo>
                  <a:pt x="6" y="1494"/>
                </a:lnTo>
                <a:lnTo>
                  <a:pt x="5" y="1493"/>
                </a:lnTo>
                <a:lnTo>
                  <a:pt x="5" y="1492"/>
                </a:lnTo>
                <a:lnTo>
                  <a:pt x="5" y="1490"/>
                </a:lnTo>
                <a:lnTo>
                  <a:pt x="5" y="1489"/>
                </a:lnTo>
                <a:lnTo>
                  <a:pt x="4" y="1489"/>
                </a:lnTo>
                <a:lnTo>
                  <a:pt x="3" y="1489"/>
                </a:lnTo>
                <a:lnTo>
                  <a:pt x="3" y="1488"/>
                </a:lnTo>
                <a:lnTo>
                  <a:pt x="4" y="1488"/>
                </a:lnTo>
                <a:lnTo>
                  <a:pt x="5" y="1487"/>
                </a:lnTo>
                <a:lnTo>
                  <a:pt x="5" y="1486"/>
                </a:lnTo>
                <a:lnTo>
                  <a:pt x="5" y="1485"/>
                </a:lnTo>
                <a:lnTo>
                  <a:pt x="5" y="1484"/>
                </a:lnTo>
                <a:lnTo>
                  <a:pt x="5" y="1483"/>
                </a:lnTo>
                <a:lnTo>
                  <a:pt x="5" y="1482"/>
                </a:lnTo>
                <a:lnTo>
                  <a:pt x="6" y="1482"/>
                </a:lnTo>
                <a:lnTo>
                  <a:pt x="6" y="1481"/>
                </a:lnTo>
                <a:lnTo>
                  <a:pt x="7" y="1481"/>
                </a:lnTo>
                <a:lnTo>
                  <a:pt x="7" y="1479"/>
                </a:lnTo>
                <a:lnTo>
                  <a:pt x="7" y="1478"/>
                </a:lnTo>
                <a:lnTo>
                  <a:pt x="6" y="1476"/>
                </a:lnTo>
                <a:lnTo>
                  <a:pt x="4" y="1474"/>
                </a:lnTo>
                <a:lnTo>
                  <a:pt x="4" y="1473"/>
                </a:lnTo>
                <a:lnTo>
                  <a:pt x="5" y="1473"/>
                </a:lnTo>
                <a:lnTo>
                  <a:pt x="6" y="1473"/>
                </a:lnTo>
                <a:lnTo>
                  <a:pt x="6" y="1474"/>
                </a:lnTo>
                <a:lnTo>
                  <a:pt x="8" y="1474"/>
                </a:lnTo>
                <a:lnTo>
                  <a:pt x="9" y="1474"/>
                </a:lnTo>
                <a:lnTo>
                  <a:pt x="12" y="1474"/>
                </a:lnTo>
                <a:lnTo>
                  <a:pt x="13" y="1473"/>
                </a:lnTo>
                <a:lnTo>
                  <a:pt x="14" y="1472"/>
                </a:lnTo>
                <a:lnTo>
                  <a:pt x="16" y="1468"/>
                </a:lnTo>
                <a:lnTo>
                  <a:pt x="16" y="1467"/>
                </a:lnTo>
                <a:lnTo>
                  <a:pt x="17" y="1467"/>
                </a:lnTo>
                <a:lnTo>
                  <a:pt x="18" y="1466"/>
                </a:lnTo>
                <a:lnTo>
                  <a:pt x="19" y="1466"/>
                </a:lnTo>
                <a:lnTo>
                  <a:pt x="21" y="1467"/>
                </a:lnTo>
                <a:lnTo>
                  <a:pt x="22" y="1467"/>
                </a:lnTo>
                <a:lnTo>
                  <a:pt x="24" y="1468"/>
                </a:lnTo>
                <a:lnTo>
                  <a:pt x="25" y="1469"/>
                </a:lnTo>
                <a:lnTo>
                  <a:pt x="27" y="1470"/>
                </a:lnTo>
                <a:lnTo>
                  <a:pt x="29" y="1471"/>
                </a:lnTo>
                <a:lnTo>
                  <a:pt x="30" y="1471"/>
                </a:lnTo>
                <a:lnTo>
                  <a:pt x="31" y="1471"/>
                </a:lnTo>
                <a:lnTo>
                  <a:pt x="33" y="1471"/>
                </a:lnTo>
                <a:lnTo>
                  <a:pt x="34" y="1472"/>
                </a:lnTo>
                <a:lnTo>
                  <a:pt x="36" y="1472"/>
                </a:lnTo>
                <a:lnTo>
                  <a:pt x="38" y="1472"/>
                </a:lnTo>
                <a:lnTo>
                  <a:pt x="40" y="1473"/>
                </a:lnTo>
                <a:lnTo>
                  <a:pt x="40" y="1472"/>
                </a:lnTo>
                <a:lnTo>
                  <a:pt x="41" y="1473"/>
                </a:lnTo>
                <a:lnTo>
                  <a:pt x="42" y="1473"/>
                </a:lnTo>
                <a:lnTo>
                  <a:pt x="42" y="1472"/>
                </a:lnTo>
                <a:lnTo>
                  <a:pt x="43" y="1471"/>
                </a:lnTo>
                <a:lnTo>
                  <a:pt x="44" y="1470"/>
                </a:lnTo>
                <a:lnTo>
                  <a:pt x="45" y="1468"/>
                </a:lnTo>
                <a:lnTo>
                  <a:pt x="46" y="1468"/>
                </a:lnTo>
                <a:lnTo>
                  <a:pt x="46" y="1467"/>
                </a:lnTo>
                <a:lnTo>
                  <a:pt x="46" y="1466"/>
                </a:lnTo>
                <a:lnTo>
                  <a:pt x="46" y="1465"/>
                </a:lnTo>
                <a:lnTo>
                  <a:pt x="47" y="1464"/>
                </a:lnTo>
                <a:lnTo>
                  <a:pt x="48" y="1464"/>
                </a:lnTo>
                <a:lnTo>
                  <a:pt x="49" y="1464"/>
                </a:lnTo>
                <a:lnTo>
                  <a:pt x="50" y="1463"/>
                </a:lnTo>
                <a:lnTo>
                  <a:pt x="51" y="1462"/>
                </a:lnTo>
                <a:lnTo>
                  <a:pt x="51" y="1461"/>
                </a:lnTo>
                <a:lnTo>
                  <a:pt x="51" y="1460"/>
                </a:lnTo>
                <a:lnTo>
                  <a:pt x="52" y="1461"/>
                </a:lnTo>
                <a:lnTo>
                  <a:pt x="53" y="1461"/>
                </a:lnTo>
                <a:lnTo>
                  <a:pt x="54" y="1461"/>
                </a:lnTo>
                <a:lnTo>
                  <a:pt x="55" y="1460"/>
                </a:lnTo>
                <a:lnTo>
                  <a:pt x="55" y="1459"/>
                </a:lnTo>
                <a:lnTo>
                  <a:pt x="56" y="1457"/>
                </a:lnTo>
                <a:lnTo>
                  <a:pt x="56" y="1456"/>
                </a:lnTo>
                <a:lnTo>
                  <a:pt x="56" y="1454"/>
                </a:lnTo>
                <a:lnTo>
                  <a:pt x="56" y="1453"/>
                </a:lnTo>
                <a:lnTo>
                  <a:pt x="56" y="1452"/>
                </a:lnTo>
                <a:lnTo>
                  <a:pt x="56" y="1451"/>
                </a:lnTo>
                <a:lnTo>
                  <a:pt x="56" y="1450"/>
                </a:lnTo>
                <a:lnTo>
                  <a:pt x="56" y="1449"/>
                </a:lnTo>
                <a:lnTo>
                  <a:pt x="56" y="1448"/>
                </a:lnTo>
                <a:lnTo>
                  <a:pt x="57" y="1447"/>
                </a:lnTo>
                <a:lnTo>
                  <a:pt x="56" y="1446"/>
                </a:lnTo>
                <a:lnTo>
                  <a:pt x="56" y="1445"/>
                </a:lnTo>
                <a:lnTo>
                  <a:pt x="56" y="1444"/>
                </a:lnTo>
                <a:lnTo>
                  <a:pt x="57" y="1444"/>
                </a:lnTo>
                <a:lnTo>
                  <a:pt x="56" y="1443"/>
                </a:lnTo>
                <a:lnTo>
                  <a:pt x="56" y="1442"/>
                </a:lnTo>
                <a:lnTo>
                  <a:pt x="56" y="1441"/>
                </a:lnTo>
                <a:lnTo>
                  <a:pt x="56" y="1440"/>
                </a:lnTo>
                <a:lnTo>
                  <a:pt x="55" y="1440"/>
                </a:lnTo>
                <a:lnTo>
                  <a:pt x="54" y="1440"/>
                </a:lnTo>
                <a:lnTo>
                  <a:pt x="54" y="1439"/>
                </a:lnTo>
                <a:lnTo>
                  <a:pt x="53" y="1439"/>
                </a:lnTo>
                <a:lnTo>
                  <a:pt x="53" y="1438"/>
                </a:lnTo>
                <a:lnTo>
                  <a:pt x="52" y="1438"/>
                </a:lnTo>
                <a:lnTo>
                  <a:pt x="51" y="1438"/>
                </a:lnTo>
                <a:lnTo>
                  <a:pt x="51" y="1437"/>
                </a:lnTo>
                <a:lnTo>
                  <a:pt x="52" y="1435"/>
                </a:lnTo>
                <a:lnTo>
                  <a:pt x="53" y="1432"/>
                </a:lnTo>
                <a:lnTo>
                  <a:pt x="53" y="1431"/>
                </a:lnTo>
                <a:lnTo>
                  <a:pt x="53" y="1430"/>
                </a:lnTo>
                <a:lnTo>
                  <a:pt x="54" y="1429"/>
                </a:lnTo>
                <a:lnTo>
                  <a:pt x="56" y="1427"/>
                </a:lnTo>
                <a:lnTo>
                  <a:pt x="57" y="1426"/>
                </a:lnTo>
                <a:lnTo>
                  <a:pt x="59" y="1426"/>
                </a:lnTo>
                <a:lnTo>
                  <a:pt x="60" y="1426"/>
                </a:lnTo>
                <a:lnTo>
                  <a:pt x="61" y="1425"/>
                </a:lnTo>
                <a:lnTo>
                  <a:pt x="62" y="1425"/>
                </a:lnTo>
                <a:lnTo>
                  <a:pt x="63" y="1424"/>
                </a:lnTo>
                <a:lnTo>
                  <a:pt x="63" y="1422"/>
                </a:lnTo>
                <a:lnTo>
                  <a:pt x="64" y="1421"/>
                </a:lnTo>
                <a:lnTo>
                  <a:pt x="64" y="1420"/>
                </a:lnTo>
                <a:lnTo>
                  <a:pt x="64" y="1419"/>
                </a:lnTo>
                <a:lnTo>
                  <a:pt x="64" y="1418"/>
                </a:lnTo>
                <a:lnTo>
                  <a:pt x="66" y="1417"/>
                </a:lnTo>
                <a:lnTo>
                  <a:pt x="67" y="1416"/>
                </a:lnTo>
                <a:lnTo>
                  <a:pt x="67" y="1415"/>
                </a:lnTo>
                <a:lnTo>
                  <a:pt x="68" y="1415"/>
                </a:lnTo>
                <a:lnTo>
                  <a:pt x="69" y="1414"/>
                </a:lnTo>
                <a:lnTo>
                  <a:pt x="70" y="1414"/>
                </a:lnTo>
                <a:lnTo>
                  <a:pt x="72" y="1412"/>
                </a:lnTo>
                <a:lnTo>
                  <a:pt x="72" y="1411"/>
                </a:lnTo>
                <a:lnTo>
                  <a:pt x="73" y="1410"/>
                </a:lnTo>
                <a:lnTo>
                  <a:pt x="73" y="1409"/>
                </a:lnTo>
                <a:lnTo>
                  <a:pt x="72" y="1409"/>
                </a:lnTo>
                <a:lnTo>
                  <a:pt x="71" y="1408"/>
                </a:lnTo>
                <a:lnTo>
                  <a:pt x="71" y="1407"/>
                </a:lnTo>
                <a:lnTo>
                  <a:pt x="73" y="1407"/>
                </a:lnTo>
                <a:lnTo>
                  <a:pt x="76" y="1406"/>
                </a:lnTo>
                <a:lnTo>
                  <a:pt x="77" y="1406"/>
                </a:lnTo>
                <a:lnTo>
                  <a:pt x="78" y="1405"/>
                </a:lnTo>
                <a:lnTo>
                  <a:pt x="79" y="1403"/>
                </a:lnTo>
                <a:lnTo>
                  <a:pt x="80" y="1402"/>
                </a:lnTo>
                <a:lnTo>
                  <a:pt x="81" y="1401"/>
                </a:lnTo>
                <a:lnTo>
                  <a:pt x="83" y="1401"/>
                </a:lnTo>
                <a:lnTo>
                  <a:pt x="84" y="1401"/>
                </a:lnTo>
                <a:lnTo>
                  <a:pt x="84" y="1402"/>
                </a:lnTo>
                <a:lnTo>
                  <a:pt x="86" y="1404"/>
                </a:lnTo>
                <a:lnTo>
                  <a:pt x="87" y="1404"/>
                </a:lnTo>
                <a:lnTo>
                  <a:pt x="88" y="1404"/>
                </a:lnTo>
                <a:lnTo>
                  <a:pt x="89" y="1404"/>
                </a:lnTo>
                <a:lnTo>
                  <a:pt x="90" y="1403"/>
                </a:lnTo>
                <a:lnTo>
                  <a:pt x="91" y="1402"/>
                </a:lnTo>
                <a:lnTo>
                  <a:pt x="92" y="1402"/>
                </a:lnTo>
                <a:lnTo>
                  <a:pt x="94" y="1403"/>
                </a:lnTo>
                <a:lnTo>
                  <a:pt x="97" y="1403"/>
                </a:lnTo>
                <a:lnTo>
                  <a:pt x="98" y="1403"/>
                </a:lnTo>
                <a:lnTo>
                  <a:pt x="100" y="1403"/>
                </a:lnTo>
                <a:lnTo>
                  <a:pt x="102" y="1403"/>
                </a:lnTo>
                <a:lnTo>
                  <a:pt x="104" y="1403"/>
                </a:lnTo>
                <a:lnTo>
                  <a:pt x="105" y="1404"/>
                </a:lnTo>
                <a:lnTo>
                  <a:pt x="105" y="1406"/>
                </a:lnTo>
                <a:lnTo>
                  <a:pt x="105" y="1407"/>
                </a:lnTo>
                <a:lnTo>
                  <a:pt x="106" y="1408"/>
                </a:lnTo>
                <a:lnTo>
                  <a:pt x="107" y="1407"/>
                </a:lnTo>
                <a:lnTo>
                  <a:pt x="108" y="1407"/>
                </a:lnTo>
                <a:lnTo>
                  <a:pt x="108" y="1408"/>
                </a:lnTo>
                <a:lnTo>
                  <a:pt x="109" y="1408"/>
                </a:lnTo>
                <a:lnTo>
                  <a:pt x="110" y="1410"/>
                </a:lnTo>
                <a:lnTo>
                  <a:pt x="111" y="1411"/>
                </a:lnTo>
                <a:lnTo>
                  <a:pt x="113" y="1410"/>
                </a:lnTo>
                <a:lnTo>
                  <a:pt x="116" y="1409"/>
                </a:lnTo>
                <a:lnTo>
                  <a:pt x="119" y="1408"/>
                </a:lnTo>
                <a:lnTo>
                  <a:pt x="122" y="1407"/>
                </a:lnTo>
                <a:lnTo>
                  <a:pt x="123" y="1406"/>
                </a:lnTo>
                <a:lnTo>
                  <a:pt x="125" y="1405"/>
                </a:lnTo>
                <a:lnTo>
                  <a:pt x="128" y="1403"/>
                </a:lnTo>
                <a:lnTo>
                  <a:pt x="130" y="1402"/>
                </a:lnTo>
                <a:lnTo>
                  <a:pt x="133" y="1401"/>
                </a:lnTo>
                <a:lnTo>
                  <a:pt x="134" y="1401"/>
                </a:lnTo>
                <a:lnTo>
                  <a:pt x="135" y="1400"/>
                </a:lnTo>
                <a:lnTo>
                  <a:pt x="136" y="1399"/>
                </a:lnTo>
                <a:lnTo>
                  <a:pt x="138" y="1397"/>
                </a:lnTo>
                <a:lnTo>
                  <a:pt x="140" y="1395"/>
                </a:lnTo>
                <a:lnTo>
                  <a:pt x="142" y="1395"/>
                </a:lnTo>
                <a:lnTo>
                  <a:pt x="143" y="1395"/>
                </a:lnTo>
                <a:lnTo>
                  <a:pt x="145" y="1396"/>
                </a:lnTo>
                <a:lnTo>
                  <a:pt x="146" y="1397"/>
                </a:lnTo>
                <a:lnTo>
                  <a:pt x="147" y="1397"/>
                </a:lnTo>
                <a:lnTo>
                  <a:pt x="148" y="1397"/>
                </a:lnTo>
                <a:lnTo>
                  <a:pt x="150" y="1396"/>
                </a:lnTo>
                <a:lnTo>
                  <a:pt x="150" y="1395"/>
                </a:lnTo>
                <a:lnTo>
                  <a:pt x="151" y="1394"/>
                </a:lnTo>
                <a:lnTo>
                  <a:pt x="153" y="1392"/>
                </a:lnTo>
                <a:lnTo>
                  <a:pt x="153" y="1390"/>
                </a:lnTo>
                <a:lnTo>
                  <a:pt x="154" y="1389"/>
                </a:lnTo>
                <a:lnTo>
                  <a:pt x="155" y="1389"/>
                </a:lnTo>
                <a:lnTo>
                  <a:pt x="158" y="1391"/>
                </a:lnTo>
                <a:lnTo>
                  <a:pt x="160" y="1391"/>
                </a:lnTo>
                <a:lnTo>
                  <a:pt x="162" y="1391"/>
                </a:lnTo>
                <a:lnTo>
                  <a:pt x="164" y="1392"/>
                </a:lnTo>
                <a:lnTo>
                  <a:pt x="165" y="1393"/>
                </a:lnTo>
                <a:lnTo>
                  <a:pt x="166" y="1395"/>
                </a:lnTo>
                <a:lnTo>
                  <a:pt x="168" y="1396"/>
                </a:lnTo>
                <a:lnTo>
                  <a:pt x="169" y="1396"/>
                </a:lnTo>
                <a:lnTo>
                  <a:pt x="169" y="1397"/>
                </a:lnTo>
                <a:lnTo>
                  <a:pt x="171" y="1396"/>
                </a:lnTo>
                <a:lnTo>
                  <a:pt x="172" y="1396"/>
                </a:lnTo>
                <a:lnTo>
                  <a:pt x="173" y="1396"/>
                </a:lnTo>
                <a:lnTo>
                  <a:pt x="173" y="1395"/>
                </a:lnTo>
                <a:lnTo>
                  <a:pt x="173" y="1394"/>
                </a:lnTo>
                <a:lnTo>
                  <a:pt x="172" y="1393"/>
                </a:lnTo>
                <a:lnTo>
                  <a:pt x="171" y="1392"/>
                </a:lnTo>
                <a:lnTo>
                  <a:pt x="171" y="1391"/>
                </a:lnTo>
                <a:lnTo>
                  <a:pt x="170" y="1390"/>
                </a:lnTo>
                <a:lnTo>
                  <a:pt x="170" y="1388"/>
                </a:lnTo>
                <a:lnTo>
                  <a:pt x="169" y="1387"/>
                </a:lnTo>
                <a:lnTo>
                  <a:pt x="169" y="1386"/>
                </a:lnTo>
                <a:lnTo>
                  <a:pt x="168" y="1385"/>
                </a:lnTo>
                <a:lnTo>
                  <a:pt x="167" y="1382"/>
                </a:lnTo>
                <a:lnTo>
                  <a:pt x="166" y="1381"/>
                </a:lnTo>
                <a:lnTo>
                  <a:pt x="166" y="1380"/>
                </a:lnTo>
                <a:lnTo>
                  <a:pt x="166" y="1379"/>
                </a:lnTo>
                <a:lnTo>
                  <a:pt x="167" y="1379"/>
                </a:lnTo>
                <a:lnTo>
                  <a:pt x="168" y="1379"/>
                </a:lnTo>
                <a:lnTo>
                  <a:pt x="169" y="1378"/>
                </a:lnTo>
                <a:lnTo>
                  <a:pt x="169" y="1377"/>
                </a:lnTo>
                <a:lnTo>
                  <a:pt x="170" y="1374"/>
                </a:lnTo>
                <a:lnTo>
                  <a:pt x="171" y="1373"/>
                </a:lnTo>
                <a:lnTo>
                  <a:pt x="172" y="1372"/>
                </a:lnTo>
                <a:lnTo>
                  <a:pt x="173" y="1371"/>
                </a:lnTo>
                <a:lnTo>
                  <a:pt x="174" y="1372"/>
                </a:lnTo>
                <a:lnTo>
                  <a:pt x="175" y="1372"/>
                </a:lnTo>
                <a:lnTo>
                  <a:pt x="175" y="1373"/>
                </a:lnTo>
                <a:lnTo>
                  <a:pt x="177" y="1374"/>
                </a:lnTo>
                <a:lnTo>
                  <a:pt x="178" y="1375"/>
                </a:lnTo>
                <a:lnTo>
                  <a:pt x="179" y="1376"/>
                </a:lnTo>
                <a:lnTo>
                  <a:pt x="179" y="1377"/>
                </a:lnTo>
                <a:lnTo>
                  <a:pt x="180" y="1378"/>
                </a:lnTo>
                <a:lnTo>
                  <a:pt x="181" y="1380"/>
                </a:lnTo>
                <a:lnTo>
                  <a:pt x="182" y="1381"/>
                </a:lnTo>
                <a:lnTo>
                  <a:pt x="183" y="1382"/>
                </a:lnTo>
                <a:lnTo>
                  <a:pt x="184" y="1383"/>
                </a:lnTo>
                <a:lnTo>
                  <a:pt x="184" y="1384"/>
                </a:lnTo>
                <a:lnTo>
                  <a:pt x="185" y="1384"/>
                </a:lnTo>
                <a:lnTo>
                  <a:pt x="186" y="1384"/>
                </a:lnTo>
                <a:lnTo>
                  <a:pt x="187" y="1383"/>
                </a:lnTo>
                <a:lnTo>
                  <a:pt x="188" y="1383"/>
                </a:lnTo>
                <a:lnTo>
                  <a:pt x="189" y="1385"/>
                </a:lnTo>
                <a:lnTo>
                  <a:pt x="190" y="1387"/>
                </a:lnTo>
                <a:lnTo>
                  <a:pt x="192" y="1387"/>
                </a:lnTo>
                <a:lnTo>
                  <a:pt x="194" y="1389"/>
                </a:lnTo>
                <a:lnTo>
                  <a:pt x="195" y="1389"/>
                </a:lnTo>
                <a:lnTo>
                  <a:pt x="196" y="1388"/>
                </a:lnTo>
                <a:lnTo>
                  <a:pt x="197" y="1388"/>
                </a:lnTo>
                <a:lnTo>
                  <a:pt x="198" y="1387"/>
                </a:lnTo>
                <a:lnTo>
                  <a:pt x="200" y="1388"/>
                </a:lnTo>
                <a:lnTo>
                  <a:pt x="201" y="1389"/>
                </a:lnTo>
                <a:lnTo>
                  <a:pt x="202" y="1390"/>
                </a:lnTo>
                <a:lnTo>
                  <a:pt x="204" y="1391"/>
                </a:lnTo>
                <a:lnTo>
                  <a:pt x="206" y="1391"/>
                </a:lnTo>
                <a:lnTo>
                  <a:pt x="207" y="1392"/>
                </a:lnTo>
                <a:lnTo>
                  <a:pt x="208" y="1390"/>
                </a:lnTo>
                <a:lnTo>
                  <a:pt x="209" y="1390"/>
                </a:lnTo>
                <a:lnTo>
                  <a:pt x="210" y="1389"/>
                </a:lnTo>
                <a:lnTo>
                  <a:pt x="211" y="1389"/>
                </a:lnTo>
                <a:lnTo>
                  <a:pt x="211" y="1388"/>
                </a:lnTo>
                <a:lnTo>
                  <a:pt x="212" y="1388"/>
                </a:lnTo>
                <a:lnTo>
                  <a:pt x="213" y="1389"/>
                </a:lnTo>
                <a:lnTo>
                  <a:pt x="215" y="1388"/>
                </a:lnTo>
                <a:lnTo>
                  <a:pt x="216" y="1386"/>
                </a:lnTo>
                <a:lnTo>
                  <a:pt x="218" y="1386"/>
                </a:lnTo>
                <a:lnTo>
                  <a:pt x="220" y="1384"/>
                </a:lnTo>
                <a:lnTo>
                  <a:pt x="221" y="1384"/>
                </a:lnTo>
                <a:lnTo>
                  <a:pt x="223" y="1384"/>
                </a:lnTo>
                <a:lnTo>
                  <a:pt x="225" y="1383"/>
                </a:lnTo>
                <a:lnTo>
                  <a:pt x="226" y="1384"/>
                </a:lnTo>
                <a:lnTo>
                  <a:pt x="228" y="1384"/>
                </a:lnTo>
                <a:lnTo>
                  <a:pt x="229" y="1383"/>
                </a:lnTo>
                <a:lnTo>
                  <a:pt x="231" y="1381"/>
                </a:lnTo>
                <a:lnTo>
                  <a:pt x="232" y="1381"/>
                </a:lnTo>
                <a:lnTo>
                  <a:pt x="233" y="1381"/>
                </a:lnTo>
                <a:lnTo>
                  <a:pt x="234" y="1380"/>
                </a:lnTo>
                <a:lnTo>
                  <a:pt x="234" y="1379"/>
                </a:lnTo>
                <a:lnTo>
                  <a:pt x="235" y="1379"/>
                </a:lnTo>
                <a:lnTo>
                  <a:pt x="237" y="1378"/>
                </a:lnTo>
                <a:lnTo>
                  <a:pt x="240" y="1377"/>
                </a:lnTo>
                <a:lnTo>
                  <a:pt x="243" y="1376"/>
                </a:lnTo>
                <a:lnTo>
                  <a:pt x="244" y="1376"/>
                </a:lnTo>
                <a:lnTo>
                  <a:pt x="245" y="1375"/>
                </a:lnTo>
                <a:lnTo>
                  <a:pt x="247" y="1375"/>
                </a:lnTo>
                <a:lnTo>
                  <a:pt x="248" y="1376"/>
                </a:lnTo>
                <a:lnTo>
                  <a:pt x="249" y="1376"/>
                </a:lnTo>
                <a:lnTo>
                  <a:pt x="249" y="1377"/>
                </a:lnTo>
                <a:lnTo>
                  <a:pt x="249" y="1378"/>
                </a:lnTo>
                <a:lnTo>
                  <a:pt x="249" y="1379"/>
                </a:lnTo>
                <a:lnTo>
                  <a:pt x="250" y="1380"/>
                </a:lnTo>
                <a:lnTo>
                  <a:pt x="250" y="1381"/>
                </a:lnTo>
                <a:lnTo>
                  <a:pt x="250" y="1382"/>
                </a:lnTo>
                <a:lnTo>
                  <a:pt x="249" y="1382"/>
                </a:lnTo>
                <a:lnTo>
                  <a:pt x="249" y="1383"/>
                </a:lnTo>
                <a:lnTo>
                  <a:pt x="249" y="1384"/>
                </a:lnTo>
                <a:lnTo>
                  <a:pt x="248" y="1386"/>
                </a:lnTo>
                <a:lnTo>
                  <a:pt x="247" y="1389"/>
                </a:lnTo>
                <a:lnTo>
                  <a:pt x="247" y="1390"/>
                </a:lnTo>
                <a:lnTo>
                  <a:pt x="247" y="1391"/>
                </a:lnTo>
                <a:lnTo>
                  <a:pt x="247" y="1392"/>
                </a:lnTo>
                <a:lnTo>
                  <a:pt x="247" y="1395"/>
                </a:lnTo>
                <a:lnTo>
                  <a:pt x="248" y="1397"/>
                </a:lnTo>
                <a:lnTo>
                  <a:pt x="249" y="1397"/>
                </a:lnTo>
                <a:lnTo>
                  <a:pt x="249" y="1398"/>
                </a:lnTo>
                <a:lnTo>
                  <a:pt x="250" y="1398"/>
                </a:lnTo>
                <a:lnTo>
                  <a:pt x="251" y="1399"/>
                </a:lnTo>
                <a:lnTo>
                  <a:pt x="251" y="1400"/>
                </a:lnTo>
                <a:lnTo>
                  <a:pt x="252" y="1400"/>
                </a:lnTo>
                <a:lnTo>
                  <a:pt x="253" y="1401"/>
                </a:lnTo>
                <a:lnTo>
                  <a:pt x="253" y="1402"/>
                </a:lnTo>
                <a:lnTo>
                  <a:pt x="254" y="1403"/>
                </a:lnTo>
                <a:lnTo>
                  <a:pt x="253" y="1403"/>
                </a:lnTo>
                <a:lnTo>
                  <a:pt x="253" y="1404"/>
                </a:lnTo>
                <a:lnTo>
                  <a:pt x="252" y="1405"/>
                </a:lnTo>
                <a:lnTo>
                  <a:pt x="251" y="1405"/>
                </a:lnTo>
                <a:lnTo>
                  <a:pt x="251" y="1406"/>
                </a:lnTo>
                <a:lnTo>
                  <a:pt x="250" y="1407"/>
                </a:lnTo>
                <a:lnTo>
                  <a:pt x="249" y="1407"/>
                </a:lnTo>
                <a:lnTo>
                  <a:pt x="248" y="1407"/>
                </a:lnTo>
                <a:lnTo>
                  <a:pt x="247" y="1408"/>
                </a:lnTo>
                <a:lnTo>
                  <a:pt x="247" y="1409"/>
                </a:lnTo>
                <a:lnTo>
                  <a:pt x="246" y="1410"/>
                </a:lnTo>
                <a:lnTo>
                  <a:pt x="245" y="1411"/>
                </a:lnTo>
                <a:lnTo>
                  <a:pt x="245" y="1412"/>
                </a:lnTo>
                <a:lnTo>
                  <a:pt x="245" y="1413"/>
                </a:lnTo>
                <a:lnTo>
                  <a:pt x="244" y="1414"/>
                </a:lnTo>
                <a:lnTo>
                  <a:pt x="244" y="1415"/>
                </a:lnTo>
                <a:lnTo>
                  <a:pt x="243" y="1415"/>
                </a:lnTo>
                <a:lnTo>
                  <a:pt x="244" y="1417"/>
                </a:lnTo>
                <a:lnTo>
                  <a:pt x="244" y="1418"/>
                </a:lnTo>
                <a:lnTo>
                  <a:pt x="244" y="1419"/>
                </a:lnTo>
                <a:lnTo>
                  <a:pt x="245" y="1421"/>
                </a:lnTo>
                <a:lnTo>
                  <a:pt x="245" y="1422"/>
                </a:lnTo>
                <a:lnTo>
                  <a:pt x="245" y="1423"/>
                </a:lnTo>
                <a:lnTo>
                  <a:pt x="244" y="1424"/>
                </a:lnTo>
                <a:lnTo>
                  <a:pt x="244" y="1425"/>
                </a:lnTo>
                <a:lnTo>
                  <a:pt x="244" y="1426"/>
                </a:lnTo>
                <a:lnTo>
                  <a:pt x="245" y="1426"/>
                </a:lnTo>
                <a:lnTo>
                  <a:pt x="246" y="1426"/>
                </a:lnTo>
                <a:lnTo>
                  <a:pt x="246" y="1425"/>
                </a:lnTo>
                <a:lnTo>
                  <a:pt x="247" y="1425"/>
                </a:lnTo>
                <a:lnTo>
                  <a:pt x="248" y="1425"/>
                </a:lnTo>
                <a:lnTo>
                  <a:pt x="249" y="1425"/>
                </a:lnTo>
                <a:lnTo>
                  <a:pt x="250" y="1425"/>
                </a:lnTo>
                <a:lnTo>
                  <a:pt x="251" y="1425"/>
                </a:lnTo>
                <a:lnTo>
                  <a:pt x="251" y="1426"/>
                </a:lnTo>
                <a:lnTo>
                  <a:pt x="252" y="1426"/>
                </a:lnTo>
                <a:lnTo>
                  <a:pt x="253" y="1425"/>
                </a:lnTo>
                <a:lnTo>
                  <a:pt x="255" y="1424"/>
                </a:lnTo>
                <a:lnTo>
                  <a:pt x="256" y="1424"/>
                </a:lnTo>
                <a:lnTo>
                  <a:pt x="257" y="1424"/>
                </a:lnTo>
                <a:lnTo>
                  <a:pt x="257" y="1425"/>
                </a:lnTo>
                <a:lnTo>
                  <a:pt x="257" y="1426"/>
                </a:lnTo>
                <a:lnTo>
                  <a:pt x="258" y="1426"/>
                </a:lnTo>
                <a:lnTo>
                  <a:pt x="259" y="1427"/>
                </a:lnTo>
                <a:lnTo>
                  <a:pt x="261" y="1427"/>
                </a:lnTo>
                <a:lnTo>
                  <a:pt x="262" y="1428"/>
                </a:lnTo>
                <a:lnTo>
                  <a:pt x="263" y="1429"/>
                </a:lnTo>
                <a:lnTo>
                  <a:pt x="264" y="1429"/>
                </a:lnTo>
                <a:lnTo>
                  <a:pt x="264" y="1430"/>
                </a:lnTo>
                <a:lnTo>
                  <a:pt x="264" y="1431"/>
                </a:lnTo>
                <a:lnTo>
                  <a:pt x="265" y="1431"/>
                </a:lnTo>
                <a:lnTo>
                  <a:pt x="265" y="1430"/>
                </a:lnTo>
                <a:lnTo>
                  <a:pt x="266" y="1428"/>
                </a:lnTo>
                <a:lnTo>
                  <a:pt x="266" y="1427"/>
                </a:lnTo>
                <a:lnTo>
                  <a:pt x="266" y="1426"/>
                </a:lnTo>
                <a:lnTo>
                  <a:pt x="267" y="1425"/>
                </a:lnTo>
                <a:lnTo>
                  <a:pt x="268" y="1425"/>
                </a:lnTo>
                <a:lnTo>
                  <a:pt x="269" y="1425"/>
                </a:lnTo>
                <a:lnTo>
                  <a:pt x="269" y="1424"/>
                </a:lnTo>
                <a:lnTo>
                  <a:pt x="270" y="1423"/>
                </a:lnTo>
                <a:lnTo>
                  <a:pt x="270" y="1422"/>
                </a:lnTo>
                <a:lnTo>
                  <a:pt x="270" y="1421"/>
                </a:lnTo>
                <a:lnTo>
                  <a:pt x="271" y="1421"/>
                </a:lnTo>
                <a:lnTo>
                  <a:pt x="272" y="1421"/>
                </a:lnTo>
                <a:lnTo>
                  <a:pt x="273" y="1421"/>
                </a:lnTo>
                <a:lnTo>
                  <a:pt x="274" y="1422"/>
                </a:lnTo>
                <a:lnTo>
                  <a:pt x="275" y="1423"/>
                </a:lnTo>
                <a:lnTo>
                  <a:pt x="275" y="1424"/>
                </a:lnTo>
                <a:lnTo>
                  <a:pt x="276" y="1425"/>
                </a:lnTo>
                <a:lnTo>
                  <a:pt x="276" y="1426"/>
                </a:lnTo>
                <a:lnTo>
                  <a:pt x="277" y="1426"/>
                </a:lnTo>
                <a:lnTo>
                  <a:pt x="278" y="1426"/>
                </a:lnTo>
                <a:lnTo>
                  <a:pt x="279" y="1426"/>
                </a:lnTo>
                <a:lnTo>
                  <a:pt x="279" y="1424"/>
                </a:lnTo>
                <a:lnTo>
                  <a:pt x="279" y="1423"/>
                </a:lnTo>
                <a:lnTo>
                  <a:pt x="279" y="1422"/>
                </a:lnTo>
                <a:lnTo>
                  <a:pt x="280" y="1422"/>
                </a:lnTo>
                <a:lnTo>
                  <a:pt x="281" y="1422"/>
                </a:lnTo>
                <a:lnTo>
                  <a:pt x="282" y="1422"/>
                </a:lnTo>
                <a:lnTo>
                  <a:pt x="283" y="1422"/>
                </a:lnTo>
                <a:lnTo>
                  <a:pt x="284" y="1423"/>
                </a:lnTo>
                <a:lnTo>
                  <a:pt x="285" y="1423"/>
                </a:lnTo>
                <a:lnTo>
                  <a:pt x="286" y="1423"/>
                </a:lnTo>
                <a:lnTo>
                  <a:pt x="288" y="1424"/>
                </a:lnTo>
                <a:lnTo>
                  <a:pt x="289" y="1424"/>
                </a:lnTo>
                <a:lnTo>
                  <a:pt x="290" y="1426"/>
                </a:lnTo>
                <a:lnTo>
                  <a:pt x="291" y="1426"/>
                </a:lnTo>
                <a:lnTo>
                  <a:pt x="293" y="1426"/>
                </a:lnTo>
                <a:lnTo>
                  <a:pt x="295" y="1426"/>
                </a:lnTo>
                <a:lnTo>
                  <a:pt x="296" y="1425"/>
                </a:lnTo>
                <a:lnTo>
                  <a:pt x="298" y="1424"/>
                </a:lnTo>
                <a:lnTo>
                  <a:pt x="300" y="1424"/>
                </a:lnTo>
                <a:lnTo>
                  <a:pt x="301" y="1423"/>
                </a:lnTo>
                <a:lnTo>
                  <a:pt x="302" y="1422"/>
                </a:lnTo>
                <a:lnTo>
                  <a:pt x="303" y="1422"/>
                </a:lnTo>
                <a:lnTo>
                  <a:pt x="303" y="1423"/>
                </a:lnTo>
                <a:lnTo>
                  <a:pt x="303" y="1424"/>
                </a:lnTo>
                <a:lnTo>
                  <a:pt x="302" y="1425"/>
                </a:lnTo>
                <a:lnTo>
                  <a:pt x="302" y="1426"/>
                </a:lnTo>
                <a:lnTo>
                  <a:pt x="303" y="1427"/>
                </a:lnTo>
                <a:lnTo>
                  <a:pt x="304" y="1427"/>
                </a:lnTo>
                <a:lnTo>
                  <a:pt x="305" y="1427"/>
                </a:lnTo>
                <a:lnTo>
                  <a:pt x="305" y="1428"/>
                </a:lnTo>
                <a:lnTo>
                  <a:pt x="305" y="1429"/>
                </a:lnTo>
                <a:lnTo>
                  <a:pt x="305" y="1430"/>
                </a:lnTo>
                <a:lnTo>
                  <a:pt x="305" y="1431"/>
                </a:lnTo>
                <a:lnTo>
                  <a:pt x="304" y="1432"/>
                </a:lnTo>
                <a:lnTo>
                  <a:pt x="304" y="1433"/>
                </a:lnTo>
                <a:lnTo>
                  <a:pt x="304" y="1435"/>
                </a:lnTo>
                <a:lnTo>
                  <a:pt x="304" y="1436"/>
                </a:lnTo>
                <a:lnTo>
                  <a:pt x="305" y="1436"/>
                </a:lnTo>
                <a:lnTo>
                  <a:pt x="306" y="1435"/>
                </a:lnTo>
                <a:lnTo>
                  <a:pt x="306" y="1434"/>
                </a:lnTo>
                <a:lnTo>
                  <a:pt x="307" y="1434"/>
                </a:lnTo>
                <a:lnTo>
                  <a:pt x="307" y="1433"/>
                </a:lnTo>
                <a:lnTo>
                  <a:pt x="308" y="1433"/>
                </a:lnTo>
                <a:lnTo>
                  <a:pt x="308" y="1432"/>
                </a:lnTo>
                <a:lnTo>
                  <a:pt x="309" y="1432"/>
                </a:lnTo>
                <a:lnTo>
                  <a:pt x="310" y="1431"/>
                </a:lnTo>
                <a:lnTo>
                  <a:pt x="310" y="1432"/>
                </a:lnTo>
                <a:lnTo>
                  <a:pt x="311" y="1433"/>
                </a:lnTo>
                <a:lnTo>
                  <a:pt x="312" y="1433"/>
                </a:lnTo>
                <a:lnTo>
                  <a:pt x="313" y="1432"/>
                </a:lnTo>
                <a:lnTo>
                  <a:pt x="315" y="1433"/>
                </a:lnTo>
                <a:lnTo>
                  <a:pt x="316" y="1433"/>
                </a:lnTo>
                <a:lnTo>
                  <a:pt x="316" y="1432"/>
                </a:lnTo>
                <a:lnTo>
                  <a:pt x="318" y="1431"/>
                </a:lnTo>
                <a:lnTo>
                  <a:pt x="319" y="1430"/>
                </a:lnTo>
                <a:lnTo>
                  <a:pt x="320" y="1429"/>
                </a:lnTo>
                <a:lnTo>
                  <a:pt x="322" y="1429"/>
                </a:lnTo>
                <a:lnTo>
                  <a:pt x="323" y="1430"/>
                </a:lnTo>
                <a:lnTo>
                  <a:pt x="324" y="1430"/>
                </a:lnTo>
                <a:lnTo>
                  <a:pt x="325" y="1428"/>
                </a:lnTo>
                <a:lnTo>
                  <a:pt x="325" y="1427"/>
                </a:lnTo>
                <a:lnTo>
                  <a:pt x="326" y="1427"/>
                </a:lnTo>
                <a:lnTo>
                  <a:pt x="328" y="1426"/>
                </a:lnTo>
                <a:lnTo>
                  <a:pt x="329" y="1425"/>
                </a:lnTo>
                <a:lnTo>
                  <a:pt x="329" y="1423"/>
                </a:lnTo>
                <a:lnTo>
                  <a:pt x="329" y="1421"/>
                </a:lnTo>
                <a:lnTo>
                  <a:pt x="330" y="1420"/>
                </a:lnTo>
                <a:lnTo>
                  <a:pt x="331" y="1419"/>
                </a:lnTo>
                <a:lnTo>
                  <a:pt x="332" y="1417"/>
                </a:lnTo>
                <a:lnTo>
                  <a:pt x="334" y="1415"/>
                </a:lnTo>
                <a:lnTo>
                  <a:pt x="336" y="1414"/>
                </a:lnTo>
                <a:lnTo>
                  <a:pt x="337" y="1414"/>
                </a:lnTo>
                <a:lnTo>
                  <a:pt x="338" y="1413"/>
                </a:lnTo>
                <a:lnTo>
                  <a:pt x="339" y="1412"/>
                </a:lnTo>
                <a:lnTo>
                  <a:pt x="339" y="1411"/>
                </a:lnTo>
                <a:lnTo>
                  <a:pt x="341" y="1410"/>
                </a:lnTo>
                <a:lnTo>
                  <a:pt x="342" y="1410"/>
                </a:lnTo>
                <a:lnTo>
                  <a:pt x="343" y="1410"/>
                </a:lnTo>
                <a:lnTo>
                  <a:pt x="344" y="1410"/>
                </a:lnTo>
                <a:lnTo>
                  <a:pt x="345" y="1409"/>
                </a:lnTo>
                <a:lnTo>
                  <a:pt x="345" y="1408"/>
                </a:lnTo>
                <a:lnTo>
                  <a:pt x="345" y="1407"/>
                </a:lnTo>
                <a:lnTo>
                  <a:pt x="345" y="1406"/>
                </a:lnTo>
                <a:lnTo>
                  <a:pt x="346" y="1405"/>
                </a:lnTo>
                <a:lnTo>
                  <a:pt x="347" y="1403"/>
                </a:lnTo>
                <a:lnTo>
                  <a:pt x="347" y="1402"/>
                </a:lnTo>
                <a:lnTo>
                  <a:pt x="348" y="1402"/>
                </a:lnTo>
                <a:lnTo>
                  <a:pt x="349" y="1401"/>
                </a:lnTo>
                <a:lnTo>
                  <a:pt x="349" y="1399"/>
                </a:lnTo>
                <a:lnTo>
                  <a:pt x="348" y="1398"/>
                </a:lnTo>
                <a:lnTo>
                  <a:pt x="348" y="1396"/>
                </a:lnTo>
                <a:lnTo>
                  <a:pt x="348" y="1395"/>
                </a:lnTo>
                <a:lnTo>
                  <a:pt x="348" y="1394"/>
                </a:lnTo>
                <a:lnTo>
                  <a:pt x="348" y="1393"/>
                </a:lnTo>
                <a:lnTo>
                  <a:pt x="348" y="1392"/>
                </a:lnTo>
                <a:lnTo>
                  <a:pt x="349" y="1392"/>
                </a:lnTo>
                <a:lnTo>
                  <a:pt x="350" y="1391"/>
                </a:lnTo>
                <a:lnTo>
                  <a:pt x="351" y="1391"/>
                </a:lnTo>
                <a:lnTo>
                  <a:pt x="351" y="1390"/>
                </a:lnTo>
                <a:lnTo>
                  <a:pt x="352" y="1390"/>
                </a:lnTo>
                <a:lnTo>
                  <a:pt x="353" y="1391"/>
                </a:lnTo>
                <a:lnTo>
                  <a:pt x="354" y="1391"/>
                </a:lnTo>
                <a:lnTo>
                  <a:pt x="355" y="1390"/>
                </a:lnTo>
                <a:lnTo>
                  <a:pt x="356" y="1389"/>
                </a:lnTo>
                <a:lnTo>
                  <a:pt x="356" y="1388"/>
                </a:lnTo>
                <a:lnTo>
                  <a:pt x="357" y="1388"/>
                </a:lnTo>
                <a:lnTo>
                  <a:pt x="358" y="1387"/>
                </a:lnTo>
                <a:lnTo>
                  <a:pt x="359" y="1387"/>
                </a:lnTo>
                <a:lnTo>
                  <a:pt x="359" y="1386"/>
                </a:lnTo>
                <a:lnTo>
                  <a:pt x="358" y="1385"/>
                </a:lnTo>
                <a:lnTo>
                  <a:pt x="358" y="1384"/>
                </a:lnTo>
                <a:lnTo>
                  <a:pt x="359" y="1384"/>
                </a:lnTo>
                <a:lnTo>
                  <a:pt x="360" y="1384"/>
                </a:lnTo>
                <a:lnTo>
                  <a:pt x="360" y="1383"/>
                </a:lnTo>
                <a:lnTo>
                  <a:pt x="360" y="1382"/>
                </a:lnTo>
                <a:lnTo>
                  <a:pt x="360" y="1381"/>
                </a:lnTo>
                <a:lnTo>
                  <a:pt x="361" y="1380"/>
                </a:lnTo>
                <a:lnTo>
                  <a:pt x="361" y="1379"/>
                </a:lnTo>
                <a:lnTo>
                  <a:pt x="361" y="1378"/>
                </a:lnTo>
                <a:lnTo>
                  <a:pt x="362" y="1378"/>
                </a:lnTo>
                <a:lnTo>
                  <a:pt x="362" y="1377"/>
                </a:lnTo>
                <a:lnTo>
                  <a:pt x="363" y="1376"/>
                </a:lnTo>
                <a:lnTo>
                  <a:pt x="363" y="1375"/>
                </a:lnTo>
                <a:lnTo>
                  <a:pt x="364" y="1374"/>
                </a:lnTo>
                <a:lnTo>
                  <a:pt x="365" y="1373"/>
                </a:lnTo>
                <a:lnTo>
                  <a:pt x="366" y="1372"/>
                </a:lnTo>
                <a:lnTo>
                  <a:pt x="366" y="1371"/>
                </a:lnTo>
                <a:lnTo>
                  <a:pt x="367" y="1371"/>
                </a:lnTo>
                <a:lnTo>
                  <a:pt x="367" y="1370"/>
                </a:lnTo>
                <a:lnTo>
                  <a:pt x="368" y="1371"/>
                </a:lnTo>
                <a:lnTo>
                  <a:pt x="369" y="1371"/>
                </a:lnTo>
                <a:lnTo>
                  <a:pt x="370" y="1372"/>
                </a:lnTo>
                <a:lnTo>
                  <a:pt x="370" y="1371"/>
                </a:lnTo>
                <a:lnTo>
                  <a:pt x="371" y="1370"/>
                </a:lnTo>
                <a:lnTo>
                  <a:pt x="372" y="1370"/>
                </a:lnTo>
                <a:lnTo>
                  <a:pt x="374" y="1370"/>
                </a:lnTo>
                <a:lnTo>
                  <a:pt x="375" y="1370"/>
                </a:lnTo>
                <a:lnTo>
                  <a:pt x="375" y="1371"/>
                </a:lnTo>
                <a:lnTo>
                  <a:pt x="375" y="1370"/>
                </a:lnTo>
                <a:lnTo>
                  <a:pt x="376" y="1370"/>
                </a:lnTo>
                <a:lnTo>
                  <a:pt x="376" y="1369"/>
                </a:lnTo>
                <a:lnTo>
                  <a:pt x="377" y="1368"/>
                </a:lnTo>
                <a:lnTo>
                  <a:pt x="377" y="1367"/>
                </a:lnTo>
                <a:lnTo>
                  <a:pt x="378" y="1367"/>
                </a:lnTo>
                <a:lnTo>
                  <a:pt x="379" y="1366"/>
                </a:lnTo>
                <a:lnTo>
                  <a:pt x="379" y="1365"/>
                </a:lnTo>
                <a:lnTo>
                  <a:pt x="380" y="1365"/>
                </a:lnTo>
                <a:lnTo>
                  <a:pt x="381" y="1365"/>
                </a:lnTo>
                <a:lnTo>
                  <a:pt x="381" y="1366"/>
                </a:lnTo>
                <a:lnTo>
                  <a:pt x="382" y="1366"/>
                </a:lnTo>
                <a:lnTo>
                  <a:pt x="382" y="1367"/>
                </a:lnTo>
                <a:lnTo>
                  <a:pt x="383" y="1367"/>
                </a:lnTo>
                <a:lnTo>
                  <a:pt x="384" y="1366"/>
                </a:lnTo>
                <a:lnTo>
                  <a:pt x="385" y="1366"/>
                </a:lnTo>
                <a:lnTo>
                  <a:pt x="387" y="1366"/>
                </a:lnTo>
                <a:lnTo>
                  <a:pt x="388" y="1365"/>
                </a:lnTo>
                <a:lnTo>
                  <a:pt x="389" y="1364"/>
                </a:lnTo>
                <a:lnTo>
                  <a:pt x="390" y="1363"/>
                </a:lnTo>
                <a:lnTo>
                  <a:pt x="391" y="1363"/>
                </a:lnTo>
                <a:lnTo>
                  <a:pt x="392" y="1362"/>
                </a:lnTo>
                <a:lnTo>
                  <a:pt x="393" y="1362"/>
                </a:lnTo>
                <a:lnTo>
                  <a:pt x="393" y="1363"/>
                </a:lnTo>
                <a:lnTo>
                  <a:pt x="393" y="1364"/>
                </a:lnTo>
                <a:lnTo>
                  <a:pt x="394" y="1364"/>
                </a:lnTo>
                <a:lnTo>
                  <a:pt x="394" y="1365"/>
                </a:lnTo>
                <a:lnTo>
                  <a:pt x="395" y="1365"/>
                </a:lnTo>
                <a:lnTo>
                  <a:pt x="397" y="1365"/>
                </a:lnTo>
                <a:lnTo>
                  <a:pt x="399" y="1366"/>
                </a:lnTo>
                <a:lnTo>
                  <a:pt x="400" y="1366"/>
                </a:lnTo>
                <a:lnTo>
                  <a:pt x="402" y="1367"/>
                </a:lnTo>
                <a:lnTo>
                  <a:pt x="402" y="1368"/>
                </a:lnTo>
                <a:lnTo>
                  <a:pt x="402" y="1369"/>
                </a:lnTo>
                <a:lnTo>
                  <a:pt x="401" y="1370"/>
                </a:lnTo>
                <a:lnTo>
                  <a:pt x="402" y="1370"/>
                </a:lnTo>
                <a:lnTo>
                  <a:pt x="402" y="1371"/>
                </a:lnTo>
                <a:lnTo>
                  <a:pt x="403" y="1371"/>
                </a:lnTo>
                <a:lnTo>
                  <a:pt x="403" y="1372"/>
                </a:lnTo>
                <a:lnTo>
                  <a:pt x="404" y="1373"/>
                </a:lnTo>
                <a:lnTo>
                  <a:pt x="405" y="1373"/>
                </a:lnTo>
                <a:lnTo>
                  <a:pt x="405" y="1374"/>
                </a:lnTo>
                <a:lnTo>
                  <a:pt x="406" y="1375"/>
                </a:lnTo>
                <a:lnTo>
                  <a:pt x="408" y="1375"/>
                </a:lnTo>
                <a:lnTo>
                  <a:pt x="409" y="1374"/>
                </a:lnTo>
                <a:lnTo>
                  <a:pt x="410" y="1375"/>
                </a:lnTo>
                <a:lnTo>
                  <a:pt x="410" y="1374"/>
                </a:lnTo>
                <a:lnTo>
                  <a:pt x="411" y="1374"/>
                </a:lnTo>
                <a:lnTo>
                  <a:pt x="412" y="1374"/>
                </a:lnTo>
                <a:lnTo>
                  <a:pt x="413" y="1375"/>
                </a:lnTo>
                <a:lnTo>
                  <a:pt x="414" y="1375"/>
                </a:lnTo>
                <a:lnTo>
                  <a:pt x="414" y="1376"/>
                </a:lnTo>
                <a:lnTo>
                  <a:pt x="415" y="1376"/>
                </a:lnTo>
                <a:lnTo>
                  <a:pt x="415" y="1377"/>
                </a:lnTo>
                <a:lnTo>
                  <a:pt x="415" y="1378"/>
                </a:lnTo>
                <a:lnTo>
                  <a:pt x="416" y="1378"/>
                </a:lnTo>
                <a:lnTo>
                  <a:pt x="417" y="1379"/>
                </a:lnTo>
                <a:lnTo>
                  <a:pt x="418" y="1379"/>
                </a:lnTo>
                <a:lnTo>
                  <a:pt x="420" y="1378"/>
                </a:lnTo>
                <a:lnTo>
                  <a:pt x="421" y="1377"/>
                </a:lnTo>
                <a:lnTo>
                  <a:pt x="423" y="1377"/>
                </a:lnTo>
                <a:lnTo>
                  <a:pt x="424" y="1377"/>
                </a:lnTo>
                <a:lnTo>
                  <a:pt x="425" y="1376"/>
                </a:lnTo>
                <a:lnTo>
                  <a:pt x="426" y="1377"/>
                </a:lnTo>
                <a:lnTo>
                  <a:pt x="427" y="1377"/>
                </a:lnTo>
                <a:lnTo>
                  <a:pt x="427" y="1378"/>
                </a:lnTo>
                <a:lnTo>
                  <a:pt x="428" y="1378"/>
                </a:lnTo>
                <a:lnTo>
                  <a:pt x="429" y="1378"/>
                </a:lnTo>
                <a:lnTo>
                  <a:pt x="430" y="1378"/>
                </a:lnTo>
                <a:lnTo>
                  <a:pt x="430" y="1379"/>
                </a:lnTo>
                <a:lnTo>
                  <a:pt x="430" y="1380"/>
                </a:lnTo>
                <a:lnTo>
                  <a:pt x="431" y="1380"/>
                </a:lnTo>
                <a:lnTo>
                  <a:pt x="431" y="1381"/>
                </a:lnTo>
                <a:lnTo>
                  <a:pt x="432" y="1381"/>
                </a:lnTo>
                <a:lnTo>
                  <a:pt x="433" y="1381"/>
                </a:lnTo>
                <a:lnTo>
                  <a:pt x="434" y="1381"/>
                </a:lnTo>
                <a:lnTo>
                  <a:pt x="434" y="1382"/>
                </a:lnTo>
                <a:lnTo>
                  <a:pt x="434" y="1383"/>
                </a:lnTo>
                <a:lnTo>
                  <a:pt x="433" y="1383"/>
                </a:lnTo>
                <a:lnTo>
                  <a:pt x="433" y="1384"/>
                </a:lnTo>
                <a:lnTo>
                  <a:pt x="434" y="1385"/>
                </a:lnTo>
                <a:lnTo>
                  <a:pt x="435" y="1385"/>
                </a:lnTo>
                <a:lnTo>
                  <a:pt x="436" y="1385"/>
                </a:lnTo>
                <a:lnTo>
                  <a:pt x="437" y="1385"/>
                </a:lnTo>
                <a:lnTo>
                  <a:pt x="439" y="1385"/>
                </a:lnTo>
                <a:lnTo>
                  <a:pt x="440" y="1386"/>
                </a:lnTo>
                <a:lnTo>
                  <a:pt x="441" y="1386"/>
                </a:lnTo>
                <a:lnTo>
                  <a:pt x="442" y="1386"/>
                </a:lnTo>
                <a:lnTo>
                  <a:pt x="442" y="1387"/>
                </a:lnTo>
                <a:lnTo>
                  <a:pt x="443" y="1387"/>
                </a:lnTo>
                <a:lnTo>
                  <a:pt x="444" y="1387"/>
                </a:lnTo>
                <a:lnTo>
                  <a:pt x="445" y="1387"/>
                </a:lnTo>
                <a:lnTo>
                  <a:pt x="447" y="1387"/>
                </a:lnTo>
                <a:lnTo>
                  <a:pt x="448" y="1387"/>
                </a:lnTo>
                <a:lnTo>
                  <a:pt x="449" y="1387"/>
                </a:lnTo>
                <a:lnTo>
                  <a:pt x="450" y="1387"/>
                </a:lnTo>
                <a:lnTo>
                  <a:pt x="451" y="1387"/>
                </a:lnTo>
                <a:lnTo>
                  <a:pt x="451" y="1388"/>
                </a:lnTo>
                <a:lnTo>
                  <a:pt x="453" y="1388"/>
                </a:lnTo>
                <a:lnTo>
                  <a:pt x="454" y="1389"/>
                </a:lnTo>
                <a:lnTo>
                  <a:pt x="456" y="1388"/>
                </a:lnTo>
                <a:lnTo>
                  <a:pt x="457" y="1388"/>
                </a:lnTo>
                <a:lnTo>
                  <a:pt x="458" y="1388"/>
                </a:lnTo>
                <a:lnTo>
                  <a:pt x="459" y="1387"/>
                </a:lnTo>
                <a:lnTo>
                  <a:pt x="461" y="1389"/>
                </a:lnTo>
                <a:lnTo>
                  <a:pt x="462" y="1389"/>
                </a:lnTo>
                <a:lnTo>
                  <a:pt x="463" y="1389"/>
                </a:lnTo>
                <a:lnTo>
                  <a:pt x="463" y="1388"/>
                </a:lnTo>
                <a:lnTo>
                  <a:pt x="464" y="1387"/>
                </a:lnTo>
                <a:lnTo>
                  <a:pt x="465" y="1386"/>
                </a:lnTo>
                <a:lnTo>
                  <a:pt x="466" y="1387"/>
                </a:lnTo>
                <a:lnTo>
                  <a:pt x="467" y="1387"/>
                </a:lnTo>
                <a:lnTo>
                  <a:pt x="468" y="1387"/>
                </a:lnTo>
                <a:lnTo>
                  <a:pt x="468" y="1386"/>
                </a:lnTo>
                <a:lnTo>
                  <a:pt x="468" y="1385"/>
                </a:lnTo>
                <a:lnTo>
                  <a:pt x="468" y="1384"/>
                </a:lnTo>
                <a:lnTo>
                  <a:pt x="468" y="1383"/>
                </a:lnTo>
                <a:lnTo>
                  <a:pt x="468" y="1380"/>
                </a:lnTo>
                <a:lnTo>
                  <a:pt x="468" y="1379"/>
                </a:lnTo>
                <a:lnTo>
                  <a:pt x="468" y="1378"/>
                </a:lnTo>
                <a:lnTo>
                  <a:pt x="469" y="1378"/>
                </a:lnTo>
                <a:lnTo>
                  <a:pt x="469" y="1377"/>
                </a:lnTo>
                <a:lnTo>
                  <a:pt x="470" y="1376"/>
                </a:lnTo>
                <a:lnTo>
                  <a:pt x="471" y="1375"/>
                </a:lnTo>
                <a:lnTo>
                  <a:pt x="472" y="1375"/>
                </a:lnTo>
                <a:lnTo>
                  <a:pt x="472" y="1374"/>
                </a:lnTo>
                <a:lnTo>
                  <a:pt x="473" y="1374"/>
                </a:lnTo>
                <a:lnTo>
                  <a:pt x="475" y="1374"/>
                </a:lnTo>
                <a:lnTo>
                  <a:pt x="477" y="1373"/>
                </a:lnTo>
                <a:lnTo>
                  <a:pt x="478" y="1373"/>
                </a:lnTo>
                <a:lnTo>
                  <a:pt x="479" y="1372"/>
                </a:lnTo>
                <a:lnTo>
                  <a:pt x="480" y="1372"/>
                </a:lnTo>
                <a:lnTo>
                  <a:pt x="482" y="1372"/>
                </a:lnTo>
                <a:lnTo>
                  <a:pt x="485" y="1373"/>
                </a:lnTo>
                <a:lnTo>
                  <a:pt x="486" y="1373"/>
                </a:lnTo>
                <a:lnTo>
                  <a:pt x="486" y="1374"/>
                </a:lnTo>
                <a:lnTo>
                  <a:pt x="487" y="1374"/>
                </a:lnTo>
                <a:lnTo>
                  <a:pt x="488" y="1374"/>
                </a:lnTo>
                <a:lnTo>
                  <a:pt x="489" y="1373"/>
                </a:lnTo>
                <a:lnTo>
                  <a:pt x="489" y="1374"/>
                </a:lnTo>
                <a:lnTo>
                  <a:pt x="490" y="1374"/>
                </a:lnTo>
                <a:lnTo>
                  <a:pt x="491" y="1374"/>
                </a:lnTo>
                <a:lnTo>
                  <a:pt x="492" y="1374"/>
                </a:lnTo>
                <a:lnTo>
                  <a:pt x="493" y="1374"/>
                </a:lnTo>
                <a:lnTo>
                  <a:pt x="496" y="1373"/>
                </a:lnTo>
                <a:lnTo>
                  <a:pt x="497" y="1373"/>
                </a:lnTo>
                <a:lnTo>
                  <a:pt x="498" y="1373"/>
                </a:lnTo>
                <a:lnTo>
                  <a:pt x="499" y="1373"/>
                </a:lnTo>
                <a:lnTo>
                  <a:pt x="500" y="1373"/>
                </a:lnTo>
                <a:lnTo>
                  <a:pt x="501" y="1373"/>
                </a:lnTo>
                <a:lnTo>
                  <a:pt x="503" y="1372"/>
                </a:lnTo>
                <a:lnTo>
                  <a:pt x="503" y="1371"/>
                </a:lnTo>
                <a:lnTo>
                  <a:pt x="504" y="1370"/>
                </a:lnTo>
                <a:lnTo>
                  <a:pt x="504" y="1369"/>
                </a:lnTo>
                <a:lnTo>
                  <a:pt x="506" y="1364"/>
                </a:lnTo>
                <a:lnTo>
                  <a:pt x="507" y="1362"/>
                </a:lnTo>
                <a:lnTo>
                  <a:pt x="508" y="1360"/>
                </a:lnTo>
                <a:lnTo>
                  <a:pt x="509" y="1360"/>
                </a:lnTo>
                <a:lnTo>
                  <a:pt x="509" y="1358"/>
                </a:lnTo>
                <a:lnTo>
                  <a:pt x="509" y="1357"/>
                </a:lnTo>
                <a:lnTo>
                  <a:pt x="509" y="1356"/>
                </a:lnTo>
                <a:lnTo>
                  <a:pt x="510" y="1355"/>
                </a:lnTo>
                <a:lnTo>
                  <a:pt x="510" y="1354"/>
                </a:lnTo>
                <a:lnTo>
                  <a:pt x="512" y="1354"/>
                </a:lnTo>
                <a:lnTo>
                  <a:pt x="515" y="1354"/>
                </a:lnTo>
                <a:lnTo>
                  <a:pt x="517" y="1354"/>
                </a:lnTo>
                <a:lnTo>
                  <a:pt x="518" y="1354"/>
                </a:lnTo>
                <a:lnTo>
                  <a:pt x="521" y="1355"/>
                </a:lnTo>
                <a:lnTo>
                  <a:pt x="522" y="1356"/>
                </a:lnTo>
                <a:lnTo>
                  <a:pt x="523" y="1356"/>
                </a:lnTo>
                <a:lnTo>
                  <a:pt x="524" y="1356"/>
                </a:lnTo>
                <a:lnTo>
                  <a:pt x="525" y="1356"/>
                </a:lnTo>
                <a:lnTo>
                  <a:pt x="525" y="1357"/>
                </a:lnTo>
                <a:lnTo>
                  <a:pt x="526" y="1357"/>
                </a:lnTo>
                <a:lnTo>
                  <a:pt x="526" y="1358"/>
                </a:lnTo>
                <a:lnTo>
                  <a:pt x="527" y="1357"/>
                </a:lnTo>
                <a:lnTo>
                  <a:pt x="528" y="1357"/>
                </a:lnTo>
                <a:lnTo>
                  <a:pt x="530" y="1357"/>
                </a:lnTo>
                <a:lnTo>
                  <a:pt x="530" y="1358"/>
                </a:lnTo>
                <a:lnTo>
                  <a:pt x="531" y="1358"/>
                </a:lnTo>
                <a:lnTo>
                  <a:pt x="532" y="1358"/>
                </a:lnTo>
                <a:lnTo>
                  <a:pt x="532" y="1357"/>
                </a:lnTo>
                <a:lnTo>
                  <a:pt x="533" y="1356"/>
                </a:lnTo>
                <a:lnTo>
                  <a:pt x="534" y="1356"/>
                </a:lnTo>
                <a:lnTo>
                  <a:pt x="535" y="1356"/>
                </a:lnTo>
                <a:lnTo>
                  <a:pt x="536" y="1357"/>
                </a:lnTo>
                <a:lnTo>
                  <a:pt x="538" y="1357"/>
                </a:lnTo>
                <a:lnTo>
                  <a:pt x="539" y="1357"/>
                </a:lnTo>
                <a:lnTo>
                  <a:pt x="541" y="1356"/>
                </a:lnTo>
                <a:lnTo>
                  <a:pt x="542" y="1357"/>
                </a:lnTo>
                <a:lnTo>
                  <a:pt x="544" y="1356"/>
                </a:lnTo>
                <a:lnTo>
                  <a:pt x="546" y="1356"/>
                </a:lnTo>
                <a:lnTo>
                  <a:pt x="547" y="1355"/>
                </a:lnTo>
                <a:lnTo>
                  <a:pt x="548" y="1353"/>
                </a:lnTo>
                <a:lnTo>
                  <a:pt x="550" y="1352"/>
                </a:lnTo>
                <a:lnTo>
                  <a:pt x="551" y="1352"/>
                </a:lnTo>
                <a:lnTo>
                  <a:pt x="552" y="1352"/>
                </a:lnTo>
                <a:lnTo>
                  <a:pt x="553" y="1352"/>
                </a:lnTo>
                <a:lnTo>
                  <a:pt x="553" y="1353"/>
                </a:lnTo>
                <a:lnTo>
                  <a:pt x="554" y="1354"/>
                </a:lnTo>
                <a:lnTo>
                  <a:pt x="555" y="1354"/>
                </a:lnTo>
                <a:lnTo>
                  <a:pt x="556" y="1353"/>
                </a:lnTo>
                <a:lnTo>
                  <a:pt x="557" y="1354"/>
                </a:lnTo>
                <a:lnTo>
                  <a:pt x="558" y="1355"/>
                </a:lnTo>
                <a:lnTo>
                  <a:pt x="559" y="1354"/>
                </a:lnTo>
                <a:lnTo>
                  <a:pt x="560" y="1353"/>
                </a:lnTo>
                <a:lnTo>
                  <a:pt x="561" y="1352"/>
                </a:lnTo>
                <a:lnTo>
                  <a:pt x="563" y="1351"/>
                </a:lnTo>
                <a:lnTo>
                  <a:pt x="564" y="1351"/>
                </a:lnTo>
                <a:lnTo>
                  <a:pt x="565" y="1350"/>
                </a:lnTo>
                <a:lnTo>
                  <a:pt x="565" y="1349"/>
                </a:lnTo>
                <a:lnTo>
                  <a:pt x="565" y="1347"/>
                </a:lnTo>
                <a:lnTo>
                  <a:pt x="566" y="1346"/>
                </a:lnTo>
                <a:lnTo>
                  <a:pt x="570" y="1346"/>
                </a:lnTo>
                <a:lnTo>
                  <a:pt x="572" y="1347"/>
                </a:lnTo>
                <a:lnTo>
                  <a:pt x="573" y="1347"/>
                </a:lnTo>
                <a:lnTo>
                  <a:pt x="574" y="1347"/>
                </a:lnTo>
                <a:lnTo>
                  <a:pt x="575" y="1347"/>
                </a:lnTo>
                <a:lnTo>
                  <a:pt x="575" y="1346"/>
                </a:lnTo>
                <a:lnTo>
                  <a:pt x="576" y="1347"/>
                </a:lnTo>
                <a:lnTo>
                  <a:pt x="576" y="1348"/>
                </a:lnTo>
                <a:lnTo>
                  <a:pt x="577" y="1348"/>
                </a:lnTo>
                <a:lnTo>
                  <a:pt x="578" y="1347"/>
                </a:lnTo>
                <a:lnTo>
                  <a:pt x="580" y="1346"/>
                </a:lnTo>
                <a:lnTo>
                  <a:pt x="581" y="1346"/>
                </a:lnTo>
                <a:lnTo>
                  <a:pt x="581" y="1345"/>
                </a:lnTo>
                <a:lnTo>
                  <a:pt x="582" y="1345"/>
                </a:lnTo>
                <a:lnTo>
                  <a:pt x="583" y="1345"/>
                </a:lnTo>
                <a:lnTo>
                  <a:pt x="584" y="1345"/>
                </a:lnTo>
                <a:lnTo>
                  <a:pt x="585" y="1345"/>
                </a:lnTo>
                <a:lnTo>
                  <a:pt x="587" y="1344"/>
                </a:lnTo>
                <a:lnTo>
                  <a:pt x="588" y="1343"/>
                </a:lnTo>
                <a:lnTo>
                  <a:pt x="589" y="1343"/>
                </a:lnTo>
                <a:lnTo>
                  <a:pt x="589" y="1342"/>
                </a:lnTo>
                <a:lnTo>
                  <a:pt x="590" y="1341"/>
                </a:lnTo>
                <a:lnTo>
                  <a:pt x="591" y="1341"/>
                </a:lnTo>
                <a:lnTo>
                  <a:pt x="592" y="1341"/>
                </a:lnTo>
                <a:lnTo>
                  <a:pt x="592" y="1340"/>
                </a:lnTo>
                <a:lnTo>
                  <a:pt x="593" y="1340"/>
                </a:lnTo>
                <a:lnTo>
                  <a:pt x="594" y="1340"/>
                </a:lnTo>
                <a:lnTo>
                  <a:pt x="595" y="1340"/>
                </a:lnTo>
                <a:lnTo>
                  <a:pt x="596" y="1339"/>
                </a:lnTo>
                <a:lnTo>
                  <a:pt x="597" y="1339"/>
                </a:lnTo>
                <a:lnTo>
                  <a:pt x="597" y="1340"/>
                </a:lnTo>
                <a:lnTo>
                  <a:pt x="598" y="1340"/>
                </a:lnTo>
                <a:lnTo>
                  <a:pt x="599" y="1341"/>
                </a:lnTo>
                <a:lnTo>
                  <a:pt x="600" y="1341"/>
                </a:lnTo>
                <a:lnTo>
                  <a:pt x="601" y="1339"/>
                </a:lnTo>
                <a:lnTo>
                  <a:pt x="601" y="1338"/>
                </a:lnTo>
                <a:lnTo>
                  <a:pt x="602" y="1338"/>
                </a:lnTo>
                <a:lnTo>
                  <a:pt x="604" y="1338"/>
                </a:lnTo>
                <a:lnTo>
                  <a:pt x="607" y="1338"/>
                </a:lnTo>
                <a:lnTo>
                  <a:pt x="608" y="1338"/>
                </a:lnTo>
                <a:lnTo>
                  <a:pt x="609" y="1337"/>
                </a:lnTo>
                <a:lnTo>
                  <a:pt x="610" y="1337"/>
                </a:lnTo>
                <a:lnTo>
                  <a:pt x="611" y="1335"/>
                </a:lnTo>
                <a:lnTo>
                  <a:pt x="612" y="1335"/>
                </a:lnTo>
                <a:lnTo>
                  <a:pt x="614" y="1335"/>
                </a:lnTo>
                <a:lnTo>
                  <a:pt x="616" y="1336"/>
                </a:lnTo>
                <a:lnTo>
                  <a:pt x="617" y="1337"/>
                </a:lnTo>
                <a:lnTo>
                  <a:pt x="618" y="1337"/>
                </a:lnTo>
                <a:lnTo>
                  <a:pt x="619" y="1337"/>
                </a:lnTo>
                <a:lnTo>
                  <a:pt x="620" y="1336"/>
                </a:lnTo>
                <a:lnTo>
                  <a:pt x="621" y="1336"/>
                </a:lnTo>
                <a:lnTo>
                  <a:pt x="622" y="1335"/>
                </a:lnTo>
                <a:lnTo>
                  <a:pt x="623" y="1334"/>
                </a:lnTo>
                <a:lnTo>
                  <a:pt x="624" y="1333"/>
                </a:lnTo>
                <a:lnTo>
                  <a:pt x="625" y="1333"/>
                </a:lnTo>
                <a:lnTo>
                  <a:pt x="626" y="1333"/>
                </a:lnTo>
                <a:lnTo>
                  <a:pt x="626" y="1332"/>
                </a:lnTo>
                <a:lnTo>
                  <a:pt x="626" y="1331"/>
                </a:lnTo>
                <a:lnTo>
                  <a:pt x="628" y="1331"/>
                </a:lnTo>
                <a:lnTo>
                  <a:pt x="629" y="1330"/>
                </a:lnTo>
                <a:lnTo>
                  <a:pt x="631" y="1330"/>
                </a:lnTo>
                <a:lnTo>
                  <a:pt x="631" y="1329"/>
                </a:lnTo>
                <a:lnTo>
                  <a:pt x="632" y="1329"/>
                </a:lnTo>
                <a:lnTo>
                  <a:pt x="633" y="1329"/>
                </a:lnTo>
                <a:lnTo>
                  <a:pt x="633" y="1330"/>
                </a:lnTo>
                <a:lnTo>
                  <a:pt x="633" y="1331"/>
                </a:lnTo>
                <a:lnTo>
                  <a:pt x="634" y="1332"/>
                </a:lnTo>
                <a:lnTo>
                  <a:pt x="635" y="1331"/>
                </a:lnTo>
                <a:lnTo>
                  <a:pt x="636" y="1330"/>
                </a:lnTo>
                <a:lnTo>
                  <a:pt x="637" y="1330"/>
                </a:lnTo>
                <a:lnTo>
                  <a:pt x="638" y="1329"/>
                </a:lnTo>
                <a:lnTo>
                  <a:pt x="640" y="1328"/>
                </a:lnTo>
                <a:lnTo>
                  <a:pt x="641" y="1327"/>
                </a:lnTo>
                <a:lnTo>
                  <a:pt x="643" y="1328"/>
                </a:lnTo>
                <a:lnTo>
                  <a:pt x="644" y="1327"/>
                </a:lnTo>
                <a:lnTo>
                  <a:pt x="645" y="1327"/>
                </a:lnTo>
                <a:lnTo>
                  <a:pt x="646" y="1327"/>
                </a:lnTo>
                <a:lnTo>
                  <a:pt x="647" y="1328"/>
                </a:lnTo>
                <a:lnTo>
                  <a:pt x="648" y="1328"/>
                </a:lnTo>
                <a:lnTo>
                  <a:pt x="648" y="1329"/>
                </a:lnTo>
                <a:lnTo>
                  <a:pt x="649" y="1330"/>
                </a:lnTo>
                <a:lnTo>
                  <a:pt x="650" y="1330"/>
                </a:lnTo>
                <a:lnTo>
                  <a:pt x="652" y="1331"/>
                </a:lnTo>
                <a:lnTo>
                  <a:pt x="653" y="1331"/>
                </a:lnTo>
                <a:lnTo>
                  <a:pt x="655" y="1331"/>
                </a:lnTo>
                <a:lnTo>
                  <a:pt x="657" y="1331"/>
                </a:lnTo>
                <a:lnTo>
                  <a:pt x="659" y="1330"/>
                </a:lnTo>
                <a:lnTo>
                  <a:pt x="660" y="1330"/>
                </a:lnTo>
                <a:lnTo>
                  <a:pt x="660" y="1329"/>
                </a:lnTo>
                <a:lnTo>
                  <a:pt x="661" y="1328"/>
                </a:lnTo>
                <a:lnTo>
                  <a:pt x="663" y="1327"/>
                </a:lnTo>
                <a:lnTo>
                  <a:pt x="664" y="1327"/>
                </a:lnTo>
                <a:lnTo>
                  <a:pt x="665" y="1327"/>
                </a:lnTo>
                <a:lnTo>
                  <a:pt x="667" y="1327"/>
                </a:lnTo>
                <a:lnTo>
                  <a:pt x="669" y="1328"/>
                </a:lnTo>
                <a:lnTo>
                  <a:pt x="670" y="1328"/>
                </a:lnTo>
                <a:lnTo>
                  <a:pt x="670" y="1327"/>
                </a:lnTo>
                <a:lnTo>
                  <a:pt x="673" y="1327"/>
                </a:lnTo>
                <a:lnTo>
                  <a:pt x="674" y="1328"/>
                </a:lnTo>
                <a:lnTo>
                  <a:pt x="675" y="1328"/>
                </a:lnTo>
                <a:lnTo>
                  <a:pt x="675" y="1329"/>
                </a:lnTo>
                <a:lnTo>
                  <a:pt x="676" y="1329"/>
                </a:lnTo>
                <a:lnTo>
                  <a:pt x="677" y="1328"/>
                </a:lnTo>
                <a:lnTo>
                  <a:pt x="678" y="1327"/>
                </a:lnTo>
                <a:lnTo>
                  <a:pt x="679" y="1326"/>
                </a:lnTo>
                <a:lnTo>
                  <a:pt x="680" y="1325"/>
                </a:lnTo>
                <a:lnTo>
                  <a:pt x="680" y="1324"/>
                </a:lnTo>
                <a:lnTo>
                  <a:pt x="681" y="1323"/>
                </a:lnTo>
                <a:lnTo>
                  <a:pt x="681" y="1322"/>
                </a:lnTo>
                <a:lnTo>
                  <a:pt x="682" y="1322"/>
                </a:lnTo>
                <a:lnTo>
                  <a:pt x="683" y="1321"/>
                </a:lnTo>
                <a:lnTo>
                  <a:pt x="684" y="1321"/>
                </a:lnTo>
                <a:lnTo>
                  <a:pt x="686" y="1320"/>
                </a:lnTo>
                <a:lnTo>
                  <a:pt x="686" y="1319"/>
                </a:lnTo>
                <a:lnTo>
                  <a:pt x="686" y="1318"/>
                </a:lnTo>
                <a:lnTo>
                  <a:pt x="686" y="1317"/>
                </a:lnTo>
                <a:lnTo>
                  <a:pt x="687" y="1316"/>
                </a:lnTo>
                <a:lnTo>
                  <a:pt x="687" y="1315"/>
                </a:lnTo>
                <a:lnTo>
                  <a:pt x="688" y="1315"/>
                </a:lnTo>
                <a:lnTo>
                  <a:pt x="690" y="1315"/>
                </a:lnTo>
                <a:lnTo>
                  <a:pt x="690" y="1314"/>
                </a:lnTo>
                <a:lnTo>
                  <a:pt x="691" y="1314"/>
                </a:lnTo>
                <a:lnTo>
                  <a:pt x="692" y="1314"/>
                </a:lnTo>
                <a:lnTo>
                  <a:pt x="694" y="1314"/>
                </a:lnTo>
                <a:lnTo>
                  <a:pt x="695" y="1314"/>
                </a:lnTo>
                <a:lnTo>
                  <a:pt x="696" y="1314"/>
                </a:lnTo>
                <a:lnTo>
                  <a:pt x="697" y="1314"/>
                </a:lnTo>
                <a:lnTo>
                  <a:pt x="698" y="1315"/>
                </a:lnTo>
                <a:lnTo>
                  <a:pt x="699" y="1315"/>
                </a:lnTo>
                <a:lnTo>
                  <a:pt x="700" y="1315"/>
                </a:lnTo>
                <a:lnTo>
                  <a:pt x="701" y="1315"/>
                </a:lnTo>
                <a:lnTo>
                  <a:pt x="701" y="1316"/>
                </a:lnTo>
                <a:lnTo>
                  <a:pt x="702" y="1316"/>
                </a:lnTo>
                <a:lnTo>
                  <a:pt x="704" y="1316"/>
                </a:lnTo>
                <a:lnTo>
                  <a:pt x="708" y="1317"/>
                </a:lnTo>
                <a:lnTo>
                  <a:pt x="709" y="1317"/>
                </a:lnTo>
                <a:lnTo>
                  <a:pt x="710" y="1318"/>
                </a:lnTo>
                <a:lnTo>
                  <a:pt x="711" y="1319"/>
                </a:lnTo>
                <a:lnTo>
                  <a:pt x="713" y="1320"/>
                </a:lnTo>
                <a:lnTo>
                  <a:pt x="714" y="1320"/>
                </a:lnTo>
                <a:lnTo>
                  <a:pt x="715" y="1320"/>
                </a:lnTo>
                <a:lnTo>
                  <a:pt x="716" y="1320"/>
                </a:lnTo>
                <a:lnTo>
                  <a:pt x="716" y="1319"/>
                </a:lnTo>
                <a:lnTo>
                  <a:pt x="716" y="1318"/>
                </a:lnTo>
                <a:lnTo>
                  <a:pt x="717" y="1317"/>
                </a:lnTo>
                <a:lnTo>
                  <a:pt x="719" y="1316"/>
                </a:lnTo>
                <a:lnTo>
                  <a:pt x="720" y="1315"/>
                </a:lnTo>
                <a:lnTo>
                  <a:pt x="720" y="1314"/>
                </a:lnTo>
                <a:lnTo>
                  <a:pt x="719" y="1314"/>
                </a:lnTo>
                <a:lnTo>
                  <a:pt x="719" y="1313"/>
                </a:lnTo>
                <a:lnTo>
                  <a:pt x="718" y="1311"/>
                </a:lnTo>
                <a:lnTo>
                  <a:pt x="718" y="1309"/>
                </a:lnTo>
                <a:lnTo>
                  <a:pt x="718" y="1307"/>
                </a:lnTo>
                <a:lnTo>
                  <a:pt x="718" y="1306"/>
                </a:lnTo>
                <a:lnTo>
                  <a:pt x="717" y="1305"/>
                </a:lnTo>
                <a:lnTo>
                  <a:pt x="718" y="1305"/>
                </a:lnTo>
                <a:lnTo>
                  <a:pt x="719" y="1306"/>
                </a:lnTo>
                <a:lnTo>
                  <a:pt x="720" y="1306"/>
                </a:lnTo>
                <a:lnTo>
                  <a:pt x="720" y="1305"/>
                </a:lnTo>
                <a:lnTo>
                  <a:pt x="720" y="1304"/>
                </a:lnTo>
                <a:lnTo>
                  <a:pt x="721" y="1301"/>
                </a:lnTo>
                <a:lnTo>
                  <a:pt x="722" y="1299"/>
                </a:lnTo>
                <a:lnTo>
                  <a:pt x="723" y="1299"/>
                </a:lnTo>
                <a:lnTo>
                  <a:pt x="724" y="1299"/>
                </a:lnTo>
                <a:lnTo>
                  <a:pt x="726" y="1300"/>
                </a:lnTo>
                <a:lnTo>
                  <a:pt x="728" y="1300"/>
                </a:lnTo>
                <a:lnTo>
                  <a:pt x="730" y="1299"/>
                </a:lnTo>
                <a:lnTo>
                  <a:pt x="731" y="1299"/>
                </a:lnTo>
                <a:lnTo>
                  <a:pt x="733" y="1299"/>
                </a:lnTo>
                <a:lnTo>
                  <a:pt x="733" y="1298"/>
                </a:lnTo>
                <a:lnTo>
                  <a:pt x="734" y="1298"/>
                </a:lnTo>
                <a:lnTo>
                  <a:pt x="735" y="1296"/>
                </a:lnTo>
                <a:lnTo>
                  <a:pt x="735" y="1294"/>
                </a:lnTo>
                <a:lnTo>
                  <a:pt x="735" y="1293"/>
                </a:lnTo>
                <a:lnTo>
                  <a:pt x="734" y="1292"/>
                </a:lnTo>
                <a:lnTo>
                  <a:pt x="734" y="1291"/>
                </a:lnTo>
                <a:lnTo>
                  <a:pt x="734" y="1290"/>
                </a:lnTo>
                <a:lnTo>
                  <a:pt x="735" y="1289"/>
                </a:lnTo>
                <a:lnTo>
                  <a:pt x="736" y="1288"/>
                </a:lnTo>
                <a:lnTo>
                  <a:pt x="736" y="1287"/>
                </a:lnTo>
                <a:lnTo>
                  <a:pt x="735" y="1285"/>
                </a:lnTo>
                <a:lnTo>
                  <a:pt x="733" y="1283"/>
                </a:lnTo>
                <a:lnTo>
                  <a:pt x="733" y="1282"/>
                </a:lnTo>
                <a:lnTo>
                  <a:pt x="733" y="1281"/>
                </a:lnTo>
                <a:lnTo>
                  <a:pt x="733" y="1280"/>
                </a:lnTo>
                <a:lnTo>
                  <a:pt x="734" y="1276"/>
                </a:lnTo>
                <a:lnTo>
                  <a:pt x="734" y="1274"/>
                </a:lnTo>
                <a:lnTo>
                  <a:pt x="733" y="1272"/>
                </a:lnTo>
                <a:lnTo>
                  <a:pt x="733" y="1271"/>
                </a:lnTo>
                <a:lnTo>
                  <a:pt x="733" y="1270"/>
                </a:lnTo>
                <a:lnTo>
                  <a:pt x="734" y="1268"/>
                </a:lnTo>
                <a:lnTo>
                  <a:pt x="734" y="1266"/>
                </a:lnTo>
                <a:lnTo>
                  <a:pt x="736" y="1265"/>
                </a:lnTo>
                <a:lnTo>
                  <a:pt x="737" y="1264"/>
                </a:lnTo>
                <a:lnTo>
                  <a:pt x="741" y="1263"/>
                </a:lnTo>
                <a:lnTo>
                  <a:pt x="742" y="1263"/>
                </a:lnTo>
                <a:lnTo>
                  <a:pt x="742" y="1262"/>
                </a:lnTo>
                <a:lnTo>
                  <a:pt x="741" y="1262"/>
                </a:lnTo>
                <a:lnTo>
                  <a:pt x="740" y="1262"/>
                </a:lnTo>
                <a:lnTo>
                  <a:pt x="740" y="1261"/>
                </a:lnTo>
                <a:lnTo>
                  <a:pt x="739" y="1260"/>
                </a:lnTo>
                <a:lnTo>
                  <a:pt x="738" y="1259"/>
                </a:lnTo>
                <a:lnTo>
                  <a:pt x="738" y="1258"/>
                </a:lnTo>
                <a:lnTo>
                  <a:pt x="737" y="1257"/>
                </a:lnTo>
                <a:lnTo>
                  <a:pt x="737" y="1256"/>
                </a:lnTo>
                <a:lnTo>
                  <a:pt x="737" y="1255"/>
                </a:lnTo>
                <a:lnTo>
                  <a:pt x="736" y="1252"/>
                </a:lnTo>
                <a:lnTo>
                  <a:pt x="736" y="1250"/>
                </a:lnTo>
                <a:lnTo>
                  <a:pt x="736" y="1249"/>
                </a:lnTo>
                <a:lnTo>
                  <a:pt x="735" y="1247"/>
                </a:lnTo>
                <a:lnTo>
                  <a:pt x="735" y="1245"/>
                </a:lnTo>
                <a:lnTo>
                  <a:pt x="736" y="1244"/>
                </a:lnTo>
                <a:lnTo>
                  <a:pt x="736" y="1243"/>
                </a:lnTo>
                <a:lnTo>
                  <a:pt x="737" y="1241"/>
                </a:lnTo>
                <a:lnTo>
                  <a:pt x="738" y="1240"/>
                </a:lnTo>
                <a:lnTo>
                  <a:pt x="738" y="1239"/>
                </a:lnTo>
                <a:lnTo>
                  <a:pt x="741" y="1238"/>
                </a:lnTo>
                <a:lnTo>
                  <a:pt x="743" y="1238"/>
                </a:lnTo>
                <a:lnTo>
                  <a:pt x="743" y="1235"/>
                </a:lnTo>
                <a:lnTo>
                  <a:pt x="749" y="1228"/>
                </a:lnTo>
                <a:lnTo>
                  <a:pt x="750" y="1222"/>
                </a:lnTo>
                <a:lnTo>
                  <a:pt x="751" y="1222"/>
                </a:lnTo>
                <a:lnTo>
                  <a:pt x="752" y="1221"/>
                </a:lnTo>
                <a:lnTo>
                  <a:pt x="753" y="1221"/>
                </a:lnTo>
                <a:lnTo>
                  <a:pt x="753" y="1222"/>
                </a:lnTo>
                <a:lnTo>
                  <a:pt x="754" y="1222"/>
                </a:lnTo>
                <a:lnTo>
                  <a:pt x="755" y="1222"/>
                </a:lnTo>
                <a:lnTo>
                  <a:pt x="756" y="1222"/>
                </a:lnTo>
                <a:lnTo>
                  <a:pt x="757" y="1222"/>
                </a:lnTo>
                <a:lnTo>
                  <a:pt x="757" y="1223"/>
                </a:lnTo>
                <a:lnTo>
                  <a:pt x="756" y="1223"/>
                </a:lnTo>
                <a:lnTo>
                  <a:pt x="757" y="1223"/>
                </a:lnTo>
                <a:lnTo>
                  <a:pt x="757" y="1224"/>
                </a:lnTo>
                <a:lnTo>
                  <a:pt x="758" y="1224"/>
                </a:lnTo>
                <a:lnTo>
                  <a:pt x="759" y="1224"/>
                </a:lnTo>
                <a:lnTo>
                  <a:pt x="759" y="1223"/>
                </a:lnTo>
                <a:lnTo>
                  <a:pt x="760" y="1223"/>
                </a:lnTo>
                <a:lnTo>
                  <a:pt x="760" y="1224"/>
                </a:lnTo>
                <a:lnTo>
                  <a:pt x="761" y="1224"/>
                </a:lnTo>
                <a:lnTo>
                  <a:pt x="761" y="1223"/>
                </a:lnTo>
                <a:lnTo>
                  <a:pt x="762" y="1223"/>
                </a:lnTo>
                <a:lnTo>
                  <a:pt x="763" y="1223"/>
                </a:lnTo>
                <a:lnTo>
                  <a:pt x="763" y="1224"/>
                </a:lnTo>
                <a:lnTo>
                  <a:pt x="764" y="1224"/>
                </a:lnTo>
                <a:lnTo>
                  <a:pt x="765" y="1224"/>
                </a:lnTo>
                <a:lnTo>
                  <a:pt x="765" y="1223"/>
                </a:lnTo>
                <a:lnTo>
                  <a:pt x="766" y="1223"/>
                </a:lnTo>
                <a:lnTo>
                  <a:pt x="767" y="1222"/>
                </a:lnTo>
                <a:lnTo>
                  <a:pt x="768" y="1222"/>
                </a:lnTo>
                <a:lnTo>
                  <a:pt x="769" y="1222"/>
                </a:lnTo>
                <a:lnTo>
                  <a:pt x="770" y="1222"/>
                </a:lnTo>
                <a:lnTo>
                  <a:pt x="771" y="1222"/>
                </a:lnTo>
                <a:lnTo>
                  <a:pt x="773" y="1222"/>
                </a:lnTo>
                <a:lnTo>
                  <a:pt x="773" y="1221"/>
                </a:lnTo>
                <a:lnTo>
                  <a:pt x="774" y="1221"/>
                </a:lnTo>
                <a:lnTo>
                  <a:pt x="775" y="1222"/>
                </a:lnTo>
                <a:lnTo>
                  <a:pt x="776" y="1222"/>
                </a:lnTo>
                <a:lnTo>
                  <a:pt x="776" y="1221"/>
                </a:lnTo>
                <a:lnTo>
                  <a:pt x="777" y="1221"/>
                </a:lnTo>
                <a:lnTo>
                  <a:pt x="778" y="1221"/>
                </a:lnTo>
                <a:lnTo>
                  <a:pt x="778" y="1222"/>
                </a:lnTo>
                <a:lnTo>
                  <a:pt x="779" y="1221"/>
                </a:lnTo>
                <a:lnTo>
                  <a:pt x="780" y="1221"/>
                </a:lnTo>
                <a:lnTo>
                  <a:pt x="781" y="1221"/>
                </a:lnTo>
                <a:lnTo>
                  <a:pt x="782" y="1222"/>
                </a:lnTo>
                <a:lnTo>
                  <a:pt x="783" y="1221"/>
                </a:lnTo>
                <a:lnTo>
                  <a:pt x="783" y="1220"/>
                </a:lnTo>
                <a:lnTo>
                  <a:pt x="783" y="1219"/>
                </a:lnTo>
                <a:lnTo>
                  <a:pt x="783" y="1218"/>
                </a:lnTo>
                <a:lnTo>
                  <a:pt x="782" y="1218"/>
                </a:lnTo>
                <a:lnTo>
                  <a:pt x="782" y="1217"/>
                </a:lnTo>
                <a:lnTo>
                  <a:pt x="781" y="1216"/>
                </a:lnTo>
                <a:lnTo>
                  <a:pt x="779" y="1214"/>
                </a:lnTo>
                <a:lnTo>
                  <a:pt x="778" y="1214"/>
                </a:lnTo>
                <a:lnTo>
                  <a:pt x="777" y="1214"/>
                </a:lnTo>
                <a:lnTo>
                  <a:pt x="775" y="1213"/>
                </a:lnTo>
                <a:lnTo>
                  <a:pt x="775" y="1212"/>
                </a:lnTo>
                <a:lnTo>
                  <a:pt x="774" y="1212"/>
                </a:lnTo>
                <a:lnTo>
                  <a:pt x="773" y="1211"/>
                </a:lnTo>
                <a:lnTo>
                  <a:pt x="772" y="1209"/>
                </a:lnTo>
                <a:lnTo>
                  <a:pt x="771" y="1208"/>
                </a:lnTo>
                <a:lnTo>
                  <a:pt x="770" y="1207"/>
                </a:lnTo>
                <a:lnTo>
                  <a:pt x="770" y="1206"/>
                </a:lnTo>
                <a:lnTo>
                  <a:pt x="768" y="1204"/>
                </a:lnTo>
                <a:lnTo>
                  <a:pt x="768" y="1203"/>
                </a:lnTo>
                <a:lnTo>
                  <a:pt x="768" y="1202"/>
                </a:lnTo>
                <a:lnTo>
                  <a:pt x="767" y="1201"/>
                </a:lnTo>
                <a:lnTo>
                  <a:pt x="767" y="1200"/>
                </a:lnTo>
                <a:lnTo>
                  <a:pt x="767" y="1199"/>
                </a:lnTo>
                <a:lnTo>
                  <a:pt x="768" y="1198"/>
                </a:lnTo>
                <a:lnTo>
                  <a:pt x="770" y="1197"/>
                </a:lnTo>
                <a:lnTo>
                  <a:pt x="771" y="1196"/>
                </a:lnTo>
                <a:lnTo>
                  <a:pt x="773" y="1196"/>
                </a:lnTo>
                <a:lnTo>
                  <a:pt x="775" y="1196"/>
                </a:lnTo>
                <a:lnTo>
                  <a:pt x="777" y="1196"/>
                </a:lnTo>
                <a:lnTo>
                  <a:pt x="778" y="1196"/>
                </a:lnTo>
                <a:lnTo>
                  <a:pt x="781" y="1195"/>
                </a:lnTo>
                <a:lnTo>
                  <a:pt x="783" y="1194"/>
                </a:lnTo>
                <a:lnTo>
                  <a:pt x="784" y="1194"/>
                </a:lnTo>
                <a:lnTo>
                  <a:pt x="786" y="1194"/>
                </a:lnTo>
                <a:lnTo>
                  <a:pt x="788" y="1192"/>
                </a:lnTo>
                <a:lnTo>
                  <a:pt x="789" y="1191"/>
                </a:lnTo>
                <a:lnTo>
                  <a:pt x="790" y="1191"/>
                </a:lnTo>
                <a:lnTo>
                  <a:pt x="791" y="1191"/>
                </a:lnTo>
                <a:lnTo>
                  <a:pt x="793" y="1191"/>
                </a:lnTo>
                <a:lnTo>
                  <a:pt x="794" y="1190"/>
                </a:lnTo>
                <a:lnTo>
                  <a:pt x="796" y="1190"/>
                </a:lnTo>
                <a:lnTo>
                  <a:pt x="797" y="1191"/>
                </a:lnTo>
                <a:lnTo>
                  <a:pt x="798" y="1191"/>
                </a:lnTo>
                <a:lnTo>
                  <a:pt x="800" y="1192"/>
                </a:lnTo>
                <a:lnTo>
                  <a:pt x="801" y="1192"/>
                </a:lnTo>
                <a:lnTo>
                  <a:pt x="801" y="1193"/>
                </a:lnTo>
                <a:lnTo>
                  <a:pt x="802" y="1194"/>
                </a:lnTo>
                <a:lnTo>
                  <a:pt x="803" y="1194"/>
                </a:lnTo>
                <a:lnTo>
                  <a:pt x="804" y="1193"/>
                </a:lnTo>
                <a:lnTo>
                  <a:pt x="805" y="1192"/>
                </a:lnTo>
                <a:lnTo>
                  <a:pt x="805" y="1193"/>
                </a:lnTo>
                <a:lnTo>
                  <a:pt x="806" y="1194"/>
                </a:lnTo>
                <a:lnTo>
                  <a:pt x="807" y="1194"/>
                </a:lnTo>
                <a:lnTo>
                  <a:pt x="808" y="1195"/>
                </a:lnTo>
                <a:lnTo>
                  <a:pt x="809" y="1194"/>
                </a:lnTo>
                <a:lnTo>
                  <a:pt x="809" y="1193"/>
                </a:lnTo>
                <a:lnTo>
                  <a:pt x="809" y="1192"/>
                </a:lnTo>
                <a:lnTo>
                  <a:pt x="810" y="1191"/>
                </a:lnTo>
                <a:lnTo>
                  <a:pt x="810" y="1190"/>
                </a:lnTo>
                <a:lnTo>
                  <a:pt x="810" y="1189"/>
                </a:lnTo>
                <a:lnTo>
                  <a:pt x="810" y="1188"/>
                </a:lnTo>
                <a:lnTo>
                  <a:pt x="810" y="1186"/>
                </a:lnTo>
                <a:lnTo>
                  <a:pt x="811" y="1182"/>
                </a:lnTo>
                <a:lnTo>
                  <a:pt x="811" y="1181"/>
                </a:lnTo>
                <a:lnTo>
                  <a:pt x="810" y="1180"/>
                </a:lnTo>
                <a:lnTo>
                  <a:pt x="810" y="1179"/>
                </a:lnTo>
                <a:lnTo>
                  <a:pt x="810" y="1178"/>
                </a:lnTo>
                <a:lnTo>
                  <a:pt x="810" y="1177"/>
                </a:lnTo>
                <a:lnTo>
                  <a:pt x="811" y="1176"/>
                </a:lnTo>
                <a:lnTo>
                  <a:pt x="812" y="1174"/>
                </a:lnTo>
                <a:lnTo>
                  <a:pt x="812" y="1173"/>
                </a:lnTo>
                <a:lnTo>
                  <a:pt x="812" y="1172"/>
                </a:lnTo>
                <a:lnTo>
                  <a:pt x="811" y="1172"/>
                </a:lnTo>
                <a:lnTo>
                  <a:pt x="809" y="1171"/>
                </a:lnTo>
                <a:lnTo>
                  <a:pt x="809" y="1172"/>
                </a:lnTo>
                <a:lnTo>
                  <a:pt x="808" y="1171"/>
                </a:lnTo>
                <a:lnTo>
                  <a:pt x="806" y="1170"/>
                </a:lnTo>
                <a:lnTo>
                  <a:pt x="805" y="1170"/>
                </a:lnTo>
                <a:lnTo>
                  <a:pt x="805" y="1169"/>
                </a:lnTo>
                <a:lnTo>
                  <a:pt x="805" y="1168"/>
                </a:lnTo>
                <a:lnTo>
                  <a:pt x="806" y="1166"/>
                </a:lnTo>
                <a:lnTo>
                  <a:pt x="807" y="1165"/>
                </a:lnTo>
                <a:lnTo>
                  <a:pt x="808" y="1165"/>
                </a:lnTo>
                <a:lnTo>
                  <a:pt x="810" y="1163"/>
                </a:lnTo>
                <a:lnTo>
                  <a:pt x="811" y="1162"/>
                </a:lnTo>
                <a:lnTo>
                  <a:pt x="811" y="1160"/>
                </a:lnTo>
                <a:lnTo>
                  <a:pt x="812" y="1158"/>
                </a:lnTo>
                <a:lnTo>
                  <a:pt x="813" y="1157"/>
                </a:lnTo>
                <a:lnTo>
                  <a:pt x="813" y="1156"/>
                </a:lnTo>
                <a:lnTo>
                  <a:pt x="814" y="1156"/>
                </a:lnTo>
                <a:lnTo>
                  <a:pt x="815" y="1155"/>
                </a:lnTo>
                <a:lnTo>
                  <a:pt x="816" y="1149"/>
                </a:lnTo>
                <a:lnTo>
                  <a:pt x="813" y="1137"/>
                </a:lnTo>
                <a:lnTo>
                  <a:pt x="809" y="1121"/>
                </a:lnTo>
                <a:lnTo>
                  <a:pt x="805" y="1103"/>
                </a:lnTo>
                <a:lnTo>
                  <a:pt x="806" y="1102"/>
                </a:lnTo>
                <a:lnTo>
                  <a:pt x="806" y="1101"/>
                </a:lnTo>
                <a:lnTo>
                  <a:pt x="806" y="1100"/>
                </a:lnTo>
                <a:lnTo>
                  <a:pt x="806" y="1099"/>
                </a:lnTo>
                <a:lnTo>
                  <a:pt x="806" y="1098"/>
                </a:lnTo>
                <a:lnTo>
                  <a:pt x="807" y="1098"/>
                </a:lnTo>
                <a:lnTo>
                  <a:pt x="807" y="1097"/>
                </a:lnTo>
                <a:lnTo>
                  <a:pt x="806" y="1097"/>
                </a:lnTo>
                <a:lnTo>
                  <a:pt x="806" y="1096"/>
                </a:lnTo>
                <a:lnTo>
                  <a:pt x="806" y="1095"/>
                </a:lnTo>
                <a:lnTo>
                  <a:pt x="807" y="1095"/>
                </a:lnTo>
                <a:lnTo>
                  <a:pt x="807" y="1094"/>
                </a:lnTo>
                <a:lnTo>
                  <a:pt x="807" y="1093"/>
                </a:lnTo>
                <a:lnTo>
                  <a:pt x="807" y="1092"/>
                </a:lnTo>
                <a:lnTo>
                  <a:pt x="807" y="1091"/>
                </a:lnTo>
                <a:lnTo>
                  <a:pt x="806" y="1091"/>
                </a:lnTo>
                <a:lnTo>
                  <a:pt x="806" y="1090"/>
                </a:lnTo>
                <a:lnTo>
                  <a:pt x="806" y="1089"/>
                </a:lnTo>
                <a:lnTo>
                  <a:pt x="806" y="1088"/>
                </a:lnTo>
                <a:lnTo>
                  <a:pt x="805" y="1088"/>
                </a:lnTo>
                <a:lnTo>
                  <a:pt x="805" y="1087"/>
                </a:lnTo>
                <a:lnTo>
                  <a:pt x="806" y="1086"/>
                </a:lnTo>
                <a:lnTo>
                  <a:pt x="807" y="1085"/>
                </a:lnTo>
                <a:lnTo>
                  <a:pt x="807" y="1084"/>
                </a:lnTo>
                <a:lnTo>
                  <a:pt x="806" y="1084"/>
                </a:lnTo>
                <a:lnTo>
                  <a:pt x="806" y="1083"/>
                </a:lnTo>
                <a:lnTo>
                  <a:pt x="805" y="1082"/>
                </a:lnTo>
                <a:lnTo>
                  <a:pt x="805" y="1080"/>
                </a:lnTo>
                <a:lnTo>
                  <a:pt x="805" y="1079"/>
                </a:lnTo>
                <a:lnTo>
                  <a:pt x="805" y="1078"/>
                </a:lnTo>
                <a:lnTo>
                  <a:pt x="806" y="1078"/>
                </a:lnTo>
                <a:lnTo>
                  <a:pt x="806" y="1076"/>
                </a:lnTo>
                <a:lnTo>
                  <a:pt x="806" y="1075"/>
                </a:lnTo>
                <a:lnTo>
                  <a:pt x="807" y="1075"/>
                </a:lnTo>
                <a:lnTo>
                  <a:pt x="807" y="1074"/>
                </a:lnTo>
                <a:lnTo>
                  <a:pt x="807" y="1072"/>
                </a:lnTo>
                <a:lnTo>
                  <a:pt x="807" y="1070"/>
                </a:lnTo>
                <a:lnTo>
                  <a:pt x="807" y="1069"/>
                </a:lnTo>
                <a:lnTo>
                  <a:pt x="807" y="1068"/>
                </a:lnTo>
                <a:lnTo>
                  <a:pt x="807" y="1067"/>
                </a:lnTo>
                <a:lnTo>
                  <a:pt x="805" y="1065"/>
                </a:lnTo>
                <a:lnTo>
                  <a:pt x="804" y="1064"/>
                </a:lnTo>
                <a:lnTo>
                  <a:pt x="804" y="1063"/>
                </a:lnTo>
                <a:lnTo>
                  <a:pt x="804" y="1062"/>
                </a:lnTo>
                <a:lnTo>
                  <a:pt x="804" y="1061"/>
                </a:lnTo>
                <a:lnTo>
                  <a:pt x="805" y="1060"/>
                </a:lnTo>
                <a:lnTo>
                  <a:pt x="806" y="1057"/>
                </a:lnTo>
                <a:lnTo>
                  <a:pt x="807" y="1052"/>
                </a:lnTo>
                <a:lnTo>
                  <a:pt x="808" y="1048"/>
                </a:lnTo>
                <a:lnTo>
                  <a:pt x="809" y="1047"/>
                </a:lnTo>
                <a:lnTo>
                  <a:pt x="809" y="1046"/>
                </a:lnTo>
                <a:lnTo>
                  <a:pt x="810" y="1044"/>
                </a:lnTo>
                <a:lnTo>
                  <a:pt x="810" y="1042"/>
                </a:lnTo>
                <a:lnTo>
                  <a:pt x="810" y="1041"/>
                </a:lnTo>
                <a:lnTo>
                  <a:pt x="810" y="1040"/>
                </a:lnTo>
                <a:lnTo>
                  <a:pt x="810" y="1039"/>
                </a:lnTo>
                <a:lnTo>
                  <a:pt x="810" y="1038"/>
                </a:lnTo>
                <a:lnTo>
                  <a:pt x="810" y="1033"/>
                </a:lnTo>
                <a:lnTo>
                  <a:pt x="811" y="1030"/>
                </a:lnTo>
                <a:lnTo>
                  <a:pt x="812" y="1027"/>
                </a:lnTo>
                <a:lnTo>
                  <a:pt x="812" y="1024"/>
                </a:lnTo>
                <a:lnTo>
                  <a:pt x="812" y="1020"/>
                </a:lnTo>
                <a:lnTo>
                  <a:pt x="811" y="1018"/>
                </a:lnTo>
                <a:lnTo>
                  <a:pt x="811" y="1016"/>
                </a:lnTo>
                <a:lnTo>
                  <a:pt x="812" y="1015"/>
                </a:lnTo>
                <a:lnTo>
                  <a:pt x="812" y="1014"/>
                </a:lnTo>
                <a:lnTo>
                  <a:pt x="813" y="1013"/>
                </a:lnTo>
                <a:lnTo>
                  <a:pt x="814" y="1012"/>
                </a:lnTo>
                <a:lnTo>
                  <a:pt x="815" y="1009"/>
                </a:lnTo>
                <a:lnTo>
                  <a:pt x="816" y="1008"/>
                </a:lnTo>
                <a:lnTo>
                  <a:pt x="817" y="1006"/>
                </a:lnTo>
                <a:lnTo>
                  <a:pt x="818" y="1004"/>
                </a:lnTo>
                <a:lnTo>
                  <a:pt x="819" y="1002"/>
                </a:lnTo>
                <a:lnTo>
                  <a:pt x="820" y="1001"/>
                </a:lnTo>
                <a:lnTo>
                  <a:pt x="821" y="1000"/>
                </a:lnTo>
                <a:lnTo>
                  <a:pt x="821" y="999"/>
                </a:lnTo>
                <a:lnTo>
                  <a:pt x="820" y="997"/>
                </a:lnTo>
                <a:lnTo>
                  <a:pt x="819" y="994"/>
                </a:lnTo>
                <a:lnTo>
                  <a:pt x="818" y="990"/>
                </a:lnTo>
                <a:lnTo>
                  <a:pt x="817" y="989"/>
                </a:lnTo>
                <a:lnTo>
                  <a:pt x="817" y="988"/>
                </a:lnTo>
                <a:lnTo>
                  <a:pt x="815" y="986"/>
                </a:lnTo>
                <a:lnTo>
                  <a:pt x="813" y="985"/>
                </a:lnTo>
                <a:lnTo>
                  <a:pt x="812" y="984"/>
                </a:lnTo>
                <a:lnTo>
                  <a:pt x="811" y="983"/>
                </a:lnTo>
                <a:lnTo>
                  <a:pt x="810" y="982"/>
                </a:lnTo>
                <a:lnTo>
                  <a:pt x="809" y="981"/>
                </a:lnTo>
                <a:lnTo>
                  <a:pt x="808" y="980"/>
                </a:lnTo>
                <a:lnTo>
                  <a:pt x="807" y="977"/>
                </a:lnTo>
                <a:lnTo>
                  <a:pt x="807" y="976"/>
                </a:lnTo>
                <a:lnTo>
                  <a:pt x="807" y="975"/>
                </a:lnTo>
                <a:lnTo>
                  <a:pt x="807" y="974"/>
                </a:lnTo>
                <a:lnTo>
                  <a:pt x="807" y="973"/>
                </a:lnTo>
                <a:lnTo>
                  <a:pt x="807" y="972"/>
                </a:lnTo>
                <a:lnTo>
                  <a:pt x="807" y="971"/>
                </a:lnTo>
                <a:lnTo>
                  <a:pt x="808" y="970"/>
                </a:lnTo>
                <a:lnTo>
                  <a:pt x="808" y="969"/>
                </a:lnTo>
                <a:lnTo>
                  <a:pt x="808" y="968"/>
                </a:lnTo>
                <a:lnTo>
                  <a:pt x="807" y="965"/>
                </a:lnTo>
                <a:lnTo>
                  <a:pt x="806" y="965"/>
                </a:lnTo>
                <a:lnTo>
                  <a:pt x="806" y="966"/>
                </a:lnTo>
                <a:lnTo>
                  <a:pt x="805" y="966"/>
                </a:lnTo>
                <a:lnTo>
                  <a:pt x="805" y="967"/>
                </a:lnTo>
                <a:lnTo>
                  <a:pt x="804" y="968"/>
                </a:lnTo>
                <a:lnTo>
                  <a:pt x="803" y="968"/>
                </a:lnTo>
                <a:lnTo>
                  <a:pt x="802" y="968"/>
                </a:lnTo>
                <a:lnTo>
                  <a:pt x="801" y="968"/>
                </a:lnTo>
                <a:lnTo>
                  <a:pt x="800" y="967"/>
                </a:lnTo>
                <a:lnTo>
                  <a:pt x="797" y="967"/>
                </a:lnTo>
                <a:lnTo>
                  <a:pt x="795" y="968"/>
                </a:lnTo>
                <a:lnTo>
                  <a:pt x="792" y="968"/>
                </a:lnTo>
                <a:lnTo>
                  <a:pt x="791" y="968"/>
                </a:lnTo>
                <a:lnTo>
                  <a:pt x="790" y="968"/>
                </a:lnTo>
                <a:lnTo>
                  <a:pt x="790" y="967"/>
                </a:lnTo>
                <a:lnTo>
                  <a:pt x="791" y="967"/>
                </a:lnTo>
                <a:lnTo>
                  <a:pt x="791" y="966"/>
                </a:lnTo>
                <a:lnTo>
                  <a:pt x="791" y="965"/>
                </a:lnTo>
                <a:lnTo>
                  <a:pt x="791" y="964"/>
                </a:lnTo>
                <a:lnTo>
                  <a:pt x="790" y="963"/>
                </a:lnTo>
                <a:lnTo>
                  <a:pt x="790" y="962"/>
                </a:lnTo>
                <a:lnTo>
                  <a:pt x="788" y="960"/>
                </a:lnTo>
                <a:lnTo>
                  <a:pt x="788" y="959"/>
                </a:lnTo>
                <a:lnTo>
                  <a:pt x="788" y="958"/>
                </a:lnTo>
                <a:lnTo>
                  <a:pt x="789" y="958"/>
                </a:lnTo>
                <a:lnTo>
                  <a:pt x="789" y="957"/>
                </a:lnTo>
                <a:lnTo>
                  <a:pt x="790" y="957"/>
                </a:lnTo>
                <a:lnTo>
                  <a:pt x="790" y="956"/>
                </a:lnTo>
                <a:lnTo>
                  <a:pt x="789" y="955"/>
                </a:lnTo>
                <a:lnTo>
                  <a:pt x="788" y="954"/>
                </a:lnTo>
                <a:lnTo>
                  <a:pt x="787" y="954"/>
                </a:lnTo>
                <a:lnTo>
                  <a:pt x="787" y="953"/>
                </a:lnTo>
                <a:lnTo>
                  <a:pt x="785" y="953"/>
                </a:lnTo>
                <a:lnTo>
                  <a:pt x="784" y="952"/>
                </a:lnTo>
                <a:lnTo>
                  <a:pt x="784" y="951"/>
                </a:lnTo>
                <a:lnTo>
                  <a:pt x="785" y="951"/>
                </a:lnTo>
                <a:lnTo>
                  <a:pt x="787" y="950"/>
                </a:lnTo>
                <a:lnTo>
                  <a:pt x="789" y="949"/>
                </a:lnTo>
                <a:lnTo>
                  <a:pt x="790" y="949"/>
                </a:lnTo>
                <a:lnTo>
                  <a:pt x="791" y="948"/>
                </a:lnTo>
                <a:lnTo>
                  <a:pt x="791" y="947"/>
                </a:lnTo>
                <a:lnTo>
                  <a:pt x="792" y="946"/>
                </a:lnTo>
                <a:lnTo>
                  <a:pt x="793" y="946"/>
                </a:lnTo>
                <a:lnTo>
                  <a:pt x="794" y="946"/>
                </a:lnTo>
                <a:lnTo>
                  <a:pt x="796" y="945"/>
                </a:lnTo>
                <a:lnTo>
                  <a:pt x="797" y="945"/>
                </a:lnTo>
                <a:lnTo>
                  <a:pt x="799" y="944"/>
                </a:lnTo>
                <a:lnTo>
                  <a:pt x="800" y="944"/>
                </a:lnTo>
                <a:lnTo>
                  <a:pt x="802" y="943"/>
                </a:lnTo>
                <a:lnTo>
                  <a:pt x="803" y="942"/>
                </a:lnTo>
                <a:lnTo>
                  <a:pt x="804" y="940"/>
                </a:lnTo>
                <a:lnTo>
                  <a:pt x="805" y="939"/>
                </a:lnTo>
                <a:lnTo>
                  <a:pt x="806" y="939"/>
                </a:lnTo>
                <a:lnTo>
                  <a:pt x="807" y="938"/>
                </a:lnTo>
                <a:lnTo>
                  <a:pt x="808" y="938"/>
                </a:lnTo>
                <a:lnTo>
                  <a:pt x="809" y="938"/>
                </a:lnTo>
                <a:lnTo>
                  <a:pt x="810" y="939"/>
                </a:lnTo>
                <a:lnTo>
                  <a:pt x="810" y="940"/>
                </a:lnTo>
                <a:lnTo>
                  <a:pt x="811" y="940"/>
                </a:lnTo>
                <a:lnTo>
                  <a:pt x="812" y="939"/>
                </a:lnTo>
                <a:lnTo>
                  <a:pt x="812" y="938"/>
                </a:lnTo>
                <a:lnTo>
                  <a:pt x="813" y="938"/>
                </a:lnTo>
                <a:lnTo>
                  <a:pt x="813" y="939"/>
                </a:lnTo>
                <a:lnTo>
                  <a:pt x="814" y="939"/>
                </a:lnTo>
                <a:lnTo>
                  <a:pt x="815" y="943"/>
                </a:lnTo>
                <a:lnTo>
                  <a:pt x="816" y="943"/>
                </a:lnTo>
                <a:lnTo>
                  <a:pt x="818" y="944"/>
                </a:lnTo>
                <a:lnTo>
                  <a:pt x="820" y="943"/>
                </a:lnTo>
                <a:lnTo>
                  <a:pt x="821" y="943"/>
                </a:lnTo>
                <a:lnTo>
                  <a:pt x="823" y="941"/>
                </a:lnTo>
                <a:lnTo>
                  <a:pt x="824" y="941"/>
                </a:lnTo>
                <a:lnTo>
                  <a:pt x="826" y="940"/>
                </a:lnTo>
                <a:lnTo>
                  <a:pt x="827" y="940"/>
                </a:lnTo>
                <a:lnTo>
                  <a:pt x="828" y="941"/>
                </a:lnTo>
                <a:lnTo>
                  <a:pt x="828" y="943"/>
                </a:lnTo>
                <a:lnTo>
                  <a:pt x="829" y="944"/>
                </a:lnTo>
                <a:lnTo>
                  <a:pt x="830" y="945"/>
                </a:lnTo>
                <a:lnTo>
                  <a:pt x="832" y="945"/>
                </a:lnTo>
                <a:lnTo>
                  <a:pt x="833" y="945"/>
                </a:lnTo>
                <a:lnTo>
                  <a:pt x="835" y="944"/>
                </a:lnTo>
                <a:lnTo>
                  <a:pt x="837" y="943"/>
                </a:lnTo>
                <a:lnTo>
                  <a:pt x="838" y="943"/>
                </a:lnTo>
                <a:lnTo>
                  <a:pt x="839" y="942"/>
                </a:lnTo>
                <a:lnTo>
                  <a:pt x="839" y="940"/>
                </a:lnTo>
                <a:lnTo>
                  <a:pt x="840" y="940"/>
                </a:lnTo>
                <a:lnTo>
                  <a:pt x="842" y="939"/>
                </a:lnTo>
                <a:lnTo>
                  <a:pt x="844" y="937"/>
                </a:lnTo>
                <a:lnTo>
                  <a:pt x="845" y="937"/>
                </a:lnTo>
                <a:lnTo>
                  <a:pt x="845" y="938"/>
                </a:lnTo>
                <a:lnTo>
                  <a:pt x="845" y="939"/>
                </a:lnTo>
                <a:lnTo>
                  <a:pt x="846" y="940"/>
                </a:lnTo>
                <a:lnTo>
                  <a:pt x="847" y="940"/>
                </a:lnTo>
                <a:lnTo>
                  <a:pt x="849" y="940"/>
                </a:lnTo>
                <a:lnTo>
                  <a:pt x="850" y="940"/>
                </a:lnTo>
                <a:lnTo>
                  <a:pt x="851" y="941"/>
                </a:lnTo>
                <a:lnTo>
                  <a:pt x="852" y="942"/>
                </a:lnTo>
                <a:lnTo>
                  <a:pt x="853" y="942"/>
                </a:lnTo>
                <a:lnTo>
                  <a:pt x="854" y="942"/>
                </a:lnTo>
                <a:lnTo>
                  <a:pt x="856" y="942"/>
                </a:lnTo>
                <a:lnTo>
                  <a:pt x="858" y="942"/>
                </a:lnTo>
                <a:lnTo>
                  <a:pt x="862" y="941"/>
                </a:lnTo>
                <a:lnTo>
                  <a:pt x="863" y="941"/>
                </a:lnTo>
                <a:lnTo>
                  <a:pt x="864" y="940"/>
                </a:lnTo>
                <a:lnTo>
                  <a:pt x="865" y="940"/>
                </a:lnTo>
                <a:lnTo>
                  <a:pt x="866" y="939"/>
                </a:lnTo>
                <a:lnTo>
                  <a:pt x="866" y="938"/>
                </a:lnTo>
                <a:lnTo>
                  <a:pt x="866" y="937"/>
                </a:lnTo>
                <a:lnTo>
                  <a:pt x="865" y="937"/>
                </a:lnTo>
                <a:lnTo>
                  <a:pt x="866" y="936"/>
                </a:lnTo>
                <a:lnTo>
                  <a:pt x="867" y="936"/>
                </a:lnTo>
                <a:lnTo>
                  <a:pt x="867" y="937"/>
                </a:lnTo>
                <a:lnTo>
                  <a:pt x="868" y="938"/>
                </a:lnTo>
                <a:lnTo>
                  <a:pt x="869" y="939"/>
                </a:lnTo>
                <a:lnTo>
                  <a:pt x="869" y="940"/>
                </a:lnTo>
                <a:lnTo>
                  <a:pt x="870" y="940"/>
                </a:lnTo>
                <a:lnTo>
                  <a:pt x="871" y="940"/>
                </a:lnTo>
                <a:lnTo>
                  <a:pt x="872" y="941"/>
                </a:lnTo>
                <a:lnTo>
                  <a:pt x="874" y="941"/>
                </a:lnTo>
                <a:lnTo>
                  <a:pt x="875" y="942"/>
                </a:lnTo>
                <a:lnTo>
                  <a:pt x="875" y="943"/>
                </a:lnTo>
                <a:lnTo>
                  <a:pt x="876" y="945"/>
                </a:lnTo>
                <a:lnTo>
                  <a:pt x="877" y="945"/>
                </a:lnTo>
                <a:lnTo>
                  <a:pt x="879" y="946"/>
                </a:lnTo>
                <a:lnTo>
                  <a:pt x="880" y="946"/>
                </a:lnTo>
                <a:lnTo>
                  <a:pt x="882" y="945"/>
                </a:lnTo>
                <a:lnTo>
                  <a:pt x="883" y="944"/>
                </a:lnTo>
                <a:lnTo>
                  <a:pt x="884" y="943"/>
                </a:lnTo>
                <a:lnTo>
                  <a:pt x="885" y="943"/>
                </a:lnTo>
                <a:lnTo>
                  <a:pt x="887" y="943"/>
                </a:lnTo>
                <a:lnTo>
                  <a:pt x="888" y="943"/>
                </a:lnTo>
                <a:lnTo>
                  <a:pt x="889" y="944"/>
                </a:lnTo>
                <a:lnTo>
                  <a:pt x="890" y="944"/>
                </a:lnTo>
                <a:lnTo>
                  <a:pt x="893" y="944"/>
                </a:lnTo>
                <a:lnTo>
                  <a:pt x="895" y="944"/>
                </a:lnTo>
                <a:lnTo>
                  <a:pt x="896" y="944"/>
                </a:lnTo>
                <a:lnTo>
                  <a:pt x="898" y="943"/>
                </a:lnTo>
                <a:lnTo>
                  <a:pt x="898" y="942"/>
                </a:lnTo>
                <a:lnTo>
                  <a:pt x="899" y="942"/>
                </a:lnTo>
                <a:lnTo>
                  <a:pt x="900" y="941"/>
                </a:lnTo>
                <a:lnTo>
                  <a:pt x="901" y="941"/>
                </a:lnTo>
                <a:lnTo>
                  <a:pt x="901" y="940"/>
                </a:lnTo>
                <a:lnTo>
                  <a:pt x="901" y="939"/>
                </a:lnTo>
                <a:lnTo>
                  <a:pt x="902" y="939"/>
                </a:lnTo>
                <a:lnTo>
                  <a:pt x="903" y="939"/>
                </a:lnTo>
                <a:lnTo>
                  <a:pt x="904" y="940"/>
                </a:lnTo>
                <a:lnTo>
                  <a:pt x="905" y="941"/>
                </a:lnTo>
                <a:lnTo>
                  <a:pt x="905" y="942"/>
                </a:lnTo>
                <a:lnTo>
                  <a:pt x="906" y="942"/>
                </a:lnTo>
                <a:lnTo>
                  <a:pt x="906" y="941"/>
                </a:lnTo>
                <a:lnTo>
                  <a:pt x="907" y="941"/>
                </a:lnTo>
                <a:lnTo>
                  <a:pt x="907" y="940"/>
                </a:lnTo>
                <a:lnTo>
                  <a:pt x="907" y="939"/>
                </a:lnTo>
                <a:lnTo>
                  <a:pt x="908" y="939"/>
                </a:lnTo>
                <a:lnTo>
                  <a:pt x="911" y="939"/>
                </a:lnTo>
                <a:lnTo>
                  <a:pt x="912" y="939"/>
                </a:lnTo>
                <a:lnTo>
                  <a:pt x="913" y="939"/>
                </a:lnTo>
                <a:lnTo>
                  <a:pt x="914" y="939"/>
                </a:lnTo>
                <a:lnTo>
                  <a:pt x="915" y="940"/>
                </a:lnTo>
                <a:lnTo>
                  <a:pt x="917" y="941"/>
                </a:lnTo>
                <a:lnTo>
                  <a:pt x="918" y="940"/>
                </a:lnTo>
                <a:lnTo>
                  <a:pt x="920" y="939"/>
                </a:lnTo>
                <a:lnTo>
                  <a:pt x="922" y="939"/>
                </a:lnTo>
                <a:lnTo>
                  <a:pt x="923" y="939"/>
                </a:lnTo>
                <a:lnTo>
                  <a:pt x="925" y="939"/>
                </a:lnTo>
                <a:lnTo>
                  <a:pt x="926" y="940"/>
                </a:lnTo>
                <a:lnTo>
                  <a:pt x="927" y="940"/>
                </a:lnTo>
                <a:lnTo>
                  <a:pt x="927" y="939"/>
                </a:lnTo>
                <a:lnTo>
                  <a:pt x="928" y="939"/>
                </a:lnTo>
                <a:lnTo>
                  <a:pt x="929" y="938"/>
                </a:lnTo>
                <a:lnTo>
                  <a:pt x="931" y="938"/>
                </a:lnTo>
                <a:lnTo>
                  <a:pt x="932" y="938"/>
                </a:lnTo>
                <a:lnTo>
                  <a:pt x="932" y="939"/>
                </a:lnTo>
                <a:lnTo>
                  <a:pt x="932" y="940"/>
                </a:lnTo>
                <a:lnTo>
                  <a:pt x="933" y="941"/>
                </a:lnTo>
                <a:lnTo>
                  <a:pt x="934" y="941"/>
                </a:lnTo>
                <a:lnTo>
                  <a:pt x="935" y="941"/>
                </a:lnTo>
                <a:lnTo>
                  <a:pt x="937" y="940"/>
                </a:lnTo>
                <a:lnTo>
                  <a:pt x="938" y="940"/>
                </a:lnTo>
                <a:lnTo>
                  <a:pt x="939" y="940"/>
                </a:lnTo>
                <a:lnTo>
                  <a:pt x="940" y="940"/>
                </a:lnTo>
                <a:lnTo>
                  <a:pt x="941" y="939"/>
                </a:lnTo>
                <a:lnTo>
                  <a:pt x="941" y="938"/>
                </a:lnTo>
                <a:lnTo>
                  <a:pt x="942" y="937"/>
                </a:lnTo>
                <a:lnTo>
                  <a:pt x="945" y="938"/>
                </a:lnTo>
                <a:lnTo>
                  <a:pt x="945" y="937"/>
                </a:lnTo>
                <a:lnTo>
                  <a:pt x="945" y="936"/>
                </a:lnTo>
                <a:lnTo>
                  <a:pt x="946" y="936"/>
                </a:lnTo>
                <a:lnTo>
                  <a:pt x="946" y="935"/>
                </a:lnTo>
                <a:lnTo>
                  <a:pt x="948" y="934"/>
                </a:lnTo>
                <a:lnTo>
                  <a:pt x="951" y="933"/>
                </a:lnTo>
                <a:lnTo>
                  <a:pt x="952" y="933"/>
                </a:lnTo>
                <a:lnTo>
                  <a:pt x="953" y="933"/>
                </a:lnTo>
                <a:lnTo>
                  <a:pt x="955" y="934"/>
                </a:lnTo>
                <a:lnTo>
                  <a:pt x="956" y="934"/>
                </a:lnTo>
                <a:lnTo>
                  <a:pt x="957" y="933"/>
                </a:lnTo>
                <a:lnTo>
                  <a:pt x="958" y="933"/>
                </a:lnTo>
                <a:lnTo>
                  <a:pt x="959" y="934"/>
                </a:lnTo>
                <a:lnTo>
                  <a:pt x="960" y="934"/>
                </a:lnTo>
                <a:lnTo>
                  <a:pt x="961" y="934"/>
                </a:lnTo>
                <a:lnTo>
                  <a:pt x="962" y="933"/>
                </a:lnTo>
                <a:lnTo>
                  <a:pt x="963" y="933"/>
                </a:lnTo>
                <a:lnTo>
                  <a:pt x="964" y="933"/>
                </a:lnTo>
                <a:lnTo>
                  <a:pt x="965" y="933"/>
                </a:lnTo>
                <a:lnTo>
                  <a:pt x="966" y="933"/>
                </a:lnTo>
                <a:lnTo>
                  <a:pt x="966" y="934"/>
                </a:lnTo>
                <a:lnTo>
                  <a:pt x="966" y="935"/>
                </a:lnTo>
                <a:lnTo>
                  <a:pt x="967" y="935"/>
                </a:lnTo>
                <a:lnTo>
                  <a:pt x="967" y="936"/>
                </a:lnTo>
                <a:lnTo>
                  <a:pt x="967" y="937"/>
                </a:lnTo>
                <a:lnTo>
                  <a:pt x="968" y="940"/>
                </a:lnTo>
                <a:lnTo>
                  <a:pt x="968" y="941"/>
                </a:lnTo>
                <a:lnTo>
                  <a:pt x="968" y="942"/>
                </a:lnTo>
                <a:lnTo>
                  <a:pt x="969" y="945"/>
                </a:lnTo>
                <a:lnTo>
                  <a:pt x="970" y="947"/>
                </a:lnTo>
                <a:lnTo>
                  <a:pt x="971" y="947"/>
                </a:lnTo>
                <a:lnTo>
                  <a:pt x="971" y="948"/>
                </a:lnTo>
                <a:lnTo>
                  <a:pt x="972" y="950"/>
                </a:lnTo>
                <a:lnTo>
                  <a:pt x="973" y="953"/>
                </a:lnTo>
                <a:lnTo>
                  <a:pt x="973" y="954"/>
                </a:lnTo>
                <a:lnTo>
                  <a:pt x="974" y="955"/>
                </a:lnTo>
                <a:lnTo>
                  <a:pt x="976" y="955"/>
                </a:lnTo>
                <a:lnTo>
                  <a:pt x="979" y="955"/>
                </a:lnTo>
                <a:lnTo>
                  <a:pt x="981" y="955"/>
                </a:lnTo>
                <a:lnTo>
                  <a:pt x="982" y="955"/>
                </a:lnTo>
                <a:lnTo>
                  <a:pt x="983" y="955"/>
                </a:lnTo>
                <a:lnTo>
                  <a:pt x="984" y="955"/>
                </a:lnTo>
                <a:lnTo>
                  <a:pt x="985" y="955"/>
                </a:lnTo>
                <a:lnTo>
                  <a:pt x="986" y="955"/>
                </a:lnTo>
                <a:lnTo>
                  <a:pt x="988" y="956"/>
                </a:lnTo>
                <a:lnTo>
                  <a:pt x="989" y="956"/>
                </a:lnTo>
                <a:lnTo>
                  <a:pt x="988" y="957"/>
                </a:lnTo>
                <a:lnTo>
                  <a:pt x="988" y="958"/>
                </a:lnTo>
                <a:lnTo>
                  <a:pt x="988" y="959"/>
                </a:lnTo>
                <a:lnTo>
                  <a:pt x="988" y="960"/>
                </a:lnTo>
                <a:lnTo>
                  <a:pt x="988" y="961"/>
                </a:lnTo>
                <a:lnTo>
                  <a:pt x="989" y="962"/>
                </a:lnTo>
                <a:lnTo>
                  <a:pt x="990" y="962"/>
                </a:lnTo>
                <a:lnTo>
                  <a:pt x="991" y="961"/>
                </a:lnTo>
                <a:lnTo>
                  <a:pt x="992" y="961"/>
                </a:lnTo>
                <a:lnTo>
                  <a:pt x="993" y="961"/>
                </a:lnTo>
                <a:lnTo>
                  <a:pt x="994" y="961"/>
                </a:lnTo>
                <a:lnTo>
                  <a:pt x="995" y="961"/>
                </a:lnTo>
                <a:lnTo>
                  <a:pt x="996" y="961"/>
                </a:lnTo>
                <a:lnTo>
                  <a:pt x="997" y="961"/>
                </a:lnTo>
                <a:lnTo>
                  <a:pt x="998" y="961"/>
                </a:lnTo>
                <a:lnTo>
                  <a:pt x="1000" y="961"/>
                </a:lnTo>
                <a:lnTo>
                  <a:pt x="1002" y="961"/>
                </a:lnTo>
                <a:lnTo>
                  <a:pt x="1004" y="961"/>
                </a:lnTo>
                <a:lnTo>
                  <a:pt x="1005" y="961"/>
                </a:lnTo>
                <a:lnTo>
                  <a:pt x="1006" y="961"/>
                </a:lnTo>
                <a:lnTo>
                  <a:pt x="1011" y="966"/>
                </a:lnTo>
                <a:lnTo>
                  <a:pt x="1014" y="969"/>
                </a:lnTo>
                <a:lnTo>
                  <a:pt x="1021" y="973"/>
                </a:lnTo>
                <a:lnTo>
                  <a:pt x="1028" y="972"/>
                </a:lnTo>
                <a:lnTo>
                  <a:pt x="1031" y="970"/>
                </a:lnTo>
                <a:lnTo>
                  <a:pt x="1036" y="954"/>
                </a:lnTo>
                <a:lnTo>
                  <a:pt x="1034" y="947"/>
                </a:lnTo>
                <a:lnTo>
                  <a:pt x="1034" y="943"/>
                </a:lnTo>
                <a:lnTo>
                  <a:pt x="1026" y="937"/>
                </a:lnTo>
                <a:lnTo>
                  <a:pt x="1014" y="924"/>
                </a:lnTo>
                <a:lnTo>
                  <a:pt x="1014" y="922"/>
                </a:lnTo>
                <a:lnTo>
                  <a:pt x="1015" y="913"/>
                </a:lnTo>
                <a:lnTo>
                  <a:pt x="1017" y="910"/>
                </a:lnTo>
                <a:lnTo>
                  <a:pt x="1018" y="909"/>
                </a:lnTo>
                <a:lnTo>
                  <a:pt x="1019" y="904"/>
                </a:lnTo>
                <a:lnTo>
                  <a:pt x="1020" y="901"/>
                </a:lnTo>
                <a:lnTo>
                  <a:pt x="1020" y="900"/>
                </a:lnTo>
                <a:lnTo>
                  <a:pt x="1023" y="898"/>
                </a:lnTo>
                <a:lnTo>
                  <a:pt x="1024" y="896"/>
                </a:lnTo>
                <a:lnTo>
                  <a:pt x="1025" y="896"/>
                </a:lnTo>
                <a:lnTo>
                  <a:pt x="1026" y="894"/>
                </a:lnTo>
                <a:lnTo>
                  <a:pt x="1027" y="890"/>
                </a:lnTo>
                <a:lnTo>
                  <a:pt x="1028" y="889"/>
                </a:lnTo>
                <a:lnTo>
                  <a:pt x="1028" y="887"/>
                </a:lnTo>
                <a:lnTo>
                  <a:pt x="1028" y="886"/>
                </a:lnTo>
                <a:lnTo>
                  <a:pt x="1028" y="884"/>
                </a:lnTo>
                <a:lnTo>
                  <a:pt x="1028" y="883"/>
                </a:lnTo>
                <a:lnTo>
                  <a:pt x="1028" y="882"/>
                </a:lnTo>
                <a:lnTo>
                  <a:pt x="1029" y="881"/>
                </a:lnTo>
                <a:lnTo>
                  <a:pt x="1029" y="880"/>
                </a:lnTo>
                <a:lnTo>
                  <a:pt x="1030" y="879"/>
                </a:lnTo>
                <a:lnTo>
                  <a:pt x="1031" y="875"/>
                </a:lnTo>
                <a:lnTo>
                  <a:pt x="1031" y="874"/>
                </a:lnTo>
                <a:lnTo>
                  <a:pt x="1034" y="872"/>
                </a:lnTo>
                <a:lnTo>
                  <a:pt x="1036" y="872"/>
                </a:lnTo>
                <a:lnTo>
                  <a:pt x="1038" y="872"/>
                </a:lnTo>
                <a:lnTo>
                  <a:pt x="1040" y="873"/>
                </a:lnTo>
                <a:lnTo>
                  <a:pt x="1042" y="872"/>
                </a:lnTo>
                <a:lnTo>
                  <a:pt x="1053" y="850"/>
                </a:lnTo>
                <a:lnTo>
                  <a:pt x="1064" y="835"/>
                </a:lnTo>
                <a:lnTo>
                  <a:pt x="1080" y="813"/>
                </a:lnTo>
                <a:lnTo>
                  <a:pt x="1087" y="800"/>
                </a:lnTo>
                <a:lnTo>
                  <a:pt x="1091" y="790"/>
                </a:lnTo>
                <a:lnTo>
                  <a:pt x="1097" y="779"/>
                </a:lnTo>
                <a:lnTo>
                  <a:pt x="1102" y="777"/>
                </a:lnTo>
                <a:lnTo>
                  <a:pt x="1102" y="774"/>
                </a:lnTo>
                <a:lnTo>
                  <a:pt x="1110" y="760"/>
                </a:lnTo>
                <a:lnTo>
                  <a:pt x="1112" y="757"/>
                </a:lnTo>
                <a:lnTo>
                  <a:pt x="1112" y="754"/>
                </a:lnTo>
                <a:lnTo>
                  <a:pt x="1113" y="752"/>
                </a:lnTo>
                <a:lnTo>
                  <a:pt x="1113" y="751"/>
                </a:lnTo>
                <a:lnTo>
                  <a:pt x="1114" y="751"/>
                </a:lnTo>
                <a:lnTo>
                  <a:pt x="1115" y="750"/>
                </a:lnTo>
                <a:lnTo>
                  <a:pt x="1117" y="748"/>
                </a:lnTo>
                <a:lnTo>
                  <a:pt x="1119" y="746"/>
                </a:lnTo>
                <a:lnTo>
                  <a:pt x="1120" y="744"/>
                </a:lnTo>
                <a:lnTo>
                  <a:pt x="1121" y="743"/>
                </a:lnTo>
                <a:lnTo>
                  <a:pt x="1122" y="741"/>
                </a:lnTo>
                <a:lnTo>
                  <a:pt x="1122" y="740"/>
                </a:lnTo>
                <a:lnTo>
                  <a:pt x="1123" y="739"/>
                </a:lnTo>
                <a:lnTo>
                  <a:pt x="1123" y="738"/>
                </a:lnTo>
                <a:lnTo>
                  <a:pt x="1124" y="737"/>
                </a:lnTo>
                <a:lnTo>
                  <a:pt x="1125" y="734"/>
                </a:lnTo>
                <a:lnTo>
                  <a:pt x="1126" y="732"/>
                </a:lnTo>
                <a:lnTo>
                  <a:pt x="1126" y="729"/>
                </a:lnTo>
                <a:lnTo>
                  <a:pt x="1126" y="728"/>
                </a:lnTo>
                <a:lnTo>
                  <a:pt x="1127" y="727"/>
                </a:lnTo>
                <a:lnTo>
                  <a:pt x="1128" y="727"/>
                </a:lnTo>
                <a:lnTo>
                  <a:pt x="1128" y="728"/>
                </a:lnTo>
                <a:lnTo>
                  <a:pt x="1129" y="728"/>
                </a:lnTo>
                <a:lnTo>
                  <a:pt x="1130" y="727"/>
                </a:lnTo>
                <a:lnTo>
                  <a:pt x="1131" y="727"/>
                </a:lnTo>
                <a:lnTo>
                  <a:pt x="1132" y="728"/>
                </a:lnTo>
                <a:lnTo>
                  <a:pt x="1133" y="728"/>
                </a:lnTo>
                <a:lnTo>
                  <a:pt x="1134" y="728"/>
                </a:lnTo>
                <a:lnTo>
                  <a:pt x="1135" y="728"/>
                </a:lnTo>
                <a:lnTo>
                  <a:pt x="1137" y="727"/>
                </a:lnTo>
                <a:lnTo>
                  <a:pt x="1138" y="727"/>
                </a:lnTo>
                <a:lnTo>
                  <a:pt x="1138" y="728"/>
                </a:lnTo>
                <a:lnTo>
                  <a:pt x="1139" y="729"/>
                </a:lnTo>
                <a:lnTo>
                  <a:pt x="1140" y="730"/>
                </a:lnTo>
                <a:lnTo>
                  <a:pt x="1142" y="731"/>
                </a:lnTo>
                <a:lnTo>
                  <a:pt x="1142" y="732"/>
                </a:lnTo>
                <a:lnTo>
                  <a:pt x="1142" y="733"/>
                </a:lnTo>
                <a:lnTo>
                  <a:pt x="1142" y="734"/>
                </a:lnTo>
                <a:lnTo>
                  <a:pt x="1142" y="735"/>
                </a:lnTo>
                <a:lnTo>
                  <a:pt x="1143" y="735"/>
                </a:lnTo>
                <a:lnTo>
                  <a:pt x="1144" y="736"/>
                </a:lnTo>
                <a:lnTo>
                  <a:pt x="1144" y="737"/>
                </a:lnTo>
                <a:lnTo>
                  <a:pt x="1145" y="737"/>
                </a:lnTo>
                <a:lnTo>
                  <a:pt x="1147" y="738"/>
                </a:lnTo>
                <a:lnTo>
                  <a:pt x="1149" y="737"/>
                </a:lnTo>
                <a:lnTo>
                  <a:pt x="1150" y="738"/>
                </a:lnTo>
                <a:lnTo>
                  <a:pt x="1150" y="739"/>
                </a:lnTo>
                <a:lnTo>
                  <a:pt x="1151" y="739"/>
                </a:lnTo>
                <a:lnTo>
                  <a:pt x="1152" y="739"/>
                </a:lnTo>
                <a:lnTo>
                  <a:pt x="1153" y="739"/>
                </a:lnTo>
                <a:lnTo>
                  <a:pt x="1154" y="739"/>
                </a:lnTo>
                <a:lnTo>
                  <a:pt x="1155" y="739"/>
                </a:lnTo>
                <a:lnTo>
                  <a:pt x="1155" y="740"/>
                </a:lnTo>
                <a:lnTo>
                  <a:pt x="1155" y="741"/>
                </a:lnTo>
                <a:lnTo>
                  <a:pt x="1156" y="743"/>
                </a:lnTo>
                <a:lnTo>
                  <a:pt x="1156" y="744"/>
                </a:lnTo>
                <a:lnTo>
                  <a:pt x="1157" y="746"/>
                </a:lnTo>
                <a:lnTo>
                  <a:pt x="1157" y="747"/>
                </a:lnTo>
                <a:lnTo>
                  <a:pt x="1158" y="747"/>
                </a:lnTo>
                <a:lnTo>
                  <a:pt x="1159" y="747"/>
                </a:lnTo>
                <a:lnTo>
                  <a:pt x="1161" y="746"/>
                </a:lnTo>
                <a:lnTo>
                  <a:pt x="1162" y="747"/>
                </a:lnTo>
                <a:lnTo>
                  <a:pt x="1162" y="748"/>
                </a:lnTo>
                <a:lnTo>
                  <a:pt x="1163" y="749"/>
                </a:lnTo>
                <a:lnTo>
                  <a:pt x="1163" y="750"/>
                </a:lnTo>
                <a:lnTo>
                  <a:pt x="1164" y="750"/>
                </a:lnTo>
                <a:lnTo>
                  <a:pt x="1165" y="750"/>
                </a:lnTo>
                <a:lnTo>
                  <a:pt x="1165" y="751"/>
                </a:lnTo>
                <a:lnTo>
                  <a:pt x="1166" y="752"/>
                </a:lnTo>
                <a:lnTo>
                  <a:pt x="1166" y="753"/>
                </a:lnTo>
                <a:lnTo>
                  <a:pt x="1167" y="754"/>
                </a:lnTo>
                <a:lnTo>
                  <a:pt x="1168" y="755"/>
                </a:lnTo>
                <a:lnTo>
                  <a:pt x="1169" y="755"/>
                </a:lnTo>
                <a:lnTo>
                  <a:pt x="1169" y="756"/>
                </a:lnTo>
                <a:lnTo>
                  <a:pt x="1169" y="757"/>
                </a:lnTo>
                <a:lnTo>
                  <a:pt x="1169" y="758"/>
                </a:lnTo>
                <a:lnTo>
                  <a:pt x="1170" y="758"/>
                </a:lnTo>
                <a:lnTo>
                  <a:pt x="1171" y="758"/>
                </a:lnTo>
                <a:lnTo>
                  <a:pt x="1172" y="760"/>
                </a:lnTo>
                <a:lnTo>
                  <a:pt x="1174" y="760"/>
                </a:lnTo>
                <a:lnTo>
                  <a:pt x="1175" y="761"/>
                </a:lnTo>
                <a:lnTo>
                  <a:pt x="1176" y="762"/>
                </a:lnTo>
                <a:lnTo>
                  <a:pt x="1178" y="763"/>
                </a:lnTo>
                <a:lnTo>
                  <a:pt x="1179" y="763"/>
                </a:lnTo>
                <a:lnTo>
                  <a:pt x="1179" y="764"/>
                </a:lnTo>
                <a:lnTo>
                  <a:pt x="1179" y="765"/>
                </a:lnTo>
                <a:lnTo>
                  <a:pt x="1179" y="766"/>
                </a:lnTo>
                <a:lnTo>
                  <a:pt x="1181" y="765"/>
                </a:lnTo>
                <a:lnTo>
                  <a:pt x="1182" y="765"/>
                </a:lnTo>
                <a:lnTo>
                  <a:pt x="1183" y="765"/>
                </a:lnTo>
                <a:lnTo>
                  <a:pt x="1184" y="765"/>
                </a:lnTo>
                <a:lnTo>
                  <a:pt x="1185" y="766"/>
                </a:lnTo>
                <a:lnTo>
                  <a:pt x="1186" y="767"/>
                </a:lnTo>
                <a:lnTo>
                  <a:pt x="1187" y="767"/>
                </a:lnTo>
                <a:lnTo>
                  <a:pt x="1188" y="768"/>
                </a:lnTo>
                <a:lnTo>
                  <a:pt x="1189" y="769"/>
                </a:lnTo>
                <a:lnTo>
                  <a:pt x="1190" y="770"/>
                </a:lnTo>
                <a:lnTo>
                  <a:pt x="1191" y="771"/>
                </a:lnTo>
                <a:lnTo>
                  <a:pt x="1192" y="771"/>
                </a:lnTo>
                <a:lnTo>
                  <a:pt x="1193" y="771"/>
                </a:lnTo>
                <a:lnTo>
                  <a:pt x="1193" y="772"/>
                </a:lnTo>
                <a:lnTo>
                  <a:pt x="1193" y="773"/>
                </a:lnTo>
                <a:lnTo>
                  <a:pt x="1194" y="773"/>
                </a:lnTo>
                <a:lnTo>
                  <a:pt x="1195" y="773"/>
                </a:lnTo>
                <a:lnTo>
                  <a:pt x="1196" y="773"/>
                </a:lnTo>
                <a:lnTo>
                  <a:pt x="1196" y="774"/>
                </a:lnTo>
                <a:lnTo>
                  <a:pt x="1196" y="775"/>
                </a:lnTo>
                <a:lnTo>
                  <a:pt x="1196" y="776"/>
                </a:lnTo>
                <a:lnTo>
                  <a:pt x="1197" y="776"/>
                </a:lnTo>
                <a:lnTo>
                  <a:pt x="1198" y="775"/>
                </a:lnTo>
                <a:lnTo>
                  <a:pt x="1199" y="774"/>
                </a:lnTo>
                <a:lnTo>
                  <a:pt x="1200" y="774"/>
                </a:lnTo>
                <a:lnTo>
                  <a:pt x="1201" y="774"/>
                </a:lnTo>
                <a:lnTo>
                  <a:pt x="1201" y="775"/>
                </a:lnTo>
                <a:lnTo>
                  <a:pt x="1202" y="775"/>
                </a:lnTo>
                <a:lnTo>
                  <a:pt x="1203" y="774"/>
                </a:lnTo>
                <a:lnTo>
                  <a:pt x="1204" y="774"/>
                </a:lnTo>
                <a:lnTo>
                  <a:pt x="1204" y="775"/>
                </a:lnTo>
                <a:lnTo>
                  <a:pt x="1205" y="775"/>
                </a:lnTo>
                <a:lnTo>
                  <a:pt x="1206" y="776"/>
                </a:lnTo>
                <a:lnTo>
                  <a:pt x="1208" y="778"/>
                </a:lnTo>
                <a:lnTo>
                  <a:pt x="1211" y="779"/>
                </a:lnTo>
                <a:lnTo>
                  <a:pt x="1215" y="779"/>
                </a:lnTo>
                <a:lnTo>
                  <a:pt x="1217" y="779"/>
                </a:lnTo>
                <a:lnTo>
                  <a:pt x="1219" y="778"/>
                </a:lnTo>
                <a:lnTo>
                  <a:pt x="1221" y="776"/>
                </a:lnTo>
                <a:lnTo>
                  <a:pt x="1222" y="777"/>
                </a:lnTo>
                <a:lnTo>
                  <a:pt x="1223" y="777"/>
                </a:lnTo>
                <a:lnTo>
                  <a:pt x="1225" y="777"/>
                </a:lnTo>
                <a:lnTo>
                  <a:pt x="1225" y="778"/>
                </a:lnTo>
                <a:lnTo>
                  <a:pt x="1226" y="778"/>
                </a:lnTo>
                <a:lnTo>
                  <a:pt x="1227" y="778"/>
                </a:lnTo>
                <a:lnTo>
                  <a:pt x="1228" y="778"/>
                </a:lnTo>
                <a:lnTo>
                  <a:pt x="1228" y="779"/>
                </a:lnTo>
                <a:lnTo>
                  <a:pt x="1229" y="779"/>
                </a:lnTo>
                <a:lnTo>
                  <a:pt x="1230" y="779"/>
                </a:lnTo>
                <a:lnTo>
                  <a:pt x="1232" y="779"/>
                </a:lnTo>
                <a:lnTo>
                  <a:pt x="1233" y="779"/>
                </a:lnTo>
                <a:lnTo>
                  <a:pt x="1234" y="780"/>
                </a:lnTo>
                <a:lnTo>
                  <a:pt x="1235" y="780"/>
                </a:lnTo>
                <a:lnTo>
                  <a:pt x="1237" y="781"/>
                </a:lnTo>
                <a:lnTo>
                  <a:pt x="1238" y="780"/>
                </a:lnTo>
                <a:lnTo>
                  <a:pt x="1240" y="780"/>
                </a:lnTo>
                <a:lnTo>
                  <a:pt x="1241" y="780"/>
                </a:lnTo>
                <a:lnTo>
                  <a:pt x="1242" y="780"/>
                </a:lnTo>
                <a:lnTo>
                  <a:pt x="1243" y="781"/>
                </a:lnTo>
                <a:lnTo>
                  <a:pt x="1244" y="782"/>
                </a:lnTo>
                <a:lnTo>
                  <a:pt x="1244" y="783"/>
                </a:lnTo>
                <a:lnTo>
                  <a:pt x="1245" y="784"/>
                </a:lnTo>
                <a:lnTo>
                  <a:pt x="1247" y="785"/>
                </a:lnTo>
                <a:lnTo>
                  <a:pt x="1247" y="786"/>
                </a:lnTo>
                <a:lnTo>
                  <a:pt x="1248" y="786"/>
                </a:lnTo>
                <a:lnTo>
                  <a:pt x="1249" y="785"/>
                </a:lnTo>
                <a:lnTo>
                  <a:pt x="1251" y="785"/>
                </a:lnTo>
                <a:lnTo>
                  <a:pt x="1253" y="784"/>
                </a:lnTo>
                <a:lnTo>
                  <a:pt x="1255" y="784"/>
                </a:lnTo>
                <a:lnTo>
                  <a:pt x="1257" y="785"/>
                </a:lnTo>
                <a:lnTo>
                  <a:pt x="1258" y="785"/>
                </a:lnTo>
                <a:lnTo>
                  <a:pt x="1259" y="785"/>
                </a:lnTo>
                <a:lnTo>
                  <a:pt x="1260" y="785"/>
                </a:lnTo>
                <a:lnTo>
                  <a:pt x="1261" y="785"/>
                </a:lnTo>
                <a:lnTo>
                  <a:pt x="1261" y="786"/>
                </a:lnTo>
                <a:lnTo>
                  <a:pt x="1262" y="786"/>
                </a:lnTo>
                <a:lnTo>
                  <a:pt x="1263" y="785"/>
                </a:lnTo>
                <a:lnTo>
                  <a:pt x="1267" y="785"/>
                </a:lnTo>
                <a:lnTo>
                  <a:pt x="1269" y="786"/>
                </a:lnTo>
                <a:lnTo>
                  <a:pt x="1270" y="788"/>
                </a:lnTo>
                <a:lnTo>
                  <a:pt x="1270" y="790"/>
                </a:lnTo>
                <a:lnTo>
                  <a:pt x="1272" y="791"/>
                </a:lnTo>
                <a:lnTo>
                  <a:pt x="1273" y="792"/>
                </a:lnTo>
                <a:lnTo>
                  <a:pt x="1275" y="793"/>
                </a:lnTo>
                <a:lnTo>
                  <a:pt x="1276" y="794"/>
                </a:lnTo>
                <a:lnTo>
                  <a:pt x="1276" y="796"/>
                </a:lnTo>
                <a:lnTo>
                  <a:pt x="1276" y="797"/>
                </a:lnTo>
                <a:lnTo>
                  <a:pt x="1277" y="798"/>
                </a:lnTo>
                <a:lnTo>
                  <a:pt x="1279" y="802"/>
                </a:lnTo>
                <a:lnTo>
                  <a:pt x="1280" y="804"/>
                </a:lnTo>
                <a:lnTo>
                  <a:pt x="1280" y="806"/>
                </a:lnTo>
                <a:lnTo>
                  <a:pt x="1281" y="807"/>
                </a:lnTo>
                <a:lnTo>
                  <a:pt x="1282" y="807"/>
                </a:lnTo>
                <a:lnTo>
                  <a:pt x="1282" y="808"/>
                </a:lnTo>
                <a:lnTo>
                  <a:pt x="1284" y="806"/>
                </a:lnTo>
                <a:lnTo>
                  <a:pt x="1285" y="806"/>
                </a:lnTo>
                <a:lnTo>
                  <a:pt x="1285" y="805"/>
                </a:lnTo>
                <a:lnTo>
                  <a:pt x="1285" y="804"/>
                </a:lnTo>
                <a:lnTo>
                  <a:pt x="1286" y="803"/>
                </a:lnTo>
                <a:lnTo>
                  <a:pt x="1287" y="802"/>
                </a:lnTo>
                <a:lnTo>
                  <a:pt x="1287" y="801"/>
                </a:lnTo>
                <a:lnTo>
                  <a:pt x="1289" y="801"/>
                </a:lnTo>
                <a:lnTo>
                  <a:pt x="1289" y="800"/>
                </a:lnTo>
                <a:lnTo>
                  <a:pt x="1291" y="801"/>
                </a:lnTo>
                <a:lnTo>
                  <a:pt x="1292" y="801"/>
                </a:lnTo>
                <a:lnTo>
                  <a:pt x="1294" y="801"/>
                </a:lnTo>
                <a:lnTo>
                  <a:pt x="1295" y="801"/>
                </a:lnTo>
                <a:lnTo>
                  <a:pt x="1296" y="800"/>
                </a:lnTo>
                <a:lnTo>
                  <a:pt x="1296" y="799"/>
                </a:lnTo>
                <a:lnTo>
                  <a:pt x="1297" y="798"/>
                </a:lnTo>
                <a:lnTo>
                  <a:pt x="1299" y="797"/>
                </a:lnTo>
                <a:lnTo>
                  <a:pt x="1301" y="795"/>
                </a:lnTo>
                <a:lnTo>
                  <a:pt x="1302" y="795"/>
                </a:lnTo>
                <a:lnTo>
                  <a:pt x="1303" y="795"/>
                </a:lnTo>
                <a:lnTo>
                  <a:pt x="1305" y="795"/>
                </a:lnTo>
                <a:lnTo>
                  <a:pt x="1306" y="794"/>
                </a:lnTo>
                <a:lnTo>
                  <a:pt x="1307" y="791"/>
                </a:lnTo>
                <a:lnTo>
                  <a:pt x="1308" y="791"/>
                </a:lnTo>
                <a:lnTo>
                  <a:pt x="1309" y="789"/>
                </a:lnTo>
                <a:lnTo>
                  <a:pt x="1310" y="788"/>
                </a:lnTo>
                <a:lnTo>
                  <a:pt x="1312" y="788"/>
                </a:lnTo>
                <a:lnTo>
                  <a:pt x="1314" y="789"/>
                </a:lnTo>
                <a:lnTo>
                  <a:pt x="1315" y="789"/>
                </a:lnTo>
                <a:lnTo>
                  <a:pt x="1315" y="788"/>
                </a:lnTo>
                <a:lnTo>
                  <a:pt x="1316" y="787"/>
                </a:lnTo>
                <a:lnTo>
                  <a:pt x="1316" y="788"/>
                </a:lnTo>
                <a:lnTo>
                  <a:pt x="1317" y="789"/>
                </a:lnTo>
                <a:lnTo>
                  <a:pt x="1318" y="790"/>
                </a:lnTo>
                <a:lnTo>
                  <a:pt x="1319" y="791"/>
                </a:lnTo>
                <a:lnTo>
                  <a:pt x="1320" y="791"/>
                </a:lnTo>
                <a:lnTo>
                  <a:pt x="1321" y="791"/>
                </a:lnTo>
                <a:lnTo>
                  <a:pt x="1322" y="791"/>
                </a:lnTo>
                <a:lnTo>
                  <a:pt x="1323" y="791"/>
                </a:lnTo>
                <a:lnTo>
                  <a:pt x="1324" y="791"/>
                </a:lnTo>
                <a:lnTo>
                  <a:pt x="1324" y="792"/>
                </a:lnTo>
                <a:lnTo>
                  <a:pt x="1325" y="792"/>
                </a:lnTo>
                <a:lnTo>
                  <a:pt x="1327" y="791"/>
                </a:lnTo>
                <a:lnTo>
                  <a:pt x="1329" y="791"/>
                </a:lnTo>
                <a:lnTo>
                  <a:pt x="1330" y="791"/>
                </a:lnTo>
                <a:lnTo>
                  <a:pt x="1331" y="791"/>
                </a:lnTo>
                <a:lnTo>
                  <a:pt x="1332" y="791"/>
                </a:lnTo>
                <a:lnTo>
                  <a:pt x="1333" y="792"/>
                </a:lnTo>
                <a:lnTo>
                  <a:pt x="1335" y="793"/>
                </a:lnTo>
                <a:lnTo>
                  <a:pt x="1337" y="793"/>
                </a:lnTo>
                <a:lnTo>
                  <a:pt x="1338" y="794"/>
                </a:lnTo>
                <a:lnTo>
                  <a:pt x="1339" y="793"/>
                </a:lnTo>
                <a:lnTo>
                  <a:pt x="1339" y="790"/>
                </a:lnTo>
                <a:lnTo>
                  <a:pt x="1339" y="789"/>
                </a:lnTo>
                <a:lnTo>
                  <a:pt x="1339" y="788"/>
                </a:lnTo>
                <a:lnTo>
                  <a:pt x="1341" y="786"/>
                </a:lnTo>
                <a:lnTo>
                  <a:pt x="1342" y="785"/>
                </a:lnTo>
                <a:lnTo>
                  <a:pt x="1344" y="784"/>
                </a:lnTo>
                <a:lnTo>
                  <a:pt x="1345" y="783"/>
                </a:lnTo>
                <a:lnTo>
                  <a:pt x="1348" y="780"/>
                </a:lnTo>
                <a:lnTo>
                  <a:pt x="1351" y="777"/>
                </a:lnTo>
                <a:lnTo>
                  <a:pt x="1353" y="775"/>
                </a:lnTo>
                <a:lnTo>
                  <a:pt x="1355" y="774"/>
                </a:lnTo>
                <a:lnTo>
                  <a:pt x="1356" y="773"/>
                </a:lnTo>
                <a:lnTo>
                  <a:pt x="1356" y="772"/>
                </a:lnTo>
                <a:lnTo>
                  <a:pt x="1356" y="771"/>
                </a:lnTo>
                <a:lnTo>
                  <a:pt x="1356" y="770"/>
                </a:lnTo>
                <a:lnTo>
                  <a:pt x="1357" y="769"/>
                </a:lnTo>
                <a:lnTo>
                  <a:pt x="1357" y="768"/>
                </a:lnTo>
                <a:lnTo>
                  <a:pt x="1358" y="767"/>
                </a:lnTo>
                <a:lnTo>
                  <a:pt x="1358" y="766"/>
                </a:lnTo>
                <a:lnTo>
                  <a:pt x="1357" y="764"/>
                </a:lnTo>
                <a:lnTo>
                  <a:pt x="1356" y="763"/>
                </a:lnTo>
                <a:lnTo>
                  <a:pt x="1356" y="762"/>
                </a:lnTo>
                <a:lnTo>
                  <a:pt x="1357" y="762"/>
                </a:lnTo>
                <a:lnTo>
                  <a:pt x="1357" y="761"/>
                </a:lnTo>
                <a:lnTo>
                  <a:pt x="1358" y="760"/>
                </a:lnTo>
                <a:lnTo>
                  <a:pt x="1358" y="759"/>
                </a:lnTo>
                <a:lnTo>
                  <a:pt x="1358" y="758"/>
                </a:lnTo>
                <a:lnTo>
                  <a:pt x="1359" y="757"/>
                </a:lnTo>
                <a:lnTo>
                  <a:pt x="1360" y="757"/>
                </a:lnTo>
                <a:lnTo>
                  <a:pt x="1360" y="756"/>
                </a:lnTo>
                <a:lnTo>
                  <a:pt x="1360" y="755"/>
                </a:lnTo>
                <a:lnTo>
                  <a:pt x="1360" y="753"/>
                </a:lnTo>
                <a:lnTo>
                  <a:pt x="1360" y="751"/>
                </a:lnTo>
                <a:lnTo>
                  <a:pt x="1360" y="749"/>
                </a:lnTo>
                <a:lnTo>
                  <a:pt x="1361" y="748"/>
                </a:lnTo>
                <a:lnTo>
                  <a:pt x="1360" y="747"/>
                </a:lnTo>
                <a:lnTo>
                  <a:pt x="1360" y="746"/>
                </a:lnTo>
                <a:lnTo>
                  <a:pt x="1358" y="744"/>
                </a:lnTo>
                <a:lnTo>
                  <a:pt x="1357" y="743"/>
                </a:lnTo>
                <a:lnTo>
                  <a:pt x="1357" y="742"/>
                </a:lnTo>
                <a:lnTo>
                  <a:pt x="1357" y="740"/>
                </a:lnTo>
                <a:lnTo>
                  <a:pt x="1357" y="739"/>
                </a:lnTo>
                <a:lnTo>
                  <a:pt x="1356" y="739"/>
                </a:lnTo>
                <a:lnTo>
                  <a:pt x="1356" y="738"/>
                </a:lnTo>
                <a:lnTo>
                  <a:pt x="1356" y="736"/>
                </a:lnTo>
                <a:lnTo>
                  <a:pt x="1357" y="734"/>
                </a:lnTo>
                <a:lnTo>
                  <a:pt x="1357" y="733"/>
                </a:lnTo>
                <a:lnTo>
                  <a:pt x="1357" y="730"/>
                </a:lnTo>
                <a:lnTo>
                  <a:pt x="1358" y="727"/>
                </a:lnTo>
                <a:lnTo>
                  <a:pt x="1358" y="724"/>
                </a:lnTo>
                <a:lnTo>
                  <a:pt x="1358" y="722"/>
                </a:lnTo>
                <a:lnTo>
                  <a:pt x="1361" y="696"/>
                </a:lnTo>
                <a:lnTo>
                  <a:pt x="1362" y="682"/>
                </a:lnTo>
                <a:lnTo>
                  <a:pt x="1362" y="681"/>
                </a:lnTo>
                <a:lnTo>
                  <a:pt x="1362" y="679"/>
                </a:lnTo>
                <a:lnTo>
                  <a:pt x="1362" y="677"/>
                </a:lnTo>
                <a:lnTo>
                  <a:pt x="1362" y="676"/>
                </a:lnTo>
                <a:lnTo>
                  <a:pt x="1362" y="675"/>
                </a:lnTo>
                <a:lnTo>
                  <a:pt x="1362" y="674"/>
                </a:lnTo>
                <a:lnTo>
                  <a:pt x="1363" y="673"/>
                </a:lnTo>
                <a:lnTo>
                  <a:pt x="1362" y="672"/>
                </a:lnTo>
                <a:lnTo>
                  <a:pt x="1362" y="671"/>
                </a:lnTo>
                <a:lnTo>
                  <a:pt x="1361" y="672"/>
                </a:lnTo>
                <a:lnTo>
                  <a:pt x="1361" y="671"/>
                </a:lnTo>
                <a:lnTo>
                  <a:pt x="1362" y="671"/>
                </a:lnTo>
                <a:lnTo>
                  <a:pt x="1362" y="670"/>
                </a:lnTo>
                <a:lnTo>
                  <a:pt x="1363" y="669"/>
                </a:lnTo>
                <a:lnTo>
                  <a:pt x="1363" y="668"/>
                </a:lnTo>
                <a:lnTo>
                  <a:pt x="1364" y="668"/>
                </a:lnTo>
                <a:lnTo>
                  <a:pt x="1364" y="667"/>
                </a:lnTo>
                <a:lnTo>
                  <a:pt x="1364" y="666"/>
                </a:lnTo>
                <a:lnTo>
                  <a:pt x="1364" y="665"/>
                </a:lnTo>
                <a:lnTo>
                  <a:pt x="1365" y="665"/>
                </a:lnTo>
                <a:lnTo>
                  <a:pt x="1365" y="664"/>
                </a:lnTo>
                <a:lnTo>
                  <a:pt x="1364" y="664"/>
                </a:lnTo>
                <a:lnTo>
                  <a:pt x="1365" y="664"/>
                </a:lnTo>
                <a:lnTo>
                  <a:pt x="1365" y="663"/>
                </a:lnTo>
                <a:lnTo>
                  <a:pt x="1365" y="662"/>
                </a:lnTo>
                <a:lnTo>
                  <a:pt x="1366" y="662"/>
                </a:lnTo>
                <a:lnTo>
                  <a:pt x="1366" y="661"/>
                </a:lnTo>
                <a:lnTo>
                  <a:pt x="1366" y="660"/>
                </a:lnTo>
                <a:lnTo>
                  <a:pt x="1366" y="659"/>
                </a:lnTo>
                <a:lnTo>
                  <a:pt x="1367" y="659"/>
                </a:lnTo>
                <a:lnTo>
                  <a:pt x="1367" y="658"/>
                </a:lnTo>
                <a:lnTo>
                  <a:pt x="1368" y="658"/>
                </a:lnTo>
                <a:lnTo>
                  <a:pt x="1368" y="657"/>
                </a:lnTo>
                <a:lnTo>
                  <a:pt x="1368" y="656"/>
                </a:lnTo>
                <a:lnTo>
                  <a:pt x="1369" y="655"/>
                </a:lnTo>
                <a:lnTo>
                  <a:pt x="1370" y="654"/>
                </a:lnTo>
                <a:lnTo>
                  <a:pt x="1370" y="653"/>
                </a:lnTo>
                <a:lnTo>
                  <a:pt x="1371" y="652"/>
                </a:lnTo>
                <a:lnTo>
                  <a:pt x="1371" y="651"/>
                </a:lnTo>
                <a:lnTo>
                  <a:pt x="1372" y="650"/>
                </a:lnTo>
                <a:lnTo>
                  <a:pt x="1373" y="650"/>
                </a:lnTo>
                <a:lnTo>
                  <a:pt x="1374" y="650"/>
                </a:lnTo>
                <a:lnTo>
                  <a:pt x="1375" y="650"/>
                </a:lnTo>
                <a:lnTo>
                  <a:pt x="1375" y="649"/>
                </a:lnTo>
                <a:lnTo>
                  <a:pt x="1375" y="648"/>
                </a:lnTo>
                <a:lnTo>
                  <a:pt x="1376" y="648"/>
                </a:lnTo>
                <a:lnTo>
                  <a:pt x="1376" y="647"/>
                </a:lnTo>
                <a:lnTo>
                  <a:pt x="1377" y="647"/>
                </a:lnTo>
                <a:lnTo>
                  <a:pt x="1377" y="646"/>
                </a:lnTo>
                <a:lnTo>
                  <a:pt x="1378" y="646"/>
                </a:lnTo>
                <a:lnTo>
                  <a:pt x="1379" y="646"/>
                </a:lnTo>
                <a:lnTo>
                  <a:pt x="1379" y="645"/>
                </a:lnTo>
                <a:lnTo>
                  <a:pt x="1379" y="644"/>
                </a:lnTo>
                <a:lnTo>
                  <a:pt x="1380" y="644"/>
                </a:lnTo>
                <a:lnTo>
                  <a:pt x="1380" y="643"/>
                </a:lnTo>
                <a:lnTo>
                  <a:pt x="1381" y="642"/>
                </a:lnTo>
                <a:lnTo>
                  <a:pt x="1381" y="641"/>
                </a:lnTo>
                <a:lnTo>
                  <a:pt x="1382" y="641"/>
                </a:lnTo>
                <a:lnTo>
                  <a:pt x="1382" y="640"/>
                </a:lnTo>
                <a:lnTo>
                  <a:pt x="1382" y="639"/>
                </a:lnTo>
                <a:lnTo>
                  <a:pt x="1383" y="639"/>
                </a:lnTo>
                <a:lnTo>
                  <a:pt x="1383" y="638"/>
                </a:lnTo>
                <a:lnTo>
                  <a:pt x="1383" y="637"/>
                </a:lnTo>
                <a:lnTo>
                  <a:pt x="1383" y="636"/>
                </a:lnTo>
                <a:lnTo>
                  <a:pt x="1384" y="635"/>
                </a:lnTo>
                <a:lnTo>
                  <a:pt x="1385" y="634"/>
                </a:lnTo>
                <a:lnTo>
                  <a:pt x="1386" y="633"/>
                </a:lnTo>
                <a:lnTo>
                  <a:pt x="1386" y="632"/>
                </a:lnTo>
                <a:lnTo>
                  <a:pt x="1388" y="631"/>
                </a:lnTo>
                <a:lnTo>
                  <a:pt x="1389" y="630"/>
                </a:lnTo>
                <a:lnTo>
                  <a:pt x="1390" y="629"/>
                </a:lnTo>
                <a:lnTo>
                  <a:pt x="1390" y="628"/>
                </a:lnTo>
                <a:lnTo>
                  <a:pt x="1392" y="627"/>
                </a:lnTo>
                <a:lnTo>
                  <a:pt x="1393" y="627"/>
                </a:lnTo>
                <a:lnTo>
                  <a:pt x="1393" y="626"/>
                </a:lnTo>
                <a:lnTo>
                  <a:pt x="1394" y="626"/>
                </a:lnTo>
                <a:lnTo>
                  <a:pt x="1394" y="627"/>
                </a:lnTo>
                <a:lnTo>
                  <a:pt x="1395" y="627"/>
                </a:lnTo>
                <a:lnTo>
                  <a:pt x="1397" y="626"/>
                </a:lnTo>
                <a:lnTo>
                  <a:pt x="1398" y="626"/>
                </a:lnTo>
                <a:lnTo>
                  <a:pt x="1399" y="626"/>
                </a:lnTo>
                <a:lnTo>
                  <a:pt x="1400" y="626"/>
                </a:lnTo>
                <a:lnTo>
                  <a:pt x="1401" y="626"/>
                </a:lnTo>
                <a:lnTo>
                  <a:pt x="1402" y="627"/>
                </a:lnTo>
                <a:lnTo>
                  <a:pt x="1403" y="627"/>
                </a:lnTo>
                <a:lnTo>
                  <a:pt x="1404" y="626"/>
                </a:lnTo>
                <a:lnTo>
                  <a:pt x="1405" y="626"/>
                </a:lnTo>
                <a:lnTo>
                  <a:pt x="1417" y="628"/>
                </a:lnTo>
                <a:lnTo>
                  <a:pt x="1430" y="632"/>
                </a:lnTo>
                <a:lnTo>
                  <a:pt x="1431" y="632"/>
                </a:lnTo>
                <a:lnTo>
                  <a:pt x="1431" y="631"/>
                </a:lnTo>
                <a:lnTo>
                  <a:pt x="1432" y="631"/>
                </a:lnTo>
                <a:lnTo>
                  <a:pt x="1433" y="631"/>
                </a:lnTo>
                <a:lnTo>
                  <a:pt x="1433" y="630"/>
                </a:lnTo>
                <a:lnTo>
                  <a:pt x="1434" y="630"/>
                </a:lnTo>
                <a:lnTo>
                  <a:pt x="1435" y="630"/>
                </a:lnTo>
                <a:lnTo>
                  <a:pt x="1435" y="629"/>
                </a:lnTo>
                <a:lnTo>
                  <a:pt x="1436" y="629"/>
                </a:lnTo>
                <a:lnTo>
                  <a:pt x="1437" y="628"/>
                </a:lnTo>
                <a:lnTo>
                  <a:pt x="1437" y="627"/>
                </a:lnTo>
                <a:lnTo>
                  <a:pt x="1438" y="627"/>
                </a:lnTo>
                <a:lnTo>
                  <a:pt x="1439" y="626"/>
                </a:lnTo>
                <a:lnTo>
                  <a:pt x="1440" y="626"/>
                </a:lnTo>
                <a:lnTo>
                  <a:pt x="1441" y="626"/>
                </a:lnTo>
                <a:lnTo>
                  <a:pt x="1442" y="626"/>
                </a:lnTo>
                <a:lnTo>
                  <a:pt x="1443" y="626"/>
                </a:lnTo>
                <a:lnTo>
                  <a:pt x="1444" y="626"/>
                </a:lnTo>
                <a:lnTo>
                  <a:pt x="1444" y="625"/>
                </a:lnTo>
                <a:lnTo>
                  <a:pt x="1445" y="625"/>
                </a:lnTo>
                <a:lnTo>
                  <a:pt x="1445" y="626"/>
                </a:lnTo>
                <a:lnTo>
                  <a:pt x="1446" y="627"/>
                </a:lnTo>
                <a:lnTo>
                  <a:pt x="1447" y="628"/>
                </a:lnTo>
                <a:lnTo>
                  <a:pt x="1447" y="629"/>
                </a:lnTo>
                <a:lnTo>
                  <a:pt x="1464" y="624"/>
                </a:lnTo>
                <a:lnTo>
                  <a:pt x="1465" y="623"/>
                </a:lnTo>
                <a:lnTo>
                  <a:pt x="1466" y="622"/>
                </a:lnTo>
                <a:lnTo>
                  <a:pt x="1466" y="620"/>
                </a:lnTo>
                <a:lnTo>
                  <a:pt x="1466" y="619"/>
                </a:lnTo>
                <a:lnTo>
                  <a:pt x="1467" y="618"/>
                </a:lnTo>
                <a:lnTo>
                  <a:pt x="1468" y="617"/>
                </a:lnTo>
                <a:lnTo>
                  <a:pt x="1469" y="617"/>
                </a:lnTo>
                <a:lnTo>
                  <a:pt x="1470" y="616"/>
                </a:lnTo>
                <a:lnTo>
                  <a:pt x="1470" y="615"/>
                </a:lnTo>
                <a:lnTo>
                  <a:pt x="1470" y="614"/>
                </a:lnTo>
                <a:lnTo>
                  <a:pt x="1471" y="614"/>
                </a:lnTo>
                <a:lnTo>
                  <a:pt x="1472" y="614"/>
                </a:lnTo>
                <a:lnTo>
                  <a:pt x="1473" y="614"/>
                </a:lnTo>
                <a:lnTo>
                  <a:pt x="1475" y="613"/>
                </a:lnTo>
                <a:lnTo>
                  <a:pt x="1476" y="611"/>
                </a:lnTo>
                <a:lnTo>
                  <a:pt x="1477" y="611"/>
                </a:lnTo>
                <a:lnTo>
                  <a:pt x="1477" y="610"/>
                </a:lnTo>
                <a:lnTo>
                  <a:pt x="1478" y="609"/>
                </a:lnTo>
                <a:lnTo>
                  <a:pt x="1480" y="608"/>
                </a:lnTo>
                <a:lnTo>
                  <a:pt x="1482" y="607"/>
                </a:lnTo>
                <a:lnTo>
                  <a:pt x="1483" y="605"/>
                </a:lnTo>
                <a:lnTo>
                  <a:pt x="1484" y="603"/>
                </a:lnTo>
                <a:lnTo>
                  <a:pt x="1485" y="603"/>
                </a:lnTo>
                <a:lnTo>
                  <a:pt x="1485" y="601"/>
                </a:lnTo>
                <a:lnTo>
                  <a:pt x="1485" y="600"/>
                </a:lnTo>
                <a:lnTo>
                  <a:pt x="1484" y="599"/>
                </a:lnTo>
                <a:lnTo>
                  <a:pt x="1484" y="598"/>
                </a:lnTo>
                <a:lnTo>
                  <a:pt x="1484" y="597"/>
                </a:lnTo>
                <a:lnTo>
                  <a:pt x="1485" y="595"/>
                </a:lnTo>
                <a:lnTo>
                  <a:pt x="1485" y="594"/>
                </a:lnTo>
                <a:lnTo>
                  <a:pt x="1485" y="593"/>
                </a:lnTo>
                <a:lnTo>
                  <a:pt x="1486" y="593"/>
                </a:lnTo>
                <a:lnTo>
                  <a:pt x="1489" y="592"/>
                </a:lnTo>
                <a:lnTo>
                  <a:pt x="1490" y="591"/>
                </a:lnTo>
                <a:lnTo>
                  <a:pt x="1490" y="590"/>
                </a:lnTo>
                <a:lnTo>
                  <a:pt x="1491" y="590"/>
                </a:lnTo>
                <a:lnTo>
                  <a:pt x="1491" y="589"/>
                </a:lnTo>
                <a:lnTo>
                  <a:pt x="1491" y="588"/>
                </a:lnTo>
                <a:lnTo>
                  <a:pt x="1490" y="587"/>
                </a:lnTo>
                <a:lnTo>
                  <a:pt x="1490" y="586"/>
                </a:lnTo>
                <a:lnTo>
                  <a:pt x="1488" y="584"/>
                </a:lnTo>
                <a:lnTo>
                  <a:pt x="1488" y="583"/>
                </a:lnTo>
                <a:lnTo>
                  <a:pt x="1487" y="583"/>
                </a:lnTo>
                <a:lnTo>
                  <a:pt x="1487" y="582"/>
                </a:lnTo>
                <a:lnTo>
                  <a:pt x="1486" y="580"/>
                </a:lnTo>
                <a:lnTo>
                  <a:pt x="1486" y="579"/>
                </a:lnTo>
                <a:lnTo>
                  <a:pt x="1486" y="578"/>
                </a:lnTo>
                <a:lnTo>
                  <a:pt x="1486" y="577"/>
                </a:lnTo>
                <a:lnTo>
                  <a:pt x="1486" y="575"/>
                </a:lnTo>
                <a:lnTo>
                  <a:pt x="1486" y="574"/>
                </a:lnTo>
                <a:lnTo>
                  <a:pt x="1486" y="572"/>
                </a:lnTo>
                <a:lnTo>
                  <a:pt x="1486" y="571"/>
                </a:lnTo>
                <a:lnTo>
                  <a:pt x="1487" y="571"/>
                </a:lnTo>
                <a:lnTo>
                  <a:pt x="1487" y="569"/>
                </a:lnTo>
                <a:lnTo>
                  <a:pt x="1488" y="568"/>
                </a:lnTo>
                <a:lnTo>
                  <a:pt x="1490" y="566"/>
                </a:lnTo>
                <a:lnTo>
                  <a:pt x="1491" y="566"/>
                </a:lnTo>
                <a:lnTo>
                  <a:pt x="1492" y="566"/>
                </a:lnTo>
                <a:lnTo>
                  <a:pt x="1493" y="565"/>
                </a:lnTo>
                <a:lnTo>
                  <a:pt x="1494" y="565"/>
                </a:lnTo>
                <a:lnTo>
                  <a:pt x="1494" y="564"/>
                </a:lnTo>
                <a:lnTo>
                  <a:pt x="1495" y="564"/>
                </a:lnTo>
                <a:lnTo>
                  <a:pt x="1496" y="564"/>
                </a:lnTo>
                <a:lnTo>
                  <a:pt x="1497" y="564"/>
                </a:lnTo>
                <a:lnTo>
                  <a:pt x="1497" y="563"/>
                </a:lnTo>
                <a:lnTo>
                  <a:pt x="1498" y="563"/>
                </a:lnTo>
                <a:lnTo>
                  <a:pt x="1498" y="562"/>
                </a:lnTo>
                <a:lnTo>
                  <a:pt x="1498" y="561"/>
                </a:lnTo>
                <a:lnTo>
                  <a:pt x="1498" y="560"/>
                </a:lnTo>
                <a:lnTo>
                  <a:pt x="1498" y="559"/>
                </a:lnTo>
                <a:lnTo>
                  <a:pt x="1498" y="558"/>
                </a:lnTo>
                <a:lnTo>
                  <a:pt x="1499" y="558"/>
                </a:lnTo>
                <a:lnTo>
                  <a:pt x="1499" y="557"/>
                </a:lnTo>
                <a:lnTo>
                  <a:pt x="1500" y="557"/>
                </a:lnTo>
                <a:lnTo>
                  <a:pt x="1500" y="556"/>
                </a:lnTo>
                <a:lnTo>
                  <a:pt x="1501" y="556"/>
                </a:lnTo>
                <a:lnTo>
                  <a:pt x="1502" y="556"/>
                </a:lnTo>
                <a:lnTo>
                  <a:pt x="1502" y="555"/>
                </a:lnTo>
                <a:lnTo>
                  <a:pt x="1503" y="554"/>
                </a:lnTo>
                <a:lnTo>
                  <a:pt x="1504" y="554"/>
                </a:lnTo>
                <a:lnTo>
                  <a:pt x="1505" y="554"/>
                </a:lnTo>
                <a:lnTo>
                  <a:pt x="1506" y="555"/>
                </a:lnTo>
                <a:lnTo>
                  <a:pt x="1507" y="555"/>
                </a:lnTo>
                <a:lnTo>
                  <a:pt x="1508" y="555"/>
                </a:lnTo>
                <a:lnTo>
                  <a:pt x="1510" y="555"/>
                </a:lnTo>
                <a:lnTo>
                  <a:pt x="1511" y="555"/>
                </a:lnTo>
                <a:lnTo>
                  <a:pt x="1512" y="555"/>
                </a:lnTo>
                <a:lnTo>
                  <a:pt x="1513" y="555"/>
                </a:lnTo>
                <a:lnTo>
                  <a:pt x="1514" y="555"/>
                </a:lnTo>
                <a:lnTo>
                  <a:pt x="1515" y="556"/>
                </a:lnTo>
                <a:lnTo>
                  <a:pt x="1516" y="557"/>
                </a:lnTo>
                <a:lnTo>
                  <a:pt x="1517" y="557"/>
                </a:lnTo>
                <a:lnTo>
                  <a:pt x="1517" y="556"/>
                </a:lnTo>
                <a:lnTo>
                  <a:pt x="1518" y="556"/>
                </a:lnTo>
                <a:lnTo>
                  <a:pt x="1519" y="557"/>
                </a:lnTo>
                <a:lnTo>
                  <a:pt x="1520" y="557"/>
                </a:lnTo>
                <a:lnTo>
                  <a:pt x="1521" y="556"/>
                </a:lnTo>
                <a:lnTo>
                  <a:pt x="1522" y="555"/>
                </a:lnTo>
                <a:lnTo>
                  <a:pt x="1525" y="555"/>
                </a:lnTo>
                <a:lnTo>
                  <a:pt x="1526" y="557"/>
                </a:lnTo>
                <a:lnTo>
                  <a:pt x="1529" y="558"/>
                </a:lnTo>
                <a:lnTo>
                  <a:pt x="1530" y="558"/>
                </a:lnTo>
                <a:lnTo>
                  <a:pt x="1530" y="559"/>
                </a:lnTo>
                <a:lnTo>
                  <a:pt x="1532" y="562"/>
                </a:lnTo>
                <a:lnTo>
                  <a:pt x="1535" y="562"/>
                </a:lnTo>
                <a:lnTo>
                  <a:pt x="1537" y="562"/>
                </a:lnTo>
                <a:lnTo>
                  <a:pt x="1538" y="564"/>
                </a:lnTo>
                <a:lnTo>
                  <a:pt x="1540" y="564"/>
                </a:lnTo>
                <a:lnTo>
                  <a:pt x="1543" y="566"/>
                </a:lnTo>
                <a:lnTo>
                  <a:pt x="1544" y="566"/>
                </a:lnTo>
                <a:lnTo>
                  <a:pt x="1544" y="567"/>
                </a:lnTo>
                <a:lnTo>
                  <a:pt x="1545" y="568"/>
                </a:lnTo>
                <a:lnTo>
                  <a:pt x="1546" y="569"/>
                </a:lnTo>
                <a:lnTo>
                  <a:pt x="1548" y="570"/>
                </a:lnTo>
                <a:lnTo>
                  <a:pt x="1548" y="569"/>
                </a:lnTo>
                <a:lnTo>
                  <a:pt x="1550" y="569"/>
                </a:lnTo>
                <a:lnTo>
                  <a:pt x="1551" y="569"/>
                </a:lnTo>
                <a:lnTo>
                  <a:pt x="1552" y="569"/>
                </a:lnTo>
                <a:lnTo>
                  <a:pt x="1554" y="568"/>
                </a:lnTo>
                <a:lnTo>
                  <a:pt x="1555" y="568"/>
                </a:lnTo>
                <a:lnTo>
                  <a:pt x="1555" y="567"/>
                </a:lnTo>
                <a:lnTo>
                  <a:pt x="1554" y="566"/>
                </a:lnTo>
                <a:lnTo>
                  <a:pt x="1554" y="564"/>
                </a:lnTo>
                <a:lnTo>
                  <a:pt x="1554" y="563"/>
                </a:lnTo>
                <a:lnTo>
                  <a:pt x="1554" y="562"/>
                </a:lnTo>
                <a:lnTo>
                  <a:pt x="1555" y="562"/>
                </a:lnTo>
                <a:lnTo>
                  <a:pt x="1558" y="563"/>
                </a:lnTo>
                <a:lnTo>
                  <a:pt x="1559" y="563"/>
                </a:lnTo>
                <a:lnTo>
                  <a:pt x="1560" y="563"/>
                </a:lnTo>
                <a:lnTo>
                  <a:pt x="1562" y="563"/>
                </a:lnTo>
                <a:lnTo>
                  <a:pt x="1563" y="563"/>
                </a:lnTo>
                <a:lnTo>
                  <a:pt x="1564" y="563"/>
                </a:lnTo>
                <a:lnTo>
                  <a:pt x="1565" y="563"/>
                </a:lnTo>
                <a:lnTo>
                  <a:pt x="1566" y="563"/>
                </a:lnTo>
                <a:lnTo>
                  <a:pt x="1567" y="563"/>
                </a:lnTo>
                <a:lnTo>
                  <a:pt x="1568" y="563"/>
                </a:lnTo>
                <a:lnTo>
                  <a:pt x="1570" y="563"/>
                </a:lnTo>
                <a:lnTo>
                  <a:pt x="1571" y="562"/>
                </a:lnTo>
                <a:lnTo>
                  <a:pt x="1571" y="561"/>
                </a:lnTo>
                <a:lnTo>
                  <a:pt x="1572" y="561"/>
                </a:lnTo>
                <a:lnTo>
                  <a:pt x="1573" y="561"/>
                </a:lnTo>
                <a:lnTo>
                  <a:pt x="1575" y="561"/>
                </a:lnTo>
                <a:lnTo>
                  <a:pt x="1577" y="562"/>
                </a:lnTo>
                <a:lnTo>
                  <a:pt x="1578" y="562"/>
                </a:lnTo>
                <a:lnTo>
                  <a:pt x="1579" y="562"/>
                </a:lnTo>
                <a:lnTo>
                  <a:pt x="1580" y="562"/>
                </a:lnTo>
                <a:lnTo>
                  <a:pt x="1582" y="563"/>
                </a:lnTo>
                <a:lnTo>
                  <a:pt x="1582" y="566"/>
                </a:lnTo>
                <a:lnTo>
                  <a:pt x="1583" y="567"/>
                </a:lnTo>
                <a:lnTo>
                  <a:pt x="1584" y="568"/>
                </a:lnTo>
                <a:lnTo>
                  <a:pt x="1584" y="569"/>
                </a:lnTo>
                <a:lnTo>
                  <a:pt x="1585" y="570"/>
                </a:lnTo>
                <a:lnTo>
                  <a:pt x="1585" y="571"/>
                </a:lnTo>
                <a:lnTo>
                  <a:pt x="1585" y="572"/>
                </a:lnTo>
                <a:lnTo>
                  <a:pt x="1584" y="572"/>
                </a:lnTo>
                <a:lnTo>
                  <a:pt x="1584" y="573"/>
                </a:lnTo>
                <a:lnTo>
                  <a:pt x="1583" y="573"/>
                </a:lnTo>
                <a:lnTo>
                  <a:pt x="1583" y="574"/>
                </a:lnTo>
                <a:lnTo>
                  <a:pt x="1582" y="574"/>
                </a:lnTo>
                <a:lnTo>
                  <a:pt x="1582" y="575"/>
                </a:lnTo>
                <a:lnTo>
                  <a:pt x="1583" y="576"/>
                </a:lnTo>
                <a:lnTo>
                  <a:pt x="1582" y="577"/>
                </a:lnTo>
                <a:lnTo>
                  <a:pt x="1581" y="578"/>
                </a:lnTo>
                <a:lnTo>
                  <a:pt x="1581" y="580"/>
                </a:lnTo>
                <a:lnTo>
                  <a:pt x="1582" y="581"/>
                </a:lnTo>
                <a:lnTo>
                  <a:pt x="1583" y="582"/>
                </a:lnTo>
                <a:lnTo>
                  <a:pt x="1584" y="582"/>
                </a:lnTo>
                <a:lnTo>
                  <a:pt x="1584" y="583"/>
                </a:lnTo>
                <a:lnTo>
                  <a:pt x="1583" y="585"/>
                </a:lnTo>
                <a:lnTo>
                  <a:pt x="1583" y="587"/>
                </a:lnTo>
                <a:lnTo>
                  <a:pt x="1584" y="587"/>
                </a:lnTo>
                <a:lnTo>
                  <a:pt x="1585" y="588"/>
                </a:lnTo>
                <a:lnTo>
                  <a:pt x="1585" y="589"/>
                </a:lnTo>
                <a:lnTo>
                  <a:pt x="1584" y="589"/>
                </a:lnTo>
                <a:lnTo>
                  <a:pt x="1583" y="589"/>
                </a:lnTo>
                <a:lnTo>
                  <a:pt x="1583" y="590"/>
                </a:lnTo>
                <a:lnTo>
                  <a:pt x="1582" y="590"/>
                </a:lnTo>
                <a:lnTo>
                  <a:pt x="1582" y="592"/>
                </a:lnTo>
                <a:lnTo>
                  <a:pt x="1581" y="593"/>
                </a:lnTo>
                <a:lnTo>
                  <a:pt x="1579" y="592"/>
                </a:lnTo>
                <a:lnTo>
                  <a:pt x="1578" y="592"/>
                </a:lnTo>
                <a:lnTo>
                  <a:pt x="1577" y="591"/>
                </a:lnTo>
                <a:lnTo>
                  <a:pt x="1576" y="592"/>
                </a:lnTo>
                <a:lnTo>
                  <a:pt x="1576" y="593"/>
                </a:lnTo>
                <a:lnTo>
                  <a:pt x="1575" y="593"/>
                </a:lnTo>
                <a:lnTo>
                  <a:pt x="1575" y="594"/>
                </a:lnTo>
                <a:lnTo>
                  <a:pt x="1574" y="594"/>
                </a:lnTo>
                <a:lnTo>
                  <a:pt x="1573" y="594"/>
                </a:lnTo>
                <a:lnTo>
                  <a:pt x="1572" y="593"/>
                </a:lnTo>
                <a:lnTo>
                  <a:pt x="1571" y="593"/>
                </a:lnTo>
                <a:lnTo>
                  <a:pt x="1571" y="594"/>
                </a:lnTo>
                <a:lnTo>
                  <a:pt x="1571" y="595"/>
                </a:lnTo>
                <a:lnTo>
                  <a:pt x="1570" y="597"/>
                </a:lnTo>
                <a:lnTo>
                  <a:pt x="1569" y="599"/>
                </a:lnTo>
                <a:lnTo>
                  <a:pt x="1569" y="600"/>
                </a:lnTo>
                <a:lnTo>
                  <a:pt x="1570" y="601"/>
                </a:lnTo>
                <a:lnTo>
                  <a:pt x="1571" y="601"/>
                </a:lnTo>
                <a:lnTo>
                  <a:pt x="1572" y="601"/>
                </a:lnTo>
                <a:lnTo>
                  <a:pt x="1573" y="602"/>
                </a:lnTo>
                <a:lnTo>
                  <a:pt x="1573" y="604"/>
                </a:lnTo>
                <a:lnTo>
                  <a:pt x="1574" y="605"/>
                </a:lnTo>
                <a:lnTo>
                  <a:pt x="1575" y="606"/>
                </a:lnTo>
                <a:lnTo>
                  <a:pt x="1575" y="607"/>
                </a:lnTo>
                <a:lnTo>
                  <a:pt x="1574" y="607"/>
                </a:lnTo>
                <a:lnTo>
                  <a:pt x="1573" y="607"/>
                </a:lnTo>
                <a:lnTo>
                  <a:pt x="1572" y="607"/>
                </a:lnTo>
                <a:lnTo>
                  <a:pt x="1573" y="607"/>
                </a:lnTo>
                <a:lnTo>
                  <a:pt x="1574" y="609"/>
                </a:lnTo>
                <a:lnTo>
                  <a:pt x="1574" y="610"/>
                </a:lnTo>
                <a:lnTo>
                  <a:pt x="1575" y="611"/>
                </a:lnTo>
                <a:lnTo>
                  <a:pt x="1576" y="610"/>
                </a:lnTo>
                <a:lnTo>
                  <a:pt x="1577" y="610"/>
                </a:lnTo>
                <a:lnTo>
                  <a:pt x="1578" y="611"/>
                </a:lnTo>
                <a:lnTo>
                  <a:pt x="1579" y="613"/>
                </a:lnTo>
                <a:lnTo>
                  <a:pt x="1581" y="615"/>
                </a:lnTo>
                <a:lnTo>
                  <a:pt x="1582" y="616"/>
                </a:lnTo>
                <a:lnTo>
                  <a:pt x="1583" y="617"/>
                </a:lnTo>
                <a:lnTo>
                  <a:pt x="1584" y="616"/>
                </a:lnTo>
                <a:lnTo>
                  <a:pt x="1585" y="616"/>
                </a:lnTo>
                <a:lnTo>
                  <a:pt x="1586" y="616"/>
                </a:lnTo>
                <a:lnTo>
                  <a:pt x="1587" y="616"/>
                </a:lnTo>
                <a:lnTo>
                  <a:pt x="1588" y="618"/>
                </a:lnTo>
                <a:lnTo>
                  <a:pt x="1590" y="619"/>
                </a:lnTo>
                <a:lnTo>
                  <a:pt x="1591" y="621"/>
                </a:lnTo>
                <a:lnTo>
                  <a:pt x="1592" y="622"/>
                </a:lnTo>
                <a:lnTo>
                  <a:pt x="1592" y="623"/>
                </a:lnTo>
                <a:lnTo>
                  <a:pt x="1592" y="624"/>
                </a:lnTo>
                <a:lnTo>
                  <a:pt x="1592" y="625"/>
                </a:lnTo>
                <a:lnTo>
                  <a:pt x="1593" y="625"/>
                </a:lnTo>
                <a:lnTo>
                  <a:pt x="1595" y="624"/>
                </a:lnTo>
                <a:lnTo>
                  <a:pt x="1595" y="625"/>
                </a:lnTo>
                <a:lnTo>
                  <a:pt x="1595" y="626"/>
                </a:lnTo>
                <a:lnTo>
                  <a:pt x="1595" y="627"/>
                </a:lnTo>
                <a:lnTo>
                  <a:pt x="1593" y="628"/>
                </a:lnTo>
                <a:lnTo>
                  <a:pt x="1591" y="630"/>
                </a:lnTo>
                <a:lnTo>
                  <a:pt x="1588" y="631"/>
                </a:lnTo>
                <a:lnTo>
                  <a:pt x="1588" y="632"/>
                </a:lnTo>
                <a:lnTo>
                  <a:pt x="1588" y="633"/>
                </a:lnTo>
                <a:lnTo>
                  <a:pt x="1588" y="634"/>
                </a:lnTo>
                <a:lnTo>
                  <a:pt x="1588" y="635"/>
                </a:lnTo>
                <a:lnTo>
                  <a:pt x="1587" y="635"/>
                </a:lnTo>
                <a:lnTo>
                  <a:pt x="1585" y="636"/>
                </a:lnTo>
                <a:lnTo>
                  <a:pt x="1583" y="636"/>
                </a:lnTo>
                <a:lnTo>
                  <a:pt x="1583" y="637"/>
                </a:lnTo>
                <a:lnTo>
                  <a:pt x="1582" y="637"/>
                </a:lnTo>
                <a:lnTo>
                  <a:pt x="1581" y="638"/>
                </a:lnTo>
                <a:lnTo>
                  <a:pt x="1581" y="639"/>
                </a:lnTo>
                <a:lnTo>
                  <a:pt x="1581" y="640"/>
                </a:lnTo>
                <a:lnTo>
                  <a:pt x="1582" y="641"/>
                </a:lnTo>
                <a:lnTo>
                  <a:pt x="1583" y="642"/>
                </a:lnTo>
                <a:lnTo>
                  <a:pt x="1584" y="642"/>
                </a:lnTo>
                <a:lnTo>
                  <a:pt x="1585" y="643"/>
                </a:lnTo>
                <a:lnTo>
                  <a:pt x="1586" y="644"/>
                </a:lnTo>
                <a:lnTo>
                  <a:pt x="1587" y="645"/>
                </a:lnTo>
                <a:lnTo>
                  <a:pt x="1588" y="645"/>
                </a:lnTo>
                <a:lnTo>
                  <a:pt x="1589" y="646"/>
                </a:lnTo>
                <a:lnTo>
                  <a:pt x="1590" y="646"/>
                </a:lnTo>
                <a:lnTo>
                  <a:pt x="1591" y="646"/>
                </a:lnTo>
                <a:lnTo>
                  <a:pt x="1592" y="646"/>
                </a:lnTo>
                <a:lnTo>
                  <a:pt x="1593" y="646"/>
                </a:lnTo>
                <a:lnTo>
                  <a:pt x="1593" y="647"/>
                </a:lnTo>
                <a:lnTo>
                  <a:pt x="1593" y="648"/>
                </a:lnTo>
                <a:lnTo>
                  <a:pt x="1593" y="649"/>
                </a:lnTo>
                <a:lnTo>
                  <a:pt x="1594" y="649"/>
                </a:lnTo>
                <a:lnTo>
                  <a:pt x="1594" y="650"/>
                </a:lnTo>
                <a:lnTo>
                  <a:pt x="1595" y="649"/>
                </a:lnTo>
                <a:lnTo>
                  <a:pt x="1596" y="650"/>
                </a:lnTo>
                <a:lnTo>
                  <a:pt x="1598" y="653"/>
                </a:lnTo>
                <a:lnTo>
                  <a:pt x="1598" y="654"/>
                </a:lnTo>
                <a:lnTo>
                  <a:pt x="1599" y="654"/>
                </a:lnTo>
                <a:lnTo>
                  <a:pt x="1600" y="654"/>
                </a:lnTo>
                <a:lnTo>
                  <a:pt x="1601" y="654"/>
                </a:lnTo>
                <a:lnTo>
                  <a:pt x="1602" y="654"/>
                </a:lnTo>
                <a:lnTo>
                  <a:pt x="1604" y="654"/>
                </a:lnTo>
                <a:lnTo>
                  <a:pt x="1605" y="655"/>
                </a:lnTo>
                <a:lnTo>
                  <a:pt x="1607" y="657"/>
                </a:lnTo>
                <a:lnTo>
                  <a:pt x="1609" y="658"/>
                </a:lnTo>
                <a:lnTo>
                  <a:pt x="1611" y="659"/>
                </a:lnTo>
                <a:lnTo>
                  <a:pt x="1612" y="660"/>
                </a:lnTo>
                <a:lnTo>
                  <a:pt x="1612" y="661"/>
                </a:lnTo>
                <a:lnTo>
                  <a:pt x="1612" y="662"/>
                </a:lnTo>
                <a:lnTo>
                  <a:pt x="1611" y="663"/>
                </a:lnTo>
                <a:lnTo>
                  <a:pt x="1611" y="664"/>
                </a:lnTo>
                <a:lnTo>
                  <a:pt x="1612" y="664"/>
                </a:lnTo>
                <a:lnTo>
                  <a:pt x="1614" y="666"/>
                </a:lnTo>
                <a:lnTo>
                  <a:pt x="1615" y="667"/>
                </a:lnTo>
                <a:lnTo>
                  <a:pt x="1616" y="668"/>
                </a:lnTo>
                <a:lnTo>
                  <a:pt x="1617" y="669"/>
                </a:lnTo>
                <a:lnTo>
                  <a:pt x="1618" y="670"/>
                </a:lnTo>
                <a:lnTo>
                  <a:pt x="1618" y="671"/>
                </a:lnTo>
                <a:lnTo>
                  <a:pt x="1619" y="671"/>
                </a:lnTo>
                <a:lnTo>
                  <a:pt x="1621" y="670"/>
                </a:lnTo>
                <a:lnTo>
                  <a:pt x="1622" y="669"/>
                </a:lnTo>
                <a:lnTo>
                  <a:pt x="1623" y="669"/>
                </a:lnTo>
                <a:lnTo>
                  <a:pt x="1624" y="669"/>
                </a:lnTo>
                <a:lnTo>
                  <a:pt x="1625" y="670"/>
                </a:lnTo>
                <a:lnTo>
                  <a:pt x="1625" y="671"/>
                </a:lnTo>
                <a:lnTo>
                  <a:pt x="1624" y="673"/>
                </a:lnTo>
                <a:lnTo>
                  <a:pt x="1625" y="674"/>
                </a:lnTo>
                <a:lnTo>
                  <a:pt x="1625" y="675"/>
                </a:lnTo>
                <a:lnTo>
                  <a:pt x="1626" y="675"/>
                </a:lnTo>
                <a:lnTo>
                  <a:pt x="1628" y="675"/>
                </a:lnTo>
                <a:lnTo>
                  <a:pt x="1628" y="676"/>
                </a:lnTo>
                <a:lnTo>
                  <a:pt x="1628" y="677"/>
                </a:lnTo>
                <a:lnTo>
                  <a:pt x="1628" y="678"/>
                </a:lnTo>
                <a:lnTo>
                  <a:pt x="1629" y="679"/>
                </a:lnTo>
                <a:lnTo>
                  <a:pt x="1630" y="679"/>
                </a:lnTo>
                <a:lnTo>
                  <a:pt x="1631" y="680"/>
                </a:lnTo>
                <a:lnTo>
                  <a:pt x="1631" y="681"/>
                </a:lnTo>
                <a:lnTo>
                  <a:pt x="1630" y="682"/>
                </a:lnTo>
                <a:lnTo>
                  <a:pt x="1628" y="684"/>
                </a:lnTo>
                <a:lnTo>
                  <a:pt x="1627" y="685"/>
                </a:lnTo>
                <a:lnTo>
                  <a:pt x="1627" y="686"/>
                </a:lnTo>
                <a:lnTo>
                  <a:pt x="1627" y="687"/>
                </a:lnTo>
                <a:lnTo>
                  <a:pt x="1627" y="688"/>
                </a:lnTo>
                <a:lnTo>
                  <a:pt x="1628" y="689"/>
                </a:lnTo>
                <a:lnTo>
                  <a:pt x="1628" y="690"/>
                </a:lnTo>
                <a:lnTo>
                  <a:pt x="1628" y="691"/>
                </a:lnTo>
                <a:lnTo>
                  <a:pt x="1628" y="693"/>
                </a:lnTo>
                <a:lnTo>
                  <a:pt x="1627" y="693"/>
                </a:lnTo>
                <a:lnTo>
                  <a:pt x="1627" y="694"/>
                </a:lnTo>
                <a:lnTo>
                  <a:pt x="1628" y="694"/>
                </a:lnTo>
                <a:lnTo>
                  <a:pt x="1628" y="695"/>
                </a:lnTo>
                <a:lnTo>
                  <a:pt x="1628" y="696"/>
                </a:lnTo>
                <a:lnTo>
                  <a:pt x="1629" y="696"/>
                </a:lnTo>
                <a:lnTo>
                  <a:pt x="1630" y="697"/>
                </a:lnTo>
                <a:lnTo>
                  <a:pt x="1630" y="698"/>
                </a:lnTo>
                <a:lnTo>
                  <a:pt x="1630" y="699"/>
                </a:lnTo>
                <a:lnTo>
                  <a:pt x="1630" y="700"/>
                </a:lnTo>
                <a:lnTo>
                  <a:pt x="1631" y="701"/>
                </a:lnTo>
                <a:lnTo>
                  <a:pt x="1632" y="701"/>
                </a:lnTo>
                <a:lnTo>
                  <a:pt x="1633" y="702"/>
                </a:lnTo>
                <a:lnTo>
                  <a:pt x="1634" y="701"/>
                </a:lnTo>
                <a:lnTo>
                  <a:pt x="1635" y="701"/>
                </a:lnTo>
                <a:lnTo>
                  <a:pt x="1636" y="701"/>
                </a:lnTo>
                <a:lnTo>
                  <a:pt x="1636" y="702"/>
                </a:lnTo>
                <a:lnTo>
                  <a:pt x="1637" y="703"/>
                </a:lnTo>
                <a:lnTo>
                  <a:pt x="1637" y="704"/>
                </a:lnTo>
                <a:lnTo>
                  <a:pt x="1639" y="705"/>
                </a:lnTo>
                <a:lnTo>
                  <a:pt x="1639" y="706"/>
                </a:lnTo>
                <a:lnTo>
                  <a:pt x="1640" y="706"/>
                </a:lnTo>
                <a:lnTo>
                  <a:pt x="1640" y="707"/>
                </a:lnTo>
                <a:lnTo>
                  <a:pt x="1641" y="707"/>
                </a:lnTo>
                <a:lnTo>
                  <a:pt x="1642" y="708"/>
                </a:lnTo>
                <a:lnTo>
                  <a:pt x="1643" y="709"/>
                </a:lnTo>
                <a:lnTo>
                  <a:pt x="1643" y="710"/>
                </a:lnTo>
                <a:lnTo>
                  <a:pt x="1644" y="711"/>
                </a:lnTo>
                <a:lnTo>
                  <a:pt x="1644" y="712"/>
                </a:lnTo>
                <a:lnTo>
                  <a:pt x="1645" y="712"/>
                </a:lnTo>
                <a:lnTo>
                  <a:pt x="1646" y="712"/>
                </a:lnTo>
                <a:lnTo>
                  <a:pt x="1649" y="712"/>
                </a:lnTo>
                <a:lnTo>
                  <a:pt x="1651" y="712"/>
                </a:lnTo>
                <a:lnTo>
                  <a:pt x="1652" y="713"/>
                </a:lnTo>
                <a:lnTo>
                  <a:pt x="1653" y="713"/>
                </a:lnTo>
                <a:lnTo>
                  <a:pt x="1654" y="713"/>
                </a:lnTo>
                <a:lnTo>
                  <a:pt x="1654" y="714"/>
                </a:lnTo>
                <a:lnTo>
                  <a:pt x="1655" y="716"/>
                </a:lnTo>
                <a:lnTo>
                  <a:pt x="1658" y="719"/>
                </a:lnTo>
                <a:lnTo>
                  <a:pt x="1660" y="720"/>
                </a:lnTo>
                <a:lnTo>
                  <a:pt x="1661" y="723"/>
                </a:lnTo>
                <a:lnTo>
                  <a:pt x="1661" y="725"/>
                </a:lnTo>
                <a:lnTo>
                  <a:pt x="1661" y="726"/>
                </a:lnTo>
                <a:lnTo>
                  <a:pt x="1661" y="727"/>
                </a:lnTo>
                <a:lnTo>
                  <a:pt x="1661" y="728"/>
                </a:lnTo>
                <a:lnTo>
                  <a:pt x="1662" y="728"/>
                </a:lnTo>
                <a:lnTo>
                  <a:pt x="1662" y="729"/>
                </a:lnTo>
                <a:lnTo>
                  <a:pt x="1662" y="730"/>
                </a:lnTo>
                <a:lnTo>
                  <a:pt x="1663" y="730"/>
                </a:lnTo>
                <a:lnTo>
                  <a:pt x="1663" y="731"/>
                </a:lnTo>
                <a:lnTo>
                  <a:pt x="1664" y="731"/>
                </a:lnTo>
                <a:lnTo>
                  <a:pt x="1665" y="731"/>
                </a:lnTo>
                <a:lnTo>
                  <a:pt x="1667" y="731"/>
                </a:lnTo>
                <a:lnTo>
                  <a:pt x="1669" y="731"/>
                </a:lnTo>
                <a:lnTo>
                  <a:pt x="1670" y="731"/>
                </a:lnTo>
                <a:lnTo>
                  <a:pt x="1671" y="731"/>
                </a:lnTo>
                <a:lnTo>
                  <a:pt x="1672" y="732"/>
                </a:lnTo>
                <a:lnTo>
                  <a:pt x="1674" y="733"/>
                </a:lnTo>
                <a:lnTo>
                  <a:pt x="1675" y="733"/>
                </a:lnTo>
                <a:lnTo>
                  <a:pt x="1676" y="734"/>
                </a:lnTo>
                <a:lnTo>
                  <a:pt x="1678" y="733"/>
                </a:lnTo>
                <a:lnTo>
                  <a:pt x="1679" y="733"/>
                </a:lnTo>
                <a:lnTo>
                  <a:pt x="1680" y="733"/>
                </a:lnTo>
                <a:lnTo>
                  <a:pt x="1681" y="733"/>
                </a:lnTo>
                <a:lnTo>
                  <a:pt x="1682" y="732"/>
                </a:lnTo>
                <a:lnTo>
                  <a:pt x="1682" y="731"/>
                </a:lnTo>
                <a:lnTo>
                  <a:pt x="1682" y="730"/>
                </a:lnTo>
                <a:lnTo>
                  <a:pt x="1683" y="730"/>
                </a:lnTo>
                <a:lnTo>
                  <a:pt x="1686" y="729"/>
                </a:lnTo>
                <a:lnTo>
                  <a:pt x="1688" y="730"/>
                </a:lnTo>
                <a:lnTo>
                  <a:pt x="1689" y="729"/>
                </a:lnTo>
                <a:lnTo>
                  <a:pt x="1690" y="728"/>
                </a:lnTo>
                <a:lnTo>
                  <a:pt x="1691" y="728"/>
                </a:lnTo>
                <a:lnTo>
                  <a:pt x="1692" y="729"/>
                </a:lnTo>
                <a:lnTo>
                  <a:pt x="1696" y="730"/>
                </a:lnTo>
                <a:lnTo>
                  <a:pt x="1698" y="731"/>
                </a:lnTo>
                <a:lnTo>
                  <a:pt x="1699" y="731"/>
                </a:lnTo>
                <a:lnTo>
                  <a:pt x="1703" y="731"/>
                </a:lnTo>
                <a:lnTo>
                  <a:pt x="1705" y="731"/>
                </a:lnTo>
                <a:lnTo>
                  <a:pt x="1706" y="731"/>
                </a:lnTo>
                <a:lnTo>
                  <a:pt x="1708" y="732"/>
                </a:lnTo>
                <a:lnTo>
                  <a:pt x="1708" y="734"/>
                </a:lnTo>
                <a:lnTo>
                  <a:pt x="1708" y="735"/>
                </a:lnTo>
                <a:lnTo>
                  <a:pt x="1708" y="736"/>
                </a:lnTo>
                <a:lnTo>
                  <a:pt x="1708" y="738"/>
                </a:lnTo>
                <a:lnTo>
                  <a:pt x="1707" y="738"/>
                </a:lnTo>
                <a:lnTo>
                  <a:pt x="1707" y="740"/>
                </a:lnTo>
                <a:lnTo>
                  <a:pt x="1708" y="741"/>
                </a:lnTo>
                <a:lnTo>
                  <a:pt x="1708" y="742"/>
                </a:lnTo>
                <a:lnTo>
                  <a:pt x="1709" y="742"/>
                </a:lnTo>
                <a:lnTo>
                  <a:pt x="1710" y="743"/>
                </a:lnTo>
                <a:lnTo>
                  <a:pt x="1711" y="743"/>
                </a:lnTo>
                <a:lnTo>
                  <a:pt x="1711" y="744"/>
                </a:lnTo>
                <a:lnTo>
                  <a:pt x="1711" y="746"/>
                </a:lnTo>
                <a:lnTo>
                  <a:pt x="1711" y="747"/>
                </a:lnTo>
                <a:lnTo>
                  <a:pt x="1711" y="748"/>
                </a:lnTo>
                <a:lnTo>
                  <a:pt x="1712" y="748"/>
                </a:lnTo>
                <a:lnTo>
                  <a:pt x="1714" y="749"/>
                </a:lnTo>
                <a:lnTo>
                  <a:pt x="1715" y="749"/>
                </a:lnTo>
                <a:lnTo>
                  <a:pt x="1716" y="750"/>
                </a:lnTo>
                <a:lnTo>
                  <a:pt x="1717" y="751"/>
                </a:lnTo>
                <a:lnTo>
                  <a:pt x="1718" y="752"/>
                </a:lnTo>
                <a:lnTo>
                  <a:pt x="1719" y="752"/>
                </a:lnTo>
                <a:lnTo>
                  <a:pt x="1719" y="753"/>
                </a:lnTo>
                <a:lnTo>
                  <a:pt x="1719" y="754"/>
                </a:lnTo>
                <a:lnTo>
                  <a:pt x="1719" y="755"/>
                </a:lnTo>
                <a:lnTo>
                  <a:pt x="1719" y="758"/>
                </a:lnTo>
                <a:lnTo>
                  <a:pt x="1719" y="759"/>
                </a:lnTo>
                <a:lnTo>
                  <a:pt x="1719" y="760"/>
                </a:lnTo>
                <a:lnTo>
                  <a:pt x="1720" y="760"/>
                </a:lnTo>
                <a:lnTo>
                  <a:pt x="1721" y="760"/>
                </a:lnTo>
                <a:lnTo>
                  <a:pt x="1722" y="760"/>
                </a:lnTo>
                <a:lnTo>
                  <a:pt x="1723" y="760"/>
                </a:lnTo>
                <a:lnTo>
                  <a:pt x="1725" y="760"/>
                </a:lnTo>
                <a:lnTo>
                  <a:pt x="1726" y="761"/>
                </a:lnTo>
                <a:lnTo>
                  <a:pt x="1728" y="761"/>
                </a:lnTo>
                <a:lnTo>
                  <a:pt x="1729" y="761"/>
                </a:lnTo>
                <a:lnTo>
                  <a:pt x="1730" y="760"/>
                </a:lnTo>
                <a:lnTo>
                  <a:pt x="1731" y="760"/>
                </a:lnTo>
                <a:lnTo>
                  <a:pt x="1732" y="761"/>
                </a:lnTo>
                <a:lnTo>
                  <a:pt x="1734" y="762"/>
                </a:lnTo>
                <a:lnTo>
                  <a:pt x="1735" y="762"/>
                </a:lnTo>
                <a:lnTo>
                  <a:pt x="1736" y="762"/>
                </a:lnTo>
                <a:lnTo>
                  <a:pt x="1736" y="761"/>
                </a:lnTo>
                <a:lnTo>
                  <a:pt x="1737" y="759"/>
                </a:lnTo>
                <a:lnTo>
                  <a:pt x="1737" y="758"/>
                </a:lnTo>
                <a:lnTo>
                  <a:pt x="1737" y="756"/>
                </a:lnTo>
                <a:lnTo>
                  <a:pt x="1738" y="755"/>
                </a:lnTo>
                <a:lnTo>
                  <a:pt x="1738" y="756"/>
                </a:lnTo>
                <a:lnTo>
                  <a:pt x="1739" y="756"/>
                </a:lnTo>
                <a:lnTo>
                  <a:pt x="1741" y="757"/>
                </a:lnTo>
                <a:lnTo>
                  <a:pt x="1742" y="757"/>
                </a:lnTo>
                <a:lnTo>
                  <a:pt x="1743" y="758"/>
                </a:lnTo>
                <a:lnTo>
                  <a:pt x="1744" y="758"/>
                </a:lnTo>
                <a:lnTo>
                  <a:pt x="1746" y="757"/>
                </a:lnTo>
                <a:lnTo>
                  <a:pt x="1747" y="757"/>
                </a:lnTo>
                <a:lnTo>
                  <a:pt x="1747" y="758"/>
                </a:lnTo>
                <a:lnTo>
                  <a:pt x="1747" y="759"/>
                </a:lnTo>
                <a:lnTo>
                  <a:pt x="1747" y="760"/>
                </a:lnTo>
                <a:lnTo>
                  <a:pt x="1747" y="762"/>
                </a:lnTo>
                <a:lnTo>
                  <a:pt x="1746" y="764"/>
                </a:lnTo>
                <a:lnTo>
                  <a:pt x="1746" y="765"/>
                </a:lnTo>
                <a:lnTo>
                  <a:pt x="1745" y="767"/>
                </a:lnTo>
                <a:lnTo>
                  <a:pt x="1745" y="769"/>
                </a:lnTo>
                <a:lnTo>
                  <a:pt x="1745" y="770"/>
                </a:lnTo>
                <a:lnTo>
                  <a:pt x="1746" y="771"/>
                </a:lnTo>
                <a:lnTo>
                  <a:pt x="1746" y="772"/>
                </a:lnTo>
                <a:lnTo>
                  <a:pt x="1747" y="774"/>
                </a:lnTo>
                <a:lnTo>
                  <a:pt x="1748" y="775"/>
                </a:lnTo>
                <a:lnTo>
                  <a:pt x="1749" y="778"/>
                </a:lnTo>
                <a:lnTo>
                  <a:pt x="1750" y="779"/>
                </a:lnTo>
                <a:lnTo>
                  <a:pt x="1753" y="779"/>
                </a:lnTo>
                <a:lnTo>
                  <a:pt x="1754" y="779"/>
                </a:lnTo>
                <a:lnTo>
                  <a:pt x="1755" y="780"/>
                </a:lnTo>
                <a:lnTo>
                  <a:pt x="1755" y="781"/>
                </a:lnTo>
                <a:lnTo>
                  <a:pt x="1756" y="782"/>
                </a:lnTo>
                <a:lnTo>
                  <a:pt x="1757" y="782"/>
                </a:lnTo>
                <a:lnTo>
                  <a:pt x="1758" y="782"/>
                </a:lnTo>
                <a:lnTo>
                  <a:pt x="1759" y="782"/>
                </a:lnTo>
                <a:lnTo>
                  <a:pt x="1760" y="784"/>
                </a:lnTo>
                <a:lnTo>
                  <a:pt x="1762" y="785"/>
                </a:lnTo>
                <a:lnTo>
                  <a:pt x="1764" y="786"/>
                </a:lnTo>
                <a:lnTo>
                  <a:pt x="1767" y="788"/>
                </a:lnTo>
                <a:lnTo>
                  <a:pt x="1768" y="790"/>
                </a:lnTo>
                <a:lnTo>
                  <a:pt x="1769" y="790"/>
                </a:lnTo>
                <a:lnTo>
                  <a:pt x="1770" y="792"/>
                </a:lnTo>
                <a:lnTo>
                  <a:pt x="1767" y="791"/>
                </a:lnTo>
                <a:lnTo>
                  <a:pt x="1766" y="792"/>
                </a:lnTo>
                <a:lnTo>
                  <a:pt x="1766" y="793"/>
                </a:lnTo>
                <a:lnTo>
                  <a:pt x="1766" y="794"/>
                </a:lnTo>
                <a:lnTo>
                  <a:pt x="1768" y="797"/>
                </a:lnTo>
                <a:lnTo>
                  <a:pt x="1768" y="800"/>
                </a:lnTo>
                <a:lnTo>
                  <a:pt x="1769" y="802"/>
                </a:lnTo>
                <a:lnTo>
                  <a:pt x="1769" y="804"/>
                </a:lnTo>
                <a:lnTo>
                  <a:pt x="1769" y="806"/>
                </a:lnTo>
                <a:lnTo>
                  <a:pt x="1771" y="808"/>
                </a:lnTo>
                <a:lnTo>
                  <a:pt x="1773" y="810"/>
                </a:lnTo>
                <a:lnTo>
                  <a:pt x="1774" y="811"/>
                </a:lnTo>
                <a:lnTo>
                  <a:pt x="1774" y="813"/>
                </a:lnTo>
                <a:lnTo>
                  <a:pt x="1773" y="815"/>
                </a:lnTo>
                <a:lnTo>
                  <a:pt x="1773" y="816"/>
                </a:lnTo>
                <a:lnTo>
                  <a:pt x="1773" y="817"/>
                </a:lnTo>
                <a:lnTo>
                  <a:pt x="1772" y="818"/>
                </a:lnTo>
                <a:lnTo>
                  <a:pt x="1772" y="819"/>
                </a:lnTo>
                <a:lnTo>
                  <a:pt x="1772" y="820"/>
                </a:lnTo>
                <a:lnTo>
                  <a:pt x="1772" y="821"/>
                </a:lnTo>
                <a:lnTo>
                  <a:pt x="1771" y="822"/>
                </a:lnTo>
                <a:lnTo>
                  <a:pt x="1772" y="823"/>
                </a:lnTo>
                <a:lnTo>
                  <a:pt x="1773" y="823"/>
                </a:lnTo>
                <a:lnTo>
                  <a:pt x="1774" y="824"/>
                </a:lnTo>
                <a:lnTo>
                  <a:pt x="1775" y="824"/>
                </a:lnTo>
                <a:lnTo>
                  <a:pt x="1775" y="825"/>
                </a:lnTo>
                <a:lnTo>
                  <a:pt x="1776" y="826"/>
                </a:lnTo>
                <a:lnTo>
                  <a:pt x="1776" y="827"/>
                </a:lnTo>
                <a:lnTo>
                  <a:pt x="1776" y="828"/>
                </a:lnTo>
                <a:lnTo>
                  <a:pt x="1774" y="830"/>
                </a:lnTo>
                <a:lnTo>
                  <a:pt x="1774" y="831"/>
                </a:lnTo>
                <a:lnTo>
                  <a:pt x="1774" y="832"/>
                </a:lnTo>
                <a:lnTo>
                  <a:pt x="1774" y="833"/>
                </a:lnTo>
                <a:lnTo>
                  <a:pt x="1773" y="833"/>
                </a:lnTo>
                <a:lnTo>
                  <a:pt x="1772" y="834"/>
                </a:lnTo>
                <a:lnTo>
                  <a:pt x="1772" y="835"/>
                </a:lnTo>
                <a:lnTo>
                  <a:pt x="1774" y="838"/>
                </a:lnTo>
                <a:lnTo>
                  <a:pt x="1774" y="841"/>
                </a:lnTo>
                <a:lnTo>
                  <a:pt x="1775" y="845"/>
                </a:lnTo>
                <a:lnTo>
                  <a:pt x="1776" y="846"/>
                </a:lnTo>
                <a:lnTo>
                  <a:pt x="1777" y="847"/>
                </a:lnTo>
                <a:lnTo>
                  <a:pt x="1776" y="848"/>
                </a:lnTo>
                <a:lnTo>
                  <a:pt x="1776" y="849"/>
                </a:lnTo>
                <a:lnTo>
                  <a:pt x="1778" y="852"/>
                </a:lnTo>
                <a:lnTo>
                  <a:pt x="1779" y="855"/>
                </a:lnTo>
                <a:lnTo>
                  <a:pt x="1779" y="856"/>
                </a:lnTo>
                <a:lnTo>
                  <a:pt x="1780" y="857"/>
                </a:lnTo>
                <a:lnTo>
                  <a:pt x="1781" y="857"/>
                </a:lnTo>
                <a:lnTo>
                  <a:pt x="1781" y="859"/>
                </a:lnTo>
                <a:lnTo>
                  <a:pt x="1781" y="860"/>
                </a:lnTo>
                <a:lnTo>
                  <a:pt x="1783" y="860"/>
                </a:lnTo>
                <a:lnTo>
                  <a:pt x="1783" y="861"/>
                </a:lnTo>
                <a:lnTo>
                  <a:pt x="1783" y="862"/>
                </a:lnTo>
                <a:lnTo>
                  <a:pt x="1783" y="863"/>
                </a:lnTo>
                <a:lnTo>
                  <a:pt x="1783" y="865"/>
                </a:lnTo>
                <a:lnTo>
                  <a:pt x="1784" y="865"/>
                </a:lnTo>
                <a:lnTo>
                  <a:pt x="1785" y="867"/>
                </a:lnTo>
                <a:lnTo>
                  <a:pt x="1785" y="868"/>
                </a:lnTo>
                <a:lnTo>
                  <a:pt x="1786" y="869"/>
                </a:lnTo>
                <a:lnTo>
                  <a:pt x="1787" y="871"/>
                </a:lnTo>
                <a:lnTo>
                  <a:pt x="1787" y="873"/>
                </a:lnTo>
                <a:lnTo>
                  <a:pt x="1788" y="875"/>
                </a:lnTo>
                <a:lnTo>
                  <a:pt x="1789" y="876"/>
                </a:lnTo>
                <a:lnTo>
                  <a:pt x="1790" y="877"/>
                </a:lnTo>
                <a:lnTo>
                  <a:pt x="1790" y="879"/>
                </a:lnTo>
                <a:lnTo>
                  <a:pt x="1790" y="880"/>
                </a:lnTo>
                <a:lnTo>
                  <a:pt x="1791" y="880"/>
                </a:lnTo>
                <a:lnTo>
                  <a:pt x="1793" y="879"/>
                </a:lnTo>
                <a:lnTo>
                  <a:pt x="1794" y="879"/>
                </a:lnTo>
                <a:lnTo>
                  <a:pt x="1795" y="880"/>
                </a:lnTo>
                <a:lnTo>
                  <a:pt x="1797" y="881"/>
                </a:lnTo>
                <a:lnTo>
                  <a:pt x="1797" y="882"/>
                </a:lnTo>
                <a:lnTo>
                  <a:pt x="1799" y="883"/>
                </a:lnTo>
                <a:lnTo>
                  <a:pt x="1800" y="884"/>
                </a:lnTo>
                <a:lnTo>
                  <a:pt x="1801" y="885"/>
                </a:lnTo>
                <a:lnTo>
                  <a:pt x="1802" y="886"/>
                </a:lnTo>
                <a:lnTo>
                  <a:pt x="1802" y="888"/>
                </a:lnTo>
                <a:lnTo>
                  <a:pt x="1802" y="889"/>
                </a:lnTo>
                <a:lnTo>
                  <a:pt x="1802" y="890"/>
                </a:lnTo>
                <a:lnTo>
                  <a:pt x="1802" y="891"/>
                </a:lnTo>
                <a:lnTo>
                  <a:pt x="1802" y="892"/>
                </a:lnTo>
                <a:lnTo>
                  <a:pt x="1802" y="893"/>
                </a:lnTo>
                <a:lnTo>
                  <a:pt x="1802" y="894"/>
                </a:lnTo>
                <a:lnTo>
                  <a:pt x="1803" y="894"/>
                </a:lnTo>
                <a:lnTo>
                  <a:pt x="1803" y="895"/>
                </a:lnTo>
                <a:lnTo>
                  <a:pt x="1804" y="896"/>
                </a:lnTo>
                <a:lnTo>
                  <a:pt x="1805" y="896"/>
                </a:lnTo>
                <a:lnTo>
                  <a:pt x="1804" y="899"/>
                </a:lnTo>
                <a:lnTo>
                  <a:pt x="1803" y="900"/>
                </a:lnTo>
                <a:lnTo>
                  <a:pt x="1803" y="902"/>
                </a:lnTo>
                <a:lnTo>
                  <a:pt x="1802" y="903"/>
                </a:lnTo>
                <a:lnTo>
                  <a:pt x="1804" y="906"/>
                </a:lnTo>
                <a:lnTo>
                  <a:pt x="1805" y="907"/>
                </a:lnTo>
                <a:lnTo>
                  <a:pt x="1806" y="908"/>
                </a:lnTo>
                <a:lnTo>
                  <a:pt x="1806" y="909"/>
                </a:lnTo>
                <a:lnTo>
                  <a:pt x="1806" y="910"/>
                </a:lnTo>
                <a:lnTo>
                  <a:pt x="1807" y="911"/>
                </a:lnTo>
                <a:lnTo>
                  <a:pt x="1808" y="912"/>
                </a:lnTo>
                <a:lnTo>
                  <a:pt x="1808" y="913"/>
                </a:lnTo>
                <a:lnTo>
                  <a:pt x="1808" y="914"/>
                </a:lnTo>
                <a:lnTo>
                  <a:pt x="1809" y="917"/>
                </a:lnTo>
                <a:lnTo>
                  <a:pt x="1810" y="918"/>
                </a:lnTo>
                <a:lnTo>
                  <a:pt x="1808" y="924"/>
                </a:lnTo>
                <a:lnTo>
                  <a:pt x="1805" y="931"/>
                </a:lnTo>
                <a:lnTo>
                  <a:pt x="1805" y="934"/>
                </a:lnTo>
                <a:lnTo>
                  <a:pt x="1805" y="935"/>
                </a:lnTo>
                <a:lnTo>
                  <a:pt x="1809" y="936"/>
                </a:lnTo>
                <a:lnTo>
                  <a:pt x="1809" y="937"/>
                </a:lnTo>
                <a:lnTo>
                  <a:pt x="1809" y="938"/>
                </a:lnTo>
                <a:lnTo>
                  <a:pt x="1809" y="939"/>
                </a:lnTo>
                <a:lnTo>
                  <a:pt x="1809" y="940"/>
                </a:lnTo>
                <a:lnTo>
                  <a:pt x="1808" y="940"/>
                </a:lnTo>
                <a:lnTo>
                  <a:pt x="1808" y="941"/>
                </a:lnTo>
                <a:lnTo>
                  <a:pt x="1807" y="942"/>
                </a:lnTo>
                <a:lnTo>
                  <a:pt x="1807" y="943"/>
                </a:lnTo>
                <a:lnTo>
                  <a:pt x="1806" y="945"/>
                </a:lnTo>
                <a:lnTo>
                  <a:pt x="1805" y="946"/>
                </a:lnTo>
                <a:lnTo>
                  <a:pt x="1805" y="947"/>
                </a:lnTo>
                <a:lnTo>
                  <a:pt x="1804" y="949"/>
                </a:lnTo>
                <a:lnTo>
                  <a:pt x="1803" y="950"/>
                </a:lnTo>
                <a:lnTo>
                  <a:pt x="1802" y="953"/>
                </a:lnTo>
                <a:lnTo>
                  <a:pt x="1800" y="954"/>
                </a:lnTo>
                <a:lnTo>
                  <a:pt x="1800" y="955"/>
                </a:lnTo>
                <a:lnTo>
                  <a:pt x="1799" y="956"/>
                </a:lnTo>
                <a:lnTo>
                  <a:pt x="1799" y="957"/>
                </a:lnTo>
                <a:lnTo>
                  <a:pt x="1798" y="959"/>
                </a:lnTo>
                <a:lnTo>
                  <a:pt x="1797" y="961"/>
                </a:lnTo>
                <a:lnTo>
                  <a:pt x="1796" y="962"/>
                </a:lnTo>
                <a:lnTo>
                  <a:pt x="1794" y="964"/>
                </a:lnTo>
                <a:lnTo>
                  <a:pt x="1792" y="965"/>
                </a:lnTo>
                <a:lnTo>
                  <a:pt x="1791" y="966"/>
                </a:lnTo>
                <a:lnTo>
                  <a:pt x="1791" y="967"/>
                </a:lnTo>
                <a:lnTo>
                  <a:pt x="1790" y="968"/>
                </a:lnTo>
                <a:lnTo>
                  <a:pt x="1789" y="968"/>
                </a:lnTo>
                <a:lnTo>
                  <a:pt x="1789" y="969"/>
                </a:lnTo>
                <a:lnTo>
                  <a:pt x="1791" y="974"/>
                </a:lnTo>
                <a:lnTo>
                  <a:pt x="1792" y="978"/>
                </a:lnTo>
                <a:lnTo>
                  <a:pt x="1792" y="980"/>
                </a:lnTo>
                <a:lnTo>
                  <a:pt x="1794" y="989"/>
                </a:lnTo>
                <a:lnTo>
                  <a:pt x="1796" y="993"/>
                </a:lnTo>
                <a:lnTo>
                  <a:pt x="1795" y="999"/>
                </a:lnTo>
                <a:lnTo>
                  <a:pt x="1795" y="1000"/>
                </a:lnTo>
                <a:lnTo>
                  <a:pt x="1795" y="1001"/>
                </a:lnTo>
                <a:lnTo>
                  <a:pt x="1795" y="1002"/>
                </a:lnTo>
                <a:lnTo>
                  <a:pt x="1795" y="1004"/>
                </a:lnTo>
                <a:lnTo>
                  <a:pt x="1795" y="1005"/>
                </a:lnTo>
                <a:lnTo>
                  <a:pt x="1795" y="1006"/>
                </a:lnTo>
                <a:lnTo>
                  <a:pt x="1794" y="1007"/>
                </a:lnTo>
                <a:lnTo>
                  <a:pt x="1793" y="1008"/>
                </a:lnTo>
                <a:lnTo>
                  <a:pt x="1791" y="1009"/>
                </a:lnTo>
                <a:lnTo>
                  <a:pt x="1786" y="1014"/>
                </a:lnTo>
                <a:lnTo>
                  <a:pt x="1783" y="1016"/>
                </a:lnTo>
                <a:lnTo>
                  <a:pt x="1781" y="1018"/>
                </a:lnTo>
                <a:lnTo>
                  <a:pt x="1777" y="1021"/>
                </a:lnTo>
                <a:lnTo>
                  <a:pt x="1769" y="1031"/>
                </a:lnTo>
                <a:lnTo>
                  <a:pt x="1762" y="1040"/>
                </a:lnTo>
                <a:lnTo>
                  <a:pt x="1757" y="1056"/>
                </a:lnTo>
                <a:lnTo>
                  <a:pt x="1755" y="1063"/>
                </a:lnTo>
                <a:lnTo>
                  <a:pt x="1754" y="1067"/>
                </a:lnTo>
                <a:lnTo>
                  <a:pt x="1754" y="1070"/>
                </a:lnTo>
                <a:lnTo>
                  <a:pt x="1755" y="1072"/>
                </a:lnTo>
                <a:lnTo>
                  <a:pt x="1755" y="1073"/>
                </a:lnTo>
                <a:lnTo>
                  <a:pt x="1756" y="1074"/>
                </a:lnTo>
                <a:lnTo>
                  <a:pt x="1758" y="1075"/>
                </a:lnTo>
                <a:lnTo>
                  <a:pt x="1759" y="1077"/>
                </a:lnTo>
                <a:lnTo>
                  <a:pt x="1761" y="1078"/>
                </a:lnTo>
                <a:lnTo>
                  <a:pt x="1762" y="1079"/>
                </a:lnTo>
                <a:lnTo>
                  <a:pt x="1761" y="1082"/>
                </a:lnTo>
                <a:lnTo>
                  <a:pt x="1762" y="1084"/>
                </a:lnTo>
                <a:lnTo>
                  <a:pt x="1762" y="1088"/>
                </a:lnTo>
                <a:lnTo>
                  <a:pt x="1763" y="1093"/>
                </a:lnTo>
                <a:lnTo>
                  <a:pt x="1763" y="1095"/>
                </a:lnTo>
                <a:lnTo>
                  <a:pt x="1762" y="1097"/>
                </a:lnTo>
                <a:lnTo>
                  <a:pt x="1765" y="1097"/>
                </a:lnTo>
                <a:lnTo>
                  <a:pt x="1768" y="1100"/>
                </a:lnTo>
                <a:lnTo>
                  <a:pt x="1769" y="1104"/>
                </a:lnTo>
                <a:lnTo>
                  <a:pt x="1766" y="1109"/>
                </a:lnTo>
                <a:lnTo>
                  <a:pt x="1768" y="1110"/>
                </a:lnTo>
                <a:lnTo>
                  <a:pt x="1767" y="1111"/>
                </a:lnTo>
                <a:lnTo>
                  <a:pt x="1775" y="1111"/>
                </a:lnTo>
                <a:lnTo>
                  <a:pt x="1778" y="1109"/>
                </a:lnTo>
                <a:lnTo>
                  <a:pt x="1780" y="1109"/>
                </a:lnTo>
                <a:lnTo>
                  <a:pt x="1783" y="1111"/>
                </a:lnTo>
                <a:lnTo>
                  <a:pt x="1786" y="1110"/>
                </a:lnTo>
                <a:lnTo>
                  <a:pt x="1787" y="1110"/>
                </a:lnTo>
                <a:lnTo>
                  <a:pt x="1788" y="1111"/>
                </a:lnTo>
                <a:lnTo>
                  <a:pt x="1789" y="1111"/>
                </a:lnTo>
                <a:lnTo>
                  <a:pt x="1790" y="1112"/>
                </a:lnTo>
                <a:lnTo>
                  <a:pt x="1793" y="1114"/>
                </a:lnTo>
                <a:lnTo>
                  <a:pt x="1793" y="1115"/>
                </a:lnTo>
                <a:lnTo>
                  <a:pt x="1793" y="1116"/>
                </a:lnTo>
                <a:lnTo>
                  <a:pt x="1793" y="1117"/>
                </a:lnTo>
                <a:lnTo>
                  <a:pt x="1794" y="1118"/>
                </a:lnTo>
                <a:lnTo>
                  <a:pt x="1795" y="1119"/>
                </a:lnTo>
                <a:lnTo>
                  <a:pt x="1796" y="1120"/>
                </a:lnTo>
                <a:lnTo>
                  <a:pt x="1797" y="1120"/>
                </a:lnTo>
                <a:lnTo>
                  <a:pt x="1798" y="1121"/>
                </a:lnTo>
                <a:lnTo>
                  <a:pt x="1798" y="1122"/>
                </a:lnTo>
                <a:lnTo>
                  <a:pt x="1798" y="1123"/>
                </a:lnTo>
                <a:lnTo>
                  <a:pt x="1800" y="1123"/>
                </a:lnTo>
                <a:lnTo>
                  <a:pt x="1801" y="1123"/>
                </a:lnTo>
                <a:lnTo>
                  <a:pt x="1804" y="1124"/>
                </a:lnTo>
                <a:lnTo>
                  <a:pt x="1806" y="1125"/>
                </a:lnTo>
                <a:lnTo>
                  <a:pt x="1808" y="1126"/>
                </a:lnTo>
                <a:lnTo>
                  <a:pt x="1810" y="1128"/>
                </a:lnTo>
                <a:lnTo>
                  <a:pt x="1811" y="1127"/>
                </a:lnTo>
                <a:lnTo>
                  <a:pt x="1811" y="1126"/>
                </a:lnTo>
                <a:lnTo>
                  <a:pt x="1816" y="1122"/>
                </a:lnTo>
                <a:lnTo>
                  <a:pt x="1817" y="1123"/>
                </a:lnTo>
                <a:lnTo>
                  <a:pt x="1818" y="1123"/>
                </a:lnTo>
                <a:lnTo>
                  <a:pt x="1819" y="1126"/>
                </a:lnTo>
                <a:lnTo>
                  <a:pt x="1820" y="1127"/>
                </a:lnTo>
                <a:lnTo>
                  <a:pt x="1821" y="1129"/>
                </a:lnTo>
                <a:lnTo>
                  <a:pt x="1821" y="1130"/>
                </a:lnTo>
                <a:lnTo>
                  <a:pt x="1824" y="1132"/>
                </a:lnTo>
                <a:lnTo>
                  <a:pt x="1826" y="1135"/>
                </a:lnTo>
                <a:lnTo>
                  <a:pt x="1827" y="1134"/>
                </a:lnTo>
                <a:lnTo>
                  <a:pt x="1828" y="1134"/>
                </a:lnTo>
                <a:lnTo>
                  <a:pt x="1831" y="1136"/>
                </a:lnTo>
                <a:lnTo>
                  <a:pt x="1836" y="1137"/>
                </a:lnTo>
                <a:lnTo>
                  <a:pt x="1837" y="1137"/>
                </a:lnTo>
                <a:lnTo>
                  <a:pt x="1839" y="1137"/>
                </a:lnTo>
                <a:lnTo>
                  <a:pt x="1840" y="1137"/>
                </a:lnTo>
                <a:lnTo>
                  <a:pt x="1848" y="1136"/>
                </a:lnTo>
                <a:lnTo>
                  <a:pt x="1856" y="1138"/>
                </a:lnTo>
                <a:lnTo>
                  <a:pt x="1860" y="1138"/>
                </a:lnTo>
                <a:lnTo>
                  <a:pt x="1862" y="1138"/>
                </a:lnTo>
                <a:lnTo>
                  <a:pt x="1864" y="1139"/>
                </a:lnTo>
                <a:lnTo>
                  <a:pt x="1866" y="1139"/>
                </a:lnTo>
                <a:lnTo>
                  <a:pt x="1870" y="1139"/>
                </a:lnTo>
                <a:lnTo>
                  <a:pt x="1874" y="1140"/>
                </a:lnTo>
                <a:lnTo>
                  <a:pt x="1878" y="1144"/>
                </a:lnTo>
                <a:lnTo>
                  <a:pt x="1883" y="1147"/>
                </a:lnTo>
                <a:lnTo>
                  <a:pt x="1886" y="1150"/>
                </a:lnTo>
                <a:lnTo>
                  <a:pt x="1887" y="1149"/>
                </a:lnTo>
                <a:lnTo>
                  <a:pt x="1888" y="1150"/>
                </a:lnTo>
                <a:lnTo>
                  <a:pt x="1893" y="1149"/>
                </a:lnTo>
                <a:lnTo>
                  <a:pt x="1895" y="1152"/>
                </a:lnTo>
                <a:lnTo>
                  <a:pt x="1902" y="1152"/>
                </a:lnTo>
                <a:lnTo>
                  <a:pt x="1908" y="1155"/>
                </a:lnTo>
                <a:lnTo>
                  <a:pt x="1911" y="1155"/>
                </a:lnTo>
                <a:lnTo>
                  <a:pt x="1913" y="1153"/>
                </a:lnTo>
                <a:lnTo>
                  <a:pt x="1916" y="1154"/>
                </a:lnTo>
                <a:lnTo>
                  <a:pt x="1918" y="1154"/>
                </a:lnTo>
                <a:lnTo>
                  <a:pt x="1919" y="1154"/>
                </a:lnTo>
                <a:lnTo>
                  <a:pt x="1923" y="1154"/>
                </a:lnTo>
                <a:lnTo>
                  <a:pt x="1926" y="1154"/>
                </a:lnTo>
                <a:lnTo>
                  <a:pt x="1929" y="1153"/>
                </a:lnTo>
                <a:lnTo>
                  <a:pt x="1930" y="1153"/>
                </a:lnTo>
                <a:lnTo>
                  <a:pt x="1932" y="1152"/>
                </a:lnTo>
                <a:lnTo>
                  <a:pt x="1935" y="1152"/>
                </a:lnTo>
                <a:lnTo>
                  <a:pt x="1941" y="1154"/>
                </a:lnTo>
                <a:lnTo>
                  <a:pt x="1944" y="1153"/>
                </a:lnTo>
                <a:lnTo>
                  <a:pt x="1945" y="1154"/>
                </a:lnTo>
                <a:lnTo>
                  <a:pt x="1946" y="1155"/>
                </a:lnTo>
                <a:lnTo>
                  <a:pt x="1948" y="1155"/>
                </a:lnTo>
                <a:lnTo>
                  <a:pt x="1948" y="1157"/>
                </a:lnTo>
                <a:lnTo>
                  <a:pt x="1949" y="1158"/>
                </a:lnTo>
                <a:lnTo>
                  <a:pt x="1951" y="1158"/>
                </a:lnTo>
                <a:lnTo>
                  <a:pt x="1952" y="1158"/>
                </a:lnTo>
                <a:lnTo>
                  <a:pt x="1952" y="1160"/>
                </a:lnTo>
                <a:lnTo>
                  <a:pt x="1953" y="1160"/>
                </a:lnTo>
                <a:lnTo>
                  <a:pt x="1954" y="1160"/>
                </a:lnTo>
                <a:lnTo>
                  <a:pt x="1955" y="1159"/>
                </a:lnTo>
                <a:lnTo>
                  <a:pt x="1956" y="1159"/>
                </a:lnTo>
                <a:lnTo>
                  <a:pt x="1958" y="1159"/>
                </a:lnTo>
                <a:lnTo>
                  <a:pt x="1959" y="1159"/>
                </a:lnTo>
                <a:lnTo>
                  <a:pt x="1960" y="1159"/>
                </a:lnTo>
                <a:lnTo>
                  <a:pt x="1962" y="1161"/>
                </a:lnTo>
                <a:lnTo>
                  <a:pt x="1963" y="1161"/>
                </a:lnTo>
                <a:lnTo>
                  <a:pt x="1967" y="1160"/>
                </a:lnTo>
                <a:lnTo>
                  <a:pt x="1968" y="1161"/>
                </a:lnTo>
                <a:lnTo>
                  <a:pt x="1969" y="1161"/>
                </a:lnTo>
                <a:lnTo>
                  <a:pt x="1975" y="1164"/>
                </a:lnTo>
                <a:lnTo>
                  <a:pt x="1976" y="1164"/>
                </a:lnTo>
                <a:lnTo>
                  <a:pt x="1978" y="1165"/>
                </a:lnTo>
                <a:lnTo>
                  <a:pt x="1980" y="1166"/>
                </a:lnTo>
                <a:lnTo>
                  <a:pt x="1981" y="1166"/>
                </a:lnTo>
                <a:lnTo>
                  <a:pt x="1982" y="1166"/>
                </a:lnTo>
                <a:lnTo>
                  <a:pt x="1982" y="1165"/>
                </a:lnTo>
                <a:lnTo>
                  <a:pt x="1984" y="1165"/>
                </a:lnTo>
                <a:lnTo>
                  <a:pt x="1985" y="1166"/>
                </a:lnTo>
                <a:lnTo>
                  <a:pt x="1986" y="1166"/>
                </a:lnTo>
                <a:lnTo>
                  <a:pt x="1987" y="1166"/>
                </a:lnTo>
                <a:lnTo>
                  <a:pt x="1987" y="1167"/>
                </a:lnTo>
                <a:lnTo>
                  <a:pt x="1988" y="1168"/>
                </a:lnTo>
                <a:lnTo>
                  <a:pt x="1989" y="1168"/>
                </a:lnTo>
                <a:lnTo>
                  <a:pt x="1990" y="1168"/>
                </a:lnTo>
                <a:lnTo>
                  <a:pt x="1990" y="1169"/>
                </a:lnTo>
                <a:lnTo>
                  <a:pt x="1991" y="1169"/>
                </a:lnTo>
                <a:lnTo>
                  <a:pt x="1992" y="1171"/>
                </a:lnTo>
                <a:lnTo>
                  <a:pt x="1993" y="1171"/>
                </a:lnTo>
                <a:lnTo>
                  <a:pt x="1994" y="1171"/>
                </a:lnTo>
                <a:lnTo>
                  <a:pt x="1995" y="1171"/>
                </a:lnTo>
                <a:lnTo>
                  <a:pt x="1997" y="1171"/>
                </a:lnTo>
                <a:lnTo>
                  <a:pt x="1998" y="1172"/>
                </a:lnTo>
                <a:lnTo>
                  <a:pt x="1999" y="1172"/>
                </a:lnTo>
                <a:lnTo>
                  <a:pt x="1999" y="1171"/>
                </a:lnTo>
                <a:lnTo>
                  <a:pt x="1999" y="1170"/>
                </a:lnTo>
                <a:lnTo>
                  <a:pt x="2001" y="1172"/>
                </a:lnTo>
                <a:lnTo>
                  <a:pt x="2003" y="1173"/>
                </a:lnTo>
                <a:lnTo>
                  <a:pt x="2005" y="1174"/>
                </a:lnTo>
                <a:lnTo>
                  <a:pt x="2006" y="1175"/>
                </a:lnTo>
                <a:lnTo>
                  <a:pt x="2008" y="1177"/>
                </a:lnTo>
                <a:lnTo>
                  <a:pt x="2011" y="1178"/>
                </a:lnTo>
                <a:lnTo>
                  <a:pt x="2013" y="1180"/>
                </a:lnTo>
                <a:lnTo>
                  <a:pt x="2014" y="1181"/>
                </a:lnTo>
                <a:lnTo>
                  <a:pt x="2015" y="1181"/>
                </a:lnTo>
                <a:lnTo>
                  <a:pt x="2017" y="1182"/>
                </a:lnTo>
                <a:lnTo>
                  <a:pt x="2017" y="1183"/>
                </a:lnTo>
                <a:lnTo>
                  <a:pt x="2017" y="1185"/>
                </a:lnTo>
                <a:lnTo>
                  <a:pt x="2017" y="1186"/>
                </a:lnTo>
                <a:lnTo>
                  <a:pt x="2018" y="1186"/>
                </a:lnTo>
                <a:lnTo>
                  <a:pt x="2020" y="1188"/>
                </a:lnTo>
                <a:lnTo>
                  <a:pt x="2024" y="1191"/>
                </a:lnTo>
                <a:lnTo>
                  <a:pt x="2026" y="1192"/>
                </a:lnTo>
                <a:lnTo>
                  <a:pt x="2032" y="1196"/>
                </a:lnTo>
                <a:lnTo>
                  <a:pt x="2036" y="1199"/>
                </a:lnTo>
                <a:lnTo>
                  <a:pt x="2039" y="1201"/>
                </a:lnTo>
                <a:lnTo>
                  <a:pt x="2046" y="1206"/>
                </a:lnTo>
                <a:lnTo>
                  <a:pt x="2053" y="1213"/>
                </a:lnTo>
                <a:lnTo>
                  <a:pt x="2056" y="1214"/>
                </a:lnTo>
                <a:lnTo>
                  <a:pt x="2059" y="1216"/>
                </a:lnTo>
                <a:lnTo>
                  <a:pt x="2059" y="1217"/>
                </a:lnTo>
                <a:lnTo>
                  <a:pt x="2059" y="1219"/>
                </a:lnTo>
                <a:lnTo>
                  <a:pt x="2062" y="1223"/>
                </a:lnTo>
                <a:lnTo>
                  <a:pt x="2064" y="1225"/>
                </a:lnTo>
                <a:lnTo>
                  <a:pt x="2068" y="1228"/>
                </a:lnTo>
                <a:lnTo>
                  <a:pt x="2069" y="1230"/>
                </a:lnTo>
                <a:lnTo>
                  <a:pt x="2069" y="1233"/>
                </a:lnTo>
                <a:lnTo>
                  <a:pt x="2069" y="1234"/>
                </a:lnTo>
                <a:lnTo>
                  <a:pt x="2069" y="1236"/>
                </a:lnTo>
                <a:lnTo>
                  <a:pt x="2070" y="1237"/>
                </a:lnTo>
                <a:lnTo>
                  <a:pt x="2072" y="1236"/>
                </a:lnTo>
                <a:lnTo>
                  <a:pt x="2074" y="1237"/>
                </a:lnTo>
                <a:lnTo>
                  <a:pt x="2077" y="1238"/>
                </a:lnTo>
                <a:lnTo>
                  <a:pt x="2081" y="1240"/>
                </a:lnTo>
                <a:lnTo>
                  <a:pt x="2085" y="1244"/>
                </a:lnTo>
                <a:lnTo>
                  <a:pt x="2091" y="1248"/>
                </a:lnTo>
                <a:lnTo>
                  <a:pt x="2097" y="1256"/>
                </a:lnTo>
                <a:lnTo>
                  <a:pt x="2098" y="1257"/>
                </a:lnTo>
                <a:lnTo>
                  <a:pt x="2100" y="1262"/>
                </a:lnTo>
                <a:lnTo>
                  <a:pt x="2101" y="1263"/>
                </a:lnTo>
                <a:lnTo>
                  <a:pt x="2103" y="1263"/>
                </a:lnTo>
                <a:lnTo>
                  <a:pt x="2104" y="1263"/>
                </a:lnTo>
                <a:lnTo>
                  <a:pt x="2105" y="1263"/>
                </a:lnTo>
                <a:lnTo>
                  <a:pt x="2107" y="1265"/>
                </a:lnTo>
                <a:lnTo>
                  <a:pt x="2108" y="1265"/>
                </a:lnTo>
                <a:lnTo>
                  <a:pt x="2108" y="1266"/>
                </a:lnTo>
                <a:lnTo>
                  <a:pt x="2110" y="1267"/>
                </a:lnTo>
                <a:lnTo>
                  <a:pt x="2111" y="1267"/>
                </a:lnTo>
                <a:lnTo>
                  <a:pt x="2113" y="1268"/>
                </a:lnTo>
                <a:lnTo>
                  <a:pt x="2114" y="1268"/>
                </a:lnTo>
                <a:lnTo>
                  <a:pt x="2115" y="1269"/>
                </a:lnTo>
                <a:lnTo>
                  <a:pt x="2116" y="1269"/>
                </a:lnTo>
                <a:lnTo>
                  <a:pt x="2116" y="1270"/>
                </a:lnTo>
                <a:lnTo>
                  <a:pt x="2117" y="1270"/>
                </a:lnTo>
                <a:lnTo>
                  <a:pt x="2118" y="1270"/>
                </a:lnTo>
                <a:lnTo>
                  <a:pt x="2119" y="1271"/>
                </a:lnTo>
                <a:lnTo>
                  <a:pt x="2120" y="1272"/>
                </a:lnTo>
                <a:lnTo>
                  <a:pt x="2120" y="1273"/>
                </a:lnTo>
                <a:lnTo>
                  <a:pt x="2121" y="1274"/>
                </a:lnTo>
                <a:lnTo>
                  <a:pt x="2122" y="1275"/>
                </a:lnTo>
                <a:lnTo>
                  <a:pt x="2124" y="1277"/>
                </a:lnTo>
                <a:lnTo>
                  <a:pt x="2127" y="1277"/>
                </a:lnTo>
                <a:lnTo>
                  <a:pt x="2136" y="1276"/>
                </a:lnTo>
                <a:lnTo>
                  <a:pt x="2142" y="1276"/>
                </a:lnTo>
                <a:lnTo>
                  <a:pt x="2153" y="1276"/>
                </a:lnTo>
                <a:lnTo>
                  <a:pt x="2162" y="1275"/>
                </a:lnTo>
                <a:lnTo>
                  <a:pt x="2164" y="1277"/>
                </a:lnTo>
                <a:lnTo>
                  <a:pt x="2163" y="1280"/>
                </a:lnTo>
                <a:lnTo>
                  <a:pt x="2161" y="1283"/>
                </a:lnTo>
                <a:lnTo>
                  <a:pt x="2158" y="1285"/>
                </a:lnTo>
                <a:lnTo>
                  <a:pt x="2156" y="1292"/>
                </a:lnTo>
                <a:lnTo>
                  <a:pt x="2154" y="1302"/>
                </a:lnTo>
                <a:lnTo>
                  <a:pt x="2151" y="1310"/>
                </a:lnTo>
                <a:lnTo>
                  <a:pt x="2156" y="1311"/>
                </a:lnTo>
                <a:lnTo>
                  <a:pt x="2160" y="1314"/>
                </a:lnTo>
                <a:lnTo>
                  <a:pt x="2164" y="1314"/>
                </a:lnTo>
                <a:lnTo>
                  <a:pt x="2169" y="1315"/>
                </a:lnTo>
                <a:lnTo>
                  <a:pt x="2171" y="1320"/>
                </a:lnTo>
                <a:lnTo>
                  <a:pt x="2172" y="1323"/>
                </a:lnTo>
                <a:lnTo>
                  <a:pt x="2173" y="1325"/>
                </a:lnTo>
                <a:lnTo>
                  <a:pt x="2174" y="1328"/>
                </a:lnTo>
                <a:lnTo>
                  <a:pt x="2175" y="1331"/>
                </a:lnTo>
                <a:lnTo>
                  <a:pt x="2176" y="1335"/>
                </a:lnTo>
                <a:lnTo>
                  <a:pt x="2178" y="1345"/>
                </a:lnTo>
                <a:lnTo>
                  <a:pt x="2180" y="1353"/>
                </a:lnTo>
                <a:lnTo>
                  <a:pt x="2182" y="1360"/>
                </a:lnTo>
                <a:lnTo>
                  <a:pt x="2182" y="1362"/>
                </a:lnTo>
                <a:lnTo>
                  <a:pt x="2183" y="1367"/>
                </a:lnTo>
                <a:lnTo>
                  <a:pt x="2183" y="1369"/>
                </a:lnTo>
                <a:lnTo>
                  <a:pt x="2189" y="1386"/>
                </a:lnTo>
                <a:lnTo>
                  <a:pt x="2192" y="1394"/>
                </a:lnTo>
                <a:lnTo>
                  <a:pt x="2193" y="1412"/>
                </a:lnTo>
                <a:lnTo>
                  <a:pt x="2195" y="1417"/>
                </a:lnTo>
                <a:lnTo>
                  <a:pt x="2197" y="1420"/>
                </a:lnTo>
                <a:lnTo>
                  <a:pt x="2203" y="1427"/>
                </a:lnTo>
                <a:lnTo>
                  <a:pt x="2212" y="1439"/>
                </a:lnTo>
                <a:lnTo>
                  <a:pt x="2233" y="1465"/>
                </a:lnTo>
                <a:lnTo>
                  <a:pt x="2234" y="1488"/>
                </a:lnTo>
                <a:lnTo>
                  <a:pt x="2240" y="1488"/>
                </a:lnTo>
                <a:lnTo>
                  <a:pt x="2242" y="1487"/>
                </a:lnTo>
                <a:lnTo>
                  <a:pt x="2244" y="1487"/>
                </a:lnTo>
                <a:lnTo>
                  <a:pt x="2245" y="1487"/>
                </a:lnTo>
                <a:lnTo>
                  <a:pt x="2247" y="1487"/>
                </a:lnTo>
                <a:lnTo>
                  <a:pt x="2249" y="1487"/>
                </a:lnTo>
                <a:lnTo>
                  <a:pt x="2253" y="1487"/>
                </a:lnTo>
                <a:lnTo>
                  <a:pt x="2255" y="1487"/>
                </a:lnTo>
                <a:lnTo>
                  <a:pt x="2258" y="1487"/>
                </a:lnTo>
                <a:lnTo>
                  <a:pt x="2268" y="1486"/>
                </a:lnTo>
                <a:lnTo>
                  <a:pt x="2274" y="1487"/>
                </a:lnTo>
                <a:lnTo>
                  <a:pt x="2279" y="1488"/>
                </a:lnTo>
                <a:lnTo>
                  <a:pt x="2289" y="1488"/>
                </a:lnTo>
                <a:lnTo>
                  <a:pt x="2291" y="1488"/>
                </a:lnTo>
                <a:lnTo>
                  <a:pt x="2293" y="1488"/>
                </a:lnTo>
                <a:lnTo>
                  <a:pt x="2294" y="1487"/>
                </a:lnTo>
                <a:lnTo>
                  <a:pt x="2295" y="1487"/>
                </a:lnTo>
                <a:lnTo>
                  <a:pt x="2296" y="1487"/>
                </a:lnTo>
                <a:lnTo>
                  <a:pt x="2297" y="1487"/>
                </a:lnTo>
                <a:lnTo>
                  <a:pt x="2298" y="1487"/>
                </a:lnTo>
                <a:lnTo>
                  <a:pt x="2301" y="1486"/>
                </a:lnTo>
                <a:lnTo>
                  <a:pt x="2304" y="1485"/>
                </a:lnTo>
                <a:lnTo>
                  <a:pt x="2305" y="1485"/>
                </a:lnTo>
                <a:lnTo>
                  <a:pt x="2306" y="1485"/>
                </a:lnTo>
                <a:lnTo>
                  <a:pt x="2308" y="1485"/>
                </a:lnTo>
                <a:lnTo>
                  <a:pt x="2355" y="1497"/>
                </a:lnTo>
                <a:lnTo>
                  <a:pt x="2373" y="1502"/>
                </a:lnTo>
                <a:lnTo>
                  <a:pt x="2402" y="1510"/>
                </a:lnTo>
                <a:lnTo>
                  <a:pt x="2434" y="1514"/>
                </a:lnTo>
                <a:lnTo>
                  <a:pt x="2444" y="1516"/>
                </a:lnTo>
                <a:lnTo>
                  <a:pt x="2465" y="1520"/>
                </a:lnTo>
                <a:lnTo>
                  <a:pt x="2472" y="1521"/>
                </a:lnTo>
                <a:lnTo>
                  <a:pt x="2477" y="1521"/>
                </a:lnTo>
                <a:lnTo>
                  <a:pt x="2524" y="1529"/>
                </a:lnTo>
                <a:lnTo>
                  <a:pt x="2568" y="1521"/>
                </a:lnTo>
                <a:lnTo>
                  <a:pt x="2596" y="1524"/>
                </a:lnTo>
                <a:lnTo>
                  <a:pt x="2596" y="1523"/>
                </a:lnTo>
                <a:lnTo>
                  <a:pt x="2601" y="1517"/>
                </a:lnTo>
                <a:lnTo>
                  <a:pt x="2650" y="1521"/>
                </a:lnTo>
                <a:lnTo>
                  <a:pt x="2703" y="1539"/>
                </a:lnTo>
                <a:lnTo>
                  <a:pt x="2717" y="1543"/>
                </a:lnTo>
                <a:lnTo>
                  <a:pt x="2739" y="1546"/>
                </a:lnTo>
                <a:lnTo>
                  <a:pt x="2756" y="1573"/>
                </a:lnTo>
                <a:lnTo>
                  <a:pt x="2763" y="1583"/>
                </a:lnTo>
                <a:lnTo>
                  <a:pt x="2798" y="1595"/>
                </a:lnTo>
                <a:lnTo>
                  <a:pt x="2807" y="1593"/>
                </a:lnTo>
                <a:lnTo>
                  <a:pt x="2816" y="1594"/>
                </a:lnTo>
                <a:lnTo>
                  <a:pt x="2823" y="1594"/>
                </a:lnTo>
                <a:lnTo>
                  <a:pt x="2843" y="1606"/>
                </a:lnTo>
                <a:lnTo>
                  <a:pt x="2849" y="1610"/>
                </a:lnTo>
                <a:lnTo>
                  <a:pt x="2889" y="1631"/>
                </a:lnTo>
                <a:lnTo>
                  <a:pt x="2899" y="1634"/>
                </a:lnTo>
                <a:lnTo>
                  <a:pt x="2920" y="1639"/>
                </a:lnTo>
                <a:lnTo>
                  <a:pt x="2931" y="1642"/>
                </a:lnTo>
                <a:lnTo>
                  <a:pt x="2951" y="1642"/>
                </a:lnTo>
                <a:lnTo>
                  <a:pt x="2973" y="1638"/>
                </a:lnTo>
                <a:lnTo>
                  <a:pt x="2994" y="1633"/>
                </a:lnTo>
                <a:lnTo>
                  <a:pt x="2993" y="1661"/>
                </a:lnTo>
                <a:lnTo>
                  <a:pt x="3009" y="1663"/>
                </a:lnTo>
                <a:lnTo>
                  <a:pt x="3031" y="1662"/>
                </a:lnTo>
                <a:lnTo>
                  <a:pt x="3039" y="1672"/>
                </a:lnTo>
                <a:lnTo>
                  <a:pt x="3060" y="1650"/>
                </a:lnTo>
                <a:lnTo>
                  <a:pt x="3066" y="1650"/>
                </a:lnTo>
                <a:lnTo>
                  <a:pt x="3073" y="1646"/>
                </a:lnTo>
                <a:lnTo>
                  <a:pt x="3075" y="1644"/>
                </a:lnTo>
                <a:lnTo>
                  <a:pt x="3084" y="1638"/>
                </a:lnTo>
                <a:lnTo>
                  <a:pt x="3094" y="1632"/>
                </a:lnTo>
                <a:lnTo>
                  <a:pt x="3106" y="1625"/>
                </a:lnTo>
                <a:lnTo>
                  <a:pt x="3122" y="1618"/>
                </a:lnTo>
                <a:lnTo>
                  <a:pt x="3140" y="1609"/>
                </a:lnTo>
                <a:lnTo>
                  <a:pt x="3168" y="1595"/>
                </a:lnTo>
                <a:lnTo>
                  <a:pt x="3190" y="1584"/>
                </a:lnTo>
                <a:lnTo>
                  <a:pt x="3207" y="1577"/>
                </a:lnTo>
                <a:lnTo>
                  <a:pt x="3231" y="1573"/>
                </a:lnTo>
                <a:lnTo>
                  <a:pt x="3252" y="1567"/>
                </a:lnTo>
                <a:lnTo>
                  <a:pt x="3254" y="1561"/>
                </a:lnTo>
                <a:lnTo>
                  <a:pt x="3270" y="1554"/>
                </a:lnTo>
                <a:lnTo>
                  <a:pt x="3273" y="1554"/>
                </a:lnTo>
                <a:lnTo>
                  <a:pt x="3280" y="1560"/>
                </a:lnTo>
                <a:lnTo>
                  <a:pt x="3295" y="1559"/>
                </a:lnTo>
                <a:lnTo>
                  <a:pt x="3314" y="1560"/>
                </a:lnTo>
                <a:lnTo>
                  <a:pt x="3317" y="1559"/>
                </a:lnTo>
                <a:lnTo>
                  <a:pt x="3319" y="1559"/>
                </a:lnTo>
                <a:lnTo>
                  <a:pt x="3321" y="1557"/>
                </a:lnTo>
                <a:lnTo>
                  <a:pt x="3322" y="1556"/>
                </a:lnTo>
                <a:lnTo>
                  <a:pt x="3328" y="1556"/>
                </a:lnTo>
                <a:lnTo>
                  <a:pt x="3343" y="1552"/>
                </a:lnTo>
                <a:lnTo>
                  <a:pt x="3348" y="1555"/>
                </a:lnTo>
                <a:lnTo>
                  <a:pt x="3365" y="1554"/>
                </a:lnTo>
                <a:lnTo>
                  <a:pt x="3370" y="1553"/>
                </a:lnTo>
                <a:lnTo>
                  <a:pt x="3386" y="1557"/>
                </a:lnTo>
                <a:lnTo>
                  <a:pt x="3395" y="1556"/>
                </a:lnTo>
                <a:lnTo>
                  <a:pt x="3398" y="1558"/>
                </a:lnTo>
                <a:lnTo>
                  <a:pt x="3400" y="1559"/>
                </a:lnTo>
                <a:lnTo>
                  <a:pt x="3410" y="1553"/>
                </a:lnTo>
                <a:lnTo>
                  <a:pt x="3413" y="1551"/>
                </a:lnTo>
                <a:lnTo>
                  <a:pt x="3414" y="1550"/>
                </a:lnTo>
                <a:lnTo>
                  <a:pt x="3415" y="1551"/>
                </a:lnTo>
                <a:lnTo>
                  <a:pt x="3416" y="1550"/>
                </a:lnTo>
                <a:lnTo>
                  <a:pt x="3437" y="1551"/>
                </a:lnTo>
                <a:lnTo>
                  <a:pt x="3441" y="1552"/>
                </a:lnTo>
                <a:lnTo>
                  <a:pt x="3443" y="1551"/>
                </a:lnTo>
                <a:lnTo>
                  <a:pt x="3449" y="1550"/>
                </a:lnTo>
                <a:lnTo>
                  <a:pt x="3450" y="1550"/>
                </a:lnTo>
                <a:lnTo>
                  <a:pt x="3452" y="1549"/>
                </a:lnTo>
                <a:lnTo>
                  <a:pt x="3453" y="1549"/>
                </a:lnTo>
                <a:lnTo>
                  <a:pt x="3456" y="1549"/>
                </a:lnTo>
                <a:lnTo>
                  <a:pt x="3459" y="1548"/>
                </a:lnTo>
                <a:lnTo>
                  <a:pt x="3461" y="1547"/>
                </a:lnTo>
                <a:lnTo>
                  <a:pt x="3463" y="1546"/>
                </a:lnTo>
                <a:lnTo>
                  <a:pt x="3464" y="1546"/>
                </a:lnTo>
                <a:lnTo>
                  <a:pt x="3477" y="1534"/>
                </a:lnTo>
                <a:lnTo>
                  <a:pt x="3481" y="1532"/>
                </a:lnTo>
                <a:lnTo>
                  <a:pt x="3498" y="1523"/>
                </a:lnTo>
                <a:lnTo>
                  <a:pt x="3505" y="1522"/>
                </a:lnTo>
                <a:lnTo>
                  <a:pt x="3517" y="1521"/>
                </a:lnTo>
                <a:lnTo>
                  <a:pt x="3519" y="1517"/>
                </a:lnTo>
                <a:lnTo>
                  <a:pt x="3523" y="1515"/>
                </a:lnTo>
                <a:lnTo>
                  <a:pt x="3532" y="1511"/>
                </a:lnTo>
                <a:lnTo>
                  <a:pt x="3535" y="1509"/>
                </a:lnTo>
                <a:lnTo>
                  <a:pt x="3538" y="1508"/>
                </a:lnTo>
                <a:lnTo>
                  <a:pt x="3547" y="1502"/>
                </a:lnTo>
                <a:lnTo>
                  <a:pt x="3549" y="1494"/>
                </a:lnTo>
                <a:lnTo>
                  <a:pt x="3559" y="1484"/>
                </a:lnTo>
                <a:lnTo>
                  <a:pt x="3563" y="1481"/>
                </a:lnTo>
                <a:lnTo>
                  <a:pt x="3568" y="1469"/>
                </a:lnTo>
                <a:lnTo>
                  <a:pt x="3568" y="1467"/>
                </a:lnTo>
                <a:lnTo>
                  <a:pt x="3572" y="1460"/>
                </a:lnTo>
                <a:lnTo>
                  <a:pt x="3575" y="1458"/>
                </a:lnTo>
                <a:lnTo>
                  <a:pt x="3585" y="1444"/>
                </a:lnTo>
                <a:lnTo>
                  <a:pt x="3596" y="1427"/>
                </a:lnTo>
                <a:lnTo>
                  <a:pt x="3600" y="1424"/>
                </a:lnTo>
                <a:lnTo>
                  <a:pt x="3601" y="1423"/>
                </a:lnTo>
                <a:lnTo>
                  <a:pt x="3603" y="1422"/>
                </a:lnTo>
                <a:lnTo>
                  <a:pt x="3608" y="1420"/>
                </a:lnTo>
                <a:lnTo>
                  <a:pt x="3611" y="1418"/>
                </a:lnTo>
                <a:lnTo>
                  <a:pt x="3623" y="1412"/>
                </a:lnTo>
                <a:lnTo>
                  <a:pt x="3625" y="1412"/>
                </a:lnTo>
                <a:lnTo>
                  <a:pt x="3627" y="1411"/>
                </a:lnTo>
                <a:lnTo>
                  <a:pt x="3630" y="1406"/>
                </a:lnTo>
                <a:lnTo>
                  <a:pt x="3636" y="1403"/>
                </a:lnTo>
                <a:lnTo>
                  <a:pt x="3640" y="1404"/>
                </a:lnTo>
                <a:lnTo>
                  <a:pt x="3646" y="1403"/>
                </a:lnTo>
                <a:lnTo>
                  <a:pt x="3649" y="1400"/>
                </a:lnTo>
                <a:lnTo>
                  <a:pt x="3659" y="1386"/>
                </a:lnTo>
                <a:lnTo>
                  <a:pt x="3665" y="1378"/>
                </a:lnTo>
                <a:lnTo>
                  <a:pt x="3674" y="1377"/>
                </a:lnTo>
                <a:lnTo>
                  <a:pt x="3677" y="1375"/>
                </a:lnTo>
                <a:lnTo>
                  <a:pt x="3679" y="1374"/>
                </a:lnTo>
                <a:lnTo>
                  <a:pt x="3680" y="1367"/>
                </a:lnTo>
                <a:lnTo>
                  <a:pt x="3680" y="1360"/>
                </a:lnTo>
                <a:lnTo>
                  <a:pt x="3679" y="1358"/>
                </a:lnTo>
                <a:lnTo>
                  <a:pt x="3670" y="1343"/>
                </a:lnTo>
                <a:lnTo>
                  <a:pt x="3662" y="1336"/>
                </a:lnTo>
                <a:lnTo>
                  <a:pt x="3661" y="1335"/>
                </a:lnTo>
                <a:lnTo>
                  <a:pt x="3658" y="1334"/>
                </a:lnTo>
                <a:lnTo>
                  <a:pt x="3655" y="1333"/>
                </a:lnTo>
                <a:lnTo>
                  <a:pt x="3652" y="1331"/>
                </a:lnTo>
                <a:lnTo>
                  <a:pt x="3650" y="1329"/>
                </a:lnTo>
                <a:lnTo>
                  <a:pt x="3648" y="1326"/>
                </a:lnTo>
                <a:lnTo>
                  <a:pt x="3644" y="1322"/>
                </a:lnTo>
                <a:lnTo>
                  <a:pt x="3643" y="1319"/>
                </a:lnTo>
                <a:lnTo>
                  <a:pt x="3641" y="1318"/>
                </a:lnTo>
                <a:lnTo>
                  <a:pt x="3640" y="1316"/>
                </a:lnTo>
                <a:lnTo>
                  <a:pt x="3638" y="1313"/>
                </a:lnTo>
                <a:lnTo>
                  <a:pt x="3637" y="1310"/>
                </a:lnTo>
                <a:lnTo>
                  <a:pt x="3636" y="1306"/>
                </a:lnTo>
                <a:lnTo>
                  <a:pt x="3636" y="1303"/>
                </a:lnTo>
                <a:lnTo>
                  <a:pt x="3635" y="1301"/>
                </a:lnTo>
                <a:lnTo>
                  <a:pt x="3632" y="1298"/>
                </a:lnTo>
                <a:lnTo>
                  <a:pt x="3626" y="1296"/>
                </a:lnTo>
                <a:lnTo>
                  <a:pt x="3624" y="1292"/>
                </a:lnTo>
                <a:lnTo>
                  <a:pt x="3625" y="1287"/>
                </a:lnTo>
                <a:lnTo>
                  <a:pt x="3629" y="1274"/>
                </a:lnTo>
                <a:lnTo>
                  <a:pt x="3632" y="1271"/>
                </a:lnTo>
                <a:lnTo>
                  <a:pt x="3633" y="1265"/>
                </a:lnTo>
                <a:lnTo>
                  <a:pt x="3636" y="1263"/>
                </a:lnTo>
                <a:lnTo>
                  <a:pt x="3637" y="1261"/>
                </a:lnTo>
                <a:lnTo>
                  <a:pt x="3635" y="1253"/>
                </a:lnTo>
                <a:lnTo>
                  <a:pt x="3637" y="1245"/>
                </a:lnTo>
                <a:lnTo>
                  <a:pt x="3639" y="1239"/>
                </a:lnTo>
                <a:lnTo>
                  <a:pt x="3640" y="1235"/>
                </a:lnTo>
                <a:lnTo>
                  <a:pt x="3644" y="1227"/>
                </a:lnTo>
                <a:lnTo>
                  <a:pt x="3646" y="1223"/>
                </a:lnTo>
                <a:lnTo>
                  <a:pt x="3649" y="1213"/>
                </a:lnTo>
                <a:lnTo>
                  <a:pt x="3652" y="1209"/>
                </a:lnTo>
                <a:lnTo>
                  <a:pt x="3662" y="1199"/>
                </a:lnTo>
                <a:lnTo>
                  <a:pt x="3667" y="1195"/>
                </a:lnTo>
                <a:lnTo>
                  <a:pt x="3671" y="1192"/>
                </a:lnTo>
                <a:lnTo>
                  <a:pt x="3677" y="1191"/>
                </a:lnTo>
                <a:lnTo>
                  <a:pt x="3681" y="1194"/>
                </a:lnTo>
                <a:lnTo>
                  <a:pt x="3707" y="1193"/>
                </a:lnTo>
                <a:lnTo>
                  <a:pt x="3710" y="1192"/>
                </a:lnTo>
                <a:lnTo>
                  <a:pt x="3721" y="1200"/>
                </a:lnTo>
                <a:lnTo>
                  <a:pt x="3727" y="1209"/>
                </a:lnTo>
                <a:lnTo>
                  <a:pt x="3737" y="1215"/>
                </a:lnTo>
                <a:lnTo>
                  <a:pt x="3751" y="1219"/>
                </a:lnTo>
                <a:lnTo>
                  <a:pt x="3758" y="1218"/>
                </a:lnTo>
                <a:lnTo>
                  <a:pt x="3765" y="1219"/>
                </a:lnTo>
                <a:lnTo>
                  <a:pt x="3766" y="1219"/>
                </a:lnTo>
                <a:lnTo>
                  <a:pt x="3776" y="1222"/>
                </a:lnTo>
                <a:lnTo>
                  <a:pt x="3790" y="1222"/>
                </a:lnTo>
                <a:lnTo>
                  <a:pt x="3810" y="1222"/>
                </a:lnTo>
                <a:lnTo>
                  <a:pt x="3814" y="1224"/>
                </a:lnTo>
                <a:lnTo>
                  <a:pt x="3822" y="1225"/>
                </a:lnTo>
                <a:lnTo>
                  <a:pt x="3829" y="1219"/>
                </a:lnTo>
                <a:lnTo>
                  <a:pt x="3832" y="1215"/>
                </a:lnTo>
                <a:lnTo>
                  <a:pt x="3836" y="1210"/>
                </a:lnTo>
                <a:lnTo>
                  <a:pt x="3842" y="1208"/>
                </a:lnTo>
                <a:lnTo>
                  <a:pt x="3842" y="1207"/>
                </a:lnTo>
                <a:lnTo>
                  <a:pt x="3843" y="1207"/>
                </a:lnTo>
                <a:lnTo>
                  <a:pt x="3843" y="1206"/>
                </a:lnTo>
                <a:lnTo>
                  <a:pt x="3844" y="1205"/>
                </a:lnTo>
                <a:lnTo>
                  <a:pt x="3843" y="1205"/>
                </a:lnTo>
                <a:lnTo>
                  <a:pt x="3844" y="1204"/>
                </a:lnTo>
                <a:lnTo>
                  <a:pt x="3845" y="1203"/>
                </a:lnTo>
                <a:lnTo>
                  <a:pt x="3845" y="1202"/>
                </a:lnTo>
                <a:lnTo>
                  <a:pt x="3845" y="1201"/>
                </a:lnTo>
                <a:lnTo>
                  <a:pt x="3846" y="1201"/>
                </a:lnTo>
                <a:lnTo>
                  <a:pt x="3848" y="1201"/>
                </a:lnTo>
                <a:lnTo>
                  <a:pt x="3849" y="1201"/>
                </a:lnTo>
                <a:lnTo>
                  <a:pt x="3850" y="1200"/>
                </a:lnTo>
                <a:lnTo>
                  <a:pt x="3854" y="1199"/>
                </a:lnTo>
                <a:lnTo>
                  <a:pt x="3859" y="1198"/>
                </a:lnTo>
                <a:lnTo>
                  <a:pt x="3863" y="1194"/>
                </a:lnTo>
                <a:lnTo>
                  <a:pt x="3867" y="1189"/>
                </a:lnTo>
                <a:lnTo>
                  <a:pt x="3867" y="1188"/>
                </a:lnTo>
                <a:lnTo>
                  <a:pt x="3868" y="1183"/>
                </a:lnTo>
                <a:lnTo>
                  <a:pt x="3869" y="1183"/>
                </a:lnTo>
                <a:lnTo>
                  <a:pt x="3874" y="1178"/>
                </a:lnTo>
                <a:lnTo>
                  <a:pt x="3881" y="1172"/>
                </a:lnTo>
                <a:lnTo>
                  <a:pt x="3882" y="1171"/>
                </a:lnTo>
                <a:lnTo>
                  <a:pt x="3887" y="1163"/>
                </a:lnTo>
                <a:lnTo>
                  <a:pt x="3892" y="1158"/>
                </a:lnTo>
                <a:lnTo>
                  <a:pt x="3892" y="1157"/>
                </a:lnTo>
                <a:lnTo>
                  <a:pt x="3896" y="1148"/>
                </a:lnTo>
                <a:lnTo>
                  <a:pt x="3897" y="1142"/>
                </a:lnTo>
                <a:lnTo>
                  <a:pt x="3897" y="1135"/>
                </a:lnTo>
                <a:lnTo>
                  <a:pt x="3914" y="1127"/>
                </a:lnTo>
                <a:lnTo>
                  <a:pt x="3915" y="1127"/>
                </a:lnTo>
                <a:lnTo>
                  <a:pt x="3931" y="1132"/>
                </a:lnTo>
                <a:lnTo>
                  <a:pt x="3936" y="1133"/>
                </a:lnTo>
                <a:lnTo>
                  <a:pt x="3938" y="1132"/>
                </a:lnTo>
                <a:lnTo>
                  <a:pt x="3939" y="1132"/>
                </a:lnTo>
                <a:lnTo>
                  <a:pt x="3940" y="1131"/>
                </a:lnTo>
                <a:lnTo>
                  <a:pt x="3942" y="1131"/>
                </a:lnTo>
                <a:lnTo>
                  <a:pt x="3945" y="1130"/>
                </a:lnTo>
                <a:lnTo>
                  <a:pt x="3947" y="1130"/>
                </a:lnTo>
                <a:lnTo>
                  <a:pt x="3953" y="1128"/>
                </a:lnTo>
                <a:lnTo>
                  <a:pt x="3970" y="1127"/>
                </a:lnTo>
                <a:lnTo>
                  <a:pt x="3972" y="1126"/>
                </a:lnTo>
                <a:lnTo>
                  <a:pt x="3987" y="1120"/>
                </a:lnTo>
                <a:lnTo>
                  <a:pt x="3999" y="1115"/>
                </a:lnTo>
                <a:lnTo>
                  <a:pt x="4002" y="1112"/>
                </a:lnTo>
                <a:lnTo>
                  <a:pt x="4014" y="1097"/>
                </a:lnTo>
                <a:lnTo>
                  <a:pt x="4018" y="1090"/>
                </a:lnTo>
                <a:lnTo>
                  <a:pt x="4024" y="1087"/>
                </a:lnTo>
                <a:lnTo>
                  <a:pt x="4026" y="1086"/>
                </a:lnTo>
                <a:lnTo>
                  <a:pt x="4026" y="1083"/>
                </a:lnTo>
                <a:lnTo>
                  <a:pt x="4027" y="1082"/>
                </a:lnTo>
                <a:lnTo>
                  <a:pt x="4031" y="1082"/>
                </a:lnTo>
                <a:lnTo>
                  <a:pt x="4034" y="1083"/>
                </a:lnTo>
                <a:lnTo>
                  <a:pt x="4036" y="1081"/>
                </a:lnTo>
                <a:lnTo>
                  <a:pt x="4039" y="1081"/>
                </a:lnTo>
                <a:lnTo>
                  <a:pt x="4041" y="1078"/>
                </a:lnTo>
                <a:lnTo>
                  <a:pt x="4042" y="1076"/>
                </a:lnTo>
                <a:lnTo>
                  <a:pt x="4042" y="1073"/>
                </a:lnTo>
                <a:lnTo>
                  <a:pt x="4043" y="1072"/>
                </a:lnTo>
                <a:lnTo>
                  <a:pt x="4045" y="1069"/>
                </a:lnTo>
                <a:lnTo>
                  <a:pt x="4047" y="1068"/>
                </a:lnTo>
                <a:lnTo>
                  <a:pt x="4046" y="1062"/>
                </a:lnTo>
                <a:lnTo>
                  <a:pt x="4046" y="1060"/>
                </a:lnTo>
                <a:lnTo>
                  <a:pt x="4044" y="1057"/>
                </a:lnTo>
                <a:lnTo>
                  <a:pt x="4042" y="1056"/>
                </a:lnTo>
                <a:lnTo>
                  <a:pt x="4043" y="1044"/>
                </a:lnTo>
                <a:lnTo>
                  <a:pt x="4045" y="1040"/>
                </a:lnTo>
                <a:lnTo>
                  <a:pt x="4053" y="1022"/>
                </a:lnTo>
                <a:lnTo>
                  <a:pt x="4055" y="1021"/>
                </a:lnTo>
                <a:lnTo>
                  <a:pt x="4062" y="1008"/>
                </a:lnTo>
                <a:lnTo>
                  <a:pt x="4065" y="1005"/>
                </a:lnTo>
                <a:lnTo>
                  <a:pt x="4066" y="999"/>
                </a:lnTo>
                <a:lnTo>
                  <a:pt x="4068" y="998"/>
                </a:lnTo>
                <a:lnTo>
                  <a:pt x="4074" y="994"/>
                </a:lnTo>
                <a:lnTo>
                  <a:pt x="4080" y="993"/>
                </a:lnTo>
                <a:lnTo>
                  <a:pt x="4082" y="992"/>
                </a:lnTo>
                <a:lnTo>
                  <a:pt x="4082" y="990"/>
                </a:lnTo>
                <a:lnTo>
                  <a:pt x="4083" y="990"/>
                </a:lnTo>
                <a:lnTo>
                  <a:pt x="4085" y="989"/>
                </a:lnTo>
                <a:lnTo>
                  <a:pt x="4086" y="987"/>
                </a:lnTo>
                <a:lnTo>
                  <a:pt x="4086" y="986"/>
                </a:lnTo>
                <a:lnTo>
                  <a:pt x="4086" y="985"/>
                </a:lnTo>
                <a:lnTo>
                  <a:pt x="4087" y="985"/>
                </a:lnTo>
                <a:lnTo>
                  <a:pt x="4093" y="986"/>
                </a:lnTo>
                <a:lnTo>
                  <a:pt x="4102" y="985"/>
                </a:lnTo>
                <a:lnTo>
                  <a:pt x="4104" y="985"/>
                </a:lnTo>
                <a:lnTo>
                  <a:pt x="4110" y="986"/>
                </a:lnTo>
                <a:lnTo>
                  <a:pt x="4123" y="983"/>
                </a:lnTo>
                <a:lnTo>
                  <a:pt x="4134" y="982"/>
                </a:lnTo>
                <a:lnTo>
                  <a:pt x="4135" y="977"/>
                </a:lnTo>
                <a:lnTo>
                  <a:pt x="4134" y="975"/>
                </a:lnTo>
                <a:lnTo>
                  <a:pt x="4135" y="968"/>
                </a:lnTo>
                <a:lnTo>
                  <a:pt x="4138" y="960"/>
                </a:lnTo>
                <a:lnTo>
                  <a:pt x="4135" y="954"/>
                </a:lnTo>
                <a:lnTo>
                  <a:pt x="4138" y="953"/>
                </a:lnTo>
                <a:lnTo>
                  <a:pt x="4141" y="950"/>
                </a:lnTo>
                <a:lnTo>
                  <a:pt x="4143" y="950"/>
                </a:lnTo>
                <a:lnTo>
                  <a:pt x="4146" y="950"/>
                </a:lnTo>
                <a:lnTo>
                  <a:pt x="4149" y="950"/>
                </a:lnTo>
                <a:lnTo>
                  <a:pt x="4150" y="949"/>
                </a:lnTo>
                <a:lnTo>
                  <a:pt x="4153" y="950"/>
                </a:lnTo>
                <a:lnTo>
                  <a:pt x="4154" y="951"/>
                </a:lnTo>
                <a:lnTo>
                  <a:pt x="4155" y="952"/>
                </a:lnTo>
                <a:lnTo>
                  <a:pt x="4155" y="954"/>
                </a:lnTo>
                <a:lnTo>
                  <a:pt x="4156" y="955"/>
                </a:lnTo>
                <a:lnTo>
                  <a:pt x="4158" y="957"/>
                </a:lnTo>
                <a:lnTo>
                  <a:pt x="4161" y="958"/>
                </a:lnTo>
                <a:lnTo>
                  <a:pt x="4162" y="958"/>
                </a:lnTo>
                <a:lnTo>
                  <a:pt x="4165" y="957"/>
                </a:lnTo>
                <a:lnTo>
                  <a:pt x="4166" y="956"/>
                </a:lnTo>
                <a:lnTo>
                  <a:pt x="4167" y="955"/>
                </a:lnTo>
                <a:lnTo>
                  <a:pt x="4170" y="956"/>
                </a:lnTo>
                <a:lnTo>
                  <a:pt x="4172" y="955"/>
                </a:lnTo>
                <a:lnTo>
                  <a:pt x="4173" y="954"/>
                </a:lnTo>
                <a:lnTo>
                  <a:pt x="4174" y="954"/>
                </a:lnTo>
                <a:lnTo>
                  <a:pt x="4175" y="953"/>
                </a:lnTo>
                <a:lnTo>
                  <a:pt x="4174" y="951"/>
                </a:lnTo>
                <a:lnTo>
                  <a:pt x="4174" y="950"/>
                </a:lnTo>
                <a:lnTo>
                  <a:pt x="4175" y="949"/>
                </a:lnTo>
                <a:lnTo>
                  <a:pt x="4176" y="948"/>
                </a:lnTo>
                <a:lnTo>
                  <a:pt x="4177" y="948"/>
                </a:lnTo>
                <a:lnTo>
                  <a:pt x="4177" y="946"/>
                </a:lnTo>
                <a:lnTo>
                  <a:pt x="4178" y="944"/>
                </a:lnTo>
                <a:lnTo>
                  <a:pt x="4179" y="944"/>
                </a:lnTo>
                <a:lnTo>
                  <a:pt x="4181" y="943"/>
                </a:lnTo>
                <a:lnTo>
                  <a:pt x="4184" y="943"/>
                </a:lnTo>
                <a:lnTo>
                  <a:pt x="4184" y="942"/>
                </a:lnTo>
                <a:lnTo>
                  <a:pt x="4185" y="941"/>
                </a:lnTo>
                <a:lnTo>
                  <a:pt x="4186" y="941"/>
                </a:lnTo>
                <a:lnTo>
                  <a:pt x="4188" y="940"/>
                </a:lnTo>
                <a:lnTo>
                  <a:pt x="4189" y="940"/>
                </a:lnTo>
                <a:lnTo>
                  <a:pt x="4190" y="940"/>
                </a:lnTo>
                <a:lnTo>
                  <a:pt x="4195" y="933"/>
                </a:lnTo>
                <a:lnTo>
                  <a:pt x="4197" y="932"/>
                </a:lnTo>
                <a:lnTo>
                  <a:pt x="4200" y="932"/>
                </a:lnTo>
                <a:lnTo>
                  <a:pt x="4202" y="931"/>
                </a:lnTo>
                <a:lnTo>
                  <a:pt x="4204" y="930"/>
                </a:lnTo>
                <a:lnTo>
                  <a:pt x="4204" y="928"/>
                </a:lnTo>
                <a:lnTo>
                  <a:pt x="4205" y="927"/>
                </a:lnTo>
                <a:lnTo>
                  <a:pt x="4208" y="927"/>
                </a:lnTo>
                <a:lnTo>
                  <a:pt x="4211" y="923"/>
                </a:lnTo>
                <a:lnTo>
                  <a:pt x="4219" y="923"/>
                </a:lnTo>
                <a:lnTo>
                  <a:pt x="4223" y="926"/>
                </a:lnTo>
                <a:lnTo>
                  <a:pt x="4236" y="926"/>
                </a:lnTo>
                <a:lnTo>
                  <a:pt x="4240" y="922"/>
                </a:lnTo>
                <a:lnTo>
                  <a:pt x="4241" y="921"/>
                </a:lnTo>
                <a:lnTo>
                  <a:pt x="4242" y="922"/>
                </a:lnTo>
                <a:lnTo>
                  <a:pt x="4243" y="924"/>
                </a:lnTo>
                <a:lnTo>
                  <a:pt x="4248" y="924"/>
                </a:lnTo>
                <a:lnTo>
                  <a:pt x="4253" y="924"/>
                </a:lnTo>
                <a:lnTo>
                  <a:pt x="4254" y="924"/>
                </a:lnTo>
                <a:lnTo>
                  <a:pt x="4254" y="923"/>
                </a:lnTo>
                <a:lnTo>
                  <a:pt x="4254" y="922"/>
                </a:lnTo>
                <a:lnTo>
                  <a:pt x="4253" y="920"/>
                </a:lnTo>
                <a:lnTo>
                  <a:pt x="4257" y="913"/>
                </a:lnTo>
                <a:lnTo>
                  <a:pt x="4260" y="912"/>
                </a:lnTo>
                <a:lnTo>
                  <a:pt x="4262" y="912"/>
                </a:lnTo>
                <a:lnTo>
                  <a:pt x="4263" y="911"/>
                </a:lnTo>
                <a:lnTo>
                  <a:pt x="4264" y="912"/>
                </a:lnTo>
                <a:lnTo>
                  <a:pt x="4264" y="915"/>
                </a:lnTo>
                <a:lnTo>
                  <a:pt x="4264" y="917"/>
                </a:lnTo>
                <a:lnTo>
                  <a:pt x="4265" y="918"/>
                </a:lnTo>
                <a:lnTo>
                  <a:pt x="4267" y="918"/>
                </a:lnTo>
                <a:lnTo>
                  <a:pt x="4268" y="916"/>
                </a:lnTo>
                <a:lnTo>
                  <a:pt x="4271" y="914"/>
                </a:lnTo>
                <a:lnTo>
                  <a:pt x="4274" y="917"/>
                </a:lnTo>
                <a:lnTo>
                  <a:pt x="4278" y="921"/>
                </a:lnTo>
                <a:lnTo>
                  <a:pt x="4282" y="925"/>
                </a:lnTo>
                <a:lnTo>
                  <a:pt x="4283" y="926"/>
                </a:lnTo>
                <a:lnTo>
                  <a:pt x="4284" y="925"/>
                </a:lnTo>
                <a:lnTo>
                  <a:pt x="4286" y="923"/>
                </a:lnTo>
                <a:lnTo>
                  <a:pt x="4287" y="923"/>
                </a:lnTo>
                <a:lnTo>
                  <a:pt x="4290" y="924"/>
                </a:lnTo>
                <a:lnTo>
                  <a:pt x="4294" y="923"/>
                </a:lnTo>
                <a:lnTo>
                  <a:pt x="4296" y="923"/>
                </a:lnTo>
                <a:lnTo>
                  <a:pt x="4296" y="924"/>
                </a:lnTo>
                <a:lnTo>
                  <a:pt x="4298" y="926"/>
                </a:lnTo>
                <a:lnTo>
                  <a:pt x="4301" y="928"/>
                </a:lnTo>
                <a:lnTo>
                  <a:pt x="4302" y="928"/>
                </a:lnTo>
                <a:lnTo>
                  <a:pt x="4304" y="926"/>
                </a:lnTo>
                <a:lnTo>
                  <a:pt x="4305" y="926"/>
                </a:lnTo>
                <a:lnTo>
                  <a:pt x="4305" y="927"/>
                </a:lnTo>
                <a:lnTo>
                  <a:pt x="4306" y="928"/>
                </a:lnTo>
                <a:lnTo>
                  <a:pt x="4307" y="927"/>
                </a:lnTo>
                <a:lnTo>
                  <a:pt x="4308" y="926"/>
                </a:lnTo>
                <a:lnTo>
                  <a:pt x="4311" y="922"/>
                </a:lnTo>
                <a:lnTo>
                  <a:pt x="4316" y="923"/>
                </a:lnTo>
                <a:lnTo>
                  <a:pt x="4317" y="922"/>
                </a:lnTo>
                <a:lnTo>
                  <a:pt x="4318" y="922"/>
                </a:lnTo>
                <a:lnTo>
                  <a:pt x="4322" y="921"/>
                </a:lnTo>
                <a:lnTo>
                  <a:pt x="4324" y="923"/>
                </a:lnTo>
                <a:lnTo>
                  <a:pt x="4327" y="923"/>
                </a:lnTo>
                <a:lnTo>
                  <a:pt x="4329" y="921"/>
                </a:lnTo>
                <a:lnTo>
                  <a:pt x="4330" y="921"/>
                </a:lnTo>
                <a:lnTo>
                  <a:pt x="4331" y="922"/>
                </a:lnTo>
                <a:lnTo>
                  <a:pt x="4332" y="922"/>
                </a:lnTo>
                <a:lnTo>
                  <a:pt x="4333" y="923"/>
                </a:lnTo>
                <a:lnTo>
                  <a:pt x="4333" y="925"/>
                </a:lnTo>
                <a:lnTo>
                  <a:pt x="4333" y="926"/>
                </a:lnTo>
                <a:lnTo>
                  <a:pt x="4337" y="924"/>
                </a:lnTo>
                <a:lnTo>
                  <a:pt x="4337" y="922"/>
                </a:lnTo>
                <a:lnTo>
                  <a:pt x="4338" y="921"/>
                </a:lnTo>
                <a:lnTo>
                  <a:pt x="4340" y="921"/>
                </a:lnTo>
                <a:lnTo>
                  <a:pt x="4341" y="920"/>
                </a:lnTo>
                <a:lnTo>
                  <a:pt x="4342" y="917"/>
                </a:lnTo>
                <a:lnTo>
                  <a:pt x="4343" y="915"/>
                </a:lnTo>
                <a:lnTo>
                  <a:pt x="4343" y="913"/>
                </a:lnTo>
                <a:lnTo>
                  <a:pt x="4342" y="912"/>
                </a:lnTo>
                <a:lnTo>
                  <a:pt x="4349" y="913"/>
                </a:lnTo>
                <a:lnTo>
                  <a:pt x="4350" y="913"/>
                </a:lnTo>
                <a:lnTo>
                  <a:pt x="4352" y="912"/>
                </a:lnTo>
                <a:lnTo>
                  <a:pt x="4352" y="910"/>
                </a:lnTo>
                <a:lnTo>
                  <a:pt x="4352" y="909"/>
                </a:lnTo>
                <a:lnTo>
                  <a:pt x="4353" y="907"/>
                </a:lnTo>
                <a:lnTo>
                  <a:pt x="4353" y="906"/>
                </a:lnTo>
                <a:lnTo>
                  <a:pt x="4352" y="904"/>
                </a:lnTo>
                <a:lnTo>
                  <a:pt x="4351" y="901"/>
                </a:lnTo>
                <a:lnTo>
                  <a:pt x="4350" y="901"/>
                </a:lnTo>
                <a:lnTo>
                  <a:pt x="4350" y="900"/>
                </a:lnTo>
                <a:lnTo>
                  <a:pt x="4352" y="896"/>
                </a:lnTo>
                <a:lnTo>
                  <a:pt x="4352" y="895"/>
                </a:lnTo>
                <a:lnTo>
                  <a:pt x="4350" y="892"/>
                </a:lnTo>
                <a:lnTo>
                  <a:pt x="4350" y="890"/>
                </a:lnTo>
                <a:lnTo>
                  <a:pt x="4351" y="889"/>
                </a:lnTo>
                <a:lnTo>
                  <a:pt x="4349" y="889"/>
                </a:lnTo>
                <a:lnTo>
                  <a:pt x="4348" y="884"/>
                </a:lnTo>
                <a:lnTo>
                  <a:pt x="4349" y="882"/>
                </a:lnTo>
                <a:lnTo>
                  <a:pt x="4343" y="881"/>
                </a:lnTo>
                <a:lnTo>
                  <a:pt x="4342" y="878"/>
                </a:lnTo>
                <a:lnTo>
                  <a:pt x="4343" y="876"/>
                </a:lnTo>
                <a:lnTo>
                  <a:pt x="4340" y="876"/>
                </a:lnTo>
                <a:lnTo>
                  <a:pt x="4337" y="872"/>
                </a:lnTo>
                <a:lnTo>
                  <a:pt x="4336" y="871"/>
                </a:lnTo>
                <a:lnTo>
                  <a:pt x="4335" y="870"/>
                </a:lnTo>
                <a:lnTo>
                  <a:pt x="4335" y="869"/>
                </a:lnTo>
                <a:lnTo>
                  <a:pt x="4335" y="868"/>
                </a:lnTo>
                <a:lnTo>
                  <a:pt x="4335" y="867"/>
                </a:lnTo>
                <a:lnTo>
                  <a:pt x="4334" y="867"/>
                </a:lnTo>
                <a:lnTo>
                  <a:pt x="4334" y="866"/>
                </a:lnTo>
                <a:lnTo>
                  <a:pt x="4335" y="864"/>
                </a:lnTo>
                <a:lnTo>
                  <a:pt x="4330" y="856"/>
                </a:lnTo>
                <a:lnTo>
                  <a:pt x="4330" y="855"/>
                </a:lnTo>
                <a:lnTo>
                  <a:pt x="4327" y="851"/>
                </a:lnTo>
                <a:lnTo>
                  <a:pt x="4326" y="850"/>
                </a:lnTo>
                <a:lnTo>
                  <a:pt x="4324" y="848"/>
                </a:lnTo>
                <a:lnTo>
                  <a:pt x="4322" y="847"/>
                </a:lnTo>
                <a:lnTo>
                  <a:pt x="4321" y="846"/>
                </a:lnTo>
                <a:lnTo>
                  <a:pt x="4319" y="844"/>
                </a:lnTo>
                <a:lnTo>
                  <a:pt x="4319" y="843"/>
                </a:lnTo>
                <a:lnTo>
                  <a:pt x="4318" y="843"/>
                </a:lnTo>
                <a:lnTo>
                  <a:pt x="4317" y="843"/>
                </a:lnTo>
                <a:lnTo>
                  <a:pt x="4317" y="842"/>
                </a:lnTo>
                <a:lnTo>
                  <a:pt x="4316" y="842"/>
                </a:lnTo>
                <a:lnTo>
                  <a:pt x="4315" y="842"/>
                </a:lnTo>
                <a:lnTo>
                  <a:pt x="4314" y="842"/>
                </a:lnTo>
                <a:lnTo>
                  <a:pt x="4313" y="842"/>
                </a:lnTo>
                <a:lnTo>
                  <a:pt x="4313" y="843"/>
                </a:lnTo>
                <a:lnTo>
                  <a:pt x="4312" y="843"/>
                </a:lnTo>
                <a:lnTo>
                  <a:pt x="4311" y="843"/>
                </a:lnTo>
                <a:lnTo>
                  <a:pt x="4311" y="842"/>
                </a:lnTo>
                <a:lnTo>
                  <a:pt x="4310" y="842"/>
                </a:lnTo>
                <a:lnTo>
                  <a:pt x="4310" y="841"/>
                </a:lnTo>
                <a:lnTo>
                  <a:pt x="4310" y="842"/>
                </a:lnTo>
                <a:lnTo>
                  <a:pt x="4311" y="842"/>
                </a:lnTo>
                <a:lnTo>
                  <a:pt x="4311" y="841"/>
                </a:lnTo>
                <a:lnTo>
                  <a:pt x="4310" y="841"/>
                </a:lnTo>
                <a:lnTo>
                  <a:pt x="4310" y="840"/>
                </a:lnTo>
                <a:lnTo>
                  <a:pt x="4311" y="840"/>
                </a:lnTo>
                <a:lnTo>
                  <a:pt x="4311" y="839"/>
                </a:lnTo>
                <a:lnTo>
                  <a:pt x="4310" y="839"/>
                </a:lnTo>
                <a:lnTo>
                  <a:pt x="4310" y="840"/>
                </a:lnTo>
                <a:lnTo>
                  <a:pt x="4310" y="839"/>
                </a:lnTo>
                <a:lnTo>
                  <a:pt x="4309" y="839"/>
                </a:lnTo>
                <a:lnTo>
                  <a:pt x="4310" y="839"/>
                </a:lnTo>
                <a:lnTo>
                  <a:pt x="4310" y="838"/>
                </a:lnTo>
                <a:lnTo>
                  <a:pt x="4310" y="839"/>
                </a:lnTo>
                <a:lnTo>
                  <a:pt x="4310" y="838"/>
                </a:lnTo>
                <a:lnTo>
                  <a:pt x="4309" y="837"/>
                </a:lnTo>
                <a:lnTo>
                  <a:pt x="4309" y="836"/>
                </a:lnTo>
                <a:lnTo>
                  <a:pt x="4308" y="836"/>
                </a:lnTo>
                <a:lnTo>
                  <a:pt x="4307" y="836"/>
                </a:lnTo>
                <a:lnTo>
                  <a:pt x="4307" y="835"/>
                </a:lnTo>
                <a:lnTo>
                  <a:pt x="4307" y="836"/>
                </a:lnTo>
                <a:lnTo>
                  <a:pt x="4306" y="836"/>
                </a:lnTo>
                <a:lnTo>
                  <a:pt x="4306" y="835"/>
                </a:lnTo>
                <a:lnTo>
                  <a:pt x="4307" y="835"/>
                </a:lnTo>
                <a:lnTo>
                  <a:pt x="4306" y="835"/>
                </a:lnTo>
                <a:lnTo>
                  <a:pt x="4307" y="835"/>
                </a:lnTo>
                <a:lnTo>
                  <a:pt x="4306" y="835"/>
                </a:lnTo>
                <a:lnTo>
                  <a:pt x="4306" y="834"/>
                </a:lnTo>
                <a:lnTo>
                  <a:pt x="4305" y="834"/>
                </a:lnTo>
                <a:lnTo>
                  <a:pt x="4304" y="834"/>
                </a:lnTo>
                <a:lnTo>
                  <a:pt x="4304" y="833"/>
                </a:lnTo>
                <a:lnTo>
                  <a:pt x="4304" y="834"/>
                </a:lnTo>
                <a:lnTo>
                  <a:pt x="4303" y="834"/>
                </a:lnTo>
                <a:lnTo>
                  <a:pt x="4302" y="834"/>
                </a:lnTo>
                <a:lnTo>
                  <a:pt x="4302" y="833"/>
                </a:lnTo>
                <a:lnTo>
                  <a:pt x="4302" y="832"/>
                </a:lnTo>
                <a:lnTo>
                  <a:pt x="4302" y="833"/>
                </a:lnTo>
                <a:lnTo>
                  <a:pt x="4302" y="832"/>
                </a:lnTo>
                <a:lnTo>
                  <a:pt x="4301" y="832"/>
                </a:lnTo>
                <a:lnTo>
                  <a:pt x="4300" y="832"/>
                </a:lnTo>
                <a:lnTo>
                  <a:pt x="4300" y="831"/>
                </a:lnTo>
                <a:lnTo>
                  <a:pt x="4299" y="831"/>
                </a:lnTo>
                <a:lnTo>
                  <a:pt x="4299" y="830"/>
                </a:lnTo>
                <a:lnTo>
                  <a:pt x="4298" y="830"/>
                </a:lnTo>
                <a:lnTo>
                  <a:pt x="4298" y="829"/>
                </a:lnTo>
                <a:lnTo>
                  <a:pt x="4297" y="828"/>
                </a:lnTo>
                <a:lnTo>
                  <a:pt x="4296" y="828"/>
                </a:lnTo>
                <a:lnTo>
                  <a:pt x="4295" y="827"/>
                </a:lnTo>
                <a:lnTo>
                  <a:pt x="4296" y="827"/>
                </a:lnTo>
                <a:lnTo>
                  <a:pt x="4295" y="827"/>
                </a:lnTo>
                <a:lnTo>
                  <a:pt x="4294" y="827"/>
                </a:lnTo>
                <a:lnTo>
                  <a:pt x="4293" y="826"/>
                </a:lnTo>
                <a:lnTo>
                  <a:pt x="4292" y="826"/>
                </a:lnTo>
                <a:lnTo>
                  <a:pt x="4292" y="825"/>
                </a:lnTo>
                <a:lnTo>
                  <a:pt x="4291" y="825"/>
                </a:lnTo>
                <a:lnTo>
                  <a:pt x="4291" y="826"/>
                </a:lnTo>
                <a:lnTo>
                  <a:pt x="4291" y="825"/>
                </a:lnTo>
                <a:lnTo>
                  <a:pt x="4290" y="824"/>
                </a:lnTo>
                <a:lnTo>
                  <a:pt x="4290" y="823"/>
                </a:lnTo>
                <a:lnTo>
                  <a:pt x="4289" y="823"/>
                </a:lnTo>
                <a:lnTo>
                  <a:pt x="4289" y="822"/>
                </a:lnTo>
                <a:lnTo>
                  <a:pt x="4288" y="823"/>
                </a:lnTo>
                <a:lnTo>
                  <a:pt x="4288" y="822"/>
                </a:lnTo>
                <a:lnTo>
                  <a:pt x="4288" y="823"/>
                </a:lnTo>
                <a:lnTo>
                  <a:pt x="4287" y="823"/>
                </a:lnTo>
                <a:lnTo>
                  <a:pt x="4287" y="824"/>
                </a:lnTo>
                <a:lnTo>
                  <a:pt x="4287" y="822"/>
                </a:lnTo>
                <a:lnTo>
                  <a:pt x="4288" y="818"/>
                </a:lnTo>
                <a:lnTo>
                  <a:pt x="4289" y="816"/>
                </a:lnTo>
                <a:lnTo>
                  <a:pt x="4287" y="816"/>
                </a:lnTo>
                <a:lnTo>
                  <a:pt x="4274" y="813"/>
                </a:lnTo>
                <a:lnTo>
                  <a:pt x="4269" y="811"/>
                </a:lnTo>
                <a:lnTo>
                  <a:pt x="4269" y="807"/>
                </a:lnTo>
                <a:lnTo>
                  <a:pt x="4267" y="802"/>
                </a:lnTo>
                <a:lnTo>
                  <a:pt x="4267" y="801"/>
                </a:lnTo>
                <a:lnTo>
                  <a:pt x="4266" y="796"/>
                </a:lnTo>
                <a:lnTo>
                  <a:pt x="4260" y="794"/>
                </a:lnTo>
                <a:lnTo>
                  <a:pt x="4254" y="793"/>
                </a:lnTo>
                <a:lnTo>
                  <a:pt x="4248" y="791"/>
                </a:lnTo>
                <a:lnTo>
                  <a:pt x="4233" y="786"/>
                </a:lnTo>
                <a:lnTo>
                  <a:pt x="4232" y="785"/>
                </a:lnTo>
                <a:lnTo>
                  <a:pt x="4221" y="773"/>
                </a:lnTo>
                <a:lnTo>
                  <a:pt x="4212" y="761"/>
                </a:lnTo>
                <a:lnTo>
                  <a:pt x="4211" y="761"/>
                </a:lnTo>
                <a:lnTo>
                  <a:pt x="4209" y="761"/>
                </a:lnTo>
                <a:lnTo>
                  <a:pt x="4202" y="761"/>
                </a:lnTo>
                <a:lnTo>
                  <a:pt x="4201" y="761"/>
                </a:lnTo>
                <a:lnTo>
                  <a:pt x="4201" y="762"/>
                </a:lnTo>
                <a:lnTo>
                  <a:pt x="4200" y="762"/>
                </a:lnTo>
                <a:lnTo>
                  <a:pt x="4200" y="761"/>
                </a:lnTo>
                <a:lnTo>
                  <a:pt x="4200" y="760"/>
                </a:lnTo>
                <a:lnTo>
                  <a:pt x="4199" y="760"/>
                </a:lnTo>
                <a:lnTo>
                  <a:pt x="4199" y="759"/>
                </a:lnTo>
                <a:lnTo>
                  <a:pt x="4198" y="759"/>
                </a:lnTo>
                <a:lnTo>
                  <a:pt x="4198" y="760"/>
                </a:lnTo>
                <a:lnTo>
                  <a:pt x="4197" y="760"/>
                </a:lnTo>
                <a:lnTo>
                  <a:pt x="4195" y="760"/>
                </a:lnTo>
                <a:lnTo>
                  <a:pt x="4194" y="760"/>
                </a:lnTo>
                <a:lnTo>
                  <a:pt x="4193" y="760"/>
                </a:lnTo>
                <a:lnTo>
                  <a:pt x="4193" y="761"/>
                </a:lnTo>
                <a:lnTo>
                  <a:pt x="4194" y="761"/>
                </a:lnTo>
                <a:lnTo>
                  <a:pt x="4193" y="761"/>
                </a:lnTo>
                <a:lnTo>
                  <a:pt x="4192" y="761"/>
                </a:lnTo>
                <a:lnTo>
                  <a:pt x="4192" y="762"/>
                </a:lnTo>
                <a:lnTo>
                  <a:pt x="4192" y="761"/>
                </a:lnTo>
                <a:lnTo>
                  <a:pt x="4191" y="761"/>
                </a:lnTo>
                <a:lnTo>
                  <a:pt x="4191" y="762"/>
                </a:lnTo>
                <a:lnTo>
                  <a:pt x="4190" y="762"/>
                </a:lnTo>
                <a:lnTo>
                  <a:pt x="4189" y="762"/>
                </a:lnTo>
                <a:lnTo>
                  <a:pt x="4189" y="761"/>
                </a:lnTo>
                <a:lnTo>
                  <a:pt x="4189" y="762"/>
                </a:lnTo>
                <a:lnTo>
                  <a:pt x="4188" y="762"/>
                </a:lnTo>
                <a:lnTo>
                  <a:pt x="4187" y="762"/>
                </a:lnTo>
                <a:lnTo>
                  <a:pt x="4186" y="761"/>
                </a:lnTo>
                <a:lnTo>
                  <a:pt x="4185" y="761"/>
                </a:lnTo>
                <a:lnTo>
                  <a:pt x="4185" y="760"/>
                </a:lnTo>
                <a:lnTo>
                  <a:pt x="4184" y="760"/>
                </a:lnTo>
                <a:lnTo>
                  <a:pt x="4183" y="760"/>
                </a:lnTo>
                <a:lnTo>
                  <a:pt x="4182" y="760"/>
                </a:lnTo>
                <a:lnTo>
                  <a:pt x="4182" y="759"/>
                </a:lnTo>
                <a:lnTo>
                  <a:pt x="4182" y="758"/>
                </a:lnTo>
                <a:lnTo>
                  <a:pt x="4181" y="758"/>
                </a:lnTo>
                <a:lnTo>
                  <a:pt x="4181" y="759"/>
                </a:lnTo>
                <a:lnTo>
                  <a:pt x="4180" y="759"/>
                </a:lnTo>
                <a:lnTo>
                  <a:pt x="4180" y="758"/>
                </a:lnTo>
                <a:lnTo>
                  <a:pt x="4179" y="758"/>
                </a:lnTo>
                <a:lnTo>
                  <a:pt x="4179" y="759"/>
                </a:lnTo>
                <a:lnTo>
                  <a:pt x="4178" y="759"/>
                </a:lnTo>
                <a:lnTo>
                  <a:pt x="4177" y="759"/>
                </a:lnTo>
                <a:lnTo>
                  <a:pt x="4177" y="758"/>
                </a:lnTo>
                <a:lnTo>
                  <a:pt x="4176" y="758"/>
                </a:lnTo>
                <a:lnTo>
                  <a:pt x="4176" y="759"/>
                </a:lnTo>
                <a:lnTo>
                  <a:pt x="4175" y="759"/>
                </a:lnTo>
                <a:lnTo>
                  <a:pt x="4175" y="760"/>
                </a:lnTo>
                <a:lnTo>
                  <a:pt x="4174" y="760"/>
                </a:lnTo>
                <a:lnTo>
                  <a:pt x="4173" y="760"/>
                </a:lnTo>
                <a:lnTo>
                  <a:pt x="4173" y="759"/>
                </a:lnTo>
                <a:lnTo>
                  <a:pt x="4172" y="759"/>
                </a:lnTo>
                <a:lnTo>
                  <a:pt x="4171" y="759"/>
                </a:lnTo>
                <a:lnTo>
                  <a:pt x="4171" y="760"/>
                </a:lnTo>
                <a:lnTo>
                  <a:pt x="4171" y="761"/>
                </a:lnTo>
                <a:lnTo>
                  <a:pt x="4170" y="761"/>
                </a:lnTo>
                <a:lnTo>
                  <a:pt x="4169" y="762"/>
                </a:lnTo>
                <a:lnTo>
                  <a:pt x="4169" y="761"/>
                </a:lnTo>
                <a:lnTo>
                  <a:pt x="4169" y="762"/>
                </a:lnTo>
                <a:lnTo>
                  <a:pt x="4168" y="762"/>
                </a:lnTo>
                <a:lnTo>
                  <a:pt x="4168" y="763"/>
                </a:lnTo>
                <a:lnTo>
                  <a:pt x="4167" y="763"/>
                </a:lnTo>
                <a:lnTo>
                  <a:pt x="4166" y="763"/>
                </a:lnTo>
                <a:lnTo>
                  <a:pt x="4166" y="764"/>
                </a:lnTo>
                <a:lnTo>
                  <a:pt x="4165" y="764"/>
                </a:lnTo>
                <a:lnTo>
                  <a:pt x="4164" y="764"/>
                </a:lnTo>
                <a:lnTo>
                  <a:pt x="4163" y="764"/>
                </a:lnTo>
                <a:lnTo>
                  <a:pt x="4163" y="765"/>
                </a:lnTo>
                <a:lnTo>
                  <a:pt x="4162" y="765"/>
                </a:lnTo>
                <a:lnTo>
                  <a:pt x="4161" y="764"/>
                </a:lnTo>
                <a:lnTo>
                  <a:pt x="4160" y="764"/>
                </a:lnTo>
                <a:lnTo>
                  <a:pt x="4160" y="765"/>
                </a:lnTo>
                <a:lnTo>
                  <a:pt x="4159" y="765"/>
                </a:lnTo>
                <a:lnTo>
                  <a:pt x="4159" y="764"/>
                </a:lnTo>
                <a:lnTo>
                  <a:pt x="4159" y="765"/>
                </a:lnTo>
                <a:lnTo>
                  <a:pt x="4158" y="765"/>
                </a:lnTo>
                <a:lnTo>
                  <a:pt x="4157" y="765"/>
                </a:lnTo>
                <a:lnTo>
                  <a:pt x="4156" y="765"/>
                </a:lnTo>
                <a:lnTo>
                  <a:pt x="4156" y="764"/>
                </a:lnTo>
                <a:lnTo>
                  <a:pt x="4155" y="764"/>
                </a:lnTo>
                <a:lnTo>
                  <a:pt x="4154" y="764"/>
                </a:lnTo>
                <a:lnTo>
                  <a:pt x="4154" y="765"/>
                </a:lnTo>
                <a:lnTo>
                  <a:pt x="4154" y="764"/>
                </a:lnTo>
                <a:lnTo>
                  <a:pt x="4153" y="764"/>
                </a:lnTo>
                <a:lnTo>
                  <a:pt x="4152" y="764"/>
                </a:lnTo>
                <a:lnTo>
                  <a:pt x="4146" y="766"/>
                </a:lnTo>
                <a:lnTo>
                  <a:pt x="4144" y="768"/>
                </a:lnTo>
                <a:lnTo>
                  <a:pt x="4125" y="799"/>
                </a:lnTo>
                <a:lnTo>
                  <a:pt x="4126" y="800"/>
                </a:lnTo>
                <a:lnTo>
                  <a:pt x="4125" y="801"/>
                </a:lnTo>
                <a:lnTo>
                  <a:pt x="4124" y="802"/>
                </a:lnTo>
                <a:lnTo>
                  <a:pt x="4123" y="803"/>
                </a:lnTo>
                <a:lnTo>
                  <a:pt x="4122" y="803"/>
                </a:lnTo>
                <a:lnTo>
                  <a:pt x="4115" y="819"/>
                </a:lnTo>
                <a:lnTo>
                  <a:pt x="4087" y="799"/>
                </a:lnTo>
                <a:lnTo>
                  <a:pt x="4079" y="796"/>
                </a:lnTo>
                <a:lnTo>
                  <a:pt x="4068" y="792"/>
                </a:lnTo>
                <a:lnTo>
                  <a:pt x="4060" y="792"/>
                </a:lnTo>
                <a:lnTo>
                  <a:pt x="4050" y="794"/>
                </a:lnTo>
                <a:lnTo>
                  <a:pt x="4031" y="804"/>
                </a:lnTo>
                <a:lnTo>
                  <a:pt x="4015" y="800"/>
                </a:lnTo>
                <a:lnTo>
                  <a:pt x="4003" y="809"/>
                </a:lnTo>
                <a:lnTo>
                  <a:pt x="3995" y="822"/>
                </a:lnTo>
                <a:lnTo>
                  <a:pt x="3992" y="827"/>
                </a:lnTo>
                <a:lnTo>
                  <a:pt x="3989" y="828"/>
                </a:lnTo>
                <a:lnTo>
                  <a:pt x="3955" y="801"/>
                </a:lnTo>
                <a:lnTo>
                  <a:pt x="3954" y="796"/>
                </a:lnTo>
                <a:lnTo>
                  <a:pt x="3953" y="791"/>
                </a:lnTo>
                <a:lnTo>
                  <a:pt x="3951" y="785"/>
                </a:lnTo>
                <a:lnTo>
                  <a:pt x="3949" y="778"/>
                </a:lnTo>
                <a:lnTo>
                  <a:pt x="3948" y="778"/>
                </a:lnTo>
                <a:lnTo>
                  <a:pt x="3948" y="777"/>
                </a:lnTo>
                <a:lnTo>
                  <a:pt x="3949" y="777"/>
                </a:lnTo>
                <a:lnTo>
                  <a:pt x="3949" y="776"/>
                </a:lnTo>
                <a:lnTo>
                  <a:pt x="3950" y="775"/>
                </a:lnTo>
                <a:lnTo>
                  <a:pt x="3950" y="774"/>
                </a:lnTo>
                <a:lnTo>
                  <a:pt x="3949" y="774"/>
                </a:lnTo>
                <a:lnTo>
                  <a:pt x="3948" y="774"/>
                </a:lnTo>
                <a:lnTo>
                  <a:pt x="3948" y="772"/>
                </a:lnTo>
                <a:lnTo>
                  <a:pt x="3971" y="756"/>
                </a:lnTo>
                <a:lnTo>
                  <a:pt x="3965" y="723"/>
                </a:lnTo>
                <a:lnTo>
                  <a:pt x="3985" y="682"/>
                </a:lnTo>
                <a:lnTo>
                  <a:pt x="3982" y="676"/>
                </a:lnTo>
                <a:lnTo>
                  <a:pt x="4024" y="546"/>
                </a:lnTo>
                <a:lnTo>
                  <a:pt x="4025" y="545"/>
                </a:lnTo>
                <a:lnTo>
                  <a:pt x="4039" y="553"/>
                </a:lnTo>
                <a:lnTo>
                  <a:pt x="4055" y="561"/>
                </a:lnTo>
                <a:lnTo>
                  <a:pt x="4061" y="563"/>
                </a:lnTo>
                <a:lnTo>
                  <a:pt x="4075" y="567"/>
                </a:lnTo>
                <a:lnTo>
                  <a:pt x="4092" y="565"/>
                </a:lnTo>
                <a:lnTo>
                  <a:pt x="4105" y="571"/>
                </a:lnTo>
                <a:lnTo>
                  <a:pt x="4121" y="576"/>
                </a:lnTo>
                <a:lnTo>
                  <a:pt x="4122" y="576"/>
                </a:lnTo>
                <a:lnTo>
                  <a:pt x="4122" y="575"/>
                </a:lnTo>
                <a:lnTo>
                  <a:pt x="4121" y="575"/>
                </a:lnTo>
                <a:lnTo>
                  <a:pt x="4121" y="574"/>
                </a:lnTo>
                <a:lnTo>
                  <a:pt x="4122" y="574"/>
                </a:lnTo>
                <a:lnTo>
                  <a:pt x="4122" y="573"/>
                </a:lnTo>
                <a:lnTo>
                  <a:pt x="4123" y="573"/>
                </a:lnTo>
                <a:lnTo>
                  <a:pt x="4123" y="572"/>
                </a:lnTo>
                <a:lnTo>
                  <a:pt x="4124" y="571"/>
                </a:lnTo>
                <a:lnTo>
                  <a:pt x="4124" y="570"/>
                </a:lnTo>
                <a:lnTo>
                  <a:pt x="4123" y="570"/>
                </a:lnTo>
                <a:lnTo>
                  <a:pt x="4124" y="570"/>
                </a:lnTo>
                <a:lnTo>
                  <a:pt x="4124" y="569"/>
                </a:lnTo>
                <a:lnTo>
                  <a:pt x="4125" y="569"/>
                </a:lnTo>
                <a:lnTo>
                  <a:pt x="4125" y="568"/>
                </a:lnTo>
                <a:lnTo>
                  <a:pt x="4124" y="568"/>
                </a:lnTo>
                <a:lnTo>
                  <a:pt x="4125" y="567"/>
                </a:lnTo>
                <a:lnTo>
                  <a:pt x="4125" y="566"/>
                </a:lnTo>
                <a:lnTo>
                  <a:pt x="4126" y="565"/>
                </a:lnTo>
                <a:lnTo>
                  <a:pt x="4126" y="566"/>
                </a:lnTo>
                <a:lnTo>
                  <a:pt x="4127" y="565"/>
                </a:lnTo>
                <a:lnTo>
                  <a:pt x="4128" y="565"/>
                </a:lnTo>
                <a:lnTo>
                  <a:pt x="4129" y="565"/>
                </a:lnTo>
                <a:lnTo>
                  <a:pt x="4129" y="564"/>
                </a:lnTo>
                <a:lnTo>
                  <a:pt x="4130" y="564"/>
                </a:lnTo>
                <a:lnTo>
                  <a:pt x="4131" y="565"/>
                </a:lnTo>
                <a:lnTo>
                  <a:pt x="4132" y="564"/>
                </a:lnTo>
                <a:lnTo>
                  <a:pt x="4131" y="563"/>
                </a:lnTo>
                <a:lnTo>
                  <a:pt x="4132" y="563"/>
                </a:lnTo>
                <a:lnTo>
                  <a:pt x="4132" y="562"/>
                </a:lnTo>
                <a:lnTo>
                  <a:pt x="4133" y="563"/>
                </a:lnTo>
                <a:lnTo>
                  <a:pt x="4133" y="562"/>
                </a:lnTo>
                <a:lnTo>
                  <a:pt x="4134" y="562"/>
                </a:lnTo>
                <a:lnTo>
                  <a:pt x="4134" y="561"/>
                </a:lnTo>
                <a:lnTo>
                  <a:pt x="4135" y="561"/>
                </a:lnTo>
                <a:lnTo>
                  <a:pt x="4135" y="562"/>
                </a:lnTo>
                <a:lnTo>
                  <a:pt x="4136" y="562"/>
                </a:lnTo>
                <a:lnTo>
                  <a:pt x="4137" y="562"/>
                </a:lnTo>
                <a:lnTo>
                  <a:pt x="4137" y="561"/>
                </a:lnTo>
                <a:lnTo>
                  <a:pt x="4138" y="561"/>
                </a:lnTo>
                <a:lnTo>
                  <a:pt x="4139" y="562"/>
                </a:lnTo>
                <a:lnTo>
                  <a:pt x="4140" y="562"/>
                </a:lnTo>
                <a:lnTo>
                  <a:pt x="4140" y="561"/>
                </a:lnTo>
                <a:lnTo>
                  <a:pt x="4141" y="561"/>
                </a:lnTo>
                <a:lnTo>
                  <a:pt x="4142" y="561"/>
                </a:lnTo>
                <a:lnTo>
                  <a:pt x="4142" y="560"/>
                </a:lnTo>
                <a:lnTo>
                  <a:pt x="4142" y="559"/>
                </a:lnTo>
                <a:lnTo>
                  <a:pt x="4143" y="559"/>
                </a:lnTo>
                <a:lnTo>
                  <a:pt x="4143" y="558"/>
                </a:lnTo>
                <a:lnTo>
                  <a:pt x="4144" y="557"/>
                </a:lnTo>
                <a:lnTo>
                  <a:pt x="4143" y="556"/>
                </a:lnTo>
                <a:lnTo>
                  <a:pt x="4144" y="556"/>
                </a:lnTo>
                <a:lnTo>
                  <a:pt x="4144" y="555"/>
                </a:lnTo>
                <a:lnTo>
                  <a:pt x="4145" y="555"/>
                </a:lnTo>
                <a:lnTo>
                  <a:pt x="4145" y="553"/>
                </a:lnTo>
                <a:lnTo>
                  <a:pt x="4146" y="554"/>
                </a:lnTo>
                <a:lnTo>
                  <a:pt x="4147" y="554"/>
                </a:lnTo>
                <a:lnTo>
                  <a:pt x="4148" y="554"/>
                </a:lnTo>
                <a:lnTo>
                  <a:pt x="4149" y="554"/>
                </a:lnTo>
                <a:lnTo>
                  <a:pt x="4149" y="553"/>
                </a:lnTo>
                <a:lnTo>
                  <a:pt x="4149" y="552"/>
                </a:lnTo>
                <a:lnTo>
                  <a:pt x="4150" y="552"/>
                </a:lnTo>
                <a:lnTo>
                  <a:pt x="4149" y="552"/>
                </a:lnTo>
                <a:lnTo>
                  <a:pt x="4149" y="551"/>
                </a:lnTo>
                <a:lnTo>
                  <a:pt x="4150" y="551"/>
                </a:lnTo>
                <a:lnTo>
                  <a:pt x="4151" y="551"/>
                </a:lnTo>
                <a:lnTo>
                  <a:pt x="4152" y="550"/>
                </a:lnTo>
                <a:lnTo>
                  <a:pt x="4152" y="549"/>
                </a:lnTo>
                <a:lnTo>
                  <a:pt x="4152" y="548"/>
                </a:lnTo>
                <a:lnTo>
                  <a:pt x="4151" y="547"/>
                </a:lnTo>
                <a:lnTo>
                  <a:pt x="4152" y="546"/>
                </a:lnTo>
                <a:lnTo>
                  <a:pt x="4153" y="546"/>
                </a:lnTo>
                <a:lnTo>
                  <a:pt x="4153" y="545"/>
                </a:lnTo>
                <a:lnTo>
                  <a:pt x="4154" y="544"/>
                </a:lnTo>
                <a:lnTo>
                  <a:pt x="4153" y="544"/>
                </a:lnTo>
                <a:lnTo>
                  <a:pt x="4154" y="543"/>
                </a:lnTo>
                <a:lnTo>
                  <a:pt x="4154" y="544"/>
                </a:lnTo>
                <a:lnTo>
                  <a:pt x="4154" y="543"/>
                </a:lnTo>
                <a:lnTo>
                  <a:pt x="4155" y="543"/>
                </a:lnTo>
                <a:lnTo>
                  <a:pt x="4156" y="542"/>
                </a:lnTo>
                <a:lnTo>
                  <a:pt x="4157" y="542"/>
                </a:lnTo>
                <a:lnTo>
                  <a:pt x="4158" y="542"/>
                </a:lnTo>
                <a:lnTo>
                  <a:pt x="4158" y="541"/>
                </a:lnTo>
                <a:lnTo>
                  <a:pt x="4158" y="540"/>
                </a:lnTo>
                <a:lnTo>
                  <a:pt x="4158" y="541"/>
                </a:lnTo>
                <a:lnTo>
                  <a:pt x="4158" y="540"/>
                </a:lnTo>
                <a:lnTo>
                  <a:pt x="4159" y="540"/>
                </a:lnTo>
                <a:lnTo>
                  <a:pt x="4159" y="539"/>
                </a:lnTo>
                <a:lnTo>
                  <a:pt x="4159" y="538"/>
                </a:lnTo>
                <a:lnTo>
                  <a:pt x="4160" y="538"/>
                </a:lnTo>
                <a:lnTo>
                  <a:pt x="4160" y="539"/>
                </a:lnTo>
                <a:lnTo>
                  <a:pt x="4161" y="539"/>
                </a:lnTo>
                <a:lnTo>
                  <a:pt x="4161" y="538"/>
                </a:lnTo>
                <a:lnTo>
                  <a:pt x="4162" y="538"/>
                </a:lnTo>
                <a:lnTo>
                  <a:pt x="4162" y="537"/>
                </a:lnTo>
                <a:lnTo>
                  <a:pt x="4163" y="537"/>
                </a:lnTo>
                <a:lnTo>
                  <a:pt x="4164" y="537"/>
                </a:lnTo>
                <a:lnTo>
                  <a:pt x="4165" y="537"/>
                </a:lnTo>
                <a:lnTo>
                  <a:pt x="4165" y="536"/>
                </a:lnTo>
                <a:lnTo>
                  <a:pt x="4164" y="536"/>
                </a:lnTo>
                <a:lnTo>
                  <a:pt x="4164" y="535"/>
                </a:lnTo>
                <a:lnTo>
                  <a:pt x="4165" y="535"/>
                </a:lnTo>
                <a:lnTo>
                  <a:pt x="4165" y="534"/>
                </a:lnTo>
                <a:lnTo>
                  <a:pt x="4165" y="533"/>
                </a:lnTo>
                <a:lnTo>
                  <a:pt x="4165" y="534"/>
                </a:lnTo>
                <a:lnTo>
                  <a:pt x="4166" y="534"/>
                </a:lnTo>
                <a:lnTo>
                  <a:pt x="4166" y="533"/>
                </a:lnTo>
                <a:lnTo>
                  <a:pt x="4165" y="533"/>
                </a:lnTo>
                <a:lnTo>
                  <a:pt x="4165" y="532"/>
                </a:lnTo>
                <a:lnTo>
                  <a:pt x="4164" y="531"/>
                </a:lnTo>
                <a:lnTo>
                  <a:pt x="4164" y="530"/>
                </a:lnTo>
                <a:lnTo>
                  <a:pt x="4165" y="530"/>
                </a:lnTo>
                <a:lnTo>
                  <a:pt x="4166" y="530"/>
                </a:lnTo>
                <a:lnTo>
                  <a:pt x="4166" y="531"/>
                </a:lnTo>
                <a:lnTo>
                  <a:pt x="4167" y="531"/>
                </a:lnTo>
                <a:lnTo>
                  <a:pt x="4168" y="530"/>
                </a:lnTo>
                <a:lnTo>
                  <a:pt x="4168" y="529"/>
                </a:lnTo>
                <a:lnTo>
                  <a:pt x="4169" y="529"/>
                </a:lnTo>
                <a:lnTo>
                  <a:pt x="4170" y="529"/>
                </a:lnTo>
                <a:lnTo>
                  <a:pt x="4171" y="529"/>
                </a:lnTo>
                <a:lnTo>
                  <a:pt x="4171" y="530"/>
                </a:lnTo>
                <a:lnTo>
                  <a:pt x="4172" y="530"/>
                </a:lnTo>
                <a:lnTo>
                  <a:pt x="4172" y="529"/>
                </a:lnTo>
                <a:lnTo>
                  <a:pt x="4172" y="528"/>
                </a:lnTo>
                <a:lnTo>
                  <a:pt x="4171" y="528"/>
                </a:lnTo>
                <a:lnTo>
                  <a:pt x="4172" y="528"/>
                </a:lnTo>
                <a:lnTo>
                  <a:pt x="4172" y="527"/>
                </a:lnTo>
                <a:lnTo>
                  <a:pt x="4172" y="528"/>
                </a:lnTo>
                <a:lnTo>
                  <a:pt x="4173" y="528"/>
                </a:lnTo>
                <a:lnTo>
                  <a:pt x="4173" y="527"/>
                </a:lnTo>
                <a:lnTo>
                  <a:pt x="4172" y="527"/>
                </a:lnTo>
                <a:lnTo>
                  <a:pt x="4172" y="526"/>
                </a:lnTo>
                <a:lnTo>
                  <a:pt x="4172" y="525"/>
                </a:lnTo>
                <a:lnTo>
                  <a:pt x="4172" y="524"/>
                </a:lnTo>
                <a:lnTo>
                  <a:pt x="4172" y="523"/>
                </a:lnTo>
                <a:lnTo>
                  <a:pt x="4173" y="523"/>
                </a:lnTo>
                <a:lnTo>
                  <a:pt x="4174" y="522"/>
                </a:lnTo>
                <a:lnTo>
                  <a:pt x="4174" y="523"/>
                </a:lnTo>
                <a:lnTo>
                  <a:pt x="4175" y="522"/>
                </a:lnTo>
                <a:lnTo>
                  <a:pt x="4175" y="521"/>
                </a:lnTo>
                <a:lnTo>
                  <a:pt x="4175" y="520"/>
                </a:lnTo>
                <a:lnTo>
                  <a:pt x="4175" y="519"/>
                </a:lnTo>
                <a:lnTo>
                  <a:pt x="4176" y="519"/>
                </a:lnTo>
                <a:lnTo>
                  <a:pt x="4176" y="520"/>
                </a:lnTo>
                <a:lnTo>
                  <a:pt x="4176" y="519"/>
                </a:lnTo>
                <a:lnTo>
                  <a:pt x="4177" y="519"/>
                </a:lnTo>
                <a:lnTo>
                  <a:pt x="4178" y="519"/>
                </a:lnTo>
                <a:lnTo>
                  <a:pt x="4177" y="518"/>
                </a:lnTo>
                <a:lnTo>
                  <a:pt x="4177" y="519"/>
                </a:lnTo>
                <a:lnTo>
                  <a:pt x="4177" y="518"/>
                </a:lnTo>
                <a:lnTo>
                  <a:pt x="4178" y="518"/>
                </a:lnTo>
                <a:lnTo>
                  <a:pt x="4178" y="517"/>
                </a:lnTo>
                <a:lnTo>
                  <a:pt x="4177" y="518"/>
                </a:lnTo>
                <a:lnTo>
                  <a:pt x="4177" y="517"/>
                </a:lnTo>
                <a:lnTo>
                  <a:pt x="4177" y="516"/>
                </a:lnTo>
                <a:lnTo>
                  <a:pt x="4178" y="516"/>
                </a:lnTo>
                <a:lnTo>
                  <a:pt x="4178" y="515"/>
                </a:lnTo>
                <a:lnTo>
                  <a:pt x="4178" y="516"/>
                </a:lnTo>
                <a:lnTo>
                  <a:pt x="4179" y="516"/>
                </a:lnTo>
                <a:lnTo>
                  <a:pt x="4179" y="515"/>
                </a:lnTo>
                <a:lnTo>
                  <a:pt x="4180" y="515"/>
                </a:lnTo>
                <a:lnTo>
                  <a:pt x="4181" y="516"/>
                </a:lnTo>
                <a:lnTo>
                  <a:pt x="4182" y="516"/>
                </a:lnTo>
                <a:lnTo>
                  <a:pt x="4182" y="515"/>
                </a:lnTo>
                <a:lnTo>
                  <a:pt x="4181" y="515"/>
                </a:lnTo>
                <a:lnTo>
                  <a:pt x="4181" y="514"/>
                </a:lnTo>
                <a:lnTo>
                  <a:pt x="4182" y="514"/>
                </a:lnTo>
                <a:lnTo>
                  <a:pt x="4182" y="513"/>
                </a:lnTo>
                <a:lnTo>
                  <a:pt x="4181" y="513"/>
                </a:lnTo>
                <a:lnTo>
                  <a:pt x="4182" y="513"/>
                </a:lnTo>
                <a:lnTo>
                  <a:pt x="4183" y="513"/>
                </a:lnTo>
                <a:lnTo>
                  <a:pt x="4184" y="514"/>
                </a:lnTo>
                <a:lnTo>
                  <a:pt x="4185" y="514"/>
                </a:lnTo>
                <a:lnTo>
                  <a:pt x="4185" y="513"/>
                </a:lnTo>
                <a:lnTo>
                  <a:pt x="4185" y="512"/>
                </a:lnTo>
                <a:lnTo>
                  <a:pt x="4184" y="512"/>
                </a:lnTo>
                <a:lnTo>
                  <a:pt x="4185" y="512"/>
                </a:lnTo>
                <a:lnTo>
                  <a:pt x="4186" y="512"/>
                </a:lnTo>
                <a:lnTo>
                  <a:pt x="4187" y="512"/>
                </a:lnTo>
                <a:lnTo>
                  <a:pt x="4187" y="511"/>
                </a:lnTo>
                <a:lnTo>
                  <a:pt x="4188" y="511"/>
                </a:lnTo>
                <a:lnTo>
                  <a:pt x="4188" y="512"/>
                </a:lnTo>
                <a:lnTo>
                  <a:pt x="4189" y="512"/>
                </a:lnTo>
                <a:lnTo>
                  <a:pt x="4189" y="511"/>
                </a:lnTo>
                <a:lnTo>
                  <a:pt x="4189" y="512"/>
                </a:lnTo>
                <a:lnTo>
                  <a:pt x="4190" y="511"/>
                </a:lnTo>
                <a:lnTo>
                  <a:pt x="4191" y="511"/>
                </a:lnTo>
                <a:lnTo>
                  <a:pt x="4191" y="512"/>
                </a:lnTo>
                <a:lnTo>
                  <a:pt x="4192" y="512"/>
                </a:lnTo>
                <a:lnTo>
                  <a:pt x="4192" y="511"/>
                </a:lnTo>
                <a:lnTo>
                  <a:pt x="4193" y="511"/>
                </a:lnTo>
                <a:lnTo>
                  <a:pt x="4193" y="510"/>
                </a:lnTo>
                <a:lnTo>
                  <a:pt x="4194" y="510"/>
                </a:lnTo>
                <a:lnTo>
                  <a:pt x="4195" y="510"/>
                </a:lnTo>
                <a:lnTo>
                  <a:pt x="4196" y="510"/>
                </a:lnTo>
                <a:lnTo>
                  <a:pt x="4196" y="509"/>
                </a:lnTo>
                <a:lnTo>
                  <a:pt x="4195" y="509"/>
                </a:lnTo>
                <a:lnTo>
                  <a:pt x="4196" y="509"/>
                </a:lnTo>
                <a:lnTo>
                  <a:pt x="4197" y="509"/>
                </a:lnTo>
                <a:lnTo>
                  <a:pt x="4197" y="508"/>
                </a:lnTo>
                <a:lnTo>
                  <a:pt x="4196" y="508"/>
                </a:lnTo>
                <a:lnTo>
                  <a:pt x="4197" y="508"/>
                </a:lnTo>
                <a:lnTo>
                  <a:pt x="4198" y="508"/>
                </a:lnTo>
                <a:lnTo>
                  <a:pt x="4199" y="508"/>
                </a:lnTo>
                <a:lnTo>
                  <a:pt x="4199" y="509"/>
                </a:lnTo>
                <a:lnTo>
                  <a:pt x="4199" y="508"/>
                </a:lnTo>
                <a:lnTo>
                  <a:pt x="4200" y="508"/>
                </a:lnTo>
                <a:lnTo>
                  <a:pt x="4200" y="507"/>
                </a:lnTo>
                <a:lnTo>
                  <a:pt x="4201" y="507"/>
                </a:lnTo>
                <a:lnTo>
                  <a:pt x="4202" y="507"/>
                </a:lnTo>
                <a:lnTo>
                  <a:pt x="4202" y="506"/>
                </a:lnTo>
                <a:lnTo>
                  <a:pt x="4203" y="506"/>
                </a:lnTo>
                <a:lnTo>
                  <a:pt x="4202" y="506"/>
                </a:lnTo>
                <a:lnTo>
                  <a:pt x="4203" y="506"/>
                </a:lnTo>
                <a:lnTo>
                  <a:pt x="4204" y="506"/>
                </a:lnTo>
                <a:lnTo>
                  <a:pt x="4203" y="506"/>
                </a:lnTo>
                <a:lnTo>
                  <a:pt x="4204" y="506"/>
                </a:lnTo>
                <a:lnTo>
                  <a:pt x="4205" y="506"/>
                </a:lnTo>
                <a:lnTo>
                  <a:pt x="4206" y="505"/>
                </a:lnTo>
                <a:lnTo>
                  <a:pt x="4206" y="504"/>
                </a:lnTo>
                <a:lnTo>
                  <a:pt x="4207" y="504"/>
                </a:lnTo>
                <a:lnTo>
                  <a:pt x="4208" y="504"/>
                </a:lnTo>
                <a:lnTo>
                  <a:pt x="4209" y="504"/>
                </a:lnTo>
                <a:lnTo>
                  <a:pt x="4210" y="504"/>
                </a:lnTo>
                <a:lnTo>
                  <a:pt x="4211" y="504"/>
                </a:lnTo>
                <a:lnTo>
                  <a:pt x="4210" y="504"/>
                </a:lnTo>
                <a:lnTo>
                  <a:pt x="4211" y="504"/>
                </a:lnTo>
                <a:lnTo>
                  <a:pt x="4211" y="505"/>
                </a:lnTo>
                <a:lnTo>
                  <a:pt x="4212" y="505"/>
                </a:lnTo>
                <a:lnTo>
                  <a:pt x="4212" y="504"/>
                </a:lnTo>
                <a:lnTo>
                  <a:pt x="4212" y="505"/>
                </a:lnTo>
                <a:lnTo>
                  <a:pt x="4213" y="505"/>
                </a:lnTo>
                <a:lnTo>
                  <a:pt x="4213" y="504"/>
                </a:lnTo>
                <a:lnTo>
                  <a:pt x="4214" y="504"/>
                </a:lnTo>
                <a:lnTo>
                  <a:pt x="4215" y="504"/>
                </a:lnTo>
                <a:lnTo>
                  <a:pt x="4215" y="503"/>
                </a:lnTo>
                <a:lnTo>
                  <a:pt x="4216" y="503"/>
                </a:lnTo>
                <a:lnTo>
                  <a:pt x="4217" y="503"/>
                </a:lnTo>
                <a:lnTo>
                  <a:pt x="4217" y="504"/>
                </a:lnTo>
                <a:lnTo>
                  <a:pt x="4217" y="503"/>
                </a:lnTo>
                <a:lnTo>
                  <a:pt x="4218" y="502"/>
                </a:lnTo>
                <a:lnTo>
                  <a:pt x="4219" y="502"/>
                </a:lnTo>
                <a:lnTo>
                  <a:pt x="4220" y="502"/>
                </a:lnTo>
                <a:lnTo>
                  <a:pt x="4221" y="502"/>
                </a:lnTo>
                <a:lnTo>
                  <a:pt x="4221" y="501"/>
                </a:lnTo>
                <a:lnTo>
                  <a:pt x="4222" y="501"/>
                </a:lnTo>
                <a:lnTo>
                  <a:pt x="4222" y="500"/>
                </a:lnTo>
                <a:lnTo>
                  <a:pt x="4223" y="500"/>
                </a:lnTo>
                <a:lnTo>
                  <a:pt x="4223" y="499"/>
                </a:lnTo>
                <a:lnTo>
                  <a:pt x="4222" y="498"/>
                </a:lnTo>
                <a:lnTo>
                  <a:pt x="4223" y="498"/>
                </a:lnTo>
                <a:lnTo>
                  <a:pt x="4223" y="497"/>
                </a:lnTo>
                <a:lnTo>
                  <a:pt x="4224" y="497"/>
                </a:lnTo>
                <a:lnTo>
                  <a:pt x="4224" y="496"/>
                </a:lnTo>
                <a:lnTo>
                  <a:pt x="4225" y="496"/>
                </a:lnTo>
                <a:lnTo>
                  <a:pt x="4225" y="497"/>
                </a:lnTo>
                <a:lnTo>
                  <a:pt x="4226" y="496"/>
                </a:lnTo>
                <a:lnTo>
                  <a:pt x="4225" y="496"/>
                </a:lnTo>
                <a:lnTo>
                  <a:pt x="4225" y="495"/>
                </a:lnTo>
                <a:lnTo>
                  <a:pt x="4226" y="495"/>
                </a:lnTo>
                <a:lnTo>
                  <a:pt x="4226" y="494"/>
                </a:lnTo>
                <a:lnTo>
                  <a:pt x="4226" y="492"/>
                </a:lnTo>
                <a:lnTo>
                  <a:pt x="4227" y="492"/>
                </a:lnTo>
                <a:lnTo>
                  <a:pt x="4227" y="491"/>
                </a:lnTo>
                <a:lnTo>
                  <a:pt x="4226" y="490"/>
                </a:lnTo>
                <a:lnTo>
                  <a:pt x="4227" y="490"/>
                </a:lnTo>
                <a:lnTo>
                  <a:pt x="4227" y="489"/>
                </a:lnTo>
                <a:lnTo>
                  <a:pt x="4226" y="489"/>
                </a:lnTo>
                <a:lnTo>
                  <a:pt x="4227" y="488"/>
                </a:lnTo>
                <a:lnTo>
                  <a:pt x="4227" y="489"/>
                </a:lnTo>
                <a:lnTo>
                  <a:pt x="4228" y="489"/>
                </a:lnTo>
                <a:lnTo>
                  <a:pt x="4229" y="489"/>
                </a:lnTo>
                <a:lnTo>
                  <a:pt x="4230" y="489"/>
                </a:lnTo>
                <a:lnTo>
                  <a:pt x="4230" y="490"/>
                </a:lnTo>
                <a:lnTo>
                  <a:pt x="4231" y="490"/>
                </a:lnTo>
                <a:lnTo>
                  <a:pt x="4231" y="489"/>
                </a:lnTo>
                <a:lnTo>
                  <a:pt x="4231" y="488"/>
                </a:lnTo>
                <a:lnTo>
                  <a:pt x="4231" y="487"/>
                </a:lnTo>
                <a:lnTo>
                  <a:pt x="4232" y="487"/>
                </a:lnTo>
                <a:lnTo>
                  <a:pt x="4232" y="486"/>
                </a:lnTo>
                <a:lnTo>
                  <a:pt x="4233" y="486"/>
                </a:lnTo>
                <a:lnTo>
                  <a:pt x="4233" y="485"/>
                </a:lnTo>
                <a:lnTo>
                  <a:pt x="4234" y="485"/>
                </a:lnTo>
                <a:lnTo>
                  <a:pt x="4235" y="485"/>
                </a:lnTo>
                <a:lnTo>
                  <a:pt x="4235" y="484"/>
                </a:lnTo>
                <a:lnTo>
                  <a:pt x="4235" y="483"/>
                </a:lnTo>
                <a:lnTo>
                  <a:pt x="4234" y="481"/>
                </a:lnTo>
                <a:lnTo>
                  <a:pt x="4235" y="481"/>
                </a:lnTo>
                <a:lnTo>
                  <a:pt x="4236" y="481"/>
                </a:lnTo>
                <a:lnTo>
                  <a:pt x="4236" y="480"/>
                </a:lnTo>
                <a:lnTo>
                  <a:pt x="4236" y="479"/>
                </a:lnTo>
                <a:lnTo>
                  <a:pt x="4236" y="478"/>
                </a:lnTo>
                <a:lnTo>
                  <a:pt x="4236" y="477"/>
                </a:lnTo>
                <a:lnTo>
                  <a:pt x="4237" y="477"/>
                </a:lnTo>
                <a:lnTo>
                  <a:pt x="4238" y="477"/>
                </a:lnTo>
                <a:lnTo>
                  <a:pt x="4238" y="476"/>
                </a:lnTo>
                <a:lnTo>
                  <a:pt x="4237" y="476"/>
                </a:lnTo>
                <a:lnTo>
                  <a:pt x="4237" y="475"/>
                </a:lnTo>
                <a:lnTo>
                  <a:pt x="4237" y="474"/>
                </a:lnTo>
                <a:lnTo>
                  <a:pt x="4238" y="474"/>
                </a:lnTo>
                <a:lnTo>
                  <a:pt x="4238" y="473"/>
                </a:lnTo>
                <a:lnTo>
                  <a:pt x="4239" y="473"/>
                </a:lnTo>
                <a:lnTo>
                  <a:pt x="4238" y="472"/>
                </a:lnTo>
                <a:lnTo>
                  <a:pt x="4237" y="472"/>
                </a:lnTo>
                <a:lnTo>
                  <a:pt x="4237" y="471"/>
                </a:lnTo>
                <a:lnTo>
                  <a:pt x="4236" y="471"/>
                </a:lnTo>
                <a:lnTo>
                  <a:pt x="4235" y="471"/>
                </a:lnTo>
                <a:lnTo>
                  <a:pt x="4235" y="470"/>
                </a:lnTo>
                <a:lnTo>
                  <a:pt x="4235" y="469"/>
                </a:lnTo>
                <a:lnTo>
                  <a:pt x="4235" y="468"/>
                </a:lnTo>
                <a:lnTo>
                  <a:pt x="4236" y="468"/>
                </a:lnTo>
                <a:lnTo>
                  <a:pt x="4236" y="467"/>
                </a:lnTo>
                <a:lnTo>
                  <a:pt x="4236" y="466"/>
                </a:lnTo>
                <a:lnTo>
                  <a:pt x="4236" y="465"/>
                </a:lnTo>
                <a:lnTo>
                  <a:pt x="4236" y="466"/>
                </a:lnTo>
                <a:lnTo>
                  <a:pt x="4237" y="466"/>
                </a:lnTo>
                <a:lnTo>
                  <a:pt x="4237" y="465"/>
                </a:lnTo>
                <a:lnTo>
                  <a:pt x="4236" y="465"/>
                </a:lnTo>
                <a:lnTo>
                  <a:pt x="4235" y="465"/>
                </a:lnTo>
                <a:lnTo>
                  <a:pt x="4235" y="464"/>
                </a:lnTo>
                <a:lnTo>
                  <a:pt x="4236" y="464"/>
                </a:lnTo>
                <a:lnTo>
                  <a:pt x="4236" y="463"/>
                </a:lnTo>
                <a:lnTo>
                  <a:pt x="4235" y="463"/>
                </a:lnTo>
                <a:lnTo>
                  <a:pt x="4234" y="463"/>
                </a:lnTo>
                <a:lnTo>
                  <a:pt x="4234" y="462"/>
                </a:lnTo>
                <a:lnTo>
                  <a:pt x="4235" y="462"/>
                </a:lnTo>
                <a:lnTo>
                  <a:pt x="4236" y="462"/>
                </a:lnTo>
                <a:lnTo>
                  <a:pt x="4236" y="461"/>
                </a:lnTo>
                <a:lnTo>
                  <a:pt x="4236" y="460"/>
                </a:lnTo>
                <a:lnTo>
                  <a:pt x="4236" y="459"/>
                </a:lnTo>
                <a:lnTo>
                  <a:pt x="4237" y="459"/>
                </a:lnTo>
                <a:lnTo>
                  <a:pt x="4238" y="459"/>
                </a:lnTo>
                <a:lnTo>
                  <a:pt x="4238" y="458"/>
                </a:lnTo>
                <a:lnTo>
                  <a:pt x="4238" y="457"/>
                </a:lnTo>
                <a:lnTo>
                  <a:pt x="4239" y="457"/>
                </a:lnTo>
                <a:lnTo>
                  <a:pt x="4238" y="457"/>
                </a:lnTo>
                <a:lnTo>
                  <a:pt x="4237" y="457"/>
                </a:lnTo>
                <a:lnTo>
                  <a:pt x="4236" y="457"/>
                </a:lnTo>
                <a:lnTo>
                  <a:pt x="4236" y="456"/>
                </a:lnTo>
                <a:lnTo>
                  <a:pt x="4237" y="456"/>
                </a:lnTo>
                <a:lnTo>
                  <a:pt x="4237" y="455"/>
                </a:lnTo>
                <a:lnTo>
                  <a:pt x="4237" y="454"/>
                </a:lnTo>
                <a:lnTo>
                  <a:pt x="4236" y="454"/>
                </a:lnTo>
                <a:lnTo>
                  <a:pt x="4237" y="454"/>
                </a:lnTo>
                <a:lnTo>
                  <a:pt x="4237" y="453"/>
                </a:lnTo>
                <a:lnTo>
                  <a:pt x="4236" y="453"/>
                </a:lnTo>
                <a:lnTo>
                  <a:pt x="4236" y="452"/>
                </a:lnTo>
                <a:lnTo>
                  <a:pt x="4235" y="452"/>
                </a:lnTo>
                <a:lnTo>
                  <a:pt x="4235" y="453"/>
                </a:lnTo>
                <a:lnTo>
                  <a:pt x="4234" y="453"/>
                </a:lnTo>
                <a:lnTo>
                  <a:pt x="4234" y="452"/>
                </a:lnTo>
                <a:lnTo>
                  <a:pt x="4233" y="452"/>
                </a:lnTo>
                <a:lnTo>
                  <a:pt x="4233" y="453"/>
                </a:lnTo>
                <a:lnTo>
                  <a:pt x="4233" y="454"/>
                </a:lnTo>
                <a:lnTo>
                  <a:pt x="4232" y="454"/>
                </a:lnTo>
                <a:lnTo>
                  <a:pt x="4232" y="453"/>
                </a:lnTo>
                <a:lnTo>
                  <a:pt x="4231" y="453"/>
                </a:lnTo>
                <a:lnTo>
                  <a:pt x="4231" y="454"/>
                </a:lnTo>
                <a:lnTo>
                  <a:pt x="4232" y="454"/>
                </a:lnTo>
                <a:lnTo>
                  <a:pt x="4232" y="455"/>
                </a:lnTo>
                <a:lnTo>
                  <a:pt x="4231" y="455"/>
                </a:lnTo>
                <a:lnTo>
                  <a:pt x="4231" y="454"/>
                </a:lnTo>
                <a:lnTo>
                  <a:pt x="4231" y="453"/>
                </a:lnTo>
                <a:lnTo>
                  <a:pt x="4230" y="453"/>
                </a:lnTo>
                <a:lnTo>
                  <a:pt x="4229" y="453"/>
                </a:lnTo>
                <a:lnTo>
                  <a:pt x="4228" y="453"/>
                </a:lnTo>
                <a:lnTo>
                  <a:pt x="4228" y="454"/>
                </a:lnTo>
                <a:lnTo>
                  <a:pt x="4229" y="454"/>
                </a:lnTo>
                <a:lnTo>
                  <a:pt x="4228" y="454"/>
                </a:lnTo>
                <a:lnTo>
                  <a:pt x="4227" y="455"/>
                </a:lnTo>
                <a:lnTo>
                  <a:pt x="4228" y="455"/>
                </a:lnTo>
                <a:lnTo>
                  <a:pt x="4228" y="456"/>
                </a:lnTo>
                <a:lnTo>
                  <a:pt x="4227" y="456"/>
                </a:lnTo>
                <a:lnTo>
                  <a:pt x="4226" y="455"/>
                </a:lnTo>
                <a:lnTo>
                  <a:pt x="4225" y="455"/>
                </a:lnTo>
                <a:lnTo>
                  <a:pt x="4226" y="455"/>
                </a:lnTo>
                <a:lnTo>
                  <a:pt x="4226" y="454"/>
                </a:lnTo>
                <a:lnTo>
                  <a:pt x="4225" y="453"/>
                </a:lnTo>
                <a:lnTo>
                  <a:pt x="4224" y="453"/>
                </a:lnTo>
                <a:lnTo>
                  <a:pt x="4224" y="454"/>
                </a:lnTo>
                <a:lnTo>
                  <a:pt x="4223" y="454"/>
                </a:lnTo>
                <a:lnTo>
                  <a:pt x="4222" y="456"/>
                </a:lnTo>
                <a:lnTo>
                  <a:pt x="4221" y="456"/>
                </a:lnTo>
                <a:lnTo>
                  <a:pt x="4221" y="455"/>
                </a:lnTo>
                <a:lnTo>
                  <a:pt x="4222" y="455"/>
                </a:lnTo>
                <a:lnTo>
                  <a:pt x="4222" y="454"/>
                </a:lnTo>
                <a:lnTo>
                  <a:pt x="4221" y="454"/>
                </a:lnTo>
                <a:lnTo>
                  <a:pt x="4221" y="455"/>
                </a:lnTo>
                <a:lnTo>
                  <a:pt x="4220" y="455"/>
                </a:lnTo>
                <a:lnTo>
                  <a:pt x="4219" y="455"/>
                </a:lnTo>
                <a:lnTo>
                  <a:pt x="4219" y="454"/>
                </a:lnTo>
                <a:lnTo>
                  <a:pt x="4220" y="453"/>
                </a:lnTo>
                <a:lnTo>
                  <a:pt x="4220" y="452"/>
                </a:lnTo>
                <a:lnTo>
                  <a:pt x="4219" y="452"/>
                </a:lnTo>
                <a:lnTo>
                  <a:pt x="4218" y="452"/>
                </a:lnTo>
                <a:lnTo>
                  <a:pt x="4218" y="451"/>
                </a:lnTo>
                <a:lnTo>
                  <a:pt x="4217" y="451"/>
                </a:lnTo>
                <a:lnTo>
                  <a:pt x="4217" y="452"/>
                </a:lnTo>
                <a:lnTo>
                  <a:pt x="4216" y="452"/>
                </a:lnTo>
                <a:lnTo>
                  <a:pt x="4216" y="451"/>
                </a:lnTo>
                <a:lnTo>
                  <a:pt x="4217" y="451"/>
                </a:lnTo>
                <a:lnTo>
                  <a:pt x="4217" y="450"/>
                </a:lnTo>
                <a:lnTo>
                  <a:pt x="4217" y="449"/>
                </a:lnTo>
                <a:lnTo>
                  <a:pt x="4217" y="448"/>
                </a:lnTo>
                <a:lnTo>
                  <a:pt x="4218" y="448"/>
                </a:lnTo>
                <a:lnTo>
                  <a:pt x="4218" y="447"/>
                </a:lnTo>
                <a:lnTo>
                  <a:pt x="4219" y="447"/>
                </a:lnTo>
                <a:lnTo>
                  <a:pt x="4220" y="447"/>
                </a:lnTo>
                <a:lnTo>
                  <a:pt x="4220" y="446"/>
                </a:lnTo>
                <a:lnTo>
                  <a:pt x="4220" y="447"/>
                </a:lnTo>
                <a:lnTo>
                  <a:pt x="4221" y="447"/>
                </a:lnTo>
                <a:lnTo>
                  <a:pt x="4222" y="447"/>
                </a:lnTo>
                <a:lnTo>
                  <a:pt x="4222" y="448"/>
                </a:lnTo>
                <a:lnTo>
                  <a:pt x="4223" y="448"/>
                </a:lnTo>
                <a:lnTo>
                  <a:pt x="4223" y="447"/>
                </a:lnTo>
                <a:lnTo>
                  <a:pt x="4222" y="447"/>
                </a:lnTo>
                <a:lnTo>
                  <a:pt x="4222" y="446"/>
                </a:lnTo>
                <a:lnTo>
                  <a:pt x="4223" y="446"/>
                </a:lnTo>
                <a:lnTo>
                  <a:pt x="4223" y="445"/>
                </a:lnTo>
                <a:lnTo>
                  <a:pt x="4223" y="444"/>
                </a:lnTo>
                <a:lnTo>
                  <a:pt x="4224" y="443"/>
                </a:lnTo>
                <a:lnTo>
                  <a:pt x="4224" y="444"/>
                </a:lnTo>
                <a:lnTo>
                  <a:pt x="4225" y="443"/>
                </a:lnTo>
                <a:lnTo>
                  <a:pt x="4225" y="442"/>
                </a:lnTo>
                <a:lnTo>
                  <a:pt x="4224" y="442"/>
                </a:lnTo>
                <a:lnTo>
                  <a:pt x="4224" y="441"/>
                </a:lnTo>
                <a:lnTo>
                  <a:pt x="4225" y="440"/>
                </a:lnTo>
                <a:lnTo>
                  <a:pt x="4226" y="440"/>
                </a:lnTo>
                <a:lnTo>
                  <a:pt x="4226" y="439"/>
                </a:lnTo>
                <a:lnTo>
                  <a:pt x="4225" y="438"/>
                </a:lnTo>
                <a:lnTo>
                  <a:pt x="4225" y="437"/>
                </a:lnTo>
                <a:lnTo>
                  <a:pt x="4224" y="437"/>
                </a:lnTo>
                <a:lnTo>
                  <a:pt x="4224" y="436"/>
                </a:lnTo>
                <a:lnTo>
                  <a:pt x="4224" y="437"/>
                </a:lnTo>
                <a:lnTo>
                  <a:pt x="4223" y="437"/>
                </a:lnTo>
                <a:lnTo>
                  <a:pt x="4223" y="436"/>
                </a:lnTo>
                <a:lnTo>
                  <a:pt x="4223" y="435"/>
                </a:lnTo>
                <a:lnTo>
                  <a:pt x="4224" y="435"/>
                </a:lnTo>
                <a:lnTo>
                  <a:pt x="4225" y="435"/>
                </a:lnTo>
                <a:lnTo>
                  <a:pt x="4225" y="433"/>
                </a:lnTo>
                <a:lnTo>
                  <a:pt x="4225" y="432"/>
                </a:lnTo>
                <a:lnTo>
                  <a:pt x="4225" y="431"/>
                </a:lnTo>
                <a:lnTo>
                  <a:pt x="4225" y="430"/>
                </a:lnTo>
                <a:lnTo>
                  <a:pt x="4226" y="430"/>
                </a:lnTo>
                <a:lnTo>
                  <a:pt x="4226" y="429"/>
                </a:lnTo>
                <a:lnTo>
                  <a:pt x="4225" y="428"/>
                </a:lnTo>
                <a:lnTo>
                  <a:pt x="4225" y="429"/>
                </a:lnTo>
                <a:lnTo>
                  <a:pt x="4224" y="429"/>
                </a:lnTo>
                <a:lnTo>
                  <a:pt x="4224" y="428"/>
                </a:lnTo>
                <a:lnTo>
                  <a:pt x="4224" y="427"/>
                </a:lnTo>
                <a:lnTo>
                  <a:pt x="4225" y="427"/>
                </a:lnTo>
                <a:lnTo>
                  <a:pt x="4226" y="427"/>
                </a:lnTo>
                <a:lnTo>
                  <a:pt x="4227" y="426"/>
                </a:lnTo>
                <a:lnTo>
                  <a:pt x="4227" y="425"/>
                </a:lnTo>
                <a:lnTo>
                  <a:pt x="4226" y="425"/>
                </a:lnTo>
                <a:lnTo>
                  <a:pt x="4225" y="424"/>
                </a:lnTo>
                <a:lnTo>
                  <a:pt x="4225" y="423"/>
                </a:lnTo>
                <a:lnTo>
                  <a:pt x="4225" y="422"/>
                </a:lnTo>
                <a:lnTo>
                  <a:pt x="4226" y="422"/>
                </a:lnTo>
                <a:lnTo>
                  <a:pt x="4226" y="421"/>
                </a:lnTo>
                <a:lnTo>
                  <a:pt x="4227" y="421"/>
                </a:lnTo>
                <a:lnTo>
                  <a:pt x="4228" y="421"/>
                </a:lnTo>
                <a:lnTo>
                  <a:pt x="4228" y="420"/>
                </a:lnTo>
                <a:lnTo>
                  <a:pt x="4229" y="420"/>
                </a:lnTo>
                <a:lnTo>
                  <a:pt x="4229" y="419"/>
                </a:lnTo>
                <a:lnTo>
                  <a:pt x="4229" y="418"/>
                </a:lnTo>
                <a:lnTo>
                  <a:pt x="4228" y="418"/>
                </a:lnTo>
                <a:lnTo>
                  <a:pt x="4229" y="417"/>
                </a:lnTo>
                <a:lnTo>
                  <a:pt x="4229" y="418"/>
                </a:lnTo>
                <a:lnTo>
                  <a:pt x="4230" y="418"/>
                </a:lnTo>
                <a:lnTo>
                  <a:pt x="4230" y="419"/>
                </a:lnTo>
                <a:lnTo>
                  <a:pt x="4231" y="418"/>
                </a:lnTo>
                <a:lnTo>
                  <a:pt x="4231" y="417"/>
                </a:lnTo>
                <a:lnTo>
                  <a:pt x="4232" y="417"/>
                </a:lnTo>
                <a:lnTo>
                  <a:pt x="4232" y="416"/>
                </a:lnTo>
                <a:lnTo>
                  <a:pt x="4232" y="415"/>
                </a:lnTo>
                <a:lnTo>
                  <a:pt x="4233" y="414"/>
                </a:lnTo>
                <a:lnTo>
                  <a:pt x="4233" y="413"/>
                </a:lnTo>
                <a:lnTo>
                  <a:pt x="4232" y="413"/>
                </a:lnTo>
                <a:lnTo>
                  <a:pt x="4232" y="412"/>
                </a:lnTo>
                <a:lnTo>
                  <a:pt x="4233" y="411"/>
                </a:lnTo>
                <a:lnTo>
                  <a:pt x="4234" y="411"/>
                </a:lnTo>
                <a:lnTo>
                  <a:pt x="4235" y="411"/>
                </a:lnTo>
                <a:lnTo>
                  <a:pt x="4236" y="411"/>
                </a:lnTo>
                <a:lnTo>
                  <a:pt x="4236" y="410"/>
                </a:lnTo>
                <a:lnTo>
                  <a:pt x="4237" y="409"/>
                </a:lnTo>
                <a:lnTo>
                  <a:pt x="4237" y="408"/>
                </a:lnTo>
                <a:lnTo>
                  <a:pt x="4237" y="407"/>
                </a:lnTo>
                <a:lnTo>
                  <a:pt x="4238" y="407"/>
                </a:lnTo>
                <a:lnTo>
                  <a:pt x="4238" y="406"/>
                </a:lnTo>
                <a:lnTo>
                  <a:pt x="4239" y="405"/>
                </a:lnTo>
                <a:lnTo>
                  <a:pt x="4239" y="404"/>
                </a:lnTo>
                <a:lnTo>
                  <a:pt x="4239" y="403"/>
                </a:lnTo>
                <a:lnTo>
                  <a:pt x="4240" y="403"/>
                </a:lnTo>
                <a:lnTo>
                  <a:pt x="4240" y="402"/>
                </a:lnTo>
                <a:lnTo>
                  <a:pt x="4240" y="401"/>
                </a:lnTo>
                <a:lnTo>
                  <a:pt x="4240" y="400"/>
                </a:lnTo>
                <a:lnTo>
                  <a:pt x="4240" y="399"/>
                </a:lnTo>
                <a:lnTo>
                  <a:pt x="4239" y="399"/>
                </a:lnTo>
                <a:lnTo>
                  <a:pt x="4240" y="398"/>
                </a:lnTo>
                <a:lnTo>
                  <a:pt x="4240" y="399"/>
                </a:lnTo>
                <a:lnTo>
                  <a:pt x="4240" y="398"/>
                </a:lnTo>
                <a:lnTo>
                  <a:pt x="4240" y="397"/>
                </a:lnTo>
                <a:lnTo>
                  <a:pt x="4241" y="397"/>
                </a:lnTo>
                <a:lnTo>
                  <a:pt x="4241" y="396"/>
                </a:lnTo>
                <a:lnTo>
                  <a:pt x="4240" y="396"/>
                </a:lnTo>
                <a:lnTo>
                  <a:pt x="4240" y="395"/>
                </a:lnTo>
                <a:lnTo>
                  <a:pt x="4240" y="394"/>
                </a:lnTo>
                <a:lnTo>
                  <a:pt x="4240" y="393"/>
                </a:lnTo>
                <a:lnTo>
                  <a:pt x="4239" y="393"/>
                </a:lnTo>
                <a:lnTo>
                  <a:pt x="4239" y="392"/>
                </a:lnTo>
                <a:lnTo>
                  <a:pt x="4238" y="392"/>
                </a:lnTo>
                <a:lnTo>
                  <a:pt x="4238" y="391"/>
                </a:lnTo>
                <a:lnTo>
                  <a:pt x="4238" y="390"/>
                </a:lnTo>
                <a:lnTo>
                  <a:pt x="4238" y="389"/>
                </a:lnTo>
                <a:lnTo>
                  <a:pt x="4239" y="389"/>
                </a:lnTo>
                <a:lnTo>
                  <a:pt x="4238" y="388"/>
                </a:lnTo>
                <a:lnTo>
                  <a:pt x="4238" y="387"/>
                </a:lnTo>
                <a:lnTo>
                  <a:pt x="4237" y="387"/>
                </a:lnTo>
                <a:lnTo>
                  <a:pt x="4237" y="386"/>
                </a:lnTo>
                <a:lnTo>
                  <a:pt x="4237" y="385"/>
                </a:lnTo>
                <a:lnTo>
                  <a:pt x="4238" y="385"/>
                </a:lnTo>
                <a:lnTo>
                  <a:pt x="4239" y="385"/>
                </a:lnTo>
                <a:lnTo>
                  <a:pt x="4239" y="384"/>
                </a:lnTo>
                <a:lnTo>
                  <a:pt x="4239" y="383"/>
                </a:lnTo>
                <a:lnTo>
                  <a:pt x="4239" y="382"/>
                </a:lnTo>
                <a:lnTo>
                  <a:pt x="4240" y="381"/>
                </a:lnTo>
                <a:lnTo>
                  <a:pt x="4241" y="381"/>
                </a:lnTo>
                <a:lnTo>
                  <a:pt x="4241" y="380"/>
                </a:lnTo>
                <a:lnTo>
                  <a:pt x="4242" y="380"/>
                </a:lnTo>
                <a:lnTo>
                  <a:pt x="4242" y="379"/>
                </a:lnTo>
                <a:lnTo>
                  <a:pt x="4242" y="378"/>
                </a:lnTo>
                <a:lnTo>
                  <a:pt x="4243" y="378"/>
                </a:lnTo>
                <a:lnTo>
                  <a:pt x="4243" y="376"/>
                </a:lnTo>
                <a:lnTo>
                  <a:pt x="4243" y="375"/>
                </a:lnTo>
                <a:lnTo>
                  <a:pt x="4243" y="374"/>
                </a:lnTo>
                <a:lnTo>
                  <a:pt x="4243" y="372"/>
                </a:lnTo>
                <a:lnTo>
                  <a:pt x="4244" y="372"/>
                </a:lnTo>
                <a:lnTo>
                  <a:pt x="4244" y="371"/>
                </a:lnTo>
                <a:lnTo>
                  <a:pt x="4245" y="371"/>
                </a:lnTo>
                <a:lnTo>
                  <a:pt x="4245" y="370"/>
                </a:lnTo>
                <a:lnTo>
                  <a:pt x="4246" y="370"/>
                </a:lnTo>
                <a:lnTo>
                  <a:pt x="4246" y="369"/>
                </a:lnTo>
                <a:lnTo>
                  <a:pt x="4246" y="368"/>
                </a:lnTo>
                <a:lnTo>
                  <a:pt x="4247" y="368"/>
                </a:lnTo>
                <a:lnTo>
                  <a:pt x="4247" y="367"/>
                </a:lnTo>
                <a:lnTo>
                  <a:pt x="4248" y="367"/>
                </a:lnTo>
                <a:lnTo>
                  <a:pt x="4249" y="367"/>
                </a:lnTo>
                <a:lnTo>
                  <a:pt x="4250" y="366"/>
                </a:lnTo>
                <a:lnTo>
                  <a:pt x="4251" y="366"/>
                </a:lnTo>
                <a:lnTo>
                  <a:pt x="4251" y="365"/>
                </a:lnTo>
                <a:lnTo>
                  <a:pt x="4251" y="364"/>
                </a:lnTo>
                <a:lnTo>
                  <a:pt x="4250" y="364"/>
                </a:lnTo>
                <a:lnTo>
                  <a:pt x="4251" y="364"/>
                </a:lnTo>
                <a:lnTo>
                  <a:pt x="4251" y="363"/>
                </a:lnTo>
                <a:lnTo>
                  <a:pt x="4252" y="363"/>
                </a:lnTo>
                <a:lnTo>
                  <a:pt x="4252" y="362"/>
                </a:lnTo>
                <a:lnTo>
                  <a:pt x="4253" y="362"/>
                </a:lnTo>
                <a:lnTo>
                  <a:pt x="4253" y="361"/>
                </a:lnTo>
                <a:lnTo>
                  <a:pt x="4253" y="360"/>
                </a:lnTo>
                <a:lnTo>
                  <a:pt x="4253" y="359"/>
                </a:lnTo>
                <a:lnTo>
                  <a:pt x="4252" y="359"/>
                </a:lnTo>
                <a:lnTo>
                  <a:pt x="4252" y="358"/>
                </a:lnTo>
                <a:lnTo>
                  <a:pt x="4253" y="358"/>
                </a:lnTo>
                <a:lnTo>
                  <a:pt x="4254" y="358"/>
                </a:lnTo>
                <a:lnTo>
                  <a:pt x="4254" y="357"/>
                </a:lnTo>
                <a:lnTo>
                  <a:pt x="4254" y="356"/>
                </a:lnTo>
                <a:lnTo>
                  <a:pt x="4255" y="356"/>
                </a:lnTo>
                <a:lnTo>
                  <a:pt x="4255" y="355"/>
                </a:lnTo>
                <a:lnTo>
                  <a:pt x="4255" y="354"/>
                </a:lnTo>
                <a:lnTo>
                  <a:pt x="4254" y="354"/>
                </a:lnTo>
                <a:lnTo>
                  <a:pt x="4254" y="353"/>
                </a:lnTo>
                <a:lnTo>
                  <a:pt x="4254" y="352"/>
                </a:lnTo>
                <a:lnTo>
                  <a:pt x="4255" y="352"/>
                </a:lnTo>
                <a:lnTo>
                  <a:pt x="4256" y="352"/>
                </a:lnTo>
                <a:lnTo>
                  <a:pt x="4256" y="351"/>
                </a:lnTo>
                <a:lnTo>
                  <a:pt x="4256" y="350"/>
                </a:lnTo>
                <a:lnTo>
                  <a:pt x="4255" y="349"/>
                </a:lnTo>
                <a:lnTo>
                  <a:pt x="4256" y="349"/>
                </a:lnTo>
                <a:lnTo>
                  <a:pt x="4256" y="348"/>
                </a:lnTo>
                <a:lnTo>
                  <a:pt x="4255" y="347"/>
                </a:lnTo>
                <a:lnTo>
                  <a:pt x="4254" y="347"/>
                </a:lnTo>
                <a:lnTo>
                  <a:pt x="4254" y="346"/>
                </a:lnTo>
                <a:lnTo>
                  <a:pt x="4255" y="346"/>
                </a:lnTo>
                <a:lnTo>
                  <a:pt x="4255" y="347"/>
                </a:lnTo>
                <a:lnTo>
                  <a:pt x="4256" y="347"/>
                </a:lnTo>
                <a:lnTo>
                  <a:pt x="4256" y="346"/>
                </a:lnTo>
                <a:lnTo>
                  <a:pt x="4256" y="345"/>
                </a:lnTo>
                <a:lnTo>
                  <a:pt x="4255" y="345"/>
                </a:lnTo>
                <a:lnTo>
                  <a:pt x="4255" y="344"/>
                </a:lnTo>
                <a:lnTo>
                  <a:pt x="4254" y="344"/>
                </a:lnTo>
                <a:lnTo>
                  <a:pt x="4254" y="343"/>
                </a:lnTo>
                <a:lnTo>
                  <a:pt x="4254" y="342"/>
                </a:lnTo>
                <a:lnTo>
                  <a:pt x="4253" y="341"/>
                </a:lnTo>
                <a:lnTo>
                  <a:pt x="4253" y="340"/>
                </a:lnTo>
                <a:lnTo>
                  <a:pt x="4254" y="340"/>
                </a:lnTo>
                <a:lnTo>
                  <a:pt x="4254" y="339"/>
                </a:lnTo>
                <a:lnTo>
                  <a:pt x="4255" y="339"/>
                </a:lnTo>
                <a:lnTo>
                  <a:pt x="4256" y="339"/>
                </a:lnTo>
                <a:lnTo>
                  <a:pt x="4256" y="340"/>
                </a:lnTo>
                <a:lnTo>
                  <a:pt x="4257" y="340"/>
                </a:lnTo>
                <a:lnTo>
                  <a:pt x="4258" y="340"/>
                </a:lnTo>
                <a:lnTo>
                  <a:pt x="4258" y="339"/>
                </a:lnTo>
                <a:lnTo>
                  <a:pt x="4257" y="338"/>
                </a:lnTo>
                <a:lnTo>
                  <a:pt x="4256" y="338"/>
                </a:lnTo>
                <a:lnTo>
                  <a:pt x="4255" y="337"/>
                </a:lnTo>
                <a:lnTo>
                  <a:pt x="4255" y="336"/>
                </a:lnTo>
                <a:lnTo>
                  <a:pt x="4256" y="335"/>
                </a:lnTo>
                <a:lnTo>
                  <a:pt x="4257" y="335"/>
                </a:lnTo>
                <a:lnTo>
                  <a:pt x="4257" y="334"/>
                </a:lnTo>
                <a:lnTo>
                  <a:pt x="4258" y="334"/>
                </a:lnTo>
                <a:lnTo>
                  <a:pt x="4257" y="334"/>
                </a:lnTo>
                <a:lnTo>
                  <a:pt x="4257" y="333"/>
                </a:lnTo>
                <a:lnTo>
                  <a:pt x="4256" y="333"/>
                </a:lnTo>
                <a:lnTo>
                  <a:pt x="4256" y="332"/>
                </a:lnTo>
                <a:lnTo>
                  <a:pt x="4256" y="331"/>
                </a:lnTo>
                <a:lnTo>
                  <a:pt x="4257" y="330"/>
                </a:lnTo>
                <a:lnTo>
                  <a:pt x="4258" y="330"/>
                </a:lnTo>
                <a:lnTo>
                  <a:pt x="4259" y="330"/>
                </a:lnTo>
                <a:lnTo>
                  <a:pt x="4259" y="329"/>
                </a:lnTo>
                <a:lnTo>
                  <a:pt x="4261" y="329"/>
                </a:lnTo>
                <a:lnTo>
                  <a:pt x="4261" y="328"/>
                </a:lnTo>
                <a:lnTo>
                  <a:pt x="4261" y="327"/>
                </a:lnTo>
                <a:lnTo>
                  <a:pt x="4261" y="326"/>
                </a:lnTo>
                <a:lnTo>
                  <a:pt x="4261" y="325"/>
                </a:lnTo>
                <a:lnTo>
                  <a:pt x="4261" y="324"/>
                </a:lnTo>
                <a:lnTo>
                  <a:pt x="4261" y="323"/>
                </a:lnTo>
                <a:lnTo>
                  <a:pt x="4262" y="323"/>
                </a:lnTo>
                <a:lnTo>
                  <a:pt x="4262" y="322"/>
                </a:lnTo>
                <a:lnTo>
                  <a:pt x="4263" y="322"/>
                </a:lnTo>
                <a:lnTo>
                  <a:pt x="4263" y="323"/>
                </a:lnTo>
                <a:lnTo>
                  <a:pt x="4264" y="323"/>
                </a:lnTo>
                <a:lnTo>
                  <a:pt x="4264" y="322"/>
                </a:lnTo>
                <a:lnTo>
                  <a:pt x="4264" y="321"/>
                </a:lnTo>
                <a:lnTo>
                  <a:pt x="4265" y="321"/>
                </a:lnTo>
                <a:lnTo>
                  <a:pt x="4265" y="320"/>
                </a:lnTo>
                <a:lnTo>
                  <a:pt x="4265" y="319"/>
                </a:lnTo>
                <a:lnTo>
                  <a:pt x="4264" y="319"/>
                </a:lnTo>
                <a:lnTo>
                  <a:pt x="4263" y="319"/>
                </a:lnTo>
                <a:lnTo>
                  <a:pt x="4262" y="319"/>
                </a:lnTo>
                <a:lnTo>
                  <a:pt x="4262" y="318"/>
                </a:lnTo>
                <a:lnTo>
                  <a:pt x="4262" y="317"/>
                </a:lnTo>
                <a:lnTo>
                  <a:pt x="4262" y="316"/>
                </a:lnTo>
                <a:lnTo>
                  <a:pt x="4263" y="316"/>
                </a:lnTo>
                <a:lnTo>
                  <a:pt x="4264" y="316"/>
                </a:lnTo>
                <a:lnTo>
                  <a:pt x="4265" y="316"/>
                </a:lnTo>
                <a:lnTo>
                  <a:pt x="4265" y="315"/>
                </a:lnTo>
                <a:lnTo>
                  <a:pt x="4266" y="315"/>
                </a:lnTo>
                <a:lnTo>
                  <a:pt x="4267" y="315"/>
                </a:lnTo>
                <a:lnTo>
                  <a:pt x="4267" y="314"/>
                </a:lnTo>
                <a:lnTo>
                  <a:pt x="4267" y="313"/>
                </a:lnTo>
                <a:lnTo>
                  <a:pt x="4266" y="312"/>
                </a:lnTo>
                <a:lnTo>
                  <a:pt x="4267" y="312"/>
                </a:lnTo>
                <a:lnTo>
                  <a:pt x="4267" y="311"/>
                </a:lnTo>
                <a:lnTo>
                  <a:pt x="4266" y="311"/>
                </a:lnTo>
                <a:lnTo>
                  <a:pt x="4266" y="310"/>
                </a:lnTo>
                <a:lnTo>
                  <a:pt x="4267" y="309"/>
                </a:lnTo>
                <a:lnTo>
                  <a:pt x="4268" y="309"/>
                </a:lnTo>
                <a:lnTo>
                  <a:pt x="4268" y="308"/>
                </a:lnTo>
                <a:lnTo>
                  <a:pt x="4268" y="307"/>
                </a:lnTo>
                <a:lnTo>
                  <a:pt x="4268" y="306"/>
                </a:lnTo>
                <a:lnTo>
                  <a:pt x="4267" y="306"/>
                </a:lnTo>
                <a:lnTo>
                  <a:pt x="4267" y="305"/>
                </a:lnTo>
                <a:lnTo>
                  <a:pt x="4266" y="305"/>
                </a:lnTo>
                <a:lnTo>
                  <a:pt x="4266" y="304"/>
                </a:lnTo>
                <a:lnTo>
                  <a:pt x="4266" y="303"/>
                </a:lnTo>
                <a:lnTo>
                  <a:pt x="4267" y="303"/>
                </a:lnTo>
                <a:lnTo>
                  <a:pt x="4266" y="302"/>
                </a:lnTo>
                <a:lnTo>
                  <a:pt x="4266" y="301"/>
                </a:lnTo>
                <a:lnTo>
                  <a:pt x="4267" y="301"/>
                </a:lnTo>
                <a:lnTo>
                  <a:pt x="4267" y="300"/>
                </a:lnTo>
                <a:lnTo>
                  <a:pt x="4268" y="300"/>
                </a:lnTo>
                <a:lnTo>
                  <a:pt x="4268" y="299"/>
                </a:lnTo>
                <a:lnTo>
                  <a:pt x="4269" y="299"/>
                </a:lnTo>
                <a:lnTo>
                  <a:pt x="4269" y="298"/>
                </a:lnTo>
                <a:lnTo>
                  <a:pt x="4269" y="296"/>
                </a:lnTo>
                <a:lnTo>
                  <a:pt x="4270" y="296"/>
                </a:lnTo>
                <a:lnTo>
                  <a:pt x="4270" y="295"/>
                </a:lnTo>
                <a:lnTo>
                  <a:pt x="4270" y="294"/>
                </a:lnTo>
                <a:lnTo>
                  <a:pt x="4270" y="293"/>
                </a:lnTo>
                <a:lnTo>
                  <a:pt x="4270" y="292"/>
                </a:lnTo>
                <a:lnTo>
                  <a:pt x="4269" y="292"/>
                </a:lnTo>
                <a:lnTo>
                  <a:pt x="4268" y="292"/>
                </a:lnTo>
                <a:lnTo>
                  <a:pt x="4268" y="291"/>
                </a:lnTo>
                <a:lnTo>
                  <a:pt x="4269" y="290"/>
                </a:lnTo>
                <a:lnTo>
                  <a:pt x="4269" y="289"/>
                </a:lnTo>
                <a:lnTo>
                  <a:pt x="4269" y="288"/>
                </a:lnTo>
                <a:lnTo>
                  <a:pt x="4269" y="287"/>
                </a:lnTo>
                <a:lnTo>
                  <a:pt x="4269" y="286"/>
                </a:lnTo>
                <a:lnTo>
                  <a:pt x="4270" y="286"/>
                </a:lnTo>
                <a:lnTo>
                  <a:pt x="4269" y="286"/>
                </a:lnTo>
                <a:lnTo>
                  <a:pt x="4269" y="285"/>
                </a:lnTo>
                <a:lnTo>
                  <a:pt x="4270" y="284"/>
                </a:lnTo>
                <a:lnTo>
                  <a:pt x="4271" y="284"/>
                </a:lnTo>
                <a:lnTo>
                  <a:pt x="4271" y="283"/>
                </a:lnTo>
                <a:lnTo>
                  <a:pt x="4272" y="283"/>
                </a:lnTo>
                <a:lnTo>
                  <a:pt x="4272" y="282"/>
                </a:lnTo>
                <a:lnTo>
                  <a:pt x="4273" y="282"/>
                </a:lnTo>
                <a:lnTo>
                  <a:pt x="4273" y="281"/>
                </a:lnTo>
                <a:lnTo>
                  <a:pt x="4272" y="281"/>
                </a:lnTo>
                <a:lnTo>
                  <a:pt x="4272" y="280"/>
                </a:lnTo>
                <a:lnTo>
                  <a:pt x="4271" y="280"/>
                </a:lnTo>
                <a:lnTo>
                  <a:pt x="4271" y="279"/>
                </a:lnTo>
                <a:lnTo>
                  <a:pt x="4271" y="278"/>
                </a:lnTo>
                <a:lnTo>
                  <a:pt x="4272" y="278"/>
                </a:lnTo>
                <a:lnTo>
                  <a:pt x="4272" y="279"/>
                </a:lnTo>
                <a:lnTo>
                  <a:pt x="4273" y="279"/>
                </a:lnTo>
                <a:lnTo>
                  <a:pt x="4274" y="279"/>
                </a:lnTo>
                <a:lnTo>
                  <a:pt x="4275" y="279"/>
                </a:lnTo>
                <a:lnTo>
                  <a:pt x="4276" y="279"/>
                </a:lnTo>
                <a:lnTo>
                  <a:pt x="4276" y="278"/>
                </a:lnTo>
                <a:lnTo>
                  <a:pt x="4277" y="278"/>
                </a:lnTo>
                <a:lnTo>
                  <a:pt x="4278" y="278"/>
                </a:lnTo>
                <a:lnTo>
                  <a:pt x="4278" y="277"/>
                </a:lnTo>
                <a:lnTo>
                  <a:pt x="4279" y="277"/>
                </a:lnTo>
                <a:lnTo>
                  <a:pt x="4279" y="276"/>
                </a:lnTo>
                <a:lnTo>
                  <a:pt x="4279" y="275"/>
                </a:lnTo>
                <a:lnTo>
                  <a:pt x="4280" y="275"/>
                </a:lnTo>
                <a:lnTo>
                  <a:pt x="4280" y="274"/>
                </a:lnTo>
                <a:lnTo>
                  <a:pt x="4281" y="273"/>
                </a:lnTo>
                <a:lnTo>
                  <a:pt x="4281" y="272"/>
                </a:lnTo>
                <a:lnTo>
                  <a:pt x="4281" y="271"/>
                </a:lnTo>
                <a:lnTo>
                  <a:pt x="4282" y="271"/>
                </a:lnTo>
                <a:lnTo>
                  <a:pt x="4283" y="271"/>
                </a:lnTo>
                <a:lnTo>
                  <a:pt x="4283" y="270"/>
                </a:lnTo>
                <a:lnTo>
                  <a:pt x="4284" y="270"/>
                </a:lnTo>
                <a:lnTo>
                  <a:pt x="4284" y="268"/>
                </a:lnTo>
                <a:lnTo>
                  <a:pt x="4286" y="268"/>
                </a:lnTo>
                <a:lnTo>
                  <a:pt x="4286" y="267"/>
                </a:lnTo>
                <a:lnTo>
                  <a:pt x="4286" y="266"/>
                </a:lnTo>
                <a:lnTo>
                  <a:pt x="4287" y="265"/>
                </a:lnTo>
                <a:lnTo>
                  <a:pt x="4287" y="264"/>
                </a:lnTo>
                <a:lnTo>
                  <a:pt x="4287" y="263"/>
                </a:lnTo>
                <a:lnTo>
                  <a:pt x="4288" y="263"/>
                </a:lnTo>
                <a:lnTo>
                  <a:pt x="4288" y="262"/>
                </a:lnTo>
                <a:lnTo>
                  <a:pt x="4289" y="262"/>
                </a:lnTo>
                <a:lnTo>
                  <a:pt x="4290" y="262"/>
                </a:lnTo>
                <a:lnTo>
                  <a:pt x="4291" y="262"/>
                </a:lnTo>
                <a:lnTo>
                  <a:pt x="4291" y="261"/>
                </a:lnTo>
                <a:lnTo>
                  <a:pt x="4291" y="260"/>
                </a:lnTo>
                <a:lnTo>
                  <a:pt x="4292" y="260"/>
                </a:lnTo>
                <a:lnTo>
                  <a:pt x="4292" y="259"/>
                </a:lnTo>
                <a:lnTo>
                  <a:pt x="4293" y="259"/>
                </a:lnTo>
                <a:lnTo>
                  <a:pt x="4294" y="259"/>
                </a:lnTo>
                <a:lnTo>
                  <a:pt x="4294" y="258"/>
                </a:lnTo>
                <a:lnTo>
                  <a:pt x="4294" y="257"/>
                </a:lnTo>
                <a:lnTo>
                  <a:pt x="4293" y="257"/>
                </a:lnTo>
                <a:lnTo>
                  <a:pt x="4293" y="256"/>
                </a:lnTo>
                <a:lnTo>
                  <a:pt x="4294" y="256"/>
                </a:lnTo>
                <a:lnTo>
                  <a:pt x="4294" y="255"/>
                </a:lnTo>
                <a:lnTo>
                  <a:pt x="4295" y="255"/>
                </a:lnTo>
                <a:lnTo>
                  <a:pt x="4296" y="255"/>
                </a:lnTo>
                <a:lnTo>
                  <a:pt x="4296" y="254"/>
                </a:lnTo>
                <a:lnTo>
                  <a:pt x="4297" y="254"/>
                </a:lnTo>
                <a:lnTo>
                  <a:pt x="4298" y="254"/>
                </a:lnTo>
                <a:lnTo>
                  <a:pt x="4298" y="253"/>
                </a:lnTo>
                <a:lnTo>
                  <a:pt x="4299" y="253"/>
                </a:lnTo>
                <a:lnTo>
                  <a:pt x="4299" y="252"/>
                </a:lnTo>
                <a:lnTo>
                  <a:pt x="4299" y="251"/>
                </a:lnTo>
                <a:lnTo>
                  <a:pt x="4299" y="250"/>
                </a:lnTo>
                <a:lnTo>
                  <a:pt x="4298" y="250"/>
                </a:lnTo>
                <a:lnTo>
                  <a:pt x="4298" y="249"/>
                </a:lnTo>
                <a:lnTo>
                  <a:pt x="4298" y="248"/>
                </a:lnTo>
                <a:lnTo>
                  <a:pt x="4299" y="248"/>
                </a:lnTo>
                <a:lnTo>
                  <a:pt x="4300" y="248"/>
                </a:lnTo>
                <a:lnTo>
                  <a:pt x="4301" y="248"/>
                </a:lnTo>
                <a:lnTo>
                  <a:pt x="4302" y="248"/>
                </a:lnTo>
                <a:lnTo>
                  <a:pt x="4304" y="248"/>
                </a:lnTo>
                <a:lnTo>
                  <a:pt x="4304" y="247"/>
                </a:lnTo>
                <a:lnTo>
                  <a:pt x="4304" y="246"/>
                </a:lnTo>
                <a:lnTo>
                  <a:pt x="4304" y="245"/>
                </a:lnTo>
                <a:lnTo>
                  <a:pt x="4304" y="244"/>
                </a:lnTo>
                <a:lnTo>
                  <a:pt x="4305" y="244"/>
                </a:lnTo>
                <a:lnTo>
                  <a:pt x="4307" y="244"/>
                </a:lnTo>
                <a:lnTo>
                  <a:pt x="4307" y="243"/>
                </a:lnTo>
                <a:lnTo>
                  <a:pt x="4308" y="243"/>
                </a:lnTo>
                <a:lnTo>
                  <a:pt x="4309" y="243"/>
                </a:lnTo>
                <a:lnTo>
                  <a:pt x="4309" y="242"/>
                </a:lnTo>
                <a:lnTo>
                  <a:pt x="4310" y="242"/>
                </a:lnTo>
                <a:lnTo>
                  <a:pt x="4311" y="242"/>
                </a:lnTo>
                <a:lnTo>
                  <a:pt x="4311" y="241"/>
                </a:lnTo>
                <a:lnTo>
                  <a:pt x="4312" y="241"/>
                </a:lnTo>
                <a:lnTo>
                  <a:pt x="4312" y="240"/>
                </a:lnTo>
                <a:lnTo>
                  <a:pt x="4312" y="238"/>
                </a:lnTo>
                <a:lnTo>
                  <a:pt x="4312" y="237"/>
                </a:lnTo>
                <a:lnTo>
                  <a:pt x="4312" y="236"/>
                </a:lnTo>
                <a:lnTo>
                  <a:pt x="4313" y="236"/>
                </a:lnTo>
                <a:lnTo>
                  <a:pt x="4313" y="235"/>
                </a:lnTo>
                <a:lnTo>
                  <a:pt x="4314" y="235"/>
                </a:lnTo>
                <a:lnTo>
                  <a:pt x="4314" y="234"/>
                </a:lnTo>
                <a:lnTo>
                  <a:pt x="4315" y="234"/>
                </a:lnTo>
                <a:lnTo>
                  <a:pt x="4315" y="233"/>
                </a:lnTo>
                <a:lnTo>
                  <a:pt x="4315" y="232"/>
                </a:lnTo>
                <a:lnTo>
                  <a:pt x="4315" y="231"/>
                </a:lnTo>
                <a:lnTo>
                  <a:pt x="4315" y="230"/>
                </a:lnTo>
                <a:lnTo>
                  <a:pt x="4315" y="229"/>
                </a:lnTo>
                <a:lnTo>
                  <a:pt x="4314" y="229"/>
                </a:lnTo>
                <a:lnTo>
                  <a:pt x="4313" y="228"/>
                </a:lnTo>
                <a:lnTo>
                  <a:pt x="4312" y="227"/>
                </a:lnTo>
                <a:lnTo>
                  <a:pt x="4312" y="226"/>
                </a:lnTo>
                <a:lnTo>
                  <a:pt x="4313" y="225"/>
                </a:lnTo>
                <a:lnTo>
                  <a:pt x="4313" y="224"/>
                </a:lnTo>
                <a:lnTo>
                  <a:pt x="4314" y="223"/>
                </a:lnTo>
                <a:lnTo>
                  <a:pt x="4314" y="222"/>
                </a:lnTo>
                <a:lnTo>
                  <a:pt x="4315" y="221"/>
                </a:lnTo>
                <a:lnTo>
                  <a:pt x="4316" y="221"/>
                </a:lnTo>
                <a:lnTo>
                  <a:pt x="4317" y="221"/>
                </a:lnTo>
                <a:lnTo>
                  <a:pt x="4317" y="220"/>
                </a:lnTo>
                <a:lnTo>
                  <a:pt x="4316" y="220"/>
                </a:lnTo>
                <a:lnTo>
                  <a:pt x="4316" y="219"/>
                </a:lnTo>
                <a:lnTo>
                  <a:pt x="4316" y="218"/>
                </a:lnTo>
                <a:lnTo>
                  <a:pt x="4317" y="218"/>
                </a:lnTo>
                <a:lnTo>
                  <a:pt x="4317" y="217"/>
                </a:lnTo>
                <a:lnTo>
                  <a:pt x="4318" y="216"/>
                </a:lnTo>
                <a:lnTo>
                  <a:pt x="4317" y="216"/>
                </a:lnTo>
                <a:lnTo>
                  <a:pt x="4317" y="215"/>
                </a:lnTo>
                <a:lnTo>
                  <a:pt x="4317" y="214"/>
                </a:lnTo>
                <a:lnTo>
                  <a:pt x="4316" y="214"/>
                </a:lnTo>
                <a:lnTo>
                  <a:pt x="4316" y="213"/>
                </a:lnTo>
                <a:lnTo>
                  <a:pt x="4317" y="212"/>
                </a:lnTo>
                <a:lnTo>
                  <a:pt x="4318" y="212"/>
                </a:lnTo>
                <a:lnTo>
                  <a:pt x="4318" y="211"/>
                </a:lnTo>
                <a:lnTo>
                  <a:pt x="4318" y="210"/>
                </a:lnTo>
                <a:lnTo>
                  <a:pt x="4317" y="209"/>
                </a:lnTo>
                <a:lnTo>
                  <a:pt x="4316" y="208"/>
                </a:lnTo>
                <a:lnTo>
                  <a:pt x="4315" y="207"/>
                </a:lnTo>
                <a:lnTo>
                  <a:pt x="4314" y="206"/>
                </a:lnTo>
                <a:lnTo>
                  <a:pt x="4314" y="205"/>
                </a:lnTo>
                <a:lnTo>
                  <a:pt x="4314" y="204"/>
                </a:lnTo>
                <a:lnTo>
                  <a:pt x="4313" y="204"/>
                </a:lnTo>
                <a:lnTo>
                  <a:pt x="4313" y="203"/>
                </a:lnTo>
                <a:lnTo>
                  <a:pt x="4313" y="202"/>
                </a:lnTo>
                <a:lnTo>
                  <a:pt x="4314" y="201"/>
                </a:lnTo>
                <a:lnTo>
                  <a:pt x="4314" y="200"/>
                </a:lnTo>
                <a:lnTo>
                  <a:pt x="4314" y="199"/>
                </a:lnTo>
                <a:lnTo>
                  <a:pt x="4313" y="199"/>
                </a:lnTo>
                <a:lnTo>
                  <a:pt x="4313" y="198"/>
                </a:lnTo>
                <a:lnTo>
                  <a:pt x="4312" y="198"/>
                </a:lnTo>
                <a:lnTo>
                  <a:pt x="4311" y="199"/>
                </a:lnTo>
                <a:lnTo>
                  <a:pt x="4310" y="199"/>
                </a:lnTo>
                <a:lnTo>
                  <a:pt x="4310" y="198"/>
                </a:lnTo>
                <a:lnTo>
                  <a:pt x="4309" y="197"/>
                </a:lnTo>
                <a:lnTo>
                  <a:pt x="4309" y="196"/>
                </a:lnTo>
                <a:lnTo>
                  <a:pt x="4308" y="196"/>
                </a:lnTo>
                <a:lnTo>
                  <a:pt x="4308" y="195"/>
                </a:lnTo>
                <a:lnTo>
                  <a:pt x="4307" y="195"/>
                </a:lnTo>
                <a:lnTo>
                  <a:pt x="4306" y="195"/>
                </a:lnTo>
                <a:lnTo>
                  <a:pt x="4305" y="195"/>
                </a:lnTo>
                <a:lnTo>
                  <a:pt x="4305" y="194"/>
                </a:lnTo>
                <a:lnTo>
                  <a:pt x="4304" y="194"/>
                </a:lnTo>
                <a:lnTo>
                  <a:pt x="4303" y="194"/>
                </a:lnTo>
                <a:lnTo>
                  <a:pt x="4303" y="193"/>
                </a:lnTo>
                <a:lnTo>
                  <a:pt x="4302" y="192"/>
                </a:lnTo>
                <a:lnTo>
                  <a:pt x="4302" y="190"/>
                </a:lnTo>
                <a:lnTo>
                  <a:pt x="4301" y="190"/>
                </a:lnTo>
                <a:lnTo>
                  <a:pt x="4301" y="189"/>
                </a:lnTo>
                <a:lnTo>
                  <a:pt x="4301" y="188"/>
                </a:lnTo>
                <a:lnTo>
                  <a:pt x="4301" y="187"/>
                </a:lnTo>
                <a:lnTo>
                  <a:pt x="4302" y="187"/>
                </a:lnTo>
                <a:lnTo>
                  <a:pt x="4303" y="187"/>
                </a:lnTo>
                <a:lnTo>
                  <a:pt x="4303" y="186"/>
                </a:lnTo>
                <a:lnTo>
                  <a:pt x="4303" y="185"/>
                </a:lnTo>
                <a:lnTo>
                  <a:pt x="4302" y="184"/>
                </a:lnTo>
                <a:lnTo>
                  <a:pt x="4303" y="183"/>
                </a:lnTo>
                <a:lnTo>
                  <a:pt x="4303" y="182"/>
                </a:lnTo>
                <a:lnTo>
                  <a:pt x="4303" y="181"/>
                </a:lnTo>
                <a:lnTo>
                  <a:pt x="4304" y="181"/>
                </a:lnTo>
                <a:lnTo>
                  <a:pt x="4304" y="180"/>
                </a:lnTo>
                <a:lnTo>
                  <a:pt x="4304" y="179"/>
                </a:lnTo>
                <a:lnTo>
                  <a:pt x="4305" y="179"/>
                </a:lnTo>
                <a:lnTo>
                  <a:pt x="4305" y="178"/>
                </a:lnTo>
                <a:lnTo>
                  <a:pt x="4305" y="177"/>
                </a:lnTo>
                <a:lnTo>
                  <a:pt x="4304" y="176"/>
                </a:lnTo>
                <a:lnTo>
                  <a:pt x="4304" y="175"/>
                </a:lnTo>
                <a:lnTo>
                  <a:pt x="4304" y="174"/>
                </a:lnTo>
                <a:lnTo>
                  <a:pt x="4304" y="173"/>
                </a:lnTo>
                <a:lnTo>
                  <a:pt x="4304" y="172"/>
                </a:lnTo>
                <a:lnTo>
                  <a:pt x="4305" y="172"/>
                </a:lnTo>
                <a:lnTo>
                  <a:pt x="4305" y="171"/>
                </a:lnTo>
                <a:lnTo>
                  <a:pt x="4305" y="170"/>
                </a:lnTo>
                <a:lnTo>
                  <a:pt x="4304" y="169"/>
                </a:lnTo>
                <a:lnTo>
                  <a:pt x="4303" y="169"/>
                </a:lnTo>
                <a:lnTo>
                  <a:pt x="4303" y="168"/>
                </a:lnTo>
                <a:lnTo>
                  <a:pt x="4303" y="167"/>
                </a:lnTo>
                <a:lnTo>
                  <a:pt x="4304" y="167"/>
                </a:lnTo>
                <a:lnTo>
                  <a:pt x="4305" y="167"/>
                </a:lnTo>
                <a:lnTo>
                  <a:pt x="4305" y="166"/>
                </a:lnTo>
                <a:lnTo>
                  <a:pt x="4306" y="166"/>
                </a:lnTo>
                <a:lnTo>
                  <a:pt x="4306" y="165"/>
                </a:lnTo>
                <a:lnTo>
                  <a:pt x="4306" y="164"/>
                </a:lnTo>
                <a:lnTo>
                  <a:pt x="4306" y="163"/>
                </a:lnTo>
                <a:lnTo>
                  <a:pt x="4305" y="163"/>
                </a:lnTo>
                <a:lnTo>
                  <a:pt x="4304" y="163"/>
                </a:lnTo>
                <a:lnTo>
                  <a:pt x="4303" y="163"/>
                </a:lnTo>
                <a:lnTo>
                  <a:pt x="4303" y="164"/>
                </a:lnTo>
                <a:lnTo>
                  <a:pt x="4302" y="164"/>
                </a:lnTo>
                <a:lnTo>
                  <a:pt x="4302" y="163"/>
                </a:lnTo>
                <a:lnTo>
                  <a:pt x="4301" y="163"/>
                </a:lnTo>
                <a:lnTo>
                  <a:pt x="4300" y="162"/>
                </a:lnTo>
                <a:lnTo>
                  <a:pt x="4297" y="162"/>
                </a:lnTo>
                <a:lnTo>
                  <a:pt x="4296" y="161"/>
                </a:lnTo>
                <a:lnTo>
                  <a:pt x="4295" y="160"/>
                </a:lnTo>
                <a:lnTo>
                  <a:pt x="4295" y="159"/>
                </a:lnTo>
                <a:lnTo>
                  <a:pt x="4293" y="159"/>
                </a:lnTo>
                <a:lnTo>
                  <a:pt x="4293" y="160"/>
                </a:lnTo>
                <a:lnTo>
                  <a:pt x="4291" y="160"/>
                </a:lnTo>
                <a:lnTo>
                  <a:pt x="4291" y="159"/>
                </a:lnTo>
                <a:lnTo>
                  <a:pt x="4290" y="159"/>
                </a:lnTo>
                <a:lnTo>
                  <a:pt x="4290" y="158"/>
                </a:lnTo>
                <a:lnTo>
                  <a:pt x="4289" y="158"/>
                </a:lnTo>
                <a:lnTo>
                  <a:pt x="4288" y="158"/>
                </a:lnTo>
                <a:lnTo>
                  <a:pt x="4285" y="156"/>
                </a:lnTo>
                <a:lnTo>
                  <a:pt x="4284" y="156"/>
                </a:lnTo>
                <a:lnTo>
                  <a:pt x="4283" y="155"/>
                </a:lnTo>
                <a:lnTo>
                  <a:pt x="4282" y="155"/>
                </a:lnTo>
                <a:lnTo>
                  <a:pt x="4281" y="155"/>
                </a:lnTo>
                <a:lnTo>
                  <a:pt x="4281" y="156"/>
                </a:lnTo>
                <a:lnTo>
                  <a:pt x="4280" y="156"/>
                </a:lnTo>
                <a:lnTo>
                  <a:pt x="4280" y="157"/>
                </a:lnTo>
                <a:lnTo>
                  <a:pt x="4279" y="158"/>
                </a:lnTo>
                <a:lnTo>
                  <a:pt x="4278" y="159"/>
                </a:lnTo>
                <a:lnTo>
                  <a:pt x="4277" y="159"/>
                </a:lnTo>
                <a:lnTo>
                  <a:pt x="4276" y="159"/>
                </a:lnTo>
                <a:lnTo>
                  <a:pt x="4275" y="159"/>
                </a:lnTo>
                <a:lnTo>
                  <a:pt x="4274" y="160"/>
                </a:lnTo>
                <a:lnTo>
                  <a:pt x="4273" y="160"/>
                </a:lnTo>
                <a:lnTo>
                  <a:pt x="4273" y="159"/>
                </a:lnTo>
                <a:lnTo>
                  <a:pt x="4273" y="160"/>
                </a:lnTo>
                <a:lnTo>
                  <a:pt x="4272" y="160"/>
                </a:lnTo>
                <a:lnTo>
                  <a:pt x="4271" y="160"/>
                </a:lnTo>
                <a:lnTo>
                  <a:pt x="4270" y="160"/>
                </a:lnTo>
                <a:lnTo>
                  <a:pt x="4269" y="159"/>
                </a:lnTo>
                <a:lnTo>
                  <a:pt x="4269" y="160"/>
                </a:lnTo>
                <a:lnTo>
                  <a:pt x="4268" y="160"/>
                </a:lnTo>
                <a:lnTo>
                  <a:pt x="4268" y="161"/>
                </a:lnTo>
                <a:lnTo>
                  <a:pt x="4267" y="161"/>
                </a:lnTo>
                <a:lnTo>
                  <a:pt x="4267" y="162"/>
                </a:lnTo>
                <a:lnTo>
                  <a:pt x="4266" y="162"/>
                </a:lnTo>
                <a:lnTo>
                  <a:pt x="4266" y="163"/>
                </a:lnTo>
                <a:lnTo>
                  <a:pt x="4265" y="163"/>
                </a:lnTo>
                <a:lnTo>
                  <a:pt x="4264" y="164"/>
                </a:lnTo>
                <a:lnTo>
                  <a:pt x="4264" y="165"/>
                </a:lnTo>
                <a:lnTo>
                  <a:pt x="4263" y="165"/>
                </a:lnTo>
                <a:lnTo>
                  <a:pt x="4263" y="166"/>
                </a:lnTo>
                <a:lnTo>
                  <a:pt x="4262" y="166"/>
                </a:lnTo>
                <a:lnTo>
                  <a:pt x="4261" y="166"/>
                </a:lnTo>
                <a:lnTo>
                  <a:pt x="4259" y="166"/>
                </a:lnTo>
                <a:lnTo>
                  <a:pt x="4257" y="166"/>
                </a:lnTo>
                <a:lnTo>
                  <a:pt x="4256" y="166"/>
                </a:lnTo>
                <a:lnTo>
                  <a:pt x="4255" y="167"/>
                </a:lnTo>
                <a:lnTo>
                  <a:pt x="4255" y="166"/>
                </a:lnTo>
                <a:lnTo>
                  <a:pt x="4254" y="166"/>
                </a:lnTo>
                <a:lnTo>
                  <a:pt x="4254" y="167"/>
                </a:lnTo>
                <a:lnTo>
                  <a:pt x="4252" y="167"/>
                </a:lnTo>
                <a:lnTo>
                  <a:pt x="4252" y="166"/>
                </a:lnTo>
                <a:lnTo>
                  <a:pt x="4251" y="166"/>
                </a:lnTo>
                <a:lnTo>
                  <a:pt x="4250" y="166"/>
                </a:lnTo>
                <a:lnTo>
                  <a:pt x="4250" y="165"/>
                </a:lnTo>
                <a:lnTo>
                  <a:pt x="4250" y="164"/>
                </a:lnTo>
                <a:lnTo>
                  <a:pt x="4250" y="163"/>
                </a:lnTo>
                <a:lnTo>
                  <a:pt x="4249" y="163"/>
                </a:lnTo>
                <a:lnTo>
                  <a:pt x="4249" y="162"/>
                </a:lnTo>
                <a:lnTo>
                  <a:pt x="4249" y="161"/>
                </a:lnTo>
                <a:lnTo>
                  <a:pt x="4248" y="161"/>
                </a:lnTo>
                <a:lnTo>
                  <a:pt x="4248" y="160"/>
                </a:lnTo>
                <a:lnTo>
                  <a:pt x="4248" y="158"/>
                </a:lnTo>
                <a:lnTo>
                  <a:pt x="4249" y="158"/>
                </a:lnTo>
                <a:lnTo>
                  <a:pt x="4249" y="157"/>
                </a:lnTo>
                <a:lnTo>
                  <a:pt x="4249" y="156"/>
                </a:lnTo>
                <a:lnTo>
                  <a:pt x="4249" y="155"/>
                </a:lnTo>
                <a:lnTo>
                  <a:pt x="4249" y="154"/>
                </a:lnTo>
                <a:lnTo>
                  <a:pt x="4250" y="153"/>
                </a:lnTo>
                <a:lnTo>
                  <a:pt x="4250" y="152"/>
                </a:lnTo>
                <a:lnTo>
                  <a:pt x="4250" y="151"/>
                </a:lnTo>
                <a:lnTo>
                  <a:pt x="4249" y="151"/>
                </a:lnTo>
                <a:lnTo>
                  <a:pt x="4249" y="150"/>
                </a:lnTo>
                <a:lnTo>
                  <a:pt x="4249" y="149"/>
                </a:lnTo>
                <a:lnTo>
                  <a:pt x="4248" y="149"/>
                </a:lnTo>
                <a:lnTo>
                  <a:pt x="4248" y="148"/>
                </a:lnTo>
                <a:lnTo>
                  <a:pt x="4247" y="147"/>
                </a:lnTo>
                <a:lnTo>
                  <a:pt x="4247" y="146"/>
                </a:lnTo>
                <a:lnTo>
                  <a:pt x="4246" y="146"/>
                </a:lnTo>
                <a:lnTo>
                  <a:pt x="4246" y="145"/>
                </a:lnTo>
                <a:lnTo>
                  <a:pt x="4246" y="144"/>
                </a:lnTo>
                <a:lnTo>
                  <a:pt x="4246" y="143"/>
                </a:lnTo>
                <a:lnTo>
                  <a:pt x="4247" y="143"/>
                </a:lnTo>
                <a:lnTo>
                  <a:pt x="4248" y="143"/>
                </a:lnTo>
                <a:lnTo>
                  <a:pt x="4249" y="143"/>
                </a:lnTo>
                <a:lnTo>
                  <a:pt x="4249" y="142"/>
                </a:lnTo>
                <a:lnTo>
                  <a:pt x="4250" y="142"/>
                </a:lnTo>
                <a:lnTo>
                  <a:pt x="4251" y="142"/>
                </a:lnTo>
                <a:lnTo>
                  <a:pt x="4251" y="141"/>
                </a:lnTo>
                <a:lnTo>
                  <a:pt x="4251" y="140"/>
                </a:lnTo>
                <a:lnTo>
                  <a:pt x="4252" y="140"/>
                </a:lnTo>
                <a:lnTo>
                  <a:pt x="4252" y="139"/>
                </a:lnTo>
                <a:lnTo>
                  <a:pt x="4253" y="139"/>
                </a:lnTo>
                <a:lnTo>
                  <a:pt x="4253" y="138"/>
                </a:lnTo>
                <a:lnTo>
                  <a:pt x="4254" y="138"/>
                </a:lnTo>
                <a:lnTo>
                  <a:pt x="4255" y="137"/>
                </a:lnTo>
                <a:lnTo>
                  <a:pt x="4255" y="138"/>
                </a:lnTo>
                <a:lnTo>
                  <a:pt x="4256" y="138"/>
                </a:lnTo>
                <a:lnTo>
                  <a:pt x="4257" y="138"/>
                </a:lnTo>
                <a:lnTo>
                  <a:pt x="4258" y="138"/>
                </a:lnTo>
                <a:lnTo>
                  <a:pt x="4258" y="137"/>
                </a:lnTo>
                <a:lnTo>
                  <a:pt x="4258" y="136"/>
                </a:lnTo>
                <a:lnTo>
                  <a:pt x="4258" y="135"/>
                </a:lnTo>
                <a:lnTo>
                  <a:pt x="4259" y="135"/>
                </a:lnTo>
                <a:lnTo>
                  <a:pt x="4259" y="134"/>
                </a:lnTo>
                <a:lnTo>
                  <a:pt x="4259" y="133"/>
                </a:lnTo>
                <a:lnTo>
                  <a:pt x="4260" y="133"/>
                </a:lnTo>
                <a:lnTo>
                  <a:pt x="4261" y="132"/>
                </a:lnTo>
                <a:lnTo>
                  <a:pt x="4262" y="132"/>
                </a:lnTo>
                <a:lnTo>
                  <a:pt x="4262" y="131"/>
                </a:lnTo>
                <a:lnTo>
                  <a:pt x="4263" y="131"/>
                </a:lnTo>
                <a:lnTo>
                  <a:pt x="4264" y="131"/>
                </a:lnTo>
                <a:lnTo>
                  <a:pt x="4264" y="130"/>
                </a:lnTo>
                <a:lnTo>
                  <a:pt x="4265" y="130"/>
                </a:lnTo>
                <a:lnTo>
                  <a:pt x="4265" y="129"/>
                </a:lnTo>
                <a:lnTo>
                  <a:pt x="4265" y="128"/>
                </a:lnTo>
                <a:lnTo>
                  <a:pt x="4265" y="127"/>
                </a:lnTo>
                <a:lnTo>
                  <a:pt x="4264" y="127"/>
                </a:lnTo>
                <a:lnTo>
                  <a:pt x="4264" y="126"/>
                </a:lnTo>
                <a:lnTo>
                  <a:pt x="4265" y="126"/>
                </a:lnTo>
                <a:lnTo>
                  <a:pt x="4265" y="125"/>
                </a:lnTo>
                <a:lnTo>
                  <a:pt x="4266" y="125"/>
                </a:lnTo>
                <a:lnTo>
                  <a:pt x="4267" y="125"/>
                </a:lnTo>
                <a:lnTo>
                  <a:pt x="4268" y="125"/>
                </a:lnTo>
                <a:lnTo>
                  <a:pt x="4268" y="124"/>
                </a:lnTo>
                <a:lnTo>
                  <a:pt x="4268" y="123"/>
                </a:lnTo>
                <a:lnTo>
                  <a:pt x="4268" y="122"/>
                </a:lnTo>
                <a:lnTo>
                  <a:pt x="4268" y="121"/>
                </a:lnTo>
                <a:lnTo>
                  <a:pt x="4269" y="120"/>
                </a:lnTo>
                <a:lnTo>
                  <a:pt x="4269" y="119"/>
                </a:lnTo>
                <a:lnTo>
                  <a:pt x="4270" y="119"/>
                </a:lnTo>
                <a:lnTo>
                  <a:pt x="4271" y="119"/>
                </a:lnTo>
                <a:lnTo>
                  <a:pt x="4271" y="118"/>
                </a:lnTo>
                <a:lnTo>
                  <a:pt x="4272" y="117"/>
                </a:lnTo>
                <a:lnTo>
                  <a:pt x="4272" y="116"/>
                </a:lnTo>
                <a:lnTo>
                  <a:pt x="4273" y="116"/>
                </a:lnTo>
                <a:lnTo>
                  <a:pt x="4273" y="115"/>
                </a:lnTo>
                <a:lnTo>
                  <a:pt x="4273" y="114"/>
                </a:lnTo>
                <a:lnTo>
                  <a:pt x="4273" y="113"/>
                </a:lnTo>
                <a:lnTo>
                  <a:pt x="4273" y="112"/>
                </a:lnTo>
                <a:lnTo>
                  <a:pt x="4274" y="111"/>
                </a:lnTo>
                <a:lnTo>
                  <a:pt x="4274" y="110"/>
                </a:lnTo>
                <a:lnTo>
                  <a:pt x="4275" y="110"/>
                </a:lnTo>
                <a:lnTo>
                  <a:pt x="4275" y="109"/>
                </a:lnTo>
                <a:lnTo>
                  <a:pt x="4276" y="109"/>
                </a:lnTo>
                <a:lnTo>
                  <a:pt x="4276" y="108"/>
                </a:lnTo>
                <a:lnTo>
                  <a:pt x="4277" y="108"/>
                </a:lnTo>
                <a:lnTo>
                  <a:pt x="4278" y="107"/>
                </a:lnTo>
                <a:lnTo>
                  <a:pt x="4278" y="106"/>
                </a:lnTo>
                <a:lnTo>
                  <a:pt x="4279" y="105"/>
                </a:lnTo>
                <a:lnTo>
                  <a:pt x="4280" y="105"/>
                </a:lnTo>
                <a:lnTo>
                  <a:pt x="4280" y="103"/>
                </a:lnTo>
                <a:lnTo>
                  <a:pt x="4280" y="102"/>
                </a:lnTo>
                <a:lnTo>
                  <a:pt x="4281" y="102"/>
                </a:lnTo>
                <a:lnTo>
                  <a:pt x="4281" y="101"/>
                </a:lnTo>
                <a:lnTo>
                  <a:pt x="4282" y="100"/>
                </a:lnTo>
                <a:lnTo>
                  <a:pt x="4282" y="99"/>
                </a:lnTo>
                <a:lnTo>
                  <a:pt x="4283" y="99"/>
                </a:lnTo>
                <a:lnTo>
                  <a:pt x="4284" y="99"/>
                </a:lnTo>
                <a:lnTo>
                  <a:pt x="4284" y="98"/>
                </a:lnTo>
                <a:lnTo>
                  <a:pt x="4285" y="98"/>
                </a:lnTo>
                <a:lnTo>
                  <a:pt x="4285" y="97"/>
                </a:lnTo>
                <a:lnTo>
                  <a:pt x="4286" y="97"/>
                </a:lnTo>
                <a:lnTo>
                  <a:pt x="4286" y="96"/>
                </a:lnTo>
                <a:lnTo>
                  <a:pt x="4287" y="96"/>
                </a:lnTo>
                <a:lnTo>
                  <a:pt x="4288" y="96"/>
                </a:lnTo>
                <a:lnTo>
                  <a:pt x="4288" y="95"/>
                </a:lnTo>
                <a:lnTo>
                  <a:pt x="4288" y="94"/>
                </a:lnTo>
                <a:lnTo>
                  <a:pt x="4288" y="93"/>
                </a:lnTo>
                <a:lnTo>
                  <a:pt x="4288" y="92"/>
                </a:lnTo>
                <a:lnTo>
                  <a:pt x="4289" y="92"/>
                </a:lnTo>
                <a:lnTo>
                  <a:pt x="4289" y="91"/>
                </a:lnTo>
                <a:lnTo>
                  <a:pt x="4290" y="91"/>
                </a:lnTo>
                <a:lnTo>
                  <a:pt x="4291" y="91"/>
                </a:lnTo>
                <a:lnTo>
                  <a:pt x="4291" y="90"/>
                </a:lnTo>
                <a:lnTo>
                  <a:pt x="4291" y="89"/>
                </a:lnTo>
                <a:lnTo>
                  <a:pt x="4291" y="88"/>
                </a:lnTo>
                <a:lnTo>
                  <a:pt x="4291" y="87"/>
                </a:lnTo>
                <a:lnTo>
                  <a:pt x="4290" y="87"/>
                </a:lnTo>
                <a:lnTo>
                  <a:pt x="4290" y="86"/>
                </a:lnTo>
                <a:lnTo>
                  <a:pt x="4291" y="86"/>
                </a:lnTo>
                <a:lnTo>
                  <a:pt x="4291" y="85"/>
                </a:lnTo>
                <a:lnTo>
                  <a:pt x="4292" y="85"/>
                </a:lnTo>
                <a:lnTo>
                  <a:pt x="4292" y="84"/>
                </a:lnTo>
                <a:lnTo>
                  <a:pt x="4293" y="84"/>
                </a:lnTo>
                <a:lnTo>
                  <a:pt x="4293" y="83"/>
                </a:lnTo>
                <a:lnTo>
                  <a:pt x="4295" y="81"/>
                </a:lnTo>
                <a:lnTo>
                  <a:pt x="4296" y="81"/>
                </a:lnTo>
                <a:lnTo>
                  <a:pt x="4296" y="80"/>
                </a:lnTo>
                <a:lnTo>
                  <a:pt x="4297" y="80"/>
                </a:lnTo>
                <a:lnTo>
                  <a:pt x="4297" y="79"/>
                </a:lnTo>
                <a:lnTo>
                  <a:pt x="4298" y="78"/>
                </a:lnTo>
                <a:lnTo>
                  <a:pt x="4299" y="77"/>
                </a:lnTo>
                <a:lnTo>
                  <a:pt x="4300" y="77"/>
                </a:lnTo>
                <a:lnTo>
                  <a:pt x="4301" y="77"/>
                </a:lnTo>
                <a:lnTo>
                  <a:pt x="4301" y="76"/>
                </a:lnTo>
                <a:lnTo>
                  <a:pt x="4301" y="75"/>
                </a:lnTo>
                <a:lnTo>
                  <a:pt x="4300" y="75"/>
                </a:lnTo>
                <a:lnTo>
                  <a:pt x="4300" y="74"/>
                </a:lnTo>
                <a:lnTo>
                  <a:pt x="4299" y="74"/>
                </a:lnTo>
                <a:lnTo>
                  <a:pt x="4299" y="73"/>
                </a:lnTo>
                <a:lnTo>
                  <a:pt x="4300" y="73"/>
                </a:lnTo>
                <a:lnTo>
                  <a:pt x="4301" y="72"/>
                </a:lnTo>
                <a:lnTo>
                  <a:pt x="4302" y="72"/>
                </a:lnTo>
                <a:lnTo>
                  <a:pt x="4303" y="71"/>
                </a:lnTo>
                <a:lnTo>
                  <a:pt x="4303" y="70"/>
                </a:lnTo>
                <a:lnTo>
                  <a:pt x="4303" y="69"/>
                </a:lnTo>
                <a:lnTo>
                  <a:pt x="4304" y="69"/>
                </a:lnTo>
                <a:lnTo>
                  <a:pt x="4304" y="70"/>
                </a:lnTo>
                <a:lnTo>
                  <a:pt x="4305" y="70"/>
                </a:lnTo>
                <a:lnTo>
                  <a:pt x="4306" y="70"/>
                </a:lnTo>
                <a:lnTo>
                  <a:pt x="4307" y="70"/>
                </a:lnTo>
                <a:lnTo>
                  <a:pt x="4308" y="70"/>
                </a:lnTo>
                <a:lnTo>
                  <a:pt x="4308" y="69"/>
                </a:lnTo>
                <a:lnTo>
                  <a:pt x="4308" y="68"/>
                </a:lnTo>
                <a:lnTo>
                  <a:pt x="4310" y="68"/>
                </a:lnTo>
                <a:lnTo>
                  <a:pt x="4311" y="68"/>
                </a:lnTo>
                <a:lnTo>
                  <a:pt x="4312" y="69"/>
                </a:lnTo>
                <a:lnTo>
                  <a:pt x="4312" y="68"/>
                </a:lnTo>
                <a:lnTo>
                  <a:pt x="4313" y="68"/>
                </a:lnTo>
                <a:lnTo>
                  <a:pt x="4314" y="68"/>
                </a:lnTo>
                <a:lnTo>
                  <a:pt x="4315" y="68"/>
                </a:lnTo>
                <a:lnTo>
                  <a:pt x="4316" y="68"/>
                </a:lnTo>
                <a:lnTo>
                  <a:pt x="4317" y="68"/>
                </a:lnTo>
                <a:lnTo>
                  <a:pt x="4317" y="66"/>
                </a:lnTo>
                <a:lnTo>
                  <a:pt x="4318" y="66"/>
                </a:lnTo>
                <a:lnTo>
                  <a:pt x="4319" y="66"/>
                </a:lnTo>
                <a:lnTo>
                  <a:pt x="4319" y="65"/>
                </a:lnTo>
                <a:lnTo>
                  <a:pt x="4320" y="65"/>
                </a:lnTo>
                <a:lnTo>
                  <a:pt x="4320" y="66"/>
                </a:lnTo>
                <a:lnTo>
                  <a:pt x="4321" y="66"/>
                </a:lnTo>
                <a:lnTo>
                  <a:pt x="4322" y="67"/>
                </a:lnTo>
                <a:lnTo>
                  <a:pt x="4322" y="68"/>
                </a:lnTo>
                <a:lnTo>
                  <a:pt x="4323" y="68"/>
                </a:lnTo>
                <a:lnTo>
                  <a:pt x="4324" y="68"/>
                </a:lnTo>
                <a:lnTo>
                  <a:pt x="4325" y="67"/>
                </a:lnTo>
                <a:lnTo>
                  <a:pt x="4326" y="67"/>
                </a:lnTo>
                <a:lnTo>
                  <a:pt x="4327" y="67"/>
                </a:lnTo>
                <a:lnTo>
                  <a:pt x="4331" y="67"/>
                </a:lnTo>
                <a:lnTo>
                  <a:pt x="4331" y="66"/>
                </a:lnTo>
                <a:lnTo>
                  <a:pt x="4332" y="66"/>
                </a:lnTo>
                <a:lnTo>
                  <a:pt x="4332" y="65"/>
                </a:lnTo>
                <a:lnTo>
                  <a:pt x="4333" y="65"/>
                </a:lnTo>
                <a:lnTo>
                  <a:pt x="4334" y="65"/>
                </a:lnTo>
                <a:lnTo>
                  <a:pt x="4335" y="65"/>
                </a:lnTo>
                <a:lnTo>
                  <a:pt x="4335" y="64"/>
                </a:lnTo>
                <a:lnTo>
                  <a:pt x="4336" y="64"/>
                </a:lnTo>
                <a:lnTo>
                  <a:pt x="4337" y="63"/>
                </a:lnTo>
                <a:lnTo>
                  <a:pt x="4337" y="62"/>
                </a:lnTo>
                <a:lnTo>
                  <a:pt x="4337" y="61"/>
                </a:lnTo>
                <a:lnTo>
                  <a:pt x="4338" y="60"/>
                </a:lnTo>
                <a:lnTo>
                  <a:pt x="4339" y="60"/>
                </a:lnTo>
                <a:lnTo>
                  <a:pt x="4339" y="59"/>
                </a:lnTo>
                <a:lnTo>
                  <a:pt x="4341" y="59"/>
                </a:lnTo>
                <a:lnTo>
                  <a:pt x="4343" y="60"/>
                </a:lnTo>
                <a:lnTo>
                  <a:pt x="4344" y="60"/>
                </a:lnTo>
                <a:lnTo>
                  <a:pt x="4345" y="60"/>
                </a:lnTo>
                <a:lnTo>
                  <a:pt x="4345" y="59"/>
                </a:lnTo>
                <a:lnTo>
                  <a:pt x="4346" y="58"/>
                </a:lnTo>
                <a:lnTo>
                  <a:pt x="4347" y="59"/>
                </a:lnTo>
                <a:lnTo>
                  <a:pt x="4347" y="58"/>
                </a:lnTo>
                <a:lnTo>
                  <a:pt x="4348" y="58"/>
                </a:lnTo>
                <a:lnTo>
                  <a:pt x="4349" y="58"/>
                </a:lnTo>
                <a:lnTo>
                  <a:pt x="4349" y="57"/>
                </a:lnTo>
                <a:lnTo>
                  <a:pt x="4350" y="57"/>
                </a:lnTo>
                <a:lnTo>
                  <a:pt x="4351" y="56"/>
                </a:lnTo>
                <a:lnTo>
                  <a:pt x="4352" y="56"/>
                </a:lnTo>
                <a:lnTo>
                  <a:pt x="4353" y="56"/>
                </a:lnTo>
                <a:lnTo>
                  <a:pt x="4353" y="55"/>
                </a:lnTo>
                <a:lnTo>
                  <a:pt x="4354" y="55"/>
                </a:lnTo>
                <a:lnTo>
                  <a:pt x="4355" y="55"/>
                </a:lnTo>
                <a:lnTo>
                  <a:pt x="4355" y="54"/>
                </a:lnTo>
                <a:lnTo>
                  <a:pt x="4356" y="54"/>
                </a:lnTo>
                <a:lnTo>
                  <a:pt x="4357" y="54"/>
                </a:lnTo>
                <a:lnTo>
                  <a:pt x="4358" y="53"/>
                </a:lnTo>
                <a:lnTo>
                  <a:pt x="4359" y="53"/>
                </a:lnTo>
                <a:lnTo>
                  <a:pt x="4359" y="52"/>
                </a:lnTo>
                <a:lnTo>
                  <a:pt x="4360" y="52"/>
                </a:lnTo>
                <a:lnTo>
                  <a:pt x="4360" y="51"/>
                </a:lnTo>
                <a:lnTo>
                  <a:pt x="4361" y="51"/>
                </a:lnTo>
                <a:lnTo>
                  <a:pt x="4361" y="50"/>
                </a:lnTo>
                <a:lnTo>
                  <a:pt x="4362" y="50"/>
                </a:lnTo>
                <a:lnTo>
                  <a:pt x="4363" y="49"/>
                </a:lnTo>
                <a:lnTo>
                  <a:pt x="4364" y="49"/>
                </a:lnTo>
                <a:lnTo>
                  <a:pt x="4364" y="48"/>
                </a:lnTo>
                <a:lnTo>
                  <a:pt x="4365" y="47"/>
                </a:lnTo>
                <a:lnTo>
                  <a:pt x="4367" y="47"/>
                </a:lnTo>
                <a:lnTo>
                  <a:pt x="4368" y="47"/>
                </a:lnTo>
                <a:lnTo>
                  <a:pt x="4369" y="47"/>
                </a:lnTo>
                <a:lnTo>
                  <a:pt x="4370" y="47"/>
                </a:lnTo>
                <a:lnTo>
                  <a:pt x="4370" y="46"/>
                </a:lnTo>
                <a:lnTo>
                  <a:pt x="4371" y="46"/>
                </a:lnTo>
                <a:lnTo>
                  <a:pt x="4371" y="45"/>
                </a:lnTo>
                <a:lnTo>
                  <a:pt x="4372" y="45"/>
                </a:lnTo>
                <a:lnTo>
                  <a:pt x="4372" y="44"/>
                </a:lnTo>
                <a:lnTo>
                  <a:pt x="4373" y="44"/>
                </a:lnTo>
                <a:lnTo>
                  <a:pt x="4374" y="43"/>
                </a:lnTo>
                <a:lnTo>
                  <a:pt x="4375" y="42"/>
                </a:lnTo>
                <a:lnTo>
                  <a:pt x="4376" y="42"/>
                </a:lnTo>
                <a:lnTo>
                  <a:pt x="4377" y="42"/>
                </a:lnTo>
                <a:lnTo>
                  <a:pt x="4377" y="41"/>
                </a:lnTo>
                <a:lnTo>
                  <a:pt x="4378" y="41"/>
                </a:lnTo>
                <a:lnTo>
                  <a:pt x="4378" y="40"/>
                </a:lnTo>
                <a:lnTo>
                  <a:pt x="4379" y="40"/>
                </a:lnTo>
                <a:lnTo>
                  <a:pt x="4380" y="40"/>
                </a:lnTo>
                <a:lnTo>
                  <a:pt x="4381" y="40"/>
                </a:lnTo>
                <a:lnTo>
                  <a:pt x="4382" y="40"/>
                </a:lnTo>
                <a:lnTo>
                  <a:pt x="4383" y="40"/>
                </a:lnTo>
                <a:lnTo>
                  <a:pt x="4383" y="39"/>
                </a:lnTo>
                <a:lnTo>
                  <a:pt x="4384" y="39"/>
                </a:lnTo>
                <a:lnTo>
                  <a:pt x="4385" y="39"/>
                </a:lnTo>
                <a:lnTo>
                  <a:pt x="4386" y="38"/>
                </a:lnTo>
                <a:lnTo>
                  <a:pt x="4387" y="38"/>
                </a:lnTo>
                <a:lnTo>
                  <a:pt x="4388" y="38"/>
                </a:lnTo>
                <a:lnTo>
                  <a:pt x="4391" y="38"/>
                </a:lnTo>
                <a:lnTo>
                  <a:pt x="4394" y="38"/>
                </a:lnTo>
                <a:lnTo>
                  <a:pt x="4395" y="38"/>
                </a:lnTo>
                <a:lnTo>
                  <a:pt x="4396" y="38"/>
                </a:lnTo>
                <a:lnTo>
                  <a:pt x="4397" y="38"/>
                </a:lnTo>
                <a:lnTo>
                  <a:pt x="4397" y="37"/>
                </a:lnTo>
                <a:lnTo>
                  <a:pt x="4398" y="36"/>
                </a:lnTo>
                <a:lnTo>
                  <a:pt x="4398" y="35"/>
                </a:lnTo>
                <a:lnTo>
                  <a:pt x="4399" y="34"/>
                </a:lnTo>
                <a:lnTo>
                  <a:pt x="4399" y="33"/>
                </a:lnTo>
                <a:lnTo>
                  <a:pt x="4400" y="33"/>
                </a:lnTo>
                <a:lnTo>
                  <a:pt x="4400" y="32"/>
                </a:lnTo>
                <a:lnTo>
                  <a:pt x="4400" y="31"/>
                </a:lnTo>
                <a:lnTo>
                  <a:pt x="4401" y="31"/>
                </a:lnTo>
                <a:lnTo>
                  <a:pt x="4402" y="31"/>
                </a:lnTo>
                <a:lnTo>
                  <a:pt x="4403" y="31"/>
                </a:lnTo>
                <a:lnTo>
                  <a:pt x="4404" y="31"/>
                </a:lnTo>
                <a:lnTo>
                  <a:pt x="4405" y="31"/>
                </a:lnTo>
                <a:lnTo>
                  <a:pt x="4406" y="31"/>
                </a:lnTo>
                <a:lnTo>
                  <a:pt x="4407" y="31"/>
                </a:lnTo>
                <a:lnTo>
                  <a:pt x="4408" y="31"/>
                </a:lnTo>
                <a:lnTo>
                  <a:pt x="4408" y="30"/>
                </a:lnTo>
                <a:lnTo>
                  <a:pt x="4409" y="30"/>
                </a:lnTo>
                <a:lnTo>
                  <a:pt x="4409" y="29"/>
                </a:lnTo>
                <a:lnTo>
                  <a:pt x="4410" y="29"/>
                </a:lnTo>
                <a:lnTo>
                  <a:pt x="4410" y="28"/>
                </a:lnTo>
                <a:lnTo>
                  <a:pt x="4411" y="28"/>
                </a:lnTo>
                <a:lnTo>
                  <a:pt x="4411" y="27"/>
                </a:lnTo>
                <a:lnTo>
                  <a:pt x="4412" y="26"/>
                </a:lnTo>
                <a:lnTo>
                  <a:pt x="4412" y="25"/>
                </a:lnTo>
                <a:lnTo>
                  <a:pt x="4413" y="25"/>
                </a:lnTo>
                <a:lnTo>
                  <a:pt x="4414" y="25"/>
                </a:lnTo>
                <a:lnTo>
                  <a:pt x="4414" y="24"/>
                </a:lnTo>
                <a:lnTo>
                  <a:pt x="4415" y="24"/>
                </a:lnTo>
                <a:lnTo>
                  <a:pt x="4415" y="25"/>
                </a:lnTo>
                <a:lnTo>
                  <a:pt x="4416" y="26"/>
                </a:lnTo>
                <a:lnTo>
                  <a:pt x="4416" y="27"/>
                </a:lnTo>
                <a:lnTo>
                  <a:pt x="4417" y="27"/>
                </a:lnTo>
                <a:lnTo>
                  <a:pt x="4417" y="28"/>
                </a:lnTo>
                <a:lnTo>
                  <a:pt x="4418" y="28"/>
                </a:lnTo>
                <a:lnTo>
                  <a:pt x="4418" y="29"/>
                </a:lnTo>
                <a:lnTo>
                  <a:pt x="4419" y="29"/>
                </a:lnTo>
                <a:lnTo>
                  <a:pt x="4420" y="29"/>
                </a:lnTo>
                <a:lnTo>
                  <a:pt x="4421" y="30"/>
                </a:lnTo>
                <a:lnTo>
                  <a:pt x="4422" y="30"/>
                </a:lnTo>
                <a:lnTo>
                  <a:pt x="4424" y="30"/>
                </a:lnTo>
                <a:lnTo>
                  <a:pt x="4425" y="30"/>
                </a:lnTo>
                <a:lnTo>
                  <a:pt x="4425" y="29"/>
                </a:lnTo>
                <a:lnTo>
                  <a:pt x="4426" y="29"/>
                </a:lnTo>
                <a:lnTo>
                  <a:pt x="4426" y="28"/>
                </a:lnTo>
                <a:lnTo>
                  <a:pt x="4427" y="28"/>
                </a:lnTo>
                <a:lnTo>
                  <a:pt x="4428" y="28"/>
                </a:lnTo>
                <a:lnTo>
                  <a:pt x="4429" y="28"/>
                </a:lnTo>
                <a:lnTo>
                  <a:pt x="4430" y="28"/>
                </a:lnTo>
                <a:lnTo>
                  <a:pt x="4431" y="27"/>
                </a:lnTo>
                <a:lnTo>
                  <a:pt x="4432" y="27"/>
                </a:lnTo>
                <a:lnTo>
                  <a:pt x="4433" y="27"/>
                </a:lnTo>
                <a:lnTo>
                  <a:pt x="4433" y="26"/>
                </a:lnTo>
                <a:lnTo>
                  <a:pt x="4434" y="26"/>
                </a:lnTo>
                <a:lnTo>
                  <a:pt x="4435" y="26"/>
                </a:lnTo>
                <a:lnTo>
                  <a:pt x="4436" y="26"/>
                </a:lnTo>
                <a:lnTo>
                  <a:pt x="4436" y="25"/>
                </a:lnTo>
                <a:lnTo>
                  <a:pt x="4437" y="25"/>
                </a:lnTo>
                <a:lnTo>
                  <a:pt x="4438" y="25"/>
                </a:lnTo>
                <a:lnTo>
                  <a:pt x="4439" y="25"/>
                </a:lnTo>
                <a:lnTo>
                  <a:pt x="4442" y="25"/>
                </a:lnTo>
                <a:lnTo>
                  <a:pt x="4443" y="25"/>
                </a:lnTo>
                <a:lnTo>
                  <a:pt x="4444" y="24"/>
                </a:lnTo>
                <a:lnTo>
                  <a:pt x="4446" y="24"/>
                </a:lnTo>
                <a:lnTo>
                  <a:pt x="4447" y="24"/>
                </a:lnTo>
                <a:lnTo>
                  <a:pt x="4447" y="23"/>
                </a:lnTo>
                <a:lnTo>
                  <a:pt x="4448" y="23"/>
                </a:lnTo>
                <a:lnTo>
                  <a:pt x="4448" y="24"/>
                </a:lnTo>
                <a:lnTo>
                  <a:pt x="4448" y="23"/>
                </a:lnTo>
                <a:lnTo>
                  <a:pt x="4449" y="23"/>
                </a:lnTo>
                <a:lnTo>
                  <a:pt x="4450" y="23"/>
                </a:lnTo>
                <a:lnTo>
                  <a:pt x="4453" y="23"/>
                </a:lnTo>
                <a:lnTo>
                  <a:pt x="4454" y="23"/>
                </a:lnTo>
                <a:lnTo>
                  <a:pt x="4455" y="23"/>
                </a:lnTo>
                <a:lnTo>
                  <a:pt x="4456" y="23"/>
                </a:lnTo>
                <a:lnTo>
                  <a:pt x="4456" y="22"/>
                </a:lnTo>
                <a:lnTo>
                  <a:pt x="4457" y="22"/>
                </a:lnTo>
                <a:lnTo>
                  <a:pt x="4458" y="22"/>
                </a:lnTo>
                <a:lnTo>
                  <a:pt x="4459" y="21"/>
                </a:lnTo>
                <a:lnTo>
                  <a:pt x="4460" y="20"/>
                </a:lnTo>
                <a:lnTo>
                  <a:pt x="4461" y="20"/>
                </a:lnTo>
                <a:lnTo>
                  <a:pt x="4462" y="19"/>
                </a:lnTo>
                <a:lnTo>
                  <a:pt x="4464" y="17"/>
                </a:lnTo>
                <a:lnTo>
                  <a:pt x="4465" y="17"/>
                </a:lnTo>
                <a:lnTo>
                  <a:pt x="4466" y="16"/>
                </a:lnTo>
                <a:lnTo>
                  <a:pt x="4467" y="16"/>
                </a:lnTo>
                <a:lnTo>
                  <a:pt x="4467" y="15"/>
                </a:lnTo>
                <a:lnTo>
                  <a:pt x="4468" y="15"/>
                </a:lnTo>
                <a:lnTo>
                  <a:pt x="4469" y="15"/>
                </a:lnTo>
                <a:lnTo>
                  <a:pt x="4469" y="14"/>
                </a:lnTo>
                <a:lnTo>
                  <a:pt x="4470" y="14"/>
                </a:lnTo>
                <a:lnTo>
                  <a:pt x="4471" y="13"/>
                </a:lnTo>
                <a:lnTo>
                  <a:pt x="4472" y="13"/>
                </a:lnTo>
                <a:lnTo>
                  <a:pt x="4473" y="13"/>
                </a:lnTo>
                <a:lnTo>
                  <a:pt x="4474" y="13"/>
                </a:lnTo>
                <a:lnTo>
                  <a:pt x="4474" y="14"/>
                </a:lnTo>
                <a:lnTo>
                  <a:pt x="4475" y="14"/>
                </a:lnTo>
                <a:lnTo>
                  <a:pt x="4476" y="14"/>
                </a:lnTo>
                <a:lnTo>
                  <a:pt x="4477" y="14"/>
                </a:lnTo>
                <a:lnTo>
                  <a:pt x="4477" y="13"/>
                </a:lnTo>
                <a:lnTo>
                  <a:pt x="4478" y="13"/>
                </a:lnTo>
                <a:lnTo>
                  <a:pt x="4479" y="12"/>
                </a:lnTo>
                <a:lnTo>
                  <a:pt x="4480" y="10"/>
                </a:lnTo>
                <a:lnTo>
                  <a:pt x="4481" y="9"/>
                </a:lnTo>
                <a:lnTo>
                  <a:pt x="4481" y="8"/>
                </a:lnTo>
                <a:lnTo>
                  <a:pt x="4482" y="8"/>
                </a:lnTo>
                <a:lnTo>
                  <a:pt x="4482" y="7"/>
                </a:lnTo>
                <a:lnTo>
                  <a:pt x="4482" y="6"/>
                </a:lnTo>
                <a:lnTo>
                  <a:pt x="4483" y="6"/>
                </a:lnTo>
                <a:lnTo>
                  <a:pt x="4484" y="5"/>
                </a:lnTo>
                <a:lnTo>
                  <a:pt x="4485" y="4"/>
                </a:lnTo>
                <a:lnTo>
                  <a:pt x="4486" y="4"/>
                </a:lnTo>
                <a:lnTo>
                  <a:pt x="4488" y="4"/>
                </a:lnTo>
                <a:lnTo>
                  <a:pt x="4489" y="4"/>
                </a:lnTo>
                <a:lnTo>
                  <a:pt x="4491" y="5"/>
                </a:lnTo>
                <a:lnTo>
                  <a:pt x="4493" y="5"/>
                </a:lnTo>
                <a:lnTo>
                  <a:pt x="4494" y="5"/>
                </a:lnTo>
                <a:lnTo>
                  <a:pt x="4495" y="5"/>
                </a:lnTo>
                <a:lnTo>
                  <a:pt x="4497" y="5"/>
                </a:lnTo>
                <a:lnTo>
                  <a:pt x="4498" y="5"/>
                </a:lnTo>
                <a:lnTo>
                  <a:pt x="4499" y="5"/>
                </a:lnTo>
                <a:lnTo>
                  <a:pt x="4500" y="5"/>
                </a:lnTo>
                <a:lnTo>
                  <a:pt x="4501" y="5"/>
                </a:lnTo>
                <a:lnTo>
                  <a:pt x="4501" y="6"/>
                </a:lnTo>
                <a:lnTo>
                  <a:pt x="4502" y="6"/>
                </a:lnTo>
                <a:lnTo>
                  <a:pt x="4502" y="7"/>
                </a:lnTo>
                <a:lnTo>
                  <a:pt x="4502" y="8"/>
                </a:lnTo>
                <a:lnTo>
                  <a:pt x="4503" y="8"/>
                </a:lnTo>
                <a:lnTo>
                  <a:pt x="4503" y="9"/>
                </a:lnTo>
                <a:lnTo>
                  <a:pt x="4504" y="9"/>
                </a:lnTo>
                <a:lnTo>
                  <a:pt x="4505" y="9"/>
                </a:lnTo>
                <a:lnTo>
                  <a:pt x="4505" y="8"/>
                </a:lnTo>
                <a:lnTo>
                  <a:pt x="4505" y="7"/>
                </a:lnTo>
                <a:lnTo>
                  <a:pt x="4505" y="6"/>
                </a:lnTo>
                <a:lnTo>
                  <a:pt x="4504" y="6"/>
                </a:lnTo>
                <a:lnTo>
                  <a:pt x="4503" y="6"/>
                </a:lnTo>
                <a:lnTo>
                  <a:pt x="4503" y="5"/>
                </a:lnTo>
                <a:lnTo>
                  <a:pt x="4503" y="3"/>
                </a:lnTo>
                <a:lnTo>
                  <a:pt x="4503" y="2"/>
                </a:lnTo>
                <a:lnTo>
                  <a:pt x="4504" y="2"/>
                </a:lnTo>
                <a:lnTo>
                  <a:pt x="4504" y="1"/>
                </a:lnTo>
                <a:lnTo>
                  <a:pt x="4505" y="1"/>
                </a:lnTo>
                <a:lnTo>
                  <a:pt x="4506" y="1"/>
                </a:lnTo>
                <a:lnTo>
                  <a:pt x="4507" y="1"/>
                </a:lnTo>
                <a:lnTo>
                  <a:pt x="4507" y="2"/>
                </a:lnTo>
                <a:lnTo>
                  <a:pt x="4508" y="2"/>
                </a:lnTo>
                <a:lnTo>
                  <a:pt x="4508" y="3"/>
                </a:lnTo>
                <a:lnTo>
                  <a:pt x="4509" y="3"/>
                </a:lnTo>
                <a:lnTo>
                  <a:pt x="4509" y="4"/>
                </a:lnTo>
                <a:lnTo>
                  <a:pt x="4508" y="4"/>
                </a:lnTo>
                <a:lnTo>
                  <a:pt x="4508" y="5"/>
                </a:lnTo>
                <a:lnTo>
                  <a:pt x="4507" y="5"/>
                </a:lnTo>
                <a:lnTo>
                  <a:pt x="4507" y="6"/>
                </a:lnTo>
                <a:lnTo>
                  <a:pt x="4507" y="7"/>
                </a:lnTo>
                <a:lnTo>
                  <a:pt x="4507" y="8"/>
                </a:lnTo>
                <a:lnTo>
                  <a:pt x="4509" y="8"/>
                </a:lnTo>
                <a:lnTo>
                  <a:pt x="4509" y="7"/>
                </a:lnTo>
                <a:lnTo>
                  <a:pt x="4510" y="7"/>
                </a:lnTo>
                <a:lnTo>
                  <a:pt x="4510" y="6"/>
                </a:lnTo>
                <a:lnTo>
                  <a:pt x="4510" y="5"/>
                </a:lnTo>
                <a:lnTo>
                  <a:pt x="4510" y="4"/>
                </a:lnTo>
                <a:lnTo>
                  <a:pt x="4511" y="4"/>
                </a:lnTo>
                <a:lnTo>
                  <a:pt x="4511" y="3"/>
                </a:lnTo>
                <a:lnTo>
                  <a:pt x="4510" y="3"/>
                </a:lnTo>
                <a:lnTo>
                  <a:pt x="4510" y="2"/>
                </a:lnTo>
                <a:lnTo>
                  <a:pt x="4510" y="1"/>
                </a:lnTo>
                <a:lnTo>
                  <a:pt x="4511" y="1"/>
                </a:lnTo>
                <a:lnTo>
                  <a:pt x="4511" y="0"/>
                </a:lnTo>
                <a:lnTo>
                  <a:pt x="4512" y="0"/>
                </a:lnTo>
              </a:path>
            </a:pathLst>
          </a:custGeom>
          <a:ln w="4680">
            <a:solidFill>
              <a:srgbClr val="4A4A4A"/>
            </a:solidFill>
            <a:round/>
          </a:ln>
        </p:spPr>
        <p:txBody>
          <a:bodyPr lIns="2160" tIns="2160" rIns="2160" bIns="21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087" name=""/>
          <p:cNvSpPr/>
          <p:nvPr/>
        </p:nvSpPr>
        <p:spPr>
          <a:xfrm>
            <a:off x="5184720" y="1373760"/>
            <a:ext cx="5760" cy="2880"/>
          </a:xfrm>
          <a:custGeom>
            <a:avLst/>
            <a:gdLst/>
            <a:ahLst/>
            <a:rect l="0" t="0" r="r" b="b"/>
            <a:pathLst>
              <a:path fill="none" w="16" h="8">
                <a:moveTo>
                  <a:pt x="0" y="8"/>
                </a:moveTo>
                <a:lnTo>
                  <a:pt x="3" y="7"/>
                </a:lnTo>
                <a:lnTo>
                  <a:pt x="6" y="6"/>
                </a:lnTo>
                <a:lnTo>
                  <a:pt x="13" y="2"/>
                </a:lnTo>
                <a:lnTo>
                  <a:pt x="16" y="0"/>
                </a:lnTo>
              </a:path>
            </a:pathLst>
          </a:custGeom>
          <a:ln w="6480">
            <a:solidFill>
              <a:srgbClr val="4A4A4A"/>
            </a:solidFill>
            <a:round/>
          </a:ln>
        </p:spPr>
        <p:txBody>
          <a:bodyPr lIns="3240" tIns="-360" rIns="3240" bIns="-3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088" name=""/>
          <p:cNvSpPr/>
          <p:nvPr/>
        </p:nvSpPr>
        <p:spPr>
          <a:xfrm>
            <a:off x="5174280" y="1378800"/>
            <a:ext cx="5760" cy="1800"/>
          </a:xfrm>
          <a:custGeom>
            <a:avLst/>
            <a:gdLst/>
            <a:ahLst/>
            <a:rect l="0" t="0" r="r" b="b"/>
            <a:pathLst>
              <a:path fill="none" w="16" h="5">
                <a:moveTo>
                  <a:pt x="0" y="5"/>
                </a:moveTo>
                <a:lnTo>
                  <a:pt x="2" y="3"/>
                </a:lnTo>
                <a:lnTo>
                  <a:pt x="4" y="3"/>
                </a:lnTo>
                <a:lnTo>
                  <a:pt x="6" y="3"/>
                </a:lnTo>
                <a:lnTo>
                  <a:pt x="8" y="2"/>
                </a:lnTo>
                <a:lnTo>
                  <a:pt x="10" y="1"/>
                </a:lnTo>
                <a:lnTo>
                  <a:pt x="14" y="1"/>
                </a:lnTo>
                <a:lnTo>
                  <a:pt x="16" y="0"/>
                </a:lnTo>
              </a:path>
            </a:pathLst>
          </a:custGeom>
          <a:ln w="6480">
            <a:solidFill>
              <a:srgbClr val="4A4A4A"/>
            </a:solidFill>
            <a:round/>
          </a:ln>
        </p:spPr>
        <p:txBody>
          <a:bodyPr lIns="3240" tIns="-1440" rIns="3240" bIns="-144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089" name=""/>
          <p:cNvSpPr/>
          <p:nvPr/>
        </p:nvSpPr>
        <p:spPr>
          <a:xfrm>
            <a:off x="5161320" y="1382760"/>
            <a:ext cx="5040" cy="3600"/>
          </a:xfrm>
          <a:custGeom>
            <a:avLst/>
            <a:gdLst/>
            <a:ahLst/>
            <a:rect l="0" t="0" r="r" b="b"/>
            <a:pathLst>
              <a:path fill="none" w="14" h="10">
                <a:moveTo>
                  <a:pt x="0" y="10"/>
                </a:moveTo>
                <a:lnTo>
                  <a:pt x="2" y="9"/>
                </a:lnTo>
                <a:lnTo>
                  <a:pt x="3" y="8"/>
                </a:lnTo>
                <a:lnTo>
                  <a:pt x="5" y="6"/>
                </a:lnTo>
                <a:lnTo>
                  <a:pt x="6" y="5"/>
                </a:lnTo>
                <a:lnTo>
                  <a:pt x="8" y="4"/>
                </a:lnTo>
                <a:lnTo>
                  <a:pt x="12" y="1"/>
                </a:lnTo>
                <a:lnTo>
                  <a:pt x="14" y="0"/>
                </a:lnTo>
              </a:path>
            </a:pathLst>
          </a:custGeom>
          <a:ln w="6480">
            <a:solidFill>
              <a:srgbClr val="4A4A4A"/>
            </a:solidFill>
            <a:round/>
          </a:ln>
        </p:spPr>
        <p:txBody>
          <a:bodyPr lIns="3240" tIns="360" rIns="3240" bIns="3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090" name=""/>
          <p:cNvSpPr/>
          <p:nvPr/>
        </p:nvSpPr>
        <p:spPr>
          <a:xfrm>
            <a:off x="5153400" y="1388880"/>
            <a:ext cx="4680" cy="3240"/>
          </a:xfrm>
          <a:custGeom>
            <a:avLst/>
            <a:gdLst/>
            <a:ahLst/>
            <a:rect l="0" t="0" r="r" b="b"/>
            <a:pathLst>
              <a:path fill="none" w="13" h="9">
                <a:moveTo>
                  <a:pt x="0" y="9"/>
                </a:moveTo>
                <a:lnTo>
                  <a:pt x="2" y="8"/>
                </a:lnTo>
                <a:lnTo>
                  <a:pt x="4" y="8"/>
                </a:lnTo>
                <a:lnTo>
                  <a:pt x="6" y="7"/>
                </a:lnTo>
                <a:lnTo>
                  <a:pt x="9" y="5"/>
                </a:lnTo>
                <a:lnTo>
                  <a:pt x="11" y="3"/>
                </a:lnTo>
                <a:lnTo>
                  <a:pt x="13" y="1"/>
                </a:lnTo>
                <a:lnTo>
                  <a:pt x="13" y="0"/>
                </a:lnTo>
              </a:path>
            </a:pathLst>
          </a:custGeom>
          <a:ln w="6480">
            <a:solidFill>
              <a:srgbClr val="4A4A4A"/>
            </a:solidFill>
            <a:round/>
          </a:ln>
        </p:spPr>
        <p:txBody>
          <a:bodyPr lIns="3240" tIns="0" rIns="324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091" name=""/>
          <p:cNvSpPr/>
          <p:nvPr/>
        </p:nvSpPr>
        <p:spPr>
          <a:xfrm>
            <a:off x="5145480" y="1393200"/>
            <a:ext cx="3600" cy="1440"/>
          </a:xfrm>
          <a:custGeom>
            <a:avLst/>
            <a:gdLst/>
            <a:ahLst/>
            <a:rect l="0" t="0" r="r" b="b"/>
            <a:pathLst>
              <a:path fill="none" w="10" h="4">
                <a:moveTo>
                  <a:pt x="0" y="4"/>
                </a:moveTo>
                <a:lnTo>
                  <a:pt x="1" y="4"/>
                </a:lnTo>
                <a:lnTo>
                  <a:pt x="2" y="3"/>
                </a:lnTo>
                <a:lnTo>
                  <a:pt x="3" y="3"/>
                </a:lnTo>
                <a:lnTo>
                  <a:pt x="5" y="1"/>
                </a:lnTo>
                <a:lnTo>
                  <a:pt x="7" y="1"/>
                </a:lnTo>
                <a:lnTo>
                  <a:pt x="9" y="0"/>
                </a:lnTo>
                <a:lnTo>
                  <a:pt x="10" y="0"/>
                </a:lnTo>
              </a:path>
            </a:pathLst>
          </a:custGeom>
          <a:ln w="6480">
            <a:solidFill>
              <a:srgbClr val="4A4A4A"/>
            </a:solidFill>
            <a:round/>
          </a:ln>
        </p:spPr>
        <p:txBody>
          <a:bodyPr lIns="3240" tIns="-1800" rIns="3240" bIns="-180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092" name=""/>
          <p:cNvSpPr/>
          <p:nvPr/>
        </p:nvSpPr>
        <p:spPr>
          <a:xfrm flipV="1">
            <a:off x="5240520" y="1665720"/>
            <a:ext cx="3240" cy="52560"/>
          </a:xfrm>
          <a:prstGeom prst="line">
            <a:avLst/>
          </a:prstGeom>
          <a:ln w="6480">
            <a:solidFill>
              <a:srgbClr val="4A4A4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3240" tIns="3240" rIns="3240" bIns="324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093" name=""/>
          <p:cNvSpPr/>
          <p:nvPr/>
        </p:nvSpPr>
        <p:spPr>
          <a:xfrm flipV="1">
            <a:off x="5203800" y="1802160"/>
            <a:ext cx="25560" cy="45000"/>
          </a:xfrm>
          <a:prstGeom prst="line">
            <a:avLst/>
          </a:prstGeom>
          <a:ln w="6480">
            <a:solidFill>
              <a:srgbClr val="4A4A4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3240" tIns="3240" rIns="3240" bIns="324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094" name=""/>
          <p:cNvSpPr/>
          <p:nvPr/>
        </p:nvSpPr>
        <p:spPr>
          <a:xfrm>
            <a:off x="5012280" y="1875600"/>
            <a:ext cx="4680" cy="1080"/>
          </a:xfrm>
          <a:custGeom>
            <a:avLst/>
            <a:gdLst/>
            <a:ahLst/>
            <a:rect l="0" t="0" r="r" b="b"/>
            <a:pathLst>
              <a:path fill="none" w="13" h="3">
                <a:moveTo>
                  <a:pt x="0" y="3"/>
                </a:moveTo>
                <a:lnTo>
                  <a:pt x="1" y="3"/>
                </a:lnTo>
                <a:lnTo>
                  <a:pt x="2" y="2"/>
                </a:lnTo>
                <a:lnTo>
                  <a:pt x="3" y="2"/>
                </a:lnTo>
                <a:lnTo>
                  <a:pt x="4" y="2"/>
                </a:lnTo>
                <a:lnTo>
                  <a:pt x="6" y="2"/>
                </a:lnTo>
                <a:lnTo>
                  <a:pt x="7" y="0"/>
                </a:lnTo>
                <a:lnTo>
                  <a:pt x="8" y="0"/>
                </a:lnTo>
                <a:lnTo>
                  <a:pt x="11" y="0"/>
                </a:lnTo>
                <a:lnTo>
                  <a:pt x="12" y="0"/>
                </a:lnTo>
                <a:lnTo>
                  <a:pt x="13" y="0"/>
                </a:lnTo>
              </a:path>
            </a:pathLst>
          </a:custGeom>
          <a:ln w="6480">
            <a:solidFill>
              <a:srgbClr val="4A4A4A"/>
            </a:solidFill>
            <a:round/>
          </a:ln>
        </p:spPr>
        <p:txBody>
          <a:bodyPr lIns="3240" tIns="-2160" rIns="3240" bIns="-21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095" name=""/>
          <p:cNvSpPr/>
          <p:nvPr/>
        </p:nvSpPr>
        <p:spPr>
          <a:xfrm>
            <a:off x="5009760" y="1878120"/>
            <a:ext cx="1440" cy="1440"/>
          </a:xfrm>
          <a:custGeom>
            <a:avLst/>
            <a:gdLst/>
            <a:ahLst/>
            <a:rect l="0" t="0" r="r" b="b"/>
            <a:pathLst>
              <a:path fill="none" w="4" h="4">
                <a:moveTo>
                  <a:pt x="4" y="4"/>
                </a:moveTo>
                <a:lnTo>
                  <a:pt x="4" y="2"/>
                </a:lnTo>
                <a:lnTo>
                  <a:pt x="2" y="0"/>
                </a:lnTo>
                <a:lnTo>
                  <a:pt x="2" y="2"/>
                </a:lnTo>
                <a:lnTo>
                  <a:pt x="0" y="2"/>
                </a:lnTo>
                <a:lnTo>
                  <a:pt x="0" y="4"/>
                </a:lnTo>
                <a:lnTo>
                  <a:pt x="2" y="4"/>
                </a:lnTo>
              </a:path>
            </a:pathLst>
          </a:custGeom>
          <a:ln w="6480">
            <a:solidFill>
              <a:srgbClr val="4A4A4A"/>
            </a:solidFill>
            <a:round/>
          </a:ln>
        </p:spPr>
        <p:txBody>
          <a:bodyPr lIns="3240" tIns="-1800" rIns="3240" bIns="-180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096" name=""/>
          <p:cNvSpPr/>
          <p:nvPr/>
        </p:nvSpPr>
        <p:spPr>
          <a:xfrm>
            <a:off x="5012640" y="1878480"/>
            <a:ext cx="360" cy="0"/>
          </a:xfrm>
          <a:prstGeom prst="line">
            <a:avLst/>
          </a:prstGeom>
          <a:ln w="6480">
            <a:solidFill>
              <a:srgbClr val="4A4A4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3240" tIns="-3240" rIns="3240" bIns="-324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097" name=""/>
          <p:cNvSpPr/>
          <p:nvPr/>
        </p:nvSpPr>
        <p:spPr>
          <a:xfrm>
            <a:off x="5013720" y="1878120"/>
            <a:ext cx="720" cy="720"/>
          </a:xfrm>
          <a:custGeom>
            <a:avLst/>
            <a:gdLst/>
            <a:ahLst/>
            <a:rect l="0" t="0" r="r" b="b"/>
            <a:pathLst>
              <a:path fill="none" w="2" h="2">
                <a:moveTo>
                  <a:pt x="2" y="0"/>
                </a:moveTo>
                <a:lnTo>
                  <a:pt x="0" y="0"/>
                </a:lnTo>
                <a:lnTo>
                  <a:pt x="0" y="2"/>
                </a:lnTo>
                <a:lnTo>
                  <a:pt x="2" y="2"/>
                </a:lnTo>
              </a:path>
            </a:pathLst>
          </a:custGeom>
          <a:ln w="6480">
            <a:solidFill>
              <a:srgbClr val="4A4A4A"/>
            </a:solidFill>
            <a:round/>
          </a:ln>
        </p:spPr>
        <p:txBody>
          <a:bodyPr lIns="3240" tIns="-2520" rIns="3240" bIns="-25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098" name=""/>
          <p:cNvSpPr/>
          <p:nvPr/>
        </p:nvSpPr>
        <p:spPr>
          <a:xfrm>
            <a:off x="5012640" y="1878480"/>
            <a:ext cx="360" cy="360"/>
          </a:xfrm>
          <a:custGeom>
            <a:avLst/>
            <a:gdLst/>
            <a:ahLst/>
            <a:rect l="0" t="0" r="r" b="b"/>
            <a:pathLst>
              <a:path fill="none" w="1" h="1">
                <a:moveTo>
                  <a:pt x="1" y="1"/>
                </a:moveTo>
                <a:lnTo>
                  <a:pt x="0" y="1"/>
                </a:lnTo>
                <a:lnTo>
                  <a:pt x="0" y="0"/>
                </a:lnTo>
              </a:path>
            </a:pathLst>
          </a:custGeom>
          <a:ln w="6480">
            <a:solidFill>
              <a:srgbClr val="4A4A4A"/>
            </a:solidFill>
            <a:round/>
          </a:ln>
        </p:spPr>
        <p:txBody>
          <a:bodyPr lIns="3240" tIns="-2880" rIns="3240" bIns="-288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099" name=""/>
          <p:cNvSpPr/>
          <p:nvPr/>
        </p:nvSpPr>
        <p:spPr>
          <a:xfrm>
            <a:off x="5009760" y="1878840"/>
            <a:ext cx="360" cy="720"/>
          </a:xfrm>
          <a:custGeom>
            <a:avLst/>
            <a:gdLst/>
            <a:ahLst/>
            <a:rect l="0" t="0" r="r" b="b"/>
            <a:pathLst>
              <a:path fill="none" w="1" h="2">
                <a:moveTo>
                  <a:pt x="0" y="0"/>
                </a:moveTo>
                <a:lnTo>
                  <a:pt x="0" y="1"/>
                </a:lnTo>
                <a:lnTo>
                  <a:pt x="0" y="2"/>
                </a:lnTo>
                <a:lnTo>
                  <a:pt x="1" y="2"/>
                </a:lnTo>
                <a:lnTo>
                  <a:pt x="1" y="1"/>
                </a:lnTo>
              </a:path>
            </a:pathLst>
          </a:custGeom>
          <a:ln w="6480">
            <a:solidFill>
              <a:srgbClr val="4A4A4A"/>
            </a:solidFill>
            <a:round/>
          </a:ln>
        </p:spPr>
        <p:txBody>
          <a:bodyPr lIns="3240" tIns="-2520" rIns="3240" bIns="-25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100" name=""/>
          <p:cNvSpPr/>
          <p:nvPr/>
        </p:nvSpPr>
        <p:spPr>
          <a:xfrm>
            <a:off x="5014080" y="1878840"/>
            <a:ext cx="360" cy="360"/>
          </a:xfrm>
          <a:custGeom>
            <a:avLst/>
            <a:gdLst/>
            <a:ahLst/>
            <a:rect l="0" t="0" r="r" b="b"/>
            <a:pathLst>
              <a:path fill="none" w="1" h="1">
                <a:moveTo>
                  <a:pt x="0" y="0"/>
                </a:moveTo>
                <a:lnTo>
                  <a:pt x="0" y="1"/>
                </a:lnTo>
                <a:lnTo>
                  <a:pt x="1" y="1"/>
                </a:lnTo>
                <a:lnTo>
                  <a:pt x="1" y="0"/>
                </a:lnTo>
              </a:path>
            </a:pathLst>
          </a:custGeom>
          <a:ln w="6480">
            <a:solidFill>
              <a:srgbClr val="4A4A4A"/>
            </a:solidFill>
            <a:round/>
          </a:ln>
        </p:spPr>
        <p:txBody>
          <a:bodyPr lIns="3240" tIns="-2880" rIns="3240" bIns="-288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101" name=""/>
          <p:cNvSpPr/>
          <p:nvPr/>
        </p:nvSpPr>
        <p:spPr>
          <a:xfrm>
            <a:off x="5010120" y="1879200"/>
            <a:ext cx="1440" cy="1440"/>
          </a:xfrm>
          <a:custGeom>
            <a:avLst/>
            <a:gdLst/>
            <a:ahLst/>
            <a:rect l="0" t="0" r="r" b="b"/>
            <a:pathLst>
              <a:path fill="none" w="4" h="4">
                <a:moveTo>
                  <a:pt x="1" y="0"/>
                </a:moveTo>
                <a:lnTo>
                  <a:pt x="3" y="2"/>
                </a:lnTo>
                <a:lnTo>
                  <a:pt x="4" y="2"/>
                </a:lnTo>
                <a:lnTo>
                  <a:pt x="4" y="4"/>
                </a:lnTo>
                <a:lnTo>
                  <a:pt x="3" y="4"/>
                </a:lnTo>
                <a:lnTo>
                  <a:pt x="1" y="4"/>
                </a:lnTo>
                <a:lnTo>
                  <a:pt x="0" y="4"/>
                </a:lnTo>
                <a:lnTo>
                  <a:pt x="0" y="2"/>
                </a:lnTo>
                <a:lnTo>
                  <a:pt x="1" y="2"/>
                </a:lnTo>
                <a:lnTo>
                  <a:pt x="1" y="0"/>
                </a:lnTo>
              </a:path>
            </a:pathLst>
          </a:custGeom>
          <a:ln w="6480">
            <a:solidFill>
              <a:srgbClr val="4A4A4A"/>
            </a:solidFill>
            <a:round/>
          </a:ln>
        </p:spPr>
        <p:txBody>
          <a:bodyPr lIns="3240" tIns="-1800" rIns="3240" bIns="-180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102" name=""/>
          <p:cNvSpPr/>
          <p:nvPr/>
        </p:nvSpPr>
        <p:spPr>
          <a:xfrm>
            <a:off x="5009400" y="1879560"/>
            <a:ext cx="2160" cy="720"/>
          </a:xfrm>
          <a:custGeom>
            <a:avLst/>
            <a:gdLst/>
            <a:ahLst/>
            <a:rect l="0" t="0" r="r" b="b"/>
            <a:pathLst>
              <a:path fill="none" w="6" h="2">
                <a:moveTo>
                  <a:pt x="0" y="0"/>
                </a:moveTo>
                <a:lnTo>
                  <a:pt x="2" y="0"/>
                </a:lnTo>
                <a:lnTo>
                  <a:pt x="2" y="2"/>
                </a:lnTo>
                <a:lnTo>
                  <a:pt x="3" y="2"/>
                </a:lnTo>
                <a:lnTo>
                  <a:pt x="4" y="2"/>
                </a:lnTo>
                <a:lnTo>
                  <a:pt x="6" y="2"/>
                </a:lnTo>
              </a:path>
            </a:pathLst>
          </a:custGeom>
          <a:ln w="6480">
            <a:solidFill>
              <a:srgbClr val="4A4A4A"/>
            </a:solidFill>
            <a:round/>
          </a:ln>
        </p:spPr>
        <p:txBody>
          <a:bodyPr lIns="3240" tIns="-2520" rIns="3240" bIns="-25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103" name=""/>
          <p:cNvSpPr/>
          <p:nvPr/>
        </p:nvSpPr>
        <p:spPr>
          <a:xfrm>
            <a:off x="5011920" y="1875960"/>
            <a:ext cx="7920" cy="9000"/>
          </a:xfrm>
          <a:custGeom>
            <a:avLst/>
            <a:gdLst/>
            <a:ahLst/>
            <a:rect l="0" t="0" r="r" b="b"/>
            <a:pathLst>
              <a:path fill="none" w="22" h="25">
                <a:moveTo>
                  <a:pt x="3" y="25"/>
                </a:moveTo>
                <a:lnTo>
                  <a:pt x="4" y="25"/>
                </a:lnTo>
                <a:lnTo>
                  <a:pt x="5" y="25"/>
                </a:lnTo>
                <a:lnTo>
                  <a:pt x="7" y="25"/>
                </a:lnTo>
                <a:lnTo>
                  <a:pt x="9" y="25"/>
                </a:lnTo>
                <a:lnTo>
                  <a:pt x="10" y="25"/>
                </a:lnTo>
                <a:lnTo>
                  <a:pt x="11" y="24"/>
                </a:lnTo>
                <a:lnTo>
                  <a:pt x="12" y="24"/>
                </a:lnTo>
                <a:lnTo>
                  <a:pt x="13" y="24"/>
                </a:lnTo>
                <a:lnTo>
                  <a:pt x="15" y="23"/>
                </a:lnTo>
                <a:lnTo>
                  <a:pt x="15" y="22"/>
                </a:lnTo>
                <a:lnTo>
                  <a:pt x="16" y="22"/>
                </a:lnTo>
                <a:lnTo>
                  <a:pt x="17" y="22"/>
                </a:lnTo>
                <a:lnTo>
                  <a:pt x="17" y="21"/>
                </a:lnTo>
                <a:lnTo>
                  <a:pt x="18" y="20"/>
                </a:lnTo>
                <a:lnTo>
                  <a:pt x="18" y="19"/>
                </a:lnTo>
                <a:lnTo>
                  <a:pt x="19" y="19"/>
                </a:lnTo>
                <a:lnTo>
                  <a:pt x="20" y="17"/>
                </a:lnTo>
                <a:lnTo>
                  <a:pt x="21" y="16"/>
                </a:lnTo>
                <a:lnTo>
                  <a:pt x="21" y="15"/>
                </a:lnTo>
                <a:lnTo>
                  <a:pt x="21" y="14"/>
                </a:lnTo>
                <a:lnTo>
                  <a:pt x="21" y="13"/>
                </a:lnTo>
                <a:lnTo>
                  <a:pt x="22" y="12"/>
                </a:lnTo>
                <a:lnTo>
                  <a:pt x="22" y="10"/>
                </a:lnTo>
                <a:lnTo>
                  <a:pt x="21" y="8"/>
                </a:lnTo>
                <a:lnTo>
                  <a:pt x="21" y="7"/>
                </a:lnTo>
                <a:lnTo>
                  <a:pt x="21" y="6"/>
                </a:lnTo>
                <a:lnTo>
                  <a:pt x="21" y="5"/>
                </a:lnTo>
                <a:lnTo>
                  <a:pt x="21" y="4"/>
                </a:lnTo>
                <a:lnTo>
                  <a:pt x="20" y="3"/>
                </a:lnTo>
                <a:lnTo>
                  <a:pt x="19" y="2"/>
                </a:lnTo>
                <a:lnTo>
                  <a:pt x="19" y="1"/>
                </a:lnTo>
                <a:lnTo>
                  <a:pt x="18" y="0"/>
                </a:lnTo>
                <a:lnTo>
                  <a:pt x="17" y="0"/>
                </a:lnTo>
                <a:lnTo>
                  <a:pt x="16" y="0"/>
                </a:lnTo>
                <a:lnTo>
                  <a:pt x="16" y="1"/>
                </a:lnTo>
                <a:lnTo>
                  <a:pt x="16" y="2"/>
                </a:lnTo>
                <a:lnTo>
                  <a:pt x="17" y="3"/>
                </a:lnTo>
                <a:lnTo>
                  <a:pt x="18" y="5"/>
                </a:lnTo>
                <a:lnTo>
                  <a:pt x="18" y="6"/>
                </a:lnTo>
                <a:lnTo>
                  <a:pt x="19" y="6"/>
                </a:lnTo>
                <a:lnTo>
                  <a:pt x="19" y="8"/>
                </a:lnTo>
                <a:lnTo>
                  <a:pt x="19" y="10"/>
                </a:lnTo>
                <a:lnTo>
                  <a:pt x="19" y="11"/>
                </a:lnTo>
                <a:lnTo>
                  <a:pt x="19" y="12"/>
                </a:lnTo>
                <a:lnTo>
                  <a:pt x="19" y="13"/>
                </a:lnTo>
                <a:lnTo>
                  <a:pt x="19" y="14"/>
                </a:lnTo>
                <a:lnTo>
                  <a:pt x="18" y="15"/>
                </a:lnTo>
                <a:lnTo>
                  <a:pt x="18" y="16"/>
                </a:lnTo>
                <a:lnTo>
                  <a:pt x="17" y="17"/>
                </a:lnTo>
                <a:lnTo>
                  <a:pt x="16" y="18"/>
                </a:lnTo>
                <a:lnTo>
                  <a:pt x="16" y="19"/>
                </a:lnTo>
                <a:lnTo>
                  <a:pt x="15" y="20"/>
                </a:lnTo>
                <a:lnTo>
                  <a:pt x="14" y="21"/>
                </a:lnTo>
                <a:lnTo>
                  <a:pt x="13" y="21"/>
                </a:lnTo>
                <a:lnTo>
                  <a:pt x="12" y="22"/>
                </a:lnTo>
                <a:lnTo>
                  <a:pt x="11" y="22"/>
                </a:lnTo>
                <a:lnTo>
                  <a:pt x="10" y="22"/>
                </a:lnTo>
                <a:lnTo>
                  <a:pt x="9" y="23"/>
                </a:lnTo>
                <a:lnTo>
                  <a:pt x="6" y="23"/>
                </a:lnTo>
                <a:lnTo>
                  <a:pt x="5" y="23"/>
                </a:lnTo>
                <a:lnTo>
                  <a:pt x="4" y="23"/>
                </a:lnTo>
                <a:lnTo>
                  <a:pt x="3" y="23"/>
                </a:lnTo>
                <a:lnTo>
                  <a:pt x="2" y="22"/>
                </a:lnTo>
                <a:lnTo>
                  <a:pt x="1" y="22"/>
                </a:lnTo>
                <a:lnTo>
                  <a:pt x="1" y="23"/>
                </a:lnTo>
                <a:lnTo>
                  <a:pt x="0" y="23"/>
                </a:lnTo>
                <a:lnTo>
                  <a:pt x="1" y="24"/>
                </a:lnTo>
                <a:lnTo>
                  <a:pt x="1" y="25"/>
                </a:lnTo>
                <a:lnTo>
                  <a:pt x="2" y="25"/>
                </a:lnTo>
                <a:lnTo>
                  <a:pt x="3" y="25"/>
                </a:lnTo>
              </a:path>
            </a:pathLst>
          </a:custGeom>
          <a:ln w="6480">
            <a:solidFill>
              <a:srgbClr val="4A4A4A"/>
            </a:solidFill>
            <a:round/>
          </a:ln>
        </p:spPr>
        <p:txBody>
          <a:bodyPr lIns="3240" tIns="3240" rIns="3240" bIns="324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104" name=""/>
          <p:cNvSpPr/>
          <p:nvPr/>
        </p:nvSpPr>
        <p:spPr>
          <a:xfrm>
            <a:off x="5148360" y="1935360"/>
            <a:ext cx="18000" cy="48960"/>
          </a:xfrm>
          <a:custGeom>
            <a:avLst/>
            <a:gdLst/>
            <a:ahLst/>
            <a:rect l="0" t="0" r="r" b="b"/>
            <a:pathLst>
              <a:path fill="none" w="50" h="136">
                <a:moveTo>
                  <a:pt x="0" y="136"/>
                </a:moveTo>
                <a:lnTo>
                  <a:pt x="1" y="131"/>
                </a:lnTo>
                <a:lnTo>
                  <a:pt x="3" y="127"/>
                </a:lnTo>
                <a:lnTo>
                  <a:pt x="4" y="124"/>
                </a:lnTo>
                <a:lnTo>
                  <a:pt x="5" y="119"/>
                </a:lnTo>
                <a:lnTo>
                  <a:pt x="7" y="114"/>
                </a:lnTo>
                <a:lnTo>
                  <a:pt x="9" y="108"/>
                </a:lnTo>
                <a:lnTo>
                  <a:pt x="11" y="103"/>
                </a:lnTo>
                <a:lnTo>
                  <a:pt x="13" y="98"/>
                </a:lnTo>
                <a:lnTo>
                  <a:pt x="14" y="93"/>
                </a:lnTo>
                <a:lnTo>
                  <a:pt x="16" y="89"/>
                </a:lnTo>
                <a:lnTo>
                  <a:pt x="18" y="84"/>
                </a:lnTo>
                <a:lnTo>
                  <a:pt x="20" y="78"/>
                </a:lnTo>
                <a:lnTo>
                  <a:pt x="22" y="72"/>
                </a:lnTo>
                <a:lnTo>
                  <a:pt x="24" y="67"/>
                </a:lnTo>
                <a:lnTo>
                  <a:pt x="26" y="64"/>
                </a:lnTo>
                <a:lnTo>
                  <a:pt x="27" y="59"/>
                </a:lnTo>
                <a:lnTo>
                  <a:pt x="29" y="56"/>
                </a:lnTo>
                <a:lnTo>
                  <a:pt x="32" y="47"/>
                </a:lnTo>
                <a:lnTo>
                  <a:pt x="35" y="40"/>
                </a:lnTo>
                <a:lnTo>
                  <a:pt x="37" y="35"/>
                </a:lnTo>
                <a:lnTo>
                  <a:pt x="39" y="29"/>
                </a:lnTo>
                <a:lnTo>
                  <a:pt x="41" y="24"/>
                </a:lnTo>
                <a:lnTo>
                  <a:pt x="44" y="17"/>
                </a:lnTo>
                <a:lnTo>
                  <a:pt x="46" y="11"/>
                </a:lnTo>
                <a:lnTo>
                  <a:pt x="48" y="5"/>
                </a:lnTo>
                <a:lnTo>
                  <a:pt x="50" y="0"/>
                </a:lnTo>
              </a:path>
            </a:pathLst>
          </a:custGeom>
          <a:ln w="6480">
            <a:solidFill>
              <a:srgbClr val="4A4A4A"/>
            </a:solidFill>
            <a:round/>
          </a:ln>
        </p:spPr>
        <p:txBody>
          <a:bodyPr lIns="3240" tIns="3240" rIns="3240" bIns="324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105" name=""/>
          <p:cNvSpPr txBox="1"/>
          <p:nvPr/>
        </p:nvSpPr>
        <p:spPr>
          <a:xfrm>
            <a:off x="50400" y="12600"/>
            <a:ext cx="101160" cy="1148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800" b="1" u="none" strike="noStrike">
                <a:solidFill>
                  <a:srgbClr val="1A1A1A"/>
                </a:solidFill>
                <a:effectLst/>
                <a:uFillTx/>
                <a:latin typeface="Arial"/>
                <a:ea typeface="Arial"/>
              </a:rPr>
              <a:t>a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106" name=""/>
          <p:cNvSpPr txBox="1"/>
          <p:nvPr/>
        </p:nvSpPr>
        <p:spPr>
          <a:xfrm>
            <a:off x="5949000" y="761400"/>
            <a:ext cx="297360" cy="86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600" b="0" u="none" strike="noStrike">
                <a:solidFill>
                  <a:srgbClr val="1A1A1A"/>
                </a:solidFill>
                <a:effectLst/>
                <a:uFillTx/>
                <a:latin typeface="Arial"/>
                <a:ea typeface="Arial"/>
              </a:rPr>
              <a:t>Province</a:t>
            </a:r>
            <a:endParaRPr lang="en-US" sz="6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pic>
        <p:nvPicPr>
          <p:cNvPr id="2107" name=""/>
          <p:cNvPicPr/>
          <p:nvPr/>
        </p:nvPicPr>
        <p:blipFill>
          <a:blip r:embed="rId1"/>
          <a:srcRect l="33340" r="33338" t="2253" b="1284"/>
          <a:stretch/>
        </p:blipFill>
        <p:spPr>
          <a:xfrm>
            <a:off x="5948858" y="977011"/>
            <a:ext cx="79172" cy="540004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108" name=""/>
          <p:cNvSpPr/>
          <p:nvPr/>
        </p:nvSpPr>
        <p:spPr>
          <a:xfrm>
            <a:off x="6010200" y="1494720"/>
            <a:ext cx="17640" cy="0"/>
          </a:xfrm>
          <a:prstGeom prst="line">
            <a:avLst/>
          </a:prstGeom>
          <a:ln w="4680">
            <a:solidFill>
              <a:srgbClr val="FFFF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2160" tIns="-2160" rIns="2160" bIns="-21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109" name=""/>
          <p:cNvSpPr/>
          <p:nvPr/>
        </p:nvSpPr>
        <p:spPr>
          <a:xfrm>
            <a:off x="6010200" y="1347120"/>
            <a:ext cx="17640" cy="0"/>
          </a:xfrm>
          <a:prstGeom prst="line">
            <a:avLst/>
          </a:prstGeom>
          <a:ln w="4680">
            <a:solidFill>
              <a:srgbClr val="FFFF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2160" tIns="-2160" rIns="2160" bIns="-21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110" name=""/>
          <p:cNvSpPr/>
          <p:nvPr/>
        </p:nvSpPr>
        <p:spPr>
          <a:xfrm>
            <a:off x="6010200" y="1139400"/>
            <a:ext cx="17640" cy="0"/>
          </a:xfrm>
          <a:prstGeom prst="line">
            <a:avLst/>
          </a:prstGeom>
          <a:ln w="4680">
            <a:solidFill>
              <a:srgbClr val="FFFF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2160" tIns="-2160" rIns="2160" bIns="-21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111" name=""/>
          <p:cNvSpPr/>
          <p:nvPr/>
        </p:nvSpPr>
        <p:spPr>
          <a:xfrm>
            <a:off x="6010200" y="992160"/>
            <a:ext cx="17640" cy="0"/>
          </a:xfrm>
          <a:prstGeom prst="line">
            <a:avLst/>
          </a:prstGeom>
          <a:ln w="4680">
            <a:solidFill>
              <a:srgbClr val="FFFF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2160" tIns="-2160" rIns="2160" bIns="-21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112" name=""/>
          <p:cNvSpPr/>
          <p:nvPr/>
        </p:nvSpPr>
        <p:spPr>
          <a:xfrm flipH="1">
            <a:off x="5948640" y="1494720"/>
            <a:ext cx="17640" cy="0"/>
          </a:xfrm>
          <a:prstGeom prst="line">
            <a:avLst/>
          </a:prstGeom>
          <a:ln w="4680">
            <a:solidFill>
              <a:srgbClr val="FFFF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2160" tIns="-2160" rIns="2160" bIns="-21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113" name=""/>
          <p:cNvSpPr/>
          <p:nvPr/>
        </p:nvSpPr>
        <p:spPr>
          <a:xfrm flipH="1">
            <a:off x="5948640" y="1347120"/>
            <a:ext cx="17640" cy="0"/>
          </a:xfrm>
          <a:prstGeom prst="line">
            <a:avLst/>
          </a:prstGeom>
          <a:ln w="4680">
            <a:solidFill>
              <a:srgbClr val="FFFF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2160" tIns="-2160" rIns="2160" bIns="-21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114" name=""/>
          <p:cNvSpPr/>
          <p:nvPr/>
        </p:nvSpPr>
        <p:spPr>
          <a:xfrm flipH="1">
            <a:off x="5948640" y="1139400"/>
            <a:ext cx="17640" cy="0"/>
          </a:xfrm>
          <a:prstGeom prst="line">
            <a:avLst/>
          </a:prstGeom>
          <a:ln w="4680">
            <a:solidFill>
              <a:srgbClr val="FFFF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2160" tIns="-2160" rIns="2160" bIns="-21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115" name=""/>
          <p:cNvSpPr/>
          <p:nvPr/>
        </p:nvSpPr>
        <p:spPr>
          <a:xfrm flipH="1">
            <a:off x="5948640" y="992160"/>
            <a:ext cx="17640" cy="0"/>
          </a:xfrm>
          <a:prstGeom prst="line">
            <a:avLst/>
          </a:prstGeom>
          <a:ln w="4680">
            <a:solidFill>
              <a:srgbClr val="FFFF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2160" tIns="-2160" rIns="2160" bIns="-21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116" name=""/>
          <p:cNvSpPr txBox="1"/>
          <p:nvPr/>
        </p:nvSpPr>
        <p:spPr>
          <a:xfrm>
            <a:off x="5949000" y="843840"/>
            <a:ext cx="305640" cy="86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600" b="0" u="none" strike="noStrike">
                <a:solidFill>
                  <a:srgbClr val="1A1A1A"/>
                </a:solidFill>
                <a:effectLst/>
                <a:uFillTx/>
                <a:latin typeface="Arial"/>
                <a:ea typeface="Arial"/>
              </a:rPr>
              <a:t>multiplier</a:t>
            </a:r>
            <a:endParaRPr lang="en-US" sz="6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117" name=""/>
          <p:cNvSpPr txBox="1"/>
          <p:nvPr/>
        </p:nvSpPr>
        <p:spPr>
          <a:xfrm>
            <a:off x="6072480" y="1450440"/>
            <a:ext cx="149040" cy="86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600" b="0" u="none" strike="noStrike">
                <a:solidFill>
                  <a:srgbClr val="5A5A5A"/>
                </a:solidFill>
                <a:effectLst/>
                <a:uFillTx/>
                <a:latin typeface="Arial"/>
                <a:ea typeface="Arial"/>
              </a:rPr>
              <a:t>0.75</a:t>
            </a:r>
            <a:endParaRPr lang="en-US" sz="6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118" name=""/>
          <p:cNvSpPr txBox="1"/>
          <p:nvPr/>
        </p:nvSpPr>
        <p:spPr>
          <a:xfrm>
            <a:off x="6072480" y="1302840"/>
            <a:ext cx="75960" cy="86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600" b="0" u="none" strike="noStrike">
                <a:solidFill>
                  <a:srgbClr val="5A5A5A"/>
                </a:solidFill>
                <a:effectLst/>
                <a:uFillTx/>
                <a:latin typeface="Arial"/>
                <a:ea typeface="Arial"/>
              </a:rPr>
              <a:t>1</a:t>
            </a:r>
            <a:endParaRPr lang="en-US" sz="6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119" name=""/>
          <p:cNvSpPr txBox="1"/>
          <p:nvPr/>
        </p:nvSpPr>
        <p:spPr>
          <a:xfrm>
            <a:off x="6072480" y="1095120"/>
            <a:ext cx="106560" cy="86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600" b="0" u="none" strike="noStrike">
                <a:solidFill>
                  <a:srgbClr val="5A5A5A"/>
                </a:solidFill>
                <a:effectLst/>
                <a:uFillTx/>
                <a:latin typeface="Arial"/>
                <a:ea typeface="Arial"/>
              </a:rPr>
              <a:t>1.5</a:t>
            </a:r>
            <a:endParaRPr lang="en-US" sz="6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120" name=""/>
          <p:cNvSpPr txBox="1"/>
          <p:nvPr/>
        </p:nvSpPr>
        <p:spPr>
          <a:xfrm>
            <a:off x="6072480" y="947880"/>
            <a:ext cx="75960" cy="86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600" b="0" u="none" strike="noStrike">
                <a:solidFill>
                  <a:srgbClr val="5A5A5A"/>
                </a:solidFill>
                <a:effectLst/>
                <a:uFillTx/>
                <a:latin typeface="Arial"/>
                <a:ea typeface="Arial"/>
              </a:rPr>
              <a:t>2</a:t>
            </a:r>
            <a:endParaRPr lang="en-US" sz="6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121" name=""/>
          <p:cNvSpPr txBox="1"/>
          <p:nvPr/>
        </p:nvSpPr>
        <p:spPr>
          <a:xfrm>
            <a:off x="3180240" y="63360"/>
            <a:ext cx="1852560" cy="993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700" b="1" u="none" strike="noStrike">
                <a:solidFill>
                  <a:srgbClr val="1A1A1A"/>
                </a:solidFill>
                <a:effectLst/>
                <a:uFillTx/>
                <a:latin typeface="Arial"/>
                <a:ea typeface="Arial"/>
              </a:rPr>
              <a:t>Regional baselines, net of effort and climate</a:t>
            </a:r>
            <a:endParaRPr lang="en-US" sz="7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122" name=""/>
          <p:cNvSpPr/>
          <p:nvPr/>
        </p:nvSpPr>
        <p:spPr>
          <a:xfrm>
            <a:off x="5341320" y="1503360"/>
            <a:ext cx="479160" cy="547200"/>
          </a:xfrm>
          <a:custGeom>
            <a:avLst/>
            <a:gdLst/>
            <a:ahLst/>
            <a:rect l="0" t="0" r="r" b="b"/>
            <a:pathLst>
              <a:path w="1331" h="1520">
                <a:moveTo>
                  <a:pt x="0" y="0"/>
                </a:moveTo>
                <a:lnTo>
                  <a:pt x="1331" y="0"/>
                </a:lnTo>
                <a:lnTo>
                  <a:pt x="1331" y="1520"/>
                </a:lnTo>
                <a:lnTo>
                  <a:pt x="0" y="152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123" name=""/>
          <p:cNvSpPr/>
          <p:nvPr/>
        </p:nvSpPr>
        <p:spPr>
          <a:xfrm>
            <a:off x="5341320" y="1503360"/>
            <a:ext cx="479160" cy="547200"/>
          </a:xfrm>
          <a:custGeom>
            <a:avLst/>
            <a:gdLst/>
            <a:ahLst/>
            <a:rect l="0" t="0" r="r" b="b"/>
            <a:pathLst>
              <a:path w="1331" h="1520">
                <a:moveTo>
                  <a:pt x="0" y="0"/>
                </a:moveTo>
                <a:lnTo>
                  <a:pt x="1331" y="0"/>
                </a:lnTo>
                <a:lnTo>
                  <a:pt x="1331" y="1520"/>
                </a:lnTo>
                <a:lnTo>
                  <a:pt x="0" y="152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124" name=""/>
          <p:cNvSpPr/>
          <p:nvPr/>
        </p:nvSpPr>
        <p:spPr>
          <a:xfrm>
            <a:off x="5589000" y="1547280"/>
            <a:ext cx="0" cy="360"/>
          </a:xfrm>
          <a:custGeom>
            <a:avLst/>
            <a:gdLst/>
            <a:ahLst/>
            <a:rect l="0" t="0" r="r" b="b"/>
            <a:pathLst>
              <a:path w="0" h="1">
                <a:moveTo>
                  <a:pt x="0" y="1"/>
                </a:moveTo>
                <a:lnTo>
                  <a:pt x="0" y="0"/>
                </a:lnTo>
                <a:lnTo>
                  <a:pt x="0" y="1"/>
                </a:lnTo>
                <a:close/>
              </a:path>
            </a:pathLst>
          </a:custGeom>
          <a:solidFill>
            <a:srgbClr val="97B4D5"/>
          </a:solidFill>
          <a:ln w="2520">
            <a:solidFill>
              <a:srgbClr val="FFFFFF"/>
            </a:solidFill>
            <a:round/>
          </a:ln>
        </p:spPr>
        <p:txBody>
          <a:bodyPr lIns="1080" tIns="-720" rIns="1080" bIns="-7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125" name=""/>
          <p:cNvSpPr/>
          <p:nvPr/>
        </p:nvSpPr>
        <p:spPr>
          <a:xfrm>
            <a:off x="5589360" y="1546920"/>
            <a:ext cx="720" cy="360"/>
          </a:xfrm>
          <a:custGeom>
            <a:avLst/>
            <a:gdLst/>
            <a:ahLst/>
            <a:rect l="0" t="0" r="r" b="b"/>
            <a:pathLst>
              <a:path w="2" h="1">
                <a:moveTo>
                  <a:pt x="1" y="1"/>
                </a:moveTo>
                <a:lnTo>
                  <a:pt x="0" y="1"/>
                </a:lnTo>
                <a:lnTo>
                  <a:pt x="1" y="0"/>
                </a:lnTo>
                <a:lnTo>
                  <a:pt x="2" y="0"/>
                </a:lnTo>
                <a:lnTo>
                  <a:pt x="1" y="1"/>
                </a:lnTo>
                <a:close/>
              </a:path>
            </a:pathLst>
          </a:custGeom>
          <a:solidFill>
            <a:srgbClr val="97B4D5"/>
          </a:solidFill>
          <a:ln w="2520">
            <a:solidFill>
              <a:srgbClr val="FFFFFF"/>
            </a:solidFill>
            <a:round/>
          </a:ln>
        </p:spPr>
        <p:txBody>
          <a:bodyPr lIns="1080" tIns="-720" rIns="1080" bIns="-7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126" name=""/>
          <p:cNvSpPr/>
          <p:nvPr/>
        </p:nvSpPr>
        <p:spPr>
          <a:xfrm>
            <a:off x="5594400" y="1543320"/>
            <a:ext cx="360" cy="360"/>
          </a:xfrm>
          <a:custGeom>
            <a:avLst/>
            <a:gdLst/>
            <a:ahLst/>
            <a:rect l="0" t="0" r="r" b="b"/>
            <a:pathLst>
              <a:path w="1" h="1">
                <a:moveTo>
                  <a:pt x="0" y="1"/>
                </a:moveTo>
                <a:lnTo>
                  <a:pt x="0" y="0"/>
                </a:lnTo>
                <a:lnTo>
                  <a:pt x="1" y="0"/>
                </a:lnTo>
                <a:lnTo>
                  <a:pt x="1" y="1"/>
                </a:lnTo>
                <a:lnTo>
                  <a:pt x="0" y="1"/>
                </a:lnTo>
                <a:close/>
              </a:path>
            </a:pathLst>
          </a:custGeom>
          <a:solidFill>
            <a:srgbClr val="97B4D5"/>
          </a:solidFill>
          <a:ln w="2520">
            <a:solidFill>
              <a:srgbClr val="FFFFFF"/>
            </a:solidFill>
            <a:round/>
          </a:ln>
        </p:spPr>
        <p:txBody>
          <a:bodyPr lIns="1080" tIns="-720" rIns="1080" bIns="-7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127" name=""/>
          <p:cNvSpPr/>
          <p:nvPr/>
        </p:nvSpPr>
        <p:spPr>
          <a:xfrm>
            <a:off x="5598000" y="1541880"/>
            <a:ext cx="360" cy="360"/>
          </a:xfrm>
          <a:custGeom>
            <a:avLst/>
            <a:gdLst/>
            <a:ahLst/>
            <a:rect l="0" t="0" r="r" b="b"/>
            <a:pathLst>
              <a:path w="1" h="1">
                <a:moveTo>
                  <a:pt x="0" y="0"/>
                </a:moveTo>
                <a:lnTo>
                  <a:pt x="1" y="0"/>
                </a:lnTo>
                <a:lnTo>
                  <a:pt x="0" y="0"/>
                </a:lnTo>
                <a:lnTo>
                  <a:pt x="0" y="1"/>
                </a:lnTo>
                <a:lnTo>
                  <a:pt x="0" y="0"/>
                </a:lnTo>
                <a:close/>
              </a:path>
            </a:pathLst>
          </a:custGeom>
          <a:solidFill>
            <a:srgbClr val="97B4D5"/>
          </a:solidFill>
          <a:ln w="2520">
            <a:solidFill>
              <a:srgbClr val="FFFFFF"/>
            </a:solidFill>
            <a:round/>
          </a:ln>
        </p:spPr>
        <p:txBody>
          <a:bodyPr lIns="1080" tIns="-720" rIns="1080" bIns="-7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128" name=""/>
          <p:cNvSpPr/>
          <p:nvPr/>
        </p:nvSpPr>
        <p:spPr>
          <a:xfrm>
            <a:off x="5597280" y="1541880"/>
            <a:ext cx="360" cy="0"/>
          </a:xfrm>
          <a:custGeom>
            <a:avLst/>
            <a:gdLst/>
            <a:ahLst/>
            <a:rect l="0" t="0" r="r" b="b"/>
            <a:pathLst>
              <a:path w="1" h="0">
                <a:moveTo>
                  <a:pt x="1" y="0"/>
                </a:moveTo>
                <a:lnTo>
                  <a:pt x="0" y="0"/>
                </a:lnTo>
                <a:lnTo>
                  <a:pt x="1" y="0"/>
                </a:lnTo>
                <a:close/>
              </a:path>
            </a:pathLst>
          </a:custGeom>
          <a:solidFill>
            <a:srgbClr val="97B4D5"/>
          </a:solidFill>
          <a:ln w="2520">
            <a:solidFill>
              <a:srgbClr val="FFFFFF"/>
            </a:solidFill>
            <a:round/>
          </a:ln>
        </p:spPr>
        <p:txBody>
          <a:bodyPr lIns="1080" tIns="-1080" rIns="1080" bIns="-108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129" name=""/>
          <p:cNvSpPr/>
          <p:nvPr/>
        </p:nvSpPr>
        <p:spPr>
          <a:xfrm>
            <a:off x="5596920" y="1541160"/>
            <a:ext cx="360" cy="720"/>
          </a:xfrm>
          <a:custGeom>
            <a:avLst/>
            <a:gdLst/>
            <a:ahLst/>
            <a:rect l="0" t="0" r="r" b="b"/>
            <a:pathLst>
              <a:path w="1" h="2">
                <a:moveTo>
                  <a:pt x="0" y="2"/>
                </a:moveTo>
                <a:lnTo>
                  <a:pt x="0" y="1"/>
                </a:lnTo>
                <a:lnTo>
                  <a:pt x="0" y="0"/>
                </a:lnTo>
                <a:lnTo>
                  <a:pt x="0" y="1"/>
                </a:lnTo>
                <a:lnTo>
                  <a:pt x="1" y="1"/>
                </a:lnTo>
                <a:lnTo>
                  <a:pt x="1" y="2"/>
                </a:lnTo>
                <a:lnTo>
                  <a:pt x="0" y="2"/>
                </a:lnTo>
                <a:close/>
              </a:path>
            </a:pathLst>
          </a:custGeom>
          <a:solidFill>
            <a:srgbClr val="97B4D5"/>
          </a:solidFill>
          <a:ln w="2520">
            <a:solidFill>
              <a:srgbClr val="FFFFFF"/>
            </a:solidFill>
            <a:round/>
          </a:ln>
        </p:spPr>
        <p:txBody>
          <a:bodyPr lIns="1080" tIns="-360" rIns="1080" bIns="-3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130" name=""/>
          <p:cNvSpPr/>
          <p:nvPr/>
        </p:nvSpPr>
        <p:spPr>
          <a:xfrm>
            <a:off x="5598360" y="1541520"/>
            <a:ext cx="0" cy="0"/>
          </a:xfrm>
          <a:custGeom>
            <a:avLst/>
            <a:gdLst/>
            <a:ahLst/>
            <a:rect l="0" t="0" r="r" b="b"/>
            <a:pathLst>
              <a:path w="0" h="0">
                <a:moveTo>
                  <a:pt x="0" y="0"/>
                </a:moveTo>
                <a:lnTo>
                  <a:pt x="0" y="0"/>
                </a:lnTo>
                <a:close/>
              </a:path>
            </a:pathLst>
          </a:custGeom>
          <a:solidFill>
            <a:srgbClr val="97B4D5"/>
          </a:solidFill>
          <a:ln w="2520">
            <a:solidFill>
              <a:srgbClr val="FFFFFF"/>
            </a:solidFill>
            <a:round/>
          </a:ln>
        </p:spPr>
        <p:txBody>
          <a:bodyPr lIns="1080" tIns="-1080" rIns="1080" bIns="-108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131" name=""/>
          <p:cNvSpPr/>
          <p:nvPr/>
        </p:nvSpPr>
        <p:spPr>
          <a:xfrm>
            <a:off x="5599080" y="1540800"/>
            <a:ext cx="0" cy="0"/>
          </a:xfrm>
          <a:custGeom>
            <a:avLst/>
            <a:gdLst/>
            <a:ahLst/>
            <a:rect l="0" t="0" r="r" b="b"/>
            <a:pathLst>
              <a:path w="0" h="0">
                <a:moveTo>
                  <a:pt x="0" y="0"/>
                </a:moveTo>
                <a:lnTo>
                  <a:pt x="0" y="0"/>
                </a:lnTo>
                <a:close/>
              </a:path>
            </a:pathLst>
          </a:custGeom>
          <a:solidFill>
            <a:srgbClr val="97B4D5"/>
          </a:solidFill>
          <a:ln w="2520">
            <a:solidFill>
              <a:srgbClr val="FFFFFF"/>
            </a:solidFill>
            <a:round/>
          </a:ln>
        </p:spPr>
        <p:txBody>
          <a:bodyPr lIns="1080" tIns="-1080" rIns="1080" bIns="-108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132" name=""/>
          <p:cNvSpPr/>
          <p:nvPr/>
        </p:nvSpPr>
        <p:spPr>
          <a:xfrm>
            <a:off x="5591160" y="1539000"/>
            <a:ext cx="360" cy="0"/>
          </a:xfrm>
          <a:custGeom>
            <a:avLst/>
            <a:gdLst/>
            <a:ahLst/>
            <a:rect l="0" t="0" r="r" b="b"/>
            <a:pathLst>
              <a:path w="1" h="0">
                <a:moveTo>
                  <a:pt x="1" y="0"/>
                </a:moveTo>
                <a:lnTo>
                  <a:pt x="0" y="0"/>
                </a:lnTo>
                <a:lnTo>
                  <a:pt x="1" y="0"/>
                </a:lnTo>
                <a:close/>
              </a:path>
            </a:pathLst>
          </a:custGeom>
          <a:solidFill>
            <a:srgbClr val="97B4D5"/>
          </a:solidFill>
          <a:ln w="2520">
            <a:solidFill>
              <a:srgbClr val="FFFFFF"/>
            </a:solidFill>
            <a:round/>
          </a:ln>
        </p:spPr>
        <p:txBody>
          <a:bodyPr lIns="1080" tIns="-1080" rIns="1080" bIns="-108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133" name=""/>
          <p:cNvSpPr/>
          <p:nvPr/>
        </p:nvSpPr>
        <p:spPr>
          <a:xfrm>
            <a:off x="5605920" y="1526760"/>
            <a:ext cx="360" cy="360"/>
          </a:xfrm>
          <a:custGeom>
            <a:avLst/>
            <a:gdLst/>
            <a:ahLst/>
            <a:rect l="0" t="0" r="r" b="b"/>
            <a:pathLst>
              <a:path w="1" h="1">
                <a:moveTo>
                  <a:pt x="0" y="0"/>
                </a:moveTo>
                <a:lnTo>
                  <a:pt x="1" y="0"/>
                </a:lnTo>
                <a:lnTo>
                  <a:pt x="1" y="1"/>
                </a:lnTo>
                <a:lnTo>
                  <a:pt x="0" y="1"/>
                </a:lnTo>
                <a:lnTo>
                  <a:pt x="0" y="0"/>
                </a:lnTo>
                <a:close/>
              </a:path>
            </a:pathLst>
          </a:custGeom>
          <a:solidFill>
            <a:srgbClr val="97B4D5"/>
          </a:solidFill>
          <a:ln w="2520">
            <a:solidFill>
              <a:srgbClr val="FFFFFF"/>
            </a:solidFill>
            <a:round/>
          </a:ln>
        </p:spPr>
        <p:txBody>
          <a:bodyPr lIns="1080" tIns="-720" rIns="1080" bIns="-7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134" name=""/>
          <p:cNvSpPr/>
          <p:nvPr/>
        </p:nvSpPr>
        <p:spPr>
          <a:xfrm>
            <a:off x="5604120" y="1526040"/>
            <a:ext cx="360" cy="360"/>
          </a:xfrm>
          <a:custGeom>
            <a:avLst/>
            <a:gdLst/>
            <a:ahLst/>
            <a:rect l="0" t="0" r="r" b="b"/>
            <a:pathLst>
              <a:path w="1" h="1">
                <a:moveTo>
                  <a:pt x="0" y="1"/>
                </a:moveTo>
                <a:lnTo>
                  <a:pt x="0" y="0"/>
                </a:lnTo>
                <a:lnTo>
                  <a:pt x="1" y="0"/>
                </a:lnTo>
                <a:lnTo>
                  <a:pt x="1" y="1"/>
                </a:lnTo>
                <a:lnTo>
                  <a:pt x="0" y="1"/>
                </a:lnTo>
                <a:close/>
              </a:path>
            </a:pathLst>
          </a:custGeom>
          <a:solidFill>
            <a:srgbClr val="97B4D5"/>
          </a:solidFill>
          <a:ln w="2520">
            <a:solidFill>
              <a:srgbClr val="FFFFFF"/>
            </a:solidFill>
            <a:round/>
          </a:ln>
        </p:spPr>
        <p:txBody>
          <a:bodyPr lIns="1080" tIns="-720" rIns="1080" bIns="-7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135" name=""/>
          <p:cNvSpPr/>
          <p:nvPr/>
        </p:nvSpPr>
        <p:spPr>
          <a:xfrm>
            <a:off x="5600520" y="1525680"/>
            <a:ext cx="360" cy="360"/>
          </a:xfrm>
          <a:custGeom>
            <a:avLst/>
            <a:gdLst/>
            <a:ahLst/>
            <a:rect l="0" t="0" r="r" b="b"/>
            <a:pathLst>
              <a:path w="1" h="1">
                <a:moveTo>
                  <a:pt x="1" y="0"/>
                </a:moveTo>
                <a:lnTo>
                  <a:pt x="1" y="1"/>
                </a:lnTo>
                <a:lnTo>
                  <a:pt x="0" y="1"/>
                </a:lnTo>
                <a:lnTo>
                  <a:pt x="0" y="0"/>
                </a:lnTo>
                <a:lnTo>
                  <a:pt x="1" y="0"/>
                </a:lnTo>
                <a:close/>
              </a:path>
            </a:pathLst>
          </a:custGeom>
          <a:solidFill>
            <a:srgbClr val="97B4D5"/>
          </a:solidFill>
          <a:ln w="2520">
            <a:solidFill>
              <a:srgbClr val="FFFFFF"/>
            </a:solidFill>
            <a:round/>
          </a:ln>
        </p:spPr>
        <p:txBody>
          <a:bodyPr lIns="1080" tIns="-720" rIns="1080" bIns="-7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136" name=""/>
          <p:cNvSpPr/>
          <p:nvPr/>
        </p:nvSpPr>
        <p:spPr>
          <a:xfrm>
            <a:off x="5601240" y="1525320"/>
            <a:ext cx="720" cy="360"/>
          </a:xfrm>
          <a:custGeom>
            <a:avLst/>
            <a:gdLst/>
            <a:ahLst/>
            <a:rect l="0" t="0" r="r" b="b"/>
            <a:pathLst>
              <a:path w="2" h="1">
                <a:moveTo>
                  <a:pt x="0" y="1"/>
                </a:moveTo>
                <a:lnTo>
                  <a:pt x="1" y="0"/>
                </a:lnTo>
                <a:lnTo>
                  <a:pt x="2" y="1"/>
                </a:lnTo>
                <a:lnTo>
                  <a:pt x="1" y="1"/>
                </a:lnTo>
                <a:lnTo>
                  <a:pt x="0" y="1"/>
                </a:lnTo>
                <a:close/>
              </a:path>
            </a:pathLst>
          </a:custGeom>
          <a:solidFill>
            <a:srgbClr val="97B4D5"/>
          </a:solidFill>
          <a:ln w="2520">
            <a:solidFill>
              <a:srgbClr val="FFFFFF"/>
            </a:solidFill>
            <a:round/>
          </a:ln>
        </p:spPr>
        <p:txBody>
          <a:bodyPr lIns="1080" tIns="-720" rIns="1080" bIns="-7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137" name=""/>
          <p:cNvSpPr/>
          <p:nvPr/>
        </p:nvSpPr>
        <p:spPr>
          <a:xfrm>
            <a:off x="5606280" y="1525320"/>
            <a:ext cx="360" cy="360"/>
          </a:xfrm>
          <a:custGeom>
            <a:avLst/>
            <a:gdLst/>
            <a:ahLst/>
            <a:rect l="0" t="0" r="r" b="b"/>
            <a:pathLst>
              <a:path w="1" h="1">
                <a:moveTo>
                  <a:pt x="0" y="1"/>
                </a:moveTo>
                <a:lnTo>
                  <a:pt x="0" y="0"/>
                </a:lnTo>
                <a:lnTo>
                  <a:pt x="0" y="1"/>
                </a:lnTo>
                <a:lnTo>
                  <a:pt x="1" y="1"/>
                </a:lnTo>
                <a:lnTo>
                  <a:pt x="0" y="1"/>
                </a:lnTo>
                <a:close/>
              </a:path>
            </a:pathLst>
          </a:custGeom>
          <a:solidFill>
            <a:srgbClr val="97B4D5"/>
          </a:solidFill>
          <a:ln w="2520">
            <a:solidFill>
              <a:srgbClr val="FFFFFF"/>
            </a:solidFill>
            <a:round/>
          </a:ln>
        </p:spPr>
        <p:txBody>
          <a:bodyPr lIns="1080" tIns="-720" rIns="1080" bIns="-7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138" name=""/>
          <p:cNvSpPr/>
          <p:nvPr/>
        </p:nvSpPr>
        <p:spPr>
          <a:xfrm>
            <a:off x="5603760" y="1524240"/>
            <a:ext cx="720" cy="720"/>
          </a:xfrm>
          <a:custGeom>
            <a:avLst/>
            <a:gdLst/>
            <a:ahLst/>
            <a:rect l="0" t="0" r="r" b="b"/>
            <a:pathLst>
              <a:path w="2" h="2">
                <a:moveTo>
                  <a:pt x="0" y="0"/>
                </a:moveTo>
                <a:lnTo>
                  <a:pt x="2" y="0"/>
                </a:lnTo>
                <a:lnTo>
                  <a:pt x="2" y="2"/>
                </a:lnTo>
                <a:lnTo>
                  <a:pt x="0" y="2"/>
                </a:lnTo>
                <a:lnTo>
                  <a:pt x="0" y="0"/>
                </a:lnTo>
                <a:close/>
              </a:path>
            </a:pathLst>
          </a:custGeom>
          <a:solidFill>
            <a:srgbClr val="97B4D5"/>
          </a:solidFill>
          <a:ln w="2520">
            <a:solidFill>
              <a:srgbClr val="FFFFFF"/>
            </a:solidFill>
            <a:round/>
          </a:ln>
        </p:spPr>
        <p:txBody>
          <a:bodyPr lIns="1080" tIns="-360" rIns="1080" bIns="-3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139" name=""/>
          <p:cNvSpPr/>
          <p:nvPr/>
        </p:nvSpPr>
        <p:spPr>
          <a:xfrm>
            <a:off x="5607360" y="1523880"/>
            <a:ext cx="1440" cy="1440"/>
          </a:xfrm>
          <a:custGeom>
            <a:avLst/>
            <a:gdLst/>
            <a:ahLst/>
            <a:rect l="0" t="0" r="r" b="b"/>
            <a:pathLst>
              <a:path w="4" h="4">
                <a:moveTo>
                  <a:pt x="3" y="1"/>
                </a:moveTo>
                <a:lnTo>
                  <a:pt x="3" y="3"/>
                </a:lnTo>
                <a:lnTo>
                  <a:pt x="1" y="3"/>
                </a:lnTo>
                <a:lnTo>
                  <a:pt x="1" y="4"/>
                </a:lnTo>
                <a:lnTo>
                  <a:pt x="0" y="4"/>
                </a:lnTo>
                <a:lnTo>
                  <a:pt x="1" y="3"/>
                </a:lnTo>
                <a:lnTo>
                  <a:pt x="0" y="3"/>
                </a:lnTo>
                <a:lnTo>
                  <a:pt x="0" y="1"/>
                </a:lnTo>
                <a:lnTo>
                  <a:pt x="1" y="1"/>
                </a:lnTo>
                <a:lnTo>
                  <a:pt x="0" y="1"/>
                </a:lnTo>
                <a:lnTo>
                  <a:pt x="0" y="3"/>
                </a:lnTo>
                <a:lnTo>
                  <a:pt x="1" y="3"/>
                </a:lnTo>
                <a:lnTo>
                  <a:pt x="1" y="1"/>
                </a:lnTo>
                <a:lnTo>
                  <a:pt x="1" y="0"/>
                </a:lnTo>
                <a:lnTo>
                  <a:pt x="3" y="0"/>
                </a:lnTo>
                <a:lnTo>
                  <a:pt x="4" y="0"/>
                </a:lnTo>
                <a:lnTo>
                  <a:pt x="4" y="1"/>
                </a:lnTo>
                <a:lnTo>
                  <a:pt x="3" y="1"/>
                </a:lnTo>
                <a:close/>
              </a:path>
            </a:pathLst>
          </a:custGeom>
          <a:solidFill>
            <a:srgbClr val="97B4D5"/>
          </a:solidFill>
          <a:ln w="2520">
            <a:solidFill>
              <a:srgbClr val="FFFFFF"/>
            </a:solidFill>
            <a:round/>
          </a:ln>
        </p:spPr>
        <p:txBody>
          <a:bodyPr lIns="1080" tIns="360" rIns="1080" bIns="3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140" name=""/>
          <p:cNvSpPr/>
          <p:nvPr/>
        </p:nvSpPr>
        <p:spPr>
          <a:xfrm>
            <a:off x="5600160" y="1524240"/>
            <a:ext cx="720" cy="0"/>
          </a:xfrm>
          <a:custGeom>
            <a:avLst/>
            <a:gdLst/>
            <a:ahLst/>
            <a:rect l="0" t="0" r="r" b="b"/>
            <a:pathLst>
              <a:path w="2" h="0">
                <a:moveTo>
                  <a:pt x="1" y="0"/>
                </a:moveTo>
                <a:lnTo>
                  <a:pt x="2" y="0"/>
                </a:lnTo>
                <a:lnTo>
                  <a:pt x="1" y="0"/>
                </a:lnTo>
                <a:lnTo>
                  <a:pt x="0" y="0"/>
                </a:lnTo>
                <a:lnTo>
                  <a:pt x="1" y="0"/>
                </a:lnTo>
                <a:close/>
              </a:path>
            </a:pathLst>
          </a:custGeom>
          <a:solidFill>
            <a:srgbClr val="97B4D5"/>
          </a:solidFill>
          <a:ln w="2520">
            <a:solidFill>
              <a:srgbClr val="FFFFFF"/>
            </a:solidFill>
            <a:round/>
          </a:ln>
        </p:spPr>
        <p:txBody>
          <a:bodyPr lIns="1080" tIns="-1080" rIns="1080" bIns="-108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141" name=""/>
          <p:cNvSpPr/>
          <p:nvPr/>
        </p:nvSpPr>
        <p:spPr>
          <a:xfrm>
            <a:off x="5608800" y="1521360"/>
            <a:ext cx="4680" cy="4320"/>
          </a:xfrm>
          <a:custGeom>
            <a:avLst/>
            <a:gdLst/>
            <a:ahLst/>
            <a:rect l="0" t="0" r="r" b="b"/>
            <a:pathLst>
              <a:path w="13" h="12">
                <a:moveTo>
                  <a:pt x="11" y="1"/>
                </a:moveTo>
                <a:lnTo>
                  <a:pt x="11" y="2"/>
                </a:lnTo>
                <a:lnTo>
                  <a:pt x="12" y="3"/>
                </a:lnTo>
                <a:lnTo>
                  <a:pt x="12" y="4"/>
                </a:lnTo>
                <a:lnTo>
                  <a:pt x="12" y="5"/>
                </a:lnTo>
                <a:lnTo>
                  <a:pt x="13" y="5"/>
                </a:lnTo>
                <a:lnTo>
                  <a:pt x="12" y="6"/>
                </a:lnTo>
                <a:lnTo>
                  <a:pt x="13" y="6"/>
                </a:lnTo>
                <a:lnTo>
                  <a:pt x="13" y="7"/>
                </a:lnTo>
                <a:lnTo>
                  <a:pt x="12" y="8"/>
                </a:lnTo>
                <a:lnTo>
                  <a:pt x="11" y="8"/>
                </a:lnTo>
                <a:lnTo>
                  <a:pt x="11" y="7"/>
                </a:lnTo>
                <a:lnTo>
                  <a:pt x="10" y="7"/>
                </a:lnTo>
                <a:lnTo>
                  <a:pt x="9" y="7"/>
                </a:lnTo>
                <a:lnTo>
                  <a:pt x="9" y="6"/>
                </a:lnTo>
                <a:lnTo>
                  <a:pt x="8" y="6"/>
                </a:lnTo>
                <a:lnTo>
                  <a:pt x="8" y="7"/>
                </a:lnTo>
                <a:lnTo>
                  <a:pt x="7" y="7"/>
                </a:lnTo>
                <a:lnTo>
                  <a:pt x="6" y="7"/>
                </a:lnTo>
                <a:lnTo>
                  <a:pt x="6" y="8"/>
                </a:lnTo>
                <a:lnTo>
                  <a:pt x="5" y="10"/>
                </a:lnTo>
                <a:lnTo>
                  <a:pt x="5" y="11"/>
                </a:lnTo>
                <a:lnTo>
                  <a:pt x="4" y="12"/>
                </a:lnTo>
                <a:lnTo>
                  <a:pt x="4" y="11"/>
                </a:lnTo>
                <a:lnTo>
                  <a:pt x="3" y="11"/>
                </a:lnTo>
                <a:lnTo>
                  <a:pt x="1" y="11"/>
                </a:lnTo>
                <a:lnTo>
                  <a:pt x="0" y="10"/>
                </a:lnTo>
                <a:lnTo>
                  <a:pt x="1" y="10"/>
                </a:lnTo>
                <a:lnTo>
                  <a:pt x="3" y="8"/>
                </a:lnTo>
                <a:lnTo>
                  <a:pt x="3" y="7"/>
                </a:lnTo>
                <a:lnTo>
                  <a:pt x="3" y="6"/>
                </a:lnTo>
                <a:lnTo>
                  <a:pt x="1" y="6"/>
                </a:lnTo>
                <a:lnTo>
                  <a:pt x="1" y="5"/>
                </a:lnTo>
                <a:lnTo>
                  <a:pt x="0" y="5"/>
                </a:lnTo>
                <a:lnTo>
                  <a:pt x="1" y="5"/>
                </a:lnTo>
                <a:lnTo>
                  <a:pt x="1" y="4"/>
                </a:lnTo>
                <a:lnTo>
                  <a:pt x="3" y="4"/>
                </a:lnTo>
                <a:lnTo>
                  <a:pt x="4" y="4"/>
                </a:lnTo>
                <a:lnTo>
                  <a:pt x="4" y="5"/>
                </a:lnTo>
                <a:lnTo>
                  <a:pt x="5" y="5"/>
                </a:lnTo>
                <a:lnTo>
                  <a:pt x="6" y="5"/>
                </a:lnTo>
                <a:lnTo>
                  <a:pt x="7" y="5"/>
                </a:lnTo>
                <a:lnTo>
                  <a:pt x="7" y="4"/>
                </a:lnTo>
                <a:lnTo>
                  <a:pt x="7" y="3"/>
                </a:lnTo>
                <a:lnTo>
                  <a:pt x="8" y="3"/>
                </a:lnTo>
                <a:lnTo>
                  <a:pt x="8" y="2"/>
                </a:lnTo>
                <a:lnTo>
                  <a:pt x="8" y="1"/>
                </a:lnTo>
                <a:lnTo>
                  <a:pt x="9" y="1"/>
                </a:lnTo>
                <a:lnTo>
                  <a:pt x="9" y="0"/>
                </a:lnTo>
                <a:lnTo>
                  <a:pt x="10" y="0"/>
                </a:lnTo>
                <a:lnTo>
                  <a:pt x="10" y="1"/>
                </a:lnTo>
                <a:lnTo>
                  <a:pt x="11" y="1"/>
                </a:lnTo>
                <a:close/>
              </a:path>
            </a:pathLst>
          </a:custGeom>
          <a:solidFill>
            <a:srgbClr val="97B4D5"/>
          </a:solidFill>
          <a:ln w="2520">
            <a:solidFill>
              <a:srgbClr val="FFFFFF"/>
            </a:solidFill>
            <a:round/>
          </a:ln>
        </p:spPr>
        <p:txBody>
          <a:bodyPr lIns="1080" tIns="1080" rIns="1080" bIns="108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142" name=""/>
          <p:cNvSpPr/>
          <p:nvPr/>
        </p:nvSpPr>
        <p:spPr>
          <a:xfrm>
            <a:off x="5604120" y="1521360"/>
            <a:ext cx="2880" cy="3960"/>
          </a:xfrm>
          <a:custGeom>
            <a:avLst/>
            <a:gdLst/>
            <a:ahLst/>
            <a:rect l="0" t="0" r="r" b="b"/>
            <a:pathLst>
              <a:path w="8" h="11">
                <a:moveTo>
                  <a:pt x="7" y="2"/>
                </a:moveTo>
                <a:lnTo>
                  <a:pt x="7" y="1"/>
                </a:lnTo>
                <a:lnTo>
                  <a:pt x="8" y="2"/>
                </a:lnTo>
                <a:lnTo>
                  <a:pt x="8" y="3"/>
                </a:lnTo>
                <a:lnTo>
                  <a:pt x="8" y="4"/>
                </a:lnTo>
                <a:lnTo>
                  <a:pt x="8" y="5"/>
                </a:lnTo>
                <a:lnTo>
                  <a:pt x="8" y="6"/>
                </a:lnTo>
                <a:lnTo>
                  <a:pt x="7" y="7"/>
                </a:lnTo>
                <a:lnTo>
                  <a:pt x="4" y="10"/>
                </a:lnTo>
                <a:lnTo>
                  <a:pt x="4" y="11"/>
                </a:lnTo>
                <a:lnTo>
                  <a:pt x="3" y="10"/>
                </a:lnTo>
                <a:lnTo>
                  <a:pt x="2" y="10"/>
                </a:lnTo>
                <a:lnTo>
                  <a:pt x="1" y="10"/>
                </a:lnTo>
                <a:lnTo>
                  <a:pt x="0" y="8"/>
                </a:lnTo>
                <a:lnTo>
                  <a:pt x="0" y="7"/>
                </a:lnTo>
                <a:lnTo>
                  <a:pt x="0" y="6"/>
                </a:lnTo>
                <a:lnTo>
                  <a:pt x="0" y="5"/>
                </a:lnTo>
                <a:lnTo>
                  <a:pt x="0" y="4"/>
                </a:lnTo>
                <a:lnTo>
                  <a:pt x="0" y="3"/>
                </a:lnTo>
                <a:lnTo>
                  <a:pt x="0" y="2"/>
                </a:lnTo>
                <a:lnTo>
                  <a:pt x="0" y="1"/>
                </a:lnTo>
                <a:lnTo>
                  <a:pt x="1" y="1"/>
                </a:lnTo>
                <a:lnTo>
                  <a:pt x="3" y="0"/>
                </a:lnTo>
                <a:lnTo>
                  <a:pt x="4" y="1"/>
                </a:lnTo>
                <a:lnTo>
                  <a:pt x="6" y="1"/>
                </a:lnTo>
                <a:lnTo>
                  <a:pt x="6" y="2"/>
                </a:lnTo>
                <a:lnTo>
                  <a:pt x="6" y="3"/>
                </a:lnTo>
                <a:lnTo>
                  <a:pt x="7" y="2"/>
                </a:lnTo>
                <a:close/>
              </a:path>
            </a:pathLst>
          </a:custGeom>
          <a:solidFill>
            <a:srgbClr val="97B4D5"/>
          </a:solidFill>
          <a:ln w="2520">
            <a:solidFill>
              <a:srgbClr val="FFFFFF"/>
            </a:solidFill>
            <a:round/>
          </a:ln>
        </p:spPr>
        <p:txBody>
          <a:bodyPr lIns="1080" tIns="1080" rIns="1080" bIns="108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143" name=""/>
          <p:cNvSpPr/>
          <p:nvPr/>
        </p:nvSpPr>
        <p:spPr>
          <a:xfrm>
            <a:off x="5608800" y="1520640"/>
            <a:ext cx="2160" cy="1080"/>
          </a:xfrm>
          <a:custGeom>
            <a:avLst/>
            <a:gdLst/>
            <a:ahLst/>
            <a:rect l="0" t="0" r="r" b="b"/>
            <a:pathLst>
              <a:path w="6" h="3">
                <a:moveTo>
                  <a:pt x="4" y="0"/>
                </a:moveTo>
                <a:lnTo>
                  <a:pt x="5" y="0"/>
                </a:lnTo>
                <a:lnTo>
                  <a:pt x="6" y="0"/>
                </a:lnTo>
                <a:lnTo>
                  <a:pt x="5" y="2"/>
                </a:lnTo>
                <a:lnTo>
                  <a:pt x="4" y="2"/>
                </a:lnTo>
                <a:lnTo>
                  <a:pt x="5" y="2"/>
                </a:lnTo>
                <a:lnTo>
                  <a:pt x="6" y="2"/>
                </a:lnTo>
                <a:lnTo>
                  <a:pt x="5" y="2"/>
                </a:lnTo>
                <a:lnTo>
                  <a:pt x="5" y="3"/>
                </a:lnTo>
                <a:lnTo>
                  <a:pt x="4" y="3"/>
                </a:lnTo>
                <a:lnTo>
                  <a:pt x="4" y="2"/>
                </a:lnTo>
                <a:lnTo>
                  <a:pt x="4" y="3"/>
                </a:lnTo>
                <a:lnTo>
                  <a:pt x="2" y="3"/>
                </a:lnTo>
                <a:lnTo>
                  <a:pt x="1" y="2"/>
                </a:lnTo>
                <a:lnTo>
                  <a:pt x="0" y="2"/>
                </a:lnTo>
                <a:lnTo>
                  <a:pt x="0" y="0"/>
                </a:lnTo>
                <a:lnTo>
                  <a:pt x="1" y="0"/>
                </a:lnTo>
                <a:lnTo>
                  <a:pt x="2" y="0"/>
                </a:lnTo>
                <a:lnTo>
                  <a:pt x="4" y="0"/>
                </a:lnTo>
                <a:close/>
              </a:path>
            </a:pathLst>
          </a:custGeom>
          <a:solidFill>
            <a:srgbClr val="97B4D5"/>
          </a:solidFill>
          <a:ln w="2520">
            <a:solidFill>
              <a:srgbClr val="FFFFFF"/>
            </a:solidFill>
            <a:round/>
          </a:ln>
        </p:spPr>
        <p:txBody>
          <a:bodyPr lIns="1080" tIns="0" rIns="108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144" name=""/>
          <p:cNvSpPr/>
          <p:nvPr/>
        </p:nvSpPr>
        <p:spPr>
          <a:xfrm>
            <a:off x="5618520" y="1512720"/>
            <a:ext cx="360" cy="360"/>
          </a:xfrm>
          <a:custGeom>
            <a:avLst/>
            <a:gdLst/>
            <a:ahLst/>
            <a:rect l="0" t="0" r="r" b="b"/>
            <a:pathLst>
              <a:path w="1" h="1">
                <a:moveTo>
                  <a:pt x="0" y="0"/>
                </a:moveTo>
                <a:lnTo>
                  <a:pt x="0" y="1"/>
                </a:lnTo>
                <a:lnTo>
                  <a:pt x="0" y="0"/>
                </a:lnTo>
                <a:lnTo>
                  <a:pt x="1" y="0"/>
                </a:lnTo>
                <a:lnTo>
                  <a:pt x="0" y="0"/>
                </a:lnTo>
                <a:close/>
              </a:path>
            </a:pathLst>
          </a:custGeom>
          <a:solidFill>
            <a:srgbClr val="97B4D5"/>
          </a:solidFill>
          <a:ln w="2520">
            <a:solidFill>
              <a:srgbClr val="FFFFFF"/>
            </a:solidFill>
            <a:round/>
          </a:ln>
        </p:spPr>
        <p:txBody>
          <a:bodyPr lIns="1080" tIns="-720" rIns="1080" bIns="-7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145" name=""/>
          <p:cNvSpPr/>
          <p:nvPr/>
        </p:nvSpPr>
        <p:spPr>
          <a:xfrm>
            <a:off x="5623560" y="1506960"/>
            <a:ext cx="0" cy="0"/>
          </a:xfrm>
          <a:custGeom>
            <a:avLst/>
            <a:gdLst/>
            <a:ahLst/>
            <a:rect l="0" t="0" r="r" b="b"/>
            <a:pathLst>
              <a:path w="0" h="0">
                <a:moveTo>
                  <a:pt x="0" y="0"/>
                </a:moveTo>
                <a:lnTo>
                  <a:pt x="0" y="0"/>
                </a:lnTo>
                <a:close/>
              </a:path>
            </a:pathLst>
          </a:custGeom>
          <a:solidFill>
            <a:srgbClr val="97B4D5"/>
          </a:solidFill>
          <a:ln w="2520">
            <a:solidFill>
              <a:srgbClr val="FFFFFF"/>
            </a:solidFill>
            <a:round/>
          </a:ln>
        </p:spPr>
        <p:txBody>
          <a:bodyPr lIns="1080" tIns="-1080" rIns="1080" bIns="-108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146" name=""/>
          <p:cNvSpPr/>
          <p:nvPr/>
        </p:nvSpPr>
        <p:spPr>
          <a:xfrm>
            <a:off x="5623560" y="1505880"/>
            <a:ext cx="360" cy="0"/>
          </a:xfrm>
          <a:custGeom>
            <a:avLst/>
            <a:gdLst/>
            <a:ahLst/>
            <a:rect l="0" t="0" r="r" b="b"/>
            <a:pathLst>
              <a:path w="1" h="0">
                <a:moveTo>
                  <a:pt x="1" y="0"/>
                </a:moveTo>
                <a:lnTo>
                  <a:pt x="0" y="0"/>
                </a:lnTo>
                <a:lnTo>
                  <a:pt x="1" y="0"/>
                </a:lnTo>
                <a:close/>
              </a:path>
            </a:pathLst>
          </a:custGeom>
          <a:solidFill>
            <a:srgbClr val="97B4D5"/>
          </a:solidFill>
          <a:ln w="2520">
            <a:solidFill>
              <a:srgbClr val="FFFFFF"/>
            </a:solidFill>
            <a:round/>
          </a:ln>
        </p:spPr>
        <p:txBody>
          <a:bodyPr lIns="1080" tIns="-1080" rIns="1080" bIns="-108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147" name=""/>
          <p:cNvSpPr/>
          <p:nvPr/>
        </p:nvSpPr>
        <p:spPr>
          <a:xfrm>
            <a:off x="5622840" y="1503360"/>
            <a:ext cx="360" cy="360"/>
          </a:xfrm>
          <a:custGeom>
            <a:avLst/>
            <a:gdLst/>
            <a:ahLst/>
            <a:rect l="0" t="0" r="r" b="b"/>
            <a:pathLst>
              <a:path w="1" h="1">
                <a:moveTo>
                  <a:pt x="1" y="0"/>
                </a:moveTo>
                <a:lnTo>
                  <a:pt x="0" y="1"/>
                </a:lnTo>
                <a:lnTo>
                  <a:pt x="0" y="0"/>
                </a:lnTo>
                <a:lnTo>
                  <a:pt x="1" y="0"/>
                </a:lnTo>
                <a:close/>
              </a:path>
            </a:pathLst>
          </a:custGeom>
          <a:solidFill>
            <a:srgbClr val="97B4D5"/>
          </a:solidFill>
          <a:ln w="2520">
            <a:solidFill>
              <a:srgbClr val="FFFFFF"/>
            </a:solidFill>
            <a:round/>
          </a:ln>
        </p:spPr>
        <p:txBody>
          <a:bodyPr lIns="1080" tIns="-720" rIns="1080" bIns="-7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148" name=""/>
          <p:cNvSpPr/>
          <p:nvPr/>
        </p:nvSpPr>
        <p:spPr>
          <a:xfrm>
            <a:off x="5622120" y="1503360"/>
            <a:ext cx="360" cy="360"/>
          </a:xfrm>
          <a:custGeom>
            <a:avLst/>
            <a:gdLst/>
            <a:ahLst/>
            <a:rect l="0" t="0" r="r" b="b"/>
            <a:pathLst>
              <a:path w="1" h="1">
                <a:moveTo>
                  <a:pt x="1" y="0"/>
                </a:moveTo>
                <a:lnTo>
                  <a:pt x="1" y="1"/>
                </a:lnTo>
                <a:lnTo>
                  <a:pt x="0" y="0"/>
                </a:lnTo>
                <a:lnTo>
                  <a:pt x="1" y="0"/>
                </a:lnTo>
                <a:close/>
              </a:path>
            </a:pathLst>
          </a:custGeom>
          <a:solidFill>
            <a:srgbClr val="97B4D5"/>
          </a:solidFill>
          <a:ln w="2520">
            <a:solidFill>
              <a:srgbClr val="FFFFFF"/>
            </a:solidFill>
            <a:round/>
          </a:ln>
        </p:spPr>
        <p:txBody>
          <a:bodyPr lIns="1080" tIns="-720" rIns="1080" bIns="-7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149" name=""/>
          <p:cNvSpPr/>
          <p:nvPr/>
        </p:nvSpPr>
        <p:spPr>
          <a:xfrm>
            <a:off x="5551920" y="1503360"/>
            <a:ext cx="74520" cy="45000"/>
          </a:xfrm>
          <a:custGeom>
            <a:avLst/>
            <a:gdLst/>
            <a:ahLst/>
            <a:rect l="0" t="0" r="r" b="b"/>
            <a:pathLst>
              <a:path w="207" h="125">
                <a:moveTo>
                  <a:pt x="206" y="0"/>
                </a:moveTo>
                <a:lnTo>
                  <a:pt x="205" y="1"/>
                </a:lnTo>
                <a:lnTo>
                  <a:pt x="206" y="1"/>
                </a:lnTo>
                <a:lnTo>
                  <a:pt x="207" y="1"/>
                </a:lnTo>
                <a:lnTo>
                  <a:pt x="206" y="1"/>
                </a:lnTo>
                <a:lnTo>
                  <a:pt x="207" y="1"/>
                </a:lnTo>
                <a:lnTo>
                  <a:pt x="207" y="2"/>
                </a:lnTo>
                <a:lnTo>
                  <a:pt x="207" y="3"/>
                </a:lnTo>
                <a:lnTo>
                  <a:pt x="207" y="2"/>
                </a:lnTo>
                <a:lnTo>
                  <a:pt x="204" y="4"/>
                </a:lnTo>
                <a:lnTo>
                  <a:pt x="203" y="4"/>
                </a:lnTo>
                <a:lnTo>
                  <a:pt x="202" y="5"/>
                </a:lnTo>
                <a:lnTo>
                  <a:pt x="202" y="4"/>
                </a:lnTo>
                <a:lnTo>
                  <a:pt x="201" y="4"/>
                </a:lnTo>
                <a:lnTo>
                  <a:pt x="201" y="5"/>
                </a:lnTo>
                <a:lnTo>
                  <a:pt x="201" y="4"/>
                </a:lnTo>
                <a:lnTo>
                  <a:pt x="200" y="4"/>
                </a:lnTo>
                <a:lnTo>
                  <a:pt x="200" y="3"/>
                </a:lnTo>
                <a:lnTo>
                  <a:pt x="199" y="3"/>
                </a:lnTo>
                <a:lnTo>
                  <a:pt x="199" y="2"/>
                </a:lnTo>
                <a:lnTo>
                  <a:pt x="199" y="1"/>
                </a:lnTo>
                <a:lnTo>
                  <a:pt x="200" y="1"/>
                </a:lnTo>
                <a:lnTo>
                  <a:pt x="201" y="0"/>
                </a:lnTo>
                <a:lnTo>
                  <a:pt x="195" y="0"/>
                </a:lnTo>
                <a:lnTo>
                  <a:pt x="196" y="0"/>
                </a:lnTo>
                <a:lnTo>
                  <a:pt x="196" y="1"/>
                </a:lnTo>
                <a:lnTo>
                  <a:pt x="196" y="2"/>
                </a:lnTo>
                <a:lnTo>
                  <a:pt x="195" y="2"/>
                </a:lnTo>
                <a:lnTo>
                  <a:pt x="194" y="2"/>
                </a:lnTo>
                <a:lnTo>
                  <a:pt x="194" y="3"/>
                </a:lnTo>
                <a:lnTo>
                  <a:pt x="193" y="3"/>
                </a:lnTo>
                <a:lnTo>
                  <a:pt x="193" y="4"/>
                </a:lnTo>
                <a:lnTo>
                  <a:pt x="194" y="4"/>
                </a:lnTo>
                <a:lnTo>
                  <a:pt x="194" y="5"/>
                </a:lnTo>
                <a:lnTo>
                  <a:pt x="196" y="5"/>
                </a:lnTo>
                <a:lnTo>
                  <a:pt x="195" y="5"/>
                </a:lnTo>
                <a:lnTo>
                  <a:pt x="194" y="6"/>
                </a:lnTo>
                <a:lnTo>
                  <a:pt x="193" y="6"/>
                </a:lnTo>
                <a:lnTo>
                  <a:pt x="192" y="6"/>
                </a:lnTo>
                <a:lnTo>
                  <a:pt x="192" y="7"/>
                </a:lnTo>
                <a:lnTo>
                  <a:pt x="191" y="7"/>
                </a:lnTo>
                <a:lnTo>
                  <a:pt x="190" y="7"/>
                </a:lnTo>
                <a:lnTo>
                  <a:pt x="189" y="8"/>
                </a:lnTo>
                <a:lnTo>
                  <a:pt x="190" y="8"/>
                </a:lnTo>
                <a:lnTo>
                  <a:pt x="191" y="8"/>
                </a:lnTo>
                <a:lnTo>
                  <a:pt x="192" y="9"/>
                </a:lnTo>
                <a:lnTo>
                  <a:pt x="194" y="10"/>
                </a:lnTo>
                <a:lnTo>
                  <a:pt x="195" y="10"/>
                </a:lnTo>
                <a:lnTo>
                  <a:pt x="195" y="11"/>
                </a:lnTo>
                <a:lnTo>
                  <a:pt x="196" y="11"/>
                </a:lnTo>
                <a:lnTo>
                  <a:pt x="197" y="11"/>
                </a:lnTo>
                <a:lnTo>
                  <a:pt x="197" y="12"/>
                </a:lnTo>
                <a:lnTo>
                  <a:pt x="198" y="12"/>
                </a:lnTo>
                <a:lnTo>
                  <a:pt x="198" y="11"/>
                </a:lnTo>
                <a:lnTo>
                  <a:pt x="198" y="10"/>
                </a:lnTo>
                <a:lnTo>
                  <a:pt x="197" y="10"/>
                </a:lnTo>
                <a:lnTo>
                  <a:pt x="198" y="10"/>
                </a:lnTo>
                <a:lnTo>
                  <a:pt x="198" y="9"/>
                </a:lnTo>
                <a:lnTo>
                  <a:pt x="199" y="9"/>
                </a:lnTo>
                <a:lnTo>
                  <a:pt x="199" y="10"/>
                </a:lnTo>
                <a:lnTo>
                  <a:pt x="198" y="10"/>
                </a:lnTo>
                <a:lnTo>
                  <a:pt x="198" y="11"/>
                </a:lnTo>
                <a:lnTo>
                  <a:pt x="199" y="12"/>
                </a:lnTo>
                <a:lnTo>
                  <a:pt x="198" y="12"/>
                </a:lnTo>
                <a:lnTo>
                  <a:pt x="198" y="13"/>
                </a:lnTo>
                <a:lnTo>
                  <a:pt x="197" y="13"/>
                </a:lnTo>
                <a:lnTo>
                  <a:pt x="198" y="14"/>
                </a:lnTo>
                <a:lnTo>
                  <a:pt x="198" y="15"/>
                </a:lnTo>
                <a:lnTo>
                  <a:pt x="199" y="15"/>
                </a:lnTo>
                <a:lnTo>
                  <a:pt x="199" y="16"/>
                </a:lnTo>
                <a:lnTo>
                  <a:pt x="200" y="16"/>
                </a:lnTo>
                <a:lnTo>
                  <a:pt x="200" y="15"/>
                </a:lnTo>
                <a:lnTo>
                  <a:pt x="201" y="15"/>
                </a:lnTo>
                <a:lnTo>
                  <a:pt x="200" y="15"/>
                </a:lnTo>
                <a:lnTo>
                  <a:pt x="200" y="16"/>
                </a:lnTo>
                <a:lnTo>
                  <a:pt x="199" y="16"/>
                </a:lnTo>
                <a:lnTo>
                  <a:pt x="199" y="17"/>
                </a:lnTo>
                <a:lnTo>
                  <a:pt x="198" y="16"/>
                </a:lnTo>
                <a:lnTo>
                  <a:pt x="198" y="15"/>
                </a:lnTo>
                <a:lnTo>
                  <a:pt x="197" y="15"/>
                </a:lnTo>
                <a:lnTo>
                  <a:pt x="196" y="15"/>
                </a:lnTo>
                <a:lnTo>
                  <a:pt x="196" y="16"/>
                </a:lnTo>
                <a:lnTo>
                  <a:pt x="195" y="16"/>
                </a:lnTo>
                <a:lnTo>
                  <a:pt x="194" y="16"/>
                </a:lnTo>
                <a:lnTo>
                  <a:pt x="193" y="17"/>
                </a:lnTo>
                <a:lnTo>
                  <a:pt x="193" y="18"/>
                </a:lnTo>
                <a:lnTo>
                  <a:pt x="194" y="18"/>
                </a:lnTo>
                <a:lnTo>
                  <a:pt x="194" y="19"/>
                </a:lnTo>
                <a:lnTo>
                  <a:pt x="195" y="19"/>
                </a:lnTo>
                <a:lnTo>
                  <a:pt x="195" y="20"/>
                </a:lnTo>
                <a:lnTo>
                  <a:pt x="196" y="20"/>
                </a:lnTo>
                <a:lnTo>
                  <a:pt x="197" y="20"/>
                </a:lnTo>
                <a:lnTo>
                  <a:pt x="198" y="20"/>
                </a:lnTo>
                <a:lnTo>
                  <a:pt x="199" y="20"/>
                </a:lnTo>
                <a:lnTo>
                  <a:pt x="199" y="21"/>
                </a:lnTo>
                <a:lnTo>
                  <a:pt x="198" y="21"/>
                </a:lnTo>
                <a:lnTo>
                  <a:pt x="197" y="21"/>
                </a:lnTo>
                <a:lnTo>
                  <a:pt x="196" y="21"/>
                </a:lnTo>
                <a:lnTo>
                  <a:pt x="196" y="22"/>
                </a:lnTo>
                <a:lnTo>
                  <a:pt x="195" y="22"/>
                </a:lnTo>
                <a:lnTo>
                  <a:pt x="194" y="22"/>
                </a:lnTo>
                <a:lnTo>
                  <a:pt x="194" y="21"/>
                </a:lnTo>
                <a:lnTo>
                  <a:pt x="193" y="21"/>
                </a:lnTo>
                <a:lnTo>
                  <a:pt x="192" y="21"/>
                </a:lnTo>
                <a:lnTo>
                  <a:pt x="191" y="21"/>
                </a:lnTo>
                <a:lnTo>
                  <a:pt x="191" y="22"/>
                </a:lnTo>
                <a:lnTo>
                  <a:pt x="190" y="22"/>
                </a:lnTo>
                <a:lnTo>
                  <a:pt x="189" y="22"/>
                </a:lnTo>
                <a:lnTo>
                  <a:pt x="189" y="23"/>
                </a:lnTo>
                <a:lnTo>
                  <a:pt x="188" y="23"/>
                </a:lnTo>
                <a:lnTo>
                  <a:pt x="187" y="23"/>
                </a:lnTo>
                <a:lnTo>
                  <a:pt x="187" y="24"/>
                </a:lnTo>
                <a:lnTo>
                  <a:pt x="186" y="24"/>
                </a:lnTo>
                <a:lnTo>
                  <a:pt x="185" y="24"/>
                </a:lnTo>
                <a:lnTo>
                  <a:pt x="185" y="25"/>
                </a:lnTo>
                <a:lnTo>
                  <a:pt x="184" y="25"/>
                </a:lnTo>
                <a:lnTo>
                  <a:pt x="183" y="25"/>
                </a:lnTo>
                <a:lnTo>
                  <a:pt x="183" y="26"/>
                </a:lnTo>
                <a:lnTo>
                  <a:pt x="182" y="25"/>
                </a:lnTo>
                <a:lnTo>
                  <a:pt x="182" y="26"/>
                </a:lnTo>
                <a:lnTo>
                  <a:pt x="181" y="25"/>
                </a:lnTo>
                <a:lnTo>
                  <a:pt x="181" y="24"/>
                </a:lnTo>
                <a:lnTo>
                  <a:pt x="181" y="23"/>
                </a:lnTo>
                <a:lnTo>
                  <a:pt x="180" y="23"/>
                </a:lnTo>
                <a:lnTo>
                  <a:pt x="180" y="22"/>
                </a:lnTo>
                <a:lnTo>
                  <a:pt x="180" y="21"/>
                </a:lnTo>
                <a:lnTo>
                  <a:pt x="181" y="20"/>
                </a:lnTo>
                <a:lnTo>
                  <a:pt x="181" y="19"/>
                </a:lnTo>
                <a:lnTo>
                  <a:pt x="180" y="19"/>
                </a:lnTo>
                <a:lnTo>
                  <a:pt x="180" y="18"/>
                </a:lnTo>
                <a:lnTo>
                  <a:pt x="179" y="18"/>
                </a:lnTo>
                <a:lnTo>
                  <a:pt x="179" y="19"/>
                </a:lnTo>
                <a:lnTo>
                  <a:pt x="179" y="20"/>
                </a:lnTo>
                <a:lnTo>
                  <a:pt x="179" y="21"/>
                </a:lnTo>
                <a:lnTo>
                  <a:pt x="180" y="21"/>
                </a:lnTo>
                <a:lnTo>
                  <a:pt x="179" y="21"/>
                </a:lnTo>
                <a:lnTo>
                  <a:pt x="178" y="21"/>
                </a:lnTo>
                <a:lnTo>
                  <a:pt x="178" y="22"/>
                </a:lnTo>
                <a:lnTo>
                  <a:pt x="179" y="22"/>
                </a:lnTo>
                <a:lnTo>
                  <a:pt x="179" y="23"/>
                </a:lnTo>
                <a:lnTo>
                  <a:pt x="180" y="23"/>
                </a:lnTo>
                <a:lnTo>
                  <a:pt x="180" y="24"/>
                </a:lnTo>
                <a:lnTo>
                  <a:pt x="180" y="25"/>
                </a:lnTo>
                <a:lnTo>
                  <a:pt x="179" y="25"/>
                </a:lnTo>
                <a:lnTo>
                  <a:pt x="179" y="26"/>
                </a:lnTo>
                <a:lnTo>
                  <a:pt x="178" y="26"/>
                </a:lnTo>
                <a:lnTo>
                  <a:pt x="178" y="27"/>
                </a:lnTo>
                <a:lnTo>
                  <a:pt x="178" y="28"/>
                </a:lnTo>
                <a:lnTo>
                  <a:pt x="179" y="29"/>
                </a:lnTo>
                <a:lnTo>
                  <a:pt x="180" y="30"/>
                </a:lnTo>
                <a:lnTo>
                  <a:pt x="179" y="30"/>
                </a:lnTo>
                <a:lnTo>
                  <a:pt x="181" y="29"/>
                </a:lnTo>
                <a:lnTo>
                  <a:pt x="182" y="29"/>
                </a:lnTo>
                <a:lnTo>
                  <a:pt x="183" y="29"/>
                </a:lnTo>
                <a:lnTo>
                  <a:pt x="183" y="28"/>
                </a:lnTo>
                <a:lnTo>
                  <a:pt x="184" y="28"/>
                </a:lnTo>
                <a:lnTo>
                  <a:pt x="183" y="28"/>
                </a:lnTo>
                <a:lnTo>
                  <a:pt x="183" y="29"/>
                </a:lnTo>
                <a:lnTo>
                  <a:pt x="183" y="30"/>
                </a:lnTo>
                <a:lnTo>
                  <a:pt x="184" y="30"/>
                </a:lnTo>
                <a:lnTo>
                  <a:pt x="184" y="31"/>
                </a:lnTo>
                <a:lnTo>
                  <a:pt x="185" y="31"/>
                </a:lnTo>
                <a:lnTo>
                  <a:pt x="185" y="30"/>
                </a:lnTo>
                <a:lnTo>
                  <a:pt x="186" y="30"/>
                </a:lnTo>
                <a:lnTo>
                  <a:pt x="187" y="30"/>
                </a:lnTo>
                <a:lnTo>
                  <a:pt x="186" y="30"/>
                </a:lnTo>
                <a:lnTo>
                  <a:pt x="187" y="30"/>
                </a:lnTo>
                <a:lnTo>
                  <a:pt x="187" y="31"/>
                </a:lnTo>
                <a:lnTo>
                  <a:pt x="187" y="32"/>
                </a:lnTo>
                <a:lnTo>
                  <a:pt x="186" y="33"/>
                </a:lnTo>
                <a:lnTo>
                  <a:pt x="186" y="34"/>
                </a:lnTo>
                <a:lnTo>
                  <a:pt x="185" y="34"/>
                </a:lnTo>
                <a:lnTo>
                  <a:pt x="185" y="33"/>
                </a:lnTo>
                <a:lnTo>
                  <a:pt x="185" y="34"/>
                </a:lnTo>
                <a:lnTo>
                  <a:pt x="185" y="35"/>
                </a:lnTo>
                <a:lnTo>
                  <a:pt x="185" y="36"/>
                </a:lnTo>
                <a:lnTo>
                  <a:pt x="184" y="36"/>
                </a:lnTo>
                <a:lnTo>
                  <a:pt x="184" y="37"/>
                </a:lnTo>
                <a:lnTo>
                  <a:pt x="183" y="38"/>
                </a:lnTo>
                <a:lnTo>
                  <a:pt x="182" y="38"/>
                </a:lnTo>
                <a:lnTo>
                  <a:pt x="182" y="37"/>
                </a:lnTo>
                <a:lnTo>
                  <a:pt x="181" y="37"/>
                </a:lnTo>
                <a:lnTo>
                  <a:pt x="180" y="37"/>
                </a:lnTo>
                <a:lnTo>
                  <a:pt x="180" y="38"/>
                </a:lnTo>
                <a:lnTo>
                  <a:pt x="180" y="39"/>
                </a:lnTo>
                <a:lnTo>
                  <a:pt x="180" y="40"/>
                </a:lnTo>
                <a:lnTo>
                  <a:pt x="180" y="41"/>
                </a:lnTo>
                <a:lnTo>
                  <a:pt x="181" y="42"/>
                </a:lnTo>
                <a:lnTo>
                  <a:pt x="182" y="41"/>
                </a:lnTo>
                <a:lnTo>
                  <a:pt x="182" y="42"/>
                </a:lnTo>
                <a:lnTo>
                  <a:pt x="183" y="42"/>
                </a:lnTo>
                <a:lnTo>
                  <a:pt x="182" y="42"/>
                </a:lnTo>
                <a:lnTo>
                  <a:pt x="182" y="43"/>
                </a:lnTo>
                <a:lnTo>
                  <a:pt x="182" y="44"/>
                </a:lnTo>
                <a:lnTo>
                  <a:pt x="181" y="44"/>
                </a:lnTo>
                <a:lnTo>
                  <a:pt x="181" y="45"/>
                </a:lnTo>
                <a:lnTo>
                  <a:pt x="181" y="46"/>
                </a:lnTo>
                <a:lnTo>
                  <a:pt x="180" y="46"/>
                </a:lnTo>
                <a:lnTo>
                  <a:pt x="180" y="47"/>
                </a:lnTo>
                <a:lnTo>
                  <a:pt x="179" y="47"/>
                </a:lnTo>
                <a:lnTo>
                  <a:pt x="179" y="48"/>
                </a:lnTo>
                <a:lnTo>
                  <a:pt x="178" y="48"/>
                </a:lnTo>
                <a:lnTo>
                  <a:pt x="177" y="49"/>
                </a:lnTo>
                <a:lnTo>
                  <a:pt x="177" y="50"/>
                </a:lnTo>
                <a:lnTo>
                  <a:pt x="176" y="49"/>
                </a:lnTo>
                <a:lnTo>
                  <a:pt x="176" y="48"/>
                </a:lnTo>
                <a:lnTo>
                  <a:pt x="177" y="48"/>
                </a:lnTo>
                <a:lnTo>
                  <a:pt x="176" y="47"/>
                </a:lnTo>
                <a:lnTo>
                  <a:pt x="177" y="47"/>
                </a:lnTo>
                <a:lnTo>
                  <a:pt x="176" y="45"/>
                </a:lnTo>
                <a:lnTo>
                  <a:pt x="174" y="44"/>
                </a:lnTo>
                <a:lnTo>
                  <a:pt x="173" y="43"/>
                </a:lnTo>
                <a:lnTo>
                  <a:pt x="172" y="43"/>
                </a:lnTo>
                <a:lnTo>
                  <a:pt x="171" y="43"/>
                </a:lnTo>
                <a:lnTo>
                  <a:pt x="169" y="43"/>
                </a:lnTo>
                <a:lnTo>
                  <a:pt x="168" y="43"/>
                </a:lnTo>
                <a:lnTo>
                  <a:pt x="167" y="43"/>
                </a:lnTo>
                <a:lnTo>
                  <a:pt x="168" y="43"/>
                </a:lnTo>
                <a:lnTo>
                  <a:pt x="168" y="42"/>
                </a:lnTo>
                <a:lnTo>
                  <a:pt x="167" y="42"/>
                </a:lnTo>
                <a:lnTo>
                  <a:pt x="167" y="41"/>
                </a:lnTo>
                <a:lnTo>
                  <a:pt x="168" y="40"/>
                </a:lnTo>
                <a:lnTo>
                  <a:pt x="167" y="40"/>
                </a:lnTo>
                <a:lnTo>
                  <a:pt x="168" y="40"/>
                </a:lnTo>
                <a:lnTo>
                  <a:pt x="168" y="39"/>
                </a:lnTo>
                <a:lnTo>
                  <a:pt x="167" y="39"/>
                </a:lnTo>
                <a:lnTo>
                  <a:pt x="167" y="38"/>
                </a:lnTo>
                <a:lnTo>
                  <a:pt x="166" y="38"/>
                </a:lnTo>
                <a:lnTo>
                  <a:pt x="167" y="38"/>
                </a:lnTo>
                <a:lnTo>
                  <a:pt x="167" y="40"/>
                </a:lnTo>
                <a:lnTo>
                  <a:pt x="166" y="40"/>
                </a:lnTo>
                <a:lnTo>
                  <a:pt x="166" y="41"/>
                </a:lnTo>
                <a:lnTo>
                  <a:pt x="166" y="42"/>
                </a:lnTo>
                <a:lnTo>
                  <a:pt x="166" y="43"/>
                </a:lnTo>
                <a:lnTo>
                  <a:pt x="167" y="43"/>
                </a:lnTo>
                <a:lnTo>
                  <a:pt x="167" y="44"/>
                </a:lnTo>
                <a:lnTo>
                  <a:pt x="166" y="45"/>
                </a:lnTo>
                <a:lnTo>
                  <a:pt x="165" y="45"/>
                </a:lnTo>
                <a:lnTo>
                  <a:pt x="164" y="45"/>
                </a:lnTo>
                <a:lnTo>
                  <a:pt x="164" y="46"/>
                </a:lnTo>
                <a:lnTo>
                  <a:pt x="163" y="47"/>
                </a:lnTo>
                <a:lnTo>
                  <a:pt x="162" y="47"/>
                </a:lnTo>
                <a:lnTo>
                  <a:pt x="161" y="47"/>
                </a:lnTo>
                <a:lnTo>
                  <a:pt x="160" y="47"/>
                </a:lnTo>
                <a:lnTo>
                  <a:pt x="159" y="47"/>
                </a:lnTo>
                <a:lnTo>
                  <a:pt x="158" y="47"/>
                </a:lnTo>
                <a:lnTo>
                  <a:pt x="158" y="48"/>
                </a:lnTo>
                <a:lnTo>
                  <a:pt x="159" y="48"/>
                </a:lnTo>
                <a:lnTo>
                  <a:pt x="158" y="48"/>
                </a:lnTo>
                <a:lnTo>
                  <a:pt x="157" y="49"/>
                </a:lnTo>
                <a:lnTo>
                  <a:pt x="157" y="50"/>
                </a:lnTo>
                <a:lnTo>
                  <a:pt x="156" y="50"/>
                </a:lnTo>
                <a:lnTo>
                  <a:pt x="156" y="51"/>
                </a:lnTo>
                <a:lnTo>
                  <a:pt x="155" y="51"/>
                </a:lnTo>
                <a:lnTo>
                  <a:pt x="154" y="50"/>
                </a:lnTo>
                <a:lnTo>
                  <a:pt x="153" y="50"/>
                </a:lnTo>
                <a:lnTo>
                  <a:pt x="152" y="49"/>
                </a:lnTo>
                <a:lnTo>
                  <a:pt x="152" y="48"/>
                </a:lnTo>
                <a:lnTo>
                  <a:pt x="152" y="47"/>
                </a:lnTo>
                <a:lnTo>
                  <a:pt x="152" y="46"/>
                </a:lnTo>
                <a:lnTo>
                  <a:pt x="152" y="45"/>
                </a:lnTo>
                <a:lnTo>
                  <a:pt x="151" y="46"/>
                </a:lnTo>
                <a:lnTo>
                  <a:pt x="151" y="45"/>
                </a:lnTo>
                <a:lnTo>
                  <a:pt x="152" y="44"/>
                </a:lnTo>
                <a:lnTo>
                  <a:pt x="152" y="43"/>
                </a:lnTo>
                <a:lnTo>
                  <a:pt x="151" y="43"/>
                </a:lnTo>
                <a:lnTo>
                  <a:pt x="151" y="44"/>
                </a:lnTo>
                <a:lnTo>
                  <a:pt x="150" y="45"/>
                </a:lnTo>
                <a:lnTo>
                  <a:pt x="150" y="44"/>
                </a:lnTo>
                <a:lnTo>
                  <a:pt x="149" y="44"/>
                </a:lnTo>
                <a:lnTo>
                  <a:pt x="149" y="45"/>
                </a:lnTo>
                <a:lnTo>
                  <a:pt x="149" y="46"/>
                </a:lnTo>
                <a:lnTo>
                  <a:pt x="148" y="47"/>
                </a:lnTo>
                <a:lnTo>
                  <a:pt x="148" y="48"/>
                </a:lnTo>
                <a:lnTo>
                  <a:pt x="147" y="49"/>
                </a:lnTo>
                <a:lnTo>
                  <a:pt x="147" y="50"/>
                </a:lnTo>
                <a:lnTo>
                  <a:pt x="146" y="50"/>
                </a:lnTo>
                <a:lnTo>
                  <a:pt x="145" y="50"/>
                </a:lnTo>
                <a:lnTo>
                  <a:pt x="144" y="51"/>
                </a:lnTo>
                <a:lnTo>
                  <a:pt x="142" y="52"/>
                </a:lnTo>
                <a:lnTo>
                  <a:pt x="142" y="53"/>
                </a:lnTo>
                <a:lnTo>
                  <a:pt x="143" y="53"/>
                </a:lnTo>
                <a:lnTo>
                  <a:pt x="144" y="53"/>
                </a:lnTo>
                <a:lnTo>
                  <a:pt x="145" y="54"/>
                </a:lnTo>
                <a:lnTo>
                  <a:pt x="145" y="55"/>
                </a:lnTo>
                <a:lnTo>
                  <a:pt x="144" y="56"/>
                </a:lnTo>
                <a:lnTo>
                  <a:pt x="144" y="57"/>
                </a:lnTo>
                <a:lnTo>
                  <a:pt x="143" y="57"/>
                </a:lnTo>
                <a:lnTo>
                  <a:pt x="143" y="58"/>
                </a:lnTo>
                <a:lnTo>
                  <a:pt x="144" y="58"/>
                </a:lnTo>
                <a:lnTo>
                  <a:pt x="144" y="59"/>
                </a:lnTo>
                <a:lnTo>
                  <a:pt x="143" y="59"/>
                </a:lnTo>
                <a:lnTo>
                  <a:pt x="140" y="59"/>
                </a:lnTo>
                <a:lnTo>
                  <a:pt x="139" y="59"/>
                </a:lnTo>
                <a:lnTo>
                  <a:pt x="138" y="58"/>
                </a:lnTo>
                <a:lnTo>
                  <a:pt x="136" y="58"/>
                </a:lnTo>
                <a:lnTo>
                  <a:pt x="135" y="58"/>
                </a:lnTo>
                <a:lnTo>
                  <a:pt x="136" y="59"/>
                </a:lnTo>
                <a:lnTo>
                  <a:pt x="136" y="60"/>
                </a:lnTo>
                <a:lnTo>
                  <a:pt x="135" y="60"/>
                </a:lnTo>
                <a:lnTo>
                  <a:pt x="135" y="61"/>
                </a:lnTo>
                <a:lnTo>
                  <a:pt x="134" y="61"/>
                </a:lnTo>
                <a:lnTo>
                  <a:pt x="135" y="62"/>
                </a:lnTo>
                <a:lnTo>
                  <a:pt x="136" y="62"/>
                </a:lnTo>
                <a:lnTo>
                  <a:pt x="135" y="62"/>
                </a:lnTo>
                <a:lnTo>
                  <a:pt x="135" y="63"/>
                </a:lnTo>
                <a:lnTo>
                  <a:pt x="136" y="63"/>
                </a:lnTo>
                <a:lnTo>
                  <a:pt x="137" y="63"/>
                </a:lnTo>
                <a:lnTo>
                  <a:pt x="138" y="63"/>
                </a:lnTo>
                <a:lnTo>
                  <a:pt x="139" y="63"/>
                </a:lnTo>
                <a:lnTo>
                  <a:pt x="141" y="62"/>
                </a:lnTo>
                <a:lnTo>
                  <a:pt x="142" y="62"/>
                </a:lnTo>
                <a:lnTo>
                  <a:pt x="142" y="61"/>
                </a:lnTo>
                <a:lnTo>
                  <a:pt x="143" y="61"/>
                </a:lnTo>
                <a:lnTo>
                  <a:pt x="144" y="61"/>
                </a:lnTo>
                <a:lnTo>
                  <a:pt x="145" y="61"/>
                </a:lnTo>
                <a:lnTo>
                  <a:pt x="146" y="61"/>
                </a:lnTo>
                <a:lnTo>
                  <a:pt x="146" y="62"/>
                </a:lnTo>
                <a:lnTo>
                  <a:pt x="145" y="63"/>
                </a:lnTo>
                <a:lnTo>
                  <a:pt x="145" y="64"/>
                </a:lnTo>
                <a:lnTo>
                  <a:pt x="146" y="64"/>
                </a:lnTo>
                <a:lnTo>
                  <a:pt x="145" y="64"/>
                </a:lnTo>
                <a:lnTo>
                  <a:pt x="145" y="65"/>
                </a:lnTo>
                <a:lnTo>
                  <a:pt x="145" y="66"/>
                </a:lnTo>
                <a:lnTo>
                  <a:pt x="145" y="65"/>
                </a:lnTo>
                <a:lnTo>
                  <a:pt x="146" y="65"/>
                </a:lnTo>
                <a:lnTo>
                  <a:pt x="147" y="65"/>
                </a:lnTo>
                <a:lnTo>
                  <a:pt x="147" y="64"/>
                </a:lnTo>
                <a:lnTo>
                  <a:pt x="148" y="64"/>
                </a:lnTo>
                <a:lnTo>
                  <a:pt x="149" y="64"/>
                </a:lnTo>
                <a:lnTo>
                  <a:pt x="149" y="65"/>
                </a:lnTo>
                <a:lnTo>
                  <a:pt x="149" y="66"/>
                </a:lnTo>
                <a:lnTo>
                  <a:pt x="150" y="66"/>
                </a:lnTo>
                <a:lnTo>
                  <a:pt x="150" y="67"/>
                </a:lnTo>
                <a:lnTo>
                  <a:pt x="151" y="67"/>
                </a:lnTo>
                <a:lnTo>
                  <a:pt x="151" y="69"/>
                </a:lnTo>
                <a:lnTo>
                  <a:pt x="151" y="70"/>
                </a:lnTo>
                <a:lnTo>
                  <a:pt x="152" y="71"/>
                </a:lnTo>
                <a:lnTo>
                  <a:pt x="151" y="71"/>
                </a:lnTo>
                <a:lnTo>
                  <a:pt x="150" y="71"/>
                </a:lnTo>
                <a:lnTo>
                  <a:pt x="150" y="72"/>
                </a:lnTo>
                <a:lnTo>
                  <a:pt x="149" y="72"/>
                </a:lnTo>
                <a:lnTo>
                  <a:pt x="149" y="73"/>
                </a:lnTo>
                <a:lnTo>
                  <a:pt x="148" y="72"/>
                </a:lnTo>
                <a:lnTo>
                  <a:pt x="148" y="73"/>
                </a:lnTo>
                <a:lnTo>
                  <a:pt x="147" y="73"/>
                </a:lnTo>
                <a:lnTo>
                  <a:pt x="147" y="74"/>
                </a:lnTo>
                <a:lnTo>
                  <a:pt x="146" y="74"/>
                </a:lnTo>
                <a:lnTo>
                  <a:pt x="146" y="75"/>
                </a:lnTo>
                <a:lnTo>
                  <a:pt x="146" y="76"/>
                </a:lnTo>
                <a:lnTo>
                  <a:pt x="146" y="75"/>
                </a:lnTo>
                <a:lnTo>
                  <a:pt x="145" y="76"/>
                </a:lnTo>
                <a:lnTo>
                  <a:pt x="144" y="76"/>
                </a:lnTo>
                <a:lnTo>
                  <a:pt x="144" y="77"/>
                </a:lnTo>
                <a:lnTo>
                  <a:pt x="144" y="78"/>
                </a:lnTo>
                <a:lnTo>
                  <a:pt x="143" y="78"/>
                </a:lnTo>
                <a:lnTo>
                  <a:pt x="143" y="79"/>
                </a:lnTo>
                <a:lnTo>
                  <a:pt x="143" y="80"/>
                </a:lnTo>
                <a:lnTo>
                  <a:pt x="142" y="80"/>
                </a:lnTo>
                <a:lnTo>
                  <a:pt x="142" y="79"/>
                </a:lnTo>
                <a:lnTo>
                  <a:pt x="142" y="78"/>
                </a:lnTo>
                <a:lnTo>
                  <a:pt x="142" y="79"/>
                </a:lnTo>
                <a:lnTo>
                  <a:pt x="141" y="78"/>
                </a:lnTo>
                <a:lnTo>
                  <a:pt x="142" y="78"/>
                </a:lnTo>
                <a:lnTo>
                  <a:pt x="141" y="78"/>
                </a:lnTo>
                <a:lnTo>
                  <a:pt x="141" y="77"/>
                </a:lnTo>
                <a:lnTo>
                  <a:pt x="140" y="77"/>
                </a:lnTo>
                <a:lnTo>
                  <a:pt x="140" y="78"/>
                </a:lnTo>
                <a:lnTo>
                  <a:pt x="141" y="78"/>
                </a:lnTo>
                <a:lnTo>
                  <a:pt x="141" y="79"/>
                </a:lnTo>
                <a:lnTo>
                  <a:pt x="140" y="79"/>
                </a:lnTo>
                <a:lnTo>
                  <a:pt x="140" y="78"/>
                </a:lnTo>
                <a:lnTo>
                  <a:pt x="140" y="79"/>
                </a:lnTo>
                <a:lnTo>
                  <a:pt x="141" y="79"/>
                </a:lnTo>
                <a:lnTo>
                  <a:pt x="141" y="80"/>
                </a:lnTo>
                <a:lnTo>
                  <a:pt x="141" y="81"/>
                </a:lnTo>
                <a:lnTo>
                  <a:pt x="140" y="82"/>
                </a:lnTo>
                <a:lnTo>
                  <a:pt x="140" y="83"/>
                </a:lnTo>
                <a:lnTo>
                  <a:pt x="139" y="83"/>
                </a:lnTo>
                <a:lnTo>
                  <a:pt x="138" y="84"/>
                </a:lnTo>
                <a:lnTo>
                  <a:pt x="138" y="85"/>
                </a:lnTo>
                <a:lnTo>
                  <a:pt x="138" y="86"/>
                </a:lnTo>
                <a:lnTo>
                  <a:pt x="138" y="88"/>
                </a:lnTo>
                <a:lnTo>
                  <a:pt x="139" y="89"/>
                </a:lnTo>
                <a:lnTo>
                  <a:pt x="138" y="90"/>
                </a:lnTo>
                <a:lnTo>
                  <a:pt x="138" y="89"/>
                </a:lnTo>
                <a:lnTo>
                  <a:pt x="137" y="89"/>
                </a:lnTo>
                <a:lnTo>
                  <a:pt x="136" y="89"/>
                </a:lnTo>
                <a:lnTo>
                  <a:pt x="136" y="90"/>
                </a:lnTo>
                <a:lnTo>
                  <a:pt x="135" y="90"/>
                </a:lnTo>
                <a:lnTo>
                  <a:pt x="135" y="91"/>
                </a:lnTo>
                <a:lnTo>
                  <a:pt x="134" y="91"/>
                </a:lnTo>
                <a:lnTo>
                  <a:pt x="134" y="92"/>
                </a:lnTo>
                <a:lnTo>
                  <a:pt x="133" y="92"/>
                </a:lnTo>
                <a:lnTo>
                  <a:pt x="133" y="93"/>
                </a:lnTo>
                <a:lnTo>
                  <a:pt x="133" y="94"/>
                </a:lnTo>
                <a:lnTo>
                  <a:pt x="133" y="95"/>
                </a:lnTo>
                <a:lnTo>
                  <a:pt x="132" y="95"/>
                </a:lnTo>
                <a:lnTo>
                  <a:pt x="130" y="96"/>
                </a:lnTo>
                <a:lnTo>
                  <a:pt x="130" y="98"/>
                </a:lnTo>
                <a:lnTo>
                  <a:pt x="132" y="98"/>
                </a:lnTo>
                <a:lnTo>
                  <a:pt x="130" y="98"/>
                </a:lnTo>
                <a:lnTo>
                  <a:pt x="129" y="99"/>
                </a:lnTo>
                <a:lnTo>
                  <a:pt x="129" y="98"/>
                </a:lnTo>
                <a:lnTo>
                  <a:pt x="128" y="97"/>
                </a:lnTo>
                <a:lnTo>
                  <a:pt x="129" y="97"/>
                </a:lnTo>
                <a:lnTo>
                  <a:pt x="129" y="96"/>
                </a:lnTo>
                <a:lnTo>
                  <a:pt x="129" y="95"/>
                </a:lnTo>
                <a:lnTo>
                  <a:pt x="130" y="95"/>
                </a:lnTo>
                <a:lnTo>
                  <a:pt x="130" y="94"/>
                </a:lnTo>
                <a:lnTo>
                  <a:pt x="130" y="93"/>
                </a:lnTo>
                <a:lnTo>
                  <a:pt x="132" y="93"/>
                </a:lnTo>
                <a:lnTo>
                  <a:pt x="132" y="92"/>
                </a:lnTo>
                <a:lnTo>
                  <a:pt x="132" y="93"/>
                </a:lnTo>
                <a:lnTo>
                  <a:pt x="130" y="93"/>
                </a:lnTo>
                <a:lnTo>
                  <a:pt x="130" y="92"/>
                </a:lnTo>
                <a:lnTo>
                  <a:pt x="130" y="93"/>
                </a:lnTo>
                <a:lnTo>
                  <a:pt x="130" y="92"/>
                </a:lnTo>
                <a:lnTo>
                  <a:pt x="129" y="92"/>
                </a:lnTo>
                <a:lnTo>
                  <a:pt x="129" y="91"/>
                </a:lnTo>
                <a:lnTo>
                  <a:pt x="129" y="90"/>
                </a:lnTo>
                <a:lnTo>
                  <a:pt x="130" y="90"/>
                </a:lnTo>
                <a:lnTo>
                  <a:pt x="129" y="91"/>
                </a:lnTo>
                <a:lnTo>
                  <a:pt x="129" y="92"/>
                </a:lnTo>
                <a:lnTo>
                  <a:pt x="128" y="92"/>
                </a:lnTo>
                <a:lnTo>
                  <a:pt x="127" y="91"/>
                </a:lnTo>
                <a:lnTo>
                  <a:pt x="126" y="91"/>
                </a:lnTo>
                <a:lnTo>
                  <a:pt x="126" y="90"/>
                </a:lnTo>
                <a:lnTo>
                  <a:pt x="125" y="90"/>
                </a:lnTo>
                <a:lnTo>
                  <a:pt x="126" y="90"/>
                </a:lnTo>
                <a:lnTo>
                  <a:pt x="126" y="91"/>
                </a:lnTo>
                <a:lnTo>
                  <a:pt x="126" y="92"/>
                </a:lnTo>
                <a:lnTo>
                  <a:pt x="125" y="93"/>
                </a:lnTo>
                <a:lnTo>
                  <a:pt x="125" y="94"/>
                </a:lnTo>
                <a:lnTo>
                  <a:pt x="125" y="95"/>
                </a:lnTo>
                <a:lnTo>
                  <a:pt x="126" y="95"/>
                </a:lnTo>
                <a:lnTo>
                  <a:pt x="126" y="96"/>
                </a:lnTo>
                <a:lnTo>
                  <a:pt x="125" y="97"/>
                </a:lnTo>
                <a:lnTo>
                  <a:pt x="125" y="98"/>
                </a:lnTo>
                <a:lnTo>
                  <a:pt x="123" y="99"/>
                </a:lnTo>
                <a:lnTo>
                  <a:pt x="123" y="100"/>
                </a:lnTo>
                <a:lnTo>
                  <a:pt x="122" y="101"/>
                </a:lnTo>
                <a:lnTo>
                  <a:pt x="122" y="102"/>
                </a:lnTo>
                <a:lnTo>
                  <a:pt x="122" y="103"/>
                </a:lnTo>
                <a:lnTo>
                  <a:pt x="122" y="104"/>
                </a:lnTo>
                <a:lnTo>
                  <a:pt x="122" y="105"/>
                </a:lnTo>
                <a:lnTo>
                  <a:pt x="122" y="106"/>
                </a:lnTo>
                <a:lnTo>
                  <a:pt x="123" y="107"/>
                </a:lnTo>
                <a:lnTo>
                  <a:pt x="124" y="107"/>
                </a:lnTo>
                <a:lnTo>
                  <a:pt x="124" y="108"/>
                </a:lnTo>
                <a:lnTo>
                  <a:pt x="123" y="108"/>
                </a:lnTo>
                <a:lnTo>
                  <a:pt x="123" y="109"/>
                </a:lnTo>
                <a:lnTo>
                  <a:pt x="123" y="110"/>
                </a:lnTo>
                <a:lnTo>
                  <a:pt x="122" y="110"/>
                </a:lnTo>
                <a:lnTo>
                  <a:pt x="122" y="111"/>
                </a:lnTo>
                <a:lnTo>
                  <a:pt x="121" y="111"/>
                </a:lnTo>
                <a:lnTo>
                  <a:pt x="121" y="112"/>
                </a:lnTo>
                <a:lnTo>
                  <a:pt x="121" y="113"/>
                </a:lnTo>
                <a:lnTo>
                  <a:pt x="121" y="112"/>
                </a:lnTo>
                <a:lnTo>
                  <a:pt x="120" y="112"/>
                </a:lnTo>
                <a:lnTo>
                  <a:pt x="121" y="112"/>
                </a:lnTo>
                <a:lnTo>
                  <a:pt x="121" y="111"/>
                </a:lnTo>
                <a:lnTo>
                  <a:pt x="121" y="110"/>
                </a:lnTo>
                <a:lnTo>
                  <a:pt x="121" y="109"/>
                </a:lnTo>
                <a:lnTo>
                  <a:pt x="121" y="108"/>
                </a:lnTo>
                <a:lnTo>
                  <a:pt x="122" y="108"/>
                </a:lnTo>
                <a:lnTo>
                  <a:pt x="122" y="107"/>
                </a:lnTo>
                <a:lnTo>
                  <a:pt x="122" y="106"/>
                </a:lnTo>
                <a:lnTo>
                  <a:pt x="121" y="105"/>
                </a:lnTo>
                <a:lnTo>
                  <a:pt x="121" y="104"/>
                </a:lnTo>
                <a:lnTo>
                  <a:pt x="120" y="104"/>
                </a:lnTo>
                <a:lnTo>
                  <a:pt x="120" y="103"/>
                </a:lnTo>
                <a:lnTo>
                  <a:pt x="121" y="103"/>
                </a:lnTo>
                <a:lnTo>
                  <a:pt x="120" y="103"/>
                </a:lnTo>
                <a:lnTo>
                  <a:pt x="120" y="102"/>
                </a:lnTo>
                <a:lnTo>
                  <a:pt x="119" y="102"/>
                </a:lnTo>
                <a:lnTo>
                  <a:pt x="118" y="102"/>
                </a:lnTo>
                <a:lnTo>
                  <a:pt x="119" y="101"/>
                </a:lnTo>
                <a:lnTo>
                  <a:pt x="118" y="101"/>
                </a:lnTo>
                <a:lnTo>
                  <a:pt x="117" y="101"/>
                </a:lnTo>
                <a:lnTo>
                  <a:pt x="116" y="101"/>
                </a:lnTo>
                <a:lnTo>
                  <a:pt x="115" y="100"/>
                </a:lnTo>
                <a:lnTo>
                  <a:pt x="114" y="100"/>
                </a:lnTo>
                <a:lnTo>
                  <a:pt x="113" y="100"/>
                </a:lnTo>
                <a:lnTo>
                  <a:pt x="112" y="100"/>
                </a:lnTo>
                <a:lnTo>
                  <a:pt x="111" y="100"/>
                </a:lnTo>
                <a:lnTo>
                  <a:pt x="110" y="100"/>
                </a:lnTo>
                <a:lnTo>
                  <a:pt x="110" y="99"/>
                </a:lnTo>
                <a:lnTo>
                  <a:pt x="109" y="99"/>
                </a:lnTo>
                <a:lnTo>
                  <a:pt x="108" y="99"/>
                </a:lnTo>
                <a:lnTo>
                  <a:pt x="107" y="100"/>
                </a:lnTo>
                <a:lnTo>
                  <a:pt x="108" y="100"/>
                </a:lnTo>
                <a:lnTo>
                  <a:pt x="108" y="101"/>
                </a:lnTo>
                <a:lnTo>
                  <a:pt x="109" y="101"/>
                </a:lnTo>
                <a:lnTo>
                  <a:pt x="110" y="101"/>
                </a:lnTo>
                <a:lnTo>
                  <a:pt x="111" y="101"/>
                </a:lnTo>
                <a:lnTo>
                  <a:pt x="112" y="101"/>
                </a:lnTo>
                <a:lnTo>
                  <a:pt x="113" y="101"/>
                </a:lnTo>
                <a:lnTo>
                  <a:pt x="113" y="102"/>
                </a:lnTo>
                <a:lnTo>
                  <a:pt x="113" y="103"/>
                </a:lnTo>
                <a:lnTo>
                  <a:pt x="114" y="103"/>
                </a:lnTo>
                <a:lnTo>
                  <a:pt x="114" y="104"/>
                </a:lnTo>
                <a:lnTo>
                  <a:pt x="114" y="105"/>
                </a:lnTo>
                <a:lnTo>
                  <a:pt x="114" y="106"/>
                </a:lnTo>
                <a:lnTo>
                  <a:pt x="113" y="107"/>
                </a:lnTo>
                <a:lnTo>
                  <a:pt x="113" y="108"/>
                </a:lnTo>
                <a:lnTo>
                  <a:pt x="113" y="109"/>
                </a:lnTo>
                <a:lnTo>
                  <a:pt x="112" y="109"/>
                </a:lnTo>
                <a:lnTo>
                  <a:pt x="112" y="110"/>
                </a:lnTo>
                <a:lnTo>
                  <a:pt x="111" y="111"/>
                </a:lnTo>
                <a:lnTo>
                  <a:pt x="111" y="112"/>
                </a:lnTo>
                <a:lnTo>
                  <a:pt x="111" y="111"/>
                </a:lnTo>
                <a:lnTo>
                  <a:pt x="110" y="111"/>
                </a:lnTo>
                <a:lnTo>
                  <a:pt x="109" y="111"/>
                </a:lnTo>
                <a:lnTo>
                  <a:pt x="109" y="110"/>
                </a:lnTo>
                <a:lnTo>
                  <a:pt x="109" y="111"/>
                </a:lnTo>
                <a:lnTo>
                  <a:pt x="110" y="111"/>
                </a:lnTo>
                <a:lnTo>
                  <a:pt x="110" y="112"/>
                </a:lnTo>
                <a:lnTo>
                  <a:pt x="111" y="112"/>
                </a:lnTo>
                <a:lnTo>
                  <a:pt x="111" y="113"/>
                </a:lnTo>
                <a:lnTo>
                  <a:pt x="112" y="113"/>
                </a:lnTo>
                <a:lnTo>
                  <a:pt x="112" y="112"/>
                </a:lnTo>
                <a:lnTo>
                  <a:pt x="113" y="113"/>
                </a:lnTo>
                <a:lnTo>
                  <a:pt x="113" y="112"/>
                </a:lnTo>
                <a:lnTo>
                  <a:pt x="114" y="112"/>
                </a:lnTo>
                <a:lnTo>
                  <a:pt x="114" y="111"/>
                </a:lnTo>
                <a:lnTo>
                  <a:pt x="115" y="111"/>
                </a:lnTo>
                <a:lnTo>
                  <a:pt x="115" y="112"/>
                </a:lnTo>
                <a:lnTo>
                  <a:pt x="116" y="111"/>
                </a:lnTo>
                <a:lnTo>
                  <a:pt x="116" y="112"/>
                </a:lnTo>
                <a:lnTo>
                  <a:pt x="117" y="112"/>
                </a:lnTo>
                <a:lnTo>
                  <a:pt x="118" y="112"/>
                </a:lnTo>
                <a:lnTo>
                  <a:pt x="117" y="112"/>
                </a:lnTo>
                <a:lnTo>
                  <a:pt x="117" y="113"/>
                </a:lnTo>
                <a:lnTo>
                  <a:pt x="117" y="112"/>
                </a:lnTo>
                <a:lnTo>
                  <a:pt x="117" y="113"/>
                </a:lnTo>
                <a:lnTo>
                  <a:pt x="117" y="114"/>
                </a:lnTo>
                <a:lnTo>
                  <a:pt x="116" y="114"/>
                </a:lnTo>
                <a:lnTo>
                  <a:pt x="117" y="114"/>
                </a:lnTo>
                <a:lnTo>
                  <a:pt x="116" y="114"/>
                </a:lnTo>
                <a:lnTo>
                  <a:pt x="115" y="113"/>
                </a:lnTo>
                <a:lnTo>
                  <a:pt x="114" y="114"/>
                </a:lnTo>
                <a:lnTo>
                  <a:pt x="114" y="115"/>
                </a:lnTo>
                <a:lnTo>
                  <a:pt x="114" y="116"/>
                </a:lnTo>
                <a:lnTo>
                  <a:pt x="114" y="117"/>
                </a:lnTo>
                <a:lnTo>
                  <a:pt x="115" y="117"/>
                </a:lnTo>
                <a:lnTo>
                  <a:pt x="115" y="118"/>
                </a:lnTo>
                <a:lnTo>
                  <a:pt x="114" y="118"/>
                </a:lnTo>
                <a:lnTo>
                  <a:pt x="114" y="119"/>
                </a:lnTo>
                <a:lnTo>
                  <a:pt x="113" y="118"/>
                </a:lnTo>
                <a:lnTo>
                  <a:pt x="112" y="118"/>
                </a:lnTo>
                <a:lnTo>
                  <a:pt x="111" y="119"/>
                </a:lnTo>
                <a:lnTo>
                  <a:pt x="111" y="120"/>
                </a:lnTo>
                <a:lnTo>
                  <a:pt x="111" y="121"/>
                </a:lnTo>
                <a:lnTo>
                  <a:pt x="111" y="122"/>
                </a:lnTo>
                <a:lnTo>
                  <a:pt x="111" y="123"/>
                </a:lnTo>
                <a:lnTo>
                  <a:pt x="112" y="123"/>
                </a:lnTo>
                <a:lnTo>
                  <a:pt x="113" y="123"/>
                </a:lnTo>
                <a:lnTo>
                  <a:pt x="113" y="124"/>
                </a:lnTo>
                <a:lnTo>
                  <a:pt x="112" y="124"/>
                </a:lnTo>
                <a:lnTo>
                  <a:pt x="112" y="123"/>
                </a:lnTo>
                <a:lnTo>
                  <a:pt x="111" y="123"/>
                </a:lnTo>
                <a:lnTo>
                  <a:pt x="111" y="124"/>
                </a:lnTo>
                <a:lnTo>
                  <a:pt x="110" y="124"/>
                </a:lnTo>
                <a:lnTo>
                  <a:pt x="109" y="124"/>
                </a:lnTo>
                <a:lnTo>
                  <a:pt x="108" y="125"/>
                </a:lnTo>
                <a:lnTo>
                  <a:pt x="108" y="124"/>
                </a:lnTo>
                <a:lnTo>
                  <a:pt x="107" y="124"/>
                </a:lnTo>
                <a:lnTo>
                  <a:pt x="106" y="125"/>
                </a:lnTo>
                <a:lnTo>
                  <a:pt x="105" y="125"/>
                </a:lnTo>
                <a:lnTo>
                  <a:pt x="105" y="124"/>
                </a:lnTo>
                <a:lnTo>
                  <a:pt x="106" y="124"/>
                </a:lnTo>
                <a:lnTo>
                  <a:pt x="106" y="123"/>
                </a:lnTo>
                <a:lnTo>
                  <a:pt x="107" y="122"/>
                </a:lnTo>
                <a:lnTo>
                  <a:pt x="108" y="121"/>
                </a:lnTo>
                <a:lnTo>
                  <a:pt x="108" y="120"/>
                </a:lnTo>
                <a:lnTo>
                  <a:pt x="107" y="118"/>
                </a:lnTo>
                <a:lnTo>
                  <a:pt x="106" y="118"/>
                </a:lnTo>
                <a:lnTo>
                  <a:pt x="106" y="117"/>
                </a:lnTo>
                <a:lnTo>
                  <a:pt x="106" y="116"/>
                </a:lnTo>
                <a:lnTo>
                  <a:pt x="107" y="115"/>
                </a:lnTo>
                <a:lnTo>
                  <a:pt x="106" y="114"/>
                </a:lnTo>
                <a:lnTo>
                  <a:pt x="106" y="113"/>
                </a:lnTo>
                <a:lnTo>
                  <a:pt x="107" y="112"/>
                </a:lnTo>
                <a:lnTo>
                  <a:pt x="106" y="111"/>
                </a:lnTo>
                <a:lnTo>
                  <a:pt x="107" y="111"/>
                </a:lnTo>
                <a:lnTo>
                  <a:pt x="108" y="110"/>
                </a:lnTo>
                <a:lnTo>
                  <a:pt x="109" y="111"/>
                </a:lnTo>
                <a:lnTo>
                  <a:pt x="108" y="110"/>
                </a:lnTo>
                <a:lnTo>
                  <a:pt x="107" y="110"/>
                </a:lnTo>
                <a:lnTo>
                  <a:pt x="106" y="111"/>
                </a:lnTo>
                <a:lnTo>
                  <a:pt x="106" y="112"/>
                </a:lnTo>
                <a:lnTo>
                  <a:pt x="105" y="113"/>
                </a:lnTo>
                <a:lnTo>
                  <a:pt x="104" y="113"/>
                </a:lnTo>
                <a:lnTo>
                  <a:pt x="103" y="113"/>
                </a:lnTo>
                <a:lnTo>
                  <a:pt x="103" y="114"/>
                </a:lnTo>
                <a:lnTo>
                  <a:pt x="102" y="114"/>
                </a:lnTo>
                <a:lnTo>
                  <a:pt x="101" y="114"/>
                </a:lnTo>
                <a:lnTo>
                  <a:pt x="101" y="115"/>
                </a:lnTo>
                <a:lnTo>
                  <a:pt x="101" y="116"/>
                </a:lnTo>
                <a:lnTo>
                  <a:pt x="101" y="117"/>
                </a:lnTo>
                <a:lnTo>
                  <a:pt x="102" y="118"/>
                </a:lnTo>
                <a:lnTo>
                  <a:pt x="101" y="118"/>
                </a:lnTo>
                <a:lnTo>
                  <a:pt x="101" y="119"/>
                </a:lnTo>
                <a:lnTo>
                  <a:pt x="101" y="120"/>
                </a:lnTo>
                <a:lnTo>
                  <a:pt x="102" y="121"/>
                </a:lnTo>
                <a:lnTo>
                  <a:pt x="102" y="122"/>
                </a:lnTo>
                <a:lnTo>
                  <a:pt x="101" y="122"/>
                </a:lnTo>
                <a:lnTo>
                  <a:pt x="101" y="123"/>
                </a:lnTo>
                <a:lnTo>
                  <a:pt x="100" y="123"/>
                </a:lnTo>
                <a:lnTo>
                  <a:pt x="99" y="124"/>
                </a:lnTo>
                <a:lnTo>
                  <a:pt x="99" y="123"/>
                </a:lnTo>
                <a:lnTo>
                  <a:pt x="99" y="122"/>
                </a:lnTo>
                <a:lnTo>
                  <a:pt x="99" y="121"/>
                </a:lnTo>
                <a:lnTo>
                  <a:pt x="99" y="120"/>
                </a:lnTo>
                <a:lnTo>
                  <a:pt x="100" y="120"/>
                </a:lnTo>
                <a:lnTo>
                  <a:pt x="100" y="119"/>
                </a:lnTo>
                <a:lnTo>
                  <a:pt x="99" y="118"/>
                </a:lnTo>
                <a:lnTo>
                  <a:pt x="98" y="118"/>
                </a:lnTo>
                <a:lnTo>
                  <a:pt x="99" y="118"/>
                </a:lnTo>
                <a:lnTo>
                  <a:pt x="99" y="119"/>
                </a:lnTo>
                <a:lnTo>
                  <a:pt x="99" y="120"/>
                </a:lnTo>
                <a:lnTo>
                  <a:pt x="98" y="120"/>
                </a:lnTo>
                <a:lnTo>
                  <a:pt x="98" y="119"/>
                </a:lnTo>
                <a:lnTo>
                  <a:pt x="97" y="119"/>
                </a:lnTo>
                <a:lnTo>
                  <a:pt x="98" y="119"/>
                </a:lnTo>
                <a:lnTo>
                  <a:pt x="98" y="120"/>
                </a:lnTo>
                <a:lnTo>
                  <a:pt x="98" y="121"/>
                </a:lnTo>
                <a:lnTo>
                  <a:pt x="99" y="121"/>
                </a:lnTo>
                <a:lnTo>
                  <a:pt x="99" y="122"/>
                </a:lnTo>
                <a:lnTo>
                  <a:pt x="98" y="122"/>
                </a:lnTo>
                <a:lnTo>
                  <a:pt x="98" y="123"/>
                </a:lnTo>
                <a:lnTo>
                  <a:pt x="97" y="123"/>
                </a:lnTo>
                <a:lnTo>
                  <a:pt x="96" y="123"/>
                </a:lnTo>
                <a:lnTo>
                  <a:pt x="96" y="122"/>
                </a:lnTo>
                <a:lnTo>
                  <a:pt x="95" y="122"/>
                </a:lnTo>
                <a:lnTo>
                  <a:pt x="94" y="122"/>
                </a:lnTo>
                <a:lnTo>
                  <a:pt x="93" y="121"/>
                </a:lnTo>
                <a:lnTo>
                  <a:pt x="92" y="121"/>
                </a:lnTo>
                <a:lnTo>
                  <a:pt x="92" y="122"/>
                </a:lnTo>
                <a:lnTo>
                  <a:pt x="92" y="121"/>
                </a:lnTo>
                <a:lnTo>
                  <a:pt x="91" y="121"/>
                </a:lnTo>
                <a:lnTo>
                  <a:pt x="90" y="121"/>
                </a:lnTo>
                <a:lnTo>
                  <a:pt x="90" y="120"/>
                </a:lnTo>
                <a:lnTo>
                  <a:pt x="90" y="121"/>
                </a:lnTo>
                <a:lnTo>
                  <a:pt x="89" y="120"/>
                </a:lnTo>
                <a:lnTo>
                  <a:pt x="88" y="120"/>
                </a:lnTo>
                <a:lnTo>
                  <a:pt x="88" y="119"/>
                </a:lnTo>
                <a:lnTo>
                  <a:pt x="87" y="119"/>
                </a:lnTo>
                <a:lnTo>
                  <a:pt x="87" y="118"/>
                </a:lnTo>
                <a:lnTo>
                  <a:pt x="87" y="117"/>
                </a:lnTo>
                <a:lnTo>
                  <a:pt x="86" y="117"/>
                </a:lnTo>
                <a:lnTo>
                  <a:pt x="87" y="116"/>
                </a:lnTo>
                <a:lnTo>
                  <a:pt x="86" y="116"/>
                </a:lnTo>
                <a:lnTo>
                  <a:pt x="86" y="115"/>
                </a:lnTo>
                <a:lnTo>
                  <a:pt x="86" y="114"/>
                </a:lnTo>
                <a:lnTo>
                  <a:pt x="85" y="113"/>
                </a:lnTo>
                <a:lnTo>
                  <a:pt x="85" y="112"/>
                </a:lnTo>
                <a:lnTo>
                  <a:pt x="84" y="111"/>
                </a:lnTo>
                <a:lnTo>
                  <a:pt x="85" y="111"/>
                </a:lnTo>
                <a:lnTo>
                  <a:pt x="85" y="110"/>
                </a:lnTo>
                <a:lnTo>
                  <a:pt x="84" y="110"/>
                </a:lnTo>
                <a:lnTo>
                  <a:pt x="84" y="109"/>
                </a:lnTo>
                <a:lnTo>
                  <a:pt x="83" y="108"/>
                </a:lnTo>
                <a:lnTo>
                  <a:pt x="82" y="108"/>
                </a:lnTo>
                <a:lnTo>
                  <a:pt x="81" y="108"/>
                </a:lnTo>
                <a:lnTo>
                  <a:pt x="80" y="108"/>
                </a:lnTo>
                <a:lnTo>
                  <a:pt x="80" y="107"/>
                </a:lnTo>
                <a:lnTo>
                  <a:pt x="80" y="108"/>
                </a:lnTo>
                <a:lnTo>
                  <a:pt x="81" y="107"/>
                </a:lnTo>
                <a:lnTo>
                  <a:pt x="80" y="106"/>
                </a:lnTo>
                <a:lnTo>
                  <a:pt x="80" y="105"/>
                </a:lnTo>
                <a:lnTo>
                  <a:pt x="79" y="105"/>
                </a:lnTo>
                <a:lnTo>
                  <a:pt x="79" y="104"/>
                </a:lnTo>
                <a:lnTo>
                  <a:pt x="80" y="104"/>
                </a:lnTo>
                <a:lnTo>
                  <a:pt x="80" y="103"/>
                </a:lnTo>
                <a:lnTo>
                  <a:pt x="80" y="102"/>
                </a:lnTo>
                <a:lnTo>
                  <a:pt x="80" y="101"/>
                </a:lnTo>
                <a:lnTo>
                  <a:pt x="80" y="99"/>
                </a:lnTo>
                <a:lnTo>
                  <a:pt x="80" y="98"/>
                </a:lnTo>
                <a:lnTo>
                  <a:pt x="79" y="98"/>
                </a:lnTo>
                <a:lnTo>
                  <a:pt x="78" y="98"/>
                </a:lnTo>
                <a:lnTo>
                  <a:pt x="78" y="97"/>
                </a:lnTo>
                <a:lnTo>
                  <a:pt x="77" y="97"/>
                </a:lnTo>
                <a:lnTo>
                  <a:pt x="77" y="96"/>
                </a:lnTo>
                <a:lnTo>
                  <a:pt x="78" y="96"/>
                </a:lnTo>
                <a:lnTo>
                  <a:pt x="78" y="95"/>
                </a:lnTo>
                <a:lnTo>
                  <a:pt x="77" y="95"/>
                </a:lnTo>
                <a:lnTo>
                  <a:pt x="76" y="94"/>
                </a:lnTo>
                <a:lnTo>
                  <a:pt x="76" y="93"/>
                </a:lnTo>
                <a:lnTo>
                  <a:pt x="76" y="92"/>
                </a:lnTo>
                <a:lnTo>
                  <a:pt x="76" y="91"/>
                </a:lnTo>
                <a:lnTo>
                  <a:pt x="76" y="90"/>
                </a:lnTo>
                <a:lnTo>
                  <a:pt x="76" y="89"/>
                </a:lnTo>
                <a:lnTo>
                  <a:pt x="77" y="89"/>
                </a:lnTo>
                <a:lnTo>
                  <a:pt x="77" y="88"/>
                </a:lnTo>
                <a:lnTo>
                  <a:pt x="78" y="88"/>
                </a:lnTo>
                <a:lnTo>
                  <a:pt x="78" y="87"/>
                </a:lnTo>
                <a:lnTo>
                  <a:pt x="79" y="87"/>
                </a:lnTo>
                <a:lnTo>
                  <a:pt x="79" y="86"/>
                </a:lnTo>
                <a:lnTo>
                  <a:pt x="79" y="85"/>
                </a:lnTo>
                <a:lnTo>
                  <a:pt x="78" y="85"/>
                </a:lnTo>
                <a:lnTo>
                  <a:pt x="77" y="85"/>
                </a:lnTo>
                <a:lnTo>
                  <a:pt x="77" y="84"/>
                </a:lnTo>
                <a:lnTo>
                  <a:pt x="76" y="84"/>
                </a:lnTo>
                <a:lnTo>
                  <a:pt x="75" y="84"/>
                </a:lnTo>
                <a:lnTo>
                  <a:pt x="75" y="83"/>
                </a:lnTo>
                <a:lnTo>
                  <a:pt x="75" y="82"/>
                </a:lnTo>
                <a:lnTo>
                  <a:pt x="75" y="81"/>
                </a:lnTo>
                <a:lnTo>
                  <a:pt x="75" y="80"/>
                </a:lnTo>
                <a:lnTo>
                  <a:pt x="75" y="79"/>
                </a:lnTo>
                <a:lnTo>
                  <a:pt x="74" y="79"/>
                </a:lnTo>
                <a:lnTo>
                  <a:pt x="74" y="80"/>
                </a:lnTo>
                <a:lnTo>
                  <a:pt x="73" y="80"/>
                </a:lnTo>
                <a:lnTo>
                  <a:pt x="73" y="79"/>
                </a:lnTo>
                <a:lnTo>
                  <a:pt x="73" y="78"/>
                </a:lnTo>
                <a:lnTo>
                  <a:pt x="73" y="77"/>
                </a:lnTo>
                <a:lnTo>
                  <a:pt x="73" y="76"/>
                </a:lnTo>
                <a:lnTo>
                  <a:pt x="72" y="76"/>
                </a:lnTo>
                <a:lnTo>
                  <a:pt x="72" y="75"/>
                </a:lnTo>
                <a:lnTo>
                  <a:pt x="71" y="74"/>
                </a:lnTo>
                <a:lnTo>
                  <a:pt x="72" y="74"/>
                </a:lnTo>
                <a:lnTo>
                  <a:pt x="71" y="73"/>
                </a:lnTo>
                <a:lnTo>
                  <a:pt x="71" y="72"/>
                </a:lnTo>
                <a:lnTo>
                  <a:pt x="70" y="73"/>
                </a:lnTo>
                <a:lnTo>
                  <a:pt x="70" y="72"/>
                </a:lnTo>
                <a:lnTo>
                  <a:pt x="69" y="71"/>
                </a:lnTo>
                <a:lnTo>
                  <a:pt x="68" y="70"/>
                </a:lnTo>
                <a:lnTo>
                  <a:pt x="67" y="70"/>
                </a:lnTo>
                <a:lnTo>
                  <a:pt x="67" y="69"/>
                </a:lnTo>
                <a:lnTo>
                  <a:pt x="68" y="69"/>
                </a:lnTo>
                <a:lnTo>
                  <a:pt x="68" y="67"/>
                </a:lnTo>
                <a:lnTo>
                  <a:pt x="69" y="67"/>
                </a:lnTo>
                <a:lnTo>
                  <a:pt x="68" y="67"/>
                </a:lnTo>
                <a:lnTo>
                  <a:pt x="68" y="66"/>
                </a:lnTo>
                <a:lnTo>
                  <a:pt x="67" y="65"/>
                </a:lnTo>
                <a:lnTo>
                  <a:pt x="66" y="65"/>
                </a:lnTo>
                <a:lnTo>
                  <a:pt x="66" y="66"/>
                </a:lnTo>
                <a:lnTo>
                  <a:pt x="65" y="66"/>
                </a:lnTo>
                <a:lnTo>
                  <a:pt x="65" y="65"/>
                </a:lnTo>
                <a:lnTo>
                  <a:pt x="66" y="65"/>
                </a:lnTo>
                <a:lnTo>
                  <a:pt x="65" y="65"/>
                </a:lnTo>
                <a:lnTo>
                  <a:pt x="64" y="65"/>
                </a:lnTo>
                <a:lnTo>
                  <a:pt x="64" y="64"/>
                </a:lnTo>
                <a:lnTo>
                  <a:pt x="63" y="64"/>
                </a:lnTo>
                <a:lnTo>
                  <a:pt x="63" y="63"/>
                </a:lnTo>
                <a:lnTo>
                  <a:pt x="63" y="62"/>
                </a:lnTo>
                <a:lnTo>
                  <a:pt x="62" y="63"/>
                </a:lnTo>
                <a:lnTo>
                  <a:pt x="62" y="62"/>
                </a:lnTo>
                <a:lnTo>
                  <a:pt x="61" y="62"/>
                </a:lnTo>
                <a:lnTo>
                  <a:pt x="61" y="61"/>
                </a:lnTo>
                <a:lnTo>
                  <a:pt x="62" y="61"/>
                </a:lnTo>
                <a:lnTo>
                  <a:pt x="62" y="60"/>
                </a:lnTo>
                <a:lnTo>
                  <a:pt x="61" y="60"/>
                </a:lnTo>
                <a:lnTo>
                  <a:pt x="61" y="59"/>
                </a:lnTo>
                <a:lnTo>
                  <a:pt x="62" y="59"/>
                </a:lnTo>
                <a:lnTo>
                  <a:pt x="62" y="58"/>
                </a:lnTo>
                <a:lnTo>
                  <a:pt x="63" y="57"/>
                </a:lnTo>
                <a:lnTo>
                  <a:pt x="63" y="56"/>
                </a:lnTo>
                <a:lnTo>
                  <a:pt x="63" y="55"/>
                </a:lnTo>
                <a:lnTo>
                  <a:pt x="64" y="55"/>
                </a:lnTo>
                <a:lnTo>
                  <a:pt x="64" y="54"/>
                </a:lnTo>
                <a:lnTo>
                  <a:pt x="64" y="53"/>
                </a:lnTo>
                <a:lnTo>
                  <a:pt x="63" y="53"/>
                </a:lnTo>
                <a:lnTo>
                  <a:pt x="62" y="53"/>
                </a:lnTo>
                <a:lnTo>
                  <a:pt x="61" y="53"/>
                </a:lnTo>
                <a:lnTo>
                  <a:pt x="61" y="54"/>
                </a:lnTo>
                <a:lnTo>
                  <a:pt x="60" y="54"/>
                </a:lnTo>
                <a:lnTo>
                  <a:pt x="59" y="54"/>
                </a:lnTo>
                <a:lnTo>
                  <a:pt x="58" y="54"/>
                </a:lnTo>
                <a:lnTo>
                  <a:pt x="57" y="54"/>
                </a:lnTo>
                <a:lnTo>
                  <a:pt x="57" y="55"/>
                </a:lnTo>
                <a:lnTo>
                  <a:pt x="56" y="55"/>
                </a:lnTo>
                <a:lnTo>
                  <a:pt x="55" y="55"/>
                </a:lnTo>
                <a:lnTo>
                  <a:pt x="54" y="55"/>
                </a:lnTo>
                <a:lnTo>
                  <a:pt x="53" y="55"/>
                </a:lnTo>
                <a:lnTo>
                  <a:pt x="53" y="56"/>
                </a:lnTo>
                <a:lnTo>
                  <a:pt x="52" y="56"/>
                </a:lnTo>
                <a:lnTo>
                  <a:pt x="51" y="56"/>
                </a:lnTo>
                <a:lnTo>
                  <a:pt x="50" y="56"/>
                </a:lnTo>
                <a:lnTo>
                  <a:pt x="50" y="57"/>
                </a:lnTo>
                <a:lnTo>
                  <a:pt x="49" y="57"/>
                </a:lnTo>
                <a:lnTo>
                  <a:pt x="49" y="58"/>
                </a:lnTo>
                <a:lnTo>
                  <a:pt x="48" y="59"/>
                </a:lnTo>
                <a:lnTo>
                  <a:pt x="47" y="59"/>
                </a:lnTo>
                <a:lnTo>
                  <a:pt x="47" y="60"/>
                </a:lnTo>
                <a:lnTo>
                  <a:pt x="46" y="60"/>
                </a:lnTo>
                <a:lnTo>
                  <a:pt x="46" y="59"/>
                </a:lnTo>
                <a:lnTo>
                  <a:pt x="45" y="59"/>
                </a:lnTo>
                <a:lnTo>
                  <a:pt x="45" y="58"/>
                </a:lnTo>
                <a:lnTo>
                  <a:pt x="45" y="57"/>
                </a:lnTo>
                <a:lnTo>
                  <a:pt x="45" y="56"/>
                </a:lnTo>
                <a:lnTo>
                  <a:pt x="44" y="55"/>
                </a:lnTo>
                <a:lnTo>
                  <a:pt x="44" y="54"/>
                </a:lnTo>
                <a:lnTo>
                  <a:pt x="44" y="53"/>
                </a:lnTo>
                <a:lnTo>
                  <a:pt x="43" y="53"/>
                </a:lnTo>
                <a:lnTo>
                  <a:pt x="43" y="52"/>
                </a:lnTo>
                <a:lnTo>
                  <a:pt x="42" y="52"/>
                </a:lnTo>
                <a:lnTo>
                  <a:pt x="41" y="52"/>
                </a:lnTo>
                <a:lnTo>
                  <a:pt x="41" y="53"/>
                </a:lnTo>
                <a:lnTo>
                  <a:pt x="40" y="53"/>
                </a:lnTo>
                <a:lnTo>
                  <a:pt x="40" y="52"/>
                </a:lnTo>
                <a:lnTo>
                  <a:pt x="40" y="51"/>
                </a:lnTo>
                <a:lnTo>
                  <a:pt x="39" y="51"/>
                </a:lnTo>
                <a:lnTo>
                  <a:pt x="38" y="51"/>
                </a:lnTo>
                <a:lnTo>
                  <a:pt x="38" y="50"/>
                </a:lnTo>
                <a:lnTo>
                  <a:pt x="38" y="49"/>
                </a:lnTo>
                <a:lnTo>
                  <a:pt x="37" y="48"/>
                </a:lnTo>
                <a:lnTo>
                  <a:pt x="37" y="47"/>
                </a:lnTo>
                <a:lnTo>
                  <a:pt x="37" y="48"/>
                </a:lnTo>
                <a:lnTo>
                  <a:pt x="36" y="48"/>
                </a:lnTo>
                <a:lnTo>
                  <a:pt x="36" y="47"/>
                </a:lnTo>
                <a:lnTo>
                  <a:pt x="35" y="47"/>
                </a:lnTo>
                <a:lnTo>
                  <a:pt x="35" y="46"/>
                </a:lnTo>
                <a:lnTo>
                  <a:pt x="36" y="46"/>
                </a:lnTo>
                <a:lnTo>
                  <a:pt x="36" y="45"/>
                </a:lnTo>
                <a:lnTo>
                  <a:pt x="37" y="45"/>
                </a:lnTo>
                <a:lnTo>
                  <a:pt x="38" y="44"/>
                </a:lnTo>
                <a:lnTo>
                  <a:pt x="37" y="44"/>
                </a:lnTo>
                <a:lnTo>
                  <a:pt x="36" y="44"/>
                </a:lnTo>
                <a:lnTo>
                  <a:pt x="36" y="43"/>
                </a:lnTo>
                <a:lnTo>
                  <a:pt x="36" y="42"/>
                </a:lnTo>
                <a:lnTo>
                  <a:pt x="35" y="42"/>
                </a:lnTo>
                <a:lnTo>
                  <a:pt x="35" y="43"/>
                </a:lnTo>
                <a:lnTo>
                  <a:pt x="34" y="43"/>
                </a:lnTo>
                <a:lnTo>
                  <a:pt x="33" y="44"/>
                </a:lnTo>
                <a:lnTo>
                  <a:pt x="34" y="45"/>
                </a:lnTo>
                <a:lnTo>
                  <a:pt x="33" y="46"/>
                </a:lnTo>
                <a:lnTo>
                  <a:pt x="32" y="46"/>
                </a:lnTo>
                <a:lnTo>
                  <a:pt x="31" y="47"/>
                </a:lnTo>
                <a:lnTo>
                  <a:pt x="31" y="48"/>
                </a:lnTo>
                <a:lnTo>
                  <a:pt x="30" y="48"/>
                </a:lnTo>
                <a:lnTo>
                  <a:pt x="29" y="48"/>
                </a:lnTo>
                <a:lnTo>
                  <a:pt x="28" y="48"/>
                </a:lnTo>
                <a:lnTo>
                  <a:pt x="28" y="49"/>
                </a:lnTo>
                <a:lnTo>
                  <a:pt x="27" y="49"/>
                </a:lnTo>
                <a:lnTo>
                  <a:pt x="27" y="48"/>
                </a:lnTo>
                <a:lnTo>
                  <a:pt x="26" y="48"/>
                </a:lnTo>
                <a:lnTo>
                  <a:pt x="27" y="48"/>
                </a:lnTo>
                <a:lnTo>
                  <a:pt x="27" y="47"/>
                </a:lnTo>
                <a:lnTo>
                  <a:pt x="27" y="46"/>
                </a:lnTo>
                <a:lnTo>
                  <a:pt x="26" y="46"/>
                </a:lnTo>
                <a:lnTo>
                  <a:pt x="25" y="46"/>
                </a:lnTo>
                <a:lnTo>
                  <a:pt x="25" y="45"/>
                </a:lnTo>
                <a:lnTo>
                  <a:pt x="24" y="45"/>
                </a:lnTo>
                <a:lnTo>
                  <a:pt x="24" y="44"/>
                </a:lnTo>
                <a:lnTo>
                  <a:pt x="23" y="44"/>
                </a:lnTo>
                <a:lnTo>
                  <a:pt x="23" y="43"/>
                </a:lnTo>
                <a:lnTo>
                  <a:pt x="22" y="44"/>
                </a:lnTo>
                <a:lnTo>
                  <a:pt x="22" y="45"/>
                </a:lnTo>
                <a:lnTo>
                  <a:pt x="21" y="45"/>
                </a:lnTo>
                <a:lnTo>
                  <a:pt x="21" y="46"/>
                </a:lnTo>
                <a:lnTo>
                  <a:pt x="20" y="46"/>
                </a:lnTo>
                <a:lnTo>
                  <a:pt x="19" y="46"/>
                </a:lnTo>
                <a:lnTo>
                  <a:pt x="18" y="46"/>
                </a:lnTo>
                <a:lnTo>
                  <a:pt x="17" y="46"/>
                </a:lnTo>
                <a:lnTo>
                  <a:pt x="17" y="47"/>
                </a:lnTo>
                <a:lnTo>
                  <a:pt x="17" y="46"/>
                </a:lnTo>
                <a:lnTo>
                  <a:pt x="16" y="46"/>
                </a:lnTo>
                <a:lnTo>
                  <a:pt x="15" y="45"/>
                </a:lnTo>
                <a:lnTo>
                  <a:pt x="14" y="45"/>
                </a:lnTo>
                <a:lnTo>
                  <a:pt x="14" y="44"/>
                </a:lnTo>
                <a:lnTo>
                  <a:pt x="13" y="44"/>
                </a:lnTo>
                <a:lnTo>
                  <a:pt x="13" y="43"/>
                </a:lnTo>
                <a:lnTo>
                  <a:pt x="12" y="43"/>
                </a:lnTo>
                <a:lnTo>
                  <a:pt x="11" y="43"/>
                </a:lnTo>
                <a:lnTo>
                  <a:pt x="10" y="43"/>
                </a:lnTo>
                <a:lnTo>
                  <a:pt x="10" y="42"/>
                </a:lnTo>
                <a:lnTo>
                  <a:pt x="9" y="42"/>
                </a:lnTo>
                <a:lnTo>
                  <a:pt x="9" y="43"/>
                </a:lnTo>
                <a:lnTo>
                  <a:pt x="8" y="42"/>
                </a:lnTo>
                <a:lnTo>
                  <a:pt x="7" y="42"/>
                </a:lnTo>
                <a:lnTo>
                  <a:pt x="6" y="42"/>
                </a:lnTo>
                <a:lnTo>
                  <a:pt x="5" y="42"/>
                </a:lnTo>
                <a:lnTo>
                  <a:pt x="4" y="41"/>
                </a:lnTo>
                <a:lnTo>
                  <a:pt x="4" y="40"/>
                </a:lnTo>
                <a:lnTo>
                  <a:pt x="3" y="40"/>
                </a:lnTo>
                <a:lnTo>
                  <a:pt x="2" y="39"/>
                </a:lnTo>
                <a:lnTo>
                  <a:pt x="3" y="39"/>
                </a:lnTo>
                <a:lnTo>
                  <a:pt x="4" y="39"/>
                </a:lnTo>
                <a:lnTo>
                  <a:pt x="4" y="40"/>
                </a:lnTo>
                <a:lnTo>
                  <a:pt x="5" y="39"/>
                </a:lnTo>
                <a:lnTo>
                  <a:pt x="5" y="40"/>
                </a:lnTo>
                <a:lnTo>
                  <a:pt x="6" y="39"/>
                </a:lnTo>
                <a:lnTo>
                  <a:pt x="5" y="39"/>
                </a:lnTo>
                <a:lnTo>
                  <a:pt x="5" y="38"/>
                </a:lnTo>
                <a:lnTo>
                  <a:pt x="4" y="38"/>
                </a:lnTo>
                <a:lnTo>
                  <a:pt x="4" y="37"/>
                </a:lnTo>
                <a:lnTo>
                  <a:pt x="3" y="37"/>
                </a:lnTo>
                <a:lnTo>
                  <a:pt x="2" y="36"/>
                </a:lnTo>
                <a:lnTo>
                  <a:pt x="3" y="35"/>
                </a:lnTo>
                <a:lnTo>
                  <a:pt x="4" y="35"/>
                </a:lnTo>
                <a:lnTo>
                  <a:pt x="4" y="34"/>
                </a:lnTo>
                <a:lnTo>
                  <a:pt x="5" y="34"/>
                </a:lnTo>
                <a:lnTo>
                  <a:pt x="6" y="34"/>
                </a:lnTo>
                <a:lnTo>
                  <a:pt x="6" y="33"/>
                </a:lnTo>
                <a:lnTo>
                  <a:pt x="5" y="33"/>
                </a:lnTo>
                <a:lnTo>
                  <a:pt x="5" y="32"/>
                </a:lnTo>
                <a:lnTo>
                  <a:pt x="4" y="31"/>
                </a:lnTo>
                <a:lnTo>
                  <a:pt x="3" y="31"/>
                </a:lnTo>
                <a:lnTo>
                  <a:pt x="2" y="31"/>
                </a:lnTo>
                <a:lnTo>
                  <a:pt x="2" y="30"/>
                </a:lnTo>
                <a:lnTo>
                  <a:pt x="2" y="29"/>
                </a:lnTo>
                <a:lnTo>
                  <a:pt x="3" y="28"/>
                </a:lnTo>
                <a:lnTo>
                  <a:pt x="2" y="28"/>
                </a:lnTo>
                <a:lnTo>
                  <a:pt x="2" y="27"/>
                </a:lnTo>
                <a:lnTo>
                  <a:pt x="1" y="27"/>
                </a:lnTo>
                <a:lnTo>
                  <a:pt x="0" y="27"/>
                </a:lnTo>
                <a:lnTo>
                  <a:pt x="0" y="26"/>
                </a:lnTo>
                <a:lnTo>
                  <a:pt x="0" y="25"/>
                </a:lnTo>
                <a:lnTo>
                  <a:pt x="0" y="24"/>
                </a:lnTo>
                <a:lnTo>
                  <a:pt x="0" y="23"/>
                </a:lnTo>
                <a:lnTo>
                  <a:pt x="0" y="22"/>
                </a:lnTo>
                <a:lnTo>
                  <a:pt x="1" y="22"/>
                </a:lnTo>
                <a:lnTo>
                  <a:pt x="2" y="22"/>
                </a:lnTo>
                <a:lnTo>
                  <a:pt x="2" y="21"/>
                </a:lnTo>
                <a:lnTo>
                  <a:pt x="3" y="21"/>
                </a:lnTo>
                <a:lnTo>
                  <a:pt x="4" y="21"/>
                </a:lnTo>
                <a:lnTo>
                  <a:pt x="4" y="20"/>
                </a:lnTo>
                <a:lnTo>
                  <a:pt x="5" y="20"/>
                </a:lnTo>
                <a:lnTo>
                  <a:pt x="5" y="19"/>
                </a:lnTo>
                <a:lnTo>
                  <a:pt x="5" y="18"/>
                </a:lnTo>
                <a:lnTo>
                  <a:pt x="5" y="17"/>
                </a:lnTo>
                <a:lnTo>
                  <a:pt x="5" y="16"/>
                </a:lnTo>
                <a:lnTo>
                  <a:pt x="6" y="16"/>
                </a:lnTo>
                <a:lnTo>
                  <a:pt x="6" y="17"/>
                </a:lnTo>
                <a:lnTo>
                  <a:pt x="7" y="17"/>
                </a:lnTo>
                <a:lnTo>
                  <a:pt x="7" y="16"/>
                </a:lnTo>
                <a:lnTo>
                  <a:pt x="8" y="16"/>
                </a:lnTo>
                <a:lnTo>
                  <a:pt x="8" y="15"/>
                </a:lnTo>
                <a:lnTo>
                  <a:pt x="8" y="14"/>
                </a:lnTo>
                <a:lnTo>
                  <a:pt x="8" y="13"/>
                </a:lnTo>
                <a:lnTo>
                  <a:pt x="7" y="13"/>
                </a:lnTo>
                <a:lnTo>
                  <a:pt x="7" y="12"/>
                </a:lnTo>
                <a:lnTo>
                  <a:pt x="8" y="12"/>
                </a:lnTo>
                <a:lnTo>
                  <a:pt x="7" y="12"/>
                </a:lnTo>
                <a:lnTo>
                  <a:pt x="7" y="11"/>
                </a:lnTo>
                <a:lnTo>
                  <a:pt x="7" y="10"/>
                </a:lnTo>
                <a:lnTo>
                  <a:pt x="8" y="9"/>
                </a:lnTo>
                <a:lnTo>
                  <a:pt x="7" y="8"/>
                </a:lnTo>
                <a:lnTo>
                  <a:pt x="8" y="8"/>
                </a:lnTo>
                <a:lnTo>
                  <a:pt x="8" y="7"/>
                </a:lnTo>
                <a:lnTo>
                  <a:pt x="8" y="6"/>
                </a:lnTo>
                <a:lnTo>
                  <a:pt x="8" y="5"/>
                </a:lnTo>
                <a:lnTo>
                  <a:pt x="7" y="5"/>
                </a:lnTo>
                <a:lnTo>
                  <a:pt x="8" y="4"/>
                </a:lnTo>
                <a:lnTo>
                  <a:pt x="8" y="3"/>
                </a:lnTo>
                <a:lnTo>
                  <a:pt x="8" y="4"/>
                </a:lnTo>
                <a:lnTo>
                  <a:pt x="7" y="4"/>
                </a:lnTo>
                <a:lnTo>
                  <a:pt x="7" y="3"/>
                </a:lnTo>
                <a:lnTo>
                  <a:pt x="7" y="2"/>
                </a:lnTo>
                <a:lnTo>
                  <a:pt x="7" y="1"/>
                </a:lnTo>
                <a:lnTo>
                  <a:pt x="8" y="1"/>
                </a:lnTo>
                <a:lnTo>
                  <a:pt x="9" y="1"/>
                </a:lnTo>
                <a:lnTo>
                  <a:pt x="9" y="0"/>
                </a:lnTo>
                <a:lnTo>
                  <a:pt x="206" y="0"/>
                </a:lnTo>
                <a:close/>
              </a:path>
            </a:pathLst>
          </a:custGeom>
          <a:solidFill>
            <a:srgbClr val="97B4D5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150" name=""/>
          <p:cNvSpPr/>
          <p:nvPr/>
        </p:nvSpPr>
        <p:spPr>
          <a:xfrm>
            <a:off x="5551920" y="1503360"/>
            <a:ext cx="74520" cy="45000"/>
          </a:xfrm>
          <a:custGeom>
            <a:avLst/>
            <a:gdLst/>
            <a:ahLst/>
            <a:rect l="0" t="0" r="r" b="b"/>
            <a:pathLst>
              <a:path w="207" h="125">
                <a:moveTo>
                  <a:pt x="206" y="0"/>
                </a:moveTo>
                <a:lnTo>
                  <a:pt x="205" y="1"/>
                </a:lnTo>
                <a:lnTo>
                  <a:pt x="206" y="1"/>
                </a:lnTo>
                <a:lnTo>
                  <a:pt x="207" y="1"/>
                </a:lnTo>
                <a:lnTo>
                  <a:pt x="206" y="1"/>
                </a:lnTo>
                <a:lnTo>
                  <a:pt x="207" y="1"/>
                </a:lnTo>
                <a:lnTo>
                  <a:pt x="207" y="2"/>
                </a:lnTo>
                <a:lnTo>
                  <a:pt x="207" y="3"/>
                </a:lnTo>
                <a:lnTo>
                  <a:pt x="207" y="2"/>
                </a:lnTo>
                <a:lnTo>
                  <a:pt x="204" y="4"/>
                </a:lnTo>
                <a:lnTo>
                  <a:pt x="203" y="4"/>
                </a:lnTo>
                <a:lnTo>
                  <a:pt x="202" y="5"/>
                </a:lnTo>
                <a:lnTo>
                  <a:pt x="202" y="4"/>
                </a:lnTo>
                <a:lnTo>
                  <a:pt x="201" y="4"/>
                </a:lnTo>
                <a:lnTo>
                  <a:pt x="201" y="5"/>
                </a:lnTo>
                <a:lnTo>
                  <a:pt x="201" y="4"/>
                </a:lnTo>
                <a:lnTo>
                  <a:pt x="200" y="4"/>
                </a:lnTo>
                <a:lnTo>
                  <a:pt x="200" y="3"/>
                </a:lnTo>
                <a:lnTo>
                  <a:pt x="199" y="3"/>
                </a:lnTo>
                <a:lnTo>
                  <a:pt x="199" y="2"/>
                </a:lnTo>
                <a:lnTo>
                  <a:pt x="199" y="1"/>
                </a:lnTo>
                <a:lnTo>
                  <a:pt x="200" y="1"/>
                </a:lnTo>
                <a:lnTo>
                  <a:pt x="201" y="0"/>
                </a:lnTo>
                <a:lnTo>
                  <a:pt x="195" y="0"/>
                </a:lnTo>
                <a:lnTo>
                  <a:pt x="196" y="0"/>
                </a:lnTo>
                <a:lnTo>
                  <a:pt x="196" y="1"/>
                </a:lnTo>
                <a:lnTo>
                  <a:pt x="196" y="2"/>
                </a:lnTo>
                <a:lnTo>
                  <a:pt x="195" y="2"/>
                </a:lnTo>
                <a:lnTo>
                  <a:pt x="194" y="2"/>
                </a:lnTo>
                <a:lnTo>
                  <a:pt x="194" y="3"/>
                </a:lnTo>
                <a:lnTo>
                  <a:pt x="193" y="3"/>
                </a:lnTo>
                <a:lnTo>
                  <a:pt x="193" y="4"/>
                </a:lnTo>
                <a:lnTo>
                  <a:pt x="194" y="4"/>
                </a:lnTo>
                <a:lnTo>
                  <a:pt x="194" y="5"/>
                </a:lnTo>
                <a:lnTo>
                  <a:pt x="196" y="5"/>
                </a:lnTo>
                <a:lnTo>
                  <a:pt x="195" y="5"/>
                </a:lnTo>
                <a:lnTo>
                  <a:pt x="194" y="6"/>
                </a:lnTo>
                <a:lnTo>
                  <a:pt x="193" y="6"/>
                </a:lnTo>
                <a:lnTo>
                  <a:pt x="192" y="6"/>
                </a:lnTo>
                <a:lnTo>
                  <a:pt x="192" y="7"/>
                </a:lnTo>
                <a:lnTo>
                  <a:pt x="191" y="7"/>
                </a:lnTo>
                <a:lnTo>
                  <a:pt x="190" y="7"/>
                </a:lnTo>
                <a:lnTo>
                  <a:pt x="189" y="8"/>
                </a:lnTo>
                <a:lnTo>
                  <a:pt x="190" y="8"/>
                </a:lnTo>
                <a:lnTo>
                  <a:pt x="191" y="8"/>
                </a:lnTo>
                <a:lnTo>
                  <a:pt x="192" y="9"/>
                </a:lnTo>
                <a:lnTo>
                  <a:pt x="194" y="10"/>
                </a:lnTo>
                <a:lnTo>
                  <a:pt x="195" y="10"/>
                </a:lnTo>
                <a:lnTo>
                  <a:pt x="195" y="11"/>
                </a:lnTo>
                <a:lnTo>
                  <a:pt x="196" y="11"/>
                </a:lnTo>
                <a:lnTo>
                  <a:pt x="197" y="11"/>
                </a:lnTo>
                <a:lnTo>
                  <a:pt x="197" y="12"/>
                </a:lnTo>
                <a:lnTo>
                  <a:pt x="198" y="12"/>
                </a:lnTo>
                <a:lnTo>
                  <a:pt x="198" y="11"/>
                </a:lnTo>
                <a:lnTo>
                  <a:pt x="198" y="10"/>
                </a:lnTo>
                <a:lnTo>
                  <a:pt x="197" y="10"/>
                </a:lnTo>
                <a:lnTo>
                  <a:pt x="198" y="10"/>
                </a:lnTo>
                <a:lnTo>
                  <a:pt x="198" y="9"/>
                </a:lnTo>
                <a:lnTo>
                  <a:pt x="199" y="9"/>
                </a:lnTo>
                <a:lnTo>
                  <a:pt x="199" y="10"/>
                </a:lnTo>
                <a:lnTo>
                  <a:pt x="198" y="10"/>
                </a:lnTo>
                <a:lnTo>
                  <a:pt x="198" y="11"/>
                </a:lnTo>
                <a:lnTo>
                  <a:pt x="199" y="12"/>
                </a:lnTo>
                <a:lnTo>
                  <a:pt x="198" y="12"/>
                </a:lnTo>
                <a:lnTo>
                  <a:pt x="198" y="13"/>
                </a:lnTo>
                <a:lnTo>
                  <a:pt x="197" y="13"/>
                </a:lnTo>
                <a:lnTo>
                  <a:pt x="198" y="14"/>
                </a:lnTo>
                <a:lnTo>
                  <a:pt x="198" y="15"/>
                </a:lnTo>
                <a:lnTo>
                  <a:pt x="199" y="15"/>
                </a:lnTo>
                <a:lnTo>
                  <a:pt x="199" y="16"/>
                </a:lnTo>
                <a:lnTo>
                  <a:pt x="200" y="16"/>
                </a:lnTo>
                <a:lnTo>
                  <a:pt x="200" y="15"/>
                </a:lnTo>
                <a:lnTo>
                  <a:pt x="201" y="15"/>
                </a:lnTo>
                <a:lnTo>
                  <a:pt x="200" y="15"/>
                </a:lnTo>
                <a:lnTo>
                  <a:pt x="200" y="16"/>
                </a:lnTo>
                <a:lnTo>
                  <a:pt x="199" y="16"/>
                </a:lnTo>
                <a:lnTo>
                  <a:pt x="199" y="17"/>
                </a:lnTo>
                <a:lnTo>
                  <a:pt x="198" y="16"/>
                </a:lnTo>
                <a:lnTo>
                  <a:pt x="198" y="15"/>
                </a:lnTo>
                <a:lnTo>
                  <a:pt x="197" y="15"/>
                </a:lnTo>
                <a:lnTo>
                  <a:pt x="196" y="15"/>
                </a:lnTo>
                <a:lnTo>
                  <a:pt x="196" y="16"/>
                </a:lnTo>
                <a:lnTo>
                  <a:pt x="195" y="16"/>
                </a:lnTo>
                <a:lnTo>
                  <a:pt x="194" y="16"/>
                </a:lnTo>
                <a:lnTo>
                  <a:pt x="193" y="17"/>
                </a:lnTo>
                <a:lnTo>
                  <a:pt x="193" y="18"/>
                </a:lnTo>
                <a:lnTo>
                  <a:pt x="194" y="18"/>
                </a:lnTo>
                <a:lnTo>
                  <a:pt x="194" y="19"/>
                </a:lnTo>
                <a:lnTo>
                  <a:pt x="195" y="19"/>
                </a:lnTo>
                <a:lnTo>
                  <a:pt x="195" y="20"/>
                </a:lnTo>
                <a:lnTo>
                  <a:pt x="196" y="20"/>
                </a:lnTo>
                <a:lnTo>
                  <a:pt x="197" y="20"/>
                </a:lnTo>
                <a:lnTo>
                  <a:pt x="198" y="20"/>
                </a:lnTo>
                <a:lnTo>
                  <a:pt x="199" y="20"/>
                </a:lnTo>
                <a:lnTo>
                  <a:pt x="199" y="21"/>
                </a:lnTo>
                <a:lnTo>
                  <a:pt x="198" y="21"/>
                </a:lnTo>
                <a:lnTo>
                  <a:pt x="197" y="21"/>
                </a:lnTo>
                <a:lnTo>
                  <a:pt x="196" y="21"/>
                </a:lnTo>
                <a:lnTo>
                  <a:pt x="196" y="22"/>
                </a:lnTo>
                <a:lnTo>
                  <a:pt x="195" y="22"/>
                </a:lnTo>
                <a:lnTo>
                  <a:pt x="194" y="22"/>
                </a:lnTo>
                <a:lnTo>
                  <a:pt x="194" y="21"/>
                </a:lnTo>
                <a:lnTo>
                  <a:pt x="193" y="21"/>
                </a:lnTo>
                <a:lnTo>
                  <a:pt x="192" y="21"/>
                </a:lnTo>
                <a:lnTo>
                  <a:pt x="191" y="21"/>
                </a:lnTo>
                <a:lnTo>
                  <a:pt x="191" y="22"/>
                </a:lnTo>
                <a:lnTo>
                  <a:pt x="190" y="22"/>
                </a:lnTo>
                <a:lnTo>
                  <a:pt x="189" y="22"/>
                </a:lnTo>
                <a:lnTo>
                  <a:pt x="189" y="23"/>
                </a:lnTo>
                <a:lnTo>
                  <a:pt x="188" y="23"/>
                </a:lnTo>
                <a:lnTo>
                  <a:pt x="187" y="23"/>
                </a:lnTo>
                <a:lnTo>
                  <a:pt x="187" y="24"/>
                </a:lnTo>
                <a:lnTo>
                  <a:pt x="186" y="24"/>
                </a:lnTo>
                <a:lnTo>
                  <a:pt x="185" y="24"/>
                </a:lnTo>
                <a:lnTo>
                  <a:pt x="185" y="25"/>
                </a:lnTo>
                <a:lnTo>
                  <a:pt x="184" y="25"/>
                </a:lnTo>
                <a:lnTo>
                  <a:pt x="183" y="25"/>
                </a:lnTo>
                <a:lnTo>
                  <a:pt x="183" y="26"/>
                </a:lnTo>
                <a:lnTo>
                  <a:pt x="182" y="25"/>
                </a:lnTo>
                <a:lnTo>
                  <a:pt x="182" y="26"/>
                </a:lnTo>
                <a:lnTo>
                  <a:pt x="181" y="25"/>
                </a:lnTo>
                <a:lnTo>
                  <a:pt x="181" y="24"/>
                </a:lnTo>
                <a:lnTo>
                  <a:pt x="181" y="23"/>
                </a:lnTo>
                <a:lnTo>
                  <a:pt x="180" y="23"/>
                </a:lnTo>
                <a:lnTo>
                  <a:pt x="180" y="22"/>
                </a:lnTo>
                <a:lnTo>
                  <a:pt x="180" y="21"/>
                </a:lnTo>
                <a:lnTo>
                  <a:pt x="181" y="20"/>
                </a:lnTo>
                <a:lnTo>
                  <a:pt x="181" y="19"/>
                </a:lnTo>
                <a:lnTo>
                  <a:pt x="180" y="19"/>
                </a:lnTo>
                <a:lnTo>
                  <a:pt x="180" y="18"/>
                </a:lnTo>
                <a:lnTo>
                  <a:pt x="179" y="18"/>
                </a:lnTo>
                <a:lnTo>
                  <a:pt x="179" y="19"/>
                </a:lnTo>
                <a:lnTo>
                  <a:pt x="179" y="20"/>
                </a:lnTo>
                <a:lnTo>
                  <a:pt x="179" y="21"/>
                </a:lnTo>
                <a:lnTo>
                  <a:pt x="180" y="21"/>
                </a:lnTo>
                <a:lnTo>
                  <a:pt x="179" y="21"/>
                </a:lnTo>
                <a:lnTo>
                  <a:pt x="178" y="21"/>
                </a:lnTo>
                <a:lnTo>
                  <a:pt x="178" y="22"/>
                </a:lnTo>
                <a:lnTo>
                  <a:pt x="179" y="22"/>
                </a:lnTo>
                <a:lnTo>
                  <a:pt x="179" y="23"/>
                </a:lnTo>
                <a:lnTo>
                  <a:pt x="180" y="23"/>
                </a:lnTo>
                <a:lnTo>
                  <a:pt x="180" y="24"/>
                </a:lnTo>
                <a:lnTo>
                  <a:pt x="180" y="25"/>
                </a:lnTo>
                <a:lnTo>
                  <a:pt x="179" y="25"/>
                </a:lnTo>
                <a:lnTo>
                  <a:pt x="179" y="26"/>
                </a:lnTo>
                <a:lnTo>
                  <a:pt x="178" y="26"/>
                </a:lnTo>
                <a:lnTo>
                  <a:pt x="178" y="27"/>
                </a:lnTo>
                <a:lnTo>
                  <a:pt x="178" y="28"/>
                </a:lnTo>
                <a:lnTo>
                  <a:pt x="179" y="29"/>
                </a:lnTo>
                <a:lnTo>
                  <a:pt x="180" y="30"/>
                </a:lnTo>
                <a:lnTo>
                  <a:pt x="179" y="30"/>
                </a:lnTo>
                <a:lnTo>
                  <a:pt x="181" y="29"/>
                </a:lnTo>
                <a:lnTo>
                  <a:pt x="182" y="29"/>
                </a:lnTo>
                <a:lnTo>
                  <a:pt x="183" y="29"/>
                </a:lnTo>
                <a:lnTo>
                  <a:pt x="183" y="28"/>
                </a:lnTo>
                <a:lnTo>
                  <a:pt x="184" y="28"/>
                </a:lnTo>
                <a:lnTo>
                  <a:pt x="183" y="28"/>
                </a:lnTo>
                <a:lnTo>
                  <a:pt x="183" y="29"/>
                </a:lnTo>
                <a:lnTo>
                  <a:pt x="183" y="30"/>
                </a:lnTo>
                <a:lnTo>
                  <a:pt x="184" y="30"/>
                </a:lnTo>
                <a:lnTo>
                  <a:pt x="184" y="31"/>
                </a:lnTo>
                <a:lnTo>
                  <a:pt x="185" y="31"/>
                </a:lnTo>
                <a:lnTo>
                  <a:pt x="185" y="30"/>
                </a:lnTo>
                <a:lnTo>
                  <a:pt x="186" y="30"/>
                </a:lnTo>
                <a:lnTo>
                  <a:pt x="187" y="30"/>
                </a:lnTo>
                <a:lnTo>
                  <a:pt x="186" y="30"/>
                </a:lnTo>
                <a:lnTo>
                  <a:pt x="187" y="30"/>
                </a:lnTo>
                <a:lnTo>
                  <a:pt x="187" y="31"/>
                </a:lnTo>
                <a:lnTo>
                  <a:pt x="187" y="32"/>
                </a:lnTo>
                <a:lnTo>
                  <a:pt x="186" y="33"/>
                </a:lnTo>
                <a:lnTo>
                  <a:pt x="186" y="34"/>
                </a:lnTo>
                <a:lnTo>
                  <a:pt x="185" y="34"/>
                </a:lnTo>
                <a:lnTo>
                  <a:pt x="185" y="33"/>
                </a:lnTo>
                <a:lnTo>
                  <a:pt x="185" y="34"/>
                </a:lnTo>
                <a:lnTo>
                  <a:pt x="185" y="35"/>
                </a:lnTo>
                <a:lnTo>
                  <a:pt x="185" y="36"/>
                </a:lnTo>
                <a:lnTo>
                  <a:pt x="184" y="36"/>
                </a:lnTo>
                <a:lnTo>
                  <a:pt x="184" y="37"/>
                </a:lnTo>
                <a:lnTo>
                  <a:pt x="183" y="38"/>
                </a:lnTo>
                <a:lnTo>
                  <a:pt x="182" y="38"/>
                </a:lnTo>
                <a:lnTo>
                  <a:pt x="182" y="37"/>
                </a:lnTo>
                <a:lnTo>
                  <a:pt x="181" y="37"/>
                </a:lnTo>
                <a:lnTo>
                  <a:pt x="180" y="37"/>
                </a:lnTo>
                <a:lnTo>
                  <a:pt x="180" y="38"/>
                </a:lnTo>
                <a:lnTo>
                  <a:pt x="180" y="39"/>
                </a:lnTo>
                <a:lnTo>
                  <a:pt x="180" y="40"/>
                </a:lnTo>
                <a:lnTo>
                  <a:pt x="180" y="41"/>
                </a:lnTo>
                <a:lnTo>
                  <a:pt x="181" y="42"/>
                </a:lnTo>
                <a:lnTo>
                  <a:pt x="182" y="41"/>
                </a:lnTo>
                <a:lnTo>
                  <a:pt x="182" y="42"/>
                </a:lnTo>
                <a:lnTo>
                  <a:pt x="183" y="42"/>
                </a:lnTo>
                <a:lnTo>
                  <a:pt x="182" y="42"/>
                </a:lnTo>
                <a:lnTo>
                  <a:pt x="182" y="43"/>
                </a:lnTo>
                <a:lnTo>
                  <a:pt x="182" y="44"/>
                </a:lnTo>
                <a:lnTo>
                  <a:pt x="181" y="44"/>
                </a:lnTo>
                <a:lnTo>
                  <a:pt x="181" y="45"/>
                </a:lnTo>
                <a:lnTo>
                  <a:pt x="181" y="46"/>
                </a:lnTo>
                <a:lnTo>
                  <a:pt x="180" y="46"/>
                </a:lnTo>
                <a:lnTo>
                  <a:pt x="180" y="47"/>
                </a:lnTo>
                <a:lnTo>
                  <a:pt x="179" y="47"/>
                </a:lnTo>
                <a:lnTo>
                  <a:pt x="179" y="48"/>
                </a:lnTo>
                <a:lnTo>
                  <a:pt x="178" y="48"/>
                </a:lnTo>
                <a:lnTo>
                  <a:pt x="177" y="49"/>
                </a:lnTo>
                <a:lnTo>
                  <a:pt x="177" y="50"/>
                </a:lnTo>
                <a:lnTo>
                  <a:pt x="176" y="49"/>
                </a:lnTo>
                <a:lnTo>
                  <a:pt x="176" y="48"/>
                </a:lnTo>
                <a:lnTo>
                  <a:pt x="177" y="48"/>
                </a:lnTo>
                <a:lnTo>
                  <a:pt x="176" y="47"/>
                </a:lnTo>
                <a:lnTo>
                  <a:pt x="177" y="47"/>
                </a:lnTo>
                <a:lnTo>
                  <a:pt x="176" y="45"/>
                </a:lnTo>
                <a:lnTo>
                  <a:pt x="174" y="44"/>
                </a:lnTo>
                <a:lnTo>
                  <a:pt x="173" y="43"/>
                </a:lnTo>
                <a:lnTo>
                  <a:pt x="172" y="43"/>
                </a:lnTo>
                <a:lnTo>
                  <a:pt x="171" y="43"/>
                </a:lnTo>
                <a:lnTo>
                  <a:pt x="169" y="43"/>
                </a:lnTo>
                <a:lnTo>
                  <a:pt x="168" y="43"/>
                </a:lnTo>
                <a:lnTo>
                  <a:pt x="167" y="43"/>
                </a:lnTo>
                <a:lnTo>
                  <a:pt x="168" y="43"/>
                </a:lnTo>
                <a:lnTo>
                  <a:pt x="168" y="42"/>
                </a:lnTo>
                <a:lnTo>
                  <a:pt x="167" y="42"/>
                </a:lnTo>
                <a:lnTo>
                  <a:pt x="167" y="41"/>
                </a:lnTo>
                <a:lnTo>
                  <a:pt x="168" y="40"/>
                </a:lnTo>
                <a:lnTo>
                  <a:pt x="167" y="40"/>
                </a:lnTo>
                <a:lnTo>
                  <a:pt x="168" y="40"/>
                </a:lnTo>
                <a:lnTo>
                  <a:pt x="168" y="39"/>
                </a:lnTo>
                <a:lnTo>
                  <a:pt x="167" y="39"/>
                </a:lnTo>
                <a:lnTo>
                  <a:pt x="167" y="38"/>
                </a:lnTo>
                <a:lnTo>
                  <a:pt x="166" y="38"/>
                </a:lnTo>
                <a:lnTo>
                  <a:pt x="167" y="38"/>
                </a:lnTo>
                <a:lnTo>
                  <a:pt x="167" y="40"/>
                </a:lnTo>
                <a:lnTo>
                  <a:pt x="166" y="40"/>
                </a:lnTo>
                <a:lnTo>
                  <a:pt x="166" y="41"/>
                </a:lnTo>
                <a:lnTo>
                  <a:pt x="166" y="42"/>
                </a:lnTo>
                <a:lnTo>
                  <a:pt x="166" y="43"/>
                </a:lnTo>
                <a:lnTo>
                  <a:pt x="167" y="43"/>
                </a:lnTo>
                <a:lnTo>
                  <a:pt x="167" y="44"/>
                </a:lnTo>
                <a:lnTo>
                  <a:pt x="166" y="45"/>
                </a:lnTo>
                <a:lnTo>
                  <a:pt x="165" y="45"/>
                </a:lnTo>
                <a:lnTo>
                  <a:pt x="164" y="45"/>
                </a:lnTo>
                <a:lnTo>
                  <a:pt x="164" y="46"/>
                </a:lnTo>
                <a:lnTo>
                  <a:pt x="163" y="47"/>
                </a:lnTo>
                <a:lnTo>
                  <a:pt x="162" y="47"/>
                </a:lnTo>
                <a:lnTo>
                  <a:pt x="161" y="47"/>
                </a:lnTo>
                <a:lnTo>
                  <a:pt x="160" y="47"/>
                </a:lnTo>
                <a:lnTo>
                  <a:pt x="159" y="47"/>
                </a:lnTo>
                <a:lnTo>
                  <a:pt x="158" y="47"/>
                </a:lnTo>
                <a:lnTo>
                  <a:pt x="158" y="48"/>
                </a:lnTo>
                <a:lnTo>
                  <a:pt x="159" y="48"/>
                </a:lnTo>
                <a:lnTo>
                  <a:pt x="158" y="48"/>
                </a:lnTo>
                <a:lnTo>
                  <a:pt x="157" y="49"/>
                </a:lnTo>
                <a:lnTo>
                  <a:pt x="157" y="50"/>
                </a:lnTo>
                <a:lnTo>
                  <a:pt x="156" y="50"/>
                </a:lnTo>
                <a:lnTo>
                  <a:pt x="156" y="51"/>
                </a:lnTo>
                <a:lnTo>
                  <a:pt x="155" y="51"/>
                </a:lnTo>
                <a:lnTo>
                  <a:pt x="154" y="50"/>
                </a:lnTo>
                <a:lnTo>
                  <a:pt x="153" y="50"/>
                </a:lnTo>
                <a:lnTo>
                  <a:pt x="152" y="49"/>
                </a:lnTo>
                <a:lnTo>
                  <a:pt x="152" y="48"/>
                </a:lnTo>
                <a:lnTo>
                  <a:pt x="152" y="47"/>
                </a:lnTo>
                <a:lnTo>
                  <a:pt x="152" y="46"/>
                </a:lnTo>
                <a:lnTo>
                  <a:pt x="152" y="45"/>
                </a:lnTo>
                <a:lnTo>
                  <a:pt x="151" y="46"/>
                </a:lnTo>
                <a:lnTo>
                  <a:pt x="151" y="45"/>
                </a:lnTo>
                <a:lnTo>
                  <a:pt x="152" y="44"/>
                </a:lnTo>
                <a:lnTo>
                  <a:pt x="152" y="43"/>
                </a:lnTo>
                <a:lnTo>
                  <a:pt x="151" y="43"/>
                </a:lnTo>
                <a:lnTo>
                  <a:pt x="151" y="44"/>
                </a:lnTo>
                <a:lnTo>
                  <a:pt x="150" y="45"/>
                </a:lnTo>
                <a:lnTo>
                  <a:pt x="150" y="44"/>
                </a:lnTo>
                <a:lnTo>
                  <a:pt x="149" y="44"/>
                </a:lnTo>
                <a:lnTo>
                  <a:pt x="149" y="45"/>
                </a:lnTo>
                <a:lnTo>
                  <a:pt x="149" y="46"/>
                </a:lnTo>
                <a:lnTo>
                  <a:pt x="148" y="47"/>
                </a:lnTo>
                <a:lnTo>
                  <a:pt x="148" y="48"/>
                </a:lnTo>
                <a:lnTo>
                  <a:pt x="147" y="49"/>
                </a:lnTo>
                <a:lnTo>
                  <a:pt x="147" y="50"/>
                </a:lnTo>
                <a:lnTo>
                  <a:pt x="146" y="50"/>
                </a:lnTo>
                <a:lnTo>
                  <a:pt x="145" y="50"/>
                </a:lnTo>
                <a:lnTo>
                  <a:pt x="144" y="51"/>
                </a:lnTo>
                <a:lnTo>
                  <a:pt x="142" y="52"/>
                </a:lnTo>
                <a:lnTo>
                  <a:pt x="142" y="53"/>
                </a:lnTo>
                <a:lnTo>
                  <a:pt x="143" y="53"/>
                </a:lnTo>
                <a:lnTo>
                  <a:pt x="144" y="53"/>
                </a:lnTo>
                <a:lnTo>
                  <a:pt x="145" y="54"/>
                </a:lnTo>
                <a:lnTo>
                  <a:pt x="145" y="55"/>
                </a:lnTo>
                <a:lnTo>
                  <a:pt x="144" y="56"/>
                </a:lnTo>
                <a:lnTo>
                  <a:pt x="144" y="57"/>
                </a:lnTo>
                <a:lnTo>
                  <a:pt x="143" y="57"/>
                </a:lnTo>
                <a:lnTo>
                  <a:pt x="143" y="58"/>
                </a:lnTo>
                <a:lnTo>
                  <a:pt x="144" y="58"/>
                </a:lnTo>
                <a:lnTo>
                  <a:pt x="144" y="59"/>
                </a:lnTo>
                <a:lnTo>
                  <a:pt x="143" y="59"/>
                </a:lnTo>
                <a:lnTo>
                  <a:pt x="140" y="59"/>
                </a:lnTo>
                <a:lnTo>
                  <a:pt x="139" y="59"/>
                </a:lnTo>
                <a:lnTo>
                  <a:pt x="138" y="58"/>
                </a:lnTo>
                <a:lnTo>
                  <a:pt x="136" y="58"/>
                </a:lnTo>
                <a:lnTo>
                  <a:pt x="135" y="58"/>
                </a:lnTo>
                <a:lnTo>
                  <a:pt x="136" y="59"/>
                </a:lnTo>
                <a:lnTo>
                  <a:pt x="136" y="60"/>
                </a:lnTo>
                <a:lnTo>
                  <a:pt x="135" y="60"/>
                </a:lnTo>
                <a:lnTo>
                  <a:pt x="135" y="61"/>
                </a:lnTo>
                <a:lnTo>
                  <a:pt x="134" y="61"/>
                </a:lnTo>
                <a:lnTo>
                  <a:pt x="135" y="62"/>
                </a:lnTo>
                <a:lnTo>
                  <a:pt x="136" y="62"/>
                </a:lnTo>
                <a:lnTo>
                  <a:pt x="135" y="62"/>
                </a:lnTo>
                <a:lnTo>
                  <a:pt x="135" y="63"/>
                </a:lnTo>
                <a:lnTo>
                  <a:pt x="136" y="63"/>
                </a:lnTo>
                <a:lnTo>
                  <a:pt x="137" y="63"/>
                </a:lnTo>
                <a:lnTo>
                  <a:pt x="138" y="63"/>
                </a:lnTo>
                <a:lnTo>
                  <a:pt x="139" y="63"/>
                </a:lnTo>
                <a:lnTo>
                  <a:pt x="141" y="62"/>
                </a:lnTo>
                <a:lnTo>
                  <a:pt x="142" y="62"/>
                </a:lnTo>
                <a:lnTo>
                  <a:pt x="142" y="61"/>
                </a:lnTo>
                <a:lnTo>
                  <a:pt x="143" y="61"/>
                </a:lnTo>
                <a:lnTo>
                  <a:pt x="144" y="61"/>
                </a:lnTo>
                <a:lnTo>
                  <a:pt x="145" y="61"/>
                </a:lnTo>
                <a:lnTo>
                  <a:pt x="146" y="61"/>
                </a:lnTo>
                <a:lnTo>
                  <a:pt x="146" y="62"/>
                </a:lnTo>
                <a:lnTo>
                  <a:pt x="145" y="63"/>
                </a:lnTo>
                <a:lnTo>
                  <a:pt x="145" y="64"/>
                </a:lnTo>
                <a:lnTo>
                  <a:pt x="146" y="64"/>
                </a:lnTo>
                <a:lnTo>
                  <a:pt x="145" y="64"/>
                </a:lnTo>
                <a:lnTo>
                  <a:pt x="145" y="65"/>
                </a:lnTo>
                <a:lnTo>
                  <a:pt x="145" y="66"/>
                </a:lnTo>
                <a:lnTo>
                  <a:pt x="145" y="65"/>
                </a:lnTo>
                <a:lnTo>
                  <a:pt x="146" y="65"/>
                </a:lnTo>
                <a:lnTo>
                  <a:pt x="147" y="65"/>
                </a:lnTo>
                <a:lnTo>
                  <a:pt x="147" y="64"/>
                </a:lnTo>
                <a:lnTo>
                  <a:pt x="148" y="64"/>
                </a:lnTo>
                <a:lnTo>
                  <a:pt x="149" y="64"/>
                </a:lnTo>
                <a:lnTo>
                  <a:pt x="149" y="65"/>
                </a:lnTo>
                <a:lnTo>
                  <a:pt x="149" y="66"/>
                </a:lnTo>
                <a:lnTo>
                  <a:pt x="150" y="66"/>
                </a:lnTo>
                <a:lnTo>
                  <a:pt x="150" y="67"/>
                </a:lnTo>
                <a:lnTo>
                  <a:pt x="151" y="67"/>
                </a:lnTo>
                <a:lnTo>
                  <a:pt x="151" y="69"/>
                </a:lnTo>
                <a:lnTo>
                  <a:pt x="151" y="70"/>
                </a:lnTo>
                <a:lnTo>
                  <a:pt x="152" y="71"/>
                </a:lnTo>
                <a:lnTo>
                  <a:pt x="151" y="71"/>
                </a:lnTo>
                <a:lnTo>
                  <a:pt x="150" y="71"/>
                </a:lnTo>
                <a:lnTo>
                  <a:pt x="150" y="72"/>
                </a:lnTo>
                <a:lnTo>
                  <a:pt x="149" y="72"/>
                </a:lnTo>
                <a:lnTo>
                  <a:pt x="149" y="73"/>
                </a:lnTo>
                <a:lnTo>
                  <a:pt x="148" y="72"/>
                </a:lnTo>
                <a:lnTo>
                  <a:pt x="148" y="73"/>
                </a:lnTo>
                <a:lnTo>
                  <a:pt x="147" y="73"/>
                </a:lnTo>
                <a:lnTo>
                  <a:pt x="147" y="74"/>
                </a:lnTo>
                <a:lnTo>
                  <a:pt x="146" y="74"/>
                </a:lnTo>
                <a:lnTo>
                  <a:pt x="146" y="75"/>
                </a:lnTo>
                <a:lnTo>
                  <a:pt x="146" y="76"/>
                </a:lnTo>
                <a:lnTo>
                  <a:pt x="146" y="75"/>
                </a:lnTo>
                <a:lnTo>
                  <a:pt x="145" y="76"/>
                </a:lnTo>
                <a:lnTo>
                  <a:pt x="144" y="76"/>
                </a:lnTo>
                <a:lnTo>
                  <a:pt x="144" y="77"/>
                </a:lnTo>
                <a:lnTo>
                  <a:pt x="144" y="78"/>
                </a:lnTo>
                <a:lnTo>
                  <a:pt x="143" y="78"/>
                </a:lnTo>
                <a:lnTo>
                  <a:pt x="143" y="79"/>
                </a:lnTo>
                <a:lnTo>
                  <a:pt x="143" y="80"/>
                </a:lnTo>
                <a:lnTo>
                  <a:pt x="142" y="80"/>
                </a:lnTo>
                <a:lnTo>
                  <a:pt x="142" y="79"/>
                </a:lnTo>
                <a:lnTo>
                  <a:pt x="142" y="78"/>
                </a:lnTo>
                <a:lnTo>
                  <a:pt x="142" y="79"/>
                </a:lnTo>
                <a:lnTo>
                  <a:pt x="141" y="78"/>
                </a:lnTo>
                <a:lnTo>
                  <a:pt x="142" y="78"/>
                </a:lnTo>
                <a:lnTo>
                  <a:pt x="141" y="78"/>
                </a:lnTo>
                <a:lnTo>
                  <a:pt x="141" y="77"/>
                </a:lnTo>
                <a:lnTo>
                  <a:pt x="140" y="77"/>
                </a:lnTo>
                <a:lnTo>
                  <a:pt x="140" y="78"/>
                </a:lnTo>
                <a:lnTo>
                  <a:pt x="141" y="78"/>
                </a:lnTo>
                <a:lnTo>
                  <a:pt x="141" y="79"/>
                </a:lnTo>
                <a:lnTo>
                  <a:pt x="140" y="79"/>
                </a:lnTo>
                <a:lnTo>
                  <a:pt x="140" y="78"/>
                </a:lnTo>
                <a:lnTo>
                  <a:pt x="140" y="79"/>
                </a:lnTo>
                <a:lnTo>
                  <a:pt x="141" y="79"/>
                </a:lnTo>
                <a:lnTo>
                  <a:pt x="141" y="80"/>
                </a:lnTo>
                <a:lnTo>
                  <a:pt x="141" y="81"/>
                </a:lnTo>
                <a:lnTo>
                  <a:pt x="140" y="82"/>
                </a:lnTo>
                <a:lnTo>
                  <a:pt x="140" y="83"/>
                </a:lnTo>
                <a:lnTo>
                  <a:pt x="139" y="83"/>
                </a:lnTo>
                <a:lnTo>
                  <a:pt x="138" y="84"/>
                </a:lnTo>
                <a:lnTo>
                  <a:pt x="138" y="85"/>
                </a:lnTo>
                <a:lnTo>
                  <a:pt x="138" y="86"/>
                </a:lnTo>
                <a:lnTo>
                  <a:pt x="138" y="88"/>
                </a:lnTo>
                <a:lnTo>
                  <a:pt x="139" y="89"/>
                </a:lnTo>
                <a:lnTo>
                  <a:pt x="138" y="90"/>
                </a:lnTo>
                <a:lnTo>
                  <a:pt x="138" y="89"/>
                </a:lnTo>
                <a:lnTo>
                  <a:pt x="137" y="89"/>
                </a:lnTo>
                <a:lnTo>
                  <a:pt x="136" y="89"/>
                </a:lnTo>
                <a:lnTo>
                  <a:pt x="136" y="90"/>
                </a:lnTo>
                <a:lnTo>
                  <a:pt x="135" y="90"/>
                </a:lnTo>
                <a:lnTo>
                  <a:pt x="135" y="91"/>
                </a:lnTo>
                <a:lnTo>
                  <a:pt x="134" y="91"/>
                </a:lnTo>
                <a:lnTo>
                  <a:pt x="134" y="92"/>
                </a:lnTo>
                <a:lnTo>
                  <a:pt x="133" y="92"/>
                </a:lnTo>
                <a:lnTo>
                  <a:pt x="133" y="93"/>
                </a:lnTo>
                <a:lnTo>
                  <a:pt x="133" y="94"/>
                </a:lnTo>
                <a:lnTo>
                  <a:pt x="133" y="95"/>
                </a:lnTo>
                <a:lnTo>
                  <a:pt x="132" y="95"/>
                </a:lnTo>
                <a:lnTo>
                  <a:pt x="130" y="96"/>
                </a:lnTo>
                <a:lnTo>
                  <a:pt x="130" y="98"/>
                </a:lnTo>
                <a:lnTo>
                  <a:pt x="132" y="98"/>
                </a:lnTo>
                <a:lnTo>
                  <a:pt x="130" y="98"/>
                </a:lnTo>
                <a:lnTo>
                  <a:pt x="129" y="99"/>
                </a:lnTo>
                <a:lnTo>
                  <a:pt x="129" y="98"/>
                </a:lnTo>
                <a:lnTo>
                  <a:pt x="128" y="97"/>
                </a:lnTo>
                <a:lnTo>
                  <a:pt x="129" y="97"/>
                </a:lnTo>
                <a:lnTo>
                  <a:pt x="129" y="96"/>
                </a:lnTo>
                <a:lnTo>
                  <a:pt x="129" y="95"/>
                </a:lnTo>
                <a:lnTo>
                  <a:pt x="130" y="95"/>
                </a:lnTo>
                <a:lnTo>
                  <a:pt x="130" y="94"/>
                </a:lnTo>
                <a:lnTo>
                  <a:pt x="130" y="93"/>
                </a:lnTo>
                <a:lnTo>
                  <a:pt x="132" y="93"/>
                </a:lnTo>
                <a:lnTo>
                  <a:pt x="132" y="92"/>
                </a:lnTo>
                <a:lnTo>
                  <a:pt x="132" y="93"/>
                </a:lnTo>
                <a:lnTo>
                  <a:pt x="130" y="93"/>
                </a:lnTo>
                <a:lnTo>
                  <a:pt x="130" y="92"/>
                </a:lnTo>
                <a:lnTo>
                  <a:pt x="130" y="93"/>
                </a:lnTo>
                <a:lnTo>
                  <a:pt x="130" y="92"/>
                </a:lnTo>
                <a:lnTo>
                  <a:pt x="129" y="92"/>
                </a:lnTo>
                <a:lnTo>
                  <a:pt x="129" y="91"/>
                </a:lnTo>
                <a:lnTo>
                  <a:pt x="129" y="90"/>
                </a:lnTo>
                <a:lnTo>
                  <a:pt x="130" y="90"/>
                </a:lnTo>
                <a:lnTo>
                  <a:pt x="129" y="91"/>
                </a:lnTo>
                <a:lnTo>
                  <a:pt x="129" y="92"/>
                </a:lnTo>
                <a:lnTo>
                  <a:pt x="128" y="92"/>
                </a:lnTo>
                <a:lnTo>
                  <a:pt x="127" y="91"/>
                </a:lnTo>
                <a:lnTo>
                  <a:pt x="126" y="91"/>
                </a:lnTo>
                <a:lnTo>
                  <a:pt x="126" y="90"/>
                </a:lnTo>
                <a:lnTo>
                  <a:pt x="125" y="90"/>
                </a:lnTo>
                <a:lnTo>
                  <a:pt x="126" y="90"/>
                </a:lnTo>
                <a:lnTo>
                  <a:pt x="126" y="91"/>
                </a:lnTo>
                <a:lnTo>
                  <a:pt x="126" y="92"/>
                </a:lnTo>
                <a:lnTo>
                  <a:pt x="125" y="93"/>
                </a:lnTo>
                <a:lnTo>
                  <a:pt x="125" y="94"/>
                </a:lnTo>
                <a:lnTo>
                  <a:pt x="125" y="95"/>
                </a:lnTo>
                <a:lnTo>
                  <a:pt x="126" y="95"/>
                </a:lnTo>
                <a:lnTo>
                  <a:pt x="126" y="96"/>
                </a:lnTo>
                <a:lnTo>
                  <a:pt x="125" y="97"/>
                </a:lnTo>
                <a:lnTo>
                  <a:pt x="125" y="98"/>
                </a:lnTo>
                <a:lnTo>
                  <a:pt x="123" y="99"/>
                </a:lnTo>
                <a:lnTo>
                  <a:pt x="123" y="100"/>
                </a:lnTo>
                <a:lnTo>
                  <a:pt x="122" y="101"/>
                </a:lnTo>
                <a:lnTo>
                  <a:pt x="122" y="102"/>
                </a:lnTo>
                <a:lnTo>
                  <a:pt x="122" y="103"/>
                </a:lnTo>
                <a:lnTo>
                  <a:pt x="122" y="104"/>
                </a:lnTo>
                <a:lnTo>
                  <a:pt x="122" y="105"/>
                </a:lnTo>
                <a:lnTo>
                  <a:pt x="122" y="106"/>
                </a:lnTo>
                <a:lnTo>
                  <a:pt x="123" y="107"/>
                </a:lnTo>
                <a:lnTo>
                  <a:pt x="124" y="107"/>
                </a:lnTo>
                <a:lnTo>
                  <a:pt x="124" y="108"/>
                </a:lnTo>
                <a:lnTo>
                  <a:pt x="123" y="108"/>
                </a:lnTo>
                <a:lnTo>
                  <a:pt x="123" y="109"/>
                </a:lnTo>
                <a:lnTo>
                  <a:pt x="123" y="110"/>
                </a:lnTo>
                <a:lnTo>
                  <a:pt x="122" y="110"/>
                </a:lnTo>
                <a:lnTo>
                  <a:pt x="122" y="111"/>
                </a:lnTo>
                <a:lnTo>
                  <a:pt x="121" y="111"/>
                </a:lnTo>
                <a:lnTo>
                  <a:pt x="121" y="112"/>
                </a:lnTo>
                <a:lnTo>
                  <a:pt x="121" y="113"/>
                </a:lnTo>
                <a:lnTo>
                  <a:pt x="121" y="112"/>
                </a:lnTo>
                <a:lnTo>
                  <a:pt x="120" y="112"/>
                </a:lnTo>
                <a:lnTo>
                  <a:pt x="121" y="112"/>
                </a:lnTo>
                <a:lnTo>
                  <a:pt x="121" y="111"/>
                </a:lnTo>
                <a:lnTo>
                  <a:pt x="121" y="110"/>
                </a:lnTo>
                <a:lnTo>
                  <a:pt x="121" y="109"/>
                </a:lnTo>
                <a:lnTo>
                  <a:pt x="121" y="108"/>
                </a:lnTo>
                <a:lnTo>
                  <a:pt x="122" y="108"/>
                </a:lnTo>
                <a:lnTo>
                  <a:pt x="122" y="107"/>
                </a:lnTo>
                <a:lnTo>
                  <a:pt x="122" y="106"/>
                </a:lnTo>
                <a:lnTo>
                  <a:pt x="121" y="105"/>
                </a:lnTo>
                <a:lnTo>
                  <a:pt x="121" y="104"/>
                </a:lnTo>
                <a:lnTo>
                  <a:pt x="120" y="104"/>
                </a:lnTo>
                <a:lnTo>
                  <a:pt x="120" y="103"/>
                </a:lnTo>
                <a:lnTo>
                  <a:pt x="121" y="103"/>
                </a:lnTo>
                <a:lnTo>
                  <a:pt x="120" y="103"/>
                </a:lnTo>
                <a:lnTo>
                  <a:pt x="120" y="102"/>
                </a:lnTo>
                <a:lnTo>
                  <a:pt x="119" y="102"/>
                </a:lnTo>
                <a:lnTo>
                  <a:pt x="118" y="102"/>
                </a:lnTo>
                <a:lnTo>
                  <a:pt x="119" y="101"/>
                </a:lnTo>
                <a:lnTo>
                  <a:pt x="118" y="101"/>
                </a:lnTo>
                <a:lnTo>
                  <a:pt x="117" y="101"/>
                </a:lnTo>
                <a:lnTo>
                  <a:pt x="116" y="101"/>
                </a:lnTo>
                <a:lnTo>
                  <a:pt x="115" y="100"/>
                </a:lnTo>
                <a:lnTo>
                  <a:pt x="114" y="100"/>
                </a:lnTo>
                <a:lnTo>
                  <a:pt x="113" y="100"/>
                </a:lnTo>
                <a:lnTo>
                  <a:pt x="112" y="100"/>
                </a:lnTo>
                <a:lnTo>
                  <a:pt x="111" y="100"/>
                </a:lnTo>
                <a:lnTo>
                  <a:pt x="110" y="100"/>
                </a:lnTo>
                <a:lnTo>
                  <a:pt x="110" y="99"/>
                </a:lnTo>
                <a:lnTo>
                  <a:pt x="109" y="99"/>
                </a:lnTo>
                <a:lnTo>
                  <a:pt x="108" y="99"/>
                </a:lnTo>
                <a:lnTo>
                  <a:pt x="107" y="100"/>
                </a:lnTo>
                <a:lnTo>
                  <a:pt x="108" y="100"/>
                </a:lnTo>
                <a:lnTo>
                  <a:pt x="108" y="101"/>
                </a:lnTo>
                <a:lnTo>
                  <a:pt x="109" y="101"/>
                </a:lnTo>
                <a:lnTo>
                  <a:pt x="110" y="101"/>
                </a:lnTo>
                <a:lnTo>
                  <a:pt x="111" y="101"/>
                </a:lnTo>
                <a:lnTo>
                  <a:pt x="112" y="101"/>
                </a:lnTo>
                <a:lnTo>
                  <a:pt x="113" y="101"/>
                </a:lnTo>
                <a:lnTo>
                  <a:pt x="113" y="102"/>
                </a:lnTo>
                <a:lnTo>
                  <a:pt x="113" y="103"/>
                </a:lnTo>
                <a:lnTo>
                  <a:pt x="114" y="103"/>
                </a:lnTo>
                <a:lnTo>
                  <a:pt x="114" y="104"/>
                </a:lnTo>
                <a:lnTo>
                  <a:pt x="114" y="105"/>
                </a:lnTo>
                <a:lnTo>
                  <a:pt x="114" y="106"/>
                </a:lnTo>
                <a:lnTo>
                  <a:pt x="113" y="107"/>
                </a:lnTo>
                <a:lnTo>
                  <a:pt x="113" y="108"/>
                </a:lnTo>
                <a:lnTo>
                  <a:pt x="113" y="109"/>
                </a:lnTo>
                <a:lnTo>
                  <a:pt x="112" y="109"/>
                </a:lnTo>
                <a:lnTo>
                  <a:pt x="112" y="110"/>
                </a:lnTo>
                <a:lnTo>
                  <a:pt x="111" y="111"/>
                </a:lnTo>
                <a:lnTo>
                  <a:pt x="111" y="112"/>
                </a:lnTo>
                <a:lnTo>
                  <a:pt x="111" y="111"/>
                </a:lnTo>
                <a:lnTo>
                  <a:pt x="110" y="111"/>
                </a:lnTo>
                <a:lnTo>
                  <a:pt x="109" y="111"/>
                </a:lnTo>
                <a:lnTo>
                  <a:pt x="109" y="110"/>
                </a:lnTo>
                <a:lnTo>
                  <a:pt x="109" y="111"/>
                </a:lnTo>
                <a:lnTo>
                  <a:pt x="110" y="111"/>
                </a:lnTo>
                <a:lnTo>
                  <a:pt x="110" y="112"/>
                </a:lnTo>
                <a:lnTo>
                  <a:pt x="111" y="112"/>
                </a:lnTo>
                <a:lnTo>
                  <a:pt x="111" y="113"/>
                </a:lnTo>
                <a:lnTo>
                  <a:pt x="112" y="113"/>
                </a:lnTo>
                <a:lnTo>
                  <a:pt x="112" y="112"/>
                </a:lnTo>
                <a:lnTo>
                  <a:pt x="113" y="113"/>
                </a:lnTo>
                <a:lnTo>
                  <a:pt x="113" y="112"/>
                </a:lnTo>
                <a:lnTo>
                  <a:pt x="114" y="112"/>
                </a:lnTo>
                <a:lnTo>
                  <a:pt x="114" y="111"/>
                </a:lnTo>
                <a:lnTo>
                  <a:pt x="115" y="111"/>
                </a:lnTo>
                <a:lnTo>
                  <a:pt x="115" y="112"/>
                </a:lnTo>
                <a:lnTo>
                  <a:pt x="116" y="111"/>
                </a:lnTo>
                <a:lnTo>
                  <a:pt x="116" y="112"/>
                </a:lnTo>
                <a:lnTo>
                  <a:pt x="117" y="112"/>
                </a:lnTo>
                <a:lnTo>
                  <a:pt x="118" y="112"/>
                </a:lnTo>
                <a:lnTo>
                  <a:pt x="117" y="112"/>
                </a:lnTo>
                <a:lnTo>
                  <a:pt x="117" y="113"/>
                </a:lnTo>
                <a:lnTo>
                  <a:pt x="117" y="112"/>
                </a:lnTo>
                <a:lnTo>
                  <a:pt x="117" y="113"/>
                </a:lnTo>
                <a:lnTo>
                  <a:pt x="117" y="114"/>
                </a:lnTo>
                <a:lnTo>
                  <a:pt x="116" y="114"/>
                </a:lnTo>
                <a:lnTo>
                  <a:pt x="117" y="114"/>
                </a:lnTo>
                <a:lnTo>
                  <a:pt x="116" y="114"/>
                </a:lnTo>
                <a:lnTo>
                  <a:pt x="115" y="113"/>
                </a:lnTo>
                <a:lnTo>
                  <a:pt x="114" y="114"/>
                </a:lnTo>
                <a:lnTo>
                  <a:pt x="114" y="115"/>
                </a:lnTo>
                <a:lnTo>
                  <a:pt x="114" y="116"/>
                </a:lnTo>
                <a:lnTo>
                  <a:pt x="114" y="117"/>
                </a:lnTo>
                <a:lnTo>
                  <a:pt x="115" y="117"/>
                </a:lnTo>
                <a:lnTo>
                  <a:pt x="115" y="118"/>
                </a:lnTo>
                <a:lnTo>
                  <a:pt x="114" y="118"/>
                </a:lnTo>
                <a:lnTo>
                  <a:pt x="114" y="119"/>
                </a:lnTo>
                <a:lnTo>
                  <a:pt x="113" y="118"/>
                </a:lnTo>
                <a:lnTo>
                  <a:pt x="112" y="118"/>
                </a:lnTo>
                <a:lnTo>
                  <a:pt x="111" y="119"/>
                </a:lnTo>
                <a:lnTo>
                  <a:pt x="111" y="120"/>
                </a:lnTo>
                <a:lnTo>
                  <a:pt x="111" y="121"/>
                </a:lnTo>
                <a:lnTo>
                  <a:pt x="111" y="122"/>
                </a:lnTo>
                <a:lnTo>
                  <a:pt x="111" y="123"/>
                </a:lnTo>
                <a:lnTo>
                  <a:pt x="112" y="123"/>
                </a:lnTo>
                <a:lnTo>
                  <a:pt x="113" y="123"/>
                </a:lnTo>
                <a:lnTo>
                  <a:pt x="113" y="124"/>
                </a:lnTo>
                <a:lnTo>
                  <a:pt x="112" y="124"/>
                </a:lnTo>
                <a:lnTo>
                  <a:pt x="112" y="123"/>
                </a:lnTo>
                <a:lnTo>
                  <a:pt x="111" y="123"/>
                </a:lnTo>
                <a:lnTo>
                  <a:pt x="111" y="124"/>
                </a:lnTo>
                <a:lnTo>
                  <a:pt x="110" y="124"/>
                </a:lnTo>
                <a:lnTo>
                  <a:pt x="109" y="124"/>
                </a:lnTo>
                <a:lnTo>
                  <a:pt x="108" y="125"/>
                </a:lnTo>
                <a:lnTo>
                  <a:pt x="108" y="124"/>
                </a:lnTo>
                <a:lnTo>
                  <a:pt x="107" y="124"/>
                </a:lnTo>
                <a:lnTo>
                  <a:pt x="106" y="125"/>
                </a:lnTo>
                <a:lnTo>
                  <a:pt x="105" y="125"/>
                </a:lnTo>
                <a:lnTo>
                  <a:pt x="105" y="124"/>
                </a:lnTo>
                <a:lnTo>
                  <a:pt x="106" y="124"/>
                </a:lnTo>
                <a:lnTo>
                  <a:pt x="106" y="123"/>
                </a:lnTo>
                <a:lnTo>
                  <a:pt x="107" y="122"/>
                </a:lnTo>
                <a:lnTo>
                  <a:pt x="108" y="121"/>
                </a:lnTo>
                <a:lnTo>
                  <a:pt x="108" y="120"/>
                </a:lnTo>
                <a:lnTo>
                  <a:pt x="107" y="118"/>
                </a:lnTo>
                <a:lnTo>
                  <a:pt x="106" y="118"/>
                </a:lnTo>
                <a:lnTo>
                  <a:pt x="106" y="117"/>
                </a:lnTo>
                <a:lnTo>
                  <a:pt x="106" y="116"/>
                </a:lnTo>
                <a:lnTo>
                  <a:pt x="107" y="115"/>
                </a:lnTo>
                <a:lnTo>
                  <a:pt x="106" y="114"/>
                </a:lnTo>
                <a:lnTo>
                  <a:pt x="106" y="113"/>
                </a:lnTo>
                <a:lnTo>
                  <a:pt x="107" y="112"/>
                </a:lnTo>
                <a:lnTo>
                  <a:pt x="106" y="111"/>
                </a:lnTo>
                <a:lnTo>
                  <a:pt x="107" y="111"/>
                </a:lnTo>
                <a:lnTo>
                  <a:pt x="108" y="110"/>
                </a:lnTo>
                <a:lnTo>
                  <a:pt x="109" y="111"/>
                </a:lnTo>
                <a:lnTo>
                  <a:pt x="108" y="110"/>
                </a:lnTo>
                <a:lnTo>
                  <a:pt x="107" y="110"/>
                </a:lnTo>
                <a:lnTo>
                  <a:pt x="106" y="111"/>
                </a:lnTo>
                <a:lnTo>
                  <a:pt x="106" y="112"/>
                </a:lnTo>
                <a:lnTo>
                  <a:pt x="105" y="113"/>
                </a:lnTo>
                <a:lnTo>
                  <a:pt x="104" y="113"/>
                </a:lnTo>
                <a:lnTo>
                  <a:pt x="103" y="113"/>
                </a:lnTo>
                <a:lnTo>
                  <a:pt x="103" y="114"/>
                </a:lnTo>
                <a:lnTo>
                  <a:pt x="102" y="114"/>
                </a:lnTo>
                <a:lnTo>
                  <a:pt x="101" y="114"/>
                </a:lnTo>
                <a:lnTo>
                  <a:pt x="101" y="115"/>
                </a:lnTo>
                <a:lnTo>
                  <a:pt x="101" y="116"/>
                </a:lnTo>
                <a:lnTo>
                  <a:pt x="101" y="117"/>
                </a:lnTo>
                <a:lnTo>
                  <a:pt x="102" y="118"/>
                </a:lnTo>
                <a:lnTo>
                  <a:pt x="101" y="118"/>
                </a:lnTo>
                <a:lnTo>
                  <a:pt x="101" y="119"/>
                </a:lnTo>
                <a:lnTo>
                  <a:pt x="101" y="120"/>
                </a:lnTo>
                <a:lnTo>
                  <a:pt x="102" y="121"/>
                </a:lnTo>
                <a:lnTo>
                  <a:pt x="102" y="122"/>
                </a:lnTo>
                <a:lnTo>
                  <a:pt x="101" y="122"/>
                </a:lnTo>
                <a:lnTo>
                  <a:pt x="101" y="123"/>
                </a:lnTo>
                <a:lnTo>
                  <a:pt x="100" y="123"/>
                </a:lnTo>
                <a:lnTo>
                  <a:pt x="99" y="124"/>
                </a:lnTo>
                <a:lnTo>
                  <a:pt x="99" y="123"/>
                </a:lnTo>
                <a:lnTo>
                  <a:pt x="99" y="122"/>
                </a:lnTo>
                <a:lnTo>
                  <a:pt x="99" y="121"/>
                </a:lnTo>
                <a:lnTo>
                  <a:pt x="99" y="120"/>
                </a:lnTo>
                <a:lnTo>
                  <a:pt x="100" y="120"/>
                </a:lnTo>
                <a:lnTo>
                  <a:pt x="100" y="119"/>
                </a:lnTo>
                <a:lnTo>
                  <a:pt x="99" y="118"/>
                </a:lnTo>
                <a:lnTo>
                  <a:pt x="98" y="118"/>
                </a:lnTo>
                <a:lnTo>
                  <a:pt x="99" y="118"/>
                </a:lnTo>
                <a:lnTo>
                  <a:pt x="99" y="119"/>
                </a:lnTo>
                <a:lnTo>
                  <a:pt x="99" y="120"/>
                </a:lnTo>
                <a:lnTo>
                  <a:pt x="98" y="120"/>
                </a:lnTo>
                <a:lnTo>
                  <a:pt x="98" y="119"/>
                </a:lnTo>
                <a:lnTo>
                  <a:pt x="97" y="119"/>
                </a:lnTo>
                <a:lnTo>
                  <a:pt x="98" y="119"/>
                </a:lnTo>
                <a:lnTo>
                  <a:pt x="98" y="120"/>
                </a:lnTo>
                <a:lnTo>
                  <a:pt x="98" y="121"/>
                </a:lnTo>
                <a:lnTo>
                  <a:pt x="99" y="121"/>
                </a:lnTo>
                <a:lnTo>
                  <a:pt x="99" y="122"/>
                </a:lnTo>
                <a:lnTo>
                  <a:pt x="98" y="122"/>
                </a:lnTo>
                <a:lnTo>
                  <a:pt x="98" y="123"/>
                </a:lnTo>
                <a:lnTo>
                  <a:pt x="97" y="123"/>
                </a:lnTo>
                <a:lnTo>
                  <a:pt x="96" y="123"/>
                </a:lnTo>
                <a:lnTo>
                  <a:pt x="96" y="122"/>
                </a:lnTo>
                <a:lnTo>
                  <a:pt x="95" y="122"/>
                </a:lnTo>
                <a:lnTo>
                  <a:pt x="94" y="122"/>
                </a:lnTo>
                <a:lnTo>
                  <a:pt x="93" y="121"/>
                </a:lnTo>
                <a:lnTo>
                  <a:pt x="92" y="121"/>
                </a:lnTo>
                <a:lnTo>
                  <a:pt x="92" y="122"/>
                </a:lnTo>
                <a:lnTo>
                  <a:pt x="92" y="121"/>
                </a:lnTo>
                <a:lnTo>
                  <a:pt x="91" y="121"/>
                </a:lnTo>
                <a:lnTo>
                  <a:pt x="90" y="121"/>
                </a:lnTo>
                <a:lnTo>
                  <a:pt x="90" y="120"/>
                </a:lnTo>
                <a:lnTo>
                  <a:pt x="90" y="121"/>
                </a:lnTo>
                <a:lnTo>
                  <a:pt x="89" y="120"/>
                </a:lnTo>
                <a:lnTo>
                  <a:pt x="88" y="120"/>
                </a:lnTo>
                <a:lnTo>
                  <a:pt x="88" y="119"/>
                </a:lnTo>
                <a:lnTo>
                  <a:pt x="87" y="119"/>
                </a:lnTo>
                <a:lnTo>
                  <a:pt x="87" y="118"/>
                </a:lnTo>
                <a:lnTo>
                  <a:pt x="87" y="117"/>
                </a:lnTo>
                <a:lnTo>
                  <a:pt x="86" y="117"/>
                </a:lnTo>
                <a:lnTo>
                  <a:pt x="87" y="116"/>
                </a:lnTo>
                <a:lnTo>
                  <a:pt x="86" y="116"/>
                </a:lnTo>
                <a:lnTo>
                  <a:pt x="86" y="115"/>
                </a:lnTo>
                <a:lnTo>
                  <a:pt x="86" y="114"/>
                </a:lnTo>
                <a:lnTo>
                  <a:pt x="85" y="113"/>
                </a:lnTo>
                <a:lnTo>
                  <a:pt x="85" y="112"/>
                </a:lnTo>
                <a:lnTo>
                  <a:pt x="84" y="111"/>
                </a:lnTo>
                <a:lnTo>
                  <a:pt x="85" y="111"/>
                </a:lnTo>
                <a:lnTo>
                  <a:pt x="85" y="110"/>
                </a:lnTo>
                <a:lnTo>
                  <a:pt x="84" y="110"/>
                </a:lnTo>
                <a:lnTo>
                  <a:pt x="84" y="109"/>
                </a:lnTo>
                <a:lnTo>
                  <a:pt x="83" y="108"/>
                </a:lnTo>
                <a:lnTo>
                  <a:pt x="82" y="108"/>
                </a:lnTo>
                <a:lnTo>
                  <a:pt x="81" y="108"/>
                </a:lnTo>
                <a:lnTo>
                  <a:pt x="80" y="108"/>
                </a:lnTo>
                <a:lnTo>
                  <a:pt x="80" y="107"/>
                </a:lnTo>
                <a:lnTo>
                  <a:pt x="80" y="108"/>
                </a:lnTo>
                <a:lnTo>
                  <a:pt x="81" y="107"/>
                </a:lnTo>
                <a:lnTo>
                  <a:pt x="80" y="106"/>
                </a:lnTo>
                <a:lnTo>
                  <a:pt x="80" y="105"/>
                </a:lnTo>
                <a:lnTo>
                  <a:pt x="79" y="105"/>
                </a:lnTo>
                <a:lnTo>
                  <a:pt x="79" y="104"/>
                </a:lnTo>
                <a:lnTo>
                  <a:pt x="80" y="104"/>
                </a:lnTo>
                <a:lnTo>
                  <a:pt x="80" y="103"/>
                </a:lnTo>
                <a:lnTo>
                  <a:pt x="80" y="102"/>
                </a:lnTo>
                <a:lnTo>
                  <a:pt x="80" y="101"/>
                </a:lnTo>
                <a:lnTo>
                  <a:pt x="80" y="99"/>
                </a:lnTo>
                <a:lnTo>
                  <a:pt x="80" y="98"/>
                </a:lnTo>
                <a:lnTo>
                  <a:pt x="79" y="98"/>
                </a:lnTo>
                <a:lnTo>
                  <a:pt x="78" y="98"/>
                </a:lnTo>
                <a:lnTo>
                  <a:pt x="78" y="97"/>
                </a:lnTo>
                <a:lnTo>
                  <a:pt x="77" y="97"/>
                </a:lnTo>
                <a:lnTo>
                  <a:pt x="77" y="96"/>
                </a:lnTo>
                <a:lnTo>
                  <a:pt x="78" y="96"/>
                </a:lnTo>
                <a:lnTo>
                  <a:pt x="78" y="95"/>
                </a:lnTo>
                <a:lnTo>
                  <a:pt x="77" y="95"/>
                </a:lnTo>
                <a:lnTo>
                  <a:pt x="76" y="94"/>
                </a:lnTo>
                <a:lnTo>
                  <a:pt x="76" y="93"/>
                </a:lnTo>
                <a:lnTo>
                  <a:pt x="76" y="92"/>
                </a:lnTo>
                <a:lnTo>
                  <a:pt x="76" y="91"/>
                </a:lnTo>
                <a:lnTo>
                  <a:pt x="76" y="90"/>
                </a:lnTo>
                <a:lnTo>
                  <a:pt x="76" y="89"/>
                </a:lnTo>
                <a:lnTo>
                  <a:pt x="77" y="89"/>
                </a:lnTo>
                <a:lnTo>
                  <a:pt x="77" y="88"/>
                </a:lnTo>
                <a:lnTo>
                  <a:pt x="78" y="88"/>
                </a:lnTo>
                <a:lnTo>
                  <a:pt x="78" y="87"/>
                </a:lnTo>
                <a:lnTo>
                  <a:pt x="79" y="87"/>
                </a:lnTo>
                <a:lnTo>
                  <a:pt x="79" y="86"/>
                </a:lnTo>
                <a:lnTo>
                  <a:pt x="79" y="85"/>
                </a:lnTo>
                <a:lnTo>
                  <a:pt x="78" y="85"/>
                </a:lnTo>
                <a:lnTo>
                  <a:pt x="77" y="85"/>
                </a:lnTo>
                <a:lnTo>
                  <a:pt x="77" y="84"/>
                </a:lnTo>
                <a:lnTo>
                  <a:pt x="76" y="84"/>
                </a:lnTo>
                <a:lnTo>
                  <a:pt x="75" y="84"/>
                </a:lnTo>
                <a:lnTo>
                  <a:pt x="75" y="83"/>
                </a:lnTo>
                <a:lnTo>
                  <a:pt x="75" y="82"/>
                </a:lnTo>
                <a:lnTo>
                  <a:pt x="75" y="81"/>
                </a:lnTo>
                <a:lnTo>
                  <a:pt x="75" y="80"/>
                </a:lnTo>
                <a:lnTo>
                  <a:pt x="75" y="79"/>
                </a:lnTo>
                <a:lnTo>
                  <a:pt x="74" y="79"/>
                </a:lnTo>
                <a:lnTo>
                  <a:pt x="74" y="80"/>
                </a:lnTo>
                <a:lnTo>
                  <a:pt x="73" y="80"/>
                </a:lnTo>
                <a:lnTo>
                  <a:pt x="73" y="79"/>
                </a:lnTo>
                <a:lnTo>
                  <a:pt x="73" y="78"/>
                </a:lnTo>
                <a:lnTo>
                  <a:pt x="73" y="77"/>
                </a:lnTo>
                <a:lnTo>
                  <a:pt x="73" y="76"/>
                </a:lnTo>
                <a:lnTo>
                  <a:pt x="72" y="76"/>
                </a:lnTo>
                <a:lnTo>
                  <a:pt x="72" y="75"/>
                </a:lnTo>
                <a:lnTo>
                  <a:pt x="71" y="74"/>
                </a:lnTo>
                <a:lnTo>
                  <a:pt x="72" y="74"/>
                </a:lnTo>
                <a:lnTo>
                  <a:pt x="71" y="73"/>
                </a:lnTo>
                <a:lnTo>
                  <a:pt x="71" y="72"/>
                </a:lnTo>
                <a:lnTo>
                  <a:pt x="70" y="73"/>
                </a:lnTo>
                <a:lnTo>
                  <a:pt x="70" y="72"/>
                </a:lnTo>
                <a:lnTo>
                  <a:pt x="69" y="71"/>
                </a:lnTo>
                <a:lnTo>
                  <a:pt x="68" y="70"/>
                </a:lnTo>
                <a:lnTo>
                  <a:pt x="67" y="70"/>
                </a:lnTo>
                <a:lnTo>
                  <a:pt x="67" y="69"/>
                </a:lnTo>
                <a:lnTo>
                  <a:pt x="68" y="69"/>
                </a:lnTo>
                <a:lnTo>
                  <a:pt x="68" y="67"/>
                </a:lnTo>
                <a:lnTo>
                  <a:pt x="69" y="67"/>
                </a:lnTo>
                <a:lnTo>
                  <a:pt x="68" y="67"/>
                </a:lnTo>
                <a:lnTo>
                  <a:pt x="68" y="66"/>
                </a:lnTo>
                <a:lnTo>
                  <a:pt x="67" y="65"/>
                </a:lnTo>
                <a:lnTo>
                  <a:pt x="66" y="65"/>
                </a:lnTo>
                <a:lnTo>
                  <a:pt x="66" y="66"/>
                </a:lnTo>
                <a:lnTo>
                  <a:pt x="65" y="66"/>
                </a:lnTo>
                <a:lnTo>
                  <a:pt x="65" y="65"/>
                </a:lnTo>
                <a:lnTo>
                  <a:pt x="66" y="65"/>
                </a:lnTo>
                <a:lnTo>
                  <a:pt x="65" y="65"/>
                </a:lnTo>
                <a:lnTo>
                  <a:pt x="64" y="65"/>
                </a:lnTo>
                <a:lnTo>
                  <a:pt x="64" y="64"/>
                </a:lnTo>
                <a:lnTo>
                  <a:pt x="63" y="64"/>
                </a:lnTo>
                <a:lnTo>
                  <a:pt x="63" y="63"/>
                </a:lnTo>
                <a:lnTo>
                  <a:pt x="63" y="62"/>
                </a:lnTo>
                <a:lnTo>
                  <a:pt x="62" y="63"/>
                </a:lnTo>
                <a:lnTo>
                  <a:pt x="62" y="62"/>
                </a:lnTo>
                <a:lnTo>
                  <a:pt x="61" y="62"/>
                </a:lnTo>
                <a:lnTo>
                  <a:pt x="61" y="61"/>
                </a:lnTo>
                <a:lnTo>
                  <a:pt x="62" y="61"/>
                </a:lnTo>
                <a:lnTo>
                  <a:pt x="62" y="60"/>
                </a:lnTo>
                <a:lnTo>
                  <a:pt x="61" y="60"/>
                </a:lnTo>
                <a:lnTo>
                  <a:pt x="61" y="59"/>
                </a:lnTo>
                <a:lnTo>
                  <a:pt x="62" y="59"/>
                </a:lnTo>
                <a:lnTo>
                  <a:pt x="62" y="58"/>
                </a:lnTo>
                <a:lnTo>
                  <a:pt x="63" y="57"/>
                </a:lnTo>
                <a:lnTo>
                  <a:pt x="63" y="56"/>
                </a:lnTo>
                <a:lnTo>
                  <a:pt x="63" y="55"/>
                </a:lnTo>
                <a:lnTo>
                  <a:pt x="64" y="55"/>
                </a:lnTo>
                <a:lnTo>
                  <a:pt x="64" y="54"/>
                </a:lnTo>
                <a:lnTo>
                  <a:pt x="64" y="53"/>
                </a:lnTo>
                <a:lnTo>
                  <a:pt x="63" y="53"/>
                </a:lnTo>
                <a:lnTo>
                  <a:pt x="62" y="53"/>
                </a:lnTo>
                <a:lnTo>
                  <a:pt x="61" y="53"/>
                </a:lnTo>
                <a:lnTo>
                  <a:pt x="61" y="54"/>
                </a:lnTo>
                <a:lnTo>
                  <a:pt x="60" y="54"/>
                </a:lnTo>
                <a:lnTo>
                  <a:pt x="59" y="54"/>
                </a:lnTo>
                <a:lnTo>
                  <a:pt x="58" y="54"/>
                </a:lnTo>
                <a:lnTo>
                  <a:pt x="57" y="54"/>
                </a:lnTo>
                <a:lnTo>
                  <a:pt x="57" y="55"/>
                </a:lnTo>
                <a:lnTo>
                  <a:pt x="56" y="55"/>
                </a:lnTo>
                <a:lnTo>
                  <a:pt x="55" y="55"/>
                </a:lnTo>
                <a:lnTo>
                  <a:pt x="54" y="55"/>
                </a:lnTo>
                <a:lnTo>
                  <a:pt x="53" y="55"/>
                </a:lnTo>
                <a:lnTo>
                  <a:pt x="53" y="56"/>
                </a:lnTo>
                <a:lnTo>
                  <a:pt x="52" y="56"/>
                </a:lnTo>
                <a:lnTo>
                  <a:pt x="51" y="56"/>
                </a:lnTo>
                <a:lnTo>
                  <a:pt x="50" y="56"/>
                </a:lnTo>
                <a:lnTo>
                  <a:pt x="50" y="57"/>
                </a:lnTo>
                <a:lnTo>
                  <a:pt x="49" y="57"/>
                </a:lnTo>
                <a:lnTo>
                  <a:pt x="49" y="58"/>
                </a:lnTo>
                <a:lnTo>
                  <a:pt x="48" y="59"/>
                </a:lnTo>
                <a:lnTo>
                  <a:pt x="47" y="59"/>
                </a:lnTo>
                <a:lnTo>
                  <a:pt x="47" y="60"/>
                </a:lnTo>
                <a:lnTo>
                  <a:pt x="46" y="60"/>
                </a:lnTo>
                <a:lnTo>
                  <a:pt x="46" y="59"/>
                </a:lnTo>
                <a:lnTo>
                  <a:pt x="45" y="59"/>
                </a:lnTo>
                <a:lnTo>
                  <a:pt x="45" y="58"/>
                </a:lnTo>
                <a:lnTo>
                  <a:pt x="45" y="57"/>
                </a:lnTo>
                <a:lnTo>
                  <a:pt x="45" y="56"/>
                </a:lnTo>
                <a:lnTo>
                  <a:pt x="44" y="55"/>
                </a:lnTo>
                <a:lnTo>
                  <a:pt x="44" y="54"/>
                </a:lnTo>
                <a:lnTo>
                  <a:pt x="44" y="53"/>
                </a:lnTo>
                <a:lnTo>
                  <a:pt x="43" y="53"/>
                </a:lnTo>
                <a:lnTo>
                  <a:pt x="43" y="52"/>
                </a:lnTo>
                <a:lnTo>
                  <a:pt x="42" y="52"/>
                </a:lnTo>
                <a:lnTo>
                  <a:pt x="41" y="52"/>
                </a:lnTo>
                <a:lnTo>
                  <a:pt x="41" y="53"/>
                </a:lnTo>
                <a:lnTo>
                  <a:pt x="40" y="53"/>
                </a:lnTo>
                <a:lnTo>
                  <a:pt x="40" y="52"/>
                </a:lnTo>
                <a:lnTo>
                  <a:pt x="40" y="51"/>
                </a:lnTo>
                <a:lnTo>
                  <a:pt x="39" y="51"/>
                </a:lnTo>
                <a:lnTo>
                  <a:pt x="38" y="51"/>
                </a:lnTo>
                <a:lnTo>
                  <a:pt x="38" y="50"/>
                </a:lnTo>
                <a:lnTo>
                  <a:pt x="38" y="49"/>
                </a:lnTo>
                <a:lnTo>
                  <a:pt x="37" y="48"/>
                </a:lnTo>
                <a:lnTo>
                  <a:pt x="37" y="47"/>
                </a:lnTo>
                <a:lnTo>
                  <a:pt x="37" y="48"/>
                </a:lnTo>
                <a:lnTo>
                  <a:pt x="36" y="48"/>
                </a:lnTo>
                <a:lnTo>
                  <a:pt x="36" y="47"/>
                </a:lnTo>
                <a:lnTo>
                  <a:pt x="35" y="47"/>
                </a:lnTo>
                <a:lnTo>
                  <a:pt x="35" y="46"/>
                </a:lnTo>
                <a:lnTo>
                  <a:pt x="36" y="46"/>
                </a:lnTo>
                <a:lnTo>
                  <a:pt x="36" y="45"/>
                </a:lnTo>
                <a:lnTo>
                  <a:pt x="37" y="45"/>
                </a:lnTo>
                <a:lnTo>
                  <a:pt x="38" y="44"/>
                </a:lnTo>
                <a:lnTo>
                  <a:pt x="37" y="44"/>
                </a:lnTo>
                <a:lnTo>
                  <a:pt x="36" y="44"/>
                </a:lnTo>
                <a:lnTo>
                  <a:pt x="36" y="43"/>
                </a:lnTo>
                <a:lnTo>
                  <a:pt x="36" y="42"/>
                </a:lnTo>
                <a:lnTo>
                  <a:pt x="35" y="42"/>
                </a:lnTo>
                <a:lnTo>
                  <a:pt x="35" y="43"/>
                </a:lnTo>
                <a:lnTo>
                  <a:pt x="34" y="43"/>
                </a:lnTo>
                <a:lnTo>
                  <a:pt x="33" y="44"/>
                </a:lnTo>
                <a:lnTo>
                  <a:pt x="34" y="45"/>
                </a:lnTo>
                <a:lnTo>
                  <a:pt x="33" y="46"/>
                </a:lnTo>
                <a:lnTo>
                  <a:pt x="32" y="46"/>
                </a:lnTo>
                <a:lnTo>
                  <a:pt x="31" y="47"/>
                </a:lnTo>
                <a:lnTo>
                  <a:pt x="31" y="48"/>
                </a:lnTo>
                <a:lnTo>
                  <a:pt x="30" y="48"/>
                </a:lnTo>
                <a:lnTo>
                  <a:pt x="29" y="48"/>
                </a:lnTo>
                <a:lnTo>
                  <a:pt x="28" y="48"/>
                </a:lnTo>
                <a:lnTo>
                  <a:pt x="28" y="49"/>
                </a:lnTo>
                <a:lnTo>
                  <a:pt x="27" y="49"/>
                </a:lnTo>
                <a:lnTo>
                  <a:pt x="27" y="48"/>
                </a:lnTo>
                <a:lnTo>
                  <a:pt x="26" y="48"/>
                </a:lnTo>
                <a:lnTo>
                  <a:pt x="27" y="48"/>
                </a:lnTo>
                <a:lnTo>
                  <a:pt x="27" y="47"/>
                </a:lnTo>
                <a:lnTo>
                  <a:pt x="27" y="46"/>
                </a:lnTo>
                <a:lnTo>
                  <a:pt x="26" y="46"/>
                </a:lnTo>
                <a:lnTo>
                  <a:pt x="25" y="46"/>
                </a:lnTo>
                <a:lnTo>
                  <a:pt x="25" y="45"/>
                </a:lnTo>
                <a:lnTo>
                  <a:pt x="24" y="45"/>
                </a:lnTo>
                <a:lnTo>
                  <a:pt x="24" y="44"/>
                </a:lnTo>
                <a:lnTo>
                  <a:pt x="23" y="44"/>
                </a:lnTo>
                <a:lnTo>
                  <a:pt x="23" y="43"/>
                </a:lnTo>
                <a:lnTo>
                  <a:pt x="22" y="44"/>
                </a:lnTo>
                <a:lnTo>
                  <a:pt x="22" y="45"/>
                </a:lnTo>
                <a:lnTo>
                  <a:pt x="21" y="45"/>
                </a:lnTo>
                <a:lnTo>
                  <a:pt x="21" y="46"/>
                </a:lnTo>
                <a:lnTo>
                  <a:pt x="20" y="46"/>
                </a:lnTo>
                <a:lnTo>
                  <a:pt x="19" y="46"/>
                </a:lnTo>
                <a:lnTo>
                  <a:pt x="18" y="46"/>
                </a:lnTo>
                <a:lnTo>
                  <a:pt x="17" y="46"/>
                </a:lnTo>
                <a:lnTo>
                  <a:pt x="17" y="47"/>
                </a:lnTo>
                <a:lnTo>
                  <a:pt x="17" y="46"/>
                </a:lnTo>
                <a:lnTo>
                  <a:pt x="16" y="46"/>
                </a:lnTo>
                <a:lnTo>
                  <a:pt x="15" y="45"/>
                </a:lnTo>
                <a:lnTo>
                  <a:pt x="14" y="45"/>
                </a:lnTo>
                <a:lnTo>
                  <a:pt x="14" y="44"/>
                </a:lnTo>
                <a:lnTo>
                  <a:pt x="13" y="44"/>
                </a:lnTo>
                <a:lnTo>
                  <a:pt x="13" y="43"/>
                </a:lnTo>
                <a:lnTo>
                  <a:pt x="12" y="43"/>
                </a:lnTo>
                <a:lnTo>
                  <a:pt x="11" y="43"/>
                </a:lnTo>
                <a:lnTo>
                  <a:pt x="10" y="43"/>
                </a:lnTo>
                <a:lnTo>
                  <a:pt x="10" y="42"/>
                </a:lnTo>
                <a:lnTo>
                  <a:pt x="9" y="42"/>
                </a:lnTo>
                <a:lnTo>
                  <a:pt x="9" y="43"/>
                </a:lnTo>
                <a:lnTo>
                  <a:pt x="8" y="42"/>
                </a:lnTo>
                <a:lnTo>
                  <a:pt x="7" y="42"/>
                </a:lnTo>
                <a:lnTo>
                  <a:pt x="6" y="42"/>
                </a:lnTo>
                <a:lnTo>
                  <a:pt x="5" y="42"/>
                </a:lnTo>
                <a:lnTo>
                  <a:pt x="4" y="41"/>
                </a:lnTo>
                <a:lnTo>
                  <a:pt x="4" y="40"/>
                </a:lnTo>
                <a:lnTo>
                  <a:pt x="3" y="40"/>
                </a:lnTo>
                <a:lnTo>
                  <a:pt x="2" y="39"/>
                </a:lnTo>
                <a:lnTo>
                  <a:pt x="3" y="39"/>
                </a:lnTo>
                <a:lnTo>
                  <a:pt x="4" y="39"/>
                </a:lnTo>
                <a:lnTo>
                  <a:pt x="4" y="40"/>
                </a:lnTo>
                <a:lnTo>
                  <a:pt x="5" y="39"/>
                </a:lnTo>
                <a:lnTo>
                  <a:pt x="5" y="40"/>
                </a:lnTo>
                <a:lnTo>
                  <a:pt x="6" y="39"/>
                </a:lnTo>
                <a:lnTo>
                  <a:pt x="5" y="39"/>
                </a:lnTo>
                <a:lnTo>
                  <a:pt x="5" y="38"/>
                </a:lnTo>
                <a:lnTo>
                  <a:pt x="4" y="38"/>
                </a:lnTo>
                <a:lnTo>
                  <a:pt x="4" y="37"/>
                </a:lnTo>
                <a:lnTo>
                  <a:pt x="3" y="37"/>
                </a:lnTo>
                <a:lnTo>
                  <a:pt x="2" y="36"/>
                </a:lnTo>
                <a:lnTo>
                  <a:pt x="3" y="35"/>
                </a:lnTo>
                <a:lnTo>
                  <a:pt x="4" y="35"/>
                </a:lnTo>
                <a:lnTo>
                  <a:pt x="4" y="34"/>
                </a:lnTo>
                <a:lnTo>
                  <a:pt x="5" y="34"/>
                </a:lnTo>
                <a:lnTo>
                  <a:pt x="6" y="34"/>
                </a:lnTo>
                <a:lnTo>
                  <a:pt x="6" y="33"/>
                </a:lnTo>
                <a:lnTo>
                  <a:pt x="5" y="33"/>
                </a:lnTo>
                <a:lnTo>
                  <a:pt x="5" y="32"/>
                </a:lnTo>
                <a:lnTo>
                  <a:pt x="4" y="31"/>
                </a:lnTo>
                <a:lnTo>
                  <a:pt x="3" y="31"/>
                </a:lnTo>
                <a:lnTo>
                  <a:pt x="2" y="31"/>
                </a:lnTo>
                <a:lnTo>
                  <a:pt x="2" y="30"/>
                </a:lnTo>
                <a:lnTo>
                  <a:pt x="2" y="29"/>
                </a:lnTo>
                <a:lnTo>
                  <a:pt x="3" y="28"/>
                </a:lnTo>
                <a:lnTo>
                  <a:pt x="2" y="28"/>
                </a:lnTo>
                <a:lnTo>
                  <a:pt x="2" y="27"/>
                </a:lnTo>
                <a:lnTo>
                  <a:pt x="1" y="27"/>
                </a:lnTo>
                <a:lnTo>
                  <a:pt x="0" y="27"/>
                </a:lnTo>
                <a:lnTo>
                  <a:pt x="0" y="26"/>
                </a:lnTo>
                <a:lnTo>
                  <a:pt x="0" y="25"/>
                </a:lnTo>
                <a:lnTo>
                  <a:pt x="0" y="24"/>
                </a:lnTo>
                <a:lnTo>
                  <a:pt x="0" y="23"/>
                </a:lnTo>
                <a:lnTo>
                  <a:pt x="0" y="22"/>
                </a:lnTo>
                <a:lnTo>
                  <a:pt x="1" y="22"/>
                </a:lnTo>
                <a:lnTo>
                  <a:pt x="2" y="22"/>
                </a:lnTo>
                <a:lnTo>
                  <a:pt x="2" y="21"/>
                </a:lnTo>
                <a:lnTo>
                  <a:pt x="3" y="21"/>
                </a:lnTo>
                <a:lnTo>
                  <a:pt x="4" y="21"/>
                </a:lnTo>
                <a:lnTo>
                  <a:pt x="4" y="20"/>
                </a:lnTo>
                <a:lnTo>
                  <a:pt x="5" y="20"/>
                </a:lnTo>
                <a:lnTo>
                  <a:pt x="5" y="19"/>
                </a:lnTo>
                <a:lnTo>
                  <a:pt x="5" y="18"/>
                </a:lnTo>
                <a:lnTo>
                  <a:pt x="5" y="17"/>
                </a:lnTo>
                <a:lnTo>
                  <a:pt x="5" y="16"/>
                </a:lnTo>
                <a:lnTo>
                  <a:pt x="6" y="16"/>
                </a:lnTo>
                <a:lnTo>
                  <a:pt x="6" y="17"/>
                </a:lnTo>
                <a:lnTo>
                  <a:pt x="7" y="17"/>
                </a:lnTo>
                <a:lnTo>
                  <a:pt x="7" y="16"/>
                </a:lnTo>
                <a:lnTo>
                  <a:pt x="8" y="16"/>
                </a:lnTo>
                <a:lnTo>
                  <a:pt x="8" y="15"/>
                </a:lnTo>
                <a:lnTo>
                  <a:pt x="8" y="14"/>
                </a:lnTo>
                <a:lnTo>
                  <a:pt x="8" y="13"/>
                </a:lnTo>
                <a:lnTo>
                  <a:pt x="7" y="13"/>
                </a:lnTo>
                <a:lnTo>
                  <a:pt x="7" y="12"/>
                </a:lnTo>
                <a:lnTo>
                  <a:pt x="8" y="12"/>
                </a:lnTo>
                <a:lnTo>
                  <a:pt x="7" y="12"/>
                </a:lnTo>
                <a:lnTo>
                  <a:pt x="7" y="11"/>
                </a:lnTo>
                <a:lnTo>
                  <a:pt x="7" y="10"/>
                </a:lnTo>
                <a:lnTo>
                  <a:pt x="8" y="9"/>
                </a:lnTo>
                <a:lnTo>
                  <a:pt x="7" y="8"/>
                </a:lnTo>
                <a:lnTo>
                  <a:pt x="8" y="8"/>
                </a:lnTo>
                <a:lnTo>
                  <a:pt x="8" y="7"/>
                </a:lnTo>
                <a:lnTo>
                  <a:pt x="8" y="6"/>
                </a:lnTo>
                <a:lnTo>
                  <a:pt x="8" y="5"/>
                </a:lnTo>
                <a:lnTo>
                  <a:pt x="7" y="5"/>
                </a:lnTo>
                <a:lnTo>
                  <a:pt x="8" y="4"/>
                </a:lnTo>
                <a:lnTo>
                  <a:pt x="8" y="3"/>
                </a:lnTo>
                <a:lnTo>
                  <a:pt x="8" y="4"/>
                </a:lnTo>
                <a:lnTo>
                  <a:pt x="7" y="4"/>
                </a:lnTo>
                <a:lnTo>
                  <a:pt x="7" y="3"/>
                </a:lnTo>
                <a:lnTo>
                  <a:pt x="7" y="2"/>
                </a:lnTo>
                <a:lnTo>
                  <a:pt x="7" y="1"/>
                </a:lnTo>
                <a:lnTo>
                  <a:pt x="8" y="1"/>
                </a:lnTo>
                <a:lnTo>
                  <a:pt x="9" y="1"/>
                </a:lnTo>
                <a:lnTo>
                  <a:pt x="9" y="0"/>
                </a:lnTo>
                <a:lnTo>
                  <a:pt x="206" y="0"/>
                </a:lnTo>
                <a:close/>
              </a:path>
            </a:pathLst>
          </a:custGeom>
          <a:noFill/>
          <a:ln w="2520">
            <a:solidFill>
              <a:srgbClr val="FFFFFF"/>
            </a:solidFill>
            <a:round/>
          </a:ln>
        </p:spPr>
        <p:txBody>
          <a:bodyPr lIns="1080" tIns="1080" rIns="1080" bIns="108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151" name=""/>
          <p:cNvSpPr/>
          <p:nvPr/>
        </p:nvSpPr>
        <p:spPr>
          <a:xfrm>
            <a:off x="5633280" y="1506600"/>
            <a:ext cx="360" cy="0"/>
          </a:xfrm>
          <a:custGeom>
            <a:avLst/>
            <a:gdLst/>
            <a:ahLst/>
            <a:rect l="0" t="0" r="r" b="b"/>
            <a:pathLst>
              <a:path w="1" h="0">
                <a:moveTo>
                  <a:pt x="0" y="0"/>
                </a:moveTo>
                <a:lnTo>
                  <a:pt x="1" y="0"/>
                </a:lnTo>
                <a:lnTo>
                  <a:pt x="0" y="0"/>
                </a:lnTo>
                <a:close/>
              </a:path>
            </a:pathLst>
          </a:custGeom>
          <a:solidFill>
            <a:srgbClr val="97B4D5"/>
          </a:solidFill>
          <a:ln w="2520">
            <a:solidFill>
              <a:srgbClr val="FFFFFF"/>
            </a:solidFill>
            <a:round/>
          </a:ln>
        </p:spPr>
        <p:txBody>
          <a:bodyPr lIns="1080" tIns="-1080" rIns="1080" bIns="-108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152" name=""/>
          <p:cNvSpPr/>
          <p:nvPr/>
        </p:nvSpPr>
        <p:spPr>
          <a:xfrm>
            <a:off x="5625000" y="1504800"/>
            <a:ext cx="1440" cy="2520"/>
          </a:xfrm>
          <a:custGeom>
            <a:avLst/>
            <a:gdLst/>
            <a:ahLst/>
            <a:rect l="0" t="0" r="r" b="b"/>
            <a:pathLst>
              <a:path w="4" h="7">
                <a:moveTo>
                  <a:pt x="4" y="1"/>
                </a:moveTo>
                <a:lnTo>
                  <a:pt x="4" y="2"/>
                </a:lnTo>
                <a:lnTo>
                  <a:pt x="3" y="2"/>
                </a:lnTo>
                <a:lnTo>
                  <a:pt x="3" y="4"/>
                </a:lnTo>
                <a:lnTo>
                  <a:pt x="4" y="4"/>
                </a:lnTo>
                <a:lnTo>
                  <a:pt x="3" y="4"/>
                </a:lnTo>
                <a:lnTo>
                  <a:pt x="3" y="5"/>
                </a:lnTo>
                <a:lnTo>
                  <a:pt x="4" y="5"/>
                </a:lnTo>
                <a:lnTo>
                  <a:pt x="3" y="5"/>
                </a:lnTo>
                <a:lnTo>
                  <a:pt x="3" y="6"/>
                </a:lnTo>
                <a:lnTo>
                  <a:pt x="3" y="7"/>
                </a:lnTo>
                <a:lnTo>
                  <a:pt x="3" y="6"/>
                </a:lnTo>
                <a:lnTo>
                  <a:pt x="2" y="6"/>
                </a:lnTo>
                <a:lnTo>
                  <a:pt x="0" y="6"/>
                </a:lnTo>
                <a:lnTo>
                  <a:pt x="0" y="5"/>
                </a:lnTo>
                <a:lnTo>
                  <a:pt x="2" y="5"/>
                </a:lnTo>
                <a:lnTo>
                  <a:pt x="3" y="5"/>
                </a:lnTo>
                <a:lnTo>
                  <a:pt x="2" y="5"/>
                </a:lnTo>
                <a:lnTo>
                  <a:pt x="2" y="4"/>
                </a:lnTo>
                <a:lnTo>
                  <a:pt x="2" y="2"/>
                </a:lnTo>
                <a:lnTo>
                  <a:pt x="3" y="1"/>
                </a:lnTo>
                <a:lnTo>
                  <a:pt x="4" y="1"/>
                </a:lnTo>
                <a:lnTo>
                  <a:pt x="4" y="0"/>
                </a:lnTo>
                <a:lnTo>
                  <a:pt x="4" y="1"/>
                </a:lnTo>
                <a:close/>
              </a:path>
            </a:pathLst>
          </a:custGeom>
          <a:solidFill>
            <a:srgbClr val="97B4D5"/>
          </a:solidFill>
          <a:ln w="2520">
            <a:solidFill>
              <a:srgbClr val="FFFFFF"/>
            </a:solidFill>
            <a:round/>
          </a:ln>
        </p:spPr>
        <p:txBody>
          <a:bodyPr lIns="1080" tIns="1080" rIns="1080" bIns="108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153" name=""/>
          <p:cNvSpPr/>
          <p:nvPr/>
        </p:nvSpPr>
        <p:spPr>
          <a:xfrm>
            <a:off x="5630760" y="1503360"/>
            <a:ext cx="360" cy="360"/>
          </a:xfrm>
          <a:custGeom>
            <a:avLst/>
            <a:gdLst/>
            <a:ahLst/>
            <a:rect l="0" t="0" r="r" b="b"/>
            <a:pathLst>
              <a:path w="1" h="1">
                <a:moveTo>
                  <a:pt x="0" y="1"/>
                </a:moveTo>
                <a:lnTo>
                  <a:pt x="0" y="0"/>
                </a:lnTo>
                <a:lnTo>
                  <a:pt x="0" y="1"/>
                </a:lnTo>
                <a:lnTo>
                  <a:pt x="1" y="1"/>
                </a:lnTo>
                <a:lnTo>
                  <a:pt x="0" y="1"/>
                </a:lnTo>
                <a:close/>
              </a:path>
            </a:pathLst>
          </a:custGeom>
          <a:solidFill>
            <a:srgbClr val="97B4D5"/>
          </a:solidFill>
          <a:ln w="2520">
            <a:solidFill>
              <a:srgbClr val="FFFFFF"/>
            </a:solidFill>
            <a:round/>
          </a:ln>
        </p:spPr>
        <p:txBody>
          <a:bodyPr lIns="1080" tIns="-720" rIns="1080" bIns="-7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154" name=""/>
          <p:cNvSpPr/>
          <p:nvPr/>
        </p:nvSpPr>
        <p:spPr>
          <a:xfrm>
            <a:off x="5439240" y="1640520"/>
            <a:ext cx="1440" cy="1440"/>
          </a:xfrm>
          <a:custGeom>
            <a:avLst/>
            <a:gdLst/>
            <a:ahLst/>
            <a:rect l="0" t="0" r="r" b="b"/>
            <a:pathLst>
              <a:path w="4" h="4">
                <a:moveTo>
                  <a:pt x="3" y="1"/>
                </a:moveTo>
                <a:lnTo>
                  <a:pt x="1" y="4"/>
                </a:lnTo>
                <a:lnTo>
                  <a:pt x="0" y="4"/>
                </a:lnTo>
                <a:lnTo>
                  <a:pt x="1" y="1"/>
                </a:lnTo>
                <a:lnTo>
                  <a:pt x="3" y="0"/>
                </a:lnTo>
                <a:lnTo>
                  <a:pt x="4" y="0"/>
                </a:lnTo>
                <a:lnTo>
                  <a:pt x="3" y="1"/>
                </a:lnTo>
                <a:close/>
              </a:path>
            </a:pathLst>
          </a:custGeom>
          <a:solidFill>
            <a:srgbClr val="9FBAD7"/>
          </a:solidFill>
          <a:ln w="2520">
            <a:solidFill>
              <a:srgbClr val="FFFFFF"/>
            </a:solidFill>
            <a:round/>
          </a:ln>
        </p:spPr>
        <p:txBody>
          <a:bodyPr lIns="1080" tIns="360" rIns="1080" bIns="3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155" name=""/>
          <p:cNvSpPr/>
          <p:nvPr/>
        </p:nvSpPr>
        <p:spPr>
          <a:xfrm>
            <a:off x="5438880" y="1636200"/>
            <a:ext cx="360" cy="360"/>
          </a:xfrm>
          <a:custGeom>
            <a:avLst/>
            <a:gdLst/>
            <a:ahLst/>
            <a:rect l="0" t="0" r="r" b="b"/>
            <a:pathLst>
              <a:path w="1" h="1">
                <a:moveTo>
                  <a:pt x="1" y="1"/>
                </a:moveTo>
                <a:lnTo>
                  <a:pt x="0" y="1"/>
                </a:lnTo>
                <a:lnTo>
                  <a:pt x="0" y="0"/>
                </a:lnTo>
                <a:lnTo>
                  <a:pt x="1" y="1"/>
                </a:lnTo>
                <a:close/>
              </a:path>
            </a:pathLst>
          </a:custGeom>
          <a:solidFill>
            <a:srgbClr val="9FBAD7"/>
          </a:solidFill>
          <a:ln w="2520">
            <a:solidFill>
              <a:srgbClr val="FFFFFF"/>
            </a:solidFill>
            <a:round/>
          </a:ln>
        </p:spPr>
        <p:txBody>
          <a:bodyPr lIns="1080" tIns="-720" rIns="1080" bIns="-7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156" name=""/>
          <p:cNvSpPr/>
          <p:nvPr/>
        </p:nvSpPr>
        <p:spPr>
          <a:xfrm>
            <a:off x="5435640" y="1634760"/>
            <a:ext cx="360" cy="720"/>
          </a:xfrm>
          <a:custGeom>
            <a:avLst/>
            <a:gdLst/>
            <a:ahLst/>
            <a:rect l="0" t="0" r="r" b="b"/>
            <a:pathLst>
              <a:path w="1" h="2">
                <a:moveTo>
                  <a:pt x="0" y="0"/>
                </a:moveTo>
                <a:lnTo>
                  <a:pt x="0" y="1"/>
                </a:lnTo>
                <a:lnTo>
                  <a:pt x="1" y="1"/>
                </a:lnTo>
                <a:lnTo>
                  <a:pt x="1" y="2"/>
                </a:lnTo>
                <a:lnTo>
                  <a:pt x="0" y="2"/>
                </a:lnTo>
                <a:lnTo>
                  <a:pt x="0" y="1"/>
                </a:lnTo>
                <a:lnTo>
                  <a:pt x="0" y="0"/>
                </a:lnTo>
                <a:close/>
              </a:path>
            </a:pathLst>
          </a:custGeom>
          <a:solidFill>
            <a:srgbClr val="9FBAD7"/>
          </a:solidFill>
          <a:ln w="2520">
            <a:solidFill>
              <a:srgbClr val="FFFFFF"/>
            </a:solidFill>
            <a:round/>
          </a:ln>
        </p:spPr>
        <p:txBody>
          <a:bodyPr lIns="1080" tIns="-360" rIns="1080" bIns="-3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157" name=""/>
          <p:cNvSpPr/>
          <p:nvPr/>
        </p:nvSpPr>
        <p:spPr>
          <a:xfrm>
            <a:off x="5433840" y="1633320"/>
            <a:ext cx="1440" cy="720"/>
          </a:xfrm>
          <a:custGeom>
            <a:avLst/>
            <a:gdLst/>
            <a:ahLst/>
            <a:rect l="0" t="0" r="r" b="b"/>
            <a:pathLst>
              <a:path w="4" h="2">
                <a:moveTo>
                  <a:pt x="0" y="0"/>
                </a:moveTo>
                <a:lnTo>
                  <a:pt x="2" y="0"/>
                </a:lnTo>
                <a:lnTo>
                  <a:pt x="4" y="0"/>
                </a:lnTo>
                <a:lnTo>
                  <a:pt x="4" y="2"/>
                </a:lnTo>
                <a:lnTo>
                  <a:pt x="2" y="2"/>
                </a:lnTo>
                <a:lnTo>
                  <a:pt x="2" y="0"/>
                </a:lnTo>
                <a:lnTo>
                  <a:pt x="0" y="0"/>
                </a:lnTo>
                <a:close/>
              </a:path>
            </a:pathLst>
          </a:custGeom>
          <a:solidFill>
            <a:srgbClr val="9FBAD7"/>
          </a:solidFill>
          <a:ln w="2520">
            <a:solidFill>
              <a:srgbClr val="FFFFFF"/>
            </a:solidFill>
            <a:round/>
          </a:ln>
        </p:spPr>
        <p:txBody>
          <a:bodyPr lIns="1080" tIns="-360" rIns="1080" bIns="-3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158" name=""/>
          <p:cNvSpPr/>
          <p:nvPr/>
        </p:nvSpPr>
        <p:spPr>
          <a:xfrm>
            <a:off x="5435280" y="1632600"/>
            <a:ext cx="1080" cy="1080"/>
          </a:xfrm>
          <a:custGeom>
            <a:avLst/>
            <a:gdLst/>
            <a:ahLst/>
            <a:rect l="0" t="0" r="r" b="b"/>
            <a:pathLst>
              <a:path w="3" h="3">
                <a:moveTo>
                  <a:pt x="2" y="0"/>
                </a:moveTo>
                <a:lnTo>
                  <a:pt x="3" y="0"/>
                </a:lnTo>
                <a:lnTo>
                  <a:pt x="3" y="1"/>
                </a:lnTo>
                <a:lnTo>
                  <a:pt x="3" y="3"/>
                </a:lnTo>
                <a:lnTo>
                  <a:pt x="2" y="3"/>
                </a:lnTo>
                <a:lnTo>
                  <a:pt x="2" y="1"/>
                </a:lnTo>
                <a:lnTo>
                  <a:pt x="2" y="3"/>
                </a:lnTo>
                <a:lnTo>
                  <a:pt x="0" y="3"/>
                </a:lnTo>
                <a:lnTo>
                  <a:pt x="0" y="1"/>
                </a:lnTo>
                <a:lnTo>
                  <a:pt x="2" y="1"/>
                </a:lnTo>
                <a:lnTo>
                  <a:pt x="0" y="1"/>
                </a:lnTo>
                <a:lnTo>
                  <a:pt x="0" y="0"/>
                </a:lnTo>
                <a:lnTo>
                  <a:pt x="0" y="1"/>
                </a:lnTo>
                <a:lnTo>
                  <a:pt x="0" y="0"/>
                </a:lnTo>
                <a:lnTo>
                  <a:pt x="2" y="0"/>
                </a:lnTo>
                <a:close/>
              </a:path>
            </a:pathLst>
          </a:custGeom>
          <a:solidFill>
            <a:srgbClr val="9FBAD7"/>
          </a:solidFill>
          <a:ln w="2520">
            <a:solidFill>
              <a:srgbClr val="FFFFFF"/>
            </a:solidFill>
            <a:round/>
          </a:ln>
        </p:spPr>
        <p:txBody>
          <a:bodyPr lIns="1080" tIns="0" rIns="108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159" name=""/>
          <p:cNvSpPr/>
          <p:nvPr/>
        </p:nvSpPr>
        <p:spPr>
          <a:xfrm>
            <a:off x="5419440" y="1631160"/>
            <a:ext cx="720" cy="1080"/>
          </a:xfrm>
          <a:custGeom>
            <a:avLst/>
            <a:gdLst/>
            <a:ahLst/>
            <a:rect l="0" t="0" r="r" b="b"/>
            <a:pathLst>
              <a:path w="2" h="3">
                <a:moveTo>
                  <a:pt x="2" y="1"/>
                </a:moveTo>
                <a:lnTo>
                  <a:pt x="0" y="1"/>
                </a:lnTo>
                <a:lnTo>
                  <a:pt x="0" y="3"/>
                </a:lnTo>
                <a:lnTo>
                  <a:pt x="2" y="3"/>
                </a:lnTo>
                <a:lnTo>
                  <a:pt x="0" y="3"/>
                </a:lnTo>
                <a:lnTo>
                  <a:pt x="0" y="1"/>
                </a:lnTo>
                <a:lnTo>
                  <a:pt x="0" y="0"/>
                </a:lnTo>
                <a:lnTo>
                  <a:pt x="0" y="1"/>
                </a:lnTo>
                <a:lnTo>
                  <a:pt x="2" y="1"/>
                </a:lnTo>
                <a:close/>
              </a:path>
            </a:pathLst>
          </a:custGeom>
          <a:solidFill>
            <a:srgbClr val="9FBAD7"/>
          </a:solidFill>
          <a:ln w="2520">
            <a:solidFill>
              <a:srgbClr val="FFFFFF"/>
            </a:solidFill>
            <a:round/>
          </a:ln>
        </p:spPr>
        <p:txBody>
          <a:bodyPr lIns="1080" tIns="0" rIns="108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160" name=""/>
          <p:cNvSpPr/>
          <p:nvPr/>
        </p:nvSpPr>
        <p:spPr>
          <a:xfrm>
            <a:off x="5438520" y="1626480"/>
            <a:ext cx="2880" cy="2520"/>
          </a:xfrm>
          <a:custGeom>
            <a:avLst/>
            <a:gdLst/>
            <a:ahLst/>
            <a:rect l="0" t="0" r="r" b="b"/>
            <a:pathLst>
              <a:path w="8" h="7">
                <a:moveTo>
                  <a:pt x="4" y="0"/>
                </a:moveTo>
                <a:lnTo>
                  <a:pt x="5" y="0"/>
                </a:lnTo>
                <a:lnTo>
                  <a:pt x="5" y="1"/>
                </a:lnTo>
                <a:lnTo>
                  <a:pt x="5" y="0"/>
                </a:lnTo>
                <a:lnTo>
                  <a:pt x="5" y="1"/>
                </a:lnTo>
                <a:lnTo>
                  <a:pt x="6" y="1"/>
                </a:lnTo>
                <a:lnTo>
                  <a:pt x="6" y="0"/>
                </a:lnTo>
                <a:lnTo>
                  <a:pt x="6" y="1"/>
                </a:lnTo>
                <a:lnTo>
                  <a:pt x="6" y="0"/>
                </a:lnTo>
                <a:lnTo>
                  <a:pt x="6" y="1"/>
                </a:lnTo>
                <a:lnTo>
                  <a:pt x="8" y="1"/>
                </a:lnTo>
                <a:lnTo>
                  <a:pt x="6" y="1"/>
                </a:lnTo>
                <a:lnTo>
                  <a:pt x="8" y="1"/>
                </a:lnTo>
                <a:lnTo>
                  <a:pt x="6" y="1"/>
                </a:lnTo>
                <a:lnTo>
                  <a:pt x="6" y="2"/>
                </a:lnTo>
                <a:lnTo>
                  <a:pt x="8" y="2"/>
                </a:lnTo>
                <a:lnTo>
                  <a:pt x="6" y="2"/>
                </a:lnTo>
                <a:lnTo>
                  <a:pt x="6" y="3"/>
                </a:lnTo>
                <a:lnTo>
                  <a:pt x="5" y="3"/>
                </a:lnTo>
                <a:lnTo>
                  <a:pt x="5" y="4"/>
                </a:lnTo>
                <a:lnTo>
                  <a:pt x="6" y="4"/>
                </a:lnTo>
                <a:lnTo>
                  <a:pt x="5" y="4"/>
                </a:lnTo>
                <a:lnTo>
                  <a:pt x="5" y="6"/>
                </a:lnTo>
                <a:lnTo>
                  <a:pt x="4" y="6"/>
                </a:lnTo>
                <a:lnTo>
                  <a:pt x="4" y="7"/>
                </a:lnTo>
                <a:lnTo>
                  <a:pt x="4" y="6"/>
                </a:lnTo>
                <a:lnTo>
                  <a:pt x="4" y="7"/>
                </a:lnTo>
                <a:lnTo>
                  <a:pt x="3" y="7"/>
                </a:lnTo>
                <a:lnTo>
                  <a:pt x="3" y="6"/>
                </a:lnTo>
                <a:lnTo>
                  <a:pt x="3" y="7"/>
                </a:lnTo>
                <a:lnTo>
                  <a:pt x="3" y="6"/>
                </a:lnTo>
                <a:lnTo>
                  <a:pt x="2" y="6"/>
                </a:lnTo>
                <a:lnTo>
                  <a:pt x="0" y="6"/>
                </a:lnTo>
                <a:lnTo>
                  <a:pt x="2" y="6"/>
                </a:lnTo>
                <a:lnTo>
                  <a:pt x="2" y="4"/>
                </a:lnTo>
                <a:lnTo>
                  <a:pt x="0" y="4"/>
                </a:lnTo>
                <a:lnTo>
                  <a:pt x="2" y="4"/>
                </a:lnTo>
                <a:lnTo>
                  <a:pt x="2" y="6"/>
                </a:lnTo>
                <a:lnTo>
                  <a:pt x="2" y="4"/>
                </a:lnTo>
                <a:lnTo>
                  <a:pt x="0" y="4"/>
                </a:lnTo>
                <a:lnTo>
                  <a:pt x="0" y="3"/>
                </a:lnTo>
                <a:lnTo>
                  <a:pt x="2" y="3"/>
                </a:lnTo>
                <a:lnTo>
                  <a:pt x="2" y="2"/>
                </a:lnTo>
                <a:lnTo>
                  <a:pt x="3" y="2"/>
                </a:lnTo>
                <a:lnTo>
                  <a:pt x="3" y="1"/>
                </a:lnTo>
                <a:lnTo>
                  <a:pt x="3" y="0"/>
                </a:lnTo>
                <a:lnTo>
                  <a:pt x="4" y="0"/>
                </a:lnTo>
                <a:close/>
              </a:path>
            </a:pathLst>
          </a:custGeom>
          <a:solidFill>
            <a:srgbClr val="9FBAD7"/>
          </a:solidFill>
          <a:ln w="2520">
            <a:solidFill>
              <a:srgbClr val="FFFFFF"/>
            </a:solidFill>
            <a:round/>
          </a:ln>
        </p:spPr>
        <p:txBody>
          <a:bodyPr lIns="1080" tIns="1080" rIns="1080" bIns="108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161" name=""/>
          <p:cNvSpPr/>
          <p:nvPr/>
        </p:nvSpPr>
        <p:spPr>
          <a:xfrm>
            <a:off x="5436720" y="1627200"/>
            <a:ext cx="720" cy="0"/>
          </a:xfrm>
          <a:custGeom>
            <a:avLst/>
            <a:gdLst/>
            <a:ahLst/>
            <a:rect l="0" t="0" r="r" b="b"/>
            <a:pathLst>
              <a:path w="2" h="0">
                <a:moveTo>
                  <a:pt x="1" y="0"/>
                </a:moveTo>
                <a:lnTo>
                  <a:pt x="2" y="0"/>
                </a:lnTo>
                <a:lnTo>
                  <a:pt x="1" y="0"/>
                </a:lnTo>
                <a:lnTo>
                  <a:pt x="0" y="0"/>
                </a:lnTo>
                <a:lnTo>
                  <a:pt x="1" y="0"/>
                </a:lnTo>
                <a:close/>
              </a:path>
            </a:pathLst>
          </a:custGeom>
          <a:solidFill>
            <a:srgbClr val="9FBAD7"/>
          </a:solidFill>
          <a:ln w="2520">
            <a:solidFill>
              <a:srgbClr val="FFFFFF"/>
            </a:solidFill>
            <a:round/>
          </a:ln>
        </p:spPr>
        <p:txBody>
          <a:bodyPr lIns="1080" tIns="-1080" rIns="1080" bIns="-108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162" name=""/>
          <p:cNvSpPr/>
          <p:nvPr/>
        </p:nvSpPr>
        <p:spPr>
          <a:xfrm>
            <a:off x="5430240" y="1626120"/>
            <a:ext cx="1440" cy="1440"/>
          </a:xfrm>
          <a:custGeom>
            <a:avLst/>
            <a:gdLst/>
            <a:ahLst/>
            <a:rect l="0" t="0" r="r" b="b"/>
            <a:pathLst>
              <a:path w="4" h="4">
                <a:moveTo>
                  <a:pt x="4" y="1"/>
                </a:moveTo>
                <a:lnTo>
                  <a:pt x="3" y="3"/>
                </a:lnTo>
                <a:lnTo>
                  <a:pt x="1" y="3"/>
                </a:lnTo>
                <a:lnTo>
                  <a:pt x="0" y="3"/>
                </a:lnTo>
                <a:lnTo>
                  <a:pt x="0" y="4"/>
                </a:lnTo>
                <a:lnTo>
                  <a:pt x="0" y="3"/>
                </a:lnTo>
                <a:lnTo>
                  <a:pt x="0" y="1"/>
                </a:lnTo>
                <a:lnTo>
                  <a:pt x="0" y="0"/>
                </a:lnTo>
                <a:lnTo>
                  <a:pt x="1" y="0"/>
                </a:lnTo>
                <a:lnTo>
                  <a:pt x="1" y="1"/>
                </a:lnTo>
                <a:lnTo>
                  <a:pt x="4" y="1"/>
                </a:lnTo>
                <a:close/>
              </a:path>
            </a:pathLst>
          </a:custGeom>
          <a:solidFill>
            <a:srgbClr val="9FBAD7"/>
          </a:solidFill>
          <a:ln w="2520">
            <a:solidFill>
              <a:srgbClr val="FFFFFF"/>
            </a:solidFill>
            <a:round/>
          </a:ln>
        </p:spPr>
        <p:txBody>
          <a:bodyPr lIns="1080" tIns="360" rIns="1080" bIns="3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163" name=""/>
          <p:cNvSpPr/>
          <p:nvPr/>
        </p:nvSpPr>
        <p:spPr>
          <a:xfrm>
            <a:off x="5431320" y="1623240"/>
            <a:ext cx="7200" cy="4320"/>
          </a:xfrm>
          <a:custGeom>
            <a:avLst/>
            <a:gdLst/>
            <a:ahLst/>
            <a:rect l="0" t="0" r="r" b="b"/>
            <a:pathLst>
              <a:path w="20" h="12">
                <a:moveTo>
                  <a:pt x="12" y="2"/>
                </a:moveTo>
                <a:lnTo>
                  <a:pt x="13" y="2"/>
                </a:lnTo>
                <a:lnTo>
                  <a:pt x="15" y="2"/>
                </a:lnTo>
                <a:lnTo>
                  <a:pt x="16" y="2"/>
                </a:lnTo>
                <a:lnTo>
                  <a:pt x="16" y="1"/>
                </a:lnTo>
                <a:lnTo>
                  <a:pt x="17" y="1"/>
                </a:lnTo>
                <a:lnTo>
                  <a:pt x="18" y="1"/>
                </a:lnTo>
                <a:lnTo>
                  <a:pt x="18" y="0"/>
                </a:lnTo>
                <a:lnTo>
                  <a:pt x="18" y="1"/>
                </a:lnTo>
                <a:lnTo>
                  <a:pt x="19" y="1"/>
                </a:lnTo>
                <a:lnTo>
                  <a:pt x="20" y="1"/>
                </a:lnTo>
                <a:lnTo>
                  <a:pt x="20" y="2"/>
                </a:lnTo>
                <a:lnTo>
                  <a:pt x="20" y="3"/>
                </a:lnTo>
                <a:lnTo>
                  <a:pt x="20" y="4"/>
                </a:lnTo>
                <a:lnTo>
                  <a:pt x="20" y="5"/>
                </a:lnTo>
                <a:lnTo>
                  <a:pt x="19" y="6"/>
                </a:lnTo>
                <a:lnTo>
                  <a:pt x="19" y="10"/>
                </a:lnTo>
                <a:lnTo>
                  <a:pt x="19" y="11"/>
                </a:lnTo>
                <a:lnTo>
                  <a:pt x="19" y="12"/>
                </a:lnTo>
                <a:lnTo>
                  <a:pt x="18" y="12"/>
                </a:lnTo>
                <a:lnTo>
                  <a:pt x="18" y="11"/>
                </a:lnTo>
                <a:lnTo>
                  <a:pt x="17" y="11"/>
                </a:lnTo>
                <a:lnTo>
                  <a:pt x="18" y="10"/>
                </a:lnTo>
                <a:lnTo>
                  <a:pt x="17" y="10"/>
                </a:lnTo>
                <a:lnTo>
                  <a:pt x="17" y="9"/>
                </a:lnTo>
                <a:lnTo>
                  <a:pt x="16" y="9"/>
                </a:lnTo>
                <a:lnTo>
                  <a:pt x="16" y="8"/>
                </a:lnTo>
                <a:lnTo>
                  <a:pt x="15" y="6"/>
                </a:lnTo>
                <a:lnTo>
                  <a:pt x="14" y="6"/>
                </a:lnTo>
                <a:lnTo>
                  <a:pt x="13" y="6"/>
                </a:lnTo>
                <a:lnTo>
                  <a:pt x="12" y="6"/>
                </a:lnTo>
                <a:lnTo>
                  <a:pt x="11" y="6"/>
                </a:lnTo>
                <a:lnTo>
                  <a:pt x="10" y="6"/>
                </a:lnTo>
                <a:lnTo>
                  <a:pt x="10" y="8"/>
                </a:lnTo>
                <a:lnTo>
                  <a:pt x="8" y="8"/>
                </a:lnTo>
                <a:lnTo>
                  <a:pt x="8" y="6"/>
                </a:lnTo>
                <a:lnTo>
                  <a:pt x="7" y="6"/>
                </a:lnTo>
                <a:lnTo>
                  <a:pt x="7" y="8"/>
                </a:lnTo>
                <a:lnTo>
                  <a:pt x="6" y="8"/>
                </a:lnTo>
                <a:lnTo>
                  <a:pt x="5" y="8"/>
                </a:lnTo>
                <a:lnTo>
                  <a:pt x="5" y="9"/>
                </a:lnTo>
                <a:lnTo>
                  <a:pt x="4" y="9"/>
                </a:lnTo>
                <a:lnTo>
                  <a:pt x="3" y="9"/>
                </a:lnTo>
                <a:lnTo>
                  <a:pt x="3" y="10"/>
                </a:lnTo>
                <a:lnTo>
                  <a:pt x="2" y="10"/>
                </a:lnTo>
                <a:lnTo>
                  <a:pt x="1" y="10"/>
                </a:lnTo>
                <a:lnTo>
                  <a:pt x="0" y="10"/>
                </a:lnTo>
                <a:lnTo>
                  <a:pt x="0" y="11"/>
                </a:lnTo>
                <a:lnTo>
                  <a:pt x="0" y="10"/>
                </a:lnTo>
                <a:lnTo>
                  <a:pt x="1" y="10"/>
                </a:lnTo>
                <a:lnTo>
                  <a:pt x="0" y="10"/>
                </a:lnTo>
                <a:lnTo>
                  <a:pt x="0" y="9"/>
                </a:lnTo>
                <a:lnTo>
                  <a:pt x="1" y="9"/>
                </a:lnTo>
                <a:lnTo>
                  <a:pt x="1" y="8"/>
                </a:lnTo>
                <a:lnTo>
                  <a:pt x="2" y="8"/>
                </a:lnTo>
                <a:lnTo>
                  <a:pt x="2" y="6"/>
                </a:lnTo>
                <a:lnTo>
                  <a:pt x="2" y="5"/>
                </a:lnTo>
                <a:lnTo>
                  <a:pt x="3" y="5"/>
                </a:lnTo>
                <a:lnTo>
                  <a:pt x="3" y="4"/>
                </a:lnTo>
                <a:lnTo>
                  <a:pt x="4" y="4"/>
                </a:lnTo>
                <a:lnTo>
                  <a:pt x="4" y="5"/>
                </a:lnTo>
                <a:lnTo>
                  <a:pt x="5" y="5"/>
                </a:lnTo>
                <a:lnTo>
                  <a:pt x="5" y="4"/>
                </a:lnTo>
                <a:lnTo>
                  <a:pt x="4" y="4"/>
                </a:lnTo>
                <a:lnTo>
                  <a:pt x="4" y="3"/>
                </a:lnTo>
                <a:lnTo>
                  <a:pt x="4" y="2"/>
                </a:lnTo>
                <a:lnTo>
                  <a:pt x="3" y="2"/>
                </a:lnTo>
                <a:lnTo>
                  <a:pt x="4" y="2"/>
                </a:lnTo>
                <a:lnTo>
                  <a:pt x="4" y="1"/>
                </a:lnTo>
                <a:lnTo>
                  <a:pt x="5" y="1"/>
                </a:lnTo>
                <a:lnTo>
                  <a:pt x="5" y="2"/>
                </a:lnTo>
                <a:lnTo>
                  <a:pt x="5" y="1"/>
                </a:lnTo>
                <a:lnTo>
                  <a:pt x="6" y="1"/>
                </a:lnTo>
                <a:lnTo>
                  <a:pt x="7" y="1"/>
                </a:lnTo>
                <a:lnTo>
                  <a:pt x="8" y="0"/>
                </a:lnTo>
                <a:lnTo>
                  <a:pt x="10" y="0"/>
                </a:lnTo>
                <a:lnTo>
                  <a:pt x="11" y="0"/>
                </a:lnTo>
                <a:lnTo>
                  <a:pt x="11" y="1"/>
                </a:lnTo>
                <a:lnTo>
                  <a:pt x="12" y="2"/>
                </a:lnTo>
                <a:close/>
              </a:path>
            </a:pathLst>
          </a:custGeom>
          <a:solidFill>
            <a:srgbClr val="9FBAD7"/>
          </a:solidFill>
          <a:ln w="2520">
            <a:solidFill>
              <a:srgbClr val="FFFFFF"/>
            </a:solidFill>
            <a:round/>
          </a:ln>
        </p:spPr>
        <p:txBody>
          <a:bodyPr lIns="1080" tIns="1080" rIns="1080" bIns="108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164" name=""/>
          <p:cNvSpPr/>
          <p:nvPr/>
        </p:nvSpPr>
        <p:spPr>
          <a:xfrm>
            <a:off x="5435280" y="1623600"/>
            <a:ext cx="720" cy="720"/>
          </a:xfrm>
          <a:custGeom>
            <a:avLst/>
            <a:gdLst/>
            <a:ahLst/>
            <a:rect l="0" t="0" r="r" b="b"/>
            <a:pathLst>
              <a:path w="2" h="2">
                <a:moveTo>
                  <a:pt x="0" y="0"/>
                </a:moveTo>
                <a:lnTo>
                  <a:pt x="2" y="2"/>
                </a:lnTo>
                <a:lnTo>
                  <a:pt x="0" y="0"/>
                </a:lnTo>
                <a:close/>
              </a:path>
            </a:pathLst>
          </a:custGeom>
          <a:solidFill>
            <a:srgbClr val="9FBAD7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165" name=""/>
          <p:cNvSpPr/>
          <p:nvPr/>
        </p:nvSpPr>
        <p:spPr>
          <a:xfrm>
            <a:off x="5435280" y="1623600"/>
            <a:ext cx="720" cy="720"/>
          </a:xfrm>
          <a:custGeom>
            <a:avLst/>
            <a:gdLst/>
            <a:ahLst/>
            <a:rect l="0" t="0" r="r" b="b"/>
            <a:pathLst>
              <a:path w="2" h="2">
                <a:moveTo>
                  <a:pt x="0" y="0"/>
                </a:moveTo>
                <a:lnTo>
                  <a:pt x="2" y="2"/>
                </a:lnTo>
                <a:lnTo>
                  <a:pt x="0" y="0"/>
                </a:lnTo>
                <a:close/>
              </a:path>
            </a:pathLst>
          </a:custGeom>
          <a:noFill/>
          <a:ln w="2520">
            <a:solidFill>
              <a:srgbClr val="FFFFFF"/>
            </a:solidFill>
            <a:round/>
          </a:ln>
        </p:spPr>
        <p:txBody>
          <a:bodyPr lIns="1080" tIns="-360" rIns="1080" bIns="-3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166" name=""/>
          <p:cNvSpPr/>
          <p:nvPr/>
        </p:nvSpPr>
        <p:spPr>
          <a:xfrm>
            <a:off x="5434560" y="1622520"/>
            <a:ext cx="720" cy="360"/>
          </a:xfrm>
          <a:custGeom>
            <a:avLst/>
            <a:gdLst/>
            <a:ahLst/>
            <a:rect l="0" t="0" r="r" b="b"/>
            <a:pathLst>
              <a:path w="2" h="1">
                <a:moveTo>
                  <a:pt x="2" y="1"/>
                </a:moveTo>
                <a:lnTo>
                  <a:pt x="1" y="1"/>
                </a:lnTo>
                <a:lnTo>
                  <a:pt x="0" y="1"/>
                </a:lnTo>
                <a:lnTo>
                  <a:pt x="1" y="0"/>
                </a:lnTo>
                <a:lnTo>
                  <a:pt x="2" y="1"/>
                </a:lnTo>
                <a:close/>
              </a:path>
            </a:pathLst>
          </a:custGeom>
          <a:solidFill>
            <a:srgbClr val="9FBAD7"/>
          </a:solidFill>
          <a:ln w="2520">
            <a:solidFill>
              <a:srgbClr val="FFFFFF"/>
            </a:solidFill>
            <a:round/>
          </a:ln>
        </p:spPr>
        <p:txBody>
          <a:bodyPr lIns="1080" tIns="-720" rIns="1080" bIns="-7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167" name=""/>
          <p:cNvSpPr/>
          <p:nvPr/>
        </p:nvSpPr>
        <p:spPr>
          <a:xfrm>
            <a:off x="5434920" y="1621440"/>
            <a:ext cx="720" cy="360"/>
          </a:xfrm>
          <a:custGeom>
            <a:avLst/>
            <a:gdLst/>
            <a:ahLst/>
            <a:rect l="0" t="0" r="r" b="b"/>
            <a:pathLst>
              <a:path w="2" h="1">
                <a:moveTo>
                  <a:pt x="2" y="1"/>
                </a:moveTo>
                <a:lnTo>
                  <a:pt x="0" y="1"/>
                </a:lnTo>
                <a:lnTo>
                  <a:pt x="0" y="0"/>
                </a:lnTo>
                <a:lnTo>
                  <a:pt x="1" y="0"/>
                </a:lnTo>
                <a:lnTo>
                  <a:pt x="2" y="0"/>
                </a:lnTo>
                <a:lnTo>
                  <a:pt x="2" y="1"/>
                </a:lnTo>
                <a:close/>
              </a:path>
            </a:pathLst>
          </a:custGeom>
          <a:solidFill>
            <a:srgbClr val="9FBAD7"/>
          </a:solidFill>
          <a:ln w="2520">
            <a:solidFill>
              <a:srgbClr val="FFFFFF"/>
            </a:solidFill>
            <a:round/>
          </a:ln>
        </p:spPr>
        <p:txBody>
          <a:bodyPr lIns="1080" tIns="-720" rIns="1080" bIns="-7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168" name=""/>
          <p:cNvSpPr/>
          <p:nvPr/>
        </p:nvSpPr>
        <p:spPr>
          <a:xfrm>
            <a:off x="5435280" y="1620000"/>
            <a:ext cx="4680" cy="3600"/>
          </a:xfrm>
          <a:custGeom>
            <a:avLst/>
            <a:gdLst/>
            <a:ahLst/>
            <a:rect l="0" t="0" r="r" b="b"/>
            <a:pathLst>
              <a:path w="13" h="10">
                <a:moveTo>
                  <a:pt x="6" y="2"/>
                </a:moveTo>
                <a:lnTo>
                  <a:pt x="6" y="3"/>
                </a:lnTo>
                <a:lnTo>
                  <a:pt x="7" y="2"/>
                </a:lnTo>
                <a:lnTo>
                  <a:pt x="8" y="1"/>
                </a:lnTo>
                <a:lnTo>
                  <a:pt x="9" y="1"/>
                </a:lnTo>
                <a:lnTo>
                  <a:pt x="10" y="1"/>
                </a:lnTo>
                <a:lnTo>
                  <a:pt x="11" y="1"/>
                </a:lnTo>
                <a:lnTo>
                  <a:pt x="12" y="1"/>
                </a:lnTo>
                <a:lnTo>
                  <a:pt x="13" y="1"/>
                </a:lnTo>
                <a:lnTo>
                  <a:pt x="13" y="0"/>
                </a:lnTo>
                <a:lnTo>
                  <a:pt x="13" y="1"/>
                </a:lnTo>
                <a:lnTo>
                  <a:pt x="13" y="2"/>
                </a:lnTo>
                <a:lnTo>
                  <a:pt x="12" y="3"/>
                </a:lnTo>
                <a:lnTo>
                  <a:pt x="12" y="4"/>
                </a:lnTo>
                <a:lnTo>
                  <a:pt x="12" y="5"/>
                </a:lnTo>
                <a:lnTo>
                  <a:pt x="11" y="6"/>
                </a:lnTo>
                <a:lnTo>
                  <a:pt x="11" y="7"/>
                </a:lnTo>
                <a:lnTo>
                  <a:pt x="11" y="9"/>
                </a:lnTo>
                <a:lnTo>
                  <a:pt x="10" y="9"/>
                </a:lnTo>
                <a:lnTo>
                  <a:pt x="9" y="9"/>
                </a:lnTo>
                <a:lnTo>
                  <a:pt x="8" y="10"/>
                </a:lnTo>
                <a:lnTo>
                  <a:pt x="8" y="9"/>
                </a:lnTo>
                <a:lnTo>
                  <a:pt x="8" y="7"/>
                </a:lnTo>
                <a:lnTo>
                  <a:pt x="7" y="7"/>
                </a:lnTo>
                <a:lnTo>
                  <a:pt x="7" y="6"/>
                </a:lnTo>
                <a:lnTo>
                  <a:pt x="7" y="5"/>
                </a:lnTo>
                <a:lnTo>
                  <a:pt x="7" y="4"/>
                </a:lnTo>
                <a:lnTo>
                  <a:pt x="6" y="4"/>
                </a:lnTo>
                <a:lnTo>
                  <a:pt x="6" y="5"/>
                </a:lnTo>
                <a:lnTo>
                  <a:pt x="6" y="4"/>
                </a:lnTo>
                <a:lnTo>
                  <a:pt x="4" y="4"/>
                </a:lnTo>
                <a:lnTo>
                  <a:pt x="4" y="5"/>
                </a:lnTo>
                <a:lnTo>
                  <a:pt x="3" y="5"/>
                </a:lnTo>
                <a:lnTo>
                  <a:pt x="2" y="5"/>
                </a:lnTo>
                <a:lnTo>
                  <a:pt x="2" y="4"/>
                </a:lnTo>
                <a:lnTo>
                  <a:pt x="1" y="4"/>
                </a:lnTo>
                <a:lnTo>
                  <a:pt x="1" y="3"/>
                </a:lnTo>
                <a:lnTo>
                  <a:pt x="0" y="3"/>
                </a:lnTo>
                <a:lnTo>
                  <a:pt x="1" y="2"/>
                </a:lnTo>
                <a:lnTo>
                  <a:pt x="2" y="2"/>
                </a:lnTo>
                <a:lnTo>
                  <a:pt x="2" y="1"/>
                </a:lnTo>
                <a:lnTo>
                  <a:pt x="3" y="1"/>
                </a:lnTo>
                <a:lnTo>
                  <a:pt x="4" y="1"/>
                </a:lnTo>
                <a:lnTo>
                  <a:pt x="4" y="0"/>
                </a:lnTo>
                <a:lnTo>
                  <a:pt x="6" y="1"/>
                </a:lnTo>
                <a:lnTo>
                  <a:pt x="6" y="2"/>
                </a:lnTo>
                <a:close/>
              </a:path>
            </a:pathLst>
          </a:custGeom>
          <a:solidFill>
            <a:srgbClr val="9FBAD7"/>
          </a:solidFill>
          <a:ln w="2520">
            <a:solidFill>
              <a:srgbClr val="FFFFFF"/>
            </a:solidFill>
            <a:round/>
          </a:ln>
        </p:spPr>
        <p:txBody>
          <a:bodyPr lIns="1080" tIns="1080" rIns="1080" bIns="108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169" name=""/>
          <p:cNvSpPr/>
          <p:nvPr/>
        </p:nvSpPr>
        <p:spPr>
          <a:xfrm>
            <a:off x="5437080" y="1620000"/>
            <a:ext cx="360" cy="360"/>
          </a:xfrm>
          <a:custGeom>
            <a:avLst/>
            <a:gdLst/>
            <a:ahLst/>
            <a:rect l="0" t="0" r="r" b="b"/>
            <a:pathLst>
              <a:path w="1" h="1">
                <a:moveTo>
                  <a:pt x="0" y="0"/>
                </a:moveTo>
                <a:lnTo>
                  <a:pt x="1" y="1"/>
                </a:lnTo>
                <a:lnTo>
                  <a:pt x="0" y="1"/>
                </a:lnTo>
                <a:lnTo>
                  <a:pt x="0" y="0"/>
                </a:lnTo>
                <a:close/>
              </a:path>
            </a:pathLst>
          </a:custGeom>
          <a:solidFill>
            <a:srgbClr val="9FBAD7"/>
          </a:solidFill>
          <a:ln w="2520">
            <a:solidFill>
              <a:srgbClr val="FFFFFF"/>
            </a:solidFill>
            <a:round/>
          </a:ln>
        </p:spPr>
        <p:txBody>
          <a:bodyPr lIns="1080" tIns="-720" rIns="1080" bIns="-7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170" name=""/>
          <p:cNvSpPr/>
          <p:nvPr/>
        </p:nvSpPr>
        <p:spPr>
          <a:xfrm>
            <a:off x="5452560" y="1614960"/>
            <a:ext cx="360" cy="360"/>
          </a:xfrm>
          <a:custGeom>
            <a:avLst/>
            <a:gdLst/>
            <a:ahLst/>
            <a:rect l="0" t="0" r="r" b="b"/>
            <a:pathLst>
              <a:path w="1" h="1">
                <a:moveTo>
                  <a:pt x="0" y="0"/>
                </a:moveTo>
                <a:lnTo>
                  <a:pt x="0" y="1"/>
                </a:lnTo>
                <a:lnTo>
                  <a:pt x="0" y="0"/>
                </a:lnTo>
                <a:lnTo>
                  <a:pt x="1" y="0"/>
                </a:lnTo>
                <a:lnTo>
                  <a:pt x="0" y="0"/>
                </a:lnTo>
                <a:close/>
              </a:path>
            </a:pathLst>
          </a:custGeom>
          <a:solidFill>
            <a:srgbClr val="9FBAD7"/>
          </a:solidFill>
          <a:ln w="2520">
            <a:solidFill>
              <a:srgbClr val="FFFFFF"/>
            </a:solidFill>
            <a:round/>
          </a:ln>
        </p:spPr>
        <p:txBody>
          <a:bodyPr lIns="1080" tIns="-720" rIns="1080" bIns="-7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171" name=""/>
          <p:cNvSpPr/>
          <p:nvPr/>
        </p:nvSpPr>
        <p:spPr>
          <a:xfrm>
            <a:off x="5448960" y="1612440"/>
            <a:ext cx="360" cy="0"/>
          </a:xfrm>
          <a:custGeom>
            <a:avLst/>
            <a:gdLst/>
            <a:ahLst/>
            <a:rect l="0" t="0" r="r" b="b"/>
            <a:pathLst>
              <a:path w="1" h="0">
                <a:moveTo>
                  <a:pt x="1" y="0"/>
                </a:moveTo>
                <a:lnTo>
                  <a:pt x="0" y="0"/>
                </a:lnTo>
                <a:lnTo>
                  <a:pt x="1" y="0"/>
                </a:lnTo>
                <a:close/>
              </a:path>
            </a:pathLst>
          </a:custGeom>
          <a:solidFill>
            <a:srgbClr val="9FBAD7"/>
          </a:solidFill>
          <a:ln w="2520">
            <a:solidFill>
              <a:srgbClr val="FFFFFF"/>
            </a:solidFill>
            <a:round/>
          </a:ln>
        </p:spPr>
        <p:txBody>
          <a:bodyPr lIns="1080" tIns="-1080" rIns="1080" bIns="-108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172" name=""/>
          <p:cNvSpPr/>
          <p:nvPr/>
        </p:nvSpPr>
        <p:spPr>
          <a:xfrm>
            <a:off x="5475600" y="1608840"/>
            <a:ext cx="1440" cy="1440"/>
          </a:xfrm>
          <a:custGeom>
            <a:avLst/>
            <a:gdLst/>
            <a:ahLst/>
            <a:rect l="0" t="0" r="r" b="b"/>
            <a:pathLst>
              <a:path w="4" h="4">
                <a:moveTo>
                  <a:pt x="4" y="2"/>
                </a:moveTo>
                <a:lnTo>
                  <a:pt x="2" y="2"/>
                </a:lnTo>
                <a:lnTo>
                  <a:pt x="2" y="4"/>
                </a:lnTo>
                <a:lnTo>
                  <a:pt x="0" y="4"/>
                </a:lnTo>
                <a:lnTo>
                  <a:pt x="0" y="2"/>
                </a:lnTo>
                <a:lnTo>
                  <a:pt x="2" y="0"/>
                </a:lnTo>
                <a:lnTo>
                  <a:pt x="2" y="2"/>
                </a:lnTo>
                <a:lnTo>
                  <a:pt x="4" y="2"/>
                </a:lnTo>
                <a:close/>
              </a:path>
            </a:pathLst>
          </a:custGeom>
          <a:solidFill>
            <a:srgbClr val="9FBAD7"/>
          </a:solidFill>
          <a:ln w="2520">
            <a:solidFill>
              <a:srgbClr val="FFFFFF"/>
            </a:solidFill>
            <a:round/>
          </a:ln>
        </p:spPr>
        <p:txBody>
          <a:bodyPr lIns="1080" tIns="360" rIns="1080" bIns="3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173" name=""/>
          <p:cNvSpPr/>
          <p:nvPr/>
        </p:nvSpPr>
        <p:spPr>
          <a:xfrm>
            <a:off x="5466960" y="1607040"/>
            <a:ext cx="5400" cy="3240"/>
          </a:xfrm>
          <a:custGeom>
            <a:avLst/>
            <a:gdLst/>
            <a:ahLst/>
            <a:rect l="0" t="0" r="r" b="b"/>
            <a:pathLst>
              <a:path w="15" h="9">
                <a:moveTo>
                  <a:pt x="10" y="1"/>
                </a:moveTo>
                <a:lnTo>
                  <a:pt x="11" y="1"/>
                </a:lnTo>
                <a:lnTo>
                  <a:pt x="11" y="0"/>
                </a:lnTo>
                <a:lnTo>
                  <a:pt x="11" y="1"/>
                </a:lnTo>
                <a:lnTo>
                  <a:pt x="12" y="1"/>
                </a:lnTo>
                <a:lnTo>
                  <a:pt x="12" y="0"/>
                </a:lnTo>
                <a:lnTo>
                  <a:pt x="13" y="0"/>
                </a:lnTo>
                <a:lnTo>
                  <a:pt x="14" y="0"/>
                </a:lnTo>
                <a:lnTo>
                  <a:pt x="14" y="1"/>
                </a:lnTo>
                <a:lnTo>
                  <a:pt x="14" y="0"/>
                </a:lnTo>
                <a:lnTo>
                  <a:pt x="15" y="1"/>
                </a:lnTo>
                <a:lnTo>
                  <a:pt x="14" y="2"/>
                </a:lnTo>
                <a:lnTo>
                  <a:pt x="13" y="2"/>
                </a:lnTo>
                <a:lnTo>
                  <a:pt x="12" y="3"/>
                </a:lnTo>
                <a:lnTo>
                  <a:pt x="11" y="3"/>
                </a:lnTo>
                <a:lnTo>
                  <a:pt x="11" y="5"/>
                </a:lnTo>
                <a:lnTo>
                  <a:pt x="11" y="3"/>
                </a:lnTo>
                <a:lnTo>
                  <a:pt x="10" y="5"/>
                </a:lnTo>
                <a:lnTo>
                  <a:pt x="10" y="3"/>
                </a:lnTo>
                <a:lnTo>
                  <a:pt x="9" y="3"/>
                </a:lnTo>
                <a:lnTo>
                  <a:pt x="9" y="5"/>
                </a:lnTo>
                <a:lnTo>
                  <a:pt x="8" y="5"/>
                </a:lnTo>
                <a:lnTo>
                  <a:pt x="7" y="5"/>
                </a:lnTo>
                <a:lnTo>
                  <a:pt x="7" y="6"/>
                </a:lnTo>
                <a:lnTo>
                  <a:pt x="6" y="6"/>
                </a:lnTo>
                <a:lnTo>
                  <a:pt x="4" y="7"/>
                </a:lnTo>
                <a:lnTo>
                  <a:pt x="4" y="8"/>
                </a:lnTo>
                <a:lnTo>
                  <a:pt x="3" y="8"/>
                </a:lnTo>
                <a:lnTo>
                  <a:pt x="3" y="7"/>
                </a:lnTo>
                <a:lnTo>
                  <a:pt x="2" y="8"/>
                </a:lnTo>
                <a:lnTo>
                  <a:pt x="1" y="8"/>
                </a:lnTo>
                <a:lnTo>
                  <a:pt x="0" y="9"/>
                </a:lnTo>
                <a:lnTo>
                  <a:pt x="0" y="8"/>
                </a:lnTo>
                <a:lnTo>
                  <a:pt x="1" y="8"/>
                </a:lnTo>
                <a:lnTo>
                  <a:pt x="1" y="7"/>
                </a:lnTo>
                <a:lnTo>
                  <a:pt x="2" y="7"/>
                </a:lnTo>
                <a:lnTo>
                  <a:pt x="2" y="6"/>
                </a:lnTo>
                <a:lnTo>
                  <a:pt x="1" y="6"/>
                </a:lnTo>
                <a:lnTo>
                  <a:pt x="2" y="6"/>
                </a:lnTo>
                <a:lnTo>
                  <a:pt x="2" y="5"/>
                </a:lnTo>
                <a:lnTo>
                  <a:pt x="3" y="5"/>
                </a:lnTo>
                <a:lnTo>
                  <a:pt x="3" y="3"/>
                </a:lnTo>
                <a:lnTo>
                  <a:pt x="3" y="2"/>
                </a:lnTo>
                <a:lnTo>
                  <a:pt x="2" y="2"/>
                </a:lnTo>
                <a:lnTo>
                  <a:pt x="2" y="1"/>
                </a:lnTo>
                <a:lnTo>
                  <a:pt x="3" y="1"/>
                </a:lnTo>
                <a:lnTo>
                  <a:pt x="4" y="1"/>
                </a:lnTo>
                <a:lnTo>
                  <a:pt x="6" y="1"/>
                </a:lnTo>
                <a:lnTo>
                  <a:pt x="7" y="1"/>
                </a:lnTo>
                <a:lnTo>
                  <a:pt x="7" y="0"/>
                </a:lnTo>
                <a:lnTo>
                  <a:pt x="8" y="0"/>
                </a:lnTo>
                <a:lnTo>
                  <a:pt x="9" y="0"/>
                </a:lnTo>
                <a:lnTo>
                  <a:pt x="9" y="1"/>
                </a:lnTo>
                <a:lnTo>
                  <a:pt x="10" y="1"/>
                </a:lnTo>
                <a:close/>
              </a:path>
            </a:pathLst>
          </a:custGeom>
          <a:solidFill>
            <a:srgbClr val="9FBAD7"/>
          </a:solidFill>
          <a:ln w="2520">
            <a:solidFill>
              <a:srgbClr val="FFFFFF"/>
            </a:solidFill>
            <a:round/>
          </a:ln>
        </p:spPr>
        <p:txBody>
          <a:bodyPr lIns="1080" tIns="1080" rIns="1080" bIns="108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174" name=""/>
          <p:cNvSpPr/>
          <p:nvPr/>
        </p:nvSpPr>
        <p:spPr>
          <a:xfrm>
            <a:off x="5474880" y="1607760"/>
            <a:ext cx="0" cy="360"/>
          </a:xfrm>
          <a:custGeom>
            <a:avLst/>
            <a:gdLst/>
            <a:ahLst/>
            <a:rect l="0" t="0" r="r" b="b"/>
            <a:pathLst>
              <a:path w="0" h="1">
                <a:moveTo>
                  <a:pt x="0" y="1"/>
                </a:moveTo>
                <a:lnTo>
                  <a:pt x="0" y="0"/>
                </a:lnTo>
                <a:lnTo>
                  <a:pt x="0" y="1"/>
                </a:lnTo>
                <a:close/>
              </a:path>
            </a:pathLst>
          </a:custGeom>
          <a:solidFill>
            <a:srgbClr val="9FBAD7"/>
          </a:solidFill>
          <a:ln w="2520">
            <a:solidFill>
              <a:srgbClr val="FFFFFF"/>
            </a:solidFill>
            <a:round/>
          </a:ln>
        </p:spPr>
        <p:txBody>
          <a:bodyPr lIns="1080" tIns="-720" rIns="1080" bIns="-7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175" name=""/>
          <p:cNvSpPr/>
          <p:nvPr/>
        </p:nvSpPr>
        <p:spPr>
          <a:xfrm>
            <a:off x="5474160" y="1607040"/>
            <a:ext cx="360" cy="360"/>
          </a:xfrm>
          <a:custGeom>
            <a:avLst/>
            <a:gdLst/>
            <a:ahLst/>
            <a:rect l="0" t="0" r="r" b="b"/>
            <a:pathLst>
              <a:path w="1" h="1">
                <a:moveTo>
                  <a:pt x="0" y="0"/>
                </a:moveTo>
                <a:lnTo>
                  <a:pt x="1" y="0"/>
                </a:lnTo>
                <a:lnTo>
                  <a:pt x="0" y="0"/>
                </a:lnTo>
                <a:lnTo>
                  <a:pt x="0" y="1"/>
                </a:lnTo>
                <a:lnTo>
                  <a:pt x="0" y="0"/>
                </a:lnTo>
                <a:close/>
              </a:path>
            </a:pathLst>
          </a:custGeom>
          <a:solidFill>
            <a:srgbClr val="9FBAD7"/>
          </a:solidFill>
          <a:ln w="2520">
            <a:solidFill>
              <a:srgbClr val="FFFFFF"/>
            </a:solidFill>
            <a:round/>
          </a:ln>
        </p:spPr>
        <p:txBody>
          <a:bodyPr lIns="1080" tIns="-720" rIns="1080" bIns="-7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176" name=""/>
          <p:cNvSpPr/>
          <p:nvPr/>
        </p:nvSpPr>
        <p:spPr>
          <a:xfrm>
            <a:off x="5466240" y="1606320"/>
            <a:ext cx="1440" cy="1440"/>
          </a:xfrm>
          <a:custGeom>
            <a:avLst/>
            <a:gdLst/>
            <a:ahLst/>
            <a:rect l="0" t="0" r="r" b="b"/>
            <a:pathLst>
              <a:path w="4" h="4">
                <a:moveTo>
                  <a:pt x="4" y="0"/>
                </a:moveTo>
                <a:lnTo>
                  <a:pt x="2" y="0"/>
                </a:lnTo>
                <a:lnTo>
                  <a:pt x="2" y="2"/>
                </a:lnTo>
                <a:lnTo>
                  <a:pt x="2" y="4"/>
                </a:lnTo>
                <a:lnTo>
                  <a:pt x="2" y="2"/>
                </a:lnTo>
                <a:lnTo>
                  <a:pt x="0" y="0"/>
                </a:lnTo>
                <a:lnTo>
                  <a:pt x="2" y="0"/>
                </a:lnTo>
                <a:lnTo>
                  <a:pt x="4" y="0"/>
                </a:lnTo>
                <a:close/>
              </a:path>
            </a:pathLst>
          </a:custGeom>
          <a:solidFill>
            <a:srgbClr val="9FBAD7"/>
          </a:solidFill>
          <a:ln w="2520">
            <a:solidFill>
              <a:srgbClr val="FFFFFF"/>
            </a:solidFill>
            <a:round/>
          </a:ln>
        </p:spPr>
        <p:txBody>
          <a:bodyPr lIns="1080" tIns="360" rIns="1080" bIns="3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177" name=""/>
          <p:cNvSpPr/>
          <p:nvPr/>
        </p:nvSpPr>
        <p:spPr>
          <a:xfrm>
            <a:off x="5466960" y="1606320"/>
            <a:ext cx="360" cy="360"/>
          </a:xfrm>
          <a:custGeom>
            <a:avLst/>
            <a:gdLst/>
            <a:ahLst/>
            <a:rect l="0" t="0" r="r" b="b"/>
            <a:pathLst>
              <a:path w="1" h="1">
                <a:moveTo>
                  <a:pt x="1" y="0"/>
                </a:moveTo>
                <a:lnTo>
                  <a:pt x="1" y="1"/>
                </a:lnTo>
                <a:lnTo>
                  <a:pt x="0" y="0"/>
                </a:lnTo>
                <a:lnTo>
                  <a:pt x="1" y="0"/>
                </a:lnTo>
                <a:close/>
              </a:path>
            </a:pathLst>
          </a:custGeom>
          <a:solidFill>
            <a:srgbClr val="9FBAD7"/>
          </a:solidFill>
          <a:ln w="2520">
            <a:solidFill>
              <a:srgbClr val="FFFFFF"/>
            </a:solidFill>
            <a:round/>
          </a:ln>
        </p:spPr>
        <p:txBody>
          <a:bodyPr lIns="1080" tIns="-720" rIns="1080" bIns="-7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178" name=""/>
          <p:cNvSpPr/>
          <p:nvPr/>
        </p:nvSpPr>
        <p:spPr>
          <a:xfrm>
            <a:off x="5466960" y="1605600"/>
            <a:ext cx="0" cy="0"/>
          </a:xfrm>
          <a:custGeom>
            <a:avLst/>
            <a:gdLst/>
            <a:ahLst/>
            <a:rect l="0" t="0" r="r" b="b"/>
            <a:pathLst>
              <a:path w="0" h="0">
                <a:moveTo>
                  <a:pt x="0" y="0"/>
                </a:moveTo>
                <a:lnTo>
                  <a:pt x="0" y="0"/>
                </a:lnTo>
                <a:close/>
              </a:path>
            </a:pathLst>
          </a:custGeom>
          <a:solidFill>
            <a:srgbClr val="9FBAD7"/>
          </a:solidFill>
          <a:ln w="2520">
            <a:solidFill>
              <a:srgbClr val="FFFFFF"/>
            </a:solidFill>
            <a:round/>
          </a:ln>
        </p:spPr>
        <p:txBody>
          <a:bodyPr lIns="1080" tIns="-1080" rIns="1080" bIns="-108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179" name=""/>
          <p:cNvSpPr/>
          <p:nvPr/>
        </p:nvSpPr>
        <p:spPr>
          <a:xfrm>
            <a:off x="5466960" y="1605240"/>
            <a:ext cx="0" cy="0"/>
          </a:xfrm>
          <a:custGeom>
            <a:avLst/>
            <a:gdLst/>
            <a:ahLst/>
            <a:rect l="0" t="0" r="r" b="b"/>
            <a:pathLst>
              <a:path w="0" h="0">
                <a:moveTo>
                  <a:pt x="0" y="0"/>
                </a:moveTo>
                <a:lnTo>
                  <a:pt x="0" y="0"/>
                </a:lnTo>
                <a:close/>
              </a:path>
            </a:pathLst>
          </a:custGeom>
          <a:solidFill>
            <a:srgbClr val="9FBAD7"/>
          </a:solidFill>
          <a:ln w="2520">
            <a:solidFill>
              <a:srgbClr val="FFFFFF"/>
            </a:solidFill>
            <a:round/>
          </a:ln>
        </p:spPr>
        <p:txBody>
          <a:bodyPr lIns="1080" tIns="-1080" rIns="1080" bIns="-108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180" name=""/>
          <p:cNvSpPr/>
          <p:nvPr/>
        </p:nvSpPr>
        <p:spPr>
          <a:xfrm>
            <a:off x="5490000" y="1607400"/>
            <a:ext cx="720" cy="360"/>
          </a:xfrm>
          <a:custGeom>
            <a:avLst/>
            <a:gdLst/>
            <a:ahLst/>
            <a:rect l="0" t="0" r="r" b="b"/>
            <a:pathLst>
              <a:path w="2" h="1">
                <a:moveTo>
                  <a:pt x="0" y="1"/>
                </a:moveTo>
                <a:lnTo>
                  <a:pt x="1" y="1"/>
                </a:lnTo>
                <a:lnTo>
                  <a:pt x="1" y="0"/>
                </a:lnTo>
                <a:lnTo>
                  <a:pt x="2" y="0"/>
                </a:lnTo>
                <a:lnTo>
                  <a:pt x="2" y="1"/>
                </a:lnTo>
                <a:lnTo>
                  <a:pt x="1" y="1"/>
                </a:lnTo>
                <a:lnTo>
                  <a:pt x="0" y="1"/>
                </a:lnTo>
                <a:close/>
              </a:path>
            </a:pathLst>
          </a:custGeom>
          <a:solidFill>
            <a:srgbClr val="9FBAD7"/>
          </a:solidFill>
          <a:ln w="2520">
            <a:solidFill>
              <a:srgbClr val="FFFFFF"/>
            </a:solidFill>
            <a:round/>
          </a:ln>
        </p:spPr>
        <p:txBody>
          <a:bodyPr lIns="1080" tIns="-720" rIns="1080" bIns="-7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181" name=""/>
          <p:cNvSpPr/>
          <p:nvPr/>
        </p:nvSpPr>
        <p:spPr>
          <a:xfrm>
            <a:off x="5484960" y="1607400"/>
            <a:ext cx="720" cy="360"/>
          </a:xfrm>
          <a:custGeom>
            <a:avLst/>
            <a:gdLst/>
            <a:ahLst/>
            <a:rect l="0" t="0" r="r" b="b"/>
            <a:pathLst>
              <a:path w="2" h="1">
                <a:moveTo>
                  <a:pt x="0" y="0"/>
                </a:moveTo>
                <a:lnTo>
                  <a:pt x="0" y="1"/>
                </a:lnTo>
                <a:lnTo>
                  <a:pt x="0" y="0"/>
                </a:lnTo>
                <a:lnTo>
                  <a:pt x="1" y="0"/>
                </a:lnTo>
                <a:lnTo>
                  <a:pt x="2" y="0"/>
                </a:lnTo>
                <a:lnTo>
                  <a:pt x="1" y="0"/>
                </a:lnTo>
                <a:lnTo>
                  <a:pt x="1" y="1"/>
                </a:lnTo>
                <a:lnTo>
                  <a:pt x="0" y="0"/>
                </a:lnTo>
                <a:close/>
              </a:path>
            </a:pathLst>
          </a:custGeom>
          <a:solidFill>
            <a:srgbClr val="9FBAD7"/>
          </a:solidFill>
          <a:ln w="2520">
            <a:solidFill>
              <a:srgbClr val="FFFFFF"/>
            </a:solidFill>
            <a:round/>
          </a:ln>
        </p:spPr>
        <p:txBody>
          <a:bodyPr lIns="1080" tIns="-720" rIns="1080" bIns="-7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182" name=""/>
          <p:cNvSpPr/>
          <p:nvPr/>
        </p:nvSpPr>
        <p:spPr>
          <a:xfrm>
            <a:off x="5486760" y="1607040"/>
            <a:ext cx="360" cy="360"/>
          </a:xfrm>
          <a:custGeom>
            <a:avLst/>
            <a:gdLst/>
            <a:ahLst/>
            <a:rect l="0" t="0" r="r" b="b"/>
            <a:pathLst>
              <a:path w="1" h="1">
                <a:moveTo>
                  <a:pt x="1" y="0"/>
                </a:moveTo>
                <a:lnTo>
                  <a:pt x="0" y="0"/>
                </a:lnTo>
                <a:lnTo>
                  <a:pt x="0" y="1"/>
                </a:lnTo>
                <a:lnTo>
                  <a:pt x="0" y="0"/>
                </a:lnTo>
                <a:lnTo>
                  <a:pt x="1" y="0"/>
                </a:lnTo>
                <a:close/>
              </a:path>
            </a:pathLst>
          </a:custGeom>
          <a:solidFill>
            <a:srgbClr val="9FBAD7"/>
          </a:solidFill>
          <a:ln w="2520">
            <a:solidFill>
              <a:srgbClr val="FFFFFF"/>
            </a:solidFill>
            <a:round/>
          </a:ln>
        </p:spPr>
        <p:txBody>
          <a:bodyPr lIns="1080" tIns="-720" rIns="1080" bIns="-7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183" name=""/>
          <p:cNvSpPr/>
          <p:nvPr/>
        </p:nvSpPr>
        <p:spPr>
          <a:xfrm>
            <a:off x="5486760" y="1606680"/>
            <a:ext cx="360" cy="360"/>
          </a:xfrm>
          <a:custGeom>
            <a:avLst/>
            <a:gdLst/>
            <a:ahLst/>
            <a:rect l="0" t="0" r="r" b="b"/>
            <a:pathLst>
              <a:path w="1" h="1">
                <a:moveTo>
                  <a:pt x="1" y="1"/>
                </a:moveTo>
                <a:lnTo>
                  <a:pt x="0" y="1"/>
                </a:lnTo>
                <a:lnTo>
                  <a:pt x="1" y="0"/>
                </a:lnTo>
                <a:lnTo>
                  <a:pt x="1" y="1"/>
                </a:lnTo>
                <a:close/>
              </a:path>
            </a:pathLst>
          </a:custGeom>
          <a:solidFill>
            <a:srgbClr val="9FBAD7"/>
          </a:solidFill>
          <a:ln w="2520">
            <a:solidFill>
              <a:srgbClr val="FFFFFF"/>
            </a:solidFill>
            <a:round/>
          </a:ln>
        </p:spPr>
        <p:txBody>
          <a:bodyPr lIns="1080" tIns="-720" rIns="1080" bIns="-7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184" name=""/>
          <p:cNvSpPr/>
          <p:nvPr/>
        </p:nvSpPr>
        <p:spPr>
          <a:xfrm>
            <a:off x="5491440" y="1606320"/>
            <a:ext cx="1800" cy="1440"/>
          </a:xfrm>
          <a:custGeom>
            <a:avLst/>
            <a:gdLst/>
            <a:ahLst/>
            <a:rect l="0" t="0" r="r" b="b"/>
            <a:pathLst>
              <a:path w="5" h="4">
                <a:moveTo>
                  <a:pt x="5" y="2"/>
                </a:moveTo>
                <a:lnTo>
                  <a:pt x="3" y="2"/>
                </a:lnTo>
                <a:lnTo>
                  <a:pt x="3" y="4"/>
                </a:lnTo>
                <a:lnTo>
                  <a:pt x="2" y="2"/>
                </a:lnTo>
                <a:lnTo>
                  <a:pt x="2" y="4"/>
                </a:lnTo>
                <a:lnTo>
                  <a:pt x="2" y="2"/>
                </a:lnTo>
                <a:lnTo>
                  <a:pt x="0" y="2"/>
                </a:lnTo>
                <a:lnTo>
                  <a:pt x="2" y="2"/>
                </a:lnTo>
                <a:lnTo>
                  <a:pt x="3" y="0"/>
                </a:lnTo>
                <a:lnTo>
                  <a:pt x="3" y="2"/>
                </a:lnTo>
                <a:lnTo>
                  <a:pt x="5" y="2"/>
                </a:lnTo>
                <a:close/>
              </a:path>
            </a:pathLst>
          </a:custGeom>
          <a:solidFill>
            <a:srgbClr val="9FBAD7"/>
          </a:solidFill>
          <a:ln w="2520">
            <a:solidFill>
              <a:srgbClr val="FFFFFF"/>
            </a:solidFill>
            <a:round/>
          </a:ln>
        </p:spPr>
        <p:txBody>
          <a:bodyPr lIns="1080" tIns="360" rIns="1080" bIns="3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185" name=""/>
          <p:cNvSpPr/>
          <p:nvPr/>
        </p:nvSpPr>
        <p:spPr>
          <a:xfrm>
            <a:off x="5483520" y="1604520"/>
            <a:ext cx="3600" cy="3600"/>
          </a:xfrm>
          <a:custGeom>
            <a:avLst/>
            <a:gdLst/>
            <a:ahLst/>
            <a:rect l="0" t="0" r="r" b="b"/>
            <a:pathLst>
              <a:path w="10" h="10">
                <a:moveTo>
                  <a:pt x="10" y="0"/>
                </a:moveTo>
                <a:lnTo>
                  <a:pt x="10" y="1"/>
                </a:lnTo>
                <a:lnTo>
                  <a:pt x="10" y="2"/>
                </a:lnTo>
                <a:lnTo>
                  <a:pt x="9" y="2"/>
                </a:lnTo>
                <a:lnTo>
                  <a:pt x="8" y="4"/>
                </a:lnTo>
                <a:lnTo>
                  <a:pt x="8" y="5"/>
                </a:lnTo>
                <a:lnTo>
                  <a:pt x="9" y="5"/>
                </a:lnTo>
                <a:lnTo>
                  <a:pt x="9" y="6"/>
                </a:lnTo>
                <a:lnTo>
                  <a:pt x="10" y="6"/>
                </a:lnTo>
                <a:lnTo>
                  <a:pt x="8" y="6"/>
                </a:lnTo>
                <a:lnTo>
                  <a:pt x="8" y="7"/>
                </a:lnTo>
                <a:lnTo>
                  <a:pt x="8" y="8"/>
                </a:lnTo>
                <a:lnTo>
                  <a:pt x="7" y="8"/>
                </a:lnTo>
                <a:lnTo>
                  <a:pt x="6" y="8"/>
                </a:lnTo>
                <a:lnTo>
                  <a:pt x="5" y="8"/>
                </a:lnTo>
                <a:lnTo>
                  <a:pt x="3" y="7"/>
                </a:lnTo>
                <a:lnTo>
                  <a:pt x="3" y="8"/>
                </a:lnTo>
                <a:lnTo>
                  <a:pt x="2" y="8"/>
                </a:lnTo>
                <a:lnTo>
                  <a:pt x="2" y="9"/>
                </a:lnTo>
                <a:lnTo>
                  <a:pt x="3" y="9"/>
                </a:lnTo>
                <a:lnTo>
                  <a:pt x="3" y="10"/>
                </a:lnTo>
                <a:lnTo>
                  <a:pt x="2" y="10"/>
                </a:lnTo>
                <a:lnTo>
                  <a:pt x="2" y="9"/>
                </a:lnTo>
                <a:lnTo>
                  <a:pt x="1" y="10"/>
                </a:lnTo>
                <a:lnTo>
                  <a:pt x="0" y="10"/>
                </a:lnTo>
                <a:lnTo>
                  <a:pt x="1" y="10"/>
                </a:lnTo>
                <a:lnTo>
                  <a:pt x="1" y="9"/>
                </a:lnTo>
                <a:lnTo>
                  <a:pt x="1" y="8"/>
                </a:lnTo>
                <a:lnTo>
                  <a:pt x="1" y="7"/>
                </a:lnTo>
                <a:lnTo>
                  <a:pt x="2" y="7"/>
                </a:lnTo>
                <a:lnTo>
                  <a:pt x="3" y="7"/>
                </a:lnTo>
                <a:lnTo>
                  <a:pt x="3" y="6"/>
                </a:lnTo>
                <a:lnTo>
                  <a:pt x="3" y="5"/>
                </a:lnTo>
                <a:lnTo>
                  <a:pt x="3" y="4"/>
                </a:lnTo>
                <a:lnTo>
                  <a:pt x="5" y="4"/>
                </a:lnTo>
                <a:lnTo>
                  <a:pt x="5" y="2"/>
                </a:lnTo>
                <a:lnTo>
                  <a:pt x="6" y="1"/>
                </a:lnTo>
                <a:lnTo>
                  <a:pt x="7" y="1"/>
                </a:lnTo>
                <a:lnTo>
                  <a:pt x="8" y="1"/>
                </a:lnTo>
                <a:lnTo>
                  <a:pt x="8" y="0"/>
                </a:lnTo>
                <a:lnTo>
                  <a:pt x="9" y="0"/>
                </a:lnTo>
                <a:lnTo>
                  <a:pt x="10" y="0"/>
                </a:lnTo>
                <a:close/>
              </a:path>
            </a:pathLst>
          </a:custGeom>
          <a:solidFill>
            <a:srgbClr val="9FBAD7"/>
          </a:solidFill>
          <a:ln w="2520">
            <a:solidFill>
              <a:srgbClr val="FFFFFF"/>
            </a:solidFill>
            <a:round/>
          </a:ln>
        </p:spPr>
        <p:txBody>
          <a:bodyPr lIns="1080" tIns="1080" rIns="1080" bIns="108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186" name=""/>
          <p:cNvSpPr/>
          <p:nvPr/>
        </p:nvSpPr>
        <p:spPr>
          <a:xfrm>
            <a:off x="5481360" y="1605600"/>
            <a:ext cx="1440" cy="1080"/>
          </a:xfrm>
          <a:custGeom>
            <a:avLst/>
            <a:gdLst/>
            <a:ahLst/>
            <a:rect l="0" t="0" r="r" b="b"/>
            <a:pathLst>
              <a:path w="4" h="3">
                <a:moveTo>
                  <a:pt x="4" y="3"/>
                </a:moveTo>
                <a:lnTo>
                  <a:pt x="2" y="3"/>
                </a:lnTo>
                <a:lnTo>
                  <a:pt x="0" y="3"/>
                </a:lnTo>
                <a:lnTo>
                  <a:pt x="2" y="3"/>
                </a:lnTo>
                <a:lnTo>
                  <a:pt x="0" y="2"/>
                </a:lnTo>
                <a:lnTo>
                  <a:pt x="2" y="2"/>
                </a:lnTo>
                <a:lnTo>
                  <a:pt x="2" y="0"/>
                </a:lnTo>
                <a:lnTo>
                  <a:pt x="4" y="0"/>
                </a:lnTo>
                <a:lnTo>
                  <a:pt x="4" y="2"/>
                </a:lnTo>
                <a:lnTo>
                  <a:pt x="4" y="3"/>
                </a:lnTo>
                <a:close/>
              </a:path>
            </a:pathLst>
          </a:custGeom>
          <a:solidFill>
            <a:srgbClr val="9FBAD7"/>
          </a:solidFill>
          <a:ln w="2520">
            <a:solidFill>
              <a:srgbClr val="FFFFFF"/>
            </a:solidFill>
            <a:round/>
          </a:ln>
        </p:spPr>
        <p:txBody>
          <a:bodyPr lIns="1080" tIns="0" rIns="108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187" name=""/>
          <p:cNvSpPr/>
          <p:nvPr/>
        </p:nvSpPr>
        <p:spPr>
          <a:xfrm>
            <a:off x="5487840" y="1602720"/>
            <a:ext cx="4680" cy="5400"/>
          </a:xfrm>
          <a:custGeom>
            <a:avLst/>
            <a:gdLst/>
            <a:ahLst/>
            <a:rect l="0" t="0" r="r" b="b"/>
            <a:pathLst>
              <a:path w="13" h="15">
                <a:moveTo>
                  <a:pt x="11" y="0"/>
                </a:moveTo>
                <a:lnTo>
                  <a:pt x="13" y="0"/>
                </a:lnTo>
                <a:lnTo>
                  <a:pt x="11" y="0"/>
                </a:lnTo>
                <a:lnTo>
                  <a:pt x="11" y="1"/>
                </a:lnTo>
                <a:lnTo>
                  <a:pt x="13" y="1"/>
                </a:lnTo>
                <a:lnTo>
                  <a:pt x="11" y="1"/>
                </a:lnTo>
                <a:lnTo>
                  <a:pt x="11" y="2"/>
                </a:lnTo>
                <a:lnTo>
                  <a:pt x="10" y="2"/>
                </a:lnTo>
                <a:lnTo>
                  <a:pt x="9" y="2"/>
                </a:lnTo>
                <a:lnTo>
                  <a:pt x="8" y="2"/>
                </a:lnTo>
                <a:lnTo>
                  <a:pt x="9" y="2"/>
                </a:lnTo>
                <a:lnTo>
                  <a:pt x="8" y="2"/>
                </a:lnTo>
                <a:lnTo>
                  <a:pt x="8" y="3"/>
                </a:lnTo>
                <a:lnTo>
                  <a:pt x="8" y="4"/>
                </a:lnTo>
                <a:lnTo>
                  <a:pt x="8" y="5"/>
                </a:lnTo>
                <a:lnTo>
                  <a:pt x="7" y="5"/>
                </a:lnTo>
                <a:lnTo>
                  <a:pt x="7" y="6"/>
                </a:lnTo>
                <a:lnTo>
                  <a:pt x="7" y="8"/>
                </a:lnTo>
                <a:lnTo>
                  <a:pt x="8" y="8"/>
                </a:lnTo>
                <a:lnTo>
                  <a:pt x="8" y="9"/>
                </a:lnTo>
                <a:lnTo>
                  <a:pt x="8" y="8"/>
                </a:lnTo>
                <a:lnTo>
                  <a:pt x="8" y="9"/>
                </a:lnTo>
                <a:lnTo>
                  <a:pt x="8" y="10"/>
                </a:lnTo>
                <a:lnTo>
                  <a:pt x="7" y="10"/>
                </a:lnTo>
                <a:lnTo>
                  <a:pt x="7" y="11"/>
                </a:lnTo>
                <a:lnTo>
                  <a:pt x="7" y="12"/>
                </a:lnTo>
                <a:lnTo>
                  <a:pt x="8" y="13"/>
                </a:lnTo>
                <a:lnTo>
                  <a:pt x="7" y="13"/>
                </a:lnTo>
                <a:lnTo>
                  <a:pt x="8" y="13"/>
                </a:lnTo>
                <a:lnTo>
                  <a:pt x="8" y="14"/>
                </a:lnTo>
                <a:lnTo>
                  <a:pt x="7" y="15"/>
                </a:lnTo>
                <a:lnTo>
                  <a:pt x="6" y="15"/>
                </a:lnTo>
                <a:lnTo>
                  <a:pt x="5" y="15"/>
                </a:lnTo>
                <a:lnTo>
                  <a:pt x="6" y="14"/>
                </a:lnTo>
                <a:lnTo>
                  <a:pt x="6" y="13"/>
                </a:lnTo>
                <a:lnTo>
                  <a:pt x="5" y="13"/>
                </a:lnTo>
                <a:lnTo>
                  <a:pt x="5" y="14"/>
                </a:lnTo>
                <a:lnTo>
                  <a:pt x="4" y="14"/>
                </a:lnTo>
                <a:lnTo>
                  <a:pt x="5" y="13"/>
                </a:lnTo>
                <a:lnTo>
                  <a:pt x="5" y="12"/>
                </a:lnTo>
                <a:lnTo>
                  <a:pt x="4" y="12"/>
                </a:lnTo>
                <a:lnTo>
                  <a:pt x="4" y="13"/>
                </a:lnTo>
                <a:lnTo>
                  <a:pt x="3" y="13"/>
                </a:lnTo>
                <a:lnTo>
                  <a:pt x="3" y="12"/>
                </a:lnTo>
                <a:lnTo>
                  <a:pt x="4" y="12"/>
                </a:lnTo>
                <a:lnTo>
                  <a:pt x="3" y="11"/>
                </a:lnTo>
                <a:lnTo>
                  <a:pt x="4" y="11"/>
                </a:lnTo>
                <a:lnTo>
                  <a:pt x="4" y="10"/>
                </a:lnTo>
                <a:lnTo>
                  <a:pt x="5" y="10"/>
                </a:lnTo>
                <a:lnTo>
                  <a:pt x="6" y="10"/>
                </a:lnTo>
                <a:lnTo>
                  <a:pt x="6" y="9"/>
                </a:lnTo>
                <a:lnTo>
                  <a:pt x="6" y="8"/>
                </a:lnTo>
                <a:lnTo>
                  <a:pt x="6" y="6"/>
                </a:lnTo>
                <a:lnTo>
                  <a:pt x="6" y="8"/>
                </a:lnTo>
                <a:lnTo>
                  <a:pt x="5" y="8"/>
                </a:lnTo>
                <a:lnTo>
                  <a:pt x="5" y="6"/>
                </a:lnTo>
                <a:lnTo>
                  <a:pt x="4" y="6"/>
                </a:lnTo>
                <a:lnTo>
                  <a:pt x="4" y="8"/>
                </a:lnTo>
                <a:lnTo>
                  <a:pt x="3" y="8"/>
                </a:lnTo>
                <a:lnTo>
                  <a:pt x="3" y="9"/>
                </a:lnTo>
                <a:lnTo>
                  <a:pt x="3" y="8"/>
                </a:lnTo>
                <a:lnTo>
                  <a:pt x="2" y="8"/>
                </a:lnTo>
                <a:lnTo>
                  <a:pt x="0" y="8"/>
                </a:lnTo>
                <a:lnTo>
                  <a:pt x="0" y="6"/>
                </a:lnTo>
                <a:lnTo>
                  <a:pt x="2" y="6"/>
                </a:lnTo>
                <a:lnTo>
                  <a:pt x="0" y="6"/>
                </a:lnTo>
                <a:lnTo>
                  <a:pt x="0" y="5"/>
                </a:lnTo>
                <a:lnTo>
                  <a:pt x="2" y="5"/>
                </a:lnTo>
                <a:lnTo>
                  <a:pt x="2" y="4"/>
                </a:lnTo>
                <a:lnTo>
                  <a:pt x="3" y="4"/>
                </a:lnTo>
                <a:lnTo>
                  <a:pt x="4" y="4"/>
                </a:lnTo>
                <a:lnTo>
                  <a:pt x="4" y="3"/>
                </a:lnTo>
                <a:lnTo>
                  <a:pt x="4" y="4"/>
                </a:lnTo>
                <a:lnTo>
                  <a:pt x="5" y="4"/>
                </a:lnTo>
                <a:lnTo>
                  <a:pt x="5" y="3"/>
                </a:lnTo>
                <a:lnTo>
                  <a:pt x="6" y="3"/>
                </a:lnTo>
                <a:lnTo>
                  <a:pt x="6" y="2"/>
                </a:lnTo>
                <a:lnTo>
                  <a:pt x="5" y="2"/>
                </a:lnTo>
                <a:lnTo>
                  <a:pt x="5" y="1"/>
                </a:lnTo>
                <a:lnTo>
                  <a:pt x="6" y="1"/>
                </a:lnTo>
                <a:lnTo>
                  <a:pt x="5" y="1"/>
                </a:lnTo>
                <a:lnTo>
                  <a:pt x="6" y="1"/>
                </a:lnTo>
                <a:lnTo>
                  <a:pt x="7" y="1"/>
                </a:lnTo>
                <a:lnTo>
                  <a:pt x="7" y="0"/>
                </a:lnTo>
                <a:lnTo>
                  <a:pt x="7" y="1"/>
                </a:lnTo>
                <a:lnTo>
                  <a:pt x="8" y="1"/>
                </a:lnTo>
                <a:lnTo>
                  <a:pt x="8" y="0"/>
                </a:lnTo>
                <a:lnTo>
                  <a:pt x="9" y="0"/>
                </a:lnTo>
                <a:lnTo>
                  <a:pt x="10" y="0"/>
                </a:lnTo>
                <a:lnTo>
                  <a:pt x="11" y="0"/>
                </a:lnTo>
                <a:close/>
              </a:path>
            </a:pathLst>
          </a:custGeom>
          <a:solidFill>
            <a:srgbClr val="9FBAD7"/>
          </a:solidFill>
          <a:ln w="2520">
            <a:solidFill>
              <a:srgbClr val="FFFFFF"/>
            </a:solidFill>
            <a:round/>
          </a:ln>
        </p:spPr>
        <p:txBody>
          <a:bodyPr lIns="1080" tIns="1080" rIns="1080" bIns="108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188" name=""/>
          <p:cNvSpPr/>
          <p:nvPr/>
        </p:nvSpPr>
        <p:spPr>
          <a:xfrm>
            <a:off x="5487120" y="1604520"/>
            <a:ext cx="360" cy="360"/>
          </a:xfrm>
          <a:custGeom>
            <a:avLst/>
            <a:gdLst/>
            <a:ahLst/>
            <a:rect l="0" t="0" r="r" b="b"/>
            <a:pathLst>
              <a:path w="1" h="1">
                <a:moveTo>
                  <a:pt x="0" y="0"/>
                </a:moveTo>
                <a:lnTo>
                  <a:pt x="1" y="0"/>
                </a:lnTo>
                <a:lnTo>
                  <a:pt x="0" y="0"/>
                </a:lnTo>
                <a:lnTo>
                  <a:pt x="1" y="0"/>
                </a:lnTo>
                <a:lnTo>
                  <a:pt x="1" y="1"/>
                </a:lnTo>
                <a:lnTo>
                  <a:pt x="0" y="1"/>
                </a:lnTo>
                <a:lnTo>
                  <a:pt x="0" y="0"/>
                </a:lnTo>
                <a:close/>
              </a:path>
            </a:pathLst>
          </a:custGeom>
          <a:solidFill>
            <a:srgbClr val="9FBAD7"/>
          </a:solidFill>
          <a:ln w="2520">
            <a:solidFill>
              <a:srgbClr val="FFFFFF"/>
            </a:solidFill>
            <a:round/>
          </a:ln>
        </p:spPr>
        <p:txBody>
          <a:bodyPr lIns="1080" tIns="-720" rIns="1080" bIns="-7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189" name=""/>
          <p:cNvSpPr/>
          <p:nvPr/>
        </p:nvSpPr>
        <p:spPr>
          <a:xfrm>
            <a:off x="5494680" y="1599480"/>
            <a:ext cx="1080" cy="1440"/>
          </a:xfrm>
          <a:custGeom>
            <a:avLst/>
            <a:gdLst/>
            <a:ahLst/>
            <a:rect l="0" t="0" r="r" b="b"/>
            <a:pathLst>
              <a:path w="3" h="4">
                <a:moveTo>
                  <a:pt x="1" y="3"/>
                </a:moveTo>
                <a:lnTo>
                  <a:pt x="0" y="4"/>
                </a:lnTo>
                <a:lnTo>
                  <a:pt x="1" y="4"/>
                </a:lnTo>
                <a:lnTo>
                  <a:pt x="0" y="4"/>
                </a:lnTo>
                <a:lnTo>
                  <a:pt x="0" y="3"/>
                </a:lnTo>
                <a:lnTo>
                  <a:pt x="0" y="1"/>
                </a:lnTo>
                <a:lnTo>
                  <a:pt x="1" y="1"/>
                </a:lnTo>
                <a:lnTo>
                  <a:pt x="1" y="0"/>
                </a:lnTo>
                <a:lnTo>
                  <a:pt x="3" y="0"/>
                </a:lnTo>
                <a:lnTo>
                  <a:pt x="3" y="1"/>
                </a:lnTo>
                <a:lnTo>
                  <a:pt x="3" y="3"/>
                </a:lnTo>
                <a:lnTo>
                  <a:pt x="1" y="3"/>
                </a:lnTo>
                <a:close/>
              </a:path>
            </a:pathLst>
          </a:custGeom>
          <a:solidFill>
            <a:srgbClr val="9FBAD7"/>
          </a:solidFill>
          <a:ln w="2520">
            <a:solidFill>
              <a:srgbClr val="FFFFFF"/>
            </a:solidFill>
            <a:round/>
          </a:ln>
        </p:spPr>
        <p:txBody>
          <a:bodyPr lIns="1080" tIns="360" rIns="1080" bIns="3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190" name=""/>
          <p:cNvSpPr/>
          <p:nvPr/>
        </p:nvSpPr>
        <p:spPr>
          <a:xfrm>
            <a:off x="5497560" y="1599480"/>
            <a:ext cx="1800" cy="1440"/>
          </a:xfrm>
          <a:custGeom>
            <a:avLst/>
            <a:gdLst/>
            <a:ahLst/>
            <a:rect l="0" t="0" r="r" b="b"/>
            <a:pathLst>
              <a:path w="5" h="4">
                <a:moveTo>
                  <a:pt x="2" y="1"/>
                </a:moveTo>
                <a:lnTo>
                  <a:pt x="4" y="1"/>
                </a:lnTo>
                <a:lnTo>
                  <a:pt x="4" y="0"/>
                </a:lnTo>
                <a:lnTo>
                  <a:pt x="5" y="0"/>
                </a:lnTo>
                <a:lnTo>
                  <a:pt x="5" y="1"/>
                </a:lnTo>
                <a:lnTo>
                  <a:pt x="4" y="1"/>
                </a:lnTo>
                <a:lnTo>
                  <a:pt x="4" y="3"/>
                </a:lnTo>
                <a:lnTo>
                  <a:pt x="2" y="3"/>
                </a:lnTo>
                <a:lnTo>
                  <a:pt x="2" y="1"/>
                </a:lnTo>
                <a:lnTo>
                  <a:pt x="2" y="3"/>
                </a:lnTo>
                <a:lnTo>
                  <a:pt x="1" y="3"/>
                </a:lnTo>
                <a:lnTo>
                  <a:pt x="0" y="4"/>
                </a:lnTo>
                <a:lnTo>
                  <a:pt x="0" y="3"/>
                </a:lnTo>
                <a:lnTo>
                  <a:pt x="0" y="1"/>
                </a:lnTo>
                <a:lnTo>
                  <a:pt x="1" y="1"/>
                </a:lnTo>
                <a:lnTo>
                  <a:pt x="1" y="0"/>
                </a:lnTo>
                <a:lnTo>
                  <a:pt x="2" y="0"/>
                </a:lnTo>
                <a:lnTo>
                  <a:pt x="2" y="1"/>
                </a:lnTo>
                <a:close/>
              </a:path>
            </a:pathLst>
          </a:custGeom>
          <a:solidFill>
            <a:srgbClr val="9FBAD7"/>
          </a:solidFill>
          <a:ln w="2520">
            <a:solidFill>
              <a:srgbClr val="FFFFFF"/>
            </a:solidFill>
            <a:round/>
          </a:ln>
        </p:spPr>
        <p:txBody>
          <a:bodyPr lIns="1080" tIns="360" rIns="1080" bIns="3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191" name=""/>
          <p:cNvSpPr/>
          <p:nvPr/>
        </p:nvSpPr>
        <p:spPr>
          <a:xfrm>
            <a:off x="5497200" y="1598040"/>
            <a:ext cx="1440" cy="1440"/>
          </a:xfrm>
          <a:custGeom>
            <a:avLst/>
            <a:gdLst/>
            <a:ahLst/>
            <a:rect l="0" t="0" r="r" b="b"/>
            <a:pathLst>
              <a:path w="4" h="4">
                <a:moveTo>
                  <a:pt x="0" y="3"/>
                </a:moveTo>
                <a:lnTo>
                  <a:pt x="2" y="1"/>
                </a:lnTo>
                <a:lnTo>
                  <a:pt x="0" y="1"/>
                </a:lnTo>
                <a:lnTo>
                  <a:pt x="2" y="1"/>
                </a:lnTo>
                <a:lnTo>
                  <a:pt x="2" y="0"/>
                </a:lnTo>
                <a:lnTo>
                  <a:pt x="4" y="1"/>
                </a:lnTo>
                <a:lnTo>
                  <a:pt x="2" y="1"/>
                </a:lnTo>
                <a:lnTo>
                  <a:pt x="2" y="3"/>
                </a:lnTo>
                <a:lnTo>
                  <a:pt x="0" y="3"/>
                </a:lnTo>
                <a:lnTo>
                  <a:pt x="0" y="4"/>
                </a:lnTo>
                <a:lnTo>
                  <a:pt x="0" y="3"/>
                </a:lnTo>
                <a:close/>
              </a:path>
            </a:pathLst>
          </a:custGeom>
          <a:solidFill>
            <a:srgbClr val="9FBAD7"/>
          </a:solidFill>
          <a:ln w="2520">
            <a:solidFill>
              <a:srgbClr val="FFFFFF"/>
            </a:solidFill>
            <a:round/>
          </a:ln>
        </p:spPr>
        <p:txBody>
          <a:bodyPr lIns="1080" tIns="360" rIns="1080" bIns="3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192" name=""/>
          <p:cNvSpPr/>
          <p:nvPr/>
        </p:nvSpPr>
        <p:spPr>
          <a:xfrm>
            <a:off x="5479560" y="1597680"/>
            <a:ext cx="0" cy="360"/>
          </a:xfrm>
          <a:custGeom>
            <a:avLst/>
            <a:gdLst/>
            <a:ahLst/>
            <a:rect l="0" t="0" r="r" b="b"/>
            <a:pathLst>
              <a:path w="0" h="1">
                <a:moveTo>
                  <a:pt x="0" y="1"/>
                </a:moveTo>
                <a:lnTo>
                  <a:pt x="0" y="0"/>
                </a:lnTo>
                <a:lnTo>
                  <a:pt x="0" y="1"/>
                </a:lnTo>
                <a:close/>
              </a:path>
            </a:pathLst>
          </a:custGeom>
          <a:solidFill>
            <a:srgbClr val="9FBAD7"/>
          </a:solidFill>
          <a:ln w="2520">
            <a:solidFill>
              <a:srgbClr val="FFFFFF"/>
            </a:solidFill>
            <a:round/>
          </a:ln>
        </p:spPr>
        <p:txBody>
          <a:bodyPr lIns="1080" tIns="-720" rIns="1080" bIns="-7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193" name=""/>
          <p:cNvSpPr/>
          <p:nvPr/>
        </p:nvSpPr>
        <p:spPr>
          <a:xfrm>
            <a:off x="5497920" y="1597680"/>
            <a:ext cx="360" cy="360"/>
          </a:xfrm>
          <a:custGeom>
            <a:avLst/>
            <a:gdLst/>
            <a:ahLst/>
            <a:rect l="0" t="0" r="r" b="b"/>
            <a:pathLst>
              <a:path w="1" h="1">
                <a:moveTo>
                  <a:pt x="0" y="0"/>
                </a:moveTo>
                <a:lnTo>
                  <a:pt x="1" y="0"/>
                </a:lnTo>
                <a:lnTo>
                  <a:pt x="0" y="0"/>
                </a:lnTo>
                <a:lnTo>
                  <a:pt x="1" y="0"/>
                </a:lnTo>
                <a:lnTo>
                  <a:pt x="1" y="1"/>
                </a:lnTo>
                <a:lnTo>
                  <a:pt x="0" y="1"/>
                </a:lnTo>
                <a:lnTo>
                  <a:pt x="0" y="0"/>
                </a:lnTo>
                <a:close/>
              </a:path>
            </a:pathLst>
          </a:custGeom>
          <a:solidFill>
            <a:srgbClr val="9FBAD7"/>
          </a:solidFill>
          <a:ln w="2520">
            <a:solidFill>
              <a:srgbClr val="FFFFFF"/>
            </a:solidFill>
            <a:round/>
          </a:ln>
        </p:spPr>
        <p:txBody>
          <a:bodyPr lIns="1080" tIns="-720" rIns="1080" bIns="-7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194" name=""/>
          <p:cNvSpPr/>
          <p:nvPr/>
        </p:nvSpPr>
        <p:spPr>
          <a:xfrm>
            <a:off x="5479920" y="1596600"/>
            <a:ext cx="0" cy="360"/>
          </a:xfrm>
          <a:custGeom>
            <a:avLst/>
            <a:gdLst/>
            <a:ahLst/>
            <a:rect l="0" t="0" r="r" b="b"/>
            <a:pathLst>
              <a:path w="0" h="1">
                <a:moveTo>
                  <a:pt x="0" y="0"/>
                </a:moveTo>
                <a:lnTo>
                  <a:pt x="0" y="1"/>
                </a:lnTo>
                <a:lnTo>
                  <a:pt x="0" y="0"/>
                </a:lnTo>
                <a:close/>
              </a:path>
            </a:pathLst>
          </a:custGeom>
          <a:solidFill>
            <a:srgbClr val="9FBAD7"/>
          </a:solidFill>
          <a:ln w="2520">
            <a:solidFill>
              <a:srgbClr val="FFFFFF"/>
            </a:solidFill>
            <a:round/>
          </a:ln>
        </p:spPr>
        <p:txBody>
          <a:bodyPr lIns="1080" tIns="-720" rIns="1080" bIns="-7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195" name=""/>
          <p:cNvSpPr/>
          <p:nvPr/>
        </p:nvSpPr>
        <p:spPr>
          <a:xfrm>
            <a:off x="5509440" y="1594440"/>
            <a:ext cx="360" cy="360"/>
          </a:xfrm>
          <a:custGeom>
            <a:avLst/>
            <a:gdLst/>
            <a:ahLst/>
            <a:rect l="0" t="0" r="r" b="b"/>
            <a:pathLst>
              <a:path w="1" h="1">
                <a:moveTo>
                  <a:pt x="0" y="1"/>
                </a:moveTo>
                <a:lnTo>
                  <a:pt x="0" y="0"/>
                </a:lnTo>
                <a:lnTo>
                  <a:pt x="1" y="0"/>
                </a:lnTo>
                <a:lnTo>
                  <a:pt x="1" y="1"/>
                </a:lnTo>
                <a:lnTo>
                  <a:pt x="0" y="1"/>
                </a:lnTo>
                <a:close/>
              </a:path>
            </a:pathLst>
          </a:custGeom>
          <a:solidFill>
            <a:srgbClr val="9FBAD7"/>
          </a:solidFill>
          <a:ln w="2520">
            <a:solidFill>
              <a:srgbClr val="FFFFFF"/>
            </a:solidFill>
            <a:round/>
          </a:ln>
        </p:spPr>
        <p:txBody>
          <a:bodyPr lIns="1080" tIns="-720" rIns="1080" bIns="-7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196" name=""/>
          <p:cNvSpPr/>
          <p:nvPr/>
        </p:nvSpPr>
        <p:spPr>
          <a:xfrm>
            <a:off x="5504040" y="1594080"/>
            <a:ext cx="360" cy="360"/>
          </a:xfrm>
          <a:custGeom>
            <a:avLst/>
            <a:gdLst/>
            <a:ahLst/>
            <a:rect l="0" t="0" r="r" b="b"/>
            <a:pathLst>
              <a:path w="1" h="1">
                <a:moveTo>
                  <a:pt x="0" y="1"/>
                </a:moveTo>
                <a:lnTo>
                  <a:pt x="1" y="1"/>
                </a:lnTo>
                <a:lnTo>
                  <a:pt x="1" y="0"/>
                </a:lnTo>
                <a:lnTo>
                  <a:pt x="1" y="1"/>
                </a:lnTo>
                <a:lnTo>
                  <a:pt x="0" y="1"/>
                </a:lnTo>
                <a:close/>
              </a:path>
            </a:pathLst>
          </a:custGeom>
          <a:solidFill>
            <a:srgbClr val="9FBAD7"/>
          </a:solidFill>
          <a:ln w="2520">
            <a:solidFill>
              <a:srgbClr val="FFFFFF"/>
            </a:solidFill>
            <a:round/>
          </a:ln>
        </p:spPr>
        <p:txBody>
          <a:bodyPr lIns="1080" tIns="-720" rIns="1080" bIns="-7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197" name=""/>
          <p:cNvSpPr/>
          <p:nvPr/>
        </p:nvSpPr>
        <p:spPr>
          <a:xfrm>
            <a:off x="5505120" y="1594080"/>
            <a:ext cx="720" cy="720"/>
          </a:xfrm>
          <a:custGeom>
            <a:avLst/>
            <a:gdLst/>
            <a:ahLst/>
            <a:rect l="0" t="0" r="r" b="b"/>
            <a:pathLst>
              <a:path w="2" h="2">
                <a:moveTo>
                  <a:pt x="0" y="0"/>
                </a:moveTo>
                <a:lnTo>
                  <a:pt x="2" y="0"/>
                </a:lnTo>
                <a:lnTo>
                  <a:pt x="2" y="2"/>
                </a:lnTo>
                <a:lnTo>
                  <a:pt x="0" y="0"/>
                </a:lnTo>
                <a:close/>
              </a:path>
            </a:pathLst>
          </a:custGeom>
          <a:solidFill>
            <a:srgbClr val="9FBAD7"/>
          </a:solidFill>
          <a:ln w="2520">
            <a:solidFill>
              <a:srgbClr val="FFFFFF"/>
            </a:solidFill>
            <a:round/>
          </a:ln>
        </p:spPr>
        <p:txBody>
          <a:bodyPr lIns="1080" tIns="-360" rIns="1080" bIns="-3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198" name=""/>
          <p:cNvSpPr/>
          <p:nvPr/>
        </p:nvSpPr>
        <p:spPr>
          <a:xfrm>
            <a:off x="5504040" y="1594080"/>
            <a:ext cx="0" cy="360"/>
          </a:xfrm>
          <a:custGeom>
            <a:avLst/>
            <a:gdLst/>
            <a:ahLst/>
            <a:rect l="0" t="0" r="r" b="b"/>
            <a:pathLst>
              <a:path w="0" h="1">
                <a:moveTo>
                  <a:pt x="0" y="0"/>
                </a:moveTo>
                <a:lnTo>
                  <a:pt x="0" y="1"/>
                </a:lnTo>
                <a:lnTo>
                  <a:pt x="0" y="0"/>
                </a:lnTo>
                <a:close/>
              </a:path>
            </a:pathLst>
          </a:custGeom>
          <a:solidFill>
            <a:srgbClr val="9FBAD7"/>
          </a:solidFill>
          <a:ln w="2520">
            <a:solidFill>
              <a:srgbClr val="FFFFFF"/>
            </a:solidFill>
            <a:round/>
          </a:ln>
        </p:spPr>
        <p:txBody>
          <a:bodyPr lIns="1080" tIns="-720" rIns="1080" bIns="-7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199" name=""/>
          <p:cNvSpPr/>
          <p:nvPr/>
        </p:nvSpPr>
        <p:spPr>
          <a:xfrm>
            <a:off x="5507280" y="1589400"/>
            <a:ext cx="360" cy="360"/>
          </a:xfrm>
          <a:custGeom>
            <a:avLst/>
            <a:gdLst/>
            <a:ahLst/>
            <a:rect l="0" t="0" r="r" b="b"/>
            <a:pathLst>
              <a:path w="1" h="1">
                <a:moveTo>
                  <a:pt x="1" y="0"/>
                </a:moveTo>
                <a:lnTo>
                  <a:pt x="1" y="1"/>
                </a:lnTo>
                <a:lnTo>
                  <a:pt x="0" y="1"/>
                </a:lnTo>
                <a:lnTo>
                  <a:pt x="0" y="0"/>
                </a:lnTo>
                <a:lnTo>
                  <a:pt x="1" y="0"/>
                </a:lnTo>
                <a:close/>
              </a:path>
            </a:pathLst>
          </a:custGeom>
          <a:solidFill>
            <a:srgbClr val="9FBAD7"/>
          </a:solidFill>
          <a:ln w="2520">
            <a:solidFill>
              <a:srgbClr val="FFFFFF"/>
            </a:solidFill>
            <a:round/>
          </a:ln>
        </p:spPr>
        <p:txBody>
          <a:bodyPr lIns="1080" tIns="-720" rIns="1080" bIns="-7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200" name=""/>
          <p:cNvSpPr/>
          <p:nvPr/>
        </p:nvSpPr>
        <p:spPr>
          <a:xfrm>
            <a:off x="5506920" y="1588680"/>
            <a:ext cx="360" cy="360"/>
          </a:xfrm>
          <a:custGeom>
            <a:avLst/>
            <a:gdLst/>
            <a:ahLst/>
            <a:rect l="0" t="0" r="r" b="b"/>
            <a:pathLst>
              <a:path w="1" h="1">
                <a:moveTo>
                  <a:pt x="1" y="0"/>
                </a:moveTo>
                <a:lnTo>
                  <a:pt x="1" y="1"/>
                </a:lnTo>
                <a:lnTo>
                  <a:pt x="0" y="1"/>
                </a:lnTo>
                <a:lnTo>
                  <a:pt x="0" y="0"/>
                </a:lnTo>
                <a:lnTo>
                  <a:pt x="1" y="0"/>
                </a:lnTo>
                <a:close/>
              </a:path>
            </a:pathLst>
          </a:custGeom>
          <a:solidFill>
            <a:srgbClr val="9FBAD7"/>
          </a:solidFill>
          <a:ln w="2520">
            <a:solidFill>
              <a:srgbClr val="FFFFFF"/>
            </a:solidFill>
            <a:round/>
          </a:ln>
        </p:spPr>
        <p:txBody>
          <a:bodyPr lIns="1080" tIns="-720" rIns="1080" bIns="-7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201" name=""/>
          <p:cNvSpPr/>
          <p:nvPr/>
        </p:nvSpPr>
        <p:spPr>
          <a:xfrm>
            <a:off x="5507280" y="1584720"/>
            <a:ext cx="2160" cy="2160"/>
          </a:xfrm>
          <a:custGeom>
            <a:avLst/>
            <a:gdLst/>
            <a:ahLst/>
            <a:rect l="0" t="0" r="r" b="b"/>
            <a:pathLst>
              <a:path w="6" h="6">
                <a:moveTo>
                  <a:pt x="6" y="2"/>
                </a:moveTo>
                <a:lnTo>
                  <a:pt x="4" y="2"/>
                </a:lnTo>
                <a:lnTo>
                  <a:pt x="6" y="2"/>
                </a:lnTo>
                <a:lnTo>
                  <a:pt x="6" y="3"/>
                </a:lnTo>
                <a:lnTo>
                  <a:pt x="4" y="3"/>
                </a:lnTo>
                <a:lnTo>
                  <a:pt x="4" y="4"/>
                </a:lnTo>
                <a:lnTo>
                  <a:pt x="3" y="4"/>
                </a:lnTo>
                <a:lnTo>
                  <a:pt x="3" y="6"/>
                </a:lnTo>
                <a:lnTo>
                  <a:pt x="2" y="6"/>
                </a:lnTo>
                <a:lnTo>
                  <a:pt x="0" y="4"/>
                </a:lnTo>
                <a:lnTo>
                  <a:pt x="2" y="2"/>
                </a:lnTo>
                <a:lnTo>
                  <a:pt x="3" y="2"/>
                </a:lnTo>
                <a:lnTo>
                  <a:pt x="3" y="0"/>
                </a:lnTo>
                <a:lnTo>
                  <a:pt x="4" y="0"/>
                </a:lnTo>
                <a:lnTo>
                  <a:pt x="6" y="2"/>
                </a:lnTo>
                <a:lnTo>
                  <a:pt x="6" y="0"/>
                </a:lnTo>
                <a:lnTo>
                  <a:pt x="6" y="2"/>
                </a:lnTo>
                <a:close/>
              </a:path>
            </a:pathLst>
          </a:custGeom>
          <a:solidFill>
            <a:srgbClr val="9FBAD7"/>
          </a:solidFill>
          <a:ln w="2520">
            <a:solidFill>
              <a:srgbClr val="FFFFFF"/>
            </a:solidFill>
            <a:round/>
          </a:ln>
        </p:spPr>
        <p:txBody>
          <a:bodyPr lIns="1080" tIns="1080" rIns="1080" bIns="108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202" name=""/>
          <p:cNvSpPr/>
          <p:nvPr/>
        </p:nvSpPr>
        <p:spPr>
          <a:xfrm>
            <a:off x="5507640" y="1581120"/>
            <a:ext cx="1440" cy="1080"/>
          </a:xfrm>
          <a:custGeom>
            <a:avLst/>
            <a:gdLst/>
            <a:ahLst/>
            <a:rect l="0" t="0" r="r" b="b"/>
            <a:pathLst>
              <a:path w="4" h="3">
                <a:moveTo>
                  <a:pt x="0" y="0"/>
                </a:moveTo>
                <a:lnTo>
                  <a:pt x="2" y="0"/>
                </a:lnTo>
                <a:lnTo>
                  <a:pt x="4" y="2"/>
                </a:lnTo>
                <a:lnTo>
                  <a:pt x="0" y="3"/>
                </a:lnTo>
                <a:lnTo>
                  <a:pt x="0" y="2"/>
                </a:lnTo>
                <a:lnTo>
                  <a:pt x="0" y="0"/>
                </a:lnTo>
                <a:close/>
              </a:path>
            </a:pathLst>
          </a:custGeom>
          <a:solidFill>
            <a:srgbClr val="9FBAD7"/>
          </a:solidFill>
          <a:ln w="2520">
            <a:solidFill>
              <a:srgbClr val="FFFFFF"/>
            </a:solidFill>
            <a:round/>
          </a:ln>
        </p:spPr>
        <p:txBody>
          <a:bodyPr lIns="1080" tIns="0" rIns="108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203" name=""/>
          <p:cNvSpPr/>
          <p:nvPr/>
        </p:nvSpPr>
        <p:spPr>
          <a:xfrm>
            <a:off x="5506200" y="1577880"/>
            <a:ext cx="3240" cy="3960"/>
          </a:xfrm>
          <a:custGeom>
            <a:avLst/>
            <a:gdLst/>
            <a:ahLst/>
            <a:rect l="0" t="0" r="r" b="b"/>
            <a:pathLst>
              <a:path w="9" h="11">
                <a:moveTo>
                  <a:pt x="4" y="1"/>
                </a:moveTo>
                <a:lnTo>
                  <a:pt x="4" y="3"/>
                </a:lnTo>
                <a:lnTo>
                  <a:pt x="4" y="1"/>
                </a:lnTo>
                <a:lnTo>
                  <a:pt x="6" y="3"/>
                </a:lnTo>
                <a:lnTo>
                  <a:pt x="7" y="4"/>
                </a:lnTo>
                <a:lnTo>
                  <a:pt x="7" y="5"/>
                </a:lnTo>
                <a:lnTo>
                  <a:pt x="8" y="7"/>
                </a:lnTo>
                <a:lnTo>
                  <a:pt x="8" y="8"/>
                </a:lnTo>
                <a:lnTo>
                  <a:pt x="9" y="10"/>
                </a:lnTo>
                <a:lnTo>
                  <a:pt x="9" y="11"/>
                </a:lnTo>
                <a:lnTo>
                  <a:pt x="9" y="10"/>
                </a:lnTo>
                <a:lnTo>
                  <a:pt x="8" y="10"/>
                </a:lnTo>
                <a:lnTo>
                  <a:pt x="7" y="9"/>
                </a:lnTo>
                <a:lnTo>
                  <a:pt x="7" y="8"/>
                </a:lnTo>
                <a:lnTo>
                  <a:pt x="7" y="7"/>
                </a:lnTo>
                <a:lnTo>
                  <a:pt x="6" y="7"/>
                </a:lnTo>
                <a:lnTo>
                  <a:pt x="6" y="6"/>
                </a:lnTo>
                <a:lnTo>
                  <a:pt x="7" y="5"/>
                </a:lnTo>
                <a:lnTo>
                  <a:pt x="6" y="6"/>
                </a:lnTo>
                <a:lnTo>
                  <a:pt x="4" y="5"/>
                </a:lnTo>
                <a:lnTo>
                  <a:pt x="4" y="4"/>
                </a:lnTo>
                <a:lnTo>
                  <a:pt x="3" y="4"/>
                </a:lnTo>
                <a:lnTo>
                  <a:pt x="2" y="3"/>
                </a:lnTo>
                <a:lnTo>
                  <a:pt x="1" y="3"/>
                </a:lnTo>
                <a:lnTo>
                  <a:pt x="0" y="3"/>
                </a:lnTo>
                <a:lnTo>
                  <a:pt x="0" y="1"/>
                </a:lnTo>
                <a:lnTo>
                  <a:pt x="0" y="0"/>
                </a:lnTo>
                <a:lnTo>
                  <a:pt x="1" y="0"/>
                </a:lnTo>
                <a:lnTo>
                  <a:pt x="2" y="1"/>
                </a:lnTo>
                <a:lnTo>
                  <a:pt x="2" y="0"/>
                </a:lnTo>
                <a:lnTo>
                  <a:pt x="3" y="0"/>
                </a:lnTo>
                <a:lnTo>
                  <a:pt x="4" y="1"/>
                </a:lnTo>
                <a:lnTo>
                  <a:pt x="4" y="0"/>
                </a:lnTo>
                <a:lnTo>
                  <a:pt x="4" y="1"/>
                </a:lnTo>
                <a:close/>
              </a:path>
            </a:pathLst>
          </a:custGeom>
          <a:solidFill>
            <a:srgbClr val="9FBAD7"/>
          </a:solidFill>
          <a:ln w="2520">
            <a:solidFill>
              <a:srgbClr val="FFFFFF"/>
            </a:solidFill>
            <a:round/>
          </a:ln>
        </p:spPr>
        <p:txBody>
          <a:bodyPr lIns="1080" tIns="1080" rIns="1080" bIns="108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204" name=""/>
          <p:cNvSpPr/>
          <p:nvPr/>
        </p:nvSpPr>
        <p:spPr>
          <a:xfrm>
            <a:off x="5417640" y="1509480"/>
            <a:ext cx="169560" cy="135720"/>
          </a:xfrm>
          <a:custGeom>
            <a:avLst/>
            <a:gdLst/>
            <a:ahLst/>
            <a:rect l="0" t="0" r="r" b="b"/>
            <a:pathLst>
              <a:path w="471" h="377">
                <a:moveTo>
                  <a:pt x="214" y="4"/>
                </a:moveTo>
                <a:lnTo>
                  <a:pt x="214" y="5"/>
                </a:lnTo>
                <a:lnTo>
                  <a:pt x="215" y="5"/>
                </a:lnTo>
                <a:lnTo>
                  <a:pt x="216" y="5"/>
                </a:lnTo>
                <a:lnTo>
                  <a:pt x="217" y="5"/>
                </a:lnTo>
                <a:lnTo>
                  <a:pt x="217" y="6"/>
                </a:lnTo>
                <a:lnTo>
                  <a:pt x="217" y="7"/>
                </a:lnTo>
                <a:lnTo>
                  <a:pt x="218" y="7"/>
                </a:lnTo>
                <a:lnTo>
                  <a:pt x="218" y="8"/>
                </a:lnTo>
                <a:lnTo>
                  <a:pt x="218" y="7"/>
                </a:lnTo>
                <a:lnTo>
                  <a:pt x="219" y="7"/>
                </a:lnTo>
                <a:lnTo>
                  <a:pt x="219" y="8"/>
                </a:lnTo>
                <a:lnTo>
                  <a:pt x="220" y="8"/>
                </a:lnTo>
                <a:lnTo>
                  <a:pt x="221" y="8"/>
                </a:lnTo>
                <a:lnTo>
                  <a:pt x="221" y="9"/>
                </a:lnTo>
                <a:lnTo>
                  <a:pt x="222" y="10"/>
                </a:lnTo>
                <a:lnTo>
                  <a:pt x="223" y="10"/>
                </a:lnTo>
                <a:lnTo>
                  <a:pt x="223" y="9"/>
                </a:lnTo>
                <a:lnTo>
                  <a:pt x="223" y="10"/>
                </a:lnTo>
                <a:lnTo>
                  <a:pt x="224" y="10"/>
                </a:lnTo>
                <a:lnTo>
                  <a:pt x="224" y="9"/>
                </a:lnTo>
                <a:lnTo>
                  <a:pt x="225" y="9"/>
                </a:lnTo>
                <a:lnTo>
                  <a:pt x="226" y="9"/>
                </a:lnTo>
                <a:lnTo>
                  <a:pt x="227" y="9"/>
                </a:lnTo>
                <a:lnTo>
                  <a:pt x="227" y="10"/>
                </a:lnTo>
                <a:lnTo>
                  <a:pt x="226" y="10"/>
                </a:lnTo>
                <a:lnTo>
                  <a:pt x="227" y="10"/>
                </a:lnTo>
                <a:lnTo>
                  <a:pt x="228" y="10"/>
                </a:lnTo>
                <a:lnTo>
                  <a:pt x="228" y="9"/>
                </a:lnTo>
                <a:lnTo>
                  <a:pt x="229" y="9"/>
                </a:lnTo>
                <a:lnTo>
                  <a:pt x="229" y="10"/>
                </a:lnTo>
                <a:lnTo>
                  <a:pt x="230" y="10"/>
                </a:lnTo>
                <a:lnTo>
                  <a:pt x="231" y="10"/>
                </a:lnTo>
                <a:lnTo>
                  <a:pt x="231" y="11"/>
                </a:lnTo>
                <a:lnTo>
                  <a:pt x="231" y="12"/>
                </a:lnTo>
                <a:lnTo>
                  <a:pt x="231" y="13"/>
                </a:lnTo>
                <a:lnTo>
                  <a:pt x="232" y="13"/>
                </a:lnTo>
                <a:lnTo>
                  <a:pt x="232" y="12"/>
                </a:lnTo>
                <a:lnTo>
                  <a:pt x="233" y="12"/>
                </a:lnTo>
                <a:lnTo>
                  <a:pt x="233" y="11"/>
                </a:lnTo>
                <a:lnTo>
                  <a:pt x="234" y="11"/>
                </a:lnTo>
                <a:lnTo>
                  <a:pt x="235" y="11"/>
                </a:lnTo>
                <a:lnTo>
                  <a:pt x="236" y="11"/>
                </a:lnTo>
                <a:lnTo>
                  <a:pt x="237" y="10"/>
                </a:lnTo>
                <a:lnTo>
                  <a:pt x="237" y="11"/>
                </a:lnTo>
                <a:lnTo>
                  <a:pt x="237" y="10"/>
                </a:lnTo>
                <a:lnTo>
                  <a:pt x="238" y="10"/>
                </a:lnTo>
                <a:lnTo>
                  <a:pt x="237" y="10"/>
                </a:lnTo>
                <a:lnTo>
                  <a:pt x="238" y="9"/>
                </a:lnTo>
                <a:lnTo>
                  <a:pt x="239" y="9"/>
                </a:lnTo>
                <a:lnTo>
                  <a:pt x="240" y="9"/>
                </a:lnTo>
                <a:lnTo>
                  <a:pt x="241" y="9"/>
                </a:lnTo>
                <a:lnTo>
                  <a:pt x="241" y="8"/>
                </a:lnTo>
                <a:lnTo>
                  <a:pt x="242" y="8"/>
                </a:lnTo>
                <a:lnTo>
                  <a:pt x="242" y="9"/>
                </a:lnTo>
                <a:lnTo>
                  <a:pt x="242" y="10"/>
                </a:lnTo>
                <a:lnTo>
                  <a:pt x="242" y="11"/>
                </a:lnTo>
                <a:lnTo>
                  <a:pt x="242" y="10"/>
                </a:lnTo>
                <a:lnTo>
                  <a:pt x="243" y="10"/>
                </a:lnTo>
                <a:lnTo>
                  <a:pt x="244" y="10"/>
                </a:lnTo>
                <a:lnTo>
                  <a:pt x="245" y="10"/>
                </a:lnTo>
                <a:lnTo>
                  <a:pt x="246" y="10"/>
                </a:lnTo>
                <a:lnTo>
                  <a:pt x="246" y="9"/>
                </a:lnTo>
                <a:lnTo>
                  <a:pt x="247" y="8"/>
                </a:lnTo>
                <a:lnTo>
                  <a:pt x="248" y="7"/>
                </a:lnTo>
                <a:lnTo>
                  <a:pt x="249" y="7"/>
                </a:lnTo>
                <a:lnTo>
                  <a:pt x="249" y="6"/>
                </a:lnTo>
                <a:lnTo>
                  <a:pt x="250" y="4"/>
                </a:lnTo>
                <a:lnTo>
                  <a:pt x="249" y="4"/>
                </a:lnTo>
                <a:lnTo>
                  <a:pt x="249" y="2"/>
                </a:lnTo>
                <a:lnTo>
                  <a:pt x="250" y="2"/>
                </a:lnTo>
                <a:lnTo>
                  <a:pt x="251" y="2"/>
                </a:lnTo>
                <a:lnTo>
                  <a:pt x="252" y="2"/>
                </a:lnTo>
                <a:lnTo>
                  <a:pt x="253" y="2"/>
                </a:lnTo>
                <a:lnTo>
                  <a:pt x="254" y="2"/>
                </a:lnTo>
                <a:lnTo>
                  <a:pt x="254" y="1"/>
                </a:lnTo>
                <a:lnTo>
                  <a:pt x="255" y="1"/>
                </a:lnTo>
                <a:lnTo>
                  <a:pt x="256" y="1"/>
                </a:lnTo>
                <a:lnTo>
                  <a:pt x="256" y="2"/>
                </a:lnTo>
                <a:lnTo>
                  <a:pt x="256" y="1"/>
                </a:lnTo>
                <a:lnTo>
                  <a:pt x="257" y="2"/>
                </a:lnTo>
                <a:lnTo>
                  <a:pt x="256" y="3"/>
                </a:lnTo>
                <a:lnTo>
                  <a:pt x="256" y="4"/>
                </a:lnTo>
                <a:lnTo>
                  <a:pt x="257" y="5"/>
                </a:lnTo>
                <a:lnTo>
                  <a:pt x="257" y="4"/>
                </a:lnTo>
                <a:lnTo>
                  <a:pt x="258" y="5"/>
                </a:lnTo>
                <a:lnTo>
                  <a:pt x="259" y="5"/>
                </a:lnTo>
                <a:lnTo>
                  <a:pt x="259" y="6"/>
                </a:lnTo>
                <a:lnTo>
                  <a:pt x="259" y="7"/>
                </a:lnTo>
                <a:lnTo>
                  <a:pt x="260" y="7"/>
                </a:lnTo>
                <a:lnTo>
                  <a:pt x="260" y="8"/>
                </a:lnTo>
                <a:lnTo>
                  <a:pt x="259" y="9"/>
                </a:lnTo>
                <a:lnTo>
                  <a:pt x="259" y="10"/>
                </a:lnTo>
                <a:lnTo>
                  <a:pt x="260" y="10"/>
                </a:lnTo>
                <a:lnTo>
                  <a:pt x="261" y="10"/>
                </a:lnTo>
                <a:lnTo>
                  <a:pt x="260" y="10"/>
                </a:lnTo>
                <a:lnTo>
                  <a:pt x="260" y="11"/>
                </a:lnTo>
                <a:lnTo>
                  <a:pt x="260" y="10"/>
                </a:lnTo>
                <a:lnTo>
                  <a:pt x="259" y="10"/>
                </a:lnTo>
                <a:lnTo>
                  <a:pt x="259" y="11"/>
                </a:lnTo>
                <a:lnTo>
                  <a:pt x="259" y="12"/>
                </a:lnTo>
                <a:lnTo>
                  <a:pt x="258" y="13"/>
                </a:lnTo>
                <a:lnTo>
                  <a:pt x="259" y="13"/>
                </a:lnTo>
                <a:lnTo>
                  <a:pt x="260" y="14"/>
                </a:lnTo>
                <a:lnTo>
                  <a:pt x="259" y="14"/>
                </a:lnTo>
                <a:lnTo>
                  <a:pt x="260" y="14"/>
                </a:lnTo>
                <a:lnTo>
                  <a:pt x="261" y="13"/>
                </a:lnTo>
                <a:lnTo>
                  <a:pt x="261" y="12"/>
                </a:lnTo>
                <a:lnTo>
                  <a:pt x="262" y="12"/>
                </a:lnTo>
                <a:lnTo>
                  <a:pt x="262" y="13"/>
                </a:lnTo>
                <a:lnTo>
                  <a:pt x="262" y="12"/>
                </a:lnTo>
                <a:lnTo>
                  <a:pt x="263" y="13"/>
                </a:lnTo>
                <a:lnTo>
                  <a:pt x="263" y="12"/>
                </a:lnTo>
                <a:lnTo>
                  <a:pt x="264" y="11"/>
                </a:lnTo>
                <a:lnTo>
                  <a:pt x="265" y="10"/>
                </a:lnTo>
                <a:lnTo>
                  <a:pt x="265" y="11"/>
                </a:lnTo>
                <a:lnTo>
                  <a:pt x="265" y="10"/>
                </a:lnTo>
                <a:lnTo>
                  <a:pt x="266" y="10"/>
                </a:lnTo>
                <a:lnTo>
                  <a:pt x="267" y="10"/>
                </a:lnTo>
                <a:lnTo>
                  <a:pt x="267" y="9"/>
                </a:lnTo>
                <a:lnTo>
                  <a:pt x="268" y="9"/>
                </a:lnTo>
                <a:lnTo>
                  <a:pt x="268" y="10"/>
                </a:lnTo>
                <a:lnTo>
                  <a:pt x="269" y="10"/>
                </a:lnTo>
                <a:lnTo>
                  <a:pt x="269" y="9"/>
                </a:lnTo>
                <a:lnTo>
                  <a:pt x="270" y="9"/>
                </a:lnTo>
                <a:lnTo>
                  <a:pt x="270" y="10"/>
                </a:lnTo>
                <a:lnTo>
                  <a:pt x="271" y="10"/>
                </a:lnTo>
                <a:lnTo>
                  <a:pt x="272" y="10"/>
                </a:lnTo>
                <a:lnTo>
                  <a:pt x="273" y="10"/>
                </a:lnTo>
                <a:lnTo>
                  <a:pt x="274" y="10"/>
                </a:lnTo>
                <a:lnTo>
                  <a:pt x="275" y="10"/>
                </a:lnTo>
                <a:lnTo>
                  <a:pt x="276" y="10"/>
                </a:lnTo>
                <a:lnTo>
                  <a:pt x="276" y="9"/>
                </a:lnTo>
                <a:lnTo>
                  <a:pt x="277" y="9"/>
                </a:lnTo>
                <a:lnTo>
                  <a:pt x="276" y="9"/>
                </a:lnTo>
                <a:lnTo>
                  <a:pt x="276" y="8"/>
                </a:lnTo>
                <a:lnTo>
                  <a:pt x="276" y="7"/>
                </a:lnTo>
                <a:lnTo>
                  <a:pt x="277" y="7"/>
                </a:lnTo>
                <a:lnTo>
                  <a:pt x="278" y="7"/>
                </a:lnTo>
                <a:lnTo>
                  <a:pt x="279" y="7"/>
                </a:lnTo>
                <a:lnTo>
                  <a:pt x="280" y="7"/>
                </a:lnTo>
                <a:lnTo>
                  <a:pt x="281" y="7"/>
                </a:lnTo>
                <a:lnTo>
                  <a:pt x="281" y="8"/>
                </a:lnTo>
                <a:lnTo>
                  <a:pt x="281" y="7"/>
                </a:lnTo>
                <a:lnTo>
                  <a:pt x="282" y="7"/>
                </a:lnTo>
                <a:lnTo>
                  <a:pt x="282" y="6"/>
                </a:lnTo>
                <a:lnTo>
                  <a:pt x="283" y="6"/>
                </a:lnTo>
                <a:lnTo>
                  <a:pt x="284" y="6"/>
                </a:lnTo>
                <a:lnTo>
                  <a:pt x="284" y="5"/>
                </a:lnTo>
                <a:lnTo>
                  <a:pt x="284" y="4"/>
                </a:lnTo>
                <a:lnTo>
                  <a:pt x="284" y="3"/>
                </a:lnTo>
                <a:lnTo>
                  <a:pt x="285" y="3"/>
                </a:lnTo>
                <a:lnTo>
                  <a:pt x="285" y="2"/>
                </a:lnTo>
                <a:lnTo>
                  <a:pt x="286" y="3"/>
                </a:lnTo>
                <a:lnTo>
                  <a:pt x="287" y="3"/>
                </a:lnTo>
                <a:lnTo>
                  <a:pt x="287" y="4"/>
                </a:lnTo>
                <a:lnTo>
                  <a:pt x="287" y="3"/>
                </a:lnTo>
                <a:lnTo>
                  <a:pt x="288" y="3"/>
                </a:lnTo>
                <a:lnTo>
                  <a:pt x="289" y="2"/>
                </a:lnTo>
                <a:lnTo>
                  <a:pt x="288" y="2"/>
                </a:lnTo>
                <a:lnTo>
                  <a:pt x="288" y="1"/>
                </a:lnTo>
                <a:lnTo>
                  <a:pt x="289" y="1"/>
                </a:lnTo>
                <a:lnTo>
                  <a:pt x="290" y="0"/>
                </a:lnTo>
                <a:lnTo>
                  <a:pt x="291" y="0"/>
                </a:lnTo>
                <a:lnTo>
                  <a:pt x="291" y="1"/>
                </a:lnTo>
                <a:lnTo>
                  <a:pt x="292" y="1"/>
                </a:lnTo>
                <a:lnTo>
                  <a:pt x="293" y="1"/>
                </a:lnTo>
                <a:lnTo>
                  <a:pt x="293" y="2"/>
                </a:lnTo>
                <a:lnTo>
                  <a:pt x="293" y="1"/>
                </a:lnTo>
                <a:lnTo>
                  <a:pt x="294" y="2"/>
                </a:lnTo>
                <a:lnTo>
                  <a:pt x="294" y="3"/>
                </a:lnTo>
                <a:lnTo>
                  <a:pt x="294" y="4"/>
                </a:lnTo>
                <a:lnTo>
                  <a:pt x="295" y="4"/>
                </a:lnTo>
                <a:lnTo>
                  <a:pt x="296" y="4"/>
                </a:lnTo>
                <a:lnTo>
                  <a:pt x="296" y="5"/>
                </a:lnTo>
                <a:lnTo>
                  <a:pt x="296" y="6"/>
                </a:lnTo>
                <a:lnTo>
                  <a:pt x="297" y="6"/>
                </a:lnTo>
                <a:lnTo>
                  <a:pt x="298" y="6"/>
                </a:lnTo>
                <a:lnTo>
                  <a:pt x="299" y="6"/>
                </a:lnTo>
                <a:lnTo>
                  <a:pt x="300" y="6"/>
                </a:lnTo>
                <a:lnTo>
                  <a:pt x="301" y="6"/>
                </a:lnTo>
                <a:lnTo>
                  <a:pt x="302" y="6"/>
                </a:lnTo>
                <a:lnTo>
                  <a:pt x="302" y="7"/>
                </a:lnTo>
                <a:lnTo>
                  <a:pt x="303" y="7"/>
                </a:lnTo>
                <a:lnTo>
                  <a:pt x="303" y="8"/>
                </a:lnTo>
                <a:lnTo>
                  <a:pt x="304" y="9"/>
                </a:lnTo>
                <a:lnTo>
                  <a:pt x="304" y="10"/>
                </a:lnTo>
                <a:lnTo>
                  <a:pt x="304" y="11"/>
                </a:lnTo>
                <a:lnTo>
                  <a:pt x="304" y="12"/>
                </a:lnTo>
                <a:lnTo>
                  <a:pt x="304" y="11"/>
                </a:lnTo>
                <a:lnTo>
                  <a:pt x="305" y="12"/>
                </a:lnTo>
                <a:lnTo>
                  <a:pt x="304" y="12"/>
                </a:lnTo>
                <a:lnTo>
                  <a:pt x="303" y="11"/>
                </a:lnTo>
                <a:lnTo>
                  <a:pt x="303" y="12"/>
                </a:lnTo>
                <a:lnTo>
                  <a:pt x="302" y="13"/>
                </a:lnTo>
                <a:lnTo>
                  <a:pt x="302" y="12"/>
                </a:lnTo>
                <a:lnTo>
                  <a:pt x="302" y="13"/>
                </a:lnTo>
                <a:lnTo>
                  <a:pt x="301" y="13"/>
                </a:lnTo>
                <a:lnTo>
                  <a:pt x="302" y="13"/>
                </a:lnTo>
                <a:lnTo>
                  <a:pt x="301" y="13"/>
                </a:lnTo>
                <a:lnTo>
                  <a:pt x="302" y="14"/>
                </a:lnTo>
                <a:lnTo>
                  <a:pt x="301" y="14"/>
                </a:lnTo>
                <a:lnTo>
                  <a:pt x="301" y="15"/>
                </a:lnTo>
                <a:lnTo>
                  <a:pt x="301" y="16"/>
                </a:lnTo>
                <a:lnTo>
                  <a:pt x="302" y="16"/>
                </a:lnTo>
                <a:lnTo>
                  <a:pt x="302" y="17"/>
                </a:lnTo>
                <a:lnTo>
                  <a:pt x="303" y="17"/>
                </a:lnTo>
                <a:lnTo>
                  <a:pt x="303" y="16"/>
                </a:lnTo>
                <a:lnTo>
                  <a:pt x="304" y="17"/>
                </a:lnTo>
                <a:lnTo>
                  <a:pt x="304" y="18"/>
                </a:lnTo>
                <a:lnTo>
                  <a:pt x="305" y="19"/>
                </a:lnTo>
                <a:lnTo>
                  <a:pt x="304" y="19"/>
                </a:lnTo>
                <a:lnTo>
                  <a:pt x="304" y="20"/>
                </a:lnTo>
                <a:lnTo>
                  <a:pt x="303" y="20"/>
                </a:lnTo>
                <a:lnTo>
                  <a:pt x="302" y="20"/>
                </a:lnTo>
                <a:lnTo>
                  <a:pt x="302" y="21"/>
                </a:lnTo>
                <a:lnTo>
                  <a:pt x="301" y="20"/>
                </a:lnTo>
                <a:lnTo>
                  <a:pt x="301" y="21"/>
                </a:lnTo>
                <a:lnTo>
                  <a:pt x="300" y="21"/>
                </a:lnTo>
                <a:lnTo>
                  <a:pt x="300" y="22"/>
                </a:lnTo>
                <a:lnTo>
                  <a:pt x="300" y="23"/>
                </a:lnTo>
                <a:lnTo>
                  <a:pt x="299" y="23"/>
                </a:lnTo>
                <a:lnTo>
                  <a:pt x="298" y="23"/>
                </a:lnTo>
                <a:lnTo>
                  <a:pt x="297" y="23"/>
                </a:lnTo>
                <a:lnTo>
                  <a:pt x="297" y="22"/>
                </a:lnTo>
                <a:lnTo>
                  <a:pt x="296" y="23"/>
                </a:lnTo>
                <a:lnTo>
                  <a:pt x="295" y="23"/>
                </a:lnTo>
                <a:lnTo>
                  <a:pt x="294" y="23"/>
                </a:lnTo>
                <a:lnTo>
                  <a:pt x="294" y="24"/>
                </a:lnTo>
                <a:lnTo>
                  <a:pt x="293" y="24"/>
                </a:lnTo>
                <a:lnTo>
                  <a:pt x="293" y="25"/>
                </a:lnTo>
                <a:lnTo>
                  <a:pt x="293" y="26"/>
                </a:lnTo>
                <a:lnTo>
                  <a:pt x="293" y="27"/>
                </a:lnTo>
                <a:lnTo>
                  <a:pt x="292" y="27"/>
                </a:lnTo>
                <a:lnTo>
                  <a:pt x="291" y="27"/>
                </a:lnTo>
                <a:lnTo>
                  <a:pt x="291" y="28"/>
                </a:lnTo>
                <a:lnTo>
                  <a:pt x="291" y="29"/>
                </a:lnTo>
                <a:lnTo>
                  <a:pt x="290" y="29"/>
                </a:lnTo>
                <a:lnTo>
                  <a:pt x="289" y="29"/>
                </a:lnTo>
                <a:lnTo>
                  <a:pt x="288" y="29"/>
                </a:lnTo>
                <a:lnTo>
                  <a:pt x="288" y="30"/>
                </a:lnTo>
                <a:lnTo>
                  <a:pt x="288" y="31"/>
                </a:lnTo>
                <a:lnTo>
                  <a:pt x="287" y="31"/>
                </a:lnTo>
                <a:lnTo>
                  <a:pt x="286" y="31"/>
                </a:lnTo>
                <a:lnTo>
                  <a:pt x="286" y="32"/>
                </a:lnTo>
                <a:lnTo>
                  <a:pt x="286" y="33"/>
                </a:lnTo>
                <a:lnTo>
                  <a:pt x="285" y="33"/>
                </a:lnTo>
                <a:lnTo>
                  <a:pt x="284" y="33"/>
                </a:lnTo>
                <a:lnTo>
                  <a:pt x="285" y="34"/>
                </a:lnTo>
                <a:lnTo>
                  <a:pt x="284" y="34"/>
                </a:lnTo>
                <a:lnTo>
                  <a:pt x="285" y="34"/>
                </a:lnTo>
                <a:lnTo>
                  <a:pt x="285" y="35"/>
                </a:lnTo>
                <a:lnTo>
                  <a:pt x="284" y="36"/>
                </a:lnTo>
                <a:lnTo>
                  <a:pt x="285" y="36"/>
                </a:lnTo>
                <a:lnTo>
                  <a:pt x="285" y="37"/>
                </a:lnTo>
                <a:lnTo>
                  <a:pt x="285" y="38"/>
                </a:lnTo>
                <a:lnTo>
                  <a:pt x="285" y="39"/>
                </a:lnTo>
                <a:lnTo>
                  <a:pt x="284" y="39"/>
                </a:lnTo>
                <a:lnTo>
                  <a:pt x="284" y="40"/>
                </a:lnTo>
                <a:lnTo>
                  <a:pt x="283" y="40"/>
                </a:lnTo>
                <a:lnTo>
                  <a:pt x="283" y="41"/>
                </a:lnTo>
                <a:lnTo>
                  <a:pt x="283" y="42"/>
                </a:lnTo>
                <a:lnTo>
                  <a:pt x="282" y="42"/>
                </a:lnTo>
                <a:lnTo>
                  <a:pt x="282" y="43"/>
                </a:lnTo>
                <a:lnTo>
                  <a:pt x="282" y="44"/>
                </a:lnTo>
                <a:lnTo>
                  <a:pt x="282" y="45"/>
                </a:lnTo>
                <a:lnTo>
                  <a:pt x="281" y="45"/>
                </a:lnTo>
                <a:lnTo>
                  <a:pt x="282" y="45"/>
                </a:lnTo>
                <a:lnTo>
                  <a:pt x="282" y="46"/>
                </a:lnTo>
                <a:lnTo>
                  <a:pt x="282" y="47"/>
                </a:lnTo>
                <a:lnTo>
                  <a:pt x="281" y="47"/>
                </a:lnTo>
                <a:lnTo>
                  <a:pt x="281" y="48"/>
                </a:lnTo>
                <a:lnTo>
                  <a:pt x="280" y="49"/>
                </a:lnTo>
                <a:lnTo>
                  <a:pt x="279" y="49"/>
                </a:lnTo>
                <a:lnTo>
                  <a:pt x="278" y="50"/>
                </a:lnTo>
                <a:lnTo>
                  <a:pt x="279" y="50"/>
                </a:lnTo>
                <a:lnTo>
                  <a:pt x="279" y="51"/>
                </a:lnTo>
                <a:lnTo>
                  <a:pt x="278" y="51"/>
                </a:lnTo>
                <a:lnTo>
                  <a:pt x="277" y="51"/>
                </a:lnTo>
                <a:lnTo>
                  <a:pt x="276" y="51"/>
                </a:lnTo>
                <a:lnTo>
                  <a:pt x="275" y="52"/>
                </a:lnTo>
                <a:lnTo>
                  <a:pt x="274" y="52"/>
                </a:lnTo>
                <a:lnTo>
                  <a:pt x="273" y="52"/>
                </a:lnTo>
                <a:lnTo>
                  <a:pt x="272" y="52"/>
                </a:lnTo>
                <a:lnTo>
                  <a:pt x="272" y="53"/>
                </a:lnTo>
                <a:lnTo>
                  <a:pt x="273" y="53"/>
                </a:lnTo>
                <a:lnTo>
                  <a:pt x="273" y="54"/>
                </a:lnTo>
                <a:lnTo>
                  <a:pt x="273" y="55"/>
                </a:lnTo>
                <a:lnTo>
                  <a:pt x="273" y="54"/>
                </a:lnTo>
                <a:lnTo>
                  <a:pt x="272" y="55"/>
                </a:lnTo>
                <a:lnTo>
                  <a:pt x="273" y="55"/>
                </a:lnTo>
                <a:lnTo>
                  <a:pt x="274" y="55"/>
                </a:lnTo>
                <a:lnTo>
                  <a:pt x="274" y="54"/>
                </a:lnTo>
                <a:lnTo>
                  <a:pt x="274" y="55"/>
                </a:lnTo>
                <a:lnTo>
                  <a:pt x="275" y="55"/>
                </a:lnTo>
                <a:lnTo>
                  <a:pt x="276" y="55"/>
                </a:lnTo>
                <a:lnTo>
                  <a:pt x="277" y="55"/>
                </a:lnTo>
                <a:lnTo>
                  <a:pt x="278" y="55"/>
                </a:lnTo>
                <a:lnTo>
                  <a:pt x="278" y="56"/>
                </a:lnTo>
                <a:lnTo>
                  <a:pt x="279" y="56"/>
                </a:lnTo>
                <a:lnTo>
                  <a:pt x="280" y="56"/>
                </a:lnTo>
                <a:lnTo>
                  <a:pt x="280" y="57"/>
                </a:lnTo>
                <a:lnTo>
                  <a:pt x="280" y="58"/>
                </a:lnTo>
                <a:lnTo>
                  <a:pt x="281" y="58"/>
                </a:lnTo>
                <a:lnTo>
                  <a:pt x="281" y="59"/>
                </a:lnTo>
                <a:lnTo>
                  <a:pt x="282" y="59"/>
                </a:lnTo>
                <a:lnTo>
                  <a:pt x="283" y="59"/>
                </a:lnTo>
                <a:lnTo>
                  <a:pt x="283" y="58"/>
                </a:lnTo>
                <a:lnTo>
                  <a:pt x="284" y="59"/>
                </a:lnTo>
                <a:lnTo>
                  <a:pt x="284" y="58"/>
                </a:lnTo>
                <a:lnTo>
                  <a:pt x="284" y="59"/>
                </a:lnTo>
                <a:lnTo>
                  <a:pt x="284" y="58"/>
                </a:lnTo>
                <a:lnTo>
                  <a:pt x="285" y="58"/>
                </a:lnTo>
                <a:lnTo>
                  <a:pt x="285" y="59"/>
                </a:lnTo>
                <a:lnTo>
                  <a:pt x="286" y="59"/>
                </a:lnTo>
                <a:lnTo>
                  <a:pt x="286" y="60"/>
                </a:lnTo>
                <a:lnTo>
                  <a:pt x="287" y="60"/>
                </a:lnTo>
                <a:lnTo>
                  <a:pt x="286" y="61"/>
                </a:lnTo>
                <a:lnTo>
                  <a:pt x="287" y="61"/>
                </a:lnTo>
                <a:lnTo>
                  <a:pt x="287" y="62"/>
                </a:lnTo>
                <a:lnTo>
                  <a:pt x="288" y="62"/>
                </a:lnTo>
                <a:lnTo>
                  <a:pt x="288" y="63"/>
                </a:lnTo>
                <a:lnTo>
                  <a:pt x="288" y="64"/>
                </a:lnTo>
                <a:lnTo>
                  <a:pt x="289" y="64"/>
                </a:lnTo>
                <a:lnTo>
                  <a:pt x="289" y="65"/>
                </a:lnTo>
                <a:lnTo>
                  <a:pt x="290" y="64"/>
                </a:lnTo>
                <a:lnTo>
                  <a:pt x="291" y="64"/>
                </a:lnTo>
                <a:lnTo>
                  <a:pt x="291" y="63"/>
                </a:lnTo>
                <a:lnTo>
                  <a:pt x="292" y="63"/>
                </a:lnTo>
                <a:lnTo>
                  <a:pt x="292" y="62"/>
                </a:lnTo>
                <a:lnTo>
                  <a:pt x="292" y="61"/>
                </a:lnTo>
                <a:lnTo>
                  <a:pt x="293" y="61"/>
                </a:lnTo>
                <a:lnTo>
                  <a:pt x="294" y="61"/>
                </a:lnTo>
                <a:lnTo>
                  <a:pt x="294" y="60"/>
                </a:lnTo>
                <a:lnTo>
                  <a:pt x="295" y="60"/>
                </a:lnTo>
                <a:lnTo>
                  <a:pt x="295" y="59"/>
                </a:lnTo>
                <a:lnTo>
                  <a:pt x="296" y="59"/>
                </a:lnTo>
                <a:lnTo>
                  <a:pt x="296" y="60"/>
                </a:lnTo>
                <a:lnTo>
                  <a:pt x="298" y="60"/>
                </a:lnTo>
                <a:lnTo>
                  <a:pt x="299" y="60"/>
                </a:lnTo>
                <a:lnTo>
                  <a:pt x="300" y="60"/>
                </a:lnTo>
                <a:lnTo>
                  <a:pt x="300" y="59"/>
                </a:lnTo>
                <a:lnTo>
                  <a:pt x="300" y="58"/>
                </a:lnTo>
                <a:lnTo>
                  <a:pt x="301" y="57"/>
                </a:lnTo>
                <a:lnTo>
                  <a:pt x="302" y="58"/>
                </a:lnTo>
                <a:lnTo>
                  <a:pt x="303" y="57"/>
                </a:lnTo>
                <a:lnTo>
                  <a:pt x="304" y="57"/>
                </a:lnTo>
                <a:lnTo>
                  <a:pt x="304" y="58"/>
                </a:lnTo>
                <a:lnTo>
                  <a:pt x="305" y="59"/>
                </a:lnTo>
                <a:lnTo>
                  <a:pt x="305" y="60"/>
                </a:lnTo>
                <a:lnTo>
                  <a:pt x="306" y="60"/>
                </a:lnTo>
                <a:lnTo>
                  <a:pt x="306" y="59"/>
                </a:lnTo>
                <a:lnTo>
                  <a:pt x="306" y="60"/>
                </a:lnTo>
                <a:lnTo>
                  <a:pt x="307" y="60"/>
                </a:lnTo>
                <a:lnTo>
                  <a:pt x="307" y="59"/>
                </a:lnTo>
                <a:lnTo>
                  <a:pt x="307" y="58"/>
                </a:lnTo>
                <a:lnTo>
                  <a:pt x="308" y="58"/>
                </a:lnTo>
                <a:lnTo>
                  <a:pt x="308" y="57"/>
                </a:lnTo>
                <a:lnTo>
                  <a:pt x="308" y="56"/>
                </a:lnTo>
                <a:lnTo>
                  <a:pt x="308" y="55"/>
                </a:lnTo>
                <a:lnTo>
                  <a:pt x="308" y="54"/>
                </a:lnTo>
                <a:lnTo>
                  <a:pt x="309" y="54"/>
                </a:lnTo>
                <a:lnTo>
                  <a:pt x="310" y="54"/>
                </a:lnTo>
                <a:lnTo>
                  <a:pt x="311" y="54"/>
                </a:lnTo>
                <a:lnTo>
                  <a:pt x="312" y="54"/>
                </a:lnTo>
                <a:lnTo>
                  <a:pt x="313" y="54"/>
                </a:lnTo>
                <a:lnTo>
                  <a:pt x="313" y="55"/>
                </a:lnTo>
                <a:lnTo>
                  <a:pt x="314" y="55"/>
                </a:lnTo>
                <a:lnTo>
                  <a:pt x="314" y="54"/>
                </a:lnTo>
                <a:lnTo>
                  <a:pt x="315" y="54"/>
                </a:lnTo>
                <a:lnTo>
                  <a:pt x="316" y="54"/>
                </a:lnTo>
                <a:lnTo>
                  <a:pt x="316" y="55"/>
                </a:lnTo>
                <a:lnTo>
                  <a:pt x="316" y="56"/>
                </a:lnTo>
                <a:lnTo>
                  <a:pt x="316" y="57"/>
                </a:lnTo>
                <a:lnTo>
                  <a:pt x="317" y="57"/>
                </a:lnTo>
                <a:lnTo>
                  <a:pt x="317" y="56"/>
                </a:lnTo>
                <a:lnTo>
                  <a:pt x="318" y="56"/>
                </a:lnTo>
                <a:lnTo>
                  <a:pt x="318" y="55"/>
                </a:lnTo>
                <a:lnTo>
                  <a:pt x="318" y="54"/>
                </a:lnTo>
                <a:lnTo>
                  <a:pt x="318" y="53"/>
                </a:lnTo>
                <a:lnTo>
                  <a:pt x="318" y="52"/>
                </a:lnTo>
                <a:lnTo>
                  <a:pt x="318" y="51"/>
                </a:lnTo>
                <a:lnTo>
                  <a:pt x="319" y="51"/>
                </a:lnTo>
                <a:lnTo>
                  <a:pt x="318" y="50"/>
                </a:lnTo>
                <a:lnTo>
                  <a:pt x="319" y="50"/>
                </a:lnTo>
                <a:lnTo>
                  <a:pt x="319" y="49"/>
                </a:lnTo>
                <a:lnTo>
                  <a:pt x="320" y="49"/>
                </a:lnTo>
                <a:lnTo>
                  <a:pt x="320" y="50"/>
                </a:lnTo>
                <a:lnTo>
                  <a:pt x="321" y="50"/>
                </a:lnTo>
                <a:lnTo>
                  <a:pt x="322" y="50"/>
                </a:lnTo>
                <a:lnTo>
                  <a:pt x="322" y="49"/>
                </a:lnTo>
                <a:lnTo>
                  <a:pt x="323" y="48"/>
                </a:lnTo>
                <a:lnTo>
                  <a:pt x="323" y="49"/>
                </a:lnTo>
                <a:lnTo>
                  <a:pt x="323" y="48"/>
                </a:lnTo>
                <a:lnTo>
                  <a:pt x="324" y="48"/>
                </a:lnTo>
                <a:lnTo>
                  <a:pt x="325" y="48"/>
                </a:lnTo>
                <a:lnTo>
                  <a:pt x="324" y="48"/>
                </a:lnTo>
                <a:lnTo>
                  <a:pt x="325" y="48"/>
                </a:lnTo>
                <a:lnTo>
                  <a:pt x="326" y="49"/>
                </a:lnTo>
                <a:lnTo>
                  <a:pt x="326" y="48"/>
                </a:lnTo>
                <a:lnTo>
                  <a:pt x="327" y="47"/>
                </a:lnTo>
                <a:lnTo>
                  <a:pt x="327" y="46"/>
                </a:lnTo>
                <a:lnTo>
                  <a:pt x="327" y="45"/>
                </a:lnTo>
                <a:lnTo>
                  <a:pt x="327" y="46"/>
                </a:lnTo>
                <a:lnTo>
                  <a:pt x="328" y="46"/>
                </a:lnTo>
                <a:lnTo>
                  <a:pt x="329" y="46"/>
                </a:lnTo>
                <a:lnTo>
                  <a:pt x="329" y="47"/>
                </a:lnTo>
                <a:lnTo>
                  <a:pt x="330" y="48"/>
                </a:lnTo>
                <a:lnTo>
                  <a:pt x="331" y="48"/>
                </a:lnTo>
                <a:lnTo>
                  <a:pt x="332" y="48"/>
                </a:lnTo>
                <a:lnTo>
                  <a:pt x="332" y="47"/>
                </a:lnTo>
                <a:lnTo>
                  <a:pt x="332" y="48"/>
                </a:lnTo>
                <a:lnTo>
                  <a:pt x="332" y="47"/>
                </a:lnTo>
                <a:lnTo>
                  <a:pt x="333" y="47"/>
                </a:lnTo>
                <a:lnTo>
                  <a:pt x="333" y="46"/>
                </a:lnTo>
                <a:lnTo>
                  <a:pt x="334" y="46"/>
                </a:lnTo>
                <a:lnTo>
                  <a:pt x="335" y="46"/>
                </a:lnTo>
                <a:lnTo>
                  <a:pt x="336" y="46"/>
                </a:lnTo>
                <a:lnTo>
                  <a:pt x="336" y="45"/>
                </a:lnTo>
                <a:lnTo>
                  <a:pt x="336" y="46"/>
                </a:lnTo>
                <a:lnTo>
                  <a:pt x="336" y="45"/>
                </a:lnTo>
                <a:lnTo>
                  <a:pt x="336" y="44"/>
                </a:lnTo>
                <a:lnTo>
                  <a:pt x="337" y="44"/>
                </a:lnTo>
                <a:lnTo>
                  <a:pt x="337" y="43"/>
                </a:lnTo>
                <a:lnTo>
                  <a:pt x="338" y="43"/>
                </a:lnTo>
                <a:lnTo>
                  <a:pt x="339" y="43"/>
                </a:lnTo>
                <a:lnTo>
                  <a:pt x="340" y="43"/>
                </a:lnTo>
                <a:lnTo>
                  <a:pt x="340" y="42"/>
                </a:lnTo>
                <a:lnTo>
                  <a:pt x="340" y="41"/>
                </a:lnTo>
                <a:lnTo>
                  <a:pt x="341" y="41"/>
                </a:lnTo>
                <a:lnTo>
                  <a:pt x="342" y="41"/>
                </a:lnTo>
                <a:lnTo>
                  <a:pt x="343" y="40"/>
                </a:lnTo>
                <a:lnTo>
                  <a:pt x="343" y="41"/>
                </a:lnTo>
                <a:lnTo>
                  <a:pt x="344" y="41"/>
                </a:lnTo>
                <a:lnTo>
                  <a:pt x="345" y="41"/>
                </a:lnTo>
                <a:lnTo>
                  <a:pt x="346" y="42"/>
                </a:lnTo>
                <a:lnTo>
                  <a:pt x="347" y="41"/>
                </a:lnTo>
                <a:lnTo>
                  <a:pt x="346" y="41"/>
                </a:lnTo>
                <a:lnTo>
                  <a:pt x="346" y="40"/>
                </a:lnTo>
                <a:lnTo>
                  <a:pt x="347" y="39"/>
                </a:lnTo>
                <a:lnTo>
                  <a:pt x="348" y="39"/>
                </a:lnTo>
                <a:lnTo>
                  <a:pt x="348" y="38"/>
                </a:lnTo>
                <a:lnTo>
                  <a:pt x="349" y="37"/>
                </a:lnTo>
                <a:lnTo>
                  <a:pt x="349" y="38"/>
                </a:lnTo>
                <a:lnTo>
                  <a:pt x="350" y="38"/>
                </a:lnTo>
                <a:lnTo>
                  <a:pt x="351" y="38"/>
                </a:lnTo>
                <a:lnTo>
                  <a:pt x="351" y="39"/>
                </a:lnTo>
                <a:lnTo>
                  <a:pt x="352" y="39"/>
                </a:lnTo>
                <a:lnTo>
                  <a:pt x="353" y="39"/>
                </a:lnTo>
                <a:lnTo>
                  <a:pt x="354" y="40"/>
                </a:lnTo>
                <a:lnTo>
                  <a:pt x="355" y="41"/>
                </a:lnTo>
                <a:lnTo>
                  <a:pt x="355" y="42"/>
                </a:lnTo>
                <a:lnTo>
                  <a:pt x="356" y="42"/>
                </a:lnTo>
                <a:lnTo>
                  <a:pt x="357" y="42"/>
                </a:lnTo>
                <a:lnTo>
                  <a:pt x="357" y="43"/>
                </a:lnTo>
                <a:lnTo>
                  <a:pt x="358" y="44"/>
                </a:lnTo>
                <a:lnTo>
                  <a:pt x="359" y="44"/>
                </a:lnTo>
                <a:lnTo>
                  <a:pt x="359" y="45"/>
                </a:lnTo>
                <a:lnTo>
                  <a:pt x="359" y="46"/>
                </a:lnTo>
                <a:lnTo>
                  <a:pt x="359" y="47"/>
                </a:lnTo>
                <a:lnTo>
                  <a:pt x="360" y="47"/>
                </a:lnTo>
                <a:lnTo>
                  <a:pt x="360" y="48"/>
                </a:lnTo>
                <a:lnTo>
                  <a:pt x="361" y="49"/>
                </a:lnTo>
                <a:lnTo>
                  <a:pt x="361" y="48"/>
                </a:lnTo>
                <a:lnTo>
                  <a:pt x="362" y="48"/>
                </a:lnTo>
                <a:lnTo>
                  <a:pt x="363" y="48"/>
                </a:lnTo>
                <a:lnTo>
                  <a:pt x="364" y="48"/>
                </a:lnTo>
                <a:lnTo>
                  <a:pt x="365" y="48"/>
                </a:lnTo>
                <a:lnTo>
                  <a:pt x="366" y="48"/>
                </a:lnTo>
                <a:lnTo>
                  <a:pt x="366" y="49"/>
                </a:lnTo>
                <a:lnTo>
                  <a:pt x="367" y="49"/>
                </a:lnTo>
                <a:lnTo>
                  <a:pt x="368" y="50"/>
                </a:lnTo>
                <a:lnTo>
                  <a:pt x="368" y="51"/>
                </a:lnTo>
                <a:lnTo>
                  <a:pt x="367" y="51"/>
                </a:lnTo>
                <a:lnTo>
                  <a:pt x="367" y="52"/>
                </a:lnTo>
                <a:lnTo>
                  <a:pt x="368" y="52"/>
                </a:lnTo>
                <a:lnTo>
                  <a:pt x="368" y="53"/>
                </a:lnTo>
                <a:lnTo>
                  <a:pt x="368" y="52"/>
                </a:lnTo>
                <a:lnTo>
                  <a:pt x="369" y="52"/>
                </a:lnTo>
                <a:lnTo>
                  <a:pt x="370" y="53"/>
                </a:lnTo>
                <a:lnTo>
                  <a:pt x="371" y="52"/>
                </a:lnTo>
                <a:lnTo>
                  <a:pt x="372" y="52"/>
                </a:lnTo>
                <a:lnTo>
                  <a:pt x="373" y="51"/>
                </a:lnTo>
                <a:lnTo>
                  <a:pt x="374" y="51"/>
                </a:lnTo>
                <a:lnTo>
                  <a:pt x="374" y="50"/>
                </a:lnTo>
                <a:lnTo>
                  <a:pt x="375" y="50"/>
                </a:lnTo>
                <a:lnTo>
                  <a:pt x="376" y="51"/>
                </a:lnTo>
                <a:lnTo>
                  <a:pt x="376" y="50"/>
                </a:lnTo>
                <a:lnTo>
                  <a:pt x="377" y="51"/>
                </a:lnTo>
                <a:lnTo>
                  <a:pt x="377" y="50"/>
                </a:lnTo>
                <a:lnTo>
                  <a:pt x="378" y="50"/>
                </a:lnTo>
                <a:lnTo>
                  <a:pt x="379" y="50"/>
                </a:lnTo>
                <a:lnTo>
                  <a:pt x="378" y="50"/>
                </a:lnTo>
                <a:lnTo>
                  <a:pt x="378" y="49"/>
                </a:lnTo>
                <a:lnTo>
                  <a:pt x="377" y="49"/>
                </a:lnTo>
                <a:lnTo>
                  <a:pt x="377" y="48"/>
                </a:lnTo>
                <a:lnTo>
                  <a:pt x="376" y="48"/>
                </a:lnTo>
                <a:lnTo>
                  <a:pt x="376" y="47"/>
                </a:lnTo>
                <a:lnTo>
                  <a:pt x="375" y="47"/>
                </a:lnTo>
                <a:lnTo>
                  <a:pt x="375" y="46"/>
                </a:lnTo>
                <a:lnTo>
                  <a:pt x="374" y="46"/>
                </a:lnTo>
                <a:lnTo>
                  <a:pt x="374" y="45"/>
                </a:lnTo>
                <a:lnTo>
                  <a:pt x="373" y="45"/>
                </a:lnTo>
                <a:lnTo>
                  <a:pt x="373" y="44"/>
                </a:lnTo>
                <a:lnTo>
                  <a:pt x="372" y="44"/>
                </a:lnTo>
                <a:lnTo>
                  <a:pt x="372" y="43"/>
                </a:lnTo>
                <a:lnTo>
                  <a:pt x="373" y="43"/>
                </a:lnTo>
                <a:lnTo>
                  <a:pt x="374" y="43"/>
                </a:lnTo>
                <a:lnTo>
                  <a:pt x="374" y="42"/>
                </a:lnTo>
                <a:lnTo>
                  <a:pt x="375" y="42"/>
                </a:lnTo>
                <a:lnTo>
                  <a:pt x="374" y="42"/>
                </a:lnTo>
                <a:lnTo>
                  <a:pt x="374" y="41"/>
                </a:lnTo>
                <a:lnTo>
                  <a:pt x="375" y="41"/>
                </a:lnTo>
                <a:lnTo>
                  <a:pt x="374" y="41"/>
                </a:lnTo>
                <a:lnTo>
                  <a:pt x="373" y="41"/>
                </a:lnTo>
                <a:lnTo>
                  <a:pt x="372" y="41"/>
                </a:lnTo>
                <a:lnTo>
                  <a:pt x="372" y="40"/>
                </a:lnTo>
                <a:lnTo>
                  <a:pt x="372" y="39"/>
                </a:lnTo>
                <a:lnTo>
                  <a:pt x="371" y="39"/>
                </a:lnTo>
                <a:lnTo>
                  <a:pt x="371" y="38"/>
                </a:lnTo>
                <a:lnTo>
                  <a:pt x="371" y="37"/>
                </a:lnTo>
                <a:lnTo>
                  <a:pt x="372" y="37"/>
                </a:lnTo>
                <a:lnTo>
                  <a:pt x="372" y="36"/>
                </a:lnTo>
                <a:lnTo>
                  <a:pt x="371" y="36"/>
                </a:lnTo>
                <a:lnTo>
                  <a:pt x="371" y="35"/>
                </a:lnTo>
                <a:lnTo>
                  <a:pt x="372" y="34"/>
                </a:lnTo>
                <a:lnTo>
                  <a:pt x="371" y="34"/>
                </a:lnTo>
                <a:lnTo>
                  <a:pt x="371" y="33"/>
                </a:lnTo>
                <a:lnTo>
                  <a:pt x="372" y="33"/>
                </a:lnTo>
                <a:lnTo>
                  <a:pt x="372" y="32"/>
                </a:lnTo>
                <a:lnTo>
                  <a:pt x="373" y="32"/>
                </a:lnTo>
                <a:lnTo>
                  <a:pt x="372" y="32"/>
                </a:lnTo>
                <a:lnTo>
                  <a:pt x="372" y="31"/>
                </a:lnTo>
                <a:lnTo>
                  <a:pt x="373" y="30"/>
                </a:lnTo>
                <a:lnTo>
                  <a:pt x="372" y="30"/>
                </a:lnTo>
                <a:lnTo>
                  <a:pt x="372" y="31"/>
                </a:lnTo>
                <a:lnTo>
                  <a:pt x="372" y="30"/>
                </a:lnTo>
                <a:lnTo>
                  <a:pt x="373" y="30"/>
                </a:lnTo>
                <a:lnTo>
                  <a:pt x="373" y="29"/>
                </a:lnTo>
                <a:lnTo>
                  <a:pt x="373" y="28"/>
                </a:lnTo>
                <a:lnTo>
                  <a:pt x="374" y="27"/>
                </a:lnTo>
                <a:lnTo>
                  <a:pt x="375" y="27"/>
                </a:lnTo>
                <a:lnTo>
                  <a:pt x="376" y="27"/>
                </a:lnTo>
                <a:lnTo>
                  <a:pt x="376" y="28"/>
                </a:lnTo>
                <a:lnTo>
                  <a:pt x="377" y="28"/>
                </a:lnTo>
                <a:lnTo>
                  <a:pt x="377" y="29"/>
                </a:lnTo>
                <a:lnTo>
                  <a:pt x="378" y="29"/>
                </a:lnTo>
                <a:lnTo>
                  <a:pt x="379" y="29"/>
                </a:lnTo>
                <a:lnTo>
                  <a:pt x="379" y="28"/>
                </a:lnTo>
                <a:lnTo>
                  <a:pt x="379" y="27"/>
                </a:lnTo>
                <a:lnTo>
                  <a:pt x="378" y="27"/>
                </a:lnTo>
                <a:lnTo>
                  <a:pt x="378" y="26"/>
                </a:lnTo>
                <a:lnTo>
                  <a:pt x="378" y="25"/>
                </a:lnTo>
                <a:lnTo>
                  <a:pt x="377" y="25"/>
                </a:lnTo>
                <a:lnTo>
                  <a:pt x="378" y="24"/>
                </a:lnTo>
                <a:lnTo>
                  <a:pt x="378" y="25"/>
                </a:lnTo>
                <a:lnTo>
                  <a:pt x="378" y="24"/>
                </a:lnTo>
                <a:lnTo>
                  <a:pt x="379" y="25"/>
                </a:lnTo>
                <a:lnTo>
                  <a:pt x="380" y="25"/>
                </a:lnTo>
                <a:lnTo>
                  <a:pt x="381" y="25"/>
                </a:lnTo>
                <a:lnTo>
                  <a:pt x="382" y="25"/>
                </a:lnTo>
                <a:lnTo>
                  <a:pt x="383" y="26"/>
                </a:lnTo>
                <a:lnTo>
                  <a:pt x="383" y="25"/>
                </a:lnTo>
                <a:lnTo>
                  <a:pt x="384" y="25"/>
                </a:lnTo>
                <a:lnTo>
                  <a:pt x="384" y="26"/>
                </a:lnTo>
                <a:lnTo>
                  <a:pt x="385" y="26"/>
                </a:lnTo>
                <a:lnTo>
                  <a:pt x="386" y="26"/>
                </a:lnTo>
                <a:lnTo>
                  <a:pt x="387" y="26"/>
                </a:lnTo>
                <a:lnTo>
                  <a:pt x="387" y="27"/>
                </a:lnTo>
                <a:lnTo>
                  <a:pt x="388" y="27"/>
                </a:lnTo>
                <a:lnTo>
                  <a:pt x="388" y="28"/>
                </a:lnTo>
                <a:lnTo>
                  <a:pt x="389" y="28"/>
                </a:lnTo>
                <a:lnTo>
                  <a:pt x="390" y="29"/>
                </a:lnTo>
                <a:lnTo>
                  <a:pt x="391" y="29"/>
                </a:lnTo>
                <a:lnTo>
                  <a:pt x="391" y="30"/>
                </a:lnTo>
                <a:lnTo>
                  <a:pt x="391" y="29"/>
                </a:lnTo>
                <a:lnTo>
                  <a:pt x="392" y="29"/>
                </a:lnTo>
                <a:lnTo>
                  <a:pt x="393" y="29"/>
                </a:lnTo>
                <a:lnTo>
                  <a:pt x="394" y="29"/>
                </a:lnTo>
                <a:lnTo>
                  <a:pt x="395" y="29"/>
                </a:lnTo>
                <a:lnTo>
                  <a:pt x="395" y="28"/>
                </a:lnTo>
                <a:lnTo>
                  <a:pt x="396" y="28"/>
                </a:lnTo>
                <a:lnTo>
                  <a:pt x="396" y="27"/>
                </a:lnTo>
                <a:lnTo>
                  <a:pt x="397" y="26"/>
                </a:lnTo>
                <a:lnTo>
                  <a:pt x="397" y="27"/>
                </a:lnTo>
                <a:lnTo>
                  <a:pt x="398" y="27"/>
                </a:lnTo>
                <a:lnTo>
                  <a:pt x="398" y="28"/>
                </a:lnTo>
                <a:lnTo>
                  <a:pt x="399" y="28"/>
                </a:lnTo>
                <a:lnTo>
                  <a:pt x="399" y="29"/>
                </a:lnTo>
                <a:lnTo>
                  <a:pt x="400" y="29"/>
                </a:lnTo>
                <a:lnTo>
                  <a:pt x="401" y="29"/>
                </a:lnTo>
                <a:lnTo>
                  <a:pt x="401" y="30"/>
                </a:lnTo>
                <a:lnTo>
                  <a:pt x="401" y="31"/>
                </a:lnTo>
                <a:lnTo>
                  <a:pt x="400" y="31"/>
                </a:lnTo>
                <a:lnTo>
                  <a:pt x="401" y="31"/>
                </a:lnTo>
                <a:lnTo>
                  <a:pt x="401" y="32"/>
                </a:lnTo>
                <a:lnTo>
                  <a:pt x="402" y="32"/>
                </a:lnTo>
                <a:lnTo>
                  <a:pt x="402" y="31"/>
                </a:lnTo>
                <a:lnTo>
                  <a:pt x="403" y="31"/>
                </a:lnTo>
                <a:lnTo>
                  <a:pt x="404" y="31"/>
                </a:lnTo>
                <a:lnTo>
                  <a:pt x="405" y="31"/>
                </a:lnTo>
                <a:lnTo>
                  <a:pt x="405" y="30"/>
                </a:lnTo>
                <a:lnTo>
                  <a:pt x="406" y="29"/>
                </a:lnTo>
                <a:lnTo>
                  <a:pt x="407" y="29"/>
                </a:lnTo>
                <a:lnTo>
                  <a:pt x="408" y="28"/>
                </a:lnTo>
                <a:lnTo>
                  <a:pt x="407" y="27"/>
                </a:lnTo>
                <a:lnTo>
                  <a:pt x="408" y="26"/>
                </a:lnTo>
                <a:lnTo>
                  <a:pt x="409" y="26"/>
                </a:lnTo>
                <a:lnTo>
                  <a:pt x="409" y="25"/>
                </a:lnTo>
                <a:lnTo>
                  <a:pt x="410" y="25"/>
                </a:lnTo>
                <a:lnTo>
                  <a:pt x="410" y="26"/>
                </a:lnTo>
                <a:lnTo>
                  <a:pt x="410" y="27"/>
                </a:lnTo>
                <a:lnTo>
                  <a:pt x="411" y="27"/>
                </a:lnTo>
                <a:lnTo>
                  <a:pt x="412" y="27"/>
                </a:lnTo>
                <a:lnTo>
                  <a:pt x="411" y="28"/>
                </a:lnTo>
                <a:lnTo>
                  <a:pt x="410" y="28"/>
                </a:lnTo>
                <a:lnTo>
                  <a:pt x="410" y="29"/>
                </a:lnTo>
                <a:lnTo>
                  <a:pt x="409" y="29"/>
                </a:lnTo>
                <a:lnTo>
                  <a:pt x="409" y="30"/>
                </a:lnTo>
                <a:lnTo>
                  <a:pt x="410" y="30"/>
                </a:lnTo>
                <a:lnTo>
                  <a:pt x="410" y="31"/>
                </a:lnTo>
                <a:lnTo>
                  <a:pt x="411" y="31"/>
                </a:lnTo>
                <a:lnTo>
                  <a:pt x="411" y="30"/>
                </a:lnTo>
                <a:lnTo>
                  <a:pt x="411" y="31"/>
                </a:lnTo>
                <a:lnTo>
                  <a:pt x="412" y="32"/>
                </a:lnTo>
                <a:lnTo>
                  <a:pt x="412" y="33"/>
                </a:lnTo>
                <a:lnTo>
                  <a:pt x="412" y="34"/>
                </a:lnTo>
                <a:lnTo>
                  <a:pt x="413" y="34"/>
                </a:lnTo>
                <a:lnTo>
                  <a:pt x="414" y="34"/>
                </a:lnTo>
                <a:lnTo>
                  <a:pt x="414" y="35"/>
                </a:lnTo>
                <a:lnTo>
                  <a:pt x="414" y="36"/>
                </a:lnTo>
                <a:lnTo>
                  <a:pt x="415" y="36"/>
                </a:lnTo>
                <a:lnTo>
                  <a:pt x="415" y="35"/>
                </a:lnTo>
                <a:lnTo>
                  <a:pt x="416" y="35"/>
                </a:lnTo>
                <a:lnTo>
                  <a:pt x="417" y="35"/>
                </a:lnTo>
                <a:lnTo>
                  <a:pt x="417" y="36"/>
                </a:lnTo>
                <a:lnTo>
                  <a:pt x="418" y="36"/>
                </a:lnTo>
                <a:lnTo>
                  <a:pt x="418" y="37"/>
                </a:lnTo>
                <a:lnTo>
                  <a:pt x="418" y="38"/>
                </a:lnTo>
                <a:lnTo>
                  <a:pt x="419" y="39"/>
                </a:lnTo>
                <a:lnTo>
                  <a:pt x="419" y="40"/>
                </a:lnTo>
                <a:lnTo>
                  <a:pt x="419" y="41"/>
                </a:lnTo>
                <a:lnTo>
                  <a:pt x="419" y="42"/>
                </a:lnTo>
                <a:lnTo>
                  <a:pt x="420" y="42"/>
                </a:lnTo>
                <a:lnTo>
                  <a:pt x="420" y="43"/>
                </a:lnTo>
                <a:lnTo>
                  <a:pt x="421" y="43"/>
                </a:lnTo>
                <a:lnTo>
                  <a:pt x="421" y="42"/>
                </a:lnTo>
                <a:lnTo>
                  <a:pt x="422" y="42"/>
                </a:lnTo>
                <a:lnTo>
                  <a:pt x="423" y="41"/>
                </a:lnTo>
                <a:lnTo>
                  <a:pt x="423" y="40"/>
                </a:lnTo>
                <a:lnTo>
                  <a:pt x="424" y="40"/>
                </a:lnTo>
                <a:lnTo>
                  <a:pt x="424" y="39"/>
                </a:lnTo>
                <a:lnTo>
                  <a:pt x="425" y="39"/>
                </a:lnTo>
                <a:lnTo>
                  <a:pt x="426" y="39"/>
                </a:lnTo>
                <a:lnTo>
                  <a:pt x="427" y="39"/>
                </a:lnTo>
                <a:lnTo>
                  <a:pt x="427" y="38"/>
                </a:lnTo>
                <a:lnTo>
                  <a:pt x="428" y="38"/>
                </a:lnTo>
                <a:lnTo>
                  <a:pt x="429" y="38"/>
                </a:lnTo>
                <a:lnTo>
                  <a:pt x="430" y="38"/>
                </a:lnTo>
                <a:lnTo>
                  <a:pt x="431" y="38"/>
                </a:lnTo>
                <a:lnTo>
                  <a:pt x="431" y="37"/>
                </a:lnTo>
                <a:lnTo>
                  <a:pt x="432" y="37"/>
                </a:lnTo>
                <a:lnTo>
                  <a:pt x="433" y="37"/>
                </a:lnTo>
                <a:lnTo>
                  <a:pt x="434" y="37"/>
                </a:lnTo>
                <a:lnTo>
                  <a:pt x="435" y="37"/>
                </a:lnTo>
                <a:lnTo>
                  <a:pt x="435" y="36"/>
                </a:lnTo>
                <a:lnTo>
                  <a:pt x="436" y="36"/>
                </a:lnTo>
                <a:lnTo>
                  <a:pt x="437" y="36"/>
                </a:lnTo>
                <a:lnTo>
                  <a:pt x="438" y="36"/>
                </a:lnTo>
                <a:lnTo>
                  <a:pt x="438" y="37"/>
                </a:lnTo>
                <a:lnTo>
                  <a:pt x="438" y="38"/>
                </a:lnTo>
                <a:lnTo>
                  <a:pt x="437" y="38"/>
                </a:lnTo>
                <a:lnTo>
                  <a:pt x="437" y="39"/>
                </a:lnTo>
                <a:lnTo>
                  <a:pt x="437" y="40"/>
                </a:lnTo>
                <a:lnTo>
                  <a:pt x="436" y="41"/>
                </a:lnTo>
                <a:lnTo>
                  <a:pt x="436" y="42"/>
                </a:lnTo>
                <a:lnTo>
                  <a:pt x="435" y="42"/>
                </a:lnTo>
                <a:lnTo>
                  <a:pt x="435" y="43"/>
                </a:lnTo>
                <a:lnTo>
                  <a:pt x="436" y="43"/>
                </a:lnTo>
                <a:lnTo>
                  <a:pt x="436" y="44"/>
                </a:lnTo>
                <a:lnTo>
                  <a:pt x="435" y="44"/>
                </a:lnTo>
                <a:lnTo>
                  <a:pt x="435" y="45"/>
                </a:lnTo>
                <a:lnTo>
                  <a:pt x="436" y="45"/>
                </a:lnTo>
                <a:lnTo>
                  <a:pt x="436" y="46"/>
                </a:lnTo>
                <a:lnTo>
                  <a:pt x="437" y="45"/>
                </a:lnTo>
                <a:lnTo>
                  <a:pt x="437" y="46"/>
                </a:lnTo>
                <a:lnTo>
                  <a:pt x="437" y="47"/>
                </a:lnTo>
                <a:lnTo>
                  <a:pt x="438" y="47"/>
                </a:lnTo>
                <a:lnTo>
                  <a:pt x="438" y="48"/>
                </a:lnTo>
                <a:lnTo>
                  <a:pt x="439" y="48"/>
                </a:lnTo>
                <a:lnTo>
                  <a:pt x="440" y="48"/>
                </a:lnTo>
                <a:lnTo>
                  <a:pt x="439" y="48"/>
                </a:lnTo>
                <a:lnTo>
                  <a:pt x="439" y="49"/>
                </a:lnTo>
                <a:lnTo>
                  <a:pt x="440" y="49"/>
                </a:lnTo>
                <a:lnTo>
                  <a:pt x="440" y="48"/>
                </a:lnTo>
                <a:lnTo>
                  <a:pt x="441" y="48"/>
                </a:lnTo>
                <a:lnTo>
                  <a:pt x="442" y="49"/>
                </a:lnTo>
                <a:lnTo>
                  <a:pt x="442" y="50"/>
                </a:lnTo>
                <a:lnTo>
                  <a:pt x="443" y="50"/>
                </a:lnTo>
                <a:lnTo>
                  <a:pt x="442" y="50"/>
                </a:lnTo>
                <a:lnTo>
                  <a:pt x="442" y="51"/>
                </a:lnTo>
                <a:lnTo>
                  <a:pt x="441" y="51"/>
                </a:lnTo>
                <a:lnTo>
                  <a:pt x="441" y="52"/>
                </a:lnTo>
                <a:lnTo>
                  <a:pt x="442" y="52"/>
                </a:lnTo>
                <a:lnTo>
                  <a:pt x="443" y="53"/>
                </a:lnTo>
                <a:lnTo>
                  <a:pt x="444" y="54"/>
                </a:lnTo>
                <a:lnTo>
                  <a:pt x="444" y="55"/>
                </a:lnTo>
                <a:lnTo>
                  <a:pt x="445" y="54"/>
                </a:lnTo>
                <a:lnTo>
                  <a:pt x="445" y="55"/>
                </a:lnTo>
                <a:lnTo>
                  <a:pt x="446" y="56"/>
                </a:lnTo>
                <a:lnTo>
                  <a:pt x="445" y="56"/>
                </a:lnTo>
                <a:lnTo>
                  <a:pt x="446" y="57"/>
                </a:lnTo>
                <a:lnTo>
                  <a:pt x="446" y="58"/>
                </a:lnTo>
                <a:lnTo>
                  <a:pt x="447" y="58"/>
                </a:lnTo>
                <a:lnTo>
                  <a:pt x="447" y="59"/>
                </a:lnTo>
                <a:lnTo>
                  <a:pt x="447" y="60"/>
                </a:lnTo>
                <a:lnTo>
                  <a:pt x="447" y="61"/>
                </a:lnTo>
                <a:lnTo>
                  <a:pt x="447" y="62"/>
                </a:lnTo>
                <a:lnTo>
                  <a:pt x="448" y="62"/>
                </a:lnTo>
                <a:lnTo>
                  <a:pt x="448" y="61"/>
                </a:lnTo>
                <a:lnTo>
                  <a:pt x="449" y="61"/>
                </a:lnTo>
                <a:lnTo>
                  <a:pt x="449" y="62"/>
                </a:lnTo>
                <a:lnTo>
                  <a:pt x="449" y="63"/>
                </a:lnTo>
                <a:lnTo>
                  <a:pt x="449" y="64"/>
                </a:lnTo>
                <a:lnTo>
                  <a:pt x="449" y="65"/>
                </a:lnTo>
                <a:lnTo>
                  <a:pt x="449" y="66"/>
                </a:lnTo>
                <a:lnTo>
                  <a:pt x="450" y="66"/>
                </a:lnTo>
                <a:lnTo>
                  <a:pt x="451" y="66"/>
                </a:lnTo>
                <a:lnTo>
                  <a:pt x="451" y="67"/>
                </a:lnTo>
                <a:lnTo>
                  <a:pt x="452" y="67"/>
                </a:lnTo>
                <a:lnTo>
                  <a:pt x="453" y="67"/>
                </a:lnTo>
                <a:lnTo>
                  <a:pt x="453" y="68"/>
                </a:lnTo>
                <a:lnTo>
                  <a:pt x="453" y="69"/>
                </a:lnTo>
                <a:lnTo>
                  <a:pt x="452" y="69"/>
                </a:lnTo>
                <a:lnTo>
                  <a:pt x="452" y="70"/>
                </a:lnTo>
                <a:lnTo>
                  <a:pt x="451" y="70"/>
                </a:lnTo>
                <a:lnTo>
                  <a:pt x="451" y="71"/>
                </a:lnTo>
                <a:lnTo>
                  <a:pt x="450" y="71"/>
                </a:lnTo>
                <a:lnTo>
                  <a:pt x="450" y="72"/>
                </a:lnTo>
                <a:lnTo>
                  <a:pt x="450" y="73"/>
                </a:lnTo>
                <a:lnTo>
                  <a:pt x="450" y="74"/>
                </a:lnTo>
                <a:lnTo>
                  <a:pt x="450" y="75"/>
                </a:lnTo>
                <a:lnTo>
                  <a:pt x="450" y="76"/>
                </a:lnTo>
                <a:lnTo>
                  <a:pt x="451" y="77"/>
                </a:lnTo>
                <a:lnTo>
                  <a:pt x="452" y="77"/>
                </a:lnTo>
                <a:lnTo>
                  <a:pt x="452" y="78"/>
                </a:lnTo>
                <a:lnTo>
                  <a:pt x="451" y="78"/>
                </a:lnTo>
                <a:lnTo>
                  <a:pt x="451" y="79"/>
                </a:lnTo>
                <a:lnTo>
                  <a:pt x="452" y="79"/>
                </a:lnTo>
                <a:lnTo>
                  <a:pt x="452" y="80"/>
                </a:lnTo>
                <a:lnTo>
                  <a:pt x="453" y="80"/>
                </a:lnTo>
                <a:lnTo>
                  <a:pt x="454" y="80"/>
                </a:lnTo>
                <a:lnTo>
                  <a:pt x="454" y="81"/>
                </a:lnTo>
                <a:lnTo>
                  <a:pt x="454" y="83"/>
                </a:lnTo>
                <a:lnTo>
                  <a:pt x="454" y="84"/>
                </a:lnTo>
                <a:lnTo>
                  <a:pt x="454" y="85"/>
                </a:lnTo>
                <a:lnTo>
                  <a:pt x="454" y="86"/>
                </a:lnTo>
                <a:lnTo>
                  <a:pt x="453" y="86"/>
                </a:lnTo>
                <a:lnTo>
                  <a:pt x="453" y="87"/>
                </a:lnTo>
                <a:lnTo>
                  <a:pt x="454" y="87"/>
                </a:lnTo>
                <a:lnTo>
                  <a:pt x="454" y="88"/>
                </a:lnTo>
                <a:lnTo>
                  <a:pt x="455" y="89"/>
                </a:lnTo>
                <a:lnTo>
                  <a:pt x="454" y="90"/>
                </a:lnTo>
                <a:lnTo>
                  <a:pt x="454" y="89"/>
                </a:lnTo>
                <a:lnTo>
                  <a:pt x="454" y="90"/>
                </a:lnTo>
                <a:lnTo>
                  <a:pt x="455" y="90"/>
                </a:lnTo>
                <a:lnTo>
                  <a:pt x="456" y="90"/>
                </a:lnTo>
                <a:lnTo>
                  <a:pt x="457" y="90"/>
                </a:lnTo>
                <a:lnTo>
                  <a:pt x="458" y="91"/>
                </a:lnTo>
                <a:lnTo>
                  <a:pt x="458" y="92"/>
                </a:lnTo>
                <a:lnTo>
                  <a:pt x="459" y="92"/>
                </a:lnTo>
                <a:lnTo>
                  <a:pt x="459" y="93"/>
                </a:lnTo>
                <a:lnTo>
                  <a:pt x="458" y="93"/>
                </a:lnTo>
                <a:lnTo>
                  <a:pt x="459" y="94"/>
                </a:lnTo>
                <a:lnTo>
                  <a:pt x="459" y="95"/>
                </a:lnTo>
                <a:lnTo>
                  <a:pt x="460" y="96"/>
                </a:lnTo>
                <a:lnTo>
                  <a:pt x="460" y="97"/>
                </a:lnTo>
                <a:lnTo>
                  <a:pt x="460" y="98"/>
                </a:lnTo>
                <a:lnTo>
                  <a:pt x="461" y="98"/>
                </a:lnTo>
                <a:lnTo>
                  <a:pt x="460" y="99"/>
                </a:lnTo>
                <a:lnTo>
                  <a:pt x="461" y="99"/>
                </a:lnTo>
                <a:lnTo>
                  <a:pt x="461" y="100"/>
                </a:lnTo>
                <a:lnTo>
                  <a:pt x="461" y="101"/>
                </a:lnTo>
                <a:lnTo>
                  <a:pt x="462" y="101"/>
                </a:lnTo>
                <a:lnTo>
                  <a:pt x="462" y="102"/>
                </a:lnTo>
                <a:lnTo>
                  <a:pt x="463" y="102"/>
                </a:lnTo>
                <a:lnTo>
                  <a:pt x="464" y="103"/>
                </a:lnTo>
                <a:lnTo>
                  <a:pt x="464" y="102"/>
                </a:lnTo>
                <a:lnTo>
                  <a:pt x="464" y="103"/>
                </a:lnTo>
                <a:lnTo>
                  <a:pt x="465" y="103"/>
                </a:lnTo>
                <a:lnTo>
                  <a:pt x="466" y="103"/>
                </a:lnTo>
                <a:lnTo>
                  <a:pt x="466" y="104"/>
                </a:lnTo>
                <a:lnTo>
                  <a:pt x="466" y="103"/>
                </a:lnTo>
                <a:lnTo>
                  <a:pt x="467" y="103"/>
                </a:lnTo>
                <a:lnTo>
                  <a:pt x="468" y="104"/>
                </a:lnTo>
                <a:lnTo>
                  <a:pt x="469" y="104"/>
                </a:lnTo>
                <a:lnTo>
                  <a:pt x="470" y="104"/>
                </a:lnTo>
                <a:lnTo>
                  <a:pt x="470" y="105"/>
                </a:lnTo>
                <a:lnTo>
                  <a:pt x="471" y="105"/>
                </a:lnTo>
                <a:lnTo>
                  <a:pt x="470" y="105"/>
                </a:lnTo>
                <a:lnTo>
                  <a:pt x="469" y="106"/>
                </a:lnTo>
                <a:lnTo>
                  <a:pt x="468" y="106"/>
                </a:lnTo>
                <a:lnTo>
                  <a:pt x="468" y="107"/>
                </a:lnTo>
                <a:lnTo>
                  <a:pt x="467" y="108"/>
                </a:lnTo>
                <a:lnTo>
                  <a:pt x="467" y="109"/>
                </a:lnTo>
                <a:lnTo>
                  <a:pt x="466" y="109"/>
                </a:lnTo>
                <a:lnTo>
                  <a:pt x="465" y="110"/>
                </a:lnTo>
                <a:lnTo>
                  <a:pt x="465" y="111"/>
                </a:lnTo>
                <a:lnTo>
                  <a:pt x="464" y="111"/>
                </a:lnTo>
                <a:lnTo>
                  <a:pt x="464" y="110"/>
                </a:lnTo>
                <a:lnTo>
                  <a:pt x="464" y="109"/>
                </a:lnTo>
                <a:lnTo>
                  <a:pt x="464" y="108"/>
                </a:lnTo>
                <a:lnTo>
                  <a:pt x="464" y="107"/>
                </a:lnTo>
                <a:lnTo>
                  <a:pt x="463" y="107"/>
                </a:lnTo>
                <a:lnTo>
                  <a:pt x="463" y="106"/>
                </a:lnTo>
                <a:lnTo>
                  <a:pt x="462" y="106"/>
                </a:lnTo>
                <a:lnTo>
                  <a:pt x="461" y="106"/>
                </a:lnTo>
                <a:lnTo>
                  <a:pt x="460" y="106"/>
                </a:lnTo>
                <a:lnTo>
                  <a:pt x="460" y="107"/>
                </a:lnTo>
                <a:lnTo>
                  <a:pt x="459" y="106"/>
                </a:lnTo>
                <a:lnTo>
                  <a:pt x="458" y="106"/>
                </a:lnTo>
                <a:lnTo>
                  <a:pt x="457" y="106"/>
                </a:lnTo>
                <a:lnTo>
                  <a:pt x="457" y="107"/>
                </a:lnTo>
                <a:lnTo>
                  <a:pt x="456" y="107"/>
                </a:lnTo>
                <a:lnTo>
                  <a:pt x="456" y="108"/>
                </a:lnTo>
                <a:lnTo>
                  <a:pt x="457" y="108"/>
                </a:lnTo>
                <a:lnTo>
                  <a:pt x="457" y="109"/>
                </a:lnTo>
                <a:lnTo>
                  <a:pt x="457" y="110"/>
                </a:lnTo>
                <a:lnTo>
                  <a:pt x="456" y="110"/>
                </a:lnTo>
                <a:lnTo>
                  <a:pt x="457" y="110"/>
                </a:lnTo>
                <a:lnTo>
                  <a:pt x="457" y="111"/>
                </a:lnTo>
                <a:lnTo>
                  <a:pt x="458" y="111"/>
                </a:lnTo>
                <a:lnTo>
                  <a:pt x="459" y="111"/>
                </a:lnTo>
                <a:lnTo>
                  <a:pt x="459" y="110"/>
                </a:lnTo>
                <a:lnTo>
                  <a:pt x="460" y="110"/>
                </a:lnTo>
                <a:lnTo>
                  <a:pt x="460" y="111"/>
                </a:lnTo>
                <a:lnTo>
                  <a:pt x="459" y="111"/>
                </a:lnTo>
                <a:lnTo>
                  <a:pt x="459" y="112"/>
                </a:lnTo>
                <a:lnTo>
                  <a:pt x="459" y="114"/>
                </a:lnTo>
                <a:lnTo>
                  <a:pt x="458" y="114"/>
                </a:lnTo>
                <a:lnTo>
                  <a:pt x="457" y="114"/>
                </a:lnTo>
                <a:lnTo>
                  <a:pt x="456" y="114"/>
                </a:lnTo>
                <a:lnTo>
                  <a:pt x="455" y="113"/>
                </a:lnTo>
                <a:lnTo>
                  <a:pt x="455" y="112"/>
                </a:lnTo>
                <a:lnTo>
                  <a:pt x="456" y="112"/>
                </a:lnTo>
                <a:lnTo>
                  <a:pt x="457" y="112"/>
                </a:lnTo>
                <a:lnTo>
                  <a:pt x="456" y="112"/>
                </a:lnTo>
                <a:lnTo>
                  <a:pt x="455" y="112"/>
                </a:lnTo>
                <a:lnTo>
                  <a:pt x="455" y="113"/>
                </a:lnTo>
                <a:lnTo>
                  <a:pt x="454" y="112"/>
                </a:lnTo>
                <a:lnTo>
                  <a:pt x="454" y="111"/>
                </a:lnTo>
                <a:lnTo>
                  <a:pt x="454" y="112"/>
                </a:lnTo>
                <a:lnTo>
                  <a:pt x="452" y="112"/>
                </a:lnTo>
                <a:lnTo>
                  <a:pt x="451" y="112"/>
                </a:lnTo>
                <a:lnTo>
                  <a:pt x="452" y="112"/>
                </a:lnTo>
                <a:lnTo>
                  <a:pt x="453" y="112"/>
                </a:lnTo>
                <a:lnTo>
                  <a:pt x="452" y="114"/>
                </a:lnTo>
                <a:lnTo>
                  <a:pt x="452" y="115"/>
                </a:lnTo>
                <a:lnTo>
                  <a:pt x="451" y="115"/>
                </a:lnTo>
                <a:lnTo>
                  <a:pt x="451" y="116"/>
                </a:lnTo>
                <a:lnTo>
                  <a:pt x="451" y="115"/>
                </a:lnTo>
                <a:lnTo>
                  <a:pt x="451" y="116"/>
                </a:lnTo>
                <a:lnTo>
                  <a:pt x="451" y="117"/>
                </a:lnTo>
                <a:lnTo>
                  <a:pt x="452" y="117"/>
                </a:lnTo>
                <a:lnTo>
                  <a:pt x="452" y="118"/>
                </a:lnTo>
                <a:lnTo>
                  <a:pt x="450" y="118"/>
                </a:lnTo>
                <a:lnTo>
                  <a:pt x="450" y="119"/>
                </a:lnTo>
                <a:lnTo>
                  <a:pt x="449" y="119"/>
                </a:lnTo>
                <a:lnTo>
                  <a:pt x="448" y="119"/>
                </a:lnTo>
                <a:lnTo>
                  <a:pt x="449" y="119"/>
                </a:lnTo>
                <a:lnTo>
                  <a:pt x="450" y="119"/>
                </a:lnTo>
                <a:lnTo>
                  <a:pt x="451" y="119"/>
                </a:lnTo>
                <a:lnTo>
                  <a:pt x="451" y="120"/>
                </a:lnTo>
                <a:lnTo>
                  <a:pt x="451" y="121"/>
                </a:lnTo>
                <a:lnTo>
                  <a:pt x="452" y="121"/>
                </a:lnTo>
                <a:lnTo>
                  <a:pt x="452" y="122"/>
                </a:lnTo>
                <a:lnTo>
                  <a:pt x="451" y="122"/>
                </a:lnTo>
                <a:lnTo>
                  <a:pt x="451" y="121"/>
                </a:lnTo>
                <a:lnTo>
                  <a:pt x="451" y="122"/>
                </a:lnTo>
                <a:lnTo>
                  <a:pt x="450" y="122"/>
                </a:lnTo>
                <a:lnTo>
                  <a:pt x="450" y="123"/>
                </a:lnTo>
                <a:lnTo>
                  <a:pt x="449" y="124"/>
                </a:lnTo>
                <a:lnTo>
                  <a:pt x="449" y="123"/>
                </a:lnTo>
                <a:lnTo>
                  <a:pt x="448" y="123"/>
                </a:lnTo>
                <a:lnTo>
                  <a:pt x="448" y="124"/>
                </a:lnTo>
                <a:lnTo>
                  <a:pt x="449" y="124"/>
                </a:lnTo>
                <a:lnTo>
                  <a:pt x="448" y="125"/>
                </a:lnTo>
                <a:lnTo>
                  <a:pt x="448" y="126"/>
                </a:lnTo>
                <a:lnTo>
                  <a:pt x="448" y="127"/>
                </a:lnTo>
                <a:lnTo>
                  <a:pt x="447" y="127"/>
                </a:lnTo>
                <a:lnTo>
                  <a:pt x="447" y="128"/>
                </a:lnTo>
                <a:lnTo>
                  <a:pt x="446" y="128"/>
                </a:lnTo>
                <a:lnTo>
                  <a:pt x="446" y="129"/>
                </a:lnTo>
                <a:lnTo>
                  <a:pt x="446" y="130"/>
                </a:lnTo>
                <a:lnTo>
                  <a:pt x="447" y="132"/>
                </a:lnTo>
                <a:lnTo>
                  <a:pt x="447" y="133"/>
                </a:lnTo>
                <a:lnTo>
                  <a:pt x="447" y="134"/>
                </a:lnTo>
                <a:lnTo>
                  <a:pt x="447" y="135"/>
                </a:lnTo>
                <a:lnTo>
                  <a:pt x="448" y="135"/>
                </a:lnTo>
                <a:lnTo>
                  <a:pt x="449" y="135"/>
                </a:lnTo>
                <a:lnTo>
                  <a:pt x="449" y="136"/>
                </a:lnTo>
                <a:lnTo>
                  <a:pt x="449" y="137"/>
                </a:lnTo>
                <a:lnTo>
                  <a:pt x="448" y="137"/>
                </a:lnTo>
                <a:lnTo>
                  <a:pt x="448" y="136"/>
                </a:lnTo>
                <a:lnTo>
                  <a:pt x="447" y="136"/>
                </a:lnTo>
                <a:lnTo>
                  <a:pt x="446" y="136"/>
                </a:lnTo>
                <a:lnTo>
                  <a:pt x="446" y="135"/>
                </a:lnTo>
                <a:lnTo>
                  <a:pt x="445" y="134"/>
                </a:lnTo>
                <a:lnTo>
                  <a:pt x="444" y="134"/>
                </a:lnTo>
                <a:lnTo>
                  <a:pt x="444" y="135"/>
                </a:lnTo>
                <a:lnTo>
                  <a:pt x="444" y="134"/>
                </a:lnTo>
                <a:lnTo>
                  <a:pt x="445" y="134"/>
                </a:lnTo>
                <a:lnTo>
                  <a:pt x="445" y="135"/>
                </a:lnTo>
                <a:lnTo>
                  <a:pt x="444" y="135"/>
                </a:lnTo>
                <a:lnTo>
                  <a:pt x="443" y="135"/>
                </a:lnTo>
                <a:lnTo>
                  <a:pt x="443" y="136"/>
                </a:lnTo>
                <a:lnTo>
                  <a:pt x="442" y="136"/>
                </a:lnTo>
                <a:lnTo>
                  <a:pt x="442" y="137"/>
                </a:lnTo>
                <a:lnTo>
                  <a:pt x="441" y="137"/>
                </a:lnTo>
                <a:lnTo>
                  <a:pt x="441" y="138"/>
                </a:lnTo>
                <a:lnTo>
                  <a:pt x="441" y="139"/>
                </a:lnTo>
                <a:lnTo>
                  <a:pt x="441" y="140"/>
                </a:lnTo>
                <a:lnTo>
                  <a:pt x="440" y="141"/>
                </a:lnTo>
                <a:lnTo>
                  <a:pt x="439" y="141"/>
                </a:lnTo>
                <a:lnTo>
                  <a:pt x="439" y="140"/>
                </a:lnTo>
                <a:lnTo>
                  <a:pt x="439" y="141"/>
                </a:lnTo>
                <a:lnTo>
                  <a:pt x="439" y="140"/>
                </a:lnTo>
                <a:lnTo>
                  <a:pt x="438" y="140"/>
                </a:lnTo>
                <a:lnTo>
                  <a:pt x="437" y="140"/>
                </a:lnTo>
                <a:lnTo>
                  <a:pt x="437" y="139"/>
                </a:lnTo>
                <a:lnTo>
                  <a:pt x="438" y="139"/>
                </a:lnTo>
                <a:lnTo>
                  <a:pt x="438" y="138"/>
                </a:lnTo>
                <a:lnTo>
                  <a:pt x="437" y="138"/>
                </a:lnTo>
                <a:lnTo>
                  <a:pt x="437" y="139"/>
                </a:lnTo>
                <a:lnTo>
                  <a:pt x="437" y="140"/>
                </a:lnTo>
                <a:lnTo>
                  <a:pt x="436" y="140"/>
                </a:lnTo>
                <a:lnTo>
                  <a:pt x="435" y="141"/>
                </a:lnTo>
                <a:lnTo>
                  <a:pt x="434" y="142"/>
                </a:lnTo>
                <a:lnTo>
                  <a:pt x="434" y="143"/>
                </a:lnTo>
                <a:lnTo>
                  <a:pt x="433" y="143"/>
                </a:lnTo>
                <a:lnTo>
                  <a:pt x="433" y="144"/>
                </a:lnTo>
                <a:lnTo>
                  <a:pt x="433" y="145"/>
                </a:lnTo>
                <a:lnTo>
                  <a:pt x="433" y="146"/>
                </a:lnTo>
                <a:lnTo>
                  <a:pt x="434" y="147"/>
                </a:lnTo>
                <a:lnTo>
                  <a:pt x="435" y="147"/>
                </a:lnTo>
                <a:lnTo>
                  <a:pt x="434" y="147"/>
                </a:lnTo>
                <a:lnTo>
                  <a:pt x="434" y="148"/>
                </a:lnTo>
                <a:lnTo>
                  <a:pt x="434" y="149"/>
                </a:lnTo>
                <a:lnTo>
                  <a:pt x="435" y="150"/>
                </a:lnTo>
                <a:lnTo>
                  <a:pt x="435" y="151"/>
                </a:lnTo>
                <a:lnTo>
                  <a:pt x="436" y="152"/>
                </a:lnTo>
                <a:lnTo>
                  <a:pt x="435" y="152"/>
                </a:lnTo>
                <a:lnTo>
                  <a:pt x="435" y="153"/>
                </a:lnTo>
                <a:lnTo>
                  <a:pt x="434" y="153"/>
                </a:lnTo>
                <a:lnTo>
                  <a:pt x="433" y="153"/>
                </a:lnTo>
                <a:lnTo>
                  <a:pt x="433" y="154"/>
                </a:lnTo>
                <a:lnTo>
                  <a:pt x="433" y="155"/>
                </a:lnTo>
                <a:lnTo>
                  <a:pt x="433" y="156"/>
                </a:lnTo>
                <a:lnTo>
                  <a:pt x="432" y="156"/>
                </a:lnTo>
                <a:lnTo>
                  <a:pt x="432" y="157"/>
                </a:lnTo>
                <a:lnTo>
                  <a:pt x="433" y="157"/>
                </a:lnTo>
                <a:lnTo>
                  <a:pt x="432" y="158"/>
                </a:lnTo>
                <a:lnTo>
                  <a:pt x="431" y="158"/>
                </a:lnTo>
                <a:lnTo>
                  <a:pt x="431" y="157"/>
                </a:lnTo>
                <a:lnTo>
                  <a:pt x="430" y="157"/>
                </a:lnTo>
                <a:lnTo>
                  <a:pt x="429" y="157"/>
                </a:lnTo>
                <a:lnTo>
                  <a:pt x="429" y="158"/>
                </a:lnTo>
                <a:lnTo>
                  <a:pt x="428" y="158"/>
                </a:lnTo>
                <a:lnTo>
                  <a:pt x="427" y="158"/>
                </a:lnTo>
                <a:lnTo>
                  <a:pt x="426" y="158"/>
                </a:lnTo>
                <a:lnTo>
                  <a:pt x="426" y="159"/>
                </a:lnTo>
                <a:lnTo>
                  <a:pt x="425" y="159"/>
                </a:lnTo>
                <a:lnTo>
                  <a:pt x="424" y="159"/>
                </a:lnTo>
                <a:lnTo>
                  <a:pt x="423" y="159"/>
                </a:lnTo>
                <a:lnTo>
                  <a:pt x="422" y="158"/>
                </a:lnTo>
                <a:lnTo>
                  <a:pt x="421" y="158"/>
                </a:lnTo>
                <a:lnTo>
                  <a:pt x="421" y="157"/>
                </a:lnTo>
                <a:lnTo>
                  <a:pt x="420" y="157"/>
                </a:lnTo>
                <a:lnTo>
                  <a:pt x="419" y="158"/>
                </a:lnTo>
                <a:lnTo>
                  <a:pt x="418" y="158"/>
                </a:lnTo>
                <a:lnTo>
                  <a:pt x="417" y="159"/>
                </a:lnTo>
                <a:lnTo>
                  <a:pt x="416" y="159"/>
                </a:lnTo>
                <a:lnTo>
                  <a:pt x="416" y="160"/>
                </a:lnTo>
                <a:lnTo>
                  <a:pt x="415" y="160"/>
                </a:lnTo>
                <a:lnTo>
                  <a:pt x="415" y="161"/>
                </a:lnTo>
                <a:lnTo>
                  <a:pt x="414" y="161"/>
                </a:lnTo>
                <a:lnTo>
                  <a:pt x="414" y="162"/>
                </a:lnTo>
                <a:lnTo>
                  <a:pt x="414" y="163"/>
                </a:lnTo>
                <a:lnTo>
                  <a:pt x="413" y="163"/>
                </a:lnTo>
                <a:lnTo>
                  <a:pt x="412" y="164"/>
                </a:lnTo>
                <a:lnTo>
                  <a:pt x="410" y="166"/>
                </a:lnTo>
                <a:lnTo>
                  <a:pt x="410" y="167"/>
                </a:lnTo>
                <a:lnTo>
                  <a:pt x="409" y="167"/>
                </a:lnTo>
                <a:lnTo>
                  <a:pt x="408" y="168"/>
                </a:lnTo>
                <a:lnTo>
                  <a:pt x="407" y="169"/>
                </a:lnTo>
                <a:lnTo>
                  <a:pt x="407" y="168"/>
                </a:lnTo>
                <a:lnTo>
                  <a:pt x="406" y="168"/>
                </a:lnTo>
                <a:lnTo>
                  <a:pt x="407" y="168"/>
                </a:lnTo>
                <a:lnTo>
                  <a:pt x="406" y="168"/>
                </a:lnTo>
                <a:lnTo>
                  <a:pt x="406" y="167"/>
                </a:lnTo>
                <a:lnTo>
                  <a:pt x="404" y="167"/>
                </a:lnTo>
                <a:lnTo>
                  <a:pt x="403" y="167"/>
                </a:lnTo>
                <a:lnTo>
                  <a:pt x="403" y="168"/>
                </a:lnTo>
                <a:lnTo>
                  <a:pt x="402" y="168"/>
                </a:lnTo>
                <a:lnTo>
                  <a:pt x="401" y="168"/>
                </a:lnTo>
                <a:lnTo>
                  <a:pt x="400" y="169"/>
                </a:lnTo>
                <a:lnTo>
                  <a:pt x="399" y="170"/>
                </a:lnTo>
                <a:lnTo>
                  <a:pt x="399" y="171"/>
                </a:lnTo>
                <a:lnTo>
                  <a:pt x="398" y="171"/>
                </a:lnTo>
                <a:lnTo>
                  <a:pt x="398" y="170"/>
                </a:lnTo>
                <a:lnTo>
                  <a:pt x="397" y="170"/>
                </a:lnTo>
                <a:lnTo>
                  <a:pt x="396" y="171"/>
                </a:lnTo>
                <a:lnTo>
                  <a:pt x="396" y="172"/>
                </a:lnTo>
                <a:lnTo>
                  <a:pt x="395" y="172"/>
                </a:lnTo>
                <a:lnTo>
                  <a:pt x="394" y="171"/>
                </a:lnTo>
                <a:lnTo>
                  <a:pt x="394" y="172"/>
                </a:lnTo>
                <a:lnTo>
                  <a:pt x="393" y="172"/>
                </a:lnTo>
                <a:lnTo>
                  <a:pt x="393" y="173"/>
                </a:lnTo>
                <a:lnTo>
                  <a:pt x="392" y="173"/>
                </a:lnTo>
                <a:lnTo>
                  <a:pt x="392" y="174"/>
                </a:lnTo>
                <a:lnTo>
                  <a:pt x="391" y="175"/>
                </a:lnTo>
                <a:lnTo>
                  <a:pt x="390" y="176"/>
                </a:lnTo>
                <a:lnTo>
                  <a:pt x="389" y="176"/>
                </a:lnTo>
                <a:lnTo>
                  <a:pt x="389" y="175"/>
                </a:lnTo>
                <a:lnTo>
                  <a:pt x="389" y="174"/>
                </a:lnTo>
                <a:lnTo>
                  <a:pt x="389" y="173"/>
                </a:lnTo>
                <a:lnTo>
                  <a:pt x="389" y="172"/>
                </a:lnTo>
                <a:lnTo>
                  <a:pt x="388" y="172"/>
                </a:lnTo>
                <a:lnTo>
                  <a:pt x="388" y="171"/>
                </a:lnTo>
                <a:lnTo>
                  <a:pt x="389" y="171"/>
                </a:lnTo>
                <a:lnTo>
                  <a:pt x="389" y="172"/>
                </a:lnTo>
                <a:lnTo>
                  <a:pt x="390" y="171"/>
                </a:lnTo>
                <a:lnTo>
                  <a:pt x="389" y="171"/>
                </a:lnTo>
                <a:lnTo>
                  <a:pt x="388" y="171"/>
                </a:lnTo>
                <a:lnTo>
                  <a:pt x="388" y="170"/>
                </a:lnTo>
                <a:lnTo>
                  <a:pt x="388" y="171"/>
                </a:lnTo>
                <a:lnTo>
                  <a:pt x="387" y="170"/>
                </a:lnTo>
                <a:lnTo>
                  <a:pt x="386" y="170"/>
                </a:lnTo>
                <a:lnTo>
                  <a:pt x="386" y="169"/>
                </a:lnTo>
                <a:lnTo>
                  <a:pt x="385" y="169"/>
                </a:lnTo>
                <a:lnTo>
                  <a:pt x="383" y="169"/>
                </a:lnTo>
                <a:lnTo>
                  <a:pt x="382" y="169"/>
                </a:lnTo>
                <a:lnTo>
                  <a:pt x="382" y="168"/>
                </a:lnTo>
                <a:lnTo>
                  <a:pt x="381" y="168"/>
                </a:lnTo>
                <a:lnTo>
                  <a:pt x="380" y="168"/>
                </a:lnTo>
                <a:lnTo>
                  <a:pt x="379" y="168"/>
                </a:lnTo>
                <a:lnTo>
                  <a:pt x="378" y="168"/>
                </a:lnTo>
                <a:lnTo>
                  <a:pt x="378" y="169"/>
                </a:lnTo>
                <a:lnTo>
                  <a:pt x="377" y="169"/>
                </a:lnTo>
                <a:lnTo>
                  <a:pt x="376" y="169"/>
                </a:lnTo>
                <a:lnTo>
                  <a:pt x="375" y="169"/>
                </a:lnTo>
                <a:lnTo>
                  <a:pt x="375" y="170"/>
                </a:lnTo>
                <a:lnTo>
                  <a:pt x="376" y="170"/>
                </a:lnTo>
                <a:lnTo>
                  <a:pt x="375" y="170"/>
                </a:lnTo>
                <a:lnTo>
                  <a:pt x="374" y="171"/>
                </a:lnTo>
                <a:lnTo>
                  <a:pt x="374" y="172"/>
                </a:lnTo>
                <a:lnTo>
                  <a:pt x="373" y="172"/>
                </a:lnTo>
                <a:lnTo>
                  <a:pt x="373" y="173"/>
                </a:lnTo>
                <a:lnTo>
                  <a:pt x="373" y="174"/>
                </a:lnTo>
                <a:lnTo>
                  <a:pt x="372" y="174"/>
                </a:lnTo>
                <a:lnTo>
                  <a:pt x="372" y="175"/>
                </a:lnTo>
                <a:lnTo>
                  <a:pt x="371" y="176"/>
                </a:lnTo>
                <a:lnTo>
                  <a:pt x="372" y="176"/>
                </a:lnTo>
                <a:lnTo>
                  <a:pt x="372" y="177"/>
                </a:lnTo>
                <a:lnTo>
                  <a:pt x="371" y="177"/>
                </a:lnTo>
                <a:lnTo>
                  <a:pt x="371" y="178"/>
                </a:lnTo>
                <a:lnTo>
                  <a:pt x="372" y="178"/>
                </a:lnTo>
                <a:lnTo>
                  <a:pt x="372" y="179"/>
                </a:lnTo>
                <a:lnTo>
                  <a:pt x="373" y="180"/>
                </a:lnTo>
                <a:lnTo>
                  <a:pt x="373" y="179"/>
                </a:lnTo>
                <a:lnTo>
                  <a:pt x="374" y="179"/>
                </a:lnTo>
                <a:lnTo>
                  <a:pt x="374" y="178"/>
                </a:lnTo>
                <a:lnTo>
                  <a:pt x="373" y="178"/>
                </a:lnTo>
                <a:lnTo>
                  <a:pt x="373" y="177"/>
                </a:lnTo>
                <a:lnTo>
                  <a:pt x="374" y="177"/>
                </a:lnTo>
                <a:lnTo>
                  <a:pt x="375" y="177"/>
                </a:lnTo>
                <a:lnTo>
                  <a:pt x="375" y="178"/>
                </a:lnTo>
                <a:lnTo>
                  <a:pt x="375" y="177"/>
                </a:lnTo>
                <a:lnTo>
                  <a:pt x="376" y="177"/>
                </a:lnTo>
                <a:lnTo>
                  <a:pt x="376" y="178"/>
                </a:lnTo>
                <a:lnTo>
                  <a:pt x="375" y="178"/>
                </a:lnTo>
                <a:lnTo>
                  <a:pt x="375" y="179"/>
                </a:lnTo>
                <a:lnTo>
                  <a:pt x="374" y="179"/>
                </a:lnTo>
                <a:lnTo>
                  <a:pt x="374" y="180"/>
                </a:lnTo>
                <a:lnTo>
                  <a:pt x="374" y="181"/>
                </a:lnTo>
                <a:lnTo>
                  <a:pt x="374" y="182"/>
                </a:lnTo>
                <a:lnTo>
                  <a:pt x="375" y="182"/>
                </a:lnTo>
                <a:lnTo>
                  <a:pt x="375" y="183"/>
                </a:lnTo>
                <a:lnTo>
                  <a:pt x="375" y="184"/>
                </a:lnTo>
                <a:lnTo>
                  <a:pt x="375" y="183"/>
                </a:lnTo>
                <a:lnTo>
                  <a:pt x="374" y="183"/>
                </a:lnTo>
                <a:lnTo>
                  <a:pt x="373" y="183"/>
                </a:lnTo>
                <a:lnTo>
                  <a:pt x="372" y="183"/>
                </a:lnTo>
                <a:lnTo>
                  <a:pt x="371" y="182"/>
                </a:lnTo>
                <a:lnTo>
                  <a:pt x="370" y="182"/>
                </a:lnTo>
                <a:lnTo>
                  <a:pt x="368" y="181"/>
                </a:lnTo>
                <a:lnTo>
                  <a:pt x="367" y="181"/>
                </a:lnTo>
                <a:lnTo>
                  <a:pt x="366" y="181"/>
                </a:lnTo>
                <a:lnTo>
                  <a:pt x="366" y="182"/>
                </a:lnTo>
                <a:lnTo>
                  <a:pt x="365" y="182"/>
                </a:lnTo>
                <a:lnTo>
                  <a:pt x="364" y="182"/>
                </a:lnTo>
                <a:lnTo>
                  <a:pt x="363" y="182"/>
                </a:lnTo>
                <a:lnTo>
                  <a:pt x="363" y="183"/>
                </a:lnTo>
                <a:lnTo>
                  <a:pt x="363" y="182"/>
                </a:lnTo>
                <a:lnTo>
                  <a:pt x="362" y="182"/>
                </a:lnTo>
                <a:lnTo>
                  <a:pt x="361" y="182"/>
                </a:lnTo>
                <a:lnTo>
                  <a:pt x="361" y="181"/>
                </a:lnTo>
                <a:lnTo>
                  <a:pt x="360" y="181"/>
                </a:lnTo>
                <a:lnTo>
                  <a:pt x="360" y="180"/>
                </a:lnTo>
                <a:lnTo>
                  <a:pt x="360" y="179"/>
                </a:lnTo>
                <a:lnTo>
                  <a:pt x="360" y="178"/>
                </a:lnTo>
                <a:lnTo>
                  <a:pt x="361" y="178"/>
                </a:lnTo>
                <a:lnTo>
                  <a:pt x="363" y="178"/>
                </a:lnTo>
                <a:lnTo>
                  <a:pt x="364" y="178"/>
                </a:lnTo>
                <a:lnTo>
                  <a:pt x="365" y="178"/>
                </a:lnTo>
                <a:lnTo>
                  <a:pt x="365" y="177"/>
                </a:lnTo>
                <a:lnTo>
                  <a:pt x="364" y="176"/>
                </a:lnTo>
                <a:lnTo>
                  <a:pt x="364" y="175"/>
                </a:lnTo>
                <a:lnTo>
                  <a:pt x="363" y="175"/>
                </a:lnTo>
                <a:lnTo>
                  <a:pt x="363" y="176"/>
                </a:lnTo>
                <a:lnTo>
                  <a:pt x="362" y="176"/>
                </a:lnTo>
                <a:lnTo>
                  <a:pt x="362" y="177"/>
                </a:lnTo>
                <a:lnTo>
                  <a:pt x="361" y="177"/>
                </a:lnTo>
                <a:lnTo>
                  <a:pt x="361" y="178"/>
                </a:lnTo>
                <a:lnTo>
                  <a:pt x="360" y="177"/>
                </a:lnTo>
                <a:lnTo>
                  <a:pt x="359" y="176"/>
                </a:lnTo>
                <a:lnTo>
                  <a:pt x="358" y="176"/>
                </a:lnTo>
                <a:lnTo>
                  <a:pt x="357" y="176"/>
                </a:lnTo>
                <a:lnTo>
                  <a:pt x="356" y="176"/>
                </a:lnTo>
                <a:lnTo>
                  <a:pt x="355" y="176"/>
                </a:lnTo>
                <a:lnTo>
                  <a:pt x="354" y="176"/>
                </a:lnTo>
                <a:lnTo>
                  <a:pt x="354" y="177"/>
                </a:lnTo>
                <a:lnTo>
                  <a:pt x="353" y="177"/>
                </a:lnTo>
                <a:lnTo>
                  <a:pt x="352" y="177"/>
                </a:lnTo>
                <a:lnTo>
                  <a:pt x="353" y="177"/>
                </a:lnTo>
                <a:lnTo>
                  <a:pt x="353" y="176"/>
                </a:lnTo>
                <a:lnTo>
                  <a:pt x="352" y="176"/>
                </a:lnTo>
                <a:lnTo>
                  <a:pt x="353" y="175"/>
                </a:lnTo>
                <a:lnTo>
                  <a:pt x="354" y="174"/>
                </a:lnTo>
                <a:lnTo>
                  <a:pt x="355" y="174"/>
                </a:lnTo>
                <a:lnTo>
                  <a:pt x="355" y="173"/>
                </a:lnTo>
                <a:lnTo>
                  <a:pt x="355" y="174"/>
                </a:lnTo>
                <a:lnTo>
                  <a:pt x="355" y="173"/>
                </a:lnTo>
                <a:lnTo>
                  <a:pt x="355" y="172"/>
                </a:lnTo>
                <a:lnTo>
                  <a:pt x="356" y="172"/>
                </a:lnTo>
                <a:lnTo>
                  <a:pt x="356" y="171"/>
                </a:lnTo>
                <a:lnTo>
                  <a:pt x="357" y="171"/>
                </a:lnTo>
                <a:lnTo>
                  <a:pt x="357" y="170"/>
                </a:lnTo>
                <a:lnTo>
                  <a:pt x="357" y="169"/>
                </a:lnTo>
                <a:lnTo>
                  <a:pt x="357" y="168"/>
                </a:lnTo>
                <a:lnTo>
                  <a:pt x="358" y="168"/>
                </a:lnTo>
                <a:lnTo>
                  <a:pt x="357" y="167"/>
                </a:lnTo>
                <a:lnTo>
                  <a:pt x="357" y="168"/>
                </a:lnTo>
                <a:lnTo>
                  <a:pt x="356" y="168"/>
                </a:lnTo>
                <a:lnTo>
                  <a:pt x="356" y="169"/>
                </a:lnTo>
                <a:lnTo>
                  <a:pt x="357" y="169"/>
                </a:lnTo>
                <a:lnTo>
                  <a:pt x="357" y="170"/>
                </a:lnTo>
                <a:lnTo>
                  <a:pt x="357" y="171"/>
                </a:lnTo>
                <a:lnTo>
                  <a:pt x="356" y="171"/>
                </a:lnTo>
                <a:lnTo>
                  <a:pt x="355" y="171"/>
                </a:lnTo>
                <a:lnTo>
                  <a:pt x="355" y="172"/>
                </a:lnTo>
                <a:lnTo>
                  <a:pt x="355" y="173"/>
                </a:lnTo>
                <a:lnTo>
                  <a:pt x="354" y="173"/>
                </a:lnTo>
                <a:lnTo>
                  <a:pt x="354" y="174"/>
                </a:lnTo>
                <a:lnTo>
                  <a:pt x="353" y="174"/>
                </a:lnTo>
                <a:lnTo>
                  <a:pt x="352" y="174"/>
                </a:lnTo>
                <a:lnTo>
                  <a:pt x="351" y="174"/>
                </a:lnTo>
                <a:lnTo>
                  <a:pt x="350" y="174"/>
                </a:lnTo>
                <a:lnTo>
                  <a:pt x="349" y="174"/>
                </a:lnTo>
                <a:lnTo>
                  <a:pt x="349" y="175"/>
                </a:lnTo>
                <a:lnTo>
                  <a:pt x="348" y="175"/>
                </a:lnTo>
                <a:lnTo>
                  <a:pt x="348" y="176"/>
                </a:lnTo>
                <a:lnTo>
                  <a:pt x="348" y="177"/>
                </a:lnTo>
                <a:lnTo>
                  <a:pt x="349" y="177"/>
                </a:lnTo>
                <a:lnTo>
                  <a:pt x="350" y="177"/>
                </a:lnTo>
                <a:lnTo>
                  <a:pt x="349" y="178"/>
                </a:lnTo>
                <a:lnTo>
                  <a:pt x="348" y="178"/>
                </a:lnTo>
                <a:lnTo>
                  <a:pt x="349" y="178"/>
                </a:lnTo>
                <a:lnTo>
                  <a:pt x="348" y="177"/>
                </a:lnTo>
                <a:lnTo>
                  <a:pt x="347" y="177"/>
                </a:lnTo>
                <a:lnTo>
                  <a:pt x="347" y="176"/>
                </a:lnTo>
                <a:lnTo>
                  <a:pt x="348" y="176"/>
                </a:lnTo>
                <a:lnTo>
                  <a:pt x="347" y="176"/>
                </a:lnTo>
                <a:lnTo>
                  <a:pt x="346" y="176"/>
                </a:lnTo>
                <a:lnTo>
                  <a:pt x="345" y="176"/>
                </a:lnTo>
                <a:lnTo>
                  <a:pt x="344" y="177"/>
                </a:lnTo>
                <a:lnTo>
                  <a:pt x="343" y="177"/>
                </a:lnTo>
                <a:lnTo>
                  <a:pt x="342" y="177"/>
                </a:lnTo>
                <a:lnTo>
                  <a:pt x="341" y="178"/>
                </a:lnTo>
                <a:lnTo>
                  <a:pt x="341" y="177"/>
                </a:lnTo>
                <a:lnTo>
                  <a:pt x="340" y="177"/>
                </a:lnTo>
                <a:lnTo>
                  <a:pt x="341" y="178"/>
                </a:lnTo>
                <a:lnTo>
                  <a:pt x="340" y="178"/>
                </a:lnTo>
                <a:lnTo>
                  <a:pt x="340" y="179"/>
                </a:lnTo>
                <a:lnTo>
                  <a:pt x="340" y="180"/>
                </a:lnTo>
                <a:lnTo>
                  <a:pt x="341" y="180"/>
                </a:lnTo>
                <a:lnTo>
                  <a:pt x="340" y="181"/>
                </a:lnTo>
                <a:lnTo>
                  <a:pt x="339" y="181"/>
                </a:lnTo>
                <a:lnTo>
                  <a:pt x="339" y="182"/>
                </a:lnTo>
                <a:lnTo>
                  <a:pt x="339" y="183"/>
                </a:lnTo>
                <a:lnTo>
                  <a:pt x="340" y="183"/>
                </a:lnTo>
                <a:lnTo>
                  <a:pt x="340" y="184"/>
                </a:lnTo>
                <a:lnTo>
                  <a:pt x="339" y="184"/>
                </a:lnTo>
                <a:lnTo>
                  <a:pt x="338" y="184"/>
                </a:lnTo>
                <a:lnTo>
                  <a:pt x="337" y="185"/>
                </a:lnTo>
                <a:lnTo>
                  <a:pt x="336" y="185"/>
                </a:lnTo>
                <a:lnTo>
                  <a:pt x="337" y="185"/>
                </a:lnTo>
                <a:lnTo>
                  <a:pt x="336" y="185"/>
                </a:lnTo>
                <a:lnTo>
                  <a:pt x="335" y="185"/>
                </a:lnTo>
                <a:lnTo>
                  <a:pt x="335" y="184"/>
                </a:lnTo>
                <a:lnTo>
                  <a:pt x="335" y="183"/>
                </a:lnTo>
                <a:lnTo>
                  <a:pt x="335" y="182"/>
                </a:lnTo>
                <a:lnTo>
                  <a:pt x="334" y="181"/>
                </a:lnTo>
                <a:lnTo>
                  <a:pt x="333" y="181"/>
                </a:lnTo>
                <a:lnTo>
                  <a:pt x="332" y="181"/>
                </a:lnTo>
                <a:lnTo>
                  <a:pt x="332" y="182"/>
                </a:lnTo>
                <a:lnTo>
                  <a:pt x="331" y="181"/>
                </a:lnTo>
                <a:lnTo>
                  <a:pt x="330" y="181"/>
                </a:lnTo>
                <a:lnTo>
                  <a:pt x="330" y="180"/>
                </a:lnTo>
                <a:lnTo>
                  <a:pt x="330" y="181"/>
                </a:lnTo>
                <a:lnTo>
                  <a:pt x="329" y="181"/>
                </a:lnTo>
                <a:lnTo>
                  <a:pt x="330" y="182"/>
                </a:lnTo>
                <a:lnTo>
                  <a:pt x="330" y="183"/>
                </a:lnTo>
                <a:lnTo>
                  <a:pt x="331" y="183"/>
                </a:lnTo>
                <a:lnTo>
                  <a:pt x="331" y="184"/>
                </a:lnTo>
                <a:lnTo>
                  <a:pt x="332" y="184"/>
                </a:lnTo>
                <a:lnTo>
                  <a:pt x="332" y="183"/>
                </a:lnTo>
                <a:lnTo>
                  <a:pt x="333" y="183"/>
                </a:lnTo>
                <a:lnTo>
                  <a:pt x="333" y="184"/>
                </a:lnTo>
                <a:lnTo>
                  <a:pt x="334" y="184"/>
                </a:lnTo>
                <a:lnTo>
                  <a:pt x="335" y="184"/>
                </a:lnTo>
                <a:lnTo>
                  <a:pt x="335" y="185"/>
                </a:lnTo>
                <a:lnTo>
                  <a:pt x="336" y="185"/>
                </a:lnTo>
                <a:lnTo>
                  <a:pt x="336" y="186"/>
                </a:lnTo>
                <a:lnTo>
                  <a:pt x="334" y="188"/>
                </a:lnTo>
                <a:lnTo>
                  <a:pt x="333" y="189"/>
                </a:lnTo>
                <a:lnTo>
                  <a:pt x="333" y="190"/>
                </a:lnTo>
                <a:lnTo>
                  <a:pt x="333" y="191"/>
                </a:lnTo>
                <a:lnTo>
                  <a:pt x="332" y="191"/>
                </a:lnTo>
                <a:lnTo>
                  <a:pt x="332" y="192"/>
                </a:lnTo>
                <a:lnTo>
                  <a:pt x="332" y="193"/>
                </a:lnTo>
                <a:lnTo>
                  <a:pt x="333" y="193"/>
                </a:lnTo>
                <a:lnTo>
                  <a:pt x="333" y="194"/>
                </a:lnTo>
                <a:lnTo>
                  <a:pt x="334" y="194"/>
                </a:lnTo>
                <a:lnTo>
                  <a:pt x="333" y="195"/>
                </a:lnTo>
                <a:lnTo>
                  <a:pt x="332" y="195"/>
                </a:lnTo>
                <a:lnTo>
                  <a:pt x="332" y="196"/>
                </a:lnTo>
                <a:lnTo>
                  <a:pt x="331" y="195"/>
                </a:lnTo>
                <a:lnTo>
                  <a:pt x="332" y="195"/>
                </a:lnTo>
                <a:lnTo>
                  <a:pt x="332" y="194"/>
                </a:lnTo>
                <a:lnTo>
                  <a:pt x="332" y="193"/>
                </a:lnTo>
                <a:lnTo>
                  <a:pt x="331" y="192"/>
                </a:lnTo>
                <a:lnTo>
                  <a:pt x="330" y="192"/>
                </a:lnTo>
                <a:lnTo>
                  <a:pt x="329" y="192"/>
                </a:lnTo>
                <a:lnTo>
                  <a:pt x="328" y="192"/>
                </a:lnTo>
                <a:lnTo>
                  <a:pt x="327" y="192"/>
                </a:lnTo>
                <a:lnTo>
                  <a:pt x="327" y="193"/>
                </a:lnTo>
                <a:lnTo>
                  <a:pt x="326" y="193"/>
                </a:lnTo>
                <a:lnTo>
                  <a:pt x="325" y="193"/>
                </a:lnTo>
                <a:lnTo>
                  <a:pt x="324" y="193"/>
                </a:lnTo>
                <a:lnTo>
                  <a:pt x="323" y="193"/>
                </a:lnTo>
                <a:lnTo>
                  <a:pt x="322" y="193"/>
                </a:lnTo>
                <a:lnTo>
                  <a:pt x="322" y="192"/>
                </a:lnTo>
                <a:lnTo>
                  <a:pt x="322" y="191"/>
                </a:lnTo>
                <a:lnTo>
                  <a:pt x="322" y="190"/>
                </a:lnTo>
                <a:lnTo>
                  <a:pt x="321" y="189"/>
                </a:lnTo>
                <a:lnTo>
                  <a:pt x="321" y="188"/>
                </a:lnTo>
                <a:lnTo>
                  <a:pt x="322" y="188"/>
                </a:lnTo>
                <a:lnTo>
                  <a:pt x="322" y="187"/>
                </a:lnTo>
                <a:lnTo>
                  <a:pt x="322" y="186"/>
                </a:lnTo>
                <a:lnTo>
                  <a:pt x="321" y="186"/>
                </a:lnTo>
                <a:lnTo>
                  <a:pt x="321" y="185"/>
                </a:lnTo>
                <a:lnTo>
                  <a:pt x="321" y="184"/>
                </a:lnTo>
                <a:lnTo>
                  <a:pt x="321" y="183"/>
                </a:lnTo>
                <a:lnTo>
                  <a:pt x="322" y="183"/>
                </a:lnTo>
                <a:lnTo>
                  <a:pt x="322" y="182"/>
                </a:lnTo>
                <a:lnTo>
                  <a:pt x="323" y="182"/>
                </a:lnTo>
                <a:lnTo>
                  <a:pt x="324" y="181"/>
                </a:lnTo>
                <a:lnTo>
                  <a:pt x="324" y="180"/>
                </a:lnTo>
                <a:lnTo>
                  <a:pt x="325" y="180"/>
                </a:lnTo>
                <a:lnTo>
                  <a:pt x="326" y="180"/>
                </a:lnTo>
                <a:lnTo>
                  <a:pt x="326" y="179"/>
                </a:lnTo>
                <a:lnTo>
                  <a:pt x="325" y="178"/>
                </a:lnTo>
                <a:lnTo>
                  <a:pt x="324" y="177"/>
                </a:lnTo>
                <a:lnTo>
                  <a:pt x="323" y="176"/>
                </a:lnTo>
                <a:lnTo>
                  <a:pt x="323" y="177"/>
                </a:lnTo>
                <a:lnTo>
                  <a:pt x="324" y="177"/>
                </a:lnTo>
                <a:lnTo>
                  <a:pt x="324" y="178"/>
                </a:lnTo>
                <a:lnTo>
                  <a:pt x="323" y="178"/>
                </a:lnTo>
                <a:lnTo>
                  <a:pt x="323" y="177"/>
                </a:lnTo>
                <a:lnTo>
                  <a:pt x="322" y="177"/>
                </a:lnTo>
                <a:lnTo>
                  <a:pt x="323" y="177"/>
                </a:lnTo>
                <a:lnTo>
                  <a:pt x="323" y="178"/>
                </a:lnTo>
                <a:lnTo>
                  <a:pt x="323" y="179"/>
                </a:lnTo>
                <a:lnTo>
                  <a:pt x="323" y="180"/>
                </a:lnTo>
                <a:lnTo>
                  <a:pt x="322" y="180"/>
                </a:lnTo>
                <a:lnTo>
                  <a:pt x="321" y="180"/>
                </a:lnTo>
                <a:lnTo>
                  <a:pt x="321" y="181"/>
                </a:lnTo>
                <a:lnTo>
                  <a:pt x="320" y="181"/>
                </a:lnTo>
                <a:lnTo>
                  <a:pt x="320" y="180"/>
                </a:lnTo>
                <a:lnTo>
                  <a:pt x="319" y="179"/>
                </a:lnTo>
                <a:lnTo>
                  <a:pt x="319" y="180"/>
                </a:lnTo>
                <a:lnTo>
                  <a:pt x="318" y="180"/>
                </a:lnTo>
                <a:lnTo>
                  <a:pt x="317" y="180"/>
                </a:lnTo>
                <a:lnTo>
                  <a:pt x="317" y="181"/>
                </a:lnTo>
                <a:lnTo>
                  <a:pt x="316" y="181"/>
                </a:lnTo>
                <a:lnTo>
                  <a:pt x="315" y="182"/>
                </a:lnTo>
                <a:lnTo>
                  <a:pt x="315" y="183"/>
                </a:lnTo>
                <a:lnTo>
                  <a:pt x="314" y="183"/>
                </a:lnTo>
                <a:lnTo>
                  <a:pt x="312" y="184"/>
                </a:lnTo>
                <a:lnTo>
                  <a:pt x="311" y="185"/>
                </a:lnTo>
                <a:lnTo>
                  <a:pt x="310" y="185"/>
                </a:lnTo>
                <a:lnTo>
                  <a:pt x="310" y="186"/>
                </a:lnTo>
                <a:lnTo>
                  <a:pt x="310" y="187"/>
                </a:lnTo>
                <a:lnTo>
                  <a:pt x="311" y="187"/>
                </a:lnTo>
                <a:lnTo>
                  <a:pt x="311" y="188"/>
                </a:lnTo>
                <a:lnTo>
                  <a:pt x="310" y="188"/>
                </a:lnTo>
                <a:lnTo>
                  <a:pt x="310" y="187"/>
                </a:lnTo>
                <a:lnTo>
                  <a:pt x="309" y="187"/>
                </a:lnTo>
                <a:lnTo>
                  <a:pt x="310" y="187"/>
                </a:lnTo>
                <a:lnTo>
                  <a:pt x="309" y="187"/>
                </a:lnTo>
                <a:lnTo>
                  <a:pt x="308" y="187"/>
                </a:lnTo>
                <a:lnTo>
                  <a:pt x="308" y="186"/>
                </a:lnTo>
                <a:lnTo>
                  <a:pt x="308" y="187"/>
                </a:lnTo>
                <a:lnTo>
                  <a:pt x="309" y="188"/>
                </a:lnTo>
                <a:lnTo>
                  <a:pt x="308" y="188"/>
                </a:lnTo>
                <a:lnTo>
                  <a:pt x="307" y="188"/>
                </a:lnTo>
                <a:lnTo>
                  <a:pt x="307" y="189"/>
                </a:lnTo>
                <a:lnTo>
                  <a:pt x="307" y="190"/>
                </a:lnTo>
                <a:lnTo>
                  <a:pt x="306" y="190"/>
                </a:lnTo>
                <a:lnTo>
                  <a:pt x="306" y="191"/>
                </a:lnTo>
                <a:lnTo>
                  <a:pt x="307" y="191"/>
                </a:lnTo>
                <a:lnTo>
                  <a:pt x="307" y="190"/>
                </a:lnTo>
                <a:lnTo>
                  <a:pt x="308" y="190"/>
                </a:lnTo>
                <a:lnTo>
                  <a:pt x="308" y="191"/>
                </a:lnTo>
                <a:lnTo>
                  <a:pt x="309" y="191"/>
                </a:lnTo>
                <a:lnTo>
                  <a:pt x="309" y="190"/>
                </a:lnTo>
                <a:lnTo>
                  <a:pt x="310" y="190"/>
                </a:lnTo>
                <a:lnTo>
                  <a:pt x="311" y="190"/>
                </a:lnTo>
                <a:lnTo>
                  <a:pt x="312" y="190"/>
                </a:lnTo>
                <a:lnTo>
                  <a:pt x="312" y="191"/>
                </a:lnTo>
                <a:lnTo>
                  <a:pt x="311" y="192"/>
                </a:lnTo>
                <a:lnTo>
                  <a:pt x="312" y="192"/>
                </a:lnTo>
                <a:lnTo>
                  <a:pt x="312" y="193"/>
                </a:lnTo>
                <a:lnTo>
                  <a:pt x="311" y="193"/>
                </a:lnTo>
                <a:lnTo>
                  <a:pt x="310" y="194"/>
                </a:lnTo>
                <a:lnTo>
                  <a:pt x="309" y="194"/>
                </a:lnTo>
                <a:lnTo>
                  <a:pt x="308" y="195"/>
                </a:lnTo>
                <a:lnTo>
                  <a:pt x="308" y="194"/>
                </a:lnTo>
                <a:lnTo>
                  <a:pt x="307" y="195"/>
                </a:lnTo>
                <a:lnTo>
                  <a:pt x="307" y="196"/>
                </a:lnTo>
                <a:lnTo>
                  <a:pt x="307" y="197"/>
                </a:lnTo>
                <a:lnTo>
                  <a:pt x="308" y="197"/>
                </a:lnTo>
                <a:lnTo>
                  <a:pt x="308" y="196"/>
                </a:lnTo>
                <a:lnTo>
                  <a:pt x="309" y="196"/>
                </a:lnTo>
                <a:lnTo>
                  <a:pt x="310" y="196"/>
                </a:lnTo>
                <a:lnTo>
                  <a:pt x="310" y="197"/>
                </a:lnTo>
                <a:lnTo>
                  <a:pt x="311" y="197"/>
                </a:lnTo>
                <a:lnTo>
                  <a:pt x="312" y="198"/>
                </a:lnTo>
                <a:lnTo>
                  <a:pt x="313" y="198"/>
                </a:lnTo>
                <a:lnTo>
                  <a:pt x="314" y="198"/>
                </a:lnTo>
                <a:lnTo>
                  <a:pt x="314" y="197"/>
                </a:lnTo>
                <a:lnTo>
                  <a:pt x="314" y="198"/>
                </a:lnTo>
                <a:lnTo>
                  <a:pt x="314" y="199"/>
                </a:lnTo>
                <a:lnTo>
                  <a:pt x="315" y="199"/>
                </a:lnTo>
                <a:lnTo>
                  <a:pt x="315" y="200"/>
                </a:lnTo>
                <a:lnTo>
                  <a:pt x="314" y="200"/>
                </a:lnTo>
                <a:lnTo>
                  <a:pt x="314" y="201"/>
                </a:lnTo>
                <a:lnTo>
                  <a:pt x="313" y="201"/>
                </a:lnTo>
                <a:lnTo>
                  <a:pt x="312" y="201"/>
                </a:lnTo>
                <a:lnTo>
                  <a:pt x="313" y="201"/>
                </a:lnTo>
                <a:lnTo>
                  <a:pt x="312" y="202"/>
                </a:lnTo>
                <a:lnTo>
                  <a:pt x="311" y="202"/>
                </a:lnTo>
                <a:lnTo>
                  <a:pt x="310" y="202"/>
                </a:lnTo>
                <a:lnTo>
                  <a:pt x="309" y="203"/>
                </a:lnTo>
                <a:lnTo>
                  <a:pt x="309" y="204"/>
                </a:lnTo>
                <a:lnTo>
                  <a:pt x="308" y="204"/>
                </a:lnTo>
                <a:lnTo>
                  <a:pt x="307" y="204"/>
                </a:lnTo>
                <a:lnTo>
                  <a:pt x="307" y="203"/>
                </a:lnTo>
                <a:lnTo>
                  <a:pt x="306" y="203"/>
                </a:lnTo>
                <a:lnTo>
                  <a:pt x="306" y="202"/>
                </a:lnTo>
                <a:lnTo>
                  <a:pt x="307" y="202"/>
                </a:lnTo>
                <a:lnTo>
                  <a:pt x="306" y="202"/>
                </a:lnTo>
                <a:lnTo>
                  <a:pt x="306" y="201"/>
                </a:lnTo>
                <a:lnTo>
                  <a:pt x="306" y="200"/>
                </a:lnTo>
                <a:lnTo>
                  <a:pt x="306" y="199"/>
                </a:lnTo>
                <a:lnTo>
                  <a:pt x="306" y="198"/>
                </a:lnTo>
                <a:lnTo>
                  <a:pt x="305" y="198"/>
                </a:lnTo>
                <a:lnTo>
                  <a:pt x="304" y="197"/>
                </a:lnTo>
                <a:lnTo>
                  <a:pt x="303" y="197"/>
                </a:lnTo>
                <a:lnTo>
                  <a:pt x="303" y="196"/>
                </a:lnTo>
                <a:lnTo>
                  <a:pt x="302" y="196"/>
                </a:lnTo>
                <a:lnTo>
                  <a:pt x="302" y="195"/>
                </a:lnTo>
                <a:lnTo>
                  <a:pt x="301" y="194"/>
                </a:lnTo>
                <a:lnTo>
                  <a:pt x="300" y="194"/>
                </a:lnTo>
                <a:lnTo>
                  <a:pt x="299" y="194"/>
                </a:lnTo>
                <a:lnTo>
                  <a:pt x="298" y="194"/>
                </a:lnTo>
                <a:lnTo>
                  <a:pt x="298" y="195"/>
                </a:lnTo>
                <a:lnTo>
                  <a:pt x="297" y="195"/>
                </a:lnTo>
                <a:lnTo>
                  <a:pt x="296" y="195"/>
                </a:lnTo>
                <a:lnTo>
                  <a:pt x="295" y="195"/>
                </a:lnTo>
                <a:lnTo>
                  <a:pt x="294" y="196"/>
                </a:lnTo>
                <a:lnTo>
                  <a:pt x="294" y="197"/>
                </a:lnTo>
                <a:lnTo>
                  <a:pt x="293" y="197"/>
                </a:lnTo>
                <a:lnTo>
                  <a:pt x="293" y="196"/>
                </a:lnTo>
                <a:lnTo>
                  <a:pt x="292" y="196"/>
                </a:lnTo>
                <a:lnTo>
                  <a:pt x="292" y="197"/>
                </a:lnTo>
                <a:lnTo>
                  <a:pt x="290" y="199"/>
                </a:lnTo>
                <a:lnTo>
                  <a:pt x="289" y="200"/>
                </a:lnTo>
                <a:lnTo>
                  <a:pt x="289" y="199"/>
                </a:lnTo>
                <a:lnTo>
                  <a:pt x="287" y="199"/>
                </a:lnTo>
                <a:lnTo>
                  <a:pt x="286" y="199"/>
                </a:lnTo>
                <a:lnTo>
                  <a:pt x="285" y="199"/>
                </a:lnTo>
                <a:lnTo>
                  <a:pt x="284" y="200"/>
                </a:lnTo>
                <a:lnTo>
                  <a:pt x="283" y="201"/>
                </a:lnTo>
                <a:lnTo>
                  <a:pt x="282" y="201"/>
                </a:lnTo>
                <a:lnTo>
                  <a:pt x="281" y="201"/>
                </a:lnTo>
                <a:lnTo>
                  <a:pt x="280" y="202"/>
                </a:lnTo>
                <a:lnTo>
                  <a:pt x="280" y="203"/>
                </a:lnTo>
                <a:lnTo>
                  <a:pt x="280" y="202"/>
                </a:lnTo>
                <a:lnTo>
                  <a:pt x="279" y="202"/>
                </a:lnTo>
                <a:lnTo>
                  <a:pt x="279" y="203"/>
                </a:lnTo>
                <a:lnTo>
                  <a:pt x="279" y="204"/>
                </a:lnTo>
                <a:lnTo>
                  <a:pt x="278" y="204"/>
                </a:lnTo>
                <a:lnTo>
                  <a:pt x="278" y="203"/>
                </a:lnTo>
                <a:lnTo>
                  <a:pt x="277" y="203"/>
                </a:lnTo>
                <a:lnTo>
                  <a:pt x="276" y="202"/>
                </a:lnTo>
                <a:lnTo>
                  <a:pt x="275" y="202"/>
                </a:lnTo>
                <a:lnTo>
                  <a:pt x="275" y="203"/>
                </a:lnTo>
                <a:lnTo>
                  <a:pt x="272" y="203"/>
                </a:lnTo>
                <a:lnTo>
                  <a:pt x="272" y="205"/>
                </a:lnTo>
                <a:lnTo>
                  <a:pt x="271" y="206"/>
                </a:lnTo>
                <a:lnTo>
                  <a:pt x="270" y="206"/>
                </a:lnTo>
                <a:lnTo>
                  <a:pt x="269" y="206"/>
                </a:lnTo>
                <a:lnTo>
                  <a:pt x="269" y="207"/>
                </a:lnTo>
                <a:lnTo>
                  <a:pt x="269" y="208"/>
                </a:lnTo>
                <a:lnTo>
                  <a:pt x="268" y="208"/>
                </a:lnTo>
                <a:lnTo>
                  <a:pt x="267" y="207"/>
                </a:lnTo>
                <a:lnTo>
                  <a:pt x="267" y="206"/>
                </a:lnTo>
                <a:lnTo>
                  <a:pt x="266" y="205"/>
                </a:lnTo>
                <a:lnTo>
                  <a:pt x="266" y="204"/>
                </a:lnTo>
                <a:lnTo>
                  <a:pt x="267" y="204"/>
                </a:lnTo>
                <a:lnTo>
                  <a:pt x="267" y="203"/>
                </a:lnTo>
                <a:lnTo>
                  <a:pt x="268" y="202"/>
                </a:lnTo>
                <a:lnTo>
                  <a:pt x="267" y="202"/>
                </a:lnTo>
                <a:lnTo>
                  <a:pt x="266" y="201"/>
                </a:lnTo>
                <a:lnTo>
                  <a:pt x="266" y="203"/>
                </a:lnTo>
                <a:lnTo>
                  <a:pt x="265" y="201"/>
                </a:lnTo>
                <a:lnTo>
                  <a:pt x="264" y="200"/>
                </a:lnTo>
                <a:lnTo>
                  <a:pt x="264" y="199"/>
                </a:lnTo>
                <a:lnTo>
                  <a:pt x="263" y="198"/>
                </a:lnTo>
                <a:lnTo>
                  <a:pt x="262" y="198"/>
                </a:lnTo>
                <a:lnTo>
                  <a:pt x="261" y="197"/>
                </a:lnTo>
                <a:lnTo>
                  <a:pt x="260" y="195"/>
                </a:lnTo>
                <a:lnTo>
                  <a:pt x="259" y="194"/>
                </a:lnTo>
                <a:lnTo>
                  <a:pt x="259" y="193"/>
                </a:lnTo>
                <a:lnTo>
                  <a:pt x="258" y="193"/>
                </a:lnTo>
                <a:lnTo>
                  <a:pt x="258" y="192"/>
                </a:lnTo>
                <a:lnTo>
                  <a:pt x="258" y="191"/>
                </a:lnTo>
                <a:lnTo>
                  <a:pt x="258" y="190"/>
                </a:lnTo>
                <a:lnTo>
                  <a:pt x="258" y="189"/>
                </a:lnTo>
                <a:lnTo>
                  <a:pt x="258" y="190"/>
                </a:lnTo>
                <a:lnTo>
                  <a:pt x="257" y="189"/>
                </a:lnTo>
                <a:lnTo>
                  <a:pt x="256" y="189"/>
                </a:lnTo>
                <a:lnTo>
                  <a:pt x="256" y="188"/>
                </a:lnTo>
                <a:lnTo>
                  <a:pt x="256" y="189"/>
                </a:lnTo>
                <a:lnTo>
                  <a:pt x="255" y="189"/>
                </a:lnTo>
                <a:lnTo>
                  <a:pt x="255" y="188"/>
                </a:lnTo>
                <a:lnTo>
                  <a:pt x="255" y="189"/>
                </a:lnTo>
                <a:lnTo>
                  <a:pt x="253" y="189"/>
                </a:lnTo>
                <a:lnTo>
                  <a:pt x="252" y="189"/>
                </a:lnTo>
                <a:lnTo>
                  <a:pt x="251" y="188"/>
                </a:lnTo>
                <a:lnTo>
                  <a:pt x="249" y="189"/>
                </a:lnTo>
                <a:lnTo>
                  <a:pt x="248" y="190"/>
                </a:lnTo>
                <a:lnTo>
                  <a:pt x="247" y="190"/>
                </a:lnTo>
                <a:lnTo>
                  <a:pt x="246" y="190"/>
                </a:lnTo>
                <a:lnTo>
                  <a:pt x="245" y="190"/>
                </a:lnTo>
                <a:lnTo>
                  <a:pt x="245" y="191"/>
                </a:lnTo>
                <a:lnTo>
                  <a:pt x="245" y="190"/>
                </a:lnTo>
                <a:lnTo>
                  <a:pt x="246" y="191"/>
                </a:lnTo>
                <a:lnTo>
                  <a:pt x="246" y="192"/>
                </a:lnTo>
                <a:lnTo>
                  <a:pt x="247" y="193"/>
                </a:lnTo>
                <a:lnTo>
                  <a:pt x="248" y="194"/>
                </a:lnTo>
                <a:lnTo>
                  <a:pt x="248" y="193"/>
                </a:lnTo>
                <a:lnTo>
                  <a:pt x="248" y="194"/>
                </a:lnTo>
                <a:lnTo>
                  <a:pt x="249" y="194"/>
                </a:lnTo>
                <a:lnTo>
                  <a:pt x="249" y="195"/>
                </a:lnTo>
                <a:lnTo>
                  <a:pt x="250" y="195"/>
                </a:lnTo>
                <a:lnTo>
                  <a:pt x="251" y="197"/>
                </a:lnTo>
                <a:lnTo>
                  <a:pt x="252" y="197"/>
                </a:lnTo>
                <a:lnTo>
                  <a:pt x="252" y="198"/>
                </a:lnTo>
                <a:lnTo>
                  <a:pt x="253" y="199"/>
                </a:lnTo>
                <a:lnTo>
                  <a:pt x="252" y="200"/>
                </a:lnTo>
                <a:lnTo>
                  <a:pt x="251" y="201"/>
                </a:lnTo>
                <a:lnTo>
                  <a:pt x="250" y="201"/>
                </a:lnTo>
                <a:lnTo>
                  <a:pt x="250" y="200"/>
                </a:lnTo>
                <a:lnTo>
                  <a:pt x="249" y="199"/>
                </a:lnTo>
                <a:lnTo>
                  <a:pt x="248" y="199"/>
                </a:lnTo>
                <a:lnTo>
                  <a:pt x="248" y="200"/>
                </a:lnTo>
                <a:lnTo>
                  <a:pt x="247" y="200"/>
                </a:lnTo>
                <a:lnTo>
                  <a:pt x="247" y="201"/>
                </a:lnTo>
                <a:lnTo>
                  <a:pt x="246" y="201"/>
                </a:lnTo>
                <a:lnTo>
                  <a:pt x="247" y="201"/>
                </a:lnTo>
                <a:lnTo>
                  <a:pt x="248" y="201"/>
                </a:lnTo>
                <a:lnTo>
                  <a:pt x="249" y="201"/>
                </a:lnTo>
                <a:lnTo>
                  <a:pt x="250" y="202"/>
                </a:lnTo>
                <a:lnTo>
                  <a:pt x="250" y="203"/>
                </a:lnTo>
                <a:lnTo>
                  <a:pt x="251" y="204"/>
                </a:lnTo>
                <a:lnTo>
                  <a:pt x="251" y="205"/>
                </a:lnTo>
                <a:lnTo>
                  <a:pt x="251" y="206"/>
                </a:lnTo>
                <a:lnTo>
                  <a:pt x="250" y="206"/>
                </a:lnTo>
                <a:lnTo>
                  <a:pt x="249" y="206"/>
                </a:lnTo>
                <a:lnTo>
                  <a:pt x="248" y="205"/>
                </a:lnTo>
                <a:lnTo>
                  <a:pt x="248" y="204"/>
                </a:lnTo>
                <a:lnTo>
                  <a:pt x="248" y="203"/>
                </a:lnTo>
                <a:lnTo>
                  <a:pt x="247" y="202"/>
                </a:lnTo>
                <a:lnTo>
                  <a:pt x="247" y="203"/>
                </a:lnTo>
                <a:lnTo>
                  <a:pt x="248" y="204"/>
                </a:lnTo>
                <a:lnTo>
                  <a:pt x="248" y="205"/>
                </a:lnTo>
                <a:lnTo>
                  <a:pt x="249" y="207"/>
                </a:lnTo>
                <a:lnTo>
                  <a:pt x="248" y="207"/>
                </a:lnTo>
                <a:lnTo>
                  <a:pt x="248" y="208"/>
                </a:lnTo>
                <a:lnTo>
                  <a:pt x="248" y="209"/>
                </a:lnTo>
                <a:lnTo>
                  <a:pt x="248" y="210"/>
                </a:lnTo>
                <a:lnTo>
                  <a:pt x="249" y="210"/>
                </a:lnTo>
                <a:lnTo>
                  <a:pt x="249" y="211"/>
                </a:lnTo>
                <a:lnTo>
                  <a:pt x="248" y="212"/>
                </a:lnTo>
                <a:lnTo>
                  <a:pt x="247" y="212"/>
                </a:lnTo>
                <a:lnTo>
                  <a:pt x="248" y="213"/>
                </a:lnTo>
                <a:lnTo>
                  <a:pt x="248" y="214"/>
                </a:lnTo>
                <a:lnTo>
                  <a:pt x="249" y="214"/>
                </a:lnTo>
                <a:lnTo>
                  <a:pt x="250" y="214"/>
                </a:lnTo>
                <a:lnTo>
                  <a:pt x="251" y="215"/>
                </a:lnTo>
                <a:lnTo>
                  <a:pt x="252" y="215"/>
                </a:lnTo>
                <a:lnTo>
                  <a:pt x="252" y="216"/>
                </a:lnTo>
                <a:lnTo>
                  <a:pt x="251" y="217"/>
                </a:lnTo>
                <a:lnTo>
                  <a:pt x="250" y="217"/>
                </a:lnTo>
                <a:lnTo>
                  <a:pt x="250" y="218"/>
                </a:lnTo>
                <a:lnTo>
                  <a:pt x="251" y="219"/>
                </a:lnTo>
                <a:lnTo>
                  <a:pt x="250" y="219"/>
                </a:lnTo>
                <a:lnTo>
                  <a:pt x="249" y="219"/>
                </a:lnTo>
                <a:lnTo>
                  <a:pt x="249" y="220"/>
                </a:lnTo>
                <a:lnTo>
                  <a:pt x="249" y="221"/>
                </a:lnTo>
                <a:lnTo>
                  <a:pt x="249" y="222"/>
                </a:lnTo>
                <a:lnTo>
                  <a:pt x="249" y="223"/>
                </a:lnTo>
                <a:lnTo>
                  <a:pt x="250" y="223"/>
                </a:lnTo>
                <a:lnTo>
                  <a:pt x="250" y="224"/>
                </a:lnTo>
                <a:lnTo>
                  <a:pt x="250" y="225"/>
                </a:lnTo>
                <a:lnTo>
                  <a:pt x="249" y="225"/>
                </a:lnTo>
                <a:lnTo>
                  <a:pt x="248" y="225"/>
                </a:lnTo>
                <a:lnTo>
                  <a:pt x="248" y="226"/>
                </a:lnTo>
                <a:lnTo>
                  <a:pt x="247" y="226"/>
                </a:lnTo>
                <a:lnTo>
                  <a:pt x="247" y="227"/>
                </a:lnTo>
                <a:lnTo>
                  <a:pt x="247" y="228"/>
                </a:lnTo>
                <a:lnTo>
                  <a:pt x="246" y="228"/>
                </a:lnTo>
                <a:lnTo>
                  <a:pt x="246" y="229"/>
                </a:lnTo>
                <a:lnTo>
                  <a:pt x="247" y="229"/>
                </a:lnTo>
                <a:lnTo>
                  <a:pt x="247" y="230"/>
                </a:lnTo>
                <a:lnTo>
                  <a:pt x="248" y="231"/>
                </a:lnTo>
                <a:lnTo>
                  <a:pt x="248" y="234"/>
                </a:lnTo>
                <a:lnTo>
                  <a:pt x="249" y="234"/>
                </a:lnTo>
                <a:lnTo>
                  <a:pt x="249" y="235"/>
                </a:lnTo>
                <a:lnTo>
                  <a:pt x="249" y="236"/>
                </a:lnTo>
                <a:lnTo>
                  <a:pt x="248" y="235"/>
                </a:lnTo>
                <a:lnTo>
                  <a:pt x="247" y="235"/>
                </a:lnTo>
                <a:lnTo>
                  <a:pt x="246" y="236"/>
                </a:lnTo>
                <a:lnTo>
                  <a:pt x="245" y="236"/>
                </a:lnTo>
                <a:lnTo>
                  <a:pt x="244" y="235"/>
                </a:lnTo>
                <a:lnTo>
                  <a:pt x="243" y="235"/>
                </a:lnTo>
                <a:lnTo>
                  <a:pt x="243" y="234"/>
                </a:lnTo>
                <a:lnTo>
                  <a:pt x="243" y="233"/>
                </a:lnTo>
                <a:lnTo>
                  <a:pt x="242" y="233"/>
                </a:lnTo>
                <a:lnTo>
                  <a:pt x="242" y="232"/>
                </a:lnTo>
                <a:lnTo>
                  <a:pt x="241" y="230"/>
                </a:lnTo>
                <a:lnTo>
                  <a:pt x="240" y="230"/>
                </a:lnTo>
                <a:lnTo>
                  <a:pt x="239" y="230"/>
                </a:lnTo>
                <a:lnTo>
                  <a:pt x="239" y="231"/>
                </a:lnTo>
                <a:lnTo>
                  <a:pt x="237" y="233"/>
                </a:lnTo>
                <a:lnTo>
                  <a:pt x="237" y="232"/>
                </a:lnTo>
                <a:lnTo>
                  <a:pt x="236" y="232"/>
                </a:lnTo>
                <a:lnTo>
                  <a:pt x="236" y="231"/>
                </a:lnTo>
                <a:lnTo>
                  <a:pt x="236" y="232"/>
                </a:lnTo>
                <a:lnTo>
                  <a:pt x="237" y="233"/>
                </a:lnTo>
                <a:lnTo>
                  <a:pt x="237" y="234"/>
                </a:lnTo>
                <a:lnTo>
                  <a:pt x="237" y="235"/>
                </a:lnTo>
                <a:lnTo>
                  <a:pt x="237" y="236"/>
                </a:lnTo>
                <a:lnTo>
                  <a:pt x="238" y="236"/>
                </a:lnTo>
                <a:lnTo>
                  <a:pt x="239" y="237"/>
                </a:lnTo>
                <a:lnTo>
                  <a:pt x="239" y="236"/>
                </a:lnTo>
                <a:lnTo>
                  <a:pt x="240" y="236"/>
                </a:lnTo>
                <a:lnTo>
                  <a:pt x="240" y="237"/>
                </a:lnTo>
                <a:lnTo>
                  <a:pt x="239" y="239"/>
                </a:lnTo>
                <a:lnTo>
                  <a:pt x="239" y="241"/>
                </a:lnTo>
                <a:lnTo>
                  <a:pt x="240" y="241"/>
                </a:lnTo>
                <a:lnTo>
                  <a:pt x="239" y="241"/>
                </a:lnTo>
                <a:lnTo>
                  <a:pt x="238" y="241"/>
                </a:lnTo>
                <a:lnTo>
                  <a:pt x="238" y="242"/>
                </a:lnTo>
                <a:lnTo>
                  <a:pt x="237" y="243"/>
                </a:lnTo>
                <a:lnTo>
                  <a:pt x="237" y="242"/>
                </a:lnTo>
                <a:lnTo>
                  <a:pt x="236" y="242"/>
                </a:lnTo>
                <a:lnTo>
                  <a:pt x="236" y="241"/>
                </a:lnTo>
                <a:lnTo>
                  <a:pt x="235" y="241"/>
                </a:lnTo>
                <a:lnTo>
                  <a:pt x="234" y="242"/>
                </a:lnTo>
                <a:lnTo>
                  <a:pt x="233" y="242"/>
                </a:lnTo>
                <a:lnTo>
                  <a:pt x="232" y="241"/>
                </a:lnTo>
                <a:lnTo>
                  <a:pt x="232" y="240"/>
                </a:lnTo>
                <a:lnTo>
                  <a:pt x="231" y="240"/>
                </a:lnTo>
                <a:lnTo>
                  <a:pt x="231" y="239"/>
                </a:lnTo>
                <a:lnTo>
                  <a:pt x="231" y="238"/>
                </a:lnTo>
                <a:lnTo>
                  <a:pt x="231" y="237"/>
                </a:lnTo>
                <a:lnTo>
                  <a:pt x="230" y="236"/>
                </a:lnTo>
                <a:lnTo>
                  <a:pt x="230" y="237"/>
                </a:lnTo>
                <a:lnTo>
                  <a:pt x="231" y="238"/>
                </a:lnTo>
                <a:lnTo>
                  <a:pt x="231" y="239"/>
                </a:lnTo>
                <a:lnTo>
                  <a:pt x="230" y="239"/>
                </a:lnTo>
                <a:lnTo>
                  <a:pt x="230" y="240"/>
                </a:lnTo>
                <a:lnTo>
                  <a:pt x="229" y="241"/>
                </a:lnTo>
                <a:lnTo>
                  <a:pt x="230" y="241"/>
                </a:lnTo>
                <a:lnTo>
                  <a:pt x="230" y="242"/>
                </a:lnTo>
                <a:lnTo>
                  <a:pt x="230" y="243"/>
                </a:lnTo>
                <a:lnTo>
                  <a:pt x="231" y="245"/>
                </a:lnTo>
                <a:lnTo>
                  <a:pt x="231" y="246"/>
                </a:lnTo>
                <a:lnTo>
                  <a:pt x="232" y="246"/>
                </a:lnTo>
                <a:lnTo>
                  <a:pt x="232" y="247"/>
                </a:lnTo>
                <a:lnTo>
                  <a:pt x="233" y="247"/>
                </a:lnTo>
                <a:lnTo>
                  <a:pt x="233" y="248"/>
                </a:lnTo>
                <a:lnTo>
                  <a:pt x="232" y="248"/>
                </a:lnTo>
                <a:lnTo>
                  <a:pt x="232" y="249"/>
                </a:lnTo>
                <a:lnTo>
                  <a:pt x="233" y="249"/>
                </a:lnTo>
                <a:lnTo>
                  <a:pt x="232" y="249"/>
                </a:lnTo>
                <a:lnTo>
                  <a:pt x="232" y="250"/>
                </a:lnTo>
                <a:lnTo>
                  <a:pt x="231" y="251"/>
                </a:lnTo>
                <a:lnTo>
                  <a:pt x="230" y="250"/>
                </a:lnTo>
                <a:lnTo>
                  <a:pt x="229" y="250"/>
                </a:lnTo>
                <a:lnTo>
                  <a:pt x="229" y="249"/>
                </a:lnTo>
                <a:lnTo>
                  <a:pt x="228" y="249"/>
                </a:lnTo>
                <a:lnTo>
                  <a:pt x="228" y="248"/>
                </a:lnTo>
                <a:lnTo>
                  <a:pt x="228" y="247"/>
                </a:lnTo>
                <a:lnTo>
                  <a:pt x="229" y="246"/>
                </a:lnTo>
                <a:lnTo>
                  <a:pt x="228" y="246"/>
                </a:lnTo>
                <a:lnTo>
                  <a:pt x="227" y="247"/>
                </a:lnTo>
                <a:lnTo>
                  <a:pt x="227" y="246"/>
                </a:lnTo>
                <a:lnTo>
                  <a:pt x="228" y="246"/>
                </a:lnTo>
                <a:lnTo>
                  <a:pt x="228" y="245"/>
                </a:lnTo>
                <a:lnTo>
                  <a:pt x="227" y="245"/>
                </a:lnTo>
                <a:lnTo>
                  <a:pt x="228" y="245"/>
                </a:lnTo>
                <a:lnTo>
                  <a:pt x="227" y="245"/>
                </a:lnTo>
                <a:lnTo>
                  <a:pt x="227" y="246"/>
                </a:lnTo>
                <a:lnTo>
                  <a:pt x="226" y="246"/>
                </a:lnTo>
                <a:lnTo>
                  <a:pt x="226" y="245"/>
                </a:lnTo>
                <a:lnTo>
                  <a:pt x="225" y="245"/>
                </a:lnTo>
                <a:lnTo>
                  <a:pt x="223" y="244"/>
                </a:lnTo>
                <a:lnTo>
                  <a:pt x="224" y="243"/>
                </a:lnTo>
                <a:lnTo>
                  <a:pt x="223" y="243"/>
                </a:lnTo>
                <a:lnTo>
                  <a:pt x="223" y="242"/>
                </a:lnTo>
                <a:lnTo>
                  <a:pt x="222" y="241"/>
                </a:lnTo>
                <a:lnTo>
                  <a:pt x="221" y="240"/>
                </a:lnTo>
                <a:lnTo>
                  <a:pt x="220" y="239"/>
                </a:lnTo>
                <a:lnTo>
                  <a:pt x="220" y="238"/>
                </a:lnTo>
                <a:lnTo>
                  <a:pt x="220" y="237"/>
                </a:lnTo>
                <a:lnTo>
                  <a:pt x="220" y="236"/>
                </a:lnTo>
                <a:lnTo>
                  <a:pt x="220" y="235"/>
                </a:lnTo>
                <a:lnTo>
                  <a:pt x="220" y="234"/>
                </a:lnTo>
                <a:lnTo>
                  <a:pt x="220" y="233"/>
                </a:lnTo>
                <a:lnTo>
                  <a:pt x="219" y="231"/>
                </a:lnTo>
                <a:lnTo>
                  <a:pt x="219" y="230"/>
                </a:lnTo>
                <a:lnTo>
                  <a:pt x="219" y="229"/>
                </a:lnTo>
                <a:lnTo>
                  <a:pt x="220" y="229"/>
                </a:lnTo>
                <a:lnTo>
                  <a:pt x="220" y="228"/>
                </a:lnTo>
                <a:lnTo>
                  <a:pt x="219" y="229"/>
                </a:lnTo>
                <a:lnTo>
                  <a:pt x="218" y="228"/>
                </a:lnTo>
                <a:lnTo>
                  <a:pt x="217" y="228"/>
                </a:lnTo>
                <a:lnTo>
                  <a:pt x="218" y="228"/>
                </a:lnTo>
                <a:lnTo>
                  <a:pt x="218" y="229"/>
                </a:lnTo>
                <a:lnTo>
                  <a:pt x="218" y="230"/>
                </a:lnTo>
                <a:lnTo>
                  <a:pt x="218" y="231"/>
                </a:lnTo>
                <a:lnTo>
                  <a:pt x="218" y="232"/>
                </a:lnTo>
                <a:lnTo>
                  <a:pt x="217" y="233"/>
                </a:lnTo>
                <a:lnTo>
                  <a:pt x="218" y="233"/>
                </a:lnTo>
                <a:lnTo>
                  <a:pt x="217" y="234"/>
                </a:lnTo>
                <a:lnTo>
                  <a:pt x="217" y="235"/>
                </a:lnTo>
                <a:lnTo>
                  <a:pt x="215" y="234"/>
                </a:lnTo>
                <a:lnTo>
                  <a:pt x="214" y="236"/>
                </a:lnTo>
                <a:lnTo>
                  <a:pt x="215" y="236"/>
                </a:lnTo>
                <a:lnTo>
                  <a:pt x="214" y="237"/>
                </a:lnTo>
                <a:lnTo>
                  <a:pt x="214" y="238"/>
                </a:lnTo>
                <a:lnTo>
                  <a:pt x="214" y="239"/>
                </a:lnTo>
                <a:lnTo>
                  <a:pt x="214" y="241"/>
                </a:lnTo>
                <a:lnTo>
                  <a:pt x="214" y="242"/>
                </a:lnTo>
                <a:lnTo>
                  <a:pt x="215" y="242"/>
                </a:lnTo>
                <a:lnTo>
                  <a:pt x="215" y="243"/>
                </a:lnTo>
                <a:lnTo>
                  <a:pt x="215" y="244"/>
                </a:lnTo>
                <a:lnTo>
                  <a:pt x="215" y="245"/>
                </a:lnTo>
                <a:lnTo>
                  <a:pt x="215" y="246"/>
                </a:lnTo>
                <a:lnTo>
                  <a:pt x="216" y="246"/>
                </a:lnTo>
                <a:lnTo>
                  <a:pt x="216" y="247"/>
                </a:lnTo>
                <a:lnTo>
                  <a:pt x="215" y="247"/>
                </a:lnTo>
                <a:lnTo>
                  <a:pt x="215" y="248"/>
                </a:lnTo>
                <a:lnTo>
                  <a:pt x="214" y="248"/>
                </a:lnTo>
                <a:lnTo>
                  <a:pt x="214" y="249"/>
                </a:lnTo>
                <a:lnTo>
                  <a:pt x="213" y="249"/>
                </a:lnTo>
                <a:lnTo>
                  <a:pt x="213" y="250"/>
                </a:lnTo>
                <a:lnTo>
                  <a:pt x="213" y="251"/>
                </a:lnTo>
                <a:lnTo>
                  <a:pt x="212" y="252"/>
                </a:lnTo>
                <a:lnTo>
                  <a:pt x="211" y="252"/>
                </a:lnTo>
                <a:lnTo>
                  <a:pt x="211" y="253"/>
                </a:lnTo>
                <a:lnTo>
                  <a:pt x="210" y="253"/>
                </a:lnTo>
                <a:lnTo>
                  <a:pt x="210" y="254"/>
                </a:lnTo>
                <a:lnTo>
                  <a:pt x="209" y="254"/>
                </a:lnTo>
                <a:lnTo>
                  <a:pt x="208" y="254"/>
                </a:lnTo>
                <a:lnTo>
                  <a:pt x="207" y="254"/>
                </a:lnTo>
                <a:lnTo>
                  <a:pt x="207" y="253"/>
                </a:lnTo>
                <a:lnTo>
                  <a:pt x="207" y="252"/>
                </a:lnTo>
                <a:lnTo>
                  <a:pt x="206" y="252"/>
                </a:lnTo>
                <a:lnTo>
                  <a:pt x="205" y="251"/>
                </a:lnTo>
                <a:lnTo>
                  <a:pt x="205" y="250"/>
                </a:lnTo>
                <a:lnTo>
                  <a:pt x="204" y="250"/>
                </a:lnTo>
                <a:lnTo>
                  <a:pt x="204" y="249"/>
                </a:lnTo>
                <a:lnTo>
                  <a:pt x="205" y="249"/>
                </a:lnTo>
                <a:lnTo>
                  <a:pt x="204" y="249"/>
                </a:lnTo>
                <a:lnTo>
                  <a:pt x="204" y="248"/>
                </a:lnTo>
                <a:lnTo>
                  <a:pt x="203" y="248"/>
                </a:lnTo>
                <a:lnTo>
                  <a:pt x="203" y="247"/>
                </a:lnTo>
                <a:lnTo>
                  <a:pt x="202" y="247"/>
                </a:lnTo>
                <a:lnTo>
                  <a:pt x="202" y="248"/>
                </a:lnTo>
                <a:lnTo>
                  <a:pt x="203" y="248"/>
                </a:lnTo>
                <a:lnTo>
                  <a:pt x="201" y="248"/>
                </a:lnTo>
                <a:lnTo>
                  <a:pt x="201" y="249"/>
                </a:lnTo>
                <a:lnTo>
                  <a:pt x="200" y="249"/>
                </a:lnTo>
                <a:lnTo>
                  <a:pt x="199" y="249"/>
                </a:lnTo>
                <a:lnTo>
                  <a:pt x="198" y="250"/>
                </a:lnTo>
                <a:lnTo>
                  <a:pt x="198" y="251"/>
                </a:lnTo>
                <a:lnTo>
                  <a:pt x="197" y="251"/>
                </a:lnTo>
                <a:lnTo>
                  <a:pt x="197" y="252"/>
                </a:lnTo>
                <a:lnTo>
                  <a:pt x="198" y="252"/>
                </a:lnTo>
                <a:lnTo>
                  <a:pt x="197" y="253"/>
                </a:lnTo>
                <a:lnTo>
                  <a:pt x="197" y="252"/>
                </a:lnTo>
                <a:lnTo>
                  <a:pt x="196" y="252"/>
                </a:lnTo>
                <a:lnTo>
                  <a:pt x="196" y="253"/>
                </a:lnTo>
                <a:lnTo>
                  <a:pt x="195" y="253"/>
                </a:lnTo>
                <a:lnTo>
                  <a:pt x="195" y="254"/>
                </a:lnTo>
                <a:lnTo>
                  <a:pt x="193" y="254"/>
                </a:lnTo>
                <a:lnTo>
                  <a:pt x="193" y="255"/>
                </a:lnTo>
                <a:lnTo>
                  <a:pt x="193" y="256"/>
                </a:lnTo>
                <a:lnTo>
                  <a:pt x="193" y="255"/>
                </a:lnTo>
                <a:lnTo>
                  <a:pt x="192" y="255"/>
                </a:lnTo>
                <a:lnTo>
                  <a:pt x="192" y="256"/>
                </a:lnTo>
                <a:lnTo>
                  <a:pt x="191" y="256"/>
                </a:lnTo>
                <a:lnTo>
                  <a:pt x="191" y="257"/>
                </a:lnTo>
                <a:lnTo>
                  <a:pt x="191" y="258"/>
                </a:lnTo>
                <a:lnTo>
                  <a:pt x="191" y="260"/>
                </a:lnTo>
                <a:lnTo>
                  <a:pt x="190" y="260"/>
                </a:lnTo>
                <a:lnTo>
                  <a:pt x="189" y="260"/>
                </a:lnTo>
                <a:lnTo>
                  <a:pt x="189" y="261"/>
                </a:lnTo>
                <a:lnTo>
                  <a:pt x="188" y="261"/>
                </a:lnTo>
                <a:lnTo>
                  <a:pt x="188" y="262"/>
                </a:lnTo>
                <a:lnTo>
                  <a:pt x="187" y="262"/>
                </a:lnTo>
                <a:lnTo>
                  <a:pt x="186" y="262"/>
                </a:lnTo>
                <a:lnTo>
                  <a:pt x="186" y="263"/>
                </a:lnTo>
                <a:lnTo>
                  <a:pt x="185" y="263"/>
                </a:lnTo>
                <a:lnTo>
                  <a:pt x="185" y="262"/>
                </a:lnTo>
                <a:lnTo>
                  <a:pt x="184" y="262"/>
                </a:lnTo>
                <a:lnTo>
                  <a:pt x="184" y="261"/>
                </a:lnTo>
                <a:lnTo>
                  <a:pt x="183" y="261"/>
                </a:lnTo>
                <a:lnTo>
                  <a:pt x="182" y="261"/>
                </a:lnTo>
                <a:lnTo>
                  <a:pt x="181" y="261"/>
                </a:lnTo>
                <a:lnTo>
                  <a:pt x="180" y="260"/>
                </a:lnTo>
                <a:lnTo>
                  <a:pt x="179" y="260"/>
                </a:lnTo>
                <a:lnTo>
                  <a:pt x="179" y="259"/>
                </a:lnTo>
                <a:lnTo>
                  <a:pt x="178" y="260"/>
                </a:lnTo>
                <a:lnTo>
                  <a:pt x="177" y="259"/>
                </a:lnTo>
                <a:lnTo>
                  <a:pt x="176" y="259"/>
                </a:lnTo>
                <a:lnTo>
                  <a:pt x="176" y="258"/>
                </a:lnTo>
                <a:lnTo>
                  <a:pt x="176" y="257"/>
                </a:lnTo>
                <a:lnTo>
                  <a:pt x="175" y="257"/>
                </a:lnTo>
                <a:lnTo>
                  <a:pt x="175" y="256"/>
                </a:lnTo>
                <a:lnTo>
                  <a:pt x="175" y="254"/>
                </a:lnTo>
                <a:lnTo>
                  <a:pt x="175" y="253"/>
                </a:lnTo>
                <a:lnTo>
                  <a:pt x="175" y="252"/>
                </a:lnTo>
                <a:lnTo>
                  <a:pt x="176" y="252"/>
                </a:lnTo>
                <a:lnTo>
                  <a:pt x="177" y="251"/>
                </a:lnTo>
                <a:lnTo>
                  <a:pt x="178" y="251"/>
                </a:lnTo>
                <a:lnTo>
                  <a:pt x="179" y="251"/>
                </a:lnTo>
                <a:lnTo>
                  <a:pt x="179" y="250"/>
                </a:lnTo>
                <a:lnTo>
                  <a:pt x="180" y="250"/>
                </a:lnTo>
                <a:lnTo>
                  <a:pt x="181" y="250"/>
                </a:lnTo>
                <a:lnTo>
                  <a:pt x="181" y="249"/>
                </a:lnTo>
                <a:lnTo>
                  <a:pt x="181" y="250"/>
                </a:lnTo>
                <a:lnTo>
                  <a:pt x="180" y="250"/>
                </a:lnTo>
                <a:lnTo>
                  <a:pt x="179" y="250"/>
                </a:lnTo>
                <a:lnTo>
                  <a:pt x="178" y="250"/>
                </a:lnTo>
                <a:lnTo>
                  <a:pt x="177" y="251"/>
                </a:lnTo>
                <a:lnTo>
                  <a:pt x="176" y="251"/>
                </a:lnTo>
                <a:lnTo>
                  <a:pt x="176" y="252"/>
                </a:lnTo>
                <a:lnTo>
                  <a:pt x="175" y="252"/>
                </a:lnTo>
                <a:lnTo>
                  <a:pt x="175" y="253"/>
                </a:lnTo>
                <a:lnTo>
                  <a:pt x="175" y="252"/>
                </a:lnTo>
                <a:lnTo>
                  <a:pt x="174" y="252"/>
                </a:lnTo>
                <a:lnTo>
                  <a:pt x="174" y="251"/>
                </a:lnTo>
                <a:lnTo>
                  <a:pt x="173" y="250"/>
                </a:lnTo>
                <a:lnTo>
                  <a:pt x="173" y="249"/>
                </a:lnTo>
                <a:lnTo>
                  <a:pt x="173" y="248"/>
                </a:lnTo>
                <a:lnTo>
                  <a:pt x="172" y="248"/>
                </a:lnTo>
                <a:lnTo>
                  <a:pt x="172" y="247"/>
                </a:lnTo>
                <a:lnTo>
                  <a:pt x="172" y="246"/>
                </a:lnTo>
                <a:lnTo>
                  <a:pt x="173" y="246"/>
                </a:lnTo>
                <a:lnTo>
                  <a:pt x="172" y="246"/>
                </a:lnTo>
                <a:lnTo>
                  <a:pt x="172" y="245"/>
                </a:lnTo>
                <a:lnTo>
                  <a:pt x="173" y="245"/>
                </a:lnTo>
                <a:lnTo>
                  <a:pt x="173" y="244"/>
                </a:lnTo>
                <a:lnTo>
                  <a:pt x="173" y="243"/>
                </a:lnTo>
                <a:lnTo>
                  <a:pt x="173" y="242"/>
                </a:lnTo>
                <a:lnTo>
                  <a:pt x="173" y="243"/>
                </a:lnTo>
                <a:lnTo>
                  <a:pt x="173" y="244"/>
                </a:lnTo>
                <a:lnTo>
                  <a:pt x="172" y="244"/>
                </a:lnTo>
                <a:lnTo>
                  <a:pt x="172" y="245"/>
                </a:lnTo>
                <a:lnTo>
                  <a:pt x="172" y="246"/>
                </a:lnTo>
                <a:lnTo>
                  <a:pt x="171" y="246"/>
                </a:lnTo>
                <a:lnTo>
                  <a:pt x="171" y="247"/>
                </a:lnTo>
                <a:lnTo>
                  <a:pt x="171" y="248"/>
                </a:lnTo>
                <a:lnTo>
                  <a:pt x="172" y="248"/>
                </a:lnTo>
                <a:lnTo>
                  <a:pt x="172" y="249"/>
                </a:lnTo>
                <a:lnTo>
                  <a:pt x="173" y="249"/>
                </a:lnTo>
                <a:lnTo>
                  <a:pt x="173" y="250"/>
                </a:lnTo>
                <a:lnTo>
                  <a:pt x="173" y="251"/>
                </a:lnTo>
                <a:lnTo>
                  <a:pt x="173" y="252"/>
                </a:lnTo>
                <a:lnTo>
                  <a:pt x="174" y="252"/>
                </a:lnTo>
                <a:lnTo>
                  <a:pt x="174" y="253"/>
                </a:lnTo>
                <a:lnTo>
                  <a:pt x="174" y="254"/>
                </a:lnTo>
                <a:lnTo>
                  <a:pt x="174" y="255"/>
                </a:lnTo>
                <a:lnTo>
                  <a:pt x="175" y="255"/>
                </a:lnTo>
                <a:lnTo>
                  <a:pt x="175" y="256"/>
                </a:lnTo>
                <a:lnTo>
                  <a:pt x="175" y="257"/>
                </a:lnTo>
                <a:lnTo>
                  <a:pt x="175" y="258"/>
                </a:lnTo>
                <a:lnTo>
                  <a:pt x="175" y="259"/>
                </a:lnTo>
                <a:lnTo>
                  <a:pt x="175" y="260"/>
                </a:lnTo>
                <a:lnTo>
                  <a:pt x="176" y="261"/>
                </a:lnTo>
                <a:lnTo>
                  <a:pt x="175" y="261"/>
                </a:lnTo>
                <a:lnTo>
                  <a:pt x="176" y="262"/>
                </a:lnTo>
                <a:lnTo>
                  <a:pt x="175" y="262"/>
                </a:lnTo>
                <a:lnTo>
                  <a:pt x="175" y="263"/>
                </a:lnTo>
                <a:lnTo>
                  <a:pt x="175" y="264"/>
                </a:lnTo>
                <a:lnTo>
                  <a:pt x="175" y="265"/>
                </a:lnTo>
                <a:lnTo>
                  <a:pt x="174" y="265"/>
                </a:lnTo>
                <a:lnTo>
                  <a:pt x="173" y="265"/>
                </a:lnTo>
                <a:lnTo>
                  <a:pt x="172" y="265"/>
                </a:lnTo>
                <a:lnTo>
                  <a:pt x="172" y="266"/>
                </a:lnTo>
                <a:lnTo>
                  <a:pt x="172" y="267"/>
                </a:lnTo>
                <a:lnTo>
                  <a:pt x="171" y="267"/>
                </a:lnTo>
                <a:lnTo>
                  <a:pt x="171" y="266"/>
                </a:lnTo>
                <a:lnTo>
                  <a:pt x="170" y="266"/>
                </a:lnTo>
                <a:lnTo>
                  <a:pt x="170" y="267"/>
                </a:lnTo>
                <a:lnTo>
                  <a:pt x="169" y="267"/>
                </a:lnTo>
                <a:lnTo>
                  <a:pt x="168" y="267"/>
                </a:lnTo>
                <a:lnTo>
                  <a:pt x="167" y="267"/>
                </a:lnTo>
                <a:lnTo>
                  <a:pt x="167" y="268"/>
                </a:lnTo>
                <a:lnTo>
                  <a:pt x="166" y="268"/>
                </a:lnTo>
                <a:lnTo>
                  <a:pt x="165" y="268"/>
                </a:lnTo>
                <a:lnTo>
                  <a:pt x="165" y="267"/>
                </a:lnTo>
                <a:lnTo>
                  <a:pt x="165" y="266"/>
                </a:lnTo>
                <a:lnTo>
                  <a:pt x="164" y="266"/>
                </a:lnTo>
                <a:lnTo>
                  <a:pt x="164" y="265"/>
                </a:lnTo>
                <a:lnTo>
                  <a:pt x="163" y="265"/>
                </a:lnTo>
                <a:lnTo>
                  <a:pt x="163" y="266"/>
                </a:lnTo>
                <a:lnTo>
                  <a:pt x="163" y="265"/>
                </a:lnTo>
                <a:lnTo>
                  <a:pt x="162" y="265"/>
                </a:lnTo>
                <a:lnTo>
                  <a:pt x="162" y="264"/>
                </a:lnTo>
                <a:lnTo>
                  <a:pt x="161" y="264"/>
                </a:lnTo>
                <a:lnTo>
                  <a:pt x="162" y="264"/>
                </a:lnTo>
                <a:lnTo>
                  <a:pt x="162" y="263"/>
                </a:lnTo>
                <a:lnTo>
                  <a:pt x="162" y="262"/>
                </a:lnTo>
                <a:lnTo>
                  <a:pt x="161" y="262"/>
                </a:lnTo>
                <a:lnTo>
                  <a:pt x="161" y="261"/>
                </a:lnTo>
                <a:lnTo>
                  <a:pt x="160" y="261"/>
                </a:lnTo>
                <a:lnTo>
                  <a:pt x="159" y="261"/>
                </a:lnTo>
                <a:lnTo>
                  <a:pt x="158" y="261"/>
                </a:lnTo>
                <a:lnTo>
                  <a:pt x="157" y="261"/>
                </a:lnTo>
                <a:lnTo>
                  <a:pt x="156" y="262"/>
                </a:lnTo>
                <a:lnTo>
                  <a:pt x="155" y="262"/>
                </a:lnTo>
                <a:lnTo>
                  <a:pt x="154" y="263"/>
                </a:lnTo>
                <a:lnTo>
                  <a:pt x="152" y="263"/>
                </a:lnTo>
                <a:lnTo>
                  <a:pt x="151" y="263"/>
                </a:lnTo>
                <a:lnTo>
                  <a:pt x="150" y="263"/>
                </a:lnTo>
                <a:lnTo>
                  <a:pt x="151" y="263"/>
                </a:lnTo>
                <a:lnTo>
                  <a:pt x="152" y="264"/>
                </a:lnTo>
                <a:lnTo>
                  <a:pt x="151" y="264"/>
                </a:lnTo>
                <a:lnTo>
                  <a:pt x="150" y="264"/>
                </a:lnTo>
                <a:lnTo>
                  <a:pt x="150" y="265"/>
                </a:lnTo>
                <a:lnTo>
                  <a:pt x="149" y="265"/>
                </a:lnTo>
                <a:lnTo>
                  <a:pt x="148" y="265"/>
                </a:lnTo>
                <a:lnTo>
                  <a:pt x="147" y="266"/>
                </a:lnTo>
                <a:lnTo>
                  <a:pt x="147" y="267"/>
                </a:lnTo>
                <a:lnTo>
                  <a:pt x="146" y="267"/>
                </a:lnTo>
                <a:lnTo>
                  <a:pt x="146" y="266"/>
                </a:lnTo>
                <a:lnTo>
                  <a:pt x="147" y="266"/>
                </a:lnTo>
                <a:lnTo>
                  <a:pt x="146" y="266"/>
                </a:lnTo>
                <a:lnTo>
                  <a:pt x="146" y="267"/>
                </a:lnTo>
                <a:lnTo>
                  <a:pt x="146" y="268"/>
                </a:lnTo>
                <a:lnTo>
                  <a:pt x="145" y="268"/>
                </a:lnTo>
                <a:lnTo>
                  <a:pt x="145" y="267"/>
                </a:lnTo>
                <a:lnTo>
                  <a:pt x="145" y="268"/>
                </a:lnTo>
                <a:lnTo>
                  <a:pt x="144" y="268"/>
                </a:lnTo>
                <a:lnTo>
                  <a:pt x="144" y="269"/>
                </a:lnTo>
                <a:lnTo>
                  <a:pt x="143" y="269"/>
                </a:lnTo>
                <a:lnTo>
                  <a:pt x="143" y="270"/>
                </a:lnTo>
                <a:lnTo>
                  <a:pt x="142" y="270"/>
                </a:lnTo>
                <a:lnTo>
                  <a:pt x="141" y="270"/>
                </a:lnTo>
                <a:lnTo>
                  <a:pt x="141" y="271"/>
                </a:lnTo>
                <a:lnTo>
                  <a:pt x="140" y="271"/>
                </a:lnTo>
                <a:lnTo>
                  <a:pt x="139" y="271"/>
                </a:lnTo>
                <a:lnTo>
                  <a:pt x="138" y="271"/>
                </a:lnTo>
                <a:lnTo>
                  <a:pt x="138" y="270"/>
                </a:lnTo>
                <a:lnTo>
                  <a:pt x="138" y="269"/>
                </a:lnTo>
                <a:lnTo>
                  <a:pt x="139" y="269"/>
                </a:lnTo>
                <a:lnTo>
                  <a:pt x="138" y="269"/>
                </a:lnTo>
                <a:lnTo>
                  <a:pt x="138" y="268"/>
                </a:lnTo>
                <a:lnTo>
                  <a:pt x="139" y="268"/>
                </a:lnTo>
                <a:lnTo>
                  <a:pt x="138" y="268"/>
                </a:lnTo>
                <a:lnTo>
                  <a:pt x="138" y="269"/>
                </a:lnTo>
                <a:lnTo>
                  <a:pt x="137" y="269"/>
                </a:lnTo>
                <a:lnTo>
                  <a:pt x="138" y="269"/>
                </a:lnTo>
                <a:lnTo>
                  <a:pt x="138" y="270"/>
                </a:lnTo>
                <a:lnTo>
                  <a:pt x="137" y="270"/>
                </a:lnTo>
                <a:lnTo>
                  <a:pt x="137" y="269"/>
                </a:lnTo>
                <a:lnTo>
                  <a:pt x="137" y="268"/>
                </a:lnTo>
                <a:lnTo>
                  <a:pt x="138" y="268"/>
                </a:lnTo>
                <a:lnTo>
                  <a:pt x="138" y="267"/>
                </a:lnTo>
                <a:lnTo>
                  <a:pt x="137" y="267"/>
                </a:lnTo>
                <a:lnTo>
                  <a:pt x="138" y="267"/>
                </a:lnTo>
                <a:lnTo>
                  <a:pt x="138" y="266"/>
                </a:lnTo>
                <a:lnTo>
                  <a:pt x="139" y="266"/>
                </a:lnTo>
                <a:lnTo>
                  <a:pt x="138" y="266"/>
                </a:lnTo>
                <a:lnTo>
                  <a:pt x="137" y="266"/>
                </a:lnTo>
                <a:lnTo>
                  <a:pt x="137" y="267"/>
                </a:lnTo>
                <a:lnTo>
                  <a:pt x="136" y="268"/>
                </a:lnTo>
                <a:lnTo>
                  <a:pt x="136" y="267"/>
                </a:lnTo>
                <a:lnTo>
                  <a:pt x="136" y="266"/>
                </a:lnTo>
                <a:lnTo>
                  <a:pt x="136" y="265"/>
                </a:lnTo>
                <a:lnTo>
                  <a:pt x="136" y="266"/>
                </a:lnTo>
                <a:lnTo>
                  <a:pt x="135" y="266"/>
                </a:lnTo>
                <a:lnTo>
                  <a:pt x="135" y="265"/>
                </a:lnTo>
                <a:lnTo>
                  <a:pt x="136" y="265"/>
                </a:lnTo>
                <a:lnTo>
                  <a:pt x="136" y="264"/>
                </a:lnTo>
                <a:lnTo>
                  <a:pt x="135" y="265"/>
                </a:lnTo>
                <a:lnTo>
                  <a:pt x="134" y="265"/>
                </a:lnTo>
                <a:lnTo>
                  <a:pt x="134" y="266"/>
                </a:lnTo>
                <a:lnTo>
                  <a:pt x="133" y="265"/>
                </a:lnTo>
                <a:lnTo>
                  <a:pt x="132" y="266"/>
                </a:lnTo>
                <a:lnTo>
                  <a:pt x="131" y="266"/>
                </a:lnTo>
                <a:lnTo>
                  <a:pt x="130" y="266"/>
                </a:lnTo>
                <a:lnTo>
                  <a:pt x="130" y="265"/>
                </a:lnTo>
                <a:lnTo>
                  <a:pt x="130" y="266"/>
                </a:lnTo>
                <a:lnTo>
                  <a:pt x="129" y="266"/>
                </a:lnTo>
                <a:lnTo>
                  <a:pt x="129" y="265"/>
                </a:lnTo>
                <a:lnTo>
                  <a:pt x="128" y="265"/>
                </a:lnTo>
                <a:lnTo>
                  <a:pt x="128" y="266"/>
                </a:lnTo>
                <a:lnTo>
                  <a:pt x="129" y="266"/>
                </a:lnTo>
                <a:lnTo>
                  <a:pt x="130" y="266"/>
                </a:lnTo>
                <a:lnTo>
                  <a:pt x="130" y="267"/>
                </a:lnTo>
                <a:lnTo>
                  <a:pt x="129" y="267"/>
                </a:lnTo>
                <a:lnTo>
                  <a:pt x="130" y="267"/>
                </a:lnTo>
                <a:lnTo>
                  <a:pt x="131" y="267"/>
                </a:lnTo>
                <a:lnTo>
                  <a:pt x="131" y="268"/>
                </a:lnTo>
                <a:lnTo>
                  <a:pt x="132" y="268"/>
                </a:lnTo>
                <a:lnTo>
                  <a:pt x="132" y="269"/>
                </a:lnTo>
                <a:lnTo>
                  <a:pt x="132" y="268"/>
                </a:lnTo>
                <a:lnTo>
                  <a:pt x="133" y="268"/>
                </a:lnTo>
                <a:lnTo>
                  <a:pt x="133" y="269"/>
                </a:lnTo>
                <a:lnTo>
                  <a:pt x="134" y="269"/>
                </a:lnTo>
                <a:lnTo>
                  <a:pt x="135" y="269"/>
                </a:lnTo>
                <a:lnTo>
                  <a:pt x="135" y="270"/>
                </a:lnTo>
                <a:lnTo>
                  <a:pt x="135" y="271"/>
                </a:lnTo>
                <a:lnTo>
                  <a:pt x="135" y="272"/>
                </a:lnTo>
                <a:lnTo>
                  <a:pt x="135" y="273"/>
                </a:lnTo>
                <a:lnTo>
                  <a:pt x="135" y="274"/>
                </a:lnTo>
                <a:lnTo>
                  <a:pt x="134" y="274"/>
                </a:lnTo>
                <a:lnTo>
                  <a:pt x="134" y="275"/>
                </a:lnTo>
                <a:lnTo>
                  <a:pt x="135" y="275"/>
                </a:lnTo>
                <a:lnTo>
                  <a:pt x="136" y="275"/>
                </a:lnTo>
                <a:lnTo>
                  <a:pt x="136" y="276"/>
                </a:lnTo>
                <a:lnTo>
                  <a:pt x="134" y="276"/>
                </a:lnTo>
                <a:lnTo>
                  <a:pt x="133" y="276"/>
                </a:lnTo>
                <a:lnTo>
                  <a:pt x="132" y="276"/>
                </a:lnTo>
                <a:lnTo>
                  <a:pt x="130" y="277"/>
                </a:lnTo>
                <a:lnTo>
                  <a:pt x="129" y="278"/>
                </a:lnTo>
                <a:lnTo>
                  <a:pt x="128" y="279"/>
                </a:lnTo>
                <a:lnTo>
                  <a:pt x="128" y="280"/>
                </a:lnTo>
                <a:lnTo>
                  <a:pt x="128" y="281"/>
                </a:lnTo>
                <a:lnTo>
                  <a:pt x="129" y="281"/>
                </a:lnTo>
                <a:lnTo>
                  <a:pt x="128" y="282"/>
                </a:lnTo>
                <a:lnTo>
                  <a:pt x="127" y="283"/>
                </a:lnTo>
                <a:lnTo>
                  <a:pt x="126" y="283"/>
                </a:lnTo>
                <a:lnTo>
                  <a:pt x="127" y="283"/>
                </a:lnTo>
                <a:lnTo>
                  <a:pt x="126" y="282"/>
                </a:lnTo>
                <a:lnTo>
                  <a:pt x="126" y="281"/>
                </a:lnTo>
                <a:lnTo>
                  <a:pt x="125" y="281"/>
                </a:lnTo>
                <a:lnTo>
                  <a:pt x="125" y="282"/>
                </a:lnTo>
                <a:lnTo>
                  <a:pt x="125" y="281"/>
                </a:lnTo>
                <a:lnTo>
                  <a:pt x="124" y="281"/>
                </a:lnTo>
                <a:lnTo>
                  <a:pt x="124" y="282"/>
                </a:lnTo>
                <a:lnTo>
                  <a:pt x="125" y="282"/>
                </a:lnTo>
                <a:lnTo>
                  <a:pt x="126" y="282"/>
                </a:lnTo>
                <a:lnTo>
                  <a:pt x="126" y="283"/>
                </a:lnTo>
                <a:lnTo>
                  <a:pt x="126" y="282"/>
                </a:lnTo>
                <a:lnTo>
                  <a:pt x="125" y="282"/>
                </a:lnTo>
                <a:lnTo>
                  <a:pt x="124" y="282"/>
                </a:lnTo>
                <a:lnTo>
                  <a:pt x="123" y="282"/>
                </a:lnTo>
                <a:lnTo>
                  <a:pt x="122" y="283"/>
                </a:lnTo>
                <a:lnTo>
                  <a:pt x="121" y="283"/>
                </a:lnTo>
                <a:lnTo>
                  <a:pt x="121" y="284"/>
                </a:lnTo>
                <a:lnTo>
                  <a:pt x="120" y="284"/>
                </a:lnTo>
                <a:lnTo>
                  <a:pt x="120" y="283"/>
                </a:lnTo>
                <a:lnTo>
                  <a:pt x="120" y="284"/>
                </a:lnTo>
                <a:lnTo>
                  <a:pt x="121" y="283"/>
                </a:lnTo>
                <a:lnTo>
                  <a:pt x="120" y="283"/>
                </a:lnTo>
                <a:lnTo>
                  <a:pt x="119" y="283"/>
                </a:lnTo>
                <a:lnTo>
                  <a:pt x="118" y="283"/>
                </a:lnTo>
                <a:lnTo>
                  <a:pt x="118" y="284"/>
                </a:lnTo>
                <a:lnTo>
                  <a:pt x="117" y="284"/>
                </a:lnTo>
                <a:lnTo>
                  <a:pt x="116" y="284"/>
                </a:lnTo>
                <a:lnTo>
                  <a:pt x="116" y="285"/>
                </a:lnTo>
                <a:lnTo>
                  <a:pt x="116" y="284"/>
                </a:lnTo>
                <a:lnTo>
                  <a:pt x="115" y="284"/>
                </a:lnTo>
                <a:lnTo>
                  <a:pt x="115" y="283"/>
                </a:lnTo>
                <a:lnTo>
                  <a:pt x="116" y="283"/>
                </a:lnTo>
                <a:lnTo>
                  <a:pt x="115" y="283"/>
                </a:lnTo>
                <a:lnTo>
                  <a:pt x="115" y="282"/>
                </a:lnTo>
                <a:lnTo>
                  <a:pt x="114" y="282"/>
                </a:lnTo>
                <a:lnTo>
                  <a:pt x="114" y="281"/>
                </a:lnTo>
                <a:lnTo>
                  <a:pt x="114" y="280"/>
                </a:lnTo>
                <a:lnTo>
                  <a:pt x="114" y="281"/>
                </a:lnTo>
                <a:lnTo>
                  <a:pt x="113" y="280"/>
                </a:lnTo>
                <a:lnTo>
                  <a:pt x="113" y="281"/>
                </a:lnTo>
                <a:lnTo>
                  <a:pt x="114" y="281"/>
                </a:lnTo>
                <a:lnTo>
                  <a:pt x="114" y="282"/>
                </a:lnTo>
                <a:lnTo>
                  <a:pt x="113" y="282"/>
                </a:lnTo>
                <a:lnTo>
                  <a:pt x="113" y="281"/>
                </a:lnTo>
                <a:lnTo>
                  <a:pt x="113" y="282"/>
                </a:lnTo>
                <a:lnTo>
                  <a:pt x="113" y="283"/>
                </a:lnTo>
                <a:lnTo>
                  <a:pt x="114" y="283"/>
                </a:lnTo>
                <a:lnTo>
                  <a:pt x="113" y="283"/>
                </a:lnTo>
                <a:lnTo>
                  <a:pt x="113" y="284"/>
                </a:lnTo>
                <a:lnTo>
                  <a:pt x="112" y="284"/>
                </a:lnTo>
                <a:lnTo>
                  <a:pt x="112" y="283"/>
                </a:lnTo>
                <a:lnTo>
                  <a:pt x="111" y="283"/>
                </a:lnTo>
                <a:lnTo>
                  <a:pt x="110" y="283"/>
                </a:lnTo>
                <a:lnTo>
                  <a:pt x="109" y="283"/>
                </a:lnTo>
                <a:lnTo>
                  <a:pt x="110" y="283"/>
                </a:lnTo>
                <a:lnTo>
                  <a:pt x="111" y="283"/>
                </a:lnTo>
                <a:lnTo>
                  <a:pt x="111" y="284"/>
                </a:lnTo>
                <a:lnTo>
                  <a:pt x="112" y="284"/>
                </a:lnTo>
                <a:lnTo>
                  <a:pt x="111" y="284"/>
                </a:lnTo>
                <a:lnTo>
                  <a:pt x="110" y="284"/>
                </a:lnTo>
                <a:lnTo>
                  <a:pt x="110" y="285"/>
                </a:lnTo>
                <a:lnTo>
                  <a:pt x="109" y="285"/>
                </a:lnTo>
                <a:lnTo>
                  <a:pt x="109" y="286"/>
                </a:lnTo>
                <a:lnTo>
                  <a:pt x="108" y="286"/>
                </a:lnTo>
                <a:lnTo>
                  <a:pt x="108" y="287"/>
                </a:lnTo>
                <a:lnTo>
                  <a:pt x="107" y="287"/>
                </a:lnTo>
                <a:lnTo>
                  <a:pt x="107" y="288"/>
                </a:lnTo>
                <a:lnTo>
                  <a:pt x="106" y="289"/>
                </a:lnTo>
                <a:lnTo>
                  <a:pt x="105" y="289"/>
                </a:lnTo>
                <a:lnTo>
                  <a:pt x="105" y="290"/>
                </a:lnTo>
                <a:lnTo>
                  <a:pt x="104" y="290"/>
                </a:lnTo>
                <a:lnTo>
                  <a:pt x="104" y="291"/>
                </a:lnTo>
                <a:lnTo>
                  <a:pt x="103" y="291"/>
                </a:lnTo>
                <a:lnTo>
                  <a:pt x="102" y="291"/>
                </a:lnTo>
                <a:lnTo>
                  <a:pt x="102" y="292"/>
                </a:lnTo>
                <a:lnTo>
                  <a:pt x="102" y="291"/>
                </a:lnTo>
                <a:lnTo>
                  <a:pt x="102" y="290"/>
                </a:lnTo>
                <a:lnTo>
                  <a:pt x="102" y="289"/>
                </a:lnTo>
                <a:lnTo>
                  <a:pt x="102" y="290"/>
                </a:lnTo>
                <a:lnTo>
                  <a:pt x="103" y="290"/>
                </a:lnTo>
                <a:lnTo>
                  <a:pt x="104" y="290"/>
                </a:lnTo>
                <a:lnTo>
                  <a:pt x="104" y="289"/>
                </a:lnTo>
                <a:lnTo>
                  <a:pt x="103" y="289"/>
                </a:lnTo>
                <a:lnTo>
                  <a:pt x="103" y="288"/>
                </a:lnTo>
                <a:lnTo>
                  <a:pt x="104" y="288"/>
                </a:lnTo>
                <a:lnTo>
                  <a:pt x="104" y="287"/>
                </a:lnTo>
                <a:lnTo>
                  <a:pt x="105" y="287"/>
                </a:lnTo>
                <a:lnTo>
                  <a:pt x="104" y="287"/>
                </a:lnTo>
                <a:lnTo>
                  <a:pt x="104" y="286"/>
                </a:lnTo>
                <a:lnTo>
                  <a:pt x="103" y="286"/>
                </a:lnTo>
                <a:lnTo>
                  <a:pt x="102" y="286"/>
                </a:lnTo>
                <a:lnTo>
                  <a:pt x="101" y="286"/>
                </a:lnTo>
                <a:lnTo>
                  <a:pt x="100" y="286"/>
                </a:lnTo>
                <a:lnTo>
                  <a:pt x="100" y="285"/>
                </a:lnTo>
                <a:lnTo>
                  <a:pt x="99" y="285"/>
                </a:lnTo>
                <a:lnTo>
                  <a:pt x="98" y="285"/>
                </a:lnTo>
                <a:lnTo>
                  <a:pt x="98" y="286"/>
                </a:lnTo>
                <a:lnTo>
                  <a:pt x="98" y="285"/>
                </a:lnTo>
                <a:lnTo>
                  <a:pt x="97" y="285"/>
                </a:lnTo>
                <a:lnTo>
                  <a:pt x="97" y="286"/>
                </a:lnTo>
                <a:lnTo>
                  <a:pt x="98" y="286"/>
                </a:lnTo>
                <a:lnTo>
                  <a:pt x="97" y="286"/>
                </a:lnTo>
                <a:lnTo>
                  <a:pt x="98" y="286"/>
                </a:lnTo>
                <a:lnTo>
                  <a:pt x="99" y="286"/>
                </a:lnTo>
                <a:lnTo>
                  <a:pt x="100" y="287"/>
                </a:lnTo>
                <a:lnTo>
                  <a:pt x="99" y="287"/>
                </a:lnTo>
                <a:lnTo>
                  <a:pt x="98" y="287"/>
                </a:lnTo>
                <a:lnTo>
                  <a:pt x="97" y="288"/>
                </a:lnTo>
                <a:lnTo>
                  <a:pt x="96" y="288"/>
                </a:lnTo>
                <a:lnTo>
                  <a:pt x="95" y="288"/>
                </a:lnTo>
                <a:lnTo>
                  <a:pt x="94" y="289"/>
                </a:lnTo>
                <a:lnTo>
                  <a:pt x="94" y="288"/>
                </a:lnTo>
                <a:lnTo>
                  <a:pt x="93" y="288"/>
                </a:lnTo>
                <a:lnTo>
                  <a:pt x="93" y="289"/>
                </a:lnTo>
                <a:lnTo>
                  <a:pt x="92" y="289"/>
                </a:lnTo>
                <a:lnTo>
                  <a:pt x="91" y="289"/>
                </a:lnTo>
                <a:lnTo>
                  <a:pt x="91" y="288"/>
                </a:lnTo>
                <a:lnTo>
                  <a:pt x="91" y="287"/>
                </a:lnTo>
                <a:lnTo>
                  <a:pt x="91" y="288"/>
                </a:lnTo>
                <a:lnTo>
                  <a:pt x="90" y="288"/>
                </a:lnTo>
                <a:lnTo>
                  <a:pt x="90" y="287"/>
                </a:lnTo>
                <a:lnTo>
                  <a:pt x="90" y="286"/>
                </a:lnTo>
                <a:lnTo>
                  <a:pt x="89" y="286"/>
                </a:lnTo>
                <a:lnTo>
                  <a:pt x="88" y="285"/>
                </a:lnTo>
                <a:lnTo>
                  <a:pt x="88" y="286"/>
                </a:lnTo>
                <a:lnTo>
                  <a:pt x="87" y="286"/>
                </a:lnTo>
                <a:lnTo>
                  <a:pt x="87" y="285"/>
                </a:lnTo>
                <a:lnTo>
                  <a:pt x="87" y="284"/>
                </a:lnTo>
                <a:lnTo>
                  <a:pt x="87" y="285"/>
                </a:lnTo>
                <a:lnTo>
                  <a:pt x="86" y="286"/>
                </a:lnTo>
                <a:lnTo>
                  <a:pt x="85" y="287"/>
                </a:lnTo>
                <a:lnTo>
                  <a:pt x="85" y="288"/>
                </a:lnTo>
                <a:lnTo>
                  <a:pt x="86" y="288"/>
                </a:lnTo>
                <a:lnTo>
                  <a:pt x="86" y="289"/>
                </a:lnTo>
                <a:lnTo>
                  <a:pt x="87" y="288"/>
                </a:lnTo>
                <a:lnTo>
                  <a:pt x="88" y="288"/>
                </a:lnTo>
                <a:lnTo>
                  <a:pt x="89" y="288"/>
                </a:lnTo>
                <a:lnTo>
                  <a:pt x="90" y="288"/>
                </a:lnTo>
                <a:lnTo>
                  <a:pt x="91" y="289"/>
                </a:lnTo>
                <a:lnTo>
                  <a:pt x="90" y="289"/>
                </a:lnTo>
                <a:lnTo>
                  <a:pt x="89" y="289"/>
                </a:lnTo>
                <a:lnTo>
                  <a:pt x="88" y="290"/>
                </a:lnTo>
                <a:lnTo>
                  <a:pt x="87" y="290"/>
                </a:lnTo>
                <a:lnTo>
                  <a:pt x="86" y="291"/>
                </a:lnTo>
                <a:lnTo>
                  <a:pt x="85" y="291"/>
                </a:lnTo>
                <a:lnTo>
                  <a:pt x="85" y="292"/>
                </a:lnTo>
                <a:lnTo>
                  <a:pt x="84" y="292"/>
                </a:lnTo>
                <a:lnTo>
                  <a:pt x="83" y="292"/>
                </a:lnTo>
                <a:lnTo>
                  <a:pt x="82" y="293"/>
                </a:lnTo>
                <a:lnTo>
                  <a:pt x="82" y="292"/>
                </a:lnTo>
                <a:lnTo>
                  <a:pt x="81" y="292"/>
                </a:lnTo>
                <a:lnTo>
                  <a:pt x="82" y="292"/>
                </a:lnTo>
                <a:lnTo>
                  <a:pt x="82" y="293"/>
                </a:lnTo>
                <a:lnTo>
                  <a:pt x="81" y="293"/>
                </a:lnTo>
                <a:lnTo>
                  <a:pt x="80" y="293"/>
                </a:lnTo>
                <a:lnTo>
                  <a:pt x="80" y="294"/>
                </a:lnTo>
                <a:lnTo>
                  <a:pt x="79" y="294"/>
                </a:lnTo>
                <a:lnTo>
                  <a:pt x="79" y="295"/>
                </a:lnTo>
                <a:lnTo>
                  <a:pt x="78" y="295"/>
                </a:lnTo>
                <a:lnTo>
                  <a:pt x="77" y="295"/>
                </a:lnTo>
                <a:lnTo>
                  <a:pt x="76" y="295"/>
                </a:lnTo>
                <a:lnTo>
                  <a:pt x="75" y="295"/>
                </a:lnTo>
                <a:lnTo>
                  <a:pt x="74" y="295"/>
                </a:lnTo>
                <a:lnTo>
                  <a:pt x="74" y="294"/>
                </a:lnTo>
                <a:lnTo>
                  <a:pt x="73" y="295"/>
                </a:lnTo>
                <a:lnTo>
                  <a:pt x="72" y="295"/>
                </a:lnTo>
                <a:lnTo>
                  <a:pt x="72" y="294"/>
                </a:lnTo>
                <a:lnTo>
                  <a:pt x="71" y="295"/>
                </a:lnTo>
                <a:lnTo>
                  <a:pt x="70" y="295"/>
                </a:lnTo>
                <a:lnTo>
                  <a:pt x="70" y="296"/>
                </a:lnTo>
                <a:lnTo>
                  <a:pt x="69" y="296"/>
                </a:lnTo>
                <a:lnTo>
                  <a:pt x="68" y="296"/>
                </a:lnTo>
                <a:lnTo>
                  <a:pt x="68" y="297"/>
                </a:lnTo>
                <a:lnTo>
                  <a:pt x="67" y="297"/>
                </a:lnTo>
                <a:lnTo>
                  <a:pt x="67" y="298"/>
                </a:lnTo>
                <a:lnTo>
                  <a:pt x="66" y="299"/>
                </a:lnTo>
                <a:lnTo>
                  <a:pt x="66" y="300"/>
                </a:lnTo>
                <a:lnTo>
                  <a:pt x="65" y="301"/>
                </a:lnTo>
                <a:lnTo>
                  <a:pt x="64" y="302"/>
                </a:lnTo>
                <a:lnTo>
                  <a:pt x="64" y="303"/>
                </a:lnTo>
                <a:lnTo>
                  <a:pt x="64" y="304"/>
                </a:lnTo>
                <a:lnTo>
                  <a:pt x="64" y="305"/>
                </a:lnTo>
                <a:lnTo>
                  <a:pt x="63" y="305"/>
                </a:lnTo>
                <a:lnTo>
                  <a:pt x="63" y="306"/>
                </a:lnTo>
                <a:lnTo>
                  <a:pt x="62" y="306"/>
                </a:lnTo>
                <a:lnTo>
                  <a:pt x="62" y="307"/>
                </a:lnTo>
                <a:lnTo>
                  <a:pt x="61" y="307"/>
                </a:lnTo>
                <a:lnTo>
                  <a:pt x="60" y="307"/>
                </a:lnTo>
                <a:lnTo>
                  <a:pt x="59" y="308"/>
                </a:lnTo>
                <a:lnTo>
                  <a:pt x="59" y="307"/>
                </a:lnTo>
                <a:lnTo>
                  <a:pt x="59" y="308"/>
                </a:lnTo>
                <a:lnTo>
                  <a:pt x="58" y="307"/>
                </a:lnTo>
                <a:lnTo>
                  <a:pt x="58" y="308"/>
                </a:lnTo>
                <a:lnTo>
                  <a:pt x="58" y="307"/>
                </a:lnTo>
                <a:lnTo>
                  <a:pt x="57" y="307"/>
                </a:lnTo>
                <a:lnTo>
                  <a:pt x="57" y="308"/>
                </a:lnTo>
                <a:lnTo>
                  <a:pt x="56" y="308"/>
                </a:lnTo>
                <a:lnTo>
                  <a:pt x="55" y="309"/>
                </a:lnTo>
                <a:lnTo>
                  <a:pt x="55" y="308"/>
                </a:lnTo>
                <a:lnTo>
                  <a:pt x="54" y="308"/>
                </a:lnTo>
                <a:lnTo>
                  <a:pt x="53" y="308"/>
                </a:lnTo>
                <a:lnTo>
                  <a:pt x="52" y="308"/>
                </a:lnTo>
                <a:lnTo>
                  <a:pt x="52" y="309"/>
                </a:lnTo>
                <a:lnTo>
                  <a:pt x="51" y="309"/>
                </a:lnTo>
                <a:lnTo>
                  <a:pt x="51" y="310"/>
                </a:lnTo>
                <a:lnTo>
                  <a:pt x="50" y="310"/>
                </a:lnTo>
                <a:lnTo>
                  <a:pt x="49" y="310"/>
                </a:lnTo>
                <a:lnTo>
                  <a:pt x="49" y="309"/>
                </a:lnTo>
                <a:lnTo>
                  <a:pt x="50" y="308"/>
                </a:lnTo>
                <a:lnTo>
                  <a:pt x="50" y="307"/>
                </a:lnTo>
                <a:lnTo>
                  <a:pt x="50" y="306"/>
                </a:lnTo>
                <a:lnTo>
                  <a:pt x="49" y="307"/>
                </a:lnTo>
                <a:lnTo>
                  <a:pt x="49" y="306"/>
                </a:lnTo>
                <a:lnTo>
                  <a:pt x="49" y="305"/>
                </a:lnTo>
                <a:lnTo>
                  <a:pt x="48" y="305"/>
                </a:lnTo>
                <a:lnTo>
                  <a:pt x="48" y="304"/>
                </a:lnTo>
                <a:lnTo>
                  <a:pt x="49" y="304"/>
                </a:lnTo>
                <a:lnTo>
                  <a:pt x="49" y="303"/>
                </a:lnTo>
                <a:lnTo>
                  <a:pt x="50" y="303"/>
                </a:lnTo>
                <a:lnTo>
                  <a:pt x="50" y="302"/>
                </a:lnTo>
                <a:lnTo>
                  <a:pt x="49" y="302"/>
                </a:lnTo>
                <a:lnTo>
                  <a:pt x="48" y="302"/>
                </a:lnTo>
                <a:lnTo>
                  <a:pt x="48" y="301"/>
                </a:lnTo>
                <a:lnTo>
                  <a:pt x="48" y="300"/>
                </a:lnTo>
                <a:lnTo>
                  <a:pt x="48" y="299"/>
                </a:lnTo>
                <a:lnTo>
                  <a:pt x="49" y="298"/>
                </a:lnTo>
                <a:lnTo>
                  <a:pt x="49" y="297"/>
                </a:lnTo>
                <a:lnTo>
                  <a:pt x="48" y="297"/>
                </a:lnTo>
                <a:lnTo>
                  <a:pt x="48" y="298"/>
                </a:lnTo>
                <a:lnTo>
                  <a:pt x="47" y="298"/>
                </a:lnTo>
                <a:lnTo>
                  <a:pt x="46" y="297"/>
                </a:lnTo>
                <a:lnTo>
                  <a:pt x="46" y="296"/>
                </a:lnTo>
                <a:lnTo>
                  <a:pt x="45" y="296"/>
                </a:lnTo>
                <a:lnTo>
                  <a:pt x="45" y="295"/>
                </a:lnTo>
                <a:lnTo>
                  <a:pt x="44" y="295"/>
                </a:lnTo>
                <a:lnTo>
                  <a:pt x="45" y="296"/>
                </a:lnTo>
                <a:lnTo>
                  <a:pt x="45" y="297"/>
                </a:lnTo>
                <a:lnTo>
                  <a:pt x="46" y="297"/>
                </a:lnTo>
                <a:lnTo>
                  <a:pt x="46" y="298"/>
                </a:lnTo>
                <a:lnTo>
                  <a:pt x="46" y="299"/>
                </a:lnTo>
                <a:lnTo>
                  <a:pt x="47" y="299"/>
                </a:lnTo>
                <a:lnTo>
                  <a:pt x="47" y="300"/>
                </a:lnTo>
                <a:lnTo>
                  <a:pt x="47" y="301"/>
                </a:lnTo>
                <a:lnTo>
                  <a:pt x="46" y="301"/>
                </a:lnTo>
                <a:lnTo>
                  <a:pt x="46" y="302"/>
                </a:lnTo>
                <a:lnTo>
                  <a:pt x="47" y="302"/>
                </a:lnTo>
                <a:lnTo>
                  <a:pt x="46" y="302"/>
                </a:lnTo>
                <a:lnTo>
                  <a:pt x="47" y="301"/>
                </a:lnTo>
                <a:lnTo>
                  <a:pt x="47" y="302"/>
                </a:lnTo>
                <a:lnTo>
                  <a:pt x="48" y="303"/>
                </a:lnTo>
                <a:lnTo>
                  <a:pt x="47" y="303"/>
                </a:lnTo>
                <a:lnTo>
                  <a:pt x="47" y="304"/>
                </a:lnTo>
                <a:lnTo>
                  <a:pt x="47" y="305"/>
                </a:lnTo>
                <a:lnTo>
                  <a:pt x="46" y="304"/>
                </a:lnTo>
                <a:lnTo>
                  <a:pt x="46" y="305"/>
                </a:lnTo>
                <a:lnTo>
                  <a:pt x="46" y="306"/>
                </a:lnTo>
                <a:lnTo>
                  <a:pt x="47" y="306"/>
                </a:lnTo>
                <a:lnTo>
                  <a:pt x="47" y="305"/>
                </a:lnTo>
                <a:lnTo>
                  <a:pt x="47" y="306"/>
                </a:lnTo>
                <a:lnTo>
                  <a:pt x="47" y="307"/>
                </a:lnTo>
                <a:lnTo>
                  <a:pt x="48" y="307"/>
                </a:lnTo>
                <a:lnTo>
                  <a:pt x="48" y="308"/>
                </a:lnTo>
                <a:lnTo>
                  <a:pt x="48" y="309"/>
                </a:lnTo>
                <a:lnTo>
                  <a:pt x="48" y="310"/>
                </a:lnTo>
                <a:lnTo>
                  <a:pt x="48" y="311"/>
                </a:lnTo>
                <a:lnTo>
                  <a:pt x="47" y="311"/>
                </a:lnTo>
                <a:lnTo>
                  <a:pt x="47" y="312"/>
                </a:lnTo>
                <a:lnTo>
                  <a:pt x="47" y="313"/>
                </a:lnTo>
                <a:lnTo>
                  <a:pt x="47" y="314"/>
                </a:lnTo>
                <a:lnTo>
                  <a:pt x="46" y="314"/>
                </a:lnTo>
                <a:lnTo>
                  <a:pt x="45" y="314"/>
                </a:lnTo>
                <a:lnTo>
                  <a:pt x="45" y="315"/>
                </a:lnTo>
                <a:lnTo>
                  <a:pt x="44" y="315"/>
                </a:lnTo>
                <a:lnTo>
                  <a:pt x="44" y="316"/>
                </a:lnTo>
                <a:lnTo>
                  <a:pt x="43" y="316"/>
                </a:lnTo>
                <a:lnTo>
                  <a:pt x="42" y="316"/>
                </a:lnTo>
                <a:lnTo>
                  <a:pt x="42" y="315"/>
                </a:lnTo>
                <a:lnTo>
                  <a:pt x="42" y="316"/>
                </a:lnTo>
                <a:lnTo>
                  <a:pt x="41" y="316"/>
                </a:lnTo>
                <a:lnTo>
                  <a:pt x="41" y="317"/>
                </a:lnTo>
                <a:lnTo>
                  <a:pt x="40" y="317"/>
                </a:lnTo>
                <a:lnTo>
                  <a:pt x="39" y="317"/>
                </a:lnTo>
                <a:lnTo>
                  <a:pt x="39" y="318"/>
                </a:lnTo>
                <a:lnTo>
                  <a:pt x="38" y="318"/>
                </a:lnTo>
                <a:lnTo>
                  <a:pt x="38" y="317"/>
                </a:lnTo>
                <a:lnTo>
                  <a:pt x="37" y="317"/>
                </a:lnTo>
                <a:lnTo>
                  <a:pt x="37" y="318"/>
                </a:lnTo>
                <a:lnTo>
                  <a:pt x="37" y="319"/>
                </a:lnTo>
                <a:lnTo>
                  <a:pt x="37" y="320"/>
                </a:lnTo>
                <a:lnTo>
                  <a:pt x="37" y="321"/>
                </a:lnTo>
                <a:lnTo>
                  <a:pt x="36" y="321"/>
                </a:lnTo>
                <a:lnTo>
                  <a:pt x="36" y="320"/>
                </a:lnTo>
                <a:lnTo>
                  <a:pt x="35" y="320"/>
                </a:lnTo>
                <a:lnTo>
                  <a:pt x="35" y="319"/>
                </a:lnTo>
                <a:lnTo>
                  <a:pt x="35" y="317"/>
                </a:lnTo>
                <a:lnTo>
                  <a:pt x="36" y="317"/>
                </a:lnTo>
                <a:lnTo>
                  <a:pt x="35" y="316"/>
                </a:lnTo>
                <a:lnTo>
                  <a:pt x="34" y="317"/>
                </a:lnTo>
                <a:lnTo>
                  <a:pt x="35" y="317"/>
                </a:lnTo>
                <a:lnTo>
                  <a:pt x="35" y="318"/>
                </a:lnTo>
                <a:lnTo>
                  <a:pt x="35" y="319"/>
                </a:lnTo>
                <a:lnTo>
                  <a:pt x="35" y="320"/>
                </a:lnTo>
                <a:lnTo>
                  <a:pt x="34" y="320"/>
                </a:lnTo>
                <a:lnTo>
                  <a:pt x="34" y="319"/>
                </a:lnTo>
                <a:lnTo>
                  <a:pt x="33" y="320"/>
                </a:lnTo>
                <a:lnTo>
                  <a:pt x="34" y="320"/>
                </a:lnTo>
                <a:lnTo>
                  <a:pt x="35" y="320"/>
                </a:lnTo>
                <a:lnTo>
                  <a:pt x="34" y="320"/>
                </a:lnTo>
                <a:lnTo>
                  <a:pt x="35" y="321"/>
                </a:lnTo>
                <a:lnTo>
                  <a:pt x="34" y="321"/>
                </a:lnTo>
                <a:lnTo>
                  <a:pt x="34" y="322"/>
                </a:lnTo>
                <a:lnTo>
                  <a:pt x="33" y="323"/>
                </a:lnTo>
                <a:lnTo>
                  <a:pt x="33" y="324"/>
                </a:lnTo>
                <a:lnTo>
                  <a:pt x="34" y="324"/>
                </a:lnTo>
                <a:lnTo>
                  <a:pt x="33" y="324"/>
                </a:lnTo>
                <a:lnTo>
                  <a:pt x="33" y="325"/>
                </a:lnTo>
                <a:lnTo>
                  <a:pt x="32" y="325"/>
                </a:lnTo>
                <a:lnTo>
                  <a:pt x="32" y="326"/>
                </a:lnTo>
                <a:lnTo>
                  <a:pt x="33" y="326"/>
                </a:lnTo>
                <a:lnTo>
                  <a:pt x="33" y="327"/>
                </a:lnTo>
                <a:lnTo>
                  <a:pt x="32" y="327"/>
                </a:lnTo>
                <a:lnTo>
                  <a:pt x="32" y="328"/>
                </a:lnTo>
                <a:lnTo>
                  <a:pt x="32" y="329"/>
                </a:lnTo>
                <a:lnTo>
                  <a:pt x="33" y="329"/>
                </a:lnTo>
                <a:lnTo>
                  <a:pt x="33" y="330"/>
                </a:lnTo>
                <a:lnTo>
                  <a:pt x="33" y="331"/>
                </a:lnTo>
                <a:lnTo>
                  <a:pt x="34" y="332"/>
                </a:lnTo>
                <a:lnTo>
                  <a:pt x="34" y="333"/>
                </a:lnTo>
                <a:lnTo>
                  <a:pt x="35" y="333"/>
                </a:lnTo>
                <a:lnTo>
                  <a:pt x="35" y="334"/>
                </a:lnTo>
                <a:lnTo>
                  <a:pt x="34" y="334"/>
                </a:lnTo>
                <a:lnTo>
                  <a:pt x="34" y="335"/>
                </a:lnTo>
                <a:lnTo>
                  <a:pt x="35" y="334"/>
                </a:lnTo>
                <a:lnTo>
                  <a:pt x="36" y="334"/>
                </a:lnTo>
                <a:lnTo>
                  <a:pt x="37" y="334"/>
                </a:lnTo>
                <a:lnTo>
                  <a:pt x="38" y="334"/>
                </a:lnTo>
                <a:lnTo>
                  <a:pt x="39" y="334"/>
                </a:lnTo>
                <a:lnTo>
                  <a:pt x="39" y="335"/>
                </a:lnTo>
                <a:lnTo>
                  <a:pt x="39" y="334"/>
                </a:lnTo>
                <a:lnTo>
                  <a:pt x="40" y="334"/>
                </a:lnTo>
                <a:lnTo>
                  <a:pt x="41" y="334"/>
                </a:lnTo>
                <a:lnTo>
                  <a:pt x="42" y="334"/>
                </a:lnTo>
                <a:lnTo>
                  <a:pt x="43" y="334"/>
                </a:lnTo>
                <a:lnTo>
                  <a:pt x="44" y="334"/>
                </a:lnTo>
                <a:lnTo>
                  <a:pt x="44" y="335"/>
                </a:lnTo>
                <a:lnTo>
                  <a:pt x="45" y="335"/>
                </a:lnTo>
                <a:lnTo>
                  <a:pt x="46" y="335"/>
                </a:lnTo>
                <a:lnTo>
                  <a:pt x="47" y="336"/>
                </a:lnTo>
                <a:lnTo>
                  <a:pt x="47" y="335"/>
                </a:lnTo>
                <a:lnTo>
                  <a:pt x="46" y="335"/>
                </a:lnTo>
                <a:lnTo>
                  <a:pt x="47" y="335"/>
                </a:lnTo>
                <a:lnTo>
                  <a:pt x="47" y="336"/>
                </a:lnTo>
                <a:lnTo>
                  <a:pt x="48" y="337"/>
                </a:lnTo>
                <a:lnTo>
                  <a:pt x="47" y="337"/>
                </a:lnTo>
                <a:lnTo>
                  <a:pt x="48" y="337"/>
                </a:lnTo>
                <a:lnTo>
                  <a:pt x="48" y="338"/>
                </a:lnTo>
                <a:lnTo>
                  <a:pt x="48" y="339"/>
                </a:lnTo>
                <a:lnTo>
                  <a:pt x="48" y="340"/>
                </a:lnTo>
                <a:lnTo>
                  <a:pt x="48" y="342"/>
                </a:lnTo>
                <a:lnTo>
                  <a:pt x="48" y="343"/>
                </a:lnTo>
                <a:lnTo>
                  <a:pt x="47" y="343"/>
                </a:lnTo>
                <a:lnTo>
                  <a:pt x="46" y="343"/>
                </a:lnTo>
                <a:lnTo>
                  <a:pt x="46" y="342"/>
                </a:lnTo>
                <a:lnTo>
                  <a:pt x="45" y="342"/>
                </a:lnTo>
                <a:lnTo>
                  <a:pt x="45" y="341"/>
                </a:lnTo>
                <a:lnTo>
                  <a:pt x="45" y="340"/>
                </a:lnTo>
                <a:lnTo>
                  <a:pt x="44" y="340"/>
                </a:lnTo>
                <a:lnTo>
                  <a:pt x="44" y="339"/>
                </a:lnTo>
                <a:lnTo>
                  <a:pt x="44" y="338"/>
                </a:lnTo>
                <a:lnTo>
                  <a:pt x="43" y="338"/>
                </a:lnTo>
                <a:lnTo>
                  <a:pt x="44" y="339"/>
                </a:lnTo>
                <a:lnTo>
                  <a:pt x="44" y="340"/>
                </a:lnTo>
                <a:lnTo>
                  <a:pt x="44" y="341"/>
                </a:lnTo>
                <a:lnTo>
                  <a:pt x="43" y="341"/>
                </a:lnTo>
                <a:lnTo>
                  <a:pt x="43" y="342"/>
                </a:lnTo>
                <a:lnTo>
                  <a:pt x="43" y="341"/>
                </a:lnTo>
                <a:lnTo>
                  <a:pt x="44" y="341"/>
                </a:lnTo>
                <a:lnTo>
                  <a:pt x="44" y="342"/>
                </a:lnTo>
                <a:lnTo>
                  <a:pt x="44" y="343"/>
                </a:lnTo>
                <a:lnTo>
                  <a:pt x="45" y="343"/>
                </a:lnTo>
                <a:lnTo>
                  <a:pt x="44" y="343"/>
                </a:lnTo>
                <a:lnTo>
                  <a:pt x="44" y="344"/>
                </a:lnTo>
                <a:lnTo>
                  <a:pt x="43" y="345"/>
                </a:lnTo>
                <a:lnTo>
                  <a:pt x="42" y="345"/>
                </a:lnTo>
                <a:lnTo>
                  <a:pt x="43" y="345"/>
                </a:lnTo>
                <a:lnTo>
                  <a:pt x="42" y="345"/>
                </a:lnTo>
                <a:lnTo>
                  <a:pt x="42" y="346"/>
                </a:lnTo>
                <a:lnTo>
                  <a:pt x="43" y="346"/>
                </a:lnTo>
                <a:lnTo>
                  <a:pt x="42" y="346"/>
                </a:lnTo>
                <a:lnTo>
                  <a:pt x="42" y="347"/>
                </a:lnTo>
                <a:lnTo>
                  <a:pt x="42" y="346"/>
                </a:lnTo>
                <a:lnTo>
                  <a:pt x="42" y="347"/>
                </a:lnTo>
                <a:lnTo>
                  <a:pt x="43" y="347"/>
                </a:lnTo>
                <a:lnTo>
                  <a:pt x="43" y="346"/>
                </a:lnTo>
                <a:lnTo>
                  <a:pt x="44" y="346"/>
                </a:lnTo>
                <a:lnTo>
                  <a:pt x="44" y="345"/>
                </a:lnTo>
                <a:lnTo>
                  <a:pt x="44" y="346"/>
                </a:lnTo>
                <a:lnTo>
                  <a:pt x="45" y="346"/>
                </a:lnTo>
                <a:lnTo>
                  <a:pt x="45" y="347"/>
                </a:lnTo>
                <a:lnTo>
                  <a:pt x="44" y="347"/>
                </a:lnTo>
                <a:lnTo>
                  <a:pt x="45" y="347"/>
                </a:lnTo>
                <a:lnTo>
                  <a:pt x="45" y="348"/>
                </a:lnTo>
                <a:lnTo>
                  <a:pt x="44" y="348"/>
                </a:lnTo>
                <a:lnTo>
                  <a:pt x="45" y="348"/>
                </a:lnTo>
                <a:lnTo>
                  <a:pt x="45" y="347"/>
                </a:lnTo>
                <a:lnTo>
                  <a:pt x="45" y="346"/>
                </a:lnTo>
                <a:lnTo>
                  <a:pt x="46" y="346"/>
                </a:lnTo>
                <a:lnTo>
                  <a:pt x="46" y="347"/>
                </a:lnTo>
                <a:lnTo>
                  <a:pt x="47" y="347"/>
                </a:lnTo>
                <a:lnTo>
                  <a:pt x="47" y="348"/>
                </a:lnTo>
                <a:lnTo>
                  <a:pt x="47" y="347"/>
                </a:lnTo>
                <a:lnTo>
                  <a:pt x="47" y="346"/>
                </a:lnTo>
                <a:lnTo>
                  <a:pt x="48" y="346"/>
                </a:lnTo>
                <a:lnTo>
                  <a:pt x="48" y="347"/>
                </a:lnTo>
                <a:lnTo>
                  <a:pt x="48" y="348"/>
                </a:lnTo>
                <a:lnTo>
                  <a:pt x="48" y="347"/>
                </a:lnTo>
                <a:lnTo>
                  <a:pt x="49" y="347"/>
                </a:lnTo>
                <a:lnTo>
                  <a:pt x="50" y="347"/>
                </a:lnTo>
                <a:lnTo>
                  <a:pt x="50" y="346"/>
                </a:lnTo>
                <a:lnTo>
                  <a:pt x="51" y="346"/>
                </a:lnTo>
                <a:lnTo>
                  <a:pt x="52" y="346"/>
                </a:lnTo>
                <a:lnTo>
                  <a:pt x="52" y="347"/>
                </a:lnTo>
                <a:lnTo>
                  <a:pt x="53" y="347"/>
                </a:lnTo>
                <a:lnTo>
                  <a:pt x="52" y="347"/>
                </a:lnTo>
                <a:lnTo>
                  <a:pt x="52" y="346"/>
                </a:lnTo>
                <a:lnTo>
                  <a:pt x="53" y="346"/>
                </a:lnTo>
                <a:lnTo>
                  <a:pt x="52" y="346"/>
                </a:lnTo>
                <a:lnTo>
                  <a:pt x="53" y="345"/>
                </a:lnTo>
                <a:lnTo>
                  <a:pt x="54" y="346"/>
                </a:lnTo>
                <a:lnTo>
                  <a:pt x="54" y="347"/>
                </a:lnTo>
                <a:lnTo>
                  <a:pt x="54" y="348"/>
                </a:lnTo>
                <a:lnTo>
                  <a:pt x="55" y="348"/>
                </a:lnTo>
                <a:lnTo>
                  <a:pt x="55" y="349"/>
                </a:lnTo>
                <a:lnTo>
                  <a:pt x="55" y="350"/>
                </a:lnTo>
                <a:lnTo>
                  <a:pt x="55" y="351"/>
                </a:lnTo>
                <a:lnTo>
                  <a:pt x="54" y="351"/>
                </a:lnTo>
                <a:lnTo>
                  <a:pt x="53" y="351"/>
                </a:lnTo>
                <a:lnTo>
                  <a:pt x="52" y="351"/>
                </a:lnTo>
                <a:lnTo>
                  <a:pt x="52" y="350"/>
                </a:lnTo>
                <a:lnTo>
                  <a:pt x="52" y="349"/>
                </a:lnTo>
                <a:lnTo>
                  <a:pt x="52" y="348"/>
                </a:lnTo>
                <a:lnTo>
                  <a:pt x="51" y="348"/>
                </a:lnTo>
                <a:lnTo>
                  <a:pt x="50" y="348"/>
                </a:lnTo>
                <a:lnTo>
                  <a:pt x="50" y="349"/>
                </a:lnTo>
                <a:lnTo>
                  <a:pt x="49" y="349"/>
                </a:lnTo>
                <a:lnTo>
                  <a:pt x="49" y="350"/>
                </a:lnTo>
                <a:lnTo>
                  <a:pt x="50" y="351"/>
                </a:lnTo>
                <a:lnTo>
                  <a:pt x="50" y="352"/>
                </a:lnTo>
                <a:lnTo>
                  <a:pt x="50" y="351"/>
                </a:lnTo>
                <a:lnTo>
                  <a:pt x="51" y="351"/>
                </a:lnTo>
                <a:lnTo>
                  <a:pt x="52" y="352"/>
                </a:lnTo>
                <a:lnTo>
                  <a:pt x="53" y="353"/>
                </a:lnTo>
                <a:lnTo>
                  <a:pt x="53" y="352"/>
                </a:lnTo>
                <a:lnTo>
                  <a:pt x="54" y="351"/>
                </a:lnTo>
                <a:lnTo>
                  <a:pt x="54" y="352"/>
                </a:lnTo>
                <a:lnTo>
                  <a:pt x="55" y="352"/>
                </a:lnTo>
                <a:lnTo>
                  <a:pt x="55" y="353"/>
                </a:lnTo>
                <a:lnTo>
                  <a:pt x="56" y="353"/>
                </a:lnTo>
                <a:lnTo>
                  <a:pt x="56" y="354"/>
                </a:lnTo>
                <a:lnTo>
                  <a:pt x="56" y="355"/>
                </a:lnTo>
                <a:lnTo>
                  <a:pt x="56" y="354"/>
                </a:lnTo>
                <a:lnTo>
                  <a:pt x="56" y="355"/>
                </a:lnTo>
                <a:lnTo>
                  <a:pt x="57" y="355"/>
                </a:lnTo>
                <a:lnTo>
                  <a:pt x="57" y="356"/>
                </a:lnTo>
                <a:lnTo>
                  <a:pt x="57" y="357"/>
                </a:lnTo>
                <a:lnTo>
                  <a:pt x="58" y="357"/>
                </a:lnTo>
                <a:lnTo>
                  <a:pt x="58" y="358"/>
                </a:lnTo>
                <a:lnTo>
                  <a:pt x="58" y="359"/>
                </a:lnTo>
                <a:lnTo>
                  <a:pt x="58" y="360"/>
                </a:lnTo>
                <a:lnTo>
                  <a:pt x="58" y="361"/>
                </a:lnTo>
                <a:lnTo>
                  <a:pt x="58" y="362"/>
                </a:lnTo>
                <a:lnTo>
                  <a:pt x="57" y="362"/>
                </a:lnTo>
                <a:lnTo>
                  <a:pt x="56" y="362"/>
                </a:lnTo>
                <a:lnTo>
                  <a:pt x="56" y="363"/>
                </a:lnTo>
                <a:lnTo>
                  <a:pt x="55" y="364"/>
                </a:lnTo>
                <a:lnTo>
                  <a:pt x="55" y="365"/>
                </a:lnTo>
                <a:lnTo>
                  <a:pt x="55" y="366"/>
                </a:lnTo>
                <a:lnTo>
                  <a:pt x="54" y="366"/>
                </a:lnTo>
                <a:lnTo>
                  <a:pt x="54" y="367"/>
                </a:lnTo>
                <a:lnTo>
                  <a:pt x="53" y="367"/>
                </a:lnTo>
                <a:lnTo>
                  <a:pt x="53" y="368"/>
                </a:lnTo>
                <a:lnTo>
                  <a:pt x="53" y="369"/>
                </a:lnTo>
                <a:lnTo>
                  <a:pt x="52" y="369"/>
                </a:lnTo>
                <a:lnTo>
                  <a:pt x="51" y="369"/>
                </a:lnTo>
                <a:lnTo>
                  <a:pt x="51" y="370"/>
                </a:lnTo>
                <a:lnTo>
                  <a:pt x="50" y="370"/>
                </a:lnTo>
                <a:lnTo>
                  <a:pt x="49" y="370"/>
                </a:lnTo>
                <a:lnTo>
                  <a:pt x="48" y="370"/>
                </a:lnTo>
                <a:lnTo>
                  <a:pt x="48" y="371"/>
                </a:lnTo>
                <a:lnTo>
                  <a:pt x="47" y="371"/>
                </a:lnTo>
                <a:lnTo>
                  <a:pt x="47" y="372"/>
                </a:lnTo>
                <a:lnTo>
                  <a:pt x="46" y="372"/>
                </a:lnTo>
                <a:lnTo>
                  <a:pt x="46" y="373"/>
                </a:lnTo>
                <a:lnTo>
                  <a:pt x="45" y="373"/>
                </a:lnTo>
                <a:lnTo>
                  <a:pt x="44" y="374"/>
                </a:lnTo>
                <a:lnTo>
                  <a:pt x="43" y="373"/>
                </a:lnTo>
                <a:lnTo>
                  <a:pt x="43" y="374"/>
                </a:lnTo>
                <a:lnTo>
                  <a:pt x="43" y="375"/>
                </a:lnTo>
                <a:lnTo>
                  <a:pt x="43" y="374"/>
                </a:lnTo>
                <a:lnTo>
                  <a:pt x="42" y="374"/>
                </a:lnTo>
                <a:lnTo>
                  <a:pt x="42" y="373"/>
                </a:lnTo>
                <a:lnTo>
                  <a:pt x="41" y="373"/>
                </a:lnTo>
                <a:lnTo>
                  <a:pt x="41" y="374"/>
                </a:lnTo>
                <a:lnTo>
                  <a:pt x="40" y="373"/>
                </a:lnTo>
                <a:lnTo>
                  <a:pt x="41" y="373"/>
                </a:lnTo>
                <a:lnTo>
                  <a:pt x="40" y="373"/>
                </a:lnTo>
                <a:lnTo>
                  <a:pt x="38" y="373"/>
                </a:lnTo>
                <a:lnTo>
                  <a:pt x="39" y="373"/>
                </a:lnTo>
                <a:lnTo>
                  <a:pt x="38" y="373"/>
                </a:lnTo>
                <a:lnTo>
                  <a:pt x="37" y="373"/>
                </a:lnTo>
                <a:lnTo>
                  <a:pt x="37" y="374"/>
                </a:lnTo>
                <a:lnTo>
                  <a:pt x="37" y="375"/>
                </a:lnTo>
                <a:lnTo>
                  <a:pt x="36" y="375"/>
                </a:lnTo>
                <a:lnTo>
                  <a:pt x="34" y="375"/>
                </a:lnTo>
                <a:lnTo>
                  <a:pt x="34" y="376"/>
                </a:lnTo>
                <a:lnTo>
                  <a:pt x="32" y="376"/>
                </a:lnTo>
                <a:lnTo>
                  <a:pt x="32" y="375"/>
                </a:lnTo>
                <a:lnTo>
                  <a:pt x="32" y="374"/>
                </a:lnTo>
                <a:lnTo>
                  <a:pt x="31" y="374"/>
                </a:lnTo>
                <a:lnTo>
                  <a:pt x="29" y="374"/>
                </a:lnTo>
                <a:lnTo>
                  <a:pt x="28" y="373"/>
                </a:lnTo>
                <a:lnTo>
                  <a:pt x="28" y="372"/>
                </a:lnTo>
                <a:lnTo>
                  <a:pt x="27" y="372"/>
                </a:lnTo>
                <a:lnTo>
                  <a:pt x="27" y="373"/>
                </a:lnTo>
                <a:lnTo>
                  <a:pt x="26" y="373"/>
                </a:lnTo>
                <a:lnTo>
                  <a:pt x="25" y="373"/>
                </a:lnTo>
                <a:lnTo>
                  <a:pt x="25" y="374"/>
                </a:lnTo>
                <a:lnTo>
                  <a:pt x="24" y="374"/>
                </a:lnTo>
                <a:lnTo>
                  <a:pt x="24" y="373"/>
                </a:lnTo>
                <a:lnTo>
                  <a:pt x="23" y="373"/>
                </a:lnTo>
                <a:lnTo>
                  <a:pt x="22" y="373"/>
                </a:lnTo>
                <a:lnTo>
                  <a:pt x="23" y="373"/>
                </a:lnTo>
                <a:lnTo>
                  <a:pt x="22" y="374"/>
                </a:lnTo>
                <a:lnTo>
                  <a:pt x="20" y="376"/>
                </a:lnTo>
                <a:lnTo>
                  <a:pt x="20" y="377"/>
                </a:lnTo>
                <a:lnTo>
                  <a:pt x="19" y="377"/>
                </a:lnTo>
                <a:lnTo>
                  <a:pt x="19" y="376"/>
                </a:lnTo>
                <a:lnTo>
                  <a:pt x="19" y="375"/>
                </a:lnTo>
                <a:lnTo>
                  <a:pt x="19" y="374"/>
                </a:lnTo>
                <a:lnTo>
                  <a:pt x="20" y="374"/>
                </a:lnTo>
                <a:lnTo>
                  <a:pt x="20" y="372"/>
                </a:lnTo>
                <a:lnTo>
                  <a:pt x="19" y="371"/>
                </a:lnTo>
                <a:lnTo>
                  <a:pt x="19" y="370"/>
                </a:lnTo>
                <a:lnTo>
                  <a:pt x="19" y="369"/>
                </a:lnTo>
                <a:lnTo>
                  <a:pt x="18" y="369"/>
                </a:lnTo>
                <a:lnTo>
                  <a:pt x="18" y="368"/>
                </a:lnTo>
                <a:lnTo>
                  <a:pt x="17" y="368"/>
                </a:lnTo>
                <a:lnTo>
                  <a:pt x="16" y="368"/>
                </a:lnTo>
                <a:lnTo>
                  <a:pt x="15" y="367"/>
                </a:lnTo>
                <a:lnTo>
                  <a:pt x="15" y="366"/>
                </a:lnTo>
                <a:lnTo>
                  <a:pt x="16" y="366"/>
                </a:lnTo>
                <a:lnTo>
                  <a:pt x="16" y="365"/>
                </a:lnTo>
                <a:lnTo>
                  <a:pt x="17" y="365"/>
                </a:lnTo>
                <a:lnTo>
                  <a:pt x="17" y="364"/>
                </a:lnTo>
                <a:lnTo>
                  <a:pt x="17" y="363"/>
                </a:lnTo>
                <a:lnTo>
                  <a:pt x="18" y="364"/>
                </a:lnTo>
                <a:lnTo>
                  <a:pt x="19" y="364"/>
                </a:lnTo>
                <a:lnTo>
                  <a:pt x="19" y="365"/>
                </a:lnTo>
                <a:lnTo>
                  <a:pt x="20" y="365"/>
                </a:lnTo>
                <a:lnTo>
                  <a:pt x="21" y="365"/>
                </a:lnTo>
                <a:lnTo>
                  <a:pt x="22" y="365"/>
                </a:lnTo>
                <a:lnTo>
                  <a:pt x="22" y="366"/>
                </a:lnTo>
                <a:lnTo>
                  <a:pt x="21" y="366"/>
                </a:lnTo>
                <a:lnTo>
                  <a:pt x="21" y="367"/>
                </a:lnTo>
                <a:lnTo>
                  <a:pt x="22" y="367"/>
                </a:lnTo>
                <a:lnTo>
                  <a:pt x="22" y="368"/>
                </a:lnTo>
                <a:lnTo>
                  <a:pt x="23" y="368"/>
                </a:lnTo>
                <a:lnTo>
                  <a:pt x="22" y="368"/>
                </a:lnTo>
                <a:lnTo>
                  <a:pt x="22" y="369"/>
                </a:lnTo>
                <a:lnTo>
                  <a:pt x="23" y="369"/>
                </a:lnTo>
                <a:lnTo>
                  <a:pt x="23" y="368"/>
                </a:lnTo>
                <a:lnTo>
                  <a:pt x="23" y="367"/>
                </a:lnTo>
                <a:lnTo>
                  <a:pt x="22" y="367"/>
                </a:lnTo>
                <a:lnTo>
                  <a:pt x="22" y="366"/>
                </a:lnTo>
                <a:lnTo>
                  <a:pt x="23" y="366"/>
                </a:lnTo>
                <a:lnTo>
                  <a:pt x="23" y="365"/>
                </a:lnTo>
                <a:lnTo>
                  <a:pt x="24" y="365"/>
                </a:lnTo>
                <a:lnTo>
                  <a:pt x="24" y="364"/>
                </a:lnTo>
                <a:lnTo>
                  <a:pt x="24" y="363"/>
                </a:lnTo>
                <a:lnTo>
                  <a:pt x="23" y="363"/>
                </a:lnTo>
                <a:lnTo>
                  <a:pt x="23" y="362"/>
                </a:lnTo>
                <a:lnTo>
                  <a:pt x="22" y="362"/>
                </a:lnTo>
                <a:lnTo>
                  <a:pt x="22" y="363"/>
                </a:lnTo>
                <a:lnTo>
                  <a:pt x="22" y="362"/>
                </a:lnTo>
                <a:lnTo>
                  <a:pt x="22" y="361"/>
                </a:lnTo>
                <a:lnTo>
                  <a:pt x="21" y="361"/>
                </a:lnTo>
                <a:lnTo>
                  <a:pt x="22" y="361"/>
                </a:lnTo>
                <a:lnTo>
                  <a:pt x="22" y="360"/>
                </a:lnTo>
                <a:lnTo>
                  <a:pt x="21" y="361"/>
                </a:lnTo>
                <a:lnTo>
                  <a:pt x="21" y="362"/>
                </a:lnTo>
                <a:lnTo>
                  <a:pt x="20" y="362"/>
                </a:lnTo>
                <a:lnTo>
                  <a:pt x="20" y="363"/>
                </a:lnTo>
                <a:lnTo>
                  <a:pt x="20" y="362"/>
                </a:lnTo>
                <a:lnTo>
                  <a:pt x="20" y="361"/>
                </a:lnTo>
                <a:lnTo>
                  <a:pt x="19" y="361"/>
                </a:lnTo>
                <a:lnTo>
                  <a:pt x="19" y="360"/>
                </a:lnTo>
                <a:lnTo>
                  <a:pt x="19" y="359"/>
                </a:lnTo>
                <a:lnTo>
                  <a:pt x="19" y="360"/>
                </a:lnTo>
                <a:lnTo>
                  <a:pt x="18" y="360"/>
                </a:lnTo>
                <a:lnTo>
                  <a:pt x="19" y="361"/>
                </a:lnTo>
                <a:lnTo>
                  <a:pt x="18" y="361"/>
                </a:lnTo>
                <a:lnTo>
                  <a:pt x="19" y="361"/>
                </a:lnTo>
                <a:lnTo>
                  <a:pt x="19" y="362"/>
                </a:lnTo>
                <a:lnTo>
                  <a:pt x="19" y="363"/>
                </a:lnTo>
                <a:lnTo>
                  <a:pt x="18" y="363"/>
                </a:lnTo>
                <a:lnTo>
                  <a:pt x="18" y="362"/>
                </a:lnTo>
                <a:lnTo>
                  <a:pt x="18" y="361"/>
                </a:lnTo>
                <a:lnTo>
                  <a:pt x="17" y="361"/>
                </a:lnTo>
                <a:lnTo>
                  <a:pt x="18" y="361"/>
                </a:lnTo>
                <a:lnTo>
                  <a:pt x="18" y="360"/>
                </a:lnTo>
                <a:lnTo>
                  <a:pt x="17" y="360"/>
                </a:lnTo>
                <a:lnTo>
                  <a:pt x="17" y="359"/>
                </a:lnTo>
                <a:lnTo>
                  <a:pt x="16" y="359"/>
                </a:lnTo>
                <a:lnTo>
                  <a:pt x="15" y="359"/>
                </a:lnTo>
                <a:lnTo>
                  <a:pt x="15" y="360"/>
                </a:lnTo>
                <a:lnTo>
                  <a:pt x="15" y="359"/>
                </a:lnTo>
                <a:lnTo>
                  <a:pt x="14" y="359"/>
                </a:lnTo>
                <a:lnTo>
                  <a:pt x="13" y="359"/>
                </a:lnTo>
                <a:lnTo>
                  <a:pt x="12" y="359"/>
                </a:lnTo>
                <a:lnTo>
                  <a:pt x="13" y="359"/>
                </a:lnTo>
                <a:lnTo>
                  <a:pt x="12" y="359"/>
                </a:lnTo>
                <a:lnTo>
                  <a:pt x="12" y="358"/>
                </a:lnTo>
                <a:lnTo>
                  <a:pt x="12" y="359"/>
                </a:lnTo>
                <a:lnTo>
                  <a:pt x="12" y="358"/>
                </a:lnTo>
                <a:lnTo>
                  <a:pt x="11" y="357"/>
                </a:lnTo>
                <a:lnTo>
                  <a:pt x="11" y="356"/>
                </a:lnTo>
                <a:lnTo>
                  <a:pt x="11" y="357"/>
                </a:lnTo>
                <a:lnTo>
                  <a:pt x="11" y="356"/>
                </a:lnTo>
                <a:lnTo>
                  <a:pt x="12" y="356"/>
                </a:lnTo>
                <a:lnTo>
                  <a:pt x="12" y="355"/>
                </a:lnTo>
                <a:lnTo>
                  <a:pt x="13" y="355"/>
                </a:lnTo>
                <a:lnTo>
                  <a:pt x="12" y="355"/>
                </a:lnTo>
                <a:lnTo>
                  <a:pt x="12" y="356"/>
                </a:lnTo>
                <a:lnTo>
                  <a:pt x="12" y="355"/>
                </a:lnTo>
                <a:lnTo>
                  <a:pt x="12" y="354"/>
                </a:lnTo>
                <a:lnTo>
                  <a:pt x="12" y="353"/>
                </a:lnTo>
                <a:lnTo>
                  <a:pt x="11" y="353"/>
                </a:lnTo>
                <a:lnTo>
                  <a:pt x="11" y="352"/>
                </a:lnTo>
                <a:lnTo>
                  <a:pt x="10" y="352"/>
                </a:lnTo>
                <a:lnTo>
                  <a:pt x="10" y="351"/>
                </a:lnTo>
                <a:lnTo>
                  <a:pt x="9" y="351"/>
                </a:lnTo>
                <a:lnTo>
                  <a:pt x="9" y="350"/>
                </a:lnTo>
                <a:lnTo>
                  <a:pt x="8" y="350"/>
                </a:lnTo>
                <a:lnTo>
                  <a:pt x="7" y="350"/>
                </a:lnTo>
                <a:lnTo>
                  <a:pt x="6" y="350"/>
                </a:lnTo>
                <a:lnTo>
                  <a:pt x="6" y="349"/>
                </a:lnTo>
                <a:lnTo>
                  <a:pt x="6" y="348"/>
                </a:lnTo>
                <a:lnTo>
                  <a:pt x="6" y="347"/>
                </a:lnTo>
                <a:lnTo>
                  <a:pt x="7" y="347"/>
                </a:lnTo>
                <a:lnTo>
                  <a:pt x="7" y="346"/>
                </a:lnTo>
                <a:lnTo>
                  <a:pt x="8" y="346"/>
                </a:lnTo>
                <a:lnTo>
                  <a:pt x="9" y="346"/>
                </a:lnTo>
                <a:lnTo>
                  <a:pt x="9" y="347"/>
                </a:lnTo>
                <a:lnTo>
                  <a:pt x="10" y="346"/>
                </a:lnTo>
                <a:lnTo>
                  <a:pt x="11" y="346"/>
                </a:lnTo>
                <a:lnTo>
                  <a:pt x="11" y="345"/>
                </a:lnTo>
                <a:lnTo>
                  <a:pt x="10" y="345"/>
                </a:lnTo>
                <a:lnTo>
                  <a:pt x="10" y="346"/>
                </a:lnTo>
                <a:lnTo>
                  <a:pt x="10" y="345"/>
                </a:lnTo>
                <a:lnTo>
                  <a:pt x="11" y="345"/>
                </a:lnTo>
                <a:lnTo>
                  <a:pt x="11" y="344"/>
                </a:lnTo>
                <a:lnTo>
                  <a:pt x="10" y="344"/>
                </a:lnTo>
                <a:lnTo>
                  <a:pt x="10" y="345"/>
                </a:lnTo>
                <a:lnTo>
                  <a:pt x="10" y="344"/>
                </a:lnTo>
                <a:lnTo>
                  <a:pt x="9" y="344"/>
                </a:lnTo>
                <a:lnTo>
                  <a:pt x="9" y="345"/>
                </a:lnTo>
                <a:lnTo>
                  <a:pt x="9" y="346"/>
                </a:lnTo>
                <a:lnTo>
                  <a:pt x="8" y="346"/>
                </a:lnTo>
                <a:lnTo>
                  <a:pt x="8" y="345"/>
                </a:lnTo>
                <a:lnTo>
                  <a:pt x="7" y="345"/>
                </a:lnTo>
                <a:lnTo>
                  <a:pt x="7" y="344"/>
                </a:lnTo>
                <a:lnTo>
                  <a:pt x="6" y="344"/>
                </a:lnTo>
                <a:lnTo>
                  <a:pt x="6" y="343"/>
                </a:lnTo>
                <a:lnTo>
                  <a:pt x="6" y="342"/>
                </a:lnTo>
                <a:lnTo>
                  <a:pt x="6" y="341"/>
                </a:lnTo>
                <a:lnTo>
                  <a:pt x="7" y="341"/>
                </a:lnTo>
                <a:lnTo>
                  <a:pt x="7" y="340"/>
                </a:lnTo>
                <a:lnTo>
                  <a:pt x="7" y="339"/>
                </a:lnTo>
                <a:lnTo>
                  <a:pt x="6" y="339"/>
                </a:lnTo>
                <a:lnTo>
                  <a:pt x="6" y="338"/>
                </a:lnTo>
                <a:lnTo>
                  <a:pt x="5" y="338"/>
                </a:lnTo>
                <a:lnTo>
                  <a:pt x="5" y="339"/>
                </a:lnTo>
                <a:lnTo>
                  <a:pt x="4" y="339"/>
                </a:lnTo>
                <a:lnTo>
                  <a:pt x="4" y="338"/>
                </a:lnTo>
                <a:lnTo>
                  <a:pt x="3" y="338"/>
                </a:lnTo>
                <a:lnTo>
                  <a:pt x="3" y="337"/>
                </a:lnTo>
                <a:lnTo>
                  <a:pt x="2" y="337"/>
                </a:lnTo>
                <a:lnTo>
                  <a:pt x="2" y="336"/>
                </a:lnTo>
                <a:lnTo>
                  <a:pt x="1" y="336"/>
                </a:lnTo>
                <a:lnTo>
                  <a:pt x="1" y="335"/>
                </a:lnTo>
                <a:lnTo>
                  <a:pt x="1" y="334"/>
                </a:lnTo>
                <a:lnTo>
                  <a:pt x="0" y="334"/>
                </a:lnTo>
                <a:lnTo>
                  <a:pt x="0" y="333"/>
                </a:lnTo>
                <a:lnTo>
                  <a:pt x="0" y="332"/>
                </a:lnTo>
                <a:lnTo>
                  <a:pt x="0" y="330"/>
                </a:lnTo>
                <a:lnTo>
                  <a:pt x="0" y="329"/>
                </a:lnTo>
                <a:lnTo>
                  <a:pt x="0" y="328"/>
                </a:lnTo>
                <a:lnTo>
                  <a:pt x="0" y="329"/>
                </a:lnTo>
                <a:lnTo>
                  <a:pt x="1" y="329"/>
                </a:lnTo>
                <a:lnTo>
                  <a:pt x="1" y="328"/>
                </a:lnTo>
                <a:lnTo>
                  <a:pt x="0" y="328"/>
                </a:lnTo>
                <a:lnTo>
                  <a:pt x="0" y="329"/>
                </a:lnTo>
                <a:lnTo>
                  <a:pt x="0" y="328"/>
                </a:lnTo>
                <a:lnTo>
                  <a:pt x="0" y="327"/>
                </a:lnTo>
                <a:lnTo>
                  <a:pt x="1" y="327"/>
                </a:lnTo>
                <a:lnTo>
                  <a:pt x="1" y="326"/>
                </a:lnTo>
                <a:lnTo>
                  <a:pt x="1" y="325"/>
                </a:lnTo>
                <a:lnTo>
                  <a:pt x="2" y="324"/>
                </a:lnTo>
                <a:lnTo>
                  <a:pt x="2" y="323"/>
                </a:lnTo>
                <a:lnTo>
                  <a:pt x="2" y="322"/>
                </a:lnTo>
                <a:lnTo>
                  <a:pt x="2" y="321"/>
                </a:lnTo>
                <a:lnTo>
                  <a:pt x="2" y="320"/>
                </a:lnTo>
                <a:lnTo>
                  <a:pt x="1" y="319"/>
                </a:lnTo>
                <a:lnTo>
                  <a:pt x="0" y="318"/>
                </a:lnTo>
                <a:lnTo>
                  <a:pt x="0" y="317"/>
                </a:lnTo>
                <a:lnTo>
                  <a:pt x="0" y="316"/>
                </a:lnTo>
                <a:lnTo>
                  <a:pt x="1" y="315"/>
                </a:lnTo>
                <a:lnTo>
                  <a:pt x="2" y="314"/>
                </a:lnTo>
                <a:lnTo>
                  <a:pt x="3" y="313"/>
                </a:lnTo>
                <a:lnTo>
                  <a:pt x="3" y="312"/>
                </a:lnTo>
                <a:lnTo>
                  <a:pt x="4" y="312"/>
                </a:lnTo>
                <a:lnTo>
                  <a:pt x="4" y="313"/>
                </a:lnTo>
                <a:lnTo>
                  <a:pt x="4" y="314"/>
                </a:lnTo>
                <a:lnTo>
                  <a:pt x="5" y="314"/>
                </a:lnTo>
                <a:lnTo>
                  <a:pt x="5" y="315"/>
                </a:lnTo>
                <a:lnTo>
                  <a:pt x="6" y="315"/>
                </a:lnTo>
                <a:lnTo>
                  <a:pt x="5" y="315"/>
                </a:lnTo>
                <a:lnTo>
                  <a:pt x="5" y="314"/>
                </a:lnTo>
                <a:lnTo>
                  <a:pt x="4" y="314"/>
                </a:lnTo>
                <a:lnTo>
                  <a:pt x="5" y="314"/>
                </a:lnTo>
                <a:lnTo>
                  <a:pt x="4" y="314"/>
                </a:lnTo>
                <a:lnTo>
                  <a:pt x="4" y="313"/>
                </a:lnTo>
                <a:lnTo>
                  <a:pt x="4" y="312"/>
                </a:lnTo>
                <a:lnTo>
                  <a:pt x="5" y="312"/>
                </a:lnTo>
                <a:lnTo>
                  <a:pt x="5" y="311"/>
                </a:lnTo>
                <a:lnTo>
                  <a:pt x="6" y="311"/>
                </a:lnTo>
                <a:lnTo>
                  <a:pt x="6" y="310"/>
                </a:lnTo>
                <a:lnTo>
                  <a:pt x="6" y="308"/>
                </a:lnTo>
                <a:lnTo>
                  <a:pt x="6" y="307"/>
                </a:lnTo>
                <a:lnTo>
                  <a:pt x="5" y="307"/>
                </a:lnTo>
                <a:lnTo>
                  <a:pt x="5" y="306"/>
                </a:lnTo>
                <a:lnTo>
                  <a:pt x="6" y="307"/>
                </a:lnTo>
                <a:lnTo>
                  <a:pt x="6" y="306"/>
                </a:lnTo>
                <a:lnTo>
                  <a:pt x="6" y="305"/>
                </a:lnTo>
                <a:lnTo>
                  <a:pt x="6" y="304"/>
                </a:lnTo>
                <a:lnTo>
                  <a:pt x="6" y="303"/>
                </a:lnTo>
                <a:lnTo>
                  <a:pt x="5" y="303"/>
                </a:lnTo>
                <a:lnTo>
                  <a:pt x="5" y="302"/>
                </a:lnTo>
                <a:lnTo>
                  <a:pt x="4" y="302"/>
                </a:lnTo>
                <a:lnTo>
                  <a:pt x="5" y="302"/>
                </a:lnTo>
                <a:lnTo>
                  <a:pt x="5" y="301"/>
                </a:lnTo>
                <a:lnTo>
                  <a:pt x="6" y="301"/>
                </a:lnTo>
                <a:lnTo>
                  <a:pt x="6" y="302"/>
                </a:lnTo>
                <a:lnTo>
                  <a:pt x="7" y="302"/>
                </a:lnTo>
                <a:lnTo>
                  <a:pt x="7" y="303"/>
                </a:lnTo>
                <a:lnTo>
                  <a:pt x="7" y="302"/>
                </a:lnTo>
                <a:lnTo>
                  <a:pt x="7" y="301"/>
                </a:lnTo>
                <a:lnTo>
                  <a:pt x="8" y="301"/>
                </a:lnTo>
                <a:lnTo>
                  <a:pt x="9" y="301"/>
                </a:lnTo>
                <a:lnTo>
                  <a:pt x="9" y="302"/>
                </a:lnTo>
                <a:lnTo>
                  <a:pt x="9" y="301"/>
                </a:lnTo>
                <a:lnTo>
                  <a:pt x="10" y="301"/>
                </a:lnTo>
                <a:lnTo>
                  <a:pt x="11" y="301"/>
                </a:lnTo>
                <a:lnTo>
                  <a:pt x="12" y="301"/>
                </a:lnTo>
                <a:lnTo>
                  <a:pt x="13" y="300"/>
                </a:lnTo>
                <a:lnTo>
                  <a:pt x="15" y="300"/>
                </a:lnTo>
                <a:lnTo>
                  <a:pt x="14" y="300"/>
                </a:lnTo>
                <a:lnTo>
                  <a:pt x="14" y="299"/>
                </a:lnTo>
                <a:lnTo>
                  <a:pt x="14" y="298"/>
                </a:lnTo>
                <a:lnTo>
                  <a:pt x="14" y="297"/>
                </a:lnTo>
                <a:lnTo>
                  <a:pt x="14" y="296"/>
                </a:lnTo>
                <a:lnTo>
                  <a:pt x="15" y="296"/>
                </a:lnTo>
                <a:lnTo>
                  <a:pt x="16" y="295"/>
                </a:lnTo>
                <a:lnTo>
                  <a:pt x="15" y="295"/>
                </a:lnTo>
                <a:lnTo>
                  <a:pt x="14" y="295"/>
                </a:lnTo>
                <a:lnTo>
                  <a:pt x="14" y="294"/>
                </a:lnTo>
                <a:lnTo>
                  <a:pt x="14" y="293"/>
                </a:lnTo>
                <a:lnTo>
                  <a:pt x="15" y="293"/>
                </a:lnTo>
                <a:lnTo>
                  <a:pt x="14" y="293"/>
                </a:lnTo>
                <a:lnTo>
                  <a:pt x="13" y="294"/>
                </a:lnTo>
                <a:lnTo>
                  <a:pt x="12" y="294"/>
                </a:lnTo>
                <a:lnTo>
                  <a:pt x="11" y="294"/>
                </a:lnTo>
                <a:lnTo>
                  <a:pt x="9" y="294"/>
                </a:lnTo>
                <a:lnTo>
                  <a:pt x="8" y="294"/>
                </a:lnTo>
                <a:lnTo>
                  <a:pt x="7" y="294"/>
                </a:lnTo>
                <a:lnTo>
                  <a:pt x="7" y="293"/>
                </a:lnTo>
                <a:lnTo>
                  <a:pt x="6" y="293"/>
                </a:lnTo>
                <a:lnTo>
                  <a:pt x="7" y="293"/>
                </a:lnTo>
                <a:lnTo>
                  <a:pt x="7" y="292"/>
                </a:lnTo>
                <a:lnTo>
                  <a:pt x="7" y="291"/>
                </a:lnTo>
                <a:lnTo>
                  <a:pt x="6" y="291"/>
                </a:lnTo>
                <a:lnTo>
                  <a:pt x="6" y="290"/>
                </a:lnTo>
                <a:lnTo>
                  <a:pt x="6" y="289"/>
                </a:lnTo>
                <a:lnTo>
                  <a:pt x="5" y="289"/>
                </a:lnTo>
                <a:lnTo>
                  <a:pt x="5" y="288"/>
                </a:lnTo>
                <a:lnTo>
                  <a:pt x="4" y="288"/>
                </a:lnTo>
                <a:lnTo>
                  <a:pt x="4" y="287"/>
                </a:lnTo>
                <a:lnTo>
                  <a:pt x="5" y="287"/>
                </a:lnTo>
                <a:lnTo>
                  <a:pt x="5" y="286"/>
                </a:lnTo>
                <a:lnTo>
                  <a:pt x="4" y="286"/>
                </a:lnTo>
                <a:lnTo>
                  <a:pt x="4" y="287"/>
                </a:lnTo>
                <a:lnTo>
                  <a:pt x="4" y="286"/>
                </a:lnTo>
                <a:lnTo>
                  <a:pt x="3" y="286"/>
                </a:lnTo>
                <a:lnTo>
                  <a:pt x="3" y="285"/>
                </a:lnTo>
                <a:lnTo>
                  <a:pt x="3" y="284"/>
                </a:lnTo>
                <a:lnTo>
                  <a:pt x="2" y="283"/>
                </a:lnTo>
                <a:lnTo>
                  <a:pt x="3" y="283"/>
                </a:lnTo>
                <a:lnTo>
                  <a:pt x="3" y="282"/>
                </a:lnTo>
                <a:lnTo>
                  <a:pt x="3" y="281"/>
                </a:lnTo>
                <a:lnTo>
                  <a:pt x="4" y="281"/>
                </a:lnTo>
                <a:lnTo>
                  <a:pt x="4" y="280"/>
                </a:lnTo>
                <a:lnTo>
                  <a:pt x="4" y="279"/>
                </a:lnTo>
                <a:lnTo>
                  <a:pt x="4" y="280"/>
                </a:lnTo>
                <a:lnTo>
                  <a:pt x="5" y="280"/>
                </a:lnTo>
                <a:lnTo>
                  <a:pt x="5" y="281"/>
                </a:lnTo>
                <a:lnTo>
                  <a:pt x="5" y="282"/>
                </a:lnTo>
                <a:lnTo>
                  <a:pt x="6" y="282"/>
                </a:lnTo>
                <a:lnTo>
                  <a:pt x="7" y="282"/>
                </a:lnTo>
                <a:lnTo>
                  <a:pt x="6" y="282"/>
                </a:lnTo>
                <a:lnTo>
                  <a:pt x="7" y="281"/>
                </a:lnTo>
                <a:lnTo>
                  <a:pt x="9" y="282"/>
                </a:lnTo>
                <a:lnTo>
                  <a:pt x="9" y="281"/>
                </a:lnTo>
                <a:lnTo>
                  <a:pt x="10" y="281"/>
                </a:lnTo>
                <a:lnTo>
                  <a:pt x="11" y="280"/>
                </a:lnTo>
                <a:lnTo>
                  <a:pt x="12" y="281"/>
                </a:lnTo>
                <a:lnTo>
                  <a:pt x="12" y="280"/>
                </a:lnTo>
                <a:lnTo>
                  <a:pt x="13" y="280"/>
                </a:lnTo>
                <a:lnTo>
                  <a:pt x="13" y="279"/>
                </a:lnTo>
                <a:lnTo>
                  <a:pt x="13" y="278"/>
                </a:lnTo>
                <a:lnTo>
                  <a:pt x="13" y="277"/>
                </a:lnTo>
                <a:lnTo>
                  <a:pt x="14" y="277"/>
                </a:lnTo>
                <a:lnTo>
                  <a:pt x="14" y="276"/>
                </a:lnTo>
                <a:lnTo>
                  <a:pt x="14" y="275"/>
                </a:lnTo>
                <a:lnTo>
                  <a:pt x="15" y="275"/>
                </a:lnTo>
                <a:lnTo>
                  <a:pt x="15" y="274"/>
                </a:lnTo>
                <a:lnTo>
                  <a:pt x="14" y="274"/>
                </a:lnTo>
                <a:lnTo>
                  <a:pt x="14" y="273"/>
                </a:lnTo>
                <a:lnTo>
                  <a:pt x="15" y="273"/>
                </a:lnTo>
                <a:lnTo>
                  <a:pt x="15" y="272"/>
                </a:lnTo>
                <a:lnTo>
                  <a:pt x="14" y="271"/>
                </a:lnTo>
                <a:lnTo>
                  <a:pt x="14" y="269"/>
                </a:lnTo>
                <a:lnTo>
                  <a:pt x="15" y="269"/>
                </a:lnTo>
                <a:lnTo>
                  <a:pt x="15" y="268"/>
                </a:lnTo>
                <a:lnTo>
                  <a:pt x="15" y="267"/>
                </a:lnTo>
                <a:lnTo>
                  <a:pt x="16" y="266"/>
                </a:lnTo>
                <a:lnTo>
                  <a:pt x="17" y="265"/>
                </a:lnTo>
                <a:lnTo>
                  <a:pt x="17" y="266"/>
                </a:lnTo>
                <a:lnTo>
                  <a:pt x="17" y="265"/>
                </a:lnTo>
                <a:lnTo>
                  <a:pt x="17" y="264"/>
                </a:lnTo>
                <a:lnTo>
                  <a:pt x="18" y="264"/>
                </a:lnTo>
                <a:lnTo>
                  <a:pt x="19" y="264"/>
                </a:lnTo>
                <a:lnTo>
                  <a:pt x="19" y="265"/>
                </a:lnTo>
                <a:lnTo>
                  <a:pt x="20" y="265"/>
                </a:lnTo>
                <a:lnTo>
                  <a:pt x="21" y="265"/>
                </a:lnTo>
                <a:lnTo>
                  <a:pt x="21" y="266"/>
                </a:lnTo>
                <a:lnTo>
                  <a:pt x="22" y="266"/>
                </a:lnTo>
                <a:lnTo>
                  <a:pt x="23" y="266"/>
                </a:lnTo>
                <a:lnTo>
                  <a:pt x="23" y="265"/>
                </a:lnTo>
                <a:lnTo>
                  <a:pt x="24" y="265"/>
                </a:lnTo>
                <a:lnTo>
                  <a:pt x="24" y="264"/>
                </a:lnTo>
                <a:lnTo>
                  <a:pt x="25" y="264"/>
                </a:lnTo>
                <a:lnTo>
                  <a:pt x="25" y="265"/>
                </a:lnTo>
                <a:lnTo>
                  <a:pt x="25" y="264"/>
                </a:lnTo>
                <a:lnTo>
                  <a:pt x="26" y="263"/>
                </a:lnTo>
                <a:lnTo>
                  <a:pt x="27" y="263"/>
                </a:lnTo>
                <a:lnTo>
                  <a:pt x="27" y="264"/>
                </a:lnTo>
                <a:lnTo>
                  <a:pt x="28" y="263"/>
                </a:lnTo>
                <a:lnTo>
                  <a:pt x="29" y="263"/>
                </a:lnTo>
                <a:lnTo>
                  <a:pt x="30" y="263"/>
                </a:lnTo>
                <a:lnTo>
                  <a:pt x="31" y="263"/>
                </a:lnTo>
                <a:lnTo>
                  <a:pt x="31" y="262"/>
                </a:lnTo>
                <a:lnTo>
                  <a:pt x="31" y="263"/>
                </a:lnTo>
                <a:lnTo>
                  <a:pt x="32" y="263"/>
                </a:lnTo>
                <a:lnTo>
                  <a:pt x="33" y="264"/>
                </a:lnTo>
                <a:lnTo>
                  <a:pt x="34" y="264"/>
                </a:lnTo>
                <a:lnTo>
                  <a:pt x="35" y="264"/>
                </a:lnTo>
                <a:lnTo>
                  <a:pt x="35" y="263"/>
                </a:lnTo>
                <a:lnTo>
                  <a:pt x="36" y="263"/>
                </a:lnTo>
                <a:lnTo>
                  <a:pt x="37" y="263"/>
                </a:lnTo>
                <a:lnTo>
                  <a:pt x="37" y="262"/>
                </a:lnTo>
                <a:lnTo>
                  <a:pt x="37" y="261"/>
                </a:lnTo>
                <a:lnTo>
                  <a:pt x="38" y="261"/>
                </a:lnTo>
                <a:lnTo>
                  <a:pt x="38" y="262"/>
                </a:lnTo>
                <a:lnTo>
                  <a:pt x="39" y="262"/>
                </a:lnTo>
                <a:lnTo>
                  <a:pt x="39" y="263"/>
                </a:lnTo>
                <a:lnTo>
                  <a:pt x="40" y="263"/>
                </a:lnTo>
                <a:lnTo>
                  <a:pt x="41" y="263"/>
                </a:lnTo>
                <a:lnTo>
                  <a:pt x="43" y="263"/>
                </a:lnTo>
                <a:lnTo>
                  <a:pt x="43" y="262"/>
                </a:lnTo>
                <a:lnTo>
                  <a:pt x="44" y="262"/>
                </a:lnTo>
                <a:lnTo>
                  <a:pt x="43" y="262"/>
                </a:lnTo>
                <a:lnTo>
                  <a:pt x="43" y="261"/>
                </a:lnTo>
                <a:lnTo>
                  <a:pt x="44" y="261"/>
                </a:lnTo>
                <a:lnTo>
                  <a:pt x="43" y="261"/>
                </a:lnTo>
                <a:lnTo>
                  <a:pt x="43" y="260"/>
                </a:lnTo>
                <a:lnTo>
                  <a:pt x="42" y="260"/>
                </a:lnTo>
                <a:lnTo>
                  <a:pt x="43" y="259"/>
                </a:lnTo>
                <a:lnTo>
                  <a:pt x="43" y="258"/>
                </a:lnTo>
                <a:lnTo>
                  <a:pt x="42" y="257"/>
                </a:lnTo>
                <a:lnTo>
                  <a:pt x="41" y="257"/>
                </a:lnTo>
                <a:lnTo>
                  <a:pt x="41" y="256"/>
                </a:lnTo>
                <a:lnTo>
                  <a:pt x="41" y="254"/>
                </a:lnTo>
                <a:lnTo>
                  <a:pt x="40" y="253"/>
                </a:lnTo>
                <a:lnTo>
                  <a:pt x="40" y="252"/>
                </a:lnTo>
                <a:lnTo>
                  <a:pt x="41" y="252"/>
                </a:lnTo>
                <a:lnTo>
                  <a:pt x="41" y="251"/>
                </a:lnTo>
                <a:lnTo>
                  <a:pt x="40" y="251"/>
                </a:lnTo>
                <a:lnTo>
                  <a:pt x="41" y="250"/>
                </a:lnTo>
                <a:lnTo>
                  <a:pt x="41" y="249"/>
                </a:lnTo>
                <a:lnTo>
                  <a:pt x="40" y="249"/>
                </a:lnTo>
                <a:lnTo>
                  <a:pt x="40" y="248"/>
                </a:lnTo>
                <a:lnTo>
                  <a:pt x="41" y="249"/>
                </a:lnTo>
                <a:lnTo>
                  <a:pt x="41" y="248"/>
                </a:lnTo>
                <a:lnTo>
                  <a:pt x="41" y="247"/>
                </a:lnTo>
                <a:lnTo>
                  <a:pt x="41" y="246"/>
                </a:lnTo>
                <a:lnTo>
                  <a:pt x="40" y="246"/>
                </a:lnTo>
                <a:lnTo>
                  <a:pt x="39" y="245"/>
                </a:lnTo>
                <a:lnTo>
                  <a:pt x="38" y="245"/>
                </a:lnTo>
                <a:lnTo>
                  <a:pt x="38" y="244"/>
                </a:lnTo>
                <a:lnTo>
                  <a:pt x="40" y="242"/>
                </a:lnTo>
                <a:lnTo>
                  <a:pt x="40" y="243"/>
                </a:lnTo>
                <a:lnTo>
                  <a:pt x="42" y="244"/>
                </a:lnTo>
                <a:lnTo>
                  <a:pt x="43" y="244"/>
                </a:lnTo>
                <a:lnTo>
                  <a:pt x="43" y="243"/>
                </a:lnTo>
                <a:lnTo>
                  <a:pt x="43" y="242"/>
                </a:lnTo>
                <a:lnTo>
                  <a:pt x="44" y="242"/>
                </a:lnTo>
                <a:lnTo>
                  <a:pt x="44" y="241"/>
                </a:lnTo>
                <a:lnTo>
                  <a:pt x="45" y="241"/>
                </a:lnTo>
                <a:lnTo>
                  <a:pt x="46" y="242"/>
                </a:lnTo>
                <a:lnTo>
                  <a:pt x="47" y="242"/>
                </a:lnTo>
                <a:lnTo>
                  <a:pt x="47" y="243"/>
                </a:lnTo>
                <a:lnTo>
                  <a:pt x="48" y="243"/>
                </a:lnTo>
                <a:lnTo>
                  <a:pt x="49" y="244"/>
                </a:lnTo>
                <a:lnTo>
                  <a:pt x="49" y="245"/>
                </a:lnTo>
                <a:lnTo>
                  <a:pt x="50" y="245"/>
                </a:lnTo>
                <a:lnTo>
                  <a:pt x="51" y="244"/>
                </a:lnTo>
                <a:lnTo>
                  <a:pt x="52" y="244"/>
                </a:lnTo>
                <a:lnTo>
                  <a:pt x="51" y="244"/>
                </a:lnTo>
                <a:lnTo>
                  <a:pt x="51" y="243"/>
                </a:lnTo>
                <a:lnTo>
                  <a:pt x="52" y="243"/>
                </a:lnTo>
                <a:lnTo>
                  <a:pt x="52" y="242"/>
                </a:lnTo>
                <a:lnTo>
                  <a:pt x="53" y="241"/>
                </a:lnTo>
                <a:lnTo>
                  <a:pt x="54" y="241"/>
                </a:lnTo>
                <a:lnTo>
                  <a:pt x="55" y="242"/>
                </a:lnTo>
                <a:lnTo>
                  <a:pt x="56" y="241"/>
                </a:lnTo>
                <a:lnTo>
                  <a:pt x="56" y="242"/>
                </a:lnTo>
                <a:lnTo>
                  <a:pt x="56" y="243"/>
                </a:lnTo>
                <a:lnTo>
                  <a:pt x="57" y="244"/>
                </a:lnTo>
                <a:lnTo>
                  <a:pt x="57" y="243"/>
                </a:lnTo>
                <a:lnTo>
                  <a:pt x="58" y="243"/>
                </a:lnTo>
                <a:lnTo>
                  <a:pt x="58" y="244"/>
                </a:lnTo>
                <a:lnTo>
                  <a:pt x="59" y="244"/>
                </a:lnTo>
                <a:lnTo>
                  <a:pt x="59" y="243"/>
                </a:lnTo>
                <a:lnTo>
                  <a:pt x="60" y="243"/>
                </a:lnTo>
                <a:lnTo>
                  <a:pt x="61" y="242"/>
                </a:lnTo>
                <a:lnTo>
                  <a:pt x="61" y="241"/>
                </a:lnTo>
                <a:lnTo>
                  <a:pt x="60" y="240"/>
                </a:lnTo>
                <a:lnTo>
                  <a:pt x="59" y="240"/>
                </a:lnTo>
                <a:lnTo>
                  <a:pt x="59" y="239"/>
                </a:lnTo>
                <a:lnTo>
                  <a:pt x="59" y="238"/>
                </a:lnTo>
                <a:lnTo>
                  <a:pt x="60" y="237"/>
                </a:lnTo>
                <a:lnTo>
                  <a:pt x="61" y="237"/>
                </a:lnTo>
                <a:lnTo>
                  <a:pt x="62" y="237"/>
                </a:lnTo>
                <a:lnTo>
                  <a:pt x="62" y="236"/>
                </a:lnTo>
                <a:lnTo>
                  <a:pt x="62" y="235"/>
                </a:lnTo>
                <a:lnTo>
                  <a:pt x="63" y="235"/>
                </a:lnTo>
                <a:lnTo>
                  <a:pt x="63" y="234"/>
                </a:lnTo>
                <a:lnTo>
                  <a:pt x="63" y="233"/>
                </a:lnTo>
                <a:lnTo>
                  <a:pt x="64" y="233"/>
                </a:lnTo>
                <a:lnTo>
                  <a:pt x="64" y="234"/>
                </a:lnTo>
                <a:lnTo>
                  <a:pt x="65" y="234"/>
                </a:lnTo>
                <a:lnTo>
                  <a:pt x="66" y="235"/>
                </a:lnTo>
                <a:lnTo>
                  <a:pt x="67" y="235"/>
                </a:lnTo>
                <a:lnTo>
                  <a:pt x="67" y="234"/>
                </a:lnTo>
                <a:lnTo>
                  <a:pt x="68" y="234"/>
                </a:lnTo>
                <a:lnTo>
                  <a:pt x="68" y="233"/>
                </a:lnTo>
                <a:lnTo>
                  <a:pt x="67" y="233"/>
                </a:lnTo>
                <a:lnTo>
                  <a:pt x="66" y="232"/>
                </a:lnTo>
                <a:lnTo>
                  <a:pt x="66" y="231"/>
                </a:lnTo>
                <a:lnTo>
                  <a:pt x="65" y="231"/>
                </a:lnTo>
                <a:lnTo>
                  <a:pt x="65" y="230"/>
                </a:lnTo>
                <a:lnTo>
                  <a:pt x="64" y="229"/>
                </a:lnTo>
                <a:lnTo>
                  <a:pt x="63" y="229"/>
                </a:lnTo>
                <a:lnTo>
                  <a:pt x="62" y="229"/>
                </a:lnTo>
                <a:lnTo>
                  <a:pt x="62" y="228"/>
                </a:lnTo>
                <a:lnTo>
                  <a:pt x="62" y="227"/>
                </a:lnTo>
                <a:lnTo>
                  <a:pt x="62" y="226"/>
                </a:lnTo>
                <a:lnTo>
                  <a:pt x="62" y="224"/>
                </a:lnTo>
                <a:lnTo>
                  <a:pt x="62" y="223"/>
                </a:lnTo>
                <a:lnTo>
                  <a:pt x="61" y="223"/>
                </a:lnTo>
                <a:lnTo>
                  <a:pt x="60" y="222"/>
                </a:lnTo>
                <a:lnTo>
                  <a:pt x="60" y="221"/>
                </a:lnTo>
                <a:lnTo>
                  <a:pt x="61" y="221"/>
                </a:lnTo>
                <a:lnTo>
                  <a:pt x="61" y="222"/>
                </a:lnTo>
                <a:lnTo>
                  <a:pt x="62" y="222"/>
                </a:lnTo>
                <a:lnTo>
                  <a:pt x="63" y="222"/>
                </a:lnTo>
                <a:lnTo>
                  <a:pt x="64" y="222"/>
                </a:lnTo>
                <a:lnTo>
                  <a:pt x="64" y="221"/>
                </a:lnTo>
                <a:lnTo>
                  <a:pt x="64" y="220"/>
                </a:lnTo>
                <a:lnTo>
                  <a:pt x="64" y="219"/>
                </a:lnTo>
                <a:lnTo>
                  <a:pt x="64" y="218"/>
                </a:lnTo>
                <a:lnTo>
                  <a:pt x="65" y="218"/>
                </a:lnTo>
                <a:lnTo>
                  <a:pt x="65" y="217"/>
                </a:lnTo>
                <a:lnTo>
                  <a:pt x="65" y="216"/>
                </a:lnTo>
                <a:lnTo>
                  <a:pt x="64" y="216"/>
                </a:lnTo>
                <a:lnTo>
                  <a:pt x="64" y="215"/>
                </a:lnTo>
                <a:lnTo>
                  <a:pt x="65" y="216"/>
                </a:lnTo>
                <a:lnTo>
                  <a:pt x="65" y="215"/>
                </a:lnTo>
                <a:lnTo>
                  <a:pt x="65" y="214"/>
                </a:lnTo>
                <a:lnTo>
                  <a:pt x="65" y="213"/>
                </a:lnTo>
                <a:lnTo>
                  <a:pt x="66" y="214"/>
                </a:lnTo>
                <a:lnTo>
                  <a:pt x="67" y="214"/>
                </a:lnTo>
                <a:lnTo>
                  <a:pt x="67" y="215"/>
                </a:lnTo>
                <a:lnTo>
                  <a:pt x="68" y="215"/>
                </a:lnTo>
                <a:lnTo>
                  <a:pt x="68" y="214"/>
                </a:lnTo>
                <a:lnTo>
                  <a:pt x="69" y="214"/>
                </a:lnTo>
                <a:lnTo>
                  <a:pt x="69" y="213"/>
                </a:lnTo>
                <a:lnTo>
                  <a:pt x="70" y="213"/>
                </a:lnTo>
                <a:lnTo>
                  <a:pt x="70" y="214"/>
                </a:lnTo>
                <a:lnTo>
                  <a:pt x="71" y="214"/>
                </a:lnTo>
                <a:lnTo>
                  <a:pt x="71" y="213"/>
                </a:lnTo>
                <a:lnTo>
                  <a:pt x="72" y="213"/>
                </a:lnTo>
                <a:lnTo>
                  <a:pt x="73" y="213"/>
                </a:lnTo>
                <a:lnTo>
                  <a:pt x="74" y="212"/>
                </a:lnTo>
                <a:lnTo>
                  <a:pt x="73" y="212"/>
                </a:lnTo>
                <a:lnTo>
                  <a:pt x="73" y="211"/>
                </a:lnTo>
                <a:lnTo>
                  <a:pt x="74" y="211"/>
                </a:lnTo>
                <a:lnTo>
                  <a:pt x="75" y="211"/>
                </a:lnTo>
                <a:lnTo>
                  <a:pt x="76" y="211"/>
                </a:lnTo>
                <a:lnTo>
                  <a:pt x="77" y="211"/>
                </a:lnTo>
                <a:lnTo>
                  <a:pt x="78" y="210"/>
                </a:lnTo>
                <a:lnTo>
                  <a:pt x="77" y="209"/>
                </a:lnTo>
                <a:lnTo>
                  <a:pt x="78" y="209"/>
                </a:lnTo>
                <a:lnTo>
                  <a:pt x="79" y="209"/>
                </a:lnTo>
                <a:lnTo>
                  <a:pt x="80" y="210"/>
                </a:lnTo>
                <a:lnTo>
                  <a:pt x="80" y="209"/>
                </a:lnTo>
                <a:lnTo>
                  <a:pt x="81" y="209"/>
                </a:lnTo>
                <a:lnTo>
                  <a:pt x="82" y="208"/>
                </a:lnTo>
                <a:lnTo>
                  <a:pt x="82" y="209"/>
                </a:lnTo>
                <a:lnTo>
                  <a:pt x="82" y="208"/>
                </a:lnTo>
                <a:lnTo>
                  <a:pt x="83" y="208"/>
                </a:lnTo>
                <a:lnTo>
                  <a:pt x="84" y="208"/>
                </a:lnTo>
                <a:lnTo>
                  <a:pt x="84" y="207"/>
                </a:lnTo>
                <a:lnTo>
                  <a:pt x="85" y="207"/>
                </a:lnTo>
                <a:lnTo>
                  <a:pt x="85" y="206"/>
                </a:lnTo>
                <a:lnTo>
                  <a:pt x="85" y="205"/>
                </a:lnTo>
                <a:lnTo>
                  <a:pt x="85" y="204"/>
                </a:lnTo>
                <a:lnTo>
                  <a:pt x="84" y="203"/>
                </a:lnTo>
                <a:lnTo>
                  <a:pt x="83" y="203"/>
                </a:lnTo>
                <a:lnTo>
                  <a:pt x="84" y="202"/>
                </a:lnTo>
                <a:lnTo>
                  <a:pt x="85" y="202"/>
                </a:lnTo>
                <a:lnTo>
                  <a:pt x="85" y="203"/>
                </a:lnTo>
                <a:lnTo>
                  <a:pt x="85" y="202"/>
                </a:lnTo>
                <a:lnTo>
                  <a:pt x="86" y="202"/>
                </a:lnTo>
                <a:lnTo>
                  <a:pt x="87" y="202"/>
                </a:lnTo>
                <a:lnTo>
                  <a:pt x="88" y="202"/>
                </a:lnTo>
                <a:lnTo>
                  <a:pt x="89" y="202"/>
                </a:lnTo>
                <a:lnTo>
                  <a:pt x="89" y="201"/>
                </a:lnTo>
                <a:lnTo>
                  <a:pt x="90" y="201"/>
                </a:lnTo>
                <a:lnTo>
                  <a:pt x="90" y="202"/>
                </a:lnTo>
                <a:lnTo>
                  <a:pt x="91" y="201"/>
                </a:lnTo>
                <a:lnTo>
                  <a:pt x="91" y="202"/>
                </a:lnTo>
                <a:lnTo>
                  <a:pt x="92" y="202"/>
                </a:lnTo>
                <a:lnTo>
                  <a:pt x="93" y="201"/>
                </a:lnTo>
                <a:lnTo>
                  <a:pt x="94" y="201"/>
                </a:lnTo>
                <a:lnTo>
                  <a:pt x="94" y="200"/>
                </a:lnTo>
                <a:lnTo>
                  <a:pt x="95" y="199"/>
                </a:lnTo>
                <a:lnTo>
                  <a:pt x="95" y="198"/>
                </a:lnTo>
                <a:lnTo>
                  <a:pt x="96" y="198"/>
                </a:lnTo>
                <a:lnTo>
                  <a:pt x="96" y="197"/>
                </a:lnTo>
                <a:lnTo>
                  <a:pt x="96" y="198"/>
                </a:lnTo>
                <a:lnTo>
                  <a:pt x="97" y="198"/>
                </a:lnTo>
                <a:lnTo>
                  <a:pt x="97" y="197"/>
                </a:lnTo>
                <a:lnTo>
                  <a:pt x="98" y="197"/>
                </a:lnTo>
                <a:lnTo>
                  <a:pt x="98" y="196"/>
                </a:lnTo>
                <a:lnTo>
                  <a:pt x="98" y="195"/>
                </a:lnTo>
                <a:lnTo>
                  <a:pt x="99" y="194"/>
                </a:lnTo>
                <a:lnTo>
                  <a:pt x="99" y="193"/>
                </a:lnTo>
                <a:lnTo>
                  <a:pt x="100" y="193"/>
                </a:lnTo>
                <a:lnTo>
                  <a:pt x="100" y="192"/>
                </a:lnTo>
                <a:lnTo>
                  <a:pt x="101" y="192"/>
                </a:lnTo>
                <a:lnTo>
                  <a:pt x="101" y="191"/>
                </a:lnTo>
                <a:lnTo>
                  <a:pt x="102" y="191"/>
                </a:lnTo>
                <a:lnTo>
                  <a:pt x="101" y="191"/>
                </a:lnTo>
                <a:lnTo>
                  <a:pt x="102" y="190"/>
                </a:lnTo>
                <a:lnTo>
                  <a:pt x="102" y="189"/>
                </a:lnTo>
                <a:lnTo>
                  <a:pt x="103" y="189"/>
                </a:lnTo>
                <a:lnTo>
                  <a:pt x="103" y="188"/>
                </a:lnTo>
                <a:lnTo>
                  <a:pt x="103" y="187"/>
                </a:lnTo>
                <a:lnTo>
                  <a:pt x="102" y="187"/>
                </a:lnTo>
                <a:lnTo>
                  <a:pt x="102" y="186"/>
                </a:lnTo>
                <a:lnTo>
                  <a:pt x="102" y="185"/>
                </a:lnTo>
                <a:lnTo>
                  <a:pt x="103" y="185"/>
                </a:lnTo>
                <a:lnTo>
                  <a:pt x="104" y="184"/>
                </a:lnTo>
                <a:lnTo>
                  <a:pt x="104" y="183"/>
                </a:lnTo>
                <a:lnTo>
                  <a:pt x="103" y="183"/>
                </a:lnTo>
                <a:lnTo>
                  <a:pt x="103" y="182"/>
                </a:lnTo>
                <a:lnTo>
                  <a:pt x="104" y="182"/>
                </a:lnTo>
                <a:lnTo>
                  <a:pt x="105" y="182"/>
                </a:lnTo>
                <a:lnTo>
                  <a:pt x="105" y="181"/>
                </a:lnTo>
                <a:lnTo>
                  <a:pt x="105" y="180"/>
                </a:lnTo>
                <a:lnTo>
                  <a:pt x="106" y="180"/>
                </a:lnTo>
                <a:lnTo>
                  <a:pt x="106" y="179"/>
                </a:lnTo>
                <a:lnTo>
                  <a:pt x="106" y="178"/>
                </a:lnTo>
                <a:lnTo>
                  <a:pt x="105" y="178"/>
                </a:lnTo>
                <a:lnTo>
                  <a:pt x="104" y="178"/>
                </a:lnTo>
                <a:lnTo>
                  <a:pt x="103" y="178"/>
                </a:lnTo>
                <a:lnTo>
                  <a:pt x="102" y="177"/>
                </a:lnTo>
                <a:lnTo>
                  <a:pt x="102" y="175"/>
                </a:lnTo>
                <a:lnTo>
                  <a:pt x="102" y="174"/>
                </a:lnTo>
                <a:lnTo>
                  <a:pt x="102" y="173"/>
                </a:lnTo>
                <a:lnTo>
                  <a:pt x="101" y="173"/>
                </a:lnTo>
                <a:lnTo>
                  <a:pt x="102" y="173"/>
                </a:lnTo>
                <a:lnTo>
                  <a:pt x="102" y="172"/>
                </a:lnTo>
                <a:lnTo>
                  <a:pt x="103" y="172"/>
                </a:lnTo>
                <a:lnTo>
                  <a:pt x="103" y="171"/>
                </a:lnTo>
                <a:lnTo>
                  <a:pt x="102" y="171"/>
                </a:lnTo>
                <a:lnTo>
                  <a:pt x="102" y="169"/>
                </a:lnTo>
                <a:lnTo>
                  <a:pt x="102" y="168"/>
                </a:lnTo>
                <a:lnTo>
                  <a:pt x="101" y="167"/>
                </a:lnTo>
                <a:lnTo>
                  <a:pt x="101" y="166"/>
                </a:lnTo>
                <a:lnTo>
                  <a:pt x="101" y="165"/>
                </a:lnTo>
                <a:lnTo>
                  <a:pt x="100" y="164"/>
                </a:lnTo>
                <a:lnTo>
                  <a:pt x="100" y="165"/>
                </a:lnTo>
                <a:lnTo>
                  <a:pt x="100" y="164"/>
                </a:lnTo>
                <a:lnTo>
                  <a:pt x="100" y="163"/>
                </a:lnTo>
                <a:lnTo>
                  <a:pt x="101" y="163"/>
                </a:lnTo>
                <a:lnTo>
                  <a:pt x="101" y="162"/>
                </a:lnTo>
                <a:lnTo>
                  <a:pt x="101" y="161"/>
                </a:lnTo>
                <a:lnTo>
                  <a:pt x="100" y="161"/>
                </a:lnTo>
                <a:lnTo>
                  <a:pt x="100" y="160"/>
                </a:lnTo>
                <a:lnTo>
                  <a:pt x="100" y="159"/>
                </a:lnTo>
                <a:lnTo>
                  <a:pt x="101" y="159"/>
                </a:lnTo>
                <a:lnTo>
                  <a:pt x="101" y="158"/>
                </a:lnTo>
                <a:lnTo>
                  <a:pt x="101" y="157"/>
                </a:lnTo>
                <a:lnTo>
                  <a:pt x="102" y="157"/>
                </a:lnTo>
                <a:lnTo>
                  <a:pt x="102" y="156"/>
                </a:lnTo>
                <a:lnTo>
                  <a:pt x="101" y="156"/>
                </a:lnTo>
                <a:lnTo>
                  <a:pt x="101" y="155"/>
                </a:lnTo>
                <a:lnTo>
                  <a:pt x="102" y="155"/>
                </a:lnTo>
                <a:lnTo>
                  <a:pt x="102" y="153"/>
                </a:lnTo>
                <a:lnTo>
                  <a:pt x="102" y="152"/>
                </a:lnTo>
                <a:lnTo>
                  <a:pt x="102" y="151"/>
                </a:lnTo>
                <a:lnTo>
                  <a:pt x="103" y="151"/>
                </a:lnTo>
                <a:lnTo>
                  <a:pt x="104" y="151"/>
                </a:lnTo>
                <a:lnTo>
                  <a:pt x="104" y="150"/>
                </a:lnTo>
                <a:lnTo>
                  <a:pt x="105" y="149"/>
                </a:lnTo>
                <a:lnTo>
                  <a:pt x="105" y="148"/>
                </a:lnTo>
                <a:lnTo>
                  <a:pt x="106" y="148"/>
                </a:lnTo>
                <a:lnTo>
                  <a:pt x="106" y="147"/>
                </a:lnTo>
                <a:lnTo>
                  <a:pt x="106" y="146"/>
                </a:lnTo>
                <a:lnTo>
                  <a:pt x="107" y="146"/>
                </a:lnTo>
                <a:lnTo>
                  <a:pt x="107" y="145"/>
                </a:lnTo>
                <a:lnTo>
                  <a:pt x="107" y="144"/>
                </a:lnTo>
                <a:lnTo>
                  <a:pt x="107" y="142"/>
                </a:lnTo>
                <a:lnTo>
                  <a:pt x="107" y="141"/>
                </a:lnTo>
                <a:lnTo>
                  <a:pt x="107" y="140"/>
                </a:lnTo>
                <a:lnTo>
                  <a:pt x="108" y="139"/>
                </a:lnTo>
                <a:lnTo>
                  <a:pt x="109" y="140"/>
                </a:lnTo>
                <a:lnTo>
                  <a:pt x="110" y="139"/>
                </a:lnTo>
                <a:lnTo>
                  <a:pt x="111" y="139"/>
                </a:lnTo>
                <a:lnTo>
                  <a:pt x="111" y="138"/>
                </a:lnTo>
                <a:lnTo>
                  <a:pt x="111" y="139"/>
                </a:lnTo>
                <a:lnTo>
                  <a:pt x="112" y="139"/>
                </a:lnTo>
                <a:lnTo>
                  <a:pt x="112" y="138"/>
                </a:lnTo>
                <a:lnTo>
                  <a:pt x="113" y="138"/>
                </a:lnTo>
                <a:lnTo>
                  <a:pt x="114" y="138"/>
                </a:lnTo>
                <a:lnTo>
                  <a:pt x="115" y="138"/>
                </a:lnTo>
                <a:lnTo>
                  <a:pt x="115" y="137"/>
                </a:lnTo>
                <a:lnTo>
                  <a:pt x="115" y="136"/>
                </a:lnTo>
                <a:lnTo>
                  <a:pt x="116" y="136"/>
                </a:lnTo>
                <a:lnTo>
                  <a:pt x="116" y="135"/>
                </a:lnTo>
                <a:lnTo>
                  <a:pt x="116" y="134"/>
                </a:lnTo>
                <a:lnTo>
                  <a:pt x="117" y="134"/>
                </a:lnTo>
                <a:lnTo>
                  <a:pt x="118" y="134"/>
                </a:lnTo>
                <a:lnTo>
                  <a:pt x="118" y="132"/>
                </a:lnTo>
                <a:lnTo>
                  <a:pt x="116" y="132"/>
                </a:lnTo>
                <a:lnTo>
                  <a:pt x="116" y="133"/>
                </a:lnTo>
                <a:lnTo>
                  <a:pt x="116" y="132"/>
                </a:lnTo>
                <a:lnTo>
                  <a:pt x="115" y="132"/>
                </a:lnTo>
                <a:lnTo>
                  <a:pt x="115" y="130"/>
                </a:lnTo>
                <a:lnTo>
                  <a:pt x="115" y="129"/>
                </a:lnTo>
                <a:lnTo>
                  <a:pt x="115" y="128"/>
                </a:lnTo>
                <a:lnTo>
                  <a:pt x="115" y="127"/>
                </a:lnTo>
                <a:lnTo>
                  <a:pt x="116" y="127"/>
                </a:lnTo>
                <a:lnTo>
                  <a:pt x="116" y="125"/>
                </a:lnTo>
                <a:lnTo>
                  <a:pt x="117" y="124"/>
                </a:lnTo>
                <a:lnTo>
                  <a:pt x="117" y="123"/>
                </a:lnTo>
                <a:lnTo>
                  <a:pt x="117" y="124"/>
                </a:lnTo>
                <a:lnTo>
                  <a:pt x="118" y="124"/>
                </a:lnTo>
                <a:lnTo>
                  <a:pt x="119" y="124"/>
                </a:lnTo>
                <a:lnTo>
                  <a:pt x="119" y="125"/>
                </a:lnTo>
                <a:lnTo>
                  <a:pt x="119" y="124"/>
                </a:lnTo>
                <a:lnTo>
                  <a:pt x="119" y="123"/>
                </a:lnTo>
                <a:lnTo>
                  <a:pt x="120" y="123"/>
                </a:lnTo>
                <a:lnTo>
                  <a:pt x="121" y="123"/>
                </a:lnTo>
                <a:lnTo>
                  <a:pt x="121" y="124"/>
                </a:lnTo>
                <a:lnTo>
                  <a:pt x="122" y="124"/>
                </a:lnTo>
                <a:lnTo>
                  <a:pt x="123" y="124"/>
                </a:lnTo>
                <a:lnTo>
                  <a:pt x="123" y="125"/>
                </a:lnTo>
                <a:lnTo>
                  <a:pt x="124" y="125"/>
                </a:lnTo>
                <a:lnTo>
                  <a:pt x="125" y="125"/>
                </a:lnTo>
                <a:lnTo>
                  <a:pt x="126" y="124"/>
                </a:lnTo>
                <a:lnTo>
                  <a:pt x="126" y="125"/>
                </a:lnTo>
                <a:lnTo>
                  <a:pt x="127" y="125"/>
                </a:lnTo>
                <a:lnTo>
                  <a:pt x="127" y="124"/>
                </a:lnTo>
                <a:lnTo>
                  <a:pt x="127" y="123"/>
                </a:lnTo>
                <a:lnTo>
                  <a:pt x="127" y="122"/>
                </a:lnTo>
                <a:lnTo>
                  <a:pt x="127" y="121"/>
                </a:lnTo>
                <a:lnTo>
                  <a:pt x="127" y="120"/>
                </a:lnTo>
                <a:lnTo>
                  <a:pt x="126" y="120"/>
                </a:lnTo>
                <a:lnTo>
                  <a:pt x="126" y="119"/>
                </a:lnTo>
                <a:lnTo>
                  <a:pt x="127" y="118"/>
                </a:lnTo>
                <a:lnTo>
                  <a:pt x="127" y="117"/>
                </a:lnTo>
                <a:lnTo>
                  <a:pt x="128" y="118"/>
                </a:lnTo>
                <a:lnTo>
                  <a:pt x="129" y="118"/>
                </a:lnTo>
                <a:lnTo>
                  <a:pt x="129" y="117"/>
                </a:lnTo>
                <a:lnTo>
                  <a:pt x="129" y="116"/>
                </a:lnTo>
                <a:lnTo>
                  <a:pt x="129" y="115"/>
                </a:lnTo>
                <a:lnTo>
                  <a:pt x="130" y="115"/>
                </a:lnTo>
                <a:lnTo>
                  <a:pt x="130" y="116"/>
                </a:lnTo>
                <a:lnTo>
                  <a:pt x="131" y="115"/>
                </a:lnTo>
                <a:lnTo>
                  <a:pt x="132" y="115"/>
                </a:lnTo>
                <a:lnTo>
                  <a:pt x="133" y="114"/>
                </a:lnTo>
                <a:lnTo>
                  <a:pt x="133" y="113"/>
                </a:lnTo>
                <a:lnTo>
                  <a:pt x="134" y="112"/>
                </a:lnTo>
                <a:lnTo>
                  <a:pt x="133" y="111"/>
                </a:lnTo>
                <a:lnTo>
                  <a:pt x="134" y="111"/>
                </a:lnTo>
                <a:lnTo>
                  <a:pt x="133" y="111"/>
                </a:lnTo>
                <a:lnTo>
                  <a:pt x="133" y="110"/>
                </a:lnTo>
                <a:lnTo>
                  <a:pt x="133" y="109"/>
                </a:lnTo>
                <a:lnTo>
                  <a:pt x="132" y="108"/>
                </a:lnTo>
                <a:lnTo>
                  <a:pt x="131" y="107"/>
                </a:lnTo>
                <a:lnTo>
                  <a:pt x="131" y="106"/>
                </a:lnTo>
                <a:lnTo>
                  <a:pt x="130" y="105"/>
                </a:lnTo>
                <a:lnTo>
                  <a:pt x="130" y="104"/>
                </a:lnTo>
                <a:lnTo>
                  <a:pt x="129" y="104"/>
                </a:lnTo>
                <a:lnTo>
                  <a:pt x="129" y="103"/>
                </a:lnTo>
                <a:lnTo>
                  <a:pt x="130" y="102"/>
                </a:lnTo>
                <a:lnTo>
                  <a:pt x="130" y="100"/>
                </a:lnTo>
                <a:lnTo>
                  <a:pt x="129" y="100"/>
                </a:lnTo>
                <a:lnTo>
                  <a:pt x="129" y="99"/>
                </a:lnTo>
                <a:lnTo>
                  <a:pt x="129" y="98"/>
                </a:lnTo>
                <a:lnTo>
                  <a:pt x="129" y="96"/>
                </a:lnTo>
                <a:lnTo>
                  <a:pt x="130" y="96"/>
                </a:lnTo>
                <a:lnTo>
                  <a:pt x="131" y="96"/>
                </a:lnTo>
                <a:lnTo>
                  <a:pt x="132" y="95"/>
                </a:lnTo>
                <a:lnTo>
                  <a:pt x="133" y="95"/>
                </a:lnTo>
                <a:lnTo>
                  <a:pt x="133" y="94"/>
                </a:lnTo>
                <a:lnTo>
                  <a:pt x="134" y="94"/>
                </a:lnTo>
                <a:lnTo>
                  <a:pt x="134" y="93"/>
                </a:lnTo>
                <a:lnTo>
                  <a:pt x="135" y="93"/>
                </a:lnTo>
                <a:lnTo>
                  <a:pt x="136" y="93"/>
                </a:lnTo>
                <a:lnTo>
                  <a:pt x="136" y="92"/>
                </a:lnTo>
                <a:lnTo>
                  <a:pt x="136" y="91"/>
                </a:lnTo>
                <a:lnTo>
                  <a:pt x="136" y="92"/>
                </a:lnTo>
                <a:lnTo>
                  <a:pt x="137" y="92"/>
                </a:lnTo>
                <a:lnTo>
                  <a:pt x="137" y="91"/>
                </a:lnTo>
                <a:lnTo>
                  <a:pt x="137" y="90"/>
                </a:lnTo>
                <a:lnTo>
                  <a:pt x="138" y="90"/>
                </a:lnTo>
                <a:lnTo>
                  <a:pt x="138" y="89"/>
                </a:lnTo>
                <a:lnTo>
                  <a:pt x="139" y="89"/>
                </a:lnTo>
                <a:lnTo>
                  <a:pt x="139" y="88"/>
                </a:lnTo>
                <a:lnTo>
                  <a:pt x="140" y="87"/>
                </a:lnTo>
                <a:lnTo>
                  <a:pt x="140" y="85"/>
                </a:lnTo>
                <a:lnTo>
                  <a:pt x="140" y="84"/>
                </a:lnTo>
                <a:lnTo>
                  <a:pt x="139" y="84"/>
                </a:lnTo>
                <a:lnTo>
                  <a:pt x="138" y="84"/>
                </a:lnTo>
                <a:lnTo>
                  <a:pt x="138" y="83"/>
                </a:lnTo>
                <a:lnTo>
                  <a:pt x="138" y="82"/>
                </a:lnTo>
                <a:lnTo>
                  <a:pt x="137" y="81"/>
                </a:lnTo>
                <a:lnTo>
                  <a:pt x="137" y="80"/>
                </a:lnTo>
                <a:lnTo>
                  <a:pt x="136" y="80"/>
                </a:lnTo>
                <a:lnTo>
                  <a:pt x="135" y="79"/>
                </a:lnTo>
                <a:lnTo>
                  <a:pt x="134" y="78"/>
                </a:lnTo>
                <a:lnTo>
                  <a:pt x="135" y="78"/>
                </a:lnTo>
                <a:lnTo>
                  <a:pt x="135" y="77"/>
                </a:lnTo>
                <a:lnTo>
                  <a:pt x="136" y="76"/>
                </a:lnTo>
                <a:lnTo>
                  <a:pt x="136" y="75"/>
                </a:lnTo>
                <a:lnTo>
                  <a:pt x="136" y="74"/>
                </a:lnTo>
                <a:lnTo>
                  <a:pt x="135" y="73"/>
                </a:lnTo>
                <a:lnTo>
                  <a:pt x="134" y="73"/>
                </a:lnTo>
                <a:lnTo>
                  <a:pt x="134" y="72"/>
                </a:lnTo>
                <a:lnTo>
                  <a:pt x="133" y="71"/>
                </a:lnTo>
                <a:lnTo>
                  <a:pt x="132" y="71"/>
                </a:lnTo>
                <a:lnTo>
                  <a:pt x="132" y="70"/>
                </a:lnTo>
                <a:lnTo>
                  <a:pt x="131" y="70"/>
                </a:lnTo>
                <a:lnTo>
                  <a:pt x="131" y="69"/>
                </a:lnTo>
                <a:lnTo>
                  <a:pt x="131" y="68"/>
                </a:lnTo>
                <a:lnTo>
                  <a:pt x="130" y="68"/>
                </a:lnTo>
                <a:lnTo>
                  <a:pt x="130" y="67"/>
                </a:lnTo>
                <a:lnTo>
                  <a:pt x="131" y="67"/>
                </a:lnTo>
                <a:lnTo>
                  <a:pt x="132" y="67"/>
                </a:lnTo>
                <a:lnTo>
                  <a:pt x="132" y="66"/>
                </a:lnTo>
                <a:lnTo>
                  <a:pt x="131" y="65"/>
                </a:lnTo>
                <a:lnTo>
                  <a:pt x="131" y="64"/>
                </a:lnTo>
                <a:lnTo>
                  <a:pt x="130" y="64"/>
                </a:lnTo>
                <a:lnTo>
                  <a:pt x="131" y="64"/>
                </a:lnTo>
                <a:lnTo>
                  <a:pt x="131" y="63"/>
                </a:lnTo>
                <a:lnTo>
                  <a:pt x="132" y="63"/>
                </a:lnTo>
                <a:lnTo>
                  <a:pt x="132" y="61"/>
                </a:lnTo>
                <a:lnTo>
                  <a:pt x="133" y="61"/>
                </a:lnTo>
                <a:lnTo>
                  <a:pt x="134" y="61"/>
                </a:lnTo>
                <a:lnTo>
                  <a:pt x="134" y="60"/>
                </a:lnTo>
                <a:lnTo>
                  <a:pt x="135" y="61"/>
                </a:lnTo>
                <a:lnTo>
                  <a:pt x="135" y="60"/>
                </a:lnTo>
                <a:lnTo>
                  <a:pt x="136" y="60"/>
                </a:lnTo>
                <a:lnTo>
                  <a:pt x="136" y="59"/>
                </a:lnTo>
                <a:lnTo>
                  <a:pt x="136" y="58"/>
                </a:lnTo>
                <a:lnTo>
                  <a:pt x="136" y="57"/>
                </a:lnTo>
                <a:lnTo>
                  <a:pt x="137" y="57"/>
                </a:lnTo>
                <a:lnTo>
                  <a:pt x="137" y="56"/>
                </a:lnTo>
                <a:lnTo>
                  <a:pt x="138" y="56"/>
                </a:lnTo>
                <a:lnTo>
                  <a:pt x="138" y="55"/>
                </a:lnTo>
                <a:lnTo>
                  <a:pt x="139" y="55"/>
                </a:lnTo>
                <a:lnTo>
                  <a:pt x="140" y="54"/>
                </a:lnTo>
                <a:lnTo>
                  <a:pt x="140" y="53"/>
                </a:lnTo>
                <a:lnTo>
                  <a:pt x="141" y="53"/>
                </a:lnTo>
                <a:lnTo>
                  <a:pt x="142" y="52"/>
                </a:lnTo>
                <a:lnTo>
                  <a:pt x="143" y="52"/>
                </a:lnTo>
                <a:lnTo>
                  <a:pt x="144" y="52"/>
                </a:lnTo>
                <a:lnTo>
                  <a:pt x="144" y="51"/>
                </a:lnTo>
                <a:lnTo>
                  <a:pt x="144" y="50"/>
                </a:lnTo>
                <a:lnTo>
                  <a:pt x="144" y="49"/>
                </a:lnTo>
                <a:lnTo>
                  <a:pt x="144" y="48"/>
                </a:lnTo>
                <a:lnTo>
                  <a:pt x="144" y="47"/>
                </a:lnTo>
                <a:lnTo>
                  <a:pt x="144" y="46"/>
                </a:lnTo>
                <a:lnTo>
                  <a:pt x="143" y="46"/>
                </a:lnTo>
                <a:lnTo>
                  <a:pt x="142" y="46"/>
                </a:lnTo>
                <a:lnTo>
                  <a:pt x="142" y="45"/>
                </a:lnTo>
                <a:lnTo>
                  <a:pt x="141" y="45"/>
                </a:lnTo>
                <a:lnTo>
                  <a:pt x="141" y="44"/>
                </a:lnTo>
                <a:lnTo>
                  <a:pt x="140" y="42"/>
                </a:lnTo>
                <a:lnTo>
                  <a:pt x="141" y="42"/>
                </a:lnTo>
                <a:lnTo>
                  <a:pt x="142" y="41"/>
                </a:lnTo>
                <a:lnTo>
                  <a:pt x="142" y="40"/>
                </a:lnTo>
                <a:lnTo>
                  <a:pt x="142" y="39"/>
                </a:lnTo>
                <a:lnTo>
                  <a:pt x="142" y="38"/>
                </a:lnTo>
                <a:lnTo>
                  <a:pt x="142" y="37"/>
                </a:lnTo>
                <a:lnTo>
                  <a:pt x="142" y="36"/>
                </a:lnTo>
                <a:lnTo>
                  <a:pt x="143" y="35"/>
                </a:lnTo>
                <a:lnTo>
                  <a:pt x="143" y="33"/>
                </a:lnTo>
                <a:lnTo>
                  <a:pt x="143" y="32"/>
                </a:lnTo>
                <a:lnTo>
                  <a:pt x="143" y="31"/>
                </a:lnTo>
                <a:lnTo>
                  <a:pt x="143" y="30"/>
                </a:lnTo>
                <a:lnTo>
                  <a:pt x="144" y="30"/>
                </a:lnTo>
                <a:lnTo>
                  <a:pt x="144" y="29"/>
                </a:lnTo>
                <a:lnTo>
                  <a:pt x="144" y="28"/>
                </a:lnTo>
                <a:lnTo>
                  <a:pt x="146" y="28"/>
                </a:lnTo>
                <a:lnTo>
                  <a:pt x="147" y="28"/>
                </a:lnTo>
                <a:lnTo>
                  <a:pt x="148" y="29"/>
                </a:lnTo>
                <a:lnTo>
                  <a:pt x="148" y="30"/>
                </a:lnTo>
                <a:lnTo>
                  <a:pt x="149" y="29"/>
                </a:lnTo>
                <a:lnTo>
                  <a:pt x="150" y="29"/>
                </a:lnTo>
                <a:lnTo>
                  <a:pt x="150" y="30"/>
                </a:lnTo>
                <a:lnTo>
                  <a:pt x="151" y="30"/>
                </a:lnTo>
                <a:lnTo>
                  <a:pt x="151" y="29"/>
                </a:lnTo>
                <a:lnTo>
                  <a:pt x="152" y="28"/>
                </a:lnTo>
                <a:lnTo>
                  <a:pt x="152" y="29"/>
                </a:lnTo>
                <a:lnTo>
                  <a:pt x="153" y="28"/>
                </a:lnTo>
                <a:lnTo>
                  <a:pt x="154" y="28"/>
                </a:lnTo>
                <a:lnTo>
                  <a:pt x="154" y="27"/>
                </a:lnTo>
                <a:lnTo>
                  <a:pt x="155" y="27"/>
                </a:lnTo>
                <a:lnTo>
                  <a:pt x="155" y="28"/>
                </a:lnTo>
                <a:lnTo>
                  <a:pt x="156" y="28"/>
                </a:lnTo>
                <a:lnTo>
                  <a:pt x="156" y="29"/>
                </a:lnTo>
                <a:lnTo>
                  <a:pt x="156" y="30"/>
                </a:lnTo>
                <a:lnTo>
                  <a:pt x="157" y="30"/>
                </a:lnTo>
                <a:lnTo>
                  <a:pt x="157" y="31"/>
                </a:lnTo>
                <a:lnTo>
                  <a:pt x="158" y="31"/>
                </a:lnTo>
                <a:lnTo>
                  <a:pt x="158" y="30"/>
                </a:lnTo>
                <a:lnTo>
                  <a:pt x="159" y="29"/>
                </a:lnTo>
                <a:lnTo>
                  <a:pt x="159" y="28"/>
                </a:lnTo>
                <a:lnTo>
                  <a:pt x="160" y="27"/>
                </a:lnTo>
                <a:lnTo>
                  <a:pt x="160" y="28"/>
                </a:lnTo>
                <a:lnTo>
                  <a:pt x="161" y="28"/>
                </a:lnTo>
                <a:lnTo>
                  <a:pt x="160" y="28"/>
                </a:lnTo>
                <a:lnTo>
                  <a:pt x="160" y="29"/>
                </a:lnTo>
                <a:lnTo>
                  <a:pt x="161" y="29"/>
                </a:lnTo>
                <a:lnTo>
                  <a:pt x="161" y="30"/>
                </a:lnTo>
                <a:lnTo>
                  <a:pt x="162" y="29"/>
                </a:lnTo>
                <a:lnTo>
                  <a:pt x="163" y="30"/>
                </a:lnTo>
                <a:lnTo>
                  <a:pt x="164" y="30"/>
                </a:lnTo>
                <a:lnTo>
                  <a:pt x="165" y="30"/>
                </a:lnTo>
                <a:lnTo>
                  <a:pt x="166" y="30"/>
                </a:lnTo>
                <a:lnTo>
                  <a:pt x="167" y="31"/>
                </a:lnTo>
                <a:lnTo>
                  <a:pt x="168" y="31"/>
                </a:lnTo>
                <a:lnTo>
                  <a:pt x="170" y="30"/>
                </a:lnTo>
                <a:lnTo>
                  <a:pt x="171" y="30"/>
                </a:lnTo>
                <a:lnTo>
                  <a:pt x="172" y="29"/>
                </a:lnTo>
                <a:lnTo>
                  <a:pt x="173" y="30"/>
                </a:lnTo>
                <a:lnTo>
                  <a:pt x="174" y="30"/>
                </a:lnTo>
                <a:lnTo>
                  <a:pt x="175" y="31"/>
                </a:lnTo>
                <a:lnTo>
                  <a:pt x="175" y="32"/>
                </a:lnTo>
                <a:lnTo>
                  <a:pt x="176" y="32"/>
                </a:lnTo>
                <a:lnTo>
                  <a:pt x="176" y="33"/>
                </a:lnTo>
                <a:lnTo>
                  <a:pt x="177" y="33"/>
                </a:lnTo>
                <a:lnTo>
                  <a:pt x="178" y="35"/>
                </a:lnTo>
                <a:lnTo>
                  <a:pt x="178" y="36"/>
                </a:lnTo>
                <a:lnTo>
                  <a:pt x="178" y="37"/>
                </a:lnTo>
                <a:lnTo>
                  <a:pt x="178" y="38"/>
                </a:lnTo>
                <a:lnTo>
                  <a:pt x="179" y="38"/>
                </a:lnTo>
                <a:lnTo>
                  <a:pt x="179" y="39"/>
                </a:lnTo>
                <a:lnTo>
                  <a:pt x="180" y="40"/>
                </a:lnTo>
                <a:lnTo>
                  <a:pt x="179" y="40"/>
                </a:lnTo>
                <a:lnTo>
                  <a:pt x="180" y="41"/>
                </a:lnTo>
                <a:lnTo>
                  <a:pt x="181" y="41"/>
                </a:lnTo>
                <a:lnTo>
                  <a:pt x="182" y="42"/>
                </a:lnTo>
                <a:lnTo>
                  <a:pt x="182" y="43"/>
                </a:lnTo>
                <a:lnTo>
                  <a:pt x="182" y="44"/>
                </a:lnTo>
                <a:lnTo>
                  <a:pt x="183" y="44"/>
                </a:lnTo>
                <a:lnTo>
                  <a:pt x="183" y="45"/>
                </a:lnTo>
                <a:lnTo>
                  <a:pt x="182" y="45"/>
                </a:lnTo>
                <a:lnTo>
                  <a:pt x="183" y="46"/>
                </a:lnTo>
                <a:lnTo>
                  <a:pt x="184" y="46"/>
                </a:lnTo>
                <a:lnTo>
                  <a:pt x="185" y="45"/>
                </a:lnTo>
                <a:lnTo>
                  <a:pt x="186" y="45"/>
                </a:lnTo>
                <a:lnTo>
                  <a:pt x="188" y="45"/>
                </a:lnTo>
                <a:lnTo>
                  <a:pt x="188" y="44"/>
                </a:lnTo>
                <a:lnTo>
                  <a:pt x="189" y="44"/>
                </a:lnTo>
                <a:lnTo>
                  <a:pt x="190" y="43"/>
                </a:lnTo>
                <a:lnTo>
                  <a:pt x="192" y="43"/>
                </a:lnTo>
                <a:lnTo>
                  <a:pt x="193" y="43"/>
                </a:lnTo>
                <a:lnTo>
                  <a:pt x="195" y="43"/>
                </a:lnTo>
                <a:lnTo>
                  <a:pt x="193" y="43"/>
                </a:lnTo>
                <a:lnTo>
                  <a:pt x="195" y="43"/>
                </a:lnTo>
                <a:lnTo>
                  <a:pt x="196" y="43"/>
                </a:lnTo>
                <a:lnTo>
                  <a:pt x="196" y="42"/>
                </a:lnTo>
                <a:lnTo>
                  <a:pt x="197" y="42"/>
                </a:lnTo>
                <a:lnTo>
                  <a:pt x="196" y="42"/>
                </a:lnTo>
                <a:lnTo>
                  <a:pt x="196" y="41"/>
                </a:lnTo>
                <a:lnTo>
                  <a:pt x="197" y="41"/>
                </a:lnTo>
                <a:lnTo>
                  <a:pt x="198" y="41"/>
                </a:lnTo>
                <a:lnTo>
                  <a:pt x="197" y="41"/>
                </a:lnTo>
                <a:lnTo>
                  <a:pt x="197" y="40"/>
                </a:lnTo>
                <a:lnTo>
                  <a:pt x="197" y="38"/>
                </a:lnTo>
                <a:lnTo>
                  <a:pt x="196" y="38"/>
                </a:lnTo>
                <a:lnTo>
                  <a:pt x="196" y="37"/>
                </a:lnTo>
                <a:lnTo>
                  <a:pt x="196" y="36"/>
                </a:lnTo>
                <a:lnTo>
                  <a:pt x="195" y="36"/>
                </a:lnTo>
                <a:lnTo>
                  <a:pt x="195" y="35"/>
                </a:lnTo>
                <a:lnTo>
                  <a:pt x="195" y="34"/>
                </a:lnTo>
                <a:lnTo>
                  <a:pt x="196" y="34"/>
                </a:lnTo>
                <a:lnTo>
                  <a:pt x="196" y="33"/>
                </a:lnTo>
                <a:lnTo>
                  <a:pt x="196" y="32"/>
                </a:lnTo>
                <a:lnTo>
                  <a:pt x="197" y="32"/>
                </a:lnTo>
                <a:lnTo>
                  <a:pt x="197" y="31"/>
                </a:lnTo>
                <a:lnTo>
                  <a:pt x="195" y="29"/>
                </a:lnTo>
                <a:lnTo>
                  <a:pt x="193" y="28"/>
                </a:lnTo>
                <a:lnTo>
                  <a:pt x="193" y="27"/>
                </a:lnTo>
                <a:lnTo>
                  <a:pt x="193" y="26"/>
                </a:lnTo>
                <a:lnTo>
                  <a:pt x="195" y="25"/>
                </a:lnTo>
                <a:lnTo>
                  <a:pt x="196" y="24"/>
                </a:lnTo>
                <a:lnTo>
                  <a:pt x="197" y="24"/>
                </a:lnTo>
                <a:lnTo>
                  <a:pt x="198" y="24"/>
                </a:lnTo>
                <a:lnTo>
                  <a:pt x="198" y="23"/>
                </a:lnTo>
                <a:lnTo>
                  <a:pt x="197" y="23"/>
                </a:lnTo>
                <a:lnTo>
                  <a:pt x="196" y="22"/>
                </a:lnTo>
                <a:lnTo>
                  <a:pt x="196" y="21"/>
                </a:lnTo>
                <a:lnTo>
                  <a:pt x="195" y="21"/>
                </a:lnTo>
                <a:lnTo>
                  <a:pt x="195" y="20"/>
                </a:lnTo>
                <a:lnTo>
                  <a:pt x="193" y="20"/>
                </a:lnTo>
                <a:lnTo>
                  <a:pt x="192" y="20"/>
                </a:lnTo>
                <a:lnTo>
                  <a:pt x="191" y="20"/>
                </a:lnTo>
                <a:lnTo>
                  <a:pt x="190" y="20"/>
                </a:lnTo>
                <a:lnTo>
                  <a:pt x="190" y="21"/>
                </a:lnTo>
                <a:lnTo>
                  <a:pt x="189" y="21"/>
                </a:lnTo>
                <a:lnTo>
                  <a:pt x="188" y="21"/>
                </a:lnTo>
                <a:lnTo>
                  <a:pt x="187" y="21"/>
                </a:lnTo>
                <a:lnTo>
                  <a:pt x="186" y="21"/>
                </a:lnTo>
                <a:lnTo>
                  <a:pt x="186" y="20"/>
                </a:lnTo>
                <a:lnTo>
                  <a:pt x="186" y="19"/>
                </a:lnTo>
                <a:lnTo>
                  <a:pt x="185" y="18"/>
                </a:lnTo>
                <a:lnTo>
                  <a:pt x="185" y="17"/>
                </a:lnTo>
                <a:lnTo>
                  <a:pt x="185" y="16"/>
                </a:lnTo>
                <a:lnTo>
                  <a:pt x="184" y="15"/>
                </a:lnTo>
                <a:lnTo>
                  <a:pt x="185" y="15"/>
                </a:lnTo>
                <a:lnTo>
                  <a:pt x="186" y="15"/>
                </a:lnTo>
                <a:lnTo>
                  <a:pt x="187" y="14"/>
                </a:lnTo>
                <a:lnTo>
                  <a:pt x="187" y="15"/>
                </a:lnTo>
                <a:lnTo>
                  <a:pt x="187" y="16"/>
                </a:lnTo>
                <a:lnTo>
                  <a:pt x="188" y="16"/>
                </a:lnTo>
                <a:lnTo>
                  <a:pt x="188" y="17"/>
                </a:lnTo>
                <a:lnTo>
                  <a:pt x="189" y="17"/>
                </a:lnTo>
                <a:lnTo>
                  <a:pt x="189" y="16"/>
                </a:lnTo>
                <a:lnTo>
                  <a:pt x="190" y="15"/>
                </a:lnTo>
                <a:lnTo>
                  <a:pt x="190" y="14"/>
                </a:lnTo>
                <a:lnTo>
                  <a:pt x="191" y="14"/>
                </a:lnTo>
                <a:lnTo>
                  <a:pt x="192" y="14"/>
                </a:lnTo>
                <a:lnTo>
                  <a:pt x="192" y="13"/>
                </a:lnTo>
                <a:lnTo>
                  <a:pt x="193" y="13"/>
                </a:lnTo>
                <a:lnTo>
                  <a:pt x="195" y="13"/>
                </a:lnTo>
                <a:lnTo>
                  <a:pt x="196" y="13"/>
                </a:lnTo>
                <a:lnTo>
                  <a:pt x="197" y="12"/>
                </a:lnTo>
                <a:lnTo>
                  <a:pt x="198" y="11"/>
                </a:lnTo>
                <a:lnTo>
                  <a:pt x="199" y="11"/>
                </a:lnTo>
                <a:lnTo>
                  <a:pt x="199" y="10"/>
                </a:lnTo>
                <a:lnTo>
                  <a:pt x="200" y="10"/>
                </a:lnTo>
                <a:lnTo>
                  <a:pt x="199" y="10"/>
                </a:lnTo>
                <a:lnTo>
                  <a:pt x="200" y="10"/>
                </a:lnTo>
                <a:lnTo>
                  <a:pt x="200" y="9"/>
                </a:lnTo>
                <a:lnTo>
                  <a:pt x="200" y="8"/>
                </a:lnTo>
                <a:lnTo>
                  <a:pt x="201" y="8"/>
                </a:lnTo>
                <a:lnTo>
                  <a:pt x="202" y="8"/>
                </a:lnTo>
                <a:lnTo>
                  <a:pt x="203" y="8"/>
                </a:lnTo>
                <a:lnTo>
                  <a:pt x="202" y="7"/>
                </a:lnTo>
                <a:lnTo>
                  <a:pt x="202" y="6"/>
                </a:lnTo>
                <a:lnTo>
                  <a:pt x="201" y="6"/>
                </a:lnTo>
                <a:lnTo>
                  <a:pt x="202" y="5"/>
                </a:lnTo>
                <a:lnTo>
                  <a:pt x="202" y="4"/>
                </a:lnTo>
                <a:lnTo>
                  <a:pt x="203" y="4"/>
                </a:lnTo>
                <a:lnTo>
                  <a:pt x="203" y="3"/>
                </a:lnTo>
                <a:lnTo>
                  <a:pt x="203" y="2"/>
                </a:lnTo>
                <a:lnTo>
                  <a:pt x="204" y="3"/>
                </a:lnTo>
                <a:lnTo>
                  <a:pt x="205" y="3"/>
                </a:lnTo>
                <a:lnTo>
                  <a:pt x="205" y="4"/>
                </a:lnTo>
                <a:lnTo>
                  <a:pt x="206" y="4"/>
                </a:lnTo>
                <a:lnTo>
                  <a:pt x="206" y="3"/>
                </a:lnTo>
                <a:lnTo>
                  <a:pt x="207" y="3"/>
                </a:lnTo>
                <a:lnTo>
                  <a:pt x="207" y="2"/>
                </a:lnTo>
                <a:lnTo>
                  <a:pt x="208" y="1"/>
                </a:lnTo>
                <a:lnTo>
                  <a:pt x="209" y="1"/>
                </a:lnTo>
                <a:lnTo>
                  <a:pt x="209" y="0"/>
                </a:lnTo>
                <a:lnTo>
                  <a:pt x="209" y="1"/>
                </a:lnTo>
                <a:lnTo>
                  <a:pt x="210" y="1"/>
                </a:lnTo>
                <a:lnTo>
                  <a:pt x="210" y="2"/>
                </a:lnTo>
                <a:lnTo>
                  <a:pt x="210" y="1"/>
                </a:lnTo>
                <a:lnTo>
                  <a:pt x="211" y="1"/>
                </a:lnTo>
                <a:lnTo>
                  <a:pt x="211" y="2"/>
                </a:lnTo>
                <a:lnTo>
                  <a:pt x="212" y="2"/>
                </a:lnTo>
                <a:lnTo>
                  <a:pt x="212" y="1"/>
                </a:lnTo>
                <a:lnTo>
                  <a:pt x="212" y="0"/>
                </a:lnTo>
                <a:lnTo>
                  <a:pt x="213" y="0"/>
                </a:lnTo>
                <a:lnTo>
                  <a:pt x="212" y="1"/>
                </a:lnTo>
                <a:lnTo>
                  <a:pt x="213" y="1"/>
                </a:lnTo>
                <a:lnTo>
                  <a:pt x="213" y="2"/>
                </a:lnTo>
                <a:lnTo>
                  <a:pt x="214" y="3"/>
                </a:lnTo>
                <a:lnTo>
                  <a:pt x="214" y="4"/>
                </a:lnTo>
                <a:close/>
              </a:path>
            </a:pathLst>
          </a:custGeom>
          <a:solidFill>
            <a:srgbClr val="9FBAD7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205" name=""/>
          <p:cNvSpPr/>
          <p:nvPr/>
        </p:nvSpPr>
        <p:spPr>
          <a:xfrm>
            <a:off x="5417640" y="1509480"/>
            <a:ext cx="169560" cy="135720"/>
          </a:xfrm>
          <a:custGeom>
            <a:avLst/>
            <a:gdLst/>
            <a:ahLst/>
            <a:rect l="0" t="0" r="r" b="b"/>
            <a:pathLst>
              <a:path w="471" h="377">
                <a:moveTo>
                  <a:pt x="214" y="4"/>
                </a:moveTo>
                <a:lnTo>
                  <a:pt x="214" y="5"/>
                </a:lnTo>
                <a:lnTo>
                  <a:pt x="215" y="5"/>
                </a:lnTo>
                <a:lnTo>
                  <a:pt x="216" y="5"/>
                </a:lnTo>
                <a:lnTo>
                  <a:pt x="217" y="5"/>
                </a:lnTo>
                <a:lnTo>
                  <a:pt x="217" y="6"/>
                </a:lnTo>
                <a:lnTo>
                  <a:pt x="217" y="7"/>
                </a:lnTo>
                <a:lnTo>
                  <a:pt x="218" y="7"/>
                </a:lnTo>
                <a:lnTo>
                  <a:pt x="218" y="8"/>
                </a:lnTo>
                <a:lnTo>
                  <a:pt x="218" y="7"/>
                </a:lnTo>
                <a:lnTo>
                  <a:pt x="219" y="7"/>
                </a:lnTo>
                <a:lnTo>
                  <a:pt x="219" y="8"/>
                </a:lnTo>
                <a:lnTo>
                  <a:pt x="220" y="8"/>
                </a:lnTo>
                <a:lnTo>
                  <a:pt x="221" y="8"/>
                </a:lnTo>
                <a:lnTo>
                  <a:pt x="221" y="9"/>
                </a:lnTo>
                <a:lnTo>
                  <a:pt x="222" y="10"/>
                </a:lnTo>
                <a:lnTo>
                  <a:pt x="223" y="10"/>
                </a:lnTo>
                <a:lnTo>
                  <a:pt x="223" y="9"/>
                </a:lnTo>
                <a:lnTo>
                  <a:pt x="223" y="10"/>
                </a:lnTo>
                <a:lnTo>
                  <a:pt x="224" y="10"/>
                </a:lnTo>
                <a:lnTo>
                  <a:pt x="224" y="9"/>
                </a:lnTo>
                <a:lnTo>
                  <a:pt x="225" y="9"/>
                </a:lnTo>
                <a:lnTo>
                  <a:pt x="226" y="9"/>
                </a:lnTo>
                <a:lnTo>
                  <a:pt x="227" y="9"/>
                </a:lnTo>
                <a:lnTo>
                  <a:pt x="227" y="10"/>
                </a:lnTo>
                <a:lnTo>
                  <a:pt x="226" y="10"/>
                </a:lnTo>
                <a:lnTo>
                  <a:pt x="227" y="10"/>
                </a:lnTo>
                <a:lnTo>
                  <a:pt x="228" y="10"/>
                </a:lnTo>
                <a:lnTo>
                  <a:pt x="228" y="9"/>
                </a:lnTo>
                <a:lnTo>
                  <a:pt x="229" y="9"/>
                </a:lnTo>
                <a:lnTo>
                  <a:pt x="229" y="10"/>
                </a:lnTo>
                <a:lnTo>
                  <a:pt x="230" y="10"/>
                </a:lnTo>
                <a:lnTo>
                  <a:pt x="231" y="10"/>
                </a:lnTo>
                <a:lnTo>
                  <a:pt x="231" y="11"/>
                </a:lnTo>
                <a:lnTo>
                  <a:pt x="231" y="12"/>
                </a:lnTo>
                <a:lnTo>
                  <a:pt x="231" y="13"/>
                </a:lnTo>
                <a:lnTo>
                  <a:pt x="232" y="13"/>
                </a:lnTo>
                <a:lnTo>
                  <a:pt x="232" y="12"/>
                </a:lnTo>
                <a:lnTo>
                  <a:pt x="233" y="12"/>
                </a:lnTo>
                <a:lnTo>
                  <a:pt x="233" y="11"/>
                </a:lnTo>
                <a:lnTo>
                  <a:pt x="234" y="11"/>
                </a:lnTo>
                <a:lnTo>
                  <a:pt x="235" y="11"/>
                </a:lnTo>
                <a:lnTo>
                  <a:pt x="236" y="11"/>
                </a:lnTo>
                <a:lnTo>
                  <a:pt x="237" y="10"/>
                </a:lnTo>
                <a:lnTo>
                  <a:pt x="237" y="11"/>
                </a:lnTo>
                <a:lnTo>
                  <a:pt x="237" y="10"/>
                </a:lnTo>
                <a:lnTo>
                  <a:pt x="238" y="10"/>
                </a:lnTo>
                <a:lnTo>
                  <a:pt x="237" y="10"/>
                </a:lnTo>
                <a:lnTo>
                  <a:pt x="238" y="9"/>
                </a:lnTo>
                <a:lnTo>
                  <a:pt x="239" y="9"/>
                </a:lnTo>
                <a:lnTo>
                  <a:pt x="240" y="9"/>
                </a:lnTo>
                <a:lnTo>
                  <a:pt x="241" y="9"/>
                </a:lnTo>
                <a:lnTo>
                  <a:pt x="241" y="8"/>
                </a:lnTo>
                <a:lnTo>
                  <a:pt x="242" y="8"/>
                </a:lnTo>
                <a:lnTo>
                  <a:pt x="242" y="9"/>
                </a:lnTo>
                <a:lnTo>
                  <a:pt x="242" y="10"/>
                </a:lnTo>
                <a:lnTo>
                  <a:pt x="242" y="11"/>
                </a:lnTo>
                <a:lnTo>
                  <a:pt x="242" y="10"/>
                </a:lnTo>
                <a:lnTo>
                  <a:pt x="243" y="10"/>
                </a:lnTo>
                <a:lnTo>
                  <a:pt x="244" y="10"/>
                </a:lnTo>
                <a:lnTo>
                  <a:pt x="245" y="10"/>
                </a:lnTo>
                <a:lnTo>
                  <a:pt x="246" y="10"/>
                </a:lnTo>
                <a:lnTo>
                  <a:pt x="246" y="9"/>
                </a:lnTo>
                <a:lnTo>
                  <a:pt x="247" y="8"/>
                </a:lnTo>
                <a:lnTo>
                  <a:pt x="248" y="7"/>
                </a:lnTo>
                <a:lnTo>
                  <a:pt x="249" y="7"/>
                </a:lnTo>
                <a:lnTo>
                  <a:pt x="249" y="6"/>
                </a:lnTo>
                <a:lnTo>
                  <a:pt x="250" y="4"/>
                </a:lnTo>
                <a:lnTo>
                  <a:pt x="249" y="4"/>
                </a:lnTo>
                <a:lnTo>
                  <a:pt x="249" y="2"/>
                </a:lnTo>
                <a:lnTo>
                  <a:pt x="250" y="2"/>
                </a:lnTo>
                <a:lnTo>
                  <a:pt x="251" y="2"/>
                </a:lnTo>
                <a:lnTo>
                  <a:pt x="252" y="2"/>
                </a:lnTo>
                <a:lnTo>
                  <a:pt x="253" y="2"/>
                </a:lnTo>
                <a:lnTo>
                  <a:pt x="254" y="2"/>
                </a:lnTo>
                <a:lnTo>
                  <a:pt x="254" y="1"/>
                </a:lnTo>
                <a:lnTo>
                  <a:pt x="255" y="1"/>
                </a:lnTo>
                <a:lnTo>
                  <a:pt x="256" y="1"/>
                </a:lnTo>
                <a:lnTo>
                  <a:pt x="256" y="2"/>
                </a:lnTo>
                <a:lnTo>
                  <a:pt x="256" y="1"/>
                </a:lnTo>
                <a:lnTo>
                  <a:pt x="257" y="2"/>
                </a:lnTo>
                <a:lnTo>
                  <a:pt x="256" y="3"/>
                </a:lnTo>
                <a:lnTo>
                  <a:pt x="256" y="4"/>
                </a:lnTo>
                <a:lnTo>
                  <a:pt x="257" y="5"/>
                </a:lnTo>
                <a:lnTo>
                  <a:pt x="257" y="4"/>
                </a:lnTo>
                <a:lnTo>
                  <a:pt x="258" y="5"/>
                </a:lnTo>
                <a:lnTo>
                  <a:pt x="259" y="5"/>
                </a:lnTo>
                <a:lnTo>
                  <a:pt x="259" y="6"/>
                </a:lnTo>
                <a:lnTo>
                  <a:pt x="259" y="7"/>
                </a:lnTo>
                <a:lnTo>
                  <a:pt x="260" y="7"/>
                </a:lnTo>
                <a:lnTo>
                  <a:pt x="260" y="8"/>
                </a:lnTo>
                <a:lnTo>
                  <a:pt x="259" y="9"/>
                </a:lnTo>
                <a:lnTo>
                  <a:pt x="259" y="10"/>
                </a:lnTo>
                <a:lnTo>
                  <a:pt x="260" y="10"/>
                </a:lnTo>
                <a:lnTo>
                  <a:pt x="261" y="10"/>
                </a:lnTo>
                <a:lnTo>
                  <a:pt x="260" y="10"/>
                </a:lnTo>
                <a:lnTo>
                  <a:pt x="260" y="11"/>
                </a:lnTo>
                <a:lnTo>
                  <a:pt x="260" y="10"/>
                </a:lnTo>
                <a:lnTo>
                  <a:pt x="259" y="10"/>
                </a:lnTo>
                <a:lnTo>
                  <a:pt x="259" y="11"/>
                </a:lnTo>
                <a:lnTo>
                  <a:pt x="259" y="12"/>
                </a:lnTo>
                <a:lnTo>
                  <a:pt x="258" y="13"/>
                </a:lnTo>
                <a:lnTo>
                  <a:pt x="259" y="13"/>
                </a:lnTo>
                <a:lnTo>
                  <a:pt x="260" y="14"/>
                </a:lnTo>
                <a:lnTo>
                  <a:pt x="259" y="14"/>
                </a:lnTo>
                <a:lnTo>
                  <a:pt x="260" y="14"/>
                </a:lnTo>
                <a:lnTo>
                  <a:pt x="261" y="13"/>
                </a:lnTo>
                <a:lnTo>
                  <a:pt x="261" y="12"/>
                </a:lnTo>
                <a:lnTo>
                  <a:pt x="262" y="12"/>
                </a:lnTo>
                <a:lnTo>
                  <a:pt x="262" y="13"/>
                </a:lnTo>
                <a:lnTo>
                  <a:pt x="262" y="12"/>
                </a:lnTo>
                <a:lnTo>
                  <a:pt x="263" y="13"/>
                </a:lnTo>
                <a:lnTo>
                  <a:pt x="263" y="12"/>
                </a:lnTo>
                <a:lnTo>
                  <a:pt x="264" y="11"/>
                </a:lnTo>
                <a:lnTo>
                  <a:pt x="265" y="10"/>
                </a:lnTo>
                <a:lnTo>
                  <a:pt x="265" y="11"/>
                </a:lnTo>
                <a:lnTo>
                  <a:pt x="265" y="10"/>
                </a:lnTo>
                <a:lnTo>
                  <a:pt x="266" y="10"/>
                </a:lnTo>
                <a:lnTo>
                  <a:pt x="267" y="10"/>
                </a:lnTo>
                <a:lnTo>
                  <a:pt x="267" y="9"/>
                </a:lnTo>
                <a:lnTo>
                  <a:pt x="268" y="9"/>
                </a:lnTo>
                <a:lnTo>
                  <a:pt x="268" y="10"/>
                </a:lnTo>
                <a:lnTo>
                  <a:pt x="269" y="10"/>
                </a:lnTo>
                <a:lnTo>
                  <a:pt x="269" y="9"/>
                </a:lnTo>
                <a:lnTo>
                  <a:pt x="270" y="9"/>
                </a:lnTo>
                <a:lnTo>
                  <a:pt x="270" y="10"/>
                </a:lnTo>
                <a:lnTo>
                  <a:pt x="271" y="10"/>
                </a:lnTo>
                <a:lnTo>
                  <a:pt x="272" y="10"/>
                </a:lnTo>
                <a:lnTo>
                  <a:pt x="273" y="10"/>
                </a:lnTo>
                <a:lnTo>
                  <a:pt x="274" y="10"/>
                </a:lnTo>
                <a:lnTo>
                  <a:pt x="275" y="10"/>
                </a:lnTo>
                <a:lnTo>
                  <a:pt x="276" y="10"/>
                </a:lnTo>
                <a:lnTo>
                  <a:pt x="276" y="9"/>
                </a:lnTo>
                <a:lnTo>
                  <a:pt x="277" y="9"/>
                </a:lnTo>
                <a:lnTo>
                  <a:pt x="276" y="9"/>
                </a:lnTo>
                <a:lnTo>
                  <a:pt x="276" y="8"/>
                </a:lnTo>
                <a:lnTo>
                  <a:pt x="276" y="7"/>
                </a:lnTo>
                <a:lnTo>
                  <a:pt x="277" y="7"/>
                </a:lnTo>
                <a:lnTo>
                  <a:pt x="278" y="7"/>
                </a:lnTo>
                <a:lnTo>
                  <a:pt x="279" y="7"/>
                </a:lnTo>
                <a:lnTo>
                  <a:pt x="280" y="7"/>
                </a:lnTo>
                <a:lnTo>
                  <a:pt x="281" y="7"/>
                </a:lnTo>
                <a:lnTo>
                  <a:pt x="281" y="8"/>
                </a:lnTo>
                <a:lnTo>
                  <a:pt x="281" y="7"/>
                </a:lnTo>
                <a:lnTo>
                  <a:pt x="282" y="7"/>
                </a:lnTo>
                <a:lnTo>
                  <a:pt x="282" y="6"/>
                </a:lnTo>
                <a:lnTo>
                  <a:pt x="283" y="6"/>
                </a:lnTo>
                <a:lnTo>
                  <a:pt x="284" y="6"/>
                </a:lnTo>
                <a:lnTo>
                  <a:pt x="284" y="5"/>
                </a:lnTo>
                <a:lnTo>
                  <a:pt x="284" y="4"/>
                </a:lnTo>
                <a:lnTo>
                  <a:pt x="284" y="3"/>
                </a:lnTo>
                <a:lnTo>
                  <a:pt x="285" y="3"/>
                </a:lnTo>
                <a:lnTo>
                  <a:pt x="285" y="2"/>
                </a:lnTo>
                <a:lnTo>
                  <a:pt x="286" y="3"/>
                </a:lnTo>
                <a:lnTo>
                  <a:pt x="287" y="3"/>
                </a:lnTo>
                <a:lnTo>
                  <a:pt x="287" y="4"/>
                </a:lnTo>
                <a:lnTo>
                  <a:pt x="287" y="3"/>
                </a:lnTo>
                <a:lnTo>
                  <a:pt x="288" y="3"/>
                </a:lnTo>
                <a:lnTo>
                  <a:pt x="289" y="2"/>
                </a:lnTo>
                <a:lnTo>
                  <a:pt x="288" y="2"/>
                </a:lnTo>
                <a:lnTo>
                  <a:pt x="288" y="1"/>
                </a:lnTo>
                <a:lnTo>
                  <a:pt x="289" y="1"/>
                </a:lnTo>
                <a:lnTo>
                  <a:pt x="290" y="0"/>
                </a:lnTo>
                <a:lnTo>
                  <a:pt x="291" y="0"/>
                </a:lnTo>
                <a:lnTo>
                  <a:pt x="291" y="1"/>
                </a:lnTo>
                <a:lnTo>
                  <a:pt x="292" y="1"/>
                </a:lnTo>
                <a:lnTo>
                  <a:pt x="293" y="1"/>
                </a:lnTo>
                <a:lnTo>
                  <a:pt x="293" y="2"/>
                </a:lnTo>
                <a:lnTo>
                  <a:pt x="293" y="1"/>
                </a:lnTo>
                <a:lnTo>
                  <a:pt x="294" y="2"/>
                </a:lnTo>
                <a:lnTo>
                  <a:pt x="294" y="3"/>
                </a:lnTo>
                <a:lnTo>
                  <a:pt x="294" y="4"/>
                </a:lnTo>
                <a:lnTo>
                  <a:pt x="295" y="4"/>
                </a:lnTo>
                <a:lnTo>
                  <a:pt x="296" y="4"/>
                </a:lnTo>
                <a:lnTo>
                  <a:pt x="296" y="5"/>
                </a:lnTo>
                <a:lnTo>
                  <a:pt x="296" y="6"/>
                </a:lnTo>
                <a:lnTo>
                  <a:pt x="297" y="6"/>
                </a:lnTo>
                <a:lnTo>
                  <a:pt x="298" y="6"/>
                </a:lnTo>
                <a:lnTo>
                  <a:pt x="299" y="6"/>
                </a:lnTo>
                <a:lnTo>
                  <a:pt x="300" y="6"/>
                </a:lnTo>
                <a:lnTo>
                  <a:pt x="301" y="6"/>
                </a:lnTo>
                <a:lnTo>
                  <a:pt x="302" y="6"/>
                </a:lnTo>
                <a:lnTo>
                  <a:pt x="302" y="7"/>
                </a:lnTo>
                <a:lnTo>
                  <a:pt x="303" y="7"/>
                </a:lnTo>
                <a:lnTo>
                  <a:pt x="303" y="8"/>
                </a:lnTo>
                <a:lnTo>
                  <a:pt x="304" y="9"/>
                </a:lnTo>
                <a:lnTo>
                  <a:pt x="304" y="10"/>
                </a:lnTo>
                <a:lnTo>
                  <a:pt x="304" y="11"/>
                </a:lnTo>
                <a:lnTo>
                  <a:pt x="304" y="12"/>
                </a:lnTo>
                <a:lnTo>
                  <a:pt x="304" y="11"/>
                </a:lnTo>
                <a:lnTo>
                  <a:pt x="305" y="12"/>
                </a:lnTo>
                <a:lnTo>
                  <a:pt x="304" y="12"/>
                </a:lnTo>
                <a:lnTo>
                  <a:pt x="303" y="11"/>
                </a:lnTo>
                <a:lnTo>
                  <a:pt x="303" y="12"/>
                </a:lnTo>
                <a:lnTo>
                  <a:pt x="302" y="13"/>
                </a:lnTo>
                <a:lnTo>
                  <a:pt x="302" y="12"/>
                </a:lnTo>
                <a:lnTo>
                  <a:pt x="302" y="13"/>
                </a:lnTo>
                <a:lnTo>
                  <a:pt x="301" y="13"/>
                </a:lnTo>
                <a:lnTo>
                  <a:pt x="302" y="13"/>
                </a:lnTo>
                <a:lnTo>
                  <a:pt x="301" y="13"/>
                </a:lnTo>
                <a:lnTo>
                  <a:pt x="302" y="14"/>
                </a:lnTo>
                <a:lnTo>
                  <a:pt x="301" y="14"/>
                </a:lnTo>
                <a:lnTo>
                  <a:pt x="301" y="15"/>
                </a:lnTo>
                <a:lnTo>
                  <a:pt x="301" y="16"/>
                </a:lnTo>
                <a:lnTo>
                  <a:pt x="302" y="16"/>
                </a:lnTo>
                <a:lnTo>
                  <a:pt x="302" y="17"/>
                </a:lnTo>
                <a:lnTo>
                  <a:pt x="303" y="17"/>
                </a:lnTo>
                <a:lnTo>
                  <a:pt x="303" y="16"/>
                </a:lnTo>
                <a:lnTo>
                  <a:pt x="304" y="17"/>
                </a:lnTo>
                <a:lnTo>
                  <a:pt x="304" y="18"/>
                </a:lnTo>
                <a:lnTo>
                  <a:pt x="305" y="19"/>
                </a:lnTo>
                <a:lnTo>
                  <a:pt x="304" y="19"/>
                </a:lnTo>
                <a:lnTo>
                  <a:pt x="304" y="20"/>
                </a:lnTo>
                <a:lnTo>
                  <a:pt x="303" y="20"/>
                </a:lnTo>
                <a:lnTo>
                  <a:pt x="302" y="20"/>
                </a:lnTo>
                <a:lnTo>
                  <a:pt x="302" y="21"/>
                </a:lnTo>
                <a:lnTo>
                  <a:pt x="301" y="20"/>
                </a:lnTo>
                <a:lnTo>
                  <a:pt x="301" y="21"/>
                </a:lnTo>
                <a:lnTo>
                  <a:pt x="300" y="21"/>
                </a:lnTo>
                <a:lnTo>
                  <a:pt x="300" y="22"/>
                </a:lnTo>
                <a:lnTo>
                  <a:pt x="300" y="23"/>
                </a:lnTo>
                <a:lnTo>
                  <a:pt x="299" y="23"/>
                </a:lnTo>
                <a:lnTo>
                  <a:pt x="298" y="23"/>
                </a:lnTo>
                <a:lnTo>
                  <a:pt x="297" y="23"/>
                </a:lnTo>
                <a:lnTo>
                  <a:pt x="297" y="22"/>
                </a:lnTo>
                <a:lnTo>
                  <a:pt x="296" y="23"/>
                </a:lnTo>
                <a:lnTo>
                  <a:pt x="295" y="23"/>
                </a:lnTo>
                <a:lnTo>
                  <a:pt x="294" y="23"/>
                </a:lnTo>
                <a:lnTo>
                  <a:pt x="294" y="24"/>
                </a:lnTo>
                <a:lnTo>
                  <a:pt x="293" y="24"/>
                </a:lnTo>
                <a:lnTo>
                  <a:pt x="293" y="25"/>
                </a:lnTo>
                <a:lnTo>
                  <a:pt x="293" y="26"/>
                </a:lnTo>
                <a:lnTo>
                  <a:pt x="293" y="27"/>
                </a:lnTo>
                <a:lnTo>
                  <a:pt x="292" y="27"/>
                </a:lnTo>
                <a:lnTo>
                  <a:pt x="291" y="27"/>
                </a:lnTo>
                <a:lnTo>
                  <a:pt x="291" y="28"/>
                </a:lnTo>
                <a:lnTo>
                  <a:pt x="291" y="29"/>
                </a:lnTo>
                <a:lnTo>
                  <a:pt x="290" y="29"/>
                </a:lnTo>
                <a:lnTo>
                  <a:pt x="289" y="29"/>
                </a:lnTo>
                <a:lnTo>
                  <a:pt x="288" y="29"/>
                </a:lnTo>
                <a:lnTo>
                  <a:pt x="288" y="30"/>
                </a:lnTo>
                <a:lnTo>
                  <a:pt x="288" y="31"/>
                </a:lnTo>
                <a:lnTo>
                  <a:pt x="287" y="31"/>
                </a:lnTo>
                <a:lnTo>
                  <a:pt x="286" y="31"/>
                </a:lnTo>
                <a:lnTo>
                  <a:pt x="286" y="32"/>
                </a:lnTo>
                <a:lnTo>
                  <a:pt x="286" y="33"/>
                </a:lnTo>
                <a:lnTo>
                  <a:pt x="285" y="33"/>
                </a:lnTo>
                <a:lnTo>
                  <a:pt x="284" y="33"/>
                </a:lnTo>
                <a:lnTo>
                  <a:pt x="285" y="34"/>
                </a:lnTo>
                <a:lnTo>
                  <a:pt x="284" y="34"/>
                </a:lnTo>
                <a:lnTo>
                  <a:pt x="285" y="34"/>
                </a:lnTo>
                <a:lnTo>
                  <a:pt x="285" y="35"/>
                </a:lnTo>
                <a:lnTo>
                  <a:pt x="284" y="36"/>
                </a:lnTo>
                <a:lnTo>
                  <a:pt x="285" y="36"/>
                </a:lnTo>
                <a:lnTo>
                  <a:pt x="285" y="37"/>
                </a:lnTo>
                <a:lnTo>
                  <a:pt x="285" y="38"/>
                </a:lnTo>
                <a:lnTo>
                  <a:pt x="285" y="39"/>
                </a:lnTo>
                <a:lnTo>
                  <a:pt x="284" y="39"/>
                </a:lnTo>
                <a:lnTo>
                  <a:pt x="284" y="40"/>
                </a:lnTo>
                <a:lnTo>
                  <a:pt x="283" y="40"/>
                </a:lnTo>
                <a:lnTo>
                  <a:pt x="283" y="41"/>
                </a:lnTo>
                <a:lnTo>
                  <a:pt x="283" y="42"/>
                </a:lnTo>
                <a:lnTo>
                  <a:pt x="282" y="42"/>
                </a:lnTo>
                <a:lnTo>
                  <a:pt x="282" y="43"/>
                </a:lnTo>
                <a:lnTo>
                  <a:pt x="282" y="44"/>
                </a:lnTo>
                <a:lnTo>
                  <a:pt x="282" y="45"/>
                </a:lnTo>
                <a:lnTo>
                  <a:pt x="281" y="45"/>
                </a:lnTo>
                <a:lnTo>
                  <a:pt x="282" y="45"/>
                </a:lnTo>
                <a:lnTo>
                  <a:pt x="282" y="46"/>
                </a:lnTo>
                <a:lnTo>
                  <a:pt x="282" y="47"/>
                </a:lnTo>
                <a:lnTo>
                  <a:pt x="281" y="47"/>
                </a:lnTo>
                <a:lnTo>
                  <a:pt x="281" y="48"/>
                </a:lnTo>
                <a:lnTo>
                  <a:pt x="280" y="49"/>
                </a:lnTo>
                <a:lnTo>
                  <a:pt x="279" y="49"/>
                </a:lnTo>
                <a:lnTo>
                  <a:pt x="278" y="50"/>
                </a:lnTo>
                <a:lnTo>
                  <a:pt x="279" y="50"/>
                </a:lnTo>
                <a:lnTo>
                  <a:pt x="279" y="51"/>
                </a:lnTo>
                <a:lnTo>
                  <a:pt x="278" y="51"/>
                </a:lnTo>
                <a:lnTo>
                  <a:pt x="277" y="51"/>
                </a:lnTo>
                <a:lnTo>
                  <a:pt x="276" y="51"/>
                </a:lnTo>
                <a:lnTo>
                  <a:pt x="275" y="52"/>
                </a:lnTo>
                <a:lnTo>
                  <a:pt x="274" y="52"/>
                </a:lnTo>
                <a:lnTo>
                  <a:pt x="273" y="52"/>
                </a:lnTo>
                <a:lnTo>
                  <a:pt x="272" y="52"/>
                </a:lnTo>
                <a:lnTo>
                  <a:pt x="272" y="53"/>
                </a:lnTo>
                <a:lnTo>
                  <a:pt x="273" y="53"/>
                </a:lnTo>
                <a:lnTo>
                  <a:pt x="273" y="54"/>
                </a:lnTo>
                <a:lnTo>
                  <a:pt x="273" y="55"/>
                </a:lnTo>
                <a:lnTo>
                  <a:pt x="273" y="54"/>
                </a:lnTo>
                <a:lnTo>
                  <a:pt x="272" y="55"/>
                </a:lnTo>
                <a:lnTo>
                  <a:pt x="273" y="55"/>
                </a:lnTo>
                <a:lnTo>
                  <a:pt x="274" y="55"/>
                </a:lnTo>
                <a:lnTo>
                  <a:pt x="274" y="54"/>
                </a:lnTo>
                <a:lnTo>
                  <a:pt x="274" y="55"/>
                </a:lnTo>
                <a:lnTo>
                  <a:pt x="275" y="55"/>
                </a:lnTo>
                <a:lnTo>
                  <a:pt x="276" y="55"/>
                </a:lnTo>
                <a:lnTo>
                  <a:pt x="277" y="55"/>
                </a:lnTo>
                <a:lnTo>
                  <a:pt x="278" y="55"/>
                </a:lnTo>
                <a:lnTo>
                  <a:pt x="278" y="56"/>
                </a:lnTo>
                <a:lnTo>
                  <a:pt x="279" y="56"/>
                </a:lnTo>
                <a:lnTo>
                  <a:pt x="280" y="56"/>
                </a:lnTo>
                <a:lnTo>
                  <a:pt x="280" y="57"/>
                </a:lnTo>
                <a:lnTo>
                  <a:pt x="280" y="58"/>
                </a:lnTo>
                <a:lnTo>
                  <a:pt x="281" y="58"/>
                </a:lnTo>
                <a:lnTo>
                  <a:pt x="281" y="59"/>
                </a:lnTo>
                <a:lnTo>
                  <a:pt x="282" y="59"/>
                </a:lnTo>
                <a:lnTo>
                  <a:pt x="283" y="59"/>
                </a:lnTo>
                <a:lnTo>
                  <a:pt x="283" y="58"/>
                </a:lnTo>
                <a:lnTo>
                  <a:pt x="284" y="59"/>
                </a:lnTo>
                <a:lnTo>
                  <a:pt x="284" y="58"/>
                </a:lnTo>
                <a:lnTo>
                  <a:pt x="284" y="59"/>
                </a:lnTo>
                <a:lnTo>
                  <a:pt x="284" y="58"/>
                </a:lnTo>
                <a:lnTo>
                  <a:pt x="285" y="58"/>
                </a:lnTo>
                <a:lnTo>
                  <a:pt x="285" y="59"/>
                </a:lnTo>
                <a:lnTo>
                  <a:pt x="286" y="59"/>
                </a:lnTo>
                <a:lnTo>
                  <a:pt x="286" y="60"/>
                </a:lnTo>
                <a:lnTo>
                  <a:pt x="287" y="60"/>
                </a:lnTo>
                <a:lnTo>
                  <a:pt x="286" y="61"/>
                </a:lnTo>
                <a:lnTo>
                  <a:pt x="287" y="61"/>
                </a:lnTo>
                <a:lnTo>
                  <a:pt x="287" y="62"/>
                </a:lnTo>
                <a:lnTo>
                  <a:pt x="288" y="62"/>
                </a:lnTo>
                <a:lnTo>
                  <a:pt x="288" y="63"/>
                </a:lnTo>
                <a:lnTo>
                  <a:pt x="288" y="64"/>
                </a:lnTo>
                <a:lnTo>
                  <a:pt x="289" y="64"/>
                </a:lnTo>
                <a:lnTo>
                  <a:pt x="289" y="65"/>
                </a:lnTo>
                <a:lnTo>
                  <a:pt x="290" y="64"/>
                </a:lnTo>
                <a:lnTo>
                  <a:pt x="291" y="64"/>
                </a:lnTo>
                <a:lnTo>
                  <a:pt x="291" y="63"/>
                </a:lnTo>
                <a:lnTo>
                  <a:pt x="292" y="63"/>
                </a:lnTo>
                <a:lnTo>
                  <a:pt x="292" y="62"/>
                </a:lnTo>
                <a:lnTo>
                  <a:pt x="292" y="61"/>
                </a:lnTo>
                <a:lnTo>
                  <a:pt x="293" y="61"/>
                </a:lnTo>
                <a:lnTo>
                  <a:pt x="294" y="61"/>
                </a:lnTo>
                <a:lnTo>
                  <a:pt x="294" y="60"/>
                </a:lnTo>
                <a:lnTo>
                  <a:pt x="295" y="60"/>
                </a:lnTo>
                <a:lnTo>
                  <a:pt x="295" y="59"/>
                </a:lnTo>
                <a:lnTo>
                  <a:pt x="296" y="59"/>
                </a:lnTo>
                <a:lnTo>
                  <a:pt x="296" y="60"/>
                </a:lnTo>
                <a:lnTo>
                  <a:pt x="298" y="60"/>
                </a:lnTo>
                <a:lnTo>
                  <a:pt x="299" y="60"/>
                </a:lnTo>
                <a:lnTo>
                  <a:pt x="300" y="60"/>
                </a:lnTo>
                <a:lnTo>
                  <a:pt x="300" y="59"/>
                </a:lnTo>
                <a:lnTo>
                  <a:pt x="300" y="58"/>
                </a:lnTo>
                <a:lnTo>
                  <a:pt x="301" y="57"/>
                </a:lnTo>
                <a:lnTo>
                  <a:pt x="302" y="58"/>
                </a:lnTo>
                <a:lnTo>
                  <a:pt x="303" y="57"/>
                </a:lnTo>
                <a:lnTo>
                  <a:pt x="304" y="57"/>
                </a:lnTo>
                <a:lnTo>
                  <a:pt x="304" y="58"/>
                </a:lnTo>
                <a:lnTo>
                  <a:pt x="305" y="59"/>
                </a:lnTo>
                <a:lnTo>
                  <a:pt x="305" y="60"/>
                </a:lnTo>
                <a:lnTo>
                  <a:pt x="306" y="60"/>
                </a:lnTo>
                <a:lnTo>
                  <a:pt x="306" y="59"/>
                </a:lnTo>
                <a:lnTo>
                  <a:pt x="306" y="60"/>
                </a:lnTo>
                <a:lnTo>
                  <a:pt x="307" y="60"/>
                </a:lnTo>
                <a:lnTo>
                  <a:pt x="307" y="59"/>
                </a:lnTo>
                <a:lnTo>
                  <a:pt x="307" y="58"/>
                </a:lnTo>
                <a:lnTo>
                  <a:pt x="308" y="58"/>
                </a:lnTo>
                <a:lnTo>
                  <a:pt x="308" y="57"/>
                </a:lnTo>
                <a:lnTo>
                  <a:pt x="308" y="56"/>
                </a:lnTo>
                <a:lnTo>
                  <a:pt x="308" y="55"/>
                </a:lnTo>
                <a:lnTo>
                  <a:pt x="308" y="54"/>
                </a:lnTo>
                <a:lnTo>
                  <a:pt x="309" y="54"/>
                </a:lnTo>
                <a:lnTo>
                  <a:pt x="310" y="54"/>
                </a:lnTo>
                <a:lnTo>
                  <a:pt x="311" y="54"/>
                </a:lnTo>
                <a:lnTo>
                  <a:pt x="312" y="54"/>
                </a:lnTo>
                <a:lnTo>
                  <a:pt x="313" y="54"/>
                </a:lnTo>
                <a:lnTo>
                  <a:pt x="313" y="55"/>
                </a:lnTo>
                <a:lnTo>
                  <a:pt x="314" y="55"/>
                </a:lnTo>
                <a:lnTo>
                  <a:pt x="314" y="54"/>
                </a:lnTo>
                <a:lnTo>
                  <a:pt x="315" y="54"/>
                </a:lnTo>
                <a:lnTo>
                  <a:pt x="316" y="54"/>
                </a:lnTo>
                <a:lnTo>
                  <a:pt x="316" y="55"/>
                </a:lnTo>
                <a:lnTo>
                  <a:pt x="316" y="56"/>
                </a:lnTo>
                <a:lnTo>
                  <a:pt x="316" y="57"/>
                </a:lnTo>
                <a:lnTo>
                  <a:pt x="317" y="57"/>
                </a:lnTo>
                <a:lnTo>
                  <a:pt x="317" y="56"/>
                </a:lnTo>
                <a:lnTo>
                  <a:pt x="318" y="56"/>
                </a:lnTo>
                <a:lnTo>
                  <a:pt x="318" y="55"/>
                </a:lnTo>
                <a:lnTo>
                  <a:pt x="318" y="54"/>
                </a:lnTo>
                <a:lnTo>
                  <a:pt x="318" y="53"/>
                </a:lnTo>
                <a:lnTo>
                  <a:pt x="318" y="52"/>
                </a:lnTo>
                <a:lnTo>
                  <a:pt x="318" y="51"/>
                </a:lnTo>
                <a:lnTo>
                  <a:pt x="319" y="51"/>
                </a:lnTo>
                <a:lnTo>
                  <a:pt x="318" y="50"/>
                </a:lnTo>
                <a:lnTo>
                  <a:pt x="319" y="50"/>
                </a:lnTo>
                <a:lnTo>
                  <a:pt x="319" y="49"/>
                </a:lnTo>
                <a:lnTo>
                  <a:pt x="320" y="49"/>
                </a:lnTo>
                <a:lnTo>
                  <a:pt x="320" y="50"/>
                </a:lnTo>
                <a:lnTo>
                  <a:pt x="321" y="50"/>
                </a:lnTo>
                <a:lnTo>
                  <a:pt x="322" y="50"/>
                </a:lnTo>
                <a:lnTo>
                  <a:pt x="322" y="49"/>
                </a:lnTo>
                <a:lnTo>
                  <a:pt x="323" y="48"/>
                </a:lnTo>
                <a:lnTo>
                  <a:pt x="323" y="49"/>
                </a:lnTo>
                <a:lnTo>
                  <a:pt x="323" y="48"/>
                </a:lnTo>
                <a:lnTo>
                  <a:pt x="324" y="48"/>
                </a:lnTo>
                <a:lnTo>
                  <a:pt x="325" y="48"/>
                </a:lnTo>
                <a:lnTo>
                  <a:pt x="324" y="48"/>
                </a:lnTo>
                <a:lnTo>
                  <a:pt x="325" y="48"/>
                </a:lnTo>
                <a:lnTo>
                  <a:pt x="326" y="49"/>
                </a:lnTo>
                <a:lnTo>
                  <a:pt x="326" y="48"/>
                </a:lnTo>
                <a:lnTo>
                  <a:pt x="327" y="47"/>
                </a:lnTo>
                <a:lnTo>
                  <a:pt x="327" y="46"/>
                </a:lnTo>
                <a:lnTo>
                  <a:pt x="327" y="45"/>
                </a:lnTo>
                <a:lnTo>
                  <a:pt x="327" y="46"/>
                </a:lnTo>
                <a:lnTo>
                  <a:pt x="328" y="46"/>
                </a:lnTo>
                <a:lnTo>
                  <a:pt x="329" y="46"/>
                </a:lnTo>
                <a:lnTo>
                  <a:pt x="329" y="47"/>
                </a:lnTo>
                <a:lnTo>
                  <a:pt x="330" y="48"/>
                </a:lnTo>
                <a:lnTo>
                  <a:pt x="331" y="48"/>
                </a:lnTo>
                <a:lnTo>
                  <a:pt x="332" y="48"/>
                </a:lnTo>
                <a:lnTo>
                  <a:pt x="332" y="47"/>
                </a:lnTo>
                <a:lnTo>
                  <a:pt x="332" y="48"/>
                </a:lnTo>
                <a:lnTo>
                  <a:pt x="332" y="47"/>
                </a:lnTo>
                <a:lnTo>
                  <a:pt x="333" y="47"/>
                </a:lnTo>
                <a:lnTo>
                  <a:pt x="333" y="46"/>
                </a:lnTo>
                <a:lnTo>
                  <a:pt x="334" y="46"/>
                </a:lnTo>
                <a:lnTo>
                  <a:pt x="335" y="46"/>
                </a:lnTo>
                <a:lnTo>
                  <a:pt x="336" y="46"/>
                </a:lnTo>
                <a:lnTo>
                  <a:pt x="336" y="45"/>
                </a:lnTo>
                <a:lnTo>
                  <a:pt x="336" y="46"/>
                </a:lnTo>
                <a:lnTo>
                  <a:pt x="336" y="45"/>
                </a:lnTo>
                <a:lnTo>
                  <a:pt x="336" y="44"/>
                </a:lnTo>
                <a:lnTo>
                  <a:pt x="337" y="44"/>
                </a:lnTo>
                <a:lnTo>
                  <a:pt x="337" y="43"/>
                </a:lnTo>
                <a:lnTo>
                  <a:pt x="338" y="43"/>
                </a:lnTo>
                <a:lnTo>
                  <a:pt x="339" y="43"/>
                </a:lnTo>
                <a:lnTo>
                  <a:pt x="340" y="43"/>
                </a:lnTo>
                <a:lnTo>
                  <a:pt x="340" y="42"/>
                </a:lnTo>
                <a:lnTo>
                  <a:pt x="340" y="41"/>
                </a:lnTo>
                <a:lnTo>
                  <a:pt x="341" y="41"/>
                </a:lnTo>
                <a:lnTo>
                  <a:pt x="342" y="41"/>
                </a:lnTo>
                <a:lnTo>
                  <a:pt x="343" y="40"/>
                </a:lnTo>
                <a:lnTo>
                  <a:pt x="343" y="41"/>
                </a:lnTo>
                <a:lnTo>
                  <a:pt x="344" y="41"/>
                </a:lnTo>
                <a:lnTo>
                  <a:pt x="345" y="41"/>
                </a:lnTo>
                <a:lnTo>
                  <a:pt x="346" y="42"/>
                </a:lnTo>
                <a:lnTo>
                  <a:pt x="347" y="41"/>
                </a:lnTo>
                <a:lnTo>
                  <a:pt x="346" y="41"/>
                </a:lnTo>
                <a:lnTo>
                  <a:pt x="346" y="40"/>
                </a:lnTo>
                <a:lnTo>
                  <a:pt x="347" y="39"/>
                </a:lnTo>
                <a:lnTo>
                  <a:pt x="348" y="39"/>
                </a:lnTo>
                <a:lnTo>
                  <a:pt x="348" y="38"/>
                </a:lnTo>
                <a:lnTo>
                  <a:pt x="349" y="37"/>
                </a:lnTo>
                <a:lnTo>
                  <a:pt x="349" y="38"/>
                </a:lnTo>
                <a:lnTo>
                  <a:pt x="350" y="38"/>
                </a:lnTo>
                <a:lnTo>
                  <a:pt x="351" y="38"/>
                </a:lnTo>
                <a:lnTo>
                  <a:pt x="351" y="39"/>
                </a:lnTo>
                <a:lnTo>
                  <a:pt x="352" y="39"/>
                </a:lnTo>
                <a:lnTo>
                  <a:pt x="353" y="39"/>
                </a:lnTo>
                <a:lnTo>
                  <a:pt x="354" y="40"/>
                </a:lnTo>
                <a:lnTo>
                  <a:pt x="355" y="41"/>
                </a:lnTo>
                <a:lnTo>
                  <a:pt x="355" y="42"/>
                </a:lnTo>
                <a:lnTo>
                  <a:pt x="356" y="42"/>
                </a:lnTo>
                <a:lnTo>
                  <a:pt x="357" y="42"/>
                </a:lnTo>
                <a:lnTo>
                  <a:pt x="357" y="43"/>
                </a:lnTo>
                <a:lnTo>
                  <a:pt x="358" y="44"/>
                </a:lnTo>
                <a:lnTo>
                  <a:pt x="359" y="44"/>
                </a:lnTo>
                <a:lnTo>
                  <a:pt x="359" y="45"/>
                </a:lnTo>
                <a:lnTo>
                  <a:pt x="359" y="46"/>
                </a:lnTo>
                <a:lnTo>
                  <a:pt x="359" y="47"/>
                </a:lnTo>
                <a:lnTo>
                  <a:pt x="360" y="47"/>
                </a:lnTo>
                <a:lnTo>
                  <a:pt x="360" y="48"/>
                </a:lnTo>
                <a:lnTo>
                  <a:pt x="361" y="49"/>
                </a:lnTo>
                <a:lnTo>
                  <a:pt x="361" y="48"/>
                </a:lnTo>
                <a:lnTo>
                  <a:pt x="362" y="48"/>
                </a:lnTo>
                <a:lnTo>
                  <a:pt x="363" y="48"/>
                </a:lnTo>
                <a:lnTo>
                  <a:pt x="364" y="48"/>
                </a:lnTo>
                <a:lnTo>
                  <a:pt x="365" y="48"/>
                </a:lnTo>
                <a:lnTo>
                  <a:pt x="366" y="48"/>
                </a:lnTo>
                <a:lnTo>
                  <a:pt x="366" y="49"/>
                </a:lnTo>
                <a:lnTo>
                  <a:pt x="367" y="49"/>
                </a:lnTo>
                <a:lnTo>
                  <a:pt x="368" y="50"/>
                </a:lnTo>
                <a:lnTo>
                  <a:pt x="368" y="51"/>
                </a:lnTo>
                <a:lnTo>
                  <a:pt x="367" y="51"/>
                </a:lnTo>
                <a:lnTo>
                  <a:pt x="367" y="52"/>
                </a:lnTo>
                <a:lnTo>
                  <a:pt x="368" y="52"/>
                </a:lnTo>
                <a:lnTo>
                  <a:pt x="368" y="53"/>
                </a:lnTo>
                <a:lnTo>
                  <a:pt x="368" y="52"/>
                </a:lnTo>
                <a:lnTo>
                  <a:pt x="369" y="52"/>
                </a:lnTo>
                <a:lnTo>
                  <a:pt x="370" y="53"/>
                </a:lnTo>
                <a:lnTo>
                  <a:pt x="371" y="52"/>
                </a:lnTo>
                <a:lnTo>
                  <a:pt x="372" y="52"/>
                </a:lnTo>
                <a:lnTo>
                  <a:pt x="373" y="51"/>
                </a:lnTo>
                <a:lnTo>
                  <a:pt x="374" y="51"/>
                </a:lnTo>
                <a:lnTo>
                  <a:pt x="374" y="50"/>
                </a:lnTo>
                <a:lnTo>
                  <a:pt x="375" y="50"/>
                </a:lnTo>
                <a:lnTo>
                  <a:pt x="376" y="51"/>
                </a:lnTo>
                <a:lnTo>
                  <a:pt x="376" y="50"/>
                </a:lnTo>
                <a:lnTo>
                  <a:pt x="377" y="51"/>
                </a:lnTo>
                <a:lnTo>
                  <a:pt x="377" y="50"/>
                </a:lnTo>
                <a:lnTo>
                  <a:pt x="378" y="50"/>
                </a:lnTo>
                <a:lnTo>
                  <a:pt x="379" y="50"/>
                </a:lnTo>
                <a:lnTo>
                  <a:pt x="378" y="50"/>
                </a:lnTo>
                <a:lnTo>
                  <a:pt x="378" y="49"/>
                </a:lnTo>
                <a:lnTo>
                  <a:pt x="377" y="49"/>
                </a:lnTo>
                <a:lnTo>
                  <a:pt x="377" y="48"/>
                </a:lnTo>
                <a:lnTo>
                  <a:pt x="376" y="48"/>
                </a:lnTo>
                <a:lnTo>
                  <a:pt x="376" y="47"/>
                </a:lnTo>
                <a:lnTo>
                  <a:pt x="375" y="47"/>
                </a:lnTo>
                <a:lnTo>
                  <a:pt x="375" y="46"/>
                </a:lnTo>
                <a:lnTo>
                  <a:pt x="374" y="46"/>
                </a:lnTo>
                <a:lnTo>
                  <a:pt x="374" y="45"/>
                </a:lnTo>
                <a:lnTo>
                  <a:pt x="373" y="45"/>
                </a:lnTo>
                <a:lnTo>
                  <a:pt x="373" y="44"/>
                </a:lnTo>
                <a:lnTo>
                  <a:pt x="372" y="44"/>
                </a:lnTo>
                <a:lnTo>
                  <a:pt x="372" y="43"/>
                </a:lnTo>
                <a:lnTo>
                  <a:pt x="373" y="43"/>
                </a:lnTo>
                <a:lnTo>
                  <a:pt x="374" y="43"/>
                </a:lnTo>
                <a:lnTo>
                  <a:pt x="374" y="42"/>
                </a:lnTo>
                <a:lnTo>
                  <a:pt x="375" y="42"/>
                </a:lnTo>
                <a:lnTo>
                  <a:pt x="374" y="42"/>
                </a:lnTo>
                <a:lnTo>
                  <a:pt x="374" y="41"/>
                </a:lnTo>
                <a:lnTo>
                  <a:pt x="375" y="41"/>
                </a:lnTo>
                <a:lnTo>
                  <a:pt x="374" y="41"/>
                </a:lnTo>
                <a:lnTo>
                  <a:pt x="373" y="41"/>
                </a:lnTo>
                <a:lnTo>
                  <a:pt x="372" y="41"/>
                </a:lnTo>
                <a:lnTo>
                  <a:pt x="372" y="40"/>
                </a:lnTo>
                <a:lnTo>
                  <a:pt x="372" y="39"/>
                </a:lnTo>
                <a:lnTo>
                  <a:pt x="371" y="39"/>
                </a:lnTo>
                <a:lnTo>
                  <a:pt x="371" y="38"/>
                </a:lnTo>
                <a:lnTo>
                  <a:pt x="371" y="37"/>
                </a:lnTo>
                <a:lnTo>
                  <a:pt x="372" y="37"/>
                </a:lnTo>
                <a:lnTo>
                  <a:pt x="372" y="36"/>
                </a:lnTo>
                <a:lnTo>
                  <a:pt x="371" y="36"/>
                </a:lnTo>
                <a:lnTo>
                  <a:pt x="371" y="35"/>
                </a:lnTo>
                <a:lnTo>
                  <a:pt x="372" y="34"/>
                </a:lnTo>
                <a:lnTo>
                  <a:pt x="371" y="34"/>
                </a:lnTo>
                <a:lnTo>
                  <a:pt x="371" y="33"/>
                </a:lnTo>
                <a:lnTo>
                  <a:pt x="372" y="33"/>
                </a:lnTo>
                <a:lnTo>
                  <a:pt x="372" y="32"/>
                </a:lnTo>
                <a:lnTo>
                  <a:pt x="373" y="32"/>
                </a:lnTo>
                <a:lnTo>
                  <a:pt x="372" y="32"/>
                </a:lnTo>
                <a:lnTo>
                  <a:pt x="372" y="31"/>
                </a:lnTo>
                <a:lnTo>
                  <a:pt x="373" y="30"/>
                </a:lnTo>
                <a:lnTo>
                  <a:pt x="372" y="30"/>
                </a:lnTo>
                <a:lnTo>
                  <a:pt x="372" y="31"/>
                </a:lnTo>
                <a:lnTo>
                  <a:pt x="372" y="30"/>
                </a:lnTo>
                <a:lnTo>
                  <a:pt x="373" y="30"/>
                </a:lnTo>
                <a:lnTo>
                  <a:pt x="373" y="29"/>
                </a:lnTo>
                <a:lnTo>
                  <a:pt x="373" y="28"/>
                </a:lnTo>
                <a:lnTo>
                  <a:pt x="374" y="27"/>
                </a:lnTo>
                <a:lnTo>
                  <a:pt x="375" y="27"/>
                </a:lnTo>
                <a:lnTo>
                  <a:pt x="376" y="27"/>
                </a:lnTo>
                <a:lnTo>
                  <a:pt x="376" y="28"/>
                </a:lnTo>
                <a:lnTo>
                  <a:pt x="377" y="28"/>
                </a:lnTo>
                <a:lnTo>
                  <a:pt x="377" y="29"/>
                </a:lnTo>
                <a:lnTo>
                  <a:pt x="378" y="29"/>
                </a:lnTo>
                <a:lnTo>
                  <a:pt x="379" y="29"/>
                </a:lnTo>
                <a:lnTo>
                  <a:pt x="379" y="28"/>
                </a:lnTo>
                <a:lnTo>
                  <a:pt x="379" y="27"/>
                </a:lnTo>
                <a:lnTo>
                  <a:pt x="378" y="27"/>
                </a:lnTo>
                <a:lnTo>
                  <a:pt x="378" y="26"/>
                </a:lnTo>
                <a:lnTo>
                  <a:pt x="378" y="25"/>
                </a:lnTo>
                <a:lnTo>
                  <a:pt x="377" y="25"/>
                </a:lnTo>
                <a:lnTo>
                  <a:pt x="378" y="24"/>
                </a:lnTo>
                <a:lnTo>
                  <a:pt x="378" y="25"/>
                </a:lnTo>
                <a:lnTo>
                  <a:pt x="378" y="24"/>
                </a:lnTo>
                <a:lnTo>
                  <a:pt x="379" y="25"/>
                </a:lnTo>
                <a:lnTo>
                  <a:pt x="380" y="25"/>
                </a:lnTo>
                <a:lnTo>
                  <a:pt x="381" y="25"/>
                </a:lnTo>
                <a:lnTo>
                  <a:pt x="382" y="25"/>
                </a:lnTo>
                <a:lnTo>
                  <a:pt x="383" y="26"/>
                </a:lnTo>
                <a:lnTo>
                  <a:pt x="383" y="25"/>
                </a:lnTo>
                <a:lnTo>
                  <a:pt x="384" y="25"/>
                </a:lnTo>
                <a:lnTo>
                  <a:pt x="384" y="26"/>
                </a:lnTo>
                <a:lnTo>
                  <a:pt x="385" y="26"/>
                </a:lnTo>
                <a:lnTo>
                  <a:pt x="386" y="26"/>
                </a:lnTo>
                <a:lnTo>
                  <a:pt x="387" y="26"/>
                </a:lnTo>
                <a:lnTo>
                  <a:pt x="387" y="27"/>
                </a:lnTo>
                <a:lnTo>
                  <a:pt x="388" y="27"/>
                </a:lnTo>
                <a:lnTo>
                  <a:pt x="388" y="28"/>
                </a:lnTo>
                <a:lnTo>
                  <a:pt x="389" y="28"/>
                </a:lnTo>
                <a:lnTo>
                  <a:pt x="390" y="29"/>
                </a:lnTo>
                <a:lnTo>
                  <a:pt x="391" y="29"/>
                </a:lnTo>
                <a:lnTo>
                  <a:pt x="391" y="30"/>
                </a:lnTo>
                <a:lnTo>
                  <a:pt x="391" y="29"/>
                </a:lnTo>
                <a:lnTo>
                  <a:pt x="392" y="29"/>
                </a:lnTo>
                <a:lnTo>
                  <a:pt x="393" y="29"/>
                </a:lnTo>
                <a:lnTo>
                  <a:pt x="394" y="29"/>
                </a:lnTo>
                <a:lnTo>
                  <a:pt x="395" y="29"/>
                </a:lnTo>
                <a:lnTo>
                  <a:pt x="395" y="28"/>
                </a:lnTo>
                <a:lnTo>
                  <a:pt x="396" y="28"/>
                </a:lnTo>
                <a:lnTo>
                  <a:pt x="396" y="27"/>
                </a:lnTo>
                <a:lnTo>
                  <a:pt x="397" y="26"/>
                </a:lnTo>
                <a:lnTo>
                  <a:pt x="397" y="27"/>
                </a:lnTo>
                <a:lnTo>
                  <a:pt x="398" y="27"/>
                </a:lnTo>
                <a:lnTo>
                  <a:pt x="398" y="28"/>
                </a:lnTo>
                <a:lnTo>
                  <a:pt x="399" y="28"/>
                </a:lnTo>
                <a:lnTo>
                  <a:pt x="399" y="29"/>
                </a:lnTo>
                <a:lnTo>
                  <a:pt x="400" y="29"/>
                </a:lnTo>
                <a:lnTo>
                  <a:pt x="401" y="29"/>
                </a:lnTo>
                <a:lnTo>
                  <a:pt x="401" y="30"/>
                </a:lnTo>
                <a:lnTo>
                  <a:pt x="401" y="31"/>
                </a:lnTo>
                <a:lnTo>
                  <a:pt x="400" y="31"/>
                </a:lnTo>
                <a:lnTo>
                  <a:pt x="401" y="31"/>
                </a:lnTo>
                <a:lnTo>
                  <a:pt x="401" y="32"/>
                </a:lnTo>
                <a:lnTo>
                  <a:pt x="402" y="32"/>
                </a:lnTo>
                <a:lnTo>
                  <a:pt x="402" y="31"/>
                </a:lnTo>
                <a:lnTo>
                  <a:pt x="403" y="31"/>
                </a:lnTo>
                <a:lnTo>
                  <a:pt x="404" y="31"/>
                </a:lnTo>
                <a:lnTo>
                  <a:pt x="405" y="31"/>
                </a:lnTo>
                <a:lnTo>
                  <a:pt x="405" y="30"/>
                </a:lnTo>
                <a:lnTo>
                  <a:pt x="406" y="29"/>
                </a:lnTo>
                <a:lnTo>
                  <a:pt x="407" y="29"/>
                </a:lnTo>
                <a:lnTo>
                  <a:pt x="408" y="28"/>
                </a:lnTo>
                <a:lnTo>
                  <a:pt x="407" y="27"/>
                </a:lnTo>
                <a:lnTo>
                  <a:pt x="408" y="26"/>
                </a:lnTo>
                <a:lnTo>
                  <a:pt x="409" y="26"/>
                </a:lnTo>
                <a:lnTo>
                  <a:pt x="409" y="25"/>
                </a:lnTo>
                <a:lnTo>
                  <a:pt x="410" y="25"/>
                </a:lnTo>
                <a:lnTo>
                  <a:pt x="410" y="26"/>
                </a:lnTo>
                <a:lnTo>
                  <a:pt x="410" y="27"/>
                </a:lnTo>
                <a:lnTo>
                  <a:pt x="411" y="27"/>
                </a:lnTo>
                <a:lnTo>
                  <a:pt x="412" y="27"/>
                </a:lnTo>
                <a:lnTo>
                  <a:pt x="411" y="28"/>
                </a:lnTo>
                <a:lnTo>
                  <a:pt x="410" y="28"/>
                </a:lnTo>
                <a:lnTo>
                  <a:pt x="410" y="29"/>
                </a:lnTo>
                <a:lnTo>
                  <a:pt x="409" y="29"/>
                </a:lnTo>
                <a:lnTo>
                  <a:pt x="409" y="30"/>
                </a:lnTo>
                <a:lnTo>
                  <a:pt x="410" y="30"/>
                </a:lnTo>
                <a:lnTo>
                  <a:pt x="410" y="31"/>
                </a:lnTo>
                <a:lnTo>
                  <a:pt x="411" y="31"/>
                </a:lnTo>
                <a:lnTo>
                  <a:pt x="411" y="30"/>
                </a:lnTo>
                <a:lnTo>
                  <a:pt x="411" y="31"/>
                </a:lnTo>
                <a:lnTo>
                  <a:pt x="412" y="32"/>
                </a:lnTo>
                <a:lnTo>
                  <a:pt x="412" y="33"/>
                </a:lnTo>
                <a:lnTo>
                  <a:pt x="412" y="34"/>
                </a:lnTo>
                <a:lnTo>
                  <a:pt x="413" y="34"/>
                </a:lnTo>
                <a:lnTo>
                  <a:pt x="414" y="34"/>
                </a:lnTo>
                <a:lnTo>
                  <a:pt x="414" y="35"/>
                </a:lnTo>
                <a:lnTo>
                  <a:pt x="414" y="36"/>
                </a:lnTo>
                <a:lnTo>
                  <a:pt x="415" y="36"/>
                </a:lnTo>
                <a:lnTo>
                  <a:pt x="415" y="35"/>
                </a:lnTo>
                <a:lnTo>
                  <a:pt x="416" y="35"/>
                </a:lnTo>
                <a:lnTo>
                  <a:pt x="417" y="35"/>
                </a:lnTo>
                <a:lnTo>
                  <a:pt x="417" y="36"/>
                </a:lnTo>
                <a:lnTo>
                  <a:pt x="418" y="36"/>
                </a:lnTo>
                <a:lnTo>
                  <a:pt x="418" y="37"/>
                </a:lnTo>
                <a:lnTo>
                  <a:pt x="418" y="38"/>
                </a:lnTo>
                <a:lnTo>
                  <a:pt x="419" y="39"/>
                </a:lnTo>
                <a:lnTo>
                  <a:pt x="419" y="40"/>
                </a:lnTo>
                <a:lnTo>
                  <a:pt x="419" y="41"/>
                </a:lnTo>
                <a:lnTo>
                  <a:pt x="419" y="42"/>
                </a:lnTo>
                <a:lnTo>
                  <a:pt x="420" y="42"/>
                </a:lnTo>
                <a:lnTo>
                  <a:pt x="420" y="43"/>
                </a:lnTo>
                <a:lnTo>
                  <a:pt x="421" y="43"/>
                </a:lnTo>
                <a:lnTo>
                  <a:pt x="421" y="42"/>
                </a:lnTo>
                <a:lnTo>
                  <a:pt x="422" y="42"/>
                </a:lnTo>
                <a:lnTo>
                  <a:pt x="423" y="41"/>
                </a:lnTo>
                <a:lnTo>
                  <a:pt x="423" y="40"/>
                </a:lnTo>
                <a:lnTo>
                  <a:pt x="424" y="40"/>
                </a:lnTo>
                <a:lnTo>
                  <a:pt x="424" y="39"/>
                </a:lnTo>
                <a:lnTo>
                  <a:pt x="425" y="39"/>
                </a:lnTo>
                <a:lnTo>
                  <a:pt x="426" y="39"/>
                </a:lnTo>
                <a:lnTo>
                  <a:pt x="427" y="39"/>
                </a:lnTo>
                <a:lnTo>
                  <a:pt x="427" y="38"/>
                </a:lnTo>
                <a:lnTo>
                  <a:pt x="428" y="38"/>
                </a:lnTo>
                <a:lnTo>
                  <a:pt x="429" y="38"/>
                </a:lnTo>
                <a:lnTo>
                  <a:pt x="430" y="38"/>
                </a:lnTo>
                <a:lnTo>
                  <a:pt x="431" y="38"/>
                </a:lnTo>
                <a:lnTo>
                  <a:pt x="431" y="37"/>
                </a:lnTo>
                <a:lnTo>
                  <a:pt x="432" y="37"/>
                </a:lnTo>
                <a:lnTo>
                  <a:pt x="433" y="37"/>
                </a:lnTo>
                <a:lnTo>
                  <a:pt x="434" y="37"/>
                </a:lnTo>
                <a:lnTo>
                  <a:pt x="435" y="37"/>
                </a:lnTo>
                <a:lnTo>
                  <a:pt x="435" y="36"/>
                </a:lnTo>
                <a:lnTo>
                  <a:pt x="436" y="36"/>
                </a:lnTo>
                <a:lnTo>
                  <a:pt x="437" y="36"/>
                </a:lnTo>
                <a:lnTo>
                  <a:pt x="438" y="36"/>
                </a:lnTo>
                <a:lnTo>
                  <a:pt x="438" y="37"/>
                </a:lnTo>
                <a:lnTo>
                  <a:pt x="438" y="38"/>
                </a:lnTo>
                <a:lnTo>
                  <a:pt x="437" y="38"/>
                </a:lnTo>
                <a:lnTo>
                  <a:pt x="437" y="39"/>
                </a:lnTo>
                <a:lnTo>
                  <a:pt x="437" y="40"/>
                </a:lnTo>
                <a:lnTo>
                  <a:pt x="436" y="41"/>
                </a:lnTo>
                <a:lnTo>
                  <a:pt x="436" y="42"/>
                </a:lnTo>
                <a:lnTo>
                  <a:pt x="435" y="42"/>
                </a:lnTo>
                <a:lnTo>
                  <a:pt x="435" y="43"/>
                </a:lnTo>
                <a:lnTo>
                  <a:pt x="436" y="43"/>
                </a:lnTo>
                <a:lnTo>
                  <a:pt x="436" y="44"/>
                </a:lnTo>
                <a:lnTo>
                  <a:pt x="435" y="44"/>
                </a:lnTo>
                <a:lnTo>
                  <a:pt x="435" y="45"/>
                </a:lnTo>
                <a:lnTo>
                  <a:pt x="436" y="45"/>
                </a:lnTo>
                <a:lnTo>
                  <a:pt x="436" y="46"/>
                </a:lnTo>
                <a:lnTo>
                  <a:pt x="437" y="45"/>
                </a:lnTo>
                <a:lnTo>
                  <a:pt x="437" y="46"/>
                </a:lnTo>
                <a:lnTo>
                  <a:pt x="437" y="47"/>
                </a:lnTo>
                <a:lnTo>
                  <a:pt x="438" y="47"/>
                </a:lnTo>
                <a:lnTo>
                  <a:pt x="438" y="48"/>
                </a:lnTo>
                <a:lnTo>
                  <a:pt x="439" y="48"/>
                </a:lnTo>
                <a:lnTo>
                  <a:pt x="440" y="48"/>
                </a:lnTo>
                <a:lnTo>
                  <a:pt x="439" y="48"/>
                </a:lnTo>
                <a:lnTo>
                  <a:pt x="439" y="49"/>
                </a:lnTo>
                <a:lnTo>
                  <a:pt x="440" y="49"/>
                </a:lnTo>
                <a:lnTo>
                  <a:pt x="440" y="48"/>
                </a:lnTo>
                <a:lnTo>
                  <a:pt x="441" y="48"/>
                </a:lnTo>
                <a:lnTo>
                  <a:pt x="442" y="49"/>
                </a:lnTo>
                <a:lnTo>
                  <a:pt x="442" y="50"/>
                </a:lnTo>
                <a:lnTo>
                  <a:pt x="443" y="50"/>
                </a:lnTo>
                <a:lnTo>
                  <a:pt x="442" y="50"/>
                </a:lnTo>
                <a:lnTo>
                  <a:pt x="442" y="51"/>
                </a:lnTo>
                <a:lnTo>
                  <a:pt x="441" y="51"/>
                </a:lnTo>
                <a:lnTo>
                  <a:pt x="441" y="52"/>
                </a:lnTo>
                <a:lnTo>
                  <a:pt x="442" y="52"/>
                </a:lnTo>
                <a:lnTo>
                  <a:pt x="443" y="53"/>
                </a:lnTo>
                <a:lnTo>
                  <a:pt x="444" y="54"/>
                </a:lnTo>
                <a:lnTo>
                  <a:pt x="444" y="55"/>
                </a:lnTo>
                <a:lnTo>
                  <a:pt x="445" y="54"/>
                </a:lnTo>
                <a:lnTo>
                  <a:pt x="445" y="55"/>
                </a:lnTo>
                <a:lnTo>
                  <a:pt x="446" y="56"/>
                </a:lnTo>
                <a:lnTo>
                  <a:pt x="445" y="56"/>
                </a:lnTo>
                <a:lnTo>
                  <a:pt x="446" y="57"/>
                </a:lnTo>
                <a:lnTo>
                  <a:pt x="446" y="58"/>
                </a:lnTo>
                <a:lnTo>
                  <a:pt x="447" y="58"/>
                </a:lnTo>
                <a:lnTo>
                  <a:pt x="447" y="59"/>
                </a:lnTo>
                <a:lnTo>
                  <a:pt x="447" y="60"/>
                </a:lnTo>
                <a:lnTo>
                  <a:pt x="447" y="61"/>
                </a:lnTo>
                <a:lnTo>
                  <a:pt x="447" y="62"/>
                </a:lnTo>
                <a:lnTo>
                  <a:pt x="448" y="62"/>
                </a:lnTo>
                <a:lnTo>
                  <a:pt x="448" y="61"/>
                </a:lnTo>
                <a:lnTo>
                  <a:pt x="449" y="61"/>
                </a:lnTo>
                <a:lnTo>
                  <a:pt x="449" y="62"/>
                </a:lnTo>
                <a:lnTo>
                  <a:pt x="449" y="63"/>
                </a:lnTo>
                <a:lnTo>
                  <a:pt x="449" y="64"/>
                </a:lnTo>
                <a:lnTo>
                  <a:pt x="449" y="65"/>
                </a:lnTo>
                <a:lnTo>
                  <a:pt x="449" y="66"/>
                </a:lnTo>
                <a:lnTo>
                  <a:pt x="450" y="66"/>
                </a:lnTo>
                <a:lnTo>
                  <a:pt x="451" y="66"/>
                </a:lnTo>
                <a:lnTo>
                  <a:pt x="451" y="67"/>
                </a:lnTo>
                <a:lnTo>
                  <a:pt x="452" y="67"/>
                </a:lnTo>
                <a:lnTo>
                  <a:pt x="453" y="67"/>
                </a:lnTo>
                <a:lnTo>
                  <a:pt x="453" y="68"/>
                </a:lnTo>
                <a:lnTo>
                  <a:pt x="453" y="69"/>
                </a:lnTo>
                <a:lnTo>
                  <a:pt x="452" y="69"/>
                </a:lnTo>
                <a:lnTo>
                  <a:pt x="452" y="70"/>
                </a:lnTo>
                <a:lnTo>
                  <a:pt x="451" y="70"/>
                </a:lnTo>
                <a:lnTo>
                  <a:pt x="451" y="71"/>
                </a:lnTo>
                <a:lnTo>
                  <a:pt x="450" y="71"/>
                </a:lnTo>
                <a:lnTo>
                  <a:pt x="450" y="72"/>
                </a:lnTo>
                <a:lnTo>
                  <a:pt x="450" y="73"/>
                </a:lnTo>
                <a:lnTo>
                  <a:pt x="450" y="74"/>
                </a:lnTo>
                <a:lnTo>
                  <a:pt x="450" y="75"/>
                </a:lnTo>
                <a:lnTo>
                  <a:pt x="450" y="76"/>
                </a:lnTo>
                <a:lnTo>
                  <a:pt x="451" y="77"/>
                </a:lnTo>
                <a:lnTo>
                  <a:pt x="452" y="77"/>
                </a:lnTo>
                <a:lnTo>
                  <a:pt x="452" y="78"/>
                </a:lnTo>
                <a:lnTo>
                  <a:pt x="451" y="78"/>
                </a:lnTo>
                <a:lnTo>
                  <a:pt x="451" y="79"/>
                </a:lnTo>
                <a:lnTo>
                  <a:pt x="452" y="79"/>
                </a:lnTo>
                <a:lnTo>
                  <a:pt x="452" y="80"/>
                </a:lnTo>
                <a:lnTo>
                  <a:pt x="453" y="80"/>
                </a:lnTo>
                <a:lnTo>
                  <a:pt x="454" y="80"/>
                </a:lnTo>
                <a:lnTo>
                  <a:pt x="454" y="81"/>
                </a:lnTo>
                <a:lnTo>
                  <a:pt x="454" y="83"/>
                </a:lnTo>
                <a:lnTo>
                  <a:pt x="454" y="84"/>
                </a:lnTo>
                <a:lnTo>
                  <a:pt x="454" y="85"/>
                </a:lnTo>
                <a:lnTo>
                  <a:pt x="454" y="86"/>
                </a:lnTo>
                <a:lnTo>
                  <a:pt x="453" y="86"/>
                </a:lnTo>
                <a:lnTo>
                  <a:pt x="453" y="87"/>
                </a:lnTo>
                <a:lnTo>
                  <a:pt x="454" y="87"/>
                </a:lnTo>
                <a:lnTo>
                  <a:pt x="454" y="88"/>
                </a:lnTo>
                <a:lnTo>
                  <a:pt x="455" y="89"/>
                </a:lnTo>
                <a:lnTo>
                  <a:pt x="454" y="90"/>
                </a:lnTo>
                <a:lnTo>
                  <a:pt x="454" y="89"/>
                </a:lnTo>
                <a:lnTo>
                  <a:pt x="454" y="90"/>
                </a:lnTo>
                <a:lnTo>
                  <a:pt x="455" y="90"/>
                </a:lnTo>
                <a:lnTo>
                  <a:pt x="456" y="90"/>
                </a:lnTo>
                <a:lnTo>
                  <a:pt x="457" y="90"/>
                </a:lnTo>
                <a:lnTo>
                  <a:pt x="458" y="91"/>
                </a:lnTo>
                <a:lnTo>
                  <a:pt x="458" y="92"/>
                </a:lnTo>
                <a:lnTo>
                  <a:pt x="459" y="92"/>
                </a:lnTo>
                <a:lnTo>
                  <a:pt x="459" y="93"/>
                </a:lnTo>
                <a:lnTo>
                  <a:pt x="458" y="93"/>
                </a:lnTo>
                <a:lnTo>
                  <a:pt x="459" y="94"/>
                </a:lnTo>
                <a:lnTo>
                  <a:pt x="459" y="95"/>
                </a:lnTo>
                <a:lnTo>
                  <a:pt x="460" y="96"/>
                </a:lnTo>
                <a:lnTo>
                  <a:pt x="460" y="97"/>
                </a:lnTo>
                <a:lnTo>
                  <a:pt x="460" y="98"/>
                </a:lnTo>
                <a:lnTo>
                  <a:pt x="461" y="98"/>
                </a:lnTo>
                <a:lnTo>
                  <a:pt x="460" y="99"/>
                </a:lnTo>
                <a:lnTo>
                  <a:pt x="461" y="99"/>
                </a:lnTo>
                <a:lnTo>
                  <a:pt x="461" y="100"/>
                </a:lnTo>
                <a:lnTo>
                  <a:pt x="461" y="101"/>
                </a:lnTo>
                <a:lnTo>
                  <a:pt x="462" y="101"/>
                </a:lnTo>
                <a:lnTo>
                  <a:pt x="462" y="102"/>
                </a:lnTo>
                <a:lnTo>
                  <a:pt x="463" y="102"/>
                </a:lnTo>
                <a:lnTo>
                  <a:pt x="464" y="103"/>
                </a:lnTo>
                <a:lnTo>
                  <a:pt x="464" y="102"/>
                </a:lnTo>
                <a:lnTo>
                  <a:pt x="464" y="103"/>
                </a:lnTo>
                <a:lnTo>
                  <a:pt x="465" y="103"/>
                </a:lnTo>
                <a:lnTo>
                  <a:pt x="466" y="103"/>
                </a:lnTo>
                <a:lnTo>
                  <a:pt x="466" y="104"/>
                </a:lnTo>
                <a:lnTo>
                  <a:pt x="466" y="103"/>
                </a:lnTo>
                <a:lnTo>
                  <a:pt x="467" y="103"/>
                </a:lnTo>
                <a:lnTo>
                  <a:pt x="468" y="104"/>
                </a:lnTo>
                <a:lnTo>
                  <a:pt x="469" y="104"/>
                </a:lnTo>
                <a:lnTo>
                  <a:pt x="470" y="104"/>
                </a:lnTo>
                <a:lnTo>
                  <a:pt x="470" y="105"/>
                </a:lnTo>
                <a:lnTo>
                  <a:pt x="471" y="105"/>
                </a:lnTo>
                <a:lnTo>
                  <a:pt x="470" y="105"/>
                </a:lnTo>
                <a:lnTo>
                  <a:pt x="469" y="106"/>
                </a:lnTo>
                <a:lnTo>
                  <a:pt x="468" y="106"/>
                </a:lnTo>
                <a:lnTo>
                  <a:pt x="468" y="107"/>
                </a:lnTo>
                <a:lnTo>
                  <a:pt x="467" y="108"/>
                </a:lnTo>
                <a:lnTo>
                  <a:pt x="467" y="109"/>
                </a:lnTo>
                <a:lnTo>
                  <a:pt x="466" y="109"/>
                </a:lnTo>
                <a:lnTo>
                  <a:pt x="465" y="110"/>
                </a:lnTo>
                <a:lnTo>
                  <a:pt x="465" y="111"/>
                </a:lnTo>
                <a:lnTo>
                  <a:pt x="464" y="111"/>
                </a:lnTo>
                <a:lnTo>
                  <a:pt x="464" y="110"/>
                </a:lnTo>
                <a:lnTo>
                  <a:pt x="464" y="109"/>
                </a:lnTo>
                <a:lnTo>
                  <a:pt x="464" y="108"/>
                </a:lnTo>
                <a:lnTo>
                  <a:pt x="464" y="107"/>
                </a:lnTo>
                <a:lnTo>
                  <a:pt x="463" y="107"/>
                </a:lnTo>
                <a:lnTo>
                  <a:pt x="463" y="106"/>
                </a:lnTo>
                <a:lnTo>
                  <a:pt x="462" y="106"/>
                </a:lnTo>
                <a:lnTo>
                  <a:pt x="461" y="106"/>
                </a:lnTo>
                <a:lnTo>
                  <a:pt x="460" y="106"/>
                </a:lnTo>
                <a:lnTo>
                  <a:pt x="460" y="107"/>
                </a:lnTo>
                <a:lnTo>
                  <a:pt x="459" y="106"/>
                </a:lnTo>
                <a:lnTo>
                  <a:pt x="458" y="106"/>
                </a:lnTo>
                <a:lnTo>
                  <a:pt x="457" y="106"/>
                </a:lnTo>
                <a:lnTo>
                  <a:pt x="457" y="107"/>
                </a:lnTo>
                <a:lnTo>
                  <a:pt x="456" y="107"/>
                </a:lnTo>
                <a:lnTo>
                  <a:pt x="456" y="108"/>
                </a:lnTo>
                <a:lnTo>
                  <a:pt x="457" y="108"/>
                </a:lnTo>
                <a:lnTo>
                  <a:pt x="457" y="109"/>
                </a:lnTo>
                <a:lnTo>
                  <a:pt x="457" y="110"/>
                </a:lnTo>
                <a:lnTo>
                  <a:pt x="456" y="110"/>
                </a:lnTo>
                <a:lnTo>
                  <a:pt x="457" y="110"/>
                </a:lnTo>
                <a:lnTo>
                  <a:pt x="457" y="111"/>
                </a:lnTo>
                <a:lnTo>
                  <a:pt x="458" y="111"/>
                </a:lnTo>
                <a:lnTo>
                  <a:pt x="459" y="111"/>
                </a:lnTo>
                <a:lnTo>
                  <a:pt x="459" y="110"/>
                </a:lnTo>
                <a:lnTo>
                  <a:pt x="460" y="110"/>
                </a:lnTo>
                <a:lnTo>
                  <a:pt x="460" y="111"/>
                </a:lnTo>
                <a:lnTo>
                  <a:pt x="459" y="111"/>
                </a:lnTo>
                <a:lnTo>
                  <a:pt x="459" y="112"/>
                </a:lnTo>
                <a:lnTo>
                  <a:pt x="459" y="114"/>
                </a:lnTo>
                <a:lnTo>
                  <a:pt x="458" y="114"/>
                </a:lnTo>
                <a:lnTo>
                  <a:pt x="457" y="114"/>
                </a:lnTo>
                <a:lnTo>
                  <a:pt x="456" y="114"/>
                </a:lnTo>
                <a:lnTo>
                  <a:pt x="455" y="113"/>
                </a:lnTo>
                <a:lnTo>
                  <a:pt x="455" y="112"/>
                </a:lnTo>
                <a:lnTo>
                  <a:pt x="456" y="112"/>
                </a:lnTo>
                <a:lnTo>
                  <a:pt x="457" y="112"/>
                </a:lnTo>
                <a:lnTo>
                  <a:pt x="456" y="112"/>
                </a:lnTo>
                <a:lnTo>
                  <a:pt x="455" y="112"/>
                </a:lnTo>
                <a:lnTo>
                  <a:pt x="455" y="113"/>
                </a:lnTo>
                <a:lnTo>
                  <a:pt x="454" y="112"/>
                </a:lnTo>
                <a:lnTo>
                  <a:pt x="454" y="111"/>
                </a:lnTo>
                <a:lnTo>
                  <a:pt x="454" y="112"/>
                </a:lnTo>
                <a:lnTo>
                  <a:pt x="452" y="112"/>
                </a:lnTo>
                <a:lnTo>
                  <a:pt x="451" y="112"/>
                </a:lnTo>
                <a:lnTo>
                  <a:pt x="452" y="112"/>
                </a:lnTo>
                <a:lnTo>
                  <a:pt x="453" y="112"/>
                </a:lnTo>
                <a:lnTo>
                  <a:pt x="452" y="114"/>
                </a:lnTo>
                <a:lnTo>
                  <a:pt x="452" y="115"/>
                </a:lnTo>
                <a:lnTo>
                  <a:pt x="451" y="115"/>
                </a:lnTo>
                <a:lnTo>
                  <a:pt x="451" y="116"/>
                </a:lnTo>
                <a:lnTo>
                  <a:pt x="451" y="115"/>
                </a:lnTo>
                <a:lnTo>
                  <a:pt x="451" y="116"/>
                </a:lnTo>
                <a:lnTo>
                  <a:pt x="451" y="117"/>
                </a:lnTo>
                <a:lnTo>
                  <a:pt x="452" y="117"/>
                </a:lnTo>
                <a:lnTo>
                  <a:pt x="452" y="118"/>
                </a:lnTo>
                <a:lnTo>
                  <a:pt x="450" y="118"/>
                </a:lnTo>
                <a:lnTo>
                  <a:pt x="450" y="119"/>
                </a:lnTo>
                <a:lnTo>
                  <a:pt x="449" y="119"/>
                </a:lnTo>
                <a:lnTo>
                  <a:pt x="448" y="119"/>
                </a:lnTo>
                <a:lnTo>
                  <a:pt x="449" y="119"/>
                </a:lnTo>
                <a:lnTo>
                  <a:pt x="450" y="119"/>
                </a:lnTo>
                <a:lnTo>
                  <a:pt x="451" y="119"/>
                </a:lnTo>
                <a:lnTo>
                  <a:pt x="451" y="120"/>
                </a:lnTo>
                <a:lnTo>
                  <a:pt x="451" y="121"/>
                </a:lnTo>
                <a:lnTo>
                  <a:pt x="452" y="121"/>
                </a:lnTo>
                <a:lnTo>
                  <a:pt x="452" y="122"/>
                </a:lnTo>
                <a:lnTo>
                  <a:pt x="451" y="122"/>
                </a:lnTo>
                <a:lnTo>
                  <a:pt x="451" y="121"/>
                </a:lnTo>
                <a:lnTo>
                  <a:pt x="451" y="122"/>
                </a:lnTo>
                <a:lnTo>
                  <a:pt x="450" y="122"/>
                </a:lnTo>
                <a:lnTo>
                  <a:pt x="450" y="123"/>
                </a:lnTo>
                <a:lnTo>
                  <a:pt x="449" y="124"/>
                </a:lnTo>
                <a:lnTo>
                  <a:pt x="449" y="123"/>
                </a:lnTo>
                <a:lnTo>
                  <a:pt x="448" y="123"/>
                </a:lnTo>
                <a:lnTo>
                  <a:pt x="448" y="124"/>
                </a:lnTo>
                <a:lnTo>
                  <a:pt x="449" y="124"/>
                </a:lnTo>
                <a:lnTo>
                  <a:pt x="448" y="125"/>
                </a:lnTo>
                <a:lnTo>
                  <a:pt x="448" y="126"/>
                </a:lnTo>
                <a:lnTo>
                  <a:pt x="448" y="127"/>
                </a:lnTo>
                <a:lnTo>
                  <a:pt x="447" y="127"/>
                </a:lnTo>
                <a:lnTo>
                  <a:pt x="447" y="128"/>
                </a:lnTo>
                <a:lnTo>
                  <a:pt x="446" y="128"/>
                </a:lnTo>
                <a:lnTo>
                  <a:pt x="446" y="129"/>
                </a:lnTo>
                <a:lnTo>
                  <a:pt x="446" y="130"/>
                </a:lnTo>
                <a:lnTo>
                  <a:pt x="447" y="132"/>
                </a:lnTo>
                <a:lnTo>
                  <a:pt x="447" y="133"/>
                </a:lnTo>
                <a:lnTo>
                  <a:pt x="447" y="134"/>
                </a:lnTo>
                <a:lnTo>
                  <a:pt x="447" y="135"/>
                </a:lnTo>
                <a:lnTo>
                  <a:pt x="448" y="135"/>
                </a:lnTo>
                <a:lnTo>
                  <a:pt x="449" y="135"/>
                </a:lnTo>
                <a:lnTo>
                  <a:pt x="449" y="136"/>
                </a:lnTo>
                <a:lnTo>
                  <a:pt x="449" y="137"/>
                </a:lnTo>
                <a:lnTo>
                  <a:pt x="448" y="137"/>
                </a:lnTo>
                <a:lnTo>
                  <a:pt x="448" y="136"/>
                </a:lnTo>
                <a:lnTo>
                  <a:pt x="447" y="136"/>
                </a:lnTo>
                <a:lnTo>
                  <a:pt x="446" y="136"/>
                </a:lnTo>
                <a:lnTo>
                  <a:pt x="446" y="135"/>
                </a:lnTo>
                <a:lnTo>
                  <a:pt x="445" y="134"/>
                </a:lnTo>
                <a:lnTo>
                  <a:pt x="444" y="134"/>
                </a:lnTo>
                <a:lnTo>
                  <a:pt x="444" y="135"/>
                </a:lnTo>
                <a:lnTo>
                  <a:pt x="444" y="134"/>
                </a:lnTo>
                <a:lnTo>
                  <a:pt x="445" y="134"/>
                </a:lnTo>
                <a:lnTo>
                  <a:pt x="445" y="135"/>
                </a:lnTo>
                <a:lnTo>
                  <a:pt x="444" y="135"/>
                </a:lnTo>
                <a:lnTo>
                  <a:pt x="443" y="135"/>
                </a:lnTo>
                <a:lnTo>
                  <a:pt x="443" y="136"/>
                </a:lnTo>
                <a:lnTo>
                  <a:pt x="442" y="136"/>
                </a:lnTo>
                <a:lnTo>
                  <a:pt x="442" y="137"/>
                </a:lnTo>
                <a:lnTo>
                  <a:pt x="441" y="137"/>
                </a:lnTo>
                <a:lnTo>
                  <a:pt x="441" y="138"/>
                </a:lnTo>
                <a:lnTo>
                  <a:pt x="441" y="139"/>
                </a:lnTo>
                <a:lnTo>
                  <a:pt x="441" y="140"/>
                </a:lnTo>
                <a:lnTo>
                  <a:pt x="440" y="141"/>
                </a:lnTo>
                <a:lnTo>
                  <a:pt x="439" y="141"/>
                </a:lnTo>
                <a:lnTo>
                  <a:pt x="439" y="140"/>
                </a:lnTo>
                <a:lnTo>
                  <a:pt x="439" y="141"/>
                </a:lnTo>
                <a:lnTo>
                  <a:pt x="439" y="140"/>
                </a:lnTo>
                <a:lnTo>
                  <a:pt x="438" y="140"/>
                </a:lnTo>
                <a:lnTo>
                  <a:pt x="437" y="140"/>
                </a:lnTo>
                <a:lnTo>
                  <a:pt x="437" y="139"/>
                </a:lnTo>
                <a:lnTo>
                  <a:pt x="438" y="139"/>
                </a:lnTo>
                <a:lnTo>
                  <a:pt x="438" y="138"/>
                </a:lnTo>
                <a:lnTo>
                  <a:pt x="437" y="138"/>
                </a:lnTo>
                <a:lnTo>
                  <a:pt x="437" y="139"/>
                </a:lnTo>
                <a:lnTo>
                  <a:pt x="437" y="140"/>
                </a:lnTo>
                <a:lnTo>
                  <a:pt x="436" y="140"/>
                </a:lnTo>
                <a:lnTo>
                  <a:pt x="435" y="141"/>
                </a:lnTo>
                <a:lnTo>
                  <a:pt x="434" y="142"/>
                </a:lnTo>
                <a:lnTo>
                  <a:pt x="434" y="143"/>
                </a:lnTo>
                <a:lnTo>
                  <a:pt x="433" y="143"/>
                </a:lnTo>
                <a:lnTo>
                  <a:pt x="433" y="144"/>
                </a:lnTo>
                <a:lnTo>
                  <a:pt x="433" y="145"/>
                </a:lnTo>
                <a:lnTo>
                  <a:pt x="433" y="146"/>
                </a:lnTo>
                <a:lnTo>
                  <a:pt x="434" y="147"/>
                </a:lnTo>
                <a:lnTo>
                  <a:pt x="435" y="147"/>
                </a:lnTo>
                <a:lnTo>
                  <a:pt x="434" y="147"/>
                </a:lnTo>
                <a:lnTo>
                  <a:pt x="434" y="148"/>
                </a:lnTo>
                <a:lnTo>
                  <a:pt x="434" y="149"/>
                </a:lnTo>
                <a:lnTo>
                  <a:pt x="435" y="150"/>
                </a:lnTo>
                <a:lnTo>
                  <a:pt x="435" y="151"/>
                </a:lnTo>
                <a:lnTo>
                  <a:pt x="436" y="152"/>
                </a:lnTo>
                <a:lnTo>
                  <a:pt x="435" y="152"/>
                </a:lnTo>
                <a:lnTo>
                  <a:pt x="435" y="153"/>
                </a:lnTo>
                <a:lnTo>
                  <a:pt x="434" y="153"/>
                </a:lnTo>
                <a:lnTo>
                  <a:pt x="433" y="153"/>
                </a:lnTo>
                <a:lnTo>
                  <a:pt x="433" y="154"/>
                </a:lnTo>
                <a:lnTo>
                  <a:pt x="433" y="155"/>
                </a:lnTo>
                <a:lnTo>
                  <a:pt x="433" y="156"/>
                </a:lnTo>
                <a:lnTo>
                  <a:pt x="432" y="156"/>
                </a:lnTo>
                <a:lnTo>
                  <a:pt x="432" y="157"/>
                </a:lnTo>
                <a:lnTo>
                  <a:pt x="433" y="157"/>
                </a:lnTo>
                <a:lnTo>
                  <a:pt x="432" y="158"/>
                </a:lnTo>
                <a:lnTo>
                  <a:pt x="431" y="158"/>
                </a:lnTo>
                <a:lnTo>
                  <a:pt x="431" y="157"/>
                </a:lnTo>
                <a:lnTo>
                  <a:pt x="430" y="157"/>
                </a:lnTo>
                <a:lnTo>
                  <a:pt x="429" y="157"/>
                </a:lnTo>
                <a:lnTo>
                  <a:pt x="429" y="158"/>
                </a:lnTo>
                <a:lnTo>
                  <a:pt x="428" y="158"/>
                </a:lnTo>
                <a:lnTo>
                  <a:pt x="427" y="158"/>
                </a:lnTo>
                <a:lnTo>
                  <a:pt x="426" y="158"/>
                </a:lnTo>
                <a:lnTo>
                  <a:pt x="426" y="159"/>
                </a:lnTo>
                <a:lnTo>
                  <a:pt x="425" y="159"/>
                </a:lnTo>
                <a:lnTo>
                  <a:pt x="424" y="159"/>
                </a:lnTo>
                <a:lnTo>
                  <a:pt x="423" y="159"/>
                </a:lnTo>
                <a:lnTo>
                  <a:pt x="422" y="158"/>
                </a:lnTo>
                <a:lnTo>
                  <a:pt x="421" y="158"/>
                </a:lnTo>
                <a:lnTo>
                  <a:pt x="421" y="157"/>
                </a:lnTo>
                <a:lnTo>
                  <a:pt x="420" y="157"/>
                </a:lnTo>
                <a:lnTo>
                  <a:pt x="419" y="158"/>
                </a:lnTo>
                <a:lnTo>
                  <a:pt x="418" y="158"/>
                </a:lnTo>
                <a:lnTo>
                  <a:pt x="417" y="159"/>
                </a:lnTo>
                <a:lnTo>
                  <a:pt x="416" y="159"/>
                </a:lnTo>
                <a:lnTo>
                  <a:pt x="416" y="160"/>
                </a:lnTo>
                <a:lnTo>
                  <a:pt x="415" y="160"/>
                </a:lnTo>
                <a:lnTo>
                  <a:pt x="415" y="161"/>
                </a:lnTo>
                <a:lnTo>
                  <a:pt x="414" y="161"/>
                </a:lnTo>
                <a:lnTo>
                  <a:pt x="414" y="162"/>
                </a:lnTo>
                <a:lnTo>
                  <a:pt x="414" y="163"/>
                </a:lnTo>
                <a:lnTo>
                  <a:pt x="413" y="163"/>
                </a:lnTo>
                <a:lnTo>
                  <a:pt x="412" y="164"/>
                </a:lnTo>
                <a:lnTo>
                  <a:pt x="410" y="166"/>
                </a:lnTo>
                <a:lnTo>
                  <a:pt x="410" y="167"/>
                </a:lnTo>
                <a:lnTo>
                  <a:pt x="409" y="167"/>
                </a:lnTo>
                <a:lnTo>
                  <a:pt x="408" y="168"/>
                </a:lnTo>
                <a:lnTo>
                  <a:pt x="407" y="169"/>
                </a:lnTo>
                <a:lnTo>
                  <a:pt x="407" y="168"/>
                </a:lnTo>
                <a:lnTo>
                  <a:pt x="406" y="168"/>
                </a:lnTo>
                <a:lnTo>
                  <a:pt x="407" y="168"/>
                </a:lnTo>
                <a:lnTo>
                  <a:pt x="406" y="168"/>
                </a:lnTo>
                <a:lnTo>
                  <a:pt x="406" y="167"/>
                </a:lnTo>
                <a:lnTo>
                  <a:pt x="404" y="167"/>
                </a:lnTo>
                <a:lnTo>
                  <a:pt x="403" y="167"/>
                </a:lnTo>
                <a:lnTo>
                  <a:pt x="403" y="168"/>
                </a:lnTo>
                <a:lnTo>
                  <a:pt x="402" y="168"/>
                </a:lnTo>
                <a:lnTo>
                  <a:pt x="401" y="168"/>
                </a:lnTo>
                <a:lnTo>
                  <a:pt x="400" y="169"/>
                </a:lnTo>
                <a:lnTo>
                  <a:pt x="399" y="170"/>
                </a:lnTo>
                <a:lnTo>
                  <a:pt x="399" y="171"/>
                </a:lnTo>
                <a:lnTo>
                  <a:pt x="398" y="171"/>
                </a:lnTo>
                <a:lnTo>
                  <a:pt x="398" y="170"/>
                </a:lnTo>
                <a:lnTo>
                  <a:pt x="397" y="170"/>
                </a:lnTo>
                <a:lnTo>
                  <a:pt x="396" y="171"/>
                </a:lnTo>
                <a:lnTo>
                  <a:pt x="396" y="172"/>
                </a:lnTo>
                <a:lnTo>
                  <a:pt x="395" y="172"/>
                </a:lnTo>
                <a:lnTo>
                  <a:pt x="394" y="171"/>
                </a:lnTo>
                <a:lnTo>
                  <a:pt x="394" y="172"/>
                </a:lnTo>
                <a:lnTo>
                  <a:pt x="393" y="172"/>
                </a:lnTo>
                <a:lnTo>
                  <a:pt x="393" y="173"/>
                </a:lnTo>
                <a:lnTo>
                  <a:pt x="392" y="173"/>
                </a:lnTo>
                <a:lnTo>
                  <a:pt x="392" y="174"/>
                </a:lnTo>
                <a:lnTo>
                  <a:pt x="391" y="175"/>
                </a:lnTo>
                <a:lnTo>
                  <a:pt x="390" y="176"/>
                </a:lnTo>
                <a:lnTo>
                  <a:pt x="389" y="176"/>
                </a:lnTo>
                <a:lnTo>
                  <a:pt x="389" y="175"/>
                </a:lnTo>
                <a:lnTo>
                  <a:pt x="389" y="174"/>
                </a:lnTo>
                <a:lnTo>
                  <a:pt x="389" y="173"/>
                </a:lnTo>
                <a:lnTo>
                  <a:pt x="389" y="172"/>
                </a:lnTo>
                <a:lnTo>
                  <a:pt x="388" y="172"/>
                </a:lnTo>
                <a:lnTo>
                  <a:pt x="388" y="171"/>
                </a:lnTo>
                <a:lnTo>
                  <a:pt x="389" y="171"/>
                </a:lnTo>
                <a:lnTo>
                  <a:pt x="389" y="172"/>
                </a:lnTo>
                <a:lnTo>
                  <a:pt x="390" y="171"/>
                </a:lnTo>
                <a:lnTo>
                  <a:pt x="389" y="171"/>
                </a:lnTo>
                <a:lnTo>
                  <a:pt x="388" y="171"/>
                </a:lnTo>
                <a:lnTo>
                  <a:pt x="388" y="170"/>
                </a:lnTo>
                <a:lnTo>
                  <a:pt x="388" y="171"/>
                </a:lnTo>
                <a:lnTo>
                  <a:pt x="387" y="170"/>
                </a:lnTo>
                <a:lnTo>
                  <a:pt x="386" y="170"/>
                </a:lnTo>
                <a:lnTo>
                  <a:pt x="386" y="169"/>
                </a:lnTo>
                <a:lnTo>
                  <a:pt x="385" y="169"/>
                </a:lnTo>
                <a:lnTo>
                  <a:pt x="383" y="169"/>
                </a:lnTo>
                <a:lnTo>
                  <a:pt x="382" y="169"/>
                </a:lnTo>
                <a:lnTo>
                  <a:pt x="382" y="168"/>
                </a:lnTo>
                <a:lnTo>
                  <a:pt x="381" y="168"/>
                </a:lnTo>
                <a:lnTo>
                  <a:pt x="380" y="168"/>
                </a:lnTo>
                <a:lnTo>
                  <a:pt x="379" y="168"/>
                </a:lnTo>
                <a:lnTo>
                  <a:pt x="378" y="168"/>
                </a:lnTo>
                <a:lnTo>
                  <a:pt x="378" y="169"/>
                </a:lnTo>
                <a:lnTo>
                  <a:pt x="377" y="169"/>
                </a:lnTo>
                <a:lnTo>
                  <a:pt x="376" y="169"/>
                </a:lnTo>
                <a:lnTo>
                  <a:pt x="375" y="169"/>
                </a:lnTo>
                <a:lnTo>
                  <a:pt x="375" y="170"/>
                </a:lnTo>
                <a:lnTo>
                  <a:pt x="376" y="170"/>
                </a:lnTo>
                <a:lnTo>
                  <a:pt x="375" y="170"/>
                </a:lnTo>
                <a:lnTo>
                  <a:pt x="374" y="171"/>
                </a:lnTo>
                <a:lnTo>
                  <a:pt x="374" y="172"/>
                </a:lnTo>
                <a:lnTo>
                  <a:pt x="373" y="172"/>
                </a:lnTo>
                <a:lnTo>
                  <a:pt x="373" y="173"/>
                </a:lnTo>
                <a:lnTo>
                  <a:pt x="373" y="174"/>
                </a:lnTo>
                <a:lnTo>
                  <a:pt x="372" y="174"/>
                </a:lnTo>
                <a:lnTo>
                  <a:pt x="372" y="175"/>
                </a:lnTo>
                <a:lnTo>
                  <a:pt x="371" y="176"/>
                </a:lnTo>
                <a:lnTo>
                  <a:pt x="372" y="176"/>
                </a:lnTo>
                <a:lnTo>
                  <a:pt x="372" y="177"/>
                </a:lnTo>
                <a:lnTo>
                  <a:pt x="371" y="177"/>
                </a:lnTo>
                <a:lnTo>
                  <a:pt x="371" y="178"/>
                </a:lnTo>
                <a:lnTo>
                  <a:pt x="372" y="178"/>
                </a:lnTo>
                <a:lnTo>
                  <a:pt x="372" y="179"/>
                </a:lnTo>
                <a:lnTo>
                  <a:pt x="373" y="180"/>
                </a:lnTo>
                <a:lnTo>
                  <a:pt x="373" y="179"/>
                </a:lnTo>
                <a:lnTo>
                  <a:pt x="374" y="179"/>
                </a:lnTo>
                <a:lnTo>
                  <a:pt x="374" y="178"/>
                </a:lnTo>
                <a:lnTo>
                  <a:pt x="373" y="178"/>
                </a:lnTo>
                <a:lnTo>
                  <a:pt x="373" y="177"/>
                </a:lnTo>
                <a:lnTo>
                  <a:pt x="374" y="177"/>
                </a:lnTo>
                <a:lnTo>
                  <a:pt x="375" y="177"/>
                </a:lnTo>
                <a:lnTo>
                  <a:pt x="375" y="178"/>
                </a:lnTo>
                <a:lnTo>
                  <a:pt x="375" y="177"/>
                </a:lnTo>
                <a:lnTo>
                  <a:pt x="376" y="177"/>
                </a:lnTo>
                <a:lnTo>
                  <a:pt x="376" y="178"/>
                </a:lnTo>
                <a:lnTo>
                  <a:pt x="375" y="178"/>
                </a:lnTo>
                <a:lnTo>
                  <a:pt x="375" y="179"/>
                </a:lnTo>
                <a:lnTo>
                  <a:pt x="374" y="179"/>
                </a:lnTo>
                <a:lnTo>
                  <a:pt x="374" y="180"/>
                </a:lnTo>
                <a:lnTo>
                  <a:pt x="374" y="181"/>
                </a:lnTo>
                <a:lnTo>
                  <a:pt x="374" y="182"/>
                </a:lnTo>
                <a:lnTo>
                  <a:pt x="375" y="182"/>
                </a:lnTo>
                <a:lnTo>
                  <a:pt x="375" y="183"/>
                </a:lnTo>
                <a:lnTo>
                  <a:pt x="375" y="184"/>
                </a:lnTo>
                <a:lnTo>
                  <a:pt x="375" y="183"/>
                </a:lnTo>
                <a:lnTo>
                  <a:pt x="374" y="183"/>
                </a:lnTo>
                <a:lnTo>
                  <a:pt x="373" y="183"/>
                </a:lnTo>
                <a:lnTo>
                  <a:pt x="372" y="183"/>
                </a:lnTo>
                <a:lnTo>
                  <a:pt x="371" y="182"/>
                </a:lnTo>
                <a:lnTo>
                  <a:pt x="370" y="182"/>
                </a:lnTo>
                <a:lnTo>
                  <a:pt x="368" y="181"/>
                </a:lnTo>
                <a:lnTo>
                  <a:pt x="367" y="181"/>
                </a:lnTo>
                <a:lnTo>
                  <a:pt x="366" y="181"/>
                </a:lnTo>
                <a:lnTo>
                  <a:pt x="366" y="182"/>
                </a:lnTo>
                <a:lnTo>
                  <a:pt x="365" y="182"/>
                </a:lnTo>
                <a:lnTo>
                  <a:pt x="364" y="182"/>
                </a:lnTo>
                <a:lnTo>
                  <a:pt x="363" y="182"/>
                </a:lnTo>
                <a:lnTo>
                  <a:pt x="363" y="183"/>
                </a:lnTo>
                <a:lnTo>
                  <a:pt x="363" y="182"/>
                </a:lnTo>
                <a:lnTo>
                  <a:pt x="362" y="182"/>
                </a:lnTo>
                <a:lnTo>
                  <a:pt x="361" y="182"/>
                </a:lnTo>
                <a:lnTo>
                  <a:pt x="361" y="181"/>
                </a:lnTo>
                <a:lnTo>
                  <a:pt x="360" y="181"/>
                </a:lnTo>
                <a:lnTo>
                  <a:pt x="360" y="180"/>
                </a:lnTo>
                <a:lnTo>
                  <a:pt x="360" y="179"/>
                </a:lnTo>
                <a:lnTo>
                  <a:pt x="360" y="178"/>
                </a:lnTo>
                <a:lnTo>
                  <a:pt x="361" y="178"/>
                </a:lnTo>
                <a:lnTo>
                  <a:pt x="363" y="178"/>
                </a:lnTo>
                <a:lnTo>
                  <a:pt x="364" y="178"/>
                </a:lnTo>
                <a:lnTo>
                  <a:pt x="365" y="178"/>
                </a:lnTo>
                <a:lnTo>
                  <a:pt x="365" y="177"/>
                </a:lnTo>
                <a:lnTo>
                  <a:pt x="364" y="176"/>
                </a:lnTo>
                <a:lnTo>
                  <a:pt x="364" y="175"/>
                </a:lnTo>
                <a:lnTo>
                  <a:pt x="363" y="175"/>
                </a:lnTo>
                <a:lnTo>
                  <a:pt x="363" y="176"/>
                </a:lnTo>
                <a:lnTo>
                  <a:pt x="362" y="176"/>
                </a:lnTo>
                <a:lnTo>
                  <a:pt x="362" y="177"/>
                </a:lnTo>
                <a:lnTo>
                  <a:pt x="361" y="177"/>
                </a:lnTo>
                <a:lnTo>
                  <a:pt x="361" y="178"/>
                </a:lnTo>
                <a:lnTo>
                  <a:pt x="360" y="177"/>
                </a:lnTo>
                <a:lnTo>
                  <a:pt x="359" y="176"/>
                </a:lnTo>
                <a:lnTo>
                  <a:pt x="358" y="176"/>
                </a:lnTo>
                <a:lnTo>
                  <a:pt x="357" y="176"/>
                </a:lnTo>
                <a:lnTo>
                  <a:pt x="356" y="176"/>
                </a:lnTo>
                <a:lnTo>
                  <a:pt x="355" y="176"/>
                </a:lnTo>
                <a:lnTo>
                  <a:pt x="354" y="176"/>
                </a:lnTo>
                <a:lnTo>
                  <a:pt x="354" y="177"/>
                </a:lnTo>
                <a:lnTo>
                  <a:pt x="353" y="177"/>
                </a:lnTo>
                <a:lnTo>
                  <a:pt x="352" y="177"/>
                </a:lnTo>
                <a:lnTo>
                  <a:pt x="353" y="177"/>
                </a:lnTo>
                <a:lnTo>
                  <a:pt x="353" y="176"/>
                </a:lnTo>
                <a:lnTo>
                  <a:pt x="352" y="176"/>
                </a:lnTo>
                <a:lnTo>
                  <a:pt x="353" y="175"/>
                </a:lnTo>
                <a:lnTo>
                  <a:pt x="354" y="174"/>
                </a:lnTo>
                <a:lnTo>
                  <a:pt x="355" y="174"/>
                </a:lnTo>
                <a:lnTo>
                  <a:pt x="355" y="173"/>
                </a:lnTo>
                <a:lnTo>
                  <a:pt x="355" y="174"/>
                </a:lnTo>
                <a:lnTo>
                  <a:pt x="355" y="173"/>
                </a:lnTo>
                <a:lnTo>
                  <a:pt x="355" y="172"/>
                </a:lnTo>
                <a:lnTo>
                  <a:pt x="356" y="172"/>
                </a:lnTo>
                <a:lnTo>
                  <a:pt x="356" y="171"/>
                </a:lnTo>
                <a:lnTo>
                  <a:pt x="357" y="171"/>
                </a:lnTo>
                <a:lnTo>
                  <a:pt x="357" y="170"/>
                </a:lnTo>
                <a:lnTo>
                  <a:pt x="357" y="169"/>
                </a:lnTo>
                <a:lnTo>
                  <a:pt x="357" y="168"/>
                </a:lnTo>
                <a:lnTo>
                  <a:pt x="358" y="168"/>
                </a:lnTo>
                <a:lnTo>
                  <a:pt x="357" y="167"/>
                </a:lnTo>
                <a:lnTo>
                  <a:pt x="357" y="168"/>
                </a:lnTo>
                <a:lnTo>
                  <a:pt x="356" y="168"/>
                </a:lnTo>
                <a:lnTo>
                  <a:pt x="356" y="169"/>
                </a:lnTo>
                <a:lnTo>
                  <a:pt x="357" y="169"/>
                </a:lnTo>
                <a:lnTo>
                  <a:pt x="357" y="170"/>
                </a:lnTo>
                <a:lnTo>
                  <a:pt x="357" y="171"/>
                </a:lnTo>
                <a:lnTo>
                  <a:pt x="356" y="171"/>
                </a:lnTo>
                <a:lnTo>
                  <a:pt x="355" y="171"/>
                </a:lnTo>
                <a:lnTo>
                  <a:pt x="355" y="172"/>
                </a:lnTo>
                <a:lnTo>
                  <a:pt x="355" y="173"/>
                </a:lnTo>
                <a:lnTo>
                  <a:pt x="354" y="173"/>
                </a:lnTo>
                <a:lnTo>
                  <a:pt x="354" y="174"/>
                </a:lnTo>
                <a:lnTo>
                  <a:pt x="353" y="174"/>
                </a:lnTo>
                <a:lnTo>
                  <a:pt x="352" y="174"/>
                </a:lnTo>
                <a:lnTo>
                  <a:pt x="351" y="174"/>
                </a:lnTo>
                <a:lnTo>
                  <a:pt x="350" y="174"/>
                </a:lnTo>
                <a:lnTo>
                  <a:pt x="349" y="174"/>
                </a:lnTo>
                <a:lnTo>
                  <a:pt x="349" y="175"/>
                </a:lnTo>
                <a:lnTo>
                  <a:pt x="348" y="175"/>
                </a:lnTo>
                <a:lnTo>
                  <a:pt x="348" y="176"/>
                </a:lnTo>
                <a:lnTo>
                  <a:pt x="348" y="177"/>
                </a:lnTo>
                <a:lnTo>
                  <a:pt x="349" y="177"/>
                </a:lnTo>
                <a:lnTo>
                  <a:pt x="350" y="177"/>
                </a:lnTo>
                <a:lnTo>
                  <a:pt x="349" y="178"/>
                </a:lnTo>
                <a:lnTo>
                  <a:pt x="348" y="178"/>
                </a:lnTo>
                <a:lnTo>
                  <a:pt x="349" y="178"/>
                </a:lnTo>
                <a:lnTo>
                  <a:pt x="348" y="177"/>
                </a:lnTo>
                <a:lnTo>
                  <a:pt x="347" y="177"/>
                </a:lnTo>
                <a:lnTo>
                  <a:pt x="347" y="176"/>
                </a:lnTo>
                <a:lnTo>
                  <a:pt x="348" y="176"/>
                </a:lnTo>
                <a:lnTo>
                  <a:pt x="347" y="176"/>
                </a:lnTo>
                <a:lnTo>
                  <a:pt x="346" y="176"/>
                </a:lnTo>
                <a:lnTo>
                  <a:pt x="345" y="176"/>
                </a:lnTo>
                <a:lnTo>
                  <a:pt x="344" y="177"/>
                </a:lnTo>
                <a:lnTo>
                  <a:pt x="343" y="177"/>
                </a:lnTo>
                <a:lnTo>
                  <a:pt x="342" y="177"/>
                </a:lnTo>
                <a:lnTo>
                  <a:pt x="341" y="178"/>
                </a:lnTo>
                <a:lnTo>
                  <a:pt x="341" y="177"/>
                </a:lnTo>
                <a:lnTo>
                  <a:pt x="340" y="177"/>
                </a:lnTo>
                <a:lnTo>
                  <a:pt x="341" y="178"/>
                </a:lnTo>
                <a:lnTo>
                  <a:pt x="340" y="178"/>
                </a:lnTo>
                <a:lnTo>
                  <a:pt x="340" y="179"/>
                </a:lnTo>
                <a:lnTo>
                  <a:pt x="340" y="180"/>
                </a:lnTo>
                <a:lnTo>
                  <a:pt x="341" y="180"/>
                </a:lnTo>
                <a:lnTo>
                  <a:pt x="340" y="181"/>
                </a:lnTo>
                <a:lnTo>
                  <a:pt x="339" y="181"/>
                </a:lnTo>
                <a:lnTo>
                  <a:pt x="339" y="182"/>
                </a:lnTo>
                <a:lnTo>
                  <a:pt x="339" y="183"/>
                </a:lnTo>
                <a:lnTo>
                  <a:pt x="340" y="183"/>
                </a:lnTo>
                <a:lnTo>
                  <a:pt x="340" y="184"/>
                </a:lnTo>
                <a:lnTo>
                  <a:pt x="339" y="184"/>
                </a:lnTo>
                <a:lnTo>
                  <a:pt x="338" y="184"/>
                </a:lnTo>
                <a:lnTo>
                  <a:pt x="337" y="185"/>
                </a:lnTo>
                <a:lnTo>
                  <a:pt x="336" y="185"/>
                </a:lnTo>
                <a:lnTo>
                  <a:pt x="337" y="185"/>
                </a:lnTo>
                <a:lnTo>
                  <a:pt x="336" y="185"/>
                </a:lnTo>
                <a:lnTo>
                  <a:pt x="335" y="185"/>
                </a:lnTo>
                <a:lnTo>
                  <a:pt x="335" y="184"/>
                </a:lnTo>
                <a:lnTo>
                  <a:pt x="335" y="183"/>
                </a:lnTo>
                <a:lnTo>
                  <a:pt x="335" y="182"/>
                </a:lnTo>
                <a:lnTo>
                  <a:pt x="334" y="181"/>
                </a:lnTo>
                <a:lnTo>
                  <a:pt x="333" y="181"/>
                </a:lnTo>
                <a:lnTo>
                  <a:pt x="332" y="181"/>
                </a:lnTo>
                <a:lnTo>
                  <a:pt x="332" y="182"/>
                </a:lnTo>
                <a:lnTo>
                  <a:pt x="331" y="181"/>
                </a:lnTo>
                <a:lnTo>
                  <a:pt x="330" y="181"/>
                </a:lnTo>
                <a:lnTo>
                  <a:pt x="330" y="180"/>
                </a:lnTo>
                <a:lnTo>
                  <a:pt x="330" y="181"/>
                </a:lnTo>
                <a:lnTo>
                  <a:pt x="329" y="181"/>
                </a:lnTo>
                <a:lnTo>
                  <a:pt x="330" y="182"/>
                </a:lnTo>
                <a:lnTo>
                  <a:pt x="330" y="183"/>
                </a:lnTo>
                <a:lnTo>
                  <a:pt x="331" y="183"/>
                </a:lnTo>
                <a:lnTo>
                  <a:pt x="331" y="184"/>
                </a:lnTo>
                <a:lnTo>
                  <a:pt x="332" y="184"/>
                </a:lnTo>
                <a:lnTo>
                  <a:pt x="332" y="183"/>
                </a:lnTo>
                <a:lnTo>
                  <a:pt x="333" y="183"/>
                </a:lnTo>
                <a:lnTo>
                  <a:pt x="333" y="184"/>
                </a:lnTo>
                <a:lnTo>
                  <a:pt x="334" y="184"/>
                </a:lnTo>
                <a:lnTo>
                  <a:pt x="335" y="184"/>
                </a:lnTo>
                <a:lnTo>
                  <a:pt x="335" y="185"/>
                </a:lnTo>
                <a:lnTo>
                  <a:pt x="336" y="185"/>
                </a:lnTo>
                <a:lnTo>
                  <a:pt x="336" y="186"/>
                </a:lnTo>
                <a:lnTo>
                  <a:pt x="334" y="188"/>
                </a:lnTo>
                <a:lnTo>
                  <a:pt x="333" y="189"/>
                </a:lnTo>
                <a:lnTo>
                  <a:pt x="333" y="190"/>
                </a:lnTo>
                <a:lnTo>
                  <a:pt x="333" y="191"/>
                </a:lnTo>
                <a:lnTo>
                  <a:pt x="332" y="191"/>
                </a:lnTo>
                <a:lnTo>
                  <a:pt x="332" y="192"/>
                </a:lnTo>
                <a:lnTo>
                  <a:pt x="332" y="193"/>
                </a:lnTo>
                <a:lnTo>
                  <a:pt x="333" y="193"/>
                </a:lnTo>
                <a:lnTo>
                  <a:pt x="333" y="194"/>
                </a:lnTo>
                <a:lnTo>
                  <a:pt x="334" y="194"/>
                </a:lnTo>
                <a:lnTo>
                  <a:pt x="333" y="195"/>
                </a:lnTo>
                <a:lnTo>
                  <a:pt x="332" y="195"/>
                </a:lnTo>
                <a:lnTo>
                  <a:pt x="332" y="196"/>
                </a:lnTo>
                <a:lnTo>
                  <a:pt x="331" y="195"/>
                </a:lnTo>
                <a:lnTo>
                  <a:pt x="332" y="195"/>
                </a:lnTo>
                <a:lnTo>
                  <a:pt x="332" y="194"/>
                </a:lnTo>
                <a:lnTo>
                  <a:pt x="332" y="193"/>
                </a:lnTo>
                <a:lnTo>
                  <a:pt x="331" y="192"/>
                </a:lnTo>
                <a:lnTo>
                  <a:pt x="330" y="192"/>
                </a:lnTo>
                <a:lnTo>
                  <a:pt x="329" y="192"/>
                </a:lnTo>
                <a:lnTo>
                  <a:pt x="328" y="192"/>
                </a:lnTo>
                <a:lnTo>
                  <a:pt x="327" y="192"/>
                </a:lnTo>
                <a:lnTo>
                  <a:pt x="327" y="193"/>
                </a:lnTo>
                <a:lnTo>
                  <a:pt x="326" y="193"/>
                </a:lnTo>
                <a:lnTo>
                  <a:pt x="325" y="193"/>
                </a:lnTo>
                <a:lnTo>
                  <a:pt x="324" y="193"/>
                </a:lnTo>
                <a:lnTo>
                  <a:pt x="323" y="193"/>
                </a:lnTo>
                <a:lnTo>
                  <a:pt x="322" y="193"/>
                </a:lnTo>
                <a:lnTo>
                  <a:pt x="322" y="192"/>
                </a:lnTo>
                <a:lnTo>
                  <a:pt x="322" y="191"/>
                </a:lnTo>
                <a:lnTo>
                  <a:pt x="322" y="190"/>
                </a:lnTo>
                <a:lnTo>
                  <a:pt x="321" y="189"/>
                </a:lnTo>
                <a:lnTo>
                  <a:pt x="321" y="188"/>
                </a:lnTo>
                <a:lnTo>
                  <a:pt x="322" y="188"/>
                </a:lnTo>
                <a:lnTo>
                  <a:pt x="322" y="187"/>
                </a:lnTo>
                <a:lnTo>
                  <a:pt x="322" y="186"/>
                </a:lnTo>
                <a:lnTo>
                  <a:pt x="321" y="186"/>
                </a:lnTo>
                <a:lnTo>
                  <a:pt x="321" y="185"/>
                </a:lnTo>
                <a:lnTo>
                  <a:pt x="321" y="184"/>
                </a:lnTo>
                <a:lnTo>
                  <a:pt x="321" y="183"/>
                </a:lnTo>
                <a:lnTo>
                  <a:pt x="322" y="183"/>
                </a:lnTo>
                <a:lnTo>
                  <a:pt x="322" y="182"/>
                </a:lnTo>
                <a:lnTo>
                  <a:pt x="323" y="182"/>
                </a:lnTo>
                <a:lnTo>
                  <a:pt x="324" y="181"/>
                </a:lnTo>
                <a:lnTo>
                  <a:pt x="324" y="180"/>
                </a:lnTo>
                <a:lnTo>
                  <a:pt x="325" y="180"/>
                </a:lnTo>
                <a:lnTo>
                  <a:pt x="326" y="180"/>
                </a:lnTo>
                <a:lnTo>
                  <a:pt x="326" y="179"/>
                </a:lnTo>
                <a:lnTo>
                  <a:pt x="325" y="178"/>
                </a:lnTo>
                <a:lnTo>
                  <a:pt x="324" y="177"/>
                </a:lnTo>
                <a:lnTo>
                  <a:pt x="323" y="176"/>
                </a:lnTo>
                <a:lnTo>
                  <a:pt x="323" y="177"/>
                </a:lnTo>
                <a:lnTo>
                  <a:pt x="324" y="177"/>
                </a:lnTo>
                <a:lnTo>
                  <a:pt x="324" y="178"/>
                </a:lnTo>
                <a:lnTo>
                  <a:pt x="323" y="178"/>
                </a:lnTo>
                <a:lnTo>
                  <a:pt x="323" y="177"/>
                </a:lnTo>
                <a:lnTo>
                  <a:pt x="322" y="177"/>
                </a:lnTo>
                <a:lnTo>
                  <a:pt x="323" y="177"/>
                </a:lnTo>
                <a:lnTo>
                  <a:pt x="323" y="178"/>
                </a:lnTo>
                <a:lnTo>
                  <a:pt x="323" y="179"/>
                </a:lnTo>
                <a:lnTo>
                  <a:pt x="323" y="180"/>
                </a:lnTo>
                <a:lnTo>
                  <a:pt x="322" y="180"/>
                </a:lnTo>
                <a:lnTo>
                  <a:pt x="321" y="180"/>
                </a:lnTo>
                <a:lnTo>
                  <a:pt x="321" y="181"/>
                </a:lnTo>
                <a:lnTo>
                  <a:pt x="320" y="181"/>
                </a:lnTo>
                <a:lnTo>
                  <a:pt x="320" y="180"/>
                </a:lnTo>
                <a:lnTo>
                  <a:pt x="319" y="179"/>
                </a:lnTo>
                <a:lnTo>
                  <a:pt x="319" y="180"/>
                </a:lnTo>
                <a:lnTo>
                  <a:pt x="318" y="180"/>
                </a:lnTo>
                <a:lnTo>
                  <a:pt x="317" y="180"/>
                </a:lnTo>
                <a:lnTo>
                  <a:pt x="317" y="181"/>
                </a:lnTo>
                <a:lnTo>
                  <a:pt x="316" y="181"/>
                </a:lnTo>
                <a:lnTo>
                  <a:pt x="315" y="182"/>
                </a:lnTo>
                <a:lnTo>
                  <a:pt x="315" y="183"/>
                </a:lnTo>
                <a:lnTo>
                  <a:pt x="314" y="183"/>
                </a:lnTo>
                <a:lnTo>
                  <a:pt x="312" y="184"/>
                </a:lnTo>
                <a:lnTo>
                  <a:pt x="311" y="185"/>
                </a:lnTo>
                <a:lnTo>
                  <a:pt x="310" y="185"/>
                </a:lnTo>
                <a:lnTo>
                  <a:pt x="310" y="186"/>
                </a:lnTo>
                <a:lnTo>
                  <a:pt x="310" y="187"/>
                </a:lnTo>
                <a:lnTo>
                  <a:pt x="311" y="187"/>
                </a:lnTo>
                <a:lnTo>
                  <a:pt x="311" y="188"/>
                </a:lnTo>
                <a:lnTo>
                  <a:pt x="310" y="188"/>
                </a:lnTo>
                <a:lnTo>
                  <a:pt x="310" y="187"/>
                </a:lnTo>
                <a:lnTo>
                  <a:pt x="309" y="187"/>
                </a:lnTo>
                <a:lnTo>
                  <a:pt x="310" y="187"/>
                </a:lnTo>
                <a:lnTo>
                  <a:pt x="309" y="187"/>
                </a:lnTo>
                <a:lnTo>
                  <a:pt x="308" y="187"/>
                </a:lnTo>
                <a:lnTo>
                  <a:pt x="308" y="186"/>
                </a:lnTo>
                <a:lnTo>
                  <a:pt x="308" y="187"/>
                </a:lnTo>
                <a:lnTo>
                  <a:pt x="309" y="188"/>
                </a:lnTo>
                <a:lnTo>
                  <a:pt x="308" y="188"/>
                </a:lnTo>
                <a:lnTo>
                  <a:pt x="307" y="188"/>
                </a:lnTo>
                <a:lnTo>
                  <a:pt x="307" y="189"/>
                </a:lnTo>
                <a:lnTo>
                  <a:pt x="307" y="190"/>
                </a:lnTo>
                <a:lnTo>
                  <a:pt x="306" y="190"/>
                </a:lnTo>
                <a:lnTo>
                  <a:pt x="306" y="191"/>
                </a:lnTo>
                <a:lnTo>
                  <a:pt x="307" y="191"/>
                </a:lnTo>
                <a:lnTo>
                  <a:pt x="307" y="190"/>
                </a:lnTo>
                <a:lnTo>
                  <a:pt x="308" y="190"/>
                </a:lnTo>
                <a:lnTo>
                  <a:pt x="308" y="191"/>
                </a:lnTo>
                <a:lnTo>
                  <a:pt x="309" y="191"/>
                </a:lnTo>
                <a:lnTo>
                  <a:pt x="309" y="190"/>
                </a:lnTo>
                <a:lnTo>
                  <a:pt x="310" y="190"/>
                </a:lnTo>
                <a:lnTo>
                  <a:pt x="311" y="190"/>
                </a:lnTo>
                <a:lnTo>
                  <a:pt x="312" y="190"/>
                </a:lnTo>
                <a:lnTo>
                  <a:pt x="312" y="191"/>
                </a:lnTo>
                <a:lnTo>
                  <a:pt x="311" y="192"/>
                </a:lnTo>
                <a:lnTo>
                  <a:pt x="312" y="192"/>
                </a:lnTo>
                <a:lnTo>
                  <a:pt x="312" y="193"/>
                </a:lnTo>
                <a:lnTo>
                  <a:pt x="311" y="193"/>
                </a:lnTo>
                <a:lnTo>
                  <a:pt x="310" y="194"/>
                </a:lnTo>
                <a:lnTo>
                  <a:pt x="309" y="194"/>
                </a:lnTo>
                <a:lnTo>
                  <a:pt x="308" y="195"/>
                </a:lnTo>
                <a:lnTo>
                  <a:pt x="308" y="194"/>
                </a:lnTo>
                <a:lnTo>
                  <a:pt x="307" y="195"/>
                </a:lnTo>
                <a:lnTo>
                  <a:pt x="307" y="196"/>
                </a:lnTo>
                <a:lnTo>
                  <a:pt x="307" y="197"/>
                </a:lnTo>
                <a:lnTo>
                  <a:pt x="308" y="197"/>
                </a:lnTo>
                <a:lnTo>
                  <a:pt x="308" y="196"/>
                </a:lnTo>
                <a:lnTo>
                  <a:pt x="309" y="196"/>
                </a:lnTo>
                <a:lnTo>
                  <a:pt x="310" y="196"/>
                </a:lnTo>
                <a:lnTo>
                  <a:pt x="310" y="197"/>
                </a:lnTo>
                <a:lnTo>
                  <a:pt x="311" y="197"/>
                </a:lnTo>
                <a:lnTo>
                  <a:pt x="312" y="198"/>
                </a:lnTo>
                <a:lnTo>
                  <a:pt x="313" y="198"/>
                </a:lnTo>
                <a:lnTo>
                  <a:pt x="314" y="198"/>
                </a:lnTo>
                <a:lnTo>
                  <a:pt x="314" y="197"/>
                </a:lnTo>
                <a:lnTo>
                  <a:pt x="314" y="198"/>
                </a:lnTo>
                <a:lnTo>
                  <a:pt x="314" y="199"/>
                </a:lnTo>
                <a:lnTo>
                  <a:pt x="315" y="199"/>
                </a:lnTo>
                <a:lnTo>
                  <a:pt x="315" y="200"/>
                </a:lnTo>
                <a:lnTo>
                  <a:pt x="314" y="200"/>
                </a:lnTo>
                <a:lnTo>
                  <a:pt x="314" y="201"/>
                </a:lnTo>
                <a:lnTo>
                  <a:pt x="313" y="201"/>
                </a:lnTo>
                <a:lnTo>
                  <a:pt x="312" y="201"/>
                </a:lnTo>
                <a:lnTo>
                  <a:pt x="313" y="201"/>
                </a:lnTo>
                <a:lnTo>
                  <a:pt x="312" y="202"/>
                </a:lnTo>
                <a:lnTo>
                  <a:pt x="311" y="202"/>
                </a:lnTo>
                <a:lnTo>
                  <a:pt x="310" y="202"/>
                </a:lnTo>
                <a:lnTo>
                  <a:pt x="309" y="203"/>
                </a:lnTo>
                <a:lnTo>
                  <a:pt x="309" y="204"/>
                </a:lnTo>
                <a:lnTo>
                  <a:pt x="308" y="204"/>
                </a:lnTo>
                <a:lnTo>
                  <a:pt x="307" y="204"/>
                </a:lnTo>
                <a:lnTo>
                  <a:pt x="307" y="203"/>
                </a:lnTo>
                <a:lnTo>
                  <a:pt x="306" y="203"/>
                </a:lnTo>
                <a:lnTo>
                  <a:pt x="306" y="202"/>
                </a:lnTo>
                <a:lnTo>
                  <a:pt x="307" y="202"/>
                </a:lnTo>
                <a:lnTo>
                  <a:pt x="306" y="202"/>
                </a:lnTo>
                <a:lnTo>
                  <a:pt x="306" y="201"/>
                </a:lnTo>
                <a:lnTo>
                  <a:pt x="306" y="200"/>
                </a:lnTo>
                <a:lnTo>
                  <a:pt x="306" y="199"/>
                </a:lnTo>
                <a:lnTo>
                  <a:pt x="306" y="198"/>
                </a:lnTo>
                <a:lnTo>
                  <a:pt x="305" y="198"/>
                </a:lnTo>
                <a:lnTo>
                  <a:pt x="304" y="197"/>
                </a:lnTo>
                <a:lnTo>
                  <a:pt x="303" y="197"/>
                </a:lnTo>
                <a:lnTo>
                  <a:pt x="303" y="196"/>
                </a:lnTo>
                <a:lnTo>
                  <a:pt x="302" y="196"/>
                </a:lnTo>
                <a:lnTo>
                  <a:pt x="302" y="195"/>
                </a:lnTo>
                <a:lnTo>
                  <a:pt x="301" y="194"/>
                </a:lnTo>
                <a:lnTo>
                  <a:pt x="300" y="194"/>
                </a:lnTo>
                <a:lnTo>
                  <a:pt x="299" y="194"/>
                </a:lnTo>
                <a:lnTo>
                  <a:pt x="298" y="194"/>
                </a:lnTo>
                <a:lnTo>
                  <a:pt x="298" y="195"/>
                </a:lnTo>
                <a:lnTo>
                  <a:pt x="297" y="195"/>
                </a:lnTo>
                <a:lnTo>
                  <a:pt x="296" y="195"/>
                </a:lnTo>
                <a:lnTo>
                  <a:pt x="295" y="195"/>
                </a:lnTo>
                <a:lnTo>
                  <a:pt x="294" y="196"/>
                </a:lnTo>
                <a:lnTo>
                  <a:pt x="294" y="197"/>
                </a:lnTo>
                <a:lnTo>
                  <a:pt x="293" y="197"/>
                </a:lnTo>
                <a:lnTo>
                  <a:pt x="293" y="196"/>
                </a:lnTo>
                <a:lnTo>
                  <a:pt x="292" y="196"/>
                </a:lnTo>
                <a:lnTo>
                  <a:pt x="292" y="197"/>
                </a:lnTo>
                <a:lnTo>
                  <a:pt x="290" y="199"/>
                </a:lnTo>
                <a:lnTo>
                  <a:pt x="289" y="200"/>
                </a:lnTo>
                <a:lnTo>
                  <a:pt x="289" y="199"/>
                </a:lnTo>
                <a:lnTo>
                  <a:pt x="287" y="199"/>
                </a:lnTo>
                <a:lnTo>
                  <a:pt x="286" y="199"/>
                </a:lnTo>
                <a:lnTo>
                  <a:pt x="285" y="199"/>
                </a:lnTo>
                <a:lnTo>
                  <a:pt x="284" y="200"/>
                </a:lnTo>
                <a:lnTo>
                  <a:pt x="283" y="201"/>
                </a:lnTo>
                <a:lnTo>
                  <a:pt x="282" y="201"/>
                </a:lnTo>
                <a:lnTo>
                  <a:pt x="281" y="201"/>
                </a:lnTo>
                <a:lnTo>
                  <a:pt x="280" y="202"/>
                </a:lnTo>
                <a:lnTo>
                  <a:pt x="280" y="203"/>
                </a:lnTo>
                <a:lnTo>
                  <a:pt x="280" y="202"/>
                </a:lnTo>
                <a:lnTo>
                  <a:pt x="279" y="202"/>
                </a:lnTo>
                <a:lnTo>
                  <a:pt x="279" y="203"/>
                </a:lnTo>
                <a:lnTo>
                  <a:pt x="279" y="204"/>
                </a:lnTo>
                <a:lnTo>
                  <a:pt x="278" y="204"/>
                </a:lnTo>
                <a:lnTo>
                  <a:pt x="278" y="203"/>
                </a:lnTo>
                <a:lnTo>
                  <a:pt x="277" y="203"/>
                </a:lnTo>
                <a:lnTo>
                  <a:pt x="276" y="202"/>
                </a:lnTo>
                <a:lnTo>
                  <a:pt x="275" y="202"/>
                </a:lnTo>
                <a:lnTo>
                  <a:pt x="275" y="203"/>
                </a:lnTo>
                <a:lnTo>
                  <a:pt x="272" y="203"/>
                </a:lnTo>
                <a:lnTo>
                  <a:pt x="272" y="205"/>
                </a:lnTo>
                <a:lnTo>
                  <a:pt x="271" y="206"/>
                </a:lnTo>
                <a:lnTo>
                  <a:pt x="270" y="206"/>
                </a:lnTo>
                <a:lnTo>
                  <a:pt x="269" y="206"/>
                </a:lnTo>
                <a:lnTo>
                  <a:pt x="269" y="207"/>
                </a:lnTo>
                <a:lnTo>
                  <a:pt x="269" y="208"/>
                </a:lnTo>
                <a:lnTo>
                  <a:pt x="268" y="208"/>
                </a:lnTo>
                <a:lnTo>
                  <a:pt x="267" y="207"/>
                </a:lnTo>
                <a:lnTo>
                  <a:pt x="267" y="206"/>
                </a:lnTo>
                <a:lnTo>
                  <a:pt x="266" y="205"/>
                </a:lnTo>
                <a:lnTo>
                  <a:pt x="266" y="204"/>
                </a:lnTo>
                <a:lnTo>
                  <a:pt x="267" y="204"/>
                </a:lnTo>
                <a:lnTo>
                  <a:pt x="267" y="203"/>
                </a:lnTo>
                <a:lnTo>
                  <a:pt x="268" y="202"/>
                </a:lnTo>
                <a:lnTo>
                  <a:pt x="267" y="202"/>
                </a:lnTo>
                <a:lnTo>
                  <a:pt x="266" y="201"/>
                </a:lnTo>
                <a:lnTo>
                  <a:pt x="266" y="203"/>
                </a:lnTo>
                <a:lnTo>
                  <a:pt x="265" y="201"/>
                </a:lnTo>
                <a:lnTo>
                  <a:pt x="264" y="200"/>
                </a:lnTo>
                <a:lnTo>
                  <a:pt x="264" y="199"/>
                </a:lnTo>
                <a:lnTo>
                  <a:pt x="263" y="198"/>
                </a:lnTo>
                <a:lnTo>
                  <a:pt x="262" y="198"/>
                </a:lnTo>
                <a:lnTo>
                  <a:pt x="261" y="197"/>
                </a:lnTo>
                <a:lnTo>
                  <a:pt x="260" y="195"/>
                </a:lnTo>
                <a:lnTo>
                  <a:pt x="259" y="194"/>
                </a:lnTo>
                <a:lnTo>
                  <a:pt x="259" y="193"/>
                </a:lnTo>
                <a:lnTo>
                  <a:pt x="258" y="193"/>
                </a:lnTo>
                <a:lnTo>
                  <a:pt x="258" y="192"/>
                </a:lnTo>
                <a:lnTo>
                  <a:pt x="258" y="191"/>
                </a:lnTo>
                <a:lnTo>
                  <a:pt x="258" y="190"/>
                </a:lnTo>
                <a:lnTo>
                  <a:pt x="258" y="189"/>
                </a:lnTo>
                <a:lnTo>
                  <a:pt x="258" y="190"/>
                </a:lnTo>
                <a:lnTo>
                  <a:pt x="257" y="189"/>
                </a:lnTo>
                <a:lnTo>
                  <a:pt x="256" y="189"/>
                </a:lnTo>
                <a:lnTo>
                  <a:pt x="256" y="188"/>
                </a:lnTo>
                <a:lnTo>
                  <a:pt x="256" y="189"/>
                </a:lnTo>
                <a:lnTo>
                  <a:pt x="255" y="189"/>
                </a:lnTo>
                <a:lnTo>
                  <a:pt x="255" y="188"/>
                </a:lnTo>
                <a:lnTo>
                  <a:pt x="255" y="189"/>
                </a:lnTo>
                <a:lnTo>
                  <a:pt x="253" y="189"/>
                </a:lnTo>
                <a:lnTo>
                  <a:pt x="252" y="189"/>
                </a:lnTo>
                <a:lnTo>
                  <a:pt x="251" y="188"/>
                </a:lnTo>
                <a:lnTo>
                  <a:pt x="249" y="189"/>
                </a:lnTo>
                <a:lnTo>
                  <a:pt x="248" y="190"/>
                </a:lnTo>
                <a:lnTo>
                  <a:pt x="247" y="190"/>
                </a:lnTo>
                <a:lnTo>
                  <a:pt x="246" y="190"/>
                </a:lnTo>
                <a:lnTo>
                  <a:pt x="245" y="190"/>
                </a:lnTo>
                <a:lnTo>
                  <a:pt x="245" y="191"/>
                </a:lnTo>
                <a:lnTo>
                  <a:pt x="245" y="190"/>
                </a:lnTo>
                <a:lnTo>
                  <a:pt x="246" y="191"/>
                </a:lnTo>
                <a:lnTo>
                  <a:pt x="246" y="192"/>
                </a:lnTo>
                <a:lnTo>
                  <a:pt x="247" y="193"/>
                </a:lnTo>
                <a:lnTo>
                  <a:pt x="248" y="194"/>
                </a:lnTo>
                <a:lnTo>
                  <a:pt x="248" y="193"/>
                </a:lnTo>
                <a:lnTo>
                  <a:pt x="248" y="194"/>
                </a:lnTo>
                <a:lnTo>
                  <a:pt x="249" y="194"/>
                </a:lnTo>
                <a:lnTo>
                  <a:pt x="249" y="195"/>
                </a:lnTo>
                <a:lnTo>
                  <a:pt x="250" y="195"/>
                </a:lnTo>
                <a:lnTo>
                  <a:pt x="251" y="197"/>
                </a:lnTo>
                <a:lnTo>
                  <a:pt x="252" y="197"/>
                </a:lnTo>
                <a:lnTo>
                  <a:pt x="252" y="198"/>
                </a:lnTo>
                <a:lnTo>
                  <a:pt x="253" y="199"/>
                </a:lnTo>
                <a:lnTo>
                  <a:pt x="252" y="200"/>
                </a:lnTo>
                <a:lnTo>
                  <a:pt x="251" y="201"/>
                </a:lnTo>
                <a:lnTo>
                  <a:pt x="250" y="201"/>
                </a:lnTo>
                <a:lnTo>
                  <a:pt x="250" y="200"/>
                </a:lnTo>
                <a:lnTo>
                  <a:pt x="249" y="199"/>
                </a:lnTo>
                <a:lnTo>
                  <a:pt x="248" y="199"/>
                </a:lnTo>
                <a:lnTo>
                  <a:pt x="248" y="200"/>
                </a:lnTo>
                <a:lnTo>
                  <a:pt x="247" y="200"/>
                </a:lnTo>
                <a:lnTo>
                  <a:pt x="247" y="201"/>
                </a:lnTo>
                <a:lnTo>
                  <a:pt x="246" y="201"/>
                </a:lnTo>
                <a:lnTo>
                  <a:pt x="247" y="201"/>
                </a:lnTo>
                <a:lnTo>
                  <a:pt x="248" y="201"/>
                </a:lnTo>
                <a:lnTo>
                  <a:pt x="249" y="201"/>
                </a:lnTo>
                <a:lnTo>
                  <a:pt x="250" y="202"/>
                </a:lnTo>
                <a:lnTo>
                  <a:pt x="250" y="203"/>
                </a:lnTo>
                <a:lnTo>
                  <a:pt x="251" y="204"/>
                </a:lnTo>
                <a:lnTo>
                  <a:pt x="251" y="205"/>
                </a:lnTo>
                <a:lnTo>
                  <a:pt x="251" y="206"/>
                </a:lnTo>
                <a:lnTo>
                  <a:pt x="250" y="206"/>
                </a:lnTo>
                <a:lnTo>
                  <a:pt x="249" y="206"/>
                </a:lnTo>
                <a:lnTo>
                  <a:pt x="248" y="205"/>
                </a:lnTo>
                <a:lnTo>
                  <a:pt x="248" y="204"/>
                </a:lnTo>
                <a:lnTo>
                  <a:pt x="248" y="203"/>
                </a:lnTo>
                <a:lnTo>
                  <a:pt x="247" y="202"/>
                </a:lnTo>
                <a:lnTo>
                  <a:pt x="247" y="203"/>
                </a:lnTo>
                <a:lnTo>
                  <a:pt x="248" y="204"/>
                </a:lnTo>
                <a:lnTo>
                  <a:pt x="248" y="205"/>
                </a:lnTo>
                <a:lnTo>
                  <a:pt x="249" y="207"/>
                </a:lnTo>
                <a:lnTo>
                  <a:pt x="248" y="207"/>
                </a:lnTo>
                <a:lnTo>
                  <a:pt x="248" y="208"/>
                </a:lnTo>
                <a:lnTo>
                  <a:pt x="248" y="209"/>
                </a:lnTo>
                <a:lnTo>
                  <a:pt x="248" y="210"/>
                </a:lnTo>
                <a:lnTo>
                  <a:pt x="249" y="210"/>
                </a:lnTo>
                <a:lnTo>
                  <a:pt x="249" y="211"/>
                </a:lnTo>
                <a:lnTo>
                  <a:pt x="248" y="212"/>
                </a:lnTo>
                <a:lnTo>
                  <a:pt x="247" y="212"/>
                </a:lnTo>
                <a:lnTo>
                  <a:pt x="248" y="213"/>
                </a:lnTo>
                <a:lnTo>
                  <a:pt x="248" y="214"/>
                </a:lnTo>
                <a:lnTo>
                  <a:pt x="249" y="214"/>
                </a:lnTo>
                <a:lnTo>
                  <a:pt x="250" y="214"/>
                </a:lnTo>
                <a:lnTo>
                  <a:pt x="251" y="215"/>
                </a:lnTo>
                <a:lnTo>
                  <a:pt x="252" y="215"/>
                </a:lnTo>
                <a:lnTo>
                  <a:pt x="252" y="216"/>
                </a:lnTo>
                <a:lnTo>
                  <a:pt x="251" y="217"/>
                </a:lnTo>
                <a:lnTo>
                  <a:pt x="250" y="217"/>
                </a:lnTo>
                <a:lnTo>
                  <a:pt x="250" y="218"/>
                </a:lnTo>
                <a:lnTo>
                  <a:pt x="251" y="219"/>
                </a:lnTo>
                <a:lnTo>
                  <a:pt x="250" y="219"/>
                </a:lnTo>
                <a:lnTo>
                  <a:pt x="249" y="219"/>
                </a:lnTo>
                <a:lnTo>
                  <a:pt x="249" y="220"/>
                </a:lnTo>
                <a:lnTo>
                  <a:pt x="249" y="221"/>
                </a:lnTo>
                <a:lnTo>
                  <a:pt x="249" y="222"/>
                </a:lnTo>
                <a:lnTo>
                  <a:pt x="249" y="223"/>
                </a:lnTo>
                <a:lnTo>
                  <a:pt x="250" y="223"/>
                </a:lnTo>
                <a:lnTo>
                  <a:pt x="250" y="224"/>
                </a:lnTo>
                <a:lnTo>
                  <a:pt x="250" y="225"/>
                </a:lnTo>
                <a:lnTo>
                  <a:pt x="249" y="225"/>
                </a:lnTo>
                <a:lnTo>
                  <a:pt x="248" y="225"/>
                </a:lnTo>
                <a:lnTo>
                  <a:pt x="248" y="226"/>
                </a:lnTo>
                <a:lnTo>
                  <a:pt x="247" y="226"/>
                </a:lnTo>
                <a:lnTo>
                  <a:pt x="247" y="227"/>
                </a:lnTo>
                <a:lnTo>
                  <a:pt x="247" y="228"/>
                </a:lnTo>
                <a:lnTo>
                  <a:pt x="246" y="228"/>
                </a:lnTo>
                <a:lnTo>
                  <a:pt x="246" y="229"/>
                </a:lnTo>
                <a:lnTo>
                  <a:pt x="247" y="229"/>
                </a:lnTo>
                <a:lnTo>
                  <a:pt x="247" y="230"/>
                </a:lnTo>
                <a:lnTo>
                  <a:pt x="248" y="231"/>
                </a:lnTo>
                <a:lnTo>
                  <a:pt x="248" y="234"/>
                </a:lnTo>
                <a:lnTo>
                  <a:pt x="249" y="234"/>
                </a:lnTo>
                <a:lnTo>
                  <a:pt x="249" y="235"/>
                </a:lnTo>
                <a:lnTo>
                  <a:pt x="249" y="236"/>
                </a:lnTo>
                <a:lnTo>
                  <a:pt x="248" y="235"/>
                </a:lnTo>
                <a:lnTo>
                  <a:pt x="247" y="235"/>
                </a:lnTo>
                <a:lnTo>
                  <a:pt x="246" y="236"/>
                </a:lnTo>
                <a:lnTo>
                  <a:pt x="245" y="236"/>
                </a:lnTo>
                <a:lnTo>
                  <a:pt x="244" y="235"/>
                </a:lnTo>
                <a:lnTo>
                  <a:pt x="243" y="235"/>
                </a:lnTo>
                <a:lnTo>
                  <a:pt x="243" y="234"/>
                </a:lnTo>
                <a:lnTo>
                  <a:pt x="243" y="233"/>
                </a:lnTo>
                <a:lnTo>
                  <a:pt x="242" y="233"/>
                </a:lnTo>
                <a:lnTo>
                  <a:pt x="242" y="232"/>
                </a:lnTo>
                <a:lnTo>
                  <a:pt x="241" y="230"/>
                </a:lnTo>
                <a:lnTo>
                  <a:pt x="240" y="230"/>
                </a:lnTo>
                <a:lnTo>
                  <a:pt x="239" y="230"/>
                </a:lnTo>
                <a:lnTo>
                  <a:pt x="239" y="231"/>
                </a:lnTo>
                <a:lnTo>
                  <a:pt x="237" y="233"/>
                </a:lnTo>
                <a:lnTo>
                  <a:pt x="237" y="232"/>
                </a:lnTo>
                <a:lnTo>
                  <a:pt x="236" y="232"/>
                </a:lnTo>
                <a:lnTo>
                  <a:pt x="236" y="231"/>
                </a:lnTo>
                <a:lnTo>
                  <a:pt x="236" y="232"/>
                </a:lnTo>
                <a:lnTo>
                  <a:pt x="237" y="233"/>
                </a:lnTo>
                <a:lnTo>
                  <a:pt x="237" y="234"/>
                </a:lnTo>
                <a:lnTo>
                  <a:pt x="237" y="235"/>
                </a:lnTo>
                <a:lnTo>
                  <a:pt x="237" y="236"/>
                </a:lnTo>
                <a:lnTo>
                  <a:pt x="238" y="236"/>
                </a:lnTo>
                <a:lnTo>
                  <a:pt x="239" y="237"/>
                </a:lnTo>
                <a:lnTo>
                  <a:pt x="239" y="236"/>
                </a:lnTo>
                <a:lnTo>
                  <a:pt x="240" y="236"/>
                </a:lnTo>
                <a:lnTo>
                  <a:pt x="240" y="237"/>
                </a:lnTo>
                <a:lnTo>
                  <a:pt x="239" y="239"/>
                </a:lnTo>
                <a:lnTo>
                  <a:pt x="239" y="241"/>
                </a:lnTo>
                <a:lnTo>
                  <a:pt x="240" y="241"/>
                </a:lnTo>
                <a:lnTo>
                  <a:pt x="239" y="241"/>
                </a:lnTo>
                <a:lnTo>
                  <a:pt x="238" y="241"/>
                </a:lnTo>
                <a:lnTo>
                  <a:pt x="238" y="242"/>
                </a:lnTo>
                <a:lnTo>
                  <a:pt x="237" y="243"/>
                </a:lnTo>
                <a:lnTo>
                  <a:pt x="237" y="242"/>
                </a:lnTo>
                <a:lnTo>
                  <a:pt x="236" y="242"/>
                </a:lnTo>
                <a:lnTo>
                  <a:pt x="236" y="241"/>
                </a:lnTo>
                <a:lnTo>
                  <a:pt x="235" y="241"/>
                </a:lnTo>
                <a:lnTo>
                  <a:pt x="234" y="242"/>
                </a:lnTo>
                <a:lnTo>
                  <a:pt x="233" y="242"/>
                </a:lnTo>
                <a:lnTo>
                  <a:pt x="232" y="241"/>
                </a:lnTo>
                <a:lnTo>
                  <a:pt x="232" y="240"/>
                </a:lnTo>
                <a:lnTo>
                  <a:pt x="231" y="240"/>
                </a:lnTo>
                <a:lnTo>
                  <a:pt x="231" y="239"/>
                </a:lnTo>
                <a:lnTo>
                  <a:pt x="231" y="238"/>
                </a:lnTo>
                <a:lnTo>
                  <a:pt x="231" y="237"/>
                </a:lnTo>
                <a:lnTo>
                  <a:pt x="230" y="236"/>
                </a:lnTo>
                <a:lnTo>
                  <a:pt x="230" y="237"/>
                </a:lnTo>
                <a:lnTo>
                  <a:pt x="231" y="238"/>
                </a:lnTo>
                <a:lnTo>
                  <a:pt x="231" y="239"/>
                </a:lnTo>
                <a:lnTo>
                  <a:pt x="230" y="239"/>
                </a:lnTo>
                <a:lnTo>
                  <a:pt x="230" y="240"/>
                </a:lnTo>
                <a:lnTo>
                  <a:pt x="229" y="241"/>
                </a:lnTo>
                <a:lnTo>
                  <a:pt x="230" y="241"/>
                </a:lnTo>
                <a:lnTo>
                  <a:pt x="230" y="242"/>
                </a:lnTo>
                <a:lnTo>
                  <a:pt x="230" y="243"/>
                </a:lnTo>
                <a:lnTo>
                  <a:pt x="231" y="245"/>
                </a:lnTo>
                <a:lnTo>
                  <a:pt x="231" y="246"/>
                </a:lnTo>
                <a:lnTo>
                  <a:pt x="232" y="246"/>
                </a:lnTo>
                <a:lnTo>
                  <a:pt x="232" y="247"/>
                </a:lnTo>
                <a:lnTo>
                  <a:pt x="233" y="247"/>
                </a:lnTo>
                <a:lnTo>
                  <a:pt x="233" y="248"/>
                </a:lnTo>
                <a:lnTo>
                  <a:pt x="232" y="248"/>
                </a:lnTo>
                <a:lnTo>
                  <a:pt x="232" y="249"/>
                </a:lnTo>
                <a:lnTo>
                  <a:pt x="233" y="249"/>
                </a:lnTo>
                <a:lnTo>
                  <a:pt x="232" y="249"/>
                </a:lnTo>
                <a:lnTo>
                  <a:pt x="232" y="250"/>
                </a:lnTo>
                <a:lnTo>
                  <a:pt x="231" y="251"/>
                </a:lnTo>
                <a:lnTo>
                  <a:pt x="230" y="250"/>
                </a:lnTo>
                <a:lnTo>
                  <a:pt x="229" y="250"/>
                </a:lnTo>
                <a:lnTo>
                  <a:pt x="229" y="249"/>
                </a:lnTo>
                <a:lnTo>
                  <a:pt x="228" y="249"/>
                </a:lnTo>
                <a:lnTo>
                  <a:pt x="228" y="248"/>
                </a:lnTo>
                <a:lnTo>
                  <a:pt x="228" y="247"/>
                </a:lnTo>
                <a:lnTo>
                  <a:pt x="229" y="246"/>
                </a:lnTo>
                <a:lnTo>
                  <a:pt x="228" y="246"/>
                </a:lnTo>
                <a:lnTo>
                  <a:pt x="227" y="247"/>
                </a:lnTo>
                <a:lnTo>
                  <a:pt x="227" y="246"/>
                </a:lnTo>
                <a:lnTo>
                  <a:pt x="228" y="246"/>
                </a:lnTo>
                <a:lnTo>
                  <a:pt x="228" y="245"/>
                </a:lnTo>
                <a:lnTo>
                  <a:pt x="227" y="245"/>
                </a:lnTo>
                <a:lnTo>
                  <a:pt x="228" y="245"/>
                </a:lnTo>
                <a:lnTo>
                  <a:pt x="227" y="245"/>
                </a:lnTo>
                <a:lnTo>
                  <a:pt x="227" y="246"/>
                </a:lnTo>
                <a:lnTo>
                  <a:pt x="226" y="246"/>
                </a:lnTo>
                <a:lnTo>
                  <a:pt x="226" y="245"/>
                </a:lnTo>
                <a:lnTo>
                  <a:pt x="225" y="245"/>
                </a:lnTo>
                <a:lnTo>
                  <a:pt x="223" y="244"/>
                </a:lnTo>
                <a:lnTo>
                  <a:pt x="224" y="243"/>
                </a:lnTo>
                <a:lnTo>
                  <a:pt x="223" y="243"/>
                </a:lnTo>
                <a:lnTo>
                  <a:pt x="223" y="242"/>
                </a:lnTo>
                <a:lnTo>
                  <a:pt x="222" y="241"/>
                </a:lnTo>
                <a:lnTo>
                  <a:pt x="221" y="240"/>
                </a:lnTo>
                <a:lnTo>
                  <a:pt x="220" y="239"/>
                </a:lnTo>
                <a:lnTo>
                  <a:pt x="220" y="238"/>
                </a:lnTo>
                <a:lnTo>
                  <a:pt x="220" y="237"/>
                </a:lnTo>
                <a:lnTo>
                  <a:pt x="220" y="236"/>
                </a:lnTo>
                <a:lnTo>
                  <a:pt x="220" y="235"/>
                </a:lnTo>
                <a:lnTo>
                  <a:pt x="220" y="234"/>
                </a:lnTo>
                <a:lnTo>
                  <a:pt x="220" y="233"/>
                </a:lnTo>
                <a:lnTo>
                  <a:pt x="219" y="231"/>
                </a:lnTo>
                <a:lnTo>
                  <a:pt x="219" y="230"/>
                </a:lnTo>
                <a:lnTo>
                  <a:pt x="219" y="229"/>
                </a:lnTo>
                <a:lnTo>
                  <a:pt x="220" y="229"/>
                </a:lnTo>
                <a:lnTo>
                  <a:pt x="220" y="228"/>
                </a:lnTo>
                <a:lnTo>
                  <a:pt x="219" y="229"/>
                </a:lnTo>
                <a:lnTo>
                  <a:pt x="218" y="228"/>
                </a:lnTo>
                <a:lnTo>
                  <a:pt x="217" y="228"/>
                </a:lnTo>
                <a:lnTo>
                  <a:pt x="218" y="228"/>
                </a:lnTo>
                <a:lnTo>
                  <a:pt x="218" y="229"/>
                </a:lnTo>
                <a:lnTo>
                  <a:pt x="218" y="230"/>
                </a:lnTo>
                <a:lnTo>
                  <a:pt x="218" y="231"/>
                </a:lnTo>
                <a:lnTo>
                  <a:pt x="218" y="232"/>
                </a:lnTo>
                <a:lnTo>
                  <a:pt x="217" y="233"/>
                </a:lnTo>
                <a:lnTo>
                  <a:pt x="218" y="233"/>
                </a:lnTo>
                <a:lnTo>
                  <a:pt x="217" y="234"/>
                </a:lnTo>
                <a:lnTo>
                  <a:pt x="217" y="235"/>
                </a:lnTo>
                <a:lnTo>
                  <a:pt x="215" y="234"/>
                </a:lnTo>
                <a:lnTo>
                  <a:pt x="214" y="236"/>
                </a:lnTo>
                <a:lnTo>
                  <a:pt x="215" y="236"/>
                </a:lnTo>
                <a:lnTo>
                  <a:pt x="214" y="237"/>
                </a:lnTo>
                <a:lnTo>
                  <a:pt x="214" y="238"/>
                </a:lnTo>
                <a:lnTo>
                  <a:pt x="214" y="239"/>
                </a:lnTo>
                <a:lnTo>
                  <a:pt x="214" y="241"/>
                </a:lnTo>
                <a:lnTo>
                  <a:pt x="214" y="242"/>
                </a:lnTo>
                <a:lnTo>
                  <a:pt x="215" y="242"/>
                </a:lnTo>
                <a:lnTo>
                  <a:pt x="215" y="243"/>
                </a:lnTo>
                <a:lnTo>
                  <a:pt x="215" y="244"/>
                </a:lnTo>
                <a:lnTo>
                  <a:pt x="215" y="245"/>
                </a:lnTo>
                <a:lnTo>
                  <a:pt x="215" y="246"/>
                </a:lnTo>
                <a:lnTo>
                  <a:pt x="216" y="246"/>
                </a:lnTo>
                <a:lnTo>
                  <a:pt x="216" y="247"/>
                </a:lnTo>
                <a:lnTo>
                  <a:pt x="215" y="247"/>
                </a:lnTo>
                <a:lnTo>
                  <a:pt x="215" y="248"/>
                </a:lnTo>
                <a:lnTo>
                  <a:pt x="214" y="248"/>
                </a:lnTo>
                <a:lnTo>
                  <a:pt x="214" y="249"/>
                </a:lnTo>
                <a:lnTo>
                  <a:pt x="213" y="249"/>
                </a:lnTo>
                <a:lnTo>
                  <a:pt x="213" y="250"/>
                </a:lnTo>
                <a:lnTo>
                  <a:pt x="213" y="251"/>
                </a:lnTo>
                <a:lnTo>
                  <a:pt x="212" y="252"/>
                </a:lnTo>
                <a:lnTo>
                  <a:pt x="211" y="252"/>
                </a:lnTo>
                <a:lnTo>
                  <a:pt x="211" y="253"/>
                </a:lnTo>
                <a:lnTo>
                  <a:pt x="210" y="253"/>
                </a:lnTo>
                <a:lnTo>
                  <a:pt x="210" y="254"/>
                </a:lnTo>
                <a:lnTo>
                  <a:pt x="209" y="254"/>
                </a:lnTo>
                <a:lnTo>
                  <a:pt x="208" y="254"/>
                </a:lnTo>
                <a:lnTo>
                  <a:pt x="207" y="254"/>
                </a:lnTo>
                <a:lnTo>
                  <a:pt x="207" y="253"/>
                </a:lnTo>
                <a:lnTo>
                  <a:pt x="207" y="252"/>
                </a:lnTo>
                <a:lnTo>
                  <a:pt x="206" y="252"/>
                </a:lnTo>
                <a:lnTo>
                  <a:pt x="205" y="251"/>
                </a:lnTo>
                <a:lnTo>
                  <a:pt x="205" y="250"/>
                </a:lnTo>
                <a:lnTo>
                  <a:pt x="204" y="250"/>
                </a:lnTo>
                <a:lnTo>
                  <a:pt x="204" y="249"/>
                </a:lnTo>
                <a:lnTo>
                  <a:pt x="205" y="249"/>
                </a:lnTo>
                <a:lnTo>
                  <a:pt x="204" y="249"/>
                </a:lnTo>
                <a:lnTo>
                  <a:pt x="204" y="248"/>
                </a:lnTo>
                <a:lnTo>
                  <a:pt x="203" y="248"/>
                </a:lnTo>
                <a:lnTo>
                  <a:pt x="203" y="247"/>
                </a:lnTo>
                <a:lnTo>
                  <a:pt x="202" y="247"/>
                </a:lnTo>
                <a:lnTo>
                  <a:pt x="202" y="248"/>
                </a:lnTo>
                <a:lnTo>
                  <a:pt x="203" y="248"/>
                </a:lnTo>
                <a:lnTo>
                  <a:pt x="201" y="248"/>
                </a:lnTo>
                <a:lnTo>
                  <a:pt x="201" y="249"/>
                </a:lnTo>
                <a:lnTo>
                  <a:pt x="200" y="249"/>
                </a:lnTo>
                <a:lnTo>
                  <a:pt x="199" y="249"/>
                </a:lnTo>
                <a:lnTo>
                  <a:pt x="198" y="250"/>
                </a:lnTo>
                <a:lnTo>
                  <a:pt x="198" y="251"/>
                </a:lnTo>
                <a:lnTo>
                  <a:pt x="197" y="251"/>
                </a:lnTo>
                <a:lnTo>
                  <a:pt x="197" y="252"/>
                </a:lnTo>
                <a:lnTo>
                  <a:pt x="198" y="252"/>
                </a:lnTo>
                <a:lnTo>
                  <a:pt x="197" y="253"/>
                </a:lnTo>
                <a:lnTo>
                  <a:pt x="197" y="252"/>
                </a:lnTo>
                <a:lnTo>
                  <a:pt x="196" y="252"/>
                </a:lnTo>
                <a:lnTo>
                  <a:pt x="196" y="253"/>
                </a:lnTo>
                <a:lnTo>
                  <a:pt x="195" y="253"/>
                </a:lnTo>
                <a:lnTo>
                  <a:pt x="195" y="254"/>
                </a:lnTo>
                <a:lnTo>
                  <a:pt x="193" y="254"/>
                </a:lnTo>
                <a:lnTo>
                  <a:pt x="193" y="255"/>
                </a:lnTo>
                <a:lnTo>
                  <a:pt x="193" y="256"/>
                </a:lnTo>
                <a:lnTo>
                  <a:pt x="193" y="255"/>
                </a:lnTo>
                <a:lnTo>
                  <a:pt x="192" y="255"/>
                </a:lnTo>
                <a:lnTo>
                  <a:pt x="192" y="256"/>
                </a:lnTo>
                <a:lnTo>
                  <a:pt x="191" y="256"/>
                </a:lnTo>
                <a:lnTo>
                  <a:pt x="191" y="257"/>
                </a:lnTo>
                <a:lnTo>
                  <a:pt x="191" y="258"/>
                </a:lnTo>
                <a:lnTo>
                  <a:pt x="191" y="260"/>
                </a:lnTo>
                <a:lnTo>
                  <a:pt x="190" y="260"/>
                </a:lnTo>
                <a:lnTo>
                  <a:pt x="189" y="260"/>
                </a:lnTo>
                <a:lnTo>
                  <a:pt x="189" y="261"/>
                </a:lnTo>
                <a:lnTo>
                  <a:pt x="188" y="261"/>
                </a:lnTo>
                <a:lnTo>
                  <a:pt x="188" y="262"/>
                </a:lnTo>
                <a:lnTo>
                  <a:pt x="187" y="262"/>
                </a:lnTo>
                <a:lnTo>
                  <a:pt x="186" y="262"/>
                </a:lnTo>
                <a:lnTo>
                  <a:pt x="186" y="263"/>
                </a:lnTo>
                <a:lnTo>
                  <a:pt x="185" y="263"/>
                </a:lnTo>
                <a:lnTo>
                  <a:pt x="185" y="262"/>
                </a:lnTo>
                <a:lnTo>
                  <a:pt x="184" y="262"/>
                </a:lnTo>
                <a:lnTo>
                  <a:pt x="184" y="261"/>
                </a:lnTo>
                <a:lnTo>
                  <a:pt x="183" y="261"/>
                </a:lnTo>
                <a:lnTo>
                  <a:pt x="182" y="261"/>
                </a:lnTo>
                <a:lnTo>
                  <a:pt x="181" y="261"/>
                </a:lnTo>
                <a:lnTo>
                  <a:pt x="180" y="260"/>
                </a:lnTo>
                <a:lnTo>
                  <a:pt x="179" y="260"/>
                </a:lnTo>
                <a:lnTo>
                  <a:pt x="179" y="259"/>
                </a:lnTo>
                <a:lnTo>
                  <a:pt x="178" y="260"/>
                </a:lnTo>
                <a:lnTo>
                  <a:pt x="177" y="259"/>
                </a:lnTo>
                <a:lnTo>
                  <a:pt x="176" y="259"/>
                </a:lnTo>
                <a:lnTo>
                  <a:pt x="176" y="258"/>
                </a:lnTo>
                <a:lnTo>
                  <a:pt x="176" y="257"/>
                </a:lnTo>
                <a:lnTo>
                  <a:pt x="175" y="257"/>
                </a:lnTo>
                <a:lnTo>
                  <a:pt x="175" y="256"/>
                </a:lnTo>
                <a:lnTo>
                  <a:pt x="175" y="254"/>
                </a:lnTo>
                <a:lnTo>
                  <a:pt x="175" y="253"/>
                </a:lnTo>
                <a:lnTo>
                  <a:pt x="175" y="252"/>
                </a:lnTo>
                <a:lnTo>
                  <a:pt x="176" y="252"/>
                </a:lnTo>
                <a:lnTo>
                  <a:pt x="177" y="251"/>
                </a:lnTo>
                <a:lnTo>
                  <a:pt x="178" y="251"/>
                </a:lnTo>
                <a:lnTo>
                  <a:pt x="179" y="251"/>
                </a:lnTo>
                <a:lnTo>
                  <a:pt x="179" y="250"/>
                </a:lnTo>
                <a:lnTo>
                  <a:pt x="180" y="250"/>
                </a:lnTo>
                <a:lnTo>
                  <a:pt x="181" y="250"/>
                </a:lnTo>
                <a:lnTo>
                  <a:pt x="181" y="249"/>
                </a:lnTo>
                <a:lnTo>
                  <a:pt x="181" y="250"/>
                </a:lnTo>
                <a:lnTo>
                  <a:pt x="180" y="250"/>
                </a:lnTo>
                <a:lnTo>
                  <a:pt x="179" y="250"/>
                </a:lnTo>
                <a:lnTo>
                  <a:pt x="178" y="250"/>
                </a:lnTo>
                <a:lnTo>
                  <a:pt x="177" y="251"/>
                </a:lnTo>
                <a:lnTo>
                  <a:pt x="176" y="251"/>
                </a:lnTo>
                <a:lnTo>
                  <a:pt x="176" y="252"/>
                </a:lnTo>
                <a:lnTo>
                  <a:pt x="175" y="252"/>
                </a:lnTo>
                <a:lnTo>
                  <a:pt x="175" y="253"/>
                </a:lnTo>
                <a:lnTo>
                  <a:pt x="175" y="252"/>
                </a:lnTo>
                <a:lnTo>
                  <a:pt x="174" y="252"/>
                </a:lnTo>
                <a:lnTo>
                  <a:pt x="174" y="251"/>
                </a:lnTo>
                <a:lnTo>
                  <a:pt x="173" y="250"/>
                </a:lnTo>
                <a:lnTo>
                  <a:pt x="173" y="249"/>
                </a:lnTo>
                <a:lnTo>
                  <a:pt x="173" y="248"/>
                </a:lnTo>
                <a:lnTo>
                  <a:pt x="172" y="248"/>
                </a:lnTo>
                <a:lnTo>
                  <a:pt x="172" y="247"/>
                </a:lnTo>
                <a:lnTo>
                  <a:pt x="172" y="246"/>
                </a:lnTo>
                <a:lnTo>
                  <a:pt x="173" y="246"/>
                </a:lnTo>
                <a:lnTo>
                  <a:pt x="172" y="246"/>
                </a:lnTo>
                <a:lnTo>
                  <a:pt x="172" y="245"/>
                </a:lnTo>
                <a:lnTo>
                  <a:pt x="173" y="245"/>
                </a:lnTo>
                <a:lnTo>
                  <a:pt x="173" y="244"/>
                </a:lnTo>
                <a:lnTo>
                  <a:pt x="173" y="243"/>
                </a:lnTo>
                <a:lnTo>
                  <a:pt x="173" y="242"/>
                </a:lnTo>
                <a:lnTo>
                  <a:pt x="173" y="243"/>
                </a:lnTo>
                <a:lnTo>
                  <a:pt x="173" y="244"/>
                </a:lnTo>
                <a:lnTo>
                  <a:pt x="172" y="244"/>
                </a:lnTo>
                <a:lnTo>
                  <a:pt x="172" y="245"/>
                </a:lnTo>
                <a:lnTo>
                  <a:pt x="172" y="246"/>
                </a:lnTo>
                <a:lnTo>
                  <a:pt x="171" y="246"/>
                </a:lnTo>
                <a:lnTo>
                  <a:pt x="171" y="247"/>
                </a:lnTo>
                <a:lnTo>
                  <a:pt x="171" y="248"/>
                </a:lnTo>
                <a:lnTo>
                  <a:pt x="172" y="248"/>
                </a:lnTo>
                <a:lnTo>
                  <a:pt x="172" y="249"/>
                </a:lnTo>
                <a:lnTo>
                  <a:pt x="173" y="249"/>
                </a:lnTo>
                <a:lnTo>
                  <a:pt x="173" y="250"/>
                </a:lnTo>
                <a:lnTo>
                  <a:pt x="173" y="251"/>
                </a:lnTo>
                <a:lnTo>
                  <a:pt x="173" y="252"/>
                </a:lnTo>
                <a:lnTo>
                  <a:pt x="174" y="252"/>
                </a:lnTo>
                <a:lnTo>
                  <a:pt x="174" y="253"/>
                </a:lnTo>
                <a:lnTo>
                  <a:pt x="174" y="254"/>
                </a:lnTo>
                <a:lnTo>
                  <a:pt x="174" y="255"/>
                </a:lnTo>
                <a:lnTo>
                  <a:pt x="175" y="255"/>
                </a:lnTo>
                <a:lnTo>
                  <a:pt x="175" y="256"/>
                </a:lnTo>
                <a:lnTo>
                  <a:pt x="175" y="257"/>
                </a:lnTo>
                <a:lnTo>
                  <a:pt x="175" y="258"/>
                </a:lnTo>
                <a:lnTo>
                  <a:pt x="175" y="259"/>
                </a:lnTo>
                <a:lnTo>
                  <a:pt x="175" y="260"/>
                </a:lnTo>
                <a:lnTo>
                  <a:pt x="176" y="261"/>
                </a:lnTo>
                <a:lnTo>
                  <a:pt x="175" y="261"/>
                </a:lnTo>
                <a:lnTo>
                  <a:pt x="176" y="262"/>
                </a:lnTo>
                <a:lnTo>
                  <a:pt x="175" y="262"/>
                </a:lnTo>
                <a:lnTo>
                  <a:pt x="175" y="263"/>
                </a:lnTo>
                <a:lnTo>
                  <a:pt x="175" y="264"/>
                </a:lnTo>
                <a:lnTo>
                  <a:pt x="175" y="265"/>
                </a:lnTo>
                <a:lnTo>
                  <a:pt x="174" y="265"/>
                </a:lnTo>
                <a:lnTo>
                  <a:pt x="173" y="265"/>
                </a:lnTo>
                <a:lnTo>
                  <a:pt x="172" y="265"/>
                </a:lnTo>
                <a:lnTo>
                  <a:pt x="172" y="266"/>
                </a:lnTo>
                <a:lnTo>
                  <a:pt x="172" y="267"/>
                </a:lnTo>
                <a:lnTo>
                  <a:pt x="171" y="267"/>
                </a:lnTo>
                <a:lnTo>
                  <a:pt x="171" y="266"/>
                </a:lnTo>
                <a:lnTo>
                  <a:pt x="170" y="266"/>
                </a:lnTo>
                <a:lnTo>
                  <a:pt x="170" y="267"/>
                </a:lnTo>
                <a:lnTo>
                  <a:pt x="169" y="267"/>
                </a:lnTo>
                <a:lnTo>
                  <a:pt x="168" y="267"/>
                </a:lnTo>
                <a:lnTo>
                  <a:pt x="167" y="267"/>
                </a:lnTo>
                <a:lnTo>
                  <a:pt x="167" y="268"/>
                </a:lnTo>
                <a:lnTo>
                  <a:pt x="166" y="268"/>
                </a:lnTo>
                <a:lnTo>
                  <a:pt x="165" y="268"/>
                </a:lnTo>
                <a:lnTo>
                  <a:pt x="165" y="267"/>
                </a:lnTo>
                <a:lnTo>
                  <a:pt x="165" y="266"/>
                </a:lnTo>
                <a:lnTo>
                  <a:pt x="164" y="266"/>
                </a:lnTo>
                <a:lnTo>
                  <a:pt x="164" y="265"/>
                </a:lnTo>
                <a:lnTo>
                  <a:pt x="163" y="265"/>
                </a:lnTo>
                <a:lnTo>
                  <a:pt x="163" y="266"/>
                </a:lnTo>
                <a:lnTo>
                  <a:pt x="163" y="265"/>
                </a:lnTo>
                <a:lnTo>
                  <a:pt x="162" y="265"/>
                </a:lnTo>
                <a:lnTo>
                  <a:pt x="162" y="264"/>
                </a:lnTo>
                <a:lnTo>
                  <a:pt x="161" y="264"/>
                </a:lnTo>
                <a:lnTo>
                  <a:pt x="162" y="264"/>
                </a:lnTo>
                <a:lnTo>
                  <a:pt x="162" y="263"/>
                </a:lnTo>
                <a:lnTo>
                  <a:pt x="162" y="262"/>
                </a:lnTo>
                <a:lnTo>
                  <a:pt x="161" y="262"/>
                </a:lnTo>
                <a:lnTo>
                  <a:pt x="161" y="261"/>
                </a:lnTo>
                <a:lnTo>
                  <a:pt x="160" y="261"/>
                </a:lnTo>
                <a:lnTo>
                  <a:pt x="159" y="261"/>
                </a:lnTo>
                <a:lnTo>
                  <a:pt x="158" y="261"/>
                </a:lnTo>
                <a:lnTo>
                  <a:pt x="157" y="261"/>
                </a:lnTo>
                <a:lnTo>
                  <a:pt x="156" y="262"/>
                </a:lnTo>
                <a:lnTo>
                  <a:pt x="155" y="262"/>
                </a:lnTo>
                <a:lnTo>
                  <a:pt x="154" y="263"/>
                </a:lnTo>
                <a:lnTo>
                  <a:pt x="152" y="263"/>
                </a:lnTo>
                <a:lnTo>
                  <a:pt x="151" y="263"/>
                </a:lnTo>
                <a:lnTo>
                  <a:pt x="150" y="263"/>
                </a:lnTo>
                <a:lnTo>
                  <a:pt x="151" y="263"/>
                </a:lnTo>
                <a:lnTo>
                  <a:pt x="152" y="264"/>
                </a:lnTo>
                <a:lnTo>
                  <a:pt x="151" y="264"/>
                </a:lnTo>
                <a:lnTo>
                  <a:pt x="150" y="264"/>
                </a:lnTo>
                <a:lnTo>
                  <a:pt x="150" y="265"/>
                </a:lnTo>
                <a:lnTo>
                  <a:pt x="149" y="265"/>
                </a:lnTo>
                <a:lnTo>
                  <a:pt x="148" y="265"/>
                </a:lnTo>
                <a:lnTo>
                  <a:pt x="147" y="266"/>
                </a:lnTo>
                <a:lnTo>
                  <a:pt x="147" y="267"/>
                </a:lnTo>
                <a:lnTo>
                  <a:pt x="146" y="267"/>
                </a:lnTo>
                <a:lnTo>
                  <a:pt x="146" y="266"/>
                </a:lnTo>
                <a:lnTo>
                  <a:pt x="147" y="266"/>
                </a:lnTo>
                <a:lnTo>
                  <a:pt x="146" y="266"/>
                </a:lnTo>
                <a:lnTo>
                  <a:pt x="146" y="267"/>
                </a:lnTo>
                <a:lnTo>
                  <a:pt x="146" y="268"/>
                </a:lnTo>
                <a:lnTo>
                  <a:pt x="145" y="268"/>
                </a:lnTo>
                <a:lnTo>
                  <a:pt x="145" y="267"/>
                </a:lnTo>
                <a:lnTo>
                  <a:pt x="145" y="268"/>
                </a:lnTo>
                <a:lnTo>
                  <a:pt x="144" y="268"/>
                </a:lnTo>
                <a:lnTo>
                  <a:pt x="144" y="269"/>
                </a:lnTo>
                <a:lnTo>
                  <a:pt x="143" y="269"/>
                </a:lnTo>
                <a:lnTo>
                  <a:pt x="143" y="270"/>
                </a:lnTo>
                <a:lnTo>
                  <a:pt x="142" y="270"/>
                </a:lnTo>
                <a:lnTo>
                  <a:pt x="141" y="270"/>
                </a:lnTo>
                <a:lnTo>
                  <a:pt x="141" y="271"/>
                </a:lnTo>
                <a:lnTo>
                  <a:pt x="140" y="271"/>
                </a:lnTo>
                <a:lnTo>
                  <a:pt x="139" y="271"/>
                </a:lnTo>
                <a:lnTo>
                  <a:pt x="138" y="271"/>
                </a:lnTo>
                <a:lnTo>
                  <a:pt x="138" y="270"/>
                </a:lnTo>
                <a:lnTo>
                  <a:pt x="138" y="269"/>
                </a:lnTo>
                <a:lnTo>
                  <a:pt x="139" y="269"/>
                </a:lnTo>
                <a:lnTo>
                  <a:pt x="138" y="269"/>
                </a:lnTo>
                <a:lnTo>
                  <a:pt x="138" y="268"/>
                </a:lnTo>
                <a:lnTo>
                  <a:pt x="139" y="268"/>
                </a:lnTo>
                <a:lnTo>
                  <a:pt x="138" y="268"/>
                </a:lnTo>
                <a:lnTo>
                  <a:pt x="138" y="269"/>
                </a:lnTo>
                <a:lnTo>
                  <a:pt x="137" y="269"/>
                </a:lnTo>
                <a:lnTo>
                  <a:pt x="138" y="269"/>
                </a:lnTo>
                <a:lnTo>
                  <a:pt x="138" y="270"/>
                </a:lnTo>
                <a:lnTo>
                  <a:pt x="137" y="270"/>
                </a:lnTo>
                <a:lnTo>
                  <a:pt x="137" y="269"/>
                </a:lnTo>
                <a:lnTo>
                  <a:pt x="137" y="268"/>
                </a:lnTo>
                <a:lnTo>
                  <a:pt x="138" y="268"/>
                </a:lnTo>
                <a:lnTo>
                  <a:pt x="138" y="267"/>
                </a:lnTo>
                <a:lnTo>
                  <a:pt x="137" y="267"/>
                </a:lnTo>
                <a:lnTo>
                  <a:pt x="138" y="267"/>
                </a:lnTo>
                <a:lnTo>
                  <a:pt x="138" y="266"/>
                </a:lnTo>
                <a:lnTo>
                  <a:pt x="139" y="266"/>
                </a:lnTo>
                <a:lnTo>
                  <a:pt x="138" y="266"/>
                </a:lnTo>
                <a:lnTo>
                  <a:pt x="137" y="266"/>
                </a:lnTo>
                <a:lnTo>
                  <a:pt x="137" y="267"/>
                </a:lnTo>
                <a:lnTo>
                  <a:pt x="136" y="268"/>
                </a:lnTo>
                <a:lnTo>
                  <a:pt x="136" y="267"/>
                </a:lnTo>
                <a:lnTo>
                  <a:pt x="136" y="266"/>
                </a:lnTo>
                <a:lnTo>
                  <a:pt x="136" y="265"/>
                </a:lnTo>
                <a:lnTo>
                  <a:pt x="136" y="266"/>
                </a:lnTo>
                <a:lnTo>
                  <a:pt x="135" y="266"/>
                </a:lnTo>
                <a:lnTo>
                  <a:pt x="135" y="265"/>
                </a:lnTo>
                <a:lnTo>
                  <a:pt x="136" y="265"/>
                </a:lnTo>
                <a:lnTo>
                  <a:pt x="136" y="264"/>
                </a:lnTo>
                <a:lnTo>
                  <a:pt x="135" y="265"/>
                </a:lnTo>
                <a:lnTo>
                  <a:pt x="134" y="265"/>
                </a:lnTo>
                <a:lnTo>
                  <a:pt x="134" y="266"/>
                </a:lnTo>
                <a:lnTo>
                  <a:pt x="133" y="265"/>
                </a:lnTo>
                <a:lnTo>
                  <a:pt x="132" y="266"/>
                </a:lnTo>
                <a:lnTo>
                  <a:pt x="131" y="266"/>
                </a:lnTo>
                <a:lnTo>
                  <a:pt x="130" y="266"/>
                </a:lnTo>
                <a:lnTo>
                  <a:pt x="130" y="265"/>
                </a:lnTo>
                <a:lnTo>
                  <a:pt x="130" y="266"/>
                </a:lnTo>
                <a:lnTo>
                  <a:pt x="129" y="266"/>
                </a:lnTo>
                <a:lnTo>
                  <a:pt x="129" y="265"/>
                </a:lnTo>
                <a:lnTo>
                  <a:pt x="128" y="265"/>
                </a:lnTo>
                <a:lnTo>
                  <a:pt x="128" y="266"/>
                </a:lnTo>
                <a:lnTo>
                  <a:pt x="129" y="266"/>
                </a:lnTo>
                <a:lnTo>
                  <a:pt x="130" y="266"/>
                </a:lnTo>
                <a:lnTo>
                  <a:pt x="130" y="267"/>
                </a:lnTo>
                <a:lnTo>
                  <a:pt x="129" y="267"/>
                </a:lnTo>
                <a:lnTo>
                  <a:pt x="130" y="267"/>
                </a:lnTo>
                <a:lnTo>
                  <a:pt x="131" y="267"/>
                </a:lnTo>
                <a:lnTo>
                  <a:pt x="131" y="268"/>
                </a:lnTo>
                <a:lnTo>
                  <a:pt x="132" y="268"/>
                </a:lnTo>
                <a:lnTo>
                  <a:pt x="132" y="269"/>
                </a:lnTo>
                <a:lnTo>
                  <a:pt x="132" y="268"/>
                </a:lnTo>
                <a:lnTo>
                  <a:pt x="133" y="268"/>
                </a:lnTo>
                <a:lnTo>
                  <a:pt x="133" y="269"/>
                </a:lnTo>
                <a:lnTo>
                  <a:pt x="134" y="269"/>
                </a:lnTo>
                <a:lnTo>
                  <a:pt x="135" y="269"/>
                </a:lnTo>
                <a:lnTo>
                  <a:pt x="135" y="270"/>
                </a:lnTo>
                <a:lnTo>
                  <a:pt x="135" y="271"/>
                </a:lnTo>
                <a:lnTo>
                  <a:pt x="135" y="272"/>
                </a:lnTo>
                <a:lnTo>
                  <a:pt x="135" y="273"/>
                </a:lnTo>
                <a:lnTo>
                  <a:pt x="135" y="274"/>
                </a:lnTo>
                <a:lnTo>
                  <a:pt x="134" y="274"/>
                </a:lnTo>
                <a:lnTo>
                  <a:pt x="134" y="275"/>
                </a:lnTo>
                <a:lnTo>
                  <a:pt x="135" y="275"/>
                </a:lnTo>
                <a:lnTo>
                  <a:pt x="136" y="275"/>
                </a:lnTo>
                <a:lnTo>
                  <a:pt x="136" y="276"/>
                </a:lnTo>
                <a:lnTo>
                  <a:pt x="134" y="276"/>
                </a:lnTo>
                <a:lnTo>
                  <a:pt x="133" y="276"/>
                </a:lnTo>
                <a:lnTo>
                  <a:pt x="132" y="276"/>
                </a:lnTo>
                <a:lnTo>
                  <a:pt x="130" y="277"/>
                </a:lnTo>
                <a:lnTo>
                  <a:pt x="129" y="278"/>
                </a:lnTo>
                <a:lnTo>
                  <a:pt x="128" y="279"/>
                </a:lnTo>
                <a:lnTo>
                  <a:pt x="128" y="280"/>
                </a:lnTo>
                <a:lnTo>
                  <a:pt x="128" y="281"/>
                </a:lnTo>
                <a:lnTo>
                  <a:pt x="129" y="281"/>
                </a:lnTo>
                <a:lnTo>
                  <a:pt x="128" y="282"/>
                </a:lnTo>
                <a:lnTo>
                  <a:pt x="127" y="283"/>
                </a:lnTo>
                <a:lnTo>
                  <a:pt x="126" y="283"/>
                </a:lnTo>
                <a:lnTo>
                  <a:pt x="127" y="283"/>
                </a:lnTo>
                <a:lnTo>
                  <a:pt x="126" y="282"/>
                </a:lnTo>
                <a:lnTo>
                  <a:pt x="126" y="281"/>
                </a:lnTo>
                <a:lnTo>
                  <a:pt x="125" y="281"/>
                </a:lnTo>
                <a:lnTo>
                  <a:pt x="125" y="282"/>
                </a:lnTo>
                <a:lnTo>
                  <a:pt x="125" y="281"/>
                </a:lnTo>
                <a:lnTo>
                  <a:pt x="124" y="281"/>
                </a:lnTo>
                <a:lnTo>
                  <a:pt x="124" y="282"/>
                </a:lnTo>
                <a:lnTo>
                  <a:pt x="125" y="282"/>
                </a:lnTo>
                <a:lnTo>
                  <a:pt x="126" y="282"/>
                </a:lnTo>
                <a:lnTo>
                  <a:pt x="126" y="283"/>
                </a:lnTo>
                <a:lnTo>
                  <a:pt x="126" y="282"/>
                </a:lnTo>
                <a:lnTo>
                  <a:pt x="125" y="282"/>
                </a:lnTo>
                <a:lnTo>
                  <a:pt x="124" y="282"/>
                </a:lnTo>
                <a:lnTo>
                  <a:pt x="123" y="282"/>
                </a:lnTo>
                <a:lnTo>
                  <a:pt x="122" y="283"/>
                </a:lnTo>
                <a:lnTo>
                  <a:pt x="121" y="283"/>
                </a:lnTo>
                <a:lnTo>
                  <a:pt x="121" y="284"/>
                </a:lnTo>
                <a:lnTo>
                  <a:pt x="120" y="284"/>
                </a:lnTo>
                <a:lnTo>
                  <a:pt x="120" y="283"/>
                </a:lnTo>
                <a:lnTo>
                  <a:pt x="120" y="284"/>
                </a:lnTo>
                <a:lnTo>
                  <a:pt x="121" y="283"/>
                </a:lnTo>
                <a:lnTo>
                  <a:pt x="120" y="283"/>
                </a:lnTo>
                <a:lnTo>
                  <a:pt x="119" y="283"/>
                </a:lnTo>
                <a:lnTo>
                  <a:pt x="118" y="283"/>
                </a:lnTo>
                <a:lnTo>
                  <a:pt x="118" y="284"/>
                </a:lnTo>
                <a:lnTo>
                  <a:pt x="117" y="284"/>
                </a:lnTo>
                <a:lnTo>
                  <a:pt x="116" y="284"/>
                </a:lnTo>
                <a:lnTo>
                  <a:pt x="116" y="285"/>
                </a:lnTo>
                <a:lnTo>
                  <a:pt x="116" y="284"/>
                </a:lnTo>
                <a:lnTo>
                  <a:pt x="115" y="284"/>
                </a:lnTo>
                <a:lnTo>
                  <a:pt x="115" y="283"/>
                </a:lnTo>
                <a:lnTo>
                  <a:pt x="116" y="283"/>
                </a:lnTo>
                <a:lnTo>
                  <a:pt x="115" y="283"/>
                </a:lnTo>
                <a:lnTo>
                  <a:pt x="115" y="282"/>
                </a:lnTo>
                <a:lnTo>
                  <a:pt x="114" y="282"/>
                </a:lnTo>
                <a:lnTo>
                  <a:pt x="114" y="281"/>
                </a:lnTo>
                <a:lnTo>
                  <a:pt x="114" y="280"/>
                </a:lnTo>
                <a:lnTo>
                  <a:pt x="114" y="281"/>
                </a:lnTo>
                <a:lnTo>
                  <a:pt x="113" y="280"/>
                </a:lnTo>
                <a:lnTo>
                  <a:pt x="113" y="281"/>
                </a:lnTo>
                <a:lnTo>
                  <a:pt x="114" y="281"/>
                </a:lnTo>
                <a:lnTo>
                  <a:pt x="114" y="282"/>
                </a:lnTo>
                <a:lnTo>
                  <a:pt x="113" y="282"/>
                </a:lnTo>
                <a:lnTo>
                  <a:pt x="113" y="281"/>
                </a:lnTo>
                <a:lnTo>
                  <a:pt x="113" y="282"/>
                </a:lnTo>
                <a:lnTo>
                  <a:pt x="113" y="283"/>
                </a:lnTo>
                <a:lnTo>
                  <a:pt x="114" y="283"/>
                </a:lnTo>
                <a:lnTo>
                  <a:pt x="113" y="283"/>
                </a:lnTo>
                <a:lnTo>
                  <a:pt x="113" y="284"/>
                </a:lnTo>
                <a:lnTo>
                  <a:pt x="112" y="284"/>
                </a:lnTo>
                <a:lnTo>
                  <a:pt x="112" y="283"/>
                </a:lnTo>
                <a:lnTo>
                  <a:pt x="111" y="283"/>
                </a:lnTo>
                <a:lnTo>
                  <a:pt x="110" y="283"/>
                </a:lnTo>
                <a:lnTo>
                  <a:pt x="109" y="283"/>
                </a:lnTo>
                <a:lnTo>
                  <a:pt x="110" y="283"/>
                </a:lnTo>
                <a:lnTo>
                  <a:pt x="111" y="283"/>
                </a:lnTo>
                <a:lnTo>
                  <a:pt x="111" y="284"/>
                </a:lnTo>
                <a:lnTo>
                  <a:pt x="112" y="284"/>
                </a:lnTo>
                <a:lnTo>
                  <a:pt x="111" y="284"/>
                </a:lnTo>
                <a:lnTo>
                  <a:pt x="110" y="284"/>
                </a:lnTo>
                <a:lnTo>
                  <a:pt x="110" y="285"/>
                </a:lnTo>
                <a:lnTo>
                  <a:pt x="109" y="285"/>
                </a:lnTo>
                <a:lnTo>
                  <a:pt x="109" y="286"/>
                </a:lnTo>
                <a:lnTo>
                  <a:pt x="108" y="286"/>
                </a:lnTo>
                <a:lnTo>
                  <a:pt x="108" y="287"/>
                </a:lnTo>
                <a:lnTo>
                  <a:pt x="107" y="287"/>
                </a:lnTo>
                <a:lnTo>
                  <a:pt x="107" y="288"/>
                </a:lnTo>
                <a:lnTo>
                  <a:pt x="106" y="289"/>
                </a:lnTo>
                <a:lnTo>
                  <a:pt x="105" y="289"/>
                </a:lnTo>
                <a:lnTo>
                  <a:pt x="105" y="290"/>
                </a:lnTo>
                <a:lnTo>
                  <a:pt x="104" y="290"/>
                </a:lnTo>
                <a:lnTo>
                  <a:pt x="104" y="291"/>
                </a:lnTo>
                <a:lnTo>
                  <a:pt x="103" y="291"/>
                </a:lnTo>
                <a:lnTo>
                  <a:pt x="102" y="291"/>
                </a:lnTo>
                <a:lnTo>
                  <a:pt x="102" y="292"/>
                </a:lnTo>
                <a:lnTo>
                  <a:pt x="102" y="291"/>
                </a:lnTo>
                <a:lnTo>
                  <a:pt x="102" y="290"/>
                </a:lnTo>
                <a:lnTo>
                  <a:pt x="102" y="289"/>
                </a:lnTo>
                <a:lnTo>
                  <a:pt x="102" y="290"/>
                </a:lnTo>
                <a:lnTo>
                  <a:pt x="103" y="290"/>
                </a:lnTo>
                <a:lnTo>
                  <a:pt x="104" y="290"/>
                </a:lnTo>
                <a:lnTo>
                  <a:pt x="104" y="289"/>
                </a:lnTo>
                <a:lnTo>
                  <a:pt x="103" y="289"/>
                </a:lnTo>
                <a:lnTo>
                  <a:pt x="103" y="288"/>
                </a:lnTo>
                <a:lnTo>
                  <a:pt x="104" y="288"/>
                </a:lnTo>
                <a:lnTo>
                  <a:pt x="104" y="287"/>
                </a:lnTo>
                <a:lnTo>
                  <a:pt x="105" y="287"/>
                </a:lnTo>
                <a:lnTo>
                  <a:pt x="104" y="287"/>
                </a:lnTo>
                <a:lnTo>
                  <a:pt x="104" y="286"/>
                </a:lnTo>
                <a:lnTo>
                  <a:pt x="103" y="286"/>
                </a:lnTo>
                <a:lnTo>
                  <a:pt x="102" y="286"/>
                </a:lnTo>
                <a:lnTo>
                  <a:pt x="101" y="286"/>
                </a:lnTo>
                <a:lnTo>
                  <a:pt x="100" y="286"/>
                </a:lnTo>
                <a:lnTo>
                  <a:pt x="100" y="285"/>
                </a:lnTo>
                <a:lnTo>
                  <a:pt x="99" y="285"/>
                </a:lnTo>
                <a:lnTo>
                  <a:pt x="98" y="285"/>
                </a:lnTo>
                <a:lnTo>
                  <a:pt x="98" y="286"/>
                </a:lnTo>
                <a:lnTo>
                  <a:pt x="98" y="285"/>
                </a:lnTo>
                <a:lnTo>
                  <a:pt x="97" y="285"/>
                </a:lnTo>
                <a:lnTo>
                  <a:pt x="97" y="286"/>
                </a:lnTo>
                <a:lnTo>
                  <a:pt x="98" y="286"/>
                </a:lnTo>
                <a:lnTo>
                  <a:pt x="97" y="286"/>
                </a:lnTo>
                <a:lnTo>
                  <a:pt x="98" y="286"/>
                </a:lnTo>
                <a:lnTo>
                  <a:pt x="99" y="286"/>
                </a:lnTo>
                <a:lnTo>
                  <a:pt x="100" y="287"/>
                </a:lnTo>
                <a:lnTo>
                  <a:pt x="99" y="287"/>
                </a:lnTo>
                <a:lnTo>
                  <a:pt x="98" y="287"/>
                </a:lnTo>
                <a:lnTo>
                  <a:pt x="97" y="288"/>
                </a:lnTo>
                <a:lnTo>
                  <a:pt x="96" y="288"/>
                </a:lnTo>
                <a:lnTo>
                  <a:pt x="95" y="288"/>
                </a:lnTo>
                <a:lnTo>
                  <a:pt x="94" y="289"/>
                </a:lnTo>
                <a:lnTo>
                  <a:pt x="94" y="288"/>
                </a:lnTo>
                <a:lnTo>
                  <a:pt x="93" y="288"/>
                </a:lnTo>
                <a:lnTo>
                  <a:pt x="93" y="289"/>
                </a:lnTo>
                <a:lnTo>
                  <a:pt x="92" y="289"/>
                </a:lnTo>
                <a:lnTo>
                  <a:pt x="91" y="289"/>
                </a:lnTo>
                <a:lnTo>
                  <a:pt x="91" y="288"/>
                </a:lnTo>
                <a:lnTo>
                  <a:pt x="91" y="287"/>
                </a:lnTo>
                <a:lnTo>
                  <a:pt x="91" y="288"/>
                </a:lnTo>
                <a:lnTo>
                  <a:pt x="90" y="288"/>
                </a:lnTo>
                <a:lnTo>
                  <a:pt x="90" y="287"/>
                </a:lnTo>
                <a:lnTo>
                  <a:pt x="90" y="286"/>
                </a:lnTo>
                <a:lnTo>
                  <a:pt x="89" y="286"/>
                </a:lnTo>
                <a:lnTo>
                  <a:pt x="88" y="285"/>
                </a:lnTo>
                <a:lnTo>
                  <a:pt x="88" y="286"/>
                </a:lnTo>
                <a:lnTo>
                  <a:pt x="87" y="286"/>
                </a:lnTo>
                <a:lnTo>
                  <a:pt x="87" y="285"/>
                </a:lnTo>
                <a:lnTo>
                  <a:pt x="87" y="284"/>
                </a:lnTo>
                <a:lnTo>
                  <a:pt x="87" y="285"/>
                </a:lnTo>
                <a:lnTo>
                  <a:pt x="86" y="286"/>
                </a:lnTo>
                <a:lnTo>
                  <a:pt x="85" y="287"/>
                </a:lnTo>
                <a:lnTo>
                  <a:pt x="85" y="288"/>
                </a:lnTo>
                <a:lnTo>
                  <a:pt x="86" y="288"/>
                </a:lnTo>
                <a:lnTo>
                  <a:pt x="86" y="289"/>
                </a:lnTo>
                <a:lnTo>
                  <a:pt x="87" y="288"/>
                </a:lnTo>
                <a:lnTo>
                  <a:pt x="88" y="288"/>
                </a:lnTo>
                <a:lnTo>
                  <a:pt x="89" y="288"/>
                </a:lnTo>
                <a:lnTo>
                  <a:pt x="90" y="288"/>
                </a:lnTo>
                <a:lnTo>
                  <a:pt x="91" y="289"/>
                </a:lnTo>
                <a:lnTo>
                  <a:pt x="90" y="289"/>
                </a:lnTo>
                <a:lnTo>
                  <a:pt x="89" y="289"/>
                </a:lnTo>
                <a:lnTo>
                  <a:pt x="88" y="290"/>
                </a:lnTo>
                <a:lnTo>
                  <a:pt x="87" y="290"/>
                </a:lnTo>
                <a:lnTo>
                  <a:pt x="86" y="291"/>
                </a:lnTo>
                <a:lnTo>
                  <a:pt x="85" y="291"/>
                </a:lnTo>
                <a:lnTo>
                  <a:pt x="85" y="292"/>
                </a:lnTo>
                <a:lnTo>
                  <a:pt x="84" y="292"/>
                </a:lnTo>
                <a:lnTo>
                  <a:pt x="83" y="292"/>
                </a:lnTo>
                <a:lnTo>
                  <a:pt x="82" y="293"/>
                </a:lnTo>
                <a:lnTo>
                  <a:pt x="82" y="292"/>
                </a:lnTo>
                <a:lnTo>
                  <a:pt x="81" y="292"/>
                </a:lnTo>
                <a:lnTo>
                  <a:pt x="82" y="292"/>
                </a:lnTo>
                <a:lnTo>
                  <a:pt x="82" y="293"/>
                </a:lnTo>
                <a:lnTo>
                  <a:pt x="81" y="293"/>
                </a:lnTo>
                <a:lnTo>
                  <a:pt x="80" y="293"/>
                </a:lnTo>
                <a:lnTo>
                  <a:pt x="80" y="294"/>
                </a:lnTo>
                <a:lnTo>
                  <a:pt x="79" y="294"/>
                </a:lnTo>
                <a:lnTo>
                  <a:pt x="79" y="295"/>
                </a:lnTo>
                <a:lnTo>
                  <a:pt x="78" y="295"/>
                </a:lnTo>
                <a:lnTo>
                  <a:pt x="77" y="295"/>
                </a:lnTo>
                <a:lnTo>
                  <a:pt x="76" y="295"/>
                </a:lnTo>
                <a:lnTo>
                  <a:pt x="75" y="295"/>
                </a:lnTo>
                <a:lnTo>
                  <a:pt x="74" y="295"/>
                </a:lnTo>
                <a:lnTo>
                  <a:pt x="74" y="294"/>
                </a:lnTo>
                <a:lnTo>
                  <a:pt x="73" y="295"/>
                </a:lnTo>
                <a:lnTo>
                  <a:pt x="72" y="295"/>
                </a:lnTo>
                <a:lnTo>
                  <a:pt x="72" y="294"/>
                </a:lnTo>
                <a:lnTo>
                  <a:pt x="71" y="295"/>
                </a:lnTo>
                <a:lnTo>
                  <a:pt x="70" y="295"/>
                </a:lnTo>
                <a:lnTo>
                  <a:pt x="70" y="296"/>
                </a:lnTo>
                <a:lnTo>
                  <a:pt x="69" y="296"/>
                </a:lnTo>
                <a:lnTo>
                  <a:pt x="68" y="296"/>
                </a:lnTo>
                <a:lnTo>
                  <a:pt x="68" y="297"/>
                </a:lnTo>
                <a:lnTo>
                  <a:pt x="67" y="297"/>
                </a:lnTo>
                <a:lnTo>
                  <a:pt x="67" y="298"/>
                </a:lnTo>
                <a:lnTo>
                  <a:pt x="66" y="299"/>
                </a:lnTo>
                <a:lnTo>
                  <a:pt x="66" y="300"/>
                </a:lnTo>
                <a:lnTo>
                  <a:pt x="65" y="301"/>
                </a:lnTo>
                <a:lnTo>
                  <a:pt x="64" y="302"/>
                </a:lnTo>
                <a:lnTo>
                  <a:pt x="64" y="303"/>
                </a:lnTo>
                <a:lnTo>
                  <a:pt x="64" y="304"/>
                </a:lnTo>
                <a:lnTo>
                  <a:pt x="64" y="305"/>
                </a:lnTo>
                <a:lnTo>
                  <a:pt x="63" y="305"/>
                </a:lnTo>
                <a:lnTo>
                  <a:pt x="63" y="306"/>
                </a:lnTo>
                <a:lnTo>
                  <a:pt x="62" y="306"/>
                </a:lnTo>
                <a:lnTo>
                  <a:pt x="62" y="307"/>
                </a:lnTo>
                <a:lnTo>
                  <a:pt x="61" y="307"/>
                </a:lnTo>
                <a:lnTo>
                  <a:pt x="60" y="307"/>
                </a:lnTo>
                <a:lnTo>
                  <a:pt x="59" y="308"/>
                </a:lnTo>
                <a:lnTo>
                  <a:pt x="59" y="307"/>
                </a:lnTo>
                <a:lnTo>
                  <a:pt x="59" y="308"/>
                </a:lnTo>
                <a:lnTo>
                  <a:pt x="58" y="307"/>
                </a:lnTo>
                <a:lnTo>
                  <a:pt x="58" y="308"/>
                </a:lnTo>
                <a:lnTo>
                  <a:pt x="58" y="307"/>
                </a:lnTo>
                <a:lnTo>
                  <a:pt x="57" y="307"/>
                </a:lnTo>
                <a:lnTo>
                  <a:pt x="57" y="308"/>
                </a:lnTo>
                <a:lnTo>
                  <a:pt x="56" y="308"/>
                </a:lnTo>
                <a:lnTo>
                  <a:pt x="55" y="309"/>
                </a:lnTo>
                <a:lnTo>
                  <a:pt x="55" y="308"/>
                </a:lnTo>
                <a:lnTo>
                  <a:pt x="54" y="308"/>
                </a:lnTo>
                <a:lnTo>
                  <a:pt x="53" y="308"/>
                </a:lnTo>
                <a:lnTo>
                  <a:pt x="52" y="308"/>
                </a:lnTo>
                <a:lnTo>
                  <a:pt x="52" y="309"/>
                </a:lnTo>
                <a:lnTo>
                  <a:pt x="51" y="309"/>
                </a:lnTo>
                <a:lnTo>
                  <a:pt x="51" y="310"/>
                </a:lnTo>
                <a:lnTo>
                  <a:pt x="50" y="310"/>
                </a:lnTo>
                <a:lnTo>
                  <a:pt x="49" y="310"/>
                </a:lnTo>
                <a:lnTo>
                  <a:pt x="49" y="309"/>
                </a:lnTo>
                <a:lnTo>
                  <a:pt x="50" y="308"/>
                </a:lnTo>
                <a:lnTo>
                  <a:pt x="50" y="307"/>
                </a:lnTo>
                <a:lnTo>
                  <a:pt x="50" y="306"/>
                </a:lnTo>
                <a:lnTo>
                  <a:pt x="49" y="307"/>
                </a:lnTo>
                <a:lnTo>
                  <a:pt x="49" y="306"/>
                </a:lnTo>
                <a:lnTo>
                  <a:pt x="49" y="305"/>
                </a:lnTo>
                <a:lnTo>
                  <a:pt x="48" y="305"/>
                </a:lnTo>
                <a:lnTo>
                  <a:pt x="48" y="304"/>
                </a:lnTo>
                <a:lnTo>
                  <a:pt x="49" y="304"/>
                </a:lnTo>
                <a:lnTo>
                  <a:pt x="49" y="303"/>
                </a:lnTo>
                <a:lnTo>
                  <a:pt x="50" y="303"/>
                </a:lnTo>
                <a:lnTo>
                  <a:pt x="50" y="302"/>
                </a:lnTo>
                <a:lnTo>
                  <a:pt x="49" y="302"/>
                </a:lnTo>
                <a:lnTo>
                  <a:pt x="48" y="302"/>
                </a:lnTo>
                <a:lnTo>
                  <a:pt x="48" y="301"/>
                </a:lnTo>
                <a:lnTo>
                  <a:pt x="48" y="300"/>
                </a:lnTo>
                <a:lnTo>
                  <a:pt x="48" y="299"/>
                </a:lnTo>
                <a:lnTo>
                  <a:pt x="49" y="298"/>
                </a:lnTo>
                <a:lnTo>
                  <a:pt x="49" y="297"/>
                </a:lnTo>
                <a:lnTo>
                  <a:pt x="48" y="297"/>
                </a:lnTo>
                <a:lnTo>
                  <a:pt x="48" y="298"/>
                </a:lnTo>
                <a:lnTo>
                  <a:pt x="47" y="298"/>
                </a:lnTo>
                <a:lnTo>
                  <a:pt x="46" y="297"/>
                </a:lnTo>
                <a:lnTo>
                  <a:pt x="46" y="296"/>
                </a:lnTo>
                <a:lnTo>
                  <a:pt x="45" y="296"/>
                </a:lnTo>
                <a:lnTo>
                  <a:pt x="45" y="295"/>
                </a:lnTo>
                <a:lnTo>
                  <a:pt x="44" y="295"/>
                </a:lnTo>
                <a:lnTo>
                  <a:pt x="45" y="296"/>
                </a:lnTo>
                <a:lnTo>
                  <a:pt x="45" y="297"/>
                </a:lnTo>
                <a:lnTo>
                  <a:pt x="46" y="297"/>
                </a:lnTo>
                <a:lnTo>
                  <a:pt x="46" y="298"/>
                </a:lnTo>
                <a:lnTo>
                  <a:pt x="46" y="299"/>
                </a:lnTo>
                <a:lnTo>
                  <a:pt x="47" y="299"/>
                </a:lnTo>
                <a:lnTo>
                  <a:pt x="47" y="300"/>
                </a:lnTo>
                <a:lnTo>
                  <a:pt x="47" y="301"/>
                </a:lnTo>
                <a:lnTo>
                  <a:pt x="46" y="301"/>
                </a:lnTo>
                <a:lnTo>
                  <a:pt x="46" y="302"/>
                </a:lnTo>
                <a:lnTo>
                  <a:pt x="47" y="302"/>
                </a:lnTo>
                <a:lnTo>
                  <a:pt x="46" y="302"/>
                </a:lnTo>
                <a:lnTo>
                  <a:pt x="47" y="301"/>
                </a:lnTo>
                <a:lnTo>
                  <a:pt x="47" y="302"/>
                </a:lnTo>
                <a:lnTo>
                  <a:pt x="48" y="303"/>
                </a:lnTo>
                <a:lnTo>
                  <a:pt x="47" y="303"/>
                </a:lnTo>
                <a:lnTo>
                  <a:pt x="47" y="304"/>
                </a:lnTo>
                <a:lnTo>
                  <a:pt x="47" y="305"/>
                </a:lnTo>
                <a:lnTo>
                  <a:pt x="46" y="304"/>
                </a:lnTo>
                <a:lnTo>
                  <a:pt x="46" y="305"/>
                </a:lnTo>
                <a:lnTo>
                  <a:pt x="46" y="306"/>
                </a:lnTo>
                <a:lnTo>
                  <a:pt x="47" y="306"/>
                </a:lnTo>
                <a:lnTo>
                  <a:pt x="47" y="305"/>
                </a:lnTo>
                <a:lnTo>
                  <a:pt x="47" y="306"/>
                </a:lnTo>
                <a:lnTo>
                  <a:pt x="47" y="307"/>
                </a:lnTo>
                <a:lnTo>
                  <a:pt x="48" y="307"/>
                </a:lnTo>
                <a:lnTo>
                  <a:pt x="48" y="308"/>
                </a:lnTo>
                <a:lnTo>
                  <a:pt x="48" y="309"/>
                </a:lnTo>
                <a:lnTo>
                  <a:pt x="48" y="310"/>
                </a:lnTo>
                <a:lnTo>
                  <a:pt x="48" y="311"/>
                </a:lnTo>
                <a:lnTo>
                  <a:pt x="47" y="311"/>
                </a:lnTo>
                <a:lnTo>
                  <a:pt x="47" y="312"/>
                </a:lnTo>
                <a:lnTo>
                  <a:pt x="47" y="313"/>
                </a:lnTo>
                <a:lnTo>
                  <a:pt x="47" y="314"/>
                </a:lnTo>
                <a:lnTo>
                  <a:pt x="46" y="314"/>
                </a:lnTo>
                <a:lnTo>
                  <a:pt x="45" y="314"/>
                </a:lnTo>
                <a:lnTo>
                  <a:pt x="45" y="315"/>
                </a:lnTo>
                <a:lnTo>
                  <a:pt x="44" y="315"/>
                </a:lnTo>
                <a:lnTo>
                  <a:pt x="44" y="316"/>
                </a:lnTo>
                <a:lnTo>
                  <a:pt x="43" y="316"/>
                </a:lnTo>
                <a:lnTo>
                  <a:pt x="42" y="316"/>
                </a:lnTo>
                <a:lnTo>
                  <a:pt x="42" y="315"/>
                </a:lnTo>
                <a:lnTo>
                  <a:pt x="42" y="316"/>
                </a:lnTo>
                <a:lnTo>
                  <a:pt x="41" y="316"/>
                </a:lnTo>
                <a:lnTo>
                  <a:pt x="41" y="317"/>
                </a:lnTo>
                <a:lnTo>
                  <a:pt x="40" y="317"/>
                </a:lnTo>
                <a:lnTo>
                  <a:pt x="39" y="317"/>
                </a:lnTo>
                <a:lnTo>
                  <a:pt x="39" y="318"/>
                </a:lnTo>
                <a:lnTo>
                  <a:pt x="38" y="318"/>
                </a:lnTo>
                <a:lnTo>
                  <a:pt x="38" y="317"/>
                </a:lnTo>
                <a:lnTo>
                  <a:pt x="37" y="317"/>
                </a:lnTo>
                <a:lnTo>
                  <a:pt x="37" y="318"/>
                </a:lnTo>
                <a:lnTo>
                  <a:pt x="37" y="319"/>
                </a:lnTo>
                <a:lnTo>
                  <a:pt x="37" y="320"/>
                </a:lnTo>
                <a:lnTo>
                  <a:pt x="37" y="321"/>
                </a:lnTo>
                <a:lnTo>
                  <a:pt x="36" y="321"/>
                </a:lnTo>
                <a:lnTo>
                  <a:pt x="36" y="320"/>
                </a:lnTo>
                <a:lnTo>
                  <a:pt x="35" y="320"/>
                </a:lnTo>
                <a:lnTo>
                  <a:pt x="35" y="319"/>
                </a:lnTo>
                <a:lnTo>
                  <a:pt x="35" y="317"/>
                </a:lnTo>
                <a:lnTo>
                  <a:pt x="36" y="317"/>
                </a:lnTo>
                <a:lnTo>
                  <a:pt x="35" y="316"/>
                </a:lnTo>
                <a:lnTo>
                  <a:pt x="34" y="317"/>
                </a:lnTo>
                <a:lnTo>
                  <a:pt x="35" y="317"/>
                </a:lnTo>
                <a:lnTo>
                  <a:pt x="35" y="318"/>
                </a:lnTo>
                <a:lnTo>
                  <a:pt x="35" y="319"/>
                </a:lnTo>
                <a:lnTo>
                  <a:pt x="35" y="320"/>
                </a:lnTo>
                <a:lnTo>
                  <a:pt x="34" y="320"/>
                </a:lnTo>
                <a:lnTo>
                  <a:pt x="34" y="319"/>
                </a:lnTo>
                <a:lnTo>
                  <a:pt x="33" y="320"/>
                </a:lnTo>
                <a:lnTo>
                  <a:pt x="34" y="320"/>
                </a:lnTo>
                <a:lnTo>
                  <a:pt x="35" y="320"/>
                </a:lnTo>
                <a:lnTo>
                  <a:pt x="34" y="320"/>
                </a:lnTo>
                <a:lnTo>
                  <a:pt x="35" y="321"/>
                </a:lnTo>
                <a:lnTo>
                  <a:pt x="34" y="321"/>
                </a:lnTo>
                <a:lnTo>
                  <a:pt x="34" y="322"/>
                </a:lnTo>
                <a:lnTo>
                  <a:pt x="33" y="323"/>
                </a:lnTo>
                <a:lnTo>
                  <a:pt x="33" y="324"/>
                </a:lnTo>
                <a:lnTo>
                  <a:pt x="34" y="324"/>
                </a:lnTo>
                <a:lnTo>
                  <a:pt x="33" y="324"/>
                </a:lnTo>
                <a:lnTo>
                  <a:pt x="33" y="325"/>
                </a:lnTo>
                <a:lnTo>
                  <a:pt x="32" y="325"/>
                </a:lnTo>
                <a:lnTo>
                  <a:pt x="32" y="326"/>
                </a:lnTo>
                <a:lnTo>
                  <a:pt x="33" y="326"/>
                </a:lnTo>
                <a:lnTo>
                  <a:pt x="33" y="327"/>
                </a:lnTo>
                <a:lnTo>
                  <a:pt x="32" y="327"/>
                </a:lnTo>
                <a:lnTo>
                  <a:pt x="32" y="328"/>
                </a:lnTo>
                <a:lnTo>
                  <a:pt x="32" y="329"/>
                </a:lnTo>
                <a:lnTo>
                  <a:pt x="33" y="329"/>
                </a:lnTo>
                <a:lnTo>
                  <a:pt x="33" y="330"/>
                </a:lnTo>
                <a:lnTo>
                  <a:pt x="33" y="331"/>
                </a:lnTo>
                <a:lnTo>
                  <a:pt x="34" y="332"/>
                </a:lnTo>
                <a:lnTo>
                  <a:pt x="34" y="333"/>
                </a:lnTo>
                <a:lnTo>
                  <a:pt x="35" y="333"/>
                </a:lnTo>
                <a:lnTo>
                  <a:pt x="35" y="334"/>
                </a:lnTo>
                <a:lnTo>
                  <a:pt x="34" y="334"/>
                </a:lnTo>
                <a:lnTo>
                  <a:pt x="34" y="335"/>
                </a:lnTo>
                <a:lnTo>
                  <a:pt x="35" y="334"/>
                </a:lnTo>
                <a:lnTo>
                  <a:pt x="36" y="334"/>
                </a:lnTo>
                <a:lnTo>
                  <a:pt x="37" y="334"/>
                </a:lnTo>
                <a:lnTo>
                  <a:pt x="38" y="334"/>
                </a:lnTo>
                <a:lnTo>
                  <a:pt x="39" y="334"/>
                </a:lnTo>
                <a:lnTo>
                  <a:pt x="39" y="335"/>
                </a:lnTo>
                <a:lnTo>
                  <a:pt x="39" y="334"/>
                </a:lnTo>
                <a:lnTo>
                  <a:pt x="40" y="334"/>
                </a:lnTo>
                <a:lnTo>
                  <a:pt x="41" y="334"/>
                </a:lnTo>
                <a:lnTo>
                  <a:pt x="42" y="334"/>
                </a:lnTo>
                <a:lnTo>
                  <a:pt x="43" y="334"/>
                </a:lnTo>
                <a:lnTo>
                  <a:pt x="44" y="334"/>
                </a:lnTo>
                <a:lnTo>
                  <a:pt x="44" y="335"/>
                </a:lnTo>
                <a:lnTo>
                  <a:pt x="45" y="335"/>
                </a:lnTo>
                <a:lnTo>
                  <a:pt x="46" y="335"/>
                </a:lnTo>
                <a:lnTo>
                  <a:pt x="47" y="336"/>
                </a:lnTo>
                <a:lnTo>
                  <a:pt x="47" y="335"/>
                </a:lnTo>
                <a:lnTo>
                  <a:pt x="46" y="335"/>
                </a:lnTo>
                <a:lnTo>
                  <a:pt x="47" y="335"/>
                </a:lnTo>
                <a:lnTo>
                  <a:pt x="47" y="336"/>
                </a:lnTo>
                <a:lnTo>
                  <a:pt x="48" y="337"/>
                </a:lnTo>
                <a:lnTo>
                  <a:pt x="47" y="337"/>
                </a:lnTo>
                <a:lnTo>
                  <a:pt x="48" y="337"/>
                </a:lnTo>
                <a:lnTo>
                  <a:pt x="48" y="338"/>
                </a:lnTo>
                <a:lnTo>
                  <a:pt x="48" y="339"/>
                </a:lnTo>
                <a:lnTo>
                  <a:pt x="48" y="340"/>
                </a:lnTo>
                <a:lnTo>
                  <a:pt x="48" y="342"/>
                </a:lnTo>
                <a:lnTo>
                  <a:pt x="48" y="343"/>
                </a:lnTo>
                <a:lnTo>
                  <a:pt x="47" y="343"/>
                </a:lnTo>
                <a:lnTo>
                  <a:pt x="46" y="343"/>
                </a:lnTo>
                <a:lnTo>
                  <a:pt x="46" y="342"/>
                </a:lnTo>
                <a:lnTo>
                  <a:pt x="45" y="342"/>
                </a:lnTo>
                <a:lnTo>
                  <a:pt x="45" y="341"/>
                </a:lnTo>
                <a:lnTo>
                  <a:pt x="45" y="340"/>
                </a:lnTo>
                <a:lnTo>
                  <a:pt x="44" y="340"/>
                </a:lnTo>
                <a:lnTo>
                  <a:pt x="44" y="339"/>
                </a:lnTo>
                <a:lnTo>
                  <a:pt x="44" y="338"/>
                </a:lnTo>
                <a:lnTo>
                  <a:pt x="43" y="338"/>
                </a:lnTo>
                <a:lnTo>
                  <a:pt x="44" y="339"/>
                </a:lnTo>
                <a:lnTo>
                  <a:pt x="44" y="340"/>
                </a:lnTo>
                <a:lnTo>
                  <a:pt x="44" y="341"/>
                </a:lnTo>
                <a:lnTo>
                  <a:pt x="43" y="341"/>
                </a:lnTo>
                <a:lnTo>
                  <a:pt x="43" y="342"/>
                </a:lnTo>
                <a:lnTo>
                  <a:pt x="43" y="341"/>
                </a:lnTo>
                <a:lnTo>
                  <a:pt x="44" y="341"/>
                </a:lnTo>
                <a:lnTo>
                  <a:pt x="44" y="342"/>
                </a:lnTo>
                <a:lnTo>
                  <a:pt x="44" y="343"/>
                </a:lnTo>
                <a:lnTo>
                  <a:pt x="45" y="343"/>
                </a:lnTo>
                <a:lnTo>
                  <a:pt x="44" y="343"/>
                </a:lnTo>
                <a:lnTo>
                  <a:pt x="44" y="344"/>
                </a:lnTo>
                <a:lnTo>
                  <a:pt x="43" y="345"/>
                </a:lnTo>
                <a:lnTo>
                  <a:pt x="42" y="345"/>
                </a:lnTo>
                <a:lnTo>
                  <a:pt x="43" y="345"/>
                </a:lnTo>
                <a:lnTo>
                  <a:pt x="42" y="345"/>
                </a:lnTo>
                <a:lnTo>
                  <a:pt x="42" y="346"/>
                </a:lnTo>
                <a:lnTo>
                  <a:pt x="43" y="346"/>
                </a:lnTo>
                <a:lnTo>
                  <a:pt x="42" y="346"/>
                </a:lnTo>
                <a:lnTo>
                  <a:pt x="42" y="347"/>
                </a:lnTo>
                <a:lnTo>
                  <a:pt x="42" y="346"/>
                </a:lnTo>
                <a:lnTo>
                  <a:pt x="42" y="347"/>
                </a:lnTo>
                <a:lnTo>
                  <a:pt x="43" y="347"/>
                </a:lnTo>
                <a:lnTo>
                  <a:pt x="43" y="346"/>
                </a:lnTo>
                <a:lnTo>
                  <a:pt x="44" y="346"/>
                </a:lnTo>
                <a:lnTo>
                  <a:pt x="44" y="345"/>
                </a:lnTo>
                <a:lnTo>
                  <a:pt x="44" y="346"/>
                </a:lnTo>
                <a:lnTo>
                  <a:pt x="45" y="346"/>
                </a:lnTo>
                <a:lnTo>
                  <a:pt x="45" y="347"/>
                </a:lnTo>
                <a:lnTo>
                  <a:pt x="44" y="347"/>
                </a:lnTo>
                <a:lnTo>
                  <a:pt x="45" y="347"/>
                </a:lnTo>
                <a:lnTo>
                  <a:pt x="45" y="348"/>
                </a:lnTo>
                <a:lnTo>
                  <a:pt x="44" y="348"/>
                </a:lnTo>
                <a:lnTo>
                  <a:pt x="45" y="348"/>
                </a:lnTo>
                <a:lnTo>
                  <a:pt x="45" y="347"/>
                </a:lnTo>
                <a:lnTo>
                  <a:pt x="45" y="346"/>
                </a:lnTo>
                <a:lnTo>
                  <a:pt x="46" y="346"/>
                </a:lnTo>
                <a:lnTo>
                  <a:pt x="46" y="347"/>
                </a:lnTo>
                <a:lnTo>
                  <a:pt x="47" y="347"/>
                </a:lnTo>
                <a:lnTo>
                  <a:pt x="47" y="348"/>
                </a:lnTo>
                <a:lnTo>
                  <a:pt x="47" y="347"/>
                </a:lnTo>
                <a:lnTo>
                  <a:pt x="47" y="346"/>
                </a:lnTo>
                <a:lnTo>
                  <a:pt x="48" y="346"/>
                </a:lnTo>
                <a:lnTo>
                  <a:pt x="48" y="347"/>
                </a:lnTo>
                <a:lnTo>
                  <a:pt x="48" y="348"/>
                </a:lnTo>
                <a:lnTo>
                  <a:pt x="48" y="347"/>
                </a:lnTo>
                <a:lnTo>
                  <a:pt x="49" y="347"/>
                </a:lnTo>
                <a:lnTo>
                  <a:pt x="50" y="347"/>
                </a:lnTo>
                <a:lnTo>
                  <a:pt x="50" y="346"/>
                </a:lnTo>
                <a:lnTo>
                  <a:pt x="51" y="346"/>
                </a:lnTo>
                <a:lnTo>
                  <a:pt x="52" y="346"/>
                </a:lnTo>
                <a:lnTo>
                  <a:pt x="52" y="347"/>
                </a:lnTo>
                <a:lnTo>
                  <a:pt x="53" y="347"/>
                </a:lnTo>
                <a:lnTo>
                  <a:pt x="52" y="347"/>
                </a:lnTo>
                <a:lnTo>
                  <a:pt x="52" y="346"/>
                </a:lnTo>
                <a:lnTo>
                  <a:pt x="53" y="346"/>
                </a:lnTo>
                <a:lnTo>
                  <a:pt x="52" y="346"/>
                </a:lnTo>
                <a:lnTo>
                  <a:pt x="53" y="345"/>
                </a:lnTo>
                <a:lnTo>
                  <a:pt x="54" y="346"/>
                </a:lnTo>
                <a:lnTo>
                  <a:pt x="54" y="347"/>
                </a:lnTo>
                <a:lnTo>
                  <a:pt x="54" y="348"/>
                </a:lnTo>
                <a:lnTo>
                  <a:pt x="55" y="348"/>
                </a:lnTo>
                <a:lnTo>
                  <a:pt x="55" y="349"/>
                </a:lnTo>
                <a:lnTo>
                  <a:pt x="55" y="350"/>
                </a:lnTo>
                <a:lnTo>
                  <a:pt x="55" y="351"/>
                </a:lnTo>
                <a:lnTo>
                  <a:pt x="54" y="351"/>
                </a:lnTo>
                <a:lnTo>
                  <a:pt x="53" y="351"/>
                </a:lnTo>
                <a:lnTo>
                  <a:pt x="52" y="351"/>
                </a:lnTo>
                <a:lnTo>
                  <a:pt x="52" y="350"/>
                </a:lnTo>
                <a:lnTo>
                  <a:pt x="52" y="349"/>
                </a:lnTo>
                <a:lnTo>
                  <a:pt x="52" y="348"/>
                </a:lnTo>
                <a:lnTo>
                  <a:pt x="51" y="348"/>
                </a:lnTo>
                <a:lnTo>
                  <a:pt x="50" y="348"/>
                </a:lnTo>
                <a:lnTo>
                  <a:pt x="50" y="349"/>
                </a:lnTo>
                <a:lnTo>
                  <a:pt x="49" y="349"/>
                </a:lnTo>
                <a:lnTo>
                  <a:pt x="49" y="350"/>
                </a:lnTo>
                <a:lnTo>
                  <a:pt x="50" y="351"/>
                </a:lnTo>
                <a:lnTo>
                  <a:pt x="50" y="352"/>
                </a:lnTo>
                <a:lnTo>
                  <a:pt x="50" y="351"/>
                </a:lnTo>
                <a:lnTo>
                  <a:pt x="51" y="351"/>
                </a:lnTo>
                <a:lnTo>
                  <a:pt x="52" y="352"/>
                </a:lnTo>
                <a:lnTo>
                  <a:pt x="53" y="353"/>
                </a:lnTo>
                <a:lnTo>
                  <a:pt x="53" y="352"/>
                </a:lnTo>
                <a:lnTo>
                  <a:pt x="54" y="351"/>
                </a:lnTo>
                <a:lnTo>
                  <a:pt x="54" y="352"/>
                </a:lnTo>
                <a:lnTo>
                  <a:pt x="55" y="352"/>
                </a:lnTo>
                <a:lnTo>
                  <a:pt x="55" y="353"/>
                </a:lnTo>
                <a:lnTo>
                  <a:pt x="56" y="353"/>
                </a:lnTo>
                <a:lnTo>
                  <a:pt x="56" y="354"/>
                </a:lnTo>
                <a:lnTo>
                  <a:pt x="56" y="355"/>
                </a:lnTo>
                <a:lnTo>
                  <a:pt x="56" y="354"/>
                </a:lnTo>
                <a:lnTo>
                  <a:pt x="56" y="355"/>
                </a:lnTo>
                <a:lnTo>
                  <a:pt x="57" y="355"/>
                </a:lnTo>
                <a:lnTo>
                  <a:pt x="57" y="356"/>
                </a:lnTo>
                <a:lnTo>
                  <a:pt x="57" y="357"/>
                </a:lnTo>
                <a:lnTo>
                  <a:pt x="58" y="357"/>
                </a:lnTo>
                <a:lnTo>
                  <a:pt x="58" y="358"/>
                </a:lnTo>
                <a:lnTo>
                  <a:pt x="58" y="359"/>
                </a:lnTo>
                <a:lnTo>
                  <a:pt x="58" y="360"/>
                </a:lnTo>
                <a:lnTo>
                  <a:pt x="58" y="361"/>
                </a:lnTo>
                <a:lnTo>
                  <a:pt x="58" y="362"/>
                </a:lnTo>
                <a:lnTo>
                  <a:pt x="57" y="362"/>
                </a:lnTo>
                <a:lnTo>
                  <a:pt x="56" y="362"/>
                </a:lnTo>
                <a:lnTo>
                  <a:pt x="56" y="363"/>
                </a:lnTo>
                <a:lnTo>
                  <a:pt x="55" y="364"/>
                </a:lnTo>
                <a:lnTo>
                  <a:pt x="55" y="365"/>
                </a:lnTo>
                <a:lnTo>
                  <a:pt x="55" y="366"/>
                </a:lnTo>
                <a:lnTo>
                  <a:pt x="54" y="366"/>
                </a:lnTo>
                <a:lnTo>
                  <a:pt x="54" y="367"/>
                </a:lnTo>
                <a:lnTo>
                  <a:pt x="53" y="367"/>
                </a:lnTo>
                <a:lnTo>
                  <a:pt x="53" y="368"/>
                </a:lnTo>
                <a:lnTo>
                  <a:pt x="53" y="369"/>
                </a:lnTo>
                <a:lnTo>
                  <a:pt x="52" y="369"/>
                </a:lnTo>
                <a:lnTo>
                  <a:pt x="51" y="369"/>
                </a:lnTo>
                <a:lnTo>
                  <a:pt x="51" y="370"/>
                </a:lnTo>
                <a:lnTo>
                  <a:pt x="50" y="370"/>
                </a:lnTo>
                <a:lnTo>
                  <a:pt x="49" y="370"/>
                </a:lnTo>
                <a:lnTo>
                  <a:pt x="48" y="370"/>
                </a:lnTo>
                <a:lnTo>
                  <a:pt x="48" y="371"/>
                </a:lnTo>
                <a:lnTo>
                  <a:pt x="47" y="371"/>
                </a:lnTo>
                <a:lnTo>
                  <a:pt x="47" y="372"/>
                </a:lnTo>
                <a:lnTo>
                  <a:pt x="46" y="372"/>
                </a:lnTo>
                <a:lnTo>
                  <a:pt x="46" y="373"/>
                </a:lnTo>
                <a:lnTo>
                  <a:pt x="45" y="373"/>
                </a:lnTo>
                <a:lnTo>
                  <a:pt x="44" y="374"/>
                </a:lnTo>
                <a:lnTo>
                  <a:pt x="43" y="373"/>
                </a:lnTo>
                <a:lnTo>
                  <a:pt x="43" y="374"/>
                </a:lnTo>
                <a:lnTo>
                  <a:pt x="43" y="375"/>
                </a:lnTo>
                <a:lnTo>
                  <a:pt x="43" y="374"/>
                </a:lnTo>
                <a:lnTo>
                  <a:pt x="42" y="374"/>
                </a:lnTo>
                <a:lnTo>
                  <a:pt x="42" y="373"/>
                </a:lnTo>
                <a:lnTo>
                  <a:pt x="41" y="373"/>
                </a:lnTo>
                <a:lnTo>
                  <a:pt x="41" y="374"/>
                </a:lnTo>
                <a:lnTo>
                  <a:pt x="40" y="373"/>
                </a:lnTo>
                <a:lnTo>
                  <a:pt x="41" y="373"/>
                </a:lnTo>
                <a:lnTo>
                  <a:pt x="40" y="373"/>
                </a:lnTo>
                <a:lnTo>
                  <a:pt x="38" y="373"/>
                </a:lnTo>
                <a:lnTo>
                  <a:pt x="39" y="373"/>
                </a:lnTo>
                <a:lnTo>
                  <a:pt x="38" y="373"/>
                </a:lnTo>
                <a:lnTo>
                  <a:pt x="37" y="373"/>
                </a:lnTo>
                <a:lnTo>
                  <a:pt x="37" y="374"/>
                </a:lnTo>
                <a:lnTo>
                  <a:pt x="37" y="375"/>
                </a:lnTo>
                <a:lnTo>
                  <a:pt x="36" y="375"/>
                </a:lnTo>
                <a:lnTo>
                  <a:pt x="34" y="375"/>
                </a:lnTo>
                <a:lnTo>
                  <a:pt x="34" y="376"/>
                </a:lnTo>
                <a:lnTo>
                  <a:pt x="32" y="376"/>
                </a:lnTo>
                <a:lnTo>
                  <a:pt x="32" y="375"/>
                </a:lnTo>
                <a:lnTo>
                  <a:pt x="32" y="374"/>
                </a:lnTo>
                <a:lnTo>
                  <a:pt x="31" y="374"/>
                </a:lnTo>
                <a:lnTo>
                  <a:pt x="29" y="374"/>
                </a:lnTo>
                <a:lnTo>
                  <a:pt x="28" y="373"/>
                </a:lnTo>
                <a:lnTo>
                  <a:pt x="28" y="372"/>
                </a:lnTo>
                <a:lnTo>
                  <a:pt x="27" y="372"/>
                </a:lnTo>
                <a:lnTo>
                  <a:pt x="27" y="373"/>
                </a:lnTo>
                <a:lnTo>
                  <a:pt x="26" y="373"/>
                </a:lnTo>
                <a:lnTo>
                  <a:pt x="25" y="373"/>
                </a:lnTo>
                <a:lnTo>
                  <a:pt x="25" y="374"/>
                </a:lnTo>
                <a:lnTo>
                  <a:pt x="24" y="374"/>
                </a:lnTo>
                <a:lnTo>
                  <a:pt x="24" y="373"/>
                </a:lnTo>
                <a:lnTo>
                  <a:pt x="23" y="373"/>
                </a:lnTo>
                <a:lnTo>
                  <a:pt x="22" y="373"/>
                </a:lnTo>
                <a:lnTo>
                  <a:pt x="23" y="373"/>
                </a:lnTo>
                <a:lnTo>
                  <a:pt x="22" y="374"/>
                </a:lnTo>
                <a:lnTo>
                  <a:pt x="20" y="376"/>
                </a:lnTo>
                <a:lnTo>
                  <a:pt x="20" y="377"/>
                </a:lnTo>
                <a:lnTo>
                  <a:pt x="19" y="377"/>
                </a:lnTo>
                <a:lnTo>
                  <a:pt x="19" y="376"/>
                </a:lnTo>
                <a:lnTo>
                  <a:pt x="19" y="375"/>
                </a:lnTo>
                <a:lnTo>
                  <a:pt x="19" y="374"/>
                </a:lnTo>
                <a:lnTo>
                  <a:pt x="20" y="374"/>
                </a:lnTo>
                <a:lnTo>
                  <a:pt x="20" y="372"/>
                </a:lnTo>
                <a:lnTo>
                  <a:pt x="19" y="371"/>
                </a:lnTo>
                <a:lnTo>
                  <a:pt x="19" y="370"/>
                </a:lnTo>
                <a:lnTo>
                  <a:pt x="19" y="369"/>
                </a:lnTo>
                <a:lnTo>
                  <a:pt x="18" y="369"/>
                </a:lnTo>
                <a:lnTo>
                  <a:pt x="18" y="368"/>
                </a:lnTo>
                <a:lnTo>
                  <a:pt x="17" y="368"/>
                </a:lnTo>
                <a:lnTo>
                  <a:pt x="16" y="368"/>
                </a:lnTo>
                <a:lnTo>
                  <a:pt x="15" y="367"/>
                </a:lnTo>
                <a:lnTo>
                  <a:pt x="15" y="366"/>
                </a:lnTo>
                <a:lnTo>
                  <a:pt x="16" y="366"/>
                </a:lnTo>
                <a:lnTo>
                  <a:pt x="16" y="365"/>
                </a:lnTo>
                <a:lnTo>
                  <a:pt x="17" y="365"/>
                </a:lnTo>
                <a:lnTo>
                  <a:pt x="17" y="364"/>
                </a:lnTo>
                <a:lnTo>
                  <a:pt x="17" y="363"/>
                </a:lnTo>
                <a:lnTo>
                  <a:pt x="18" y="364"/>
                </a:lnTo>
                <a:lnTo>
                  <a:pt x="19" y="364"/>
                </a:lnTo>
                <a:lnTo>
                  <a:pt x="19" y="365"/>
                </a:lnTo>
                <a:lnTo>
                  <a:pt x="20" y="365"/>
                </a:lnTo>
                <a:lnTo>
                  <a:pt x="21" y="365"/>
                </a:lnTo>
                <a:lnTo>
                  <a:pt x="22" y="365"/>
                </a:lnTo>
                <a:lnTo>
                  <a:pt x="22" y="366"/>
                </a:lnTo>
                <a:lnTo>
                  <a:pt x="21" y="366"/>
                </a:lnTo>
                <a:lnTo>
                  <a:pt x="21" y="367"/>
                </a:lnTo>
                <a:lnTo>
                  <a:pt x="22" y="367"/>
                </a:lnTo>
                <a:lnTo>
                  <a:pt x="22" y="368"/>
                </a:lnTo>
                <a:lnTo>
                  <a:pt x="23" y="368"/>
                </a:lnTo>
                <a:lnTo>
                  <a:pt x="22" y="368"/>
                </a:lnTo>
                <a:lnTo>
                  <a:pt x="22" y="369"/>
                </a:lnTo>
                <a:lnTo>
                  <a:pt x="23" y="369"/>
                </a:lnTo>
                <a:lnTo>
                  <a:pt x="23" y="368"/>
                </a:lnTo>
                <a:lnTo>
                  <a:pt x="23" y="367"/>
                </a:lnTo>
                <a:lnTo>
                  <a:pt x="22" y="367"/>
                </a:lnTo>
                <a:lnTo>
                  <a:pt x="22" y="366"/>
                </a:lnTo>
                <a:lnTo>
                  <a:pt x="23" y="366"/>
                </a:lnTo>
                <a:lnTo>
                  <a:pt x="23" y="365"/>
                </a:lnTo>
                <a:lnTo>
                  <a:pt x="24" y="365"/>
                </a:lnTo>
                <a:lnTo>
                  <a:pt x="24" y="364"/>
                </a:lnTo>
                <a:lnTo>
                  <a:pt x="24" y="363"/>
                </a:lnTo>
                <a:lnTo>
                  <a:pt x="23" y="363"/>
                </a:lnTo>
                <a:lnTo>
                  <a:pt x="23" y="362"/>
                </a:lnTo>
                <a:lnTo>
                  <a:pt x="22" y="362"/>
                </a:lnTo>
                <a:lnTo>
                  <a:pt x="22" y="363"/>
                </a:lnTo>
                <a:lnTo>
                  <a:pt x="22" y="362"/>
                </a:lnTo>
                <a:lnTo>
                  <a:pt x="22" y="361"/>
                </a:lnTo>
                <a:lnTo>
                  <a:pt x="21" y="361"/>
                </a:lnTo>
                <a:lnTo>
                  <a:pt x="22" y="361"/>
                </a:lnTo>
                <a:lnTo>
                  <a:pt x="22" y="360"/>
                </a:lnTo>
                <a:lnTo>
                  <a:pt x="21" y="361"/>
                </a:lnTo>
                <a:lnTo>
                  <a:pt x="21" y="362"/>
                </a:lnTo>
                <a:lnTo>
                  <a:pt x="20" y="362"/>
                </a:lnTo>
                <a:lnTo>
                  <a:pt x="20" y="363"/>
                </a:lnTo>
                <a:lnTo>
                  <a:pt x="20" y="362"/>
                </a:lnTo>
                <a:lnTo>
                  <a:pt x="20" y="361"/>
                </a:lnTo>
                <a:lnTo>
                  <a:pt x="19" y="361"/>
                </a:lnTo>
                <a:lnTo>
                  <a:pt x="19" y="360"/>
                </a:lnTo>
                <a:lnTo>
                  <a:pt x="19" y="359"/>
                </a:lnTo>
                <a:lnTo>
                  <a:pt x="19" y="360"/>
                </a:lnTo>
                <a:lnTo>
                  <a:pt x="18" y="360"/>
                </a:lnTo>
                <a:lnTo>
                  <a:pt x="19" y="361"/>
                </a:lnTo>
                <a:lnTo>
                  <a:pt x="18" y="361"/>
                </a:lnTo>
                <a:lnTo>
                  <a:pt x="19" y="361"/>
                </a:lnTo>
                <a:lnTo>
                  <a:pt x="19" y="362"/>
                </a:lnTo>
                <a:lnTo>
                  <a:pt x="19" y="363"/>
                </a:lnTo>
                <a:lnTo>
                  <a:pt x="18" y="363"/>
                </a:lnTo>
                <a:lnTo>
                  <a:pt x="18" y="362"/>
                </a:lnTo>
                <a:lnTo>
                  <a:pt x="18" y="361"/>
                </a:lnTo>
                <a:lnTo>
                  <a:pt x="17" y="361"/>
                </a:lnTo>
                <a:lnTo>
                  <a:pt x="18" y="361"/>
                </a:lnTo>
                <a:lnTo>
                  <a:pt x="18" y="360"/>
                </a:lnTo>
                <a:lnTo>
                  <a:pt x="17" y="360"/>
                </a:lnTo>
                <a:lnTo>
                  <a:pt x="17" y="359"/>
                </a:lnTo>
                <a:lnTo>
                  <a:pt x="16" y="359"/>
                </a:lnTo>
                <a:lnTo>
                  <a:pt x="15" y="359"/>
                </a:lnTo>
                <a:lnTo>
                  <a:pt x="15" y="360"/>
                </a:lnTo>
                <a:lnTo>
                  <a:pt x="15" y="359"/>
                </a:lnTo>
                <a:lnTo>
                  <a:pt x="14" y="359"/>
                </a:lnTo>
                <a:lnTo>
                  <a:pt x="13" y="359"/>
                </a:lnTo>
                <a:lnTo>
                  <a:pt x="12" y="359"/>
                </a:lnTo>
                <a:lnTo>
                  <a:pt x="13" y="359"/>
                </a:lnTo>
                <a:lnTo>
                  <a:pt x="12" y="359"/>
                </a:lnTo>
                <a:lnTo>
                  <a:pt x="12" y="358"/>
                </a:lnTo>
                <a:lnTo>
                  <a:pt x="12" y="359"/>
                </a:lnTo>
                <a:lnTo>
                  <a:pt x="12" y="358"/>
                </a:lnTo>
                <a:lnTo>
                  <a:pt x="11" y="357"/>
                </a:lnTo>
                <a:lnTo>
                  <a:pt x="11" y="356"/>
                </a:lnTo>
                <a:lnTo>
                  <a:pt x="11" y="357"/>
                </a:lnTo>
                <a:lnTo>
                  <a:pt x="11" y="356"/>
                </a:lnTo>
                <a:lnTo>
                  <a:pt x="12" y="356"/>
                </a:lnTo>
                <a:lnTo>
                  <a:pt x="12" y="355"/>
                </a:lnTo>
                <a:lnTo>
                  <a:pt x="13" y="355"/>
                </a:lnTo>
                <a:lnTo>
                  <a:pt x="12" y="355"/>
                </a:lnTo>
                <a:lnTo>
                  <a:pt x="12" y="356"/>
                </a:lnTo>
                <a:lnTo>
                  <a:pt x="12" y="355"/>
                </a:lnTo>
                <a:lnTo>
                  <a:pt x="12" y="354"/>
                </a:lnTo>
                <a:lnTo>
                  <a:pt x="12" y="353"/>
                </a:lnTo>
                <a:lnTo>
                  <a:pt x="11" y="353"/>
                </a:lnTo>
                <a:lnTo>
                  <a:pt x="11" y="352"/>
                </a:lnTo>
                <a:lnTo>
                  <a:pt x="10" y="352"/>
                </a:lnTo>
                <a:lnTo>
                  <a:pt x="10" y="351"/>
                </a:lnTo>
                <a:lnTo>
                  <a:pt x="9" y="351"/>
                </a:lnTo>
                <a:lnTo>
                  <a:pt x="9" y="350"/>
                </a:lnTo>
                <a:lnTo>
                  <a:pt x="8" y="350"/>
                </a:lnTo>
                <a:lnTo>
                  <a:pt x="7" y="350"/>
                </a:lnTo>
                <a:lnTo>
                  <a:pt x="6" y="350"/>
                </a:lnTo>
                <a:lnTo>
                  <a:pt x="6" y="349"/>
                </a:lnTo>
                <a:lnTo>
                  <a:pt x="6" y="348"/>
                </a:lnTo>
                <a:lnTo>
                  <a:pt x="6" y="347"/>
                </a:lnTo>
                <a:lnTo>
                  <a:pt x="7" y="347"/>
                </a:lnTo>
                <a:lnTo>
                  <a:pt x="7" y="346"/>
                </a:lnTo>
                <a:lnTo>
                  <a:pt x="8" y="346"/>
                </a:lnTo>
                <a:lnTo>
                  <a:pt x="9" y="346"/>
                </a:lnTo>
                <a:lnTo>
                  <a:pt x="9" y="347"/>
                </a:lnTo>
                <a:lnTo>
                  <a:pt x="10" y="346"/>
                </a:lnTo>
                <a:lnTo>
                  <a:pt x="11" y="346"/>
                </a:lnTo>
                <a:lnTo>
                  <a:pt x="11" y="345"/>
                </a:lnTo>
                <a:lnTo>
                  <a:pt x="10" y="345"/>
                </a:lnTo>
                <a:lnTo>
                  <a:pt x="10" y="346"/>
                </a:lnTo>
                <a:lnTo>
                  <a:pt x="10" y="345"/>
                </a:lnTo>
                <a:lnTo>
                  <a:pt x="11" y="345"/>
                </a:lnTo>
                <a:lnTo>
                  <a:pt x="11" y="344"/>
                </a:lnTo>
                <a:lnTo>
                  <a:pt x="10" y="344"/>
                </a:lnTo>
                <a:lnTo>
                  <a:pt x="10" y="345"/>
                </a:lnTo>
                <a:lnTo>
                  <a:pt x="10" y="344"/>
                </a:lnTo>
                <a:lnTo>
                  <a:pt x="9" y="344"/>
                </a:lnTo>
                <a:lnTo>
                  <a:pt x="9" y="345"/>
                </a:lnTo>
                <a:lnTo>
                  <a:pt x="9" y="346"/>
                </a:lnTo>
                <a:lnTo>
                  <a:pt x="8" y="346"/>
                </a:lnTo>
                <a:lnTo>
                  <a:pt x="8" y="345"/>
                </a:lnTo>
                <a:lnTo>
                  <a:pt x="7" y="345"/>
                </a:lnTo>
                <a:lnTo>
                  <a:pt x="7" y="344"/>
                </a:lnTo>
                <a:lnTo>
                  <a:pt x="6" y="344"/>
                </a:lnTo>
                <a:lnTo>
                  <a:pt x="6" y="343"/>
                </a:lnTo>
                <a:lnTo>
                  <a:pt x="6" y="342"/>
                </a:lnTo>
                <a:lnTo>
                  <a:pt x="6" y="341"/>
                </a:lnTo>
                <a:lnTo>
                  <a:pt x="7" y="341"/>
                </a:lnTo>
                <a:lnTo>
                  <a:pt x="7" y="340"/>
                </a:lnTo>
                <a:lnTo>
                  <a:pt x="7" y="339"/>
                </a:lnTo>
                <a:lnTo>
                  <a:pt x="6" y="339"/>
                </a:lnTo>
                <a:lnTo>
                  <a:pt x="6" y="338"/>
                </a:lnTo>
                <a:lnTo>
                  <a:pt x="5" y="338"/>
                </a:lnTo>
                <a:lnTo>
                  <a:pt x="5" y="339"/>
                </a:lnTo>
                <a:lnTo>
                  <a:pt x="4" y="339"/>
                </a:lnTo>
                <a:lnTo>
                  <a:pt x="4" y="338"/>
                </a:lnTo>
                <a:lnTo>
                  <a:pt x="3" y="338"/>
                </a:lnTo>
                <a:lnTo>
                  <a:pt x="3" y="337"/>
                </a:lnTo>
                <a:lnTo>
                  <a:pt x="2" y="337"/>
                </a:lnTo>
                <a:lnTo>
                  <a:pt x="2" y="336"/>
                </a:lnTo>
                <a:lnTo>
                  <a:pt x="1" y="336"/>
                </a:lnTo>
                <a:lnTo>
                  <a:pt x="1" y="335"/>
                </a:lnTo>
                <a:lnTo>
                  <a:pt x="1" y="334"/>
                </a:lnTo>
                <a:lnTo>
                  <a:pt x="0" y="334"/>
                </a:lnTo>
                <a:lnTo>
                  <a:pt x="0" y="333"/>
                </a:lnTo>
                <a:lnTo>
                  <a:pt x="0" y="332"/>
                </a:lnTo>
                <a:lnTo>
                  <a:pt x="0" y="330"/>
                </a:lnTo>
                <a:lnTo>
                  <a:pt x="0" y="329"/>
                </a:lnTo>
                <a:lnTo>
                  <a:pt x="0" y="328"/>
                </a:lnTo>
                <a:lnTo>
                  <a:pt x="0" y="329"/>
                </a:lnTo>
                <a:lnTo>
                  <a:pt x="1" y="329"/>
                </a:lnTo>
                <a:lnTo>
                  <a:pt x="1" y="328"/>
                </a:lnTo>
                <a:lnTo>
                  <a:pt x="0" y="328"/>
                </a:lnTo>
                <a:lnTo>
                  <a:pt x="0" y="329"/>
                </a:lnTo>
                <a:lnTo>
                  <a:pt x="0" y="328"/>
                </a:lnTo>
                <a:lnTo>
                  <a:pt x="0" y="327"/>
                </a:lnTo>
                <a:lnTo>
                  <a:pt x="1" y="327"/>
                </a:lnTo>
                <a:lnTo>
                  <a:pt x="1" y="326"/>
                </a:lnTo>
                <a:lnTo>
                  <a:pt x="1" y="325"/>
                </a:lnTo>
                <a:lnTo>
                  <a:pt x="2" y="324"/>
                </a:lnTo>
                <a:lnTo>
                  <a:pt x="2" y="323"/>
                </a:lnTo>
                <a:lnTo>
                  <a:pt x="2" y="322"/>
                </a:lnTo>
                <a:lnTo>
                  <a:pt x="2" y="321"/>
                </a:lnTo>
                <a:lnTo>
                  <a:pt x="2" y="320"/>
                </a:lnTo>
                <a:lnTo>
                  <a:pt x="1" y="319"/>
                </a:lnTo>
                <a:lnTo>
                  <a:pt x="0" y="318"/>
                </a:lnTo>
                <a:lnTo>
                  <a:pt x="0" y="317"/>
                </a:lnTo>
                <a:lnTo>
                  <a:pt x="0" y="316"/>
                </a:lnTo>
                <a:lnTo>
                  <a:pt x="1" y="315"/>
                </a:lnTo>
                <a:lnTo>
                  <a:pt x="2" y="314"/>
                </a:lnTo>
                <a:lnTo>
                  <a:pt x="3" y="313"/>
                </a:lnTo>
                <a:lnTo>
                  <a:pt x="3" y="312"/>
                </a:lnTo>
                <a:lnTo>
                  <a:pt x="4" y="312"/>
                </a:lnTo>
                <a:lnTo>
                  <a:pt x="4" y="313"/>
                </a:lnTo>
                <a:lnTo>
                  <a:pt x="4" y="314"/>
                </a:lnTo>
                <a:lnTo>
                  <a:pt x="5" y="314"/>
                </a:lnTo>
                <a:lnTo>
                  <a:pt x="5" y="315"/>
                </a:lnTo>
                <a:lnTo>
                  <a:pt x="6" y="315"/>
                </a:lnTo>
                <a:lnTo>
                  <a:pt x="5" y="315"/>
                </a:lnTo>
                <a:lnTo>
                  <a:pt x="5" y="314"/>
                </a:lnTo>
                <a:lnTo>
                  <a:pt x="4" y="314"/>
                </a:lnTo>
                <a:lnTo>
                  <a:pt x="5" y="314"/>
                </a:lnTo>
                <a:lnTo>
                  <a:pt x="4" y="314"/>
                </a:lnTo>
                <a:lnTo>
                  <a:pt x="4" y="313"/>
                </a:lnTo>
                <a:lnTo>
                  <a:pt x="4" y="312"/>
                </a:lnTo>
                <a:lnTo>
                  <a:pt x="5" y="312"/>
                </a:lnTo>
                <a:lnTo>
                  <a:pt x="5" y="311"/>
                </a:lnTo>
                <a:lnTo>
                  <a:pt x="6" y="311"/>
                </a:lnTo>
                <a:lnTo>
                  <a:pt x="6" y="310"/>
                </a:lnTo>
                <a:lnTo>
                  <a:pt x="6" y="308"/>
                </a:lnTo>
                <a:lnTo>
                  <a:pt x="6" y="307"/>
                </a:lnTo>
                <a:lnTo>
                  <a:pt x="5" y="307"/>
                </a:lnTo>
                <a:lnTo>
                  <a:pt x="5" y="306"/>
                </a:lnTo>
                <a:lnTo>
                  <a:pt x="6" y="307"/>
                </a:lnTo>
                <a:lnTo>
                  <a:pt x="6" y="306"/>
                </a:lnTo>
                <a:lnTo>
                  <a:pt x="6" y="305"/>
                </a:lnTo>
                <a:lnTo>
                  <a:pt x="6" y="304"/>
                </a:lnTo>
                <a:lnTo>
                  <a:pt x="6" y="303"/>
                </a:lnTo>
                <a:lnTo>
                  <a:pt x="5" y="303"/>
                </a:lnTo>
                <a:lnTo>
                  <a:pt x="5" y="302"/>
                </a:lnTo>
                <a:lnTo>
                  <a:pt x="4" y="302"/>
                </a:lnTo>
                <a:lnTo>
                  <a:pt x="5" y="302"/>
                </a:lnTo>
                <a:lnTo>
                  <a:pt x="5" y="301"/>
                </a:lnTo>
                <a:lnTo>
                  <a:pt x="6" y="301"/>
                </a:lnTo>
                <a:lnTo>
                  <a:pt x="6" y="302"/>
                </a:lnTo>
                <a:lnTo>
                  <a:pt x="7" y="302"/>
                </a:lnTo>
                <a:lnTo>
                  <a:pt x="7" y="303"/>
                </a:lnTo>
                <a:lnTo>
                  <a:pt x="7" y="302"/>
                </a:lnTo>
                <a:lnTo>
                  <a:pt x="7" y="301"/>
                </a:lnTo>
                <a:lnTo>
                  <a:pt x="8" y="301"/>
                </a:lnTo>
                <a:lnTo>
                  <a:pt x="9" y="301"/>
                </a:lnTo>
                <a:lnTo>
                  <a:pt x="9" y="302"/>
                </a:lnTo>
                <a:lnTo>
                  <a:pt x="9" y="301"/>
                </a:lnTo>
                <a:lnTo>
                  <a:pt x="10" y="301"/>
                </a:lnTo>
                <a:lnTo>
                  <a:pt x="11" y="301"/>
                </a:lnTo>
                <a:lnTo>
                  <a:pt x="12" y="301"/>
                </a:lnTo>
                <a:lnTo>
                  <a:pt x="13" y="300"/>
                </a:lnTo>
                <a:lnTo>
                  <a:pt x="15" y="300"/>
                </a:lnTo>
                <a:lnTo>
                  <a:pt x="14" y="300"/>
                </a:lnTo>
                <a:lnTo>
                  <a:pt x="14" y="299"/>
                </a:lnTo>
                <a:lnTo>
                  <a:pt x="14" y="298"/>
                </a:lnTo>
                <a:lnTo>
                  <a:pt x="14" y="297"/>
                </a:lnTo>
                <a:lnTo>
                  <a:pt x="14" y="296"/>
                </a:lnTo>
                <a:lnTo>
                  <a:pt x="15" y="296"/>
                </a:lnTo>
                <a:lnTo>
                  <a:pt x="16" y="295"/>
                </a:lnTo>
                <a:lnTo>
                  <a:pt x="15" y="295"/>
                </a:lnTo>
                <a:lnTo>
                  <a:pt x="14" y="295"/>
                </a:lnTo>
                <a:lnTo>
                  <a:pt x="14" y="294"/>
                </a:lnTo>
                <a:lnTo>
                  <a:pt x="14" y="293"/>
                </a:lnTo>
                <a:lnTo>
                  <a:pt x="15" y="293"/>
                </a:lnTo>
                <a:lnTo>
                  <a:pt x="14" y="293"/>
                </a:lnTo>
                <a:lnTo>
                  <a:pt x="13" y="294"/>
                </a:lnTo>
                <a:lnTo>
                  <a:pt x="12" y="294"/>
                </a:lnTo>
                <a:lnTo>
                  <a:pt x="11" y="294"/>
                </a:lnTo>
                <a:lnTo>
                  <a:pt x="9" y="294"/>
                </a:lnTo>
                <a:lnTo>
                  <a:pt x="8" y="294"/>
                </a:lnTo>
                <a:lnTo>
                  <a:pt x="7" y="294"/>
                </a:lnTo>
                <a:lnTo>
                  <a:pt x="7" y="293"/>
                </a:lnTo>
                <a:lnTo>
                  <a:pt x="6" y="293"/>
                </a:lnTo>
                <a:lnTo>
                  <a:pt x="7" y="293"/>
                </a:lnTo>
                <a:lnTo>
                  <a:pt x="7" y="292"/>
                </a:lnTo>
                <a:lnTo>
                  <a:pt x="7" y="291"/>
                </a:lnTo>
                <a:lnTo>
                  <a:pt x="6" y="291"/>
                </a:lnTo>
                <a:lnTo>
                  <a:pt x="6" y="290"/>
                </a:lnTo>
                <a:lnTo>
                  <a:pt x="6" y="289"/>
                </a:lnTo>
                <a:lnTo>
                  <a:pt x="5" y="289"/>
                </a:lnTo>
                <a:lnTo>
                  <a:pt x="5" y="288"/>
                </a:lnTo>
                <a:lnTo>
                  <a:pt x="4" y="288"/>
                </a:lnTo>
                <a:lnTo>
                  <a:pt x="4" y="287"/>
                </a:lnTo>
                <a:lnTo>
                  <a:pt x="5" y="287"/>
                </a:lnTo>
                <a:lnTo>
                  <a:pt x="5" y="286"/>
                </a:lnTo>
                <a:lnTo>
                  <a:pt x="4" y="286"/>
                </a:lnTo>
                <a:lnTo>
                  <a:pt x="4" y="287"/>
                </a:lnTo>
                <a:lnTo>
                  <a:pt x="4" y="286"/>
                </a:lnTo>
                <a:lnTo>
                  <a:pt x="3" y="286"/>
                </a:lnTo>
                <a:lnTo>
                  <a:pt x="3" y="285"/>
                </a:lnTo>
                <a:lnTo>
                  <a:pt x="3" y="284"/>
                </a:lnTo>
                <a:lnTo>
                  <a:pt x="2" y="283"/>
                </a:lnTo>
                <a:lnTo>
                  <a:pt x="3" y="283"/>
                </a:lnTo>
                <a:lnTo>
                  <a:pt x="3" y="282"/>
                </a:lnTo>
                <a:lnTo>
                  <a:pt x="3" y="281"/>
                </a:lnTo>
                <a:lnTo>
                  <a:pt x="4" y="281"/>
                </a:lnTo>
                <a:lnTo>
                  <a:pt x="4" y="280"/>
                </a:lnTo>
                <a:lnTo>
                  <a:pt x="4" y="279"/>
                </a:lnTo>
                <a:lnTo>
                  <a:pt x="4" y="280"/>
                </a:lnTo>
                <a:lnTo>
                  <a:pt x="5" y="280"/>
                </a:lnTo>
                <a:lnTo>
                  <a:pt x="5" y="281"/>
                </a:lnTo>
                <a:lnTo>
                  <a:pt x="5" y="282"/>
                </a:lnTo>
                <a:lnTo>
                  <a:pt x="6" y="282"/>
                </a:lnTo>
                <a:lnTo>
                  <a:pt x="7" y="282"/>
                </a:lnTo>
                <a:lnTo>
                  <a:pt x="6" y="282"/>
                </a:lnTo>
                <a:lnTo>
                  <a:pt x="7" y="281"/>
                </a:lnTo>
                <a:lnTo>
                  <a:pt x="9" y="282"/>
                </a:lnTo>
                <a:lnTo>
                  <a:pt x="9" y="281"/>
                </a:lnTo>
                <a:lnTo>
                  <a:pt x="10" y="281"/>
                </a:lnTo>
                <a:lnTo>
                  <a:pt x="11" y="280"/>
                </a:lnTo>
                <a:lnTo>
                  <a:pt x="12" y="281"/>
                </a:lnTo>
                <a:lnTo>
                  <a:pt x="12" y="280"/>
                </a:lnTo>
                <a:lnTo>
                  <a:pt x="13" y="280"/>
                </a:lnTo>
                <a:lnTo>
                  <a:pt x="13" y="279"/>
                </a:lnTo>
                <a:lnTo>
                  <a:pt x="13" y="278"/>
                </a:lnTo>
                <a:lnTo>
                  <a:pt x="13" y="277"/>
                </a:lnTo>
                <a:lnTo>
                  <a:pt x="14" y="277"/>
                </a:lnTo>
                <a:lnTo>
                  <a:pt x="14" y="276"/>
                </a:lnTo>
                <a:lnTo>
                  <a:pt x="14" y="275"/>
                </a:lnTo>
                <a:lnTo>
                  <a:pt x="15" y="275"/>
                </a:lnTo>
                <a:lnTo>
                  <a:pt x="15" y="274"/>
                </a:lnTo>
                <a:lnTo>
                  <a:pt x="14" y="274"/>
                </a:lnTo>
                <a:lnTo>
                  <a:pt x="14" y="273"/>
                </a:lnTo>
                <a:lnTo>
                  <a:pt x="15" y="273"/>
                </a:lnTo>
                <a:lnTo>
                  <a:pt x="15" y="272"/>
                </a:lnTo>
                <a:lnTo>
                  <a:pt x="14" y="271"/>
                </a:lnTo>
                <a:lnTo>
                  <a:pt x="14" y="269"/>
                </a:lnTo>
                <a:lnTo>
                  <a:pt x="15" y="269"/>
                </a:lnTo>
                <a:lnTo>
                  <a:pt x="15" y="268"/>
                </a:lnTo>
                <a:lnTo>
                  <a:pt x="15" y="267"/>
                </a:lnTo>
                <a:lnTo>
                  <a:pt x="16" y="266"/>
                </a:lnTo>
                <a:lnTo>
                  <a:pt x="17" y="265"/>
                </a:lnTo>
                <a:lnTo>
                  <a:pt x="17" y="266"/>
                </a:lnTo>
                <a:lnTo>
                  <a:pt x="17" y="265"/>
                </a:lnTo>
                <a:lnTo>
                  <a:pt x="17" y="264"/>
                </a:lnTo>
                <a:lnTo>
                  <a:pt x="18" y="264"/>
                </a:lnTo>
                <a:lnTo>
                  <a:pt x="19" y="264"/>
                </a:lnTo>
                <a:lnTo>
                  <a:pt x="19" y="265"/>
                </a:lnTo>
                <a:lnTo>
                  <a:pt x="20" y="265"/>
                </a:lnTo>
                <a:lnTo>
                  <a:pt x="21" y="265"/>
                </a:lnTo>
                <a:lnTo>
                  <a:pt x="21" y="266"/>
                </a:lnTo>
                <a:lnTo>
                  <a:pt x="22" y="266"/>
                </a:lnTo>
                <a:lnTo>
                  <a:pt x="23" y="266"/>
                </a:lnTo>
                <a:lnTo>
                  <a:pt x="23" y="265"/>
                </a:lnTo>
                <a:lnTo>
                  <a:pt x="24" y="265"/>
                </a:lnTo>
                <a:lnTo>
                  <a:pt x="24" y="264"/>
                </a:lnTo>
                <a:lnTo>
                  <a:pt x="25" y="264"/>
                </a:lnTo>
                <a:lnTo>
                  <a:pt x="25" y="265"/>
                </a:lnTo>
                <a:lnTo>
                  <a:pt x="25" y="264"/>
                </a:lnTo>
                <a:lnTo>
                  <a:pt x="26" y="263"/>
                </a:lnTo>
                <a:lnTo>
                  <a:pt x="27" y="263"/>
                </a:lnTo>
                <a:lnTo>
                  <a:pt x="27" y="264"/>
                </a:lnTo>
                <a:lnTo>
                  <a:pt x="28" y="263"/>
                </a:lnTo>
                <a:lnTo>
                  <a:pt x="29" y="263"/>
                </a:lnTo>
                <a:lnTo>
                  <a:pt x="30" y="263"/>
                </a:lnTo>
                <a:lnTo>
                  <a:pt x="31" y="263"/>
                </a:lnTo>
                <a:lnTo>
                  <a:pt x="31" y="262"/>
                </a:lnTo>
                <a:lnTo>
                  <a:pt x="31" y="263"/>
                </a:lnTo>
                <a:lnTo>
                  <a:pt x="32" y="263"/>
                </a:lnTo>
                <a:lnTo>
                  <a:pt x="33" y="264"/>
                </a:lnTo>
                <a:lnTo>
                  <a:pt x="34" y="264"/>
                </a:lnTo>
                <a:lnTo>
                  <a:pt x="35" y="264"/>
                </a:lnTo>
                <a:lnTo>
                  <a:pt x="35" y="263"/>
                </a:lnTo>
                <a:lnTo>
                  <a:pt x="36" y="263"/>
                </a:lnTo>
                <a:lnTo>
                  <a:pt x="37" y="263"/>
                </a:lnTo>
                <a:lnTo>
                  <a:pt x="37" y="262"/>
                </a:lnTo>
                <a:lnTo>
                  <a:pt x="37" y="261"/>
                </a:lnTo>
                <a:lnTo>
                  <a:pt x="38" y="261"/>
                </a:lnTo>
                <a:lnTo>
                  <a:pt x="38" y="262"/>
                </a:lnTo>
                <a:lnTo>
                  <a:pt x="39" y="262"/>
                </a:lnTo>
                <a:lnTo>
                  <a:pt x="39" y="263"/>
                </a:lnTo>
                <a:lnTo>
                  <a:pt x="40" y="263"/>
                </a:lnTo>
                <a:lnTo>
                  <a:pt x="41" y="263"/>
                </a:lnTo>
                <a:lnTo>
                  <a:pt x="43" y="263"/>
                </a:lnTo>
                <a:lnTo>
                  <a:pt x="43" y="262"/>
                </a:lnTo>
                <a:lnTo>
                  <a:pt x="44" y="262"/>
                </a:lnTo>
                <a:lnTo>
                  <a:pt x="43" y="262"/>
                </a:lnTo>
                <a:lnTo>
                  <a:pt x="43" y="261"/>
                </a:lnTo>
                <a:lnTo>
                  <a:pt x="44" y="261"/>
                </a:lnTo>
                <a:lnTo>
                  <a:pt x="43" y="261"/>
                </a:lnTo>
                <a:lnTo>
                  <a:pt x="43" y="260"/>
                </a:lnTo>
                <a:lnTo>
                  <a:pt x="42" y="260"/>
                </a:lnTo>
                <a:lnTo>
                  <a:pt x="43" y="259"/>
                </a:lnTo>
                <a:lnTo>
                  <a:pt x="43" y="258"/>
                </a:lnTo>
                <a:lnTo>
                  <a:pt x="42" y="257"/>
                </a:lnTo>
                <a:lnTo>
                  <a:pt x="41" y="257"/>
                </a:lnTo>
                <a:lnTo>
                  <a:pt x="41" y="256"/>
                </a:lnTo>
                <a:lnTo>
                  <a:pt x="41" y="254"/>
                </a:lnTo>
                <a:lnTo>
                  <a:pt x="40" y="253"/>
                </a:lnTo>
                <a:lnTo>
                  <a:pt x="40" y="252"/>
                </a:lnTo>
                <a:lnTo>
                  <a:pt x="41" y="252"/>
                </a:lnTo>
                <a:lnTo>
                  <a:pt x="41" y="251"/>
                </a:lnTo>
                <a:lnTo>
                  <a:pt x="40" y="251"/>
                </a:lnTo>
                <a:lnTo>
                  <a:pt x="41" y="250"/>
                </a:lnTo>
                <a:lnTo>
                  <a:pt x="41" y="249"/>
                </a:lnTo>
                <a:lnTo>
                  <a:pt x="40" y="249"/>
                </a:lnTo>
                <a:lnTo>
                  <a:pt x="40" y="248"/>
                </a:lnTo>
                <a:lnTo>
                  <a:pt x="41" y="249"/>
                </a:lnTo>
                <a:lnTo>
                  <a:pt x="41" y="248"/>
                </a:lnTo>
                <a:lnTo>
                  <a:pt x="41" y="247"/>
                </a:lnTo>
                <a:lnTo>
                  <a:pt x="41" y="246"/>
                </a:lnTo>
                <a:lnTo>
                  <a:pt x="40" y="246"/>
                </a:lnTo>
                <a:lnTo>
                  <a:pt x="39" y="245"/>
                </a:lnTo>
                <a:lnTo>
                  <a:pt x="38" y="245"/>
                </a:lnTo>
                <a:lnTo>
                  <a:pt x="38" y="244"/>
                </a:lnTo>
                <a:lnTo>
                  <a:pt x="40" y="242"/>
                </a:lnTo>
                <a:lnTo>
                  <a:pt x="40" y="243"/>
                </a:lnTo>
                <a:lnTo>
                  <a:pt x="42" y="244"/>
                </a:lnTo>
                <a:lnTo>
                  <a:pt x="43" y="244"/>
                </a:lnTo>
                <a:lnTo>
                  <a:pt x="43" y="243"/>
                </a:lnTo>
                <a:lnTo>
                  <a:pt x="43" y="242"/>
                </a:lnTo>
                <a:lnTo>
                  <a:pt x="44" y="242"/>
                </a:lnTo>
                <a:lnTo>
                  <a:pt x="44" y="241"/>
                </a:lnTo>
                <a:lnTo>
                  <a:pt x="45" y="241"/>
                </a:lnTo>
                <a:lnTo>
                  <a:pt x="46" y="242"/>
                </a:lnTo>
                <a:lnTo>
                  <a:pt x="47" y="242"/>
                </a:lnTo>
                <a:lnTo>
                  <a:pt x="47" y="243"/>
                </a:lnTo>
                <a:lnTo>
                  <a:pt x="48" y="243"/>
                </a:lnTo>
                <a:lnTo>
                  <a:pt x="49" y="244"/>
                </a:lnTo>
                <a:lnTo>
                  <a:pt x="49" y="245"/>
                </a:lnTo>
                <a:lnTo>
                  <a:pt x="50" y="245"/>
                </a:lnTo>
                <a:lnTo>
                  <a:pt x="51" y="244"/>
                </a:lnTo>
                <a:lnTo>
                  <a:pt x="52" y="244"/>
                </a:lnTo>
                <a:lnTo>
                  <a:pt x="51" y="244"/>
                </a:lnTo>
                <a:lnTo>
                  <a:pt x="51" y="243"/>
                </a:lnTo>
                <a:lnTo>
                  <a:pt x="52" y="243"/>
                </a:lnTo>
                <a:lnTo>
                  <a:pt x="52" y="242"/>
                </a:lnTo>
                <a:lnTo>
                  <a:pt x="53" y="241"/>
                </a:lnTo>
                <a:lnTo>
                  <a:pt x="54" y="241"/>
                </a:lnTo>
                <a:lnTo>
                  <a:pt x="55" y="242"/>
                </a:lnTo>
                <a:lnTo>
                  <a:pt x="56" y="241"/>
                </a:lnTo>
                <a:lnTo>
                  <a:pt x="56" y="242"/>
                </a:lnTo>
                <a:lnTo>
                  <a:pt x="56" y="243"/>
                </a:lnTo>
                <a:lnTo>
                  <a:pt x="57" y="244"/>
                </a:lnTo>
                <a:lnTo>
                  <a:pt x="57" y="243"/>
                </a:lnTo>
                <a:lnTo>
                  <a:pt x="58" y="243"/>
                </a:lnTo>
                <a:lnTo>
                  <a:pt x="58" y="244"/>
                </a:lnTo>
                <a:lnTo>
                  <a:pt x="59" y="244"/>
                </a:lnTo>
                <a:lnTo>
                  <a:pt x="59" y="243"/>
                </a:lnTo>
                <a:lnTo>
                  <a:pt x="60" y="243"/>
                </a:lnTo>
                <a:lnTo>
                  <a:pt x="61" y="242"/>
                </a:lnTo>
                <a:lnTo>
                  <a:pt x="61" y="241"/>
                </a:lnTo>
                <a:lnTo>
                  <a:pt x="60" y="240"/>
                </a:lnTo>
                <a:lnTo>
                  <a:pt x="59" y="240"/>
                </a:lnTo>
                <a:lnTo>
                  <a:pt x="59" y="239"/>
                </a:lnTo>
                <a:lnTo>
                  <a:pt x="59" y="238"/>
                </a:lnTo>
                <a:lnTo>
                  <a:pt x="60" y="237"/>
                </a:lnTo>
                <a:lnTo>
                  <a:pt x="61" y="237"/>
                </a:lnTo>
                <a:lnTo>
                  <a:pt x="62" y="237"/>
                </a:lnTo>
                <a:lnTo>
                  <a:pt x="62" y="236"/>
                </a:lnTo>
                <a:lnTo>
                  <a:pt x="62" y="235"/>
                </a:lnTo>
                <a:lnTo>
                  <a:pt x="63" y="235"/>
                </a:lnTo>
                <a:lnTo>
                  <a:pt x="63" y="234"/>
                </a:lnTo>
                <a:lnTo>
                  <a:pt x="63" y="233"/>
                </a:lnTo>
                <a:lnTo>
                  <a:pt x="64" y="233"/>
                </a:lnTo>
                <a:lnTo>
                  <a:pt x="64" y="234"/>
                </a:lnTo>
                <a:lnTo>
                  <a:pt x="65" y="234"/>
                </a:lnTo>
                <a:lnTo>
                  <a:pt x="66" y="235"/>
                </a:lnTo>
                <a:lnTo>
                  <a:pt x="67" y="235"/>
                </a:lnTo>
                <a:lnTo>
                  <a:pt x="67" y="234"/>
                </a:lnTo>
                <a:lnTo>
                  <a:pt x="68" y="234"/>
                </a:lnTo>
                <a:lnTo>
                  <a:pt x="68" y="233"/>
                </a:lnTo>
                <a:lnTo>
                  <a:pt x="67" y="233"/>
                </a:lnTo>
                <a:lnTo>
                  <a:pt x="66" y="232"/>
                </a:lnTo>
                <a:lnTo>
                  <a:pt x="66" y="231"/>
                </a:lnTo>
                <a:lnTo>
                  <a:pt x="65" y="231"/>
                </a:lnTo>
                <a:lnTo>
                  <a:pt x="65" y="230"/>
                </a:lnTo>
                <a:lnTo>
                  <a:pt x="64" y="229"/>
                </a:lnTo>
                <a:lnTo>
                  <a:pt x="63" y="229"/>
                </a:lnTo>
                <a:lnTo>
                  <a:pt x="62" y="229"/>
                </a:lnTo>
                <a:lnTo>
                  <a:pt x="62" y="228"/>
                </a:lnTo>
                <a:lnTo>
                  <a:pt x="62" y="227"/>
                </a:lnTo>
                <a:lnTo>
                  <a:pt x="62" y="226"/>
                </a:lnTo>
                <a:lnTo>
                  <a:pt x="62" y="224"/>
                </a:lnTo>
                <a:lnTo>
                  <a:pt x="62" y="223"/>
                </a:lnTo>
                <a:lnTo>
                  <a:pt x="61" y="223"/>
                </a:lnTo>
                <a:lnTo>
                  <a:pt x="60" y="222"/>
                </a:lnTo>
                <a:lnTo>
                  <a:pt x="60" y="221"/>
                </a:lnTo>
                <a:lnTo>
                  <a:pt x="61" y="221"/>
                </a:lnTo>
                <a:lnTo>
                  <a:pt x="61" y="222"/>
                </a:lnTo>
                <a:lnTo>
                  <a:pt x="62" y="222"/>
                </a:lnTo>
                <a:lnTo>
                  <a:pt x="63" y="222"/>
                </a:lnTo>
                <a:lnTo>
                  <a:pt x="64" y="222"/>
                </a:lnTo>
                <a:lnTo>
                  <a:pt x="64" y="221"/>
                </a:lnTo>
                <a:lnTo>
                  <a:pt x="64" y="220"/>
                </a:lnTo>
                <a:lnTo>
                  <a:pt x="64" y="219"/>
                </a:lnTo>
                <a:lnTo>
                  <a:pt x="64" y="218"/>
                </a:lnTo>
                <a:lnTo>
                  <a:pt x="65" y="218"/>
                </a:lnTo>
                <a:lnTo>
                  <a:pt x="65" y="217"/>
                </a:lnTo>
                <a:lnTo>
                  <a:pt x="65" y="216"/>
                </a:lnTo>
                <a:lnTo>
                  <a:pt x="64" y="216"/>
                </a:lnTo>
                <a:lnTo>
                  <a:pt x="64" y="215"/>
                </a:lnTo>
                <a:lnTo>
                  <a:pt x="65" y="216"/>
                </a:lnTo>
                <a:lnTo>
                  <a:pt x="65" y="215"/>
                </a:lnTo>
                <a:lnTo>
                  <a:pt x="65" y="214"/>
                </a:lnTo>
                <a:lnTo>
                  <a:pt x="65" y="213"/>
                </a:lnTo>
                <a:lnTo>
                  <a:pt x="66" y="214"/>
                </a:lnTo>
                <a:lnTo>
                  <a:pt x="67" y="214"/>
                </a:lnTo>
                <a:lnTo>
                  <a:pt x="67" y="215"/>
                </a:lnTo>
                <a:lnTo>
                  <a:pt x="68" y="215"/>
                </a:lnTo>
                <a:lnTo>
                  <a:pt x="68" y="214"/>
                </a:lnTo>
                <a:lnTo>
                  <a:pt x="69" y="214"/>
                </a:lnTo>
                <a:lnTo>
                  <a:pt x="69" y="213"/>
                </a:lnTo>
                <a:lnTo>
                  <a:pt x="70" y="213"/>
                </a:lnTo>
                <a:lnTo>
                  <a:pt x="70" y="214"/>
                </a:lnTo>
                <a:lnTo>
                  <a:pt x="71" y="214"/>
                </a:lnTo>
                <a:lnTo>
                  <a:pt x="71" y="213"/>
                </a:lnTo>
                <a:lnTo>
                  <a:pt x="72" y="213"/>
                </a:lnTo>
                <a:lnTo>
                  <a:pt x="73" y="213"/>
                </a:lnTo>
                <a:lnTo>
                  <a:pt x="74" y="212"/>
                </a:lnTo>
                <a:lnTo>
                  <a:pt x="73" y="212"/>
                </a:lnTo>
                <a:lnTo>
                  <a:pt x="73" y="211"/>
                </a:lnTo>
                <a:lnTo>
                  <a:pt x="74" y="211"/>
                </a:lnTo>
                <a:lnTo>
                  <a:pt x="75" y="211"/>
                </a:lnTo>
                <a:lnTo>
                  <a:pt x="76" y="211"/>
                </a:lnTo>
                <a:lnTo>
                  <a:pt x="77" y="211"/>
                </a:lnTo>
                <a:lnTo>
                  <a:pt x="78" y="210"/>
                </a:lnTo>
                <a:lnTo>
                  <a:pt x="77" y="209"/>
                </a:lnTo>
                <a:lnTo>
                  <a:pt x="78" y="209"/>
                </a:lnTo>
                <a:lnTo>
                  <a:pt x="79" y="209"/>
                </a:lnTo>
                <a:lnTo>
                  <a:pt x="80" y="210"/>
                </a:lnTo>
                <a:lnTo>
                  <a:pt x="80" y="209"/>
                </a:lnTo>
                <a:lnTo>
                  <a:pt x="81" y="209"/>
                </a:lnTo>
                <a:lnTo>
                  <a:pt x="82" y="208"/>
                </a:lnTo>
                <a:lnTo>
                  <a:pt x="82" y="209"/>
                </a:lnTo>
                <a:lnTo>
                  <a:pt x="82" y="208"/>
                </a:lnTo>
                <a:lnTo>
                  <a:pt x="83" y="208"/>
                </a:lnTo>
                <a:lnTo>
                  <a:pt x="84" y="208"/>
                </a:lnTo>
                <a:lnTo>
                  <a:pt x="84" y="207"/>
                </a:lnTo>
                <a:lnTo>
                  <a:pt x="85" y="207"/>
                </a:lnTo>
                <a:lnTo>
                  <a:pt x="85" y="206"/>
                </a:lnTo>
                <a:lnTo>
                  <a:pt x="85" y="205"/>
                </a:lnTo>
                <a:lnTo>
                  <a:pt x="85" y="204"/>
                </a:lnTo>
                <a:lnTo>
                  <a:pt x="84" y="203"/>
                </a:lnTo>
                <a:lnTo>
                  <a:pt x="83" y="203"/>
                </a:lnTo>
                <a:lnTo>
                  <a:pt x="84" y="202"/>
                </a:lnTo>
                <a:lnTo>
                  <a:pt x="85" y="202"/>
                </a:lnTo>
                <a:lnTo>
                  <a:pt x="85" y="203"/>
                </a:lnTo>
                <a:lnTo>
                  <a:pt x="85" y="202"/>
                </a:lnTo>
                <a:lnTo>
                  <a:pt x="86" y="202"/>
                </a:lnTo>
                <a:lnTo>
                  <a:pt x="87" y="202"/>
                </a:lnTo>
                <a:lnTo>
                  <a:pt x="88" y="202"/>
                </a:lnTo>
                <a:lnTo>
                  <a:pt x="89" y="202"/>
                </a:lnTo>
                <a:lnTo>
                  <a:pt x="89" y="201"/>
                </a:lnTo>
                <a:lnTo>
                  <a:pt x="90" y="201"/>
                </a:lnTo>
                <a:lnTo>
                  <a:pt x="90" y="202"/>
                </a:lnTo>
                <a:lnTo>
                  <a:pt x="91" y="201"/>
                </a:lnTo>
                <a:lnTo>
                  <a:pt x="91" y="202"/>
                </a:lnTo>
                <a:lnTo>
                  <a:pt x="92" y="202"/>
                </a:lnTo>
                <a:lnTo>
                  <a:pt x="93" y="201"/>
                </a:lnTo>
                <a:lnTo>
                  <a:pt x="94" y="201"/>
                </a:lnTo>
                <a:lnTo>
                  <a:pt x="94" y="200"/>
                </a:lnTo>
                <a:lnTo>
                  <a:pt x="95" y="199"/>
                </a:lnTo>
                <a:lnTo>
                  <a:pt x="95" y="198"/>
                </a:lnTo>
                <a:lnTo>
                  <a:pt x="96" y="198"/>
                </a:lnTo>
                <a:lnTo>
                  <a:pt x="96" y="197"/>
                </a:lnTo>
                <a:lnTo>
                  <a:pt x="96" y="198"/>
                </a:lnTo>
                <a:lnTo>
                  <a:pt x="97" y="198"/>
                </a:lnTo>
                <a:lnTo>
                  <a:pt x="97" y="197"/>
                </a:lnTo>
                <a:lnTo>
                  <a:pt x="98" y="197"/>
                </a:lnTo>
                <a:lnTo>
                  <a:pt x="98" y="196"/>
                </a:lnTo>
                <a:lnTo>
                  <a:pt x="98" y="195"/>
                </a:lnTo>
                <a:lnTo>
                  <a:pt x="99" y="194"/>
                </a:lnTo>
                <a:lnTo>
                  <a:pt x="99" y="193"/>
                </a:lnTo>
                <a:lnTo>
                  <a:pt x="100" y="193"/>
                </a:lnTo>
                <a:lnTo>
                  <a:pt x="100" y="192"/>
                </a:lnTo>
                <a:lnTo>
                  <a:pt x="101" y="192"/>
                </a:lnTo>
                <a:lnTo>
                  <a:pt x="101" y="191"/>
                </a:lnTo>
                <a:lnTo>
                  <a:pt x="102" y="191"/>
                </a:lnTo>
                <a:lnTo>
                  <a:pt x="101" y="191"/>
                </a:lnTo>
                <a:lnTo>
                  <a:pt x="102" y="190"/>
                </a:lnTo>
                <a:lnTo>
                  <a:pt x="102" y="189"/>
                </a:lnTo>
                <a:lnTo>
                  <a:pt x="103" y="189"/>
                </a:lnTo>
                <a:lnTo>
                  <a:pt x="103" y="188"/>
                </a:lnTo>
                <a:lnTo>
                  <a:pt x="103" y="187"/>
                </a:lnTo>
                <a:lnTo>
                  <a:pt x="102" y="187"/>
                </a:lnTo>
                <a:lnTo>
                  <a:pt x="102" y="186"/>
                </a:lnTo>
                <a:lnTo>
                  <a:pt x="102" y="185"/>
                </a:lnTo>
                <a:lnTo>
                  <a:pt x="103" y="185"/>
                </a:lnTo>
                <a:lnTo>
                  <a:pt x="104" y="184"/>
                </a:lnTo>
                <a:lnTo>
                  <a:pt x="104" y="183"/>
                </a:lnTo>
                <a:lnTo>
                  <a:pt x="103" y="183"/>
                </a:lnTo>
                <a:lnTo>
                  <a:pt x="103" y="182"/>
                </a:lnTo>
                <a:lnTo>
                  <a:pt x="104" y="182"/>
                </a:lnTo>
                <a:lnTo>
                  <a:pt x="105" y="182"/>
                </a:lnTo>
                <a:lnTo>
                  <a:pt x="105" y="181"/>
                </a:lnTo>
                <a:lnTo>
                  <a:pt x="105" y="180"/>
                </a:lnTo>
                <a:lnTo>
                  <a:pt x="106" y="180"/>
                </a:lnTo>
                <a:lnTo>
                  <a:pt x="106" y="179"/>
                </a:lnTo>
                <a:lnTo>
                  <a:pt x="106" y="178"/>
                </a:lnTo>
                <a:lnTo>
                  <a:pt x="105" y="178"/>
                </a:lnTo>
                <a:lnTo>
                  <a:pt x="104" y="178"/>
                </a:lnTo>
                <a:lnTo>
                  <a:pt x="103" y="178"/>
                </a:lnTo>
                <a:lnTo>
                  <a:pt x="102" y="177"/>
                </a:lnTo>
                <a:lnTo>
                  <a:pt x="102" y="175"/>
                </a:lnTo>
                <a:lnTo>
                  <a:pt x="102" y="174"/>
                </a:lnTo>
                <a:lnTo>
                  <a:pt x="102" y="173"/>
                </a:lnTo>
                <a:lnTo>
                  <a:pt x="101" y="173"/>
                </a:lnTo>
                <a:lnTo>
                  <a:pt x="102" y="173"/>
                </a:lnTo>
                <a:lnTo>
                  <a:pt x="102" y="172"/>
                </a:lnTo>
                <a:lnTo>
                  <a:pt x="103" y="172"/>
                </a:lnTo>
                <a:lnTo>
                  <a:pt x="103" y="171"/>
                </a:lnTo>
                <a:lnTo>
                  <a:pt x="102" y="171"/>
                </a:lnTo>
                <a:lnTo>
                  <a:pt x="102" y="169"/>
                </a:lnTo>
                <a:lnTo>
                  <a:pt x="102" y="168"/>
                </a:lnTo>
                <a:lnTo>
                  <a:pt x="101" y="167"/>
                </a:lnTo>
                <a:lnTo>
                  <a:pt x="101" y="166"/>
                </a:lnTo>
                <a:lnTo>
                  <a:pt x="101" y="165"/>
                </a:lnTo>
                <a:lnTo>
                  <a:pt x="100" y="164"/>
                </a:lnTo>
                <a:lnTo>
                  <a:pt x="100" y="165"/>
                </a:lnTo>
                <a:lnTo>
                  <a:pt x="100" y="164"/>
                </a:lnTo>
                <a:lnTo>
                  <a:pt x="100" y="163"/>
                </a:lnTo>
                <a:lnTo>
                  <a:pt x="101" y="163"/>
                </a:lnTo>
                <a:lnTo>
                  <a:pt x="101" y="162"/>
                </a:lnTo>
                <a:lnTo>
                  <a:pt x="101" y="161"/>
                </a:lnTo>
                <a:lnTo>
                  <a:pt x="100" y="161"/>
                </a:lnTo>
                <a:lnTo>
                  <a:pt x="100" y="160"/>
                </a:lnTo>
                <a:lnTo>
                  <a:pt x="100" y="159"/>
                </a:lnTo>
                <a:lnTo>
                  <a:pt x="101" y="159"/>
                </a:lnTo>
                <a:lnTo>
                  <a:pt x="101" y="158"/>
                </a:lnTo>
                <a:lnTo>
                  <a:pt x="101" y="157"/>
                </a:lnTo>
                <a:lnTo>
                  <a:pt x="102" y="157"/>
                </a:lnTo>
                <a:lnTo>
                  <a:pt x="102" y="156"/>
                </a:lnTo>
                <a:lnTo>
                  <a:pt x="101" y="156"/>
                </a:lnTo>
                <a:lnTo>
                  <a:pt x="101" y="155"/>
                </a:lnTo>
                <a:lnTo>
                  <a:pt x="102" y="155"/>
                </a:lnTo>
                <a:lnTo>
                  <a:pt x="102" y="153"/>
                </a:lnTo>
                <a:lnTo>
                  <a:pt x="102" y="152"/>
                </a:lnTo>
                <a:lnTo>
                  <a:pt x="102" y="151"/>
                </a:lnTo>
                <a:lnTo>
                  <a:pt x="103" y="151"/>
                </a:lnTo>
                <a:lnTo>
                  <a:pt x="104" y="151"/>
                </a:lnTo>
                <a:lnTo>
                  <a:pt x="104" y="150"/>
                </a:lnTo>
                <a:lnTo>
                  <a:pt x="105" y="149"/>
                </a:lnTo>
                <a:lnTo>
                  <a:pt x="105" y="148"/>
                </a:lnTo>
                <a:lnTo>
                  <a:pt x="106" y="148"/>
                </a:lnTo>
                <a:lnTo>
                  <a:pt x="106" y="147"/>
                </a:lnTo>
                <a:lnTo>
                  <a:pt x="106" y="146"/>
                </a:lnTo>
                <a:lnTo>
                  <a:pt x="107" y="146"/>
                </a:lnTo>
                <a:lnTo>
                  <a:pt x="107" y="145"/>
                </a:lnTo>
                <a:lnTo>
                  <a:pt x="107" y="144"/>
                </a:lnTo>
                <a:lnTo>
                  <a:pt x="107" y="142"/>
                </a:lnTo>
                <a:lnTo>
                  <a:pt x="107" y="141"/>
                </a:lnTo>
                <a:lnTo>
                  <a:pt x="107" y="140"/>
                </a:lnTo>
                <a:lnTo>
                  <a:pt x="108" y="139"/>
                </a:lnTo>
                <a:lnTo>
                  <a:pt x="109" y="140"/>
                </a:lnTo>
                <a:lnTo>
                  <a:pt x="110" y="139"/>
                </a:lnTo>
                <a:lnTo>
                  <a:pt x="111" y="139"/>
                </a:lnTo>
                <a:lnTo>
                  <a:pt x="111" y="138"/>
                </a:lnTo>
                <a:lnTo>
                  <a:pt x="111" y="139"/>
                </a:lnTo>
                <a:lnTo>
                  <a:pt x="112" y="139"/>
                </a:lnTo>
                <a:lnTo>
                  <a:pt x="112" y="138"/>
                </a:lnTo>
                <a:lnTo>
                  <a:pt x="113" y="138"/>
                </a:lnTo>
                <a:lnTo>
                  <a:pt x="114" y="138"/>
                </a:lnTo>
                <a:lnTo>
                  <a:pt x="115" y="138"/>
                </a:lnTo>
                <a:lnTo>
                  <a:pt x="115" y="137"/>
                </a:lnTo>
                <a:lnTo>
                  <a:pt x="115" y="136"/>
                </a:lnTo>
                <a:lnTo>
                  <a:pt x="116" y="136"/>
                </a:lnTo>
                <a:lnTo>
                  <a:pt x="116" y="135"/>
                </a:lnTo>
                <a:lnTo>
                  <a:pt x="116" y="134"/>
                </a:lnTo>
                <a:lnTo>
                  <a:pt x="117" y="134"/>
                </a:lnTo>
                <a:lnTo>
                  <a:pt x="118" y="134"/>
                </a:lnTo>
                <a:lnTo>
                  <a:pt x="118" y="132"/>
                </a:lnTo>
                <a:lnTo>
                  <a:pt x="116" y="132"/>
                </a:lnTo>
                <a:lnTo>
                  <a:pt x="116" y="133"/>
                </a:lnTo>
                <a:lnTo>
                  <a:pt x="116" y="132"/>
                </a:lnTo>
                <a:lnTo>
                  <a:pt x="115" y="132"/>
                </a:lnTo>
                <a:lnTo>
                  <a:pt x="115" y="130"/>
                </a:lnTo>
                <a:lnTo>
                  <a:pt x="115" y="129"/>
                </a:lnTo>
                <a:lnTo>
                  <a:pt x="115" y="128"/>
                </a:lnTo>
                <a:lnTo>
                  <a:pt x="115" y="127"/>
                </a:lnTo>
                <a:lnTo>
                  <a:pt x="116" y="127"/>
                </a:lnTo>
                <a:lnTo>
                  <a:pt x="116" y="125"/>
                </a:lnTo>
                <a:lnTo>
                  <a:pt x="117" y="124"/>
                </a:lnTo>
                <a:lnTo>
                  <a:pt x="117" y="123"/>
                </a:lnTo>
                <a:lnTo>
                  <a:pt x="117" y="124"/>
                </a:lnTo>
                <a:lnTo>
                  <a:pt x="118" y="124"/>
                </a:lnTo>
                <a:lnTo>
                  <a:pt x="119" y="124"/>
                </a:lnTo>
                <a:lnTo>
                  <a:pt x="119" y="125"/>
                </a:lnTo>
                <a:lnTo>
                  <a:pt x="119" y="124"/>
                </a:lnTo>
                <a:lnTo>
                  <a:pt x="119" y="123"/>
                </a:lnTo>
                <a:lnTo>
                  <a:pt x="120" y="123"/>
                </a:lnTo>
                <a:lnTo>
                  <a:pt x="121" y="123"/>
                </a:lnTo>
                <a:lnTo>
                  <a:pt x="121" y="124"/>
                </a:lnTo>
                <a:lnTo>
                  <a:pt x="122" y="124"/>
                </a:lnTo>
                <a:lnTo>
                  <a:pt x="123" y="124"/>
                </a:lnTo>
                <a:lnTo>
                  <a:pt x="123" y="125"/>
                </a:lnTo>
                <a:lnTo>
                  <a:pt x="124" y="125"/>
                </a:lnTo>
                <a:lnTo>
                  <a:pt x="125" y="125"/>
                </a:lnTo>
                <a:lnTo>
                  <a:pt x="126" y="124"/>
                </a:lnTo>
                <a:lnTo>
                  <a:pt x="126" y="125"/>
                </a:lnTo>
                <a:lnTo>
                  <a:pt x="127" y="125"/>
                </a:lnTo>
                <a:lnTo>
                  <a:pt x="127" y="124"/>
                </a:lnTo>
                <a:lnTo>
                  <a:pt x="127" y="123"/>
                </a:lnTo>
                <a:lnTo>
                  <a:pt x="127" y="122"/>
                </a:lnTo>
                <a:lnTo>
                  <a:pt x="127" y="121"/>
                </a:lnTo>
                <a:lnTo>
                  <a:pt x="127" y="120"/>
                </a:lnTo>
                <a:lnTo>
                  <a:pt x="126" y="120"/>
                </a:lnTo>
                <a:lnTo>
                  <a:pt x="126" y="119"/>
                </a:lnTo>
                <a:lnTo>
                  <a:pt x="127" y="118"/>
                </a:lnTo>
                <a:lnTo>
                  <a:pt x="127" y="117"/>
                </a:lnTo>
                <a:lnTo>
                  <a:pt x="128" y="118"/>
                </a:lnTo>
                <a:lnTo>
                  <a:pt x="129" y="118"/>
                </a:lnTo>
                <a:lnTo>
                  <a:pt x="129" y="117"/>
                </a:lnTo>
                <a:lnTo>
                  <a:pt x="129" y="116"/>
                </a:lnTo>
                <a:lnTo>
                  <a:pt x="129" y="115"/>
                </a:lnTo>
                <a:lnTo>
                  <a:pt x="130" y="115"/>
                </a:lnTo>
                <a:lnTo>
                  <a:pt x="130" y="116"/>
                </a:lnTo>
                <a:lnTo>
                  <a:pt x="131" y="115"/>
                </a:lnTo>
                <a:lnTo>
                  <a:pt x="132" y="115"/>
                </a:lnTo>
                <a:lnTo>
                  <a:pt x="133" y="114"/>
                </a:lnTo>
                <a:lnTo>
                  <a:pt x="133" y="113"/>
                </a:lnTo>
                <a:lnTo>
                  <a:pt x="134" y="112"/>
                </a:lnTo>
                <a:lnTo>
                  <a:pt x="133" y="111"/>
                </a:lnTo>
                <a:lnTo>
                  <a:pt x="134" y="111"/>
                </a:lnTo>
                <a:lnTo>
                  <a:pt x="133" y="111"/>
                </a:lnTo>
                <a:lnTo>
                  <a:pt x="133" y="110"/>
                </a:lnTo>
                <a:lnTo>
                  <a:pt x="133" y="109"/>
                </a:lnTo>
                <a:lnTo>
                  <a:pt x="132" y="108"/>
                </a:lnTo>
                <a:lnTo>
                  <a:pt x="131" y="107"/>
                </a:lnTo>
                <a:lnTo>
                  <a:pt x="131" y="106"/>
                </a:lnTo>
                <a:lnTo>
                  <a:pt x="130" y="105"/>
                </a:lnTo>
                <a:lnTo>
                  <a:pt x="130" y="104"/>
                </a:lnTo>
                <a:lnTo>
                  <a:pt x="129" y="104"/>
                </a:lnTo>
                <a:lnTo>
                  <a:pt x="129" y="103"/>
                </a:lnTo>
                <a:lnTo>
                  <a:pt x="130" y="102"/>
                </a:lnTo>
                <a:lnTo>
                  <a:pt x="130" y="100"/>
                </a:lnTo>
                <a:lnTo>
                  <a:pt x="129" y="100"/>
                </a:lnTo>
                <a:lnTo>
                  <a:pt x="129" y="99"/>
                </a:lnTo>
                <a:lnTo>
                  <a:pt x="129" y="98"/>
                </a:lnTo>
                <a:lnTo>
                  <a:pt x="129" y="96"/>
                </a:lnTo>
                <a:lnTo>
                  <a:pt x="130" y="96"/>
                </a:lnTo>
                <a:lnTo>
                  <a:pt x="131" y="96"/>
                </a:lnTo>
                <a:lnTo>
                  <a:pt x="132" y="95"/>
                </a:lnTo>
                <a:lnTo>
                  <a:pt x="133" y="95"/>
                </a:lnTo>
                <a:lnTo>
                  <a:pt x="133" y="94"/>
                </a:lnTo>
                <a:lnTo>
                  <a:pt x="134" y="94"/>
                </a:lnTo>
                <a:lnTo>
                  <a:pt x="134" y="93"/>
                </a:lnTo>
                <a:lnTo>
                  <a:pt x="135" y="93"/>
                </a:lnTo>
                <a:lnTo>
                  <a:pt x="136" y="93"/>
                </a:lnTo>
                <a:lnTo>
                  <a:pt x="136" y="92"/>
                </a:lnTo>
                <a:lnTo>
                  <a:pt x="136" y="91"/>
                </a:lnTo>
                <a:lnTo>
                  <a:pt x="136" y="92"/>
                </a:lnTo>
                <a:lnTo>
                  <a:pt x="137" y="92"/>
                </a:lnTo>
                <a:lnTo>
                  <a:pt x="137" y="91"/>
                </a:lnTo>
                <a:lnTo>
                  <a:pt x="137" y="90"/>
                </a:lnTo>
                <a:lnTo>
                  <a:pt x="138" y="90"/>
                </a:lnTo>
                <a:lnTo>
                  <a:pt x="138" y="89"/>
                </a:lnTo>
                <a:lnTo>
                  <a:pt x="139" y="89"/>
                </a:lnTo>
                <a:lnTo>
                  <a:pt x="139" y="88"/>
                </a:lnTo>
                <a:lnTo>
                  <a:pt x="140" y="87"/>
                </a:lnTo>
                <a:lnTo>
                  <a:pt x="140" y="85"/>
                </a:lnTo>
                <a:lnTo>
                  <a:pt x="140" y="84"/>
                </a:lnTo>
                <a:lnTo>
                  <a:pt x="139" y="84"/>
                </a:lnTo>
                <a:lnTo>
                  <a:pt x="138" y="84"/>
                </a:lnTo>
                <a:lnTo>
                  <a:pt x="138" y="83"/>
                </a:lnTo>
                <a:lnTo>
                  <a:pt x="138" y="82"/>
                </a:lnTo>
                <a:lnTo>
                  <a:pt x="137" y="81"/>
                </a:lnTo>
                <a:lnTo>
                  <a:pt x="137" y="80"/>
                </a:lnTo>
                <a:lnTo>
                  <a:pt x="136" y="80"/>
                </a:lnTo>
                <a:lnTo>
                  <a:pt x="135" y="79"/>
                </a:lnTo>
                <a:lnTo>
                  <a:pt x="134" y="78"/>
                </a:lnTo>
                <a:lnTo>
                  <a:pt x="135" y="78"/>
                </a:lnTo>
                <a:lnTo>
                  <a:pt x="135" y="77"/>
                </a:lnTo>
                <a:lnTo>
                  <a:pt x="136" y="76"/>
                </a:lnTo>
                <a:lnTo>
                  <a:pt x="136" y="75"/>
                </a:lnTo>
                <a:lnTo>
                  <a:pt x="136" y="74"/>
                </a:lnTo>
                <a:lnTo>
                  <a:pt x="135" y="73"/>
                </a:lnTo>
                <a:lnTo>
                  <a:pt x="134" y="73"/>
                </a:lnTo>
                <a:lnTo>
                  <a:pt x="134" y="72"/>
                </a:lnTo>
                <a:lnTo>
                  <a:pt x="133" y="71"/>
                </a:lnTo>
                <a:lnTo>
                  <a:pt x="132" y="71"/>
                </a:lnTo>
                <a:lnTo>
                  <a:pt x="132" y="70"/>
                </a:lnTo>
                <a:lnTo>
                  <a:pt x="131" y="70"/>
                </a:lnTo>
                <a:lnTo>
                  <a:pt x="131" y="69"/>
                </a:lnTo>
                <a:lnTo>
                  <a:pt x="131" y="68"/>
                </a:lnTo>
                <a:lnTo>
                  <a:pt x="130" y="68"/>
                </a:lnTo>
                <a:lnTo>
                  <a:pt x="130" y="67"/>
                </a:lnTo>
                <a:lnTo>
                  <a:pt x="131" y="67"/>
                </a:lnTo>
                <a:lnTo>
                  <a:pt x="132" y="67"/>
                </a:lnTo>
                <a:lnTo>
                  <a:pt x="132" y="66"/>
                </a:lnTo>
                <a:lnTo>
                  <a:pt x="131" y="65"/>
                </a:lnTo>
                <a:lnTo>
                  <a:pt x="131" y="64"/>
                </a:lnTo>
                <a:lnTo>
                  <a:pt x="130" y="64"/>
                </a:lnTo>
                <a:lnTo>
                  <a:pt x="131" y="64"/>
                </a:lnTo>
                <a:lnTo>
                  <a:pt x="131" y="63"/>
                </a:lnTo>
                <a:lnTo>
                  <a:pt x="132" y="63"/>
                </a:lnTo>
                <a:lnTo>
                  <a:pt x="132" y="61"/>
                </a:lnTo>
                <a:lnTo>
                  <a:pt x="133" y="61"/>
                </a:lnTo>
                <a:lnTo>
                  <a:pt x="134" y="61"/>
                </a:lnTo>
                <a:lnTo>
                  <a:pt x="134" y="60"/>
                </a:lnTo>
                <a:lnTo>
                  <a:pt x="135" y="61"/>
                </a:lnTo>
                <a:lnTo>
                  <a:pt x="135" y="60"/>
                </a:lnTo>
                <a:lnTo>
                  <a:pt x="136" y="60"/>
                </a:lnTo>
                <a:lnTo>
                  <a:pt x="136" y="59"/>
                </a:lnTo>
                <a:lnTo>
                  <a:pt x="136" y="58"/>
                </a:lnTo>
                <a:lnTo>
                  <a:pt x="136" y="57"/>
                </a:lnTo>
                <a:lnTo>
                  <a:pt x="137" y="57"/>
                </a:lnTo>
                <a:lnTo>
                  <a:pt x="137" y="56"/>
                </a:lnTo>
                <a:lnTo>
                  <a:pt x="138" y="56"/>
                </a:lnTo>
                <a:lnTo>
                  <a:pt x="138" y="55"/>
                </a:lnTo>
                <a:lnTo>
                  <a:pt x="139" y="55"/>
                </a:lnTo>
                <a:lnTo>
                  <a:pt x="140" y="54"/>
                </a:lnTo>
                <a:lnTo>
                  <a:pt x="140" y="53"/>
                </a:lnTo>
                <a:lnTo>
                  <a:pt x="141" y="53"/>
                </a:lnTo>
                <a:lnTo>
                  <a:pt x="142" y="52"/>
                </a:lnTo>
                <a:lnTo>
                  <a:pt x="143" y="52"/>
                </a:lnTo>
                <a:lnTo>
                  <a:pt x="144" y="52"/>
                </a:lnTo>
                <a:lnTo>
                  <a:pt x="144" y="51"/>
                </a:lnTo>
                <a:lnTo>
                  <a:pt x="144" y="50"/>
                </a:lnTo>
                <a:lnTo>
                  <a:pt x="144" y="49"/>
                </a:lnTo>
                <a:lnTo>
                  <a:pt x="144" y="48"/>
                </a:lnTo>
                <a:lnTo>
                  <a:pt x="144" y="47"/>
                </a:lnTo>
                <a:lnTo>
                  <a:pt x="144" y="46"/>
                </a:lnTo>
                <a:lnTo>
                  <a:pt x="143" y="46"/>
                </a:lnTo>
                <a:lnTo>
                  <a:pt x="142" y="46"/>
                </a:lnTo>
                <a:lnTo>
                  <a:pt x="142" y="45"/>
                </a:lnTo>
                <a:lnTo>
                  <a:pt x="141" y="45"/>
                </a:lnTo>
                <a:lnTo>
                  <a:pt x="141" y="44"/>
                </a:lnTo>
                <a:lnTo>
                  <a:pt x="140" y="42"/>
                </a:lnTo>
                <a:lnTo>
                  <a:pt x="141" y="42"/>
                </a:lnTo>
                <a:lnTo>
                  <a:pt x="142" y="41"/>
                </a:lnTo>
                <a:lnTo>
                  <a:pt x="142" y="40"/>
                </a:lnTo>
                <a:lnTo>
                  <a:pt x="142" y="39"/>
                </a:lnTo>
                <a:lnTo>
                  <a:pt x="142" y="38"/>
                </a:lnTo>
                <a:lnTo>
                  <a:pt x="142" y="37"/>
                </a:lnTo>
                <a:lnTo>
                  <a:pt x="142" y="36"/>
                </a:lnTo>
                <a:lnTo>
                  <a:pt x="143" y="35"/>
                </a:lnTo>
                <a:lnTo>
                  <a:pt x="143" y="33"/>
                </a:lnTo>
                <a:lnTo>
                  <a:pt x="143" y="32"/>
                </a:lnTo>
                <a:lnTo>
                  <a:pt x="143" y="31"/>
                </a:lnTo>
                <a:lnTo>
                  <a:pt x="143" y="30"/>
                </a:lnTo>
                <a:lnTo>
                  <a:pt x="144" y="30"/>
                </a:lnTo>
                <a:lnTo>
                  <a:pt x="144" y="29"/>
                </a:lnTo>
                <a:lnTo>
                  <a:pt x="144" y="28"/>
                </a:lnTo>
                <a:lnTo>
                  <a:pt x="146" y="28"/>
                </a:lnTo>
                <a:lnTo>
                  <a:pt x="147" y="28"/>
                </a:lnTo>
                <a:lnTo>
                  <a:pt x="148" y="29"/>
                </a:lnTo>
                <a:lnTo>
                  <a:pt x="148" y="30"/>
                </a:lnTo>
                <a:lnTo>
                  <a:pt x="149" y="29"/>
                </a:lnTo>
                <a:lnTo>
                  <a:pt x="150" y="29"/>
                </a:lnTo>
                <a:lnTo>
                  <a:pt x="150" y="30"/>
                </a:lnTo>
                <a:lnTo>
                  <a:pt x="151" y="30"/>
                </a:lnTo>
                <a:lnTo>
                  <a:pt x="151" y="29"/>
                </a:lnTo>
                <a:lnTo>
                  <a:pt x="152" y="28"/>
                </a:lnTo>
                <a:lnTo>
                  <a:pt x="152" y="29"/>
                </a:lnTo>
                <a:lnTo>
                  <a:pt x="153" y="28"/>
                </a:lnTo>
                <a:lnTo>
                  <a:pt x="154" y="28"/>
                </a:lnTo>
                <a:lnTo>
                  <a:pt x="154" y="27"/>
                </a:lnTo>
                <a:lnTo>
                  <a:pt x="155" y="27"/>
                </a:lnTo>
                <a:lnTo>
                  <a:pt x="155" y="28"/>
                </a:lnTo>
                <a:lnTo>
                  <a:pt x="156" y="28"/>
                </a:lnTo>
                <a:lnTo>
                  <a:pt x="156" y="29"/>
                </a:lnTo>
                <a:lnTo>
                  <a:pt x="156" y="30"/>
                </a:lnTo>
                <a:lnTo>
                  <a:pt x="157" y="30"/>
                </a:lnTo>
                <a:lnTo>
                  <a:pt x="157" y="31"/>
                </a:lnTo>
                <a:lnTo>
                  <a:pt x="158" y="31"/>
                </a:lnTo>
                <a:lnTo>
                  <a:pt x="158" y="30"/>
                </a:lnTo>
                <a:lnTo>
                  <a:pt x="159" y="29"/>
                </a:lnTo>
                <a:lnTo>
                  <a:pt x="159" y="28"/>
                </a:lnTo>
                <a:lnTo>
                  <a:pt x="160" y="27"/>
                </a:lnTo>
                <a:lnTo>
                  <a:pt x="160" y="28"/>
                </a:lnTo>
                <a:lnTo>
                  <a:pt x="161" y="28"/>
                </a:lnTo>
                <a:lnTo>
                  <a:pt x="160" y="28"/>
                </a:lnTo>
                <a:lnTo>
                  <a:pt x="160" y="29"/>
                </a:lnTo>
                <a:lnTo>
                  <a:pt x="161" y="29"/>
                </a:lnTo>
                <a:lnTo>
                  <a:pt x="161" y="30"/>
                </a:lnTo>
                <a:lnTo>
                  <a:pt x="162" y="29"/>
                </a:lnTo>
                <a:lnTo>
                  <a:pt x="163" y="30"/>
                </a:lnTo>
                <a:lnTo>
                  <a:pt x="164" y="30"/>
                </a:lnTo>
                <a:lnTo>
                  <a:pt x="165" y="30"/>
                </a:lnTo>
                <a:lnTo>
                  <a:pt x="166" y="30"/>
                </a:lnTo>
                <a:lnTo>
                  <a:pt x="167" y="31"/>
                </a:lnTo>
                <a:lnTo>
                  <a:pt x="168" y="31"/>
                </a:lnTo>
                <a:lnTo>
                  <a:pt x="170" y="30"/>
                </a:lnTo>
                <a:lnTo>
                  <a:pt x="171" y="30"/>
                </a:lnTo>
                <a:lnTo>
                  <a:pt x="172" y="29"/>
                </a:lnTo>
                <a:lnTo>
                  <a:pt x="173" y="30"/>
                </a:lnTo>
                <a:lnTo>
                  <a:pt x="174" y="30"/>
                </a:lnTo>
                <a:lnTo>
                  <a:pt x="175" y="31"/>
                </a:lnTo>
                <a:lnTo>
                  <a:pt x="175" y="32"/>
                </a:lnTo>
                <a:lnTo>
                  <a:pt x="176" y="32"/>
                </a:lnTo>
                <a:lnTo>
                  <a:pt x="176" y="33"/>
                </a:lnTo>
                <a:lnTo>
                  <a:pt x="177" y="33"/>
                </a:lnTo>
                <a:lnTo>
                  <a:pt x="178" y="35"/>
                </a:lnTo>
                <a:lnTo>
                  <a:pt x="178" y="36"/>
                </a:lnTo>
                <a:lnTo>
                  <a:pt x="178" y="37"/>
                </a:lnTo>
                <a:lnTo>
                  <a:pt x="178" y="38"/>
                </a:lnTo>
                <a:lnTo>
                  <a:pt x="179" y="38"/>
                </a:lnTo>
                <a:lnTo>
                  <a:pt x="179" y="39"/>
                </a:lnTo>
                <a:lnTo>
                  <a:pt x="180" y="40"/>
                </a:lnTo>
                <a:lnTo>
                  <a:pt x="179" y="40"/>
                </a:lnTo>
                <a:lnTo>
                  <a:pt x="180" y="41"/>
                </a:lnTo>
                <a:lnTo>
                  <a:pt x="181" y="41"/>
                </a:lnTo>
                <a:lnTo>
                  <a:pt x="182" y="42"/>
                </a:lnTo>
                <a:lnTo>
                  <a:pt x="182" y="43"/>
                </a:lnTo>
                <a:lnTo>
                  <a:pt x="182" y="44"/>
                </a:lnTo>
                <a:lnTo>
                  <a:pt x="183" y="44"/>
                </a:lnTo>
                <a:lnTo>
                  <a:pt x="183" y="45"/>
                </a:lnTo>
                <a:lnTo>
                  <a:pt x="182" y="45"/>
                </a:lnTo>
                <a:lnTo>
                  <a:pt x="183" y="46"/>
                </a:lnTo>
                <a:lnTo>
                  <a:pt x="184" y="46"/>
                </a:lnTo>
                <a:lnTo>
                  <a:pt x="185" y="45"/>
                </a:lnTo>
                <a:lnTo>
                  <a:pt x="186" y="45"/>
                </a:lnTo>
                <a:lnTo>
                  <a:pt x="188" y="45"/>
                </a:lnTo>
                <a:lnTo>
                  <a:pt x="188" y="44"/>
                </a:lnTo>
                <a:lnTo>
                  <a:pt x="189" y="44"/>
                </a:lnTo>
                <a:lnTo>
                  <a:pt x="190" y="43"/>
                </a:lnTo>
                <a:lnTo>
                  <a:pt x="192" y="43"/>
                </a:lnTo>
                <a:lnTo>
                  <a:pt x="193" y="43"/>
                </a:lnTo>
                <a:lnTo>
                  <a:pt x="195" y="43"/>
                </a:lnTo>
                <a:lnTo>
                  <a:pt x="193" y="43"/>
                </a:lnTo>
                <a:lnTo>
                  <a:pt x="195" y="43"/>
                </a:lnTo>
                <a:lnTo>
                  <a:pt x="196" y="43"/>
                </a:lnTo>
                <a:lnTo>
                  <a:pt x="196" y="42"/>
                </a:lnTo>
                <a:lnTo>
                  <a:pt x="197" y="42"/>
                </a:lnTo>
                <a:lnTo>
                  <a:pt x="196" y="42"/>
                </a:lnTo>
                <a:lnTo>
                  <a:pt x="196" y="41"/>
                </a:lnTo>
                <a:lnTo>
                  <a:pt x="197" y="41"/>
                </a:lnTo>
                <a:lnTo>
                  <a:pt x="198" y="41"/>
                </a:lnTo>
                <a:lnTo>
                  <a:pt x="197" y="41"/>
                </a:lnTo>
                <a:lnTo>
                  <a:pt x="197" y="40"/>
                </a:lnTo>
                <a:lnTo>
                  <a:pt x="197" y="38"/>
                </a:lnTo>
                <a:lnTo>
                  <a:pt x="196" y="38"/>
                </a:lnTo>
                <a:lnTo>
                  <a:pt x="196" y="37"/>
                </a:lnTo>
                <a:lnTo>
                  <a:pt x="196" y="36"/>
                </a:lnTo>
                <a:lnTo>
                  <a:pt x="195" y="36"/>
                </a:lnTo>
                <a:lnTo>
                  <a:pt x="195" y="35"/>
                </a:lnTo>
                <a:lnTo>
                  <a:pt x="195" y="34"/>
                </a:lnTo>
                <a:lnTo>
                  <a:pt x="196" y="34"/>
                </a:lnTo>
                <a:lnTo>
                  <a:pt x="196" y="33"/>
                </a:lnTo>
                <a:lnTo>
                  <a:pt x="196" y="32"/>
                </a:lnTo>
                <a:lnTo>
                  <a:pt x="197" y="32"/>
                </a:lnTo>
                <a:lnTo>
                  <a:pt x="197" y="31"/>
                </a:lnTo>
                <a:lnTo>
                  <a:pt x="195" y="29"/>
                </a:lnTo>
                <a:lnTo>
                  <a:pt x="193" y="28"/>
                </a:lnTo>
                <a:lnTo>
                  <a:pt x="193" y="27"/>
                </a:lnTo>
                <a:lnTo>
                  <a:pt x="193" y="26"/>
                </a:lnTo>
                <a:lnTo>
                  <a:pt x="195" y="25"/>
                </a:lnTo>
                <a:lnTo>
                  <a:pt x="196" y="24"/>
                </a:lnTo>
                <a:lnTo>
                  <a:pt x="197" y="24"/>
                </a:lnTo>
                <a:lnTo>
                  <a:pt x="198" y="24"/>
                </a:lnTo>
                <a:lnTo>
                  <a:pt x="198" y="23"/>
                </a:lnTo>
                <a:lnTo>
                  <a:pt x="197" y="23"/>
                </a:lnTo>
                <a:lnTo>
                  <a:pt x="196" y="22"/>
                </a:lnTo>
                <a:lnTo>
                  <a:pt x="196" y="21"/>
                </a:lnTo>
                <a:lnTo>
                  <a:pt x="195" y="21"/>
                </a:lnTo>
                <a:lnTo>
                  <a:pt x="195" y="20"/>
                </a:lnTo>
                <a:lnTo>
                  <a:pt x="193" y="20"/>
                </a:lnTo>
                <a:lnTo>
                  <a:pt x="192" y="20"/>
                </a:lnTo>
                <a:lnTo>
                  <a:pt x="191" y="20"/>
                </a:lnTo>
                <a:lnTo>
                  <a:pt x="190" y="20"/>
                </a:lnTo>
                <a:lnTo>
                  <a:pt x="190" y="21"/>
                </a:lnTo>
                <a:lnTo>
                  <a:pt x="189" y="21"/>
                </a:lnTo>
                <a:lnTo>
                  <a:pt x="188" y="21"/>
                </a:lnTo>
                <a:lnTo>
                  <a:pt x="187" y="21"/>
                </a:lnTo>
                <a:lnTo>
                  <a:pt x="186" y="21"/>
                </a:lnTo>
                <a:lnTo>
                  <a:pt x="186" y="20"/>
                </a:lnTo>
                <a:lnTo>
                  <a:pt x="186" y="19"/>
                </a:lnTo>
                <a:lnTo>
                  <a:pt x="185" y="18"/>
                </a:lnTo>
                <a:lnTo>
                  <a:pt x="185" y="17"/>
                </a:lnTo>
                <a:lnTo>
                  <a:pt x="185" y="16"/>
                </a:lnTo>
                <a:lnTo>
                  <a:pt x="184" y="15"/>
                </a:lnTo>
                <a:lnTo>
                  <a:pt x="185" y="15"/>
                </a:lnTo>
                <a:lnTo>
                  <a:pt x="186" y="15"/>
                </a:lnTo>
                <a:lnTo>
                  <a:pt x="187" y="14"/>
                </a:lnTo>
                <a:lnTo>
                  <a:pt x="187" y="15"/>
                </a:lnTo>
                <a:lnTo>
                  <a:pt x="187" y="16"/>
                </a:lnTo>
                <a:lnTo>
                  <a:pt x="188" y="16"/>
                </a:lnTo>
                <a:lnTo>
                  <a:pt x="188" y="17"/>
                </a:lnTo>
                <a:lnTo>
                  <a:pt x="189" y="17"/>
                </a:lnTo>
                <a:lnTo>
                  <a:pt x="189" y="16"/>
                </a:lnTo>
                <a:lnTo>
                  <a:pt x="190" y="15"/>
                </a:lnTo>
                <a:lnTo>
                  <a:pt x="190" y="14"/>
                </a:lnTo>
                <a:lnTo>
                  <a:pt x="191" y="14"/>
                </a:lnTo>
                <a:lnTo>
                  <a:pt x="192" y="14"/>
                </a:lnTo>
                <a:lnTo>
                  <a:pt x="192" y="13"/>
                </a:lnTo>
                <a:lnTo>
                  <a:pt x="193" y="13"/>
                </a:lnTo>
                <a:lnTo>
                  <a:pt x="195" y="13"/>
                </a:lnTo>
                <a:lnTo>
                  <a:pt x="196" y="13"/>
                </a:lnTo>
                <a:lnTo>
                  <a:pt x="197" y="12"/>
                </a:lnTo>
                <a:lnTo>
                  <a:pt x="198" y="11"/>
                </a:lnTo>
                <a:lnTo>
                  <a:pt x="199" y="11"/>
                </a:lnTo>
                <a:lnTo>
                  <a:pt x="199" y="10"/>
                </a:lnTo>
                <a:lnTo>
                  <a:pt x="200" y="10"/>
                </a:lnTo>
                <a:lnTo>
                  <a:pt x="199" y="10"/>
                </a:lnTo>
                <a:lnTo>
                  <a:pt x="200" y="10"/>
                </a:lnTo>
                <a:lnTo>
                  <a:pt x="200" y="9"/>
                </a:lnTo>
                <a:lnTo>
                  <a:pt x="200" y="8"/>
                </a:lnTo>
                <a:lnTo>
                  <a:pt x="201" y="8"/>
                </a:lnTo>
                <a:lnTo>
                  <a:pt x="202" y="8"/>
                </a:lnTo>
                <a:lnTo>
                  <a:pt x="203" y="8"/>
                </a:lnTo>
                <a:lnTo>
                  <a:pt x="202" y="7"/>
                </a:lnTo>
                <a:lnTo>
                  <a:pt x="202" y="6"/>
                </a:lnTo>
                <a:lnTo>
                  <a:pt x="201" y="6"/>
                </a:lnTo>
                <a:lnTo>
                  <a:pt x="202" y="5"/>
                </a:lnTo>
                <a:lnTo>
                  <a:pt x="202" y="4"/>
                </a:lnTo>
                <a:lnTo>
                  <a:pt x="203" y="4"/>
                </a:lnTo>
                <a:lnTo>
                  <a:pt x="203" y="3"/>
                </a:lnTo>
                <a:lnTo>
                  <a:pt x="203" y="2"/>
                </a:lnTo>
                <a:lnTo>
                  <a:pt x="204" y="3"/>
                </a:lnTo>
                <a:lnTo>
                  <a:pt x="205" y="3"/>
                </a:lnTo>
                <a:lnTo>
                  <a:pt x="205" y="4"/>
                </a:lnTo>
                <a:lnTo>
                  <a:pt x="206" y="4"/>
                </a:lnTo>
                <a:lnTo>
                  <a:pt x="206" y="3"/>
                </a:lnTo>
                <a:lnTo>
                  <a:pt x="207" y="3"/>
                </a:lnTo>
                <a:lnTo>
                  <a:pt x="207" y="2"/>
                </a:lnTo>
                <a:lnTo>
                  <a:pt x="208" y="1"/>
                </a:lnTo>
                <a:lnTo>
                  <a:pt x="209" y="1"/>
                </a:lnTo>
                <a:lnTo>
                  <a:pt x="209" y="0"/>
                </a:lnTo>
                <a:lnTo>
                  <a:pt x="209" y="1"/>
                </a:lnTo>
                <a:lnTo>
                  <a:pt x="210" y="1"/>
                </a:lnTo>
                <a:lnTo>
                  <a:pt x="210" y="2"/>
                </a:lnTo>
                <a:lnTo>
                  <a:pt x="210" y="1"/>
                </a:lnTo>
                <a:lnTo>
                  <a:pt x="211" y="1"/>
                </a:lnTo>
                <a:lnTo>
                  <a:pt x="211" y="2"/>
                </a:lnTo>
                <a:lnTo>
                  <a:pt x="212" y="2"/>
                </a:lnTo>
                <a:lnTo>
                  <a:pt x="212" y="1"/>
                </a:lnTo>
                <a:lnTo>
                  <a:pt x="212" y="0"/>
                </a:lnTo>
                <a:lnTo>
                  <a:pt x="213" y="0"/>
                </a:lnTo>
                <a:lnTo>
                  <a:pt x="212" y="1"/>
                </a:lnTo>
                <a:lnTo>
                  <a:pt x="213" y="1"/>
                </a:lnTo>
                <a:lnTo>
                  <a:pt x="213" y="2"/>
                </a:lnTo>
                <a:lnTo>
                  <a:pt x="214" y="3"/>
                </a:lnTo>
                <a:lnTo>
                  <a:pt x="214" y="4"/>
                </a:lnTo>
                <a:close/>
              </a:path>
            </a:pathLst>
          </a:custGeom>
          <a:noFill/>
          <a:ln w="2520">
            <a:solidFill>
              <a:srgbClr val="FFFFFF"/>
            </a:solidFill>
            <a:round/>
          </a:ln>
        </p:spPr>
        <p:txBody>
          <a:bodyPr lIns="1080" tIns="1080" rIns="1080" bIns="108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206" name=""/>
          <p:cNvSpPr/>
          <p:nvPr/>
        </p:nvSpPr>
        <p:spPr>
          <a:xfrm>
            <a:off x="5517720" y="1597680"/>
            <a:ext cx="1440" cy="1440"/>
          </a:xfrm>
          <a:custGeom>
            <a:avLst/>
            <a:gdLst/>
            <a:ahLst/>
            <a:rect l="0" t="0" r="r" b="b"/>
            <a:pathLst>
              <a:path w="4" h="4">
                <a:moveTo>
                  <a:pt x="0" y="4"/>
                </a:moveTo>
                <a:lnTo>
                  <a:pt x="2" y="4"/>
                </a:lnTo>
                <a:lnTo>
                  <a:pt x="0" y="4"/>
                </a:lnTo>
                <a:lnTo>
                  <a:pt x="0" y="2"/>
                </a:lnTo>
                <a:lnTo>
                  <a:pt x="2" y="2"/>
                </a:lnTo>
                <a:lnTo>
                  <a:pt x="4" y="0"/>
                </a:lnTo>
                <a:lnTo>
                  <a:pt x="4" y="2"/>
                </a:lnTo>
                <a:lnTo>
                  <a:pt x="2" y="2"/>
                </a:lnTo>
                <a:lnTo>
                  <a:pt x="2" y="4"/>
                </a:lnTo>
                <a:lnTo>
                  <a:pt x="0" y="4"/>
                </a:lnTo>
                <a:close/>
              </a:path>
            </a:pathLst>
          </a:custGeom>
          <a:solidFill>
            <a:srgbClr val="9FBAD7"/>
          </a:solidFill>
          <a:ln w="2520">
            <a:solidFill>
              <a:srgbClr val="FFFFFF"/>
            </a:solidFill>
            <a:round/>
          </a:ln>
        </p:spPr>
        <p:txBody>
          <a:bodyPr lIns="1080" tIns="360" rIns="1080" bIns="3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207" name=""/>
          <p:cNvSpPr/>
          <p:nvPr/>
        </p:nvSpPr>
        <p:spPr>
          <a:xfrm>
            <a:off x="5518440" y="1596960"/>
            <a:ext cx="1080" cy="1080"/>
          </a:xfrm>
          <a:custGeom>
            <a:avLst/>
            <a:gdLst/>
            <a:ahLst/>
            <a:rect l="0" t="0" r="r" b="b"/>
            <a:pathLst>
              <a:path w="3" h="3">
                <a:moveTo>
                  <a:pt x="3" y="0"/>
                </a:moveTo>
                <a:lnTo>
                  <a:pt x="1" y="0"/>
                </a:lnTo>
                <a:lnTo>
                  <a:pt x="3" y="0"/>
                </a:lnTo>
                <a:lnTo>
                  <a:pt x="3" y="2"/>
                </a:lnTo>
                <a:lnTo>
                  <a:pt x="3" y="0"/>
                </a:lnTo>
                <a:lnTo>
                  <a:pt x="3" y="2"/>
                </a:lnTo>
                <a:lnTo>
                  <a:pt x="1" y="2"/>
                </a:lnTo>
                <a:lnTo>
                  <a:pt x="0" y="2"/>
                </a:lnTo>
                <a:lnTo>
                  <a:pt x="0" y="3"/>
                </a:lnTo>
                <a:lnTo>
                  <a:pt x="0" y="2"/>
                </a:lnTo>
                <a:lnTo>
                  <a:pt x="1" y="2"/>
                </a:lnTo>
                <a:lnTo>
                  <a:pt x="1" y="0"/>
                </a:lnTo>
                <a:lnTo>
                  <a:pt x="3" y="0"/>
                </a:lnTo>
                <a:close/>
              </a:path>
            </a:pathLst>
          </a:custGeom>
          <a:solidFill>
            <a:srgbClr val="9FBAD7"/>
          </a:solidFill>
          <a:ln w="2520">
            <a:solidFill>
              <a:srgbClr val="FFFFFF"/>
            </a:solidFill>
            <a:round/>
          </a:ln>
        </p:spPr>
        <p:txBody>
          <a:bodyPr lIns="1080" tIns="0" rIns="108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208" name=""/>
          <p:cNvSpPr/>
          <p:nvPr/>
        </p:nvSpPr>
        <p:spPr>
          <a:xfrm>
            <a:off x="5510880" y="1596600"/>
            <a:ext cx="1080" cy="1080"/>
          </a:xfrm>
          <a:custGeom>
            <a:avLst/>
            <a:gdLst/>
            <a:ahLst/>
            <a:rect l="0" t="0" r="r" b="b"/>
            <a:pathLst>
              <a:path w="3" h="3">
                <a:moveTo>
                  <a:pt x="3" y="0"/>
                </a:moveTo>
                <a:lnTo>
                  <a:pt x="3" y="1"/>
                </a:lnTo>
                <a:lnTo>
                  <a:pt x="2" y="1"/>
                </a:lnTo>
                <a:lnTo>
                  <a:pt x="2" y="3"/>
                </a:lnTo>
                <a:lnTo>
                  <a:pt x="0" y="3"/>
                </a:lnTo>
                <a:lnTo>
                  <a:pt x="0" y="1"/>
                </a:lnTo>
                <a:lnTo>
                  <a:pt x="0" y="0"/>
                </a:lnTo>
                <a:lnTo>
                  <a:pt x="2" y="0"/>
                </a:lnTo>
                <a:lnTo>
                  <a:pt x="3" y="0"/>
                </a:lnTo>
                <a:close/>
              </a:path>
            </a:pathLst>
          </a:custGeom>
          <a:solidFill>
            <a:srgbClr val="9FBAD7"/>
          </a:solidFill>
          <a:ln w="2520">
            <a:solidFill>
              <a:srgbClr val="FFFFFF"/>
            </a:solidFill>
            <a:round/>
          </a:ln>
        </p:spPr>
        <p:txBody>
          <a:bodyPr lIns="1080" tIns="0" rIns="108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209" name=""/>
          <p:cNvSpPr/>
          <p:nvPr/>
        </p:nvSpPr>
        <p:spPr>
          <a:xfrm>
            <a:off x="5510160" y="1596240"/>
            <a:ext cx="720" cy="1440"/>
          </a:xfrm>
          <a:custGeom>
            <a:avLst/>
            <a:gdLst/>
            <a:ahLst/>
            <a:rect l="0" t="0" r="r" b="b"/>
            <a:pathLst>
              <a:path w="2" h="4">
                <a:moveTo>
                  <a:pt x="2" y="4"/>
                </a:moveTo>
                <a:lnTo>
                  <a:pt x="2" y="2"/>
                </a:lnTo>
                <a:lnTo>
                  <a:pt x="0" y="4"/>
                </a:lnTo>
                <a:lnTo>
                  <a:pt x="0" y="2"/>
                </a:lnTo>
                <a:lnTo>
                  <a:pt x="0" y="0"/>
                </a:lnTo>
                <a:lnTo>
                  <a:pt x="2" y="0"/>
                </a:lnTo>
                <a:lnTo>
                  <a:pt x="2" y="2"/>
                </a:lnTo>
                <a:lnTo>
                  <a:pt x="2" y="4"/>
                </a:lnTo>
                <a:close/>
              </a:path>
            </a:pathLst>
          </a:custGeom>
          <a:solidFill>
            <a:srgbClr val="9FBAD7"/>
          </a:solidFill>
          <a:ln w="2520">
            <a:solidFill>
              <a:srgbClr val="FFFFFF"/>
            </a:solidFill>
            <a:round/>
          </a:ln>
        </p:spPr>
        <p:txBody>
          <a:bodyPr lIns="1080" tIns="360" rIns="1080" bIns="3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210" name=""/>
          <p:cNvSpPr/>
          <p:nvPr/>
        </p:nvSpPr>
        <p:spPr>
          <a:xfrm>
            <a:off x="5511240" y="1595160"/>
            <a:ext cx="1440" cy="1440"/>
          </a:xfrm>
          <a:custGeom>
            <a:avLst/>
            <a:gdLst/>
            <a:ahLst/>
            <a:rect l="0" t="0" r="r" b="b"/>
            <a:pathLst>
              <a:path w="4" h="4">
                <a:moveTo>
                  <a:pt x="4" y="1"/>
                </a:moveTo>
                <a:lnTo>
                  <a:pt x="4" y="3"/>
                </a:lnTo>
                <a:lnTo>
                  <a:pt x="3" y="3"/>
                </a:lnTo>
                <a:lnTo>
                  <a:pt x="3" y="4"/>
                </a:lnTo>
                <a:lnTo>
                  <a:pt x="1" y="4"/>
                </a:lnTo>
                <a:lnTo>
                  <a:pt x="1" y="3"/>
                </a:lnTo>
                <a:lnTo>
                  <a:pt x="0" y="1"/>
                </a:lnTo>
                <a:lnTo>
                  <a:pt x="1" y="1"/>
                </a:lnTo>
                <a:lnTo>
                  <a:pt x="3" y="1"/>
                </a:lnTo>
                <a:lnTo>
                  <a:pt x="3" y="0"/>
                </a:lnTo>
                <a:lnTo>
                  <a:pt x="4" y="1"/>
                </a:lnTo>
                <a:close/>
              </a:path>
            </a:pathLst>
          </a:custGeom>
          <a:solidFill>
            <a:srgbClr val="9FBAD7"/>
          </a:solidFill>
          <a:ln w="2520">
            <a:solidFill>
              <a:srgbClr val="FFFFFF"/>
            </a:solidFill>
            <a:round/>
          </a:ln>
        </p:spPr>
        <p:txBody>
          <a:bodyPr lIns="1080" tIns="360" rIns="1080" bIns="3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211" name=""/>
          <p:cNvSpPr/>
          <p:nvPr/>
        </p:nvSpPr>
        <p:spPr>
          <a:xfrm>
            <a:off x="5520240" y="1595160"/>
            <a:ext cx="720" cy="360"/>
          </a:xfrm>
          <a:custGeom>
            <a:avLst/>
            <a:gdLst/>
            <a:ahLst/>
            <a:rect l="0" t="0" r="r" b="b"/>
            <a:pathLst>
              <a:path w="2" h="1">
                <a:moveTo>
                  <a:pt x="1" y="0"/>
                </a:moveTo>
                <a:lnTo>
                  <a:pt x="1" y="1"/>
                </a:lnTo>
                <a:lnTo>
                  <a:pt x="0" y="1"/>
                </a:lnTo>
                <a:lnTo>
                  <a:pt x="1" y="0"/>
                </a:lnTo>
                <a:lnTo>
                  <a:pt x="2" y="0"/>
                </a:lnTo>
                <a:lnTo>
                  <a:pt x="1" y="0"/>
                </a:lnTo>
                <a:close/>
              </a:path>
            </a:pathLst>
          </a:custGeom>
          <a:solidFill>
            <a:srgbClr val="9FBAD7"/>
          </a:solidFill>
          <a:ln w="2520">
            <a:solidFill>
              <a:srgbClr val="FFFFFF"/>
            </a:solidFill>
            <a:round/>
          </a:ln>
        </p:spPr>
        <p:txBody>
          <a:bodyPr lIns="1080" tIns="-720" rIns="1080" bIns="-7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212" name=""/>
          <p:cNvSpPr/>
          <p:nvPr/>
        </p:nvSpPr>
        <p:spPr>
          <a:xfrm>
            <a:off x="5513040" y="1595160"/>
            <a:ext cx="720" cy="360"/>
          </a:xfrm>
          <a:custGeom>
            <a:avLst/>
            <a:gdLst/>
            <a:ahLst/>
            <a:rect l="0" t="0" r="r" b="b"/>
            <a:pathLst>
              <a:path w="2" h="1">
                <a:moveTo>
                  <a:pt x="1" y="0"/>
                </a:moveTo>
                <a:lnTo>
                  <a:pt x="2" y="0"/>
                </a:lnTo>
                <a:lnTo>
                  <a:pt x="1" y="1"/>
                </a:lnTo>
                <a:lnTo>
                  <a:pt x="1" y="0"/>
                </a:lnTo>
                <a:lnTo>
                  <a:pt x="0" y="0"/>
                </a:lnTo>
                <a:lnTo>
                  <a:pt x="1" y="0"/>
                </a:lnTo>
                <a:close/>
              </a:path>
            </a:pathLst>
          </a:custGeom>
          <a:solidFill>
            <a:srgbClr val="9FBAD7"/>
          </a:solidFill>
          <a:ln w="2520">
            <a:solidFill>
              <a:srgbClr val="FFFFFF"/>
            </a:solidFill>
            <a:round/>
          </a:ln>
        </p:spPr>
        <p:txBody>
          <a:bodyPr lIns="1080" tIns="-720" rIns="1080" bIns="-7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213" name=""/>
          <p:cNvSpPr/>
          <p:nvPr/>
        </p:nvSpPr>
        <p:spPr>
          <a:xfrm>
            <a:off x="5512680" y="1595160"/>
            <a:ext cx="360" cy="0"/>
          </a:xfrm>
          <a:custGeom>
            <a:avLst/>
            <a:gdLst/>
            <a:ahLst/>
            <a:rect l="0" t="0" r="r" b="b"/>
            <a:pathLst>
              <a:path w="1" h="0">
                <a:moveTo>
                  <a:pt x="1" y="0"/>
                </a:moveTo>
                <a:lnTo>
                  <a:pt x="0" y="0"/>
                </a:lnTo>
                <a:lnTo>
                  <a:pt x="1" y="0"/>
                </a:lnTo>
                <a:close/>
              </a:path>
            </a:pathLst>
          </a:custGeom>
          <a:solidFill>
            <a:srgbClr val="9FBAD7"/>
          </a:solidFill>
          <a:ln w="2520">
            <a:solidFill>
              <a:srgbClr val="FFFFFF"/>
            </a:solidFill>
            <a:round/>
          </a:ln>
        </p:spPr>
        <p:txBody>
          <a:bodyPr lIns="1080" tIns="-1080" rIns="1080" bIns="-108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214" name=""/>
          <p:cNvSpPr/>
          <p:nvPr/>
        </p:nvSpPr>
        <p:spPr>
          <a:xfrm>
            <a:off x="5510160" y="1594800"/>
            <a:ext cx="1080" cy="720"/>
          </a:xfrm>
          <a:custGeom>
            <a:avLst/>
            <a:gdLst/>
            <a:ahLst/>
            <a:rect l="0" t="0" r="r" b="b"/>
            <a:pathLst>
              <a:path w="3" h="2">
                <a:moveTo>
                  <a:pt x="3" y="0"/>
                </a:moveTo>
                <a:lnTo>
                  <a:pt x="2" y="0"/>
                </a:lnTo>
                <a:lnTo>
                  <a:pt x="3" y="0"/>
                </a:lnTo>
                <a:lnTo>
                  <a:pt x="3" y="2"/>
                </a:lnTo>
                <a:lnTo>
                  <a:pt x="2" y="2"/>
                </a:lnTo>
                <a:lnTo>
                  <a:pt x="2" y="0"/>
                </a:lnTo>
                <a:lnTo>
                  <a:pt x="0" y="0"/>
                </a:lnTo>
                <a:lnTo>
                  <a:pt x="2" y="0"/>
                </a:lnTo>
                <a:lnTo>
                  <a:pt x="3" y="0"/>
                </a:lnTo>
                <a:close/>
              </a:path>
            </a:pathLst>
          </a:custGeom>
          <a:solidFill>
            <a:srgbClr val="9FBAD7"/>
          </a:solidFill>
          <a:ln w="2520">
            <a:solidFill>
              <a:srgbClr val="FFFFFF"/>
            </a:solidFill>
            <a:round/>
          </a:ln>
        </p:spPr>
        <p:txBody>
          <a:bodyPr lIns="1080" tIns="-360" rIns="1080" bIns="-3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215" name=""/>
          <p:cNvSpPr/>
          <p:nvPr/>
        </p:nvSpPr>
        <p:spPr>
          <a:xfrm>
            <a:off x="5510160" y="1594440"/>
            <a:ext cx="0" cy="0"/>
          </a:xfrm>
          <a:custGeom>
            <a:avLst/>
            <a:gdLst/>
            <a:ahLst/>
            <a:rect l="0" t="0" r="r" b="b"/>
            <a:pathLst>
              <a:path w="0" h="0">
                <a:moveTo>
                  <a:pt x="0" y="0"/>
                </a:moveTo>
                <a:lnTo>
                  <a:pt x="0" y="0"/>
                </a:lnTo>
                <a:close/>
              </a:path>
            </a:pathLst>
          </a:custGeom>
          <a:solidFill>
            <a:srgbClr val="9FBAD7"/>
          </a:solidFill>
          <a:ln w="2520">
            <a:solidFill>
              <a:srgbClr val="FFFFFF"/>
            </a:solidFill>
            <a:round/>
          </a:ln>
        </p:spPr>
        <p:txBody>
          <a:bodyPr lIns="1080" tIns="-1080" rIns="1080" bIns="-108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216" name=""/>
          <p:cNvSpPr/>
          <p:nvPr/>
        </p:nvSpPr>
        <p:spPr>
          <a:xfrm>
            <a:off x="5515200" y="1594080"/>
            <a:ext cx="0" cy="0"/>
          </a:xfrm>
          <a:custGeom>
            <a:avLst/>
            <a:gdLst/>
            <a:ahLst/>
            <a:rect l="0" t="0" r="r" b="b"/>
            <a:pathLst>
              <a:path w="0" h="0">
                <a:moveTo>
                  <a:pt x="0" y="0"/>
                </a:moveTo>
                <a:lnTo>
                  <a:pt x="0" y="0"/>
                </a:lnTo>
                <a:close/>
              </a:path>
            </a:pathLst>
          </a:custGeom>
          <a:solidFill>
            <a:srgbClr val="9FBAD7"/>
          </a:solidFill>
          <a:ln w="2520">
            <a:solidFill>
              <a:srgbClr val="FFFFFF"/>
            </a:solidFill>
            <a:round/>
          </a:ln>
        </p:spPr>
        <p:txBody>
          <a:bodyPr lIns="1080" tIns="-1080" rIns="1080" bIns="-108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217" name=""/>
          <p:cNvSpPr/>
          <p:nvPr/>
        </p:nvSpPr>
        <p:spPr>
          <a:xfrm>
            <a:off x="5517360" y="1593720"/>
            <a:ext cx="360" cy="360"/>
          </a:xfrm>
          <a:custGeom>
            <a:avLst/>
            <a:gdLst/>
            <a:ahLst/>
            <a:rect l="0" t="0" r="r" b="b"/>
            <a:pathLst>
              <a:path w="1" h="1">
                <a:moveTo>
                  <a:pt x="0" y="1"/>
                </a:moveTo>
                <a:lnTo>
                  <a:pt x="0" y="0"/>
                </a:lnTo>
                <a:lnTo>
                  <a:pt x="1" y="0"/>
                </a:lnTo>
                <a:lnTo>
                  <a:pt x="1" y="1"/>
                </a:lnTo>
                <a:lnTo>
                  <a:pt x="0" y="1"/>
                </a:lnTo>
                <a:close/>
              </a:path>
            </a:pathLst>
          </a:custGeom>
          <a:solidFill>
            <a:srgbClr val="9FBAD7"/>
          </a:solidFill>
          <a:ln w="2520">
            <a:solidFill>
              <a:srgbClr val="FFFFFF"/>
            </a:solidFill>
            <a:round/>
          </a:ln>
        </p:spPr>
        <p:txBody>
          <a:bodyPr lIns="1080" tIns="-720" rIns="1080" bIns="-7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218" name=""/>
          <p:cNvSpPr/>
          <p:nvPr/>
        </p:nvSpPr>
        <p:spPr>
          <a:xfrm>
            <a:off x="5515560" y="1593720"/>
            <a:ext cx="720" cy="720"/>
          </a:xfrm>
          <a:custGeom>
            <a:avLst/>
            <a:gdLst/>
            <a:ahLst/>
            <a:rect l="0" t="0" r="r" b="b"/>
            <a:pathLst>
              <a:path w="2" h="2">
                <a:moveTo>
                  <a:pt x="0" y="2"/>
                </a:moveTo>
                <a:lnTo>
                  <a:pt x="0" y="0"/>
                </a:lnTo>
                <a:lnTo>
                  <a:pt x="2" y="2"/>
                </a:lnTo>
                <a:lnTo>
                  <a:pt x="0" y="2"/>
                </a:lnTo>
                <a:close/>
              </a:path>
            </a:pathLst>
          </a:custGeom>
          <a:solidFill>
            <a:srgbClr val="9FBAD7"/>
          </a:solidFill>
          <a:ln w="2520">
            <a:solidFill>
              <a:srgbClr val="FFFFFF"/>
            </a:solidFill>
            <a:round/>
          </a:ln>
        </p:spPr>
        <p:txBody>
          <a:bodyPr lIns="1080" tIns="-360" rIns="1080" bIns="-3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219" name=""/>
          <p:cNvSpPr/>
          <p:nvPr/>
        </p:nvSpPr>
        <p:spPr>
          <a:xfrm>
            <a:off x="5517720" y="1593720"/>
            <a:ext cx="0" cy="0"/>
          </a:xfrm>
          <a:custGeom>
            <a:avLst/>
            <a:gdLst/>
            <a:ahLst/>
            <a:rect l="0" t="0" r="r" b="b"/>
            <a:pathLst>
              <a:path w="0" h="0">
                <a:moveTo>
                  <a:pt x="0" y="0"/>
                </a:moveTo>
                <a:lnTo>
                  <a:pt x="0" y="0"/>
                </a:lnTo>
                <a:close/>
              </a:path>
            </a:pathLst>
          </a:custGeom>
          <a:solidFill>
            <a:srgbClr val="9FBAD7"/>
          </a:solidFill>
          <a:ln w="2520">
            <a:solidFill>
              <a:srgbClr val="FFFFFF"/>
            </a:solidFill>
            <a:round/>
          </a:ln>
        </p:spPr>
        <p:txBody>
          <a:bodyPr lIns="1080" tIns="-1080" rIns="1080" bIns="-108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220" name=""/>
          <p:cNvSpPr/>
          <p:nvPr/>
        </p:nvSpPr>
        <p:spPr>
          <a:xfrm>
            <a:off x="5517000" y="1593720"/>
            <a:ext cx="360" cy="360"/>
          </a:xfrm>
          <a:custGeom>
            <a:avLst/>
            <a:gdLst/>
            <a:ahLst/>
            <a:rect l="0" t="0" r="r" b="b"/>
            <a:pathLst>
              <a:path w="1" h="1">
                <a:moveTo>
                  <a:pt x="1" y="1"/>
                </a:moveTo>
                <a:lnTo>
                  <a:pt x="1" y="0"/>
                </a:lnTo>
                <a:lnTo>
                  <a:pt x="0" y="0"/>
                </a:lnTo>
                <a:lnTo>
                  <a:pt x="1" y="0"/>
                </a:lnTo>
                <a:lnTo>
                  <a:pt x="1" y="1"/>
                </a:lnTo>
                <a:close/>
              </a:path>
            </a:pathLst>
          </a:custGeom>
          <a:solidFill>
            <a:srgbClr val="9FBAD7"/>
          </a:solidFill>
          <a:ln w="2520">
            <a:solidFill>
              <a:srgbClr val="FFFFFF"/>
            </a:solidFill>
            <a:round/>
          </a:ln>
        </p:spPr>
        <p:txBody>
          <a:bodyPr lIns="1080" tIns="-720" rIns="1080" bIns="-7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221" name=""/>
          <p:cNvSpPr/>
          <p:nvPr/>
        </p:nvSpPr>
        <p:spPr>
          <a:xfrm>
            <a:off x="5516640" y="1593360"/>
            <a:ext cx="360" cy="360"/>
          </a:xfrm>
          <a:custGeom>
            <a:avLst/>
            <a:gdLst/>
            <a:ahLst/>
            <a:rect l="0" t="0" r="r" b="b"/>
            <a:pathLst>
              <a:path w="1" h="1">
                <a:moveTo>
                  <a:pt x="0" y="0"/>
                </a:moveTo>
                <a:lnTo>
                  <a:pt x="1" y="0"/>
                </a:lnTo>
                <a:lnTo>
                  <a:pt x="0" y="1"/>
                </a:lnTo>
                <a:lnTo>
                  <a:pt x="0" y="0"/>
                </a:lnTo>
                <a:close/>
              </a:path>
            </a:pathLst>
          </a:custGeom>
          <a:solidFill>
            <a:srgbClr val="9FBAD7"/>
          </a:solidFill>
          <a:ln w="2520">
            <a:solidFill>
              <a:srgbClr val="FFFFFF"/>
            </a:solidFill>
            <a:round/>
          </a:ln>
        </p:spPr>
        <p:txBody>
          <a:bodyPr lIns="1080" tIns="-720" rIns="1080" bIns="-7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222" name=""/>
          <p:cNvSpPr/>
          <p:nvPr/>
        </p:nvSpPr>
        <p:spPr>
          <a:xfrm>
            <a:off x="5510160" y="1593000"/>
            <a:ext cx="360" cy="0"/>
          </a:xfrm>
          <a:custGeom>
            <a:avLst/>
            <a:gdLst/>
            <a:ahLst/>
            <a:rect l="0" t="0" r="r" b="b"/>
            <a:pathLst>
              <a:path w="1" h="0">
                <a:moveTo>
                  <a:pt x="0" y="0"/>
                </a:moveTo>
                <a:lnTo>
                  <a:pt x="1" y="0"/>
                </a:lnTo>
                <a:lnTo>
                  <a:pt x="0" y="0"/>
                </a:lnTo>
                <a:close/>
              </a:path>
            </a:pathLst>
          </a:custGeom>
          <a:solidFill>
            <a:srgbClr val="9FBAD7"/>
          </a:solidFill>
          <a:ln w="2520">
            <a:solidFill>
              <a:srgbClr val="FFFFFF"/>
            </a:solidFill>
            <a:round/>
          </a:ln>
        </p:spPr>
        <p:txBody>
          <a:bodyPr lIns="1080" tIns="-1080" rIns="1080" bIns="-108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223" name=""/>
          <p:cNvSpPr/>
          <p:nvPr/>
        </p:nvSpPr>
        <p:spPr>
          <a:xfrm>
            <a:off x="5517720" y="1591920"/>
            <a:ext cx="1440" cy="1440"/>
          </a:xfrm>
          <a:custGeom>
            <a:avLst/>
            <a:gdLst/>
            <a:ahLst/>
            <a:rect l="0" t="0" r="r" b="b"/>
            <a:pathLst>
              <a:path w="4" h="4">
                <a:moveTo>
                  <a:pt x="4" y="2"/>
                </a:moveTo>
                <a:lnTo>
                  <a:pt x="4" y="4"/>
                </a:lnTo>
                <a:lnTo>
                  <a:pt x="2" y="4"/>
                </a:lnTo>
                <a:lnTo>
                  <a:pt x="0" y="2"/>
                </a:lnTo>
                <a:lnTo>
                  <a:pt x="2" y="2"/>
                </a:lnTo>
                <a:lnTo>
                  <a:pt x="2" y="0"/>
                </a:lnTo>
                <a:lnTo>
                  <a:pt x="4" y="2"/>
                </a:lnTo>
                <a:close/>
              </a:path>
            </a:pathLst>
          </a:custGeom>
          <a:solidFill>
            <a:srgbClr val="9FBAD7"/>
          </a:solidFill>
          <a:ln w="2520">
            <a:solidFill>
              <a:srgbClr val="FFFFFF"/>
            </a:solidFill>
            <a:round/>
          </a:ln>
        </p:spPr>
        <p:txBody>
          <a:bodyPr lIns="1080" tIns="360" rIns="1080" bIns="3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224" name=""/>
          <p:cNvSpPr/>
          <p:nvPr/>
        </p:nvSpPr>
        <p:spPr>
          <a:xfrm>
            <a:off x="5514480" y="1591920"/>
            <a:ext cx="360" cy="360"/>
          </a:xfrm>
          <a:custGeom>
            <a:avLst/>
            <a:gdLst/>
            <a:ahLst/>
            <a:rect l="0" t="0" r="r" b="b"/>
            <a:pathLst>
              <a:path w="1" h="1">
                <a:moveTo>
                  <a:pt x="0" y="0"/>
                </a:moveTo>
                <a:lnTo>
                  <a:pt x="1" y="0"/>
                </a:lnTo>
                <a:lnTo>
                  <a:pt x="1" y="1"/>
                </a:lnTo>
                <a:lnTo>
                  <a:pt x="0" y="1"/>
                </a:lnTo>
                <a:lnTo>
                  <a:pt x="0" y="0"/>
                </a:lnTo>
                <a:close/>
              </a:path>
            </a:pathLst>
          </a:custGeom>
          <a:solidFill>
            <a:srgbClr val="9FBAD7"/>
          </a:solidFill>
          <a:ln w="2520">
            <a:solidFill>
              <a:srgbClr val="FFFFFF"/>
            </a:solidFill>
            <a:round/>
          </a:ln>
        </p:spPr>
        <p:txBody>
          <a:bodyPr lIns="1080" tIns="-720" rIns="1080" bIns="-7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225" name=""/>
          <p:cNvSpPr/>
          <p:nvPr/>
        </p:nvSpPr>
        <p:spPr>
          <a:xfrm>
            <a:off x="5510160" y="1591920"/>
            <a:ext cx="360" cy="0"/>
          </a:xfrm>
          <a:custGeom>
            <a:avLst/>
            <a:gdLst/>
            <a:ahLst/>
            <a:rect l="0" t="0" r="r" b="b"/>
            <a:pathLst>
              <a:path w="1" h="0">
                <a:moveTo>
                  <a:pt x="1" y="0"/>
                </a:moveTo>
                <a:lnTo>
                  <a:pt x="0" y="0"/>
                </a:lnTo>
                <a:lnTo>
                  <a:pt x="1" y="0"/>
                </a:lnTo>
                <a:close/>
              </a:path>
            </a:pathLst>
          </a:custGeom>
          <a:solidFill>
            <a:srgbClr val="9FBAD7"/>
          </a:solidFill>
          <a:ln w="2520">
            <a:solidFill>
              <a:srgbClr val="FFFFFF"/>
            </a:solidFill>
            <a:round/>
          </a:ln>
        </p:spPr>
        <p:txBody>
          <a:bodyPr lIns="1080" tIns="-1080" rIns="1080" bIns="-108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226" name=""/>
          <p:cNvSpPr/>
          <p:nvPr/>
        </p:nvSpPr>
        <p:spPr>
          <a:xfrm>
            <a:off x="5512680" y="1591200"/>
            <a:ext cx="1440" cy="1800"/>
          </a:xfrm>
          <a:custGeom>
            <a:avLst/>
            <a:gdLst/>
            <a:ahLst/>
            <a:rect l="0" t="0" r="r" b="b"/>
            <a:pathLst>
              <a:path w="4" h="5">
                <a:moveTo>
                  <a:pt x="2" y="5"/>
                </a:moveTo>
                <a:lnTo>
                  <a:pt x="2" y="3"/>
                </a:lnTo>
                <a:lnTo>
                  <a:pt x="0" y="3"/>
                </a:lnTo>
                <a:lnTo>
                  <a:pt x="2" y="3"/>
                </a:lnTo>
                <a:lnTo>
                  <a:pt x="2" y="2"/>
                </a:lnTo>
                <a:lnTo>
                  <a:pt x="0" y="2"/>
                </a:lnTo>
                <a:lnTo>
                  <a:pt x="2" y="0"/>
                </a:lnTo>
                <a:lnTo>
                  <a:pt x="2" y="2"/>
                </a:lnTo>
                <a:lnTo>
                  <a:pt x="2" y="3"/>
                </a:lnTo>
                <a:lnTo>
                  <a:pt x="4" y="3"/>
                </a:lnTo>
                <a:lnTo>
                  <a:pt x="2" y="3"/>
                </a:lnTo>
                <a:lnTo>
                  <a:pt x="2" y="5"/>
                </a:lnTo>
                <a:close/>
              </a:path>
            </a:pathLst>
          </a:custGeom>
          <a:solidFill>
            <a:srgbClr val="9FBAD7"/>
          </a:solidFill>
          <a:ln w="2520">
            <a:solidFill>
              <a:srgbClr val="FFFFFF"/>
            </a:solidFill>
            <a:round/>
          </a:ln>
        </p:spPr>
        <p:txBody>
          <a:bodyPr lIns="1080" tIns="720" rIns="1080" bIns="7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227" name=""/>
          <p:cNvSpPr/>
          <p:nvPr/>
        </p:nvSpPr>
        <p:spPr>
          <a:xfrm>
            <a:off x="5512320" y="1590840"/>
            <a:ext cx="720" cy="720"/>
          </a:xfrm>
          <a:custGeom>
            <a:avLst/>
            <a:gdLst/>
            <a:ahLst/>
            <a:rect l="0" t="0" r="r" b="b"/>
            <a:pathLst>
              <a:path w="2" h="2">
                <a:moveTo>
                  <a:pt x="2" y="2"/>
                </a:moveTo>
                <a:lnTo>
                  <a:pt x="0" y="2"/>
                </a:lnTo>
                <a:lnTo>
                  <a:pt x="0" y="0"/>
                </a:lnTo>
                <a:lnTo>
                  <a:pt x="0" y="2"/>
                </a:lnTo>
                <a:lnTo>
                  <a:pt x="2" y="2"/>
                </a:lnTo>
                <a:close/>
              </a:path>
            </a:pathLst>
          </a:custGeom>
          <a:solidFill>
            <a:srgbClr val="9FBAD7"/>
          </a:solidFill>
          <a:ln w="2520">
            <a:solidFill>
              <a:srgbClr val="FFFFFF"/>
            </a:solidFill>
            <a:round/>
          </a:ln>
        </p:spPr>
        <p:txBody>
          <a:bodyPr lIns="1080" tIns="-360" rIns="1080" bIns="-3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228" name=""/>
          <p:cNvSpPr/>
          <p:nvPr/>
        </p:nvSpPr>
        <p:spPr>
          <a:xfrm>
            <a:off x="5511240" y="1584720"/>
            <a:ext cx="1440" cy="1440"/>
          </a:xfrm>
          <a:custGeom>
            <a:avLst/>
            <a:gdLst/>
            <a:ahLst/>
            <a:rect l="0" t="0" r="r" b="b"/>
            <a:pathLst>
              <a:path w="4" h="4">
                <a:moveTo>
                  <a:pt x="4" y="2"/>
                </a:moveTo>
                <a:lnTo>
                  <a:pt x="4" y="4"/>
                </a:lnTo>
                <a:lnTo>
                  <a:pt x="3" y="4"/>
                </a:lnTo>
                <a:lnTo>
                  <a:pt x="3" y="2"/>
                </a:lnTo>
                <a:lnTo>
                  <a:pt x="1" y="2"/>
                </a:lnTo>
                <a:lnTo>
                  <a:pt x="0" y="2"/>
                </a:lnTo>
                <a:lnTo>
                  <a:pt x="1" y="2"/>
                </a:lnTo>
                <a:lnTo>
                  <a:pt x="1" y="0"/>
                </a:lnTo>
                <a:lnTo>
                  <a:pt x="3" y="0"/>
                </a:lnTo>
                <a:lnTo>
                  <a:pt x="3" y="2"/>
                </a:lnTo>
                <a:lnTo>
                  <a:pt x="3" y="0"/>
                </a:lnTo>
                <a:lnTo>
                  <a:pt x="3" y="2"/>
                </a:lnTo>
                <a:lnTo>
                  <a:pt x="4" y="2"/>
                </a:lnTo>
                <a:close/>
              </a:path>
            </a:pathLst>
          </a:custGeom>
          <a:solidFill>
            <a:srgbClr val="9FBAD7"/>
          </a:solidFill>
          <a:ln w="2520">
            <a:solidFill>
              <a:srgbClr val="FFFFFF"/>
            </a:solidFill>
            <a:round/>
          </a:ln>
        </p:spPr>
        <p:txBody>
          <a:bodyPr lIns="1080" tIns="360" rIns="1080" bIns="3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229" name=""/>
          <p:cNvSpPr/>
          <p:nvPr/>
        </p:nvSpPr>
        <p:spPr>
          <a:xfrm>
            <a:off x="5512680" y="1582920"/>
            <a:ext cx="0" cy="0"/>
          </a:xfrm>
          <a:custGeom>
            <a:avLst/>
            <a:gdLst/>
            <a:ahLst/>
            <a:rect l="0" t="0" r="r" b="b"/>
            <a:pathLst>
              <a:path w="0" h="0">
                <a:moveTo>
                  <a:pt x="0" y="0"/>
                </a:moveTo>
                <a:lnTo>
                  <a:pt x="0" y="0"/>
                </a:lnTo>
                <a:close/>
              </a:path>
            </a:pathLst>
          </a:custGeom>
          <a:solidFill>
            <a:srgbClr val="9FBAD7"/>
          </a:solidFill>
          <a:ln w="2520">
            <a:solidFill>
              <a:srgbClr val="FFFFFF"/>
            </a:solidFill>
            <a:round/>
          </a:ln>
        </p:spPr>
        <p:txBody>
          <a:bodyPr lIns="1080" tIns="-1080" rIns="1080" bIns="-108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230" name=""/>
          <p:cNvSpPr/>
          <p:nvPr/>
        </p:nvSpPr>
        <p:spPr>
          <a:xfrm>
            <a:off x="5512680" y="1582560"/>
            <a:ext cx="360" cy="360"/>
          </a:xfrm>
          <a:custGeom>
            <a:avLst/>
            <a:gdLst/>
            <a:ahLst/>
            <a:rect l="0" t="0" r="r" b="b"/>
            <a:pathLst>
              <a:path w="1" h="1">
                <a:moveTo>
                  <a:pt x="0" y="0"/>
                </a:moveTo>
                <a:lnTo>
                  <a:pt x="1" y="0"/>
                </a:lnTo>
                <a:lnTo>
                  <a:pt x="1" y="1"/>
                </a:lnTo>
                <a:lnTo>
                  <a:pt x="0" y="1"/>
                </a:lnTo>
                <a:lnTo>
                  <a:pt x="0" y="0"/>
                </a:lnTo>
                <a:close/>
              </a:path>
            </a:pathLst>
          </a:custGeom>
          <a:solidFill>
            <a:srgbClr val="9FBAD7"/>
          </a:solidFill>
          <a:ln w="2520">
            <a:solidFill>
              <a:srgbClr val="FFFFFF"/>
            </a:solidFill>
            <a:round/>
          </a:ln>
        </p:spPr>
        <p:txBody>
          <a:bodyPr lIns="1080" tIns="-720" rIns="1080" bIns="-7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231" name=""/>
          <p:cNvSpPr/>
          <p:nvPr/>
        </p:nvSpPr>
        <p:spPr>
          <a:xfrm>
            <a:off x="5520240" y="1594440"/>
            <a:ext cx="1440" cy="720"/>
          </a:xfrm>
          <a:custGeom>
            <a:avLst/>
            <a:gdLst/>
            <a:ahLst/>
            <a:rect l="0" t="0" r="r" b="b"/>
            <a:pathLst>
              <a:path w="4" h="2">
                <a:moveTo>
                  <a:pt x="4" y="2"/>
                </a:moveTo>
                <a:lnTo>
                  <a:pt x="3" y="2"/>
                </a:lnTo>
                <a:lnTo>
                  <a:pt x="2" y="2"/>
                </a:lnTo>
                <a:lnTo>
                  <a:pt x="0" y="2"/>
                </a:lnTo>
                <a:lnTo>
                  <a:pt x="2" y="2"/>
                </a:lnTo>
                <a:lnTo>
                  <a:pt x="3" y="2"/>
                </a:lnTo>
                <a:lnTo>
                  <a:pt x="3" y="0"/>
                </a:lnTo>
                <a:lnTo>
                  <a:pt x="3" y="2"/>
                </a:lnTo>
                <a:lnTo>
                  <a:pt x="3" y="0"/>
                </a:lnTo>
                <a:lnTo>
                  <a:pt x="4" y="0"/>
                </a:lnTo>
                <a:lnTo>
                  <a:pt x="4" y="2"/>
                </a:lnTo>
                <a:close/>
              </a:path>
            </a:pathLst>
          </a:custGeom>
          <a:solidFill>
            <a:srgbClr val="9FBAD7"/>
          </a:solidFill>
          <a:ln w="2520">
            <a:solidFill>
              <a:srgbClr val="FFFFFF"/>
            </a:solidFill>
            <a:round/>
          </a:ln>
        </p:spPr>
        <p:txBody>
          <a:bodyPr lIns="1080" tIns="-360" rIns="1080" bIns="-3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232" name=""/>
          <p:cNvSpPr/>
          <p:nvPr/>
        </p:nvSpPr>
        <p:spPr>
          <a:xfrm>
            <a:off x="5521320" y="1594080"/>
            <a:ext cx="2160" cy="1440"/>
          </a:xfrm>
          <a:custGeom>
            <a:avLst/>
            <a:gdLst/>
            <a:ahLst/>
            <a:rect l="0" t="0" r="r" b="b"/>
            <a:pathLst>
              <a:path w="6" h="4">
                <a:moveTo>
                  <a:pt x="4" y="0"/>
                </a:moveTo>
                <a:lnTo>
                  <a:pt x="4" y="2"/>
                </a:lnTo>
                <a:lnTo>
                  <a:pt x="6" y="2"/>
                </a:lnTo>
                <a:lnTo>
                  <a:pt x="4" y="2"/>
                </a:lnTo>
                <a:lnTo>
                  <a:pt x="3" y="2"/>
                </a:lnTo>
                <a:lnTo>
                  <a:pt x="2" y="2"/>
                </a:lnTo>
                <a:lnTo>
                  <a:pt x="2" y="4"/>
                </a:lnTo>
                <a:lnTo>
                  <a:pt x="2" y="2"/>
                </a:lnTo>
                <a:lnTo>
                  <a:pt x="0" y="2"/>
                </a:lnTo>
                <a:lnTo>
                  <a:pt x="2" y="0"/>
                </a:lnTo>
                <a:lnTo>
                  <a:pt x="3" y="0"/>
                </a:lnTo>
                <a:lnTo>
                  <a:pt x="4" y="0"/>
                </a:lnTo>
                <a:close/>
              </a:path>
            </a:pathLst>
          </a:custGeom>
          <a:solidFill>
            <a:srgbClr val="9FBAD7"/>
          </a:solidFill>
          <a:ln w="2520">
            <a:solidFill>
              <a:srgbClr val="FFFFFF"/>
            </a:solidFill>
            <a:round/>
          </a:ln>
        </p:spPr>
        <p:txBody>
          <a:bodyPr lIns="1080" tIns="360" rIns="1080" bIns="3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233" name=""/>
          <p:cNvSpPr/>
          <p:nvPr/>
        </p:nvSpPr>
        <p:spPr>
          <a:xfrm>
            <a:off x="5522400" y="1592640"/>
            <a:ext cx="2520" cy="1800"/>
          </a:xfrm>
          <a:custGeom>
            <a:avLst/>
            <a:gdLst/>
            <a:ahLst/>
            <a:rect l="0" t="0" r="r" b="b"/>
            <a:pathLst>
              <a:path w="7" h="5">
                <a:moveTo>
                  <a:pt x="7" y="0"/>
                </a:moveTo>
                <a:lnTo>
                  <a:pt x="7" y="1"/>
                </a:lnTo>
                <a:lnTo>
                  <a:pt x="6" y="1"/>
                </a:lnTo>
                <a:lnTo>
                  <a:pt x="6" y="2"/>
                </a:lnTo>
                <a:lnTo>
                  <a:pt x="4" y="2"/>
                </a:lnTo>
                <a:lnTo>
                  <a:pt x="3" y="2"/>
                </a:lnTo>
                <a:lnTo>
                  <a:pt x="3" y="4"/>
                </a:lnTo>
                <a:lnTo>
                  <a:pt x="3" y="2"/>
                </a:lnTo>
                <a:lnTo>
                  <a:pt x="2" y="2"/>
                </a:lnTo>
                <a:lnTo>
                  <a:pt x="2" y="4"/>
                </a:lnTo>
                <a:lnTo>
                  <a:pt x="1" y="4"/>
                </a:lnTo>
                <a:lnTo>
                  <a:pt x="1" y="5"/>
                </a:lnTo>
                <a:lnTo>
                  <a:pt x="1" y="4"/>
                </a:lnTo>
                <a:lnTo>
                  <a:pt x="0" y="4"/>
                </a:lnTo>
                <a:lnTo>
                  <a:pt x="1" y="4"/>
                </a:lnTo>
                <a:lnTo>
                  <a:pt x="1" y="2"/>
                </a:lnTo>
                <a:lnTo>
                  <a:pt x="2" y="2"/>
                </a:lnTo>
                <a:lnTo>
                  <a:pt x="3" y="2"/>
                </a:lnTo>
                <a:lnTo>
                  <a:pt x="3" y="1"/>
                </a:lnTo>
                <a:lnTo>
                  <a:pt x="4" y="1"/>
                </a:lnTo>
                <a:lnTo>
                  <a:pt x="6" y="1"/>
                </a:lnTo>
                <a:lnTo>
                  <a:pt x="7" y="0"/>
                </a:lnTo>
                <a:lnTo>
                  <a:pt x="6" y="0"/>
                </a:lnTo>
                <a:lnTo>
                  <a:pt x="7" y="0"/>
                </a:lnTo>
                <a:close/>
              </a:path>
            </a:pathLst>
          </a:custGeom>
          <a:solidFill>
            <a:srgbClr val="9FBAD7"/>
          </a:solidFill>
          <a:ln w="2520">
            <a:solidFill>
              <a:srgbClr val="FFFFFF"/>
            </a:solidFill>
            <a:round/>
          </a:ln>
        </p:spPr>
        <p:txBody>
          <a:bodyPr lIns="1080" tIns="720" rIns="1080" bIns="7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234" name=""/>
          <p:cNvSpPr/>
          <p:nvPr/>
        </p:nvSpPr>
        <p:spPr>
          <a:xfrm>
            <a:off x="5531040" y="1582560"/>
            <a:ext cx="1440" cy="720"/>
          </a:xfrm>
          <a:custGeom>
            <a:avLst/>
            <a:gdLst/>
            <a:ahLst/>
            <a:rect l="0" t="0" r="r" b="b"/>
            <a:pathLst>
              <a:path w="4" h="2">
                <a:moveTo>
                  <a:pt x="4" y="0"/>
                </a:moveTo>
                <a:lnTo>
                  <a:pt x="2" y="0"/>
                </a:lnTo>
                <a:lnTo>
                  <a:pt x="2" y="2"/>
                </a:lnTo>
                <a:lnTo>
                  <a:pt x="0" y="2"/>
                </a:lnTo>
                <a:lnTo>
                  <a:pt x="2" y="2"/>
                </a:lnTo>
                <a:lnTo>
                  <a:pt x="2" y="0"/>
                </a:lnTo>
                <a:lnTo>
                  <a:pt x="4" y="0"/>
                </a:lnTo>
                <a:close/>
              </a:path>
            </a:pathLst>
          </a:custGeom>
          <a:solidFill>
            <a:srgbClr val="9FBAD7"/>
          </a:solidFill>
          <a:ln w="2520">
            <a:solidFill>
              <a:srgbClr val="FFFFFF"/>
            </a:solidFill>
            <a:round/>
          </a:ln>
        </p:spPr>
        <p:txBody>
          <a:bodyPr lIns="1080" tIns="-360" rIns="1080" bIns="-3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235" name=""/>
          <p:cNvSpPr/>
          <p:nvPr/>
        </p:nvSpPr>
        <p:spPr>
          <a:xfrm>
            <a:off x="5530680" y="1581840"/>
            <a:ext cx="1080" cy="1440"/>
          </a:xfrm>
          <a:custGeom>
            <a:avLst/>
            <a:gdLst/>
            <a:ahLst/>
            <a:rect l="0" t="0" r="r" b="b"/>
            <a:pathLst>
              <a:path w="3" h="4">
                <a:moveTo>
                  <a:pt x="3" y="0"/>
                </a:moveTo>
                <a:lnTo>
                  <a:pt x="3" y="2"/>
                </a:lnTo>
                <a:lnTo>
                  <a:pt x="1" y="2"/>
                </a:lnTo>
                <a:lnTo>
                  <a:pt x="1" y="4"/>
                </a:lnTo>
                <a:lnTo>
                  <a:pt x="0" y="2"/>
                </a:lnTo>
                <a:lnTo>
                  <a:pt x="0" y="0"/>
                </a:lnTo>
                <a:lnTo>
                  <a:pt x="1" y="0"/>
                </a:lnTo>
                <a:lnTo>
                  <a:pt x="3" y="0"/>
                </a:lnTo>
                <a:close/>
              </a:path>
            </a:pathLst>
          </a:custGeom>
          <a:solidFill>
            <a:srgbClr val="9FBAD7"/>
          </a:solidFill>
          <a:ln w="2520">
            <a:solidFill>
              <a:srgbClr val="FFFFFF"/>
            </a:solidFill>
            <a:round/>
          </a:ln>
        </p:spPr>
        <p:txBody>
          <a:bodyPr lIns="1080" tIns="360" rIns="1080" bIns="3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236" name=""/>
          <p:cNvSpPr/>
          <p:nvPr/>
        </p:nvSpPr>
        <p:spPr>
          <a:xfrm>
            <a:off x="5535720" y="1580400"/>
            <a:ext cx="360" cy="360"/>
          </a:xfrm>
          <a:custGeom>
            <a:avLst/>
            <a:gdLst/>
            <a:ahLst/>
            <a:rect l="0" t="0" r="r" b="b"/>
            <a:pathLst>
              <a:path w="1" h="1">
                <a:moveTo>
                  <a:pt x="1" y="0"/>
                </a:moveTo>
                <a:lnTo>
                  <a:pt x="0" y="0"/>
                </a:lnTo>
                <a:lnTo>
                  <a:pt x="0" y="1"/>
                </a:lnTo>
                <a:lnTo>
                  <a:pt x="0" y="0"/>
                </a:lnTo>
                <a:lnTo>
                  <a:pt x="1" y="0"/>
                </a:lnTo>
                <a:close/>
              </a:path>
            </a:pathLst>
          </a:custGeom>
          <a:solidFill>
            <a:srgbClr val="9FBAD7"/>
          </a:solidFill>
          <a:ln w="2520">
            <a:solidFill>
              <a:srgbClr val="FFFFFF"/>
            </a:solidFill>
            <a:round/>
          </a:ln>
        </p:spPr>
        <p:txBody>
          <a:bodyPr lIns="1080" tIns="-720" rIns="1080" bIns="-7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237" name=""/>
          <p:cNvSpPr/>
          <p:nvPr/>
        </p:nvSpPr>
        <p:spPr>
          <a:xfrm>
            <a:off x="5530680" y="1578960"/>
            <a:ext cx="1440" cy="1440"/>
          </a:xfrm>
          <a:custGeom>
            <a:avLst/>
            <a:gdLst/>
            <a:ahLst/>
            <a:rect l="0" t="0" r="r" b="b"/>
            <a:pathLst>
              <a:path w="4" h="4">
                <a:moveTo>
                  <a:pt x="2" y="0"/>
                </a:moveTo>
                <a:lnTo>
                  <a:pt x="2" y="2"/>
                </a:lnTo>
                <a:lnTo>
                  <a:pt x="4" y="2"/>
                </a:lnTo>
                <a:lnTo>
                  <a:pt x="4" y="4"/>
                </a:lnTo>
                <a:lnTo>
                  <a:pt x="2" y="4"/>
                </a:lnTo>
                <a:lnTo>
                  <a:pt x="2" y="2"/>
                </a:lnTo>
                <a:lnTo>
                  <a:pt x="0" y="2"/>
                </a:lnTo>
                <a:lnTo>
                  <a:pt x="0" y="0"/>
                </a:lnTo>
                <a:lnTo>
                  <a:pt x="2" y="0"/>
                </a:lnTo>
                <a:close/>
              </a:path>
            </a:pathLst>
          </a:custGeom>
          <a:solidFill>
            <a:srgbClr val="9FBAD7"/>
          </a:solidFill>
          <a:ln w="2520">
            <a:solidFill>
              <a:srgbClr val="FFFFFF"/>
            </a:solidFill>
            <a:round/>
          </a:ln>
        </p:spPr>
        <p:txBody>
          <a:bodyPr lIns="1080" tIns="360" rIns="1080" bIns="3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238" name=""/>
          <p:cNvSpPr/>
          <p:nvPr/>
        </p:nvSpPr>
        <p:spPr>
          <a:xfrm>
            <a:off x="5532480" y="1578960"/>
            <a:ext cx="360" cy="0"/>
          </a:xfrm>
          <a:custGeom>
            <a:avLst/>
            <a:gdLst/>
            <a:ahLst/>
            <a:rect l="0" t="0" r="r" b="b"/>
            <a:pathLst>
              <a:path w="1" h="0">
                <a:moveTo>
                  <a:pt x="1" y="0"/>
                </a:moveTo>
                <a:lnTo>
                  <a:pt x="0" y="0"/>
                </a:lnTo>
                <a:lnTo>
                  <a:pt x="1" y="0"/>
                </a:lnTo>
                <a:lnTo>
                  <a:pt x="0" y="0"/>
                </a:lnTo>
                <a:lnTo>
                  <a:pt x="1" y="0"/>
                </a:lnTo>
                <a:close/>
              </a:path>
            </a:pathLst>
          </a:custGeom>
          <a:solidFill>
            <a:srgbClr val="9FBAD7"/>
          </a:solidFill>
          <a:ln w="2520">
            <a:solidFill>
              <a:srgbClr val="FFFFFF"/>
            </a:solidFill>
            <a:round/>
          </a:ln>
        </p:spPr>
        <p:txBody>
          <a:bodyPr lIns="1080" tIns="-1080" rIns="1080" bIns="-108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239" name=""/>
          <p:cNvSpPr/>
          <p:nvPr/>
        </p:nvSpPr>
        <p:spPr>
          <a:xfrm>
            <a:off x="5531040" y="1577160"/>
            <a:ext cx="0" cy="0"/>
          </a:xfrm>
          <a:custGeom>
            <a:avLst/>
            <a:gdLst/>
            <a:ahLst/>
            <a:rect l="0" t="0" r="r" b="b"/>
            <a:pathLst>
              <a:path w="0" h="0">
                <a:moveTo>
                  <a:pt x="0" y="0"/>
                </a:moveTo>
                <a:lnTo>
                  <a:pt x="0" y="0"/>
                </a:lnTo>
                <a:close/>
              </a:path>
            </a:pathLst>
          </a:custGeom>
          <a:solidFill>
            <a:srgbClr val="9FBAD7"/>
          </a:solidFill>
          <a:ln w="2520">
            <a:solidFill>
              <a:srgbClr val="FFFFFF"/>
            </a:solidFill>
            <a:round/>
          </a:ln>
        </p:spPr>
        <p:txBody>
          <a:bodyPr lIns="1080" tIns="-1080" rIns="1080" bIns="-108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240" name=""/>
          <p:cNvSpPr/>
          <p:nvPr/>
        </p:nvSpPr>
        <p:spPr>
          <a:xfrm>
            <a:off x="5529960" y="1577160"/>
            <a:ext cx="0" cy="0"/>
          </a:xfrm>
          <a:custGeom>
            <a:avLst/>
            <a:gdLst/>
            <a:ahLst/>
            <a:rect l="0" t="0" r="r" b="b"/>
            <a:pathLst>
              <a:path w="0" h="0">
                <a:moveTo>
                  <a:pt x="0" y="0"/>
                </a:moveTo>
                <a:lnTo>
                  <a:pt x="0" y="0"/>
                </a:lnTo>
                <a:close/>
              </a:path>
            </a:pathLst>
          </a:custGeom>
          <a:solidFill>
            <a:srgbClr val="9FBAD7"/>
          </a:solidFill>
          <a:ln w="2520">
            <a:solidFill>
              <a:srgbClr val="FFFFFF"/>
            </a:solidFill>
            <a:round/>
          </a:ln>
        </p:spPr>
        <p:txBody>
          <a:bodyPr lIns="1080" tIns="-1080" rIns="1080" bIns="-108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241" name=""/>
          <p:cNvSpPr/>
          <p:nvPr/>
        </p:nvSpPr>
        <p:spPr>
          <a:xfrm>
            <a:off x="5530680" y="1576800"/>
            <a:ext cx="360" cy="360"/>
          </a:xfrm>
          <a:custGeom>
            <a:avLst/>
            <a:gdLst/>
            <a:ahLst/>
            <a:rect l="0" t="0" r="r" b="b"/>
            <a:pathLst>
              <a:path w="1" h="1">
                <a:moveTo>
                  <a:pt x="1" y="0"/>
                </a:moveTo>
                <a:lnTo>
                  <a:pt x="0" y="0"/>
                </a:lnTo>
                <a:lnTo>
                  <a:pt x="1" y="0"/>
                </a:lnTo>
                <a:lnTo>
                  <a:pt x="1" y="1"/>
                </a:lnTo>
                <a:lnTo>
                  <a:pt x="0" y="1"/>
                </a:lnTo>
                <a:lnTo>
                  <a:pt x="1" y="0"/>
                </a:lnTo>
                <a:close/>
              </a:path>
            </a:pathLst>
          </a:custGeom>
          <a:solidFill>
            <a:srgbClr val="9FBAD7"/>
          </a:solidFill>
          <a:ln w="2520">
            <a:solidFill>
              <a:srgbClr val="FFFFFF"/>
            </a:solidFill>
            <a:round/>
          </a:ln>
        </p:spPr>
        <p:txBody>
          <a:bodyPr lIns="1080" tIns="-720" rIns="1080" bIns="-7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242" name=""/>
          <p:cNvSpPr/>
          <p:nvPr/>
        </p:nvSpPr>
        <p:spPr>
          <a:xfrm>
            <a:off x="5529240" y="1576080"/>
            <a:ext cx="360" cy="0"/>
          </a:xfrm>
          <a:custGeom>
            <a:avLst/>
            <a:gdLst/>
            <a:ahLst/>
            <a:rect l="0" t="0" r="r" b="b"/>
            <a:pathLst>
              <a:path w="1" h="0">
                <a:moveTo>
                  <a:pt x="1" y="0"/>
                </a:moveTo>
                <a:lnTo>
                  <a:pt x="0" y="0"/>
                </a:lnTo>
                <a:lnTo>
                  <a:pt x="1" y="0"/>
                </a:lnTo>
                <a:close/>
              </a:path>
            </a:pathLst>
          </a:custGeom>
          <a:solidFill>
            <a:srgbClr val="9FBAD7"/>
          </a:solidFill>
          <a:ln w="2520">
            <a:solidFill>
              <a:srgbClr val="FFFFFF"/>
            </a:solidFill>
            <a:round/>
          </a:ln>
        </p:spPr>
        <p:txBody>
          <a:bodyPr lIns="1080" tIns="-1080" rIns="1080" bIns="-108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243" name=""/>
          <p:cNvSpPr/>
          <p:nvPr/>
        </p:nvSpPr>
        <p:spPr>
          <a:xfrm>
            <a:off x="5552280" y="1575360"/>
            <a:ext cx="0" cy="0"/>
          </a:xfrm>
          <a:custGeom>
            <a:avLst/>
            <a:gdLst/>
            <a:ahLst/>
            <a:rect l="0" t="0" r="r" b="b"/>
            <a:pathLst>
              <a:path w="0" h="0">
                <a:moveTo>
                  <a:pt x="0" y="0"/>
                </a:moveTo>
                <a:lnTo>
                  <a:pt x="0" y="0"/>
                </a:lnTo>
                <a:close/>
              </a:path>
            </a:pathLst>
          </a:custGeom>
          <a:solidFill>
            <a:srgbClr val="9FBAD7"/>
          </a:solidFill>
          <a:ln w="2520">
            <a:solidFill>
              <a:srgbClr val="FFFFFF"/>
            </a:solidFill>
            <a:round/>
          </a:ln>
        </p:spPr>
        <p:txBody>
          <a:bodyPr lIns="1080" tIns="-1080" rIns="1080" bIns="-108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244" name=""/>
          <p:cNvSpPr/>
          <p:nvPr/>
        </p:nvSpPr>
        <p:spPr>
          <a:xfrm>
            <a:off x="5537160" y="1574640"/>
            <a:ext cx="1440" cy="1440"/>
          </a:xfrm>
          <a:custGeom>
            <a:avLst/>
            <a:gdLst/>
            <a:ahLst/>
            <a:rect l="0" t="0" r="r" b="b"/>
            <a:pathLst>
              <a:path w="4" h="4">
                <a:moveTo>
                  <a:pt x="4" y="2"/>
                </a:moveTo>
                <a:lnTo>
                  <a:pt x="2" y="4"/>
                </a:lnTo>
                <a:lnTo>
                  <a:pt x="0" y="2"/>
                </a:lnTo>
                <a:lnTo>
                  <a:pt x="2" y="2"/>
                </a:lnTo>
                <a:lnTo>
                  <a:pt x="2" y="0"/>
                </a:lnTo>
                <a:lnTo>
                  <a:pt x="2" y="2"/>
                </a:lnTo>
                <a:lnTo>
                  <a:pt x="4" y="2"/>
                </a:lnTo>
                <a:close/>
              </a:path>
            </a:pathLst>
          </a:custGeom>
          <a:solidFill>
            <a:srgbClr val="9FBAD7"/>
          </a:solidFill>
          <a:ln w="2520">
            <a:solidFill>
              <a:srgbClr val="FFFFFF"/>
            </a:solidFill>
            <a:round/>
          </a:ln>
        </p:spPr>
        <p:txBody>
          <a:bodyPr lIns="1080" tIns="360" rIns="1080" bIns="3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245" name=""/>
          <p:cNvSpPr/>
          <p:nvPr/>
        </p:nvSpPr>
        <p:spPr>
          <a:xfrm>
            <a:off x="5542920" y="1573920"/>
            <a:ext cx="360" cy="360"/>
          </a:xfrm>
          <a:custGeom>
            <a:avLst/>
            <a:gdLst/>
            <a:ahLst/>
            <a:rect l="0" t="0" r="r" b="b"/>
            <a:pathLst>
              <a:path w="1" h="1">
                <a:moveTo>
                  <a:pt x="1" y="0"/>
                </a:moveTo>
                <a:lnTo>
                  <a:pt x="1" y="1"/>
                </a:lnTo>
                <a:lnTo>
                  <a:pt x="1" y="0"/>
                </a:lnTo>
                <a:lnTo>
                  <a:pt x="0" y="0"/>
                </a:lnTo>
                <a:lnTo>
                  <a:pt x="1" y="0"/>
                </a:lnTo>
                <a:close/>
              </a:path>
            </a:pathLst>
          </a:custGeom>
          <a:solidFill>
            <a:srgbClr val="9FBAD7"/>
          </a:solidFill>
          <a:ln w="2520">
            <a:solidFill>
              <a:srgbClr val="FFFFFF"/>
            </a:solidFill>
            <a:round/>
          </a:ln>
        </p:spPr>
        <p:txBody>
          <a:bodyPr lIns="1080" tIns="-720" rIns="1080" bIns="-7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246" name=""/>
          <p:cNvSpPr/>
          <p:nvPr/>
        </p:nvSpPr>
        <p:spPr>
          <a:xfrm>
            <a:off x="5541120" y="1573200"/>
            <a:ext cx="360" cy="360"/>
          </a:xfrm>
          <a:custGeom>
            <a:avLst/>
            <a:gdLst/>
            <a:ahLst/>
            <a:rect l="0" t="0" r="r" b="b"/>
            <a:pathLst>
              <a:path w="1" h="1">
                <a:moveTo>
                  <a:pt x="0" y="0"/>
                </a:moveTo>
                <a:lnTo>
                  <a:pt x="0" y="1"/>
                </a:lnTo>
                <a:lnTo>
                  <a:pt x="0" y="0"/>
                </a:lnTo>
                <a:lnTo>
                  <a:pt x="1" y="0"/>
                </a:lnTo>
                <a:lnTo>
                  <a:pt x="0" y="0"/>
                </a:lnTo>
                <a:close/>
              </a:path>
            </a:pathLst>
          </a:custGeom>
          <a:solidFill>
            <a:srgbClr val="9FBAD7"/>
          </a:solidFill>
          <a:ln w="2520">
            <a:solidFill>
              <a:srgbClr val="FFFFFF"/>
            </a:solidFill>
            <a:round/>
          </a:ln>
        </p:spPr>
        <p:txBody>
          <a:bodyPr lIns="1080" tIns="-720" rIns="1080" bIns="-7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247" name=""/>
          <p:cNvSpPr/>
          <p:nvPr/>
        </p:nvSpPr>
        <p:spPr>
          <a:xfrm>
            <a:off x="5545440" y="1569600"/>
            <a:ext cx="0" cy="0"/>
          </a:xfrm>
          <a:custGeom>
            <a:avLst/>
            <a:gdLst/>
            <a:ahLst/>
            <a:rect l="0" t="0" r="r" b="b"/>
            <a:pathLst>
              <a:path w="0" h="0">
                <a:moveTo>
                  <a:pt x="0" y="0"/>
                </a:moveTo>
                <a:lnTo>
                  <a:pt x="0" y="0"/>
                </a:lnTo>
                <a:close/>
              </a:path>
            </a:pathLst>
          </a:custGeom>
          <a:solidFill>
            <a:srgbClr val="9FBAD7"/>
          </a:solidFill>
          <a:ln w="2520">
            <a:solidFill>
              <a:srgbClr val="FFFFFF"/>
            </a:solidFill>
            <a:round/>
          </a:ln>
        </p:spPr>
        <p:txBody>
          <a:bodyPr lIns="1080" tIns="-1080" rIns="1080" bIns="-108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248" name=""/>
          <p:cNvSpPr/>
          <p:nvPr/>
        </p:nvSpPr>
        <p:spPr>
          <a:xfrm>
            <a:off x="5589720" y="1555560"/>
            <a:ext cx="360" cy="360"/>
          </a:xfrm>
          <a:custGeom>
            <a:avLst/>
            <a:gdLst/>
            <a:ahLst/>
            <a:rect l="0" t="0" r="r" b="b"/>
            <a:pathLst>
              <a:path w="1" h="1">
                <a:moveTo>
                  <a:pt x="1" y="1"/>
                </a:moveTo>
                <a:lnTo>
                  <a:pt x="0" y="1"/>
                </a:lnTo>
                <a:lnTo>
                  <a:pt x="1" y="0"/>
                </a:lnTo>
                <a:lnTo>
                  <a:pt x="1" y="1"/>
                </a:lnTo>
                <a:close/>
              </a:path>
            </a:pathLst>
          </a:custGeom>
          <a:solidFill>
            <a:srgbClr val="9FBAD7"/>
          </a:solidFill>
          <a:ln w="2520">
            <a:solidFill>
              <a:srgbClr val="FFFFFF"/>
            </a:solidFill>
            <a:round/>
          </a:ln>
        </p:spPr>
        <p:txBody>
          <a:bodyPr lIns="1080" tIns="-720" rIns="1080" bIns="-7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249" name=""/>
          <p:cNvSpPr/>
          <p:nvPr/>
        </p:nvSpPr>
        <p:spPr>
          <a:xfrm>
            <a:off x="5590080" y="1555200"/>
            <a:ext cx="360" cy="360"/>
          </a:xfrm>
          <a:custGeom>
            <a:avLst/>
            <a:gdLst/>
            <a:ahLst/>
            <a:rect l="0" t="0" r="r" b="b"/>
            <a:pathLst>
              <a:path w="1" h="1">
                <a:moveTo>
                  <a:pt x="1" y="0"/>
                </a:moveTo>
                <a:lnTo>
                  <a:pt x="0" y="1"/>
                </a:lnTo>
                <a:lnTo>
                  <a:pt x="0" y="0"/>
                </a:lnTo>
                <a:lnTo>
                  <a:pt x="1" y="0"/>
                </a:lnTo>
                <a:close/>
              </a:path>
            </a:pathLst>
          </a:custGeom>
          <a:solidFill>
            <a:srgbClr val="9FBAD7"/>
          </a:solidFill>
          <a:ln w="2520">
            <a:solidFill>
              <a:srgbClr val="FFFFFF"/>
            </a:solidFill>
            <a:round/>
          </a:ln>
        </p:spPr>
        <p:txBody>
          <a:bodyPr lIns="1080" tIns="-720" rIns="1080" bIns="-7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250" name=""/>
          <p:cNvSpPr/>
          <p:nvPr/>
        </p:nvSpPr>
        <p:spPr>
          <a:xfrm>
            <a:off x="5581440" y="1550880"/>
            <a:ext cx="5400" cy="2520"/>
          </a:xfrm>
          <a:custGeom>
            <a:avLst/>
            <a:gdLst/>
            <a:ahLst/>
            <a:rect l="0" t="0" r="r" b="b"/>
            <a:pathLst>
              <a:path w="15" h="7">
                <a:moveTo>
                  <a:pt x="13" y="1"/>
                </a:moveTo>
                <a:lnTo>
                  <a:pt x="13" y="2"/>
                </a:lnTo>
                <a:lnTo>
                  <a:pt x="13" y="1"/>
                </a:lnTo>
                <a:lnTo>
                  <a:pt x="14" y="1"/>
                </a:lnTo>
                <a:lnTo>
                  <a:pt x="14" y="2"/>
                </a:lnTo>
                <a:lnTo>
                  <a:pt x="15" y="2"/>
                </a:lnTo>
                <a:lnTo>
                  <a:pt x="14" y="2"/>
                </a:lnTo>
                <a:lnTo>
                  <a:pt x="13" y="2"/>
                </a:lnTo>
                <a:lnTo>
                  <a:pt x="13" y="4"/>
                </a:lnTo>
                <a:lnTo>
                  <a:pt x="14" y="4"/>
                </a:lnTo>
                <a:lnTo>
                  <a:pt x="14" y="5"/>
                </a:lnTo>
                <a:lnTo>
                  <a:pt x="13" y="5"/>
                </a:lnTo>
                <a:lnTo>
                  <a:pt x="14" y="5"/>
                </a:lnTo>
                <a:lnTo>
                  <a:pt x="14" y="6"/>
                </a:lnTo>
                <a:lnTo>
                  <a:pt x="13" y="7"/>
                </a:lnTo>
                <a:lnTo>
                  <a:pt x="13" y="6"/>
                </a:lnTo>
                <a:lnTo>
                  <a:pt x="11" y="6"/>
                </a:lnTo>
                <a:lnTo>
                  <a:pt x="11" y="7"/>
                </a:lnTo>
                <a:lnTo>
                  <a:pt x="11" y="6"/>
                </a:lnTo>
                <a:lnTo>
                  <a:pt x="10" y="6"/>
                </a:lnTo>
                <a:lnTo>
                  <a:pt x="9" y="6"/>
                </a:lnTo>
                <a:lnTo>
                  <a:pt x="8" y="6"/>
                </a:lnTo>
                <a:lnTo>
                  <a:pt x="8" y="7"/>
                </a:lnTo>
                <a:lnTo>
                  <a:pt x="7" y="7"/>
                </a:lnTo>
                <a:lnTo>
                  <a:pt x="6" y="7"/>
                </a:lnTo>
                <a:lnTo>
                  <a:pt x="6" y="6"/>
                </a:lnTo>
                <a:lnTo>
                  <a:pt x="5" y="6"/>
                </a:lnTo>
                <a:lnTo>
                  <a:pt x="4" y="6"/>
                </a:lnTo>
                <a:lnTo>
                  <a:pt x="3" y="6"/>
                </a:lnTo>
                <a:lnTo>
                  <a:pt x="2" y="6"/>
                </a:lnTo>
                <a:lnTo>
                  <a:pt x="1" y="6"/>
                </a:lnTo>
                <a:lnTo>
                  <a:pt x="0" y="6"/>
                </a:lnTo>
                <a:lnTo>
                  <a:pt x="0" y="5"/>
                </a:lnTo>
                <a:lnTo>
                  <a:pt x="1" y="5"/>
                </a:lnTo>
                <a:lnTo>
                  <a:pt x="2" y="4"/>
                </a:lnTo>
                <a:lnTo>
                  <a:pt x="3" y="2"/>
                </a:lnTo>
                <a:lnTo>
                  <a:pt x="3" y="4"/>
                </a:lnTo>
                <a:lnTo>
                  <a:pt x="3" y="2"/>
                </a:lnTo>
                <a:lnTo>
                  <a:pt x="4" y="2"/>
                </a:lnTo>
                <a:lnTo>
                  <a:pt x="4" y="4"/>
                </a:lnTo>
                <a:lnTo>
                  <a:pt x="5" y="5"/>
                </a:lnTo>
                <a:lnTo>
                  <a:pt x="6" y="5"/>
                </a:lnTo>
                <a:lnTo>
                  <a:pt x="6" y="4"/>
                </a:lnTo>
                <a:lnTo>
                  <a:pt x="7" y="2"/>
                </a:lnTo>
                <a:lnTo>
                  <a:pt x="7" y="1"/>
                </a:lnTo>
                <a:lnTo>
                  <a:pt x="8" y="1"/>
                </a:lnTo>
                <a:lnTo>
                  <a:pt x="9" y="1"/>
                </a:lnTo>
                <a:lnTo>
                  <a:pt x="9" y="2"/>
                </a:lnTo>
                <a:lnTo>
                  <a:pt x="10" y="1"/>
                </a:lnTo>
                <a:lnTo>
                  <a:pt x="11" y="0"/>
                </a:lnTo>
                <a:lnTo>
                  <a:pt x="13" y="0"/>
                </a:lnTo>
                <a:lnTo>
                  <a:pt x="13" y="1"/>
                </a:lnTo>
                <a:close/>
              </a:path>
            </a:pathLst>
          </a:custGeom>
          <a:solidFill>
            <a:srgbClr val="9FBAD7"/>
          </a:solidFill>
          <a:ln w="2520">
            <a:solidFill>
              <a:srgbClr val="FFFFFF"/>
            </a:solidFill>
            <a:round/>
          </a:ln>
        </p:spPr>
        <p:txBody>
          <a:bodyPr lIns="1080" tIns="1080" rIns="1080" bIns="108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251" name=""/>
          <p:cNvSpPr/>
          <p:nvPr/>
        </p:nvSpPr>
        <p:spPr>
          <a:xfrm>
            <a:off x="5585040" y="1550880"/>
            <a:ext cx="0" cy="360"/>
          </a:xfrm>
          <a:custGeom>
            <a:avLst/>
            <a:gdLst/>
            <a:ahLst/>
            <a:rect l="0" t="0" r="r" b="b"/>
            <a:pathLst>
              <a:path w="0" h="1">
                <a:moveTo>
                  <a:pt x="0" y="1"/>
                </a:moveTo>
                <a:lnTo>
                  <a:pt x="0" y="0"/>
                </a:lnTo>
                <a:lnTo>
                  <a:pt x="0" y="1"/>
                </a:lnTo>
                <a:close/>
              </a:path>
            </a:pathLst>
          </a:custGeom>
          <a:solidFill>
            <a:srgbClr val="9FBAD7"/>
          </a:solidFill>
          <a:ln w="2520">
            <a:solidFill>
              <a:srgbClr val="FFFFFF"/>
            </a:solidFill>
            <a:round/>
          </a:ln>
        </p:spPr>
        <p:txBody>
          <a:bodyPr lIns="1080" tIns="-720" rIns="1080" bIns="-7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252" name=""/>
          <p:cNvSpPr/>
          <p:nvPr/>
        </p:nvSpPr>
        <p:spPr>
          <a:xfrm>
            <a:off x="5583960" y="1548720"/>
            <a:ext cx="360" cy="360"/>
          </a:xfrm>
          <a:custGeom>
            <a:avLst/>
            <a:gdLst/>
            <a:ahLst/>
            <a:rect l="0" t="0" r="r" b="b"/>
            <a:pathLst>
              <a:path w="1" h="1">
                <a:moveTo>
                  <a:pt x="1" y="1"/>
                </a:moveTo>
                <a:lnTo>
                  <a:pt x="0" y="1"/>
                </a:lnTo>
                <a:lnTo>
                  <a:pt x="0" y="0"/>
                </a:lnTo>
                <a:lnTo>
                  <a:pt x="1" y="0"/>
                </a:lnTo>
                <a:lnTo>
                  <a:pt x="1" y="1"/>
                </a:lnTo>
                <a:close/>
              </a:path>
            </a:pathLst>
          </a:custGeom>
          <a:solidFill>
            <a:srgbClr val="9FBAD7"/>
          </a:solidFill>
          <a:ln w="2520">
            <a:solidFill>
              <a:srgbClr val="FFFFFF"/>
            </a:solidFill>
            <a:round/>
          </a:ln>
        </p:spPr>
        <p:txBody>
          <a:bodyPr lIns="1080" tIns="-720" rIns="1080" bIns="-7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253" name=""/>
          <p:cNvSpPr/>
          <p:nvPr/>
        </p:nvSpPr>
        <p:spPr>
          <a:xfrm>
            <a:off x="5582880" y="1548720"/>
            <a:ext cx="720" cy="720"/>
          </a:xfrm>
          <a:custGeom>
            <a:avLst/>
            <a:gdLst/>
            <a:ahLst/>
            <a:rect l="0" t="0" r="r" b="b"/>
            <a:pathLst>
              <a:path w="2" h="2">
                <a:moveTo>
                  <a:pt x="2" y="0"/>
                </a:moveTo>
                <a:lnTo>
                  <a:pt x="2" y="2"/>
                </a:lnTo>
                <a:lnTo>
                  <a:pt x="0" y="2"/>
                </a:lnTo>
                <a:lnTo>
                  <a:pt x="0" y="0"/>
                </a:lnTo>
                <a:lnTo>
                  <a:pt x="2" y="0"/>
                </a:lnTo>
                <a:close/>
              </a:path>
            </a:pathLst>
          </a:custGeom>
          <a:solidFill>
            <a:srgbClr val="9FBAD7"/>
          </a:solidFill>
          <a:ln w="2520">
            <a:solidFill>
              <a:srgbClr val="FFFFFF"/>
            </a:solidFill>
            <a:round/>
          </a:ln>
        </p:spPr>
        <p:txBody>
          <a:bodyPr lIns="1080" tIns="-360" rIns="1080" bIns="-3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254" name=""/>
          <p:cNvSpPr/>
          <p:nvPr/>
        </p:nvSpPr>
        <p:spPr>
          <a:xfrm>
            <a:off x="5385240" y="1611000"/>
            <a:ext cx="2160" cy="3240"/>
          </a:xfrm>
          <a:custGeom>
            <a:avLst/>
            <a:gdLst/>
            <a:ahLst/>
            <a:rect l="0" t="0" r="r" b="b"/>
            <a:pathLst>
              <a:path w="6" h="9">
                <a:moveTo>
                  <a:pt x="4" y="3"/>
                </a:moveTo>
                <a:lnTo>
                  <a:pt x="4" y="4"/>
                </a:lnTo>
                <a:lnTo>
                  <a:pt x="4" y="5"/>
                </a:lnTo>
                <a:lnTo>
                  <a:pt x="4" y="6"/>
                </a:lnTo>
                <a:lnTo>
                  <a:pt x="3" y="7"/>
                </a:lnTo>
                <a:lnTo>
                  <a:pt x="2" y="7"/>
                </a:lnTo>
                <a:lnTo>
                  <a:pt x="3" y="8"/>
                </a:lnTo>
                <a:lnTo>
                  <a:pt x="4" y="8"/>
                </a:lnTo>
                <a:lnTo>
                  <a:pt x="3" y="9"/>
                </a:lnTo>
                <a:lnTo>
                  <a:pt x="2" y="9"/>
                </a:lnTo>
                <a:lnTo>
                  <a:pt x="2" y="8"/>
                </a:lnTo>
                <a:lnTo>
                  <a:pt x="2" y="7"/>
                </a:lnTo>
                <a:lnTo>
                  <a:pt x="0" y="6"/>
                </a:lnTo>
                <a:lnTo>
                  <a:pt x="0" y="5"/>
                </a:lnTo>
                <a:lnTo>
                  <a:pt x="2" y="5"/>
                </a:lnTo>
                <a:lnTo>
                  <a:pt x="2" y="4"/>
                </a:lnTo>
                <a:lnTo>
                  <a:pt x="3" y="3"/>
                </a:lnTo>
                <a:lnTo>
                  <a:pt x="3" y="2"/>
                </a:lnTo>
                <a:lnTo>
                  <a:pt x="3" y="0"/>
                </a:lnTo>
                <a:lnTo>
                  <a:pt x="4" y="0"/>
                </a:lnTo>
                <a:lnTo>
                  <a:pt x="4" y="2"/>
                </a:lnTo>
                <a:lnTo>
                  <a:pt x="6" y="2"/>
                </a:lnTo>
                <a:lnTo>
                  <a:pt x="6" y="3"/>
                </a:lnTo>
                <a:lnTo>
                  <a:pt x="4" y="3"/>
                </a:lnTo>
                <a:close/>
              </a:path>
            </a:pathLst>
          </a:custGeom>
          <a:solidFill>
            <a:srgbClr val="EBAB90"/>
          </a:solidFill>
          <a:ln w="2520">
            <a:solidFill>
              <a:srgbClr val="FFFFFF"/>
            </a:solidFill>
            <a:round/>
          </a:ln>
        </p:spPr>
        <p:txBody>
          <a:bodyPr lIns="1080" tIns="1080" rIns="1080" bIns="108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255" name=""/>
          <p:cNvSpPr/>
          <p:nvPr/>
        </p:nvSpPr>
        <p:spPr>
          <a:xfrm>
            <a:off x="5385600" y="1611000"/>
            <a:ext cx="360" cy="360"/>
          </a:xfrm>
          <a:custGeom>
            <a:avLst/>
            <a:gdLst/>
            <a:ahLst/>
            <a:rect l="0" t="0" r="r" b="b"/>
            <a:pathLst>
              <a:path w="1" h="1">
                <a:moveTo>
                  <a:pt x="0" y="1"/>
                </a:moveTo>
                <a:lnTo>
                  <a:pt x="0" y="0"/>
                </a:lnTo>
                <a:lnTo>
                  <a:pt x="1" y="0"/>
                </a:lnTo>
                <a:lnTo>
                  <a:pt x="1" y="1"/>
                </a:lnTo>
                <a:lnTo>
                  <a:pt x="0" y="1"/>
                </a:lnTo>
                <a:close/>
              </a:path>
            </a:pathLst>
          </a:custGeom>
          <a:solidFill>
            <a:srgbClr val="EBAB90"/>
          </a:solidFill>
          <a:ln w="2520">
            <a:solidFill>
              <a:srgbClr val="FFFFFF"/>
            </a:solidFill>
            <a:round/>
          </a:ln>
        </p:spPr>
        <p:txBody>
          <a:bodyPr lIns="1080" tIns="-720" rIns="1080" bIns="-7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256" name=""/>
          <p:cNvSpPr/>
          <p:nvPr/>
        </p:nvSpPr>
        <p:spPr>
          <a:xfrm>
            <a:off x="5385600" y="1610280"/>
            <a:ext cx="0" cy="360"/>
          </a:xfrm>
          <a:custGeom>
            <a:avLst/>
            <a:gdLst/>
            <a:ahLst/>
            <a:rect l="0" t="0" r="r" b="b"/>
            <a:pathLst>
              <a:path w="0" h="1">
                <a:moveTo>
                  <a:pt x="0" y="1"/>
                </a:moveTo>
                <a:lnTo>
                  <a:pt x="0" y="0"/>
                </a:lnTo>
                <a:lnTo>
                  <a:pt x="0" y="1"/>
                </a:lnTo>
                <a:close/>
              </a:path>
            </a:pathLst>
          </a:custGeom>
          <a:solidFill>
            <a:srgbClr val="EBAB90"/>
          </a:solidFill>
          <a:ln w="2520">
            <a:solidFill>
              <a:srgbClr val="FFFFFF"/>
            </a:solidFill>
            <a:round/>
          </a:ln>
        </p:spPr>
        <p:txBody>
          <a:bodyPr lIns="1080" tIns="-720" rIns="1080" bIns="-7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257" name=""/>
          <p:cNvSpPr/>
          <p:nvPr/>
        </p:nvSpPr>
        <p:spPr>
          <a:xfrm>
            <a:off x="5391000" y="1609200"/>
            <a:ext cx="1440" cy="1440"/>
          </a:xfrm>
          <a:custGeom>
            <a:avLst/>
            <a:gdLst/>
            <a:ahLst/>
            <a:rect l="0" t="0" r="r" b="b"/>
            <a:pathLst>
              <a:path w="4" h="4">
                <a:moveTo>
                  <a:pt x="4" y="0"/>
                </a:moveTo>
                <a:lnTo>
                  <a:pt x="4" y="2"/>
                </a:lnTo>
                <a:lnTo>
                  <a:pt x="2" y="2"/>
                </a:lnTo>
                <a:lnTo>
                  <a:pt x="2" y="4"/>
                </a:lnTo>
                <a:lnTo>
                  <a:pt x="2" y="2"/>
                </a:lnTo>
                <a:lnTo>
                  <a:pt x="0" y="0"/>
                </a:lnTo>
                <a:lnTo>
                  <a:pt x="2" y="0"/>
                </a:lnTo>
                <a:lnTo>
                  <a:pt x="4" y="0"/>
                </a:lnTo>
                <a:close/>
              </a:path>
            </a:pathLst>
          </a:custGeom>
          <a:solidFill>
            <a:srgbClr val="EBAB90"/>
          </a:solidFill>
          <a:ln w="2520">
            <a:solidFill>
              <a:srgbClr val="FFFFFF"/>
            </a:solidFill>
            <a:round/>
          </a:ln>
        </p:spPr>
        <p:txBody>
          <a:bodyPr lIns="1080" tIns="360" rIns="1080" bIns="3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258" name=""/>
          <p:cNvSpPr/>
          <p:nvPr/>
        </p:nvSpPr>
        <p:spPr>
          <a:xfrm>
            <a:off x="5391000" y="1608840"/>
            <a:ext cx="0" cy="360"/>
          </a:xfrm>
          <a:custGeom>
            <a:avLst/>
            <a:gdLst/>
            <a:ahLst/>
            <a:rect l="0" t="0" r="r" b="b"/>
            <a:pathLst>
              <a:path w="0" h="1">
                <a:moveTo>
                  <a:pt x="0" y="0"/>
                </a:moveTo>
                <a:lnTo>
                  <a:pt x="0" y="1"/>
                </a:lnTo>
                <a:lnTo>
                  <a:pt x="0" y="0"/>
                </a:lnTo>
                <a:close/>
              </a:path>
            </a:pathLst>
          </a:custGeom>
          <a:solidFill>
            <a:srgbClr val="EBAB90"/>
          </a:solidFill>
          <a:ln w="2520">
            <a:solidFill>
              <a:srgbClr val="FFFFFF"/>
            </a:solidFill>
            <a:round/>
          </a:ln>
        </p:spPr>
        <p:txBody>
          <a:bodyPr lIns="1080" tIns="-720" rIns="1080" bIns="-7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259" name=""/>
          <p:cNvSpPr/>
          <p:nvPr/>
        </p:nvSpPr>
        <p:spPr>
          <a:xfrm>
            <a:off x="5390640" y="1608480"/>
            <a:ext cx="1440" cy="720"/>
          </a:xfrm>
          <a:custGeom>
            <a:avLst/>
            <a:gdLst/>
            <a:ahLst/>
            <a:rect l="0" t="0" r="r" b="b"/>
            <a:pathLst>
              <a:path w="4" h="2">
                <a:moveTo>
                  <a:pt x="4" y="2"/>
                </a:moveTo>
                <a:lnTo>
                  <a:pt x="2" y="2"/>
                </a:lnTo>
                <a:lnTo>
                  <a:pt x="0" y="0"/>
                </a:lnTo>
                <a:lnTo>
                  <a:pt x="2" y="0"/>
                </a:lnTo>
                <a:lnTo>
                  <a:pt x="4" y="0"/>
                </a:lnTo>
                <a:lnTo>
                  <a:pt x="4" y="2"/>
                </a:lnTo>
                <a:close/>
              </a:path>
            </a:pathLst>
          </a:custGeom>
          <a:solidFill>
            <a:srgbClr val="EBAB90"/>
          </a:solidFill>
          <a:ln w="2520">
            <a:solidFill>
              <a:srgbClr val="FFFFFF"/>
            </a:solidFill>
            <a:round/>
          </a:ln>
        </p:spPr>
        <p:txBody>
          <a:bodyPr lIns="1080" tIns="-360" rIns="1080" bIns="-3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260" name=""/>
          <p:cNvSpPr/>
          <p:nvPr/>
        </p:nvSpPr>
        <p:spPr>
          <a:xfrm>
            <a:off x="5390640" y="1608480"/>
            <a:ext cx="360" cy="0"/>
          </a:xfrm>
          <a:custGeom>
            <a:avLst/>
            <a:gdLst/>
            <a:ahLst/>
            <a:rect l="0" t="0" r="r" b="b"/>
            <a:pathLst>
              <a:path w="1" h="0">
                <a:moveTo>
                  <a:pt x="1" y="0"/>
                </a:moveTo>
                <a:lnTo>
                  <a:pt x="0" y="0"/>
                </a:lnTo>
                <a:lnTo>
                  <a:pt x="1" y="0"/>
                </a:lnTo>
                <a:close/>
              </a:path>
            </a:pathLst>
          </a:custGeom>
          <a:solidFill>
            <a:srgbClr val="EBAB90"/>
          </a:solidFill>
          <a:ln w="2520">
            <a:solidFill>
              <a:srgbClr val="FFFFFF"/>
            </a:solidFill>
            <a:round/>
          </a:ln>
        </p:spPr>
        <p:txBody>
          <a:bodyPr lIns="1080" tIns="-1080" rIns="1080" bIns="-108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261" name=""/>
          <p:cNvSpPr/>
          <p:nvPr/>
        </p:nvSpPr>
        <p:spPr>
          <a:xfrm>
            <a:off x="5341320" y="1503360"/>
            <a:ext cx="127080" cy="114120"/>
          </a:xfrm>
          <a:custGeom>
            <a:avLst/>
            <a:gdLst/>
            <a:ahLst/>
            <a:rect l="0" t="0" r="r" b="b"/>
            <a:pathLst>
              <a:path w="353" h="317">
                <a:moveTo>
                  <a:pt x="294" y="0"/>
                </a:moveTo>
                <a:lnTo>
                  <a:pt x="294" y="1"/>
                </a:lnTo>
                <a:lnTo>
                  <a:pt x="295" y="1"/>
                </a:lnTo>
                <a:lnTo>
                  <a:pt x="295" y="2"/>
                </a:lnTo>
                <a:lnTo>
                  <a:pt x="296" y="3"/>
                </a:lnTo>
                <a:lnTo>
                  <a:pt x="297" y="3"/>
                </a:lnTo>
                <a:lnTo>
                  <a:pt x="298" y="3"/>
                </a:lnTo>
                <a:lnTo>
                  <a:pt x="298" y="2"/>
                </a:lnTo>
                <a:lnTo>
                  <a:pt x="298" y="1"/>
                </a:lnTo>
                <a:lnTo>
                  <a:pt x="299" y="1"/>
                </a:lnTo>
                <a:lnTo>
                  <a:pt x="299" y="0"/>
                </a:lnTo>
                <a:lnTo>
                  <a:pt x="303" y="0"/>
                </a:lnTo>
                <a:lnTo>
                  <a:pt x="304" y="1"/>
                </a:lnTo>
                <a:lnTo>
                  <a:pt x="304" y="0"/>
                </a:lnTo>
                <a:lnTo>
                  <a:pt x="305" y="0"/>
                </a:lnTo>
                <a:lnTo>
                  <a:pt x="305" y="1"/>
                </a:lnTo>
                <a:lnTo>
                  <a:pt x="306" y="1"/>
                </a:lnTo>
                <a:lnTo>
                  <a:pt x="306" y="0"/>
                </a:lnTo>
                <a:lnTo>
                  <a:pt x="307" y="0"/>
                </a:lnTo>
                <a:lnTo>
                  <a:pt x="308" y="0"/>
                </a:lnTo>
                <a:lnTo>
                  <a:pt x="308" y="1"/>
                </a:lnTo>
                <a:lnTo>
                  <a:pt x="309" y="1"/>
                </a:lnTo>
                <a:lnTo>
                  <a:pt x="310" y="1"/>
                </a:lnTo>
                <a:lnTo>
                  <a:pt x="310" y="2"/>
                </a:lnTo>
                <a:lnTo>
                  <a:pt x="309" y="2"/>
                </a:lnTo>
                <a:lnTo>
                  <a:pt x="308" y="2"/>
                </a:lnTo>
                <a:lnTo>
                  <a:pt x="308" y="3"/>
                </a:lnTo>
                <a:lnTo>
                  <a:pt x="307" y="3"/>
                </a:lnTo>
                <a:lnTo>
                  <a:pt x="306" y="4"/>
                </a:lnTo>
                <a:lnTo>
                  <a:pt x="306" y="5"/>
                </a:lnTo>
                <a:lnTo>
                  <a:pt x="307" y="5"/>
                </a:lnTo>
                <a:lnTo>
                  <a:pt x="307" y="6"/>
                </a:lnTo>
                <a:lnTo>
                  <a:pt x="307" y="7"/>
                </a:lnTo>
                <a:lnTo>
                  <a:pt x="307" y="8"/>
                </a:lnTo>
                <a:lnTo>
                  <a:pt x="308" y="8"/>
                </a:lnTo>
                <a:lnTo>
                  <a:pt x="307" y="8"/>
                </a:lnTo>
                <a:lnTo>
                  <a:pt x="306" y="8"/>
                </a:lnTo>
                <a:lnTo>
                  <a:pt x="306" y="9"/>
                </a:lnTo>
                <a:lnTo>
                  <a:pt x="305" y="9"/>
                </a:lnTo>
                <a:lnTo>
                  <a:pt x="305" y="10"/>
                </a:lnTo>
                <a:lnTo>
                  <a:pt x="304" y="11"/>
                </a:lnTo>
                <a:lnTo>
                  <a:pt x="302" y="11"/>
                </a:lnTo>
                <a:lnTo>
                  <a:pt x="302" y="12"/>
                </a:lnTo>
                <a:lnTo>
                  <a:pt x="301" y="12"/>
                </a:lnTo>
                <a:lnTo>
                  <a:pt x="301" y="11"/>
                </a:lnTo>
                <a:lnTo>
                  <a:pt x="300" y="11"/>
                </a:lnTo>
                <a:lnTo>
                  <a:pt x="300" y="12"/>
                </a:lnTo>
                <a:lnTo>
                  <a:pt x="299" y="12"/>
                </a:lnTo>
                <a:lnTo>
                  <a:pt x="299" y="13"/>
                </a:lnTo>
                <a:lnTo>
                  <a:pt x="299" y="14"/>
                </a:lnTo>
                <a:lnTo>
                  <a:pt x="300" y="14"/>
                </a:lnTo>
                <a:lnTo>
                  <a:pt x="300" y="15"/>
                </a:lnTo>
                <a:lnTo>
                  <a:pt x="300" y="16"/>
                </a:lnTo>
                <a:lnTo>
                  <a:pt x="300" y="17"/>
                </a:lnTo>
                <a:lnTo>
                  <a:pt x="300" y="18"/>
                </a:lnTo>
                <a:lnTo>
                  <a:pt x="301" y="19"/>
                </a:lnTo>
                <a:lnTo>
                  <a:pt x="302" y="19"/>
                </a:lnTo>
                <a:lnTo>
                  <a:pt x="302" y="20"/>
                </a:lnTo>
                <a:lnTo>
                  <a:pt x="301" y="22"/>
                </a:lnTo>
                <a:lnTo>
                  <a:pt x="301" y="23"/>
                </a:lnTo>
                <a:lnTo>
                  <a:pt x="301" y="24"/>
                </a:lnTo>
                <a:lnTo>
                  <a:pt x="301" y="25"/>
                </a:lnTo>
                <a:lnTo>
                  <a:pt x="301" y="26"/>
                </a:lnTo>
                <a:lnTo>
                  <a:pt x="301" y="27"/>
                </a:lnTo>
                <a:lnTo>
                  <a:pt x="301" y="28"/>
                </a:lnTo>
                <a:lnTo>
                  <a:pt x="300" y="29"/>
                </a:lnTo>
                <a:lnTo>
                  <a:pt x="300" y="30"/>
                </a:lnTo>
                <a:lnTo>
                  <a:pt x="300" y="31"/>
                </a:lnTo>
                <a:lnTo>
                  <a:pt x="300" y="32"/>
                </a:lnTo>
                <a:lnTo>
                  <a:pt x="299" y="32"/>
                </a:lnTo>
                <a:lnTo>
                  <a:pt x="298" y="33"/>
                </a:lnTo>
                <a:lnTo>
                  <a:pt x="298" y="34"/>
                </a:lnTo>
                <a:lnTo>
                  <a:pt x="298" y="35"/>
                </a:lnTo>
                <a:lnTo>
                  <a:pt x="297" y="35"/>
                </a:lnTo>
                <a:lnTo>
                  <a:pt x="296" y="36"/>
                </a:lnTo>
                <a:lnTo>
                  <a:pt x="295" y="37"/>
                </a:lnTo>
                <a:lnTo>
                  <a:pt x="294" y="37"/>
                </a:lnTo>
                <a:lnTo>
                  <a:pt x="293" y="37"/>
                </a:lnTo>
                <a:lnTo>
                  <a:pt x="293" y="38"/>
                </a:lnTo>
                <a:lnTo>
                  <a:pt x="292" y="39"/>
                </a:lnTo>
                <a:lnTo>
                  <a:pt x="292" y="40"/>
                </a:lnTo>
                <a:lnTo>
                  <a:pt x="291" y="41"/>
                </a:lnTo>
                <a:lnTo>
                  <a:pt x="290" y="42"/>
                </a:lnTo>
                <a:lnTo>
                  <a:pt x="289" y="43"/>
                </a:lnTo>
                <a:lnTo>
                  <a:pt x="288" y="43"/>
                </a:lnTo>
                <a:lnTo>
                  <a:pt x="289" y="44"/>
                </a:lnTo>
                <a:lnTo>
                  <a:pt x="289" y="45"/>
                </a:lnTo>
                <a:lnTo>
                  <a:pt x="289" y="46"/>
                </a:lnTo>
                <a:lnTo>
                  <a:pt x="290" y="46"/>
                </a:lnTo>
                <a:lnTo>
                  <a:pt x="289" y="48"/>
                </a:lnTo>
                <a:lnTo>
                  <a:pt x="288" y="48"/>
                </a:lnTo>
                <a:lnTo>
                  <a:pt x="288" y="49"/>
                </a:lnTo>
                <a:lnTo>
                  <a:pt x="287" y="49"/>
                </a:lnTo>
                <a:lnTo>
                  <a:pt x="287" y="50"/>
                </a:lnTo>
                <a:lnTo>
                  <a:pt x="286" y="50"/>
                </a:lnTo>
                <a:lnTo>
                  <a:pt x="285" y="51"/>
                </a:lnTo>
                <a:lnTo>
                  <a:pt x="284" y="51"/>
                </a:lnTo>
                <a:lnTo>
                  <a:pt x="283" y="51"/>
                </a:lnTo>
                <a:lnTo>
                  <a:pt x="282" y="52"/>
                </a:lnTo>
                <a:lnTo>
                  <a:pt x="282" y="54"/>
                </a:lnTo>
                <a:lnTo>
                  <a:pt x="282" y="55"/>
                </a:lnTo>
                <a:lnTo>
                  <a:pt x="281" y="56"/>
                </a:lnTo>
                <a:lnTo>
                  <a:pt x="282" y="56"/>
                </a:lnTo>
                <a:lnTo>
                  <a:pt x="281" y="57"/>
                </a:lnTo>
                <a:lnTo>
                  <a:pt x="281" y="58"/>
                </a:lnTo>
                <a:lnTo>
                  <a:pt x="280" y="59"/>
                </a:lnTo>
                <a:lnTo>
                  <a:pt x="280" y="60"/>
                </a:lnTo>
                <a:lnTo>
                  <a:pt x="280" y="61"/>
                </a:lnTo>
                <a:lnTo>
                  <a:pt x="280" y="62"/>
                </a:lnTo>
                <a:lnTo>
                  <a:pt x="281" y="63"/>
                </a:lnTo>
                <a:lnTo>
                  <a:pt x="281" y="64"/>
                </a:lnTo>
                <a:lnTo>
                  <a:pt x="282" y="64"/>
                </a:lnTo>
                <a:lnTo>
                  <a:pt x="282" y="65"/>
                </a:lnTo>
                <a:lnTo>
                  <a:pt x="281" y="65"/>
                </a:lnTo>
                <a:lnTo>
                  <a:pt x="281" y="66"/>
                </a:lnTo>
                <a:lnTo>
                  <a:pt x="282" y="66"/>
                </a:lnTo>
                <a:lnTo>
                  <a:pt x="283" y="66"/>
                </a:lnTo>
                <a:lnTo>
                  <a:pt x="283" y="67"/>
                </a:lnTo>
                <a:lnTo>
                  <a:pt x="282" y="67"/>
                </a:lnTo>
                <a:lnTo>
                  <a:pt x="283" y="68"/>
                </a:lnTo>
                <a:lnTo>
                  <a:pt x="282" y="68"/>
                </a:lnTo>
                <a:lnTo>
                  <a:pt x="282" y="69"/>
                </a:lnTo>
                <a:lnTo>
                  <a:pt x="283" y="69"/>
                </a:lnTo>
                <a:lnTo>
                  <a:pt x="283" y="68"/>
                </a:lnTo>
                <a:lnTo>
                  <a:pt x="284" y="68"/>
                </a:lnTo>
                <a:lnTo>
                  <a:pt x="284" y="69"/>
                </a:lnTo>
                <a:lnTo>
                  <a:pt x="284" y="68"/>
                </a:lnTo>
                <a:lnTo>
                  <a:pt x="285" y="68"/>
                </a:lnTo>
                <a:lnTo>
                  <a:pt x="286" y="68"/>
                </a:lnTo>
                <a:lnTo>
                  <a:pt x="287" y="68"/>
                </a:lnTo>
                <a:lnTo>
                  <a:pt x="288" y="67"/>
                </a:lnTo>
                <a:lnTo>
                  <a:pt x="289" y="67"/>
                </a:lnTo>
                <a:lnTo>
                  <a:pt x="290" y="67"/>
                </a:lnTo>
                <a:lnTo>
                  <a:pt x="290" y="66"/>
                </a:lnTo>
                <a:lnTo>
                  <a:pt x="290" y="65"/>
                </a:lnTo>
                <a:lnTo>
                  <a:pt x="289" y="65"/>
                </a:lnTo>
                <a:lnTo>
                  <a:pt x="289" y="64"/>
                </a:lnTo>
                <a:lnTo>
                  <a:pt x="290" y="64"/>
                </a:lnTo>
                <a:lnTo>
                  <a:pt x="290" y="63"/>
                </a:lnTo>
                <a:lnTo>
                  <a:pt x="290" y="62"/>
                </a:lnTo>
                <a:lnTo>
                  <a:pt x="290" y="61"/>
                </a:lnTo>
                <a:lnTo>
                  <a:pt x="290" y="60"/>
                </a:lnTo>
                <a:lnTo>
                  <a:pt x="291" y="60"/>
                </a:lnTo>
                <a:lnTo>
                  <a:pt x="292" y="60"/>
                </a:lnTo>
                <a:lnTo>
                  <a:pt x="292" y="59"/>
                </a:lnTo>
                <a:lnTo>
                  <a:pt x="293" y="59"/>
                </a:lnTo>
                <a:lnTo>
                  <a:pt x="294" y="58"/>
                </a:lnTo>
                <a:lnTo>
                  <a:pt x="295" y="58"/>
                </a:lnTo>
                <a:lnTo>
                  <a:pt x="295" y="57"/>
                </a:lnTo>
                <a:lnTo>
                  <a:pt x="296" y="57"/>
                </a:lnTo>
                <a:lnTo>
                  <a:pt x="296" y="56"/>
                </a:lnTo>
                <a:lnTo>
                  <a:pt x="297" y="55"/>
                </a:lnTo>
                <a:lnTo>
                  <a:pt x="297" y="54"/>
                </a:lnTo>
                <a:lnTo>
                  <a:pt x="298" y="54"/>
                </a:lnTo>
                <a:lnTo>
                  <a:pt x="298" y="53"/>
                </a:lnTo>
                <a:lnTo>
                  <a:pt x="299" y="53"/>
                </a:lnTo>
                <a:lnTo>
                  <a:pt x="299" y="52"/>
                </a:lnTo>
                <a:lnTo>
                  <a:pt x="300" y="52"/>
                </a:lnTo>
                <a:lnTo>
                  <a:pt x="301" y="52"/>
                </a:lnTo>
                <a:lnTo>
                  <a:pt x="301" y="54"/>
                </a:lnTo>
                <a:lnTo>
                  <a:pt x="302" y="54"/>
                </a:lnTo>
                <a:lnTo>
                  <a:pt x="303" y="55"/>
                </a:lnTo>
                <a:lnTo>
                  <a:pt x="304" y="55"/>
                </a:lnTo>
                <a:lnTo>
                  <a:pt x="305" y="55"/>
                </a:lnTo>
                <a:lnTo>
                  <a:pt x="306" y="54"/>
                </a:lnTo>
                <a:lnTo>
                  <a:pt x="306" y="53"/>
                </a:lnTo>
                <a:lnTo>
                  <a:pt x="307" y="53"/>
                </a:lnTo>
                <a:lnTo>
                  <a:pt x="308" y="53"/>
                </a:lnTo>
                <a:lnTo>
                  <a:pt x="308" y="54"/>
                </a:lnTo>
                <a:lnTo>
                  <a:pt x="309" y="55"/>
                </a:lnTo>
                <a:lnTo>
                  <a:pt x="309" y="54"/>
                </a:lnTo>
                <a:lnTo>
                  <a:pt x="310" y="54"/>
                </a:lnTo>
                <a:lnTo>
                  <a:pt x="310" y="55"/>
                </a:lnTo>
                <a:lnTo>
                  <a:pt x="309" y="56"/>
                </a:lnTo>
                <a:lnTo>
                  <a:pt x="310" y="56"/>
                </a:lnTo>
                <a:lnTo>
                  <a:pt x="310" y="57"/>
                </a:lnTo>
                <a:lnTo>
                  <a:pt x="309" y="58"/>
                </a:lnTo>
                <a:lnTo>
                  <a:pt x="309" y="59"/>
                </a:lnTo>
                <a:lnTo>
                  <a:pt x="310" y="59"/>
                </a:lnTo>
                <a:lnTo>
                  <a:pt x="311" y="59"/>
                </a:lnTo>
                <a:lnTo>
                  <a:pt x="312" y="59"/>
                </a:lnTo>
                <a:lnTo>
                  <a:pt x="313" y="59"/>
                </a:lnTo>
                <a:lnTo>
                  <a:pt x="312" y="59"/>
                </a:lnTo>
                <a:lnTo>
                  <a:pt x="312" y="60"/>
                </a:lnTo>
                <a:lnTo>
                  <a:pt x="313" y="60"/>
                </a:lnTo>
                <a:lnTo>
                  <a:pt x="312" y="61"/>
                </a:lnTo>
                <a:lnTo>
                  <a:pt x="312" y="62"/>
                </a:lnTo>
                <a:lnTo>
                  <a:pt x="311" y="62"/>
                </a:lnTo>
                <a:lnTo>
                  <a:pt x="311" y="63"/>
                </a:lnTo>
                <a:lnTo>
                  <a:pt x="310" y="64"/>
                </a:lnTo>
                <a:lnTo>
                  <a:pt x="311" y="64"/>
                </a:lnTo>
                <a:lnTo>
                  <a:pt x="312" y="65"/>
                </a:lnTo>
                <a:lnTo>
                  <a:pt x="313" y="66"/>
                </a:lnTo>
                <a:lnTo>
                  <a:pt x="312" y="66"/>
                </a:lnTo>
                <a:lnTo>
                  <a:pt x="312" y="67"/>
                </a:lnTo>
                <a:lnTo>
                  <a:pt x="312" y="68"/>
                </a:lnTo>
                <a:lnTo>
                  <a:pt x="312" y="69"/>
                </a:lnTo>
                <a:lnTo>
                  <a:pt x="313" y="69"/>
                </a:lnTo>
                <a:lnTo>
                  <a:pt x="312" y="70"/>
                </a:lnTo>
                <a:lnTo>
                  <a:pt x="312" y="72"/>
                </a:lnTo>
                <a:lnTo>
                  <a:pt x="313" y="73"/>
                </a:lnTo>
                <a:lnTo>
                  <a:pt x="314" y="73"/>
                </a:lnTo>
                <a:lnTo>
                  <a:pt x="314" y="74"/>
                </a:lnTo>
                <a:lnTo>
                  <a:pt x="315" y="75"/>
                </a:lnTo>
                <a:lnTo>
                  <a:pt x="314" y="76"/>
                </a:lnTo>
                <a:lnTo>
                  <a:pt x="314" y="78"/>
                </a:lnTo>
                <a:lnTo>
                  <a:pt x="313" y="79"/>
                </a:lnTo>
                <a:lnTo>
                  <a:pt x="313" y="80"/>
                </a:lnTo>
                <a:lnTo>
                  <a:pt x="314" y="80"/>
                </a:lnTo>
                <a:lnTo>
                  <a:pt x="314" y="81"/>
                </a:lnTo>
                <a:lnTo>
                  <a:pt x="313" y="81"/>
                </a:lnTo>
                <a:lnTo>
                  <a:pt x="313" y="82"/>
                </a:lnTo>
                <a:lnTo>
                  <a:pt x="312" y="83"/>
                </a:lnTo>
                <a:lnTo>
                  <a:pt x="312" y="84"/>
                </a:lnTo>
                <a:lnTo>
                  <a:pt x="313" y="84"/>
                </a:lnTo>
                <a:lnTo>
                  <a:pt x="313" y="85"/>
                </a:lnTo>
                <a:lnTo>
                  <a:pt x="313" y="86"/>
                </a:lnTo>
                <a:lnTo>
                  <a:pt x="314" y="85"/>
                </a:lnTo>
                <a:lnTo>
                  <a:pt x="315" y="85"/>
                </a:lnTo>
                <a:lnTo>
                  <a:pt x="316" y="85"/>
                </a:lnTo>
                <a:lnTo>
                  <a:pt x="317" y="86"/>
                </a:lnTo>
                <a:lnTo>
                  <a:pt x="317" y="87"/>
                </a:lnTo>
                <a:lnTo>
                  <a:pt x="318" y="87"/>
                </a:lnTo>
                <a:lnTo>
                  <a:pt x="318" y="86"/>
                </a:lnTo>
                <a:lnTo>
                  <a:pt x="319" y="86"/>
                </a:lnTo>
                <a:lnTo>
                  <a:pt x="320" y="87"/>
                </a:lnTo>
                <a:lnTo>
                  <a:pt x="321" y="86"/>
                </a:lnTo>
                <a:lnTo>
                  <a:pt x="321" y="84"/>
                </a:lnTo>
                <a:lnTo>
                  <a:pt x="322" y="83"/>
                </a:lnTo>
                <a:lnTo>
                  <a:pt x="322" y="82"/>
                </a:lnTo>
                <a:lnTo>
                  <a:pt x="322" y="83"/>
                </a:lnTo>
                <a:lnTo>
                  <a:pt x="323" y="83"/>
                </a:lnTo>
                <a:lnTo>
                  <a:pt x="324" y="83"/>
                </a:lnTo>
                <a:lnTo>
                  <a:pt x="325" y="83"/>
                </a:lnTo>
                <a:lnTo>
                  <a:pt x="325" y="82"/>
                </a:lnTo>
                <a:lnTo>
                  <a:pt x="325" y="81"/>
                </a:lnTo>
                <a:lnTo>
                  <a:pt x="325" y="80"/>
                </a:lnTo>
                <a:lnTo>
                  <a:pt x="325" y="79"/>
                </a:lnTo>
                <a:lnTo>
                  <a:pt x="326" y="78"/>
                </a:lnTo>
                <a:lnTo>
                  <a:pt x="327" y="76"/>
                </a:lnTo>
                <a:lnTo>
                  <a:pt x="328" y="75"/>
                </a:lnTo>
                <a:lnTo>
                  <a:pt x="329" y="75"/>
                </a:lnTo>
                <a:lnTo>
                  <a:pt x="330" y="75"/>
                </a:lnTo>
                <a:lnTo>
                  <a:pt x="331" y="75"/>
                </a:lnTo>
                <a:lnTo>
                  <a:pt x="332" y="75"/>
                </a:lnTo>
                <a:lnTo>
                  <a:pt x="333" y="74"/>
                </a:lnTo>
                <a:lnTo>
                  <a:pt x="334" y="74"/>
                </a:lnTo>
                <a:lnTo>
                  <a:pt x="334" y="75"/>
                </a:lnTo>
                <a:lnTo>
                  <a:pt x="335" y="75"/>
                </a:lnTo>
                <a:lnTo>
                  <a:pt x="336" y="75"/>
                </a:lnTo>
                <a:lnTo>
                  <a:pt x="337" y="75"/>
                </a:lnTo>
                <a:lnTo>
                  <a:pt x="339" y="75"/>
                </a:lnTo>
                <a:lnTo>
                  <a:pt x="339" y="76"/>
                </a:lnTo>
                <a:lnTo>
                  <a:pt x="340" y="76"/>
                </a:lnTo>
                <a:lnTo>
                  <a:pt x="340" y="75"/>
                </a:lnTo>
                <a:lnTo>
                  <a:pt x="342" y="75"/>
                </a:lnTo>
                <a:lnTo>
                  <a:pt x="342" y="76"/>
                </a:lnTo>
                <a:lnTo>
                  <a:pt x="343" y="76"/>
                </a:lnTo>
                <a:lnTo>
                  <a:pt x="344" y="75"/>
                </a:lnTo>
                <a:lnTo>
                  <a:pt x="345" y="75"/>
                </a:lnTo>
                <a:lnTo>
                  <a:pt x="346" y="75"/>
                </a:lnTo>
                <a:lnTo>
                  <a:pt x="347" y="76"/>
                </a:lnTo>
                <a:lnTo>
                  <a:pt x="348" y="76"/>
                </a:lnTo>
                <a:lnTo>
                  <a:pt x="349" y="78"/>
                </a:lnTo>
                <a:lnTo>
                  <a:pt x="348" y="78"/>
                </a:lnTo>
                <a:lnTo>
                  <a:pt x="348" y="79"/>
                </a:lnTo>
                <a:lnTo>
                  <a:pt x="347" y="78"/>
                </a:lnTo>
                <a:lnTo>
                  <a:pt x="347" y="79"/>
                </a:lnTo>
                <a:lnTo>
                  <a:pt x="346" y="79"/>
                </a:lnTo>
                <a:lnTo>
                  <a:pt x="345" y="79"/>
                </a:lnTo>
                <a:lnTo>
                  <a:pt x="345" y="81"/>
                </a:lnTo>
                <a:lnTo>
                  <a:pt x="344" y="81"/>
                </a:lnTo>
                <a:lnTo>
                  <a:pt x="344" y="82"/>
                </a:lnTo>
                <a:lnTo>
                  <a:pt x="343" y="82"/>
                </a:lnTo>
                <a:lnTo>
                  <a:pt x="344" y="82"/>
                </a:lnTo>
                <a:lnTo>
                  <a:pt x="344" y="83"/>
                </a:lnTo>
                <a:lnTo>
                  <a:pt x="345" y="84"/>
                </a:lnTo>
                <a:lnTo>
                  <a:pt x="345" y="85"/>
                </a:lnTo>
                <a:lnTo>
                  <a:pt x="344" y="85"/>
                </a:lnTo>
                <a:lnTo>
                  <a:pt x="343" y="85"/>
                </a:lnTo>
                <a:lnTo>
                  <a:pt x="343" y="86"/>
                </a:lnTo>
                <a:lnTo>
                  <a:pt x="344" y="86"/>
                </a:lnTo>
                <a:lnTo>
                  <a:pt x="344" y="87"/>
                </a:lnTo>
                <a:lnTo>
                  <a:pt x="344" y="88"/>
                </a:lnTo>
                <a:lnTo>
                  <a:pt x="345" y="88"/>
                </a:lnTo>
                <a:lnTo>
                  <a:pt x="345" y="89"/>
                </a:lnTo>
                <a:lnTo>
                  <a:pt x="346" y="89"/>
                </a:lnTo>
                <a:lnTo>
                  <a:pt x="347" y="90"/>
                </a:lnTo>
                <a:lnTo>
                  <a:pt x="347" y="91"/>
                </a:lnTo>
                <a:lnTo>
                  <a:pt x="348" y="91"/>
                </a:lnTo>
                <a:lnTo>
                  <a:pt x="349" y="92"/>
                </a:lnTo>
                <a:lnTo>
                  <a:pt x="349" y="93"/>
                </a:lnTo>
                <a:lnTo>
                  <a:pt x="349" y="94"/>
                </a:lnTo>
                <a:lnTo>
                  <a:pt x="348" y="95"/>
                </a:lnTo>
                <a:lnTo>
                  <a:pt x="348" y="96"/>
                </a:lnTo>
                <a:lnTo>
                  <a:pt x="347" y="96"/>
                </a:lnTo>
                <a:lnTo>
                  <a:pt x="348" y="97"/>
                </a:lnTo>
                <a:lnTo>
                  <a:pt x="349" y="98"/>
                </a:lnTo>
                <a:lnTo>
                  <a:pt x="350" y="98"/>
                </a:lnTo>
                <a:lnTo>
                  <a:pt x="350" y="99"/>
                </a:lnTo>
                <a:lnTo>
                  <a:pt x="351" y="100"/>
                </a:lnTo>
                <a:lnTo>
                  <a:pt x="351" y="101"/>
                </a:lnTo>
                <a:lnTo>
                  <a:pt x="351" y="102"/>
                </a:lnTo>
                <a:lnTo>
                  <a:pt x="352" y="102"/>
                </a:lnTo>
                <a:lnTo>
                  <a:pt x="353" y="102"/>
                </a:lnTo>
                <a:lnTo>
                  <a:pt x="353" y="103"/>
                </a:lnTo>
                <a:lnTo>
                  <a:pt x="353" y="105"/>
                </a:lnTo>
                <a:lnTo>
                  <a:pt x="352" y="106"/>
                </a:lnTo>
                <a:lnTo>
                  <a:pt x="352" y="107"/>
                </a:lnTo>
                <a:lnTo>
                  <a:pt x="351" y="107"/>
                </a:lnTo>
                <a:lnTo>
                  <a:pt x="351" y="108"/>
                </a:lnTo>
                <a:lnTo>
                  <a:pt x="350" y="108"/>
                </a:lnTo>
                <a:lnTo>
                  <a:pt x="350" y="109"/>
                </a:lnTo>
                <a:lnTo>
                  <a:pt x="350" y="110"/>
                </a:lnTo>
                <a:lnTo>
                  <a:pt x="349" y="110"/>
                </a:lnTo>
                <a:lnTo>
                  <a:pt x="349" y="109"/>
                </a:lnTo>
                <a:lnTo>
                  <a:pt x="349" y="110"/>
                </a:lnTo>
                <a:lnTo>
                  <a:pt x="349" y="111"/>
                </a:lnTo>
                <a:lnTo>
                  <a:pt x="348" y="111"/>
                </a:lnTo>
                <a:lnTo>
                  <a:pt x="347" y="111"/>
                </a:lnTo>
                <a:lnTo>
                  <a:pt x="347" y="112"/>
                </a:lnTo>
                <a:lnTo>
                  <a:pt x="346" y="112"/>
                </a:lnTo>
                <a:lnTo>
                  <a:pt x="346" y="113"/>
                </a:lnTo>
                <a:lnTo>
                  <a:pt x="345" y="113"/>
                </a:lnTo>
                <a:lnTo>
                  <a:pt x="344" y="114"/>
                </a:lnTo>
                <a:lnTo>
                  <a:pt x="343" y="114"/>
                </a:lnTo>
                <a:lnTo>
                  <a:pt x="342" y="114"/>
                </a:lnTo>
                <a:lnTo>
                  <a:pt x="342" y="116"/>
                </a:lnTo>
                <a:lnTo>
                  <a:pt x="342" y="117"/>
                </a:lnTo>
                <a:lnTo>
                  <a:pt x="342" y="118"/>
                </a:lnTo>
                <a:lnTo>
                  <a:pt x="343" y="118"/>
                </a:lnTo>
                <a:lnTo>
                  <a:pt x="343" y="120"/>
                </a:lnTo>
                <a:lnTo>
                  <a:pt x="342" y="121"/>
                </a:lnTo>
                <a:lnTo>
                  <a:pt x="342" y="122"/>
                </a:lnTo>
                <a:lnTo>
                  <a:pt x="343" y="122"/>
                </a:lnTo>
                <a:lnTo>
                  <a:pt x="343" y="123"/>
                </a:lnTo>
                <a:lnTo>
                  <a:pt x="344" y="124"/>
                </a:lnTo>
                <a:lnTo>
                  <a:pt x="344" y="125"/>
                </a:lnTo>
                <a:lnTo>
                  <a:pt x="345" y="126"/>
                </a:lnTo>
                <a:lnTo>
                  <a:pt x="346" y="127"/>
                </a:lnTo>
                <a:lnTo>
                  <a:pt x="346" y="128"/>
                </a:lnTo>
                <a:lnTo>
                  <a:pt x="346" y="129"/>
                </a:lnTo>
                <a:lnTo>
                  <a:pt x="347" y="129"/>
                </a:lnTo>
                <a:lnTo>
                  <a:pt x="346" y="129"/>
                </a:lnTo>
                <a:lnTo>
                  <a:pt x="347" y="130"/>
                </a:lnTo>
                <a:lnTo>
                  <a:pt x="346" y="131"/>
                </a:lnTo>
                <a:lnTo>
                  <a:pt x="346" y="132"/>
                </a:lnTo>
                <a:lnTo>
                  <a:pt x="345" y="133"/>
                </a:lnTo>
                <a:lnTo>
                  <a:pt x="344" y="133"/>
                </a:lnTo>
                <a:lnTo>
                  <a:pt x="343" y="134"/>
                </a:lnTo>
                <a:lnTo>
                  <a:pt x="343" y="133"/>
                </a:lnTo>
                <a:lnTo>
                  <a:pt x="342" y="133"/>
                </a:lnTo>
                <a:lnTo>
                  <a:pt x="342" y="134"/>
                </a:lnTo>
                <a:lnTo>
                  <a:pt x="342" y="135"/>
                </a:lnTo>
                <a:lnTo>
                  <a:pt x="342" y="136"/>
                </a:lnTo>
                <a:lnTo>
                  <a:pt x="341" y="136"/>
                </a:lnTo>
                <a:lnTo>
                  <a:pt x="340" y="135"/>
                </a:lnTo>
                <a:lnTo>
                  <a:pt x="340" y="136"/>
                </a:lnTo>
                <a:lnTo>
                  <a:pt x="339" y="137"/>
                </a:lnTo>
                <a:lnTo>
                  <a:pt x="339" y="138"/>
                </a:lnTo>
                <a:lnTo>
                  <a:pt x="340" y="138"/>
                </a:lnTo>
                <a:lnTo>
                  <a:pt x="340" y="139"/>
                </a:lnTo>
                <a:lnTo>
                  <a:pt x="340" y="140"/>
                </a:lnTo>
                <a:lnTo>
                  <a:pt x="340" y="141"/>
                </a:lnTo>
                <a:lnTo>
                  <a:pt x="340" y="142"/>
                </a:lnTo>
                <a:lnTo>
                  <a:pt x="340" y="143"/>
                </a:lnTo>
                <a:lnTo>
                  <a:pt x="339" y="143"/>
                </a:lnTo>
                <a:lnTo>
                  <a:pt x="339" y="142"/>
                </a:lnTo>
                <a:lnTo>
                  <a:pt x="338" y="143"/>
                </a:lnTo>
                <a:lnTo>
                  <a:pt x="337" y="143"/>
                </a:lnTo>
                <a:lnTo>
                  <a:pt x="336" y="143"/>
                </a:lnTo>
                <a:lnTo>
                  <a:pt x="336" y="142"/>
                </a:lnTo>
                <a:lnTo>
                  <a:pt x="335" y="142"/>
                </a:lnTo>
                <a:lnTo>
                  <a:pt x="334" y="142"/>
                </a:lnTo>
                <a:lnTo>
                  <a:pt x="334" y="141"/>
                </a:lnTo>
                <a:lnTo>
                  <a:pt x="333" y="141"/>
                </a:lnTo>
                <a:lnTo>
                  <a:pt x="332" y="141"/>
                </a:lnTo>
                <a:lnTo>
                  <a:pt x="332" y="142"/>
                </a:lnTo>
                <a:lnTo>
                  <a:pt x="332" y="143"/>
                </a:lnTo>
                <a:lnTo>
                  <a:pt x="332" y="142"/>
                </a:lnTo>
                <a:lnTo>
                  <a:pt x="331" y="142"/>
                </a:lnTo>
                <a:lnTo>
                  <a:pt x="330" y="142"/>
                </a:lnTo>
                <a:lnTo>
                  <a:pt x="330" y="141"/>
                </a:lnTo>
                <a:lnTo>
                  <a:pt x="330" y="142"/>
                </a:lnTo>
                <a:lnTo>
                  <a:pt x="329" y="143"/>
                </a:lnTo>
                <a:lnTo>
                  <a:pt x="329" y="145"/>
                </a:lnTo>
                <a:lnTo>
                  <a:pt x="328" y="145"/>
                </a:lnTo>
                <a:lnTo>
                  <a:pt x="328" y="146"/>
                </a:lnTo>
                <a:lnTo>
                  <a:pt x="328" y="147"/>
                </a:lnTo>
                <a:lnTo>
                  <a:pt x="328" y="148"/>
                </a:lnTo>
                <a:lnTo>
                  <a:pt x="328" y="149"/>
                </a:lnTo>
                <a:lnTo>
                  <a:pt x="329" y="149"/>
                </a:lnTo>
                <a:lnTo>
                  <a:pt x="329" y="150"/>
                </a:lnTo>
                <a:lnTo>
                  <a:pt x="329" y="149"/>
                </a:lnTo>
                <a:lnTo>
                  <a:pt x="331" y="149"/>
                </a:lnTo>
                <a:lnTo>
                  <a:pt x="331" y="151"/>
                </a:lnTo>
                <a:lnTo>
                  <a:pt x="330" y="151"/>
                </a:lnTo>
                <a:lnTo>
                  <a:pt x="329" y="151"/>
                </a:lnTo>
                <a:lnTo>
                  <a:pt x="329" y="152"/>
                </a:lnTo>
                <a:lnTo>
                  <a:pt x="329" y="153"/>
                </a:lnTo>
                <a:lnTo>
                  <a:pt x="328" y="153"/>
                </a:lnTo>
                <a:lnTo>
                  <a:pt x="328" y="154"/>
                </a:lnTo>
                <a:lnTo>
                  <a:pt x="328" y="155"/>
                </a:lnTo>
                <a:lnTo>
                  <a:pt x="327" y="155"/>
                </a:lnTo>
                <a:lnTo>
                  <a:pt x="326" y="155"/>
                </a:lnTo>
                <a:lnTo>
                  <a:pt x="325" y="155"/>
                </a:lnTo>
                <a:lnTo>
                  <a:pt x="325" y="156"/>
                </a:lnTo>
                <a:lnTo>
                  <a:pt x="324" y="156"/>
                </a:lnTo>
                <a:lnTo>
                  <a:pt x="324" y="155"/>
                </a:lnTo>
                <a:lnTo>
                  <a:pt x="324" y="156"/>
                </a:lnTo>
                <a:lnTo>
                  <a:pt x="323" y="156"/>
                </a:lnTo>
                <a:lnTo>
                  <a:pt x="322" y="157"/>
                </a:lnTo>
                <a:lnTo>
                  <a:pt x="321" y="156"/>
                </a:lnTo>
                <a:lnTo>
                  <a:pt x="320" y="157"/>
                </a:lnTo>
                <a:lnTo>
                  <a:pt x="320" y="158"/>
                </a:lnTo>
                <a:lnTo>
                  <a:pt x="320" y="159"/>
                </a:lnTo>
                <a:lnTo>
                  <a:pt x="320" y="161"/>
                </a:lnTo>
                <a:lnTo>
                  <a:pt x="320" y="162"/>
                </a:lnTo>
                <a:lnTo>
                  <a:pt x="320" y="163"/>
                </a:lnTo>
                <a:lnTo>
                  <a:pt x="319" y="163"/>
                </a:lnTo>
                <a:lnTo>
                  <a:pt x="319" y="164"/>
                </a:lnTo>
                <a:lnTo>
                  <a:pt x="319" y="165"/>
                </a:lnTo>
                <a:lnTo>
                  <a:pt x="318" y="165"/>
                </a:lnTo>
                <a:lnTo>
                  <a:pt x="318" y="166"/>
                </a:lnTo>
                <a:lnTo>
                  <a:pt x="317" y="167"/>
                </a:lnTo>
                <a:lnTo>
                  <a:pt x="317" y="168"/>
                </a:lnTo>
                <a:lnTo>
                  <a:pt x="316" y="168"/>
                </a:lnTo>
                <a:lnTo>
                  <a:pt x="315" y="168"/>
                </a:lnTo>
                <a:lnTo>
                  <a:pt x="315" y="169"/>
                </a:lnTo>
                <a:lnTo>
                  <a:pt x="315" y="170"/>
                </a:lnTo>
                <a:lnTo>
                  <a:pt x="315" y="172"/>
                </a:lnTo>
                <a:lnTo>
                  <a:pt x="314" y="172"/>
                </a:lnTo>
                <a:lnTo>
                  <a:pt x="314" y="173"/>
                </a:lnTo>
                <a:lnTo>
                  <a:pt x="315" y="173"/>
                </a:lnTo>
                <a:lnTo>
                  <a:pt x="315" y="174"/>
                </a:lnTo>
                <a:lnTo>
                  <a:pt x="314" y="174"/>
                </a:lnTo>
                <a:lnTo>
                  <a:pt x="314" y="175"/>
                </a:lnTo>
                <a:lnTo>
                  <a:pt x="314" y="176"/>
                </a:lnTo>
                <a:lnTo>
                  <a:pt x="313" y="176"/>
                </a:lnTo>
                <a:lnTo>
                  <a:pt x="313" y="177"/>
                </a:lnTo>
                <a:lnTo>
                  <a:pt x="313" y="178"/>
                </a:lnTo>
                <a:lnTo>
                  <a:pt x="314" y="178"/>
                </a:lnTo>
                <a:lnTo>
                  <a:pt x="314" y="179"/>
                </a:lnTo>
                <a:lnTo>
                  <a:pt x="314" y="180"/>
                </a:lnTo>
                <a:lnTo>
                  <a:pt x="313" y="180"/>
                </a:lnTo>
                <a:lnTo>
                  <a:pt x="313" y="181"/>
                </a:lnTo>
                <a:lnTo>
                  <a:pt x="313" y="182"/>
                </a:lnTo>
                <a:lnTo>
                  <a:pt x="313" y="181"/>
                </a:lnTo>
                <a:lnTo>
                  <a:pt x="314" y="182"/>
                </a:lnTo>
                <a:lnTo>
                  <a:pt x="314" y="183"/>
                </a:lnTo>
                <a:lnTo>
                  <a:pt x="314" y="184"/>
                </a:lnTo>
                <a:lnTo>
                  <a:pt x="315" y="185"/>
                </a:lnTo>
                <a:lnTo>
                  <a:pt x="315" y="186"/>
                </a:lnTo>
                <a:lnTo>
                  <a:pt x="315" y="188"/>
                </a:lnTo>
                <a:lnTo>
                  <a:pt x="316" y="188"/>
                </a:lnTo>
                <a:lnTo>
                  <a:pt x="316" y="189"/>
                </a:lnTo>
                <a:lnTo>
                  <a:pt x="315" y="189"/>
                </a:lnTo>
                <a:lnTo>
                  <a:pt x="315" y="190"/>
                </a:lnTo>
                <a:lnTo>
                  <a:pt x="314" y="190"/>
                </a:lnTo>
                <a:lnTo>
                  <a:pt x="315" y="190"/>
                </a:lnTo>
                <a:lnTo>
                  <a:pt x="315" y="191"/>
                </a:lnTo>
                <a:lnTo>
                  <a:pt x="315" y="192"/>
                </a:lnTo>
                <a:lnTo>
                  <a:pt x="315" y="194"/>
                </a:lnTo>
                <a:lnTo>
                  <a:pt x="316" y="195"/>
                </a:lnTo>
                <a:lnTo>
                  <a:pt x="317" y="195"/>
                </a:lnTo>
                <a:lnTo>
                  <a:pt x="318" y="195"/>
                </a:lnTo>
                <a:lnTo>
                  <a:pt x="319" y="195"/>
                </a:lnTo>
                <a:lnTo>
                  <a:pt x="319" y="196"/>
                </a:lnTo>
                <a:lnTo>
                  <a:pt x="319" y="197"/>
                </a:lnTo>
                <a:lnTo>
                  <a:pt x="318" y="197"/>
                </a:lnTo>
                <a:lnTo>
                  <a:pt x="318" y="198"/>
                </a:lnTo>
                <a:lnTo>
                  <a:pt x="318" y="199"/>
                </a:lnTo>
                <a:lnTo>
                  <a:pt x="317" y="199"/>
                </a:lnTo>
                <a:lnTo>
                  <a:pt x="316" y="199"/>
                </a:lnTo>
                <a:lnTo>
                  <a:pt x="316" y="200"/>
                </a:lnTo>
                <a:lnTo>
                  <a:pt x="317" y="200"/>
                </a:lnTo>
                <a:lnTo>
                  <a:pt x="317" y="201"/>
                </a:lnTo>
                <a:lnTo>
                  <a:pt x="316" y="202"/>
                </a:lnTo>
                <a:lnTo>
                  <a:pt x="315" y="202"/>
                </a:lnTo>
                <a:lnTo>
                  <a:pt x="315" y="203"/>
                </a:lnTo>
                <a:lnTo>
                  <a:pt x="315" y="204"/>
                </a:lnTo>
                <a:lnTo>
                  <a:pt x="316" y="204"/>
                </a:lnTo>
                <a:lnTo>
                  <a:pt x="316" y="205"/>
                </a:lnTo>
                <a:lnTo>
                  <a:pt x="316" y="206"/>
                </a:lnTo>
                <a:lnTo>
                  <a:pt x="315" y="206"/>
                </a:lnTo>
                <a:lnTo>
                  <a:pt x="315" y="207"/>
                </a:lnTo>
                <a:lnTo>
                  <a:pt x="314" y="208"/>
                </a:lnTo>
                <a:lnTo>
                  <a:pt x="315" y="208"/>
                </a:lnTo>
                <a:lnTo>
                  <a:pt x="314" y="208"/>
                </a:lnTo>
                <a:lnTo>
                  <a:pt x="314" y="209"/>
                </a:lnTo>
                <a:lnTo>
                  <a:pt x="313" y="209"/>
                </a:lnTo>
                <a:lnTo>
                  <a:pt x="313" y="210"/>
                </a:lnTo>
                <a:lnTo>
                  <a:pt x="312" y="210"/>
                </a:lnTo>
                <a:lnTo>
                  <a:pt x="312" y="211"/>
                </a:lnTo>
                <a:lnTo>
                  <a:pt x="311" y="212"/>
                </a:lnTo>
                <a:lnTo>
                  <a:pt x="311" y="213"/>
                </a:lnTo>
                <a:lnTo>
                  <a:pt x="311" y="214"/>
                </a:lnTo>
                <a:lnTo>
                  <a:pt x="310" y="214"/>
                </a:lnTo>
                <a:lnTo>
                  <a:pt x="310" y="215"/>
                </a:lnTo>
                <a:lnTo>
                  <a:pt x="309" y="215"/>
                </a:lnTo>
                <a:lnTo>
                  <a:pt x="309" y="214"/>
                </a:lnTo>
                <a:lnTo>
                  <a:pt x="309" y="215"/>
                </a:lnTo>
                <a:lnTo>
                  <a:pt x="308" y="215"/>
                </a:lnTo>
                <a:lnTo>
                  <a:pt x="308" y="216"/>
                </a:lnTo>
                <a:lnTo>
                  <a:pt x="307" y="217"/>
                </a:lnTo>
                <a:lnTo>
                  <a:pt x="307" y="218"/>
                </a:lnTo>
                <a:lnTo>
                  <a:pt x="306" y="218"/>
                </a:lnTo>
                <a:lnTo>
                  <a:pt x="305" y="219"/>
                </a:lnTo>
                <a:lnTo>
                  <a:pt x="304" y="219"/>
                </a:lnTo>
                <a:lnTo>
                  <a:pt x="304" y="218"/>
                </a:lnTo>
                <a:lnTo>
                  <a:pt x="303" y="219"/>
                </a:lnTo>
                <a:lnTo>
                  <a:pt x="303" y="218"/>
                </a:lnTo>
                <a:lnTo>
                  <a:pt x="302" y="218"/>
                </a:lnTo>
                <a:lnTo>
                  <a:pt x="302" y="219"/>
                </a:lnTo>
                <a:lnTo>
                  <a:pt x="301" y="219"/>
                </a:lnTo>
                <a:lnTo>
                  <a:pt x="300" y="219"/>
                </a:lnTo>
                <a:lnTo>
                  <a:pt x="299" y="219"/>
                </a:lnTo>
                <a:lnTo>
                  <a:pt x="298" y="219"/>
                </a:lnTo>
                <a:lnTo>
                  <a:pt x="298" y="220"/>
                </a:lnTo>
                <a:lnTo>
                  <a:pt x="298" y="219"/>
                </a:lnTo>
                <a:lnTo>
                  <a:pt x="297" y="219"/>
                </a:lnTo>
                <a:lnTo>
                  <a:pt x="296" y="220"/>
                </a:lnTo>
                <a:lnTo>
                  <a:pt x="297" y="220"/>
                </a:lnTo>
                <a:lnTo>
                  <a:pt x="298" y="221"/>
                </a:lnTo>
                <a:lnTo>
                  <a:pt x="298" y="222"/>
                </a:lnTo>
                <a:lnTo>
                  <a:pt x="298" y="223"/>
                </a:lnTo>
                <a:lnTo>
                  <a:pt x="298" y="224"/>
                </a:lnTo>
                <a:lnTo>
                  <a:pt x="297" y="224"/>
                </a:lnTo>
                <a:lnTo>
                  <a:pt x="297" y="225"/>
                </a:lnTo>
                <a:lnTo>
                  <a:pt x="296" y="225"/>
                </a:lnTo>
                <a:lnTo>
                  <a:pt x="295" y="225"/>
                </a:lnTo>
                <a:lnTo>
                  <a:pt x="295" y="226"/>
                </a:lnTo>
                <a:lnTo>
                  <a:pt x="295" y="225"/>
                </a:lnTo>
                <a:lnTo>
                  <a:pt x="294" y="226"/>
                </a:lnTo>
                <a:lnTo>
                  <a:pt x="293" y="226"/>
                </a:lnTo>
                <a:lnTo>
                  <a:pt x="293" y="227"/>
                </a:lnTo>
                <a:lnTo>
                  <a:pt x="292" y="226"/>
                </a:lnTo>
                <a:lnTo>
                  <a:pt x="291" y="226"/>
                </a:lnTo>
                <a:lnTo>
                  <a:pt x="290" y="226"/>
                </a:lnTo>
                <a:lnTo>
                  <a:pt x="291" y="227"/>
                </a:lnTo>
                <a:lnTo>
                  <a:pt x="290" y="228"/>
                </a:lnTo>
                <a:lnTo>
                  <a:pt x="289" y="228"/>
                </a:lnTo>
                <a:lnTo>
                  <a:pt x="288" y="228"/>
                </a:lnTo>
                <a:lnTo>
                  <a:pt x="287" y="228"/>
                </a:lnTo>
                <a:lnTo>
                  <a:pt x="286" y="228"/>
                </a:lnTo>
                <a:lnTo>
                  <a:pt x="286" y="229"/>
                </a:lnTo>
                <a:lnTo>
                  <a:pt x="287" y="229"/>
                </a:lnTo>
                <a:lnTo>
                  <a:pt x="286" y="230"/>
                </a:lnTo>
                <a:lnTo>
                  <a:pt x="285" y="230"/>
                </a:lnTo>
                <a:lnTo>
                  <a:pt x="284" y="230"/>
                </a:lnTo>
                <a:lnTo>
                  <a:pt x="284" y="231"/>
                </a:lnTo>
                <a:lnTo>
                  <a:pt x="283" y="231"/>
                </a:lnTo>
                <a:lnTo>
                  <a:pt x="283" y="230"/>
                </a:lnTo>
                <a:lnTo>
                  <a:pt x="282" y="230"/>
                </a:lnTo>
                <a:lnTo>
                  <a:pt x="282" y="231"/>
                </a:lnTo>
                <a:lnTo>
                  <a:pt x="281" y="231"/>
                </a:lnTo>
                <a:lnTo>
                  <a:pt x="281" y="232"/>
                </a:lnTo>
                <a:lnTo>
                  <a:pt x="280" y="232"/>
                </a:lnTo>
                <a:lnTo>
                  <a:pt x="280" y="231"/>
                </a:lnTo>
                <a:lnTo>
                  <a:pt x="279" y="231"/>
                </a:lnTo>
                <a:lnTo>
                  <a:pt x="278" y="230"/>
                </a:lnTo>
                <a:lnTo>
                  <a:pt x="278" y="231"/>
                </a:lnTo>
                <a:lnTo>
                  <a:pt x="278" y="232"/>
                </a:lnTo>
                <a:lnTo>
                  <a:pt x="278" y="233"/>
                </a:lnTo>
                <a:lnTo>
                  <a:pt x="277" y="232"/>
                </a:lnTo>
                <a:lnTo>
                  <a:pt x="277" y="233"/>
                </a:lnTo>
                <a:lnTo>
                  <a:pt x="278" y="233"/>
                </a:lnTo>
                <a:lnTo>
                  <a:pt x="278" y="234"/>
                </a:lnTo>
                <a:lnTo>
                  <a:pt x="278" y="235"/>
                </a:lnTo>
                <a:lnTo>
                  <a:pt x="277" y="235"/>
                </a:lnTo>
                <a:lnTo>
                  <a:pt x="277" y="236"/>
                </a:lnTo>
                <a:lnTo>
                  <a:pt x="277" y="237"/>
                </a:lnTo>
                <a:lnTo>
                  <a:pt x="277" y="238"/>
                </a:lnTo>
                <a:lnTo>
                  <a:pt x="277" y="239"/>
                </a:lnTo>
                <a:lnTo>
                  <a:pt x="276" y="239"/>
                </a:lnTo>
                <a:lnTo>
                  <a:pt x="275" y="239"/>
                </a:lnTo>
                <a:lnTo>
                  <a:pt x="274" y="239"/>
                </a:lnTo>
                <a:lnTo>
                  <a:pt x="274" y="238"/>
                </a:lnTo>
                <a:lnTo>
                  <a:pt x="273" y="238"/>
                </a:lnTo>
                <a:lnTo>
                  <a:pt x="273" y="239"/>
                </a:lnTo>
                <a:lnTo>
                  <a:pt x="274" y="240"/>
                </a:lnTo>
                <a:lnTo>
                  <a:pt x="275" y="240"/>
                </a:lnTo>
                <a:lnTo>
                  <a:pt x="275" y="241"/>
                </a:lnTo>
                <a:lnTo>
                  <a:pt x="275" y="243"/>
                </a:lnTo>
                <a:lnTo>
                  <a:pt x="275" y="244"/>
                </a:lnTo>
                <a:lnTo>
                  <a:pt x="275" y="245"/>
                </a:lnTo>
                <a:lnTo>
                  <a:pt x="275" y="246"/>
                </a:lnTo>
                <a:lnTo>
                  <a:pt x="276" y="246"/>
                </a:lnTo>
                <a:lnTo>
                  <a:pt x="277" y="246"/>
                </a:lnTo>
                <a:lnTo>
                  <a:pt x="278" y="247"/>
                </a:lnTo>
                <a:lnTo>
                  <a:pt x="278" y="248"/>
                </a:lnTo>
                <a:lnTo>
                  <a:pt x="279" y="248"/>
                </a:lnTo>
                <a:lnTo>
                  <a:pt x="279" y="249"/>
                </a:lnTo>
                <a:lnTo>
                  <a:pt x="280" y="250"/>
                </a:lnTo>
                <a:lnTo>
                  <a:pt x="281" y="250"/>
                </a:lnTo>
                <a:lnTo>
                  <a:pt x="281" y="251"/>
                </a:lnTo>
                <a:lnTo>
                  <a:pt x="280" y="251"/>
                </a:lnTo>
                <a:lnTo>
                  <a:pt x="280" y="252"/>
                </a:lnTo>
                <a:lnTo>
                  <a:pt x="279" y="252"/>
                </a:lnTo>
                <a:lnTo>
                  <a:pt x="278" y="251"/>
                </a:lnTo>
                <a:lnTo>
                  <a:pt x="277" y="251"/>
                </a:lnTo>
                <a:lnTo>
                  <a:pt x="277" y="250"/>
                </a:lnTo>
                <a:lnTo>
                  <a:pt x="276" y="250"/>
                </a:lnTo>
                <a:lnTo>
                  <a:pt x="276" y="251"/>
                </a:lnTo>
                <a:lnTo>
                  <a:pt x="276" y="252"/>
                </a:lnTo>
                <a:lnTo>
                  <a:pt x="275" y="252"/>
                </a:lnTo>
                <a:lnTo>
                  <a:pt x="275" y="253"/>
                </a:lnTo>
                <a:lnTo>
                  <a:pt x="275" y="254"/>
                </a:lnTo>
                <a:lnTo>
                  <a:pt x="274" y="254"/>
                </a:lnTo>
                <a:lnTo>
                  <a:pt x="273" y="254"/>
                </a:lnTo>
                <a:lnTo>
                  <a:pt x="272" y="255"/>
                </a:lnTo>
                <a:lnTo>
                  <a:pt x="272" y="256"/>
                </a:lnTo>
                <a:lnTo>
                  <a:pt x="272" y="257"/>
                </a:lnTo>
                <a:lnTo>
                  <a:pt x="273" y="257"/>
                </a:lnTo>
                <a:lnTo>
                  <a:pt x="274" y="258"/>
                </a:lnTo>
                <a:lnTo>
                  <a:pt x="274" y="259"/>
                </a:lnTo>
                <a:lnTo>
                  <a:pt x="273" y="260"/>
                </a:lnTo>
                <a:lnTo>
                  <a:pt x="272" y="260"/>
                </a:lnTo>
                <a:lnTo>
                  <a:pt x="272" y="261"/>
                </a:lnTo>
                <a:lnTo>
                  <a:pt x="271" y="261"/>
                </a:lnTo>
                <a:lnTo>
                  <a:pt x="271" y="260"/>
                </a:lnTo>
                <a:lnTo>
                  <a:pt x="270" y="260"/>
                </a:lnTo>
                <a:lnTo>
                  <a:pt x="270" y="261"/>
                </a:lnTo>
                <a:lnTo>
                  <a:pt x="269" y="260"/>
                </a:lnTo>
                <a:lnTo>
                  <a:pt x="269" y="259"/>
                </a:lnTo>
                <a:lnTo>
                  <a:pt x="269" y="258"/>
                </a:lnTo>
                <a:lnTo>
                  <a:pt x="268" y="259"/>
                </a:lnTo>
                <a:lnTo>
                  <a:pt x="267" y="258"/>
                </a:lnTo>
                <a:lnTo>
                  <a:pt x="266" y="258"/>
                </a:lnTo>
                <a:lnTo>
                  <a:pt x="265" y="259"/>
                </a:lnTo>
                <a:lnTo>
                  <a:pt x="265" y="260"/>
                </a:lnTo>
                <a:lnTo>
                  <a:pt x="264" y="260"/>
                </a:lnTo>
                <a:lnTo>
                  <a:pt x="264" y="261"/>
                </a:lnTo>
                <a:lnTo>
                  <a:pt x="265" y="261"/>
                </a:lnTo>
                <a:lnTo>
                  <a:pt x="264" y="261"/>
                </a:lnTo>
                <a:lnTo>
                  <a:pt x="263" y="262"/>
                </a:lnTo>
                <a:lnTo>
                  <a:pt x="262" y="262"/>
                </a:lnTo>
                <a:lnTo>
                  <a:pt x="262" y="261"/>
                </a:lnTo>
                <a:lnTo>
                  <a:pt x="261" y="260"/>
                </a:lnTo>
                <a:lnTo>
                  <a:pt x="260" y="260"/>
                </a:lnTo>
                <a:lnTo>
                  <a:pt x="260" y="259"/>
                </a:lnTo>
                <a:lnTo>
                  <a:pt x="259" y="259"/>
                </a:lnTo>
                <a:lnTo>
                  <a:pt x="258" y="258"/>
                </a:lnTo>
                <a:lnTo>
                  <a:pt x="257" y="258"/>
                </a:lnTo>
                <a:lnTo>
                  <a:pt x="257" y="259"/>
                </a:lnTo>
                <a:lnTo>
                  <a:pt x="256" y="259"/>
                </a:lnTo>
                <a:lnTo>
                  <a:pt x="256" y="260"/>
                </a:lnTo>
                <a:lnTo>
                  <a:pt x="256" y="261"/>
                </a:lnTo>
                <a:lnTo>
                  <a:pt x="255" y="261"/>
                </a:lnTo>
                <a:lnTo>
                  <a:pt x="253" y="260"/>
                </a:lnTo>
                <a:lnTo>
                  <a:pt x="253" y="259"/>
                </a:lnTo>
                <a:lnTo>
                  <a:pt x="251" y="261"/>
                </a:lnTo>
                <a:lnTo>
                  <a:pt x="251" y="262"/>
                </a:lnTo>
                <a:lnTo>
                  <a:pt x="252" y="262"/>
                </a:lnTo>
                <a:lnTo>
                  <a:pt x="253" y="263"/>
                </a:lnTo>
                <a:lnTo>
                  <a:pt x="254" y="263"/>
                </a:lnTo>
                <a:lnTo>
                  <a:pt x="254" y="264"/>
                </a:lnTo>
                <a:lnTo>
                  <a:pt x="254" y="265"/>
                </a:lnTo>
                <a:lnTo>
                  <a:pt x="254" y="266"/>
                </a:lnTo>
                <a:lnTo>
                  <a:pt x="253" y="265"/>
                </a:lnTo>
                <a:lnTo>
                  <a:pt x="253" y="266"/>
                </a:lnTo>
                <a:lnTo>
                  <a:pt x="254" y="266"/>
                </a:lnTo>
                <a:lnTo>
                  <a:pt x="254" y="267"/>
                </a:lnTo>
                <a:lnTo>
                  <a:pt x="253" y="268"/>
                </a:lnTo>
                <a:lnTo>
                  <a:pt x="254" y="268"/>
                </a:lnTo>
                <a:lnTo>
                  <a:pt x="254" y="269"/>
                </a:lnTo>
                <a:lnTo>
                  <a:pt x="253" y="269"/>
                </a:lnTo>
                <a:lnTo>
                  <a:pt x="253" y="270"/>
                </a:lnTo>
                <a:lnTo>
                  <a:pt x="254" y="271"/>
                </a:lnTo>
                <a:lnTo>
                  <a:pt x="254" y="273"/>
                </a:lnTo>
                <a:lnTo>
                  <a:pt x="254" y="274"/>
                </a:lnTo>
                <a:lnTo>
                  <a:pt x="255" y="274"/>
                </a:lnTo>
                <a:lnTo>
                  <a:pt x="256" y="275"/>
                </a:lnTo>
                <a:lnTo>
                  <a:pt x="256" y="276"/>
                </a:lnTo>
                <a:lnTo>
                  <a:pt x="255" y="277"/>
                </a:lnTo>
                <a:lnTo>
                  <a:pt x="256" y="277"/>
                </a:lnTo>
                <a:lnTo>
                  <a:pt x="256" y="278"/>
                </a:lnTo>
                <a:lnTo>
                  <a:pt x="257" y="278"/>
                </a:lnTo>
                <a:lnTo>
                  <a:pt x="256" y="278"/>
                </a:lnTo>
                <a:lnTo>
                  <a:pt x="256" y="279"/>
                </a:lnTo>
                <a:lnTo>
                  <a:pt x="257" y="279"/>
                </a:lnTo>
                <a:lnTo>
                  <a:pt x="256" y="279"/>
                </a:lnTo>
                <a:lnTo>
                  <a:pt x="256" y="280"/>
                </a:lnTo>
                <a:lnTo>
                  <a:pt x="254" y="280"/>
                </a:lnTo>
                <a:lnTo>
                  <a:pt x="253" y="280"/>
                </a:lnTo>
                <a:lnTo>
                  <a:pt x="252" y="280"/>
                </a:lnTo>
                <a:lnTo>
                  <a:pt x="252" y="279"/>
                </a:lnTo>
                <a:lnTo>
                  <a:pt x="251" y="279"/>
                </a:lnTo>
                <a:lnTo>
                  <a:pt x="251" y="278"/>
                </a:lnTo>
                <a:lnTo>
                  <a:pt x="250" y="278"/>
                </a:lnTo>
                <a:lnTo>
                  <a:pt x="250" y="279"/>
                </a:lnTo>
                <a:lnTo>
                  <a:pt x="250" y="280"/>
                </a:lnTo>
                <a:lnTo>
                  <a:pt x="249" y="280"/>
                </a:lnTo>
                <a:lnTo>
                  <a:pt x="248" y="280"/>
                </a:lnTo>
                <a:lnTo>
                  <a:pt x="248" y="281"/>
                </a:lnTo>
                <a:lnTo>
                  <a:pt x="247" y="281"/>
                </a:lnTo>
                <a:lnTo>
                  <a:pt x="246" y="281"/>
                </a:lnTo>
                <a:lnTo>
                  <a:pt x="245" y="280"/>
                </a:lnTo>
                <a:lnTo>
                  <a:pt x="244" y="280"/>
                </a:lnTo>
                <a:lnTo>
                  <a:pt x="244" y="279"/>
                </a:lnTo>
                <a:lnTo>
                  <a:pt x="244" y="280"/>
                </a:lnTo>
                <a:lnTo>
                  <a:pt x="243" y="280"/>
                </a:lnTo>
                <a:lnTo>
                  <a:pt x="242" y="280"/>
                </a:lnTo>
                <a:lnTo>
                  <a:pt x="241" y="280"/>
                </a:lnTo>
                <a:lnTo>
                  <a:pt x="240" y="281"/>
                </a:lnTo>
                <a:lnTo>
                  <a:pt x="240" y="280"/>
                </a:lnTo>
                <a:lnTo>
                  <a:pt x="239" y="280"/>
                </a:lnTo>
                <a:lnTo>
                  <a:pt x="238" y="281"/>
                </a:lnTo>
                <a:lnTo>
                  <a:pt x="238" y="282"/>
                </a:lnTo>
                <a:lnTo>
                  <a:pt x="238" y="281"/>
                </a:lnTo>
                <a:lnTo>
                  <a:pt x="237" y="281"/>
                </a:lnTo>
                <a:lnTo>
                  <a:pt x="237" y="282"/>
                </a:lnTo>
                <a:lnTo>
                  <a:pt x="236" y="282"/>
                </a:lnTo>
                <a:lnTo>
                  <a:pt x="236" y="283"/>
                </a:lnTo>
                <a:lnTo>
                  <a:pt x="235" y="283"/>
                </a:lnTo>
                <a:lnTo>
                  <a:pt x="234" y="283"/>
                </a:lnTo>
                <a:lnTo>
                  <a:pt x="234" y="282"/>
                </a:lnTo>
                <a:lnTo>
                  <a:pt x="233" y="282"/>
                </a:lnTo>
                <a:lnTo>
                  <a:pt x="232" y="282"/>
                </a:lnTo>
                <a:lnTo>
                  <a:pt x="232" y="281"/>
                </a:lnTo>
                <a:lnTo>
                  <a:pt x="231" y="281"/>
                </a:lnTo>
                <a:lnTo>
                  <a:pt x="230" y="281"/>
                </a:lnTo>
                <a:lnTo>
                  <a:pt x="230" y="282"/>
                </a:lnTo>
                <a:lnTo>
                  <a:pt x="230" y="283"/>
                </a:lnTo>
                <a:lnTo>
                  <a:pt x="230" y="282"/>
                </a:lnTo>
                <a:lnTo>
                  <a:pt x="229" y="283"/>
                </a:lnTo>
                <a:lnTo>
                  <a:pt x="228" y="284"/>
                </a:lnTo>
                <a:lnTo>
                  <a:pt x="228" y="285"/>
                </a:lnTo>
                <a:lnTo>
                  <a:pt x="228" y="286"/>
                </a:lnTo>
                <a:lnTo>
                  <a:pt x="227" y="286"/>
                </a:lnTo>
                <a:lnTo>
                  <a:pt x="227" y="288"/>
                </a:lnTo>
                <a:lnTo>
                  <a:pt x="228" y="289"/>
                </a:lnTo>
                <a:lnTo>
                  <a:pt x="228" y="290"/>
                </a:lnTo>
                <a:lnTo>
                  <a:pt x="227" y="290"/>
                </a:lnTo>
                <a:lnTo>
                  <a:pt x="227" y="291"/>
                </a:lnTo>
                <a:lnTo>
                  <a:pt x="228" y="291"/>
                </a:lnTo>
                <a:lnTo>
                  <a:pt x="228" y="292"/>
                </a:lnTo>
                <a:lnTo>
                  <a:pt x="227" y="292"/>
                </a:lnTo>
                <a:lnTo>
                  <a:pt x="227" y="293"/>
                </a:lnTo>
                <a:lnTo>
                  <a:pt x="227" y="294"/>
                </a:lnTo>
                <a:lnTo>
                  <a:pt x="226" y="294"/>
                </a:lnTo>
                <a:lnTo>
                  <a:pt x="226" y="295"/>
                </a:lnTo>
                <a:lnTo>
                  <a:pt x="226" y="296"/>
                </a:lnTo>
                <a:lnTo>
                  <a:pt x="226" y="297"/>
                </a:lnTo>
                <a:lnTo>
                  <a:pt x="225" y="297"/>
                </a:lnTo>
                <a:lnTo>
                  <a:pt x="225" y="298"/>
                </a:lnTo>
                <a:lnTo>
                  <a:pt x="224" y="297"/>
                </a:lnTo>
                <a:lnTo>
                  <a:pt x="223" y="298"/>
                </a:lnTo>
                <a:lnTo>
                  <a:pt x="222" y="298"/>
                </a:lnTo>
                <a:lnTo>
                  <a:pt x="222" y="299"/>
                </a:lnTo>
                <a:lnTo>
                  <a:pt x="220" y="298"/>
                </a:lnTo>
                <a:lnTo>
                  <a:pt x="219" y="299"/>
                </a:lnTo>
                <a:lnTo>
                  <a:pt x="220" y="299"/>
                </a:lnTo>
                <a:lnTo>
                  <a:pt x="219" y="299"/>
                </a:lnTo>
                <a:lnTo>
                  <a:pt x="218" y="299"/>
                </a:lnTo>
                <a:lnTo>
                  <a:pt x="218" y="298"/>
                </a:lnTo>
                <a:lnTo>
                  <a:pt x="218" y="297"/>
                </a:lnTo>
                <a:lnTo>
                  <a:pt x="217" y="297"/>
                </a:lnTo>
                <a:lnTo>
                  <a:pt x="217" y="296"/>
                </a:lnTo>
                <a:lnTo>
                  <a:pt x="217" y="297"/>
                </a:lnTo>
                <a:lnTo>
                  <a:pt x="217" y="298"/>
                </a:lnTo>
                <a:lnTo>
                  <a:pt x="216" y="298"/>
                </a:lnTo>
                <a:lnTo>
                  <a:pt x="216" y="299"/>
                </a:lnTo>
                <a:lnTo>
                  <a:pt x="216" y="300"/>
                </a:lnTo>
                <a:lnTo>
                  <a:pt x="215" y="300"/>
                </a:lnTo>
                <a:lnTo>
                  <a:pt x="216" y="301"/>
                </a:lnTo>
                <a:lnTo>
                  <a:pt x="216" y="302"/>
                </a:lnTo>
                <a:lnTo>
                  <a:pt x="216" y="303"/>
                </a:lnTo>
                <a:lnTo>
                  <a:pt x="216" y="304"/>
                </a:lnTo>
                <a:lnTo>
                  <a:pt x="216" y="305"/>
                </a:lnTo>
                <a:lnTo>
                  <a:pt x="217" y="305"/>
                </a:lnTo>
                <a:lnTo>
                  <a:pt x="217" y="306"/>
                </a:lnTo>
                <a:lnTo>
                  <a:pt x="217" y="307"/>
                </a:lnTo>
                <a:lnTo>
                  <a:pt x="217" y="308"/>
                </a:lnTo>
                <a:lnTo>
                  <a:pt x="218" y="309"/>
                </a:lnTo>
                <a:lnTo>
                  <a:pt x="217" y="309"/>
                </a:lnTo>
                <a:lnTo>
                  <a:pt x="217" y="308"/>
                </a:lnTo>
                <a:lnTo>
                  <a:pt x="217" y="309"/>
                </a:lnTo>
                <a:lnTo>
                  <a:pt x="217" y="310"/>
                </a:lnTo>
                <a:lnTo>
                  <a:pt x="217" y="311"/>
                </a:lnTo>
                <a:lnTo>
                  <a:pt x="216" y="311"/>
                </a:lnTo>
                <a:lnTo>
                  <a:pt x="215" y="310"/>
                </a:lnTo>
                <a:lnTo>
                  <a:pt x="215" y="311"/>
                </a:lnTo>
                <a:lnTo>
                  <a:pt x="215" y="310"/>
                </a:lnTo>
                <a:lnTo>
                  <a:pt x="214" y="310"/>
                </a:lnTo>
                <a:lnTo>
                  <a:pt x="213" y="310"/>
                </a:lnTo>
                <a:lnTo>
                  <a:pt x="213" y="309"/>
                </a:lnTo>
                <a:lnTo>
                  <a:pt x="212" y="309"/>
                </a:lnTo>
                <a:lnTo>
                  <a:pt x="212" y="308"/>
                </a:lnTo>
                <a:lnTo>
                  <a:pt x="211" y="308"/>
                </a:lnTo>
                <a:lnTo>
                  <a:pt x="210" y="308"/>
                </a:lnTo>
                <a:lnTo>
                  <a:pt x="210" y="307"/>
                </a:lnTo>
                <a:lnTo>
                  <a:pt x="211" y="307"/>
                </a:lnTo>
                <a:lnTo>
                  <a:pt x="211" y="306"/>
                </a:lnTo>
                <a:lnTo>
                  <a:pt x="211" y="305"/>
                </a:lnTo>
                <a:lnTo>
                  <a:pt x="211" y="304"/>
                </a:lnTo>
                <a:lnTo>
                  <a:pt x="211" y="303"/>
                </a:lnTo>
                <a:lnTo>
                  <a:pt x="211" y="302"/>
                </a:lnTo>
                <a:lnTo>
                  <a:pt x="211" y="301"/>
                </a:lnTo>
                <a:lnTo>
                  <a:pt x="212" y="301"/>
                </a:lnTo>
                <a:lnTo>
                  <a:pt x="211" y="301"/>
                </a:lnTo>
                <a:lnTo>
                  <a:pt x="212" y="301"/>
                </a:lnTo>
                <a:lnTo>
                  <a:pt x="211" y="301"/>
                </a:lnTo>
                <a:lnTo>
                  <a:pt x="210" y="301"/>
                </a:lnTo>
                <a:lnTo>
                  <a:pt x="210" y="302"/>
                </a:lnTo>
                <a:lnTo>
                  <a:pt x="209" y="302"/>
                </a:lnTo>
                <a:lnTo>
                  <a:pt x="209" y="303"/>
                </a:lnTo>
                <a:lnTo>
                  <a:pt x="209" y="304"/>
                </a:lnTo>
                <a:lnTo>
                  <a:pt x="209" y="305"/>
                </a:lnTo>
                <a:lnTo>
                  <a:pt x="209" y="304"/>
                </a:lnTo>
                <a:lnTo>
                  <a:pt x="208" y="304"/>
                </a:lnTo>
                <a:lnTo>
                  <a:pt x="207" y="304"/>
                </a:lnTo>
                <a:lnTo>
                  <a:pt x="207" y="303"/>
                </a:lnTo>
                <a:lnTo>
                  <a:pt x="208" y="302"/>
                </a:lnTo>
                <a:lnTo>
                  <a:pt x="207" y="302"/>
                </a:lnTo>
                <a:lnTo>
                  <a:pt x="207" y="301"/>
                </a:lnTo>
                <a:lnTo>
                  <a:pt x="206" y="301"/>
                </a:lnTo>
                <a:lnTo>
                  <a:pt x="206" y="300"/>
                </a:lnTo>
                <a:lnTo>
                  <a:pt x="207" y="301"/>
                </a:lnTo>
                <a:lnTo>
                  <a:pt x="207" y="299"/>
                </a:lnTo>
                <a:lnTo>
                  <a:pt x="206" y="299"/>
                </a:lnTo>
                <a:lnTo>
                  <a:pt x="206" y="300"/>
                </a:lnTo>
                <a:lnTo>
                  <a:pt x="205" y="300"/>
                </a:lnTo>
                <a:lnTo>
                  <a:pt x="205" y="299"/>
                </a:lnTo>
                <a:lnTo>
                  <a:pt x="205" y="298"/>
                </a:lnTo>
                <a:lnTo>
                  <a:pt x="204" y="298"/>
                </a:lnTo>
                <a:lnTo>
                  <a:pt x="205" y="298"/>
                </a:lnTo>
                <a:lnTo>
                  <a:pt x="204" y="298"/>
                </a:lnTo>
                <a:lnTo>
                  <a:pt x="204" y="297"/>
                </a:lnTo>
                <a:lnTo>
                  <a:pt x="204" y="298"/>
                </a:lnTo>
                <a:lnTo>
                  <a:pt x="204" y="297"/>
                </a:lnTo>
                <a:lnTo>
                  <a:pt x="204" y="296"/>
                </a:lnTo>
                <a:lnTo>
                  <a:pt x="203" y="296"/>
                </a:lnTo>
                <a:lnTo>
                  <a:pt x="203" y="295"/>
                </a:lnTo>
                <a:lnTo>
                  <a:pt x="203" y="294"/>
                </a:lnTo>
                <a:lnTo>
                  <a:pt x="204" y="294"/>
                </a:lnTo>
                <a:lnTo>
                  <a:pt x="204" y="293"/>
                </a:lnTo>
                <a:lnTo>
                  <a:pt x="204" y="294"/>
                </a:lnTo>
                <a:lnTo>
                  <a:pt x="204" y="293"/>
                </a:lnTo>
                <a:lnTo>
                  <a:pt x="205" y="293"/>
                </a:lnTo>
                <a:lnTo>
                  <a:pt x="205" y="294"/>
                </a:lnTo>
                <a:lnTo>
                  <a:pt x="205" y="293"/>
                </a:lnTo>
                <a:lnTo>
                  <a:pt x="205" y="294"/>
                </a:lnTo>
                <a:lnTo>
                  <a:pt x="205" y="293"/>
                </a:lnTo>
                <a:lnTo>
                  <a:pt x="206" y="293"/>
                </a:lnTo>
                <a:lnTo>
                  <a:pt x="206" y="292"/>
                </a:lnTo>
                <a:lnTo>
                  <a:pt x="205" y="292"/>
                </a:lnTo>
                <a:lnTo>
                  <a:pt x="205" y="293"/>
                </a:lnTo>
                <a:lnTo>
                  <a:pt x="205" y="292"/>
                </a:lnTo>
                <a:lnTo>
                  <a:pt x="205" y="293"/>
                </a:lnTo>
                <a:lnTo>
                  <a:pt x="205" y="292"/>
                </a:lnTo>
                <a:lnTo>
                  <a:pt x="205" y="293"/>
                </a:lnTo>
                <a:lnTo>
                  <a:pt x="205" y="292"/>
                </a:lnTo>
                <a:lnTo>
                  <a:pt x="204" y="292"/>
                </a:lnTo>
                <a:lnTo>
                  <a:pt x="204" y="293"/>
                </a:lnTo>
                <a:lnTo>
                  <a:pt x="203" y="293"/>
                </a:lnTo>
                <a:lnTo>
                  <a:pt x="202" y="293"/>
                </a:lnTo>
                <a:lnTo>
                  <a:pt x="202" y="294"/>
                </a:lnTo>
                <a:lnTo>
                  <a:pt x="201" y="294"/>
                </a:lnTo>
                <a:lnTo>
                  <a:pt x="201" y="295"/>
                </a:lnTo>
                <a:lnTo>
                  <a:pt x="200" y="295"/>
                </a:lnTo>
                <a:lnTo>
                  <a:pt x="200" y="296"/>
                </a:lnTo>
                <a:lnTo>
                  <a:pt x="201" y="296"/>
                </a:lnTo>
                <a:lnTo>
                  <a:pt x="202" y="296"/>
                </a:lnTo>
                <a:lnTo>
                  <a:pt x="202" y="297"/>
                </a:lnTo>
                <a:lnTo>
                  <a:pt x="201" y="297"/>
                </a:lnTo>
                <a:lnTo>
                  <a:pt x="202" y="297"/>
                </a:lnTo>
                <a:lnTo>
                  <a:pt x="201" y="297"/>
                </a:lnTo>
                <a:lnTo>
                  <a:pt x="202" y="297"/>
                </a:lnTo>
                <a:lnTo>
                  <a:pt x="202" y="298"/>
                </a:lnTo>
                <a:lnTo>
                  <a:pt x="201" y="298"/>
                </a:lnTo>
                <a:lnTo>
                  <a:pt x="201" y="299"/>
                </a:lnTo>
                <a:lnTo>
                  <a:pt x="200" y="299"/>
                </a:lnTo>
                <a:lnTo>
                  <a:pt x="200" y="298"/>
                </a:lnTo>
                <a:lnTo>
                  <a:pt x="199" y="298"/>
                </a:lnTo>
                <a:lnTo>
                  <a:pt x="199" y="299"/>
                </a:lnTo>
                <a:lnTo>
                  <a:pt x="200" y="299"/>
                </a:lnTo>
                <a:lnTo>
                  <a:pt x="201" y="299"/>
                </a:lnTo>
                <a:lnTo>
                  <a:pt x="202" y="299"/>
                </a:lnTo>
                <a:lnTo>
                  <a:pt x="202" y="300"/>
                </a:lnTo>
                <a:lnTo>
                  <a:pt x="203" y="300"/>
                </a:lnTo>
                <a:lnTo>
                  <a:pt x="202" y="300"/>
                </a:lnTo>
                <a:lnTo>
                  <a:pt x="203" y="300"/>
                </a:lnTo>
                <a:lnTo>
                  <a:pt x="203" y="301"/>
                </a:lnTo>
                <a:lnTo>
                  <a:pt x="204" y="301"/>
                </a:lnTo>
                <a:lnTo>
                  <a:pt x="204" y="302"/>
                </a:lnTo>
                <a:lnTo>
                  <a:pt x="205" y="302"/>
                </a:lnTo>
                <a:lnTo>
                  <a:pt x="204" y="302"/>
                </a:lnTo>
                <a:lnTo>
                  <a:pt x="205" y="302"/>
                </a:lnTo>
                <a:lnTo>
                  <a:pt x="205" y="303"/>
                </a:lnTo>
                <a:lnTo>
                  <a:pt x="206" y="303"/>
                </a:lnTo>
                <a:lnTo>
                  <a:pt x="205" y="303"/>
                </a:lnTo>
                <a:lnTo>
                  <a:pt x="205" y="304"/>
                </a:lnTo>
                <a:lnTo>
                  <a:pt x="205" y="305"/>
                </a:lnTo>
                <a:lnTo>
                  <a:pt x="204" y="305"/>
                </a:lnTo>
                <a:lnTo>
                  <a:pt x="204" y="306"/>
                </a:lnTo>
                <a:lnTo>
                  <a:pt x="204" y="307"/>
                </a:lnTo>
                <a:lnTo>
                  <a:pt x="204" y="308"/>
                </a:lnTo>
                <a:lnTo>
                  <a:pt x="203" y="308"/>
                </a:lnTo>
                <a:lnTo>
                  <a:pt x="204" y="309"/>
                </a:lnTo>
                <a:lnTo>
                  <a:pt x="203" y="310"/>
                </a:lnTo>
                <a:lnTo>
                  <a:pt x="204" y="310"/>
                </a:lnTo>
                <a:lnTo>
                  <a:pt x="202" y="310"/>
                </a:lnTo>
                <a:lnTo>
                  <a:pt x="201" y="310"/>
                </a:lnTo>
                <a:lnTo>
                  <a:pt x="200" y="311"/>
                </a:lnTo>
                <a:lnTo>
                  <a:pt x="199" y="311"/>
                </a:lnTo>
                <a:lnTo>
                  <a:pt x="198" y="311"/>
                </a:lnTo>
                <a:lnTo>
                  <a:pt x="197" y="311"/>
                </a:lnTo>
                <a:lnTo>
                  <a:pt x="197" y="312"/>
                </a:lnTo>
                <a:lnTo>
                  <a:pt x="196" y="312"/>
                </a:lnTo>
                <a:lnTo>
                  <a:pt x="194" y="312"/>
                </a:lnTo>
                <a:lnTo>
                  <a:pt x="193" y="312"/>
                </a:lnTo>
                <a:lnTo>
                  <a:pt x="192" y="312"/>
                </a:lnTo>
                <a:lnTo>
                  <a:pt x="191" y="313"/>
                </a:lnTo>
                <a:lnTo>
                  <a:pt x="190" y="313"/>
                </a:lnTo>
                <a:lnTo>
                  <a:pt x="189" y="313"/>
                </a:lnTo>
                <a:lnTo>
                  <a:pt x="190" y="312"/>
                </a:lnTo>
                <a:lnTo>
                  <a:pt x="189" y="312"/>
                </a:lnTo>
                <a:lnTo>
                  <a:pt x="189" y="311"/>
                </a:lnTo>
                <a:lnTo>
                  <a:pt x="189" y="312"/>
                </a:lnTo>
                <a:lnTo>
                  <a:pt x="189" y="313"/>
                </a:lnTo>
                <a:lnTo>
                  <a:pt x="188" y="313"/>
                </a:lnTo>
                <a:lnTo>
                  <a:pt x="187" y="313"/>
                </a:lnTo>
                <a:lnTo>
                  <a:pt x="187" y="314"/>
                </a:lnTo>
                <a:lnTo>
                  <a:pt x="186" y="314"/>
                </a:lnTo>
                <a:lnTo>
                  <a:pt x="185" y="314"/>
                </a:lnTo>
                <a:lnTo>
                  <a:pt x="184" y="315"/>
                </a:lnTo>
                <a:lnTo>
                  <a:pt x="184" y="314"/>
                </a:lnTo>
                <a:lnTo>
                  <a:pt x="183" y="314"/>
                </a:lnTo>
                <a:lnTo>
                  <a:pt x="183" y="313"/>
                </a:lnTo>
                <a:lnTo>
                  <a:pt x="183" y="312"/>
                </a:lnTo>
                <a:lnTo>
                  <a:pt x="184" y="312"/>
                </a:lnTo>
                <a:lnTo>
                  <a:pt x="184" y="311"/>
                </a:lnTo>
                <a:lnTo>
                  <a:pt x="183" y="311"/>
                </a:lnTo>
                <a:lnTo>
                  <a:pt x="183" y="312"/>
                </a:lnTo>
                <a:lnTo>
                  <a:pt x="183" y="313"/>
                </a:lnTo>
                <a:lnTo>
                  <a:pt x="182" y="313"/>
                </a:lnTo>
                <a:lnTo>
                  <a:pt x="183" y="313"/>
                </a:lnTo>
                <a:lnTo>
                  <a:pt x="183" y="314"/>
                </a:lnTo>
                <a:lnTo>
                  <a:pt x="183" y="315"/>
                </a:lnTo>
                <a:lnTo>
                  <a:pt x="182" y="315"/>
                </a:lnTo>
                <a:lnTo>
                  <a:pt x="181" y="315"/>
                </a:lnTo>
                <a:lnTo>
                  <a:pt x="180" y="315"/>
                </a:lnTo>
                <a:lnTo>
                  <a:pt x="180" y="316"/>
                </a:lnTo>
                <a:lnTo>
                  <a:pt x="179" y="316"/>
                </a:lnTo>
                <a:lnTo>
                  <a:pt x="178" y="316"/>
                </a:lnTo>
                <a:lnTo>
                  <a:pt x="178" y="317"/>
                </a:lnTo>
                <a:lnTo>
                  <a:pt x="178" y="316"/>
                </a:lnTo>
                <a:lnTo>
                  <a:pt x="177" y="316"/>
                </a:lnTo>
                <a:lnTo>
                  <a:pt x="176" y="316"/>
                </a:lnTo>
                <a:lnTo>
                  <a:pt x="175" y="315"/>
                </a:lnTo>
                <a:lnTo>
                  <a:pt x="175" y="316"/>
                </a:lnTo>
                <a:lnTo>
                  <a:pt x="174" y="315"/>
                </a:lnTo>
                <a:lnTo>
                  <a:pt x="173" y="315"/>
                </a:lnTo>
                <a:lnTo>
                  <a:pt x="172" y="315"/>
                </a:lnTo>
                <a:lnTo>
                  <a:pt x="172" y="314"/>
                </a:lnTo>
                <a:lnTo>
                  <a:pt x="171" y="314"/>
                </a:lnTo>
                <a:lnTo>
                  <a:pt x="170" y="314"/>
                </a:lnTo>
                <a:lnTo>
                  <a:pt x="171" y="313"/>
                </a:lnTo>
                <a:lnTo>
                  <a:pt x="171" y="312"/>
                </a:lnTo>
                <a:lnTo>
                  <a:pt x="172" y="312"/>
                </a:lnTo>
                <a:lnTo>
                  <a:pt x="172" y="311"/>
                </a:lnTo>
                <a:lnTo>
                  <a:pt x="173" y="311"/>
                </a:lnTo>
                <a:lnTo>
                  <a:pt x="173" y="312"/>
                </a:lnTo>
                <a:lnTo>
                  <a:pt x="174" y="311"/>
                </a:lnTo>
                <a:lnTo>
                  <a:pt x="175" y="311"/>
                </a:lnTo>
                <a:lnTo>
                  <a:pt x="176" y="311"/>
                </a:lnTo>
                <a:lnTo>
                  <a:pt x="177" y="310"/>
                </a:lnTo>
                <a:lnTo>
                  <a:pt x="178" y="309"/>
                </a:lnTo>
                <a:lnTo>
                  <a:pt x="178" y="308"/>
                </a:lnTo>
                <a:lnTo>
                  <a:pt x="178" y="307"/>
                </a:lnTo>
                <a:lnTo>
                  <a:pt x="178" y="306"/>
                </a:lnTo>
                <a:lnTo>
                  <a:pt x="177" y="306"/>
                </a:lnTo>
                <a:lnTo>
                  <a:pt x="177" y="305"/>
                </a:lnTo>
                <a:lnTo>
                  <a:pt x="177" y="304"/>
                </a:lnTo>
                <a:lnTo>
                  <a:pt x="177" y="305"/>
                </a:lnTo>
                <a:lnTo>
                  <a:pt x="176" y="305"/>
                </a:lnTo>
                <a:lnTo>
                  <a:pt x="176" y="304"/>
                </a:lnTo>
                <a:lnTo>
                  <a:pt x="175" y="304"/>
                </a:lnTo>
                <a:lnTo>
                  <a:pt x="175" y="305"/>
                </a:lnTo>
                <a:lnTo>
                  <a:pt x="174" y="305"/>
                </a:lnTo>
                <a:lnTo>
                  <a:pt x="174" y="304"/>
                </a:lnTo>
                <a:lnTo>
                  <a:pt x="173" y="304"/>
                </a:lnTo>
                <a:lnTo>
                  <a:pt x="172" y="304"/>
                </a:lnTo>
                <a:lnTo>
                  <a:pt x="172" y="303"/>
                </a:lnTo>
                <a:lnTo>
                  <a:pt x="172" y="302"/>
                </a:lnTo>
                <a:lnTo>
                  <a:pt x="172" y="301"/>
                </a:lnTo>
                <a:lnTo>
                  <a:pt x="173" y="301"/>
                </a:lnTo>
                <a:lnTo>
                  <a:pt x="173" y="300"/>
                </a:lnTo>
                <a:lnTo>
                  <a:pt x="174" y="300"/>
                </a:lnTo>
                <a:lnTo>
                  <a:pt x="175" y="299"/>
                </a:lnTo>
                <a:lnTo>
                  <a:pt x="174" y="300"/>
                </a:lnTo>
                <a:lnTo>
                  <a:pt x="173" y="300"/>
                </a:lnTo>
                <a:lnTo>
                  <a:pt x="173" y="301"/>
                </a:lnTo>
                <a:lnTo>
                  <a:pt x="172" y="301"/>
                </a:lnTo>
                <a:lnTo>
                  <a:pt x="172" y="302"/>
                </a:lnTo>
                <a:lnTo>
                  <a:pt x="172" y="303"/>
                </a:lnTo>
                <a:lnTo>
                  <a:pt x="172" y="304"/>
                </a:lnTo>
                <a:lnTo>
                  <a:pt x="171" y="304"/>
                </a:lnTo>
                <a:lnTo>
                  <a:pt x="171" y="303"/>
                </a:lnTo>
                <a:lnTo>
                  <a:pt x="170" y="303"/>
                </a:lnTo>
                <a:lnTo>
                  <a:pt x="171" y="303"/>
                </a:lnTo>
                <a:lnTo>
                  <a:pt x="171" y="302"/>
                </a:lnTo>
                <a:lnTo>
                  <a:pt x="172" y="302"/>
                </a:lnTo>
                <a:lnTo>
                  <a:pt x="172" y="301"/>
                </a:lnTo>
                <a:lnTo>
                  <a:pt x="172" y="300"/>
                </a:lnTo>
                <a:lnTo>
                  <a:pt x="172" y="299"/>
                </a:lnTo>
                <a:lnTo>
                  <a:pt x="173" y="299"/>
                </a:lnTo>
                <a:lnTo>
                  <a:pt x="172" y="299"/>
                </a:lnTo>
                <a:lnTo>
                  <a:pt x="172" y="300"/>
                </a:lnTo>
                <a:lnTo>
                  <a:pt x="171" y="300"/>
                </a:lnTo>
                <a:lnTo>
                  <a:pt x="172" y="300"/>
                </a:lnTo>
                <a:lnTo>
                  <a:pt x="172" y="301"/>
                </a:lnTo>
                <a:lnTo>
                  <a:pt x="171" y="301"/>
                </a:lnTo>
                <a:lnTo>
                  <a:pt x="171" y="302"/>
                </a:lnTo>
                <a:lnTo>
                  <a:pt x="170" y="302"/>
                </a:lnTo>
                <a:lnTo>
                  <a:pt x="169" y="302"/>
                </a:lnTo>
                <a:lnTo>
                  <a:pt x="168" y="302"/>
                </a:lnTo>
                <a:lnTo>
                  <a:pt x="168" y="303"/>
                </a:lnTo>
                <a:lnTo>
                  <a:pt x="167" y="303"/>
                </a:lnTo>
                <a:lnTo>
                  <a:pt x="167" y="304"/>
                </a:lnTo>
                <a:lnTo>
                  <a:pt x="167" y="303"/>
                </a:lnTo>
                <a:lnTo>
                  <a:pt x="166" y="304"/>
                </a:lnTo>
                <a:lnTo>
                  <a:pt x="165" y="304"/>
                </a:lnTo>
                <a:lnTo>
                  <a:pt x="164" y="303"/>
                </a:lnTo>
                <a:lnTo>
                  <a:pt x="163" y="303"/>
                </a:lnTo>
                <a:lnTo>
                  <a:pt x="162" y="303"/>
                </a:lnTo>
                <a:lnTo>
                  <a:pt x="161" y="303"/>
                </a:lnTo>
                <a:lnTo>
                  <a:pt x="161" y="302"/>
                </a:lnTo>
                <a:lnTo>
                  <a:pt x="161" y="301"/>
                </a:lnTo>
                <a:lnTo>
                  <a:pt x="160" y="301"/>
                </a:lnTo>
                <a:lnTo>
                  <a:pt x="160" y="300"/>
                </a:lnTo>
                <a:lnTo>
                  <a:pt x="159" y="300"/>
                </a:lnTo>
                <a:lnTo>
                  <a:pt x="158" y="299"/>
                </a:lnTo>
                <a:lnTo>
                  <a:pt x="157" y="298"/>
                </a:lnTo>
                <a:lnTo>
                  <a:pt x="157" y="297"/>
                </a:lnTo>
                <a:lnTo>
                  <a:pt x="158" y="297"/>
                </a:lnTo>
                <a:lnTo>
                  <a:pt x="158" y="296"/>
                </a:lnTo>
                <a:lnTo>
                  <a:pt x="158" y="295"/>
                </a:lnTo>
                <a:lnTo>
                  <a:pt x="158" y="294"/>
                </a:lnTo>
                <a:lnTo>
                  <a:pt x="159" y="294"/>
                </a:lnTo>
                <a:lnTo>
                  <a:pt x="160" y="294"/>
                </a:lnTo>
                <a:lnTo>
                  <a:pt x="161" y="293"/>
                </a:lnTo>
                <a:lnTo>
                  <a:pt x="160" y="293"/>
                </a:lnTo>
                <a:lnTo>
                  <a:pt x="160" y="294"/>
                </a:lnTo>
                <a:lnTo>
                  <a:pt x="159" y="294"/>
                </a:lnTo>
                <a:lnTo>
                  <a:pt x="160" y="294"/>
                </a:lnTo>
                <a:lnTo>
                  <a:pt x="160" y="293"/>
                </a:lnTo>
                <a:lnTo>
                  <a:pt x="159" y="293"/>
                </a:lnTo>
                <a:lnTo>
                  <a:pt x="159" y="294"/>
                </a:lnTo>
                <a:lnTo>
                  <a:pt x="158" y="294"/>
                </a:lnTo>
                <a:lnTo>
                  <a:pt x="158" y="293"/>
                </a:lnTo>
                <a:lnTo>
                  <a:pt x="158" y="292"/>
                </a:lnTo>
                <a:lnTo>
                  <a:pt x="157" y="291"/>
                </a:lnTo>
                <a:lnTo>
                  <a:pt x="157" y="290"/>
                </a:lnTo>
                <a:lnTo>
                  <a:pt x="156" y="290"/>
                </a:lnTo>
                <a:lnTo>
                  <a:pt x="155" y="289"/>
                </a:lnTo>
                <a:lnTo>
                  <a:pt x="155" y="290"/>
                </a:lnTo>
                <a:lnTo>
                  <a:pt x="156" y="290"/>
                </a:lnTo>
                <a:lnTo>
                  <a:pt x="156" y="291"/>
                </a:lnTo>
                <a:lnTo>
                  <a:pt x="157" y="291"/>
                </a:lnTo>
                <a:lnTo>
                  <a:pt x="157" y="292"/>
                </a:lnTo>
                <a:lnTo>
                  <a:pt x="156" y="292"/>
                </a:lnTo>
                <a:lnTo>
                  <a:pt x="156" y="291"/>
                </a:lnTo>
                <a:lnTo>
                  <a:pt x="155" y="291"/>
                </a:lnTo>
                <a:lnTo>
                  <a:pt x="156" y="291"/>
                </a:lnTo>
                <a:lnTo>
                  <a:pt x="156" y="292"/>
                </a:lnTo>
                <a:lnTo>
                  <a:pt x="157" y="292"/>
                </a:lnTo>
                <a:lnTo>
                  <a:pt x="157" y="293"/>
                </a:lnTo>
                <a:lnTo>
                  <a:pt x="158" y="293"/>
                </a:lnTo>
                <a:lnTo>
                  <a:pt x="157" y="293"/>
                </a:lnTo>
                <a:lnTo>
                  <a:pt x="157" y="294"/>
                </a:lnTo>
                <a:lnTo>
                  <a:pt x="157" y="295"/>
                </a:lnTo>
                <a:lnTo>
                  <a:pt x="157" y="296"/>
                </a:lnTo>
                <a:lnTo>
                  <a:pt x="156" y="296"/>
                </a:lnTo>
                <a:lnTo>
                  <a:pt x="157" y="296"/>
                </a:lnTo>
                <a:lnTo>
                  <a:pt x="157" y="297"/>
                </a:lnTo>
                <a:lnTo>
                  <a:pt x="156" y="297"/>
                </a:lnTo>
                <a:lnTo>
                  <a:pt x="155" y="297"/>
                </a:lnTo>
                <a:lnTo>
                  <a:pt x="156" y="297"/>
                </a:lnTo>
                <a:lnTo>
                  <a:pt x="156" y="298"/>
                </a:lnTo>
                <a:lnTo>
                  <a:pt x="157" y="298"/>
                </a:lnTo>
                <a:lnTo>
                  <a:pt x="157" y="299"/>
                </a:lnTo>
                <a:lnTo>
                  <a:pt x="157" y="300"/>
                </a:lnTo>
                <a:lnTo>
                  <a:pt x="157" y="301"/>
                </a:lnTo>
                <a:lnTo>
                  <a:pt x="158" y="301"/>
                </a:lnTo>
                <a:lnTo>
                  <a:pt x="158" y="302"/>
                </a:lnTo>
                <a:lnTo>
                  <a:pt x="157" y="302"/>
                </a:lnTo>
                <a:lnTo>
                  <a:pt x="158" y="303"/>
                </a:lnTo>
                <a:lnTo>
                  <a:pt x="157" y="303"/>
                </a:lnTo>
                <a:lnTo>
                  <a:pt x="156" y="303"/>
                </a:lnTo>
                <a:lnTo>
                  <a:pt x="156" y="302"/>
                </a:lnTo>
                <a:lnTo>
                  <a:pt x="155" y="302"/>
                </a:lnTo>
                <a:lnTo>
                  <a:pt x="155" y="301"/>
                </a:lnTo>
                <a:lnTo>
                  <a:pt x="155" y="302"/>
                </a:lnTo>
                <a:lnTo>
                  <a:pt x="154" y="302"/>
                </a:lnTo>
                <a:lnTo>
                  <a:pt x="153" y="302"/>
                </a:lnTo>
                <a:lnTo>
                  <a:pt x="152" y="302"/>
                </a:lnTo>
                <a:lnTo>
                  <a:pt x="152" y="303"/>
                </a:lnTo>
                <a:lnTo>
                  <a:pt x="151" y="303"/>
                </a:lnTo>
                <a:lnTo>
                  <a:pt x="151" y="304"/>
                </a:lnTo>
                <a:lnTo>
                  <a:pt x="150" y="303"/>
                </a:lnTo>
                <a:lnTo>
                  <a:pt x="150" y="302"/>
                </a:lnTo>
                <a:lnTo>
                  <a:pt x="150" y="301"/>
                </a:lnTo>
                <a:lnTo>
                  <a:pt x="149" y="301"/>
                </a:lnTo>
                <a:lnTo>
                  <a:pt x="148" y="301"/>
                </a:lnTo>
                <a:lnTo>
                  <a:pt x="148" y="300"/>
                </a:lnTo>
                <a:lnTo>
                  <a:pt x="149" y="300"/>
                </a:lnTo>
                <a:lnTo>
                  <a:pt x="149" y="299"/>
                </a:lnTo>
                <a:lnTo>
                  <a:pt x="148" y="299"/>
                </a:lnTo>
                <a:lnTo>
                  <a:pt x="148" y="298"/>
                </a:lnTo>
                <a:lnTo>
                  <a:pt x="148" y="297"/>
                </a:lnTo>
                <a:lnTo>
                  <a:pt x="148" y="296"/>
                </a:lnTo>
                <a:lnTo>
                  <a:pt x="148" y="295"/>
                </a:lnTo>
                <a:lnTo>
                  <a:pt x="148" y="296"/>
                </a:lnTo>
                <a:lnTo>
                  <a:pt x="148" y="297"/>
                </a:lnTo>
                <a:lnTo>
                  <a:pt x="147" y="297"/>
                </a:lnTo>
                <a:lnTo>
                  <a:pt x="147" y="298"/>
                </a:lnTo>
                <a:lnTo>
                  <a:pt x="146" y="297"/>
                </a:lnTo>
                <a:lnTo>
                  <a:pt x="146" y="296"/>
                </a:lnTo>
                <a:lnTo>
                  <a:pt x="145" y="297"/>
                </a:lnTo>
                <a:lnTo>
                  <a:pt x="145" y="296"/>
                </a:lnTo>
                <a:lnTo>
                  <a:pt x="145" y="297"/>
                </a:lnTo>
                <a:lnTo>
                  <a:pt x="146" y="297"/>
                </a:lnTo>
                <a:lnTo>
                  <a:pt x="146" y="298"/>
                </a:lnTo>
                <a:lnTo>
                  <a:pt x="145" y="298"/>
                </a:lnTo>
                <a:lnTo>
                  <a:pt x="146" y="300"/>
                </a:lnTo>
                <a:lnTo>
                  <a:pt x="145" y="300"/>
                </a:lnTo>
                <a:lnTo>
                  <a:pt x="144" y="300"/>
                </a:lnTo>
                <a:lnTo>
                  <a:pt x="143" y="299"/>
                </a:lnTo>
                <a:lnTo>
                  <a:pt x="143" y="298"/>
                </a:lnTo>
                <a:lnTo>
                  <a:pt x="143" y="297"/>
                </a:lnTo>
                <a:lnTo>
                  <a:pt x="143" y="296"/>
                </a:lnTo>
                <a:lnTo>
                  <a:pt x="143" y="295"/>
                </a:lnTo>
                <a:lnTo>
                  <a:pt x="144" y="295"/>
                </a:lnTo>
                <a:lnTo>
                  <a:pt x="144" y="294"/>
                </a:lnTo>
                <a:lnTo>
                  <a:pt x="144" y="293"/>
                </a:lnTo>
                <a:lnTo>
                  <a:pt x="144" y="292"/>
                </a:lnTo>
                <a:lnTo>
                  <a:pt x="145" y="292"/>
                </a:lnTo>
                <a:lnTo>
                  <a:pt x="146" y="291"/>
                </a:lnTo>
                <a:lnTo>
                  <a:pt x="145" y="291"/>
                </a:lnTo>
                <a:lnTo>
                  <a:pt x="145" y="292"/>
                </a:lnTo>
                <a:lnTo>
                  <a:pt x="144" y="292"/>
                </a:lnTo>
                <a:lnTo>
                  <a:pt x="144" y="291"/>
                </a:lnTo>
                <a:lnTo>
                  <a:pt x="144" y="292"/>
                </a:lnTo>
                <a:lnTo>
                  <a:pt x="144" y="293"/>
                </a:lnTo>
                <a:lnTo>
                  <a:pt x="143" y="293"/>
                </a:lnTo>
                <a:lnTo>
                  <a:pt x="143" y="294"/>
                </a:lnTo>
                <a:lnTo>
                  <a:pt x="143" y="293"/>
                </a:lnTo>
                <a:lnTo>
                  <a:pt x="143" y="294"/>
                </a:lnTo>
                <a:lnTo>
                  <a:pt x="143" y="295"/>
                </a:lnTo>
                <a:lnTo>
                  <a:pt x="143" y="296"/>
                </a:lnTo>
                <a:lnTo>
                  <a:pt x="143" y="297"/>
                </a:lnTo>
                <a:lnTo>
                  <a:pt x="142" y="297"/>
                </a:lnTo>
                <a:lnTo>
                  <a:pt x="142" y="298"/>
                </a:lnTo>
                <a:lnTo>
                  <a:pt x="141" y="298"/>
                </a:lnTo>
                <a:lnTo>
                  <a:pt x="141" y="297"/>
                </a:lnTo>
                <a:lnTo>
                  <a:pt x="141" y="296"/>
                </a:lnTo>
                <a:lnTo>
                  <a:pt x="141" y="295"/>
                </a:lnTo>
                <a:lnTo>
                  <a:pt x="140" y="294"/>
                </a:lnTo>
                <a:lnTo>
                  <a:pt x="140" y="293"/>
                </a:lnTo>
                <a:lnTo>
                  <a:pt x="139" y="293"/>
                </a:lnTo>
                <a:lnTo>
                  <a:pt x="139" y="292"/>
                </a:lnTo>
                <a:lnTo>
                  <a:pt x="138" y="292"/>
                </a:lnTo>
                <a:lnTo>
                  <a:pt x="138" y="291"/>
                </a:lnTo>
                <a:lnTo>
                  <a:pt x="139" y="291"/>
                </a:lnTo>
                <a:lnTo>
                  <a:pt x="139" y="290"/>
                </a:lnTo>
                <a:lnTo>
                  <a:pt x="140" y="290"/>
                </a:lnTo>
                <a:lnTo>
                  <a:pt x="140" y="289"/>
                </a:lnTo>
                <a:lnTo>
                  <a:pt x="141" y="289"/>
                </a:lnTo>
                <a:lnTo>
                  <a:pt x="141" y="288"/>
                </a:lnTo>
                <a:lnTo>
                  <a:pt x="141" y="287"/>
                </a:lnTo>
                <a:lnTo>
                  <a:pt x="141" y="286"/>
                </a:lnTo>
                <a:lnTo>
                  <a:pt x="142" y="286"/>
                </a:lnTo>
                <a:lnTo>
                  <a:pt x="142" y="285"/>
                </a:lnTo>
                <a:lnTo>
                  <a:pt x="143" y="285"/>
                </a:lnTo>
                <a:lnTo>
                  <a:pt x="142" y="285"/>
                </a:lnTo>
                <a:lnTo>
                  <a:pt x="141" y="285"/>
                </a:lnTo>
                <a:lnTo>
                  <a:pt x="141" y="284"/>
                </a:lnTo>
                <a:lnTo>
                  <a:pt x="141" y="285"/>
                </a:lnTo>
                <a:lnTo>
                  <a:pt x="140" y="285"/>
                </a:lnTo>
                <a:lnTo>
                  <a:pt x="139" y="285"/>
                </a:lnTo>
                <a:lnTo>
                  <a:pt x="138" y="285"/>
                </a:lnTo>
                <a:lnTo>
                  <a:pt x="137" y="285"/>
                </a:lnTo>
                <a:lnTo>
                  <a:pt x="137" y="284"/>
                </a:lnTo>
                <a:lnTo>
                  <a:pt x="137" y="283"/>
                </a:lnTo>
                <a:lnTo>
                  <a:pt x="138" y="283"/>
                </a:lnTo>
                <a:lnTo>
                  <a:pt x="137" y="283"/>
                </a:lnTo>
                <a:lnTo>
                  <a:pt x="137" y="284"/>
                </a:lnTo>
                <a:lnTo>
                  <a:pt x="136" y="284"/>
                </a:lnTo>
                <a:lnTo>
                  <a:pt x="136" y="285"/>
                </a:lnTo>
                <a:lnTo>
                  <a:pt x="136" y="284"/>
                </a:lnTo>
                <a:lnTo>
                  <a:pt x="136" y="285"/>
                </a:lnTo>
                <a:lnTo>
                  <a:pt x="135" y="285"/>
                </a:lnTo>
                <a:lnTo>
                  <a:pt x="135" y="286"/>
                </a:lnTo>
                <a:lnTo>
                  <a:pt x="135" y="285"/>
                </a:lnTo>
                <a:lnTo>
                  <a:pt x="134" y="285"/>
                </a:lnTo>
                <a:lnTo>
                  <a:pt x="134" y="286"/>
                </a:lnTo>
                <a:lnTo>
                  <a:pt x="134" y="287"/>
                </a:lnTo>
                <a:lnTo>
                  <a:pt x="133" y="287"/>
                </a:lnTo>
                <a:lnTo>
                  <a:pt x="133" y="286"/>
                </a:lnTo>
                <a:lnTo>
                  <a:pt x="133" y="287"/>
                </a:lnTo>
                <a:lnTo>
                  <a:pt x="134" y="288"/>
                </a:lnTo>
                <a:lnTo>
                  <a:pt x="133" y="288"/>
                </a:lnTo>
                <a:lnTo>
                  <a:pt x="132" y="288"/>
                </a:lnTo>
                <a:lnTo>
                  <a:pt x="132" y="287"/>
                </a:lnTo>
                <a:lnTo>
                  <a:pt x="131" y="287"/>
                </a:lnTo>
                <a:lnTo>
                  <a:pt x="132" y="286"/>
                </a:lnTo>
                <a:lnTo>
                  <a:pt x="131" y="286"/>
                </a:lnTo>
                <a:lnTo>
                  <a:pt x="131" y="287"/>
                </a:lnTo>
                <a:lnTo>
                  <a:pt x="131" y="288"/>
                </a:lnTo>
                <a:lnTo>
                  <a:pt x="132" y="288"/>
                </a:lnTo>
                <a:lnTo>
                  <a:pt x="132" y="289"/>
                </a:lnTo>
                <a:lnTo>
                  <a:pt x="133" y="289"/>
                </a:lnTo>
                <a:lnTo>
                  <a:pt x="134" y="290"/>
                </a:lnTo>
                <a:lnTo>
                  <a:pt x="134" y="291"/>
                </a:lnTo>
                <a:lnTo>
                  <a:pt x="135" y="291"/>
                </a:lnTo>
                <a:lnTo>
                  <a:pt x="135" y="292"/>
                </a:lnTo>
                <a:lnTo>
                  <a:pt x="135" y="293"/>
                </a:lnTo>
                <a:lnTo>
                  <a:pt x="136" y="293"/>
                </a:lnTo>
                <a:lnTo>
                  <a:pt x="136" y="294"/>
                </a:lnTo>
                <a:lnTo>
                  <a:pt x="136" y="295"/>
                </a:lnTo>
                <a:lnTo>
                  <a:pt x="137" y="295"/>
                </a:lnTo>
                <a:lnTo>
                  <a:pt x="137" y="294"/>
                </a:lnTo>
                <a:lnTo>
                  <a:pt x="137" y="295"/>
                </a:lnTo>
                <a:lnTo>
                  <a:pt x="137" y="294"/>
                </a:lnTo>
                <a:lnTo>
                  <a:pt x="138" y="294"/>
                </a:lnTo>
                <a:lnTo>
                  <a:pt x="137" y="294"/>
                </a:lnTo>
                <a:lnTo>
                  <a:pt x="138" y="294"/>
                </a:lnTo>
                <a:lnTo>
                  <a:pt x="138" y="295"/>
                </a:lnTo>
                <a:lnTo>
                  <a:pt x="137" y="295"/>
                </a:lnTo>
                <a:lnTo>
                  <a:pt x="137" y="296"/>
                </a:lnTo>
                <a:lnTo>
                  <a:pt x="136" y="296"/>
                </a:lnTo>
                <a:lnTo>
                  <a:pt x="136" y="297"/>
                </a:lnTo>
                <a:lnTo>
                  <a:pt x="135" y="297"/>
                </a:lnTo>
                <a:lnTo>
                  <a:pt x="135" y="296"/>
                </a:lnTo>
                <a:lnTo>
                  <a:pt x="135" y="295"/>
                </a:lnTo>
                <a:lnTo>
                  <a:pt x="135" y="294"/>
                </a:lnTo>
                <a:lnTo>
                  <a:pt x="134" y="294"/>
                </a:lnTo>
                <a:lnTo>
                  <a:pt x="134" y="295"/>
                </a:lnTo>
                <a:lnTo>
                  <a:pt x="135" y="295"/>
                </a:lnTo>
                <a:lnTo>
                  <a:pt x="135" y="296"/>
                </a:lnTo>
                <a:lnTo>
                  <a:pt x="134" y="296"/>
                </a:lnTo>
                <a:lnTo>
                  <a:pt x="135" y="296"/>
                </a:lnTo>
                <a:lnTo>
                  <a:pt x="135" y="297"/>
                </a:lnTo>
                <a:lnTo>
                  <a:pt x="135" y="298"/>
                </a:lnTo>
                <a:lnTo>
                  <a:pt x="135" y="297"/>
                </a:lnTo>
                <a:lnTo>
                  <a:pt x="136" y="298"/>
                </a:lnTo>
                <a:lnTo>
                  <a:pt x="136" y="297"/>
                </a:lnTo>
                <a:lnTo>
                  <a:pt x="136" y="298"/>
                </a:lnTo>
                <a:lnTo>
                  <a:pt x="136" y="297"/>
                </a:lnTo>
                <a:lnTo>
                  <a:pt x="137" y="297"/>
                </a:lnTo>
                <a:lnTo>
                  <a:pt x="137" y="296"/>
                </a:lnTo>
                <a:lnTo>
                  <a:pt x="138" y="296"/>
                </a:lnTo>
                <a:lnTo>
                  <a:pt x="138" y="297"/>
                </a:lnTo>
                <a:lnTo>
                  <a:pt x="137" y="297"/>
                </a:lnTo>
                <a:lnTo>
                  <a:pt x="137" y="298"/>
                </a:lnTo>
                <a:lnTo>
                  <a:pt x="137" y="297"/>
                </a:lnTo>
                <a:lnTo>
                  <a:pt x="137" y="298"/>
                </a:lnTo>
                <a:lnTo>
                  <a:pt x="136" y="299"/>
                </a:lnTo>
                <a:lnTo>
                  <a:pt x="137" y="299"/>
                </a:lnTo>
                <a:lnTo>
                  <a:pt x="137" y="298"/>
                </a:lnTo>
                <a:lnTo>
                  <a:pt x="138" y="298"/>
                </a:lnTo>
                <a:lnTo>
                  <a:pt x="138" y="297"/>
                </a:lnTo>
                <a:lnTo>
                  <a:pt x="139" y="298"/>
                </a:lnTo>
                <a:lnTo>
                  <a:pt x="139" y="299"/>
                </a:lnTo>
                <a:lnTo>
                  <a:pt x="139" y="300"/>
                </a:lnTo>
                <a:lnTo>
                  <a:pt x="138" y="300"/>
                </a:lnTo>
                <a:lnTo>
                  <a:pt x="138" y="301"/>
                </a:lnTo>
                <a:lnTo>
                  <a:pt x="137" y="301"/>
                </a:lnTo>
                <a:lnTo>
                  <a:pt x="138" y="301"/>
                </a:lnTo>
                <a:lnTo>
                  <a:pt x="138" y="302"/>
                </a:lnTo>
                <a:lnTo>
                  <a:pt x="137" y="302"/>
                </a:lnTo>
                <a:lnTo>
                  <a:pt x="137" y="303"/>
                </a:lnTo>
                <a:lnTo>
                  <a:pt x="137" y="302"/>
                </a:lnTo>
                <a:lnTo>
                  <a:pt x="136" y="302"/>
                </a:lnTo>
                <a:lnTo>
                  <a:pt x="136" y="303"/>
                </a:lnTo>
                <a:lnTo>
                  <a:pt x="137" y="303"/>
                </a:lnTo>
                <a:lnTo>
                  <a:pt x="137" y="304"/>
                </a:lnTo>
                <a:lnTo>
                  <a:pt x="136" y="304"/>
                </a:lnTo>
                <a:lnTo>
                  <a:pt x="137" y="304"/>
                </a:lnTo>
                <a:lnTo>
                  <a:pt x="136" y="304"/>
                </a:lnTo>
                <a:lnTo>
                  <a:pt x="136" y="305"/>
                </a:lnTo>
                <a:lnTo>
                  <a:pt x="135" y="305"/>
                </a:lnTo>
                <a:lnTo>
                  <a:pt x="134" y="306"/>
                </a:lnTo>
                <a:lnTo>
                  <a:pt x="133" y="306"/>
                </a:lnTo>
                <a:lnTo>
                  <a:pt x="134" y="305"/>
                </a:lnTo>
                <a:lnTo>
                  <a:pt x="134" y="304"/>
                </a:lnTo>
                <a:lnTo>
                  <a:pt x="134" y="305"/>
                </a:lnTo>
                <a:lnTo>
                  <a:pt x="133" y="305"/>
                </a:lnTo>
                <a:lnTo>
                  <a:pt x="133" y="306"/>
                </a:lnTo>
                <a:lnTo>
                  <a:pt x="133" y="307"/>
                </a:lnTo>
                <a:lnTo>
                  <a:pt x="132" y="307"/>
                </a:lnTo>
                <a:lnTo>
                  <a:pt x="133" y="307"/>
                </a:lnTo>
                <a:lnTo>
                  <a:pt x="133" y="308"/>
                </a:lnTo>
                <a:lnTo>
                  <a:pt x="132" y="308"/>
                </a:lnTo>
                <a:lnTo>
                  <a:pt x="131" y="308"/>
                </a:lnTo>
                <a:lnTo>
                  <a:pt x="130" y="308"/>
                </a:lnTo>
                <a:lnTo>
                  <a:pt x="129" y="308"/>
                </a:lnTo>
                <a:lnTo>
                  <a:pt x="128" y="308"/>
                </a:lnTo>
                <a:lnTo>
                  <a:pt x="128" y="309"/>
                </a:lnTo>
                <a:lnTo>
                  <a:pt x="127" y="309"/>
                </a:lnTo>
                <a:lnTo>
                  <a:pt x="126" y="309"/>
                </a:lnTo>
                <a:lnTo>
                  <a:pt x="126" y="308"/>
                </a:lnTo>
                <a:lnTo>
                  <a:pt x="127" y="307"/>
                </a:lnTo>
                <a:lnTo>
                  <a:pt x="128" y="307"/>
                </a:lnTo>
                <a:lnTo>
                  <a:pt x="128" y="306"/>
                </a:lnTo>
                <a:lnTo>
                  <a:pt x="127" y="306"/>
                </a:lnTo>
                <a:lnTo>
                  <a:pt x="128" y="305"/>
                </a:lnTo>
                <a:lnTo>
                  <a:pt x="129" y="305"/>
                </a:lnTo>
                <a:lnTo>
                  <a:pt x="130" y="305"/>
                </a:lnTo>
                <a:lnTo>
                  <a:pt x="131" y="304"/>
                </a:lnTo>
                <a:lnTo>
                  <a:pt x="130" y="304"/>
                </a:lnTo>
                <a:lnTo>
                  <a:pt x="130" y="305"/>
                </a:lnTo>
                <a:lnTo>
                  <a:pt x="129" y="304"/>
                </a:lnTo>
                <a:lnTo>
                  <a:pt x="130" y="304"/>
                </a:lnTo>
                <a:lnTo>
                  <a:pt x="130" y="303"/>
                </a:lnTo>
                <a:lnTo>
                  <a:pt x="129" y="303"/>
                </a:lnTo>
                <a:lnTo>
                  <a:pt x="130" y="303"/>
                </a:lnTo>
                <a:lnTo>
                  <a:pt x="130" y="302"/>
                </a:lnTo>
                <a:lnTo>
                  <a:pt x="131" y="302"/>
                </a:lnTo>
                <a:lnTo>
                  <a:pt x="131" y="301"/>
                </a:lnTo>
                <a:lnTo>
                  <a:pt x="132" y="301"/>
                </a:lnTo>
                <a:lnTo>
                  <a:pt x="132" y="300"/>
                </a:lnTo>
                <a:lnTo>
                  <a:pt x="132" y="301"/>
                </a:lnTo>
                <a:lnTo>
                  <a:pt x="133" y="301"/>
                </a:lnTo>
                <a:lnTo>
                  <a:pt x="133" y="300"/>
                </a:lnTo>
                <a:lnTo>
                  <a:pt x="132" y="300"/>
                </a:lnTo>
                <a:lnTo>
                  <a:pt x="131" y="300"/>
                </a:lnTo>
                <a:lnTo>
                  <a:pt x="131" y="301"/>
                </a:lnTo>
                <a:lnTo>
                  <a:pt x="130" y="301"/>
                </a:lnTo>
                <a:lnTo>
                  <a:pt x="129" y="301"/>
                </a:lnTo>
                <a:lnTo>
                  <a:pt x="129" y="302"/>
                </a:lnTo>
                <a:lnTo>
                  <a:pt x="129" y="301"/>
                </a:lnTo>
                <a:lnTo>
                  <a:pt x="129" y="300"/>
                </a:lnTo>
                <a:lnTo>
                  <a:pt x="130" y="300"/>
                </a:lnTo>
                <a:lnTo>
                  <a:pt x="130" y="299"/>
                </a:lnTo>
                <a:lnTo>
                  <a:pt x="131" y="299"/>
                </a:lnTo>
                <a:lnTo>
                  <a:pt x="130" y="299"/>
                </a:lnTo>
                <a:lnTo>
                  <a:pt x="129" y="299"/>
                </a:lnTo>
                <a:lnTo>
                  <a:pt x="129" y="300"/>
                </a:lnTo>
                <a:lnTo>
                  <a:pt x="128" y="301"/>
                </a:lnTo>
                <a:lnTo>
                  <a:pt x="127" y="301"/>
                </a:lnTo>
                <a:lnTo>
                  <a:pt x="127" y="300"/>
                </a:lnTo>
                <a:lnTo>
                  <a:pt x="126" y="300"/>
                </a:lnTo>
                <a:lnTo>
                  <a:pt x="126" y="299"/>
                </a:lnTo>
                <a:lnTo>
                  <a:pt x="126" y="300"/>
                </a:lnTo>
                <a:lnTo>
                  <a:pt x="125" y="300"/>
                </a:lnTo>
                <a:lnTo>
                  <a:pt x="124" y="299"/>
                </a:lnTo>
                <a:lnTo>
                  <a:pt x="124" y="298"/>
                </a:lnTo>
                <a:lnTo>
                  <a:pt x="123" y="298"/>
                </a:lnTo>
                <a:lnTo>
                  <a:pt x="123" y="299"/>
                </a:lnTo>
                <a:lnTo>
                  <a:pt x="124" y="299"/>
                </a:lnTo>
                <a:lnTo>
                  <a:pt x="124" y="300"/>
                </a:lnTo>
                <a:lnTo>
                  <a:pt x="124" y="301"/>
                </a:lnTo>
                <a:lnTo>
                  <a:pt x="123" y="301"/>
                </a:lnTo>
                <a:lnTo>
                  <a:pt x="123" y="300"/>
                </a:lnTo>
                <a:lnTo>
                  <a:pt x="123" y="299"/>
                </a:lnTo>
                <a:lnTo>
                  <a:pt x="123" y="300"/>
                </a:lnTo>
                <a:lnTo>
                  <a:pt x="123" y="301"/>
                </a:lnTo>
                <a:lnTo>
                  <a:pt x="123" y="302"/>
                </a:lnTo>
                <a:lnTo>
                  <a:pt x="123" y="303"/>
                </a:lnTo>
                <a:lnTo>
                  <a:pt x="123" y="304"/>
                </a:lnTo>
                <a:lnTo>
                  <a:pt x="122" y="304"/>
                </a:lnTo>
                <a:lnTo>
                  <a:pt x="122" y="305"/>
                </a:lnTo>
                <a:lnTo>
                  <a:pt x="122" y="306"/>
                </a:lnTo>
                <a:lnTo>
                  <a:pt x="122" y="305"/>
                </a:lnTo>
                <a:lnTo>
                  <a:pt x="123" y="306"/>
                </a:lnTo>
                <a:lnTo>
                  <a:pt x="123" y="305"/>
                </a:lnTo>
                <a:lnTo>
                  <a:pt x="123" y="306"/>
                </a:lnTo>
                <a:lnTo>
                  <a:pt x="123" y="307"/>
                </a:lnTo>
                <a:lnTo>
                  <a:pt x="122" y="308"/>
                </a:lnTo>
                <a:lnTo>
                  <a:pt x="121" y="309"/>
                </a:lnTo>
                <a:lnTo>
                  <a:pt x="120" y="310"/>
                </a:lnTo>
                <a:lnTo>
                  <a:pt x="119" y="310"/>
                </a:lnTo>
                <a:lnTo>
                  <a:pt x="119" y="311"/>
                </a:lnTo>
                <a:lnTo>
                  <a:pt x="118" y="312"/>
                </a:lnTo>
                <a:lnTo>
                  <a:pt x="117" y="312"/>
                </a:lnTo>
                <a:lnTo>
                  <a:pt x="116" y="312"/>
                </a:lnTo>
                <a:lnTo>
                  <a:pt x="117" y="311"/>
                </a:lnTo>
                <a:lnTo>
                  <a:pt x="117" y="310"/>
                </a:lnTo>
                <a:lnTo>
                  <a:pt x="118" y="310"/>
                </a:lnTo>
                <a:lnTo>
                  <a:pt x="118" y="309"/>
                </a:lnTo>
                <a:lnTo>
                  <a:pt x="119" y="307"/>
                </a:lnTo>
                <a:lnTo>
                  <a:pt x="119" y="306"/>
                </a:lnTo>
                <a:lnTo>
                  <a:pt x="120" y="306"/>
                </a:lnTo>
                <a:lnTo>
                  <a:pt x="119" y="306"/>
                </a:lnTo>
                <a:lnTo>
                  <a:pt x="118" y="306"/>
                </a:lnTo>
                <a:lnTo>
                  <a:pt x="118" y="305"/>
                </a:lnTo>
                <a:lnTo>
                  <a:pt x="118" y="304"/>
                </a:lnTo>
                <a:lnTo>
                  <a:pt x="117" y="304"/>
                </a:lnTo>
                <a:lnTo>
                  <a:pt x="116" y="304"/>
                </a:lnTo>
                <a:lnTo>
                  <a:pt x="116" y="305"/>
                </a:lnTo>
                <a:lnTo>
                  <a:pt x="115" y="305"/>
                </a:lnTo>
                <a:lnTo>
                  <a:pt x="114" y="305"/>
                </a:lnTo>
                <a:lnTo>
                  <a:pt x="114" y="306"/>
                </a:lnTo>
                <a:lnTo>
                  <a:pt x="113" y="306"/>
                </a:lnTo>
                <a:lnTo>
                  <a:pt x="113" y="305"/>
                </a:lnTo>
                <a:lnTo>
                  <a:pt x="113" y="306"/>
                </a:lnTo>
                <a:lnTo>
                  <a:pt x="114" y="306"/>
                </a:lnTo>
                <a:lnTo>
                  <a:pt x="114" y="307"/>
                </a:lnTo>
                <a:lnTo>
                  <a:pt x="113" y="307"/>
                </a:lnTo>
                <a:lnTo>
                  <a:pt x="112" y="307"/>
                </a:lnTo>
                <a:lnTo>
                  <a:pt x="112" y="308"/>
                </a:lnTo>
                <a:lnTo>
                  <a:pt x="111" y="308"/>
                </a:lnTo>
                <a:lnTo>
                  <a:pt x="111" y="307"/>
                </a:lnTo>
                <a:lnTo>
                  <a:pt x="111" y="308"/>
                </a:lnTo>
                <a:lnTo>
                  <a:pt x="112" y="309"/>
                </a:lnTo>
                <a:lnTo>
                  <a:pt x="113" y="309"/>
                </a:lnTo>
                <a:lnTo>
                  <a:pt x="114" y="309"/>
                </a:lnTo>
                <a:lnTo>
                  <a:pt x="114" y="310"/>
                </a:lnTo>
                <a:lnTo>
                  <a:pt x="115" y="310"/>
                </a:lnTo>
                <a:lnTo>
                  <a:pt x="114" y="310"/>
                </a:lnTo>
                <a:lnTo>
                  <a:pt x="113" y="310"/>
                </a:lnTo>
                <a:lnTo>
                  <a:pt x="112" y="311"/>
                </a:lnTo>
                <a:lnTo>
                  <a:pt x="111" y="311"/>
                </a:lnTo>
                <a:lnTo>
                  <a:pt x="110" y="311"/>
                </a:lnTo>
                <a:lnTo>
                  <a:pt x="111" y="311"/>
                </a:lnTo>
                <a:lnTo>
                  <a:pt x="111" y="310"/>
                </a:lnTo>
                <a:lnTo>
                  <a:pt x="110" y="310"/>
                </a:lnTo>
                <a:lnTo>
                  <a:pt x="109" y="310"/>
                </a:lnTo>
                <a:lnTo>
                  <a:pt x="108" y="309"/>
                </a:lnTo>
                <a:lnTo>
                  <a:pt x="107" y="309"/>
                </a:lnTo>
                <a:lnTo>
                  <a:pt x="108" y="309"/>
                </a:lnTo>
                <a:lnTo>
                  <a:pt x="108" y="310"/>
                </a:lnTo>
                <a:lnTo>
                  <a:pt x="107" y="310"/>
                </a:lnTo>
                <a:lnTo>
                  <a:pt x="106" y="310"/>
                </a:lnTo>
                <a:lnTo>
                  <a:pt x="105" y="310"/>
                </a:lnTo>
                <a:lnTo>
                  <a:pt x="105" y="309"/>
                </a:lnTo>
                <a:lnTo>
                  <a:pt x="104" y="309"/>
                </a:lnTo>
                <a:lnTo>
                  <a:pt x="103" y="309"/>
                </a:lnTo>
                <a:lnTo>
                  <a:pt x="103" y="310"/>
                </a:lnTo>
                <a:lnTo>
                  <a:pt x="103" y="309"/>
                </a:lnTo>
                <a:lnTo>
                  <a:pt x="102" y="309"/>
                </a:lnTo>
                <a:lnTo>
                  <a:pt x="102" y="310"/>
                </a:lnTo>
                <a:lnTo>
                  <a:pt x="101" y="310"/>
                </a:lnTo>
                <a:lnTo>
                  <a:pt x="100" y="310"/>
                </a:lnTo>
                <a:lnTo>
                  <a:pt x="99" y="310"/>
                </a:lnTo>
                <a:lnTo>
                  <a:pt x="99" y="309"/>
                </a:lnTo>
                <a:lnTo>
                  <a:pt x="98" y="309"/>
                </a:lnTo>
                <a:lnTo>
                  <a:pt x="98" y="308"/>
                </a:lnTo>
                <a:lnTo>
                  <a:pt x="97" y="307"/>
                </a:lnTo>
                <a:lnTo>
                  <a:pt x="96" y="307"/>
                </a:lnTo>
                <a:lnTo>
                  <a:pt x="95" y="306"/>
                </a:lnTo>
                <a:lnTo>
                  <a:pt x="94" y="306"/>
                </a:lnTo>
                <a:lnTo>
                  <a:pt x="94" y="305"/>
                </a:lnTo>
                <a:lnTo>
                  <a:pt x="95" y="305"/>
                </a:lnTo>
                <a:lnTo>
                  <a:pt x="95" y="304"/>
                </a:lnTo>
                <a:lnTo>
                  <a:pt x="94" y="304"/>
                </a:lnTo>
                <a:lnTo>
                  <a:pt x="94" y="303"/>
                </a:lnTo>
                <a:lnTo>
                  <a:pt x="93" y="303"/>
                </a:lnTo>
                <a:lnTo>
                  <a:pt x="93" y="302"/>
                </a:lnTo>
                <a:lnTo>
                  <a:pt x="93" y="303"/>
                </a:lnTo>
                <a:lnTo>
                  <a:pt x="92" y="303"/>
                </a:lnTo>
                <a:lnTo>
                  <a:pt x="91" y="303"/>
                </a:lnTo>
                <a:lnTo>
                  <a:pt x="90" y="303"/>
                </a:lnTo>
                <a:lnTo>
                  <a:pt x="90" y="302"/>
                </a:lnTo>
                <a:lnTo>
                  <a:pt x="89" y="302"/>
                </a:lnTo>
                <a:lnTo>
                  <a:pt x="89" y="303"/>
                </a:lnTo>
                <a:lnTo>
                  <a:pt x="88" y="303"/>
                </a:lnTo>
                <a:lnTo>
                  <a:pt x="87" y="303"/>
                </a:lnTo>
                <a:lnTo>
                  <a:pt x="87" y="304"/>
                </a:lnTo>
                <a:lnTo>
                  <a:pt x="86" y="304"/>
                </a:lnTo>
                <a:lnTo>
                  <a:pt x="85" y="304"/>
                </a:lnTo>
                <a:lnTo>
                  <a:pt x="84" y="304"/>
                </a:lnTo>
                <a:lnTo>
                  <a:pt x="84" y="305"/>
                </a:lnTo>
                <a:lnTo>
                  <a:pt x="83" y="305"/>
                </a:lnTo>
                <a:lnTo>
                  <a:pt x="82" y="305"/>
                </a:lnTo>
                <a:lnTo>
                  <a:pt x="82" y="306"/>
                </a:lnTo>
                <a:lnTo>
                  <a:pt x="82" y="305"/>
                </a:lnTo>
                <a:lnTo>
                  <a:pt x="82" y="306"/>
                </a:lnTo>
                <a:lnTo>
                  <a:pt x="80" y="306"/>
                </a:lnTo>
                <a:lnTo>
                  <a:pt x="79" y="306"/>
                </a:lnTo>
                <a:lnTo>
                  <a:pt x="78" y="306"/>
                </a:lnTo>
                <a:lnTo>
                  <a:pt x="77" y="306"/>
                </a:lnTo>
                <a:lnTo>
                  <a:pt x="76" y="306"/>
                </a:lnTo>
                <a:lnTo>
                  <a:pt x="75" y="306"/>
                </a:lnTo>
                <a:lnTo>
                  <a:pt x="74" y="306"/>
                </a:lnTo>
                <a:lnTo>
                  <a:pt x="74" y="305"/>
                </a:lnTo>
                <a:lnTo>
                  <a:pt x="73" y="305"/>
                </a:lnTo>
                <a:lnTo>
                  <a:pt x="73" y="306"/>
                </a:lnTo>
                <a:lnTo>
                  <a:pt x="72" y="306"/>
                </a:lnTo>
                <a:lnTo>
                  <a:pt x="72" y="307"/>
                </a:lnTo>
                <a:lnTo>
                  <a:pt x="71" y="307"/>
                </a:lnTo>
                <a:lnTo>
                  <a:pt x="71" y="308"/>
                </a:lnTo>
                <a:lnTo>
                  <a:pt x="71" y="307"/>
                </a:lnTo>
                <a:lnTo>
                  <a:pt x="71" y="308"/>
                </a:lnTo>
                <a:lnTo>
                  <a:pt x="70" y="308"/>
                </a:lnTo>
                <a:lnTo>
                  <a:pt x="70" y="307"/>
                </a:lnTo>
                <a:lnTo>
                  <a:pt x="69" y="307"/>
                </a:lnTo>
                <a:lnTo>
                  <a:pt x="68" y="307"/>
                </a:lnTo>
                <a:lnTo>
                  <a:pt x="67" y="307"/>
                </a:lnTo>
                <a:lnTo>
                  <a:pt x="68" y="307"/>
                </a:lnTo>
                <a:lnTo>
                  <a:pt x="68" y="306"/>
                </a:lnTo>
                <a:lnTo>
                  <a:pt x="68" y="305"/>
                </a:lnTo>
                <a:lnTo>
                  <a:pt x="67" y="305"/>
                </a:lnTo>
                <a:lnTo>
                  <a:pt x="68" y="305"/>
                </a:lnTo>
                <a:lnTo>
                  <a:pt x="68" y="304"/>
                </a:lnTo>
                <a:lnTo>
                  <a:pt x="67" y="304"/>
                </a:lnTo>
                <a:lnTo>
                  <a:pt x="67" y="303"/>
                </a:lnTo>
                <a:lnTo>
                  <a:pt x="66" y="303"/>
                </a:lnTo>
                <a:lnTo>
                  <a:pt x="65" y="303"/>
                </a:lnTo>
                <a:lnTo>
                  <a:pt x="64" y="303"/>
                </a:lnTo>
                <a:lnTo>
                  <a:pt x="64" y="304"/>
                </a:lnTo>
                <a:lnTo>
                  <a:pt x="63" y="304"/>
                </a:lnTo>
                <a:lnTo>
                  <a:pt x="63" y="305"/>
                </a:lnTo>
                <a:lnTo>
                  <a:pt x="62" y="305"/>
                </a:lnTo>
                <a:lnTo>
                  <a:pt x="63" y="305"/>
                </a:lnTo>
                <a:lnTo>
                  <a:pt x="62" y="305"/>
                </a:lnTo>
                <a:lnTo>
                  <a:pt x="62" y="306"/>
                </a:lnTo>
                <a:lnTo>
                  <a:pt x="62" y="307"/>
                </a:lnTo>
                <a:lnTo>
                  <a:pt x="61" y="307"/>
                </a:lnTo>
                <a:lnTo>
                  <a:pt x="60" y="307"/>
                </a:lnTo>
                <a:lnTo>
                  <a:pt x="59" y="307"/>
                </a:lnTo>
                <a:lnTo>
                  <a:pt x="59" y="306"/>
                </a:lnTo>
                <a:lnTo>
                  <a:pt x="59" y="305"/>
                </a:lnTo>
                <a:lnTo>
                  <a:pt x="59" y="304"/>
                </a:lnTo>
                <a:lnTo>
                  <a:pt x="60" y="304"/>
                </a:lnTo>
                <a:lnTo>
                  <a:pt x="59" y="304"/>
                </a:lnTo>
                <a:lnTo>
                  <a:pt x="59" y="303"/>
                </a:lnTo>
                <a:lnTo>
                  <a:pt x="59" y="302"/>
                </a:lnTo>
                <a:lnTo>
                  <a:pt x="58" y="302"/>
                </a:lnTo>
                <a:lnTo>
                  <a:pt x="59" y="302"/>
                </a:lnTo>
                <a:lnTo>
                  <a:pt x="59" y="301"/>
                </a:lnTo>
                <a:lnTo>
                  <a:pt x="58" y="301"/>
                </a:lnTo>
                <a:lnTo>
                  <a:pt x="58" y="300"/>
                </a:lnTo>
                <a:lnTo>
                  <a:pt x="57" y="300"/>
                </a:lnTo>
                <a:lnTo>
                  <a:pt x="57" y="299"/>
                </a:lnTo>
                <a:lnTo>
                  <a:pt x="56" y="299"/>
                </a:lnTo>
                <a:lnTo>
                  <a:pt x="56" y="298"/>
                </a:lnTo>
                <a:lnTo>
                  <a:pt x="56" y="297"/>
                </a:lnTo>
                <a:lnTo>
                  <a:pt x="55" y="297"/>
                </a:lnTo>
                <a:lnTo>
                  <a:pt x="55" y="298"/>
                </a:lnTo>
                <a:lnTo>
                  <a:pt x="54" y="298"/>
                </a:lnTo>
                <a:lnTo>
                  <a:pt x="55" y="298"/>
                </a:lnTo>
                <a:lnTo>
                  <a:pt x="54" y="298"/>
                </a:lnTo>
                <a:lnTo>
                  <a:pt x="53" y="298"/>
                </a:lnTo>
                <a:lnTo>
                  <a:pt x="53" y="299"/>
                </a:lnTo>
                <a:lnTo>
                  <a:pt x="52" y="299"/>
                </a:lnTo>
                <a:lnTo>
                  <a:pt x="52" y="300"/>
                </a:lnTo>
                <a:lnTo>
                  <a:pt x="51" y="300"/>
                </a:lnTo>
                <a:lnTo>
                  <a:pt x="50" y="300"/>
                </a:lnTo>
                <a:lnTo>
                  <a:pt x="49" y="300"/>
                </a:lnTo>
                <a:lnTo>
                  <a:pt x="49" y="299"/>
                </a:lnTo>
                <a:lnTo>
                  <a:pt x="48" y="299"/>
                </a:lnTo>
                <a:lnTo>
                  <a:pt x="49" y="299"/>
                </a:lnTo>
                <a:lnTo>
                  <a:pt x="49" y="298"/>
                </a:lnTo>
                <a:lnTo>
                  <a:pt x="48" y="298"/>
                </a:lnTo>
                <a:lnTo>
                  <a:pt x="48" y="297"/>
                </a:lnTo>
                <a:lnTo>
                  <a:pt x="47" y="297"/>
                </a:lnTo>
                <a:lnTo>
                  <a:pt x="46" y="297"/>
                </a:lnTo>
                <a:lnTo>
                  <a:pt x="45" y="297"/>
                </a:lnTo>
                <a:lnTo>
                  <a:pt x="45" y="296"/>
                </a:lnTo>
                <a:lnTo>
                  <a:pt x="44" y="295"/>
                </a:lnTo>
                <a:lnTo>
                  <a:pt x="43" y="295"/>
                </a:lnTo>
                <a:lnTo>
                  <a:pt x="43" y="294"/>
                </a:lnTo>
                <a:lnTo>
                  <a:pt x="42" y="294"/>
                </a:lnTo>
                <a:lnTo>
                  <a:pt x="41" y="294"/>
                </a:lnTo>
                <a:lnTo>
                  <a:pt x="41" y="293"/>
                </a:lnTo>
                <a:lnTo>
                  <a:pt x="40" y="293"/>
                </a:lnTo>
                <a:lnTo>
                  <a:pt x="39" y="293"/>
                </a:lnTo>
                <a:lnTo>
                  <a:pt x="38" y="293"/>
                </a:lnTo>
                <a:lnTo>
                  <a:pt x="37" y="293"/>
                </a:lnTo>
                <a:lnTo>
                  <a:pt x="37" y="292"/>
                </a:lnTo>
                <a:lnTo>
                  <a:pt x="36" y="292"/>
                </a:lnTo>
                <a:lnTo>
                  <a:pt x="36" y="291"/>
                </a:lnTo>
                <a:lnTo>
                  <a:pt x="36" y="290"/>
                </a:lnTo>
                <a:lnTo>
                  <a:pt x="37" y="290"/>
                </a:lnTo>
                <a:lnTo>
                  <a:pt x="37" y="289"/>
                </a:lnTo>
                <a:lnTo>
                  <a:pt x="38" y="289"/>
                </a:lnTo>
                <a:lnTo>
                  <a:pt x="38" y="288"/>
                </a:lnTo>
                <a:lnTo>
                  <a:pt x="39" y="288"/>
                </a:lnTo>
                <a:lnTo>
                  <a:pt x="39" y="289"/>
                </a:lnTo>
                <a:lnTo>
                  <a:pt x="39" y="288"/>
                </a:lnTo>
                <a:lnTo>
                  <a:pt x="40" y="288"/>
                </a:lnTo>
                <a:lnTo>
                  <a:pt x="40" y="287"/>
                </a:lnTo>
                <a:lnTo>
                  <a:pt x="39" y="287"/>
                </a:lnTo>
                <a:lnTo>
                  <a:pt x="39" y="286"/>
                </a:lnTo>
                <a:lnTo>
                  <a:pt x="39" y="285"/>
                </a:lnTo>
                <a:lnTo>
                  <a:pt x="38" y="285"/>
                </a:lnTo>
                <a:lnTo>
                  <a:pt x="37" y="285"/>
                </a:lnTo>
                <a:lnTo>
                  <a:pt x="37" y="284"/>
                </a:lnTo>
                <a:lnTo>
                  <a:pt x="36" y="284"/>
                </a:lnTo>
                <a:lnTo>
                  <a:pt x="35" y="284"/>
                </a:lnTo>
                <a:lnTo>
                  <a:pt x="34" y="284"/>
                </a:lnTo>
                <a:lnTo>
                  <a:pt x="34" y="285"/>
                </a:lnTo>
                <a:lnTo>
                  <a:pt x="34" y="286"/>
                </a:lnTo>
                <a:lnTo>
                  <a:pt x="33" y="286"/>
                </a:lnTo>
                <a:lnTo>
                  <a:pt x="33" y="285"/>
                </a:lnTo>
                <a:lnTo>
                  <a:pt x="33" y="286"/>
                </a:lnTo>
                <a:lnTo>
                  <a:pt x="33" y="285"/>
                </a:lnTo>
                <a:lnTo>
                  <a:pt x="32" y="285"/>
                </a:lnTo>
                <a:lnTo>
                  <a:pt x="31" y="285"/>
                </a:lnTo>
                <a:lnTo>
                  <a:pt x="31" y="284"/>
                </a:lnTo>
                <a:lnTo>
                  <a:pt x="30" y="284"/>
                </a:lnTo>
                <a:lnTo>
                  <a:pt x="30" y="283"/>
                </a:lnTo>
                <a:lnTo>
                  <a:pt x="30" y="282"/>
                </a:lnTo>
                <a:lnTo>
                  <a:pt x="29" y="282"/>
                </a:lnTo>
                <a:lnTo>
                  <a:pt x="28" y="282"/>
                </a:lnTo>
                <a:lnTo>
                  <a:pt x="27" y="282"/>
                </a:lnTo>
                <a:lnTo>
                  <a:pt x="26" y="282"/>
                </a:lnTo>
                <a:lnTo>
                  <a:pt x="25" y="282"/>
                </a:lnTo>
                <a:lnTo>
                  <a:pt x="24" y="282"/>
                </a:lnTo>
                <a:lnTo>
                  <a:pt x="25" y="282"/>
                </a:lnTo>
                <a:lnTo>
                  <a:pt x="24" y="282"/>
                </a:lnTo>
                <a:lnTo>
                  <a:pt x="23" y="282"/>
                </a:lnTo>
                <a:lnTo>
                  <a:pt x="22" y="282"/>
                </a:lnTo>
                <a:lnTo>
                  <a:pt x="22" y="281"/>
                </a:lnTo>
                <a:lnTo>
                  <a:pt x="21" y="281"/>
                </a:lnTo>
                <a:lnTo>
                  <a:pt x="22" y="281"/>
                </a:lnTo>
                <a:lnTo>
                  <a:pt x="21" y="281"/>
                </a:lnTo>
                <a:lnTo>
                  <a:pt x="21" y="280"/>
                </a:lnTo>
                <a:lnTo>
                  <a:pt x="20" y="280"/>
                </a:lnTo>
                <a:lnTo>
                  <a:pt x="19" y="280"/>
                </a:lnTo>
                <a:lnTo>
                  <a:pt x="18" y="280"/>
                </a:lnTo>
                <a:lnTo>
                  <a:pt x="18" y="281"/>
                </a:lnTo>
                <a:lnTo>
                  <a:pt x="18" y="282"/>
                </a:lnTo>
                <a:lnTo>
                  <a:pt x="17" y="282"/>
                </a:lnTo>
                <a:lnTo>
                  <a:pt x="17" y="283"/>
                </a:lnTo>
                <a:lnTo>
                  <a:pt x="17" y="282"/>
                </a:lnTo>
                <a:lnTo>
                  <a:pt x="16" y="282"/>
                </a:lnTo>
                <a:lnTo>
                  <a:pt x="17" y="283"/>
                </a:lnTo>
                <a:lnTo>
                  <a:pt x="16" y="283"/>
                </a:lnTo>
                <a:lnTo>
                  <a:pt x="15" y="283"/>
                </a:lnTo>
                <a:lnTo>
                  <a:pt x="16" y="283"/>
                </a:lnTo>
                <a:lnTo>
                  <a:pt x="16" y="282"/>
                </a:lnTo>
                <a:lnTo>
                  <a:pt x="15" y="282"/>
                </a:lnTo>
                <a:lnTo>
                  <a:pt x="15" y="283"/>
                </a:lnTo>
                <a:lnTo>
                  <a:pt x="15" y="282"/>
                </a:lnTo>
                <a:lnTo>
                  <a:pt x="15" y="281"/>
                </a:lnTo>
                <a:lnTo>
                  <a:pt x="15" y="280"/>
                </a:lnTo>
                <a:lnTo>
                  <a:pt x="16" y="280"/>
                </a:lnTo>
                <a:lnTo>
                  <a:pt x="16" y="279"/>
                </a:lnTo>
                <a:lnTo>
                  <a:pt x="16" y="278"/>
                </a:lnTo>
                <a:lnTo>
                  <a:pt x="16" y="277"/>
                </a:lnTo>
                <a:lnTo>
                  <a:pt x="16" y="276"/>
                </a:lnTo>
                <a:lnTo>
                  <a:pt x="16" y="275"/>
                </a:lnTo>
                <a:lnTo>
                  <a:pt x="17" y="275"/>
                </a:lnTo>
                <a:lnTo>
                  <a:pt x="17" y="274"/>
                </a:lnTo>
                <a:lnTo>
                  <a:pt x="16" y="274"/>
                </a:lnTo>
                <a:lnTo>
                  <a:pt x="16" y="273"/>
                </a:lnTo>
                <a:lnTo>
                  <a:pt x="15" y="273"/>
                </a:lnTo>
                <a:lnTo>
                  <a:pt x="16" y="273"/>
                </a:lnTo>
                <a:lnTo>
                  <a:pt x="15" y="273"/>
                </a:lnTo>
                <a:lnTo>
                  <a:pt x="15" y="272"/>
                </a:lnTo>
                <a:lnTo>
                  <a:pt x="15" y="271"/>
                </a:lnTo>
                <a:lnTo>
                  <a:pt x="15" y="270"/>
                </a:lnTo>
                <a:lnTo>
                  <a:pt x="16" y="270"/>
                </a:lnTo>
                <a:lnTo>
                  <a:pt x="15" y="270"/>
                </a:lnTo>
                <a:lnTo>
                  <a:pt x="15" y="269"/>
                </a:lnTo>
                <a:lnTo>
                  <a:pt x="15" y="270"/>
                </a:lnTo>
                <a:lnTo>
                  <a:pt x="15" y="269"/>
                </a:lnTo>
                <a:lnTo>
                  <a:pt x="14" y="269"/>
                </a:lnTo>
                <a:lnTo>
                  <a:pt x="14" y="268"/>
                </a:lnTo>
                <a:lnTo>
                  <a:pt x="14" y="267"/>
                </a:lnTo>
                <a:lnTo>
                  <a:pt x="15" y="267"/>
                </a:lnTo>
                <a:lnTo>
                  <a:pt x="15" y="266"/>
                </a:lnTo>
                <a:lnTo>
                  <a:pt x="16" y="266"/>
                </a:lnTo>
                <a:lnTo>
                  <a:pt x="16" y="265"/>
                </a:lnTo>
                <a:lnTo>
                  <a:pt x="15" y="265"/>
                </a:lnTo>
                <a:lnTo>
                  <a:pt x="15" y="264"/>
                </a:lnTo>
                <a:lnTo>
                  <a:pt x="15" y="263"/>
                </a:lnTo>
                <a:lnTo>
                  <a:pt x="15" y="262"/>
                </a:lnTo>
                <a:lnTo>
                  <a:pt x="15" y="261"/>
                </a:lnTo>
                <a:lnTo>
                  <a:pt x="14" y="261"/>
                </a:lnTo>
                <a:lnTo>
                  <a:pt x="13" y="261"/>
                </a:lnTo>
                <a:lnTo>
                  <a:pt x="13" y="260"/>
                </a:lnTo>
                <a:lnTo>
                  <a:pt x="13" y="259"/>
                </a:lnTo>
                <a:lnTo>
                  <a:pt x="13" y="258"/>
                </a:lnTo>
                <a:lnTo>
                  <a:pt x="12" y="258"/>
                </a:lnTo>
                <a:lnTo>
                  <a:pt x="11" y="258"/>
                </a:lnTo>
                <a:lnTo>
                  <a:pt x="10" y="258"/>
                </a:lnTo>
                <a:lnTo>
                  <a:pt x="9" y="258"/>
                </a:lnTo>
                <a:lnTo>
                  <a:pt x="8" y="257"/>
                </a:lnTo>
                <a:lnTo>
                  <a:pt x="8" y="258"/>
                </a:lnTo>
                <a:lnTo>
                  <a:pt x="8" y="257"/>
                </a:lnTo>
                <a:lnTo>
                  <a:pt x="7" y="257"/>
                </a:lnTo>
                <a:lnTo>
                  <a:pt x="7" y="258"/>
                </a:lnTo>
                <a:lnTo>
                  <a:pt x="7" y="257"/>
                </a:lnTo>
                <a:lnTo>
                  <a:pt x="6" y="257"/>
                </a:lnTo>
                <a:lnTo>
                  <a:pt x="6" y="256"/>
                </a:lnTo>
                <a:lnTo>
                  <a:pt x="7" y="256"/>
                </a:lnTo>
                <a:lnTo>
                  <a:pt x="6" y="256"/>
                </a:lnTo>
                <a:lnTo>
                  <a:pt x="7" y="256"/>
                </a:lnTo>
                <a:lnTo>
                  <a:pt x="7" y="255"/>
                </a:lnTo>
                <a:lnTo>
                  <a:pt x="8" y="255"/>
                </a:lnTo>
                <a:lnTo>
                  <a:pt x="8" y="254"/>
                </a:lnTo>
                <a:lnTo>
                  <a:pt x="7" y="254"/>
                </a:lnTo>
                <a:lnTo>
                  <a:pt x="7" y="253"/>
                </a:lnTo>
                <a:lnTo>
                  <a:pt x="7" y="252"/>
                </a:lnTo>
                <a:lnTo>
                  <a:pt x="6" y="252"/>
                </a:lnTo>
                <a:lnTo>
                  <a:pt x="7" y="252"/>
                </a:lnTo>
                <a:lnTo>
                  <a:pt x="7" y="251"/>
                </a:lnTo>
                <a:lnTo>
                  <a:pt x="7" y="250"/>
                </a:lnTo>
                <a:lnTo>
                  <a:pt x="6" y="250"/>
                </a:lnTo>
                <a:lnTo>
                  <a:pt x="6" y="249"/>
                </a:lnTo>
                <a:lnTo>
                  <a:pt x="7" y="249"/>
                </a:lnTo>
                <a:lnTo>
                  <a:pt x="7" y="248"/>
                </a:lnTo>
                <a:lnTo>
                  <a:pt x="7" y="249"/>
                </a:lnTo>
                <a:lnTo>
                  <a:pt x="7" y="248"/>
                </a:lnTo>
                <a:lnTo>
                  <a:pt x="7" y="249"/>
                </a:lnTo>
                <a:lnTo>
                  <a:pt x="8" y="249"/>
                </a:lnTo>
                <a:lnTo>
                  <a:pt x="8" y="248"/>
                </a:lnTo>
                <a:lnTo>
                  <a:pt x="8" y="247"/>
                </a:lnTo>
                <a:lnTo>
                  <a:pt x="8" y="246"/>
                </a:lnTo>
                <a:lnTo>
                  <a:pt x="8" y="245"/>
                </a:lnTo>
                <a:lnTo>
                  <a:pt x="8" y="244"/>
                </a:lnTo>
                <a:lnTo>
                  <a:pt x="8" y="243"/>
                </a:lnTo>
                <a:lnTo>
                  <a:pt x="9" y="243"/>
                </a:lnTo>
                <a:lnTo>
                  <a:pt x="9" y="242"/>
                </a:lnTo>
                <a:lnTo>
                  <a:pt x="9" y="241"/>
                </a:lnTo>
                <a:lnTo>
                  <a:pt x="9" y="240"/>
                </a:lnTo>
                <a:lnTo>
                  <a:pt x="9" y="239"/>
                </a:lnTo>
                <a:lnTo>
                  <a:pt x="10" y="239"/>
                </a:lnTo>
                <a:lnTo>
                  <a:pt x="11" y="239"/>
                </a:lnTo>
                <a:lnTo>
                  <a:pt x="11" y="240"/>
                </a:lnTo>
                <a:lnTo>
                  <a:pt x="11" y="241"/>
                </a:lnTo>
                <a:lnTo>
                  <a:pt x="12" y="241"/>
                </a:lnTo>
                <a:lnTo>
                  <a:pt x="13" y="241"/>
                </a:lnTo>
                <a:lnTo>
                  <a:pt x="14" y="241"/>
                </a:lnTo>
                <a:lnTo>
                  <a:pt x="15" y="241"/>
                </a:lnTo>
                <a:lnTo>
                  <a:pt x="16" y="241"/>
                </a:lnTo>
                <a:lnTo>
                  <a:pt x="17" y="241"/>
                </a:lnTo>
                <a:lnTo>
                  <a:pt x="17" y="240"/>
                </a:lnTo>
                <a:lnTo>
                  <a:pt x="17" y="239"/>
                </a:lnTo>
                <a:lnTo>
                  <a:pt x="16" y="239"/>
                </a:lnTo>
                <a:lnTo>
                  <a:pt x="16" y="238"/>
                </a:lnTo>
                <a:lnTo>
                  <a:pt x="17" y="238"/>
                </a:lnTo>
                <a:lnTo>
                  <a:pt x="17" y="237"/>
                </a:lnTo>
                <a:lnTo>
                  <a:pt x="17" y="236"/>
                </a:lnTo>
                <a:lnTo>
                  <a:pt x="17" y="235"/>
                </a:lnTo>
                <a:lnTo>
                  <a:pt x="18" y="235"/>
                </a:lnTo>
                <a:lnTo>
                  <a:pt x="19" y="235"/>
                </a:lnTo>
                <a:lnTo>
                  <a:pt x="19" y="234"/>
                </a:lnTo>
                <a:lnTo>
                  <a:pt x="19" y="233"/>
                </a:lnTo>
                <a:lnTo>
                  <a:pt x="18" y="233"/>
                </a:lnTo>
                <a:lnTo>
                  <a:pt x="19" y="233"/>
                </a:lnTo>
                <a:lnTo>
                  <a:pt x="19" y="232"/>
                </a:lnTo>
                <a:lnTo>
                  <a:pt x="20" y="232"/>
                </a:lnTo>
                <a:lnTo>
                  <a:pt x="19" y="232"/>
                </a:lnTo>
                <a:lnTo>
                  <a:pt x="19" y="231"/>
                </a:lnTo>
                <a:lnTo>
                  <a:pt x="19" y="232"/>
                </a:lnTo>
                <a:lnTo>
                  <a:pt x="19" y="231"/>
                </a:lnTo>
                <a:lnTo>
                  <a:pt x="19" y="230"/>
                </a:lnTo>
                <a:lnTo>
                  <a:pt x="20" y="230"/>
                </a:lnTo>
                <a:lnTo>
                  <a:pt x="19" y="230"/>
                </a:lnTo>
                <a:lnTo>
                  <a:pt x="20" y="230"/>
                </a:lnTo>
                <a:lnTo>
                  <a:pt x="20" y="229"/>
                </a:lnTo>
                <a:lnTo>
                  <a:pt x="21" y="229"/>
                </a:lnTo>
                <a:lnTo>
                  <a:pt x="21" y="228"/>
                </a:lnTo>
                <a:lnTo>
                  <a:pt x="20" y="228"/>
                </a:lnTo>
                <a:lnTo>
                  <a:pt x="21" y="228"/>
                </a:lnTo>
                <a:lnTo>
                  <a:pt x="22" y="228"/>
                </a:lnTo>
                <a:lnTo>
                  <a:pt x="23" y="228"/>
                </a:lnTo>
                <a:lnTo>
                  <a:pt x="23" y="227"/>
                </a:lnTo>
                <a:lnTo>
                  <a:pt x="23" y="226"/>
                </a:lnTo>
                <a:lnTo>
                  <a:pt x="24" y="226"/>
                </a:lnTo>
                <a:lnTo>
                  <a:pt x="24" y="225"/>
                </a:lnTo>
                <a:lnTo>
                  <a:pt x="23" y="225"/>
                </a:lnTo>
                <a:lnTo>
                  <a:pt x="23" y="224"/>
                </a:lnTo>
                <a:lnTo>
                  <a:pt x="22" y="224"/>
                </a:lnTo>
                <a:lnTo>
                  <a:pt x="22" y="225"/>
                </a:lnTo>
                <a:lnTo>
                  <a:pt x="21" y="225"/>
                </a:lnTo>
                <a:lnTo>
                  <a:pt x="21" y="224"/>
                </a:lnTo>
                <a:lnTo>
                  <a:pt x="21" y="225"/>
                </a:lnTo>
                <a:lnTo>
                  <a:pt x="20" y="225"/>
                </a:lnTo>
                <a:lnTo>
                  <a:pt x="19" y="225"/>
                </a:lnTo>
                <a:lnTo>
                  <a:pt x="19" y="224"/>
                </a:lnTo>
                <a:lnTo>
                  <a:pt x="18" y="224"/>
                </a:lnTo>
                <a:lnTo>
                  <a:pt x="18" y="223"/>
                </a:lnTo>
                <a:lnTo>
                  <a:pt x="17" y="223"/>
                </a:lnTo>
                <a:lnTo>
                  <a:pt x="17" y="222"/>
                </a:lnTo>
                <a:lnTo>
                  <a:pt x="16" y="222"/>
                </a:lnTo>
                <a:lnTo>
                  <a:pt x="15" y="221"/>
                </a:lnTo>
                <a:lnTo>
                  <a:pt x="16" y="221"/>
                </a:lnTo>
                <a:lnTo>
                  <a:pt x="16" y="220"/>
                </a:lnTo>
                <a:lnTo>
                  <a:pt x="15" y="220"/>
                </a:lnTo>
                <a:lnTo>
                  <a:pt x="14" y="220"/>
                </a:lnTo>
                <a:lnTo>
                  <a:pt x="13" y="220"/>
                </a:lnTo>
                <a:lnTo>
                  <a:pt x="13" y="221"/>
                </a:lnTo>
                <a:lnTo>
                  <a:pt x="12" y="221"/>
                </a:lnTo>
                <a:lnTo>
                  <a:pt x="12" y="222"/>
                </a:lnTo>
                <a:lnTo>
                  <a:pt x="12" y="221"/>
                </a:lnTo>
                <a:lnTo>
                  <a:pt x="11" y="221"/>
                </a:lnTo>
                <a:lnTo>
                  <a:pt x="11" y="220"/>
                </a:lnTo>
                <a:lnTo>
                  <a:pt x="10" y="220"/>
                </a:lnTo>
                <a:lnTo>
                  <a:pt x="10" y="219"/>
                </a:lnTo>
                <a:lnTo>
                  <a:pt x="9" y="219"/>
                </a:lnTo>
                <a:lnTo>
                  <a:pt x="9" y="218"/>
                </a:lnTo>
                <a:lnTo>
                  <a:pt x="9" y="217"/>
                </a:lnTo>
                <a:lnTo>
                  <a:pt x="8" y="217"/>
                </a:lnTo>
                <a:lnTo>
                  <a:pt x="7" y="217"/>
                </a:lnTo>
                <a:lnTo>
                  <a:pt x="7" y="218"/>
                </a:lnTo>
                <a:lnTo>
                  <a:pt x="7" y="217"/>
                </a:lnTo>
                <a:lnTo>
                  <a:pt x="7" y="218"/>
                </a:lnTo>
                <a:lnTo>
                  <a:pt x="6" y="218"/>
                </a:lnTo>
                <a:lnTo>
                  <a:pt x="5" y="218"/>
                </a:lnTo>
                <a:lnTo>
                  <a:pt x="5" y="217"/>
                </a:lnTo>
                <a:lnTo>
                  <a:pt x="5" y="216"/>
                </a:lnTo>
                <a:lnTo>
                  <a:pt x="4" y="216"/>
                </a:lnTo>
                <a:lnTo>
                  <a:pt x="4" y="217"/>
                </a:lnTo>
                <a:lnTo>
                  <a:pt x="4" y="216"/>
                </a:lnTo>
                <a:lnTo>
                  <a:pt x="3" y="216"/>
                </a:lnTo>
                <a:lnTo>
                  <a:pt x="3" y="217"/>
                </a:lnTo>
                <a:lnTo>
                  <a:pt x="2" y="217"/>
                </a:lnTo>
                <a:lnTo>
                  <a:pt x="2" y="218"/>
                </a:lnTo>
                <a:lnTo>
                  <a:pt x="2" y="219"/>
                </a:lnTo>
                <a:lnTo>
                  <a:pt x="1" y="219"/>
                </a:lnTo>
                <a:lnTo>
                  <a:pt x="0" y="219"/>
                </a:lnTo>
                <a:lnTo>
                  <a:pt x="1" y="219"/>
                </a:lnTo>
                <a:lnTo>
                  <a:pt x="0" y="219"/>
                </a:lnTo>
                <a:lnTo>
                  <a:pt x="0" y="70"/>
                </a:lnTo>
                <a:lnTo>
                  <a:pt x="1" y="70"/>
                </a:lnTo>
                <a:lnTo>
                  <a:pt x="1" y="69"/>
                </a:lnTo>
                <a:lnTo>
                  <a:pt x="2" y="69"/>
                </a:lnTo>
                <a:lnTo>
                  <a:pt x="2" y="68"/>
                </a:lnTo>
                <a:lnTo>
                  <a:pt x="3" y="68"/>
                </a:lnTo>
                <a:lnTo>
                  <a:pt x="5" y="68"/>
                </a:lnTo>
                <a:lnTo>
                  <a:pt x="5" y="67"/>
                </a:lnTo>
                <a:lnTo>
                  <a:pt x="5" y="66"/>
                </a:lnTo>
                <a:lnTo>
                  <a:pt x="6" y="66"/>
                </a:lnTo>
                <a:lnTo>
                  <a:pt x="7" y="66"/>
                </a:lnTo>
                <a:lnTo>
                  <a:pt x="7" y="65"/>
                </a:lnTo>
                <a:lnTo>
                  <a:pt x="8" y="65"/>
                </a:lnTo>
                <a:lnTo>
                  <a:pt x="8" y="64"/>
                </a:lnTo>
                <a:lnTo>
                  <a:pt x="8" y="63"/>
                </a:lnTo>
                <a:lnTo>
                  <a:pt x="8" y="62"/>
                </a:lnTo>
                <a:lnTo>
                  <a:pt x="9" y="62"/>
                </a:lnTo>
                <a:lnTo>
                  <a:pt x="10" y="62"/>
                </a:lnTo>
                <a:lnTo>
                  <a:pt x="11" y="61"/>
                </a:lnTo>
                <a:lnTo>
                  <a:pt x="12" y="61"/>
                </a:lnTo>
                <a:lnTo>
                  <a:pt x="12" y="62"/>
                </a:lnTo>
                <a:lnTo>
                  <a:pt x="13" y="62"/>
                </a:lnTo>
                <a:lnTo>
                  <a:pt x="14" y="62"/>
                </a:lnTo>
                <a:lnTo>
                  <a:pt x="15" y="62"/>
                </a:lnTo>
                <a:lnTo>
                  <a:pt x="15" y="61"/>
                </a:lnTo>
                <a:lnTo>
                  <a:pt x="16" y="61"/>
                </a:lnTo>
                <a:lnTo>
                  <a:pt x="17" y="61"/>
                </a:lnTo>
                <a:lnTo>
                  <a:pt x="17" y="62"/>
                </a:lnTo>
                <a:lnTo>
                  <a:pt x="18" y="62"/>
                </a:lnTo>
                <a:lnTo>
                  <a:pt x="19" y="62"/>
                </a:lnTo>
                <a:lnTo>
                  <a:pt x="19" y="61"/>
                </a:lnTo>
                <a:lnTo>
                  <a:pt x="20" y="61"/>
                </a:lnTo>
                <a:lnTo>
                  <a:pt x="21" y="61"/>
                </a:lnTo>
                <a:lnTo>
                  <a:pt x="22" y="61"/>
                </a:lnTo>
                <a:lnTo>
                  <a:pt x="23" y="61"/>
                </a:lnTo>
                <a:lnTo>
                  <a:pt x="24" y="61"/>
                </a:lnTo>
                <a:lnTo>
                  <a:pt x="24" y="60"/>
                </a:lnTo>
                <a:lnTo>
                  <a:pt x="24" y="58"/>
                </a:lnTo>
                <a:lnTo>
                  <a:pt x="25" y="57"/>
                </a:lnTo>
                <a:lnTo>
                  <a:pt x="26" y="56"/>
                </a:lnTo>
                <a:lnTo>
                  <a:pt x="27" y="56"/>
                </a:lnTo>
                <a:lnTo>
                  <a:pt x="28" y="56"/>
                </a:lnTo>
                <a:lnTo>
                  <a:pt x="28" y="57"/>
                </a:lnTo>
                <a:lnTo>
                  <a:pt x="29" y="57"/>
                </a:lnTo>
                <a:lnTo>
                  <a:pt x="30" y="57"/>
                </a:lnTo>
                <a:lnTo>
                  <a:pt x="31" y="57"/>
                </a:lnTo>
                <a:lnTo>
                  <a:pt x="31" y="56"/>
                </a:lnTo>
                <a:lnTo>
                  <a:pt x="30" y="56"/>
                </a:lnTo>
                <a:lnTo>
                  <a:pt x="30" y="55"/>
                </a:lnTo>
                <a:lnTo>
                  <a:pt x="31" y="55"/>
                </a:lnTo>
                <a:lnTo>
                  <a:pt x="31" y="54"/>
                </a:lnTo>
                <a:lnTo>
                  <a:pt x="31" y="53"/>
                </a:lnTo>
                <a:lnTo>
                  <a:pt x="31" y="52"/>
                </a:lnTo>
                <a:lnTo>
                  <a:pt x="31" y="51"/>
                </a:lnTo>
                <a:lnTo>
                  <a:pt x="31" y="50"/>
                </a:lnTo>
                <a:lnTo>
                  <a:pt x="31" y="49"/>
                </a:lnTo>
                <a:lnTo>
                  <a:pt x="30" y="49"/>
                </a:lnTo>
                <a:lnTo>
                  <a:pt x="30" y="48"/>
                </a:lnTo>
                <a:lnTo>
                  <a:pt x="29" y="48"/>
                </a:lnTo>
                <a:lnTo>
                  <a:pt x="29" y="47"/>
                </a:lnTo>
                <a:lnTo>
                  <a:pt x="29" y="46"/>
                </a:lnTo>
                <a:lnTo>
                  <a:pt x="29" y="45"/>
                </a:lnTo>
                <a:lnTo>
                  <a:pt x="28" y="45"/>
                </a:lnTo>
                <a:lnTo>
                  <a:pt x="28" y="44"/>
                </a:lnTo>
                <a:lnTo>
                  <a:pt x="28" y="43"/>
                </a:lnTo>
                <a:lnTo>
                  <a:pt x="29" y="42"/>
                </a:lnTo>
                <a:lnTo>
                  <a:pt x="30" y="43"/>
                </a:lnTo>
                <a:lnTo>
                  <a:pt x="30" y="42"/>
                </a:lnTo>
                <a:lnTo>
                  <a:pt x="31" y="41"/>
                </a:lnTo>
                <a:lnTo>
                  <a:pt x="31" y="40"/>
                </a:lnTo>
                <a:lnTo>
                  <a:pt x="31" y="39"/>
                </a:lnTo>
                <a:lnTo>
                  <a:pt x="32" y="39"/>
                </a:lnTo>
                <a:lnTo>
                  <a:pt x="32" y="38"/>
                </a:lnTo>
                <a:lnTo>
                  <a:pt x="33" y="38"/>
                </a:lnTo>
                <a:lnTo>
                  <a:pt x="34" y="38"/>
                </a:lnTo>
                <a:lnTo>
                  <a:pt x="35" y="38"/>
                </a:lnTo>
                <a:lnTo>
                  <a:pt x="35" y="37"/>
                </a:lnTo>
                <a:lnTo>
                  <a:pt x="34" y="36"/>
                </a:lnTo>
                <a:lnTo>
                  <a:pt x="34" y="35"/>
                </a:lnTo>
                <a:lnTo>
                  <a:pt x="35" y="35"/>
                </a:lnTo>
                <a:lnTo>
                  <a:pt x="35" y="34"/>
                </a:lnTo>
                <a:lnTo>
                  <a:pt x="36" y="34"/>
                </a:lnTo>
                <a:lnTo>
                  <a:pt x="37" y="34"/>
                </a:lnTo>
                <a:lnTo>
                  <a:pt x="38" y="34"/>
                </a:lnTo>
                <a:lnTo>
                  <a:pt x="39" y="34"/>
                </a:lnTo>
                <a:lnTo>
                  <a:pt x="40" y="34"/>
                </a:lnTo>
                <a:lnTo>
                  <a:pt x="41" y="33"/>
                </a:lnTo>
                <a:lnTo>
                  <a:pt x="42" y="33"/>
                </a:lnTo>
                <a:lnTo>
                  <a:pt x="42" y="32"/>
                </a:lnTo>
                <a:lnTo>
                  <a:pt x="43" y="31"/>
                </a:lnTo>
                <a:lnTo>
                  <a:pt x="44" y="31"/>
                </a:lnTo>
                <a:lnTo>
                  <a:pt x="44" y="32"/>
                </a:lnTo>
                <a:lnTo>
                  <a:pt x="45" y="32"/>
                </a:lnTo>
                <a:lnTo>
                  <a:pt x="45" y="33"/>
                </a:lnTo>
                <a:lnTo>
                  <a:pt x="45" y="34"/>
                </a:lnTo>
                <a:lnTo>
                  <a:pt x="45" y="35"/>
                </a:lnTo>
                <a:lnTo>
                  <a:pt x="47" y="36"/>
                </a:lnTo>
                <a:lnTo>
                  <a:pt x="48" y="36"/>
                </a:lnTo>
                <a:lnTo>
                  <a:pt x="48" y="37"/>
                </a:lnTo>
                <a:lnTo>
                  <a:pt x="49" y="37"/>
                </a:lnTo>
                <a:lnTo>
                  <a:pt x="49" y="38"/>
                </a:lnTo>
                <a:lnTo>
                  <a:pt x="50" y="38"/>
                </a:lnTo>
                <a:lnTo>
                  <a:pt x="51" y="38"/>
                </a:lnTo>
                <a:lnTo>
                  <a:pt x="51" y="39"/>
                </a:lnTo>
                <a:lnTo>
                  <a:pt x="50" y="39"/>
                </a:lnTo>
                <a:lnTo>
                  <a:pt x="51" y="40"/>
                </a:lnTo>
                <a:lnTo>
                  <a:pt x="51" y="41"/>
                </a:lnTo>
                <a:lnTo>
                  <a:pt x="51" y="42"/>
                </a:lnTo>
                <a:lnTo>
                  <a:pt x="51" y="43"/>
                </a:lnTo>
                <a:lnTo>
                  <a:pt x="50" y="43"/>
                </a:lnTo>
                <a:lnTo>
                  <a:pt x="49" y="43"/>
                </a:lnTo>
                <a:lnTo>
                  <a:pt x="50" y="44"/>
                </a:lnTo>
                <a:lnTo>
                  <a:pt x="50" y="45"/>
                </a:lnTo>
                <a:lnTo>
                  <a:pt x="51" y="45"/>
                </a:lnTo>
                <a:lnTo>
                  <a:pt x="52" y="45"/>
                </a:lnTo>
                <a:lnTo>
                  <a:pt x="52" y="46"/>
                </a:lnTo>
                <a:lnTo>
                  <a:pt x="53" y="46"/>
                </a:lnTo>
                <a:lnTo>
                  <a:pt x="53" y="45"/>
                </a:lnTo>
                <a:lnTo>
                  <a:pt x="53" y="44"/>
                </a:lnTo>
                <a:lnTo>
                  <a:pt x="54" y="44"/>
                </a:lnTo>
                <a:lnTo>
                  <a:pt x="54" y="45"/>
                </a:lnTo>
                <a:lnTo>
                  <a:pt x="55" y="45"/>
                </a:lnTo>
                <a:lnTo>
                  <a:pt x="55" y="46"/>
                </a:lnTo>
                <a:lnTo>
                  <a:pt x="56" y="46"/>
                </a:lnTo>
                <a:lnTo>
                  <a:pt x="57" y="46"/>
                </a:lnTo>
                <a:lnTo>
                  <a:pt x="56" y="47"/>
                </a:lnTo>
                <a:lnTo>
                  <a:pt x="56" y="48"/>
                </a:lnTo>
                <a:lnTo>
                  <a:pt x="56" y="49"/>
                </a:lnTo>
                <a:lnTo>
                  <a:pt x="57" y="50"/>
                </a:lnTo>
                <a:lnTo>
                  <a:pt x="57" y="51"/>
                </a:lnTo>
                <a:lnTo>
                  <a:pt x="57" y="52"/>
                </a:lnTo>
                <a:lnTo>
                  <a:pt x="58" y="53"/>
                </a:lnTo>
                <a:lnTo>
                  <a:pt x="59" y="54"/>
                </a:lnTo>
                <a:lnTo>
                  <a:pt x="59" y="53"/>
                </a:lnTo>
                <a:lnTo>
                  <a:pt x="60" y="53"/>
                </a:lnTo>
                <a:lnTo>
                  <a:pt x="60" y="52"/>
                </a:lnTo>
                <a:lnTo>
                  <a:pt x="61" y="52"/>
                </a:lnTo>
                <a:lnTo>
                  <a:pt x="61" y="53"/>
                </a:lnTo>
                <a:lnTo>
                  <a:pt x="60" y="53"/>
                </a:lnTo>
                <a:lnTo>
                  <a:pt x="61" y="53"/>
                </a:lnTo>
                <a:lnTo>
                  <a:pt x="61" y="54"/>
                </a:lnTo>
                <a:lnTo>
                  <a:pt x="61" y="55"/>
                </a:lnTo>
                <a:lnTo>
                  <a:pt x="60" y="55"/>
                </a:lnTo>
                <a:lnTo>
                  <a:pt x="60" y="56"/>
                </a:lnTo>
                <a:lnTo>
                  <a:pt x="60" y="58"/>
                </a:lnTo>
                <a:lnTo>
                  <a:pt x="62" y="58"/>
                </a:lnTo>
                <a:lnTo>
                  <a:pt x="63" y="58"/>
                </a:lnTo>
                <a:lnTo>
                  <a:pt x="64" y="57"/>
                </a:lnTo>
                <a:lnTo>
                  <a:pt x="65" y="56"/>
                </a:lnTo>
                <a:lnTo>
                  <a:pt x="66" y="55"/>
                </a:lnTo>
                <a:lnTo>
                  <a:pt x="67" y="55"/>
                </a:lnTo>
                <a:lnTo>
                  <a:pt x="68" y="55"/>
                </a:lnTo>
                <a:lnTo>
                  <a:pt x="68" y="54"/>
                </a:lnTo>
                <a:lnTo>
                  <a:pt x="68" y="55"/>
                </a:lnTo>
                <a:lnTo>
                  <a:pt x="69" y="55"/>
                </a:lnTo>
                <a:lnTo>
                  <a:pt x="69" y="54"/>
                </a:lnTo>
                <a:lnTo>
                  <a:pt x="69" y="53"/>
                </a:lnTo>
                <a:lnTo>
                  <a:pt x="70" y="52"/>
                </a:lnTo>
                <a:lnTo>
                  <a:pt x="69" y="52"/>
                </a:lnTo>
                <a:lnTo>
                  <a:pt x="70" y="52"/>
                </a:lnTo>
                <a:lnTo>
                  <a:pt x="69" y="52"/>
                </a:lnTo>
                <a:lnTo>
                  <a:pt x="70" y="51"/>
                </a:lnTo>
                <a:lnTo>
                  <a:pt x="69" y="51"/>
                </a:lnTo>
                <a:lnTo>
                  <a:pt x="70" y="51"/>
                </a:lnTo>
                <a:lnTo>
                  <a:pt x="71" y="51"/>
                </a:lnTo>
                <a:lnTo>
                  <a:pt x="71" y="50"/>
                </a:lnTo>
                <a:lnTo>
                  <a:pt x="72" y="50"/>
                </a:lnTo>
                <a:lnTo>
                  <a:pt x="72" y="51"/>
                </a:lnTo>
                <a:lnTo>
                  <a:pt x="71" y="52"/>
                </a:lnTo>
                <a:lnTo>
                  <a:pt x="72" y="52"/>
                </a:lnTo>
                <a:lnTo>
                  <a:pt x="72" y="53"/>
                </a:lnTo>
                <a:lnTo>
                  <a:pt x="72" y="54"/>
                </a:lnTo>
                <a:lnTo>
                  <a:pt x="72" y="55"/>
                </a:lnTo>
                <a:lnTo>
                  <a:pt x="73" y="55"/>
                </a:lnTo>
                <a:lnTo>
                  <a:pt x="72" y="55"/>
                </a:lnTo>
                <a:lnTo>
                  <a:pt x="73" y="55"/>
                </a:lnTo>
                <a:lnTo>
                  <a:pt x="73" y="56"/>
                </a:lnTo>
                <a:lnTo>
                  <a:pt x="74" y="56"/>
                </a:lnTo>
                <a:lnTo>
                  <a:pt x="74" y="57"/>
                </a:lnTo>
                <a:lnTo>
                  <a:pt x="75" y="57"/>
                </a:lnTo>
                <a:lnTo>
                  <a:pt x="74" y="57"/>
                </a:lnTo>
                <a:lnTo>
                  <a:pt x="75" y="58"/>
                </a:lnTo>
                <a:lnTo>
                  <a:pt x="74" y="58"/>
                </a:lnTo>
                <a:lnTo>
                  <a:pt x="74" y="59"/>
                </a:lnTo>
                <a:lnTo>
                  <a:pt x="75" y="58"/>
                </a:lnTo>
                <a:lnTo>
                  <a:pt x="75" y="57"/>
                </a:lnTo>
                <a:lnTo>
                  <a:pt x="76" y="57"/>
                </a:lnTo>
                <a:lnTo>
                  <a:pt x="77" y="57"/>
                </a:lnTo>
                <a:lnTo>
                  <a:pt x="77" y="56"/>
                </a:lnTo>
                <a:lnTo>
                  <a:pt x="78" y="56"/>
                </a:lnTo>
                <a:lnTo>
                  <a:pt x="79" y="56"/>
                </a:lnTo>
                <a:lnTo>
                  <a:pt x="79" y="57"/>
                </a:lnTo>
                <a:lnTo>
                  <a:pt x="78" y="58"/>
                </a:lnTo>
                <a:lnTo>
                  <a:pt x="79" y="58"/>
                </a:lnTo>
                <a:lnTo>
                  <a:pt x="79" y="59"/>
                </a:lnTo>
                <a:lnTo>
                  <a:pt x="78" y="59"/>
                </a:lnTo>
                <a:lnTo>
                  <a:pt x="79" y="59"/>
                </a:lnTo>
                <a:lnTo>
                  <a:pt x="79" y="60"/>
                </a:lnTo>
                <a:lnTo>
                  <a:pt x="80" y="60"/>
                </a:lnTo>
                <a:lnTo>
                  <a:pt x="80" y="61"/>
                </a:lnTo>
                <a:lnTo>
                  <a:pt x="79" y="61"/>
                </a:lnTo>
                <a:lnTo>
                  <a:pt x="80" y="62"/>
                </a:lnTo>
                <a:lnTo>
                  <a:pt x="79" y="63"/>
                </a:lnTo>
                <a:lnTo>
                  <a:pt x="79" y="64"/>
                </a:lnTo>
                <a:lnTo>
                  <a:pt x="80" y="64"/>
                </a:lnTo>
                <a:lnTo>
                  <a:pt x="82" y="64"/>
                </a:lnTo>
                <a:lnTo>
                  <a:pt x="82" y="63"/>
                </a:lnTo>
                <a:lnTo>
                  <a:pt x="83" y="63"/>
                </a:lnTo>
                <a:lnTo>
                  <a:pt x="84" y="63"/>
                </a:lnTo>
                <a:lnTo>
                  <a:pt x="84" y="64"/>
                </a:lnTo>
                <a:lnTo>
                  <a:pt x="85" y="64"/>
                </a:lnTo>
                <a:lnTo>
                  <a:pt x="86" y="63"/>
                </a:lnTo>
                <a:lnTo>
                  <a:pt x="86" y="62"/>
                </a:lnTo>
                <a:lnTo>
                  <a:pt x="87" y="62"/>
                </a:lnTo>
                <a:lnTo>
                  <a:pt x="88" y="62"/>
                </a:lnTo>
                <a:lnTo>
                  <a:pt x="89" y="61"/>
                </a:lnTo>
                <a:lnTo>
                  <a:pt x="90" y="61"/>
                </a:lnTo>
                <a:lnTo>
                  <a:pt x="91" y="60"/>
                </a:lnTo>
                <a:lnTo>
                  <a:pt x="92" y="60"/>
                </a:lnTo>
                <a:lnTo>
                  <a:pt x="92" y="59"/>
                </a:lnTo>
                <a:lnTo>
                  <a:pt x="93" y="59"/>
                </a:lnTo>
                <a:lnTo>
                  <a:pt x="94" y="59"/>
                </a:lnTo>
                <a:lnTo>
                  <a:pt x="94" y="58"/>
                </a:lnTo>
                <a:lnTo>
                  <a:pt x="95" y="58"/>
                </a:lnTo>
                <a:lnTo>
                  <a:pt x="96" y="58"/>
                </a:lnTo>
                <a:lnTo>
                  <a:pt x="97" y="58"/>
                </a:lnTo>
                <a:lnTo>
                  <a:pt x="98" y="58"/>
                </a:lnTo>
                <a:lnTo>
                  <a:pt x="99" y="58"/>
                </a:lnTo>
                <a:lnTo>
                  <a:pt x="100" y="58"/>
                </a:lnTo>
                <a:lnTo>
                  <a:pt x="101" y="57"/>
                </a:lnTo>
                <a:lnTo>
                  <a:pt x="102" y="56"/>
                </a:lnTo>
                <a:lnTo>
                  <a:pt x="103" y="55"/>
                </a:lnTo>
                <a:lnTo>
                  <a:pt x="103" y="54"/>
                </a:lnTo>
                <a:lnTo>
                  <a:pt x="103" y="53"/>
                </a:lnTo>
                <a:lnTo>
                  <a:pt x="103" y="52"/>
                </a:lnTo>
                <a:lnTo>
                  <a:pt x="103" y="51"/>
                </a:lnTo>
                <a:lnTo>
                  <a:pt x="104" y="50"/>
                </a:lnTo>
                <a:lnTo>
                  <a:pt x="104" y="49"/>
                </a:lnTo>
                <a:lnTo>
                  <a:pt x="103" y="48"/>
                </a:lnTo>
                <a:lnTo>
                  <a:pt x="103" y="47"/>
                </a:lnTo>
                <a:lnTo>
                  <a:pt x="104" y="47"/>
                </a:lnTo>
                <a:lnTo>
                  <a:pt x="104" y="46"/>
                </a:lnTo>
                <a:lnTo>
                  <a:pt x="104" y="45"/>
                </a:lnTo>
                <a:lnTo>
                  <a:pt x="103" y="45"/>
                </a:lnTo>
                <a:lnTo>
                  <a:pt x="103" y="44"/>
                </a:lnTo>
                <a:lnTo>
                  <a:pt x="104" y="44"/>
                </a:lnTo>
                <a:lnTo>
                  <a:pt x="105" y="44"/>
                </a:lnTo>
                <a:lnTo>
                  <a:pt x="106" y="44"/>
                </a:lnTo>
                <a:lnTo>
                  <a:pt x="106" y="43"/>
                </a:lnTo>
                <a:lnTo>
                  <a:pt x="106" y="42"/>
                </a:lnTo>
                <a:lnTo>
                  <a:pt x="105" y="42"/>
                </a:lnTo>
                <a:lnTo>
                  <a:pt x="104" y="42"/>
                </a:lnTo>
                <a:lnTo>
                  <a:pt x="104" y="41"/>
                </a:lnTo>
                <a:lnTo>
                  <a:pt x="105" y="40"/>
                </a:lnTo>
                <a:lnTo>
                  <a:pt x="106" y="40"/>
                </a:lnTo>
                <a:lnTo>
                  <a:pt x="107" y="40"/>
                </a:lnTo>
                <a:lnTo>
                  <a:pt x="108" y="40"/>
                </a:lnTo>
                <a:lnTo>
                  <a:pt x="108" y="41"/>
                </a:lnTo>
                <a:lnTo>
                  <a:pt x="108" y="42"/>
                </a:lnTo>
                <a:lnTo>
                  <a:pt x="109" y="42"/>
                </a:lnTo>
                <a:lnTo>
                  <a:pt x="110" y="42"/>
                </a:lnTo>
                <a:lnTo>
                  <a:pt x="110" y="41"/>
                </a:lnTo>
                <a:lnTo>
                  <a:pt x="109" y="41"/>
                </a:lnTo>
                <a:lnTo>
                  <a:pt x="109" y="40"/>
                </a:lnTo>
                <a:lnTo>
                  <a:pt x="109" y="39"/>
                </a:lnTo>
                <a:lnTo>
                  <a:pt x="110" y="39"/>
                </a:lnTo>
                <a:lnTo>
                  <a:pt x="110" y="38"/>
                </a:lnTo>
                <a:lnTo>
                  <a:pt x="111" y="38"/>
                </a:lnTo>
                <a:lnTo>
                  <a:pt x="112" y="38"/>
                </a:lnTo>
                <a:lnTo>
                  <a:pt x="112" y="37"/>
                </a:lnTo>
                <a:lnTo>
                  <a:pt x="112" y="36"/>
                </a:lnTo>
                <a:lnTo>
                  <a:pt x="113" y="35"/>
                </a:lnTo>
                <a:lnTo>
                  <a:pt x="115" y="34"/>
                </a:lnTo>
                <a:lnTo>
                  <a:pt x="116" y="34"/>
                </a:lnTo>
                <a:lnTo>
                  <a:pt x="116" y="35"/>
                </a:lnTo>
                <a:lnTo>
                  <a:pt x="117" y="36"/>
                </a:lnTo>
                <a:lnTo>
                  <a:pt x="118" y="37"/>
                </a:lnTo>
                <a:lnTo>
                  <a:pt x="119" y="37"/>
                </a:lnTo>
                <a:lnTo>
                  <a:pt x="120" y="38"/>
                </a:lnTo>
                <a:lnTo>
                  <a:pt x="120" y="39"/>
                </a:lnTo>
                <a:lnTo>
                  <a:pt x="120" y="40"/>
                </a:lnTo>
                <a:lnTo>
                  <a:pt x="121" y="41"/>
                </a:lnTo>
                <a:lnTo>
                  <a:pt x="121" y="40"/>
                </a:lnTo>
                <a:lnTo>
                  <a:pt x="122" y="40"/>
                </a:lnTo>
                <a:lnTo>
                  <a:pt x="123" y="39"/>
                </a:lnTo>
                <a:lnTo>
                  <a:pt x="124" y="39"/>
                </a:lnTo>
                <a:lnTo>
                  <a:pt x="125" y="40"/>
                </a:lnTo>
                <a:lnTo>
                  <a:pt x="126" y="41"/>
                </a:lnTo>
                <a:lnTo>
                  <a:pt x="126" y="42"/>
                </a:lnTo>
                <a:lnTo>
                  <a:pt x="127" y="42"/>
                </a:lnTo>
                <a:lnTo>
                  <a:pt x="128" y="43"/>
                </a:lnTo>
                <a:lnTo>
                  <a:pt x="129" y="43"/>
                </a:lnTo>
                <a:lnTo>
                  <a:pt x="129" y="44"/>
                </a:lnTo>
                <a:lnTo>
                  <a:pt x="129" y="45"/>
                </a:lnTo>
                <a:lnTo>
                  <a:pt x="131" y="45"/>
                </a:lnTo>
                <a:lnTo>
                  <a:pt x="131" y="46"/>
                </a:lnTo>
                <a:lnTo>
                  <a:pt x="131" y="47"/>
                </a:lnTo>
                <a:lnTo>
                  <a:pt x="131" y="48"/>
                </a:lnTo>
                <a:lnTo>
                  <a:pt x="133" y="49"/>
                </a:lnTo>
                <a:lnTo>
                  <a:pt x="133" y="48"/>
                </a:lnTo>
                <a:lnTo>
                  <a:pt x="134" y="47"/>
                </a:lnTo>
                <a:lnTo>
                  <a:pt x="133" y="46"/>
                </a:lnTo>
                <a:lnTo>
                  <a:pt x="133" y="45"/>
                </a:lnTo>
                <a:lnTo>
                  <a:pt x="133" y="44"/>
                </a:lnTo>
                <a:lnTo>
                  <a:pt x="133" y="43"/>
                </a:lnTo>
                <a:lnTo>
                  <a:pt x="132" y="43"/>
                </a:lnTo>
                <a:lnTo>
                  <a:pt x="132" y="42"/>
                </a:lnTo>
                <a:lnTo>
                  <a:pt x="131" y="42"/>
                </a:lnTo>
                <a:lnTo>
                  <a:pt x="131" y="41"/>
                </a:lnTo>
                <a:lnTo>
                  <a:pt x="131" y="40"/>
                </a:lnTo>
                <a:lnTo>
                  <a:pt x="131" y="39"/>
                </a:lnTo>
                <a:lnTo>
                  <a:pt x="132" y="37"/>
                </a:lnTo>
                <a:lnTo>
                  <a:pt x="132" y="38"/>
                </a:lnTo>
                <a:lnTo>
                  <a:pt x="133" y="38"/>
                </a:lnTo>
                <a:lnTo>
                  <a:pt x="133" y="37"/>
                </a:lnTo>
                <a:lnTo>
                  <a:pt x="132" y="37"/>
                </a:lnTo>
                <a:lnTo>
                  <a:pt x="132" y="36"/>
                </a:lnTo>
                <a:lnTo>
                  <a:pt x="133" y="36"/>
                </a:lnTo>
                <a:lnTo>
                  <a:pt x="133" y="35"/>
                </a:lnTo>
                <a:lnTo>
                  <a:pt x="133" y="34"/>
                </a:lnTo>
                <a:lnTo>
                  <a:pt x="134" y="34"/>
                </a:lnTo>
                <a:lnTo>
                  <a:pt x="135" y="34"/>
                </a:lnTo>
                <a:lnTo>
                  <a:pt x="136" y="34"/>
                </a:lnTo>
                <a:lnTo>
                  <a:pt x="137" y="34"/>
                </a:lnTo>
                <a:lnTo>
                  <a:pt x="137" y="35"/>
                </a:lnTo>
                <a:lnTo>
                  <a:pt x="137" y="34"/>
                </a:lnTo>
                <a:lnTo>
                  <a:pt x="137" y="33"/>
                </a:lnTo>
                <a:lnTo>
                  <a:pt x="136" y="33"/>
                </a:lnTo>
                <a:lnTo>
                  <a:pt x="135" y="32"/>
                </a:lnTo>
                <a:lnTo>
                  <a:pt x="135" y="31"/>
                </a:lnTo>
                <a:lnTo>
                  <a:pt x="135" y="30"/>
                </a:lnTo>
                <a:lnTo>
                  <a:pt x="136" y="29"/>
                </a:lnTo>
                <a:lnTo>
                  <a:pt x="136" y="30"/>
                </a:lnTo>
                <a:lnTo>
                  <a:pt x="137" y="29"/>
                </a:lnTo>
                <a:lnTo>
                  <a:pt x="136" y="28"/>
                </a:lnTo>
                <a:lnTo>
                  <a:pt x="136" y="27"/>
                </a:lnTo>
                <a:lnTo>
                  <a:pt x="137" y="27"/>
                </a:lnTo>
                <a:lnTo>
                  <a:pt x="138" y="27"/>
                </a:lnTo>
                <a:lnTo>
                  <a:pt x="139" y="26"/>
                </a:lnTo>
                <a:lnTo>
                  <a:pt x="140" y="26"/>
                </a:lnTo>
                <a:lnTo>
                  <a:pt x="141" y="26"/>
                </a:lnTo>
                <a:lnTo>
                  <a:pt x="141" y="27"/>
                </a:lnTo>
                <a:lnTo>
                  <a:pt x="142" y="27"/>
                </a:lnTo>
                <a:lnTo>
                  <a:pt x="143" y="27"/>
                </a:lnTo>
                <a:lnTo>
                  <a:pt x="142" y="28"/>
                </a:lnTo>
                <a:lnTo>
                  <a:pt x="143" y="29"/>
                </a:lnTo>
                <a:lnTo>
                  <a:pt x="143" y="30"/>
                </a:lnTo>
                <a:lnTo>
                  <a:pt x="143" y="31"/>
                </a:lnTo>
                <a:lnTo>
                  <a:pt x="143" y="32"/>
                </a:lnTo>
                <a:lnTo>
                  <a:pt x="144" y="32"/>
                </a:lnTo>
                <a:lnTo>
                  <a:pt x="144" y="33"/>
                </a:lnTo>
                <a:lnTo>
                  <a:pt x="144" y="34"/>
                </a:lnTo>
                <a:lnTo>
                  <a:pt x="145" y="33"/>
                </a:lnTo>
                <a:lnTo>
                  <a:pt x="145" y="32"/>
                </a:lnTo>
                <a:lnTo>
                  <a:pt x="146" y="32"/>
                </a:lnTo>
                <a:lnTo>
                  <a:pt x="147" y="32"/>
                </a:lnTo>
                <a:lnTo>
                  <a:pt x="147" y="31"/>
                </a:lnTo>
                <a:lnTo>
                  <a:pt x="148" y="31"/>
                </a:lnTo>
                <a:lnTo>
                  <a:pt x="149" y="31"/>
                </a:lnTo>
                <a:lnTo>
                  <a:pt x="149" y="32"/>
                </a:lnTo>
                <a:lnTo>
                  <a:pt x="150" y="32"/>
                </a:lnTo>
                <a:lnTo>
                  <a:pt x="151" y="32"/>
                </a:lnTo>
                <a:lnTo>
                  <a:pt x="152" y="31"/>
                </a:lnTo>
                <a:lnTo>
                  <a:pt x="153" y="31"/>
                </a:lnTo>
                <a:lnTo>
                  <a:pt x="154" y="32"/>
                </a:lnTo>
                <a:lnTo>
                  <a:pt x="154" y="33"/>
                </a:lnTo>
                <a:lnTo>
                  <a:pt x="155" y="33"/>
                </a:lnTo>
                <a:lnTo>
                  <a:pt x="156" y="33"/>
                </a:lnTo>
                <a:lnTo>
                  <a:pt x="156" y="32"/>
                </a:lnTo>
                <a:lnTo>
                  <a:pt x="157" y="34"/>
                </a:lnTo>
                <a:lnTo>
                  <a:pt x="158" y="34"/>
                </a:lnTo>
                <a:lnTo>
                  <a:pt x="159" y="33"/>
                </a:lnTo>
                <a:lnTo>
                  <a:pt x="160" y="33"/>
                </a:lnTo>
                <a:lnTo>
                  <a:pt x="160" y="32"/>
                </a:lnTo>
                <a:lnTo>
                  <a:pt x="161" y="32"/>
                </a:lnTo>
                <a:lnTo>
                  <a:pt x="162" y="31"/>
                </a:lnTo>
                <a:lnTo>
                  <a:pt x="160" y="31"/>
                </a:lnTo>
                <a:lnTo>
                  <a:pt x="160" y="30"/>
                </a:lnTo>
                <a:lnTo>
                  <a:pt x="159" y="30"/>
                </a:lnTo>
                <a:lnTo>
                  <a:pt x="159" y="29"/>
                </a:lnTo>
                <a:lnTo>
                  <a:pt x="159" y="28"/>
                </a:lnTo>
                <a:lnTo>
                  <a:pt x="158" y="27"/>
                </a:lnTo>
                <a:lnTo>
                  <a:pt x="159" y="27"/>
                </a:lnTo>
                <a:lnTo>
                  <a:pt x="158" y="27"/>
                </a:lnTo>
                <a:lnTo>
                  <a:pt x="158" y="26"/>
                </a:lnTo>
                <a:lnTo>
                  <a:pt x="158" y="25"/>
                </a:lnTo>
                <a:lnTo>
                  <a:pt x="159" y="23"/>
                </a:lnTo>
                <a:lnTo>
                  <a:pt x="159" y="22"/>
                </a:lnTo>
                <a:lnTo>
                  <a:pt x="160" y="22"/>
                </a:lnTo>
                <a:lnTo>
                  <a:pt x="160" y="21"/>
                </a:lnTo>
                <a:lnTo>
                  <a:pt x="160" y="20"/>
                </a:lnTo>
                <a:lnTo>
                  <a:pt x="161" y="20"/>
                </a:lnTo>
                <a:lnTo>
                  <a:pt x="161" y="19"/>
                </a:lnTo>
                <a:lnTo>
                  <a:pt x="160" y="19"/>
                </a:lnTo>
                <a:lnTo>
                  <a:pt x="160" y="20"/>
                </a:lnTo>
                <a:lnTo>
                  <a:pt x="160" y="19"/>
                </a:lnTo>
                <a:lnTo>
                  <a:pt x="159" y="19"/>
                </a:lnTo>
                <a:lnTo>
                  <a:pt x="159" y="18"/>
                </a:lnTo>
                <a:lnTo>
                  <a:pt x="158" y="19"/>
                </a:lnTo>
                <a:lnTo>
                  <a:pt x="157" y="19"/>
                </a:lnTo>
                <a:lnTo>
                  <a:pt x="156" y="19"/>
                </a:lnTo>
                <a:lnTo>
                  <a:pt x="155" y="19"/>
                </a:lnTo>
                <a:lnTo>
                  <a:pt x="156" y="19"/>
                </a:lnTo>
                <a:lnTo>
                  <a:pt x="155" y="20"/>
                </a:lnTo>
                <a:lnTo>
                  <a:pt x="154" y="20"/>
                </a:lnTo>
                <a:lnTo>
                  <a:pt x="154" y="21"/>
                </a:lnTo>
                <a:lnTo>
                  <a:pt x="154" y="22"/>
                </a:lnTo>
                <a:lnTo>
                  <a:pt x="153" y="22"/>
                </a:lnTo>
                <a:lnTo>
                  <a:pt x="153" y="23"/>
                </a:lnTo>
                <a:lnTo>
                  <a:pt x="152" y="23"/>
                </a:lnTo>
                <a:lnTo>
                  <a:pt x="151" y="22"/>
                </a:lnTo>
                <a:lnTo>
                  <a:pt x="151" y="23"/>
                </a:lnTo>
                <a:lnTo>
                  <a:pt x="150" y="23"/>
                </a:lnTo>
                <a:lnTo>
                  <a:pt x="149" y="23"/>
                </a:lnTo>
                <a:lnTo>
                  <a:pt x="149" y="22"/>
                </a:lnTo>
                <a:lnTo>
                  <a:pt x="149" y="21"/>
                </a:lnTo>
                <a:lnTo>
                  <a:pt x="149" y="20"/>
                </a:lnTo>
                <a:lnTo>
                  <a:pt x="150" y="19"/>
                </a:lnTo>
                <a:lnTo>
                  <a:pt x="151" y="19"/>
                </a:lnTo>
                <a:lnTo>
                  <a:pt x="152" y="19"/>
                </a:lnTo>
                <a:lnTo>
                  <a:pt x="152" y="18"/>
                </a:lnTo>
                <a:lnTo>
                  <a:pt x="152" y="19"/>
                </a:lnTo>
                <a:lnTo>
                  <a:pt x="153" y="19"/>
                </a:lnTo>
                <a:lnTo>
                  <a:pt x="153" y="18"/>
                </a:lnTo>
                <a:lnTo>
                  <a:pt x="154" y="18"/>
                </a:lnTo>
                <a:lnTo>
                  <a:pt x="155" y="17"/>
                </a:lnTo>
                <a:lnTo>
                  <a:pt x="155" y="16"/>
                </a:lnTo>
                <a:lnTo>
                  <a:pt x="155" y="15"/>
                </a:lnTo>
                <a:lnTo>
                  <a:pt x="156" y="15"/>
                </a:lnTo>
                <a:lnTo>
                  <a:pt x="157" y="15"/>
                </a:lnTo>
                <a:lnTo>
                  <a:pt x="158" y="15"/>
                </a:lnTo>
                <a:lnTo>
                  <a:pt x="159" y="15"/>
                </a:lnTo>
                <a:lnTo>
                  <a:pt x="160" y="15"/>
                </a:lnTo>
                <a:lnTo>
                  <a:pt x="160" y="16"/>
                </a:lnTo>
                <a:lnTo>
                  <a:pt x="160" y="15"/>
                </a:lnTo>
                <a:lnTo>
                  <a:pt x="161" y="15"/>
                </a:lnTo>
                <a:lnTo>
                  <a:pt x="161" y="14"/>
                </a:lnTo>
                <a:lnTo>
                  <a:pt x="162" y="14"/>
                </a:lnTo>
                <a:lnTo>
                  <a:pt x="162" y="13"/>
                </a:lnTo>
                <a:lnTo>
                  <a:pt x="163" y="13"/>
                </a:lnTo>
                <a:lnTo>
                  <a:pt x="164" y="13"/>
                </a:lnTo>
                <a:lnTo>
                  <a:pt x="164" y="14"/>
                </a:lnTo>
                <a:lnTo>
                  <a:pt x="165" y="15"/>
                </a:lnTo>
                <a:lnTo>
                  <a:pt x="164" y="16"/>
                </a:lnTo>
                <a:lnTo>
                  <a:pt x="164" y="17"/>
                </a:lnTo>
                <a:lnTo>
                  <a:pt x="165" y="18"/>
                </a:lnTo>
                <a:lnTo>
                  <a:pt x="165" y="17"/>
                </a:lnTo>
                <a:lnTo>
                  <a:pt x="166" y="17"/>
                </a:lnTo>
                <a:lnTo>
                  <a:pt x="165" y="17"/>
                </a:lnTo>
                <a:lnTo>
                  <a:pt x="166" y="16"/>
                </a:lnTo>
                <a:lnTo>
                  <a:pt x="166" y="17"/>
                </a:lnTo>
                <a:lnTo>
                  <a:pt x="167" y="17"/>
                </a:lnTo>
                <a:lnTo>
                  <a:pt x="167" y="16"/>
                </a:lnTo>
                <a:lnTo>
                  <a:pt x="167" y="15"/>
                </a:lnTo>
                <a:lnTo>
                  <a:pt x="166" y="15"/>
                </a:lnTo>
                <a:lnTo>
                  <a:pt x="166" y="14"/>
                </a:lnTo>
                <a:lnTo>
                  <a:pt x="166" y="13"/>
                </a:lnTo>
                <a:lnTo>
                  <a:pt x="167" y="13"/>
                </a:lnTo>
                <a:lnTo>
                  <a:pt x="167" y="14"/>
                </a:lnTo>
                <a:lnTo>
                  <a:pt x="168" y="14"/>
                </a:lnTo>
                <a:lnTo>
                  <a:pt x="168" y="15"/>
                </a:lnTo>
                <a:lnTo>
                  <a:pt x="168" y="16"/>
                </a:lnTo>
                <a:lnTo>
                  <a:pt x="169" y="17"/>
                </a:lnTo>
                <a:lnTo>
                  <a:pt x="169" y="18"/>
                </a:lnTo>
                <a:lnTo>
                  <a:pt x="168" y="18"/>
                </a:lnTo>
                <a:lnTo>
                  <a:pt x="169" y="18"/>
                </a:lnTo>
                <a:lnTo>
                  <a:pt x="170" y="18"/>
                </a:lnTo>
                <a:lnTo>
                  <a:pt x="171" y="19"/>
                </a:lnTo>
                <a:lnTo>
                  <a:pt x="172" y="19"/>
                </a:lnTo>
                <a:lnTo>
                  <a:pt x="174" y="19"/>
                </a:lnTo>
                <a:lnTo>
                  <a:pt x="175" y="19"/>
                </a:lnTo>
                <a:lnTo>
                  <a:pt x="175" y="18"/>
                </a:lnTo>
                <a:lnTo>
                  <a:pt x="177" y="18"/>
                </a:lnTo>
                <a:lnTo>
                  <a:pt x="177" y="17"/>
                </a:lnTo>
                <a:lnTo>
                  <a:pt x="177" y="16"/>
                </a:lnTo>
                <a:lnTo>
                  <a:pt x="176" y="16"/>
                </a:lnTo>
                <a:lnTo>
                  <a:pt x="176" y="15"/>
                </a:lnTo>
                <a:lnTo>
                  <a:pt x="177" y="15"/>
                </a:lnTo>
                <a:lnTo>
                  <a:pt x="176" y="15"/>
                </a:lnTo>
                <a:lnTo>
                  <a:pt x="176" y="14"/>
                </a:lnTo>
                <a:lnTo>
                  <a:pt x="177" y="14"/>
                </a:lnTo>
                <a:lnTo>
                  <a:pt x="177" y="13"/>
                </a:lnTo>
                <a:lnTo>
                  <a:pt x="176" y="13"/>
                </a:lnTo>
                <a:lnTo>
                  <a:pt x="176" y="12"/>
                </a:lnTo>
                <a:lnTo>
                  <a:pt x="176" y="11"/>
                </a:lnTo>
                <a:lnTo>
                  <a:pt x="177" y="11"/>
                </a:lnTo>
                <a:lnTo>
                  <a:pt x="177" y="10"/>
                </a:lnTo>
                <a:lnTo>
                  <a:pt x="178" y="10"/>
                </a:lnTo>
                <a:lnTo>
                  <a:pt x="178" y="9"/>
                </a:lnTo>
                <a:lnTo>
                  <a:pt x="179" y="9"/>
                </a:lnTo>
                <a:lnTo>
                  <a:pt x="179" y="8"/>
                </a:lnTo>
                <a:lnTo>
                  <a:pt x="180" y="8"/>
                </a:lnTo>
                <a:lnTo>
                  <a:pt x="180" y="7"/>
                </a:lnTo>
                <a:lnTo>
                  <a:pt x="179" y="7"/>
                </a:lnTo>
                <a:lnTo>
                  <a:pt x="180" y="6"/>
                </a:lnTo>
                <a:lnTo>
                  <a:pt x="181" y="6"/>
                </a:lnTo>
                <a:lnTo>
                  <a:pt x="182" y="5"/>
                </a:lnTo>
                <a:lnTo>
                  <a:pt x="182" y="4"/>
                </a:lnTo>
                <a:lnTo>
                  <a:pt x="182" y="3"/>
                </a:lnTo>
                <a:lnTo>
                  <a:pt x="182" y="2"/>
                </a:lnTo>
                <a:lnTo>
                  <a:pt x="181" y="2"/>
                </a:lnTo>
                <a:lnTo>
                  <a:pt x="180" y="2"/>
                </a:lnTo>
                <a:lnTo>
                  <a:pt x="180" y="1"/>
                </a:lnTo>
                <a:lnTo>
                  <a:pt x="181" y="1"/>
                </a:lnTo>
                <a:lnTo>
                  <a:pt x="182" y="1"/>
                </a:lnTo>
                <a:lnTo>
                  <a:pt x="182" y="0"/>
                </a:lnTo>
                <a:lnTo>
                  <a:pt x="200" y="0"/>
                </a:lnTo>
                <a:lnTo>
                  <a:pt x="199" y="1"/>
                </a:lnTo>
                <a:lnTo>
                  <a:pt x="199" y="2"/>
                </a:lnTo>
                <a:lnTo>
                  <a:pt x="198" y="1"/>
                </a:lnTo>
                <a:lnTo>
                  <a:pt x="198" y="2"/>
                </a:lnTo>
                <a:lnTo>
                  <a:pt x="198" y="3"/>
                </a:lnTo>
                <a:lnTo>
                  <a:pt x="197" y="3"/>
                </a:lnTo>
                <a:lnTo>
                  <a:pt x="197" y="4"/>
                </a:lnTo>
                <a:lnTo>
                  <a:pt x="198" y="4"/>
                </a:lnTo>
                <a:lnTo>
                  <a:pt x="198" y="5"/>
                </a:lnTo>
                <a:lnTo>
                  <a:pt x="197" y="5"/>
                </a:lnTo>
                <a:lnTo>
                  <a:pt x="197" y="6"/>
                </a:lnTo>
                <a:lnTo>
                  <a:pt x="198" y="7"/>
                </a:lnTo>
                <a:lnTo>
                  <a:pt x="199" y="7"/>
                </a:lnTo>
                <a:lnTo>
                  <a:pt x="199" y="6"/>
                </a:lnTo>
                <a:lnTo>
                  <a:pt x="200" y="6"/>
                </a:lnTo>
                <a:lnTo>
                  <a:pt x="201" y="6"/>
                </a:lnTo>
                <a:lnTo>
                  <a:pt x="202" y="6"/>
                </a:lnTo>
                <a:lnTo>
                  <a:pt x="203" y="6"/>
                </a:lnTo>
                <a:lnTo>
                  <a:pt x="203" y="7"/>
                </a:lnTo>
                <a:lnTo>
                  <a:pt x="204" y="7"/>
                </a:lnTo>
                <a:lnTo>
                  <a:pt x="205" y="7"/>
                </a:lnTo>
                <a:lnTo>
                  <a:pt x="206" y="6"/>
                </a:lnTo>
                <a:lnTo>
                  <a:pt x="206" y="5"/>
                </a:lnTo>
                <a:lnTo>
                  <a:pt x="207" y="5"/>
                </a:lnTo>
                <a:lnTo>
                  <a:pt x="207" y="4"/>
                </a:lnTo>
                <a:lnTo>
                  <a:pt x="206" y="3"/>
                </a:lnTo>
                <a:lnTo>
                  <a:pt x="206" y="2"/>
                </a:lnTo>
                <a:lnTo>
                  <a:pt x="205" y="2"/>
                </a:lnTo>
                <a:lnTo>
                  <a:pt x="205" y="1"/>
                </a:lnTo>
                <a:lnTo>
                  <a:pt x="205" y="0"/>
                </a:lnTo>
                <a:lnTo>
                  <a:pt x="294" y="0"/>
                </a:lnTo>
                <a:close/>
              </a:path>
            </a:pathLst>
          </a:custGeom>
          <a:solidFill>
            <a:srgbClr val="EBAB90"/>
          </a:solidFill>
          <a:ln w="2520">
            <a:solidFill>
              <a:srgbClr val="FFFFFF"/>
            </a:solidFill>
            <a:round/>
          </a:ln>
        </p:spPr>
        <p:txBody>
          <a:bodyPr lIns="1080" tIns="1080" rIns="1080" bIns="108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262" name=""/>
          <p:cNvSpPr/>
          <p:nvPr/>
        </p:nvSpPr>
        <p:spPr>
          <a:xfrm>
            <a:off x="5406480" y="1628640"/>
            <a:ext cx="1440" cy="1440"/>
          </a:xfrm>
          <a:custGeom>
            <a:avLst/>
            <a:gdLst/>
            <a:ahLst/>
            <a:rect l="0" t="0" r="r" b="b"/>
            <a:pathLst>
              <a:path w="4" h="4">
                <a:moveTo>
                  <a:pt x="2" y="0"/>
                </a:moveTo>
                <a:lnTo>
                  <a:pt x="2" y="2"/>
                </a:lnTo>
                <a:lnTo>
                  <a:pt x="4" y="2"/>
                </a:lnTo>
                <a:lnTo>
                  <a:pt x="2" y="2"/>
                </a:lnTo>
                <a:lnTo>
                  <a:pt x="2" y="4"/>
                </a:lnTo>
                <a:lnTo>
                  <a:pt x="2" y="2"/>
                </a:lnTo>
                <a:lnTo>
                  <a:pt x="2" y="4"/>
                </a:lnTo>
                <a:lnTo>
                  <a:pt x="2" y="2"/>
                </a:lnTo>
                <a:lnTo>
                  <a:pt x="0" y="2"/>
                </a:lnTo>
                <a:lnTo>
                  <a:pt x="2" y="2"/>
                </a:lnTo>
                <a:lnTo>
                  <a:pt x="2" y="0"/>
                </a:lnTo>
                <a:close/>
              </a:path>
            </a:pathLst>
          </a:custGeom>
          <a:solidFill>
            <a:srgbClr val="EBAB90"/>
          </a:solidFill>
          <a:ln w="2520">
            <a:solidFill>
              <a:srgbClr val="FFFFFF"/>
            </a:solidFill>
            <a:round/>
          </a:ln>
        </p:spPr>
        <p:txBody>
          <a:bodyPr lIns="1080" tIns="360" rIns="1080" bIns="3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263" name=""/>
          <p:cNvSpPr/>
          <p:nvPr/>
        </p:nvSpPr>
        <p:spPr>
          <a:xfrm>
            <a:off x="5403600" y="1625040"/>
            <a:ext cx="2160" cy="2160"/>
          </a:xfrm>
          <a:custGeom>
            <a:avLst/>
            <a:gdLst/>
            <a:ahLst/>
            <a:rect l="0" t="0" r="r" b="b"/>
            <a:pathLst>
              <a:path w="6" h="6">
                <a:moveTo>
                  <a:pt x="4" y="5"/>
                </a:moveTo>
                <a:lnTo>
                  <a:pt x="3" y="5"/>
                </a:lnTo>
                <a:lnTo>
                  <a:pt x="3" y="3"/>
                </a:lnTo>
                <a:lnTo>
                  <a:pt x="2" y="3"/>
                </a:lnTo>
                <a:lnTo>
                  <a:pt x="2" y="5"/>
                </a:lnTo>
                <a:lnTo>
                  <a:pt x="2" y="6"/>
                </a:lnTo>
                <a:lnTo>
                  <a:pt x="2" y="5"/>
                </a:lnTo>
                <a:lnTo>
                  <a:pt x="0" y="5"/>
                </a:lnTo>
                <a:lnTo>
                  <a:pt x="0" y="3"/>
                </a:lnTo>
                <a:lnTo>
                  <a:pt x="2" y="3"/>
                </a:lnTo>
                <a:lnTo>
                  <a:pt x="0" y="3"/>
                </a:lnTo>
                <a:lnTo>
                  <a:pt x="0" y="2"/>
                </a:lnTo>
                <a:lnTo>
                  <a:pt x="2" y="2"/>
                </a:lnTo>
                <a:lnTo>
                  <a:pt x="2" y="1"/>
                </a:lnTo>
                <a:lnTo>
                  <a:pt x="3" y="0"/>
                </a:lnTo>
                <a:lnTo>
                  <a:pt x="4" y="0"/>
                </a:lnTo>
                <a:lnTo>
                  <a:pt x="6" y="1"/>
                </a:lnTo>
                <a:lnTo>
                  <a:pt x="6" y="2"/>
                </a:lnTo>
                <a:lnTo>
                  <a:pt x="6" y="3"/>
                </a:lnTo>
                <a:lnTo>
                  <a:pt x="4" y="5"/>
                </a:lnTo>
                <a:close/>
              </a:path>
            </a:pathLst>
          </a:custGeom>
          <a:solidFill>
            <a:srgbClr val="EBAB90"/>
          </a:solidFill>
          <a:ln w="2520">
            <a:solidFill>
              <a:srgbClr val="FFFFFF"/>
            </a:solidFill>
            <a:round/>
          </a:ln>
        </p:spPr>
        <p:txBody>
          <a:bodyPr lIns="1080" tIns="1080" rIns="1080" bIns="108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264" name=""/>
          <p:cNvSpPr/>
          <p:nvPr/>
        </p:nvSpPr>
        <p:spPr>
          <a:xfrm>
            <a:off x="5403240" y="1614960"/>
            <a:ext cx="720" cy="0"/>
          </a:xfrm>
          <a:custGeom>
            <a:avLst/>
            <a:gdLst/>
            <a:ahLst/>
            <a:rect l="0" t="0" r="r" b="b"/>
            <a:pathLst>
              <a:path w="2" h="0">
                <a:moveTo>
                  <a:pt x="0" y="0"/>
                </a:moveTo>
                <a:lnTo>
                  <a:pt x="1" y="0"/>
                </a:lnTo>
                <a:lnTo>
                  <a:pt x="2" y="0"/>
                </a:lnTo>
                <a:lnTo>
                  <a:pt x="1" y="0"/>
                </a:lnTo>
                <a:lnTo>
                  <a:pt x="0" y="0"/>
                </a:lnTo>
                <a:close/>
              </a:path>
            </a:pathLst>
          </a:custGeom>
          <a:solidFill>
            <a:srgbClr val="EBAB90"/>
          </a:solidFill>
          <a:ln w="2520">
            <a:solidFill>
              <a:srgbClr val="FFFFFF"/>
            </a:solidFill>
            <a:round/>
          </a:ln>
        </p:spPr>
        <p:txBody>
          <a:bodyPr lIns="1080" tIns="-1080" rIns="1080" bIns="-108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265" name=""/>
          <p:cNvSpPr/>
          <p:nvPr/>
        </p:nvSpPr>
        <p:spPr>
          <a:xfrm>
            <a:off x="5393520" y="1612440"/>
            <a:ext cx="1440" cy="720"/>
          </a:xfrm>
          <a:custGeom>
            <a:avLst/>
            <a:gdLst/>
            <a:ahLst/>
            <a:rect l="0" t="0" r="r" b="b"/>
            <a:pathLst>
              <a:path w="4" h="2">
                <a:moveTo>
                  <a:pt x="2" y="2"/>
                </a:moveTo>
                <a:lnTo>
                  <a:pt x="2" y="0"/>
                </a:lnTo>
                <a:lnTo>
                  <a:pt x="0" y="2"/>
                </a:lnTo>
                <a:lnTo>
                  <a:pt x="2" y="0"/>
                </a:lnTo>
                <a:lnTo>
                  <a:pt x="4" y="0"/>
                </a:lnTo>
                <a:lnTo>
                  <a:pt x="2" y="2"/>
                </a:lnTo>
                <a:close/>
              </a:path>
            </a:pathLst>
          </a:custGeom>
          <a:solidFill>
            <a:srgbClr val="EBAB90"/>
          </a:solidFill>
          <a:ln w="2520">
            <a:solidFill>
              <a:srgbClr val="FFFFFF"/>
            </a:solidFill>
            <a:round/>
          </a:ln>
        </p:spPr>
        <p:txBody>
          <a:bodyPr lIns="1080" tIns="-360" rIns="1080" bIns="-3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266" name=""/>
          <p:cNvSpPr/>
          <p:nvPr/>
        </p:nvSpPr>
        <p:spPr>
          <a:xfrm>
            <a:off x="5401800" y="1611360"/>
            <a:ext cx="1440" cy="1080"/>
          </a:xfrm>
          <a:custGeom>
            <a:avLst/>
            <a:gdLst/>
            <a:ahLst/>
            <a:rect l="0" t="0" r="r" b="b"/>
            <a:pathLst>
              <a:path w="4" h="3">
                <a:moveTo>
                  <a:pt x="0" y="3"/>
                </a:moveTo>
                <a:lnTo>
                  <a:pt x="1" y="2"/>
                </a:lnTo>
                <a:lnTo>
                  <a:pt x="3" y="0"/>
                </a:lnTo>
                <a:lnTo>
                  <a:pt x="4" y="0"/>
                </a:lnTo>
                <a:lnTo>
                  <a:pt x="3" y="2"/>
                </a:lnTo>
                <a:lnTo>
                  <a:pt x="1" y="3"/>
                </a:lnTo>
                <a:lnTo>
                  <a:pt x="0" y="3"/>
                </a:lnTo>
                <a:close/>
              </a:path>
            </a:pathLst>
          </a:custGeom>
          <a:solidFill>
            <a:srgbClr val="EBAB90"/>
          </a:solidFill>
          <a:ln w="2520">
            <a:solidFill>
              <a:srgbClr val="FFFFFF"/>
            </a:solidFill>
            <a:round/>
          </a:ln>
        </p:spPr>
        <p:txBody>
          <a:bodyPr lIns="1080" tIns="0" rIns="108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267" name=""/>
          <p:cNvSpPr/>
          <p:nvPr/>
        </p:nvSpPr>
        <p:spPr>
          <a:xfrm>
            <a:off x="5402880" y="1611000"/>
            <a:ext cx="0" cy="360"/>
          </a:xfrm>
          <a:custGeom>
            <a:avLst/>
            <a:gdLst/>
            <a:ahLst/>
            <a:rect l="0" t="0" r="r" b="b"/>
            <a:pathLst>
              <a:path w="0" h="1">
                <a:moveTo>
                  <a:pt x="0" y="0"/>
                </a:moveTo>
                <a:lnTo>
                  <a:pt x="0" y="1"/>
                </a:lnTo>
                <a:lnTo>
                  <a:pt x="0" y="0"/>
                </a:lnTo>
                <a:close/>
              </a:path>
            </a:pathLst>
          </a:custGeom>
          <a:solidFill>
            <a:srgbClr val="EBAB90"/>
          </a:solidFill>
          <a:ln w="2520">
            <a:solidFill>
              <a:srgbClr val="FFFFFF"/>
            </a:solidFill>
            <a:round/>
          </a:ln>
        </p:spPr>
        <p:txBody>
          <a:bodyPr lIns="1080" tIns="-720" rIns="1080" bIns="-7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268" name=""/>
          <p:cNvSpPr/>
          <p:nvPr/>
        </p:nvSpPr>
        <p:spPr>
          <a:xfrm>
            <a:off x="5397480" y="1609560"/>
            <a:ext cx="360" cy="360"/>
          </a:xfrm>
          <a:custGeom>
            <a:avLst/>
            <a:gdLst/>
            <a:ahLst/>
            <a:rect l="0" t="0" r="r" b="b"/>
            <a:pathLst>
              <a:path w="1" h="1">
                <a:moveTo>
                  <a:pt x="0" y="0"/>
                </a:moveTo>
                <a:lnTo>
                  <a:pt x="1" y="0"/>
                </a:lnTo>
                <a:lnTo>
                  <a:pt x="0" y="1"/>
                </a:lnTo>
                <a:lnTo>
                  <a:pt x="0" y="0"/>
                </a:lnTo>
                <a:close/>
              </a:path>
            </a:pathLst>
          </a:custGeom>
          <a:solidFill>
            <a:srgbClr val="EBAB90"/>
          </a:solidFill>
          <a:ln w="2520">
            <a:solidFill>
              <a:srgbClr val="FFFFFF"/>
            </a:solidFill>
            <a:round/>
          </a:ln>
        </p:spPr>
        <p:txBody>
          <a:bodyPr lIns="1080" tIns="-720" rIns="1080" bIns="-7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269" name=""/>
          <p:cNvSpPr/>
          <p:nvPr/>
        </p:nvSpPr>
        <p:spPr>
          <a:xfrm>
            <a:off x="5391000" y="1605600"/>
            <a:ext cx="1440" cy="1440"/>
          </a:xfrm>
          <a:custGeom>
            <a:avLst/>
            <a:gdLst/>
            <a:ahLst/>
            <a:rect l="0" t="0" r="r" b="b"/>
            <a:pathLst>
              <a:path w="4" h="4">
                <a:moveTo>
                  <a:pt x="4" y="0"/>
                </a:moveTo>
                <a:lnTo>
                  <a:pt x="4" y="1"/>
                </a:lnTo>
                <a:lnTo>
                  <a:pt x="2" y="1"/>
                </a:lnTo>
                <a:lnTo>
                  <a:pt x="2" y="2"/>
                </a:lnTo>
                <a:lnTo>
                  <a:pt x="1" y="2"/>
                </a:lnTo>
                <a:lnTo>
                  <a:pt x="1" y="4"/>
                </a:lnTo>
                <a:lnTo>
                  <a:pt x="0" y="4"/>
                </a:lnTo>
                <a:lnTo>
                  <a:pt x="1" y="2"/>
                </a:lnTo>
                <a:lnTo>
                  <a:pt x="0" y="2"/>
                </a:lnTo>
                <a:lnTo>
                  <a:pt x="0" y="1"/>
                </a:lnTo>
                <a:lnTo>
                  <a:pt x="0" y="0"/>
                </a:lnTo>
                <a:lnTo>
                  <a:pt x="1" y="0"/>
                </a:lnTo>
                <a:lnTo>
                  <a:pt x="2" y="0"/>
                </a:lnTo>
                <a:lnTo>
                  <a:pt x="4" y="0"/>
                </a:lnTo>
                <a:close/>
              </a:path>
            </a:pathLst>
          </a:custGeom>
          <a:solidFill>
            <a:srgbClr val="EBAB90"/>
          </a:solidFill>
          <a:ln w="2520">
            <a:solidFill>
              <a:srgbClr val="FFFFFF"/>
            </a:solidFill>
            <a:round/>
          </a:ln>
        </p:spPr>
        <p:txBody>
          <a:bodyPr lIns="1080" tIns="360" rIns="1080" bIns="3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270" name=""/>
          <p:cNvSpPr/>
          <p:nvPr/>
        </p:nvSpPr>
        <p:spPr>
          <a:xfrm>
            <a:off x="5341320" y="1503360"/>
            <a:ext cx="65520" cy="25560"/>
          </a:xfrm>
          <a:custGeom>
            <a:avLst/>
            <a:gdLst/>
            <a:ahLst/>
            <a:rect l="0" t="0" r="r" b="b"/>
            <a:pathLst>
              <a:path w="182" h="71">
                <a:moveTo>
                  <a:pt x="182" y="0"/>
                </a:moveTo>
                <a:lnTo>
                  <a:pt x="182" y="1"/>
                </a:lnTo>
                <a:lnTo>
                  <a:pt x="181" y="1"/>
                </a:lnTo>
                <a:lnTo>
                  <a:pt x="180" y="1"/>
                </a:lnTo>
                <a:lnTo>
                  <a:pt x="180" y="2"/>
                </a:lnTo>
                <a:lnTo>
                  <a:pt x="181" y="2"/>
                </a:lnTo>
                <a:lnTo>
                  <a:pt x="182" y="2"/>
                </a:lnTo>
                <a:lnTo>
                  <a:pt x="182" y="3"/>
                </a:lnTo>
                <a:lnTo>
                  <a:pt x="182" y="4"/>
                </a:lnTo>
                <a:lnTo>
                  <a:pt x="182" y="5"/>
                </a:lnTo>
                <a:lnTo>
                  <a:pt x="181" y="6"/>
                </a:lnTo>
                <a:lnTo>
                  <a:pt x="180" y="6"/>
                </a:lnTo>
                <a:lnTo>
                  <a:pt x="179" y="7"/>
                </a:lnTo>
                <a:lnTo>
                  <a:pt x="180" y="7"/>
                </a:lnTo>
                <a:lnTo>
                  <a:pt x="180" y="8"/>
                </a:lnTo>
                <a:lnTo>
                  <a:pt x="179" y="8"/>
                </a:lnTo>
                <a:lnTo>
                  <a:pt x="179" y="9"/>
                </a:lnTo>
                <a:lnTo>
                  <a:pt x="178" y="9"/>
                </a:lnTo>
                <a:lnTo>
                  <a:pt x="178" y="10"/>
                </a:lnTo>
                <a:lnTo>
                  <a:pt x="177" y="10"/>
                </a:lnTo>
                <a:lnTo>
                  <a:pt x="177" y="11"/>
                </a:lnTo>
                <a:lnTo>
                  <a:pt x="176" y="11"/>
                </a:lnTo>
                <a:lnTo>
                  <a:pt x="176" y="12"/>
                </a:lnTo>
                <a:lnTo>
                  <a:pt x="176" y="13"/>
                </a:lnTo>
                <a:lnTo>
                  <a:pt x="177" y="13"/>
                </a:lnTo>
                <a:lnTo>
                  <a:pt x="177" y="14"/>
                </a:lnTo>
                <a:lnTo>
                  <a:pt x="176" y="14"/>
                </a:lnTo>
                <a:lnTo>
                  <a:pt x="176" y="15"/>
                </a:lnTo>
                <a:lnTo>
                  <a:pt x="177" y="15"/>
                </a:lnTo>
                <a:lnTo>
                  <a:pt x="176" y="15"/>
                </a:lnTo>
                <a:lnTo>
                  <a:pt x="176" y="16"/>
                </a:lnTo>
                <a:lnTo>
                  <a:pt x="177" y="16"/>
                </a:lnTo>
                <a:lnTo>
                  <a:pt x="177" y="17"/>
                </a:lnTo>
                <a:lnTo>
                  <a:pt x="177" y="18"/>
                </a:lnTo>
                <a:lnTo>
                  <a:pt x="175" y="18"/>
                </a:lnTo>
                <a:lnTo>
                  <a:pt x="175" y="19"/>
                </a:lnTo>
                <a:lnTo>
                  <a:pt x="174" y="19"/>
                </a:lnTo>
                <a:lnTo>
                  <a:pt x="172" y="19"/>
                </a:lnTo>
                <a:lnTo>
                  <a:pt x="171" y="19"/>
                </a:lnTo>
                <a:lnTo>
                  <a:pt x="170" y="18"/>
                </a:lnTo>
                <a:lnTo>
                  <a:pt x="169" y="18"/>
                </a:lnTo>
                <a:lnTo>
                  <a:pt x="168" y="18"/>
                </a:lnTo>
                <a:lnTo>
                  <a:pt x="169" y="18"/>
                </a:lnTo>
                <a:lnTo>
                  <a:pt x="169" y="17"/>
                </a:lnTo>
                <a:lnTo>
                  <a:pt x="168" y="16"/>
                </a:lnTo>
                <a:lnTo>
                  <a:pt x="168" y="15"/>
                </a:lnTo>
                <a:lnTo>
                  <a:pt x="168" y="14"/>
                </a:lnTo>
                <a:lnTo>
                  <a:pt x="167" y="14"/>
                </a:lnTo>
                <a:lnTo>
                  <a:pt x="167" y="13"/>
                </a:lnTo>
                <a:lnTo>
                  <a:pt x="166" y="13"/>
                </a:lnTo>
                <a:lnTo>
                  <a:pt x="166" y="14"/>
                </a:lnTo>
                <a:lnTo>
                  <a:pt x="166" y="15"/>
                </a:lnTo>
                <a:lnTo>
                  <a:pt x="167" y="15"/>
                </a:lnTo>
                <a:lnTo>
                  <a:pt x="167" y="16"/>
                </a:lnTo>
                <a:lnTo>
                  <a:pt x="167" y="17"/>
                </a:lnTo>
                <a:lnTo>
                  <a:pt x="166" y="17"/>
                </a:lnTo>
                <a:lnTo>
                  <a:pt x="166" y="16"/>
                </a:lnTo>
                <a:lnTo>
                  <a:pt x="165" y="17"/>
                </a:lnTo>
                <a:lnTo>
                  <a:pt x="166" y="17"/>
                </a:lnTo>
                <a:lnTo>
                  <a:pt x="165" y="17"/>
                </a:lnTo>
                <a:lnTo>
                  <a:pt x="165" y="18"/>
                </a:lnTo>
                <a:lnTo>
                  <a:pt x="164" y="17"/>
                </a:lnTo>
                <a:lnTo>
                  <a:pt x="164" y="16"/>
                </a:lnTo>
                <a:lnTo>
                  <a:pt x="165" y="15"/>
                </a:lnTo>
                <a:lnTo>
                  <a:pt x="164" y="14"/>
                </a:lnTo>
                <a:lnTo>
                  <a:pt x="164" y="13"/>
                </a:lnTo>
                <a:lnTo>
                  <a:pt x="163" y="13"/>
                </a:lnTo>
                <a:lnTo>
                  <a:pt x="162" y="13"/>
                </a:lnTo>
                <a:lnTo>
                  <a:pt x="162" y="14"/>
                </a:lnTo>
                <a:lnTo>
                  <a:pt x="161" y="14"/>
                </a:lnTo>
                <a:lnTo>
                  <a:pt x="161" y="15"/>
                </a:lnTo>
                <a:lnTo>
                  <a:pt x="160" y="15"/>
                </a:lnTo>
                <a:lnTo>
                  <a:pt x="160" y="16"/>
                </a:lnTo>
                <a:lnTo>
                  <a:pt x="160" y="15"/>
                </a:lnTo>
                <a:lnTo>
                  <a:pt x="159" y="15"/>
                </a:lnTo>
                <a:lnTo>
                  <a:pt x="158" y="15"/>
                </a:lnTo>
                <a:lnTo>
                  <a:pt x="157" y="15"/>
                </a:lnTo>
                <a:lnTo>
                  <a:pt x="156" y="15"/>
                </a:lnTo>
                <a:lnTo>
                  <a:pt x="155" y="15"/>
                </a:lnTo>
                <a:lnTo>
                  <a:pt x="155" y="16"/>
                </a:lnTo>
                <a:lnTo>
                  <a:pt x="155" y="17"/>
                </a:lnTo>
                <a:lnTo>
                  <a:pt x="154" y="18"/>
                </a:lnTo>
                <a:lnTo>
                  <a:pt x="153" y="18"/>
                </a:lnTo>
                <a:lnTo>
                  <a:pt x="153" y="19"/>
                </a:lnTo>
                <a:lnTo>
                  <a:pt x="152" y="19"/>
                </a:lnTo>
                <a:lnTo>
                  <a:pt x="152" y="18"/>
                </a:lnTo>
                <a:lnTo>
                  <a:pt x="152" y="19"/>
                </a:lnTo>
                <a:lnTo>
                  <a:pt x="151" y="19"/>
                </a:lnTo>
                <a:lnTo>
                  <a:pt x="150" y="19"/>
                </a:lnTo>
                <a:lnTo>
                  <a:pt x="149" y="20"/>
                </a:lnTo>
                <a:lnTo>
                  <a:pt x="149" y="21"/>
                </a:lnTo>
                <a:lnTo>
                  <a:pt x="149" y="22"/>
                </a:lnTo>
                <a:lnTo>
                  <a:pt x="149" y="23"/>
                </a:lnTo>
                <a:lnTo>
                  <a:pt x="150" y="23"/>
                </a:lnTo>
                <a:lnTo>
                  <a:pt x="151" y="23"/>
                </a:lnTo>
                <a:lnTo>
                  <a:pt x="151" y="22"/>
                </a:lnTo>
                <a:lnTo>
                  <a:pt x="152" y="23"/>
                </a:lnTo>
                <a:lnTo>
                  <a:pt x="153" y="23"/>
                </a:lnTo>
                <a:lnTo>
                  <a:pt x="153" y="22"/>
                </a:lnTo>
                <a:lnTo>
                  <a:pt x="154" y="22"/>
                </a:lnTo>
                <a:lnTo>
                  <a:pt x="154" y="21"/>
                </a:lnTo>
                <a:lnTo>
                  <a:pt x="154" y="20"/>
                </a:lnTo>
                <a:lnTo>
                  <a:pt x="155" y="20"/>
                </a:lnTo>
                <a:lnTo>
                  <a:pt x="156" y="19"/>
                </a:lnTo>
                <a:lnTo>
                  <a:pt x="155" y="19"/>
                </a:lnTo>
                <a:lnTo>
                  <a:pt x="156" y="19"/>
                </a:lnTo>
                <a:lnTo>
                  <a:pt x="157" y="19"/>
                </a:lnTo>
                <a:lnTo>
                  <a:pt x="158" y="19"/>
                </a:lnTo>
                <a:lnTo>
                  <a:pt x="159" y="18"/>
                </a:lnTo>
                <a:lnTo>
                  <a:pt x="159" y="19"/>
                </a:lnTo>
                <a:lnTo>
                  <a:pt x="160" y="19"/>
                </a:lnTo>
                <a:lnTo>
                  <a:pt x="160" y="20"/>
                </a:lnTo>
                <a:lnTo>
                  <a:pt x="160" y="19"/>
                </a:lnTo>
                <a:lnTo>
                  <a:pt x="161" y="19"/>
                </a:lnTo>
                <a:lnTo>
                  <a:pt x="161" y="20"/>
                </a:lnTo>
                <a:lnTo>
                  <a:pt x="160" y="20"/>
                </a:lnTo>
                <a:lnTo>
                  <a:pt x="160" y="21"/>
                </a:lnTo>
                <a:lnTo>
                  <a:pt x="160" y="22"/>
                </a:lnTo>
                <a:lnTo>
                  <a:pt x="159" y="22"/>
                </a:lnTo>
                <a:lnTo>
                  <a:pt x="159" y="23"/>
                </a:lnTo>
                <a:lnTo>
                  <a:pt x="158" y="25"/>
                </a:lnTo>
                <a:lnTo>
                  <a:pt x="158" y="26"/>
                </a:lnTo>
                <a:lnTo>
                  <a:pt x="158" y="27"/>
                </a:lnTo>
                <a:lnTo>
                  <a:pt x="159" y="27"/>
                </a:lnTo>
                <a:lnTo>
                  <a:pt x="158" y="27"/>
                </a:lnTo>
                <a:lnTo>
                  <a:pt x="159" y="28"/>
                </a:lnTo>
                <a:lnTo>
                  <a:pt x="159" y="29"/>
                </a:lnTo>
                <a:lnTo>
                  <a:pt x="159" y="30"/>
                </a:lnTo>
                <a:lnTo>
                  <a:pt x="160" y="30"/>
                </a:lnTo>
                <a:lnTo>
                  <a:pt x="160" y="31"/>
                </a:lnTo>
                <a:lnTo>
                  <a:pt x="162" y="31"/>
                </a:lnTo>
                <a:lnTo>
                  <a:pt x="161" y="32"/>
                </a:lnTo>
                <a:lnTo>
                  <a:pt x="160" y="32"/>
                </a:lnTo>
                <a:lnTo>
                  <a:pt x="160" y="33"/>
                </a:lnTo>
                <a:lnTo>
                  <a:pt x="159" y="33"/>
                </a:lnTo>
                <a:lnTo>
                  <a:pt x="158" y="34"/>
                </a:lnTo>
                <a:lnTo>
                  <a:pt x="157" y="34"/>
                </a:lnTo>
                <a:lnTo>
                  <a:pt x="156" y="32"/>
                </a:lnTo>
                <a:lnTo>
                  <a:pt x="156" y="33"/>
                </a:lnTo>
                <a:lnTo>
                  <a:pt x="155" y="33"/>
                </a:lnTo>
                <a:lnTo>
                  <a:pt x="154" y="33"/>
                </a:lnTo>
                <a:lnTo>
                  <a:pt x="154" y="32"/>
                </a:lnTo>
                <a:lnTo>
                  <a:pt x="153" y="31"/>
                </a:lnTo>
                <a:lnTo>
                  <a:pt x="152" y="31"/>
                </a:lnTo>
                <a:lnTo>
                  <a:pt x="151" y="32"/>
                </a:lnTo>
                <a:lnTo>
                  <a:pt x="150" y="32"/>
                </a:lnTo>
                <a:lnTo>
                  <a:pt x="149" y="32"/>
                </a:lnTo>
                <a:lnTo>
                  <a:pt x="149" y="31"/>
                </a:lnTo>
                <a:lnTo>
                  <a:pt x="148" y="31"/>
                </a:lnTo>
                <a:lnTo>
                  <a:pt x="147" y="31"/>
                </a:lnTo>
                <a:lnTo>
                  <a:pt x="147" y="32"/>
                </a:lnTo>
                <a:lnTo>
                  <a:pt x="146" y="32"/>
                </a:lnTo>
                <a:lnTo>
                  <a:pt x="145" y="32"/>
                </a:lnTo>
                <a:lnTo>
                  <a:pt x="145" y="33"/>
                </a:lnTo>
                <a:lnTo>
                  <a:pt x="144" y="34"/>
                </a:lnTo>
                <a:lnTo>
                  <a:pt x="144" y="33"/>
                </a:lnTo>
                <a:lnTo>
                  <a:pt x="144" y="32"/>
                </a:lnTo>
                <a:lnTo>
                  <a:pt x="143" y="32"/>
                </a:lnTo>
                <a:lnTo>
                  <a:pt x="143" y="31"/>
                </a:lnTo>
                <a:lnTo>
                  <a:pt x="143" y="30"/>
                </a:lnTo>
                <a:lnTo>
                  <a:pt x="143" y="29"/>
                </a:lnTo>
                <a:lnTo>
                  <a:pt x="142" y="28"/>
                </a:lnTo>
                <a:lnTo>
                  <a:pt x="143" y="27"/>
                </a:lnTo>
                <a:lnTo>
                  <a:pt x="142" y="27"/>
                </a:lnTo>
                <a:lnTo>
                  <a:pt x="141" y="27"/>
                </a:lnTo>
                <a:lnTo>
                  <a:pt x="141" y="26"/>
                </a:lnTo>
                <a:lnTo>
                  <a:pt x="140" y="26"/>
                </a:lnTo>
                <a:lnTo>
                  <a:pt x="139" y="26"/>
                </a:lnTo>
                <a:lnTo>
                  <a:pt x="138" y="27"/>
                </a:lnTo>
                <a:lnTo>
                  <a:pt x="137" y="27"/>
                </a:lnTo>
                <a:lnTo>
                  <a:pt x="136" y="27"/>
                </a:lnTo>
                <a:lnTo>
                  <a:pt x="136" y="28"/>
                </a:lnTo>
                <a:lnTo>
                  <a:pt x="137" y="29"/>
                </a:lnTo>
                <a:lnTo>
                  <a:pt x="136" y="30"/>
                </a:lnTo>
                <a:lnTo>
                  <a:pt x="136" y="29"/>
                </a:lnTo>
                <a:lnTo>
                  <a:pt x="135" y="30"/>
                </a:lnTo>
                <a:lnTo>
                  <a:pt x="135" y="31"/>
                </a:lnTo>
                <a:lnTo>
                  <a:pt x="135" y="32"/>
                </a:lnTo>
                <a:lnTo>
                  <a:pt x="136" y="33"/>
                </a:lnTo>
                <a:lnTo>
                  <a:pt x="137" y="33"/>
                </a:lnTo>
                <a:lnTo>
                  <a:pt x="137" y="34"/>
                </a:lnTo>
                <a:lnTo>
                  <a:pt x="137" y="35"/>
                </a:lnTo>
                <a:lnTo>
                  <a:pt x="137" y="34"/>
                </a:lnTo>
                <a:lnTo>
                  <a:pt x="136" y="34"/>
                </a:lnTo>
                <a:lnTo>
                  <a:pt x="135" y="34"/>
                </a:lnTo>
                <a:lnTo>
                  <a:pt x="134" y="34"/>
                </a:lnTo>
                <a:lnTo>
                  <a:pt x="133" y="34"/>
                </a:lnTo>
                <a:lnTo>
                  <a:pt x="133" y="35"/>
                </a:lnTo>
                <a:lnTo>
                  <a:pt x="133" y="36"/>
                </a:lnTo>
                <a:lnTo>
                  <a:pt x="132" y="36"/>
                </a:lnTo>
                <a:lnTo>
                  <a:pt x="132" y="37"/>
                </a:lnTo>
                <a:lnTo>
                  <a:pt x="133" y="37"/>
                </a:lnTo>
                <a:lnTo>
                  <a:pt x="133" y="38"/>
                </a:lnTo>
                <a:lnTo>
                  <a:pt x="132" y="38"/>
                </a:lnTo>
                <a:lnTo>
                  <a:pt x="132" y="37"/>
                </a:lnTo>
                <a:lnTo>
                  <a:pt x="131" y="39"/>
                </a:lnTo>
                <a:lnTo>
                  <a:pt x="131" y="40"/>
                </a:lnTo>
                <a:lnTo>
                  <a:pt x="131" y="41"/>
                </a:lnTo>
                <a:lnTo>
                  <a:pt x="131" y="42"/>
                </a:lnTo>
                <a:lnTo>
                  <a:pt x="132" y="42"/>
                </a:lnTo>
                <a:lnTo>
                  <a:pt x="132" y="43"/>
                </a:lnTo>
                <a:lnTo>
                  <a:pt x="133" y="43"/>
                </a:lnTo>
                <a:lnTo>
                  <a:pt x="133" y="44"/>
                </a:lnTo>
                <a:lnTo>
                  <a:pt x="133" y="45"/>
                </a:lnTo>
                <a:lnTo>
                  <a:pt x="133" y="46"/>
                </a:lnTo>
                <a:lnTo>
                  <a:pt x="134" y="47"/>
                </a:lnTo>
                <a:lnTo>
                  <a:pt x="133" y="48"/>
                </a:lnTo>
                <a:lnTo>
                  <a:pt x="133" y="49"/>
                </a:lnTo>
                <a:lnTo>
                  <a:pt x="131" y="48"/>
                </a:lnTo>
                <a:lnTo>
                  <a:pt x="131" y="47"/>
                </a:lnTo>
                <a:lnTo>
                  <a:pt x="131" y="46"/>
                </a:lnTo>
                <a:lnTo>
                  <a:pt x="131" y="45"/>
                </a:lnTo>
                <a:lnTo>
                  <a:pt x="129" y="45"/>
                </a:lnTo>
                <a:lnTo>
                  <a:pt x="129" y="44"/>
                </a:lnTo>
                <a:lnTo>
                  <a:pt x="129" y="43"/>
                </a:lnTo>
                <a:lnTo>
                  <a:pt x="128" y="43"/>
                </a:lnTo>
                <a:lnTo>
                  <a:pt x="127" y="42"/>
                </a:lnTo>
                <a:lnTo>
                  <a:pt x="126" y="42"/>
                </a:lnTo>
                <a:lnTo>
                  <a:pt x="126" y="41"/>
                </a:lnTo>
                <a:lnTo>
                  <a:pt x="125" y="40"/>
                </a:lnTo>
                <a:lnTo>
                  <a:pt x="124" y="39"/>
                </a:lnTo>
                <a:lnTo>
                  <a:pt x="123" y="39"/>
                </a:lnTo>
                <a:lnTo>
                  <a:pt x="122" y="40"/>
                </a:lnTo>
                <a:lnTo>
                  <a:pt x="121" y="40"/>
                </a:lnTo>
                <a:lnTo>
                  <a:pt x="121" y="41"/>
                </a:lnTo>
                <a:lnTo>
                  <a:pt x="120" y="40"/>
                </a:lnTo>
                <a:lnTo>
                  <a:pt x="120" y="39"/>
                </a:lnTo>
                <a:lnTo>
                  <a:pt x="120" y="38"/>
                </a:lnTo>
                <a:lnTo>
                  <a:pt x="119" y="37"/>
                </a:lnTo>
                <a:lnTo>
                  <a:pt x="118" y="37"/>
                </a:lnTo>
                <a:lnTo>
                  <a:pt x="117" y="36"/>
                </a:lnTo>
                <a:lnTo>
                  <a:pt x="116" y="35"/>
                </a:lnTo>
                <a:lnTo>
                  <a:pt x="116" y="34"/>
                </a:lnTo>
                <a:lnTo>
                  <a:pt x="115" y="34"/>
                </a:lnTo>
                <a:lnTo>
                  <a:pt x="113" y="35"/>
                </a:lnTo>
                <a:lnTo>
                  <a:pt x="112" y="36"/>
                </a:lnTo>
                <a:lnTo>
                  <a:pt x="112" y="37"/>
                </a:lnTo>
                <a:lnTo>
                  <a:pt x="112" y="38"/>
                </a:lnTo>
                <a:lnTo>
                  <a:pt x="111" y="38"/>
                </a:lnTo>
                <a:lnTo>
                  <a:pt x="110" y="38"/>
                </a:lnTo>
                <a:lnTo>
                  <a:pt x="110" y="39"/>
                </a:lnTo>
                <a:lnTo>
                  <a:pt x="109" y="39"/>
                </a:lnTo>
                <a:lnTo>
                  <a:pt x="109" y="40"/>
                </a:lnTo>
                <a:lnTo>
                  <a:pt x="109" y="41"/>
                </a:lnTo>
                <a:lnTo>
                  <a:pt x="110" y="41"/>
                </a:lnTo>
                <a:lnTo>
                  <a:pt x="110" y="42"/>
                </a:lnTo>
                <a:lnTo>
                  <a:pt x="109" y="42"/>
                </a:lnTo>
                <a:lnTo>
                  <a:pt x="108" y="42"/>
                </a:lnTo>
                <a:lnTo>
                  <a:pt x="108" y="41"/>
                </a:lnTo>
                <a:lnTo>
                  <a:pt x="108" y="40"/>
                </a:lnTo>
                <a:lnTo>
                  <a:pt x="107" y="40"/>
                </a:lnTo>
                <a:lnTo>
                  <a:pt x="106" y="40"/>
                </a:lnTo>
                <a:lnTo>
                  <a:pt x="105" y="40"/>
                </a:lnTo>
                <a:lnTo>
                  <a:pt x="104" y="41"/>
                </a:lnTo>
                <a:lnTo>
                  <a:pt x="104" y="42"/>
                </a:lnTo>
                <a:lnTo>
                  <a:pt x="105" y="42"/>
                </a:lnTo>
                <a:lnTo>
                  <a:pt x="106" y="42"/>
                </a:lnTo>
                <a:lnTo>
                  <a:pt x="106" y="43"/>
                </a:lnTo>
                <a:lnTo>
                  <a:pt x="106" y="44"/>
                </a:lnTo>
                <a:lnTo>
                  <a:pt x="105" y="44"/>
                </a:lnTo>
                <a:lnTo>
                  <a:pt x="104" y="44"/>
                </a:lnTo>
                <a:lnTo>
                  <a:pt x="103" y="44"/>
                </a:lnTo>
                <a:lnTo>
                  <a:pt x="103" y="45"/>
                </a:lnTo>
                <a:lnTo>
                  <a:pt x="104" y="45"/>
                </a:lnTo>
                <a:lnTo>
                  <a:pt x="104" y="46"/>
                </a:lnTo>
                <a:lnTo>
                  <a:pt x="104" y="47"/>
                </a:lnTo>
                <a:lnTo>
                  <a:pt x="103" y="47"/>
                </a:lnTo>
                <a:lnTo>
                  <a:pt x="103" y="48"/>
                </a:lnTo>
                <a:lnTo>
                  <a:pt x="104" y="49"/>
                </a:lnTo>
                <a:lnTo>
                  <a:pt x="104" y="50"/>
                </a:lnTo>
                <a:lnTo>
                  <a:pt x="103" y="51"/>
                </a:lnTo>
                <a:lnTo>
                  <a:pt x="103" y="52"/>
                </a:lnTo>
                <a:lnTo>
                  <a:pt x="103" y="53"/>
                </a:lnTo>
                <a:lnTo>
                  <a:pt x="103" y="54"/>
                </a:lnTo>
                <a:lnTo>
                  <a:pt x="103" y="55"/>
                </a:lnTo>
                <a:lnTo>
                  <a:pt x="102" y="56"/>
                </a:lnTo>
                <a:lnTo>
                  <a:pt x="101" y="57"/>
                </a:lnTo>
                <a:lnTo>
                  <a:pt x="100" y="58"/>
                </a:lnTo>
                <a:lnTo>
                  <a:pt x="99" y="58"/>
                </a:lnTo>
                <a:lnTo>
                  <a:pt x="98" y="58"/>
                </a:lnTo>
                <a:lnTo>
                  <a:pt x="97" y="58"/>
                </a:lnTo>
                <a:lnTo>
                  <a:pt x="95" y="58"/>
                </a:lnTo>
                <a:lnTo>
                  <a:pt x="94" y="58"/>
                </a:lnTo>
                <a:lnTo>
                  <a:pt x="93" y="58"/>
                </a:lnTo>
                <a:lnTo>
                  <a:pt x="93" y="59"/>
                </a:lnTo>
                <a:lnTo>
                  <a:pt x="92" y="59"/>
                </a:lnTo>
                <a:lnTo>
                  <a:pt x="91" y="59"/>
                </a:lnTo>
                <a:lnTo>
                  <a:pt x="91" y="60"/>
                </a:lnTo>
                <a:lnTo>
                  <a:pt x="90" y="60"/>
                </a:lnTo>
                <a:lnTo>
                  <a:pt x="89" y="61"/>
                </a:lnTo>
                <a:lnTo>
                  <a:pt x="88" y="61"/>
                </a:lnTo>
                <a:lnTo>
                  <a:pt x="87" y="62"/>
                </a:lnTo>
                <a:lnTo>
                  <a:pt x="86" y="62"/>
                </a:lnTo>
                <a:lnTo>
                  <a:pt x="85" y="62"/>
                </a:lnTo>
                <a:lnTo>
                  <a:pt x="85" y="63"/>
                </a:lnTo>
                <a:lnTo>
                  <a:pt x="84" y="64"/>
                </a:lnTo>
                <a:lnTo>
                  <a:pt x="83" y="64"/>
                </a:lnTo>
                <a:lnTo>
                  <a:pt x="83" y="63"/>
                </a:lnTo>
                <a:lnTo>
                  <a:pt x="82" y="63"/>
                </a:lnTo>
                <a:lnTo>
                  <a:pt x="81" y="63"/>
                </a:lnTo>
                <a:lnTo>
                  <a:pt x="81" y="64"/>
                </a:lnTo>
                <a:lnTo>
                  <a:pt x="80" y="64"/>
                </a:lnTo>
                <a:lnTo>
                  <a:pt x="79" y="64"/>
                </a:lnTo>
                <a:lnTo>
                  <a:pt x="79" y="63"/>
                </a:lnTo>
                <a:lnTo>
                  <a:pt x="80" y="62"/>
                </a:lnTo>
                <a:lnTo>
                  <a:pt x="79" y="61"/>
                </a:lnTo>
                <a:lnTo>
                  <a:pt x="80" y="61"/>
                </a:lnTo>
                <a:lnTo>
                  <a:pt x="80" y="60"/>
                </a:lnTo>
                <a:lnTo>
                  <a:pt x="79" y="60"/>
                </a:lnTo>
                <a:lnTo>
                  <a:pt x="79" y="59"/>
                </a:lnTo>
                <a:lnTo>
                  <a:pt x="78" y="59"/>
                </a:lnTo>
                <a:lnTo>
                  <a:pt x="79" y="59"/>
                </a:lnTo>
                <a:lnTo>
                  <a:pt x="79" y="58"/>
                </a:lnTo>
                <a:lnTo>
                  <a:pt x="78" y="58"/>
                </a:lnTo>
                <a:lnTo>
                  <a:pt x="79" y="57"/>
                </a:lnTo>
                <a:lnTo>
                  <a:pt x="79" y="56"/>
                </a:lnTo>
                <a:lnTo>
                  <a:pt x="78" y="56"/>
                </a:lnTo>
                <a:lnTo>
                  <a:pt x="77" y="56"/>
                </a:lnTo>
                <a:lnTo>
                  <a:pt x="77" y="57"/>
                </a:lnTo>
                <a:lnTo>
                  <a:pt x="76" y="57"/>
                </a:lnTo>
                <a:lnTo>
                  <a:pt x="75" y="57"/>
                </a:lnTo>
                <a:lnTo>
                  <a:pt x="75" y="58"/>
                </a:lnTo>
                <a:lnTo>
                  <a:pt x="74" y="59"/>
                </a:lnTo>
                <a:lnTo>
                  <a:pt x="74" y="58"/>
                </a:lnTo>
                <a:lnTo>
                  <a:pt x="75" y="58"/>
                </a:lnTo>
                <a:lnTo>
                  <a:pt x="74" y="57"/>
                </a:lnTo>
                <a:lnTo>
                  <a:pt x="75" y="57"/>
                </a:lnTo>
                <a:lnTo>
                  <a:pt x="74" y="57"/>
                </a:lnTo>
                <a:lnTo>
                  <a:pt x="74" y="56"/>
                </a:lnTo>
                <a:lnTo>
                  <a:pt x="73" y="56"/>
                </a:lnTo>
                <a:lnTo>
                  <a:pt x="73" y="55"/>
                </a:lnTo>
                <a:lnTo>
                  <a:pt x="72" y="55"/>
                </a:lnTo>
                <a:lnTo>
                  <a:pt x="73" y="55"/>
                </a:lnTo>
                <a:lnTo>
                  <a:pt x="72" y="55"/>
                </a:lnTo>
                <a:lnTo>
                  <a:pt x="72" y="54"/>
                </a:lnTo>
                <a:lnTo>
                  <a:pt x="72" y="53"/>
                </a:lnTo>
                <a:lnTo>
                  <a:pt x="72" y="52"/>
                </a:lnTo>
                <a:lnTo>
                  <a:pt x="71" y="52"/>
                </a:lnTo>
                <a:lnTo>
                  <a:pt x="72" y="51"/>
                </a:lnTo>
                <a:lnTo>
                  <a:pt x="72" y="50"/>
                </a:lnTo>
                <a:lnTo>
                  <a:pt x="71" y="50"/>
                </a:lnTo>
                <a:lnTo>
                  <a:pt x="71" y="51"/>
                </a:lnTo>
                <a:lnTo>
                  <a:pt x="70" y="51"/>
                </a:lnTo>
                <a:lnTo>
                  <a:pt x="69" y="51"/>
                </a:lnTo>
                <a:lnTo>
                  <a:pt x="70" y="51"/>
                </a:lnTo>
                <a:lnTo>
                  <a:pt x="69" y="52"/>
                </a:lnTo>
                <a:lnTo>
                  <a:pt x="70" y="52"/>
                </a:lnTo>
                <a:lnTo>
                  <a:pt x="69" y="52"/>
                </a:lnTo>
                <a:lnTo>
                  <a:pt x="70" y="52"/>
                </a:lnTo>
                <a:lnTo>
                  <a:pt x="69" y="53"/>
                </a:lnTo>
                <a:lnTo>
                  <a:pt x="69" y="54"/>
                </a:lnTo>
                <a:lnTo>
                  <a:pt x="69" y="55"/>
                </a:lnTo>
                <a:lnTo>
                  <a:pt x="68" y="55"/>
                </a:lnTo>
                <a:lnTo>
                  <a:pt x="68" y="54"/>
                </a:lnTo>
                <a:lnTo>
                  <a:pt x="68" y="55"/>
                </a:lnTo>
                <a:lnTo>
                  <a:pt x="67" y="55"/>
                </a:lnTo>
                <a:lnTo>
                  <a:pt x="66" y="55"/>
                </a:lnTo>
                <a:lnTo>
                  <a:pt x="65" y="56"/>
                </a:lnTo>
                <a:lnTo>
                  <a:pt x="64" y="57"/>
                </a:lnTo>
                <a:lnTo>
                  <a:pt x="63" y="58"/>
                </a:lnTo>
                <a:lnTo>
                  <a:pt x="62" y="58"/>
                </a:lnTo>
                <a:lnTo>
                  <a:pt x="60" y="58"/>
                </a:lnTo>
                <a:lnTo>
                  <a:pt x="60" y="56"/>
                </a:lnTo>
                <a:lnTo>
                  <a:pt x="60" y="55"/>
                </a:lnTo>
                <a:lnTo>
                  <a:pt x="61" y="55"/>
                </a:lnTo>
                <a:lnTo>
                  <a:pt x="61" y="54"/>
                </a:lnTo>
                <a:lnTo>
                  <a:pt x="61" y="53"/>
                </a:lnTo>
                <a:lnTo>
                  <a:pt x="60" y="53"/>
                </a:lnTo>
                <a:lnTo>
                  <a:pt x="61" y="53"/>
                </a:lnTo>
                <a:lnTo>
                  <a:pt x="61" y="52"/>
                </a:lnTo>
                <a:lnTo>
                  <a:pt x="60" y="52"/>
                </a:lnTo>
                <a:lnTo>
                  <a:pt x="60" y="53"/>
                </a:lnTo>
                <a:lnTo>
                  <a:pt x="59" y="53"/>
                </a:lnTo>
                <a:lnTo>
                  <a:pt x="59" y="54"/>
                </a:lnTo>
                <a:lnTo>
                  <a:pt x="58" y="53"/>
                </a:lnTo>
                <a:lnTo>
                  <a:pt x="57" y="52"/>
                </a:lnTo>
                <a:lnTo>
                  <a:pt x="57" y="51"/>
                </a:lnTo>
                <a:lnTo>
                  <a:pt x="57" y="50"/>
                </a:lnTo>
                <a:lnTo>
                  <a:pt x="56" y="49"/>
                </a:lnTo>
                <a:lnTo>
                  <a:pt x="56" y="48"/>
                </a:lnTo>
                <a:lnTo>
                  <a:pt x="56" y="47"/>
                </a:lnTo>
                <a:lnTo>
                  <a:pt x="57" y="46"/>
                </a:lnTo>
                <a:lnTo>
                  <a:pt x="56" y="46"/>
                </a:lnTo>
                <a:lnTo>
                  <a:pt x="55" y="46"/>
                </a:lnTo>
                <a:lnTo>
                  <a:pt x="55" y="45"/>
                </a:lnTo>
                <a:lnTo>
                  <a:pt x="54" y="45"/>
                </a:lnTo>
                <a:lnTo>
                  <a:pt x="54" y="44"/>
                </a:lnTo>
                <a:lnTo>
                  <a:pt x="53" y="44"/>
                </a:lnTo>
                <a:lnTo>
                  <a:pt x="53" y="45"/>
                </a:lnTo>
                <a:lnTo>
                  <a:pt x="53" y="46"/>
                </a:lnTo>
                <a:lnTo>
                  <a:pt x="52" y="46"/>
                </a:lnTo>
                <a:lnTo>
                  <a:pt x="52" y="45"/>
                </a:lnTo>
                <a:lnTo>
                  <a:pt x="51" y="45"/>
                </a:lnTo>
                <a:lnTo>
                  <a:pt x="50" y="45"/>
                </a:lnTo>
                <a:lnTo>
                  <a:pt x="50" y="44"/>
                </a:lnTo>
                <a:lnTo>
                  <a:pt x="49" y="43"/>
                </a:lnTo>
                <a:lnTo>
                  <a:pt x="50" y="43"/>
                </a:lnTo>
                <a:lnTo>
                  <a:pt x="51" y="43"/>
                </a:lnTo>
                <a:lnTo>
                  <a:pt x="51" y="42"/>
                </a:lnTo>
                <a:lnTo>
                  <a:pt x="51" y="41"/>
                </a:lnTo>
                <a:lnTo>
                  <a:pt x="51" y="40"/>
                </a:lnTo>
                <a:lnTo>
                  <a:pt x="50" y="39"/>
                </a:lnTo>
                <a:lnTo>
                  <a:pt x="51" y="39"/>
                </a:lnTo>
                <a:lnTo>
                  <a:pt x="51" y="38"/>
                </a:lnTo>
                <a:lnTo>
                  <a:pt x="50" y="38"/>
                </a:lnTo>
                <a:lnTo>
                  <a:pt x="49" y="38"/>
                </a:lnTo>
                <a:lnTo>
                  <a:pt x="49" y="37"/>
                </a:lnTo>
                <a:lnTo>
                  <a:pt x="48" y="37"/>
                </a:lnTo>
                <a:lnTo>
                  <a:pt x="48" y="36"/>
                </a:lnTo>
                <a:lnTo>
                  <a:pt x="47" y="36"/>
                </a:lnTo>
                <a:lnTo>
                  <a:pt x="45" y="35"/>
                </a:lnTo>
                <a:lnTo>
                  <a:pt x="45" y="34"/>
                </a:lnTo>
                <a:lnTo>
                  <a:pt x="45" y="33"/>
                </a:lnTo>
                <a:lnTo>
                  <a:pt x="45" y="32"/>
                </a:lnTo>
                <a:lnTo>
                  <a:pt x="44" y="32"/>
                </a:lnTo>
                <a:lnTo>
                  <a:pt x="44" y="31"/>
                </a:lnTo>
                <a:lnTo>
                  <a:pt x="43" y="31"/>
                </a:lnTo>
                <a:lnTo>
                  <a:pt x="42" y="32"/>
                </a:lnTo>
                <a:lnTo>
                  <a:pt x="42" y="33"/>
                </a:lnTo>
                <a:lnTo>
                  <a:pt x="41" y="33"/>
                </a:lnTo>
                <a:lnTo>
                  <a:pt x="40" y="34"/>
                </a:lnTo>
                <a:lnTo>
                  <a:pt x="39" y="34"/>
                </a:lnTo>
                <a:lnTo>
                  <a:pt x="38" y="34"/>
                </a:lnTo>
                <a:lnTo>
                  <a:pt x="37" y="34"/>
                </a:lnTo>
                <a:lnTo>
                  <a:pt x="36" y="34"/>
                </a:lnTo>
                <a:lnTo>
                  <a:pt x="35" y="34"/>
                </a:lnTo>
                <a:lnTo>
                  <a:pt x="35" y="35"/>
                </a:lnTo>
                <a:lnTo>
                  <a:pt x="34" y="35"/>
                </a:lnTo>
                <a:lnTo>
                  <a:pt x="34" y="36"/>
                </a:lnTo>
                <a:lnTo>
                  <a:pt x="35" y="37"/>
                </a:lnTo>
                <a:lnTo>
                  <a:pt x="35" y="38"/>
                </a:lnTo>
                <a:lnTo>
                  <a:pt x="34" y="38"/>
                </a:lnTo>
                <a:lnTo>
                  <a:pt x="33" y="38"/>
                </a:lnTo>
                <a:lnTo>
                  <a:pt x="32" y="38"/>
                </a:lnTo>
                <a:lnTo>
                  <a:pt x="32" y="39"/>
                </a:lnTo>
                <a:lnTo>
                  <a:pt x="31" y="39"/>
                </a:lnTo>
                <a:lnTo>
                  <a:pt x="31" y="40"/>
                </a:lnTo>
                <a:lnTo>
                  <a:pt x="31" y="41"/>
                </a:lnTo>
                <a:lnTo>
                  <a:pt x="30" y="42"/>
                </a:lnTo>
                <a:lnTo>
                  <a:pt x="30" y="43"/>
                </a:lnTo>
                <a:lnTo>
                  <a:pt x="29" y="42"/>
                </a:lnTo>
                <a:lnTo>
                  <a:pt x="28" y="43"/>
                </a:lnTo>
                <a:lnTo>
                  <a:pt x="28" y="44"/>
                </a:lnTo>
                <a:lnTo>
                  <a:pt x="28" y="45"/>
                </a:lnTo>
                <a:lnTo>
                  <a:pt x="29" y="45"/>
                </a:lnTo>
                <a:lnTo>
                  <a:pt x="29" y="46"/>
                </a:lnTo>
                <a:lnTo>
                  <a:pt x="29" y="47"/>
                </a:lnTo>
                <a:lnTo>
                  <a:pt x="29" y="48"/>
                </a:lnTo>
                <a:lnTo>
                  <a:pt x="30" y="48"/>
                </a:lnTo>
                <a:lnTo>
                  <a:pt x="30" y="49"/>
                </a:lnTo>
                <a:lnTo>
                  <a:pt x="31" y="49"/>
                </a:lnTo>
                <a:lnTo>
                  <a:pt x="31" y="50"/>
                </a:lnTo>
                <a:lnTo>
                  <a:pt x="31" y="51"/>
                </a:lnTo>
                <a:lnTo>
                  <a:pt x="31" y="52"/>
                </a:lnTo>
                <a:lnTo>
                  <a:pt x="31" y="53"/>
                </a:lnTo>
                <a:lnTo>
                  <a:pt x="31" y="54"/>
                </a:lnTo>
                <a:lnTo>
                  <a:pt x="31" y="55"/>
                </a:lnTo>
                <a:lnTo>
                  <a:pt x="30" y="55"/>
                </a:lnTo>
                <a:lnTo>
                  <a:pt x="30" y="56"/>
                </a:lnTo>
                <a:lnTo>
                  <a:pt x="31" y="56"/>
                </a:lnTo>
                <a:lnTo>
                  <a:pt x="31" y="57"/>
                </a:lnTo>
                <a:lnTo>
                  <a:pt x="30" y="57"/>
                </a:lnTo>
                <a:lnTo>
                  <a:pt x="29" y="57"/>
                </a:lnTo>
                <a:lnTo>
                  <a:pt x="28" y="57"/>
                </a:lnTo>
                <a:lnTo>
                  <a:pt x="28" y="56"/>
                </a:lnTo>
                <a:lnTo>
                  <a:pt x="27" y="56"/>
                </a:lnTo>
                <a:lnTo>
                  <a:pt x="26" y="56"/>
                </a:lnTo>
                <a:lnTo>
                  <a:pt x="25" y="57"/>
                </a:lnTo>
                <a:lnTo>
                  <a:pt x="24" y="58"/>
                </a:lnTo>
                <a:lnTo>
                  <a:pt x="24" y="60"/>
                </a:lnTo>
                <a:lnTo>
                  <a:pt x="24" y="61"/>
                </a:lnTo>
                <a:lnTo>
                  <a:pt x="23" y="61"/>
                </a:lnTo>
                <a:lnTo>
                  <a:pt x="22" y="61"/>
                </a:lnTo>
                <a:lnTo>
                  <a:pt x="21" y="61"/>
                </a:lnTo>
                <a:lnTo>
                  <a:pt x="20" y="61"/>
                </a:lnTo>
                <a:lnTo>
                  <a:pt x="19" y="61"/>
                </a:lnTo>
                <a:lnTo>
                  <a:pt x="19" y="62"/>
                </a:lnTo>
                <a:lnTo>
                  <a:pt x="18" y="62"/>
                </a:lnTo>
                <a:lnTo>
                  <a:pt x="17" y="62"/>
                </a:lnTo>
                <a:lnTo>
                  <a:pt x="17" y="61"/>
                </a:lnTo>
                <a:lnTo>
                  <a:pt x="16" y="61"/>
                </a:lnTo>
                <a:lnTo>
                  <a:pt x="15" y="61"/>
                </a:lnTo>
                <a:lnTo>
                  <a:pt x="15" y="62"/>
                </a:lnTo>
                <a:lnTo>
                  <a:pt x="14" y="62"/>
                </a:lnTo>
                <a:lnTo>
                  <a:pt x="13" y="62"/>
                </a:lnTo>
                <a:lnTo>
                  <a:pt x="12" y="62"/>
                </a:lnTo>
                <a:lnTo>
                  <a:pt x="12" y="61"/>
                </a:lnTo>
                <a:lnTo>
                  <a:pt x="11" y="61"/>
                </a:lnTo>
                <a:lnTo>
                  <a:pt x="10" y="62"/>
                </a:lnTo>
                <a:lnTo>
                  <a:pt x="9" y="62"/>
                </a:lnTo>
                <a:lnTo>
                  <a:pt x="8" y="62"/>
                </a:lnTo>
                <a:lnTo>
                  <a:pt x="8" y="63"/>
                </a:lnTo>
                <a:lnTo>
                  <a:pt x="8" y="64"/>
                </a:lnTo>
                <a:lnTo>
                  <a:pt x="8" y="65"/>
                </a:lnTo>
                <a:lnTo>
                  <a:pt x="7" y="65"/>
                </a:lnTo>
                <a:lnTo>
                  <a:pt x="7" y="66"/>
                </a:lnTo>
                <a:lnTo>
                  <a:pt x="6" y="66"/>
                </a:lnTo>
                <a:lnTo>
                  <a:pt x="5" y="66"/>
                </a:lnTo>
                <a:lnTo>
                  <a:pt x="5" y="67"/>
                </a:lnTo>
                <a:lnTo>
                  <a:pt x="5" y="69"/>
                </a:lnTo>
                <a:lnTo>
                  <a:pt x="3" y="69"/>
                </a:lnTo>
                <a:lnTo>
                  <a:pt x="2" y="69"/>
                </a:lnTo>
                <a:lnTo>
                  <a:pt x="2" y="70"/>
                </a:lnTo>
                <a:lnTo>
                  <a:pt x="1" y="70"/>
                </a:lnTo>
                <a:lnTo>
                  <a:pt x="1" y="71"/>
                </a:lnTo>
                <a:lnTo>
                  <a:pt x="0" y="71"/>
                </a:lnTo>
                <a:lnTo>
                  <a:pt x="0" y="0"/>
                </a:lnTo>
                <a:lnTo>
                  <a:pt x="182" y="0"/>
                </a:lnTo>
                <a:close/>
              </a:path>
            </a:pathLst>
          </a:custGeom>
          <a:solidFill>
            <a:srgbClr val="C95029"/>
          </a:solidFill>
          <a:ln w="2520">
            <a:solidFill>
              <a:srgbClr val="FFFFFF"/>
            </a:solidFill>
            <a:round/>
          </a:ln>
        </p:spPr>
        <p:txBody>
          <a:bodyPr lIns="1080" tIns="1080" rIns="1080" bIns="108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271" name=""/>
          <p:cNvSpPr/>
          <p:nvPr/>
        </p:nvSpPr>
        <p:spPr>
          <a:xfrm>
            <a:off x="5461200" y="1749960"/>
            <a:ext cx="1800" cy="1080"/>
          </a:xfrm>
          <a:custGeom>
            <a:avLst/>
            <a:gdLst/>
            <a:ahLst/>
            <a:rect l="0" t="0" r="r" b="b"/>
            <a:pathLst>
              <a:path w="5" h="3">
                <a:moveTo>
                  <a:pt x="0" y="1"/>
                </a:moveTo>
                <a:lnTo>
                  <a:pt x="2" y="0"/>
                </a:lnTo>
                <a:lnTo>
                  <a:pt x="3" y="0"/>
                </a:lnTo>
                <a:lnTo>
                  <a:pt x="5" y="0"/>
                </a:lnTo>
                <a:lnTo>
                  <a:pt x="5" y="1"/>
                </a:lnTo>
                <a:lnTo>
                  <a:pt x="3" y="3"/>
                </a:lnTo>
                <a:lnTo>
                  <a:pt x="2" y="3"/>
                </a:lnTo>
                <a:lnTo>
                  <a:pt x="0" y="3"/>
                </a:lnTo>
                <a:lnTo>
                  <a:pt x="0" y="1"/>
                </a:lnTo>
                <a:close/>
              </a:path>
            </a:pathLst>
          </a:custGeom>
          <a:solidFill>
            <a:srgbClr val="EDB69E"/>
          </a:solidFill>
          <a:ln w="2520">
            <a:solidFill>
              <a:srgbClr val="FFFFFF"/>
            </a:solidFill>
            <a:round/>
          </a:ln>
        </p:spPr>
        <p:txBody>
          <a:bodyPr lIns="1080" tIns="0" rIns="108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272" name=""/>
          <p:cNvSpPr/>
          <p:nvPr/>
        </p:nvSpPr>
        <p:spPr>
          <a:xfrm>
            <a:off x="5467680" y="1733760"/>
            <a:ext cx="1800" cy="1440"/>
          </a:xfrm>
          <a:custGeom>
            <a:avLst/>
            <a:gdLst/>
            <a:ahLst/>
            <a:rect l="0" t="0" r="r" b="b"/>
            <a:pathLst>
              <a:path w="5" h="4">
                <a:moveTo>
                  <a:pt x="2" y="2"/>
                </a:moveTo>
                <a:lnTo>
                  <a:pt x="1" y="2"/>
                </a:lnTo>
                <a:lnTo>
                  <a:pt x="1" y="4"/>
                </a:lnTo>
                <a:lnTo>
                  <a:pt x="0" y="4"/>
                </a:lnTo>
                <a:lnTo>
                  <a:pt x="0" y="2"/>
                </a:lnTo>
                <a:lnTo>
                  <a:pt x="1" y="2"/>
                </a:lnTo>
                <a:lnTo>
                  <a:pt x="2" y="0"/>
                </a:lnTo>
                <a:lnTo>
                  <a:pt x="4" y="0"/>
                </a:lnTo>
                <a:lnTo>
                  <a:pt x="5" y="0"/>
                </a:lnTo>
                <a:lnTo>
                  <a:pt x="5" y="2"/>
                </a:lnTo>
                <a:lnTo>
                  <a:pt x="5" y="4"/>
                </a:lnTo>
                <a:lnTo>
                  <a:pt x="4" y="4"/>
                </a:lnTo>
                <a:lnTo>
                  <a:pt x="2" y="2"/>
                </a:lnTo>
                <a:close/>
              </a:path>
            </a:pathLst>
          </a:custGeom>
          <a:solidFill>
            <a:srgbClr val="EDB69E"/>
          </a:solidFill>
          <a:ln w="2520">
            <a:solidFill>
              <a:srgbClr val="FFFFFF"/>
            </a:solidFill>
            <a:round/>
          </a:ln>
        </p:spPr>
        <p:txBody>
          <a:bodyPr lIns="1080" tIns="360" rIns="1080" bIns="3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273" name=""/>
          <p:cNvSpPr/>
          <p:nvPr/>
        </p:nvSpPr>
        <p:spPr>
          <a:xfrm>
            <a:off x="5465880" y="1719000"/>
            <a:ext cx="720" cy="720"/>
          </a:xfrm>
          <a:custGeom>
            <a:avLst/>
            <a:gdLst/>
            <a:ahLst/>
            <a:rect l="0" t="0" r="r" b="b"/>
            <a:pathLst>
              <a:path w="2" h="2">
                <a:moveTo>
                  <a:pt x="2" y="0"/>
                </a:moveTo>
                <a:lnTo>
                  <a:pt x="2" y="2"/>
                </a:lnTo>
                <a:lnTo>
                  <a:pt x="0" y="2"/>
                </a:lnTo>
                <a:lnTo>
                  <a:pt x="0" y="0"/>
                </a:lnTo>
                <a:lnTo>
                  <a:pt x="2" y="0"/>
                </a:lnTo>
                <a:close/>
              </a:path>
            </a:pathLst>
          </a:custGeom>
          <a:solidFill>
            <a:srgbClr val="EDB69E"/>
          </a:solidFill>
          <a:ln w="2520">
            <a:solidFill>
              <a:srgbClr val="FFFFFF"/>
            </a:solidFill>
            <a:round/>
          </a:ln>
        </p:spPr>
        <p:txBody>
          <a:bodyPr lIns="1080" tIns="-360" rIns="1080" bIns="-3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274" name=""/>
          <p:cNvSpPr/>
          <p:nvPr/>
        </p:nvSpPr>
        <p:spPr>
          <a:xfrm>
            <a:off x="5465520" y="1717920"/>
            <a:ext cx="3240" cy="1800"/>
          </a:xfrm>
          <a:custGeom>
            <a:avLst/>
            <a:gdLst/>
            <a:ahLst/>
            <a:rect l="0" t="0" r="r" b="b"/>
            <a:pathLst>
              <a:path w="9" h="5">
                <a:moveTo>
                  <a:pt x="7" y="4"/>
                </a:moveTo>
                <a:lnTo>
                  <a:pt x="6" y="4"/>
                </a:lnTo>
                <a:lnTo>
                  <a:pt x="6" y="5"/>
                </a:lnTo>
                <a:lnTo>
                  <a:pt x="4" y="5"/>
                </a:lnTo>
                <a:lnTo>
                  <a:pt x="3" y="5"/>
                </a:lnTo>
                <a:lnTo>
                  <a:pt x="2" y="4"/>
                </a:lnTo>
                <a:lnTo>
                  <a:pt x="3" y="4"/>
                </a:lnTo>
                <a:lnTo>
                  <a:pt x="4" y="4"/>
                </a:lnTo>
                <a:lnTo>
                  <a:pt x="4" y="3"/>
                </a:lnTo>
                <a:lnTo>
                  <a:pt x="6" y="3"/>
                </a:lnTo>
                <a:lnTo>
                  <a:pt x="7" y="3"/>
                </a:lnTo>
                <a:lnTo>
                  <a:pt x="7" y="1"/>
                </a:lnTo>
                <a:lnTo>
                  <a:pt x="6" y="1"/>
                </a:lnTo>
                <a:lnTo>
                  <a:pt x="4" y="1"/>
                </a:lnTo>
                <a:lnTo>
                  <a:pt x="3" y="3"/>
                </a:lnTo>
                <a:lnTo>
                  <a:pt x="2" y="3"/>
                </a:lnTo>
                <a:lnTo>
                  <a:pt x="2" y="4"/>
                </a:lnTo>
                <a:lnTo>
                  <a:pt x="1" y="4"/>
                </a:lnTo>
                <a:lnTo>
                  <a:pt x="0" y="4"/>
                </a:lnTo>
                <a:lnTo>
                  <a:pt x="0" y="3"/>
                </a:lnTo>
                <a:lnTo>
                  <a:pt x="1" y="3"/>
                </a:lnTo>
                <a:lnTo>
                  <a:pt x="2" y="3"/>
                </a:lnTo>
                <a:lnTo>
                  <a:pt x="2" y="1"/>
                </a:lnTo>
                <a:lnTo>
                  <a:pt x="3" y="1"/>
                </a:lnTo>
                <a:lnTo>
                  <a:pt x="4" y="0"/>
                </a:lnTo>
                <a:lnTo>
                  <a:pt x="6" y="0"/>
                </a:lnTo>
                <a:lnTo>
                  <a:pt x="7" y="0"/>
                </a:lnTo>
                <a:lnTo>
                  <a:pt x="8" y="0"/>
                </a:lnTo>
                <a:lnTo>
                  <a:pt x="9" y="0"/>
                </a:lnTo>
                <a:lnTo>
                  <a:pt x="9" y="1"/>
                </a:lnTo>
                <a:lnTo>
                  <a:pt x="9" y="3"/>
                </a:lnTo>
                <a:lnTo>
                  <a:pt x="8" y="3"/>
                </a:lnTo>
                <a:lnTo>
                  <a:pt x="8" y="4"/>
                </a:lnTo>
                <a:lnTo>
                  <a:pt x="7" y="4"/>
                </a:lnTo>
                <a:close/>
              </a:path>
            </a:pathLst>
          </a:custGeom>
          <a:solidFill>
            <a:srgbClr val="EDB69E"/>
          </a:solidFill>
          <a:ln w="2520">
            <a:solidFill>
              <a:srgbClr val="FFFFFF"/>
            </a:solidFill>
            <a:round/>
          </a:ln>
        </p:spPr>
        <p:txBody>
          <a:bodyPr lIns="1080" tIns="720" rIns="1080" bIns="7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275" name=""/>
          <p:cNvSpPr/>
          <p:nvPr/>
        </p:nvSpPr>
        <p:spPr>
          <a:xfrm>
            <a:off x="5421240" y="1694520"/>
            <a:ext cx="360" cy="360"/>
          </a:xfrm>
          <a:custGeom>
            <a:avLst/>
            <a:gdLst/>
            <a:ahLst/>
            <a:rect l="0" t="0" r="r" b="b"/>
            <a:pathLst>
              <a:path w="1" h="1">
                <a:moveTo>
                  <a:pt x="1" y="1"/>
                </a:moveTo>
                <a:lnTo>
                  <a:pt x="0" y="1"/>
                </a:lnTo>
                <a:lnTo>
                  <a:pt x="1" y="0"/>
                </a:lnTo>
                <a:lnTo>
                  <a:pt x="1" y="1"/>
                </a:lnTo>
                <a:close/>
              </a:path>
            </a:pathLst>
          </a:custGeom>
          <a:solidFill>
            <a:srgbClr val="EDB69E"/>
          </a:solidFill>
          <a:ln w="2520">
            <a:solidFill>
              <a:srgbClr val="FFFFFF"/>
            </a:solidFill>
            <a:round/>
          </a:ln>
        </p:spPr>
        <p:txBody>
          <a:bodyPr lIns="1080" tIns="-720" rIns="1080" bIns="-7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276" name=""/>
          <p:cNvSpPr/>
          <p:nvPr/>
        </p:nvSpPr>
        <p:spPr>
          <a:xfrm>
            <a:off x="5414400" y="1694160"/>
            <a:ext cx="360" cy="360"/>
          </a:xfrm>
          <a:custGeom>
            <a:avLst/>
            <a:gdLst/>
            <a:ahLst/>
            <a:rect l="0" t="0" r="r" b="b"/>
            <a:pathLst>
              <a:path w="1" h="1">
                <a:moveTo>
                  <a:pt x="0" y="0"/>
                </a:moveTo>
                <a:lnTo>
                  <a:pt x="1" y="0"/>
                </a:lnTo>
                <a:lnTo>
                  <a:pt x="1" y="1"/>
                </a:lnTo>
                <a:lnTo>
                  <a:pt x="0" y="1"/>
                </a:lnTo>
                <a:lnTo>
                  <a:pt x="0" y="0"/>
                </a:lnTo>
                <a:close/>
              </a:path>
            </a:pathLst>
          </a:custGeom>
          <a:solidFill>
            <a:srgbClr val="EDB69E"/>
          </a:solidFill>
          <a:ln w="2520">
            <a:solidFill>
              <a:srgbClr val="FFFFFF"/>
            </a:solidFill>
            <a:round/>
          </a:ln>
        </p:spPr>
        <p:txBody>
          <a:bodyPr lIns="1080" tIns="-720" rIns="1080" bIns="-7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277" name=""/>
          <p:cNvSpPr/>
          <p:nvPr/>
        </p:nvSpPr>
        <p:spPr>
          <a:xfrm>
            <a:off x="5420520" y="1693800"/>
            <a:ext cx="360" cy="360"/>
          </a:xfrm>
          <a:custGeom>
            <a:avLst/>
            <a:gdLst/>
            <a:ahLst/>
            <a:rect l="0" t="0" r="r" b="b"/>
            <a:pathLst>
              <a:path w="1" h="1">
                <a:moveTo>
                  <a:pt x="0" y="0"/>
                </a:moveTo>
                <a:lnTo>
                  <a:pt x="0" y="1"/>
                </a:lnTo>
                <a:lnTo>
                  <a:pt x="1" y="1"/>
                </a:lnTo>
                <a:lnTo>
                  <a:pt x="0" y="1"/>
                </a:lnTo>
                <a:lnTo>
                  <a:pt x="0" y="0"/>
                </a:lnTo>
                <a:close/>
              </a:path>
            </a:pathLst>
          </a:custGeom>
          <a:solidFill>
            <a:srgbClr val="EDB69E"/>
          </a:solidFill>
          <a:ln w="2520">
            <a:solidFill>
              <a:srgbClr val="FFFFFF"/>
            </a:solidFill>
            <a:round/>
          </a:ln>
        </p:spPr>
        <p:txBody>
          <a:bodyPr lIns="1080" tIns="-720" rIns="1080" bIns="-7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278" name=""/>
          <p:cNvSpPr/>
          <p:nvPr/>
        </p:nvSpPr>
        <p:spPr>
          <a:xfrm>
            <a:off x="5413320" y="1693800"/>
            <a:ext cx="360" cy="360"/>
          </a:xfrm>
          <a:custGeom>
            <a:avLst/>
            <a:gdLst/>
            <a:ahLst/>
            <a:rect l="0" t="0" r="r" b="b"/>
            <a:pathLst>
              <a:path w="1" h="1">
                <a:moveTo>
                  <a:pt x="0" y="0"/>
                </a:moveTo>
                <a:lnTo>
                  <a:pt x="1" y="0"/>
                </a:lnTo>
                <a:lnTo>
                  <a:pt x="1" y="1"/>
                </a:lnTo>
                <a:lnTo>
                  <a:pt x="0" y="1"/>
                </a:lnTo>
                <a:lnTo>
                  <a:pt x="0" y="0"/>
                </a:lnTo>
                <a:close/>
              </a:path>
            </a:pathLst>
          </a:custGeom>
          <a:solidFill>
            <a:srgbClr val="EDB69E"/>
          </a:solidFill>
          <a:ln w="2520">
            <a:solidFill>
              <a:srgbClr val="FFFFFF"/>
            </a:solidFill>
            <a:round/>
          </a:ln>
        </p:spPr>
        <p:txBody>
          <a:bodyPr lIns="1080" tIns="-720" rIns="1080" bIns="-7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279" name=""/>
          <p:cNvSpPr/>
          <p:nvPr/>
        </p:nvSpPr>
        <p:spPr>
          <a:xfrm>
            <a:off x="5416200" y="1693440"/>
            <a:ext cx="360" cy="360"/>
          </a:xfrm>
          <a:custGeom>
            <a:avLst/>
            <a:gdLst/>
            <a:ahLst/>
            <a:rect l="0" t="0" r="r" b="b"/>
            <a:pathLst>
              <a:path w="1" h="1">
                <a:moveTo>
                  <a:pt x="0" y="1"/>
                </a:moveTo>
                <a:lnTo>
                  <a:pt x="1" y="0"/>
                </a:lnTo>
                <a:lnTo>
                  <a:pt x="1" y="1"/>
                </a:lnTo>
                <a:lnTo>
                  <a:pt x="0" y="1"/>
                </a:lnTo>
                <a:close/>
              </a:path>
            </a:pathLst>
          </a:custGeom>
          <a:solidFill>
            <a:srgbClr val="EDB69E"/>
          </a:solidFill>
          <a:ln w="2520">
            <a:solidFill>
              <a:srgbClr val="FFFFFF"/>
            </a:solidFill>
            <a:round/>
          </a:ln>
        </p:spPr>
        <p:txBody>
          <a:bodyPr lIns="1080" tIns="-720" rIns="1080" bIns="-7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280" name=""/>
          <p:cNvSpPr/>
          <p:nvPr/>
        </p:nvSpPr>
        <p:spPr>
          <a:xfrm>
            <a:off x="5422680" y="1691640"/>
            <a:ext cx="360" cy="0"/>
          </a:xfrm>
          <a:custGeom>
            <a:avLst/>
            <a:gdLst/>
            <a:ahLst/>
            <a:rect l="0" t="0" r="r" b="b"/>
            <a:pathLst>
              <a:path w="1" h="0">
                <a:moveTo>
                  <a:pt x="0" y="0"/>
                </a:moveTo>
                <a:lnTo>
                  <a:pt x="1" y="0"/>
                </a:lnTo>
                <a:lnTo>
                  <a:pt x="0" y="0"/>
                </a:lnTo>
                <a:close/>
              </a:path>
            </a:pathLst>
          </a:custGeom>
          <a:solidFill>
            <a:srgbClr val="EDB69E"/>
          </a:solidFill>
          <a:ln w="2520">
            <a:solidFill>
              <a:srgbClr val="FFFFFF"/>
            </a:solidFill>
            <a:round/>
          </a:ln>
        </p:spPr>
        <p:txBody>
          <a:bodyPr lIns="1080" tIns="-1080" rIns="1080" bIns="-108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281" name=""/>
          <p:cNvSpPr/>
          <p:nvPr/>
        </p:nvSpPr>
        <p:spPr>
          <a:xfrm>
            <a:off x="5436720" y="1683000"/>
            <a:ext cx="360" cy="0"/>
          </a:xfrm>
          <a:custGeom>
            <a:avLst/>
            <a:gdLst/>
            <a:ahLst/>
            <a:rect l="0" t="0" r="r" b="b"/>
            <a:pathLst>
              <a:path w="1" h="0">
                <a:moveTo>
                  <a:pt x="0" y="0"/>
                </a:moveTo>
                <a:lnTo>
                  <a:pt x="1" y="0"/>
                </a:lnTo>
                <a:lnTo>
                  <a:pt x="0" y="0"/>
                </a:lnTo>
                <a:close/>
              </a:path>
            </a:pathLst>
          </a:custGeom>
          <a:solidFill>
            <a:srgbClr val="EDB69E"/>
          </a:solidFill>
          <a:ln w="2520">
            <a:solidFill>
              <a:srgbClr val="FFFFFF"/>
            </a:solidFill>
            <a:round/>
          </a:ln>
        </p:spPr>
        <p:txBody>
          <a:bodyPr lIns="1080" tIns="-1080" rIns="1080" bIns="-108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282" name=""/>
          <p:cNvSpPr/>
          <p:nvPr/>
        </p:nvSpPr>
        <p:spPr>
          <a:xfrm>
            <a:off x="5439600" y="1681920"/>
            <a:ext cx="1440" cy="720"/>
          </a:xfrm>
          <a:custGeom>
            <a:avLst/>
            <a:gdLst/>
            <a:ahLst/>
            <a:rect l="0" t="0" r="r" b="b"/>
            <a:pathLst>
              <a:path w="4" h="2">
                <a:moveTo>
                  <a:pt x="0" y="2"/>
                </a:moveTo>
                <a:lnTo>
                  <a:pt x="0" y="0"/>
                </a:lnTo>
                <a:lnTo>
                  <a:pt x="2" y="0"/>
                </a:lnTo>
                <a:lnTo>
                  <a:pt x="4" y="0"/>
                </a:lnTo>
                <a:lnTo>
                  <a:pt x="4" y="2"/>
                </a:lnTo>
                <a:lnTo>
                  <a:pt x="2" y="2"/>
                </a:lnTo>
                <a:lnTo>
                  <a:pt x="0" y="2"/>
                </a:lnTo>
                <a:close/>
              </a:path>
            </a:pathLst>
          </a:custGeom>
          <a:solidFill>
            <a:srgbClr val="EDB69E"/>
          </a:solidFill>
          <a:ln w="2520">
            <a:solidFill>
              <a:srgbClr val="FFFFFF"/>
            </a:solidFill>
            <a:round/>
          </a:ln>
        </p:spPr>
        <p:txBody>
          <a:bodyPr lIns="1080" tIns="-360" rIns="1080" bIns="-3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283" name=""/>
          <p:cNvSpPr/>
          <p:nvPr/>
        </p:nvSpPr>
        <p:spPr>
          <a:xfrm>
            <a:off x="5439600" y="1681560"/>
            <a:ext cx="360" cy="360"/>
          </a:xfrm>
          <a:custGeom>
            <a:avLst/>
            <a:gdLst/>
            <a:ahLst/>
            <a:rect l="0" t="0" r="r" b="b"/>
            <a:pathLst>
              <a:path w="1" h="1">
                <a:moveTo>
                  <a:pt x="0" y="0"/>
                </a:moveTo>
                <a:lnTo>
                  <a:pt x="1" y="0"/>
                </a:lnTo>
                <a:lnTo>
                  <a:pt x="1" y="1"/>
                </a:lnTo>
                <a:lnTo>
                  <a:pt x="0" y="1"/>
                </a:lnTo>
                <a:lnTo>
                  <a:pt x="0" y="0"/>
                </a:lnTo>
                <a:close/>
              </a:path>
            </a:pathLst>
          </a:custGeom>
          <a:solidFill>
            <a:srgbClr val="EDB69E"/>
          </a:solidFill>
          <a:ln w="2520">
            <a:solidFill>
              <a:srgbClr val="FFFFFF"/>
            </a:solidFill>
            <a:round/>
          </a:ln>
        </p:spPr>
        <p:txBody>
          <a:bodyPr lIns="1080" tIns="-720" rIns="1080" bIns="-7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284" name=""/>
          <p:cNvSpPr/>
          <p:nvPr/>
        </p:nvSpPr>
        <p:spPr>
          <a:xfrm>
            <a:off x="5394240" y="1645560"/>
            <a:ext cx="57960" cy="50400"/>
          </a:xfrm>
          <a:custGeom>
            <a:avLst/>
            <a:gdLst/>
            <a:ahLst/>
            <a:rect l="0" t="0" r="r" b="b"/>
            <a:pathLst>
              <a:path w="161" h="140">
                <a:moveTo>
                  <a:pt x="140" y="7"/>
                </a:moveTo>
                <a:lnTo>
                  <a:pt x="140" y="8"/>
                </a:lnTo>
                <a:lnTo>
                  <a:pt x="141" y="8"/>
                </a:lnTo>
                <a:lnTo>
                  <a:pt x="142" y="8"/>
                </a:lnTo>
                <a:lnTo>
                  <a:pt x="142" y="9"/>
                </a:lnTo>
                <a:lnTo>
                  <a:pt x="143" y="10"/>
                </a:lnTo>
                <a:lnTo>
                  <a:pt x="145" y="10"/>
                </a:lnTo>
                <a:lnTo>
                  <a:pt x="146" y="10"/>
                </a:lnTo>
                <a:lnTo>
                  <a:pt x="146" y="11"/>
                </a:lnTo>
                <a:lnTo>
                  <a:pt x="147" y="11"/>
                </a:lnTo>
                <a:lnTo>
                  <a:pt x="147" y="10"/>
                </a:lnTo>
                <a:lnTo>
                  <a:pt x="147" y="11"/>
                </a:lnTo>
                <a:lnTo>
                  <a:pt x="148" y="11"/>
                </a:lnTo>
                <a:lnTo>
                  <a:pt x="148" y="10"/>
                </a:lnTo>
                <a:lnTo>
                  <a:pt x="148" y="11"/>
                </a:lnTo>
                <a:lnTo>
                  <a:pt x="148" y="10"/>
                </a:lnTo>
                <a:lnTo>
                  <a:pt x="148" y="11"/>
                </a:lnTo>
                <a:lnTo>
                  <a:pt x="149" y="11"/>
                </a:lnTo>
                <a:lnTo>
                  <a:pt x="149" y="10"/>
                </a:lnTo>
                <a:lnTo>
                  <a:pt x="150" y="10"/>
                </a:lnTo>
                <a:lnTo>
                  <a:pt x="151" y="10"/>
                </a:lnTo>
                <a:lnTo>
                  <a:pt x="151" y="9"/>
                </a:lnTo>
                <a:lnTo>
                  <a:pt x="152" y="9"/>
                </a:lnTo>
                <a:lnTo>
                  <a:pt x="153" y="9"/>
                </a:lnTo>
                <a:lnTo>
                  <a:pt x="153" y="10"/>
                </a:lnTo>
                <a:lnTo>
                  <a:pt x="154" y="11"/>
                </a:lnTo>
                <a:lnTo>
                  <a:pt x="154" y="13"/>
                </a:lnTo>
                <a:lnTo>
                  <a:pt x="155" y="14"/>
                </a:lnTo>
                <a:lnTo>
                  <a:pt x="155" y="15"/>
                </a:lnTo>
                <a:lnTo>
                  <a:pt x="155" y="16"/>
                </a:lnTo>
                <a:lnTo>
                  <a:pt x="156" y="16"/>
                </a:lnTo>
                <a:lnTo>
                  <a:pt x="156" y="17"/>
                </a:lnTo>
                <a:lnTo>
                  <a:pt x="156" y="18"/>
                </a:lnTo>
                <a:lnTo>
                  <a:pt x="157" y="19"/>
                </a:lnTo>
                <a:lnTo>
                  <a:pt x="157" y="20"/>
                </a:lnTo>
                <a:lnTo>
                  <a:pt x="157" y="21"/>
                </a:lnTo>
                <a:lnTo>
                  <a:pt x="158" y="22"/>
                </a:lnTo>
                <a:lnTo>
                  <a:pt x="158" y="24"/>
                </a:lnTo>
                <a:lnTo>
                  <a:pt x="158" y="25"/>
                </a:lnTo>
                <a:lnTo>
                  <a:pt x="158" y="27"/>
                </a:lnTo>
                <a:lnTo>
                  <a:pt x="158" y="28"/>
                </a:lnTo>
                <a:lnTo>
                  <a:pt x="159" y="29"/>
                </a:lnTo>
                <a:lnTo>
                  <a:pt x="159" y="30"/>
                </a:lnTo>
                <a:lnTo>
                  <a:pt x="159" y="31"/>
                </a:lnTo>
                <a:lnTo>
                  <a:pt x="160" y="31"/>
                </a:lnTo>
                <a:lnTo>
                  <a:pt x="160" y="32"/>
                </a:lnTo>
                <a:lnTo>
                  <a:pt x="161" y="32"/>
                </a:lnTo>
                <a:lnTo>
                  <a:pt x="160" y="33"/>
                </a:lnTo>
                <a:lnTo>
                  <a:pt x="161" y="33"/>
                </a:lnTo>
                <a:lnTo>
                  <a:pt x="161" y="34"/>
                </a:lnTo>
                <a:lnTo>
                  <a:pt x="161" y="33"/>
                </a:lnTo>
                <a:lnTo>
                  <a:pt x="161" y="34"/>
                </a:lnTo>
                <a:lnTo>
                  <a:pt x="160" y="34"/>
                </a:lnTo>
                <a:lnTo>
                  <a:pt x="157" y="34"/>
                </a:lnTo>
                <a:lnTo>
                  <a:pt x="156" y="35"/>
                </a:lnTo>
                <a:lnTo>
                  <a:pt x="156" y="36"/>
                </a:lnTo>
                <a:lnTo>
                  <a:pt x="155" y="37"/>
                </a:lnTo>
                <a:lnTo>
                  <a:pt x="154" y="37"/>
                </a:lnTo>
                <a:lnTo>
                  <a:pt x="154" y="38"/>
                </a:lnTo>
                <a:lnTo>
                  <a:pt x="153" y="38"/>
                </a:lnTo>
                <a:lnTo>
                  <a:pt x="153" y="39"/>
                </a:lnTo>
                <a:lnTo>
                  <a:pt x="152" y="39"/>
                </a:lnTo>
                <a:lnTo>
                  <a:pt x="152" y="40"/>
                </a:lnTo>
                <a:lnTo>
                  <a:pt x="151" y="40"/>
                </a:lnTo>
                <a:lnTo>
                  <a:pt x="151" y="41"/>
                </a:lnTo>
                <a:lnTo>
                  <a:pt x="151" y="42"/>
                </a:lnTo>
                <a:lnTo>
                  <a:pt x="150" y="42"/>
                </a:lnTo>
                <a:lnTo>
                  <a:pt x="149" y="42"/>
                </a:lnTo>
                <a:lnTo>
                  <a:pt x="149" y="41"/>
                </a:lnTo>
                <a:lnTo>
                  <a:pt x="148" y="41"/>
                </a:lnTo>
                <a:lnTo>
                  <a:pt x="148" y="40"/>
                </a:lnTo>
                <a:lnTo>
                  <a:pt x="147" y="40"/>
                </a:lnTo>
                <a:lnTo>
                  <a:pt x="147" y="39"/>
                </a:lnTo>
                <a:lnTo>
                  <a:pt x="148" y="39"/>
                </a:lnTo>
                <a:lnTo>
                  <a:pt x="147" y="38"/>
                </a:lnTo>
                <a:lnTo>
                  <a:pt x="147" y="37"/>
                </a:lnTo>
                <a:lnTo>
                  <a:pt x="148" y="37"/>
                </a:lnTo>
                <a:lnTo>
                  <a:pt x="149" y="37"/>
                </a:lnTo>
                <a:lnTo>
                  <a:pt x="150" y="37"/>
                </a:lnTo>
                <a:lnTo>
                  <a:pt x="150" y="36"/>
                </a:lnTo>
                <a:lnTo>
                  <a:pt x="151" y="36"/>
                </a:lnTo>
                <a:lnTo>
                  <a:pt x="151" y="35"/>
                </a:lnTo>
                <a:lnTo>
                  <a:pt x="151" y="34"/>
                </a:lnTo>
                <a:lnTo>
                  <a:pt x="152" y="34"/>
                </a:lnTo>
                <a:lnTo>
                  <a:pt x="151" y="34"/>
                </a:lnTo>
                <a:lnTo>
                  <a:pt x="150" y="34"/>
                </a:lnTo>
                <a:lnTo>
                  <a:pt x="151" y="34"/>
                </a:lnTo>
                <a:lnTo>
                  <a:pt x="151" y="35"/>
                </a:lnTo>
                <a:lnTo>
                  <a:pt x="151" y="36"/>
                </a:lnTo>
                <a:lnTo>
                  <a:pt x="150" y="36"/>
                </a:lnTo>
                <a:lnTo>
                  <a:pt x="149" y="36"/>
                </a:lnTo>
                <a:lnTo>
                  <a:pt x="149" y="35"/>
                </a:lnTo>
                <a:lnTo>
                  <a:pt x="148" y="35"/>
                </a:lnTo>
                <a:lnTo>
                  <a:pt x="148" y="36"/>
                </a:lnTo>
                <a:lnTo>
                  <a:pt x="148" y="35"/>
                </a:lnTo>
                <a:lnTo>
                  <a:pt x="147" y="35"/>
                </a:lnTo>
                <a:lnTo>
                  <a:pt x="147" y="36"/>
                </a:lnTo>
                <a:lnTo>
                  <a:pt x="146" y="36"/>
                </a:lnTo>
                <a:lnTo>
                  <a:pt x="145" y="36"/>
                </a:lnTo>
                <a:lnTo>
                  <a:pt x="144" y="36"/>
                </a:lnTo>
                <a:lnTo>
                  <a:pt x="143" y="36"/>
                </a:lnTo>
                <a:lnTo>
                  <a:pt x="144" y="36"/>
                </a:lnTo>
                <a:lnTo>
                  <a:pt x="143" y="36"/>
                </a:lnTo>
                <a:lnTo>
                  <a:pt x="144" y="36"/>
                </a:lnTo>
                <a:lnTo>
                  <a:pt x="145" y="37"/>
                </a:lnTo>
                <a:lnTo>
                  <a:pt x="145" y="38"/>
                </a:lnTo>
                <a:lnTo>
                  <a:pt x="146" y="38"/>
                </a:lnTo>
                <a:lnTo>
                  <a:pt x="146" y="39"/>
                </a:lnTo>
                <a:lnTo>
                  <a:pt x="147" y="39"/>
                </a:lnTo>
                <a:lnTo>
                  <a:pt x="147" y="40"/>
                </a:lnTo>
                <a:lnTo>
                  <a:pt x="148" y="41"/>
                </a:lnTo>
                <a:lnTo>
                  <a:pt x="148" y="42"/>
                </a:lnTo>
                <a:lnTo>
                  <a:pt x="147" y="41"/>
                </a:lnTo>
                <a:lnTo>
                  <a:pt x="147" y="42"/>
                </a:lnTo>
                <a:lnTo>
                  <a:pt x="146" y="42"/>
                </a:lnTo>
                <a:lnTo>
                  <a:pt x="146" y="43"/>
                </a:lnTo>
                <a:lnTo>
                  <a:pt x="146" y="44"/>
                </a:lnTo>
                <a:lnTo>
                  <a:pt x="146" y="45"/>
                </a:lnTo>
                <a:lnTo>
                  <a:pt x="146" y="46"/>
                </a:lnTo>
                <a:lnTo>
                  <a:pt x="145" y="46"/>
                </a:lnTo>
                <a:lnTo>
                  <a:pt x="145" y="47"/>
                </a:lnTo>
                <a:lnTo>
                  <a:pt x="144" y="47"/>
                </a:lnTo>
                <a:lnTo>
                  <a:pt x="144" y="48"/>
                </a:lnTo>
                <a:lnTo>
                  <a:pt x="144" y="47"/>
                </a:lnTo>
                <a:lnTo>
                  <a:pt x="143" y="47"/>
                </a:lnTo>
                <a:lnTo>
                  <a:pt x="144" y="48"/>
                </a:lnTo>
                <a:lnTo>
                  <a:pt x="144" y="49"/>
                </a:lnTo>
                <a:lnTo>
                  <a:pt x="143" y="50"/>
                </a:lnTo>
                <a:lnTo>
                  <a:pt x="142" y="50"/>
                </a:lnTo>
                <a:lnTo>
                  <a:pt x="142" y="51"/>
                </a:lnTo>
                <a:lnTo>
                  <a:pt x="141" y="50"/>
                </a:lnTo>
                <a:lnTo>
                  <a:pt x="140" y="50"/>
                </a:lnTo>
                <a:lnTo>
                  <a:pt x="140" y="51"/>
                </a:lnTo>
                <a:lnTo>
                  <a:pt x="139" y="51"/>
                </a:lnTo>
                <a:lnTo>
                  <a:pt x="138" y="53"/>
                </a:lnTo>
                <a:lnTo>
                  <a:pt x="138" y="54"/>
                </a:lnTo>
                <a:lnTo>
                  <a:pt x="138" y="55"/>
                </a:lnTo>
                <a:lnTo>
                  <a:pt x="138" y="56"/>
                </a:lnTo>
                <a:lnTo>
                  <a:pt x="139" y="56"/>
                </a:lnTo>
                <a:lnTo>
                  <a:pt x="139" y="57"/>
                </a:lnTo>
                <a:lnTo>
                  <a:pt x="138" y="58"/>
                </a:lnTo>
                <a:lnTo>
                  <a:pt x="137" y="58"/>
                </a:lnTo>
                <a:lnTo>
                  <a:pt x="137" y="59"/>
                </a:lnTo>
                <a:lnTo>
                  <a:pt x="137" y="58"/>
                </a:lnTo>
                <a:lnTo>
                  <a:pt x="136" y="58"/>
                </a:lnTo>
                <a:lnTo>
                  <a:pt x="136" y="59"/>
                </a:lnTo>
                <a:lnTo>
                  <a:pt x="135" y="59"/>
                </a:lnTo>
                <a:lnTo>
                  <a:pt x="135" y="60"/>
                </a:lnTo>
                <a:lnTo>
                  <a:pt x="136" y="60"/>
                </a:lnTo>
                <a:lnTo>
                  <a:pt x="136" y="61"/>
                </a:lnTo>
                <a:lnTo>
                  <a:pt x="136" y="62"/>
                </a:lnTo>
                <a:lnTo>
                  <a:pt x="135" y="63"/>
                </a:lnTo>
                <a:lnTo>
                  <a:pt x="135" y="64"/>
                </a:lnTo>
                <a:lnTo>
                  <a:pt x="135" y="65"/>
                </a:lnTo>
                <a:lnTo>
                  <a:pt x="135" y="66"/>
                </a:lnTo>
                <a:lnTo>
                  <a:pt x="134" y="66"/>
                </a:lnTo>
                <a:lnTo>
                  <a:pt x="134" y="67"/>
                </a:lnTo>
                <a:lnTo>
                  <a:pt x="133" y="67"/>
                </a:lnTo>
                <a:lnTo>
                  <a:pt x="133" y="68"/>
                </a:lnTo>
                <a:lnTo>
                  <a:pt x="133" y="69"/>
                </a:lnTo>
                <a:lnTo>
                  <a:pt x="132" y="69"/>
                </a:lnTo>
                <a:lnTo>
                  <a:pt x="132" y="70"/>
                </a:lnTo>
                <a:lnTo>
                  <a:pt x="131" y="70"/>
                </a:lnTo>
                <a:lnTo>
                  <a:pt x="131" y="71"/>
                </a:lnTo>
                <a:lnTo>
                  <a:pt x="132" y="71"/>
                </a:lnTo>
                <a:lnTo>
                  <a:pt x="131" y="71"/>
                </a:lnTo>
                <a:lnTo>
                  <a:pt x="132" y="72"/>
                </a:lnTo>
                <a:lnTo>
                  <a:pt x="131" y="73"/>
                </a:lnTo>
                <a:lnTo>
                  <a:pt x="131" y="74"/>
                </a:lnTo>
                <a:lnTo>
                  <a:pt x="132" y="74"/>
                </a:lnTo>
                <a:lnTo>
                  <a:pt x="132" y="73"/>
                </a:lnTo>
                <a:lnTo>
                  <a:pt x="132" y="72"/>
                </a:lnTo>
                <a:lnTo>
                  <a:pt x="132" y="71"/>
                </a:lnTo>
                <a:lnTo>
                  <a:pt x="132" y="72"/>
                </a:lnTo>
                <a:lnTo>
                  <a:pt x="132" y="73"/>
                </a:lnTo>
                <a:lnTo>
                  <a:pt x="132" y="76"/>
                </a:lnTo>
                <a:lnTo>
                  <a:pt x="132" y="77"/>
                </a:lnTo>
                <a:lnTo>
                  <a:pt x="130" y="77"/>
                </a:lnTo>
                <a:lnTo>
                  <a:pt x="130" y="78"/>
                </a:lnTo>
                <a:lnTo>
                  <a:pt x="130" y="79"/>
                </a:lnTo>
                <a:lnTo>
                  <a:pt x="129" y="79"/>
                </a:lnTo>
                <a:lnTo>
                  <a:pt x="129" y="80"/>
                </a:lnTo>
                <a:lnTo>
                  <a:pt x="129" y="81"/>
                </a:lnTo>
                <a:lnTo>
                  <a:pt x="129" y="82"/>
                </a:lnTo>
                <a:lnTo>
                  <a:pt x="129" y="85"/>
                </a:lnTo>
                <a:lnTo>
                  <a:pt x="129" y="86"/>
                </a:lnTo>
                <a:lnTo>
                  <a:pt x="129" y="87"/>
                </a:lnTo>
                <a:lnTo>
                  <a:pt x="128" y="87"/>
                </a:lnTo>
                <a:lnTo>
                  <a:pt x="128" y="88"/>
                </a:lnTo>
                <a:lnTo>
                  <a:pt x="127" y="88"/>
                </a:lnTo>
                <a:lnTo>
                  <a:pt x="126" y="89"/>
                </a:lnTo>
                <a:lnTo>
                  <a:pt x="126" y="88"/>
                </a:lnTo>
                <a:lnTo>
                  <a:pt x="126" y="89"/>
                </a:lnTo>
                <a:lnTo>
                  <a:pt x="126" y="90"/>
                </a:lnTo>
                <a:lnTo>
                  <a:pt x="126" y="91"/>
                </a:lnTo>
                <a:lnTo>
                  <a:pt x="125" y="91"/>
                </a:lnTo>
                <a:lnTo>
                  <a:pt x="124" y="91"/>
                </a:lnTo>
                <a:lnTo>
                  <a:pt x="124" y="92"/>
                </a:lnTo>
                <a:lnTo>
                  <a:pt x="124" y="93"/>
                </a:lnTo>
                <a:lnTo>
                  <a:pt x="125" y="93"/>
                </a:lnTo>
                <a:lnTo>
                  <a:pt x="126" y="93"/>
                </a:lnTo>
                <a:lnTo>
                  <a:pt x="127" y="93"/>
                </a:lnTo>
                <a:lnTo>
                  <a:pt x="128" y="94"/>
                </a:lnTo>
                <a:lnTo>
                  <a:pt x="129" y="94"/>
                </a:lnTo>
                <a:lnTo>
                  <a:pt x="129" y="93"/>
                </a:lnTo>
                <a:lnTo>
                  <a:pt x="128" y="92"/>
                </a:lnTo>
                <a:lnTo>
                  <a:pt x="129" y="92"/>
                </a:lnTo>
                <a:lnTo>
                  <a:pt x="129" y="91"/>
                </a:lnTo>
                <a:lnTo>
                  <a:pt x="128" y="91"/>
                </a:lnTo>
                <a:lnTo>
                  <a:pt x="128" y="90"/>
                </a:lnTo>
                <a:lnTo>
                  <a:pt x="128" y="89"/>
                </a:lnTo>
                <a:lnTo>
                  <a:pt x="128" y="88"/>
                </a:lnTo>
                <a:lnTo>
                  <a:pt x="129" y="87"/>
                </a:lnTo>
                <a:lnTo>
                  <a:pt x="129" y="88"/>
                </a:lnTo>
                <a:lnTo>
                  <a:pt x="129" y="89"/>
                </a:lnTo>
                <a:lnTo>
                  <a:pt x="129" y="90"/>
                </a:lnTo>
                <a:lnTo>
                  <a:pt x="129" y="91"/>
                </a:lnTo>
                <a:lnTo>
                  <a:pt x="130" y="92"/>
                </a:lnTo>
                <a:lnTo>
                  <a:pt x="130" y="93"/>
                </a:lnTo>
                <a:lnTo>
                  <a:pt x="131" y="94"/>
                </a:lnTo>
                <a:lnTo>
                  <a:pt x="131" y="95"/>
                </a:lnTo>
                <a:lnTo>
                  <a:pt x="131" y="94"/>
                </a:lnTo>
                <a:lnTo>
                  <a:pt x="130" y="94"/>
                </a:lnTo>
                <a:lnTo>
                  <a:pt x="130" y="95"/>
                </a:lnTo>
                <a:lnTo>
                  <a:pt x="129" y="95"/>
                </a:lnTo>
                <a:lnTo>
                  <a:pt x="130" y="95"/>
                </a:lnTo>
                <a:lnTo>
                  <a:pt x="129" y="95"/>
                </a:lnTo>
                <a:lnTo>
                  <a:pt x="128" y="95"/>
                </a:lnTo>
                <a:lnTo>
                  <a:pt x="128" y="96"/>
                </a:lnTo>
                <a:lnTo>
                  <a:pt x="128" y="95"/>
                </a:lnTo>
                <a:lnTo>
                  <a:pt x="127" y="95"/>
                </a:lnTo>
                <a:lnTo>
                  <a:pt x="126" y="96"/>
                </a:lnTo>
                <a:lnTo>
                  <a:pt x="126" y="97"/>
                </a:lnTo>
                <a:lnTo>
                  <a:pt x="125" y="98"/>
                </a:lnTo>
                <a:lnTo>
                  <a:pt x="124" y="99"/>
                </a:lnTo>
                <a:lnTo>
                  <a:pt x="124" y="100"/>
                </a:lnTo>
                <a:lnTo>
                  <a:pt x="124" y="101"/>
                </a:lnTo>
                <a:lnTo>
                  <a:pt x="124" y="102"/>
                </a:lnTo>
                <a:lnTo>
                  <a:pt x="123" y="103"/>
                </a:lnTo>
                <a:lnTo>
                  <a:pt x="122" y="103"/>
                </a:lnTo>
                <a:lnTo>
                  <a:pt x="122" y="102"/>
                </a:lnTo>
                <a:lnTo>
                  <a:pt x="121" y="102"/>
                </a:lnTo>
                <a:lnTo>
                  <a:pt x="121" y="103"/>
                </a:lnTo>
                <a:lnTo>
                  <a:pt x="120" y="103"/>
                </a:lnTo>
                <a:lnTo>
                  <a:pt x="119" y="103"/>
                </a:lnTo>
                <a:lnTo>
                  <a:pt x="118" y="103"/>
                </a:lnTo>
                <a:lnTo>
                  <a:pt x="117" y="103"/>
                </a:lnTo>
                <a:lnTo>
                  <a:pt x="118" y="103"/>
                </a:lnTo>
                <a:lnTo>
                  <a:pt x="118" y="102"/>
                </a:lnTo>
                <a:lnTo>
                  <a:pt x="119" y="102"/>
                </a:lnTo>
                <a:lnTo>
                  <a:pt x="120" y="102"/>
                </a:lnTo>
                <a:lnTo>
                  <a:pt x="121" y="102"/>
                </a:lnTo>
                <a:lnTo>
                  <a:pt x="121" y="101"/>
                </a:lnTo>
                <a:lnTo>
                  <a:pt x="122" y="102"/>
                </a:lnTo>
                <a:lnTo>
                  <a:pt x="123" y="101"/>
                </a:lnTo>
                <a:lnTo>
                  <a:pt x="123" y="102"/>
                </a:lnTo>
                <a:lnTo>
                  <a:pt x="123" y="101"/>
                </a:lnTo>
                <a:lnTo>
                  <a:pt x="123" y="100"/>
                </a:lnTo>
                <a:lnTo>
                  <a:pt x="122" y="100"/>
                </a:lnTo>
                <a:lnTo>
                  <a:pt x="122" y="101"/>
                </a:lnTo>
                <a:lnTo>
                  <a:pt x="121" y="101"/>
                </a:lnTo>
                <a:lnTo>
                  <a:pt x="120" y="102"/>
                </a:lnTo>
                <a:lnTo>
                  <a:pt x="120" y="101"/>
                </a:lnTo>
                <a:lnTo>
                  <a:pt x="119" y="101"/>
                </a:lnTo>
                <a:lnTo>
                  <a:pt x="119" y="102"/>
                </a:lnTo>
                <a:lnTo>
                  <a:pt x="117" y="103"/>
                </a:lnTo>
                <a:lnTo>
                  <a:pt x="117" y="104"/>
                </a:lnTo>
                <a:lnTo>
                  <a:pt x="116" y="104"/>
                </a:lnTo>
                <a:lnTo>
                  <a:pt x="116" y="103"/>
                </a:lnTo>
                <a:lnTo>
                  <a:pt x="115" y="103"/>
                </a:lnTo>
                <a:lnTo>
                  <a:pt x="114" y="103"/>
                </a:lnTo>
                <a:lnTo>
                  <a:pt x="114" y="104"/>
                </a:lnTo>
                <a:lnTo>
                  <a:pt x="113" y="104"/>
                </a:lnTo>
                <a:lnTo>
                  <a:pt x="112" y="105"/>
                </a:lnTo>
                <a:lnTo>
                  <a:pt x="111" y="106"/>
                </a:lnTo>
                <a:lnTo>
                  <a:pt x="110" y="106"/>
                </a:lnTo>
                <a:lnTo>
                  <a:pt x="109" y="107"/>
                </a:lnTo>
                <a:lnTo>
                  <a:pt x="108" y="108"/>
                </a:lnTo>
                <a:lnTo>
                  <a:pt x="108" y="109"/>
                </a:lnTo>
                <a:lnTo>
                  <a:pt x="107" y="109"/>
                </a:lnTo>
                <a:lnTo>
                  <a:pt x="106" y="109"/>
                </a:lnTo>
                <a:lnTo>
                  <a:pt x="106" y="110"/>
                </a:lnTo>
                <a:lnTo>
                  <a:pt x="106" y="111"/>
                </a:lnTo>
                <a:lnTo>
                  <a:pt x="105" y="111"/>
                </a:lnTo>
                <a:lnTo>
                  <a:pt x="105" y="112"/>
                </a:lnTo>
                <a:lnTo>
                  <a:pt x="104" y="112"/>
                </a:lnTo>
                <a:lnTo>
                  <a:pt x="103" y="112"/>
                </a:lnTo>
                <a:lnTo>
                  <a:pt x="103" y="113"/>
                </a:lnTo>
                <a:lnTo>
                  <a:pt x="103" y="114"/>
                </a:lnTo>
                <a:lnTo>
                  <a:pt x="102" y="115"/>
                </a:lnTo>
                <a:lnTo>
                  <a:pt x="102" y="116"/>
                </a:lnTo>
                <a:lnTo>
                  <a:pt x="101" y="118"/>
                </a:lnTo>
                <a:lnTo>
                  <a:pt x="101" y="119"/>
                </a:lnTo>
                <a:lnTo>
                  <a:pt x="101" y="120"/>
                </a:lnTo>
                <a:lnTo>
                  <a:pt x="101" y="121"/>
                </a:lnTo>
                <a:lnTo>
                  <a:pt x="100" y="121"/>
                </a:lnTo>
                <a:lnTo>
                  <a:pt x="101" y="121"/>
                </a:lnTo>
                <a:lnTo>
                  <a:pt x="101" y="120"/>
                </a:lnTo>
                <a:lnTo>
                  <a:pt x="100" y="119"/>
                </a:lnTo>
                <a:lnTo>
                  <a:pt x="99" y="119"/>
                </a:lnTo>
                <a:lnTo>
                  <a:pt x="99" y="120"/>
                </a:lnTo>
                <a:lnTo>
                  <a:pt x="99" y="121"/>
                </a:lnTo>
                <a:lnTo>
                  <a:pt x="100" y="121"/>
                </a:lnTo>
                <a:lnTo>
                  <a:pt x="99" y="121"/>
                </a:lnTo>
                <a:lnTo>
                  <a:pt x="98" y="122"/>
                </a:lnTo>
                <a:lnTo>
                  <a:pt x="99" y="122"/>
                </a:lnTo>
                <a:lnTo>
                  <a:pt x="99" y="121"/>
                </a:lnTo>
                <a:lnTo>
                  <a:pt x="100" y="122"/>
                </a:lnTo>
                <a:lnTo>
                  <a:pt x="100" y="123"/>
                </a:lnTo>
                <a:lnTo>
                  <a:pt x="99" y="123"/>
                </a:lnTo>
                <a:lnTo>
                  <a:pt x="98" y="123"/>
                </a:lnTo>
                <a:lnTo>
                  <a:pt x="97" y="124"/>
                </a:lnTo>
                <a:lnTo>
                  <a:pt x="96" y="124"/>
                </a:lnTo>
                <a:lnTo>
                  <a:pt x="96" y="123"/>
                </a:lnTo>
                <a:lnTo>
                  <a:pt x="95" y="123"/>
                </a:lnTo>
                <a:lnTo>
                  <a:pt x="94" y="123"/>
                </a:lnTo>
                <a:lnTo>
                  <a:pt x="94" y="122"/>
                </a:lnTo>
                <a:lnTo>
                  <a:pt x="95" y="122"/>
                </a:lnTo>
                <a:lnTo>
                  <a:pt x="96" y="122"/>
                </a:lnTo>
                <a:lnTo>
                  <a:pt x="96" y="123"/>
                </a:lnTo>
                <a:lnTo>
                  <a:pt x="97" y="123"/>
                </a:lnTo>
                <a:lnTo>
                  <a:pt x="97" y="122"/>
                </a:lnTo>
                <a:lnTo>
                  <a:pt x="98" y="122"/>
                </a:lnTo>
                <a:lnTo>
                  <a:pt x="98" y="121"/>
                </a:lnTo>
                <a:lnTo>
                  <a:pt x="98" y="120"/>
                </a:lnTo>
                <a:lnTo>
                  <a:pt x="98" y="119"/>
                </a:lnTo>
                <a:lnTo>
                  <a:pt x="97" y="119"/>
                </a:lnTo>
                <a:lnTo>
                  <a:pt x="97" y="120"/>
                </a:lnTo>
                <a:lnTo>
                  <a:pt x="96" y="120"/>
                </a:lnTo>
                <a:lnTo>
                  <a:pt x="95" y="120"/>
                </a:lnTo>
                <a:lnTo>
                  <a:pt x="95" y="121"/>
                </a:lnTo>
                <a:lnTo>
                  <a:pt x="94" y="121"/>
                </a:lnTo>
                <a:lnTo>
                  <a:pt x="94" y="122"/>
                </a:lnTo>
                <a:lnTo>
                  <a:pt x="93" y="122"/>
                </a:lnTo>
                <a:lnTo>
                  <a:pt x="92" y="121"/>
                </a:lnTo>
                <a:lnTo>
                  <a:pt x="91" y="121"/>
                </a:lnTo>
                <a:lnTo>
                  <a:pt x="90" y="121"/>
                </a:lnTo>
                <a:lnTo>
                  <a:pt x="89" y="122"/>
                </a:lnTo>
                <a:lnTo>
                  <a:pt x="88" y="122"/>
                </a:lnTo>
                <a:lnTo>
                  <a:pt x="88" y="123"/>
                </a:lnTo>
                <a:lnTo>
                  <a:pt x="87" y="123"/>
                </a:lnTo>
                <a:lnTo>
                  <a:pt x="86" y="124"/>
                </a:lnTo>
                <a:lnTo>
                  <a:pt x="85" y="124"/>
                </a:lnTo>
                <a:lnTo>
                  <a:pt x="84" y="124"/>
                </a:lnTo>
                <a:lnTo>
                  <a:pt x="84" y="123"/>
                </a:lnTo>
                <a:lnTo>
                  <a:pt x="83" y="123"/>
                </a:lnTo>
                <a:lnTo>
                  <a:pt x="82" y="123"/>
                </a:lnTo>
                <a:lnTo>
                  <a:pt x="81" y="123"/>
                </a:lnTo>
                <a:lnTo>
                  <a:pt x="81" y="124"/>
                </a:lnTo>
                <a:lnTo>
                  <a:pt x="80" y="124"/>
                </a:lnTo>
                <a:lnTo>
                  <a:pt x="80" y="125"/>
                </a:lnTo>
                <a:lnTo>
                  <a:pt x="79" y="127"/>
                </a:lnTo>
                <a:lnTo>
                  <a:pt x="79" y="128"/>
                </a:lnTo>
                <a:lnTo>
                  <a:pt x="78" y="129"/>
                </a:lnTo>
                <a:lnTo>
                  <a:pt x="78" y="130"/>
                </a:lnTo>
                <a:lnTo>
                  <a:pt x="78" y="131"/>
                </a:lnTo>
                <a:lnTo>
                  <a:pt x="79" y="131"/>
                </a:lnTo>
                <a:lnTo>
                  <a:pt x="79" y="132"/>
                </a:lnTo>
                <a:lnTo>
                  <a:pt x="78" y="132"/>
                </a:lnTo>
                <a:lnTo>
                  <a:pt x="77" y="132"/>
                </a:lnTo>
                <a:lnTo>
                  <a:pt x="77" y="131"/>
                </a:lnTo>
                <a:lnTo>
                  <a:pt x="76" y="131"/>
                </a:lnTo>
                <a:lnTo>
                  <a:pt x="75" y="131"/>
                </a:lnTo>
                <a:lnTo>
                  <a:pt x="75" y="132"/>
                </a:lnTo>
                <a:lnTo>
                  <a:pt x="75" y="133"/>
                </a:lnTo>
                <a:lnTo>
                  <a:pt x="76" y="133"/>
                </a:lnTo>
                <a:lnTo>
                  <a:pt x="76" y="132"/>
                </a:lnTo>
                <a:lnTo>
                  <a:pt x="76" y="131"/>
                </a:lnTo>
                <a:lnTo>
                  <a:pt x="77" y="131"/>
                </a:lnTo>
                <a:lnTo>
                  <a:pt x="77" y="132"/>
                </a:lnTo>
                <a:lnTo>
                  <a:pt x="77" y="133"/>
                </a:lnTo>
                <a:lnTo>
                  <a:pt x="78" y="132"/>
                </a:lnTo>
                <a:lnTo>
                  <a:pt x="79" y="132"/>
                </a:lnTo>
                <a:lnTo>
                  <a:pt x="79" y="133"/>
                </a:lnTo>
                <a:lnTo>
                  <a:pt x="80" y="133"/>
                </a:lnTo>
                <a:lnTo>
                  <a:pt x="79" y="134"/>
                </a:lnTo>
                <a:lnTo>
                  <a:pt x="78" y="134"/>
                </a:lnTo>
                <a:lnTo>
                  <a:pt x="79" y="135"/>
                </a:lnTo>
                <a:lnTo>
                  <a:pt x="79" y="136"/>
                </a:lnTo>
                <a:lnTo>
                  <a:pt x="78" y="136"/>
                </a:lnTo>
                <a:lnTo>
                  <a:pt x="78" y="135"/>
                </a:lnTo>
                <a:lnTo>
                  <a:pt x="77" y="135"/>
                </a:lnTo>
                <a:lnTo>
                  <a:pt x="77" y="136"/>
                </a:lnTo>
                <a:lnTo>
                  <a:pt x="78" y="137"/>
                </a:lnTo>
                <a:lnTo>
                  <a:pt x="77" y="137"/>
                </a:lnTo>
                <a:lnTo>
                  <a:pt x="76" y="136"/>
                </a:lnTo>
                <a:lnTo>
                  <a:pt x="76" y="135"/>
                </a:lnTo>
                <a:lnTo>
                  <a:pt x="77" y="135"/>
                </a:lnTo>
                <a:lnTo>
                  <a:pt x="76" y="135"/>
                </a:lnTo>
                <a:lnTo>
                  <a:pt x="76" y="134"/>
                </a:lnTo>
                <a:lnTo>
                  <a:pt x="75" y="134"/>
                </a:lnTo>
                <a:lnTo>
                  <a:pt x="74" y="135"/>
                </a:lnTo>
                <a:lnTo>
                  <a:pt x="73" y="135"/>
                </a:lnTo>
                <a:lnTo>
                  <a:pt x="72" y="135"/>
                </a:lnTo>
                <a:lnTo>
                  <a:pt x="71" y="136"/>
                </a:lnTo>
                <a:lnTo>
                  <a:pt x="71" y="137"/>
                </a:lnTo>
                <a:lnTo>
                  <a:pt x="70" y="137"/>
                </a:lnTo>
                <a:lnTo>
                  <a:pt x="71" y="137"/>
                </a:lnTo>
                <a:lnTo>
                  <a:pt x="71" y="138"/>
                </a:lnTo>
                <a:lnTo>
                  <a:pt x="72" y="139"/>
                </a:lnTo>
                <a:lnTo>
                  <a:pt x="71" y="139"/>
                </a:lnTo>
                <a:lnTo>
                  <a:pt x="71" y="138"/>
                </a:lnTo>
                <a:lnTo>
                  <a:pt x="70" y="138"/>
                </a:lnTo>
                <a:lnTo>
                  <a:pt x="70" y="139"/>
                </a:lnTo>
                <a:lnTo>
                  <a:pt x="69" y="138"/>
                </a:lnTo>
                <a:lnTo>
                  <a:pt x="69" y="139"/>
                </a:lnTo>
                <a:lnTo>
                  <a:pt x="68" y="139"/>
                </a:lnTo>
                <a:lnTo>
                  <a:pt x="68" y="140"/>
                </a:lnTo>
                <a:lnTo>
                  <a:pt x="67" y="139"/>
                </a:lnTo>
                <a:lnTo>
                  <a:pt x="68" y="139"/>
                </a:lnTo>
                <a:lnTo>
                  <a:pt x="68" y="138"/>
                </a:lnTo>
                <a:lnTo>
                  <a:pt x="68" y="137"/>
                </a:lnTo>
                <a:lnTo>
                  <a:pt x="67" y="136"/>
                </a:lnTo>
                <a:lnTo>
                  <a:pt x="66" y="136"/>
                </a:lnTo>
                <a:lnTo>
                  <a:pt x="66" y="135"/>
                </a:lnTo>
                <a:lnTo>
                  <a:pt x="67" y="135"/>
                </a:lnTo>
                <a:lnTo>
                  <a:pt x="68" y="135"/>
                </a:lnTo>
                <a:lnTo>
                  <a:pt x="68" y="134"/>
                </a:lnTo>
                <a:lnTo>
                  <a:pt x="68" y="133"/>
                </a:lnTo>
                <a:lnTo>
                  <a:pt x="67" y="134"/>
                </a:lnTo>
                <a:lnTo>
                  <a:pt x="68" y="134"/>
                </a:lnTo>
                <a:lnTo>
                  <a:pt x="67" y="134"/>
                </a:lnTo>
                <a:lnTo>
                  <a:pt x="67" y="135"/>
                </a:lnTo>
                <a:lnTo>
                  <a:pt x="66" y="135"/>
                </a:lnTo>
                <a:lnTo>
                  <a:pt x="65" y="135"/>
                </a:lnTo>
                <a:lnTo>
                  <a:pt x="66" y="136"/>
                </a:lnTo>
                <a:lnTo>
                  <a:pt x="66" y="137"/>
                </a:lnTo>
                <a:lnTo>
                  <a:pt x="65" y="136"/>
                </a:lnTo>
                <a:lnTo>
                  <a:pt x="64" y="136"/>
                </a:lnTo>
                <a:lnTo>
                  <a:pt x="64" y="137"/>
                </a:lnTo>
                <a:lnTo>
                  <a:pt x="63" y="136"/>
                </a:lnTo>
                <a:lnTo>
                  <a:pt x="63" y="137"/>
                </a:lnTo>
                <a:lnTo>
                  <a:pt x="63" y="138"/>
                </a:lnTo>
                <a:lnTo>
                  <a:pt x="62" y="138"/>
                </a:lnTo>
                <a:lnTo>
                  <a:pt x="61" y="137"/>
                </a:lnTo>
                <a:lnTo>
                  <a:pt x="62" y="137"/>
                </a:lnTo>
                <a:lnTo>
                  <a:pt x="62" y="136"/>
                </a:lnTo>
                <a:lnTo>
                  <a:pt x="63" y="136"/>
                </a:lnTo>
                <a:lnTo>
                  <a:pt x="63" y="135"/>
                </a:lnTo>
                <a:lnTo>
                  <a:pt x="62" y="135"/>
                </a:lnTo>
                <a:lnTo>
                  <a:pt x="63" y="135"/>
                </a:lnTo>
                <a:lnTo>
                  <a:pt x="63" y="134"/>
                </a:lnTo>
                <a:lnTo>
                  <a:pt x="62" y="133"/>
                </a:lnTo>
                <a:lnTo>
                  <a:pt x="62" y="132"/>
                </a:lnTo>
                <a:lnTo>
                  <a:pt x="60" y="132"/>
                </a:lnTo>
                <a:lnTo>
                  <a:pt x="59" y="132"/>
                </a:lnTo>
                <a:lnTo>
                  <a:pt x="58" y="131"/>
                </a:lnTo>
                <a:lnTo>
                  <a:pt x="56" y="131"/>
                </a:lnTo>
                <a:lnTo>
                  <a:pt x="55" y="132"/>
                </a:lnTo>
                <a:lnTo>
                  <a:pt x="53" y="132"/>
                </a:lnTo>
                <a:lnTo>
                  <a:pt x="53" y="131"/>
                </a:lnTo>
                <a:lnTo>
                  <a:pt x="52" y="131"/>
                </a:lnTo>
                <a:lnTo>
                  <a:pt x="51" y="131"/>
                </a:lnTo>
                <a:lnTo>
                  <a:pt x="50" y="131"/>
                </a:lnTo>
                <a:lnTo>
                  <a:pt x="49" y="131"/>
                </a:lnTo>
                <a:lnTo>
                  <a:pt x="48" y="131"/>
                </a:lnTo>
                <a:lnTo>
                  <a:pt x="47" y="131"/>
                </a:lnTo>
                <a:lnTo>
                  <a:pt x="46" y="131"/>
                </a:lnTo>
                <a:lnTo>
                  <a:pt x="45" y="131"/>
                </a:lnTo>
                <a:lnTo>
                  <a:pt x="44" y="131"/>
                </a:lnTo>
                <a:lnTo>
                  <a:pt x="43" y="132"/>
                </a:lnTo>
                <a:lnTo>
                  <a:pt x="41" y="132"/>
                </a:lnTo>
                <a:lnTo>
                  <a:pt x="40" y="132"/>
                </a:lnTo>
                <a:lnTo>
                  <a:pt x="39" y="132"/>
                </a:lnTo>
                <a:lnTo>
                  <a:pt x="38" y="131"/>
                </a:lnTo>
                <a:lnTo>
                  <a:pt x="38" y="130"/>
                </a:lnTo>
                <a:lnTo>
                  <a:pt x="38" y="129"/>
                </a:lnTo>
                <a:lnTo>
                  <a:pt x="37" y="129"/>
                </a:lnTo>
                <a:lnTo>
                  <a:pt x="36" y="129"/>
                </a:lnTo>
                <a:lnTo>
                  <a:pt x="36" y="128"/>
                </a:lnTo>
                <a:lnTo>
                  <a:pt x="35" y="128"/>
                </a:lnTo>
                <a:lnTo>
                  <a:pt x="35" y="127"/>
                </a:lnTo>
                <a:lnTo>
                  <a:pt x="34" y="127"/>
                </a:lnTo>
                <a:lnTo>
                  <a:pt x="32" y="127"/>
                </a:lnTo>
                <a:lnTo>
                  <a:pt x="31" y="127"/>
                </a:lnTo>
                <a:lnTo>
                  <a:pt x="30" y="128"/>
                </a:lnTo>
                <a:lnTo>
                  <a:pt x="29" y="128"/>
                </a:lnTo>
                <a:lnTo>
                  <a:pt x="28" y="128"/>
                </a:lnTo>
                <a:lnTo>
                  <a:pt x="27" y="128"/>
                </a:lnTo>
                <a:lnTo>
                  <a:pt x="27" y="127"/>
                </a:lnTo>
                <a:lnTo>
                  <a:pt x="26" y="127"/>
                </a:lnTo>
                <a:lnTo>
                  <a:pt x="26" y="126"/>
                </a:lnTo>
                <a:lnTo>
                  <a:pt x="25" y="126"/>
                </a:lnTo>
                <a:lnTo>
                  <a:pt x="25" y="125"/>
                </a:lnTo>
                <a:lnTo>
                  <a:pt x="24" y="125"/>
                </a:lnTo>
                <a:lnTo>
                  <a:pt x="23" y="125"/>
                </a:lnTo>
                <a:lnTo>
                  <a:pt x="22" y="124"/>
                </a:lnTo>
                <a:lnTo>
                  <a:pt x="21" y="124"/>
                </a:lnTo>
                <a:lnTo>
                  <a:pt x="20" y="124"/>
                </a:lnTo>
                <a:lnTo>
                  <a:pt x="19" y="124"/>
                </a:lnTo>
                <a:lnTo>
                  <a:pt x="19" y="123"/>
                </a:lnTo>
                <a:lnTo>
                  <a:pt x="18" y="123"/>
                </a:lnTo>
                <a:lnTo>
                  <a:pt x="17" y="122"/>
                </a:lnTo>
                <a:lnTo>
                  <a:pt x="16" y="121"/>
                </a:lnTo>
                <a:lnTo>
                  <a:pt x="15" y="121"/>
                </a:lnTo>
                <a:lnTo>
                  <a:pt x="14" y="120"/>
                </a:lnTo>
                <a:lnTo>
                  <a:pt x="13" y="120"/>
                </a:lnTo>
                <a:lnTo>
                  <a:pt x="12" y="120"/>
                </a:lnTo>
                <a:lnTo>
                  <a:pt x="11" y="120"/>
                </a:lnTo>
                <a:lnTo>
                  <a:pt x="9" y="120"/>
                </a:lnTo>
                <a:lnTo>
                  <a:pt x="8" y="120"/>
                </a:lnTo>
                <a:lnTo>
                  <a:pt x="8" y="119"/>
                </a:lnTo>
                <a:lnTo>
                  <a:pt x="7" y="119"/>
                </a:lnTo>
                <a:lnTo>
                  <a:pt x="6" y="118"/>
                </a:lnTo>
                <a:lnTo>
                  <a:pt x="6" y="117"/>
                </a:lnTo>
                <a:lnTo>
                  <a:pt x="6" y="116"/>
                </a:lnTo>
                <a:lnTo>
                  <a:pt x="6" y="115"/>
                </a:lnTo>
                <a:lnTo>
                  <a:pt x="6" y="114"/>
                </a:lnTo>
                <a:lnTo>
                  <a:pt x="7" y="113"/>
                </a:lnTo>
                <a:lnTo>
                  <a:pt x="7" y="112"/>
                </a:lnTo>
                <a:lnTo>
                  <a:pt x="7" y="111"/>
                </a:lnTo>
                <a:lnTo>
                  <a:pt x="7" y="110"/>
                </a:lnTo>
                <a:lnTo>
                  <a:pt x="7" y="109"/>
                </a:lnTo>
                <a:lnTo>
                  <a:pt x="7" y="108"/>
                </a:lnTo>
                <a:lnTo>
                  <a:pt x="7" y="107"/>
                </a:lnTo>
                <a:lnTo>
                  <a:pt x="7" y="106"/>
                </a:lnTo>
                <a:lnTo>
                  <a:pt x="7" y="105"/>
                </a:lnTo>
                <a:lnTo>
                  <a:pt x="7" y="104"/>
                </a:lnTo>
                <a:lnTo>
                  <a:pt x="7" y="103"/>
                </a:lnTo>
                <a:lnTo>
                  <a:pt x="6" y="103"/>
                </a:lnTo>
                <a:lnTo>
                  <a:pt x="6" y="102"/>
                </a:lnTo>
                <a:lnTo>
                  <a:pt x="5" y="100"/>
                </a:lnTo>
                <a:lnTo>
                  <a:pt x="5" y="99"/>
                </a:lnTo>
                <a:lnTo>
                  <a:pt x="4" y="98"/>
                </a:lnTo>
                <a:lnTo>
                  <a:pt x="3" y="98"/>
                </a:lnTo>
                <a:lnTo>
                  <a:pt x="2" y="98"/>
                </a:lnTo>
                <a:lnTo>
                  <a:pt x="2" y="97"/>
                </a:lnTo>
                <a:lnTo>
                  <a:pt x="2" y="96"/>
                </a:lnTo>
                <a:lnTo>
                  <a:pt x="2" y="95"/>
                </a:lnTo>
                <a:lnTo>
                  <a:pt x="3" y="95"/>
                </a:lnTo>
                <a:lnTo>
                  <a:pt x="2" y="95"/>
                </a:lnTo>
                <a:lnTo>
                  <a:pt x="2" y="94"/>
                </a:lnTo>
                <a:lnTo>
                  <a:pt x="3" y="94"/>
                </a:lnTo>
                <a:lnTo>
                  <a:pt x="3" y="93"/>
                </a:lnTo>
                <a:lnTo>
                  <a:pt x="4" y="92"/>
                </a:lnTo>
                <a:lnTo>
                  <a:pt x="4" y="91"/>
                </a:lnTo>
                <a:lnTo>
                  <a:pt x="4" y="90"/>
                </a:lnTo>
                <a:lnTo>
                  <a:pt x="4" y="89"/>
                </a:lnTo>
                <a:lnTo>
                  <a:pt x="3" y="89"/>
                </a:lnTo>
                <a:lnTo>
                  <a:pt x="3" y="88"/>
                </a:lnTo>
                <a:lnTo>
                  <a:pt x="3" y="87"/>
                </a:lnTo>
                <a:lnTo>
                  <a:pt x="3" y="86"/>
                </a:lnTo>
                <a:lnTo>
                  <a:pt x="2" y="85"/>
                </a:lnTo>
                <a:lnTo>
                  <a:pt x="2" y="84"/>
                </a:lnTo>
                <a:lnTo>
                  <a:pt x="2" y="83"/>
                </a:lnTo>
                <a:lnTo>
                  <a:pt x="1" y="82"/>
                </a:lnTo>
                <a:lnTo>
                  <a:pt x="1" y="81"/>
                </a:lnTo>
                <a:lnTo>
                  <a:pt x="1" y="80"/>
                </a:lnTo>
                <a:lnTo>
                  <a:pt x="0" y="80"/>
                </a:lnTo>
                <a:lnTo>
                  <a:pt x="0" y="79"/>
                </a:lnTo>
                <a:lnTo>
                  <a:pt x="1" y="79"/>
                </a:lnTo>
                <a:lnTo>
                  <a:pt x="2" y="78"/>
                </a:lnTo>
                <a:lnTo>
                  <a:pt x="3" y="77"/>
                </a:lnTo>
                <a:lnTo>
                  <a:pt x="3" y="76"/>
                </a:lnTo>
                <a:lnTo>
                  <a:pt x="4" y="76"/>
                </a:lnTo>
                <a:lnTo>
                  <a:pt x="4" y="75"/>
                </a:lnTo>
                <a:lnTo>
                  <a:pt x="4" y="74"/>
                </a:lnTo>
                <a:lnTo>
                  <a:pt x="4" y="73"/>
                </a:lnTo>
                <a:lnTo>
                  <a:pt x="3" y="72"/>
                </a:lnTo>
                <a:lnTo>
                  <a:pt x="2" y="71"/>
                </a:lnTo>
                <a:lnTo>
                  <a:pt x="1" y="71"/>
                </a:lnTo>
                <a:lnTo>
                  <a:pt x="1" y="70"/>
                </a:lnTo>
                <a:lnTo>
                  <a:pt x="1" y="69"/>
                </a:lnTo>
                <a:lnTo>
                  <a:pt x="1" y="67"/>
                </a:lnTo>
                <a:lnTo>
                  <a:pt x="1" y="66"/>
                </a:lnTo>
                <a:lnTo>
                  <a:pt x="2" y="66"/>
                </a:lnTo>
                <a:lnTo>
                  <a:pt x="3" y="67"/>
                </a:lnTo>
                <a:lnTo>
                  <a:pt x="3" y="66"/>
                </a:lnTo>
                <a:lnTo>
                  <a:pt x="3" y="65"/>
                </a:lnTo>
                <a:lnTo>
                  <a:pt x="2" y="65"/>
                </a:lnTo>
                <a:lnTo>
                  <a:pt x="3" y="65"/>
                </a:lnTo>
                <a:lnTo>
                  <a:pt x="3" y="66"/>
                </a:lnTo>
                <a:lnTo>
                  <a:pt x="4" y="66"/>
                </a:lnTo>
                <a:lnTo>
                  <a:pt x="3" y="65"/>
                </a:lnTo>
                <a:lnTo>
                  <a:pt x="3" y="64"/>
                </a:lnTo>
                <a:lnTo>
                  <a:pt x="4" y="64"/>
                </a:lnTo>
                <a:lnTo>
                  <a:pt x="4" y="65"/>
                </a:lnTo>
                <a:lnTo>
                  <a:pt x="5" y="65"/>
                </a:lnTo>
                <a:lnTo>
                  <a:pt x="5" y="64"/>
                </a:lnTo>
                <a:lnTo>
                  <a:pt x="4" y="64"/>
                </a:lnTo>
                <a:lnTo>
                  <a:pt x="4" y="63"/>
                </a:lnTo>
                <a:lnTo>
                  <a:pt x="3" y="63"/>
                </a:lnTo>
                <a:lnTo>
                  <a:pt x="3" y="62"/>
                </a:lnTo>
                <a:lnTo>
                  <a:pt x="4" y="62"/>
                </a:lnTo>
                <a:lnTo>
                  <a:pt x="4" y="61"/>
                </a:lnTo>
                <a:lnTo>
                  <a:pt x="5" y="60"/>
                </a:lnTo>
                <a:lnTo>
                  <a:pt x="5" y="61"/>
                </a:lnTo>
                <a:lnTo>
                  <a:pt x="7" y="61"/>
                </a:lnTo>
                <a:lnTo>
                  <a:pt x="7" y="60"/>
                </a:lnTo>
                <a:lnTo>
                  <a:pt x="8" y="60"/>
                </a:lnTo>
                <a:lnTo>
                  <a:pt x="9" y="60"/>
                </a:lnTo>
                <a:lnTo>
                  <a:pt x="9" y="59"/>
                </a:lnTo>
                <a:lnTo>
                  <a:pt x="10" y="59"/>
                </a:lnTo>
                <a:lnTo>
                  <a:pt x="12" y="58"/>
                </a:lnTo>
                <a:lnTo>
                  <a:pt x="12" y="57"/>
                </a:lnTo>
                <a:lnTo>
                  <a:pt x="13" y="57"/>
                </a:lnTo>
                <a:lnTo>
                  <a:pt x="13" y="56"/>
                </a:lnTo>
                <a:lnTo>
                  <a:pt x="14" y="55"/>
                </a:lnTo>
                <a:lnTo>
                  <a:pt x="15" y="55"/>
                </a:lnTo>
                <a:lnTo>
                  <a:pt x="16" y="55"/>
                </a:lnTo>
                <a:lnTo>
                  <a:pt x="16" y="54"/>
                </a:lnTo>
                <a:lnTo>
                  <a:pt x="17" y="54"/>
                </a:lnTo>
                <a:lnTo>
                  <a:pt x="18" y="53"/>
                </a:lnTo>
                <a:lnTo>
                  <a:pt x="19" y="51"/>
                </a:lnTo>
                <a:lnTo>
                  <a:pt x="20" y="51"/>
                </a:lnTo>
                <a:lnTo>
                  <a:pt x="20" y="50"/>
                </a:lnTo>
                <a:lnTo>
                  <a:pt x="21" y="50"/>
                </a:lnTo>
                <a:lnTo>
                  <a:pt x="22" y="50"/>
                </a:lnTo>
                <a:lnTo>
                  <a:pt x="22" y="49"/>
                </a:lnTo>
                <a:lnTo>
                  <a:pt x="21" y="49"/>
                </a:lnTo>
                <a:lnTo>
                  <a:pt x="21" y="50"/>
                </a:lnTo>
                <a:lnTo>
                  <a:pt x="21" y="49"/>
                </a:lnTo>
                <a:lnTo>
                  <a:pt x="22" y="48"/>
                </a:lnTo>
                <a:lnTo>
                  <a:pt x="23" y="48"/>
                </a:lnTo>
                <a:lnTo>
                  <a:pt x="23" y="47"/>
                </a:lnTo>
                <a:lnTo>
                  <a:pt x="24" y="46"/>
                </a:lnTo>
                <a:lnTo>
                  <a:pt x="25" y="46"/>
                </a:lnTo>
                <a:lnTo>
                  <a:pt x="25" y="45"/>
                </a:lnTo>
                <a:lnTo>
                  <a:pt x="26" y="44"/>
                </a:lnTo>
                <a:lnTo>
                  <a:pt x="27" y="44"/>
                </a:lnTo>
                <a:lnTo>
                  <a:pt x="28" y="43"/>
                </a:lnTo>
                <a:lnTo>
                  <a:pt x="29" y="43"/>
                </a:lnTo>
                <a:lnTo>
                  <a:pt x="30" y="43"/>
                </a:lnTo>
                <a:lnTo>
                  <a:pt x="31" y="42"/>
                </a:lnTo>
                <a:lnTo>
                  <a:pt x="32" y="42"/>
                </a:lnTo>
                <a:lnTo>
                  <a:pt x="32" y="41"/>
                </a:lnTo>
                <a:lnTo>
                  <a:pt x="34" y="41"/>
                </a:lnTo>
                <a:lnTo>
                  <a:pt x="35" y="40"/>
                </a:lnTo>
                <a:lnTo>
                  <a:pt x="36" y="40"/>
                </a:lnTo>
                <a:lnTo>
                  <a:pt x="37" y="39"/>
                </a:lnTo>
                <a:lnTo>
                  <a:pt x="37" y="38"/>
                </a:lnTo>
                <a:lnTo>
                  <a:pt x="38" y="38"/>
                </a:lnTo>
                <a:lnTo>
                  <a:pt x="38" y="37"/>
                </a:lnTo>
                <a:lnTo>
                  <a:pt x="39" y="37"/>
                </a:lnTo>
                <a:lnTo>
                  <a:pt x="39" y="36"/>
                </a:lnTo>
                <a:lnTo>
                  <a:pt x="39" y="35"/>
                </a:lnTo>
                <a:lnTo>
                  <a:pt x="38" y="35"/>
                </a:lnTo>
                <a:lnTo>
                  <a:pt x="39" y="35"/>
                </a:lnTo>
                <a:lnTo>
                  <a:pt x="40" y="35"/>
                </a:lnTo>
                <a:lnTo>
                  <a:pt x="40" y="34"/>
                </a:lnTo>
                <a:lnTo>
                  <a:pt x="41" y="34"/>
                </a:lnTo>
                <a:lnTo>
                  <a:pt x="43" y="34"/>
                </a:lnTo>
                <a:lnTo>
                  <a:pt x="44" y="34"/>
                </a:lnTo>
                <a:lnTo>
                  <a:pt x="45" y="34"/>
                </a:lnTo>
                <a:lnTo>
                  <a:pt x="45" y="35"/>
                </a:lnTo>
                <a:lnTo>
                  <a:pt x="45" y="36"/>
                </a:lnTo>
                <a:lnTo>
                  <a:pt x="45" y="35"/>
                </a:lnTo>
                <a:lnTo>
                  <a:pt x="45" y="36"/>
                </a:lnTo>
                <a:lnTo>
                  <a:pt x="46" y="36"/>
                </a:lnTo>
                <a:lnTo>
                  <a:pt x="45" y="36"/>
                </a:lnTo>
                <a:lnTo>
                  <a:pt x="46" y="36"/>
                </a:lnTo>
                <a:lnTo>
                  <a:pt x="46" y="35"/>
                </a:lnTo>
                <a:lnTo>
                  <a:pt x="46" y="34"/>
                </a:lnTo>
                <a:lnTo>
                  <a:pt x="45" y="34"/>
                </a:lnTo>
                <a:lnTo>
                  <a:pt x="44" y="33"/>
                </a:lnTo>
                <a:lnTo>
                  <a:pt x="43" y="33"/>
                </a:lnTo>
                <a:lnTo>
                  <a:pt x="44" y="33"/>
                </a:lnTo>
                <a:lnTo>
                  <a:pt x="45" y="32"/>
                </a:lnTo>
                <a:lnTo>
                  <a:pt x="46" y="32"/>
                </a:lnTo>
                <a:lnTo>
                  <a:pt x="45" y="33"/>
                </a:lnTo>
                <a:lnTo>
                  <a:pt x="46" y="33"/>
                </a:lnTo>
                <a:lnTo>
                  <a:pt x="46" y="32"/>
                </a:lnTo>
                <a:lnTo>
                  <a:pt x="46" y="31"/>
                </a:lnTo>
                <a:lnTo>
                  <a:pt x="46" y="30"/>
                </a:lnTo>
                <a:lnTo>
                  <a:pt x="46" y="31"/>
                </a:lnTo>
                <a:lnTo>
                  <a:pt x="46" y="30"/>
                </a:lnTo>
                <a:lnTo>
                  <a:pt x="47" y="30"/>
                </a:lnTo>
                <a:lnTo>
                  <a:pt x="46" y="30"/>
                </a:lnTo>
                <a:lnTo>
                  <a:pt x="45" y="30"/>
                </a:lnTo>
                <a:lnTo>
                  <a:pt x="44" y="30"/>
                </a:lnTo>
                <a:lnTo>
                  <a:pt x="45" y="30"/>
                </a:lnTo>
                <a:lnTo>
                  <a:pt x="44" y="29"/>
                </a:lnTo>
                <a:lnTo>
                  <a:pt x="44" y="30"/>
                </a:lnTo>
                <a:lnTo>
                  <a:pt x="43" y="30"/>
                </a:lnTo>
                <a:lnTo>
                  <a:pt x="44" y="30"/>
                </a:lnTo>
                <a:lnTo>
                  <a:pt x="43" y="30"/>
                </a:lnTo>
                <a:lnTo>
                  <a:pt x="43" y="31"/>
                </a:lnTo>
                <a:lnTo>
                  <a:pt x="43" y="32"/>
                </a:lnTo>
                <a:lnTo>
                  <a:pt x="43" y="31"/>
                </a:lnTo>
                <a:lnTo>
                  <a:pt x="41" y="31"/>
                </a:lnTo>
                <a:lnTo>
                  <a:pt x="41" y="32"/>
                </a:lnTo>
                <a:lnTo>
                  <a:pt x="40" y="32"/>
                </a:lnTo>
                <a:lnTo>
                  <a:pt x="39" y="32"/>
                </a:lnTo>
                <a:lnTo>
                  <a:pt x="40" y="32"/>
                </a:lnTo>
                <a:lnTo>
                  <a:pt x="40" y="33"/>
                </a:lnTo>
                <a:lnTo>
                  <a:pt x="39" y="33"/>
                </a:lnTo>
                <a:lnTo>
                  <a:pt x="39" y="34"/>
                </a:lnTo>
                <a:lnTo>
                  <a:pt x="38" y="34"/>
                </a:lnTo>
                <a:lnTo>
                  <a:pt x="37" y="34"/>
                </a:lnTo>
                <a:lnTo>
                  <a:pt x="37" y="35"/>
                </a:lnTo>
                <a:lnTo>
                  <a:pt x="36" y="35"/>
                </a:lnTo>
                <a:lnTo>
                  <a:pt x="35" y="35"/>
                </a:lnTo>
                <a:lnTo>
                  <a:pt x="35" y="36"/>
                </a:lnTo>
                <a:lnTo>
                  <a:pt x="34" y="36"/>
                </a:lnTo>
                <a:lnTo>
                  <a:pt x="34" y="35"/>
                </a:lnTo>
                <a:lnTo>
                  <a:pt x="35" y="34"/>
                </a:lnTo>
                <a:lnTo>
                  <a:pt x="36" y="34"/>
                </a:lnTo>
                <a:lnTo>
                  <a:pt x="36" y="33"/>
                </a:lnTo>
                <a:lnTo>
                  <a:pt x="36" y="32"/>
                </a:lnTo>
                <a:lnTo>
                  <a:pt x="35" y="32"/>
                </a:lnTo>
                <a:lnTo>
                  <a:pt x="35" y="31"/>
                </a:lnTo>
                <a:lnTo>
                  <a:pt x="35" y="30"/>
                </a:lnTo>
                <a:lnTo>
                  <a:pt x="35" y="29"/>
                </a:lnTo>
                <a:lnTo>
                  <a:pt x="36" y="28"/>
                </a:lnTo>
                <a:lnTo>
                  <a:pt x="37" y="27"/>
                </a:lnTo>
                <a:lnTo>
                  <a:pt x="38" y="28"/>
                </a:lnTo>
                <a:lnTo>
                  <a:pt x="38" y="27"/>
                </a:lnTo>
                <a:lnTo>
                  <a:pt x="38" y="26"/>
                </a:lnTo>
                <a:lnTo>
                  <a:pt x="39" y="26"/>
                </a:lnTo>
                <a:lnTo>
                  <a:pt x="39" y="25"/>
                </a:lnTo>
                <a:lnTo>
                  <a:pt x="39" y="26"/>
                </a:lnTo>
                <a:lnTo>
                  <a:pt x="40" y="26"/>
                </a:lnTo>
                <a:lnTo>
                  <a:pt x="39" y="26"/>
                </a:lnTo>
                <a:lnTo>
                  <a:pt x="40" y="26"/>
                </a:lnTo>
                <a:lnTo>
                  <a:pt x="40" y="25"/>
                </a:lnTo>
                <a:lnTo>
                  <a:pt x="40" y="26"/>
                </a:lnTo>
                <a:lnTo>
                  <a:pt x="40" y="25"/>
                </a:lnTo>
                <a:lnTo>
                  <a:pt x="41" y="25"/>
                </a:lnTo>
                <a:lnTo>
                  <a:pt x="41" y="24"/>
                </a:lnTo>
                <a:lnTo>
                  <a:pt x="43" y="24"/>
                </a:lnTo>
                <a:lnTo>
                  <a:pt x="43" y="23"/>
                </a:lnTo>
                <a:lnTo>
                  <a:pt x="41" y="23"/>
                </a:lnTo>
                <a:lnTo>
                  <a:pt x="41" y="22"/>
                </a:lnTo>
                <a:lnTo>
                  <a:pt x="43" y="22"/>
                </a:lnTo>
                <a:lnTo>
                  <a:pt x="44" y="23"/>
                </a:lnTo>
                <a:lnTo>
                  <a:pt x="44" y="22"/>
                </a:lnTo>
                <a:lnTo>
                  <a:pt x="44" y="21"/>
                </a:lnTo>
                <a:lnTo>
                  <a:pt x="45" y="21"/>
                </a:lnTo>
                <a:lnTo>
                  <a:pt x="46" y="21"/>
                </a:lnTo>
                <a:lnTo>
                  <a:pt x="46" y="22"/>
                </a:lnTo>
                <a:lnTo>
                  <a:pt x="47" y="22"/>
                </a:lnTo>
                <a:lnTo>
                  <a:pt x="46" y="22"/>
                </a:lnTo>
                <a:lnTo>
                  <a:pt x="46" y="23"/>
                </a:lnTo>
                <a:lnTo>
                  <a:pt x="47" y="23"/>
                </a:lnTo>
                <a:lnTo>
                  <a:pt x="48" y="23"/>
                </a:lnTo>
                <a:lnTo>
                  <a:pt x="49" y="23"/>
                </a:lnTo>
                <a:lnTo>
                  <a:pt x="50" y="23"/>
                </a:lnTo>
                <a:lnTo>
                  <a:pt x="50" y="24"/>
                </a:lnTo>
                <a:lnTo>
                  <a:pt x="50" y="23"/>
                </a:lnTo>
                <a:lnTo>
                  <a:pt x="51" y="23"/>
                </a:lnTo>
                <a:lnTo>
                  <a:pt x="51" y="24"/>
                </a:lnTo>
                <a:lnTo>
                  <a:pt x="52" y="24"/>
                </a:lnTo>
                <a:lnTo>
                  <a:pt x="52" y="25"/>
                </a:lnTo>
                <a:lnTo>
                  <a:pt x="53" y="25"/>
                </a:lnTo>
                <a:lnTo>
                  <a:pt x="54" y="25"/>
                </a:lnTo>
                <a:lnTo>
                  <a:pt x="53" y="25"/>
                </a:lnTo>
                <a:lnTo>
                  <a:pt x="54" y="25"/>
                </a:lnTo>
                <a:lnTo>
                  <a:pt x="54" y="24"/>
                </a:lnTo>
                <a:lnTo>
                  <a:pt x="55" y="24"/>
                </a:lnTo>
                <a:lnTo>
                  <a:pt x="55" y="25"/>
                </a:lnTo>
                <a:lnTo>
                  <a:pt x="55" y="24"/>
                </a:lnTo>
                <a:lnTo>
                  <a:pt x="56" y="24"/>
                </a:lnTo>
                <a:lnTo>
                  <a:pt x="56" y="25"/>
                </a:lnTo>
                <a:lnTo>
                  <a:pt x="57" y="26"/>
                </a:lnTo>
                <a:lnTo>
                  <a:pt x="56" y="26"/>
                </a:lnTo>
                <a:lnTo>
                  <a:pt x="56" y="27"/>
                </a:lnTo>
                <a:lnTo>
                  <a:pt x="57" y="27"/>
                </a:lnTo>
                <a:lnTo>
                  <a:pt x="57" y="26"/>
                </a:lnTo>
                <a:lnTo>
                  <a:pt x="58" y="26"/>
                </a:lnTo>
                <a:lnTo>
                  <a:pt x="59" y="26"/>
                </a:lnTo>
                <a:lnTo>
                  <a:pt x="60" y="25"/>
                </a:lnTo>
                <a:lnTo>
                  <a:pt x="60" y="24"/>
                </a:lnTo>
                <a:lnTo>
                  <a:pt x="61" y="24"/>
                </a:lnTo>
                <a:lnTo>
                  <a:pt x="61" y="25"/>
                </a:lnTo>
                <a:lnTo>
                  <a:pt x="60" y="25"/>
                </a:lnTo>
                <a:lnTo>
                  <a:pt x="60" y="26"/>
                </a:lnTo>
                <a:lnTo>
                  <a:pt x="61" y="26"/>
                </a:lnTo>
                <a:lnTo>
                  <a:pt x="61" y="25"/>
                </a:lnTo>
                <a:lnTo>
                  <a:pt x="62" y="25"/>
                </a:lnTo>
                <a:lnTo>
                  <a:pt x="63" y="25"/>
                </a:lnTo>
                <a:lnTo>
                  <a:pt x="63" y="24"/>
                </a:lnTo>
                <a:lnTo>
                  <a:pt x="62" y="24"/>
                </a:lnTo>
                <a:lnTo>
                  <a:pt x="61" y="24"/>
                </a:lnTo>
                <a:lnTo>
                  <a:pt x="61" y="23"/>
                </a:lnTo>
                <a:lnTo>
                  <a:pt x="60" y="23"/>
                </a:lnTo>
                <a:lnTo>
                  <a:pt x="60" y="24"/>
                </a:lnTo>
                <a:lnTo>
                  <a:pt x="59" y="23"/>
                </a:lnTo>
                <a:lnTo>
                  <a:pt x="60" y="23"/>
                </a:lnTo>
                <a:lnTo>
                  <a:pt x="60" y="22"/>
                </a:lnTo>
                <a:lnTo>
                  <a:pt x="59" y="22"/>
                </a:lnTo>
                <a:lnTo>
                  <a:pt x="59" y="21"/>
                </a:lnTo>
                <a:lnTo>
                  <a:pt x="60" y="21"/>
                </a:lnTo>
                <a:lnTo>
                  <a:pt x="61" y="21"/>
                </a:lnTo>
                <a:lnTo>
                  <a:pt x="62" y="21"/>
                </a:lnTo>
                <a:lnTo>
                  <a:pt x="62" y="20"/>
                </a:lnTo>
                <a:lnTo>
                  <a:pt x="61" y="20"/>
                </a:lnTo>
                <a:lnTo>
                  <a:pt x="61" y="21"/>
                </a:lnTo>
                <a:lnTo>
                  <a:pt x="60" y="21"/>
                </a:lnTo>
                <a:lnTo>
                  <a:pt x="60" y="20"/>
                </a:lnTo>
                <a:lnTo>
                  <a:pt x="60" y="19"/>
                </a:lnTo>
                <a:lnTo>
                  <a:pt x="60" y="18"/>
                </a:lnTo>
                <a:lnTo>
                  <a:pt x="61" y="18"/>
                </a:lnTo>
                <a:lnTo>
                  <a:pt x="62" y="18"/>
                </a:lnTo>
                <a:lnTo>
                  <a:pt x="62" y="17"/>
                </a:lnTo>
                <a:lnTo>
                  <a:pt x="63" y="17"/>
                </a:lnTo>
                <a:lnTo>
                  <a:pt x="63" y="16"/>
                </a:lnTo>
                <a:lnTo>
                  <a:pt x="64" y="16"/>
                </a:lnTo>
                <a:lnTo>
                  <a:pt x="65" y="15"/>
                </a:lnTo>
                <a:lnTo>
                  <a:pt x="66" y="15"/>
                </a:lnTo>
                <a:lnTo>
                  <a:pt x="67" y="15"/>
                </a:lnTo>
                <a:lnTo>
                  <a:pt x="68" y="15"/>
                </a:lnTo>
                <a:lnTo>
                  <a:pt x="68" y="14"/>
                </a:lnTo>
                <a:lnTo>
                  <a:pt x="69" y="14"/>
                </a:lnTo>
                <a:lnTo>
                  <a:pt x="70" y="14"/>
                </a:lnTo>
                <a:lnTo>
                  <a:pt x="71" y="14"/>
                </a:lnTo>
                <a:lnTo>
                  <a:pt x="72" y="14"/>
                </a:lnTo>
                <a:lnTo>
                  <a:pt x="72" y="13"/>
                </a:lnTo>
                <a:lnTo>
                  <a:pt x="72" y="14"/>
                </a:lnTo>
                <a:lnTo>
                  <a:pt x="73" y="14"/>
                </a:lnTo>
                <a:lnTo>
                  <a:pt x="73" y="15"/>
                </a:lnTo>
                <a:lnTo>
                  <a:pt x="73" y="16"/>
                </a:lnTo>
                <a:lnTo>
                  <a:pt x="73" y="15"/>
                </a:lnTo>
                <a:lnTo>
                  <a:pt x="74" y="15"/>
                </a:lnTo>
                <a:lnTo>
                  <a:pt x="74" y="16"/>
                </a:lnTo>
                <a:lnTo>
                  <a:pt x="75" y="16"/>
                </a:lnTo>
                <a:lnTo>
                  <a:pt x="76" y="17"/>
                </a:lnTo>
                <a:lnTo>
                  <a:pt x="77" y="16"/>
                </a:lnTo>
                <a:lnTo>
                  <a:pt x="78" y="16"/>
                </a:lnTo>
                <a:lnTo>
                  <a:pt x="78" y="17"/>
                </a:lnTo>
                <a:lnTo>
                  <a:pt x="78" y="18"/>
                </a:lnTo>
                <a:lnTo>
                  <a:pt x="79" y="18"/>
                </a:lnTo>
                <a:lnTo>
                  <a:pt x="79" y="17"/>
                </a:lnTo>
                <a:lnTo>
                  <a:pt x="79" y="16"/>
                </a:lnTo>
                <a:lnTo>
                  <a:pt x="79" y="15"/>
                </a:lnTo>
                <a:lnTo>
                  <a:pt x="80" y="15"/>
                </a:lnTo>
                <a:lnTo>
                  <a:pt x="80" y="16"/>
                </a:lnTo>
                <a:lnTo>
                  <a:pt x="80" y="17"/>
                </a:lnTo>
                <a:lnTo>
                  <a:pt x="81" y="17"/>
                </a:lnTo>
                <a:lnTo>
                  <a:pt x="81" y="18"/>
                </a:lnTo>
                <a:lnTo>
                  <a:pt x="80" y="18"/>
                </a:lnTo>
                <a:lnTo>
                  <a:pt x="80" y="19"/>
                </a:lnTo>
                <a:lnTo>
                  <a:pt x="80" y="20"/>
                </a:lnTo>
                <a:lnTo>
                  <a:pt x="80" y="19"/>
                </a:lnTo>
                <a:lnTo>
                  <a:pt x="81" y="19"/>
                </a:lnTo>
                <a:lnTo>
                  <a:pt x="81" y="20"/>
                </a:lnTo>
                <a:lnTo>
                  <a:pt x="81" y="19"/>
                </a:lnTo>
                <a:lnTo>
                  <a:pt x="80" y="19"/>
                </a:lnTo>
                <a:lnTo>
                  <a:pt x="81" y="18"/>
                </a:lnTo>
                <a:lnTo>
                  <a:pt x="82" y="18"/>
                </a:lnTo>
                <a:lnTo>
                  <a:pt x="83" y="18"/>
                </a:lnTo>
                <a:lnTo>
                  <a:pt x="82" y="18"/>
                </a:lnTo>
                <a:lnTo>
                  <a:pt x="83" y="17"/>
                </a:lnTo>
                <a:lnTo>
                  <a:pt x="83" y="16"/>
                </a:lnTo>
                <a:lnTo>
                  <a:pt x="84" y="16"/>
                </a:lnTo>
                <a:lnTo>
                  <a:pt x="84" y="15"/>
                </a:lnTo>
                <a:lnTo>
                  <a:pt x="83" y="15"/>
                </a:lnTo>
                <a:lnTo>
                  <a:pt x="83" y="14"/>
                </a:lnTo>
                <a:lnTo>
                  <a:pt x="84" y="14"/>
                </a:lnTo>
                <a:lnTo>
                  <a:pt x="84" y="15"/>
                </a:lnTo>
                <a:lnTo>
                  <a:pt x="85" y="15"/>
                </a:lnTo>
                <a:lnTo>
                  <a:pt x="86" y="15"/>
                </a:lnTo>
                <a:lnTo>
                  <a:pt x="86" y="14"/>
                </a:lnTo>
                <a:lnTo>
                  <a:pt x="87" y="14"/>
                </a:lnTo>
                <a:lnTo>
                  <a:pt x="88" y="15"/>
                </a:lnTo>
                <a:lnTo>
                  <a:pt x="88" y="16"/>
                </a:lnTo>
                <a:lnTo>
                  <a:pt x="89" y="16"/>
                </a:lnTo>
                <a:lnTo>
                  <a:pt x="89" y="17"/>
                </a:lnTo>
                <a:lnTo>
                  <a:pt x="90" y="17"/>
                </a:lnTo>
                <a:lnTo>
                  <a:pt x="91" y="18"/>
                </a:lnTo>
                <a:lnTo>
                  <a:pt x="92" y="18"/>
                </a:lnTo>
                <a:lnTo>
                  <a:pt x="92" y="17"/>
                </a:lnTo>
                <a:lnTo>
                  <a:pt x="93" y="17"/>
                </a:lnTo>
                <a:lnTo>
                  <a:pt x="92" y="18"/>
                </a:lnTo>
                <a:lnTo>
                  <a:pt x="91" y="18"/>
                </a:lnTo>
                <a:lnTo>
                  <a:pt x="90" y="18"/>
                </a:lnTo>
                <a:lnTo>
                  <a:pt x="90" y="19"/>
                </a:lnTo>
                <a:lnTo>
                  <a:pt x="89" y="19"/>
                </a:lnTo>
                <a:lnTo>
                  <a:pt x="89" y="20"/>
                </a:lnTo>
                <a:lnTo>
                  <a:pt x="90" y="20"/>
                </a:lnTo>
                <a:lnTo>
                  <a:pt x="90" y="19"/>
                </a:lnTo>
                <a:lnTo>
                  <a:pt x="90" y="20"/>
                </a:lnTo>
                <a:lnTo>
                  <a:pt x="91" y="20"/>
                </a:lnTo>
                <a:lnTo>
                  <a:pt x="91" y="19"/>
                </a:lnTo>
                <a:lnTo>
                  <a:pt x="92" y="19"/>
                </a:lnTo>
                <a:lnTo>
                  <a:pt x="92" y="20"/>
                </a:lnTo>
                <a:lnTo>
                  <a:pt x="92" y="19"/>
                </a:lnTo>
                <a:lnTo>
                  <a:pt x="91" y="19"/>
                </a:lnTo>
                <a:lnTo>
                  <a:pt x="91" y="18"/>
                </a:lnTo>
                <a:lnTo>
                  <a:pt x="91" y="19"/>
                </a:lnTo>
                <a:lnTo>
                  <a:pt x="90" y="19"/>
                </a:lnTo>
                <a:lnTo>
                  <a:pt x="90" y="18"/>
                </a:lnTo>
                <a:lnTo>
                  <a:pt x="91" y="18"/>
                </a:lnTo>
                <a:lnTo>
                  <a:pt x="92" y="18"/>
                </a:lnTo>
                <a:lnTo>
                  <a:pt x="93" y="17"/>
                </a:lnTo>
                <a:lnTo>
                  <a:pt x="93" y="18"/>
                </a:lnTo>
                <a:lnTo>
                  <a:pt x="93" y="17"/>
                </a:lnTo>
                <a:lnTo>
                  <a:pt x="92" y="17"/>
                </a:lnTo>
                <a:lnTo>
                  <a:pt x="92" y="16"/>
                </a:lnTo>
                <a:lnTo>
                  <a:pt x="93" y="16"/>
                </a:lnTo>
                <a:lnTo>
                  <a:pt x="94" y="15"/>
                </a:lnTo>
                <a:lnTo>
                  <a:pt x="95" y="15"/>
                </a:lnTo>
                <a:lnTo>
                  <a:pt x="94" y="15"/>
                </a:lnTo>
                <a:lnTo>
                  <a:pt x="95" y="15"/>
                </a:lnTo>
                <a:lnTo>
                  <a:pt x="95" y="14"/>
                </a:lnTo>
                <a:lnTo>
                  <a:pt x="96" y="14"/>
                </a:lnTo>
                <a:lnTo>
                  <a:pt x="96" y="15"/>
                </a:lnTo>
                <a:lnTo>
                  <a:pt x="97" y="15"/>
                </a:lnTo>
                <a:lnTo>
                  <a:pt x="98" y="15"/>
                </a:lnTo>
                <a:lnTo>
                  <a:pt x="98" y="14"/>
                </a:lnTo>
                <a:lnTo>
                  <a:pt x="99" y="15"/>
                </a:lnTo>
                <a:lnTo>
                  <a:pt x="99" y="16"/>
                </a:lnTo>
                <a:lnTo>
                  <a:pt x="99" y="15"/>
                </a:lnTo>
                <a:lnTo>
                  <a:pt x="99" y="14"/>
                </a:lnTo>
                <a:lnTo>
                  <a:pt x="100" y="14"/>
                </a:lnTo>
                <a:lnTo>
                  <a:pt x="99" y="14"/>
                </a:lnTo>
                <a:lnTo>
                  <a:pt x="98" y="14"/>
                </a:lnTo>
                <a:lnTo>
                  <a:pt x="97" y="14"/>
                </a:lnTo>
                <a:lnTo>
                  <a:pt x="96" y="14"/>
                </a:lnTo>
                <a:lnTo>
                  <a:pt x="97" y="14"/>
                </a:lnTo>
                <a:lnTo>
                  <a:pt x="98" y="14"/>
                </a:lnTo>
                <a:lnTo>
                  <a:pt x="99" y="13"/>
                </a:lnTo>
                <a:lnTo>
                  <a:pt x="100" y="13"/>
                </a:lnTo>
                <a:lnTo>
                  <a:pt x="100" y="12"/>
                </a:lnTo>
                <a:lnTo>
                  <a:pt x="100" y="11"/>
                </a:lnTo>
                <a:lnTo>
                  <a:pt x="101" y="11"/>
                </a:lnTo>
                <a:lnTo>
                  <a:pt x="101" y="10"/>
                </a:lnTo>
                <a:lnTo>
                  <a:pt x="101" y="9"/>
                </a:lnTo>
                <a:lnTo>
                  <a:pt x="102" y="9"/>
                </a:lnTo>
                <a:lnTo>
                  <a:pt x="102" y="8"/>
                </a:lnTo>
                <a:lnTo>
                  <a:pt x="103" y="8"/>
                </a:lnTo>
                <a:lnTo>
                  <a:pt x="103" y="9"/>
                </a:lnTo>
                <a:lnTo>
                  <a:pt x="104" y="8"/>
                </a:lnTo>
                <a:lnTo>
                  <a:pt x="104" y="9"/>
                </a:lnTo>
                <a:lnTo>
                  <a:pt x="105" y="9"/>
                </a:lnTo>
                <a:lnTo>
                  <a:pt x="106" y="9"/>
                </a:lnTo>
                <a:lnTo>
                  <a:pt x="106" y="10"/>
                </a:lnTo>
                <a:lnTo>
                  <a:pt x="107" y="10"/>
                </a:lnTo>
                <a:lnTo>
                  <a:pt x="108" y="10"/>
                </a:lnTo>
                <a:lnTo>
                  <a:pt x="108" y="11"/>
                </a:lnTo>
                <a:lnTo>
                  <a:pt x="109" y="11"/>
                </a:lnTo>
                <a:lnTo>
                  <a:pt x="110" y="11"/>
                </a:lnTo>
                <a:lnTo>
                  <a:pt x="109" y="11"/>
                </a:lnTo>
                <a:lnTo>
                  <a:pt x="109" y="10"/>
                </a:lnTo>
                <a:lnTo>
                  <a:pt x="109" y="9"/>
                </a:lnTo>
                <a:lnTo>
                  <a:pt x="110" y="9"/>
                </a:lnTo>
                <a:lnTo>
                  <a:pt x="110" y="10"/>
                </a:lnTo>
                <a:lnTo>
                  <a:pt x="111" y="10"/>
                </a:lnTo>
                <a:lnTo>
                  <a:pt x="111" y="9"/>
                </a:lnTo>
                <a:lnTo>
                  <a:pt x="112" y="9"/>
                </a:lnTo>
                <a:lnTo>
                  <a:pt x="113" y="9"/>
                </a:lnTo>
                <a:lnTo>
                  <a:pt x="112" y="9"/>
                </a:lnTo>
                <a:lnTo>
                  <a:pt x="111" y="8"/>
                </a:lnTo>
                <a:lnTo>
                  <a:pt x="111" y="7"/>
                </a:lnTo>
                <a:lnTo>
                  <a:pt x="112" y="7"/>
                </a:lnTo>
                <a:lnTo>
                  <a:pt x="113" y="6"/>
                </a:lnTo>
                <a:lnTo>
                  <a:pt x="114" y="6"/>
                </a:lnTo>
                <a:lnTo>
                  <a:pt x="115" y="6"/>
                </a:lnTo>
                <a:lnTo>
                  <a:pt x="115" y="7"/>
                </a:lnTo>
                <a:lnTo>
                  <a:pt x="116" y="7"/>
                </a:lnTo>
                <a:lnTo>
                  <a:pt x="117" y="7"/>
                </a:lnTo>
                <a:lnTo>
                  <a:pt x="118" y="7"/>
                </a:lnTo>
                <a:lnTo>
                  <a:pt x="118" y="8"/>
                </a:lnTo>
                <a:lnTo>
                  <a:pt x="119" y="8"/>
                </a:lnTo>
                <a:lnTo>
                  <a:pt x="120" y="8"/>
                </a:lnTo>
                <a:lnTo>
                  <a:pt x="120" y="9"/>
                </a:lnTo>
                <a:lnTo>
                  <a:pt x="121" y="9"/>
                </a:lnTo>
                <a:lnTo>
                  <a:pt x="122" y="9"/>
                </a:lnTo>
                <a:lnTo>
                  <a:pt x="122" y="10"/>
                </a:lnTo>
                <a:lnTo>
                  <a:pt x="123" y="10"/>
                </a:lnTo>
                <a:lnTo>
                  <a:pt x="124" y="10"/>
                </a:lnTo>
                <a:lnTo>
                  <a:pt x="126" y="10"/>
                </a:lnTo>
                <a:lnTo>
                  <a:pt x="127" y="10"/>
                </a:lnTo>
                <a:lnTo>
                  <a:pt x="126" y="11"/>
                </a:lnTo>
                <a:lnTo>
                  <a:pt x="127" y="11"/>
                </a:lnTo>
                <a:lnTo>
                  <a:pt x="127" y="12"/>
                </a:lnTo>
                <a:lnTo>
                  <a:pt x="127" y="13"/>
                </a:lnTo>
                <a:lnTo>
                  <a:pt x="127" y="14"/>
                </a:lnTo>
                <a:lnTo>
                  <a:pt x="128" y="14"/>
                </a:lnTo>
                <a:lnTo>
                  <a:pt x="128" y="13"/>
                </a:lnTo>
                <a:lnTo>
                  <a:pt x="129" y="12"/>
                </a:lnTo>
                <a:lnTo>
                  <a:pt x="128" y="12"/>
                </a:lnTo>
                <a:lnTo>
                  <a:pt x="129" y="11"/>
                </a:lnTo>
                <a:lnTo>
                  <a:pt x="130" y="12"/>
                </a:lnTo>
                <a:lnTo>
                  <a:pt x="129" y="13"/>
                </a:lnTo>
                <a:lnTo>
                  <a:pt x="130" y="14"/>
                </a:lnTo>
                <a:lnTo>
                  <a:pt x="129" y="15"/>
                </a:lnTo>
                <a:lnTo>
                  <a:pt x="129" y="14"/>
                </a:lnTo>
                <a:lnTo>
                  <a:pt x="128" y="15"/>
                </a:lnTo>
                <a:lnTo>
                  <a:pt x="129" y="15"/>
                </a:lnTo>
                <a:lnTo>
                  <a:pt x="130" y="15"/>
                </a:lnTo>
                <a:lnTo>
                  <a:pt x="130" y="16"/>
                </a:lnTo>
                <a:lnTo>
                  <a:pt x="130" y="15"/>
                </a:lnTo>
                <a:lnTo>
                  <a:pt x="130" y="16"/>
                </a:lnTo>
                <a:lnTo>
                  <a:pt x="131" y="16"/>
                </a:lnTo>
                <a:lnTo>
                  <a:pt x="131" y="17"/>
                </a:lnTo>
                <a:lnTo>
                  <a:pt x="131" y="18"/>
                </a:lnTo>
                <a:lnTo>
                  <a:pt x="131" y="19"/>
                </a:lnTo>
                <a:lnTo>
                  <a:pt x="132" y="18"/>
                </a:lnTo>
                <a:lnTo>
                  <a:pt x="131" y="18"/>
                </a:lnTo>
                <a:lnTo>
                  <a:pt x="131" y="17"/>
                </a:lnTo>
                <a:lnTo>
                  <a:pt x="131" y="16"/>
                </a:lnTo>
                <a:lnTo>
                  <a:pt x="133" y="16"/>
                </a:lnTo>
                <a:lnTo>
                  <a:pt x="133" y="17"/>
                </a:lnTo>
                <a:lnTo>
                  <a:pt x="133" y="16"/>
                </a:lnTo>
                <a:lnTo>
                  <a:pt x="132" y="15"/>
                </a:lnTo>
                <a:lnTo>
                  <a:pt x="132" y="14"/>
                </a:lnTo>
                <a:lnTo>
                  <a:pt x="132" y="13"/>
                </a:lnTo>
                <a:lnTo>
                  <a:pt x="132" y="12"/>
                </a:lnTo>
                <a:lnTo>
                  <a:pt x="131" y="11"/>
                </a:lnTo>
                <a:lnTo>
                  <a:pt x="131" y="10"/>
                </a:lnTo>
                <a:lnTo>
                  <a:pt x="132" y="10"/>
                </a:lnTo>
                <a:lnTo>
                  <a:pt x="131" y="10"/>
                </a:lnTo>
                <a:lnTo>
                  <a:pt x="131" y="9"/>
                </a:lnTo>
                <a:lnTo>
                  <a:pt x="131" y="10"/>
                </a:lnTo>
                <a:lnTo>
                  <a:pt x="130" y="10"/>
                </a:lnTo>
                <a:lnTo>
                  <a:pt x="130" y="9"/>
                </a:lnTo>
                <a:lnTo>
                  <a:pt x="130" y="10"/>
                </a:lnTo>
                <a:lnTo>
                  <a:pt x="129" y="10"/>
                </a:lnTo>
                <a:lnTo>
                  <a:pt x="129" y="9"/>
                </a:lnTo>
                <a:lnTo>
                  <a:pt x="128" y="9"/>
                </a:lnTo>
                <a:lnTo>
                  <a:pt x="128" y="8"/>
                </a:lnTo>
                <a:lnTo>
                  <a:pt x="128" y="7"/>
                </a:lnTo>
                <a:lnTo>
                  <a:pt x="129" y="6"/>
                </a:lnTo>
                <a:lnTo>
                  <a:pt x="128" y="5"/>
                </a:lnTo>
                <a:lnTo>
                  <a:pt x="129" y="5"/>
                </a:lnTo>
                <a:lnTo>
                  <a:pt x="130" y="5"/>
                </a:lnTo>
                <a:lnTo>
                  <a:pt x="130" y="4"/>
                </a:lnTo>
                <a:lnTo>
                  <a:pt x="131" y="4"/>
                </a:lnTo>
                <a:lnTo>
                  <a:pt x="132" y="4"/>
                </a:lnTo>
                <a:lnTo>
                  <a:pt x="133" y="4"/>
                </a:lnTo>
                <a:lnTo>
                  <a:pt x="134" y="4"/>
                </a:lnTo>
                <a:lnTo>
                  <a:pt x="134" y="3"/>
                </a:lnTo>
                <a:lnTo>
                  <a:pt x="134" y="2"/>
                </a:lnTo>
                <a:lnTo>
                  <a:pt x="135" y="2"/>
                </a:lnTo>
                <a:lnTo>
                  <a:pt x="135" y="1"/>
                </a:lnTo>
                <a:lnTo>
                  <a:pt x="136" y="0"/>
                </a:lnTo>
                <a:lnTo>
                  <a:pt x="136" y="1"/>
                </a:lnTo>
                <a:lnTo>
                  <a:pt x="136" y="2"/>
                </a:lnTo>
                <a:lnTo>
                  <a:pt x="137" y="2"/>
                </a:lnTo>
                <a:lnTo>
                  <a:pt x="137" y="4"/>
                </a:lnTo>
                <a:lnTo>
                  <a:pt x="138" y="6"/>
                </a:lnTo>
                <a:lnTo>
                  <a:pt x="139" y="7"/>
                </a:lnTo>
                <a:lnTo>
                  <a:pt x="140" y="7"/>
                </a:lnTo>
                <a:close/>
              </a:path>
            </a:pathLst>
          </a:custGeom>
          <a:solidFill>
            <a:srgbClr val="EDB69E"/>
          </a:solidFill>
          <a:ln w="2520">
            <a:solidFill>
              <a:srgbClr val="FFFFFF"/>
            </a:solidFill>
            <a:round/>
          </a:ln>
        </p:spPr>
        <p:txBody>
          <a:bodyPr lIns="1080" tIns="1080" rIns="1080" bIns="108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285" name=""/>
          <p:cNvSpPr/>
          <p:nvPr/>
        </p:nvSpPr>
        <p:spPr>
          <a:xfrm>
            <a:off x="5441040" y="1670400"/>
            <a:ext cx="720" cy="720"/>
          </a:xfrm>
          <a:custGeom>
            <a:avLst/>
            <a:gdLst/>
            <a:ahLst/>
            <a:rect l="0" t="0" r="r" b="b"/>
            <a:pathLst>
              <a:path w="2" h="2">
                <a:moveTo>
                  <a:pt x="2" y="0"/>
                </a:moveTo>
                <a:lnTo>
                  <a:pt x="2" y="2"/>
                </a:lnTo>
                <a:lnTo>
                  <a:pt x="0" y="2"/>
                </a:lnTo>
                <a:lnTo>
                  <a:pt x="0" y="0"/>
                </a:lnTo>
                <a:lnTo>
                  <a:pt x="2" y="0"/>
                </a:lnTo>
                <a:close/>
              </a:path>
            </a:pathLst>
          </a:custGeom>
          <a:solidFill>
            <a:srgbClr val="EDB69E"/>
          </a:solidFill>
          <a:ln w="2520">
            <a:solidFill>
              <a:srgbClr val="FFFFFF"/>
            </a:solidFill>
            <a:round/>
          </a:ln>
        </p:spPr>
        <p:txBody>
          <a:bodyPr lIns="1080" tIns="-360" rIns="1080" bIns="-3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286" name=""/>
          <p:cNvSpPr/>
          <p:nvPr/>
        </p:nvSpPr>
        <p:spPr>
          <a:xfrm>
            <a:off x="5442480" y="1668600"/>
            <a:ext cx="0" cy="0"/>
          </a:xfrm>
          <a:custGeom>
            <a:avLst/>
            <a:gdLst/>
            <a:ahLst/>
            <a:rect l="0" t="0" r="r" b="b"/>
            <a:pathLst>
              <a:path w="0" h="0">
                <a:moveTo>
                  <a:pt x="0" y="0"/>
                </a:moveTo>
                <a:lnTo>
                  <a:pt x="0" y="0"/>
                </a:lnTo>
                <a:close/>
              </a:path>
            </a:pathLst>
          </a:custGeom>
          <a:solidFill>
            <a:srgbClr val="EDB69E"/>
          </a:solidFill>
          <a:ln w="2520">
            <a:solidFill>
              <a:srgbClr val="FFFFFF"/>
            </a:solidFill>
            <a:round/>
          </a:ln>
        </p:spPr>
        <p:txBody>
          <a:bodyPr lIns="1080" tIns="-1080" rIns="1080" bIns="-108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287" name=""/>
          <p:cNvSpPr/>
          <p:nvPr/>
        </p:nvSpPr>
        <p:spPr>
          <a:xfrm>
            <a:off x="5395320" y="1668240"/>
            <a:ext cx="0" cy="0"/>
          </a:xfrm>
          <a:custGeom>
            <a:avLst/>
            <a:gdLst/>
            <a:ahLst/>
            <a:rect l="0" t="0" r="r" b="b"/>
            <a:pathLst>
              <a:path w="0" h="0">
                <a:moveTo>
                  <a:pt x="0" y="0"/>
                </a:moveTo>
                <a:lnTo>
                  <a:pt x="0" y="0"/>
                </a:lnTo>
                <a:close/>
              </a:path>
            </a:pathLst>
          </a:custGeom>
          <a:solidFill>
            <a:srgbClr val="EDB69E"/>
          </a:solidFill>
          <a:ln w="2520">
            <a:solidFill>
              <a:srgbClr val="FFFFFF"/>
            </a:solidFill>
            <a:round/>
          </a:ln>
        </p:spPr>
        <p:txBody>
          <a:bodyPr lIns="1080" tIns="-1080" rIns="1080" bIns="-108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288" name=""/>
          <p:cNvSpPr/>
          <p:nvPr/>
        </p:nvSpPr>
        <p:spPr>
          <a:xfrm>
            <a:off x="5406840" y="1659240"/>
            <a:ext cx="1440" cy="720"/>
          </a:xfrm>
          <a:custGeom>
            <a:avLst/>
            <a:gdLst/>
            <a:ahLst/>
            <a:rect l="0" t="0" r="r" b="b"/>
            <a:pathLst>
              <a:path w="4" h="2">
                <a:moveTo>
                  <a:pt x="4" y="0"/>
                </a:moveTo>
                <a:lnTo>
                  <a:pt x="4" y="2"/>
                </a:lnTo>
                <a:lnTo>
                  <a:pt x="2" y="2"/>
                </a:lnTo>
                <a:lnTo>
                  <a:pt x="0" y="2"/>
                </a:lnTo>
                <a:lnTo>
                  <a:pt x="0" y="0"/>
                </a:lnTo>
                <a:lnTo>
                  <a:pt x="2" y="0"/>
                </a:lnTo>
                <a:lnTo>
                  <a:pt x="0" y="0"/>
                </a:lnTo>
                <a:lnTo>
                  <a:pt x="2" y="0"/>
                </a:lnTo>
                <a:lnTo>
                  <a:pt x="4" y="0"/>
                </a:lnTo>
                <a:close/>
              </a:path>
            </a:pathLst>
          </a:custGeom>
          <a:solidFill>
            <a:srgbClr val="EDB69E"/>
          </a:solidFill>
          <a:ln w="2520">
            <a:solidFill>
              <a:srgbClr val="FFFFFF"/>
            </a:solidFill>
            <a:round/>
          </a:ln>
        </p:spPr>
        <p:txBody>
          <a:bodyPr lIns="1080" tIns="-360" rIns="1080" bIns="-3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289" name=""/>
          <p:cNvSpPr/>
          <p:nvPr/>
        </p:nvSpPr>
        <p:spPr>
          <a:xfrm>
            <a:off x="5455080" y="1650960"/>
            <a:ext cx="360" cy="0"/>
          </a:xfrm>
          <a:custGeom>
            <a:avLst/>
            <a:gdLst/>
            <a:ahLst/>
            <a:rect l="0" t="0" r="r" b="b"/>
            <a:pathLst>
              <a:path w="1" h="0">
                <a:moveTo>
                  <a:pt x="1" y="0"/>
                </a:moveTo>
                <a:lnTo>
                  <a:pt x="0" y="0"/>
                </a:lnTo>
                <a:lnTo>
                  <a:pt x="1" y="0"/>
                </a:lnTo>
                <a:close/>
              </a:path>
            </a:pathLst>
          </a:custGeom>
          <a:solidFill>
            <a:srgbClr val="EDB69E"/>
          </a:solidFill>
          <a:ln w="2520">
            <a:solidFill>
              <a:srgbClr val="FFFFFF"/>
            </a:solidFill>
            <a:round/>
          </a:ln>
        </p:spPr>
        <p:txBody>
          <a:bodyPr lIns="1080" tIns="-1080" rIns="1080" bIns="-108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290" name=""/>
          <p:cNvSpPr/>
          <p:nvPr/>
        </p:nvSpPr>
        <p:spPr>
          <a:xfrm>
            <a:off x="5439960" y="1649160"/>
            <a:ext cx="0" cy="0"/>
          </a:xfrm>
          <a:custGeom>
            <a:avLst/>
            <a:gdLst/>
            <a:ahLst/>
            <a:rect l="0" t="0" r="r" b="b"/>
            <a:pathLst>
              <a:path w="0" h="0">
                <a:moveTo>
                  <a:pt x="0" y="0"/>
                </a:moveTo>
                <a:lnTo>
                  <a:pt x="0" y="0"/>
                </a:lnTo>
                <a:close/>
              </a:path>
            </a:pathLst>
          </a:custGeom>
          <a:solidFill>
            <a:srgbClr val="EDB69E"/>
          </a:solidFill>
          <a:ln w="2520">
            <a:solidFill>
              <a:srgbClr val="FFFFFF"/>
            </a:solidFill>
            <a:round/>
          </a:ln>
        </p:spPr>
        <p:txBody>
          <a:bodyPr lIns="1080" tIns="-1080" rIns="1080" bIns="-108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291" name=""/>
          <p:cNvSpPr/>
          <p:nvPr/>
        </p:nvSpPr>
        <p:spPr>
          <a:xfrm>
            <a:off x="5432040" y="1648080"/>
            <a:ext cx="360" cy="360"/>
          </a:xfrm>
          <a:custGeom>
            <a:avLst/>
            <a:gdLst/>
            <a:ahLst/>
            <a:rect l="0" t="0" r="r" b="b"/>
            <a:pathLst>
              <a:path w="1" h="1">
                <a:moveTo>
                  <a:pt x="0" y="0"/>
                </a:moveTo>
                <a:lnTo>
                  <a:pt x="0" y="1"/>
                </a:lnTo>
                <a:lnTo>
                  <a:pt x="1" y="1"/>
                </a:lnTo>
                <a:lnTo>
                  <a:pt x="0" y="1"/>
                </a:lnTo>
                <a:lnTo>
                  <a:pt x="0" y="0"/>
                </a:lnTo>
                <a:close/>
              </a:path>
            </a:pathLst>
          </a:custGeom>
          <a:solidFill>
            <a:srgbClr val="EDB69E"/>
          </a:solidFill>
          <a:ln w="2520">
            <a:solidFill>
              <a:srgbClr val="FFFFFF"/>
            </a:solidFill>
            <a:round/>
          </a:ln>
        </p:spPr>
        <p:txBody>
          <a:bodyPr lIns="1080" tIns="-720" rIns="1080" bIns="-7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292" name=""/>
          <p:cNvSpPr/>
          <p:nvPr/>
        </p:nvSpPr>
        <p:spPr>
          <a:xfrm>
            <a:off x="5486400" y="1749600"/>
            <a:ext cx="1800" cy="1800"/>
          </a:xfrm>
          <a:custGeom>
            <a:avLst/>
            <a:gdLst/>
            <a:ahLst/>
            <a:rect l="0" t="0" r="r" b="b"/>
            <a:pathLst>
              <a:path w="5" h="5">
                <a:moveTo>
                  <a:pt x="3" y="1"/>
                </a:moveTo>
                <a:lnTo>
                  <a:pt x="4" y="0"/>
                </a:lnTo>
                <a:lnTo>
                  <a:pt x="5" y="1"/>
                </a:lnTo>
                <a:lnTo>
                  <a:pt x="5" y="3"/>
                </a:lnTo>
                <a:lnTo>
                  <a:pt x="3" y="4"/>
                </a:lnTo>
                <a:lnTo>
                  <a:pt x="3" y="5"/>
                </a:lnTo>
                <a:lnTo>
                  <a:pt x="1" y="4"/>
                </a:lnTo>
                <a:lnTo>
                  <a:pt x="0" y="4"/>
                </a:lnTo>
                <a:lnTo>
                  <a:pt x="0" y="3"/>
                </a:lnTo>
                <a:lnTo>
                  <a:pt x="1" y="3"/>
                </a:lnTo>
                <a:lnTo>
                  <a:pt x="3" y="1"/>
                </a:lnTo>
                <a:close/>
              </a:path>
            </a:pathLst>
          </a:custGeom>
          <a:solidFill>
            <a:srgbClr val="EDB69E"/>
          </a:solidFill>
          <a:ln w="2520">
            <a:solidFill>
              <a:srgbClr val="FFFFFF"/>
            </a:solidFill>
            <a:round/>
          </a:ln>
        </p:spPr>
        <p:txBody>
          <a:bodyPr lIns="1080" tIns="720" rIns="1080" bIns="7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293" name=""/>
          <p:cNvSpPr/>
          <p:nvPr/>
        </p:nvSpPr>
        <p:spPr>
          <a:xfrm>
            <a:off x="5474880" y="1742400"/>
            <a:ext cx="2160" cy="1440"/>
          </a:xfrm>
          <a:custGeom>
            <a:avLst/>
            <a:gdLst/>
            <a:ahLst/>
            <a:rect l="0" t="0" r="r" b="b"/>
            <a:pathLst>
              <a:path w="6" h="4">
                <a:moveTo>
                  <a:pt x="0" y="3"/>
                </a:moveTo>
                <a:lnTo>
                  <a:pt x="0" y="2"/>
                </a:lnTo>
                <a:lnTo>
                  <a:pt x="2" y="2"/>
                </a:lnTo>
                <a:lnTo>
                  <a:pt x="3" y="2"/>
                </a:lnTo>
                <a:lnTo>
                  <a:pt x="4" y="0"/>
                </a:lnTo>
                <a:lnTo>
                  <a:pt x="6" y="0"/>
                </a:lnTo>
                <a:lnTo>
                  <a:pt x="6" y="2"/>
                </a:lnTo>
                <a:lnTo>
                  <a:pt x="6" y="3"/>
                </a:lnTo>
                <a:lnTo>
                  <a:pt x="4" y="3"/>
                </a:lnTo>
                <a:lnTo>
                  <a:pt x="4" y="4"/>
                </a:lnTo>
                <a:lnTo>
                  <a:pt x="2" y="4"/>
                </a:lnTo>
                <a:lnTo>
                  <a:pt x="1" y="4"/>
                </a:lnTo>
                <a:lnTo>
                  <a:pt x="0" y="4"/>
                </a:lnTo>
                <a:lnTo>
                  <a:pt x="0" y="3"/>
                </a:lnTo>
                <a:close/>
              </a:path>
            </a:pathLst>
          </a:custGeom>
          <a:solidFill>
            <a:srgbClr val="EDB69E"/>
          </a:solidFill>
          <a:ln w="2520">
            <a:solidFill>
              <a:srgbClr val="FFFFFF"/>
            </a:solidFill>
            <a:round/>
          </a:ln>
        </p:spPr>
        <p:txBody>
          <a:bodyPr lIns="1080" tIns="360" rIns="1080" bIns="3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294" name=""/>
          <p:cNvSpPr/>
          <p:nvPr/>
        </p:nvSpPr>
        <p:spPr>
          <a:xfrm>
            <a:off x="5469840" y="1738080"/>
            <a:ext cx="3960" cy="3240"/>
          </a:xfrm>
          <a:custGeom>
            <a:avLst/>
            <a:gdLst/>
            <a:ahLst/>
            <a:rect l="0" t="0" r="r" b="b"/>
            <a:pathLst>
              <a:path w="11" h="9">
                <a:moveTo>
                  <a:pt x="4" y="4"/>
                </a:moveTo>
                <a:lnTo>
                  <a:pt x="2" y="5"/>
                </a:lnTo>
                <a:lnTo>
                  <a:pt x="2" y="7"/>
                </a:lnTo>
                <a:lnTo>
                  <a:pt x="4" y="7"/>
                </a:lnTo>
                <a:lnTo>
                  <a:pt x="5" y="7"/>
                </a:lnTo>
                <a:lnTo>
                  <a:pt x="6" y="7"/>
                </a:lnTo>
                <a:lnTo>
                  <a:pt x="6" y="5"/>
                </a:lnTo>
                <a:lnTo>
                  <a:pt x="7" y="5"/>
                </a:lnTo>
                <a:lnTo>
                  <a:pt x="8" y="4"/>
                </a:lnTo>
                <a:lnTo>
                  <a:pt x="10" y="4"/>
                </a:lnTo>
                <a:lnTo>
                  <a:pt x="11" y="4"/>
                </a:lnTo>
                <a:lnTo>
                  <a:pt x="10" y="4"/>
                </a:lnTo>
                <a:lnTo>
                  <a:pt x="10" y="5"/>
                </a:lnTo>
                <a:lnTo>
                  <a:pt x="8" y="5"/>
                </a:lnTo>
                <a:lnTo>
                  <a:pt x="8" y="7"/>
                </a:lnTo>
                <a:lnTo>
                  <a:pt x="7" y="7"/>
                </a:lnTo>
                <a:lnTo>
                  <a:pt x="6" y="8"/>
                </a:lnTo>
                <a:lnTo>
                  <a:pt x="5" y="8"/>
                </a:lnTo>
                <a:lnTo>
                  <a:pt x="4" y="9"/>
                </a:lnTo>
                <a:lnTo>
                  <a:pt x="2" y="9"/>
                </a:lnTo>
                <a:lnTo>
                  <a:pt x="1" y="9"/>
                </a:lnTo>
                <a:lnTo>
                  <a:pt x="0" y="8"/>
                </a:lnTo>
                <a:lnTo>
                  <a:pt x="0" y="5"/>
                </a:lnTo>
                <a:lnTo>
                  <a:pt x="1" y="4"/>
                </a:lnTo>
                <a:lnTo>
                  <a:pt x="4" y="2"/>
                </a:lnTo>
                <a:lnTo>
                  <a:pt x="7" y="1"/>
                </a:lnTo>
                <a:lnTo>
                  <a:pt x="8" y="1"/>
                </a:lnTo>
                <a:lnTo>
                  <a:pt x="9" y="0"/>
                </a:lnTo>
                <a:lnTo>
                  <a:pt x="9" y="1"/>
                </a:lnTo>
                <a:lnTo>
                  <a:pt x="8" y="1"/>
                </a:lnTo>
                <a:lnTo>
                  <a:pt x="8" y="2"/>
                </a:lnTo>
                <a:lnTo>
                  <a:pt x="7" y="2"/>
                </a:lnTo>
                <a:lnTo>
                  <a:pt x="5" y="3"/>
                </a:lnTo>
                <a:lnTo>
                  <a:pt x="4" y="4"/>
                </a:lnTo>
                <a:close/>
              </a:path>
            </a:pathLst>
          </a:custGeom>
          <a:solidFill>
            <a:srgbClr val="EDB69E"/>
          </a:solidFill>
          <a:ln w="2520">
            <a:solidFill>
              <a:srgbClr val="FFFFFF"/>
            </a:solidFill>
            <a:round/>
          </a:ln>
        </p:spPr>
        <p:txBody>
          <a:bodyPr lIns="1080" tIns="1080" rIns="1080" bIns="108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295" name=""/>
          <p:cNvSpPr/>
          <p:nvPr/>
        </p:nvSpPr>
        <p:spPr>
          <a:xfrm>
            <a:off x="5473440" y="1739160"/>
            <a:ext cx="360" cy="360"/>
          </a:xfrm>
          <a:custGeom>
            <a:avLst/>
            <a:gdLst/>
            <a:ahLst/>
            <a:rect l="0" t="0" r="r" b="b"/>
            <a:pathLst>
              <a:path w="1" h="1">
                <a:moveTo>
                  <a:pt x="0" y="1"/>
                </a:moveTo>
                <a:lnTo>
                  <a:pt x="0" y="0"/>
                </a:lnTo>
                <a:lnTo>
                  <a:pt x="1" y="0"/>
                </a:lnTo>
                <a:lnTo>
                  <a:pt x="1" y="1"/>
                </a:lnTo>
                <a:lnTo>
                  <a:pt x="0" y="1"/>
                </a:lnTo>
                <a:close/>
              </a:path>
            </a:pathLst>
          </a:custGeom>
          <a:solidFill>
            <a:srgbClr val="EDB69E"/>
          </a:solidFill>
          <a:ln w="2520">
            <a:solidFill>
              <a:srgbClr val="FFFFFF"/>
            </a:solidFill>
            <a:round/>
          </a:ln>
        </p:spPr>
        <p:txBody>
          <a:bodyPr lIns="1080" tIns="-720" rIns="1080" bIns="-7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296" name=""/>
          <p:cNvSpPr/>
          <p:nvPr/>
        </p:nvSpPr>
        <p:spPr>
          <a:xfrm>
            <a:off x="5472720" y="1737720"/>
            <a:ext cx="3960" cy="2880"/>
          </a:xfrm>
          <a:custGeom>
            <a:avLst/>
            <a:gdLst/>
            <a:ahLst/>
            <a:rect l="0" t="0" r="r" b="b"/>
            <a:pathLst>
              <a:path w="11" h="8">
                <a:moveTo>
                  <a:pt x="7" y="8"/>
                </a:moveTo>
                <a:lnTo>
                  <a:pt x="6" y="8"/>
                </a:lnTo>
                <a:lnTo>
                  <a:pt x="5" y="6"/>
                </a:lnTo>
                <a:lnTo>
                  <a:pt x="3" y="6"/>
                </a:lnTo>
                <a:lnTo>
                  <a:pt x="5" y="6"/>
                </a:lnTo>
                <a:lnTo>
                  <a:pt x="6" y="6"/>
                </a:lnTo>
                <a:lnTo>
                  <a:pt x="7" y="5"/>
                </a:lnTo>
                <a:lnTo>
                  <a:pt x="8" y="5"/>
                </a:lnTo>
                <a:lnTo>
                  <a:pt x="9" y="4"/>
                </a:lnTo>
                <a:lnTo>
                  <a:pt x="9" y="3"/>
                </a:lnTo>
                <a:lnTo>
                  <a:pt x="8" y="3"/>
                </a:lnTo>
                <a:lnTo>
                  <a:pt x="8" y="2"/>
                </a:lnTo>
                <a:lnTo>
                  <a:pt x="7" y="2"/>
                </a:lnTo>
                <a:lnTo>
                  <a:pt x="6" y="3"/>
                </a:lnTo>
                <a:lnTo>
                  <a:pt x="3" y="3"/>
                </a:lnTo>
                <a:lnTo>
                  <a:pt x="2" y="3"/>
                </a:lnTo>
                <a:lnTo>
                  <a:pt x="1" y="3"/>
                </a:lnTo>
                <a:lnTo>
                  <a:pt x="0" y="3"/>
                </a:lnTo>
                <a:lnTo>
                  <a:pt x="0" y="2"/>
                </a:lnTo>
                <a:lnTo>
                  <a:pt x="3" y="2"/>
                </a:lnTo>
                <a:lnTo>
                  <a:pt x="5" y="2"/>
                </a:lnTo>
                <a:lnTo>
                  <a:pt x="6" y="2"/>
                </a:lnTo>
                <a:lnTo>
                  <a:pt x="8" y="0"/>
                </a:lnTo>
                <a:lnTo>
                  <a:pt x="9" y="0"/>
                </a:lnTo>
                <a:lnTo>
                  <a:pt x="10" y="2"/>
                </a:lnTo>
                <a:lnTo>
                  <a:pt x="11" y="3"/>
                </a:lnTo>
                <a:lnTo>
                  <a:pt x="10" y="4"/>
                </a:lnTo>
                <a:lnTo>
                  <a:pt x="9" y="5"/>
                </a:lnTo>
                <a:lnTo>
                  <a:pt x="8" y="6"/>
                </a:lnTo>
                <a:lnTo>
                  <a:pt x="7" y="8"/>
                </a:lnTo>
                <a:close/>
              </a:path>
            </a:pathLst>
          </a:custGeom>
          <a:solidFill>
            <a:srgbClr val="EDB69E"/>
          </a:solidFill>
          <a:ln w="2520">
            <a:solidFill>
              <a:srgbClr val="FFFFFF"/>
            </a:solidFill>
            <a:round/>
          </a:ln>
        </p:spPr>
        <p:txBody>
          <a:bodyPr lIns="1080" tIns="1080" rIns="1080" bIns="108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297" name=""/>
          <p:cNvSpPr/>
          <p:nvPr/>
        </p:nvSpPr>
        <p:spPr>
          <a:xfrm>
            <a:off x="5490000" y="1735200"/>
            <a:ext cx="4320" cy="2160"/>
          </a:xfrm>
          <a:custGeom>
            <a:avLst/>
            <a:gdLst/>
            <a:ahLst/>
            <a:rect l="0" t="0" r="r" b="b"/>
            <a:pathLst>
              <a:path w="12" h="6">
                <a:moveTo>
                  <a:pt x="5" y="4"/>
                </a:moveTo>
                <a:lnTo>
                  <a:pt x="4" y="5"/>
                </a:lnTo>
                <a:lnTo>
                  <a:pt x="3" y="6"/>
                </a:lnTo>
                <a:lnTo>
                  <a:pt x="0" y="6"/>
                </a:lnTo>
                <a:lnTo>
                  <a:pt x="0" y="5"/>
                </a:lnTo>
                <a:lnTo>
                  <a:pt x="0" y="4"/>
                </a:lnTo>
                <a:lnTo>
                  <a:pt x="1" y="4"/>
                </a:lnTo>
                <a:lnTo>
                  <a:pt x="3" y="4"/>
                </a:lnTo>
                <a:lnTo>
                  <a:pt x="4" y="3"/>
                </a:lnTo>
                <a:lnTo>
                  <a:pt x="6" y="3"/>
                </a:lnTo>
                <a:lnTo>
                  <a:pt x="7" y="1"/>
                </a:lnTo>
                <a:lnTo>
                  <a:pt x="9" y="1"/>
                </a:lnTo>
                <a:lnTo>
                  <a:pt x="10" y="0"/>
                </a:lnTo>
                <a:lnTo>
                  <a:pt x="11" y="0"/>
                </a:lnTo>
                <a:lnTo>
                  <a:pt x="11" y="1"/>
                </a:lnTo>
                <a:lnTo>
                  <a:pt x="12" y="3"/>
                </a:lnTo>
                <a:lnTo>
                  <a:pt x="11" y="4"/>
                </a:lnTo>
                <a:lnTo>
                  <a:pt x="7" y="4"/>
                </a:lnTo>
                <a:lnTo>
                  <a:pt x="5" y="4"/>
                </a:lnTo>
                <a:close/>
              </a:path>
            </a:pathLst>
          </a:custGeom>
          <a:solidFill>
            <a:srgbClr val="EDB69E"/>
          </a:solidFill>
          <a:ln w="2520">
            <a:solidFill>
              <a:srgbClr val="FFFFFF"/>
            </a:solidFill>
            <a:round/>
          </a:ln>
        </p:spPr>
        <p:txBody>
          <a:bodyPr lIns="1080" tIns="1080" rIns="1080" bIns="108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298" name=""/>
          <p:cNvSpPr/>
          <p:nvPr/>
        </p:nvSpPr>
        <p:spPr>
          <a:xfrm>
            <a:off x="5479920" y="1735200"/>
            <a:ext cx="2880" cy="1800"/>
          </a:xfrm>
          <a:custGeom>
            <a:avLst/>
            <a:gdLst/>
            <a:ahLst/>
            <a:rect l="0" t="0" r="r" b="b"/>
            <a:pathLst>
              <a:path w="8" h="5">
                <a:moveTo>
                  <a:pt x="0" y="4"/>
                </a:moveTo>
                <a:lnTo>
                  <a:pt x="0" y="2"/>
                </a:lnTo>
                <a:lnTo>
                  <a:pt x="1" y="2"/>
                </a:lnTo>
                <a:lnTo>
                  <a:pt x="1" y="1"/>
                </a:lnTo>
                <a:lnTo>
                  <a:pt x="2" y="1"/>
                </a:lnTo>
                <a:lnTo>
                  <a:pt x="3" y="0"/>
                </a:lnTo>
                <a:lnTo>
                  <a:pt x="4" y="0"/>
                </a:lnTo>
                <a:lnTo>
                  <a:pt x="5" y="0"/>
                </a:lnTo>
                <a:lnTo>
                  <a:pt x="6" y="0"/>
                </a:lnTo>
                <a:lnTo>
                  <a:pt x="8" y="1"/>
                </a:lnTo>
                <a:lnTo>
                  <a:pt x="8" y="2"/>
                </a:lnTo>
                <a:lnTo>
                  <a:pt x="6" y="4"/>
                </a:lnTo>
                <a:lnTo>
                  <a:pt x="5" y="4"/>
                </a:lnTo>
                <a:lnTo>
                  <a:pt x="4" y="4"/>
                </a:lnTo>
                <a:lnTo>
                  <a:pt x="2" y="5"/>
                </a:lnTo>
                <a:lnTo>
                  <a:pt x="1" y="5"/>
                </a:lnTo>
                <a:lnTo>
                  <a:pt x="0" y="4"/>
                </a:lnTo>
                <a:close/>
              </a:path>
            </a:pathLst>
          </a:custGeom>
          <a:solidFill>
            <a:srgbClr val="EDB69E"/>
          </a:solidFill>
          <a:ln w="2520">
            <a:solidFill>
              <a:srgbClr val="FFFFFF"/>
            </a:solidFill>
            <a:round/>
          </a:ln>
        </p:spPr>
        <p:txBody>
          <a:bodyPr lIns="1080" tIns="720" rIns="1080" bIns="7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299" name=""/>
          <p:cNvSpPr/>
          <p:nvPr/>
        </p:nvSpPr>
        <p:spPr>
          <a:xfrm>
            <a:off x="5472720" y="1733400"/>
            <a:ext cx="720" cy="360"/>
          </a:xfrm>
          <a:custGeom>
            <a:avLst/>
            <a:gdLst/>
            <a:ahLst/>
            <a:rect l="0" t="0" r="r" b="b"/>
            <a:pathLst>
              <a:path w="2" h="1">
                <a:moveTo>
                  <a:pt x="2" y="0"/>
                </a:moveTo>
                <a:lnTo>
                  <a:pt x="2" y="1"/>
                </a:lnTo>
                <a:lnTo>
                  <a:pt x="1" y="1"/>
                </a:lnTo>
                <a:lnTo>
                  <a:pt x="0" y="1"/>
                </a:lnTo>
                <a:lnTo>
                  <a:pt x="0" y="0"/>
                </a:lnTo>
                <a:lnTo>
                  <a:pt x="2" y="0"/>
                </a:lnTo>
                <a:close/>
              </a:path>
            </a:pathLst>
          </a:custGeom>
          <a:solidFill>
            <a:srgbClr val="EDB69E"/>
          </a:solidFill>
          <a:ln w="2520">
            <a:solidFill>
              <a:srgbClr val="FFFFFF"/>
            </a:solidFill>
            <a:round/>
          </a:ln>
        </p:spPr>
        <p:txBody>
          <a:bodyPr lIns="1080" tIns="-720" rIns="1080" bIns="-7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300" name=""/>
          <p:cNvSpPr/>
          <p:nvPr/>
        </p:nvSpPr>
        <p:spPr>
          <a:xfrm>
            <a:off x="5469480" y="1732680"/>
            <a:ext cx="1440" cy="2160"/>
          </a:xfrm>
          <a:custGeom>
            <a:avLst/>
            <a:gdLst/>
            <a:ahLst/>
            <a:rect l="0" t="0" r="r" b="b"/>
            <a:pathLst>
              <a:path w="4" h="6">
                <a:moveTo>
                  <a:pt x="2" y="4"/>
                </a:moveTo>
                <a:lnTo>
                  <a:pt x="0" y="3"/>
                </a:lnTo>
                <a:lnTo>
                  <a:pt x="2" y="2"/>
                </a:lnTo>
                <a:lnTo>
                  <a:pt x="2" y="0"/>
                </a:lnTo>
                <a:lnTo>
                  <a:pt x="3" y="2"/>
                </a:lnTo>
                <a:lnTo>
                  <a:pt x="4" y="3"/>
                </a:lnTo>
                <a:lnTo>
                  <a:pt x="4" y="4"/>
                </a:lnTo>
                <a:lnTo>
                  <a:pt x="4" y="6"/>
                </a:lnTo>
                <a:lnTo>
                  <a:pt x="3" y="6"/>
                </a:lnTo>
                <a:lnTo>
                  <a:pt x="2" y="6"/>
                </a:lnTo>
                <a:lnTo>
                  <a:pt x="2" y="4"/>
                </a:lnTo>
                <a:close/>
              </a:path>
            </a:pathLst>
          </a:custGeom>
          <a:solidFill>
            <a:srgbClr val="EDB69E"/>
          </a:solidFill>
          <a:ln w="2520">
            <a:solidFill>
              <a:srgbClr val="FFFFFF"/>
            </a:solidFill>
            <a:round/>
          </a:ln>
        </p:spPr>
        <p:txBody>
          <a:bodyPr lIns="1080" tIns="1080" rIns="1080" bIns="108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301" name=""/>
          <p:cNvSpPr/>
          <p:nvPr/>
        </p:nvSpPr>
        <p:spPr>
          <a:xfrm>
            <a:off x="5469840" y="1732320"/>
            <a:ext cx="360" cy="360"/>
          </a:xfrm>
          <a:custGeom>
            <a:avLst/>
            <a:gdLst/>
            <a:ahLst/>
            <a:rect l="0" t="0" r="r" b="b"/>
            <a:pathLst>
              <a:path w="1" h="1">
                <a:moveTo>
                  <a:pt x="0" y="0"/>
                </a:moveTo>
                <a:lnTo>
                  <a:pt x="1" y="0"/>
                </a:lnTo>
                <a:lnTo>
                  <a:pt x="1" y="1"/>
                </a:lnTo>
                <a:lnTo>
                  <a:pt x="0" y="1"/>
                </a:lnTo>
                <a:lnTo>
                  <a:pt x="0" y="0"/>
                </a:lnTo>
                <a:close/>
              </a:path>
            </a:pathLst>
          </a:custGeom>
          <a:solidFill>
            <a:srgbClr val="EDB69E"/>
          </a:solidFill>
          <a:ln w="2520">
            <a:solidFill>
              <a:srgbClr val="FFFFFF"/>
            </a:solidFill>
            <a:round/>
          </a:ln>
        </p:spPr>
        <p:txBody>
          <a:bodyPr lIns="1080" tIns="-720" rIns="1080" bIns="-7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302" name=""/>
          <p:cNvSpPr/>
          <p:nvPr/>
        </p:nvSpPr>
        <p:spPr>
          <a:xfrm>
            <a:off x="5473800" y="1731240"/>
            <a:ext cx="1440" cy="2520"/>
          </a:xfrm>
          <a:custGeom>
            <a:avLst/>
            <a:gdLst/>
            <a:ahLst/>
            <a:rect l="0" t="0" r="r" b="b"/>
            <a:pathLst>
              <a:path w="4" h="7">
                <a:moveTo>
                  <a:pt x="2" y="5"/>
                </a:moveTo>
                <a:lnTo>
                  <a:pt x="2" y="4"/>
                </a:lnTo>
                <a:lnTo>
                  <a:pt x="3" y="3"/>
                </a:lnTo>
                <a:lnTo>
                  <a:pt x="2" y="3"/>
                </a:lnTo>
                <a:lnTo>
                  <a:pt x="2" y="2"/>
                </a:lnTo>
                <a:lnTo>
                  <a:pt x="0" y="1"/>
                </a:lnTo>
                <a:lnTo>
                  <a:pt x="0" y="0"/>
                </a:lnTo>
                <a:lnTo>
                  <a:pt x="2" y="0"/>
                </a:lnTo>
                <a:lnTo>
                  <a:pt x="2" y="1"/>
                </a:lnTo>
                <a:lnTo>
                  <a:pt x="3" y="1"/>
                </a:lnTo>
                <a:lnTo>
                  <a:pt x="4" y="1"/>
                </a:lnTo>
                <a:lnTo>
                  <a:pt x="4" y="2"/>
                </a:lnTo>
                <a:lnTo>
                  <a:pt x="4" y="3"/>
                </a:lnTo>
                <a:lnTo>
                  <a:pt x="3" y="4"/>
                </a:lnTo>
                <a:lnTo>
                  <a:pt x="3" y="5"/>
                </a:lnTo>
                <a:lnTo>
                  <a:pt x="2" y="5"/>
                </a:lnTo>
                <a:lnTo>
                  <a:pt x="2" y="7"/>
                </a:lnTo>
                <a:lnTo>
                  <a:pt x="0" y="7"/>
                </a:lnTo>
                <a:lnTo>
                  <a:pt x="0" y="5"/>
                </a:lnTo>
                <a:lnTo>
                  <a:pt x="2" y="5"/>
                </a:lnTo>
                <a:close/>
              </a:path>
            </a:pathLst>
          </a:custGeom>
          <a:solidFill>
            <a:srgbClr val="EDB69E"/>
          </a:solidFill>
          <a:ln w="2520">
            <a:solidFill>
              <a:srgbClr val="FFFFFF"/>
            </a:solidFill>
            <a:round/>
          </a:ln>
        </p:spPr>
        <p:txBody>
          <a:bodyPr lIns="1080" tIns="1080" rIns="1080" bIns="108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303" name=""/>
          <p:cNvSpPr/>
          <p:nvPr/>
        </p:nvSpPr>
        <p:spPr>
          <a:xfrm>
            <a:off x="5470200" y="1731600"/>
            <a:ext cx="1080" cy="720"/>
          </a:xfrm>
          <a:custGeom>
            <a:avLst/>
            <a:gdLst/>
            <a:ahLst/>
            <a:rect l="0" t="0" r="r" b="b"/>
            <a:pathLst>
              <a:path w="3" h="2">
                <a:moveTo>
                  <a:pt x="0" y="0"/>
                </a:moveTo>
                <a:lnTo>
                  <a:pt x="1" y="0"/>
                </a:lnTo>
                <a:lnTo>
                  <a:pt x="3" y="0"/>
                </a:lnTo>
                <a:lnTo>
                  <a:pt x="1" y="2"/>
                </a:lnTo>
                <a:lnTo>
                  <a:pt x="0" y="2"/>
                </a:lnTo>
                <a:lnTo>
                  <a:pt x="0" y="0"/>
                </a:lnTo>
                <a:close/>
              </a:path>
            </a:pathLst>
          </a:custGeom>
          <a:solidFill>
            <a:srgbClr val="EDB69E"/>
          </a:solidFill>
          <a:ln w="2520">
            <a:solidFill>
              <a:srgbClr val="FFFFFF"/>
            </a:solidFill>
            <a:round/>
          </a:ln>
        </p:spPr>
        <p:txBody>
          <a:bodyPr lIns="1080" tIns="-360" rIns="1080" bIns="-3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304" name=""/>
          <p:cNvSpPr/>
          <p:nvPr/>
        </p:nvSpPr>
        <p:spPr>
          <a:xfrm>
            <a:off x="5473080" y="1731240"/>
            <a:ext cx="0" cy="360"/>
          </a:xfrm>
          <a:custGeom>
            <a:avLst/>
            <a:gdLst/>
            <a:ahLst/>
            <a:rect l="0" t="0" r="r" b="b"/>
            <a:pathLst>
              <a:path w="0" h="1">
                <a:moveTo>
                  <a:pt x="0" y="0"/>
                </a:moveTo>
                <a:lnTo>
                  <a:pt x="0" y="1"/>
                </a:lnTo>
                <a:lnTo>
                  <a:pt x="0" y="0"/>
                </a:lnTo>
                <a:close/>
              </a:path>
            </a:pathLst>
          </a:custGeom>
          <a:solidFill>
            <a:srgbClr val="EDB69E"/>
          </a:solidFill>
          <a:ln w="2520">
            <a:solidFill>
              <a:srgbClr val="FFFFFF"/>
            </a:solidFill>
            <a:round/>
          </a:ln>
        </p:spPr>
        <p:txBody>
          <a:bodyPr lIns="1080" tIns="-720" rIns="1080" bIns="-7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305" name=""/>
          <p:cNvSpPr/>
          <p:nvPr/>
        </p:nvSpPr>
        <p:spPr>
          <a:xfrm>
            <a:off x="5473080" y="1731240"/>
            <a:ext cx="0" cy="0"/>
          </a:xfrm>
          <a:custGeom>
            <a:avLst/>
            <a:gdLst/>
            <a:ahLst/>
            <a:rect l="0" t="0" r="r" b="b"/>
            <a:pathLst>
              <a:path w="0" h="0">
                <a:moveTo>
                  <a:pt x="0" y="0"/>
                </a:moveTo>
                <a:lnTo>
                  <a:pt x="0" y="0"/>
                </a:lnTo>
                <a:close/>
              </a:path>
            </a:pathLst>
          </a:custGeom>
          <a:solidFill>
            <a:srgbClr val="EDB69E"/>
          </a:solidFill>
          <a:ln w="2520">
            <a:solidFill>
              <a:srgbClr val="FFFFFF"/>
            </a:solidFill>
            <a:round/>
          </a:ln>
        </p:spPr>
        <p:txBody>
          <a:bodyPr lIns="1080" tIns="-1080" rIns="1080" bIns="-108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306" name=""/>
          <p:cNvSpPr/>
          <p:nvPr/>
        </p:nvSpPr>
        <p:spPr>
          <a:xfrm>
            <a:off x="5472360" y="1730880"/>
            <a:ext cx="0" cy="0"/>
          </a:xfrm>
          <a:custGeom>
            <a:avLst/>
            <a:gdLst/>
            <a:ahLst/>
            <a:rect l="0" t="0" r="r" b="b"/>
            <a:pathLst>
              <a:path w="0" h="0">
                <a:moveTo>
                  <a:pt x="0" y="0"/>
                </a:moveTo>
                <a:lnTo>
                  <a:pt x="0" y="0"/>
                </a:lnTo>
                <a:close/>
              </a:path>
            </a:pathLst>
          </a:custGeom>
          <a:solidFill>
            <a:srgbClr val="EDB69E"/>
          </a:solidFill>
          <a:ln w="2520">
            <a:solidFill>
              <a:srgbClr val="FFFFFF"/>
            </a:solidFill>
            <a:round/>
          </a:ln>
        </p:spPr>
        <p:txBody>
          <a:bodyPr lIns="1080" tIns="-1080" rIns="1080" bIns="-108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307" name=""/>
          <p:cNvSpPr/>
          <p:nvPr/>
        </p:nvSpPr>
        <p:spPr>
          <a:xfrm>
            <a:off x="5471640" y="1730520"/>
            <a:ext cx="1440" cy="1440"/>
          </a:xfrm>
          <a:custGeom>
            <a:avLst/>
            <a:gdLst/>
            <a:ahLst/>
            <a:rect l="0" t="0" r="r" b="b"/>
            <a:pathLst>
              <a:path w="4" h="4">
                <a:moveTo>
                  <a:pt x="0" y="2"/>
                </a:moveTo>
                <a:lnTo>
                  <a:pt x="2" y="0"/>
                </a:lnTo>
                <a:lnTo>
                  <a:pt x="4" y="0"/>
                </a:lnTo>
                <a:lnTo>
                  <a:pt x="4" y="2"/>
                </a:lnTo>
                <a:lnTo>
                  <a:pt x="2" y="2"/>
                </a:lnTo>
                <a:lnTo>
                  <a:pt x="2" y="4"/>
                </a:lnTo>
                <a:lnTo>
                  <a:pt x="0" y="4"/>
                </a:lnTo>
                <a:lnTo>
                  <a:pt x="0" y="2"/>
                </a:lnTo>
                <a:close/>
              </a:path>
            </a:pathLst>
          </a:custGeom>
          <a:solidFill>
            <a:srgbClr val="EDB69E"/>
          </a:solidFill>
          <a:ln w="2520">
            <a:solidFill>
              <a:srgbClr val="FFFFFF"/>
            </a:solidFill>
            <a:round/>
          </a:ln>
        </p:spPr>
        <p:txBody>
          <a:bodyPr lIns="1080" tIns="360" rIns="1080" bIns="3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308" name=""/>
          <p:cNvSpPr/>
          <p:nvPr/>
        </p:nvSpPr>
        <p:spPr>
          <a:xfrm>
            <a:off x="5472360" y="1730160"/>
            <a:ext cx="1440" cy="1080"/>
          </a:xfrm>
          <a:custGeom>
            <a:avLst/>
            <a:gdLst/>
            <a:ahLst/>
            <a:rect l="0" t="0" r="r" b="b"/>
            <a:pathLst>
              <a:path w="4" h="3">
                <a:moveTo>
                  <a:pt x="1" y="2"/>
                </a:moveTo>
                <a:lnTo>
                  <a:pt x="0" y="2"/>
                </a:lnTo>
                <a:lnTo>
                  <a:pt x="0" y="0"/>
                </a:lnTo>
                <a:lnTo>
                  <a:pt x="1" y="0"/>
                </a:lnTo>
                <a:lnTo>
                  <a:pt x="3" y="0"/>
                </a:lnTo>
                <a:lnTo>
                  <a:pt x="4" y="2"/>
                </a:lnTo>
                <a:lnTo>
                  <a:pt x="4" y="3"/>
                </a:lnTo>
                <a:lnTo>
                  <a:pt x="3" y="3"/>
                </a:lnTo>
                <a:lnTo>
                  <a:pt x="1" y="3"/>
                </a:lnTo>
                <a:lnTo>
                  <a:pt x="1" y="2"/>
                </a:lnTo>
                <a:close/>
              </a:path>
            </a:pathLst>
          </a:custGeom>
          <a:solidFill>
            <a:srgbClr val="EDB69E"/>
          </a:solidFill>
          <a:ln w="2520">
            <a:solidFill>
              <a:srgbClr val="FFFFFF"/>
            </a:solidFill>
            <a:round/>
          </a:ln>
        </p:spPr>
        <p:txBody>
          <a:bodyPr lIns="1080" tIns="0" rIns="108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309" name=""/>
          <p:cNvSpPr/>
          <p:nvPr/>
        </p:nvSpPr>
        <p:spPr>
          <a:xfrm>
            <a:off x="5484600" y="1724400"/>
            <a:ext cx="1800" cy="1800"/>
          </a:xfrm>
          <a:custGeom>
            <a:avLst/>
            <a:gdLst/>
            <a:ahLst/>
            <a:rect l="0" t="0" r="r" b="b"/>
            <a:pathLst>
              <a:path w="5" h="5">
                <a:moveTo>
                  <a:pt x="0" y="2"/>
                </a:moveTo>
                <a:lnTo>
                  <a:pt x="1" y="0"/>
                </a:lnTo>
                <a:lnTo>
                  <a:pt x="4" y="2"/>
                </a:lnTo>
                <a:lnTo>
                  <a:pt x="5" y="2"/>
                </a:lnTo>
                <a:lnTo>
                  <a:pt x="5" y="3"/>
                </a:lnTo>
                <a:lnTo>
                  <a:pt x="5" y="5"/>
                </a:lnTo>
                <a:lnTo>
                  <a:pt x="4" y="5"/>
                </a:lnTo>
                <a:lnTo>
                  <a:pt x="2" y="5"/>
                </a:lnTo>
                <a:lnTo>
                  <a:pt x="0" y="3"/>
                </a:lnTo>
                <a:lnTo>
                  <a:pt x="0" y="2"/>
                </a:lnTo>
                <a:close/>
              </a:path>
            </a:pathLst>
          </a:custGeom>
          <a:solidFill>
            <a:srgbClr val="EDB69E"/>
          </a:solidFill>
          <a:ln w="2520">
            <a:solidFill>
              <a:srgbClr val="FFFFFF"/>
            </a:solidFill>
            <a:round/>
          </a:ln>
        </p:spPr>
        <p:txBody>
          <a:bodyPr lIns="1080" tIns="720" rIns="1080" bIns="7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310" name=""/>
          <p:cNvSpPr/>
          <p:nvPr/>
        </p:nvSpPr>
        <p:spPr>
          <a:xfrm>
            <a:off x="5487840" y="1722960"/>
            <a:ext cx="1440" cy="1440"/>
          </a:xfrm>
          <a:custGeom>
            <a:avLst/>
            <a:gdLst/>
            <a:ahLst/>
            <a:rect l="0" t="0" r="r" b="b"/>
            <a:pathLst>
              <a:path w="4" h="4">
                <a:moveTo>
                  <a:pt x="2" y="0"/>
                </a:moveTo>
                <a:lnTo>
                  <a:pt x="4" y="2"/>
                </a:lnTo>
                <a:lnTo>
                  <a:pt x="2" y="2"/>
                </a:lnTo>
                <a:lnTo>
                  <a:pt x="2" y="4"/>
                </a:lnTo>
                <a:lnTo>
                  <a:pt x="0" y="4"/>
                </a:lnTo>
                <a:lnTo>
                  <a:pt x="0" y="2"/>
                </a:lnTo>
                <a:lnTo>
                  <a:pt x="2" y="2"/>
                </a:lnTo>
                <a:lnTo>
                  <a:pt x="2" y="0"/>
                </a:lnTo>
                <a:lnTo>
                  <a:pt x="2" y="2"/>
                </a:lnTo>
                <a:lnTo>
                  <a:pt x="2" y="0"/>
                </a:lnTo>
                <a:close/>
              </a:path>
            </a:pathLst>
          </a:custGeom>
          <a:solidFill>
            <a:srgbClr val="EDB69E"/>
          </a:solidFill>
          <a:ln w="2520">
            <a:solidFill>
              <a:srgbClr val="FFFFFF"/>
            </a:solidFill>
            <a:round/>
          </a:ln>
        </p:spPr>
        <p:txBody>
          <a:bodyPr lIns="1080" tIns="360" rIns="1080" bIns="3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311" name=""/>
          <p:cNvSpPr/>
          <p:nvPr/>
        </p:nvSpPr>
        <p:spPr>
          <a:xfrm>
            <a:off x="5486760" y="1720080"/>
            <a:ext cx="1800" cy="1800"/>
          </a:xfrm>
          <a:custGeom>
            <a:avLst/>
            <a:gdLst/>
            <a:ahLst/>
            <a:rect l="0" t="0" r="r" b="b"/>
            <a:pathLst>
              <a:path w="5" h="5">
                <a:moveTo>
                  <a:pt x="2" y="2"/>
                </a:moveTo>
                <a:lnTo>
                  <a:pt x="2" y="1"/>
                </a:lnTo>
                <a:lnTo>
                  <a:pt x="0" y="1"/>
                </a:lnTo>
                <a:lnTo>
                  <a:pt x="0" y="0"/>
                </a:lnTo>
                <a:lnTo>
                  <a:pt x="2" y="0"/>
                </a:lnTo>
                <a:lnTo>
                  <a:pt x="3" y="1"/>
                </a:lnTo>
                <a:lnTo>
                  <a:pt x="4" y="2"/>
                </a:lnTo>
                <a:lnTo>
                  <a:pt x="5" y="2"/>
                </a:lnTo>
                <a:lnTo>
                  <a:pt x="5" y="4"/>
                </a:lnTo>
                <a:lnTo>
                  <a:pt x="5" y="5"/>
                </a:lnTo>
                <a:lnTo>
                  <a:pt x="4" y="5"/>
                </a:lnTo>
                <a:lnTo>
                  <a:pt x="3" y="2"/>
                </a:lnTo>
                <a:lnTo>
                  <a:pt x="2" y="2"/>
                </a:lnTo>
                <a:close/>
              </a:path>
            </a:pathLst>
          </a:custGeom>
          <a:solidFill>
            <a:srgbClr val="EDB69E"/>
          </a:solidFill>
          <a:ln w="2520">
            <a:solidFill>
              <a:srgbClr val="FFFFFF"/>
            </a:solidFill>
            <a:round/>
          </a:ln>
        </p:spPr>
        <p:txBody>
          <a:bodyPr lIns="1080" tIns="720" rIns="1080" bIns="7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312" name=""/>
          <p:cNvSpPr/>
          <p:nvPr/>
        </p:nvSpPr>
        <p:spPr>
          <a:xfrm>
            <a:off x="5484240" y="1719720"/>
            <a:ext cx="2880" cy="1080"/>
          </a:xfrm>
          <a:custGeom>
            <a:avLst/>
            <a:gdLst/>
            <a:ahLst/>
            <a:rect l="0" t="0" r="r" b="b"/>
            <a:pathLst>
              <a:path w="8" h="3">
                <a:moveTo>
                  <a:pt x="4" y="3"/>
                </a:moveTo>
                <a:lnTo>
                  <a:pt x="2" y="3"/>
                </a:lnTo>
                <a:lnTo>
                  <a:pt x="1" y="3"/>
                </a:lnTo>
                <a:lnTo>
                  <a:pt x="0" y="3"/>
                </a:lnTo>
                <a:lnTo>
                  <a:pt x="0" y="1"/>
                </a:lnTo>
                <a:lnTo>
                  <a:pt x="1" y="0"/>
                </a:lnTo>
                <a:lnTo>
                  <a:pt x="2" y="0"/>
                </a:lnTo>
                <a:lnTo>
                  <a:pt x="4" y="0"/>
                </a:lnTo>
                <a:lnTo>
                  <a:pt x="5" y="0"/>
                </a:lnTo>
                <a:lnTo>
                  <a:pt x="6" y="0"/>
                </a:lnTo>
                <a:lnTo>
                  <a:pt x="7" y="0"/>
                </a:lnTo>
                <a:lnTo>
                  <a:pt x="7" y="1"/>
                </a:lnTo>
                <a:lnTo>
                  <a:pt x="8" y="1"/>
                </a:lnTo>
                <a:lnTo>
                  <a:pt x="7" y="1"/>
                </a:lnTo>
                <a:lnTo>
                  <a:pt x="6" y="3"/>
                </a:lnTo>
                <a:lnTo>
                  <a:pt x="5" y="3"/>
                </a:lnTo>
                <a:lnTo>
                  <a:pt x="4" y="3"/>
                </a:lnTo>
                <a:close/>
              </a:path>
            </a:pathLst>
          </a:custGeom>
          <a:solidFill>
            <a:srgbClr val="EDB69E"/>
          </a:solidFill>
          <a:ln w="2520">
            <a:solidFill>
              <a:srgbClr val="FFFFFF"/>
            </a:solidFill>
            <a:round/>
          </a:ln>
        </p:spPr>
        <p:txBody>
          <a:bodyPr lIns="1080" tIns="0" rIns="108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313" name=""/>
          <p:cNvSpPr/>
          <p:nvPr/>
        </p:nvSpPr>
        <p:spPr>
          <a:xfrm>
            <a:off x="5530320" y="1966680"/>
            <a:ext cx="0" cy="0"/>
          </a:xfrm>
          <a:custGeom>
            <a:avLst/>
            <a:gdLst/>
            <a:ahLst/>
            <a:rect l="0" t="0" r="r" b="b"/>
            <a:pathLst>
              <a:path w="0" h="0">
                <a:moveTo>
                  <a:pt x="0" y="0"/>
                </a:moveTo>
                <a:lnTo>
                  <a:pt x="0" y="0"/>
                </a:lnTo>
                <a:close/>
              </a:path>
            </a:pathLst>
          </a:custGeom>
          <a:solidFill>
            <a:srgbClr val="EDB69E"/>
          </a:solidFill>
          <a:ln w="2520">
            <a:solidFill>
              <a:srgbClr val="FFFFFF"/>
            </a:solidFill>
            <a:round/>
          </a:ln>
        </p:spPr>
        <p:txBody>
          <a:bodyPr lIns="1080" tIns="-1080" rIns="1080" bIns="-108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314" name=""/>
          <p:cNvSpPr/>
          <p:nvPr/>
        </p:nvSpPr>
        <p:spPr>
          <a:xfrm>
            <a:off x="5530680" y="1966320"/>
            <a:ext cx="360" cy="0"/>
          </a:xfrm>
          <a:custGeom>
            <a:avLst/>
            <a:gdLst/>
            <a:ahLst/>
            <a:rect l="0" t="0" r="r" b="b"/>
            <a:pathLst>
              <a:path w="1" h="0">
                <a:moveTo>
                  <a:pt x="0" y="0"/>
                </a:moveTo>
                <a:lnTo>
                  <a:pt x="1" y="0"/>
                </a:lnTo>
                <a:lnTo>
                  <a:pt x="0" y="0"/>
                </a:lnTo>
                <a:close/>
              </a:path>
            </a:pathLst>
          </a:custGeom>
          <a:solidFill>
            <a:srgbClr val="EDB69E"/>
          </a:solidFill>
          <a:ln w="2520">
            <a:solidFill>
              <a:srgbClr val="FFFFFF"/>
            </a:solidFill>
            <a:round/>
          </a:ln>
        </p:spPr>
        <p:txBody>
          <a:bodyPr lIns="1080" tIns="-1080" rIns="1080" bIns="-108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315" name=""/>
          <p:cNvSpPr/>
          <p:nvPr/>
        </p:nvSpPr>
        <p:spPr>
          <a:xfrm>
            <a:off x="5529960" y="1921320"/>
            <a:ext cx="0" cy="0"/>
          </a:xfrm>
          <a:custGeom>
            <a:avLst/>
            <a:gdLst/>
            <a:ahLst/>
            <a:rect l="0" t="0" r="r" b="b"/>
            <a:pathLst>
              <a:path w="0" h="0">
                <a:moveTo>
                  <a:pt x="0" y="0"/>
                </a:moveTo>
                <a:lnTo>
                  <a:pt x="0" y="0"/>
                </a:lnTo>
                <a:close/>
              </a:path>
            </a:pathLst>
          </a:custGeom>
          <a:solidFill>
            <a:srgbClr val="EDB69E"/>
          </a:solidFill>
          <a:ln w="2520">
            <a:solidFill>
              <a:srgbClr val="FFFFFF"/>
            </a:solidFill>
            <a:round/>
          </a:ln>
        </p:spPr>
        <p:txBody>
          <a:bodyPr lIns="1080" tIns="-1080" rIns="1080" bIns="-108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316" name=""/>
          <p:cNvSpPr/>
          <p:nvPr/>
        </p:nvSpPr>
        <p:spPr>
          <a:xfrm>
            <a:off x="5537880" y="1905120"/>
            <a:ext cx="0" cy="360"/>
          </a:xfrm>
          <a:custGeom>
            <a:avLst/>
            <a:gdLst/>
            <a:ahLst/>
            <a:rect l="0" t="0" r="r" b="b"/>
            <a:pathLst>
              <a:path w="0" h="1">
                <a:moveTo>
                  <a:pt x="0" y="0"/>
                </a:moveTo>
                <a:lnTo>
                  <a:pt x="0" y="1"/>
                </a:lnTo>
                <a:lnTo>
                  <a:pt x="0" y="0"/>
                </a:lnTo>
                <a:close/>
              </a:path>
            </a:pathLst>
          </a:custGeom>
          <a:solidFill>
            <a:srgbClr val="EDB69E"/>
          </a:solidFill>
          <a:ln w="2520">
            <a:solidFill>
              <a:srgbClr val="FFFFFF"/>
            </a:solidFill>
            <a:round/>
          </a:ln>
        </p:spPr>
        <p:txBody>
          <a:bodyPr lIns="1080" tIns="-720" rIns="1080" bIns="-7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317" name=""/>
          <p:cNvSpPr/>
          <p:nvPr/>
        </p:nvSpPr>
        <p:spPr>
          <a:xfrm>
            <a:off x="5552280" y="1871280"/>
            <a:ext cx="0" cy="0"/>
          </a:xfrm>
          <a:custGeom>
            <a:avLst/>
            <a:gdLst/>
            <a:ahLst/>
            <a:rect l="0" t="0" r="r" b="b"/>
            <a:pathLst>
              <a:path w="0" h="0">
                <a:moveTo>
                  <a:pt x="0" y="0"/>
                </a:moveTo>
                <a:lnTo>
                  <a:pt x="0" y="0"/>
                </a:lnTo>
                <a:close/>
              </a:path>
            </a:pathLst>
          </a:custGeom>
          <a:solidFill>
            <a:srgbClr val="EDB69E"/>
          </a:solidFill>
          <a:ln w="2520">
            <a:solidFill>
              <a:srgbClr val="FFFFFF"/>
            </a:solidFill>
            <a:round/>
          </a:ln>
        </p:spPr>
        <p:txBody>
          <a:bodyPr lIns="1080" tIns="-1080" rIns="1080" bIns="-108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318" name=""/>
          <p:cNvSpPr/>
          <p:nvPr/>
        </p:nvSpPr>
        <p:spPr>
          <a:xfrm>
            <a:off x="5548320" y="1855800"/>
            <a:ext cx="360" cy="0"/>
          </a:xfrm>
          <a:custGeom>
            <a:avLst/>
            <a:gdLst/>
            <a:ahLst/>
            <a:rect l="0" t="0" r="r" b="b"/>
            <a:pathLst>
              <a:path w="1" h="0">
                <a:moveTo>
                  <a:pt x="0" y="0"/>
                </a:moveTo>
                <a:lnTo>
                  <a:pt x="1" y="0"/>
                </a:lnTo>
                <a:lnTo>
                  <a:pt x="0" y="0"/>
                </a:lnTo>
                <a:close/>
              </a:path>
            </a:pathLst>
          </a:custGeom>
          <a:solidFill>
            <a:srgbClr val="EDB69E"/>
          </a:solidFill>
          <a:ln w="2520">
            <a:solidFill>
              <a:srgbClr val="FFFFFF"/>
            </a:solidFill>
            <a:round/>
          </a:ln>
        </p:spPr>
        <p:txBody>
          <a:bodyPr lIns="1080" tIns="-1080" rIns="1080" bIns="-108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319" name=""/>
          <p:cNvSpPr/>
          <p:nvPr/>
        </p:nvSpPr>
        <p:spPr>
          <a:xfrm>
            <a:off x="5625360" y="1750680"/>
            <a:ext cx="360" cy="360"/>
          </a:xfrm>
          <a:custGeom>
            <a:avLst/>
            <a:gdLst/>
            <a:ahLst/>
            <a:rect l="0" t="0" r="r" b="b"/>
            <a:pathLst>
              <a:path w="1" h="1">
                <a:moveTo>
                  <a:pt x="1" y="0"/>
                </a:moveTo>
                <a:lnTo>
                  <a:pt x="1" y="1"/>
                </a:lnTo>
                <a:lnTo>
                  <a:pt x="0" y="0"/>
                </a:lnTo>
                <a:lnTo>
                  <a:pt x="1" y="0"/>
                </a:lnTo>
                <a:close/>
              </a:path>
            </a:pathLst>
          </a:custGeom>
          <a:solidFill>
            <a:srgbClr val="EDB69E"/>
          </a:solidFill>
          <a:ln w="2520">
            <a:solidFill>
              <a:srgbClr val="FFFFFF"/>
            </a:solidFill>
            <a:round/>
          </a:ln>
        </p:spPr>
        <p:txBody>
          <a:bodyPr lIns="1080" tIns="-720" rIns="1080" bIns="-7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320" name=""/>
          <p:cNvSpPr/>
          <p:nvPr/>
        </p:nvSpPr>
        <p:spPr>
          <a:xfrm>
            <a:off x="5626440" y="1750680"/>
            <a:ext cx="0" cy="0"/>
          </a:xfrm>
          <a:custGeom>
            <a:avLst/>
            <a:gdLst/>
            <a:ahLst/>
            <a:rect l="0" t="0" r="r" b="b"/>
            <a:pathLst>
              <a:path w="0" h="0">
                <a:moveTo>
                  <a:pt x="0" y="0"/>
                </a:moveTo>
                <a:lnTo>
                  <a:pt x="0" y="0"/>
                </a:lnTo>
                <a:close/>
              </a:path>
            </a:pathLst>
          </a:custGeom>
          <a:solidFill>
            <a:srgbClr val="EDB69E"/>
          </a:solidFill>
          <a:ln w="2520">
            <a:solidFill>
              <a:srgbClr val="FFFFFF"/>
            </a:solidFill>
            <a:round/>
          </a:ln>
        </p:spPr>
        <p:txBody>
          <a:bodyPr lIns="1080" tIns="-1080" rIns="1080" bIns="-108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321" name=""/>
          <p:cNvSpPr/>
          <p:nvPr/>
        </p:nvSpPr>
        <p:spPr>
          <a:xfrm>
            <a:off x="5627520" y="1750680"/>
            <a:ext cx="0" cy="0"/>
          </a:xfrm>
          <a:custGeom>
            <a:avLst/>
            <a:gdLst/>
            <a:ahLst/>
            <a:rect l="0" t="0" r="r" b="b"/>
            <a:pathLst>
              <a:path w="0" h="0">
                <a:moveTo>
                  <a:pt x="0" y="0"/>
                </a:moveTo>
                <a:lnTo>
                  <a:pt x="0" y="0"/>
                </a:lnTo>
                <a:close/>
              </a:path>
            </a:pathLst>
          </a:custGeom>
          <a:solidFill>
            <a:srgbClr val="EDB69E"/>
          </a:solidFill>
          <a:ln w="2520">
            <a:solidFill>
              <a:srgbClr val="FFFFFF"/>
            </a:solidFill>
            <a:round/>
          </a:ln>
        </p:spPr>
        <p:txBody>
          <a:bodyPr lIns="1080" tIns="-1080" rIns="1080" bIns="-108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322" name=""/>
          <p:cNvSpPr/>
          <p:nvPr/>
        </p:nvSpPr>
        <p:spPr>
          <a:xfrm>
            <a:off x="5627880" y="1749960"/>
            <a:ext cx="360" cy="0"/>
          </a:xfrm>
          <a:custGeom>
            <a:avLst/>
            <a:gdLst/>
            <a:ahLst/>
            <a:rect l="0" t="0" r="r" b="b"/>
            <a:pathLst>
              <a:path w="1" h="0">
                <a:moveTo>
                  <a:pt x="1" y="0"/>
                </a:moveTo>
                <a:lnTo>
                  <a:pt x="0" y="0"/>
                </a:lnTo>
                <a:lnTo>
                  <a:pt x="1" y="0"/>
                </a:lnTo>
                <a:close/>
              </a:path>
            </a:pathLst>
          </a:custGeom>
          <a:solidFill>
            <a:srgbClr val="EDB69E"/>
          </a:solidFill>
          <a:ln w="2520">
            <a:solidFill>
              <a:srgbClr val="FFFFFF"/>
            </a:solidFill>
            <a:round/>
          </a:ln>
        </p:spPr>
        <p:txBody>
          <a:bodyPr lIns="1080" tIns="-1080" rIns="1080" bIns="-108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323" name=""/>
          <p:cNvSpPr/>
          <p:nvPr/>
        </p:nvSpPr>
        <p:spPr>
          <a:xfrm>
            <a:off x="5625360" y="1748520"/>
            <a:ext cx="0" cy="0"/>
          </a:xfrm>
          <a:custGeom>
            <a:avLst/>
            <a:gdLst/>
            <a:ahLst/>
            <a:rect l="0" t="0" r="r" b="b"/>
            <a:pathLst>
              <a:path w="0" h="0">
                <a:moveTo>
                  <a:pt x="0" y="0"/>
                </a:moveTo>
                <a:lnTo>
                  <a:pt x="0" y="0"/>
                </a:lnTo>
                <a:close/>
              </a:path>
            </a:pathLst>
          </a:custGeom>
          <a:solidFill>
            <a:srgbClr val="EDB69E"/>
          </a:solidFill>
          <a:ln w="2520">
            <a:solidFill>
              <a:srgbClr val="FFFFFF"/>
            </a:solidFill>
            <a:round/>
          </a:ln>
        </p:spPr>
        <p:txBody>
          <a:bodyPr lIns="1080" tIns="-1080" rIns="1080" bIns="-108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324" name=""/>
          <p:cNvSpPr/>
          <p:nvPr/>
        </p:nvSpPr>
        <p:spPr>
          <a:xfrm>
            <a:off x="5491800" y="1741320"/>
            <a:ext cx="4680" cy="2160"/>
          </a:xfrm>
          <a:custGeom>
            <a:avLst/>
            <a:gdLst/>
            <a:ahLst/>
            <a:rect l="0" t="0" r="r" b="b"/>
            <a:pathLst>
              <a:path w="13" h="6">
                <a:moveTo>
                  <a:pt x="13" y="3"/>
                </a:moveTo>
                <a:lnTo>
                  <a:pt x="12" y="4"/>
                </a:lnTo>
                <a:lnTo>
                  <a:pt x="11" y="4"/>
                </a:lnTo>
                <a:lnTo>
                  <a:pt x="10" y="5"/>
                </a:lnTo>
                <a:lnTo>
                  <a:pt x="6" y="5"/>
                </a:lnTo>
                <a:lnTo>
                  <a:pt x="3" y="6"/>
                </a:lnTo>
                <a:lnTo>
                  <a:pt x="1" y="6"/>
                </a:lnTo>
                <a:lnTo>
                  <a:pt x="1" y="5"/>
                </a:lnTo>
                <a:lnTo>
                  <a:pt x="0" y="5"/>
                </a:lnTo>
                <a:lnTo>
                  <a:pt x="0" y="4"/>
                </a:lnTo>
                <a:lnTo>
                  <a:pt x="1" y="3"/>
                </a:lnTo>
                <a:lnTo>
                  <a:pt x="2" y="3"/>
                </a:lnTo>
                <a:lnTo>
                  <a:pt x="3" y="3"/>
                </a:lnTo>
                <a:lnTo>
                  <a:pt x="6" y="2"/>
                </a:lnTo>
                <a:lnTo>
                  <a:pt x="7" y="0"/>
                </a:lnTo>
                <a:lnTo>
                  <a:pt x="9" y="0"/>
                </a:lnTo>
                <a:lnTo>
                  <a:pt x="10" y="0"/>
                </a:lnTo>
                <a:lnTo>
                  <a:pt x="11" y="0"/>
                </a:lnTo>
                <a:lnTo>
                  <a:pt x="12" y="0"/>
                </a:lnTo>
                <a:lnTo>
                  <a:pt x="13" y="0"/>
                </a:lnTo>
                <a:lnTo>
                  <a:pt x="13" y="2"/>
                </a:lnTo>
                <a:lnTo>
                  <a:pt x="13" y="3"/>
                </a:lnTo>
                <a:close/>
              </a:path>
            </a:pathLst>
          </a:custGeom>
          <a:solidFill>
            <a:srgbClr val="EDB69E"/>
          </a:solidFill>
          <a:ln w="2520">
            <a:solidFill>
              <a:srgbClr val="FFFFFF"/>
            </a:solidFill>
            <a:round/>
          </a:ln>
        </p:spPr>
        <p:txBody>
          <a:bodyPr lIns="1080" tIns="1080" rIns="1080" bIns="108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325" name=""/>
          <p:cNvSpPr/>
          <p:nvPr/>
        </p:nvSpPr>
        <p:spPr>
          <a:xfrm>
            <a:off x="5496840" y="1734120"/>
            <a:ext cx="1080" cy="1080"/>
          </a:xfrm>
          <a:custGeom>
            <a:avLst/>
            <a:gdLst/>
            <a:ahLst/>
            <a:rect l="0" t="0" r="r" b="b"/>
            <a:pathLst>
              <a:path w="3" h="3">
                <a:moveTo>
                  <a:pt x="1" y="0"/>
                </a:moveTo>
                <a:lnTo>
                  <a:pt x="3" y="0"/>
                </a:lnTo>
                <a:lnTo>
                  <a:pt x="3" y="1"/>
                </a:lnTo>
                <a:lnTo>
                  <a:pt x="3" y="3"/>
                </a:lnTo>
                <a:lnTo>
                  <a:pt x="1" y="3"/>
                </a:lnTo>
                <a:lnTo>
                  <a:pt x="0" y="3"/>
                </a:lnTo>
                <a:lnTo>
                  <a:pt x="0" y="1"/>
                </a:lnTo>
                <a:lnTo>
                  <a:pt x="1" y="0"/>
                </a:lnTo>
                <a:close/>
              </a:path>
            </a:pathLst>
          </a:custGeom>
          <a:solidFill>
            <a:srgbClr val="EDB69E"/>
          </a:solidFill>
          <a:ln w="2520">
            <a:solidFill>
              <a:srgbClr val="FFFFFF"/>
            </a:solidFill>
            <a:round/>
          </a:ln>
        </p:spPr>
        <p:txBody>
          <a:bodyPr lIns="1080" tIns="0" rIns="108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326" name=""/>
          <p:cNvSpPr/>
          <p:nvPr/>
        </p:nvSpPr>
        <p:spPr>
          <a:xfrm>
            <a:off x="5496120" y="1732680"/>
            <a:ext cx="1440" cy="1440"/>
          </a:xfrm>
          <a:custGeom>
            <a:avLst/>
            <a:gdLst/>
            <a:ahLst/>
            <a:rect l="0" t="0" r="r" b="b"/>
            <a:pathLst>
              <a:path w="4" h="4">
                <a:moveTo>
                  <a:pt x="1" y="0"/>
                </a:moveTo>
                <a:lnTo>
                  <a:pt x="3" y="0"/>
                </a:lnTo>
                <a:lnTo>
                  <a:pt x="4" y="0"/>
                </a:lnTo>
                <a:lnTo>
                  <a:pt x="4" y="2"/>
                </a:lnTo>
                <a:lnTo>
                  <a:pt x="4" y="3"/>
                </a:lnTo>
                <a:lnTo>
                  <a:pt x="3" y="4"/>
                </a:lnTo>
                <a:lnTo>
                  <a:pt x="1" y="4"/>
                </a:lnTo>
                <a:lnTo>
                  <a:pt x="0" y="3"/>
                </a:lnTo>
                <a:lnTo>
                  <a:pt x="0" y="2"/>
                </a:lnTo>
                <a:lnTo>
                  <a:pt x="1" y="0"/>
                </a:lnTo>
                <a:close/>
              </a:path>
            </a:pathLst>
          </a:custGeom>
          <a:solidFill>
            <a:srgbClr val="EDB69E"/>
          </a:solidFill>
          <a:ln w="2520">
            <a:solidFill>
              <a:srgbClr val="FFFFFF"/>
            </a:solidFill>
            <a:round/>
          </a:ln>
        </p:spPr>
        <p:txBody>
          <a:bodyPr lIns="1080" tIns="360" rIns="1080" bIns="3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327" name=""/>
          <p:cNvSpPr/>
          <p:nvPr/>
        </p:nvSpPr>
        <p:spPr>
          <a:xfrm>
            <a:off x="5492520" y="1730160"/>
            <a:ext cx="2520" cy="2160"/>
          </a:xfrm>
          <a:custGeom>
            <a:avLst/>
            <a:gdLst/>
            <a:ahLst/>
            <a:rect l="0" t="0" r="r" b="b"/>
            <a:pathLst>
              <a:path w="7" h="6">
                <a:moveTo>
                  <a:pt x="0" y="4"/>
                </a:moveTo>
                <a:lnTo>
                  <a:pt x="1" y="3"/>
                </a:lnTo>
                <a:lnTo>
                  <a:pt x="2" y="3"/>
                </a:lnTo>
                <a:lnTo>
                  <a:pt x="3" y="1"/>
                </a:lnTo>
                <a:lnTo>
                  <a:pt x="5" y="0"/>
                </a:lnTo>
                <a:lnTo>
                  <a:pt x="6" y="0"/>
                </a:lnTo>
                <a:lnTo>
                  <a:pt x="7" y="0"/>
                </a:lnTo>
                <a:lnTo>
                  <a:pt x="6" y="1"/>
                </a:lnTo>
                <a:lnTo>
                  <a:pt x="5" y="3"/>
                </a:lnTo>
                <a:lnTo>
                  <a:pt x="2" y="4"/>
                </a:lnTo>
                <a:lnTo>
                  <a:pt x="1" y="5"/>
                </a:lnTo>
                <a:lnTo>
                  <a:pt x="1" y="6"/>
                </a:lnTo>
                <a:lnTo>
                  <a:pt x="0" y="6"/>
                </a:lnTo>
                <a:lnTo>
                  <a:pt x="0" y="5"/>
                </a:lnTo>
                <a:lnTo>
                  <a:pt x="0" y="4"/>
                </a:lnTo>
                <a:close/>
              </a:path>
            </a:pathLst>
          </a:custGeom>
          <a:solidFill>
            <a:srgbClr val="EDB69E"/>
          </a:solidFill>
          <a:ln w="2520">
            <a:solidFill>
              <a:srgbClr val="FFFFFF"/>
            </a:solidFill>
            <a:round/>
          </a:ln>
        </p:spPr>
        <p:txBody>
          <a:bodyPr lIns="1080" tIns="1080" rIns="1080" bIns="108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328" name=""/>
          <p:cNvSpPr/>
          <p:nvPr/>
        </p:nvSpPr>
        <p:spPr>
          <a:xfrm>
            <a:off x="5495760" y="1729080"/>
            <a:ext cx="360" cy="0"/>
          </a:xfrm>
          <a:custGeom>
            <a:avLst/>
            <a:gdLst/>
            <a:ahLst/>
            <a:rect l="0" t="0" r="r" b="b"/>
            <a:pathLst>
              <a:path w="1" h="0">
                <a:moveTo>
                  <a:pt x="0" y="0"/>
                </a:moveTo>
                <a:lnTo>
                  <a:pt x="1" y="0"/>
                </a:lnTo>
                <a:lnTo>
                  <a:pt x="0" y="0"/>
                </a:lnTo>
                <a:close/>
              </a:path>
            </a:pathLst>
          </a:custGeom>
          <a:solidFill>
            <a:srgbClr val="EDB69E"/>
          </a:solidFill>
          <a:ln w="2520">
            <a:solidFill>
              <a:srgbClr val="FFFFFF"/>
            </a:solidFill>
            <a:round/>
          </a:ln>
        </p:spPr>
        <p:txBody>
          <a:bodyPr lIns="1080" tIns="-1080" rIns="1080" bIns="-108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329" name=""/>
          <p:cNvSpPr/>
          <p:nvPr/>
        </p:nvSpPr>
        <p:spPr>
          <a:xfrm>
            <a:off x="5497560" y="1726200"/>
            <a:ext cx="1080" cy="1440"/>
          </a:xfrm>
          <a:custGeom>
            <a:avLst/>
            <a:gdLst/>
            <a:ahLst/>
            <a:rect l="0" t="0" r="r" b="b"/>
            <a:pathLst>
              <a:path w="3" h="4">
                <a:moveTo>
                  <a:pt x="0" y="2"/>
                </a:moveTo>
                <a:lnTo>
                  <a:pt x="1" y="0"/>
                </a:lnTo>
                <a:lnTo>
                  <a:pt x="3" y="2"/>
                </a:lnTo>
                <a:lnTo>
                  <a:pt x="3" y="4"/>
                </a:lnTo>
                <a:lnTo>
                  <a:pt x="1" y="4"/>
                </a:lnTo>
                <a:lnTo>
                  <a:pt x="0" y="4"/>
                </a:lnTo>
                <a:lnTo>
                  <a:pt x="0" y="2"/>
                </a:lnTo>
                <a:close/>
              </a:path>
            </a:pathLst>
          </a:custGeom>
          <a:solidFill>
            <a:srgbClr val="EDB69E"/>
          </a:solidFill>
          <a:ln w="2520">
            <a:solidFill>
              <a:srgbClr val="FFFFFF"/>
            </a:solidFill>
            <a:round/>
          </a:ln>
        </p:spPr>
        <p:txBody>
          <a:bodyPr lIns="1080" tIns="360" rIns="1080" bIns="3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330" name=""/>
          <p:cNvSpPr/>
          <p:nvPr/>
        </p:nvSpPr>
        <p:spPr>
          <a:xfrm>
            <a:off x="5596200" y="1724040"/>
            <a:ext cx="1800" cy="2160"/>
          </a:xfrm>
          <a:custGeom>
            <a:avLst/>
            <a:gdLst/>
            <a:ahLst/>
            <a:rect l="0" t="0" r="r" b="b"/>
            <a:pathLst>
              <a:path w="5" h="6">
                <a:moveTo>
                  <a:pt x="3" y="0"/>
                </a:moveTo>
                <a:lnTo>
                  <a:pt x="4" y="0"/>
                </a:lnTo>
                <a:lnTo>
                  <a:pt x="5" y="1"/>
                </a:lnTo>
                <a:lnTo>
                  <a:pt x="5" y="2"/>
                </a:lnTo>
                <a:lnTo>
                  <a:pt x="5" y="3"/>
                </a:lnTo>
                <a:lnTo>
                  <a:pt x="4" y="6"/>
                </a:lnTo>
                <a:lnTo>
                  <a:pt x="3" y="6"/>
                </a:lnTo>
                <a:lnTo>
                  <a:pt x="0" y="5"/>
                </a:lnTo>
                <a:lnTo>
                  <a:pt x="0" y="3"/>
                </a:lnTo>
                <a:lnTo>
                  <a:pt x="0" y="2"/>
                </a:lnTo>
                <a:lnTo>
                  <a:pt x="0" y="1"/>
                </a:lnTo>
                <a:lnTo>
                  <a:pt x="3" y="0"/>
                </a:lnTo>
                <a:close/>
              </a:path>
            </a:pathLst>
          </a:custGeom>
          <a:solidFill>
            <a:srgbClr val="EDB69E"/>
          </a:solidFill>
          <a:ln w="2520">
            <a:solidFill>
              <a:srgbClr val="FFFFFF"/>
            </a:solidFill>
            <a:round/>
          </a:ln>
        </p:spPr>
        <p:txBody>
          <a:bodyPr lIns="1080" tIns="1080" rIns="1080" bIns="108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331" name=""/>
          <p:cNvSpPr/>
          <p:nvPr/>
        </p:nvSpPr>
        <p:spPr>
          <a:xfrm>
            <a:off x="5501160" y="1723320"/>
            <a:ext cx="1080" cy="1440"/>
          </a:xfrm>
          <a:custGeom>
            <a:avLst/>
            <a:gdLst/>
            <a:ahLst/>
            <a:rect l="0" t="0" r="r" b="b"/>
            <a:pathLst>
              <a:path w="3" h="4">
                <a:moveTo>
                  <a:pt x="1" y="1"/>
                </a:moveTo>
                <a:lnTo>
                  <a:pt x="1" y="0"/>
                </a:lnTo>
                <a:lnTo>
                  <a:pt x="3" y="0"/>
                </a:lnTo>
                <a:lnTo>
                  <a:pt x="3" y="1"/>
                </a:lnTo>
                <a:lnTo>
                  <a:pt x="3" y="3"/>
                </a:lnTo>
                <a:lnTo>
                  <a:pt x="1" y="4"/>
                </a:lnTo>
                <a:lnTo>
                  <a:pt x="0" y="4"/>
                </a:lnTo>
                <a:lnTo>
                  <a:pt x="0" y="3"/>
                </a:lnTo>
                <a:lnTo>
                  <a:pt x="0" y="1"/>
                </a:lnTo>
                <a:lnTo>
                  <a:pt x="1" y="1"/>
                </a:lnTo>
                <a:close/>
              </a:path>
            </a:pathLst>
          </a:custGeom>
          <a:solidFill>
            <a:srgbClr val="EDB69E"/>
          </a:solidFill>
          <a:ln w="2520">
            <a:solidFill>
              <a:srgbClr val="FFFFFF"/>
            </a:solidFill>
            <a:round/>
          </a:ln>
        </p:spPr>
        <p:txBody>
          <a:bodyPr lIns="1080" tIns="360" rIns="1080" bIns="3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332" name=""/>
          <p:cNvSpPr/>
          <p:nvPr/>
        </p:nvSpPr>
        <p:spPr>
          <a:xfrm>
            <a:off x="5518800" y="1662480"/>
            <a:ext cx="3240" cy="2160"/>
          </a:xfrm>
          <a:custGeom>
            <a:avLst/>
            <a:gdLst/>
            <a:ahLst/>
            <a:rect l="0" t="0" r="r" b="b"/>
            <a:pathLst>
              <a:path w="9" h="6">
                <a:moveTo>
                  <a:pt x="0" y="1"/>
                </a:moveTo>
                <a:lnTo>
                  <a:pt x="1" y="0"/>
                </a:lnTo>
                <a:lnTo>
                  <a:pt x="4" y="0"/>
                </a:lnTo>
                <a:lnTo>
                  <a:pt x="6" y="0"/>
                </a:lnTo>
                <a:lnTo>
                  <a:pt x="7" y="0"/>
                </a:lnTo>
                <a:lnTo>
                  <a:pt x="9" y="0"/>
                </a:lnTo>
                <a:lnTo>
                  <a:pt x="9" y="2"/>
                </a:lnTo>
                <a:lnTo>
                  <a:pt x="9" y="3"/>
                </a:lnTo>
                <a:lnTo>
                  <a:pt x="9" y="4"/>
                </a:lnTo>
                <a:lnTo>
                  <a:pt x="7" y="6"/>
                </a:lnTo>
                <a:lnTo>
                  <a:pt x="6" y="6"/>
                </a:lnTo>
                <a:lnTo>
                  <a:pt x="5" y="6"/>
                </a:lnTo>
                <a:lnTo>
                  <a:pt x="3" y="6"/>
                </a:lnTo>
                <a:lnTo>
                  <a:pt x="1" y="6"/>
                </a:lnTo>
                <a:lnTo>
                  <a:pt x="0" y="3"/>
                </a:lnTo>
                <a:lnTo>
                  <a:pt x="0" y="1"/>
                </a:lnTo>
                <a:close/>
              </a:path>
            </a:pathLst>
          </a:custGeom>
          <a:solidFill>
            <a:srgbClr val="EDB69E"/>
          </a:solidFill>
          <a:ln w="2520">
            <a:solidFill>
              <a:srgbClr val="FFFFFF"/>
            </a:solidFill>
            <a:round/>
          </a:ln>
        </p:spPr>
        <p:txBody>
          <a:bodyPr lIns="1080" tIns="1080" rIns="1080" bIns="108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333" name=""/>
          <p:cNvSpPr/>
          <p:nvPr/>
        </p:nvSpPr>
        <p:spPr>
          <a:xfrm>
            <a:off x="5498640" y="1657080"/>
            <a:ext cx="1800" cy="1800"/>
          </a:xfrm>
          <a:custGeom>
            <a:avLst/>
            <a:gdLst/>
            <a:ahLst/>
            <a:rect l="0" t="0" r="r" b="b"/>
            <a:pathLst>
              <a:path w="5" h="5">
                <a:moveTo>
                  <a:pt x="0" y="1"/>
                </a:moveTo>
                <a:lnTo>
                  <a:pt x="0" y="0"/>
                </a:lnTo>
                <a:lnTo>
                  <a:pt x="1" y="0"/>
                </a:lnTo>
                <a:lnTo>
                  <a:pt x="2" y="0"/>
                </a:lnTo>
                <a:lnTo>
                  <a:pt x="3" y="0"/>
                </a:lnTo>
                <a:lnTo>
                  <a:pt x="3" y="1"/>
                </a:lnTo>
                <a:lnTo>
                  <a:pt x="5" y="1"/>
                </a:lnTo>
                <a:lnTo>
                  <a:pt x="5" y="2"/>
                </a:lnTo>
                <a:lnTo>
                  <a:pt x="5" y="4"/>
                </a:lnTo>
                <a:lnTo>
                  <a:pt x="3" y="5"/>
                </a:lnTo>
                <a:lnTo>
                  <a:pt x="2" y="5"/>
                </a:lnTo>
                <a:lnTo>
                  <a:pt x="1" y="5"/>
                </a:lnTo>
                <a:lnTo>
                  <a:pt x="0" y="5"/>
                </a:lnTo>
                <a:lnTo>
                  <a:pt x="0" y="4"/>
                </a:lnTo>
                <a:lnTo>
                  <a:pt x="0" y="2"/>
                </a:lnTo>
                <a:lnTo>
                  <a:pt x="0" y="1"/>
                </a:lnTo>
                <a:close/>
              </a:path>
            </a:pathLst>
          </a:custGeom>
          <a:solidFill>
            <a:srgbClr val="EDB69E"/>
          </a:solidFill>
          <a:ln w="2520">
            <a:solidFill>
              <a:srgbClr val="FFFFFF"/>
            </a:solidFill>
            <a:round/>
          </a:ln>
        </p:spPr>
        <p:txBody>
          <a:bodyPr lIns="1080" tIns="720" rIns="1080" bIns="7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334" name=""/>
          <p:cNvSpPr/>
          <p:nvPr/>
        </p:nvSpPr>
        <p:spPr>
          <a:xfrm>
            <a:off x="5514840" y="1590840"/>
            <a:ext cx="360" cy="360"/>
          </a:xfrm>
          <a:custGeom>
            <a:avLst/>
            <a:gdLst/>
            <a:ahLst/>
            <a:rect l="0" t="0" r="r" b="b"/>
            <a:pathLst>
              <a:path w="1" h="1">
                <a:moveTo>
                  <a:pt x="0" y="1"/>
                </a:moveTo>
                <a:lnTo>
                  <a:pt x="0" y="0"/>
                </a:lnTo>
                <a:lnTo>
                  <a:pt x="1" y="0"/>
                </a:lnTo>
                <a:lnTo>
                  <a:pt x="1" y="1"/>
                </a:lnTo>
                <a:lnTo>
                  <a:pt x="0" y="1"/>
                </a:lnTo>
                <a:close/>
              </a:path>
            </a:pathLst>
          </a:custGeom>
          <a:solidFill>
            <a:srgbClr val="C2C2BF"/>
          </a:solidFill>
          <a:ln w="2520">
            <a:solidFill>
              <a:srgbClr val="FFFFFF"/>
            </a:solidFill>
            <a:round/>
          </a:ln>
        </p:spPr>
        <p:txBody>
          <a:bodyPr lIns="1080" tIns="-720" rIns="1080" bIns="-7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335" name=""/>
          <p:cNvSpPr/>
          <p:nvPr/>
        </p:nvSpPr>
        <p:spPr>
          <a:xfrm>
            <a:off x="5514840" y="1590480"/>
            <a:ext cx="360" cy="360"/>
          </a:xfrm>
          <a:custGeom>
            <a:avLst/>
            <a:gdLst/>
            <a:ahLst/>
            <a:rect l="0" t="0" r="r" b="b"/>
            <a:pathLst>
              <a:path w="1" h="1">
                <a:moveTo>
                  <a:pt x="0" y="0"/>
                </a:moveTo>
                <a:lnTo>
                  <a:pt x="1" y="0"/>
                </a:lnTo>
                <a:lnTo>
                  <a:pt x="0" y="1"/>
                </a:lnTo>
                <a:lnTo>
                  <a:pt x="0" y="0"/>
                </a:lnTo>
                <a:close/>
              </a:path>
            </a:pathLst>
          </a:custGeom>
          <a:solidFill>
            <a:srgbClr val="C2C2BF"/>
          </a:solidFill>
          <a:ln w="2520">
            <a:solidFill>
              <a:srgbClr val="FFFFFF"/>
            </a:solidFill>
            <a:round/>
          </a:ln>
        </p:spPr>
        <p:txBody>
          <a:bodyPr lIns="1080" tIns="-720" rIns="1080" bIns="-7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336" name=""/>
          <p:cNvSpPr/>
          <p:nvPr/>
        </p:nvSpPr>
        <p:spPr>
          <a:xfrm>
            <a:off x="5516640" y="1590120"/>
            <a:ext cx="360" cy="0"/>
          </a:xfrm>
          <a:custGeom>
            <a:avLst/>
            <a:gdLst/>
            <a:ahLst/>
            <a:rect l="0" t="0" r="r" b="b"/>
            <a:pathLst>
              <a:path w="1" h="0">
                <a:moveTo>
                  <a:pt x="0" y="0"/>
                </a:moveTo>
                <a:lnTo>
                  <a:pt x="1" y="0"/>
                </a:lnTo>
                <a:lnTo>
                  <a:pt x="0" y="0"/>
                </a:lnTo>
                <a:close/>
              </a:path>
            </a:pathLst>
          </a:custGeom>
          <a:solidFill>
            <a:srgbClr val="C2C2BF"/>
          </a:solidFill>
          <a:ln w="2520">
            <a:solidFill>
              <a:srgbClr val="FFFFFF"/>
            </a:solidFill>
            <a:round/>
          </a:ln>
        </p:spPr>
        <p:txBody>
          <a:bodyPr lIns="1080" tIns="-1080" rIns="1080" bIns="-108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337" name=""/>
          <p:cNvSpPr/>
          <p:nvPr/>
        </p:nvSpPr>
        <p:spPr>
          <a:xfrm>
            <a:off x="5522760" y="1589760"/>
            <a:ext cx="360" cy="360"/>
          </a:xfrm>
          <a:custGeom>
            <a:avLst/>
            <a:gdLst/>
            <a:ahLst/>
            <a:rect l="0" t="0" r="r" b="b"/>
            <a:pathLst>
              <a:path w="1" h="1">
                <a:moveTo>
                  <a:pt x="1" y="0"/>
                </a:moveTo>
                <a:lnTo>
                  <a:pt x="0" y="0"/>
                </a:lnTo>
                <a:lnTo>
                  <a:pt x="0" y="1"/>
                </a:lnTo>
                <a:lnTo>
                  <a:pt x="0" y="0"/>
                </a:lnTo>
                <a:lnTo>
                  <a:pt x="1" y="0"/>
                </a:lnTo>
                <a:close/>
              </a:path>
            </a:pathLst>
          </a:custGeom>
          <a:solidFill>
            <a:srgbClr val="C2C2BF"/>
          </a:solidFill>
          <a:ln w="2520">
            <a:solidFill>
              <a:srgbClr val="FFFFFF"/>
            </a:solidFill>
            <a:round/>
          </a:ln>
        </p:spPr>
        <p:txBody>
          <a:bodyPr lIns="1080" tIns="-720" rIns="1080" bIns="-7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338" name=""/>
          <p:cNvSpPr/>
          <p:nvPr/>
        </p:nvSpPr>
        <p:spPr>
          <a:xfrm>
            <a:off x="5517360" y="1589400"/>
            <a:ext cx="1440" cy="1440"/>
          </a:xfrm>
          <a:custGeom>
            <a:avLst/>
            <a:gdLst/>
            <a:ahLst/>
            <a:rect l="0" t="0" r="r" b="b"/>
            <a:pathLst>
              <a:path w="4" h="4">
                <a:moveTo>
                  <a:pt x="2" y="0"/>
                </a:moveTo>
                <a:lnTo>
                  <a:pt x="2" y="2"/>
                </a:lnTo>
                <a:lnTo>
                  <a:pt x="4" y="2"/>
                </a:lnTo>
                <a:lnTo>
                  <a:pt x="2" y="2"/>
                </a:lnTo>
                <a:lnTo>
                  <a:pt x="2" y="4"/>
                </a:lnTo>
                <a:lnTo>
                  <a:pt x="0" y="4"/>
                </a:lnTo>
                <a:lnTo>
                  <a:pt x="0" y="2"/>
                </a:lnTo>
                <a:lnTo>
                  <a:pt x="2" y="2"/>
                </a:lnTo>
                <a:lnTo>
                  <a:pt x="0" y="0"/>
                </a:lnTo>
                <a:lnTo>
                  <a:pt x="2" y="0"/>
                </a:lnTo>
                <a:close/>
              </a:path>
            </a:pathLst>
          </a:custGeom>
          <a:solidFill>
            <a:srgbClr val="C2C2BF"/>
          </a:solidFill>
          <a:ln w="2520">
            <a:solidFill>
              <a:srgbClr val="FFFFFF"/>
            </a:solidFill>
            <a:round/>
          </a:ln>
        </p:spPr>
        <p:txBody>
          <a:bodyPr lIns="1080" tIns="360" rIns="1080" bIns="3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339" name=""/>
          <p:cNvSpPr/>
          <p:nvPr/>
        </p:nvSpPr>
        <p:spPr>
          <a:xfrm>
            <a:off x="5519520" y="1588680"/>
            <a:ext cx="1440" cy="1800"/>
          </a:xfrm>
          <a:custGeom>
            <a:avLst/>
            <a:gdLst/>
            <a:ahLst/>
            <a:rect l="0" t="0" r="r" b="b"/>
            <a:pathLst>
              <a:path w="4" h="5">
                <a:moveTo>
                  <a:pt x="1" y="2"/>
                </a:moveTo>
                <a:lnTo>
                  <a:pt x="1" y="3"/>
                </a:lnTo>
                <a:lnTo>
                  <a:pt x="1" y="2"/>
                </a:lnTo>
                <a:lnTo>
                  <a:pt x="2" y="2"/>
                </a:lnTo>
                <a:lnTo>
                  <a:pt x="2" y="3"/>
                </a:lnTo>
                <a:lnTo>
                  <a:pt x="1" y="3"/>
                </a:lnTo>
                <a:lnTo>
                  <a:pt x="1" y="4"/>
                </a:lnTo>
                <a:lnTo>
                  <a:pt x="1" y="3"/>
                </a:lnTo>
                <a:lnTo>
                  <a:pt x="2" y="3"/>
                </a:lnTo>
                <a:lnTo>
                  <a:pt x="4" y="3"/>
                </a:lnTo>
                <a:lnTo>
                  <a:pt x="2" y="3"/>
                </a:lnTo>
                <a:lnTo>
                  <a:pt x="2" y="4"/>
                </a:lnTo>
                <a:lnTo>
                  <a:pt x="4" y="5"/>
                </a:lnTo>
                <a:lnTo>
                  <a:pt x="2" y="5"/>
                </a:lnTo>
                <a:lnTo>
                  <a:pt x="2" y="4"/>
                </a:lnTo>
                <a:lnTo>
                  <a:pt x="2" y="5"/>
                </a:lnTo>
                <a:lnTo>
                  <a:pt x="1" y="5"/>
                </a:lnTo>
                <a:lnTo>
                  <a:pt x="0" y="5"/>
                </a:lnTo>
                <a:lnTo>
                  <a:pt x="1" y="5"/>
                </a:lnTo>
                <a:lnTo>
                  <a:pt x="1" y="4"/>
                </a:lnTo>
                <a:lnTo>
                  <a:pt x="1" y="3"/>
                </a:lnTo>
                <a:lnTo>
                  <a:pt x="0" y="2"/>
                </a:lnTo>
                <a:lnTo>
                  <a:pt x="0" y="3"/>
                </a:lnTo>
                <a:lnTo>
                  <a:pt x="0" y="2"/>
                </a:lnTo>
                <a:lnTo>
                  <a:pt x="0" y="0"/>
                </a:lnTo>
                <a:lnTo>
                  <a:pt x="1" y="0"/>
                </a:lnTo>
                <a:lnTo>
                  <a:pt x="1" y="2"/>
                </a:lnTo>
                <a:close/>
              </a:path>
            </a:pathLst>
          </a:custGeom>
          <a:solidFill>
            <a:srgbClr val="C2C2BF"/>
          </a:solidFill>
          <a:ln w="2520">
            <a:solidFill>
              <a:srgbClr val="FFFFFF"/>
            </a:solidFill>
            <a:round/>
          </a:ln>
        </p:spPr>
        <p:txBody>
          <a:bodyPr lIns="1080" tIns="720" rIns="1080" bIns="7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340" name=""/>
          <p:cNvSpPr/>
          <p:nvPr/>
        </p:nvSpPr>
        <p:spPr>
          <a:xfrm>
            <a:off x="5520240" y="1588680"/>
            <a:ext cx="720" cy="720"/>
          </a:xfrm>
          <a:custGeom>
            <a:avLst/>
            <a:gdLst/>
            <a:ahLst/>
            <a:rect l="0" t="0" r="r" b="b"/>
            <a:pathLst>
              <a:path w="2" h="2">
                <a:moveTo>
                  <a:pt x="2" y="2"/>
                </a:moveTo>
                <a:lnTo>
                  <a:pt x="2" y="0"/>
                </a:lnTo>
                <a:lnTo>
                  <a:pt x="0" y="0"/>
                </a:lnTo>
                <a:lnTo>
                  <a:pt x="2" y="0"/>
                </a:lnTo>
                <a:lnTo>
                  <a:pt x="2" y="2"/>
                </a:lnTo>
                <a:close/>
              </a:path>
            </a:pathLst>
          </a:custGeom>
          <a:solidFill>
            <a:srgbClr val="C2C2BF"/>
          </a:solidFill>
          <a:ln w="2520">
            <a:solidFill>
              <a:srgbClr val="FFFFFF"/>
            </a:solidFill>
            <a:round/>
          </a:ln>
        </p:spPr>
        <p:txBody>
          <a:bodyPr lIns="1080" tIns="-360" rIns="1080" bIns="-3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341" name=""/>
          <p:cNvSpPr/>
          <p:nvPr/>
        </p:nvSpPr>
        <p:spPr>
          <a:xfrm>
            <a:off x="5517360" y="1588320"/>
            <a:ext cx="1440" cy="720"/>
          </a:xfrm>
          <a:custGeom>
            <a:avLst/>
            <a:gdLst/>
            <a:ahLst/>
            <a:rect l="0" t="0" r="r" b="b"/>
            <a:pathLst>
              <a:path w="4" h="2">
                <a:moveTo>
                  <a:pt x="4" y="2"/>
                </a:moveTo>
                <a:lnTo>
                  <a:pt x="2" y="2"/>
                </a:lnTo>
                <a:lnTo>
                  <a:pt x="0" y="2"/>
                </a:lnTo>
                <a:lnTo>
                  <a:pt x="0" y="0"/>
                </a:lnTo>
                <a:lnTo>
                  <a:pt x="2" y="0"/>
                </a:lnTo>
                <a:lnTo>
                  <a:pt x="4" y="0"/>
                </a:lnTo>
                <a:lnTo>
                  <a:pt x="4" y="2"/>
                </a:lnTo>
                <a:close/>
              </a:path>
            </a:pathLst>
          </a:custGeom>
          <a:solidFill>
            <a:srgbClr val="C2C2BF"/>
          </a:solidFill>
          <a:ln w="2520">
            <a:solidFill>
              <a:srgbClr val="FFFFFF"/>
            </a:solidFill>
            <a:round/>
          </a:ln>
        </p:spPr>
        <p:txBody>
          <a:bodyPr lIns="1080" tIns="-360" rIns="1080" bIns="-3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342" name=""/>
          <p:cNvSpPr/>
          <p:nvPr/>
        </p:nvSpPr>
        <p:spPr>
          <a:xfrm>
            <a:off x="5519520" y="1587240"/>
            <a:ext cx="3960" cy="2880"/>
          </a:xfrm>
          <a:custGeom>
            <a:avLst/>
            <a:gdLst/>
            <a:ahLst/>
            <a:rect l="0" t="0" r="r" b="b"/>
            <a:pathLst>
              <a:path w="11" h="8">
                <a:moveTo>
                  <a:pt x="7" y="1"/>
                </a:moveTo>
                <a:lnTo>
                  <a:pt x="8" y="1"/>
                </a:lnTo>
                <a:lnTo>
                  <a:pt x="8" y="0"/>
                </a:lnTo>
                <a:lnTo>
                  <a:pt x="8" y="1"/>
                </a:lnTo>
                <a:lnTo>
                  <a:pt x="10" y="1"/>
                </a:lnTo>
                <a:lnTo>
                  <a:pt x="10" y="2"/>
                </a:lnTo>
                <a:lnTo>
                  <a:pt x="10" y="3"/>
                </a:lnTo>
                <a:lnTo>
                  <a:pt x="10" y="5"/>
                </a:lnTo>
                <a:lnTo>
                  <a:pt x="10" y="6"/>
                </a:lnTo>
                <a:lnTo>
                  <a:pt x="11" y="6"/>
                </a:lnTo>
                <a:lnTo>
                  <a:pt x="10" y="7"/>
                </a:lnTo>
                <a:lnTo>
                  <a:pt x="10" y="6"/>
                </a:lnTo>
                <a:lnTo>
                  <a:pt x="10" y="7"/>
                </a:lnTo>
                <a:lnTo>
                  <a:pt x="10" y="6"/>
                </a:lnTo>
                <a:lnTo>
                  <a:pt x="8" y="6"/>
                </a:lnTo>
                <a:lnTo>
                  <a:pt x="8" y="5"/>
                </a:lnTo>
                <a:lnTo>
                  <a:pt x="8" y="3"/>
                </a:lnTo>
                <a:lnTo>
                  <a:pt x="7" y="3"/>
                </a:lnTo>
                <a:lnTo>
                  <a:pt x="7" y="5"/>
                </a:lnTo>
                <a:lnTo>
                  <a:pt x="8" y="5"/>
                </a:lnTo>
                <a:lnTo>
                  <a:pt x="7" y="5"/>
                </a:lnTo>
                <a:lnTo>
                  <a:pt x="7" y="6"/>
                </a:lnTo>
                <a:lnTo>
                  <a:pt x="7" y="7"/>
                </a:lnTo>
                <a:lnTo>
                  <a:pt x="7" y="8"/>
                </a:lnTo>
                <a:lnTo>
                  <a:pt x="7" y="6"/>
                </a:lnTo>
                <a:lnTo>
                  <a:pt x="6" y="6"/>
                </a:lnTo>
                <a:lnTo>
                  <a:pt x="6" y="7"/>
                </a:lnTo>
                <a:lnTo>
                  <a:pt x="6" y="6"/>
                </a:lnTo>
                <a:lnTo>
                  <a:pt x="5" y="6"/>
                </a:lnTo>
                <a:lnTo>
                  <a:pt x="6" y="6"/>
                </a:lnTo>
                <a:lnTo>
                  <a:pt x="6" y="5"/>
                </a:lnTo>
                <a:lnTo>
                  <a:pt x="5" y="5"/>
                </a:lnTo>
                <a:lnTo>
                  <a:pt x="5" y="3"/>
                </a:lnTo>
                <a:lnTo>
                  <a:pt x="4" y="3"/>
                </a:lnTo>
                <a:lnTo>
                  <a:pt x="4" y="5"/>
                </a:lnTo>
                <a:lnTo>
                  <a:pt x="3" y="5"/>
                </a:lnTo>
                <a:lnTo>
                  <a:pt x="3" y="3"/>
                </a:lnTo>
                <a:lnTo>
                  <a:pt x="1" y="3"/>
                </a:lnTo>
                <a:lnTo>
                  <a:pt x="0" y="2"/>
                </a:lnTo>
                <a:lnTo>
                  <a:pt x="0" y="1"/>
                </a:lnTo>
                <a:lnTo>
                  <a:pt x="1" y="1"/>
                </a:lnTo>
                <a:lnTo>
                  <a:pt x="2" y="1"/>
                </a:lnTo>
                <a:lnTo>
                  <a:pt x="3" y="1"/>
                </a:lnTo>
                <a:lnTo>
                  <a:pt x="4" y="1"/>
                </a:lnTo>
                <a:lnTo>
                  <a:pt x="5" y="1"/>
                </a:lnTo>
                <a:lnTo>
                  <a:pt x="5" y="0"/>
                </a:lnTo>
                <a:lnTo>
                  <a:pt x="6" y="0"/>
                </a:lnTo>
                <a:lnTo>
                  <a:pt x="7" y="0"/>
                </a:lnTo>
                <a:lnTo>
                  <a:pt x="7" y="1"/>
                </a:lnTo>
                <a:close/>
              </a:path>
            </a:pathLst>
          </a:custGeom>
          <a:solidFill>
            <a:srgbClr val="C2C2BF"/>
          </a:solidFill>
          <a:ln w="2520">
            <a:solidFill>
              <a:srgbClr val="FFFFFF"/>
            </a:solidFill>
            <a:round/>
          </a:ln>
        </p:spPr>
        <p:txBody>
          <a:bodyPr lIns="1080" tIns="1080" rIns="1080" bIns="108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343" name=""/>
          <p:cNvSpPr/>
          <p:nvPr/>
        </p:nvSpPr>
        <p:spPr>
          <a:xfrm>
            <a:off x="5518080" y="1588320"/>
            <a:ext cx="0" cy="0"/>
          </a:xfrm>
          <a:custGeom>
            <a:avLst/>
            <a:gdLst/>
            <a:ahLst/>
            <a:rect l="0" t="0" r="r" b="b"/>
            <a:pathLst>
              <a:path w="0" h="0">
                <a:moveTo>
                  <a:pt x="0" y="0"/>
                </a:moveTo>
                <a:lnTo>
                  <a:pt x="0" y="0"/>
                </a:lnTo>
                <a:close/>
              </a:path>
            </a:pathLst>
          </a:custGeom>
          <a:solidFill>
            <a:srgbClr val="C2C2BF"/>
          </a:solidFill>
          <a:ln w="2520">
            <a:solidFill>
              <a:srgbClr val="FFFFFF"/>
            </a:solidFill>
            <a:round/>
          </a:ln>
        </p:spPr>
        <p:txBody>
          <a:bodyPr lIns="1080" tIns="-1080" rIns="1080" bIns="-108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344" name=""/>
          <p:cNvSpPr/>
          <p:nvPr/>
        </p:nvSpPr>
        <p:spPr>
          <a:xfrm>
            <a:off x="5513040" y="1586160"/>
            <a:ext cx="5400" cy="4680"/>
          </a:xfrm>
          <a:custGeom>
            <a:avLst/>
            <a:gdLst/>
            <a:ahLst/>
            <a:rect l="0" t="0" r="r" b="b"/>
            <a:pathLst>
              <a:path w="15" h="13">
                <a:moveTo>
                  <a:pt x="14" y="0"/>
                </a:moveTo>
                <a:lnTo>
                  <a:pt x="15" y="1"/>
                </a:lnTo>
                <a:lnTo>
                  <a:pt x="15" y="2"/>
                </a:lnTo>
                <a:lnTo>
                  <a:pt x="15" y="3"/>
                </a:lnTo>
                <a:lnTo>
                  <a:pt x="14" y="3"/>
                </a:lnTo>
                <a:lnTo>
                  <a:pt x="13" y="3"/>
                </a:lnTo>
                <a:lnTo>
                  <a:pt x="12" y="3"/>
                </a:lnTo>
                <a:lnTo>
                  <a:pt x="13" y="3"/>
                </a:lnTo>
                <a:lnTo>
                  <a:pt x="13" y="4"/>
                </a:lnTo>
                <a:lnTo>
                  <a:pt x="12" y="4"/>
                </a:lnTo>
                <a:lnTo>
                  <a:pt x="13" y="4"/>
                </a:lnTo>
                <a:lnTo>
                  <a:pt x="13" y="5"/>
                </a:lnTo>
                <a:lnTo>
                  <a:pt x="13" y="6"/>
                </a:lnTo>
                <a:lnTo>
                  <a:pt x="12" y="6"/>
                </a:lnTo>
                <a:lnTo>
                  <a:pt x="11" y="6"/>
                </a:lnTo>
                <a:lnTo>
                  <a:pt x="12" y="6"/>
                </a:lnTo>
                <a:lnTo>
                  <a:pt x="13" y="7"/>
                </a:lnTo>
                <a:lnTo>
                  <a:pt x="12" y="7"/>
                </a:lnTo>
                <a:lnTo>
                  <a:pt x="11" y="8"/>
                </a:lnTo>
                <a:lnTo>
                  <a:pt x="12" y="8"/>
                </a:lnTo>
                <a:lnTo>
                  <a:pt x="13" y="8"/>
                </a:lnTo>
                <a:lnTo>
                  <a:pt x="13" y="9"/>
                </a:lnTo>
                <a:lnTo>
                  <a:pt x="12" y="9"/>
                </a:lnTo>
                <a:lnTo>
                  <a:pt x="12" y="10"/>
                </a:lnTo>
                <a:lnTo>
                  <a:pt x="12" y="9"/>
                </a:lnTo>
                <a:lnTo>
                  <a:pt x="12" y="10"/>
                </a:lnTo>
                <a:lnTo>
                  <a:pt x="12" y="9"/>
                </a:lnTo>
                <a:lnTo>
                  <a:pt x="12" y="10"/>
                </a:lnTo>
                <a:lnTo>
                  <a:pt x="11" y="10"/>
                </a:lnTo>
                <a:lnTo>
                  <a:pt x="11" y="9"/>
                </a:lnTo>
                <a:lnTo>
                  <a:pt x="10" y="9"/>
                </a:lnTo>
                <a:lnTo>
                  <a:pt x="10" y="8"/>
                </a:lnTo>
                <a:lnTo>
                  <a:pt x="11" y="8"/>
                </a:lnTo>
                <a:lnTo>
                  <a:pt x="10" y="8"/>
                </a:lnTo>
                <a:lnTo>
                  <a:pt x="9" y="8"/>
                </a:lnTo>
                <a:lnTo>
                  <a:pt x="9" y="9"/>
                </a:lnTo>
                <a:lnTo>
                  <a:pt x="9" y="8"/>
                </a:lnTo>
                <a:lnTo>
                  <a:pt x="8" y="9"/>
                </a:lnTo>
                <a:lnTo>
                  <a:pt x="6" y="9"/>
                </a:lnTo>
                <a:lnTo>
                  <a:pt x="6" y="10"/>
                </a:lnTo>
                <a:lnTo>
                  <a:pt x="5" y="10"/>
                </a:lnTo>
                <a:lnTo>
                  <a:pt x="6" y="10"/>
                </a:lnTo>
                <a:lnTo>
                  <a:pt x="6" y="12"/>
                </a:lnTo>
                <a:lnTo>
                  <a:pt x="6" y="10"/>
                </a:lnTo>
                <a:lnTo>
                  <a:pt x="5" y="10"/>
                </a:lnTo>
                <a:lnTo>
                  <a:pt x="5" y="12"/>
                </a:lnTo>
                <a:lnTo>
                  <a:pt x="5" y="10"/>
                </a:lnTo>
                <a:lnTo>
                  <a:pt x="4" y="10"/>
                </a:lnTo>
                <a:lnTo>
                  <a:pt x="3" y="10"/>
                </a:lnTo>
                <a:lnTo>
                  <a:pt x="3" y="12"/>
                </a:lnTo>
                <a:lnTo>
                  <a:pt x="2" y="12"/>
                </a:lnTo>
                <a:lnTo>
                  <a:pt x="1" y="12"/>
                </a:lnTo>
                <a:lnTo>
                  <a:pt x="2" y="12"/>
                </a:lnTo>
                <a:lnTo>
                  <a:pt x="2" y="13"/>
                </a:lnTo>
                <a:lnTo>
                  <a:pt x="1" y="13"/>
                </a:lnTo>
                <a:lnTo>
                  <a:pt x="1" y="12"/>
                </a:lnTo>
                <a:lnTo>
                  <a:pt x="1" y="10"/>
                </a:lnTo>
                <a:lnTo>
                  <a:pt x="0" y="10"/>
                </a:lnTo>
                <a:lnTo>
                  <a:pt x="0" y="9"/>
                </a:lnTo>
                <a:lnTo>
                  <a:pt x="1" y="9"/>
                </a:lnTo>
                <a:lnTo>
                  <a:pt x="1" y="8"/>
                </a:lnTo>
                <a:lnTo>
                  <a:pt x="2" y="8"/>
                </a:lnTo>
                <a:lnTo>
                  <a:pt x="1" y="8"/>
                </a:lnTo>
                <a:lnTo>
                  <a:pt x="1" y="7"/>
                </a:lnTo>
                <a:lnTo>
                  <a:pt x="2" y="7"/>
                </a:lnTo>
                <a:lnTo>
                  <a:pt x="3" y="7"/>
                </a:lnTo>
                <a:lnTo>
                  <a:pt x="3" y="6"/>
                </a:lnTo>
                <a:lnTo>
                  <a:pt x="3" y="7"/>
                </a:lnTo>
                <a:lnTo>
                  <a:pt x="3" y="6"/>
                </a:lnTo>
                <a:lnTo>
                  <a:pt x="4" y="6"/>
                </a:lnTo>
                <a:lnTo>
                  <a:pt x="4" y="5"/>
                </a:lnTo>
                <a:lnTo>
                  <a:pt x="5" y="5"/>
                </a:lnTo>
                <a:lnTo>
                  <a:pt x="6" y="5"/>
                </a:lnTo>
                <a:lnTo>
                  <a:pt x="8" y="4"/>
                </a:lnTo>
                <a:lnTo>
                  <a:pt x="9" y="4"/>
                </a:lnTo>
                <a:lnTo>
                  <a:pt x="10" y="4"/>
                </a:lnTo>
                <a:lnTo>
                  <a:pt x="10" y="3"/>
                </a:lnTo>
                <a:lnTo>
                  <a:pt x="11" y="3"/>
                </a:lnTo>
                <a:lnTo>
                  <a:pt x="11" y="2"/>
                </a:lnTo>
                <a:lnTo>
                  <a:pt x="12" y="2"/>
                </a:lnTo>
                <a:lnTo>
                  <a:pt x="13" y="1"/>
                </a:lnTo>
                <a:lnTo>
                  <a:pt x="13" y="2"/>
                </a:lnTo>
                <a:lnTo>
                  <a:pt x="13" y="1"/>
                </a:lnTo>
                <a:lnTo>
                  <a:pt x="14" y="1"/>
                </a:lnTo>
                <a:lnTo>
                  <a:pt x="14" y="0"/>
                </a:lnTo>
                <a:close/>
              </a:path>
            </a:pathLst>
          </a:custGeom>
          <a:solidFill>
            <a:srgbClr val="C2C2BF"/>
          </a:solidFill>
          <a:ln w="2520">
            <a:solidFill>
              <a:srgbClr val="FFFFFF"/>
            </a:solidFill>
            <a:round/>
          </a:ln>
        </p:spPr>
        <p:txBody>
          <a:bodyPr lIns="1080" tIns="1080" rIns="1080" bIns="108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345" name=""/>
          <p:cNvSpPr/>
          <p:nvPr/>
        </p:nvSpPr>
        <p:spPr>
          <a:xfrm>
            <a:off x="5517720" y="1587600"/>
            <a:ext cx="360" cy="360"/>
          </a:xfrm>
          <a:custGeom>
            <a:avLst/>
            <a:gdLst/>
            <a:ahLst/>
            <a:rect l="0" t="0" r="r" b="b"/>
            <a:pathLst>
              <a:path w="1" h="1">
                <a:moveTo>
                  <a:pt x="0" y="0"/>
                </a:moveTo>
                <a:lnTo>
                  <a:pt x="1" y="0"/>
                </a:lnTo>
                <a:lnTo>
                  <a:pt x="1" y="1"/>
                </a:lnTo>
                <a:lnTo>
                  <a:pt x="0" y="1"/>
                </a:lnTo>
                <a:lnTo>
                  <a:pt x="0" y="0"/>
                </a:lnTo>
                <a:close/>
              </a:path>
            </a:pathLst>
          </a:custGeom>
          <a:solidFill>
            <a:srgbClr val="C2C2BF"/>
          </a:solidFill>
          <a:ln w="2520">
            <a:solidFill>
              <a:srgbClr val="FFFFFF"/>
            </a:solidFill>
            <a:round/>
          </a:ln>
        </p:spPr>
        <p:txBody>
          <a:bodyPr lIns="1080" tIns="-720" rIns="1080" bIns="-7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346" name=""/>
          <p:cNvSpPr/>
          <p:nvPr/>
        </p:nvSpPr>
        <p:spPr>
          <a:xfrm>
            <a:off x="5514120" y="1586880"/>
            <a:ext cx="2520" cy="1800"/>
          </a:xfrm>
          <a:custGeom>
            <a:avLst/>
            <a:gdLst/>
            <a:ahLst/>
            <a:rect l="0" t="0" r="r" b="b"/>
            <a:pathLst>
              <a:path w="7" h="5">
                <a:moveTo>
                  <a:pt x="5" y="0"/>
                </a:moveTo>
                <a:lnTo>
                  <a:pt x="5" y="2"/>
                </a:lnTo>
                <a:lnTo>
                  <a:pt x="7" y="2"/>
                </a:lnTo>
                <a:lnTo>
                  <a:pt x="5" y="2"/>
                </a:lnTo>
                <a:lnTo>
                  <a:pt x="4" y="3"/>
                </a:lnTo>
                <a:lnTo>
                  <a:pt x="5" y="3"/>
                </a:lnTo>
                <a:lnTo>
                  <a:pt x="4" y="3"/>
                </a:lnTo>
                <a:lnTo>
                  <a:pt x="4" y="5"/>
                </a:lnTo>
                <a:lnTo>
                  <a:pt x="3" y="5"/>
                </a:lnTo>
                <a:lnTo>
                  <a:pt x="2" y="5"/>
                </a:lnTo>
                <a:lnTo>
                  <a:pt x="0" y="5"/>
                </a:lnTo>
                <a:lnTo>
                  <a:pt x="2" y="3"/>
                </a:lnTo>
                <a:lnTo>
                  <a:pt x="0" y="3"/>
                </a:lnTo>
                <a:lnTo>
                  <a:pt x="4" y="2"/>
                </a:lnTo>
                <a:lnTo>
                  <a:pt x="5" y="2"/>
                </a:lnTo>
                <a:lnTo>
                  <a:pt x="5" y="0"/>
                </a:lnTo>
                <a:close/>
              </a:path>
            </a:pathLst>
          </a:custGeom>
          <a:solidFill>
            <a:srgbClr val="C2C2BF"/>
          </a:solidFill>
          <a:ln w="2520">
            <a:solidFill>
              <a:srgbClr val="FFFFFF"/>
            </a:solidFill>
            <a:round/>
          </a:ln>
        </p:spPr>
        <p:txBody>
          <a:bodyPr lIns="1080" tIns="720" rIns="1080" bIns="7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347" name=""/>
          <p:cNvSpPr/>
          <p:nvPr/>
        </p:nvSpPr>
        <p:spPr>
          <a:xfrm>
            <a:off x="5518440" y="1585800"/>
            <a:ext cx="1440" cy="1080"/>
          </a:xfrm>
          <a:custGeom>
            <a:avLst/>
            <a:gdLst/>
            <a:ahLst/>
            <a:rect l="0" t="0" r="r" b="b"/>
            <a:pathLst>
              <a:path w="4" h="3">
                <a:moveTo>
                  <a:pt x="3" y="0"/>
                </a:moveTo>
                <a:lnTo>
                  <a:pt x="3" y="1"/>
                </a:lnTo>
                <a:lnTo>
                  <a:pt x="4" y="3"/>
                </a:lnTo>
                <a:lnTo>
                  <a:pt x="3" y="3"/>
                </a:lnTo>
                <a:lnTo>
                  <a:pt x="1" y="3"/>
                </a:lnTo>
                <a:lnTo>
                  <a:pt x="1" y="1"/>
                </a:lnTo>
                <a:lnTo>
                  <a:pt x="0" y="1"/>
                </a:lnTo>
                <a:lnTo>
                  <a:pt x="0" y="0"/>
                </a:lnTo>
                <a:lnTo>
                  <a:pt x="1" y="0"/>
                </a:lnTo>
                <a:lnTo>
                  <a:pt x="3" y="0"/>
                </a:lnTo>
                <a:close/>
              </a:path>
            </a:pathLst>
          </a:custGeom>
          <a:solidFill>
            <a:srgbClr val="C2C2BF"/>
          </a:solidFill>
          <a:ln w="2520">
            <a:solidFill>
              <a:srgbClr val="FFFFFF"/>
            </a:solidFill>
            <a:round/>
          </a:ln>
        </p:spPr>
        <p:txBody>
          <a:bodyPr lIns="1080" tIns="0" rIns="108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348" name=""/>
          <p:cNvSpPr/>
          <p:nvPr/>
        </p:nvSpPr>
        <p:spPr>
          <a:xfrm>
            <a:off x="5518080" y="1586160"/>
            <a:ext cx="0" cy="0"/>
          </a:xfrm>
          <a:custGeom>
            <a:avLst/>
            <a:gdLst/>
            <a:ahLst/>
            <a:rect l="0" t="0" r="r" b="b"/>
            <a:pathLst>
              <a:path w="0" h="0">
                <a:moveTo>
                  <a:pt x="0" y="0"/>
                </a:moveTo>
                <a:lnTo>
                  <a:pt x="0" y="0"/>
                </a:lnTo>
                <a:close/>
              </a:path>
            </a:pathLst>
          </a:custGeom>
          <a:solidFill>
            <a:srgbClr val="C2C2BF"/>
          </a:solidFill>
          <a:ln w="2520">
            <a:solidFill>
              <a:srgbClr val="FFFFFF"/>
            </a:solidFill>
            <a:round/>
          </a:ln>
        </p:spPr>
        <p:txBody>
          <a:bodyPr lIns="1080" tIns="-1080" rIns="1080" bIns="-108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349" name=""/>
          <p:cNvSpPr/>
          <p:nvPr/>
        </p:nvSpPr>
        <p:spPr>
          <a:xfrm>
            <a:off x="5513760" y="1585800"/>
            <a:ext cx="360" cy="360"/>
          </a:xfrm>
          <a:custGeom>
            <a:avLst/>
            <a:gdLst/>
            <a:ahLst/>
            <a:rect l="0" t="0" r="r" b="b"/>
            <a:pathLst>
              <a:path w="1" h="1">
                <a:moveTo>
                  <a:pt x="0" y="0"/>
                </a:moveTo>
                <a:lnTo>
                  <a:pt x="1" y="0"/>
                </a:lnTo>
                <a:lnTo>
                  <a:pt x="1" y="1"/>
                </a:lnTo>
                <a:lnTo>
                  <a:pt x="0" y="0"/>
                </a:lnTo>
                <a:close/>
              </a:path>
            </a:pathLst>
          </a:custGeom>
          <a:solidFill>
            <a:srgbClr val="C2C2BF"/>
          </a:solidFill>
          <a:ln w="2520">
            <a:solidFill>
              <a:srgbClr val="FFFFFF"/>
            </a:solidFill>
            <a:round/>
          </a:ln>
        </p:spPr>
        <p:txBody>
          <a:bodyPr lIns="1080" tIns="-720" rIns="1080" bIns="-7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350" name=""/>
          <p:cNvSpPr/>
          <p:nvPr/>
        </p:nvSpPr>
        <p:spPr>
          <a:xfrm>
            <a:off x="5514120" y="1580760"/>
            <a:ext cx="12240" cy="7560"/>
          </a:xfrm>
          <a:custGeom>
            <a:avLst/>
            <a:gdLst/>
            <a:ahLst/>
            <a:rect l="0" t="0" r="r" b="b"/>
            <a:pathLst>
              <a:path w="34" h="21">
                <a:moveTo>
                  <a:pt x="17" y="0"/>
                </a:moveTo>
                <a:lnTo>
                  <a:pt x="18" y="0"/>
                </a:lnTo>
                <a:lnTo>
                  <a:pt x="20" y="0"/>
                </a:lnTo>
                <a:lnTo>
                  <a:pt x="20" y="1"/>
                </a:lnTo>
                <a:lnTo>
                  <a:pt x="19" y="1"/>
                </a:lnTo>
                <a:lnTo>
                  <a:pt x="19" y="2"/>
                </a:lnTo>
                <a:lnTo>
                  <a:pt x="20" y="2"/>
                </a:lnTo>
                <a:lnTo>
                  <a:pt x="21" y="2"/>
                </a:lnTo>
                <a:lnTo>
                  <a:pt x="21" y="1"/>
                </a:lnTo>
                <a:lnTo>
                  <a:pt x="21" y="0"/>
                </a:lnTo>
                <a:lnTo>
                  <a:pt x="22" y="0"/>
                </a:lnTo>
                <a:lnTo>
                  <a:pt x="23" y="1"/>
                </a:lnTo>
                <a:lnTo>
                  <a:pt x="23" y="2"/>
                </a:lnTo>
                <a:lnTo>
                  <a:pt x="24" y="2"/>
                </a:lnTo>
                <a:lnTo>
                  <a:pt x="24" y="3"/>
                </a:lnTo>
                <a:lnTo>
                  <a:pt x="25" y="3"/>
                </a:lnTo>
                <a:lnTo>
                  <a:pt x="26" y="3"/>
                </a:lnTo>
                <a:lnTo>
                  <a:pt x="28" y="3"/>
                </a:lnTo>
                <a:lnTo>
                  <a:pt x="29" y="2"/>
                </a:lnTo>
                <a:lnTo>
                  <a:pt x="29" y="3"/>
                </a:lnTo>
                <a:lnTo>
                  <a:pt x="28" y="3"/>
                </a:lnTo>
                <a:lnTo>
                  <a:pt x="26" y="4"/>
                </a:lnTo>
                <a:lnTo>
                  <a:pt x="26" y="5"/>
                </a:lnTo>
                <a:lnTo>
                  <a:pt x="25" y="5"/>
                </a:lnTo>
                <a:lnTo>
                  <a:pt x="24" y="6"/>
                </a:lnTo>
                <a:lnTo>
                  <a:pt x="23" y="6"/>
                </a:lnTo>
                <a:lnTo>
                  <a:pt x="23" y="7"/>
                </a:lnTo>
                <a:lnTo>
                  <a:pt x="22" y="7"/>
                </a:lnTo>
                <a:lnTo>
                  <a:pt x="22" y="6"/>
                </a:lnTo>
                <a:lnTo>
                  <a:pt x="21" y="6"/>
                </a:lnTo>
                <a:lnTo>
                  <a:pt x="20" y="6"/>
                </a:lnTo>
                <a:lnTo>
                  <a:pt x="20" y="7"/>
                </a:lnTo>
                <a:lnTo>
                  <a:pt x="19" y="7"/>
                </a:lnTo>
                <a:lnTo>
                  <a:pt x="18" y="7"/>
                </a:lnTo>
                <a:lnTo>
                  <a:pt x="18" y="9"/>
                </a:lnTo>
                <a:lnTo>
                  <a:pt x="19" y="9"/>
                </a:lnTo>
                <a:lnTo>
                  <a:pt x="20" y="9"/>
                </a:lnTo>
                <a:lnTo>
                  <a:pt x="20" y="10"/>
                </a:lnTo>
                <a:lnTo>
                  <a:pt x="20" y="11"/>
                </a:lnTo>
                <a:lnTo>
                  <a:pt x="21" y="11"/>
                </a:lnTo>
                <a:lnTo>
                  <a:pt x="21" y="10"/>
                </a:lnTo>
                <a:lnTo>
                  <a:pt x="22" y="9"/>
                </a:lnTo>
                <a:lnTo>
                  <a:pt x="24" y="9"/>
                </a:lnTo>
                <a:lnTo>
                  <a:pt x="24" y="10"/>
                </a:lnTo>
                <a:lnTo>
                  <a:pt x="25" y="10"/>
                </a:lnTo>
                <a:lnTo>
                  <a:pt x="25" y="9"/>
                </a:lnTo>
                <a:lnTo>
                  <a:pt x="24" y="7"/>
                </a:lnTo>
                <a:lnTo>
                  <a:pt x="25" y="7"/>
                </a:lnTo>
                <a:lnTo>
                  <a:pt x="25" y="6"/>
                </a:lnTo>
                <a:lnTo>
                  <a:pt x="26" y="7"/>
                </a:lnTo>
                <a:lnTo>
                  <a:pt x="26" y="6"/>
                </a:lnTo>
                <a:lnTo>
                  <a:pt x="26" y="5"/>
                </a:lnTo>
                <a:lnTo>
                  <a:pt x="28" y="5"/>
                </a:lnTo>
                <a:lnTo>
                  <a:pt x="29" y="5"/>
                </a:lnTo>
                <a:lnTo>
                  <a:pt x="28" y="6"/>
                </a:lnTo>
                <a:lnTo>
                  <a:pt x="29" y="6"/>
                </a:lnTo>
                <a:lnTo>
                  <a:pt x="29" y="5"/>
                </a:lnTo>
                <a:lnTo>
                  <a:pt x="30" y="5"/>
                </a:lnTo>
                <a:lnTo>
                  <a:pt x="30" y="6"/>
                </a:lnTo>
                <a:lnTo>
                  <a:pt x="29" y="6"/>
                </a:lnTo>
                <a:lnTo>
                  <a:pt x="29" y="7"/>
                </a:lnTo>
                <a:lnTo>
                  <a:pt x="29" y="9"/>
                </a:lnTo>
                <a:lnTo>
                  <a:pt x="29" y="7"/>
                </a:lnTo>
                <a:lnTo>
                  <a:pt x="30" y="7"/>
                </a:lnTo>
                <a:lnTo>
                  <a:pt x="30" y="9"/>
                </a:lnTo>
                <a:lnTo>
                  <a:pt x="31" y="9"/>
                </a:lnTo>
                <a:lnTo>
                  <a:pt x="30" y="9"/>
                </a:lnTo>
                <a:lnTo>
                  <a:pt x="30" y="6"/>
                </a:lnTo>
                <a:lnTo>
                  <a:pt x="31" y="6"/>
                </a:lnTo>
                <a:lnTo>
                  <a:pt x="31" y="7"/>
                </a:lnTo>
                <a:lnTo>
                  <a:pt x="32" y="7"/>
                </a:lnTo>
                <a:lnTo>
                  <a:pt x="33" y="7"/>
                </a:lnTo>
                <a:lnTo>
                  <a:pt x="33" y="9"/>
                </a:lnTo>
                <a:lnTo>
                  <a:pt x="34" y="9"/>
                </a:lnTo>
                <a:lnTo>
                  <a:pt x="34" y="10"/>
                </a:lnTo>
                <a:lnTo>
                  <a:pt x="33" y="10"/>
                </a:lnTo>
                <a:lnTo>
                  <a:pt x="33" y="9"/>
                </a:lnTo>
                <a:lnTo>
                  <a:pt x="32" y="9"/>
                </a:lnTo>
                <a:lnTo>
                  <a:pt x="32" y="10"/>
                </a:lnTo>
                <a:lnTo>
                  <a:pt x="32" y="11"/>
                </a:lnTo>
                <a:lnTo>
                  <a:pt x="33" y="11"/>
                </a:lnTo>
                <a:lnTo>
                  <a:pt x="33" y="12"/>
                </a:lnTo>
                <a:lnTo>
                  <a:pt x="33" y="13"/>
                </a:lnTo>
                <a:lnTo>
                  <a:pt x="33" y="12"/>
                </a:lnTo>
                <a:lnTo>
                  <a:pt x="32" y="12"/>
                </a:lnTo>
                <a:lnTo>
                  <a:pt x="32" y="13"/>
                </a:lnTo>
                <a:lnTo>
                  <a:pt x="33" y="13"/>
                </a:lnTo>
                <a:lnTo>
                  <a:pt x="32" y="13"/>
                </a:lnTo>
                <a:lnTo>
                  <a:pt x="32" y="14"/>
                </a:lnTo>
                <a:lnTo>
                  <a:pt x="31" y="14"/>
                </a:lnTo>
                <a:lnTo>
                  <a:pt x="31" y="15"/>
                </a:lnTo>
                <a:lnTo>
                  <a:pt x="31" y="14"/>
                </a:lnTo>
                <a:lnTo>
                  <a:pt x="30" y="14"/>
                </a:lnTo>
                <a:lnTo>
                  <a:pt x="29" y="14"/>
                </a:lnTo>
                <a:lnTo>
                  <a:pt x="29" y="13"/>
                </a:lnTo>
                <a:lnTo>
                  <a:pt x="29" y="12"/>
                </a:lnTo>
                <a:lnTo>
                  <a:pt x="28" y="12"/>
                </a:lnTo>
                <a:lnTo>
                  <a:pt x="26" y="12"/>
                </a:lnTo>
                <a:lnTo>
                  <a:pt x="25" y="12"/>
                </a:lnTo>
                <a:lnTo>
                  <a:pt x="25" y="11"/>
                </a:lnTo>
                <a:lnTo>
                  <a:pt x="25" y="12"/>
                </a:lnTo>
                <a:lnTo>
                  <a:pt x="25" y="13"/>
                </a:lnTo>
                <a:lnTo>
                  <a:pt x="24" y="13"/>
                </a:lnTo>
                <a:lnTo>
                  <a:pt x="24" y="14"/>
                </a:lnTo>
                <a:lnTo>
                  <a:pt x="25" y="14"/>
                </a:lnTo>
                <a:lnTo>
                  <a:pt x="25" y="15"/>
                </a:lnTo>
                <a:lnTo>
                  <a:pt x="24" y="14"/>
                </a:lnTo>
                <a:lnTo>
                  <a:pt x="24" y="13"/>
                </a:lnTo>
                <a:lnTo>
                  <a:pt x="24" y="14"/>
                </a:lnTo>
                <a:lnTo>
                  <a:pt x="23" y="14"/>
                </a:lnTo>
                <a:lnTo>
                  <a:pt x="23" y="15"/>
                </a:lnTo>
                <a:lnTo>
                  <a:pt x="24" y="15"/>
                </a:lnTo>
                <a:lnTo>
                  <a:pt x="24" y="14"/>
                </a:lnTo>
                <a:lnTo>
                  <a:pt x="24" y="15"/>
                </a:lnTo>
                <a:lnTo>
                  <a:pt x="24" y="16"/>
                </a:lnTo>
                <a:lnTo>
                  <a:pt x="25" y="17"/>
                </a:lnTo>
                <a:lnTo>
                  <a:pt x="26" y="17"/>
                </a:lnTo>
                <a:lnTo>
                  <a:pt x="28" y="17"/>
                </a:lnTo>
                <a:lnTo>
                  <a:pt x="29" y="18"/>
                </a:lnTo>
                <a:lnTo>
                  <a:pt x="28" y="18"/>
                </a:lnTo>
                <a:lnTo>
                  <a:pt x="28" y="19"/>
                </a:lnTo>
                <a:lnTo>
                  <a:pt x="26" y="19"/>
                </a:lnTo>
                <a:lnTo>
                  <a:pt x="26" y="20"/>
                </a:lnTo>
                <a:lnTo>
                  <a:pt x="28" y="20"/>
                </a:lnTo>
                <a:lnTo>
                  <a:pt x="28" y="19"/>
                </a:lnTo>
                <a:lnTo>
                  <a:pt x="28" y="20"/>
                </a:lnTo>
                <a:lnTo>
                  <a:pt x="28" y="21"/>
                </a:lnTo>
                <a:lnTo>
                  <a:pt x="28" y="20"/>
                </a:lnTo>
                <a:lnTo>
                  <a:pt x="26" y="20"/>
                </a:lnTo>
                <a:lnTo>
                  <a:pt x="25" y="20"/>
                </a:lnTo>
                <a:lnTo>
                  <a:pt x="25" y="21"/>
                </a:lnTo>
                <a:lnTo>
                  <a:pt x="25" y="20"/>
                </a:lnTo>
                <a:lnTo>
                  <a:pt x="25" y="19"/>
                </a:lnTo>
                <a:lnTo>
                  <a:pt x="24" y="18"/>
                </a:lnTo>
                <a:lnTo>
                  <a:pt x="24" y="19"/>
                </a:lnTo>
                <a:lnTo>
                  <a:pt x="23" y="19"/>
                </a:lnTo>
                <a:lnTo>
                  <a:pt x="22" y="19"/>
                </a:lnTo>
                <a:lnTo>
                  <a:pt x="22" y="18"/>
                </a:lnTo>
                <a:lnTo>
                  <a:pt x="21" y="18"/>
                </a:lnTo>
                <a:lnTo>
                  <a:pt x="20" y="17"/>
                </a:lnTo>
                <a:lnTo>
                  <a:pt x="20" y="18"/>
                </a:lnTo>
                <a:lnTo>
                  <a:pt x="20" y="19"/>
                </a:lnTo>
                <a:lnTo>
                  <a:pt x="19" y="19"/>
                </a:lnTo>
                <a:lnTo>
                  <a:pt x="18" y="19"/>
                </a:lnTo>
                <a:lnTo>
                  <a:pt x="17" y="19"/>
                </a:lnTo>
                <a:lnTo>
                  <a:pt x="18" y="18"/>
                </a:lnTo>
                <a:lnTo>
                  <a:pt x="17" y="18"/>
                </a:lnTo>
                <a:lnTo>
                  <a:pt x="16" y="18"/>
                </a:lnTo>
                <a:lnTo>
                  <a:pt x="15" y="18"/>
                </a:lnTo>
                <a:lnTo>
                  <a:pt x="15" y="17"/>
                </a:lnTo>
                <a:lnTo>
                  <a:pt x="15" y="16"/>
                </a:lnTo>
                <a:lnTo>
                  <a:pt x="14" y="15"/>
                </a:lnTo>
                <a:lnTo>
                  <a:pt x="14" y="14"/>
                </a:lnTo>
                <a:lnTo>
                  <a:pt x="13" y="14"/>
                </a:lnTo>
                <a:lnTo>
                  <a:pt x="13" y="15"/>
                </a:lnTo>
                <a:lnTo>
                  <a:pt x="12" y="15"/>
                </a:lnTo>
                <a:lnTo>
                  <a:pt x="11" y="15"/>
                </a:lnTo>
                <a:lnTo>
                  <a:pt x="10" y="15"/>
                </a:lnTo>
                <a:lnTo>
                  <a:pt x="9" y="16"/>
                </a:lnTo>
                <a:lnTo>
                  <a:pt x="8" y="16"/>
                </a:lnTo>
                <a:lnTo>
                  <a:pt x="8" y="15"/>
                </a:lnTo>
                <a:lnTo>
                  <a:pt x="7" y="15"/>
                </a:lnTo>
                <a:lnTo>
                  <a:pt x="7" y="16"/>
                </a:lnTo>
                <a:lnTo>
                  <a:pt x="7" y="15"/>
                </a:lnTo>
                <a:lnTo>
                  <a:pt x="6" y="15"/>
                </a:lnTo>
                <a:lnTo>
                  <a:pt x="5" y="14"/>
                </a:lnTo>
                <a:lnTo>
                  <a:pt x="5" y="15"/>
                </a:lnTo>
                <a:lnTo>
                  <a:pt x="4" y="15"/>
                </a:lnTo>
                <a:lnTo>
                  <a:pt x="4" y="16"/>
                </a:lnTo>
                <a:lnTo>
                  <a:pt x="3" y="16"/>
                </a:lnTo>
                <a:lnTo>
                  <a:pt x="2" y="16"/>
                </a:lnTo>
                <a:lnTo>
                  <a:pt x="2" y="15"/>
                </a:lnTo>
                <a:lnTo>
                  <a:pt x="1" y="15"/>
                </a:lnTo>
                <a:lnTo>
                  <a:pt x="2" y="15"/>
                </a:lnTo>
                <a:lnTo>
                  <a:pt x="2" y="14"/>
                </a:lnTo>
                <a:lnTo>
                  <a:pt x="1" y="14"/>
                </a:lnTo>
                <a:lnTo>
                  <a:pt x="1" y="13"/>
                </a:lnTo>
                <a:lnTo>
                  <a:pt x="0" y="13"/>
                </a:lnTo>
                <a:lnTo>
                  <a:pt x="1" y="12"/>
                </a:lnTo>
                <a:lnTo>
                  <a:pt x="2" y="12"/>
                </a:lnTo>
                <a:lnTo>
                  <a:pt x="3" y="11"/>
                </a:lnTo>
                <a:lnTo>
                  <a:pt x="3" y="10"/>
                </a:lnTo>
                <a:lnTo>
                  <a:pt x="4" y="10"/>
                </a:lnTo>
                <a:lnTo>
                  <a:pt x="5" y="9"/>
                </a:lnTo>
                <a:lnTo>
                  <a:pt x="5" y="7"/>
                </a:lnTo>
                <a:lnTo>
                  <a:pt x="6" y="7"/>
                </a:lnTo>
                <a:lnTo>
                  <a:pt x="6" y="6"/>
                </a:lnTo>
                <a:lnTo>
                  <a:pt x="7" y="6"/>
                </a:lnTo>
                <a:lnTo>
                  <a:pt x="7" y="7"/>
                </a:lnTo>
                <a:lnTo>
                  <a:pt x="8" y="7"/>
                </a:lnTo>
                <a:lnTo>
                  <a:pt x="8" y="6"/>
                </a:lnTo>
                <a:lnTo>
                  <a:pt x="8" y="7"/>
                </a:lnTo>
                <a:lnTo>
                  <a:pt x="8" y="6"/>
                </a:lnTo>
                <a:lnTo>
                  <a:pt x="8" y="5"/>
                </a:lnTo>
                <a:lnTo>
                  <a:pt x="9" y="5"/>
                </a:lnTo>
                <a:lnTo>
                  <a:pt x="10" y="5"/>
                </a:lnTo>
                <a:lnTo>
                  <a:pt x="10" y="4"/>
                </a:lnTo>
                <a:lnTo>
                  <a:pt x="10" y="3"/>
                </a:lnTo>
                <a:lnTo>
                  <a:pt x="11" y="3"/>
                </a:lnTo>
                <a:lnTo>
                  <a:pt x="11" y="4"/>
                </a:lnTo>
                <a:lnTo>
                  <a:pt x="11" y="3"/>
                </a:lnTo>
                <a:lnTo>
                  <a:pt x="12" y="2"/>
                </a:lnTo>
                <a:lnTo>
                  <a:pt x="13" y="2"/>
                </a:lnTo>
                <a:lnTo>
                  <a:pt x="14" y="2"/>
                </a:lnTo>
                <a:lnTo>
                  <a:pt x="15" y="1"/>
                </a:lnTo>
                <a:lnTo>
                  <a:pt x="16" y="0"/>
                </a:lnTo>
                <a:lnTo>
                  <a:pt x="17" y="0"/>
                </a:lnTo>
                <a:close/>
              </a:path>
            </a:pathLst>
          </a:custGeom>
          <a:solidFill>
            <a:srgbClr val="C2C2BF"/>
          </a:solidFill>
          <a:ln w="2520">
            <a:solidFill>
              <a:srgbClr val="FFFFFF"/>
            </a:solidFill>
            <a:round/>
          </a:ln>
        </p:spPr>
        <p:txBody>
          <a:bodyPr lIns="1080" tIns="1080" rIns="1080" bIns="108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351" name=""/>
          <p:cNvSpPr/>
          <p:nvPr/>
        </p:nvSpPr>
        <p:spPr>
          <a:xfrm>
            <a:off x="5522760" y="1589760"/>
            <a:ext cx="1440" cy="1440"/>
          </a:xfrm>
          <a:custGeom>
            <a:avLst/>
            <a:gdLst/>
            <a:ahLst/>
            <a:rect l="0" t="0" r="r" b="b"/>
            <a:pathLst>
              <a:path w="4" h="4">
                <a:moveTo>
                  <a:pt x="2" y="0"/>
                </a:moveTo>
                <a:lnTo>
                  <a:pt x="4" y="2"/>
                </a:lnTo>
                <a:lnTo>
                  <a:pt x="2" y="2"/>
                </a:lnTo>
                <a:lnTo>
                  <a:pt x="2" y="4"/>
                </a:lnTo>
                <a:lnTo>
                  <a:pt x="0" y="4"/>
                </a:lnTo>
                <a:lnTo>
                  <a:pt x="0" y="2"/>
                </a:lnTo>
                <a:lnTo>
                  <a:pt x="2" y="2"/>
                </a:lnTo>
                <a:lnTo>
                  <a:pt x="2" y="0"/>
                </a:lnTo>
                <a:close/>
              </a:path>
            </a:pathLst>
          </a:custGeom>
          <a:solidFill>
            <a:srgbClr val="C2C2BF"/>
          </a:solidFill>
          <a:ln w="2520">
            <a:solidFill>
              <a:srgbClr val="FFFFFF"/>
            </a:solidFill>
            <a:round/>
          </a:ln>
        </p:spPr>
        <p:txBody>
          <a:bodyPr lIns="1080" tIns="360" rIns="1080" bIns="3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352" name=""/>
          <p:cNvSpPr/>
          <p:nvPr/>
        </p:nvSpPr>
        <p:spPr>
          <a:xfrm>
            <a:off x="5523480" y="1589760"/>
            <a:ext cx="360" cy="0"/>
          </a:xfrm>
          <a:custGeom>
            <a:avLst/>
            <a:gdLst/>
            <a:ahLst/>
            <a:rect l="0" t="0" r="r" b="b"/>
            <a:pathLst>
              <a:path w="1" h="0">
                <a:moveTo>
                  <a:pt x="1" y="0"/>
                </a:moveTo>
                <a:lnTo>
                  <a:pt x="0" y="0"/>
                </a:lnTo>
                <a:lnTo>
                  <a:pt x="1" y="0"/>
                </a:lnTo>
                <a:close/>
              </a:path>
            </a:pathLst>
          </a:custGeom>
          <a:solidFill>
            <a:srgbClr val="C2C2BF"/>
          </a:solidFill>
          <a:ln w="2520">
            <a:solidFill>
              <a:srgbClr val="FFFFFF"/>
            </a:solidFill>
            <a:round/>
          </a:ln>
        </p:spPr>
        <p:txBody>
          <a:bodyPr lIns="1080" tIns="-1080" rIns="1080" bIns="-108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353" name=""/>
          <p:cNvSpPr/>
          <p:nvPr/>
        </p:nvSpPr>
        <p:spPr>
          <a:xfrm>
            <a:off x="5523480" y="1587960"/>
            <a:ext cx="720" cy="720"/>
          </a:xfrm>
          <a:custGeom>
            <a:avLst/>
            <a:gdLst/>
            <a:ahLst/>
            <a:rect l="0" t="0" r="r" b="b"/>
            <a:pathLst>
              <a:path w="2" h="2">
                <a:moveTo>
                  <a:pt x="0" y="2"/>
                </a:moveTo>
                <a:lnTo>
                  <a:pt x="0" y="0"/>
                </a:lnTo>
                <a:lnTo>
                  <a:pt x="2" y="0"/>
                </a:lnTo>
                <a:lnTo>
                  <a:pt x="2" y="2"/>
                </a:lnTo>
                <a:lnTo>
                  <a:pt x="0" y="2"/>
                </a:lnTo>
                <a:close/>
              </a:path>
            </a:pathLst>
          </a:custGeom>
          <a:solidFill>
            <a:srgbClr val="C2C2BF"/>
          </a:solidFill>
          <a:ln w="2520">
            <a:solidFill>
              <a:srgbClr val="FFFFFF"/>
            </a:solidFill>
            <a:round/>
          </a:ln>
        </p:spPr>
        <p:txBody>
          <a:bodyPr lIns="1080" tIns="-360" rIns="1080" bIns="-3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354" name=""/>
          <p:cNvSpPr/>
          <p:nvPr/>
        </p:nvSpPr>
        <p:spPr>
          <a:xfrm>
            <a:off x="5525280" y="1586160"/>
            <a:ext cx="0" cy="360"/>
          </a:xfrm>
          <a:custGeom>
            <a:avLst/>
            <a:gdLst/>
            <a:ahLst/>
            <a:rect l="0" t="0" r="r" b="b"/>
            <a:pathLst>
              <a:path w="0" h="1">
                <a:moveTo>
                  <a:pt x="0" y="0"/>
                </a:moveTo>
                <a:lnTo>
                  <a:pt x="0" y="1"/>
                </a:lnTo>
                <a:lnTo>
                  <a:pt x="0" y="0"/>
                </a:lnTo>
                <a:close/>
              </a:path>
            </a:pathLst>
          </a:custGeom>
          <a:solidFill>
            <a:srgbClr val="C2C2BF"/>
          </a:solidFill>
          <a:ln w="2520">
            <a:solidFill>
              <a:srgbClr val="FFFFFF"/>
            </a:solidFill>
            <a:round/>
          </a:ln>
        </p:spPr>
        <p:txBody>
          <a:bodyPr lIns="1080" tIns="-720" rIns="1080" bIns="-7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355" name=""/>
          <p:cNvSpPr/>
          <p:nvPr/>
        </p:nvSpPr>
        <p:spPr>
          <a:xfrm>
            <a:off x="5524920" y="1586160"/>
            <a:ext cx="0" cy="360"/>
          </a:xfrm>
          <a:custGeom>
            <a:avLst/>
            <a:gdLst/>
            <a:ahLst/>
            <a:rect l="0" t="0" r="r" b="b"/>
            <a:pathLst>
              <a:path w="0" h="1">
                <a:moveTo>
                  <a:pt x="0" y="1"/>
                </a:moveTo>
                <a:lnTo>
                  <a:pt x="0" y="0"/>
                </a:lnTo>
                <a:lnTo>
                  <a:pt x="0" y="1"/>
                </a:lnTo>
                <a:close/>
              </a:path>
            </a:pathLst>
          </a:custGeom>
          <a:solidFill>
            <a:srgbClr val="C2C2BF"/>
          </a:solidFill>
          <a:ln w="2520">
            <a:solidFill>
              <a:srgbClr val="FFFFFF"/>
            </a:solidFill>
            <a:round/>
          </a:ln>
        </p:spPr>
        <p:txBody>
          <a:bodyPr lIns="1080" tIns="-720" rIns="1080" bIns="-7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356" name=""/>
          <p:cNvSpPr/>
          <p:nvPr/>
        </p:nvSpPr>
        <p:spPr>
          <a:xfrm>
            <a:off x="5523480" y="1586160"/>
            <a:ext cx="360" cy="0"/>
          </a:xfrm>
          <a:custGeom>
            <a:avLst/>
            <a:gdLst/>
            <a:ahLst/>
            <a:rect l="0" t="0" r="r" b="b"/>
            <a:pathLst>
              <a:path w="1" h="0">
                <a:moveTo>
                  <a:pt x="0" y="0"/>
                </a:moveTo>
                <a:lnTo>
                  <a:pt x="1" y="0"/>
                </a:lnTo>
                <a:lnTo>
                  <a:pt x="0" y="0"/>
                </a:lnTo>
                <a:close/>
              </a:path>
            </a:pathLst>
          </a:custGeom>
          <a:solidFill>
            <a:srgbClr val="C2C2BF"/>
          </a:solidFill>
          <a:ln w="2520">
            <a:solidFill>
              <a:srgbClr val="FFFFFF"/>
            </a:solidFill>
            <a:round/>
          </a:ln>
        </p:spPr>
        <p:txBody>
          <a:bodyPr lIns="1080" tIns="-1080" rIns="1080" bIns="-108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357" name=""/>
          <p:cNvSpPr/>
          <p:nvPr/>
        </p:nvSpPr>
        <p:spPr>
          <a:xfrm>
            <a:off x="5524200" y="1585800"/>
            <a:ext cx="0" cy="360"/>
          </a:xfrm>
          <a:custGeom>
            <a:avLst/>
            <a:gdLst/>
            <a:ahLst/>
            <a:rect l="0" t="0" r="r" b="b"/>
            <a:pathLst>
              <a:path w="0" h="1">
                <a:moveTo>
                  <a:pt x="0" y="1"/>
                </a:moveTo>
                <a:lnTo>
                  <a:pt x="0" y="0"/>
                </a:lnTo>
                <a:lnTo>
                  <a:pt x="0" y="1"/>
                </a:lnTo>
                <a:close/>
              </a:path>
            </a:pathLst>
          </a:custGeom>
          <a:solidFill>
            <a:srgbClr val="C2C2BF"/>
          </a:solidFill>
          <a:ln w="2520">
            <a:solidFill>
              <a:srgbClr val="FFFFFF"/>
            </a:solidFill>
            <a:round/>
          </a:ln>
        </p:spPr>
        <p:txBody>
          <a:bodyPr lIns="1080" tIns="-720" rIns="1080" bIns="-7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358" name=""/>
          <p:cNvSpPr/>
          <p:nvPr/>
        </p:nvSpPr>
        <p:spPr>
          <a:xfrm>
            <a:off x="5524920" y="1585800"/>
            <a:ext cx="360" cy="360"/>
          </a:xfrm>
          <a:custGeom>
            <a:avLst/>
            <a:gdLst/>
            <a:ahLst/>
            <a:rect l="0" t="0" r="r" b="b"/>
            <a:pathLst>
              <a:path w="1" h="1">
                <a:moveTo>
                  <a:pt x="1" y="1"/>
                </a:moveTo>
                <a:lnTo>
                  <a:pt x="0" y="1"/>
                </a:lnTo>
                <a:lnTo>
                  <a:pt x="0" y="0"/>
                </a:lnTo>
                <a:lnTo>
                  <a:pt x="1" y="0"/>
                </a:lnTo>
                <a:lnTo>
                  <a:pt x="1" y="1"/>
                </a:lnTo>
                <a:close/>
              </a:path>
            </a:pathLst>
          </a:custGeom>
          <a:solidFill>
            <a:srgbClr val="C2C2BF"/>
          </a:solidFill>
          <a:ln w="2520">
            <a:solidFill>
              <a:srgbClr val="FFFFFF"/>
            </a:solidFill>
            <a:round/>
          </a:ln>
        </p:spPr>
        <p:txBody>
          <a:bodyPr lIns="1080" tIns="-720" rIns="1080" bIns="-7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359" name=""/>
          <p:cNvSpPr/>
          <p:nvPr/>
        </p:nvSpPr>
        <p:spPr>
          <a:xfrm>
            <a:off x="5523480" y="1584720"/>
            <a:ext cx="1440" cy="1800"/>
          </a:xfrm>
          <a:custGeom>
            <a:avLst/>
            <a:gdLst/>
            <a:ahLst/>
            <a:rect l="0" t="0" r="r" b="b"/>
            <a:pathLst>
              <a:path w="4" h="5">
                <a:moveTo>
                  <a:pt x="2" y="2"/>
                </a:moveTo>
                <a:lnTo>
                  <a:pt x="2" y="0"/>
                </a:lnTo>
                <a:lnTo>
                  <a:pt x="2" y="2"/>
                </a:lnTo>
                <a:lnTo>
                  <a:pt x="4" y="2"/>
                </a:lnTo>
                <a:lnTo>
                  <a:pt x="4" y="3"/>
                </a:lnTo>
                <a:lnTo>
                  <a:pt x="4" y="5"/>
                </a:lnTo>
                <a:lnTo>
                  <a:pt x="2" y="5"/>
                </a:lnTo>
                <a:lnTo>
                  <a:pt x="2" y="3"/>
                </a:lnTo>
                <a:lnTo>
                  <a:pt x="2" y="2"/>
                </a:lnTo>
                <a:lnTo>
                  <a:pt x="0" y="2"/>
                </a:lnTo>
                <a:lnTo>
                  <a:pt x="0" y="0"/>
                </a:lnTo>
                <a:lnTo>
                  <a:pt x="2" y="0"/>
                </a:lnTo>
                <a:lnTo>
                  <a:pt x="2" y="2"/>
                </a:lnTo>
                <a:close/>
              </a:path>
            </a:pathLst>
          </a:custGeom>
          <a:solidFill>
            <a:srgbClr val="C2C2BF"/>
          </a:solidFill>
          <a:ln w="2520">
            <a:solidFill>
              <a:srgbClr val="FFFFFF"/>
            </a:solidFill>
            <a:round/>
          </a:ln>
        </p:spPr>
        <p:txBody>
          <a:bodyPr lIns="1080" tIns="720" rIns="1080" bIns="7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360" name=""/>
          <p:cNvSpPr/>
          <p:nvPr/>
        </p:nvSpPr>
        <p:spPr>
          <a:xfrm>
            <a:off x="5523120" y="1585080"/>
            <a:ext cx="360" cy="360"/>
          </a:xfrm>
          <a:custGeom>
            <a:avLst/>
            <a:gdLst/>
            <a:ahLst/>
            <a:rect l="0" t="0" r="r" b="b"/>
            <a:pathLst>
              <a:path w="1" h="1">
                <a:moveTo>
                  <a:pt x="1" y="0"/>
                </a:moveTo>
                <a:lnTo>
                  <a:pt x="1" y="1"/>
                </a:lnTo>
                <a:lnTo>
                  <a:pt x="1" y="0"/>
                </a:lnTo>
                <a:lnTo>
                  <a:pt x="0" y="0"/>
                </a:lnTo>
                <a:lnTo>
                  <a:pt x="1" y="0"/>
                </a:lnTo>
                <a:close/>
              </a:path>
            </a:pathLst>
          </a:custGeom>
          <a:solidFill>
            <a:srgbClr val="C2C2BF"/>
          </a:solidFill>
          <a:ln w="2520">
            <a:solidFill>
              <a:srgbClr val="FFFFFF"/>
            </a:solidFill>
            <a:round/>
          </a:ln>
        </p:spPr>
        <p:txBody>
          <a:bodyPr lIns="1080" tIns="-720" rIns="1080" bIns="-7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361" name=""/>
          <p:cNvSpPr/>
          <p:nvPr/>
        </p:nvSpPr>
        <p:spPr>
          <a:xfrm>
            <a:off x="5524200" y="1585080"/>
            <a:ext cx="0" cy="0"/>
          </a:xfrm>
          <a:custGeom>
            <a:avLst/>
            <a:gdLst/>
            <a:ahLst/>
            <a:rect l="0" t="0" r="r" b="b"/>
            <a:pathLst>
              <a:path w="0" h="0">
                <a:moveTo>
                  <a:pt x="0" y="0"/>
                </a:moveTo>
                <a:lnTo>
                  <a:pt x="0" y="0"/>
                </a:lnTo>
                <a:close/>
              </a:path>
            </a:pathLst>
          </a:custGeom>
          <a:solidFill>
            <a:srgbClr val="C2C2BF"/>
          </a:solidFill>
          <a:ln w="2520">
            <a:solidFill>
              <a:srgbClr val="FFFFFF"/>
            </a:solidFill>
            <a:round/>
          </a:ln>
        </p:spPr>
        <p:txBody>
          <a:bodyPr lIns="1080" tIns="-1080" rIns="1080" bIns="-108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362" name=""/>
          <p:cNvSpPr/>
          <p:nvPr/>
        </p:nvSpPr>
        <p:spPr>
          <a:xfrm>
            <a:off x="5524560" y="1582200"/>
            <a:ext cx="360" cy="360"/>
          </a:xfrm>
          <a:custGeom>
            <a:avLst/>
            <a:gdLst/>
            <a:ahLst/>
            <a:rect l="0" t="0" r="r" b="b"/>
            <a:pathLst>
              <a:path w="1" h="1">
                <a:moveTo>
                  <a:pt x="1" y="1"/>
                </a:moveTo>
                <a:lnTo>
                  <a:pt x="0" y="1"/>
                </a:lnTo>
                <a:lnTo>
                  <a:pt x="0" y="0"/>
                </a:lnTo>
                <a:lnTo>
                  <a:pt x="1" y="0"/>
                </a:lnTo>
                <a:lnTo>
                  <a:pt x="1" y="1"/>
                </a:lnTo>
                <a:close/>
              </a:path>
            </a:pathLst>
          </a:custGeom>
          <a:solidFill>
            <a:srgbClr val="C2C2BF"/>
          </a:solidFill>
          <a:ln w="2520">
            <a:solidFill>
              <a:srgbClr val="FFFFFF"/>
            </a:solidFill>
            <a:round/>
          </a:ln>
        </p:spPr>
        <p:txBody>
          <a:bodyPr lIns="1080" tIns="-720" rIns="1080" bIns="-7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363" name=""/>
          <p:cNvSpPr/>
          <p:nvPr/>
        </p:nvSpPr>
        <p:spPr>
          <a:xfrm>
            <a:off x="5524560" y="1581840"/>
            <a:ext cx="0" cy="0"/>
          </a:xfrm>
          <a:custGeom>
            <a:avLst/>
            <a:gdLst/>
            <a:ahLst/>
            <a:rect l="0" t="0" r="r" b="b"/>
            <a:pathLst>
              <a:path w="0" h="0">
                <a:moveTo>
                  <a:pt x="0" y="0"/>
                </a:moveTo>
                <a:lnTo>
                  <a:pt x="0" y="0"/>
                </a:lnTo>
                <a:close/>
              </a:path>
            </a:pathLst>
          </a:custGeom>
          <a:solidFill>
            <a:srgbClr val="C2C2BF"/>
          </a:solidFill>
          <a:ln w="2520">
            <a:solidFill>
              <a:srgbClr val="FFFFFF"/>
            </a:solidFill>
            <a:round/>
          </a:ln>
        </p:spPr>
        <p:txBody>
          <a:bodyPr lIns="1080" tIns="-1080" rIns="1080" bIns="-108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364" name=""/>
          <p:cNvSpPr/>
          <p:nvPr/>
        </p:nvSpPr>
        <p:spPr>
          <a:xfrm>
            <a:off x="5523120" y="1581480"/>
            <a:ext cx="1440" cy="720"/>
          </a:xfrm>
          <a:custGeom>
            <a:avLst/>
            <a:gdLst/>
            <a:ahLst/>
            <a:rect l="0" t="0" r="r" b="b"/>
            <a:pathLst>
              <a:path w="4" h="2">
                <a:moveTo>
                  <a:pt x="2" y="2"/>
                </a:moveTo>
                <a:lnTo>
                  <a:pt x="0" y="2"/>
                </a:lnTo>
                <a:lnTo>
                  <a:pt x="0" y="0"/>
                </a:lnTo>
                <a:lnTo>
                  <a:pt x="0" y="2"/>
                </a:lnTo>
                <a:lnTo>
                  <a:pt x="2" y="2"/>
                </a:lnTo>
                <a:lnTo>
                  <a:pt x="2" y="0"/>
                </a:lnTo>
                <a:lnTo>
                  <a:pt x="4" y="0"/>
                </a:lnTo>
                <a:lnTo>
                  <a:pt x="2" y="2"/>
                </a:lnTo>
                <a:close/>
              </a:path>
            </a:pathLst>
          </a:custGeom>
          <a:solidFill>
            <a:srgbClr val="C2C2BF"/>
          </a:solidFill>
          <a:ln w="2520">
            <a:solidFill>
              <a:srgbClr val="FFFFFF"/>
            </a:solidFill>
            <a:round/>
          </a:ln>
        </p:spPr>
        <p:txBody>
          <a:bodyPr lIns="1080" tIns="-360" rIns="1080" bIns="-3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365" name=""/>
          <p:cNvSpPr/>
          <p:nvPr/>
        </p:nvSpPr>
        <p:spPr>
          <a:xfrm>
            <a:off x="5523480" y="1581120"/>
            <a:ext cx="360" cy="360"/>
          </a:xfrm>
          <a:custGeom>
            <a:avLst/>
            <a:gdLst/>
            <a:ahLst/>
            <a:rect l="0" t="0" r="r" b="b"/>
            <a:pathLst>
              <a:path w="1" h="1">
                <a:moveTo>
                  <a:pt x="1" y="1"/>
                </a:moveTo>
                <a:lnTo>
                  <a:pt x="0" y="1"/>
                </a:lnTo>
                <a:lnTo>
                  <a:pt x="0" y="0"/>
                </a:lnTo>
                <a:lnTo>
                  <a:pt x="1" y="0"/>
                </a:lnTo>
                <a:lnTo>
                  <a:pt x="1" y="1"/>
                </a:lnTo>
                <a:close/>
              </a:path>
            </a:pathLst>
          </a:custGeom>
          <a:solidFill>
            <a:srgbClr val="C2C2BF"/>
          </a:solidFill>
          <a:ln w="2520">
            <a:solidFill>
              <a:srgbClr val="FFFFFF"/>
            </a:solidFill>
            <a:round/>
          </a:ln>
        </p:spPr>
        <p:txBody>
          <a:bodyPr lIns="1080" tIns="-720" rIns="1080" bIns="-7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366" name=""/>
          <p:cNvSpPr/>
          <p:nvPr/>
        </p:nvSpPr>
        <p:spPr>
          <a:xfrm>
            <a:off x="5522760" y="1580760"/>
            <a:ext cx="1440" cy="720"/>
          </a:xfrm>
          <a:custGeom>
            <a:avLst/>
            <a:gdLst/>
            <a:ahLst/>
            <a:rect l="0" t="0" r="r" b="b"/>
            <a:pathLst>
              <a:path w="4" h="2">
                <a:moveTo>
                  <a:pt x="2" y="0"/>
                </a:moveTo>
                <a:lnTo>
                  <a:pt x="4" y="0"/>
                </a:lnTo>
                <a:lnTo>
                  <a:pt x="2" y="0"/>
                </a:lnTo>
                <a:lnTo>
                  <a:pt x="2" y="2"/>
                </a:lnTo>
                <a:lnTo>
                  <a:pt x="4" y="2"/>
                </a:lnTo>
                <a:lnTo>
                  <a:pt x="2" y="2"/>
                </a:lnTo>
                <a:lnTo>
                  <a:pt x="0" y="2"/>
                </a:lnTo>
                <a:lnTo>
                  <a:pt x="2" y="2"/>
                </a:lnTo>
                <a:lnTo>
                  <a:pt x="0" y="0"/>
                </a:lnTo>
                <a:lnTo>
                  <a:pt x="2" y="0"/>
                </a:lnTo>
                <a:close/>
              </a:path>
            </a:pathLst>
          </a:custGeom>
          <a:solidFill>
            <a:srgbClr val="C2C2BF"/>
          </a:solidFill>
          <a:ln w="2520">
            <a:solidFill>
              <a:srgbClr val="FFFFFF"/>
            </a:solidFill>
            <a:round/>
          </a:ln>
        </p:spPr>
        <p:txBody>
          <a:bodyPr lIns="1080" tIns="-360" rIns="1080" bIns="-3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367" name=""/>
          <p:cNvSpPr/>
          <p:nvPr/>
        </p:nvSpPr>
        <p:spPr>
          <a:xfrm>
            <a:off x="5526000" y="1580400"/>
            <a:ext cx="360" cy="360"/>
          </a:xfrm>
          <a:custGeom>
            <a:avLst/>
            <a:gdLst/>
            <a:ahLst/>
            <a:rect l="0" t="0" r="r" b="b"/>
            <a:pathLst>
              <a:path w="1" h="1">
                <a:moveTo>
                  <a:pt x="1" y="0"/>
                </a:moveTo>
                <a:lnTo>
                  <a:pt x="1" y="1"/>
                </a:lnTo>
                <a:lnTo>
                  <a:pt x="0" y="1"/>
                </a:lnTo>
                <a:lnTo>
                  <a:pt x="0" y="0"/>
                </a:lnTo>
                <a:lnTo>
                  <a:pt x="1" y="0"/>
                </a:lnTo>
                <a:close/>
              </a:path>
            </a:pathLst>
          </a:custGeom>
          <a:solidFill>
            <a:srgbClr val="C2C2BF"/>
          </a:solidFill>
          <a:ln w="2520">
            <a:solidFill>
              <a:srgbClr val="FFFFFF"/>
            </a:solidFill>
            <a:round/>
          </a:ln>
        </p:spPr>
        <p:txBody>
          <a:bodyPr lIns="1080" tIns="-720" rIns="1080" bIns="-7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368" name=""/>
          <p:cNvSpPr/>
          <p:nvPr/>
        </p:nvSpPr>
        <p:spPr>
          <a:xfrm>
            <a:off x="5411880" y="1503360"/>
            <a:ext cx="97560" cy="31320"/>
          </a:xfrm>
          <a:custGeom>
            <a:avLst/>
            <a:gdLst/>
            <a:ahLst/>
            <a:rect l="0" t="0" r="r" b="b"/>
            <a:pathLst>
              <a:path w="271" h="87">
                <a:moveTo>
                  <a:pt x="266" y="0"/>
                </a:moveTo>
                <a:lnTo>
                  <a:pt x="266" y="1"/>
                </a:lnTo>
                <a:lnTo>
                  <a:pt x="266" y="2"/>
                </a:lnTo>
                <a:lnTo>
                  <a:pt x="267" y="3"/>
                </a:lnTo>
                <a:lnTo>
                  <a:pt x="267" y="4"/>
                </a:lnTo>
                <a:lnTo>
                  <a:pt x="268" y="4"/>
                </a:lnTo>
                <a:lnTo>
                  <a:pt x="268" y="5"/>
                </a:lnTo>
                <a:lnTo>
                  <a:pt x="268" y="6"/>
                </a:lnTo>
                <a:lnTo>
                  <a:pt x="269" y="7"/>
                </a:lnTo>
                <a:lnTo>
                  <a:pt x="270" y="7"/>
                </a:lnTo>
                <a:lnTo>
                  <a:pt x="270" y="8"/>
                </a:lnTo>
                <a:lnTo>
                  <a:pt x="270" y="9"/>
                </a:lnTo>
                <a:lnTo>
                  <a:pt x="270" y="10"/>
                </a:lnTo>
                <a:lnTo>
                  <a:pt x="271" y="10"/>
                </a:lnTo>
                <a:lnTo>
                  <a:pt x="271" y="11"/>
                </a:lnTo>
                <a:lnTo>
                  <a:pt x="271" y="12"/>
                </a:lnTo>
                <a:lnTo>
                  <a:pt x="271" y="13"/>
                </a:lnTo>
                <a:lnTo>
                  <a:pt x="270" y="13"/>
                </a:lnTo>
                <a:lnTo>
                  <a:pt x="270" y="12"/>
                </a:lnTo>
                <a:lnTo>
                  <a:pt x="270" y="13"/>
                </a:lnTo>
                <a:lnTo>
                  <a:pt x="269" y="13"/>
                </a:lnTo>
                <a:lnTo>
                  <a:pt x="269" y="14"/>
                </a:lnTo>
                <a:lnTo>
                  <a:pt x="269" y="15"/>
                </a:lnTo>
                <a:lnTo>
                  <a:pt x="269" y="16"/>
                </a:lnTo>
                <a:lnTo>
                  <a:pt x="270" y="16"/>
                </a:lnTo>
                <a:lnTo>
                  <a:pt x="270" y="17"/>
                </a:lnTo>
                <a:lnTo>
                  <a:pt x="269" y="17"/>
                </a:lnTo>
                <a:lnTo>
                  <a:pt x="269" y="18"/>
                </a:lnTo>
                <a:lnTo>
                  <a:pt x="269" y="19"/>
                </a:lnTo>
                <a:lnTo>
                  <a:pt x="268" y="19"/>
                </a:lnTo>
                <a:lnTo>
                  <a:pt x="267" y="19"/>
                </a:lnTo>
                <a:lnTo>
                  <a:pt x="266" y="19"/>
                </a:lnTo>
                <a:lnTo>
                  <a:pt x="265" y="19"/>
                </a:lnTo>
                <a:lnTo>
                  <a:pt x="265" y="21"/>
                </a:lnTo>
                <a:lnTo>
                  <a:pt x="266" y="21"/>
                </a:lnTo>
                <a:lnTo>
                  <a:pt x="265" y="23"/>
                </a:lnTo>
                <a:lnTo>
                  <a:pt x="265" y="24"/>
                </a:lnTo>
                <a:lnTo>
                  <a:pt x="264" y="24"/>
                </a:lnTo>
                <a:lnTo>
                  <a:pt x="263" y="25"/>
                </a:lnTo>
                <a:lnTo>
                  <a:pt x="262" y="26"/>
                </a:lnTo>
                <a:lnTo>
                  <a:pt x="262" y="27"/>
                </a:lnTo>
                <a:lnTo>
                  <a:pt x="261" y="27"/>
                </a:lnTo>
                <a:lnTo>
                  <a:pt x="260" y="27"/>
                </a:lnTo>
                <a:lnTo>
                  <a:pt x="259" y="27"/>
                </a:lnTo>
                <a:lnTo>
                  <a:pt x="258" y="27"/>
                </a:lnTo>
                <a:lnTo>
                  <a:pt x="258" y="28"/>
                </a:lnTo>
                <a:lnTo>
                  <a:pt x="258" y="27"/>
                </a:lnTo>
                <a:lnTo>
                  <a:pt x="258" y="26"/>
                </a:lnTo>
                <a:lnTo>
                  <a:pt x="258" y="25"/>
                </a:lnTo>
                <a:lnTo>
                  <a:pt x="257" y="25"/>
                </a:lnTo>
                <a:lnTo>
                  <a:pt x="257" y="26"/>
                </a:lnTo>
                <a:lnTo>
                  <a:pt x="256" y="26"/>
                </a:lnTo>
                <a:lnTo>
                  <a:pt x="255" y="26"/>
                </a:lnTo>
                <a:lnTo>
                  <a:pt x="254" y="26"/>
                </a:lnTo>
                <a:lnTo>
                  <a:pt x="253" y="27"/>
                </a:lnTo>
                <a:lnTo>
                  <a:pt x="254" y="27"/>
                </a:lnTo>
                <a:lnTo>
                  <a:pt x="253" y="27"/>
                </a:lnTo>
                <a:lnTo>
                  <a:pt x="253" y="28"/>
                </a:lnTo>
                <a:lnTo>
                  <a:pt x="253" y="27"/>
                </a:lnTo>
                <a:lnTo>
                  <a:pt x="252" y="28"/>
                </a:lnTo>
                <a:lnTo>
                  <a:pt x="251" y="28"/>
                </a:lnTo>
                <a:lnTo>
                  <a:pt x="250" y="28"/>
                </a:lnTo>
                <a:lnTo>
                  <a:pt x="249" y="28"/>
                </a:lnTo>
                <a:lnTo>
                  <a:pt x="249" y="29"/>
                </a:lnTo>
                <a:lnTo>
                  <a:pt x="248" y="29"/>
                </a:lnTo>
                <a:lnTo>
                  <a:pt x="248" y="30"/>
                </a:lnTo>
                <a:lnTo>
                  <a:pt x="247" y="30"/>
                </a:lnTo>
                <a:lnTo>
                  <a:pt x="247" y="29"/>
                </a:lnTo>
                <a:lnTo>
                  <a:pt x="247" y="28"/>
                </a:lnTo>
                <a:lnTo>
                  <a:pt x="247" y="27"/>
                </a:lnTo>
                <a:lnTo>
                  <a:pt x="246" y="27"/>
                </a:lnTo>
                <a:lnTo>
                  <a:pt x="245" y="27"/>
                </a:lnTo>
                <a:lnTo>
                  <a:pt x="245" y="26"/>
                </a:lnTo>
                <a:lnTo>
                  <a:pt x="244" y="26"/>
                </a:lnTo>
                <a:lnTo>
                  <a:pt x="244" y="27"/>
                </a:lnTo>
                <a:lnTo>
                  <a:pt x="243" y="27"/>
                </a:lnTo>
                <a:lnTo>
                  <a:pt x="242" y="27"/>
                </a:lnTo>
                <a:lnTo>
                  <a:pt x="243" y="27"/>
                </a:lnTo>
                <a:lnTo>
                  <a:pt x="243" y="26"/>
                </a:lnTo>
                <a:lnTo>
                  <a:pt x="242" y="26"/>
                </a:lnTo>
                <a:lnTo>
                  <a:pt x="241" y="26"/>
                </a:lnTo>
                <a:lnTo>
                  <a:pt x="240" y="26"/>
                </a:lnTo>
                <a:lnTo>
                  <a:pt x="240" y="27"/>
                </a:lnTo>
                <a:lnTo>
                  <a:pt x="239" y="27"/>
                </a:lnTo>
                <a:lnTo>
                  <a:pt x="239" y="26"/>
                </a:lnTo>
                <a:lnTo>
                  <a:pt x="239" y="27"/>
                </a:lnTo>
                <a:lnTo>
                  <a:pt x="238" y="27"/>
                </a:lnTo>
                <a:lnTo>
                  <a:pt x="237" y="26"/>
                </a:lnTo>
                <a:lnTo>
                  <a:pt x="237" y="25"/>
                </a:lnTo>
                <a:lnTo>
                  <a:pt x="236" y="25"/>
                </a:lnTo>
                <a:lnTo>
                  <a:pt x="235" y="25"/>
                </a:lnTo>
                <a:lnTo>
                  <a:pt x="235" y="24"/>
                </a:lnTo>
                <a:lnTo>
                  <a:pt x="234" y="24"/>
                </a:lnTo>
                <a:lnTo>
                  <a:pt x="234" y="25"/>
                </a:lnTo>
                <a:lnTo>
                  <a:pt x="234" y="24"/>
                </a:lnTo>
                <a:lnTo>
                  <a:pt x="233" y="24"/>
                </a:lnTo>
                <a:lnTo>
                  <a:pt x="233" y="23"/>
                </a:lnTo>
                <a:lnTo>
                  <a:pt x="233" y="22"/>
                </a:lnTo>
                <a:lnTo>
                  <a:pt x="232" y="22"/>
                </a:lnTo>
                <a:lnTo>
                  <a:pt x="231" y="22"/>
                </a:lnTo>
                <a:lnTo>
                  <a:pt x="230" y="22"/>
                </a:lnTo>
                <a:lnTo>
                  <a:pt x="230" y="20"/>
                </a:lnTo>
                <a:lnTo>
                  <a:pt x="229" y="19"/>
                </a:lnTo>
                <a:lnTo>
                  <a:pt x="229" y="18"/>
                </a:lnTo>
                <a:lnTo>
                  <a:pt x="228" y="18"/>
                </a:lnTo>
                <a:lnTo>
                  <a:pt x="229" y="17"/>
                </a:lnTo>
                <a:lnTo>
                  <a:pt x="228" y="17"/>
                </a:lnTo>
                <a:lnTo>
                  <a:pt x="228" y="18"/>
                </a:lnTo>
                <a:lnTo>
                  <a:pt x="228" y="19"/>
                </a:lnTo>
                <a:lnTo>
                  <a:pt x="227" y="19"/>
                </a:lnTo>
                <a:lnTo>
                  <a:pt x="227" y="18"/>
                </a:lnTo>
                <a:lnTo>
                  <a:pt x="226" y="18"/>
                </a:lnTo>
                <a:lnTo>
                  <a:pt x="226" y="19"/>
                </a:lnTo>
                <a:lnTo>
                  <a:pt x="226" y="18"/>
                </a:lnTo>
                <a:lnTo>
                  <a:pt x="225" y="18"/>
                </a:lnTo>
                <a:lnTo>
                  <a:pt x="225" y="17"/>
                </a:lnTo>
                <a:lnTo>
                  <a:pt x="225" y="18"/>
                </a:lnTo>
                <a:lnTo>
                  <a:pt x="224" y="18"/>
                </a:lnTo>
                <a:lnTo>
                  <a:pt x="223" y="19"/>
                </a:lnTo>
                <a:lnTo>
                  <a:pt x="223" y="20"/>
                </a:lnTo>
                <a:lnTo>
                  <a:pt x="221" y="20"/>
                </a:lnTo>
                <a:lnTo>
                  <a:pt x="221" y="21"/>
                </a:lnTo>
                <a:lnTo>
                  <a:pt x="220" y="21"/>
                </a:lnTo>
                <a:lnTo>
                  <a:pt x="220" y="20"/>
                </a:lnTo>
                <a:lnTo>
                  <a:pt x="219" y="20"/>
                </a:lnTo>
                <a:lnTo>
                  <a:pt x="218" y="19"/>
                </a:lnTo>
                <a:lnTo>
                  <a:pt x="218" y="20"/>
                </a:lnTo>
                <a:lnTo>
                  <a:pt x="218" y="21"/>
                </a:lnTo>
                <a:lnTo>
                  <a:pt x="217" y="21"/>
                </a:lnTo>
                <a:lnTo>
                  <a:pt x="217" y="22"/>
                </a:lnTo>
                <a:lnTo>
                  <a:pt x="216" y="23"/>
                </a:lnTo>
                <a:lnTo>
                  <a:pt x="217" y="23"/>
                </a:lnTo>
                <a:lnTo>
                  <a:pt x="217" y="24"/>
                </a:lnTo>
                <a:lnTo>
                  <a:pt x="218" y="25"/>
                </a:lnTo>
                <a:lnTo>
                  <a:pt x="217" y="25"/>
                </a:lnTo>
                <a:lnTo>
                  <a:pt x="216" y="25"/>
                </a:lnTo>
                <a:lnTo>
                  <a:pt x="215" y="25"/>
                </a:lnTo>
                <a:lnTo>
                  <a:pt x="215" y="26"/>
                </a:lnTo>
                <a:lnTo>
                  <a:pt x="215" y="27"/>
                </a:lnTo>
                <a:lnTo>
                  <a:pt x="214" y="27"/>
                </a:lnTo>
                <a:lnTo>
                  <a:pt x="215" y="27"/>
                </a:lnTo>
                <a:lnTo>
                  <a:pt x="214" y="27"/>
                </a:lnTo>
                <a:lnTo>
                  <a:pt x="214" y="28"/>
                </a:lnTo>
                <a:lnTo>
                  <a:pt x="213" y="28"/>
                </a:lnTo>
                <a:lnTo>
                  <a:pt x="212" y="29"/>
                </a:lnTo>
                <a:lnTo>
                  <a:pt x="211" y="30"/>
                </a:lnTo>
                <a:lnTo>
                  <a:pt x="210" y="30"/>
                </a:lnTo>
                <a:lnTo>
                  <a:pt x="209" y="30"/>
                </a:lnTo>
                <a:lnTo>
                  <a:pt x="208" y="30"/>
                </a:lnTo>
                <a:lnTo>
                  <a:pt x="208" y="31"/>
                </a:lnTo>
                <a:lnTo>
                  <a:pt x="207" y="31"/>
                </a:lnTo>
                <a:lnTo>
                  <a:pt x="206" y="31"/>
                </a:lnTo>
                <a:lnTo>
                  <a:pt x="206" y="33"/>
                </a:lnTo>
                <a:lnTo>
                  <a:pt x="205" y="34"/>
                </a:lnTo>
                <a:lnTo>
                  <a:pt x="205" y="35"/>
                </a:lnTo>
                <a:lnTo>
                  <a:pt x="204" y="35"/>
                </a:lnTo>
                <a:lnTo>
                  <a:pt x="204" y="34"/>
                </a:lnTo>
                <a:lnTo>
                  <a:pt x="203" y="34"/>
                </a:lnTo>
                <a:lnTo>
                  <a:pt x="203" y="33"/>
                </a:lnTo>
                <a:lnTo>
                  <a:pt x="203" y="31"/>
                </a:lnTo>
                <a:lnTo>
                  <a:pt x="202" y="33"/>
                </a:lnTo>
                <a:lnTo>
                  <a:pt x="201" y="33"/>
                </a:lnTo>
                <a:lnTo>
                  <a:pt x="200" y="33"/>
                </a:lnTo>
                <a:lnTo>
                  <a:pt x="201" y="34"/>
                </a:lnTo>
                <a:lnTo>
                  <a:pt x="201" y="35"/>
                </a:lnTo>
                <a:lnTo>
                  <a:pt x="201" y="36"/>
                </a:lnTo>
                <a:lnTo>
                  <a:pt x="202" y="37"/>
                </a:lnTo>
                <a:lnTo>
                  <a:pt x="202" y="38"/>
                </a:lnTo>
                <a:lnTo>
                  <a:pt x="202" y="39"/>
                </a:lnTo>
                <a:lnTo>
                  <a:pt x="203" y="39"/>
                </a:lnTo>
                <a:lnTo>
                  <a:pt x="204" y="39"/>
                </a:lnTo>
                <a:lnTo>
                  <a:pt x="205" y="39"/>
                </a:lnTo>
                <a:lnTo>
                  <a:pt x="206" y="39"/>
                </a:lnTo>
                <a:lnTo>
                  <a:pt x="206" y="38"/>
                </a:lnTo>
                <a:lnTo>
                  <a:pt x="207" y="38"/>
                </a:lnTo>
                <a:lnTo>
                  <a:pt x="208" y="38"/>
                </a:lnTo>
                <a:lnTo>
                  <a:pt x="209" y="38"/>
                </a:lnTo>
                <a:lnTo>
                  <a:pt x="210" y="38"/>
                </a:lnTo>
                <a:lnTo>
                  <a:pt x="210" y="39"/>
                </a:lnTo>
                <a:lnTo>
                  <a:pt x="211" y="39"/>
                </a:lnTo>
                <a:lnTo>
                  <a:pt x="211" y="40"/>
                </a:lnTo>
                <a:lnTo>
                  <a:pt x="212" y="41"/>
                </a:lnTo>
                <a:lnTo>
                  <a:pt x="213" y="41"/>
                </a:lnTo>
                <a:lnTo>
                  <a:pt x="213" y="42"/>
                </a:lnTo>
                <a:lnTo>
                  <a:pt x="212" y="42"/>
                </a:lnTo>
                <a:lnTo>
                  <a:pt x="211" y="42"/>
                </a:lnTo>
                <a:lnTo>
                  <a:pt x="210" y="43"/>
                </a:lnTo>
                <a:lnTo>
                  <a:pt x="209" y="44"/>
                </a:lnTo>
                <a:lnTo>
                  <a:pt x="209" y="45"/>
                </a:lnTo>
                <a:lnTo>
                  <a:pt x="209" y="46"/>
                </a:lnTo>
                <a:lnTo>
                  <a:pt x="210" y="47"/>
                </a:lnTo>
                <a:lnTo>
                  <a:pt x="212" y="49"/>
                </a:lnTo>
                <a:lnTo>
                  <a:pt x="212" y="50"/>
                </a:lnTo>
                <a:lnTo>
                  <a:pt x="211" y="50"/>
                </a:lnTo>
                <a:lnTo>
                  <a:pt x="211" y="51"/>
                </a:lnTo>
                <a:lnTo>
                  <a:pt x="211" y="52"/>
                </a:lnTo>
                <a:lnTo>
                  <a:pt x="210" y="52"/>
                </a:lnTo>
                <a:lnTo>
                  <a:pt x="210" y="53"/>
                </a:lnTo>
                <a:lnTo>
                  <a:pt x="210" y="54"/>
                </a:lnTo>
                <a:lnTo>
                  <a:pt x="211" y="54"/>
                </a:lnTo>
                <a:lnTo>
                  <a:pt x="211" y="55"/>
                </a:lnTo>
                <a:lnTo>
                  <a:pt x="211" y="56"/>
                </a:lnTo>
                <a:lnTo>
                  <a:pt x="212" y="56"/>
                </a:lnTo>
                <a:lnTo>
                  <a:pt x="212" y="58"/>
                </a:lnTo>
                <a:lnTo>
                  <a:pt x="212" y="59"/>
                </a:lnTo>
                <a:lnTo>
                  <a:pt x="213" y="59"/>
                </a:lnTo>
                <a:lnTo>
                  <a:pt x="212" y="59"/>
                </a:lnTo>
                <a:lnTo>
                  <a:pt x="211" y="59"/>
                </a:lnTo>
                <a:lnTo>
                  <a:pt x="211" y="60"/>
                </a:lnTo>
                <a:lnTo>
                  <a:pt x="212" y="60"/>
                </a:lnTo>
                <a:lnTo>
                  <a:pt x="211" y="60"/>
                </a:lnTo>
                <a:lnTo>
                  <a:pt x="211" y="61"/>
                </a:lnTo>
                <a:lnTo>
                  <a:pt x="210" y="61"/>
                </a:lnTo>
                <a:lnTo>
                  <a:pt x="209" y="61"/>
                </a:lnTo>
                <a:lnTo>
                  <a:pt x="210" y="61"/>
                </a:lnTo>
                <a:lnTo>
                  <a:pt x="209" y="61"/>
                </a:lnTo>
                <a:lnTo>
                  <a:pt x="208" y="61"/>
                </a:lnTo>
                <a:lnTo>
                  <a:pt x="206" y="61"/>
                </a:lnTo>
                <a:lnTo>
                  <a:pt x="205" y="62"/>
                </a:lnTo>
                <a:lnTo>
                  <a:pt x="204" y="62"/>
                </a:lnTo>
                <a:lnTo>
                  <a:pt x="204" y="63"/>
                </a:lnTo>
                <a:lnTo>
                  <a:pt x="202" y="63"/>
                </a:lnTo>
                <a:lnTo>
                  <a:pt x="201" y="63"/>
                </a:lnTo>
                <a:lnTo>
                  <a:pt x="200" y="64"/>
                </a:lnTo>
                <a:lnTo>
                  <a:pt x="199" y="64"/>
                </a:lnTo>
                <a:lnTo>
                  <a:pt x="198" y="63"/>
                </a:lnTo>
                <a:lnTo>
                  <a:pt x="199" y="63"/>
                </a:lnTo>
                <a:lnTo>
                  <a:pt x="199" y="62"/>
                </a:lnTo>
                <a:lnTo>
                  <a:pt x="198" y="62"/>
                </a:lnTo>
                <a:lnTo>
                  <a:pt x="198" y="61"/>
                </a:lnTo>
                <a:lnTo>
                  <a:pt x="198" y="60"/>
                </a:lnTo>
                <a:lnTo>
                  <a:pt x="197" y="59"/>
                </a:lnTo>
                <a:lnTo>
                  <a:pt x="196" y="59"/>
                </a:lnTo>
                <a:lnTo>
                  <a:pt x="195" y="58"/>
                </a:lnTo>
                <a:lnTo>
                  <a:pt x="196" y="58"/>
                </a:lnTo>
                <a:lnTo>
                  <a:pt x="195" y="57"/>
                </a:lnTo>
                <a:lnTo>
                  <a:pt x="195" y="56"/>
                </a:lnTo>
                <a:lnTo>
                  <a:pt x="194" y="56"/>
                </a:lnTo>
                <a:lnTo>
                  <a:pt x="194" y="55"/>
                </a:lnTo>
                <a:lnTo>
                  <a:pt x="194" y="54"/>
                </a:lnTo>
                <a:lnTo>
                  <a:pt x="194" y="53"/>
                </a:lnTo>
                <a:lnTo>
                  <a:pt x="193" y="51"/>
                </a:lnTo>
                <a:lnTo>
                  <a:pt x="192" y="51"/>
                </a:lnTo>
                <a:lnTo>
                  <a:pt x="192" y="50"/>
                </a:lnTo>
                <a:lnTo>
                  <a:pt x="191" y="50"/>
                </a:lnTo>
                <a:lnTo>
                  <a:pt x="191" y="49"/>
                </a:lnTo>
                <a:lnTo>
                  <a:pt x="190" y="48"/>
                </a:lnTo>
                <a:lnTo>
                  <a:pt x="189" y="48"/>
                </a:lnTo>
                <a:lnTo>
                  <a:pt x="188" y="47"/>
                </a:lnTo>
                <a:lnTo>
                  <a:pt x="187" y="48"/>
                </a:lnTo>
                <a:lnTo>
                  <a:pt x="186" y="48"/>
                </a:lnTo>
                <a:lnTo>
                  <a:pt x="184" y="49"/>
                </a:lnTo>
                <a:lnTo>
                  <a:pt x="183" y="49"/>
                </a:lnTo>
                <a:lnTo>
                  <a:pt x="182" y="48"/>
                </a:lnTo>
                <a:lnTo>
                  <a:pt x="181" y="48"/>
                </a:lnTo>
                <a:lnTo>
                  <a:pt x="180" y="48"/>
                </a:lnTo>
                <a:lnTo>
                  <a:pt x="179" y="48"/>
                </a:lnTo>
                <a:lnTo>
                  <a:pt x="178" y="47"/>
                </a:lnTo>
                <a:lnTo>
                  <a:pt x="177" y="48"/>
                </a:lnTo>
                <a:lnTo>
                  <a:pt x="177" y="47"/>
                </a:lnTo>
                <a:lnTo>
                  <a:pt x="176" y="47"/>
                </a:lnTo>
                <a:lnTo>
                  <a:pt x="176" y="46"/>
                </a:lnTo>
                <a:lnTo>
                  <a:pt x="177" y="46"/>
                </a:lnTo>
                <a:lnTo>
                  <a:pt x="176" y="46"/>
                </a:lnTo>
                <a:lnTo>
                  <a:pt x="176" y="45"/>
                </a:lnTo>
                <a:lnTo>
                  <a:pt x="175" y="46"/>
                </a:lnTo>
                <a:lnTo>
                  <a:pt x="175" y="47"/>
                </a:lnTo>
                <a:lnTo>
                  <a:pt x="174" y="48"/>
                </a:lnTo>
                <a:lnTo>
                  <a:pt x="174" y="49"/>
                </a:lnTo>
                <a:lnTo>
                  <a:pt x="173" y="49"/>
                </a:lnTo>
                <a:lnTo>
                  <a:pt x="173" y="48"/>
                </a:lnTo>
                <a:lnTo>
                  <a:pt x="172" y="48"/>
                </a:lnTo>
                <a:lnTo>
                  <a:pt x="172" y="47"/>
                </a:lnTo>
                <a:lnTo>
                  <a:pt x="172" y="46"/>
                </a:lnTo>
                <a:lnTo>
                  <a:pt x="171" y="46"/>
                </a:lnTo>
                <a:lnTo>
                  <a:pt x="171" y="45"/>
                </a:lnTo>
                <a:lnTo>
                  <a:pt x="170" y="45"/>
                </a:lnTo>
                <a:lnTo>
                  <a:pt x="170" y="46"/>
                </a:lnTo>
                <a:lnTo>
                  <a:pt x="169" y="46"/>
                </a:lnTo>
                <a:lnTo>
                  <a:pt x="168" y="47"/>
                </a:lnTo>
                <a:lnTo>
                  <a:pt x="168" y="46"/>
                </a:lnTo>
                <a:lnTo>
                  <a:pt x="167" y="47"/>
                </a:lnTo>
                <a:lnTo>
                  <a:pt x="167" y="48"/>
                </a:lnTo>
                <a:lnTo>
                  <a:pt x="166" y="48"/>
                </a:lnTo>
                <a:lnTo>
                  <a:pt x="166" y="47"/>
                </a:lnTo>
                <a:lnTo>
                  <a:pt x="165" y="47"/>
                </a:lnTo>
                <a:lnTo>
                  <a:pt x="164" y="48"/>
                </a:lnTo>
                <a:lnTo>
                  <a:pt x="164" y="47"/>
                </a:lnTo>
                <a:lnTo>
                  <a:pt x="163" y="46"/>
                </a:lnTo>
                <a:lnTo>
                  <a:pt x="162" y="46"/>
                </a:lnTo>
                <a:lnTo>
                  <a:pt x="160" y="46"/>
                </a:lnTo>
                <a:lnTo>
                  <a:pt x="160" y="47"/>
                </a:lnTo>
                <a:lnTo>
                  <a:pt x="160" y="48"/>
                </a:lnTo>
                <a:lnTo>
                  <a:pt x="159" y="48"/>
                </a:lnTo>
                <a:lnTo>
                  <a:pt x="159" y="49"/>
                </a:lnTo>
                <a:lnTo>
                  <a:pt x="159" y="50"/>
                </a:lnTo>
                <a:lnTo>
                  <a:pt x="159" y="51"/>
                </a:lnTo>
                <a:lnTo>
                  <a:pt x="159" y="53"/>
                </a:lnTo>
                <a:lnTo>
                  <a:pt x="158" y="54"/>
                </a:lnTo>
                <a:lnTo>
                  <a:pt x="158" y="55"/>
                </a:lnTo>
                <a:lnTo>
                  <a:pt x="158" y="56"/>
                </a:lnTo>
                <a:lnTo>
                  <a:pt x="158" y="57"/>
                </a:lnTo>
                <a:lnTo>
                  <a:pt x="158" y="58"/>
                </a:lnTo>
                <a:lnTo>
                  <a:pt x="158" y="59"/>
                </a:lnTo>
                <a:lnTo>
                  <a:pt x="157" y="60"/>
                </a:lnTo>
                <a:lnTo>
                  <a:pt x="156" y="60"/>
                </a:lnTo>
                <a:lnTo>
                  <a:pt x="157" y="62"/>
                </a:lnTo>
                <a:lnTo>
                  <a:pt x="157" y="63"/>
                </a:lnTo>
                <a:lnTo>
                  <a:pt x="158" y="63"/>
                </a:lnTo>
                <a:lnTo>
                  <a:pt x="158" y="64"/>
                </a:lnTo>
                <a:lnTo>
                  <a:pt x="159" y="64"/>
                </a:lnTo>
                <a:lnTo>
                  <a:pt x="160" y="64"/>
                </a:lnTo>
                <a:lnTo>
                  <a:pt x="160" y="65"/>
                </a:lnTo>
                <a:lnTo>
                  <a:pt x="160" y="66"/>
                </a:lnTo>
                <a:lnTo>
                  <a:pt x="160" y="67"/>
                </a:lnTo>
                <a:lnTo>
                  <a:pt x="160" y="68"/>
                </a:lnTo>
                <a:lnTo>
                  <a:pt x="160" y="69"/>
                </a:lnTo>
                <a:lnTo>
                  <a:pt x="160" y="70"/>
                </a:lnTo>
                <a:lnTo>
                  <a:pt x="159" y="70"/>
                </a:lnTo>
                <a:lnTo>
                  <a:pt x="158" y="70"/>
                </a:lnTo>
                <a:lnTo>
                  <a:pt x="157" y="71"/>
                </a:lnTo>
                <a:lnTo>
                  <a:pt x="156" y="71"/>
                </a:lnTo>
                <a:lnTo>
                  <a:pt x="156" y="72"/>
                </a:lnTo>
                <a:lnTo>
                  <a:pt x="155" y="73"/>
                </a:lnTo>
                <a:lnTo>
                  <a:pt x="154" y="73"/>
                </a:lnTo>
                <a:lnTo>
                  <a:pt x="154" y="74"/>
                </a:lnTo>
                <a:lnTo>
                  <a:pt x="153" y="74"/>
                </a:lnTo>
                <a:lnTo>
                  <a:pt x="153" y="75"/>
                </a:lnTo>
                <a:lnTo>
                  <a:pt x="152" y="75"/>
                </a:lnTo>
                <a:lnTo>
                  <a:pt x="152" y="76"/>
                </a:lnTo>
                <a:lnTo>
                  <a:pt x="152" y="77"/>
                </a:lnTo>
                <a:lnTo>
                  <a:pt x="152" y="78"/>
                </a:lnTo>
                <a:lnTo>
                  <a:pt x="151" y="77"/>
                </a:lnTo>
                <a:lnTo>
                  <a:pt x="150" y="77"/>
                </a:lnTo>
                <a:lnTo>
                  <a:pt x="149" y="76"/>
                </a:lnTo>
                <a:lnTo>
                  <a:pt x="148" y="76"/>
                </a:lnTo>
                <a:lnTo>
                  <a:pt x="147" y="76"/>
                </a:lnTo>
                <a:lnTo>
                  <a:pt x="146" y="77"/>
                </a:lnTo>
                <a:lnTo>
                  <a:pt x="145" y="77"/>
                </a:lnTo>
                <a:lnTo>
                  <a:pt x="145" y="76"/>
                </a:lnTo>
                <a:lnTo>
                  <a:pt x="143" y="76"/>
                </a:lnTo>
                <a:lnTo>
                  <a:pt x="143" y="77"/>
                </a:lnTo>
                <a:lnTo>
                  <a:pt x="142" y="77"/>
                </a:lnTo>
                <a:lnTo>
                  <a:pt x="142" y="76"/>
                </a:lnTo>
                <a:lnTo>
                  <a:pt x="140" y="76"/>
                </a:lnTo>
                <a:lnTo>
                  <a:pt x="139" y="76"/>
                </a:lnTo>
                <a:lnTo>
                  <a:pt x="138" y="76"/>
                </a:lnTo>
                <a:lnTo>
                  <a:pt x="137" y="76"/>
                </a:lnTo>
                <a:lnTo>
                  <a:pt x="137" y="75"/>
                </a:lnTo>
                <a:lnTo>
                  <a:pt x="136" y="75"/>
                </a:lnTo>
                <a:lnTo>
                  <a:pt x="135" y="76"/>
                </a:lnTo>
                <a:lnTo>
                  <a:pt x="134" y="76"/>
                </a:lnTo>
                <a:lnTo>
                  <a:pt x="133" y="76"/>
                </a:lnTo>
                <a:lnTo>
                  <a:pt x="132" y="76"/>
                </a:lnTo>
                <a:lnTo>
                  <a:pt x="131" y="76"/>
                </a:lnTo>
                <a:lnTo>
                  <a:pt x="130" y="77"/>
                </a:lnTo>
                <a:lnTo>
                  <a:pt x="129" y="78"/>
                </a:lnTo>
                <a:lnTo>
                  <a:pt x="128" y="79"/>
                </a:lnTo>
                <a:lnTo>
                  <a:pt x="128" y="80"/>
                </a:lnTo>
                <a:lnTo>
                  <a:pt x="128" y="81"/>
                </a:lnTo>
                <a:lnTo>
                  <a:pt x="128" y="82"/>
                </a:lnTo>
                <a:lnTo>
                  <a:pt x="128" y="83"/>
                </a:lnTo>
                <a:lnTo>
                  <a:pt x="127" y="83"/>
                </a:lnTo>
                <a:lnTo>
                  <a:pt x="126" y="83"/>
                </a:lnTo>
                <a:lnTo>
                  <a:pt x="125" y="83"/>
                </a:lnTo>
                <a:lnTo>
                  <a:pt x="125" y="82"/>
                </a:lnTo>
                <a:lnTo>
                  <a:pt x="125" y="83"/>
                </a:lnTo>
                <a:lnTo>
                  <a:pt x="124" y="84"/>
                </a:lnTo>
                <a:lnTo>
                  <a:pt x="124" y="86"/>
                </a:lnTo>
                <a:lnTo>
                  <a:pt x="123" y="87"/>
                </a:lnTo>
                <a:lnTo>
                  <a:pt x="122" y="86"/>
                </a:lnTo>
                <a:lnTo>
                  <a:pt x="121" y="86"/>
                </a:lnTo>
                <a:lnTo>
                  <a:pt x="121" y="87"/>
                </a:lnTo>
                <a:lnTo>
                  <a:pt x="120" y="87"/>
                </a:lnTo>
                <a:lnTo>
                  <a:pt x="120" y="86"/>
                </a:lnTo>
                <a:lnTo>
                  <a:pt x="119" y="85"/>
                </a:lnTo>
                <a:lnTo>
                  <a:pt x="118" y="85"/>
                </a:lnTo>
                <a:lnTo>
                  <a:pt x="117" y="85"/>
                </a:lnTo>
                <a:lnTo>
                  <a:pt x="116" y="86"/>
                </a:lnTo>
                <a:lnTo>
                  <a:pt x="116" y="85"/>
                </a:lnTo>
                <a:lnTo>
                  <a:pt x="116" y="84"/>
                </a:lnTo>
                <a:lnTo>
                  <a:pt x="115" y="84"/>
                </a:lnTo>
                <a:lnTo>
                  <a:pt x="115" y="83"/>
                </a:lnTo>
                <a:lnTo>
                  <a:pt x="116" y="82"/>
                </a:lnTo>
                <a:lnTo>
                  <a:pt x="116" y="81"/>
                </a:lnTo>
                <a:lnTo>
                  <a:pt x="117" y="81"/>
                </a:lnTo>
                <a:lnTo>
                  <a:pt x="117" y="80"/>
                </a:lnTo>
                <a:lnTo>
                  <a:pt x="116" y="80"/>
                </a:lnTo>
                <a:lnTo>
                  <a:pt x="116" y="79"/>
                </a:lnTo>
                <a:lnTo>
                  <a:pt x="117" y="78"/>
                </a:lnTo>
                <a:lnTo>
                  <a:pt x="117" y="77"/>
                </a:lnTo>
                <a:lnTo>
                  <a:pt x="118" y="76"/>
                </a:lnTo>
                <a:lnTo>
                  <a:pt x="117" y="75"/>
                </a:lnTo>
                <a:lnTo>
                  <a:pt x="117" y="74"/>
                </a:lnTo>
                <a:lnTo>
                  <a:pt x="116" y="74"/>
                </a:lnTo>
                <a:lnTo>
                  <a:pt x="115" y="73"/>
                </a:lnTo>
                <a:lnTo>
                  <a:pt x="115" y="71"/>
                </a:lnTo>
                <a:lnTo>
                  <a:pt x="116" y="70"/>
                </a:lnTo>
                <a:lnTo>
                  <a:pt x="115" y="70"/>
                </a:lnTo>
                <a:lnTo>
                  <a:pt x="115" y="69"/>
                </a:lnTo>
                <a:lnTo>
                  <a:pt x="115" y="68"/>
                </a:lnTo>
                <a:lnTo>
                  <a:pt x="115" y="67"/>
                </a:lnTo>
                <a:lnTo>
                  <a:pt x="116" y="67"/>
                </a:lnTo>
                <a:lnTo>
                  <a:pt x="115" y="66"/>
                </a:lnTo>
                <a:lnTo>
                  <a:pt x="114" y="65"/>
                </a:lnTo>
                <a:lnTo>
                  <a:pt x="113" y="65"/>
                </a:lnTo>
                <a:lnTo>
                  <a:pt x="114" y="64"/>
                </a:lnTo>
                <a:lnTo>
                  <a:pt x="114" y="63"/>
                </a:lnTo>
                <a:lnTo>
                  <a:pt x="115" y="63"/>
                </a:lnTo>
                <a:lnTo>
                  <a:pt x="115" y="62"/>
                </a:lnTo>
                <a:lnTo>
                  <a:pt x="116" y="61"/>
                </a:lnTo>
                <a:lnTo>
                  <a:pt x="115" y="61"/>
                </a:lnTo>
                <a:lnTo>
                  <a:pt x="115" y="60"/>
                </a:lnTo>
                <a:lnTo>
                  <a:pt x="116" y="60"/>
                </a:lnTo>
                <a:lnTo>
                  <a:pt x="115" y="60"/>
                </a:lnTo>
                <a:lnTo>
                  <a:pt x="114" y="60"/>
                </a:lnTo>
                <a:lnTo>
                  <a:pt x="113" y="60"/>
                </a:lnTo>
                <a:lnTo>
                  <a:pt x="112" y="60"/>
                </a:lnTo>
                <a:lnTo>
                  <a:pt x="112" y="59"/>
                </a:lnTo>
                <a:lnTo>
                  <a:pt x="113" y="58"/>
                </a:lnTo>
                <a:lnTo>
                  <a:pt x="113" y="57"/>
                </a:lnTo>
                <a:lnTo>
                  <a:pt x="112" y="57"/>
                </a:lnTo>
                <a:lnTo>
                  <a:pt x="113" y="56"/>
                </a:lnTo>
                <a:lnTo>
                  <a:pt x="113" y="55"/>
                </a:lnTo>
                <a:lnTo>
                  <a:pt x="112" y="55"/>
                </a:lnTo>
                <a:lnTo>
                  <a:pt x="112" y="56"/>
                </a:lnTo>
                <a:lnTo>
                  <a:pt x="111" y="55"/>
                </a:lnTo>
                <a:lnTo>
                  <a:pt x="111" y="54"/>
                </a:lnTo>
                <a:lnTo>
                  <a:pt x="110" y="54"/>
                </a:lnTo>
                <a:lnTo>
                  <a:pt x="109" y="54"/>
                </a:lnTo>
                <a:lnTo>
                  <a:pt x="109" y="55"/>
                </a:lnTo>
                <a:lnTo>
                  <a:pt x="108" y="56"/>
                </a:lnTo>
                <a:lnTo>
                  <a:pt x="107" y="56"/>
                </a:lnTo>
                <a:lnTo>
                  <a:pt x="106" y="56"/>
                </a:lnTo>
                <a:lnTo>
                  <a:pt x="105" y="55"/>
                </a:lnTo>
                <a:lnTo>
                  <a:pt x="104" y="55"/>
                </a:lnTo>
                <a:lnTo>
                  <a:pt x="104" y="53"/>
                </a:lnTo>
                <a:lnTo>
                  <a:pt x="103" y="53"/>
                </a:lnTo>
                <a:lnTo>
                  <a:pt x="102" y="53"/>
                </a:lnTo>
                <a:lnTo>
                  <a:pt x="102" y="54"/>
                </a:lnTo>
                <a:lnTo>
                  <a:pt x="101" y="54"/>
                </a:lnTo>
                <a:lnTo>
                  <a:pt x="101" y="55"/>
                </a:lnTo>
                <a:lnTo>
                  <a:pt x="100" y="55"/>
                </a:lnTo>
                <a:lnTo>
                  <a:pt x="100" y="56"/>
                </a:lnTo>
                <a:lnTo>
                  <a:pt x="99" y="57"/>
                </a:lnTo>
                <a:lnTo>
                  <a:pt x="99" y="58"/>
                </a:lnTo>
                <a:lnTo>
                  <a:pt x="98" y="58"/>
                </a:lnTo>
                <a:lnTo>
                  <a:pt x="98" y="59"/>
                </a:lnTo>
                <a:lnTo>
                  <a:pt x="97" y="59"/>
                </a:lnTo>
                <a:lnTo>
                  <a:pt x="96" y="60"/>
                </a:lnTo>
                <a:lnTo>
                  <a:pt x="95" y="60"/>
                </a:lnTo>
                <a:lnTo>
                  <a:pt x="95" y="61"/>
                </a:lnTo>
                <a:lnTo>
                  <a:pt x="94" y="61"/>
                </a:lnTo>
                <a:lnTo>
                  <a:pt x="93" y="61"/>
                </a:lnTo>
                <a:lnTo>
                  <a:pt x="93" y="62"/>
                </a:lnTo>
                <a:lnTo>
                  <a:pt x="93" y="63"/>
                </a:lnTo>
                <a:lnTo>
                  <a:pt x="93" y="64"/>
                </a:lnTo>
                <a:lnTo>
                  <a:pt x="93" y="65"/>
                </a:lnTo>
                <a:lnTo>
                  <a:pt x="92" y="65"/>
                </a:lnTo>
                <a:lnTo>
                  <a:pt x="92" y="66"/>
                </a:lnTo>
                <a:lnTo>
                  <a:pt x="93" y="66"/>
                </a:lnTo>
                <a:lnTo>
                  <a:pt x="93" y="67"/>
                </a:lnTo>
                <a:lnTo>
                  <a:pt x="93" y="68"/>
                </a:lnTo>
                <a:lnTo>
                  <a:pt x="92" y="68"/>
                </a:lnTo>
                <a:lnTo>
                  <a:pt x="91" y="68"/>
                </a:lnTo>
                <a:lnTo>
                  <a:pt x="90" y="69"/>
                </a:lnTo>
                <a:lnTo>
                  <a:pt x="89" y="69"/>
                </a:lnTo>
                <a:lnTo>
                  <a:pt x="88" y="69"/>
                </a:lnTo>
                <a:lnTo>
                  <a:pt x="87" y="69"/>
                </a:lnTo>
                <a:lnTo>
                  <a:pt x="87" y="70"/>
                </a:lnTo>
                <a:lnTo>
                  <a:pt x="87" y="69"/>
                </a:lnTo>
                <a:lnTo>
                  <a:pt x="86" y="69"/>
                </a:lnTo>
                <a:lnTo>
                  <a:pt x="86" y="70"/>
                </a:lnTo>
                <a:lnTo>
                  <a:pt x="85" y="70"/>
                </a:lnTo>
                <a:lnTo>
                  <a:pt x="85" y="69"/>
                </a:lnTo>
                <a:lnTo>
                  <a:pt x="86" y="69"/>
                </a:lnTo>
                <a:lnTo>
                  <a:pt x="85" y="68"/>
                </a:lnTo>
                <a:lnTo>
                  <a:pt x="86" y="68"/>
                </a:lnTo>
                <a:lnTo>
                  <a:pt x="86" y="67"/>
                </a:lnTo>
                <a:lnTo>
                  <a:pt x="85" y="67"/>
                </a:lnTo>
                <a:lnTo>
                  <a:pt x="84" y="67"/>
                </a:lnTo>
                <a:lnTo>
                  <a:pt x="84" y="66"/>
                </a:lnTo>
                <a:lnTo>
                  <a:pt x="85" y="66"/>
                </a:lnTo>
                <a:lnTo>
                  <a:pt x="85" y="65"/>
                </a:lnTo>
                <a:lnTo>
                  <a:pt x="84" y="65"/>
                </a:lnTo>
                <a:lnTo>
                  <a:pt x="84" y="64"/>
                </a:lnTo>
                <a:lnTo>
                  <a:pt x="83" y="63"/>
                </a:lnTo>
                <a:lnTo>
                  <a:pt x="83" y="62"/>
                </a:lnTo>
                <a:lnTo>
                  <a:pt x="83" y="61"/>
                </a:lnTo>
                <a:lnTo>
                  <a:pt x="83" y="60"/>
                </a:lnTo>
                <a:lnTo>
                  <a:pt x="84" y="59"/>
                </a:lnTo>
                <a:lnTo>
                  <a:pt x="84" y="58"/>
                </a:lnTo>
                <a:lnTo>
                  <a:pt x="85" y="57"/>
                </a:lnTo>
                <a:lnTo>
                  <a:pt x="84" y="57"/>
                </a:lnTo>
                <a:lnTo>
                  <a:pt x="85" y="56"/>
                </a:lnTo>
                <a:lnTo>
                  <a:pt x="85" y="55"/>
                </a:lnTo>
                <a:lnTo>
                  <a:pt x="85" y="53"/>
                </a:lnTo>
                <a:lnTo>
                  <a:pt x="86" y="52"/>
                </a:lnTo>
                <a:lnTo>
                  <a:pt x="87" y="52"/>
                </a:lnTo>
                <a:lnTo>
                  <a:pt x="88" y="52"/>
                </a:lnTo>
                <a:lnTo>
                  <a:pt x="89" y="51"/>
                </a:lnTo>
                <a:lnTo>
                  <a:pt x="90" y="51"/>
                </a:lnTo>
                <a:lnTo>
                  <a:pt x="90" y="50"/>
                </a:lnTo>
                <a:lnTo>
                  <a:pt x="91" y="50"/>
                </a:lnTo>
                <a:lnTo>
                  <a:pt x="91" y="49"/>
                </a:lnTo>
                <a:lnTo>
                  <a:pt x="92" y="49"/>
                </a:lnTo>
                <a:lnTo>
                  <a:pt x="93" y="47"/>
                </a:lnTo>
                <a:lnTo>
                  <a:pt x="92" y="47"/>
                </a:lnTo>
                <a:lnTo>
                  <a:pt x="92" y="46"/>
                </a:lnTo>
                <a:lnTo>
                  <a:pt x="92" y="45"/>
                </a:lnTo>
                <a:lnTo>
                  <a:pt x="91" y="44"/>
                </a:lnTo>
                <a:lnTo>
                  <a:pt x="92" y="44"/>
                </a:lnTo>
                <a:lnTo>
                  <a:pt x="93" y="43"/>
                </a:lnTo>
                <a:lnTo>
                  <a:pt x="94" y="42"/>
                </a:lnTo>
                <a:lnTo>
                  <a:pt x="95" y="41"/>
                </a:lnTo>
                <a:lnTo>
                  <a:pt x="95" y="40"/>
                </a:lnTo>
                <a:lnTo>
                  <a:pt x="96" y="39"/>
                </a:lnTo>
                <a:lnTo>
                  <a:pt x="96" y="38"/>
                </a:lnTo>
                <a:lnTo>
                  <a:pt x="97" y="38"/>
                </a:lnTo>
                <a:lnTo>
                  <a:pt x="98" y="38"/>
                </a:lnTo>
                <a:lnTo>
                  <a:pt x="99" y="37"/>
                </a:lnTo>
                <a:lnTo>
                  <a:pt x="100" y="36"/>
                </a:lnTo>
                <a:lnTo>
                  <a:pt x="101" y="36"/>
                </a:lnTo>
                <a:lnTo>
                  <a:pt x="101" y="35"/>
                </a:lnTo>
                <a:lnTo>
                  <a:pt x="101" y="34"/>
                </a:lnTo>
                <a:lnTo>
                  <a:pt x="102" y="33"/>
                </a:lnTo>
                <a:lnTo>
                  <a:pt x="103" y="33"/>
                </a:lnTo>
                <a:lnTo>
                  <a:pt x="103" y="31"/>
                </a:lnTo>
                <a:lnTo>
                  <a:pt x="103" y="30"/>
                </a:lnTo>
                <a:lnTo>
                  <a:pt x="103" y="29"/>
                </a:lnTo>
                <a:lnTo>
                  <a:pt x="104" y="28"/>
                </a:lnTo>
                <a:lnTo>
                  <a:pt x="104" y="27"/>
                </a:lnTo>
                <a:lnTo>
                  <a:pt x="104" y="26"/>
                </a:lnTo>
                <a:lnTo>
                  <a:pt x="104" y="25"/>
                </a:lnTo>
                <a:lnTo>
                  <a:pt x="104" y="24"/>
                </a:lnTo>
                <a:lnTo>
                  <a:pt x="104" y="23"/>
                </a:lnTo>
                <a:lnTo>
                  <a:pt x="104" y="22"/>
                </a:lnTo>
                <a:lnTo>
                  <a:pt x="105" y="20"/>
                </a:lnTo>
                <a:lnTo>
                  <a:pt x="105" y="19"/>
                </a:lnTo>
                <a:lnTo>
                  <a:pt x="104" y="19"/>
                </a:lnTo>
                <a:lnTo>
                  <a:pt x="103" y="18"/>
                </a:lnTo>
                <a:lnTo>
                  <a:pt x="103" y="17"/>
                </a:lnTo>
                <a:lnTo>
                  <a:pt x="103" y="16"/>
                </a:lnTo>
                <a:lnTo>
                  <a:pt x="103" y="15"/>
                </a:lnTo>
                <a:lnTo>
                  <a:pt x="103" y="14"/>
                </a:lnTo>
                <a:lnTo>
                  <a:pt x="102" y="14"/>
                </a:lnTo>
                <a:lnTo>
                  <a:pt x="102" y="13"/>
                </a:lnTo>
                <a:lnTo>
                  <a:pt x="102" y="12"/>
                </a:lnTo>
                <a:lnTo>
                  <a:pt x="103" y="12"/>
                </a:lnTo>
                <a:lnTo>
                  <a:pt x="103" y="11"/>
                </a:lnTo>
                <a:lnTo>
                  <a:pt x="104" y="11"/>
                </a:lnTo>
                <a:lnTo>
                  <a:pt x="104" y="12"/>
                </a:lnTo>
                <a:lnTo>
                  <a:pt x="105" y="12"/>
                </a:lnTo>
                <a:lnTo>
                  <a:pt x="105" y="11"/>
                </a:lnTo>
                <a:lnTo>
                  <a:pt x="107" y="11"/>
                </a:lnTo>
                <a:lnTo>
                  <a:pt x="108" y="10"/>
                </a:lnTo>
                <a:lnTo>
                  <a:pt x="108" y="9"/>
                </a:lnTo>
                <a:lnTo>
                  <a:pt x="109" y="9"/>
                </a:lnTo>
                <a:lnTo>
                  <a:pt x="109" y="8"/>
                </a:lnTo>
                <a:lnTo>
                  <a:pt x="110" y="8"/>
                </a:lnTo>
                <a:lnTo>
                  <a:pt x="111" y="8"/>
                </a:lnTo>
                <a:lnTo>
                  <a:pt x="110" y="8"/>
                </a:lnTo>
                <a:lnTo>
                  <a:pt x="110" y="7"/>
                </a:lnTo>
                <a:lnTo>
                  <a:pt x="110" y="6"/>
                </a:lnTo>
                <a:lnTo>
                  <a:pt x="110" y="5"/>
                </a:lnTo>
                <a:lnTo>
                  <a:pt x="109" y="5"/>
                </a:lnTo>
                <a:lnTo>
                  <a:pt x="109" y="4"/>
                </a:lnTo>
                <a:lnTo>
                  <a:pt x="110" y="3"/>
                </a:lnTo>
                <a:lnTo>
                  <a:pt x="111" y="3"/>
                </a:lnTo>
                <a:lnTo>
                  <a:pt x="111" y="2"/>
                </a:lnTo>
                <a:lnTo>
                  <a:pt x="112" y="2"/>
                </a:lnTo>
                <a:lnTo>
                  <a:pt x="113" y="2"/>
                </a:lnTo>
                <a:lnTo>
                  <a:pt x="113" y="1"/>
                </a:lnTo>
                <a:lnTo>
                  <a:pt x="112" y="1"/>
                </a:lnTo>
                <a:lnTo>
                  <a:pt x="111" y="1"/>
                </a:lnTo>
                <a:lnTo>
                  <a:pt x="111" y="0"/>
                </a:lnTo>
                <a:lnTo>
                  <a:pt x="110" y="0"/>
                </a:lnTo>
                <a:lnTo>
                  <a:pt x="109" y="0"/>
                </a:lnTo>
                <a:lnTo>
                  <a:pt x="109" y="1"/>
                </a:lnTo>
                <a:lnTo>
                  <a:pt x="108" y="1"/>
                </a:lnTo>
                <a:lnTo>
                  <a:pt x="108" y="0"/>
                </a:lnTo>
                <a:lnTo>
                  <a:pt x="107" y="0"/>
                </a:lnTo>
                <a:lnTo>
                  <a:pt x="107" y="1"/>
                </a:lnTo>
                <a:lnTo>
                  <a:pt x="106" y="0"/>
                </a:lnTo>
                <a:lnTo>
                  <a:pt x="102" y="0"/>
                </a:lnTo>
                <a:lnTo>
                  <a:pt x="102" y="1"/>
                </a:lnTo>
                <a:lnTo>
                  <a:pt x="101" y="1"/>
                </a:lnTo>
                <a:lnTo>
                  <a:pt x="101" y="2"/>
                </a:lnTo>
                <a:lnTo>
                  <a:pt x="101" y="3"/>
                </a:lnTo>
                <a:lnTo>
                  <a:pt x="100" y="3"/>
                </a:lnTo>
                <a:lnTo>
                  <a:pt x="99" y="3"/>
                </a:lnTo>
                <a:lnTo>
                  <a:pt x="98" y="2"/>
                </a:lnTo>
                <a:lnTo>
                  <a:pt x="98" y="1"/>
                </a:lnTo>
                <a:lnTo>
                  <a:pt x="97" y="1"/>
                </a:lnTo>
                <a:lnTo>
                  <a:pt x="97" y="0"/>
                </a:lnTo>
                <a:lnTo>
                  <a:pt x="8" y="0"/>
                </a:lnTo>
                <a:lnTo>
                  <a:pt x="8" y="1"/>
                </a:lnTo>
                <a:lnTo>
                  <a:pt x="8" y="2"/>
                </a:lnTo>
                <a:lnTo>
                  <a:pt x="9" y="2"/>
                </a:lnTo>
                <a:lnTo>
                  <a:pt x="9" y="3"/>
                </a:lnTo>
                <a:lnTo>
                  <a:pt x="10" y="4"/>
                </a:lnTo>
                <a:lnTo>
                  <a:pt x="10" y="5"/>
                </a:lnTo>
                <a:lnTo>
                  <a:pt x="9" y="5"/>
                </a:lnTo>
                <a:lnTo>
                  <a:pt x="9" y="6"/>
                </a:lnTo>
                <a:lnTo>
                  <a:pt x="8" y="7"/>
                </a:lnTo>
                <a:lnTo>
                  <a:pt x="7" y="7"/>
                </a:lnTo>
                <a:lnTo>
                  <a:pt x="6" y="7"/>
                </a:lnTo>
                <a:lnTo>
                  <a:pt x="6" y="6"/>
                </a:lnTo>
                <a:lnTo>
                  <a:pt x="5" y="6"/>
                </a:lnTo>
                <a:lnTo>
                  <a:pt x="4" y="6"/>
                </a:lnTo>
                <a:lnTo>
                  <a:pt x="3" y="6"/>
                </a:lnTo>
                <a:lnTo>
                  <a:pt x="2" y="6"/>
                </a:lnTo>
                <a:lnTo>
                  <a:pt x="2" y="7"/>
                </a:lnTo>
                <a:lnTo>
                  <a:pt x="1" y="7"/>
                </a:lnTo>
                <a:lnTo>
                  <a:pt x="0" y="6"/>
                </a:lnTo>
                <a:lnTo>
                  <a:pt x="0" y="5"/>
                </a:lnTo>
                <a:lnTo>
                  <a:pt x="1" y="5"/>
                </a:lnTo>
                <a:lnTo>
                  <a:pt x="1" y="4"/>
                </a:lnTo>
                <a:lnTo>
                  <a:pt x="0" y="4"/>
                </a:lnTo>
                <a:lnTo>
                  <a:pt x="0" y="3"/>
                </a:lnTo>
                <a:lnTo>
                  <a:pt x="1" y="3"/>
                </a:lnTo>
                <a:lnTo>
                  <a:pt x="1" y="2"/>
                </a:lnTo>
                <a:lnTo>
                  <a:pt x="1" y="1"/>
                </a:lnTo>
                <a:lnTo>
                  <a:pt x="2" y="2"/>
                </a:lnTo>
                <a:lnTo>
                  <a:pt x="2" y="1"/>
                </a:lnTo>
                <a:lnTo>
                  <a:pt x="3" y="0"/>
                </a:lnTo>
                <a:lnTo>
                  <a:pt x="266" y="0"/>
                </a:lnTo>
                <a:close/>
              </a:path>
            </a:pathLst>
          </a:custGeom>
          <a:solidFill>
            <a:srgbClr val="8D2E13"/>
          </a:solidFill>
          <a:ln w="2520">
            <a:solidFill>
              <a:srgbClr val="FFFFFF"/>
            </a:solidFill>
            <a:round/>
          </a:ln>
        </p:spPr>
        <p:txBody>
          <a:bodyPr lIns="1080" tIns="1080" rIns="1080" bIns="108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369" name=""/>
          <p:cNvSpPr/>
          <p:nvPr/>
        </p:nvSpPr>
        <p:spPr>
          <a:xfrm>
            <a:off x="5507280" y="1503360"/>
            <a:ext cx="48240" cy="29880"/>
          </a:xfrm>
          <a:custGeom>
            <a:avLst/>
            <a:gdLst/>
            <a:ahLst/>
            <a:rect l="0" t="0" r="r" b="b"/>
            <a:pathLst>
              <a:path w="134" h="83">
                <a:moveTo>
                  <a:pt x="134" y="0"/>
                </a:moveTo>
                <a:lnTo>
                  <a:pt x="134" y="1"/>
                </a:lnTo>
                <a:lnTo>
                  <a:pt x="133" y="1"/>
                </a:lnTo>
                <a:lnTo>
                  <a:pt x="132" y="1"/>
                </a:lnTo>
                <a:lnTo>
                  <a:pt x="132" y="2"/>
                </a:lnTo>
                <a:lnTo>
                  <a:pt x="132" y="3"/>
                </a:lnTo>
                <a:lnTo>
                  <a:pt x="132" y="4"/>
                </a:lnTo>
                <a:lnTo>
                  <a:pt x="133" y="4"/>
                </a:lnTo>
                <a:lnTo>
                  <a:pt x="133" y="3"/>
                </a:lnTo>
                <a:lnTo>
                  <a:pt x="133" y="4"/>
                </a:lnTo>
                <a:lnTo>
                  <a:pt x="132" y="5"/>
                </a:lnTo>
                <a:lnTo>
                  <a:pt x="133" y="5"/>
                </a:lnTo>
                <a:lnTo>
                  <a:pt x="133" y="6"/>
                </a:lnTo>
                <a:lnTo>
                  <a:pt x="133" y="7"/>
                </a:lnTo>
                <a:lnTo>
                  <a:pt x="133" y="8"/>
                </a:lnTo>
                <a:lnTo>
                  <a:pt x="132" y="8"/>
                </a:lnTo>
                <a:lnTo>
                  <a:pt x="133" y="9"/>
                </a:lnTo>
                <a:lnTo>
                  <a:pt x="132" y="10"/>
                </a:lnTo>
                <a:lnTo>
                  <a:pt x="132" y="11"/>
                </a:lnTo>
                <a:lnTo>
                  <a:pt x="132" y="12"/>
                </a:lnTo>
                <a:lnTo>
                  <a:pt x="133" y="12"/>
                </a:lnTo>
                <a:lnTo>
                  <a:pt x="132" y="12"/>
                </a:lnTo>
                <a:lnTo>
                  <a:pt x="132" y="13"/>
                </a:lnTo>
                <a:lnTo>
                  <a:pt x="133" y="13"/>
                </a:lnTo>
                <a:lnTo>
                  <a:pt x="133" y="14"/>
                </a:lnTo>
                <a:lnTo>
                  <a:pt x="133" y="15"/>
                </a:lnTo>
                <a:lnTo>
                  <a:pt x="133" y="16"/>
                </a:lnTo>
                <a:lnTo>
                  <a:pt x="132" y="16"/>
                </a:lnTo>
                <a:lnTo>
                  <a:pt x="132" y="17"/>
                </a:lnTo>
                <a:lnTo>
                  <a:pt x="131" y="17"/>
                </a:lnTo>
                <a:lnTo>
                  <a:pt x="131" y="16"/>
                </a:lnTo>
                <a:lnTo>
                  <a:pt x="130" y="16"/>
                </a:lnTo>
                <a:lnTo>
                  <a:pt x="130" y="17"/>
                </a:lnTo>
                <a:lnTo>
                  <a:pt x="130" y="18"/>
                </a:lnTo>
                <a:lnTo>
                  <a:pt x="130" y="19"/>
                </a:lnTo>
                <a:lnTo>
                  <a:pt x="130" y="20"/>
                </a:lnTo>
                <a:lnTo>
                  <a:pt x="129" y="20"/>
                </a:lnTo>
                <a:lnTo>
                  <a:pt x="129" y="21"/>
                </a:lnTo>
                <a:lnTo>
                  <a:pt x="128" y="21"/>
                </a:lnTo>
                <a:lnTo>
                  <a:pt x="127" y="21"/>
                </a:lnTo>
                <a:lnTo>
                  <a:pt x="127" y="22"/>
                </a:lnTo>
                <a:lnTo>
                  <a:pt x="126" y="22"/>
                </a:lnTo>
                <a:lnTo>
                  <a:pt x="125" y="22"/>
                </a:lnTo>
                <a:lnTo>
                  <a:pt x="125" y="23"/>
                </a:lnTo>
                <a:lnTo>
                  <a:pt x="125" y="24"/>
                </a:lnTo>
                <a:lnTo>
                  <a:pt x="125" y="25"/>
                </a:lnTo>
                <a:lnTo>
                  <a:pt x="125" y="26"/>
                </a:lnTo>
                <a:lnTo>
                  <a:pt x="125" y="27"/>
                </a:lnTo>
                <a:lnTo>
                  <a:pt x="126" y="27"/>
                </a:lnTo>
                <a:lnTo>
                  <a:pt x="127" y="27"/>
                </a:lnTo>
                <a:lnTo>
                  <a:pt x="127" y="28"/>
                </a:lnTo>
                <a:lnTo>
                  <a:pt x="128" y="28"/>
                </a:lnTo>
                <a:lnTo>
                  <a:pt x="127" y="29"/>
                </a:lnTo>
                <a:lnTo>
                  <a:pt x="127" y="30"/>
                </a:lnTo>
                <a:lnTo>
                  <a:pt x="127" y="31"/>
                </a:lnTo>
                <a:lnTo>
                  <a:pt x="128" y="31"/>
                </a:lnTo>
                <a:lnTo>
                  <a:pt x="129" y="31"/>
                </a:lnTo>
                <a:lnTo>
                  <a:pt x="130" y="32"/>
                </a:lnTo>
                <a:lnTo>
                  <a:pt x="130" y="33"/>
                </a:lnTo>
                <a:lnTo>
                  <a:pt x="131" y="33"/>
                </a:lnTo>
                <a:lnTo>
                  <a:pt x="131" y="34"/>
                </a:lnTo>
                <a:lnTo>
                  <a:pt x="130" y="34"/>
                </a:lnTo>
                <a:lnTo>
                  <a:pt x="129" y="34"/>
                </a:lnTo>
                <a:lnTo>
                  <a:pt x="129" y="35"/>
                </a:lnTo>
                <a:lnTo>
                  <a:pt x="128" y="35"/>
                </a:lnTo>
                <a:lnTo>
                  <a:pt x="127" y="36"/>
                </a:lnTo>
                <a:lnTo>
                  <a:pt x="128" y="37"/>
                </a:lnTo>
                <a:lnTo>
                  <a:pt x="129" y="37"/>
                </a:lnTo>
                <a:lnTo>
                  <a:pt x="129" y="38"/>
                </a:lnTo>
                <a:lnTo>
                  <a:pt x="130" y="38"/>
                </a:lnTo>
                <a:lnTo>
                  <a:pt x="130" y="39"/>
                </a:lnTo>
                <a:lnTo>
                  <a:pt x="131" y="39"/>
                </a:lnTo>
                <a:lnTo>
                  <a:pt x="130" y="40"/>
                </a:lnTo>
                <a:lnTo>
                  <a:pt x="130" y="39"/>
                </a:lnTo>
                <a:lnTo>
                  <a:pt x="129" y="40"/>
                </a:lnTo>
                <a:lnTo>
                  <a:pt x="129" y="39"/>
                </a:lnTo>
                <a:lnTo>
                  <a:pt x="128" y="39"/>
                </a:lnTo>
                <a:lnTo>
                  <a:pt x="127" y="39"/>
                </a:lnTo>
                <a:lnTo>
                  <a:pt x="128" y="40"/>
                </a:lnTo>
                <a:lnTo>
                  <a:pt x="129" y="40"/>
                </a:lnTo>
                <a:lnTo>
                  <a:pt x="129" y="41"/>
                </a:lnTo>
                <a:lnTo>
                  <a:pt x="129" y="42"/>
                </a:lnTo>
                <a:lnTo>
                  <a:pt x="129" y="41"/>
                </a:lnTo>
                <a:lnTo>
                  <a:pt x="128" y="42"/>
                </a:lnTo>
                <a:lnTo>
                  <a:pt x="129" y="42"/>
                </a:lnTo>
                <a:lnTo>
                  <a:pt x="129" y="43"/>
                </a:lnTo>
                <a:lnTo>
                  <a:pt x="129" y="44"/>
                </a:lnTo>
                <a:lnTo>
                  <a:pt x="130" y="44"/>
                </a:lnTo>
                <a:lnTo>
                  <a:pt x="130" y="45"/>
                </a:lnTo>
                <a:lnTo>
                  <a:pt x="130" y="46"/>
                </a:lnTo>
                <a:lnTo>
                  <a:pt x="129" y="46"/>
                </a:lnTo>
                <a:lnTo>
                  <a:pt x="128" y="46"/>
                </a:lnTo>
                <a:lnTo>
                  <a:pt x="128" y="45"/>
                </a:lnTo>
                <a:lnTo>
                  <a:pt x="127" y="45"/>
                </a:lnTo>
                <a:lnTo>
                  <a:pt x="127" y="44"/>
                </a:lnTo>
                <a:lnTo>
                  <a:pt x="126" y="44"/>
                </a:lnTo>
                <a:lnTo>
                  <a:pt x="125" y="44"/>
                </a:lnTo>
                <a:lnTo>
                  <a:pt x="124" y="45"/>
                </a:lnTo>
                <a:lnTo>
                  <a:pt x="124" y="46"/>
                </a:lnTo>
                <a:lnTo>
                  <a:pt x="124" y="47"/>
                </a:lnTo>
                <a:lnTo>
                  <a:pt x="123" y="47"/>
                </a:lnTo>
                <a:lnTo>
                  <a:pt x="123" y="48"/>
                </a:lnTo>
                <a:lnTo>
                  <a:pt x="123" y="47"/>
                </a:lnTo>
                <a:lnTo>
                  <a:pt x="124" y="47"/>
                </a:lnTo>
                <a:lnTo>
                  <a:pt x="123" y="48"/>
                </a:lnTo>
                <a:lnTo>
                  <a:pt x="123" y="49"/>
                </a:lnTo>
                <a:lnTo>
                  <a:pt x="124" y="49"/>
                </a:lnTo>
                <a:lnTo>
                  <a:pt x="123" y="49"/>
                </a:lnTo>
                <a:lnTo>
                  <a:pt x="123" y="50"/>
                </a:lnTo>
                <a:lnTo>
                  <a:pt x="122" y="50"/>
                </a:lnTo>
                <a:lnTo>
                  <a:pt x="122" y="51"/>
                </a:lnTo>
                <a:lnTo>
                  <a:pt x="123" y="51"/>
                </a:lnTo>
                <a:lnTo>
                  <a:pt x="122" y="52"/>
                </a:lnTo>
                <a:lnTo>
                  <a:pt x="122" y="53"/>
                </a:lnTo>
                <a:lnTo>
                  <a:pt x="123" y="53"/>
                </a:lnTo>
                <a:lnTo>
                  <a:pt x="123" y="54"/>
                </a:lnTo>
                <a:lnTo>
                  <a:pt x="122" y="54"/>
                </a:lnTo>
                <a:lnTo>
                  <a:pt x="122" y="55"/>
                </a:lnTo>
                <a:lnTo>
                  <a:pt x="122" y="56"/>
                </a:lnTo>
                <a:lnTo>
                  <a:pt x="123" y="56"/>
                </a:lnTo>
                <a:lnTo>
                  <a:pt x="123" y="57"/>
                </a:lnTo>
                <a:lnTo>
                  <a:pt x="123" y="58"/>
                </a:lnTo>
                <a:lnTo>
                  <a:pt x="124" y="58"/>
                </a:lnTo>
                <a:lnTo>
                  <a:pt x="125" y="58"/>
                </a:lnTo>
                <a:lnTo>
                  <a:pt x="126" y="58"/>
                </a:lnTo>
                <a:lnTo>
                  <a:pt x="125" y="58"/>
                </a:lnTo>
                <a:lnTo>
                  <a:pt x="125" y="59"/>
                </a:lnTo>
                <a:lnTo>
                  <a:pt x="126" y="59"/>
                </a:lnTo>
                <a:lnTo>
                  <a:pt x="125" y="59"/>
                </a:lnTo>
                <a:lnTo>
                  <a:pt x="125" y="60"/>
                </a:lnTo>
                <a:lnTo>
                  <a:pt x="124" y="60"/>
                </a:lnTo>
                <a:lnTo>
                  <a:pt x="123" y="60"/>
                </a:lnTo>
                <a:lnTo>
                  <a:pt x="123" y="61"/>
                </a:lnTo>
                <a:lnTo>
                  <a:pt x="124" y="61"/>
                </a:lnTo>
                <a:lnTo>
                  <a:pt x="124" y="62"/>
                </a:lnTo>
                <a:lnTo>
                  <a:pt x="125" y="62"/>
                </a:lnTo>
                <a:lnTo>
                  <a:pt x="125" y="63"/>
                </a:lnTo>
                <a:lnTo>
                  <a:pt x="126" y="63"/>
                </a:lnTo>
                <a:lnTo>
                  <a:pt x="126" y="64"/>
                </a:lnTo>
                <a:lnTo>
                  <a:pt x="127" y="64"/>
                </a:lnTo>
                <a:lnTo>
                  <a:pt x="127" y="65"/>
                </a:lnTo>
                <a:lnTo>
                  <a:pt x="128" y="65"/>
                </a:lnTo>
                <a:lnTo>
                  <a:pt x="128" y="66"/>
                </a:lnTo>
                <a:lnTo>
                  <a:pt x="129" y="66"/>
                </a:lnTo>
                <a:lnTo>
                  <a:pt x="129" y="67"/>
                </a:lnTo>
                <a:lnTo>
                  <a:pt x="130" y="67"/>
                </a:lnTo>
                <a:lnTo>
                  <a:pt x="129" y="67"/>
                </a:lnTo>
                <a:lnTo>
                  <a:pt x="128" y="67"/>
                </a:lnTo>
                <a:lnTo>
                  <a:pt x="128" y="68"/>
                </a:lnTo>
                <a:lnTo>
                  <a:pt x="127" y="67"/>
                </a:lnTo>
                <a:lnTo>
                  <a:pt x="127" y="68"/>
                </a:lnTo>
                <a:lnTo>
                  <a:pt x="126" y="67"/>
                </a:lnTo>
                <a:lnTo>
                  <a:pt x="125" y="67"/>
                </a:lnTo>
                <a:lnTo>
                  <a:pt x="125" y="68"/>
                </a:lnTo>
                <a:lnTo>
                  <a:pt x="124" y="68"/>
                </a:lnTo>
                <a:lnTo>
                  <a:pt x="123" y="69"/>
                </a:lnTo>
                <a:lnTo>
                  <a:pt x="122" y="69"/>
                </a:lnTo>
                <a:lnTo>
                  <a:pt x="121" y="70"/>
                </a:lnTo>
                <a:lnTo>
                  <a:pt x="120" y="69"/>
                </a:lnTo>
                <a:lnTo>
                  <a:pt x="119" y="69"/>
                </a:lnTo>
                <a:lnTo>
                  <a:pt x="119" y="70"/>
                </a:lnTo>
                <a:lnTo>
                  <a:pt x="119" y="69"/>
                </a:lnTo>
                <a:lnTo>
                  <a:pt x="118" y="69"/>
                </a:lnTo>
                <a:lnTo>
                  <a:pt x="118" y="68"/>
                </a:lnTo>
                <a:lnTo>
                  <a:pt x="119" y="68"/>
                </a:lnTo>
                <a:lnTo>
                  <a:pt x="119" y="67"/>
                </a:lnTo>
                <a:lnTo>
                  <a:pt x="118" y="66"/>
                </a:lnTo>
                <a:lnTo>
                  <a:pt x="117" y="66"/>
                </a:lnTo>
                <a:lnTo>
                  <a:pt x="117" y="65"/>
                </a:lnTo>
                <a:lnTo>
                  <a:pt x="116" y="65"/>
                </a:lnTo>
                <a:lnTo>
                  <a:pt x="115" y="65"/>
                </a:lnTo>
                <a:lnTo>
                  <a:pt x="114" y="65"/>
                </a:lnTo>
                <a:lnTo>
                  <a:pt x="113" y="65"/>
                </a:lnTo>
                <a:lnTo>
                  <a:pt x="112" y="65"/>
                </a:lnTo>
                <a:lnTo>
                  <a:pt x="112" y="66"/>
                </a:lnTo>
                <a:lnTo>
                  <a:pt x="111" y="65"/>
                </a:lnTo>
                <a:lnTo>
                  <a:pt x="111" y="64"/>
                </a:lnTo>
                <a:lnTo>
                  <a:pt x="110" y="64"/>
                </a:lnTo>
                <a:lnTo>
                  <a:pt x="110" y="63"/>
                </a:lnTo>
                <a:lnTo>
                  <a:pt x="110" y="62"/>
                </a:lnTo>
                <a:lnTo>
                  <a:pt x="110" y="61"/>
                </a:lnTo>
                <a:lnTo>
                  <a:pt x="109" y="61"/>
                </a:lnTo>
                <a:lnTo>
                  <a:pt x="108" y="60"/>
                </a:lnTo>
                <a:lnTo>
                  <a:pt x="108" y="59"/>
                </a:lnTo>
                <a:lnTo>
                  <a:pt x="107" y="59"/>
                </a:lnTo>
                <a:lnTo>
                  <a:pt x="106" y="59"/>
                </a:lnTo>
                <a:lnTo>
                  <a:pt x="106" y="58"/>
                </a:lnTo>
                <a:lnTo>
                  <a:pt x="105" y="57"/>
                </a:lnTo>
                <a:lnTo>
                  <a:pt x="104" y="56"/>
                </a:lnTo>
                <a:lnTo>
                  <a:pt x="103" y="56"/>
                </a:lnTo>
                <a:lnTo>
                  <a:pt x="102" y="56"/>
                </a:lnTo>
                <a:lnTo>
                  <a:pt x="102" y="55"/>
                </a:lnTo>
                <a:lnTo>
                  <a:pt x="101" y="55"/>
                </a:lnTo>
                <a:lnTo>
                  <a:pt x="100" y="55"/>
                </a:lnTo>
                <a:lnTo>
                  <a:pt x="100" y="54"/>
                </a:lnTo>
                <a:lnTo>
                  <a:pt x="99" y="55"/>
                </a:lnTo>
                <a:lnTo>
                  <a:pt x="99" y="56"/>
                </a:lnTo>
                <a:lnTo>
                  <a:pt x="98" y="56"/>
                </a:lnTo>
                <a:lnTo>
                  <a:pt x="97" y="57"/>
                </a:lnTo>
                <a:lnTo>
                  <a:pt x="97" y="58"/>
                </a:lnTo>
                <a:lnTo>
                  <a:pt x="98" y="58"/>
                </a:lnTo>
                <a:lnTo>
                  <a:pt x="97" y="59"/>
                </a:lnTo>
                <a:lnTo>
                  <a:pt x="96" y="58"/>
                </a:lnTo>
                <a:lnTo>
                  <a:pt x="95" y="58"/>
                </a:lnTo>
                <a:lnTo>
                  <a:pt x="94" y="58"/>
                </a:lnTo>
                <a:lnTo>
                  <a:pt x="94" y="57"/>
                </a:lnTo>
                <a:lnTo>
                  <a:pt x="93" y="58"/>
                </a:lnTo>
                <a:lnTo>
                  <a:pt x="92" y="58"/>
                </a:lnTo>
                <a:lnTo>
                  <a:pt x="91" y="58"/>
                </a:lnTo>
                <a:lnTo>
                  <a:pt x="91" y="59"/>
                </a:lnTo>
                <a:lnTo>
                  <a:pt x="91" y="60"/>
                </a:lnTo>
                <a:lnTo>
                  <a:pt x="90" y="60"/>
                </a:lnTo>
                <a:lnTo>
                  <a:pt x="89" y="60"/>
                </a:lnTo>
                <a:lnTo>
                  <a:pt x="88" y="60"/>
                </a:lnTo>
                <a:lnTo>
                  <a:pt x="88" y="61"/>
                </a:lnTo>
                <a:lnTo>
                  <a:pt x="87" y="61"/>
                </a:lnTo>
                <a:lnTo>
                  <a:pt x="87" y="62"/>
                </a:lnTo>
                <a:lnTo>
                  <a:pt x="87" y="63"/>
                </a:lnTo>
                <a:lnTo>
                  <a:pt x="87" y="62"/>
                </a:lnTo>
                <a:lnTo>
                  <a:pt x="87" y="63"/>
                </a:lnTo>
                <a:lnTo>
                  <a:pt x="86" y="63"/>
                </a:lnTo>
                <a:lnTo>
                  <a:pt x="85" y="63"/>
                </a:lnTo>
                <a:lnTo>
                  <a:pt x="84" y="63"/>
                </a:lnTo>
                <a:lnTo>
                  <a:pt x="84" y="64"/>
                </a:lnTo>
                <a:lnTo>
                  <a:pt x="83" y="64"/>
                </a:lnTo>
                <a:lnTo>
                  <a:pt x="83" y="65"/>
                </a:lnTo>
                <a:lnTo>
                  <a:pt x="83" y="64"/>
                </a:lnTo>
                <a:lnTo>
                  <a:pt x="83" y="65"/>
                </a:lnTo>
                <a:lnTo>
                  <a:pt x="82" y="65"/>
                </a:lnTo>
                <a:lnTo>
                  <a:pt x="81" y="65"/>
                </a:lnTo>
                <a:lnTo>
                  <a:pt x="80" y="64"/>
                </a:lnTo>
                <a:lnTo>
                  <a:pt x="80" y="63"/>
                </a:lnTo>
                <a:lnTo>
                  <a:pt x="79" y="63"/>
                </a:lnTo>
                <a:lnTo>
                  <a:pt x="78" y="63"/>
                </a:lnTo>
                <a:lnTo>
                  <a:pt x="78" y="62"/>
                </a:lnTo>
                <a:lnTo>
                  <a:pt x="78" y="63"/>
                </a:lnTo>
                <a:lnTo>
                  <a:pt x="78" y="64"/>
                </a:lnTo>
                <a:lnTo>
                  <a:pt x="77" y="65"/>
                </a:lnTo>
                <a:lnTo>
                  <a:pt x="77" y="66"/>
                </a:lnTo>
                <a:lnTo>
                  <a:pt x="76" y="65"/>
                </a:lnTo>
                <a:lnTo>
                  <a:pt x="75" y="65"/>
                </a:lnTo>
                <a:lnTo>
                  <a:pt x="76" y="65"/>
                </a:lnTo>
                <a:lnTo>
                  <a:pt x="75" y="65"/>
                </a:lnTo>
                <a:lnTo>
                  <a:pt x="74" y="65"/>
                </a:lnTo>
                <a:lnTo>
                  <a:pt x="74" y="66"/>
                </a:lnTo>
                <a:lnTo>
                  <a:pt x="74" y="65"/>
                </a:lnTo>
                <a:lnTo>
                  <a:pt x="73" y="66"/>
                </a:lnTo>
                <a:lnTo>
                  <a:pt x="73" y="67"/>
                </a:lnTo>
                <a:lnTo>
                  <a:pt x="72" y="67"/>
                </a:lnTo>
                <a:lnTo>
                  <a:pt x="71" y="67"/>
                </a:lnTo>
                <a:lnTo>
                  <a:pt x="71" y="66"/>
                </a:lnTo>
                <a:lnTo>
                  <a:pt x="70" y="66"/>
                </a:lnTo>
                <a:lnTo>
                  <a:pt x="70" y="67"/>
                </a:lnTo>
                <a:lnTo>
                  <a:pt x="69" y="67"/>
                </a:lnTo>
                <a:lnTo>
                  <a:pt x="70" y="68"/>
                </a:lnTo>
                <a:lnTo>
                  <a:pt x="69" y="68"/>
                </a:lnTo>
                <a:lnTo>
                  <a:pt x="69" y="69"/>
                </a:lnTo>
                <a:lnTo>
                  <a:pt x="69" y="70"/>
                </a:lnTo>
                <a:lnTo>
                  <a:pt x="69" y="71"/>
                </a:lnTo>
                <a:lnTo>
                  <a:pt x="69" y="72"/>
                </a:lnTo>
                <a:lnTo>
                  <a:pt x="69" y="73"/>
                </a:lnTo>
                <a:lnTo>
                  <a:pt x="68" y="73"/>
                </a:lnTo>
                <a:lnTo>
                  <a:pt x="68" y="74"/>
                </a:lnTo>
                <a:lnTo>
                  <a:pt x="67" y="74"/>
                </a:lnTo>
                <a:lnTo>
                  <a:pt x="67" y="73"/>
                </a:lnTo>
                <a:lnTo>
                  <a:pt x="67" y="72"/>
                </a:lnTo>
                <a:lnTo>
                  <a:pt x="67" y="71"/>
                </a:lnTo>
                <a:lnTo>
                  <a:pt x="66" y="71"/>
                </a:lnTo>
                <a:lnTo>
                  <a:pt x="65" y="71"/>
                </a:lnTo>
                <a:lnTo>
                  <a:pt x="65" y="72"/>
                </a:lnTo>
                <a:lnTo>
                  <a:pt x="63" y="72"/>
                </a:lnTo>
                <a:lnTo>
                  <a:pt x="63" y="71"/>
                </a:lnTo>
                <a:lnTo>
                  <a:pt x="62" y="71"/>
                </a:lnTo>
                <a:lnTo>
                  <a:pt x="61" y="71"/>
                </a:lnTo>
                <a:lnTo>
                  <a:pt x="60" y="71"/>
                </a:lnTo>
                <a:lnTo>
                  <a:pt x="59" y="71"/>
                </a:lnTo>
                <a:lnTo>
                  <a:pt x="58" y="71"/>
                </a:lnTo>
                <a:lnTo>
                  <a:pt x="58" y="72"/>
                </a:lnTo>
                <a:lnTo>
                  <a:pt x="58" y="73"/>
                </a:lnTo>
                <a:lnTo>
                  <a:pt x="58" y="74"/>
                </a:lnTo>
                <a:lnTo>
                  <a:pt x="58" y="75"/>
                </a:lnTo>
                <a:lnTo>
                  <a:pt x="57" y="75"/>
                </a:lnTo>
                <a:lnTo>
                  <a:pt x="57" y="76"/>
                </a:lnTo>
                <a:lnTo>
                  <a:pt x="57" y="78"/>
                </a:lnTo>
                <a:lnTo>
                  <a:pt x="56" y="78"/>
                </a:lnTo>
                <a:lnTo>
                  <a:pt x="56" y="76"/>
                </a:lnTo>
                <a:lnTo>
                  <a:pt x="56" y="78"/>
                </a:lnTo>
                <a:lnTo>
                  <a:pt x="55" y="78"/>
                </a:lnTo>
                <a:lnTo>
                  <a:pt x="55" y="76"/>
                </a:lnTo>
                <a:lnTo>
                  <a:pt x="54" y="75"/>
                </a:lnTo>
                <a:lnTo>
                  <a:pt x="54" y="74"/>
                </a:lnTo>
                <a:lnTo>
                  <a:pt x="53" y="74"/>
                </a:lnTo>
                <a:lnTo>
                  <a:pt x="52" y="75"/>
                </a:lnTo>
                <a:lnTo>
                  <a:pt x="51" y="74"/>
                </a:lnTo>
                <a:lnTo>
                  <a:pt x="50" y="75"/>
                </a:lnTo>
                <a:lnTo>
                  <a:pt x="50" y="76"/>
                </a:lnTo>
                <a:lnTo>
                  <a:pt x="50" y="78"/>
                </a:lnTo>
                <a:lnTo>
                  <a:pt x="49" y="78"/>
                </a:lnTo>
                <a:lnTo>
                  <a:pt x="48" y="78"/>
                </a:lnTo>
                <a:lnTo>
                  <a:pt x="46" y="78"/>
                </a:lnTo>
                <a:lnTo>
                  <a:pt x="46" y="76"/>
                </a:lnTo>
                <a:lnTo>
                  <a:pt x="45" y="76"/>
                </a:lnTo>
                <a:lnTo>
                  <a:pt x="45" y="78"/>
                </a:lnTo>
                <a:lnTo>
                  <a:pt x="44" y="78"/>
                </a:lnTo>
                <a:lnTo>
                  <a:pt x="44" y="79"/>
                </a:lnTo>
                <a:lnTo>
                  <a:pt x="43" y="79"/>
                </a:lnTo>
                <a:lnTo>
                  <a:pt x="42" y="79"/>
                </a:lnTo>
                <a:lnTo>
                  <a:pt x="42" y="80"/>
                </a:lnTo>
                <a:lnTo>
                  <a:pt x="42" y="81"/>
                </a:lnTo>
                <a:lnTo>
                  <a:pt x="41" y="81"/>
                </a:lnTo>
                <a:lnTo>
                  <a:pt x="41" y="82"/>
                </a:lnTo>
                <a:lnTo>
                  <a:pt x="40" y="82"/>
                </a:lnTo>
                <a:lnTo>
                  <a:pt x="39" y="83"/>
                </a:lnTo>
                <a:lnTo>
                  <a:pt x="39" y="82"/>
                </a:lnTo>
                <a:lnTo>
                  <a:pt x="38" y="82"/>
                </a:lnTo>
                <a:lnTo>
                  <a:pt x="38" y="81"/>
                </a:lnTo>
                <a:lnTo>
                  <a:pt x="38" y="80"/>
                </a:lnTo>
                <a:lnTo>
                  <a:pt x="37" y="80"/>
                </a:lnTo>
                <a:lnTo>
                  <a:pt x="37" y="79"/>
                </a:lnTo>
                <a:lnTo>
                  <a:pt x="36" y="79"/>
                </a:lnTo>
                <a:lnTo>
                  <a:pt x="37" y="78"/>
                </a:lnTo>
                <a:lnTo>
                  <a:pt x="36" y="78"/>
                </a:lnTo>
                <a:lnTo>
                  <a:pt x="36" y="76"/>
                </a:lnTo>
                <a:lnTo>
                  <a:pt x="35" y="76"/>
                </a:lnTo>
                <a:lnTo>
                  <a:pt x="35" y="75"/>
                </a:lnTo>
                <a:lnTo>
                  <a:pt x="34" y="75"/>
                </a:lnTo>
                <a:lnTo>
                  <a:pt x="34" y="76"/>
                </a:lnTo>
                <a:lnTo>
                  <a:pt x="34" y="75"/>
                </a:lnTo>
                <a:lnTo>
                  <a:pt x="34" y="76"/>
                </a:lnTo>
                <a:lnTo>
                  <a:pt x="33" y="75"/>
                </a:lnTo>
                <a:lnTo>
                  <a:pt x="33" y="76"/>
                </a:lnTo>
                <a:lnTo>
                  <a:pt x="32" y="76"/>
                </a:lnTo>
                <a:lnTo>
                  <a:pt x="31" y="76"/>
                </a:lnTo>
                <a:lnTo>
                  <a:pt x="31" y="75"/>
                </a:lnTo>
                <a:lnTo>
                  <a:pt x="30" y="75"/>
                </a:lnTo>
                <a:lnTo>
                  <a:pt x="30" y="74"/>
                </a:lnTo>
                <a:lnTo>
                  <a:pt x="30" y="73"/>
                </a:lnTo>
                <a:lnTo>
                  <a:pt x="29" y="73"/>
                </a:lnTo>
                <a:lnTo>
                  <a:pt x="28" y="73"/>
                </a:lnTo>
                <a:lnTo>
                  <a:pt x="28" y="72"/>
                </a:lnTo>
                <a:lnTo>
                  <a:pt x="27" y="72"/>
                </a:lnTo>
                <a:lnTo>
                  <a:pt x="26" y="72"/>
                </a:lnTo>
                <a:lnTo>
                  <a:pt x="25" y="72"/>
                </a:lnTo>
                <a:lnTo>
                  <a:pt x="24" y="72"/>
                </a:lnTo>
                <a:lnTo>
                  <a:pt x="24" y="71"/>
                </a:lnTo>
                <a:lnTo>
                  <a:pt x="24" y="72"/>
                </a:lnTo>
                <a:lnTo>
                  <a:pt x="23" y="72"/>
                </a:lnTo>
                <a:lnTo>
                  <a:pt x="22" y="72"/>
                </a:lnTo>
                <a:lnTo>
                  <a:pt x="23" y="71"/>
                </a:lnTo>
                <a:lnTo>
                  <a:pt x="23" y="72"/>
                </a:lnTo>
                <a:lnTo>
                  <a:pt x="23" y="71"/>
                </a:lnTo>
                <a:lnTo>
                  <a:pt x="23" y="70"/>
                </a:lnTo>
                <a:lnTo>
                  <a:pt x="22" y="70"/>
                </a:lnTo>
                <a:lnTo>
                  <a:pt x="22" y="69"/>
                </a:lnTo>
                <a:lnTo>
                  <a:pt x="23" y="69"/>
                </a:lnTo>
                <a:lnTo>
                  <a:pt x="24" y="69"/>
                </a:lnTo>
                <a:lnTo>
                  <a:pt x="25" y="69"/>
                </a:lnTo>
                <a:lnTo>
                  <a:pt x="26" y="68"/>
                </a:lnTo>
                <a:lnTo>
                  <a:pt x="27" y="68"/>
                </a:lnTo>
                <a:lnTo>
                  <a:pt x="28" y="68"/>
                </a:lnTo>
                <a:lnTo>
                  <a:pt x="29" y="68"/>
                </a:lnTo>
                <a:lnTo>
                  <a:pt x="29" y="67"/>
                </a:lnTo>
                <a:lnTo>
                  <a:pt x="28" y="67"/>
                </a:lnTo>
                <a:lnTo>
                  <a:pt x="29" y="66"/>
                </a:lnTo>
                <a:lnTo>
                  <a:pt x="30" y="66"/>
                </a:lnTo>
                <a:lnTo>
                  <a:pt x="31" y="65"/>
                </a:lnTo>
                <a:lnTo>
                  <a:pt x="31" y="64"/>
                </a:lnTo>
                <a:lnTo>
                  <a:pt x="32" y="64"/>
                </a:lnTo>
                <a:lnTo>
                  <a:pt x="32" y="63"/>
                </a:lnTo>
                <a:lnTo>
                  <a:pt x="32" y="62"/>
                </a:lnTo>
                <a:lnTo>
                  <a:pt x="31" y="62"/>
                </a:lnTo>
                <a:lnTo>
                  <a:pt x="32" y="62"/>
                </a:lnTo>
                <a:lnTo>
                  <a:pt x="32" y="61"/>
                </a:lnTo>
                <a:lnTo>
                  <a:pt x="32" y="60"/>
                </a:lnTo>
                <a:lnTo>
                  <a:pt x="32" y="59"/>
                </a:lnTo>
                <a:lnTo>
                  <a:pt x="33" y="59"/>
                </a:lnTo>
                <a:lnTo>
                  <a:pt x="33" y="58"/>
                </a:lnTo>
                <a:lnTo>
                  <a:pt x="33" y="57"/>
                </a:lnTo>
                <a:lnTo>
                  <a:pt x="34" y="57"/>
                </a:lnTo>
                <a:lnTo>
                  <a:pt x="34" y="56"/>
                </a:lnTo>
                <a:lnTo>
                  <a:pt x="35" y="56"/>
                </a:lnTo>
                <a:lnTo>
                  <a:pt x="35" y="55"/>
                </a:lnTo>
                <a:lnTo>
                  <a:pt x="35" y="54"/>
                </a:lnTo>
                <a:lnTo>
                  <a:pt x="35" y="53"/>
                </a:lnTo>
                <a:lnTo>
                  <a:pt x="34" y="53"/>
                </a:lnTo>
                <a:lnTo>
                  <a:pt x="35" y="52"/>
                </a:lnTo>
                <a:lnTo>
                  <a:pt x="35" y="51"/>
                </a:lnTo>
                <a:lnTo>
                  <a:pt x="34" y="51"/>
                </a:lnTo>
                <a:lnTo>
                  <a:pt x="35" y="51"/>
                </a:lnTo>
                <a:lnTo>
                  <a:pt x="34" y="50"/>
                </a:lnTo>
                <a:lnTo>
                  <a:pt x="35" y="50"/>
                </a:lnTo>
                <a:lnTo>
                  <a:pt x="36" y="50"/>
                </a:lnTo>
                <a:lnTo>
                  <a:pt x="36" y="49"/>
                </a:lnTo>
                <a:lnTo>
                  <a:pt x="36" y="48"/>
                </a:lnTo>
                <a:lnTo>
                  <a:pt x="37" y="48"/>
                </a:lnTo>
                <a:lnTo>
                  <a:pt x="38" y="48"/>
                </a:lnTo>
                <a:lnTo>
                  <a:pt x="38" y="47"/>
                </a:lnTo>
                <a:lnTo>
                  <a:pt x="38" y="46"/>
                </a:lnTo>
                <a:lnTo>
                  <a:pt x="39" y="46"/>
                </a:lnTo>
                <a:lnTo>
                  <a:pt x="40" y="46"/>
                </a:lnTo>
                <a:lnTo>
                  <a:pt x="41" y="46"/>
                </a:lnTo>
                <a:lnTo>
                  <a:pt x="41" y="45"/>
                </a:lnTo>
                <a:lnTo>
                  <a:pt x="41" y="44"/>
                </a:lnTo>
                <a:lnTo>
                  <a:pt x="42" y="44"/>
                </a:lnTo>
                <a:lnTo>
                  <a:pt x="43" y="44"/>
                </a:lnTo>
                <a:lnTo>
                  <a:pt x="43" y="43"/>
                </a:lnTo>
                <a:lnTo>
                  <a:pt x="43" y="42"/>
                </a:lnTo>
                <a:lnTo>
                  <a:pt x="43" y="41"/>
                </a:lnTo>
                <a:lnTo>
                  <a:pt x="44" y="41"/>
                </a:lnTo>
                <a:lnTo>
                  <a:pt x="44" y="40"/>
                </a:lnTo>
                <a:lnTo>
                  <a:pt x="45" y="40"/>
                </a:lnTo>
                <a:lnTo>
                  <a:pt x="46" y="40"/>
                </a:lnTo>
                <a:lnTo>
                  <a:pt x="47" y="39"/>
                </a:lnTo>
                <a:lnTo>
                  <a:pt x="47" y="40"/>
                </a:lnTo>
                <a:lnTo>
                  <a:pt x="48" y="40"/>
                </a:lnTo>
                <a:lnTo>
                  <a:pt x="49" y="40"/>
                </a:lnTo>
                <a:lnTo>
                  <a:pt x="50" y="40"/>
                </a:lnTo>
                <a:lnTo>
                  <a:pt x="50" y="39"/>
                </a:lnTo>
                <a:lnTo>
                  <a:pt x="50" y="38"/>
                </a:lnTo>
                <a:lnTo>
                  <a:pt x="51" y="38"/>
                </a:lnTo>
                <a:lnTo>
                  <a:pt x="51" y="37"/>
                </a:lnTo>
                <a:lnTo>
                  <a:pt x="52" y="38"/>
                </a:lnTo>
                <a:lnTo>
                  <a:pt x="52" y="37"/>
                </a:lnTo>
                <a:lnTo>
                  <a:pt x="53" y="37"/>
                </a:lnTo>
                <a:lnTo>
                  <a:pt x="54" y="37"/>
                </a:lnTo>
                <a:lnTo>
                  <a:pt x="54" y="36"/>
                </a:lnTo>
                <a:lnTo>
                  <a:pt x="55" y="36"/>
                </a:lnTo>
                <a:lnTo>
                  <a:pt x="54" y="35"/>
                </a:lnTo>
                <a:lnTo>
                  <a:pt x="54" y="34"/>
                </a:lnTo>
                <a:lnTo>
                  <a:pt x="53" y="33"/>
                </a:lnTo>
                <a:lnTo>
                  <a:pt x="53" y="34"/>
                </a:lnTo>
                <a:lnTo>
                  <a:pt x="52" y="34"/>
                </a:lnTo>
                <a:lnTo>
                  <a:pt x="52" y="33"/>
                </a:lnTo>
                <a:lnTo>
                  <a:pt x="51" y="33"/>
                </a:lnTo>
                <a:lnTo>
                  <a:pt x="51" y="32"/>
                </a:lnTo>
                <a:lnTo>
                  <a:pt x="51" y="31"/>
                </a:lnTo>
                <a:lnTo>
                  <a:pt x="52" y="31"/>
                </a:lnTo>
                <a:lnTo>
                  <a:pt x="51" y="30"/>
                </a:lnTo>
                <a:lnTo>
                  <a:pt x="52" y="30"/>
                </a:lnTo>
                <a:lnTo>
                  <a:pt x="51" y="30"/>
                </a:lnTo>
                <a:lnTo>
                  <a:pt x="52" y="30"/>
                </a:lnTo>
                <a:lnTo>
                  <a:pt x="52" y="29"/>
                </a:lnTo>
                <a:lnTo>
                  <a:pt x="52" y="30"/>
                </a:lnTo>
                <a:lnTo>
                  <a:pt x="53" y="29"/>
                </a:lnTo>
                <a:lnTo>
                  <a:pt x="53" y="28"/>
                </a:lnTo>
                <a:lnTo>
                  <a:pt x="54" y="29"/>
                </a:lnTo>
                <a:lnTo>
                  <a:pt x="55" y="29"/>
                </a:lnTo>
                <a:lnTo>
                  <a:pt x="54" y="28"/>
                </a:lnTo>
                <a:lnTo>
                  <a:pt x="54" y="29"/>
                </a:lnTo>
                <a:lnTo>
                  <a:pt x="54" y="28"/>
                </a:lnTo>
                <a:lnTo>
                  <a:pt x="54" y="27"/>
                </a:lnTo>
                <a:lnTo>
                  <a:pt x="54" y="26"/>
                </a:lnTo>
                <a:lnTo>
                  <a:pt x="53" y="25"/>
                </a:lnTo>
                <a:lnTo>
                  <a:pt x="53" y="24"/>
                </a:lnTo>
                <a:lnTo>
                  <a:pt x="52" y="24"/>
                </a:lnTo>
                <a:lnTo>
                  <a:pt x="52" y="23"/>
                </a:lnTo>
                <a:lnTo>
                  <a:pt x="51" y="23"/>
                </a:lnTo>
                <a:lnTo>
                  <a:pt x="50" y="23"/>
                </a:lnTo>
                <a:lnTo>
                  <a:pt x="49" y="23"/>
                </a:lnTo>
                <a:lnTo>
                  <a:pt x="48" y="23"/>
                </a:lnTo>
                <a:lnTo>
                  <a:pt x="47" y="23"/>
                </a:lnTo>
                <a:lnTo>
                  <a:pt x="46" y="23"/>
                </a:lnTo>
                <a:lnTo>
                  <a:pt x="46" y="22"/>
                </a:lnTo>
                <a:lnTo>
                  <a:pt x="46" y="21"/>
                </a:lnTo>
                <a:lnTo>
                  <a:pt x="45" y="21"/>
                </a:lnTo>
                <a:lnTo>
                  <a:pt x="44" y="21"/>
                </a:lnTo>
                <a:lnTo>
                  <a:pt x="44" y="20"/>
                </a:lnTo>
                <a:lnTo>
                  <a:pt x="44" y="19"/>
                </a:lnTo>
                <a:lnTo>
                  <a:pt x="43" y="18"/>
                </a:lnTo>
                <a:lnTo>
                  <a:pt x="43" y="19"/>
                </a:lnTo>
                <a:lnTo>
                  <a:pt x="43" y="18"/>
                </a:lnTo>
                <a:lnTo>
                  <a:pt x="42" y="18"/>
                </a:lnTo>
                <a:lnTo>
                  <a:pt x="41" y="18"/>
                </a:lnTo>
                <a:lnTo>
                  <a:pt x="41" y="17"/>
                </a:lnTo>
                <a:lnTo>
                  <a:pt x="40" y="17"/>
                </a:lnTo>
                <a:lnTo>
                  <a:pt x="39" y="18"/>
                </a:lnTo>
                <a:lnTo>
                  <a:pt x="38" y="18"/>
                </a:lnTo>
                <a:lnTo>
                  <a:pt x="38" y="19"/>
                </a:lnTo>
                <a:lnTo>
                  <a:pt x="39" y="19"/>
                </a:lnTo>
                <a:lnTo>
                  <a:pt x="38" y="20"/>
                </a:lnTo>
                <a:lnTo>
                  <a:pt x="37" y="20"/>
                </a:lnTo>
                <a:lnTo>
                  <a:pt x="37" y="21"/>
                </a:lnTo>
                <a:lnTo>
                  <a:pt x="37" y="20"/>
                </a:lnTo>
                <a:lnTo>
                  <a:pt x="36" y="20"/>
                </a:lnTo>
                <a:lnTo>
                  <a:pt x="35" y="19"/>
                </a:lnTo>
                <a:lnTo>
                  <a:pt x="35" y="20"/>
                </a:lnTo>
                <a:lnTo>
                  <a:pt x="34" y="20"/>
                </a:lnTo>
                <a:lnTo>
                  <a:pt x="34" y="21"/>
                </a:lnTo>
                <a:lnTo>
                  <a:pt x="34" y="22"/>
                </a:lnTo>
                <a:lnTo>
                  <a:pt x="34" y="23"/>
                </a:lnTo>
                <a:lnTo>
                  <a:pt x="33" y="23"/>
                </a:lnTo>
                <a:lnTo>
                  <a:pt x="32" y="23"/>
                </a:lnTo>
                <a:lnTo>
                  <a:pt x="32" y="24"/>
                </a:lnTo>
                <a:lnTo>
                  <a:pt x="31" y="24"/>
                </a:lnTo>
                <a:lnTo>
                  <a:pt x="31" y="25"/>
                </a:lnTo>
                <a:lnTo>
                  <a:pt x="31" y="24"/>
                </a:lnTo>
                <a:lnTo>
                  <a:pt x="30" y="24"/>
                </a:lnTo>
                <a:lnTo>
                  <a:pt x="29" y="24"/>
                </a:lnTo>
                <a:lnTo>
                  <a:pt x="28" y="24"/>
                </a:lnTo>
                <a:lnTo>
                  <a:pt x="27" y="24"/>
                </a:lnTo>
                <a:lnTo>
                  <a:pt x="26" y="24"/>
                </a:lnTo>
                <a:lnTo>
                  <a:pt x="26" y="25"/>
                </a:lnTo>
                <a:lnTo>
                  <a:pt x="26" y="26"/>
                </a:lnTo>
                <a:lnTo>
                  <a:pt x="27" y="26"/>
                </a:lnTo>
                <a:lnTo>
                  <a:pt x="26" y="26"/>
                </a:lnTo>
                <a:lnTo>
                  <a:pt x="26" y="27"/>
                </a:lnTo>
                <a:lnTo>
                  <a:pt x="25" y="27"/>
                </a:lnTo>
                <a:lnTo>
                  <a:pt x="24" y="27"/>
                </a:lnTo>
                <a:lnTo>
                  <a:pt x="23" y="27"/>
                </a:lnTo>
                <a:lnTo>
                  <a:pt x="22" y="27"/>
                </a:lnTo>
                <a:lnTo>
                  <a:pt x="21" y="27"/>
                </a:lnTo>
                <a:lnTo>
                  <a:pt x="20" y="27"/>
                </a:lnTo>
                <a:lnTo>
                  <a:pt x="20" y="26"/>
                </a:lnTo>
                <a:lnTo>
                  <a:pt x="19" y="26"/>
                </a:lnTo>
                <a:lnTo>
                  <a:pt x="19" y="27"/>
                </a:lnTo>
                <a:lnTo>
                  <a:pt x="18" y="27"/>
                </a:lnTo>
                <a:lnTo>
                  <a:pt x="18" y="26"/>
                </a:lnTo>
                <a:lnTo>
                  <a:pt x="17" y="26"/>
                </a:lnTo>
                <a:lnTo>
                  <a:pt x="17" y="27"/>
                </a:lnTo>
                <a:lnTo>
                  <a:pt x="16" y="27"/>
                </a:lnTo>
                <a:lnTo>
                  <a:pt x="15" y="27"/>
                </a:lnTo>
                <a:lnTo>
                  <a:pt x="15" y="28"/>
                </a:lnTo>
                <a:lnTo>
                  <a:pt x="15" y="27"/>
                </a:lnTo>
                <a:lnTo>
                  <a:pt x="14" y="28"/>
                </a:lnTo>
                <a:lnTo>
                  <a:pt x="13" y="29"/>
                </a:lnTo>
                <a:lnTo>
                  <a:pt x="13" y="30"/>
                </a:lnTo>
                <a:lnTo>
                  <a:pt x="12" y="29"/>
                </a:lnTo>
                <a:lnTo>
                  <a:pt x="12" y="30"/>
                </a:lnTo>
                <a:lnTo>
                  <a:pt x="12" y="29"/>
                </a:lnTo>
                <a:lnTo>
                  <a:pt x="11" y="29"/>
                </a:lnTo>
                <a:lnTo>
                  <a:pt x="11" y="30"/>
                </a:lnTo>
                <a:lnTo>
                  <a:pt x="10" y="31"/>
                </a:lnTo>
                <a:lnTo>
                  <a:pt x="9" y="31"/>
                </a:lnTo>
                <a:lnTo>
                  <a:pt x="10" y="31"/>
                </a:lnTo>
                <a:lnTo>
                  <a:pt x="9" y="30"/>
                </a:lnTo>
                <a:lnTo>
                  <a:pt x="8" y="30"/>
                </a:lnTo>
                <a:lnTo>
                  <a:pt x="9" y="29"/>
                </a:lnTo>
                <a:lnTo>
                  <a:pt x="9" y="28"/>
                </a:lnTo>
                <a:lnTo>
                  <a:pt x="9" y="27"/>
                </a:lnTo>
                <a:lnTo>
                  <a:pt x="10" y="27"/>
                </a:lnTo>
                <a:lnTo>
                  <a:pt x="10" y="28"/>
                </a:lnTo>
                <a:lnTo>
                  <a:pt x="10" y="27"/>
                </a:lnTo>
                <a:lnTo>
                  <a:pt x="11" y="27"/>
                </a:lnTo>
                <a:lnTo>
                  <a:pt x="10" y="27"/>
                </a:lnTo>
                <a:lnTo>
                  <a:pt x="9" y="27"/>
                </a:lnTo>
                <a:lnTo>
                  <a:pt x="9" y="26"/>
                </a:lnTo>
                <a:lnTo>
                  <a:pt x="10" y="25"/>
                </a:lnTo>
                <a:lnTo>
                  <a:pt x="10" y="24"/>
                </a:lnTo>
                <a:lnTo>
                  <a:pt x="9" y="24"/>
                </a:lnTo>
                <a:lnTo>
                  <a:pt x="9" y="23"/>
                </a:lnTo>
                <a:lnTo>
                  <a:pt x="9" y="22"/>
                </a:lnTo>
                <a:lnTo>
                  <a:pt x="8" y="22"/>
                </a:lnTo>
                <a:lnTo>
                  <a:pt x="7" y="21"/>
                </a:lnTo>
                <a:lnTo>
                  <a:pt x="7" y="22"/>
                </a:lnTo>
                <a:lnTo>
                  <a:pt x="6" y="21"/>
                </a:lnTo>
                <a:lnTo>
                  <a:pt x="6" y="20"/>
                </a:lnTo>
                <a:lnTo>
                  <a:pt x="7" y="19"/>
                </a:lnTo>
                <a:lnTo>
                  <a:pt x="6" y="18"/>
                </a:lnTo>
                <a:lnTo>
                  <a:pt x="6" y="19"/>
                </a:lnTo>
                <a:lnTo>
                  <a:pt x="6" y="18"/>
                </a:lnTo>
                <a:lnTo>
                  <a:pt x="5" y="18"/>
                </a:lnTo>
                <a:lnTo>
                  <a:pt x="4" y="18"/>
                </a:lnTo>
                <a:lnTo>
                  <a:pt x="4" y="19"/>
                </a:lnTo>
                <a:lnTo>
                  <a:pt x="3" y="19"/>
                </a:lnTo>
                <a:lnTo>
                  <a:pt x="3" y="18"/>
                </a:lnTo>
                <a:lnTo>
                  <a:pt x="3" y="17"/>
                </a:lnTo>
                <a:lnTo>
                  <a:pt x="4" y="17"/>
                </a:lnTo>
                <a:lnTo>
                  <a:pt x="4" y="16"/>
                </a:lnTo>
                <a:lnTo>
                  <a:pt x="3" y="16"/>
                </a:lnTo>
                <a:lnTo>
                  <a:pt x="3" y="15"/>
                </a:lnTo>
                <a:lnTo>
                  <a:pt x="3" y="14"/>
                </a:lnTo>
                <a:lnTo>
                  <a:pt x="3" y="13"/>
                </a:lnTo>
                <a:lnTo>
                  <a:pt x="4" y="13"/>
                </a:lnTo>
                <a:lnTo>
                  <a:pt x="4" y="12"/>
                </a:lnTo>
                <a:lnTo>
                  <a:pt x="4" y="13"/>
                </a:lnTo>
                <a:lnTo>
                  <a:pt x="5" y="13"/>
                </a:lnTo>
                <a:lnTo>
                  <a:pt x="5" y="12"/>
                </a:lnTo>
                <a:lnTo>
                  <a:pt x="5" y="11"/>
                </a:lnTo>
                <a:lnTo>
                  <a:pt x="5" y="10"/>
                </a:lnTo>
                <a:lnTo>
                  <a:pt x="4" y="10"/>
                </a:lnTo>
                <a:lnTo>
                  <a:pt x="4" y="9"/>
                </a:lnTo>
                <a:lnTo>
                  <a:pt x="4" y="8"/>
                </a:lnTo>
                <a:lnTo>
                  <a:pt x="4" y="7"/>
                </a:lnTo>
                <a:lnTo>
                  <a:pt x="3" y="7"/>
                </a:lnTo>
                <a:lnTo>
                  <a:pt x="2" y="6"/>
                </a:lnTo>
                <a:lnTo>
                  <a:pt x="2" y="5"/>
                </a:lnTo>
                <a:lnTo>
                  <a:pt x="2" y="4"/>
                </a:lnTo>
                <a:lnTo>
                  <a:pt x="1" y="4"/>
                </a:lnTo>
                <a:lnTo>
                  <a:pt x="1" y="3"/>
                </a:lnTo>
                <a:lnTo>
                  <a:pt x="0" y="2"/>
                </a:lnTo>
                <a:lnTo>
                  <a:pt x="0" y="1"/>
                </a:lnTo>
                <a:lnTo>
                  <a:pt x="0" y="0"/>
                </a:lnTo>
                <a:lnTo>
                  <a:pt x="134" y="0"/>
                </a:lnTo>
                <a:close/>
              </a:path>
            </a:pathLst>
          </a:custGeom>
          <a:solidFill>
            <a:srgbClr val="EEBFA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370" name=""/>
          <p:cNvSpPr/>
          <p:nvPr/>
        </p:nvSpPr>
        <p:spPr>
          <a:xfrm>
            <a:off x="5507280" y="1503360"/>
            <a:ext cx="48240" cy="29880"/>
          </a:xfrm>
          <a:custGeom>
            <a:avLst/>
            <a:gdLst/>
            <a:ahLst/>
            <a:rect l="0" t="0" r="r" b="b"/>
            <a:pathLst>
              <a:path w="134" h="83">
                <a:moveTo>
                  <a:pt x="134" y="0"/>
                </a:moveTo>
                <a:lnTo>
                  <a:pt x="134" y="1"/>
                </a:lnTo>
                <a:lnTo>
                  <a:pt x="133" y="1"/>
                </a:lnTo>
                <a:lnTo>
                  <a:pt x="132" y="1"/>
                </a:lnTo>
                <a:lnTo>
                  <a:pt x="132" y="2"/>
                </a:lnTo>
                <a:lnTo>
                  <a:pt x="132" y="3"/>
                </a:lnTo>
                <a:lnTo>
                  <a:pt x="132" y="4"/>
                </a:lnTo>
                <a:lnTo>
                  <a:pt x="133" y="4"/>
                </a:lnTo>
                <a:lnTo>
                  <a:pt x="133" y="3"/>
                </a:lnTo>
                <a:lnTo>
                  <a:pt x="133" y="4"/>
                </a:lnTo>
                <a:lnTo>
                  <a:pt x="132" y="5"/>
                </a:lnTo>
                <a:lnTo>
                  <a:pt x="133" y="5"/>
                </a:lnTo>
                <a:lnTo>
                  <a:pt x="133" y="6"/>
                </a:lnTo>
                <a:lnTo>
                  <a:pt x="133" y="7"/>
                </a:lnTo>
                <a:lnTo>
                  <a:pt x="133" y="8"/>
                </a:lnTo>
                <a:lnTo>
                  <a:pt x="132" y="8"/>
                </a:lnTo>
                <a:lnTo>
                  <a:pt x="133" y="9"/>
                </a:lnTo>
                <a:lnTo>
                  <a:pt x="132" y="10"/>
                </a:lnTo>
                <a:lnTo>
                  <a:pt x="132" y="11"/>
                </a:lnTo>
                <a:lnTo>
                  <a:pt x="132" y="12"/>
                </a:lnTo>
                <a:lnTo>
                  <a:pt x="133" y="12"/>
                </a:lnTo>
                <a:lnTo>
                  <a:pt x="132" y="12"/>
                </a:lnTo>
                <a:lnTo>
                  <a:pt x="132" y="13"/>
                </a:lnTo>
                <a:lnTo>
                  <a:pt x="133" y="13"/>
                </a:lnTo>
                <a:lnTo>
                  <a:pt x="133" y="14"/>
                </a:lnTo>
                <a:lnTo>
                  <a:pt x="133" y="15"/>
                </a:lnTo>
                <a:lnTo>
                  <a:pt x="133" y="16"/>
                </a:lnTo>
                <a:lnTo>
                  <a:pt x="132" y="16"/>
                </a:lnTo>
                <a:lnTo>
                  <a:pt x="132" y="17"/>
                </a:lnTo>
                <a:lnTo>
                  <a:pt x="131" y="17"/>
                </a:lnTo>
                <a:lnTo>
                  <a:pt x="131" y="16"/>
                </a:lnTo>
                <a:lnTo>
                  <a:pt x="130" y="16"/>
                </a:lnTo>
                <a:lnTo>
                  <a:pt x="130" y="17"/>
                </a:lnTo>
                <a:lnTo>
                  <a:pt x="130" y="18"/>
                </a:lnTo>
                <a:lnTo>
                  <a:pt x="130" y="19"/>
                </a:lnTo>
                <a:lnTo>
                  <a:pt x="130" y="20"/>
                </a:lnTo>
                <a:lnTo>
                  <a:pt x="129" y="20"/>
                </a:lnTo>
                <a:lnTo>
                  <a:pt x="129" y="21"/>
                </a:lnTo>
                <a:lnTo>
                  <a:pt x="128" y="21"/>
                </a:lnTo>
                <a:lnTo>
                  <a:pt x="127" y="21"/>
                </a:lnTo>
                <a:lnTo>
                  <a:pt x="127" y="22"/>
                </a:lnTo>
                <a:lnTo>
                  <a:pt x="126" y="22"/>
                </a:lnTo>
                <a:lnTo>
                  <a:pt x="125" y="22"/>
                </a:lnTo>
                <a:lnTo>
                  <a:pt x="125" y="23"/>
                </a:lnTo>
                <a:lnTo>
                  <a:pt x="125" y="24"/>
                </a:lnTo>
                <a:lnTo>
                  <a:pt x="125" y="25"/>
                </a:lnTo>
                <a:lnTo>
                  <a:pt x="125" y="26"/>
                </a:lnTo>
                <a:lnTo>
                  <a:pt x="125" y="27"/>
                </a:lnTo>
                <a:lnTo>
                  <a:pt x="126" y="27"/>
                </a:lnTo>
                <a:lnTo>
                  <a:pt x="127" y="27"/>
                </a:lnTo>
                <a:lnTo>
                  <a:pt x="127" y="28"/>
                </a:lnTo>
                <a:lnTo>
                  <a:pt x="128" y="28"/>
                </a:lnTo>
                <a:lnTo>
                  <a:pt x="127" y="29"/>
                </a:lnTo>
                <a:lnTo>
                  <a:pt x="127" y="30"/>
                </a:lnTo>
                <a:lnTo>
                  <a:pt x="127" y="31"/>
                </a:lnTo>
                <a:lnTo>
                  <a:pt x="128" y="31"/>
                </a:lnTo>
                <a:lnTo>
                  <a:pt x="129" y="31"/>
                </a:lnTo>
                <a:lnTo>
                  <a:pt x="130" y="32"/>
                </a:lnTo>
                <a:lnTo>
                  <a:pt x="130" y="33"/>
                </a:lnTo>
                <a:lnTo>
                  <a:pt x="131" y="33"/>
                </a:lnTo>
                <a:lnTo>
                  <a:pt x="131" y="34"/>
                </a:lnTo>
                <a:lnTo>
                  <a:pt x="130" y="34"/>
                </a:lnTo>
                <a:lnTo>
                  <a:pt x="129" y="34"/>
                </a:lnTo>
                <a:lnTo>
                  <a:pt x="129" y="35"/>
                </a:lnTo>
                <a:lnTo>
                  <a:pt x="128" y="35"/>
                </a:lnTo>
                <a:lnTo>
                  <a:pt x="127" y="36"/>
                </a:lnTo>
                <a:lnTo>
                  <a:pt x="128" y="37"/>
                </a:lnTo>
                <a:lnTo>
                  <a:pt x="129" y="37"/>
                </a:lnTo>
                <a:lnTo>
                  <a:pt x="129" y="38"/>
                </a:lnTo>
                <a:lnTo>
                  <a:pt x="130" y="38"/>
                </a:lnTo>
                <a:lnTo>
                  <a:pt x="130" y="39"/>
                </a:lnTo>
                <a:lnTo>
                  <a:pt x="131" y="39"/>
                </a:lnTo>
                <a:lnTo>
                  <a:pt x="130" y="40"/>
                </a:lnTo>
                <a:lnTo>
                  <a:pt x="130" y="39"/>
                </a:lnTo>
                <a:lnTo>
                  <a:pt x="129" y="40"/>
                </a:lnTo>
                <a:lnTo>
                  <a:pt x="129" y="39"/>
                </a:lnTo>
                <a:lnTo>
                  <a:pt x="128" y="39"/>
                </a:lnTo>
                <a:lnTo>
                  <a:pt x="127" y="39"/>
                </a:lnTo>
                <a:lnTo>
                  <a:pt x="128" y="40"/>
                </a:lnTo>
                <a:lnTo>
                  <a:pt x="129" y="40"/>
                </a:lnTo>
                <a:lnTo>
                  <a:pt x="129" y="41"/>
                </a:lnTo>
                <a:lnTo>
                  <a:pt x="129" y="42"/>
                </a:lnTo>
                <a:lnTo>
                  <a:pt x="129" y="41"/>
                </a:lnTo>
                <a:lnTo>
                  <a:pt x="128" y="42"/>
                </a:lnTo>
                <a:lnTo>
                  <a:pt x="129" y="42"/>
                </a:lnTo>
                <a:lnTo>
                  <a:pt x="129" y="43"/>
                </a:lnTo>
                <a:lnTo>
                  <a:pt x="129" y="44"/>
                </a:lnTo>
                <a:lnTo>
                  <a:pt x="130" y="44"/>
                </a:lnTo>
                <a:lnTo>
                  <a:pt x="130" y="45"/>
                </a:lnTo>
                <a:lnTo>
                  <a:pt x="130" y="46"/>
                </a:lnTo>
                <a:lnTo>
                  <a:pt x="129" y="46"/>
                </a:lnTo>
                <a:lnTo>
                  <a:pt x="128" y="46"/>
                </a:lnTo>
                <a:lnTo>
                  <a:pt x="128" y="45"/>
                </a:lnTo>
                <a:lnTo>
                  <a:pt x="127" y="45"/>
                </a:lnTo>
                <a:lnTo>
                  <a:pt x="127" y="44"/>
                </a:lnTo>
                <a:lnTo>
                  <a:pt x="126" y="44"/>
                </a:lnTo>
                <a:lnTo>
                  <a:pt x="125" y="44"/>
                </a:lnTo>
                <a:lnTo>
                  <a:pt x="124" y="45"/>
                </a:lnTo>
                <a:lnTo>
                  <a:pt x="124" y="46"/>
                </a:lnTo>
                <a:lnTo>
                  <a:pt x="124" y="47"/>
                </a:lnTo>
                <a:lnTo>
                  <a:pt x="123" y="47"/>
                </a:lnTo>
                <a:lnTo>
                  <a:pt x="123" y="48"/>
                </a:lnTo>
                <a:lnTo>
                  <a:pt x="123" y="47"/>
                </a:lnTo>
                <a:lnTo>
                  <a:pt x="124" y="47"/>
                </a:lnTo>
                <a:lnTo>
                  <a:pt x="123" y="48"/>
                </a:lnTo>
                <a:lnTo>
                  <a:pt x="123" y="49"/>
                </a:lnTo>
                <a:lnTo>
                  <a:pt x="124" y="49"/>
                </a:lnTo>
                <a:lnTo>
                  <a:pt x="123" y="49"/>
                </a:lnTo>
                <a:lnTo>
                  <a:pt x="123" y="50"/>
                </a:lnTo>
                <a:lnTo>
                  <a:pt x="122" y="50"/>
                </a:lnTo>
                <a:lnTo>
                  <a:pt x="122" y="51"/>
                </a:lnTo>
                <a:lnTo>
                  <a:pt x="123" y="51"/>
                </a:lnTo>
                <a:lnTo>
                  <a:pt x="122" y="52"/>
                </a:lnTo>
                <a:lnTo>
                  <a:pt x="122" y="53"/>
                </a:lnTo>
                <a:lnTo>
                  <a:pt x="123" y="53"/>
                </a:lnTo>
                <a:lnTo>
                  <a:pt x="123" y="54"/>
                </a:lnTo>
                <a:lnTo>
                  <a:pt x="122" y="54"/>
                </a:lnTo>
                <a:lnTo>
                  <a:pt x="122" y="55"/>
                </a:lnTo>
                <a:lnTo>
                  <a:pt x="122" y="56"/>
                </a:lnTo>
                <a:lnTo>
                  <a:pt x="123" y="56"/>
                </a:lnTo>
                <a:lnTo>
                  <a:pt x="123" y="57"/>
                </a:lnTo>
                <a:lnTo>
                  <a:pt x="123" y="58"/>
                </a:lnTo>
                <a:lnTo>
                  <a:pt x="124" y="58"/>
                </a:lnTo>
                <a:lnTo>
                  <a:pt x="125" y="58"/>
                </a:lnTo>
                <a:lnTo>
                  <a:pt x="126" y="58"/>
                </a:lnTo>
                <a:lnTo>
                  <a:pt x="125" y="58"/>
                </a:lnTo>
                <a:lnTo>
                  <a:pt x="125" y="59"/>
                </a:lnTo>
                <a:lnTo>
                  <a:pt x="126" y="59"/>
                </a:lnTo>
                <a:lnTo>
                  <a:pt x="125" y="59"/>
                </a:lnTo>
                <a:lnTo>
                  <a:pt x="125" y="60"/>
                </a:lnTo>
                <a:lnTo>
                  <a:pt x="124" y="60"/>
                </a:lnTo>
                <a:lnTo>
                  <a:pt x="123" y="60"/>
                </a:lnTo>
                <a:lnTo>
                  <a:pt x="123" y="61"/>
                </a:lnTo>
                <a:lnTo>
                  <a:pt x="124" y="61"/>
                </a:lnTo>
                <a:lnTo>
                  <a:pt x="124" y="62"/>
                </a:lnTo>
                <a:lnTo>
                  <a:pt x="125" y="62"/>
                </a:lnTo>
                <a:lnTo>
                  <a:pt x="125" y="63"/>
                </a:lnTo>
                <a:lnTo>
                  <a:pt x="126" y="63"/>
                </a:lnTo>
                <a:lnTo>
                  <a:pt x="126" y="64"/>
                </a:lnTo>
                <a:lnTo>
                  <a:pt x="127" y="64"/>
                </a:lnTo>
                <a:lnTo>
                  <a:pt x="127" y="65"/>
                </a:lnTo>
                <a:lnTo>
                  <a:pt x="128" y="65"/>
                </a:lnTo>
                <a:lnTo>
                  <a:pt x="128" y="66"/>
                </a:lnTo>
                <a:lnTo>
                  <a:pt x="129" y="66"/>
                </a:lnTo>
                <a:lnTo>
                  <a:pt x="129" y="67"/>
                </a:lnTo>
                <a:lnTo>
                  <a:pt x="130" y="67"/>
                </a:lnTo>
                <a:lnTo>
                  <a:pt x="129" y="67"/>
                </a:lnTo>
                <a:lnTo>
                  <a:pt x="128" y="67"/>
                </a:lnTo>
                <a:lnTo>
                  <a:pt x="128" y="68"/>
                </a:lnTo>
                <a:lnTo>
                  <a:pt x="127" y="67"/>
                </a:lnTo>
                <a:lnTo>
                  <a:pt x="127" y="68"/>
                </a:lnTo>
                <a:lnTo>
                  <a:pt x="126" y="67"/>
                </a:lnTo>
                <a:lnTo>
                  <a:pt x="125" y="67"/>
                </a:lnTo>
                <a:lnTo>
                  <a:pt x="125" y="68"/>
                </a:lnTo>
                <a:lnTo>
                  <a:pt x="124" y="68"/>
                </a:lnTo>
                <a:lnTo>
                  <a:pt x="123" y="69"/>
                </a:lnTo>
                <a:lnTo>
                  <a:pt x="122" y="69"/>
                </a:lnTo>
                <a:lnTo>
                  <a:pt x="121" y="70"/>
                </a:lnTo>
                <a:lnTo>
                  <a:pt x="120" y="69"/>
                </a:lnTo>
                <a:lnTo>
                  <a:pt x="119" y="69"/>
                </a:lnTo>
                <a:lnTo>
                  <a:pt x="119" y="70"/>
                </a:lnTo>
                <a:lnTo>
                  <a:pt x="119" y="69"/>
                </a:lnTo>
                <a:lnTo>
                  <a:pt x="118" y="69"/>
                </a:lnTo>
                <a:lnTo>
                  <a:pt x="118" y="68"/>
                </a:lnTo>
                <a:lnTo>
                  <a:pt x="119" y="68"/>
                </a:lnTo>
                <a:lnTo>
                  <a:pt x="119" y="67"/>
                </a:lnTo>
                <a:lnTo>
                  <a:pt x="118" y="66"/>
                </a:lnTo>
                <a:lnTo>
                  <a:pt x="117" y="66"/>
                </a:lnTo>
                <a:lnTo>
                  <a:pt x="117" y="65"/>
                </a:lnTo>
                <a:lnTo>
                  <a:pt x="116" y="65"/>
                </a:lnTo>
                <a:lnTo>
                  <a:pt x="115" y="65"/>
                </a:lnTo>
                <a:lnTo>
                  <a:pt x="114" y="65"/>
                </a:lnTo>
                <a:lnTo>
                  <a:pt x="113" y="65"/>
                </a:lnTo>
                <a:lnTo>
                  <a:pt x="112" y="65"/>
                </a:lnTo>
                <a:lnTo>
                  <a:pt x="112" y="66"/>
                </a:lnTo>
                <a:lnTo>
                  <a:pt x="111" y="65"/>
                </a:lnTo>
                <a:lnTo>
                  <a:pt x="111" y="64"/>
                </a:lnTo>
                <a:lnTo>
                  <a:pt x="110" y="64"/>
                </a:lnTo>
                <a:lnTo>
                  <a:pt x="110" y="63"/>
                </a:lnTo>
                <a:lnTo>
                  <a:pt x="110" y="62"/>
                </a:lnTo>
                <a:lnTo>
                  <a:pt x="110" y="61"/>
                </a:lnTo>
                <a:lnTo>
                  <a:pt x="109" y="61"/>
                </a:lnTo>
                <a:lnTo>
                  <a:pt x="108" y="60"/>
                </a:lnTo>
                <a:lnTo>
                  <a:pt x="108" y="59"/>
                </a:lnTo>
                <a:lnTo>
                  <a:pt x="107" y="59"/>
                </a:lnTo>
                <a:lnTo>
                  <a:pt x="106" y="59"/>
                </a:lnTo>
                <a:lnTo>
                  <a:pt x="106" y="58"/>
                </a:lnTo>
                <a:lnTo>
                  <a:pt x="105" y="57"/>
                </a:lnTo>
                <a:lnTo>
                  <a:pt x="104" y="56"/>
                </a:lnTo>
                <a:lnTo>
                  <a:pt x="103" y="56"/>
                </a:lnTo>
                <a:lnTo>
                  <a:pt x="102" y="56"/>
                </a:lnTo>
                <a:lnTo>
                  <a:pt x="102" y="55"/>
                </a:lnTo>
                <a:lnTo>
                  <a:pt x="101" y="55"/>
                </a:lnTo>
                <a:lnTo>
                  <a:pt x="100" y="55"/>
                </a:lnTo>
                <a:lnTo>
                  <a:pt x="100" y="54"/>
                </a:lnTo>
                <a:lnTo>
                  <a:pt x="99" y="55"/>
                </a:lnTo>
                <a:lnTo>
                  <a:pt x="99" y="56"/>
                </a:lnTo>
                <a:lnTo>
                  <a:pt x="98" y="56"/>
                </a:lnTo>
                <a:lnTo>
                  <a:pt x="97" y="57"/>
                </a:lnTo>
                <a:lnTo>
                  <a:pt x="97" y="58"/>
                </a:lnTo>
                <a:lnTo>
                  <a:pt x="98" y="58"/>
                </a:lnTo>
                <a:lnTo>
                  <a:pt x="97" y="59"/>
                </a:lnTo>
                <a:lnTo>
                  <a:pt x="96" y="58"/>
                </a:lnTo>
                <a:lnTo>
                  <a:pt x="95" y="58"/>
                </a:lnTo>
                <a:lnTo>
                  <a:pt x="94" y="58"/>
                </a:lnTo>
                <a:lnTo>
                  <a:pt x="94" y="57"/>
                </a:lnTo>
                <a:lnTo>
                  <a:pt x="93" y="58"/>
                </a:lnTo>
                <a:lnTo>
                  <a:pt x="92" y="58"/>
                </a:lnTo>
                <a:lnTo>
                  <a:pt x="91" y="58"/>
                </a:lnTo>
                <a:lnTo>
                  <a:pt x="91" y="59"/>
                </a:lnTo>
                <a:lnTo>
                  <a:pt x="91" y="60"/>
                </a:lnTo>
                <a:lnTo>
                  <a:pt x="90" y="60"/>
                </a:lnTo>
                <a:lnTo>
                  <a:pt x="89" y="60"/>
                </a:lnTo>
                <a:lnTo>
                  <a:pt x="88" y="60"/>
                </a:lnTo>
                <a:lnTo>
                  <a:pt x="88" y="61"/>
                </a:lnTo>
                <a:lnTo>
                  <a:pt x="87" y="61"/>
                </a:lnTo>
                <a:lnTo>
                  <a:pt x="87" y="62"/>
                </a:lnTo>
                <a:lnTo>
                  <a:pt x="87" y="63"/>
                </a:lnTo>
                <a:lnTo>
                  <a:pt x="87" y="62"/>
                </a:lnTo>
                <a:lnTo>
                  <a:pt x="87" y="63"/>
                </a:lnTo>
                <a:lnTo>
                  <a:pt x="86" y="63"/>
                </a:lnTo>
                <a:lnTo>
                  <a:pt x="85" y="63"/>
                </a:lnTo>
                <a:lnTo>
                  <a:pt x="84" y="63"/>
                </a:lnTo>
                <a:lnTo>
                  <a:pt x="84" y="64"/>
                </a:lnTo>
                <a:lnTo>
                  <a:pt x="83" y="64"/>
                </a:lnTo>
                <a:lnTo>
                  <a:pt x="83" y="65"/>
                </a:lnTo>
                <a:lnTo>
                  <a:pt x="83" y="64"/>
                </a:lnTo>
                <a:lnTo>
                  <a:pt x="83" y="65"/>
                </a:lnTo>
                <a:lnTo>
                  <a:pt x="82" y="65"/>
                </a:lnTo>
                <a:lnTo>
                  <a:pt x="81" y="65"/>
                </a:lnTo>
                <a:lnTo>
                  <a:pt x="80" y="64"/>
                </a:lnTo>
                <a:lnTo>
                  <a:pt x="80" y="63"/>
                </a:lnTo>
                <a:lnTo>
                  <a:pt x="79" y="63"/>
                </a:lnTo>
                <a:lnTo>
                  <a:pt x="78" y="63"/>
                </a:lnTo>
                <a:lnTo>
                  <a:pt x="78" y="62"/>
                </a:lnTo>
                <a:lnTo>
                  <a:pt x="78" y="63"/>
                </a:lnTo>
                <a:lnTo>
                  <a:pt x="78" y="64"/>
                </a:lnTo>
                <a:lnTo>
                  <a:pt x="77" y="65"/>
                </a:lnTo>
                <a:lnTo>
                  <a:pt x="77" y="66"/>
                </a:lnTo>
                <a:lnTo>
                  <a:pt x="76" y="65"/>
                </a:lnTo>
                <a:lnTo>
                  <a:pt x="75" y="65"/>
                </a:lnTo>
                <a:lnTo>
                  <a:pt x="76" y="65"/>
                </a:lnTo>
                <a:lnTo>
                  <a:pt x="75" y="65"/>
                </a:lnTo>
                <a:lnTo>
                  <a:pt x="74" y="65"/>
                </a:lnTo>
                <a:lnTo>
                  <a:pt x="74" y="66"/>
                </a:lnTo>
                <a:lnTo>
                  <a:pt x="74" y="65"/>
                </a:lnTo>
                <a:lnTo>
                  <a:pt x="73" y="66"/>
                </a:lnTo>
                <a:lnTo>
                  <a:pt x="73" y="67"/>
                </a:lnTo>
                <a:lnTo>
                  <a:pt x="72" y="67"/>
                </a:lnTo>
                <a:lnTo>
                  <a:pt x="71" y="67"/>
                </a:lnTo>
                <a:lnTo>
                  <a:pt x="71" y="66"/>
                </a:lnTo>
                <a:lnTo>
                  <a:pt x="70" y="66"/>
                </a:lnTo>
                <a:lnTo>
                  <a:pt x="70" y="67"/>
                </a:lnTo>
                <a:lnTo>
                  <a:pt x="69" y="67"/>
                </a:lnTo>
                <a:lnTo>
                  <a:pt x="70" y="68"/>
                </a:lnTo>
                <a:lnTo>
                  <a:pt x="69" y="68"/>
                </a:lnTo>
                <a:lnTo>
                  <a:pt x="69" y="69"/>
                </a:lnTo>
                <a:lnTo>
                  <a:pt x="69" y="70"/>
                </a:lnTo>
                <a:lnTo>
                  <a:pt x="69" y="71"/>
                </a:lnTo>
                <a:lnTo>
                  <a:pt x="69" y="72"/>
                </a:lnTo>
                <a:lnTo>
                  <a:pt x="69" y="73"/>
                </a:lnTo>
                <a:lnTo>
                  <a:pt x="68" y="73"/>
                </a:lnTo>
                <a:lnTo>
                  <a:pt x="68" y="74"/>
                </a:lnTo>
                <a:lnTo>
                  <a:pt x="67" y="74"/>
                </a:lnTo>
                <a:lnTo>
                  <a:pt x="67" y="73"/>
                </a:lnTo>
                <a:lnTo>
                  <a:pt x="67" y="72"/>
                </a:lnTo>
                <a:lnTo>
                  <a:pt x="67" y="71"/>
                </a:lnTo>
                <a:lnTo>
                  <a:pt x="66" y="71"/>
                </a:lnTo>
                <a:lnTo>
                  <a:pt x="65" y="71"/>
                </a:lnTo>
                <a:lnTo>
                  <a:pt x="65" y="72"/>
                </a:lnTo>
                <a:lnTo>
                  <a:pt x="63" y="72"/>
                </a:lnTo>
                <a:lnTo>
                  <a:pt x="63" y="71"/>
                </a:lnTo>
                <a:lnTo>
                  <a:pt x="62" y="71"/>
                </a:lnTo>
                <a:lnTo>
                  <a:pt x="61" y="71"/>
                </a:lnTo>
                <a:lnTo>
                  <a:pt x="60" y="71"/>
                </a:lnTo>
                <a:lnTo>
                  <a:pt x="59" y="71"/>
                </a:lnTo>
                <a:lnTo>
                  <a:pt x="58" y="71"/>
                </a:lnTo>
                <a:lnTo>
                  <a:pt x="58" y="72"/>
                </a:lnTo>
                <a:lnTo>
                  <a:pt x="58" y="73"/>
                </a:lnTo>
                <a:lnTo>
                  <a:pt x="58" y="74"/>
                </a:lnTo>
                <a:lnTo>
                  <a:pt x="58" y="75"/>
                </a:lnTo>
                <a:lnTo>
                  <a:pt x="57" y="75"/>
                </a:lnTo>
                <a:lnTo>
                  <a:pt x="57" y="76"/>
                </a:lnTo>
                <a:lnTo>
                  <a:pt x="57" y="78"/>
                </a:lnTo>
                <a:lnTo>
                  <a:pt x="56" y="78"/>
                </a:lnTo>
                <a:lnTo>
                  <a:pt x="56" y="76"/>
                </a:lnTo>
                <a:lnTo>
                  <a:pt x="56" y="78"/>
                </a:lnTo>
                <a:lnTo>
                  <a:pt x="55" y="78"/>
                </a:lnTo>
                <a:lnTo>
                  <a:pt x="55" y="76"/>
                </a:lnTo>
                <a:lnTo>
                  <a:pt x="54" y="75"/>
                </a:lnTo>
                <a:lnTo>
                  <a:pt x="54" y="74"/>
                </a:lnTo>
                <a:lnTo>
                  <a:pt x="53" y="74"/>
                </a:lnTo>
                <a:lnTo>
                  <a:pt x="52" y="75"/>
                </a:lnTo>
                <a:lnTo>
                  <a:pt x="51" y="74"/>
                </a:lnTo>
                <a:lnTo>
                  <a:pt x="50" y="75"/>
                </a:lnTo>
                <a:lnTo>
                  <a:pt x="50" y="76"/>
                </a:lnTo>
                <a:lnTo>
                  <a:pt x="50" y="78"/>
                </a:lnTo>
                <a:lnTo>
                  <a:pt x="49" y="78"/>
                </a:lnTo>
                <a:lnTo>
                  <a:pt x="48" y="78"/>
                </a:lnTo>
                <a:lnTo>
                  <a:pt x="46" y="78"/>
                </a:lnTo>
                <a:lnTo>
                  <a:pt x="46" y="76"/>
                </a:lnTo>
                <a:lnTo>
                  <a:pt x="45" y="76"/>
                </a:lnTo>
                <a:lnTo>
                  <a:pt x="45" y="78"/>
                </a:lnTo>
                <a:lnTo>
                  <a:pt x="44" y="78"/>
                </a:lnTo>
                <a:lnTo>
                  <a:pt x="44" y="79"/>
                </a:lnTo>
                <a:lnTo>
                  <a:pt x="43" y="79"/>
                </a:lnTo>
                <a:lnTo>
                  <a:pt x="42" y="79"/>
                </a:lnTo>
                <a:lnTo>
                  <a:pt x="42" y="80"/>
                </a:lnTo>
                <a:lnTo>
                  <a:pt x="42" y="81"/>
                </a:lnTo>
                <a:lnTo>
                  <a:pt x="41" y="81"/>
                </a:lnTo>
                <a:lnTo>
                  <a:pt x="41" y="82"/>
                </a:lnTo>
                <a:lnTo>
                  <a:pt x="40" y="82"/>
                </a:lnTo>
                <a:lnTo>
                  <a:pt x="39" y="83"/>
                </a:lnTo>
                <a:lnTo>
                  <a:pt x="39" y="82"/>
                </a:lnTo>
                <a:lnTo>
                  <a:pt x="38" y="82"/>
                </a:lnTo>
                <a:lnTo>
                  <a:pt x="38" y="81"/>
                </a:lnTo>
                <a:lnTo>
                  <a:pt x="38" y="80"/>
                </a:lnTo>
                <a:lnTo>
                  <a:pt x="37" y="80"/>
                </a:lnTo>
                <a:lnTo>
                  <a:pt x="37" y="79"/>
                </a:lnTo>
                <a:lnTo>
                  <a:pt x="36" y="79"/>
                </a:lnTo>
                <a:lnTo>
                  <a:pt x="37" y="78"/>
                </a:lnTo>
                <a:lnTo>
                  <a:pt x="36" y="78"/>
                </a:lnTo>
                <a:lnTo>
                  <a:pt x="36" y="76"/>
                </a:lnTo>
                <a:lnTo>
                  <a:pt x="35" y="76"/>
                </a:lnTo>
                <a:lnTo>
                  <a:pt x="35" y="75"/>
                </a:lnTo>
                <a:lnTo>
                  <a:pt x="34" y="75"/>
                </a:lnTo>
                <a:lnTo>
                  <a:pt x="34" y="76"/>
                </a:lnTo>
                <a:lnTo>
                  <a:pt x="34" y="75"/>
                </a:lnTo>
                <a:lnTo>
                  <a:pt x="34" y="76"/>
                </a:lnTo>
                <a:lnTo>
                  <a:pt x="33" y="75"/>
                </a:lnTo>
                <a:lnTo>
                  <a:pt x="33" y="76"/>
                </a:lnTo>
                <a:lnTo>
                  <a:pt x="32" y="76"/>
                </a:lnTo>
                <a:lnTo>
                  <a:pt x="31" y="76"/>
                </a:lnTo>
                <a:lnTo>
                  <a:pt x="31" y="75"/>
                </a:lnTo>
                <a:lnTo>
                  <a:pt x="30" y="75"/>
                </a:lnTo>
                <a:lnTo>
                  <a:pt x="30" y="74"/>
                </a:lnTo>
                <a:lnTo>
                  <a:pt x="30" y="73"/>
                </a:lnTo>
                <a:lnTo>
                  <a:pt x="29" y="73"/>
                </a:lnTo>
                <a:lnTo>
                  <a:pt x="28" y="73"/>
                </a:lnTo>
                <a:lnTo>
                  <a:pt x="28" y="72"/>
                </a:lnTo>
                <a:lnTo>
                  <a:pt x="27" y="72"/>
                </a:lnTo>
                <a:lnTo>
                  <a:pt x="26" y="72"/>
                </a:lnTo>
                <a:lnTo>
                  <a:pt x="25" y="72"/>
                </a:lnTo>
                <a:lnTo>
                  <a:pt x="24" y="72"/>
                </a:lnTo>
                <a:lnTo>
                  <a:pt x="24" y="71"/>
                </a:lnTo>
                <a:lnTo>
                  <a:pt x="24" y="72"/>
                </a:lnTo>
                <a:lnTo>
                  <a:pt x="23" y="72"/>
                </a:lnTo>
                <a:lnTo>
                  <a:pt x="22" y="72"/>
                </a:lnTo>
                <a:lnTo>
                  <a:pt x="23" y="71"/>
                </a:lnTo>
                <a:lnTo>
                  <a:pt x="23" y="72"/>
                </a:lnTo>
                <a:lnTo>
                  <a:pt x="23" y="71"/>
                </a:lnTo>
                <a:lnTo>
                  <a:pt x="23" y="70"/>
                </a:lnTo>
                <a:lnTo>
                  <a:pt x="22" y="70"/>
                </a:lnTo>
                <a:lnTo>
                  <a:pt x="22" y="69"/>
                </a:lnTo>
                <a:lnTo>
                  <a:pt x="23" y="69"/>
                </a:lnTo>
                <a:lnTo>
                  <a:pt x="24" y="69"/>
                </a:lnTo>
                <a:lnTo>
                  <a:pt x="25" y="69"/>
                </a:lnTo>
                <a:lnTo>
                  <a:pt x="26" y="68"/>
                </a:lnTo>
                <a:lnTo>
                  <a:pt x="27" y="68"/>
                </a:lnTo>
                <a:lnTo>
                  <a:pt x="28" y="68"/>
                </a:lnTo>
                <a:lnTo>
                  <a:pt x="29" y="68"/>
                </a:lnTo>
                <a:lnTo>
                  <a:pt x="29" y="67"/>
                </a:lnTo>
                <a:lnTo>
                  <a:pt x="28" y="67"/>
                </a:lnTo>
                <a:lnTo>
                  <a:pt x="29" y="66"/>
                </a:lnTo>
                <a:lnTo>
                  <a:pt x="30" y="66"/>
                </a:lnTo>
                <a:lnTo>
                  <a:pt x="31" y="65"/>
                </a:lnTo>
                <a:lnTo>
                  <a:pt x="31" y="64"/>
                </a:lnTo>
                <a:lnTo>
                  <a:pt x="32" y="64"/>
                </a:lnTo>
                <a:lnTo>
                  <a:pt x="32" y="63"/>
                </a:lnTo>
                <a:lnTo>
                  <a:pt x="32" y="62"/>
                </a:lnTo>
                <a:lnTo>
                  <a:pt x="31" y="62"/>
                </a:lnTo>
                <a:lnTo>
                  <a:pt x="32" y="62"/>
                </a:lnTo>
                <a:lnTo>
                  <a:pt x="32" y="61"/>
                </a:lnTo>
                <a:lnTo>
                  <a:pt x="32" y="60"/>
                </a:lnTo>
                <a:lnTo>
                  <a:pt x="32" y="59"/>
                </a:lnTo>
                <a:lnTo>
                  <a:pt x="33" y="59"/>
                </a:lnTo>
                <a:lnTo>
                  <a:pt x="33" y="58"/>
                </a:lnTo>
                <a:lnTo>
                  <a:pt x="33" y="57"/>
                </a:lnTo>
                <a:lnTo>
                  <a:pt x="34" y="57"/>
                </a:lnTo>
                <a:lnTo>
                  <a:pt x="34" y="56"/>
                </a:lnTo>
                <a:lnTo>
                  <a:pt x="35" y="56"/>
                </a:lnTo>
                <a:lnTo>
                  <a:pt x="35" y="55"/>
                </a:lnTo>
                <a:lnTo>
                  <a:pt x="35" y="54"/>
                </a:lnTo>
                <a:lnTo>
                  <a:pt x="35" y="53"/>
                </a:lnTo>
                <a:lnTo>
                  <a:pt x="34" y="53"/>
                </a:lnTo>
                <a:lnTo>
                  <a:pt x="35" y="52"/>
                </a:lnTo>
                <a:lnTo>
                  <a:pt x="35" y="51"/>
                </a:lnTo>
                <a:lnTo>
                  <a:pt x="34" y="51"/>
                </a:lnTo>
                <a:lnTo>
                  <a:pt x="35" y="51"/>
                </a:lnTo>
                <a:lnTo>
                  <a:pt x="34" y="50"/>
                </a:lnTo>
                <a:lnTo>
                  <a:pt x="35" y="50"/>
                </a:lnTo>
                <a:lnTo>
                  <a:pt x="36" y="50"/>
                </a:lnTo>
                <a:lnTo>
                  <a:pt x="36" y="49"/>
                </a:lnTo>
                <a:lnTo>
                  <a:pt x="36" y="48"/>
                </a:lnTo>
                <a:lnTo>
                  <a:pt x="37" y="48"/>
                </a:lnTo>
                <a:lnTo>
                  <a:pt x="38" y="48"/>
                </a:lnTo>
                <a:lnTo>
                  <a:pt x="38" y="47"/>
                </a:lnTo>
                <a:lnTo>
                  <a:pt x="38" y="46"/>
                </a:lnTo>
                <a:lnTo>
                  <a:pt x="39" y="46"/>
                </a:lnTo>
                <a:lnTo>
                  <a:pt x="40" y="46"/>
                </a:lnTo>
                <a:lnTo>
                  <a:pt x="41" y="46"/>
                </a:lnTo>
                <a:lnTo>
                  <a:pt x="41" y="45"/>
                </a:lnTo>
                <a:lnTo>
                  <a:pt x="41" y="44"/>
                </a:lnTo>
                <a:lnTo>
                  <a:pt x="42" y="44"/>
                </a:lnTo>
                <a:lnTo>
                  <a:pt x="43" y="44"/>
                </a:lnTo>
                <a:lnTo>
                  <a:pt x="43" y="43"/>
                </a:lnTo>
                <a:lnTo>
                  <a:pt x="43" y="42"/>
                </a:lnTo>
                <a:lnTo>
                  <a:pt x="43" y="41"/>
                </a:lnTo>
                <a:lnTo>
                  <a:pt x="44" y="41"/>
                </a:lnTo>
                <a:lnTo>
                  <a:pt x="44" y="40"/>
                </a:lnTo>
                <a:lnTo>
                  <a:pt x="45" y="40"/>
                </a:lnTo>
                <a:lnTo>
                  <a:pt x="46" y="40"/>
                </a:lnTo>
                <a:lnTo>
                  <a:pt x="47" y="39"/>
                </a:lnTo>
                <a:lnTo>
                  <a:pt x="47" y="40"/>
                </a:lnTo>
                <a:lnTo>
                  <a:pt x="48" y="40"/>
                </a:lnTo>
                <a:lnTo>
                  <a:pt x="49" y="40"/>
                </a:lnTo>
                <a:lnTo>
                  <a:pt x="50" y="40"/>
                </a:lnTo>
                <a:lnTo>
                  <a:pt x="50" y="39"/>
                </a:lnTo>
                <a:lnTo>
                  <a:pt x="50" y="38"/>
                </a:lnTo>
                <a:lnTo>
                  <a:pt x="51" y="38"/>
                </a:lnTo>
                <a:lnTo>
                  <a:pt x="51" y="37"/>
                </a:lnTo>
                <a:lnTo>
                  <a:pt x="52" y="38"/>
                </a:lnTo>
                <a:lnTo>
                  <a:pt x="52" y="37"/>
                </a:lnTo>
                <a:lnTo>
                  <a:pt x="53" y="37"/>
                </a:lnTo>
                <a:lnTo>
                  <a:pt x="54" y="37"/>
                </a:lnTo>
                <a:lnTo>
                  <a:pt x="54" y="36"/>
                </a:lnTo>
                <a:lnTo>
                  <a:pt x="55" y="36"/>
                </a:lnTo>
                <a:lnTo>
                  <a:pt x="54" y="35"/>
                </a:lnTo>
                <a:lnTo>
                  <a:pt x="54" y="34"/>
                </a:lnTo>
                <a:lnTo>
                  <a:pt x="53" y="33"/>
                </a:lnTo>
                <a:lnTo>
                  <a:pt x="53" y="34"/>
                </a:lnTo>
                <a:lnTo>
                  <a:pt x="52" y="34"/>
                </a:lnTo>
                <a:lnTo>
                  <a:pt x="52" y="33"/>
                </a:lnTo>
                <a:lnTo>
                  <a:pt x="51" y="33"/>
                </a:lnTo>
                <a:lnTo>
                  <a:pt x="51" y="32"/>
                </a:lnTo>
                <a:lnTo>
                  <a:pt x="51" y="31"/>
                </a:lnTo>
                <a:lnTo>
                  <a:pt x="52" y="31"/>
                </a:lnTo>
                <a:lnTo>
                  <a:pt x="51" y="30"/>
                </a:lnTo>
                <a:lnTo>
                  <a:pt x="52" y="30"/>
                </a:lnTo>
                <a:lnTo>
                  <a:pt x="51" y="30"/>
                </a:lnTo>
                <a:lnTo>
                  <a:pt x="52" y="30"/>
                </a:lnTo>
                <a:lnTo>
                  <a:pt x="52" y="29"/>
                </a:lnTo>
                <a:lnTo>
                  <a:pt x="52" y="30"/>
                </a:lnTo>
                <a:lnTo>
                  <a:pt x="53" y="29"/>
                </a:lnTo>
                <a:lnTo>
                  <a:pt x="53" y="28"/>
                </a:lnTo>
                <a:lnTo>
                  <a:pt x="54" y="29"/>
                </a:lnTo>
                <a:lnTo>
                  <a:pt x="55" y="29"/>
                </a:lnTo>
                <a:lnTo>
                  <a:pt x="54" y="28"/>
                </a:lnTo>
                <a:lnTo>
                  <a:pt x="54" y="29"/>
                </a:lnTo>
                <a:lnTo>
                  <a:pt x="54" y="28"/>
                </a:lnTo>
                <a:lnTo>
                  <a:pt x="54" y="27"/>
                </a:lnTo>
                <a:lnTo>
                  <a:pt x="54" y="26"/>
                </a:lnTo>
                <a:lnTo>
                  <a:pt x="53" y="25"/>
                </a:lnTo>
                <a:lnTo>
                  <a:pt x="53" y="24"/>
                </a:lnTo>
                <a:lnTo>
                  <a:pt x="52" y="24"/>
                </a:lnTo>
                <a:lnTo>
                  <a:pt x="52" y="23"/>
                </a:lnTo>
                <a:lnTo>
                  <a:pt x="51" y="23"/>
                </a:lnTo>
                <a:lnTo>
                  <a:pt x="50" y="23"/>
                </a:lnTo>
                <a:lnTo>
                  <a:pt x="49" y="23"/>
                </a:lnTo>
                <a:lnTo>
                  <a:pt x="48" y="23"/>
                </a:lnTo>
                <a:lnTo>
                  <a:pt x="47" y="23"/>
                </a:lnTo>
                <a:lnTo>
                  <a:pt x="46" y="23"/>
                </a:lnTo>
                <a:lnTo>
                  <a:pt x="46" y="22"/>
                </a:lnTo>
                <a:lnTo>
                  <a:pt x="46" y="21"/>
                </a:lnTo>
                <a:lnTo>
                  <a:pt x="45" y="21"/>
                </a:lnTo>
                <a:lnTo>
                  <a:pt x="44" y="21"/>
                </a:lnTo>
                <a:lnTo>
                  <a:pt x="44" y="20"/>
                </a:lnTo>
                <a:lnTo>
                  <a:pt x="44" y="19"/>
                </a:lnTo>
                <a:lnTo>
                  <a:pt x="43" y="18"/>
                </a:lnTo>
                <a:lnTo>
                  <a:pt x="43" y="19"/>
                </a:lnTo>
                <a:lnTo>
                  <a:pt x="43" y="18"/>
                </a:lnTo>
                <a:lnTo>
                  <a:pt x="42" y="18"/>
                </a:lnTo>
                <a:lnTo>
                  <a:pt x="41" y="18"/>
                </a:lnTo>
                <a:lnTo>
                  <a:pt x="41" y="17"/>
                </a:lnTo>
                <a:lnTo>
                  <a:pt x="40" y="17"/>
                </a:lnTo>
                <a:lnTo>
                  <a:pt x="39" y="18"/>
                </a:lnTo>
                <a:lnTo>
                  <a:pt x="38" y="18"/>
                </a:lnTo>
                <a:lnTo>
                  <a:pt x="38" y="19"/>
                </a:lnTo>
                <a:lnTo>
                  <a:pt x="39" y="19"/>
                </a:lnTo>
                <a:lnTo>
                  <a:pt x="38" y="20"/>
                </a:lnTo>
                <a:lnTo>
                  <a:pt x="37" y="20"/>
                </a:lnTo>
                <a:lnTo>
                  <a:pt x="37" y="21"/>
                </a:lnTo>
                <a:lnTo>
                  <a:pt x="37" y="20"/>
                </a:lnTo>
                <a:lnTo>
                  <a:pt x="36" y="20"/>
                </a:lnTo>
                <a:lnTo>
                  <a:pt x="35" y="19"/>
                </a:lnTo>
                <a:lnTo>
                  <a:pt x="35" y="20"/>
                </a:lnTo>
                <a:lnTo>
                  <a:pt x="34" y="20"/>
                </a:lnTo>
                <a:lnTo>
                  <a:pt x="34" y="21"/>
                </a:lnTo>
                <a:lnTo>
                  <a:pt x="34" y="22"/>
                </a:lnTo>
                <a:lnTo>
                  <a:pt x="34" y="23"/>
                </a:lnTo>
                <a:lnTo>
                  <a:pt x="33" y="23"/>
                </a:lnTo>
                <a:lnTo>
                  <a:pt x="32" y="23"/>
                </a:lnTo>
                <a:lnTo>
                  <a:pt x="32" y="24"/>
                </a:lnTo>
                <a:lnTo>
                  <a:pt x="31" y="24"/>
                </a:lnTo>
                <a:lnTo>
                  <a:pt x="31" y="25"/>
                </a:lnTo>
                <a:lnTo>
                  <a:pt x="31" y="24"/>
                </a:lnTo>
                <a:lnTo>
                  <a:pt x="30" y="24"/>
                </a:lnTo>
                <a:lnTo>
                  <a:pt x="29" y="24"/>
                </a:lnTo>
                <a:lnTo>
                  <a:pt x="28" y="24"/>
                </a:lnTo>
                <a:lnTo>
                  <a:pt x="27" y="24"/>
                </a:lnTo>
                <a:lnTo>
                  <a:pt x="26" y="24"/>
                </a:lnTo>
                <a:lnTo>
                  <a:pt x="26" y="25"/>
                </a:lnTo>
                <a:lnTo>
                  <a:pt x="26" y="26"/>
                </a:lnTo>
                <a:lnTo>
                  <a:pt x="27" y="26"/>
                </a:lnTo>
                <a:lnTo>
                  <a:pt x="26" y="26"/>
                </a:lnTo>
                <a:lnTo>
                  <a:pt x="26" y="27"/>
                </a:lnTo>
                <a:lnTo>
                  <a:pt x="25" y="27"/>
                </a:lnTo>
                <a:lnTo>
                  <a:pt x="24" y="27"/>
                </a:lnTo>
                <a:lnTo>
                  <a:pt x="23" y="27"/>
                </a:lnTo>
                <a:lnTo>
                  <a:pt x="22" y="27"/>
                </a:lnTo>
                <a:lnTo>
                  <a:pt x="21" y="27"/>
                </a:lnTo>
                <a:lnTo>
                  <a:pt x="20" y="27"/>
                </a:lnTo>
                <a:lnTo>
                  <a:pt x="20" y="26"/>
                </a:lnTo>
                <a:lnTo>
                  <a:pt x="19" y="26"/>
                </a:lnTo>
                <a:lnTo>
                  <a:pt x="19" y="27"/>
                </a:lnTo>
                <a:lnTo>
                  <a:pt x="18" y="27"/>
                </a:lnTo>
                <a:lnTo>
                  <a:pt x="18" y="26"/>
                </a:lnTo>
                <a:lnTo>
                  <a:pt x="17" y="26"/>
                </a:lnTo>
                <a:lnTo>
                  <a:pt x="17" y="27"/>
                </a:lnTo>
                <a:lnTo>
                  <a:pt x="16" y="27"/>
                </a:lnTo>
                <a:lnTo>
                  <a:pt x="15" y="27"/>
                </a:lnTo>
                <a:lnTo>
                  <a:pt x="15" y="28"/>
                </a:lnTo>
                <a:lnTo>
                  <a:pt x="15" y="27"/>
                </a:lnTo>
                <a:lnTo>
                  <a:pt x="14" y="28"/>
                </a:lnTo>
                <a:lnTo>
                  <a:pt x="13" y="29"/>
                </a:lnTo>
                <a:lnTo>
                  <a:pt x="13" y="30"/>
                </a:lnTo>
                <a:lnTo>
                  <a:pt x="12" y="29"/>
                </a:lnTo>
                <a:lnTo>
                  <a:pt x="12" y="30"/>
                </a:lnTo>
                <a:lnTo>
                  <a:pt x="12" y="29"/>
                </a:lnTo>
                <a:lnTo>
                  <a:pt x="11" y="29"/>
                </a:lnTo>
                <a:lnTo>
                  <a:pt x="11" y="30"/>
                </a:lnTo>
                <a:lnTo>
                  <a:pt x="10" y="31"/>
                </a:lnTo>
                <a:lnTo>
                  <a:pt x="9" y="31"/>
                </a:lnTo>
                <a:lnTo>
                  <a:pt x="10" y="31"/>
                </a:lnTo>
                <a:lnTo>
                  <a:pt x="9" y="30"/>
                </a:lnTo>
                <a:lnTo>
                  <a:pt x="8" y="30"/>
                </a:lnTo>
                <a:lnTo>
                  <a:pt x="9" y="29"/>
                </a:lnTo>
                <a:lnTo>
                  <a:pt x="9" y="28"/>
                </a:lnTo>
                <a:lnTo>
                  <a:pt x="9" y="27"/>
                </a:lnTo>
                <a:lnTo>
                  <a:pt x="10" y="27"/>
                </a:lnTo>
                <a:lnTo>
                  <a:pt x="10" y="28"/>
                </a:lnTo>
                <a:lnTo>
                  <a:pt x="10" y="27"/>
                </a:lnTo>
                <a:lnTo>
                  <a:pt x="11" y="27"/>
                </a:lnTo>
                <a:lnTo>
                  <a:pt x="10" y="27"/>
                </a:lnTo>
                <a:lnTo>
                  <a:pt x="9" y="27"/>
                </a:lnTo>
                <a:lnTo>
                  <a:pt x="9" y="26"/>
                </a:lnTo>
                <a:lnTo>
                  <a:pt x="10" y="25"/>
                </a:lnTo>
                <a:lnTo>
                  <a:pt x="10" y="24"/>
                </a:lnTo>
                <a:lnTo>
                  <a:pt x="9" y="24"/>
                </a:lnTo>
                <a:lnTo>
                  <a:pt x="9" y="23"/>
                </a:lnTo>
                <a:lnTo>
                  <a:pt x="9" y="22"/>
                </a:lnTo>
                <a:lnTo>
                  <a:pt x="8" y="22"/>
                </a:lnTo>
                <a:lnTo>
                  <a:pt x="7" y="21"/>
                </a:lnTo>
                <a:lnTo>
                  <a:pt x="7" y="22"/>
                </a:lnTo>
                <a:lnTo>
                  <a:pt x="6" y="21"/>
                </a:lnTo>
                <a:lnTo>
                  <a:pt x="6" y="20"/>
                </a:lnTo>
                <a:lnTo>
                  <a:pt x="7" y="19"/>
                </a:lnTo>
                <a:lnTo>
                  <a:pt x="6" y="18"/>
                </a:lnTo>
                <a:lnTo>
                  <a:pt x="6" y="19"/>
                </a:lnTo>
                <a:lnTo>
                  <a:pt x="6" y="18"/>
                </a:lnTo>
                <a:lnTo>
                  <a:pt x="5" y="18"/>
                </a:lnTo>
                <a:lnTo>
                  <a:pt x="4" y="18"/>
                </a:lnTo>
                <a:lnTo>
                  <a:pt x="4" y="19"/>
                </a:lnTo>
                <a:lnTo>
                  <a:pt x="3" y="19"/>
                </a:lnTo>
                <a:lnTo>
                  <a:pt x="3" y="18"/>
                </a:lnTo>
                <a:lnTo>
                  <a:pt x="3" y="17"/>
                </a:lnTo>
                <a:lnTo>
                  <a:pt x="4" y="17"/>
                </a:lnTo>
                <a:lnTo>
                  <a:pt x="4" y="16"/>
                </a:lnTo>
                <a:lnTo>
                  <a:pt x="3" y="16"/>
                </a:lnTo>
                <a:lnTo>
                  <a:pt x="3" y="15"/>
                </a:lnTo>
                <a:lnTo>
                  <a:pt x="3" y="14"/>
                </a:lnTo>
                <a:lnTo>
                  <a:pt x="3" y="13"/>
                </a:lnTo>
                <a:lnTo>
                  <a:pt x="4" y="13"/>
                </a:lnTo>
                <a:lnTo>
                  <a:pt x="4" y="12"/>
                </a:lnTo>
                <a:lnTo>
                  <a:pt x="4" y="13"/>
                </a:lnTo>
                <a:lnTo>
                  <a:pt x="5" y="13"/>
                </a:lnTo>
                <a:lnTo>
                  <a:pt x="5" y="12"/>
                </a:lnTo>
                <a:lnTo>
                  <a:pt x="5" y="11"/>
                </a:lnTo>
                <a:lnTo>
                  <a:pt x="5" y="10"/>
                </a:lnTo>
                <a:lnTo>
                  <a:pt x="4" y="10"/>
                </a:lnTo>
                <a:lnTo>
                  <a:pt x="4" y="9"/>
                </a:lnTo>
                <a:lnTo>
                  <a:pt x="4" y="8"/>
                </a:lnTo>
                <a:lnTo>
                  <a:pt x="4" y="7"/>
                </a:lnTo>
                <a:lnTo>
                  <a:pt x="3" y="7"/>
                </a:lnTo>
                <a:lnTo>
                  <a:pt x="2" y="6"/>
                </a:lnTo>
                <a:lnTo>
                  <a:pt x="2" y="5"/>
                </a:lnTo>
                <a:lnTo>
                  <a:pt x="2" y="4"/>
                </a:lnTo>
                <a:lnTo>
                  <a:pt x="1" y="4"/>
                </a:lnTo>
                <a:lnTo>
                  <a:pt x="1" y="3"/>
                </a:lnTo>
                <a:lnTo>
                  <a:pt x="0" y="2"/>
                </a:lnTo>
                <a:lnTo>
                  <a:pt x="0" y="1"/>
                </a:lnTo>
                <a:lnTo>
                  <a:pt x="0" y="0"/>
                </a:lnTo>
                <a:lnTo>
                  <a:pt x="134" y="0"/>
                </a:lnTo>
                <a:close/>
              </a:path>
            </a:pathLst>
          </a:custGeom>
          <a:noFill/>
          <a:ln w="2520">
            <a:solidFill>
              <a:srgbClr val="FFFFFF"/>
            </a:solidFill>
            <a:round/>
          </a:ln>
        </p:spPr>
        <p:txBody>
          <a:bodyPr lIns="1080" tIns="1080" rIns="1080" bIns="108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371" name=""/>
          <p:cNvSpPr/>
          <p:nvPr/>
        </p:nvSpPr>
        <p:spPr>
          <a:xfrm>
            <a:off x="5506200" y="1591560"/>
            <a:ext cx="2160" cy="1800"/>
          </a:xfrm>
          <a:custGeom>
            <a:avLst/>
            <a:gdLst/>
            <a:ahLst/>
            <a:rect l="0" t="0" r="r" b="b"/>
            <a:pathLst>
              <a:path w="6" h="5">
                <a:moveTo>
                  <a:pt x="4" y="0"/>
                </a:moveTo>
                <a:lnTo>
                  <a:pt x="6" y="2"/>
                </a:lnTo>
                <a:lnTo>
                  <a:pt x="6" y="1"/>
                </a:lnTo>
                <a:lnTo>
                  <a:pt x="4" y="1"/>
                </a:lnTo>
                <a:lnTo>
                  <a:pt x="4" y="2"/>
                </a:lnTo>
                <a:lnTo>
                  <a:pt x="6" y="2"/>
                </a:lnTo>
                <a:lnTo>
                  <a:pt x="6" y="4"/>
                </a:lnTo>
                <a:lnTo>
                  <a:pt x="4" y="4"/>
                </a:lnTo>
                <a:lnTo>
                  <a:pt x="4" y="5"/>
                </a:lnTo>
                <a:lnTo>
                  <a:pt x="3" y="5"/>
                </a:lnTo>
                <a:lnTo>
                  <a:pt x="2" y="5"/>
                </a:lnTo>
                <a:lnTo>
                  <a:pt x="2" y="2"/>
                </a:lnTo>
                <a:lnTo>
                  <a:pt x="2" y="1"/>
                </a:lnTo>
                <a:lnTo>
                  <a:pt x="0" y="1"/>
                </a:lnTo>
                <a:lnTo>
                  <a:pt x="2" y="1"/>
                </a:lnTo>
                <a:lnTo>
                  <a:pt x="2" y="0"/>
                </a:lnTo>
                <a:lnTo>
                  <a:pt x="3" y="0"/>
                </a:lnTo>
                <a:lnTo>
                  <a:pt x="4" y="0"/>
                </a:lnTo>
                <a:lnTo>
                  <a:pt x="4" y="1"/>
                </a:lnTo>
                <a:lnTo>
                  <a:pt x="4" y="0"/>
                </a:lnTo>
                <a:close/>
              </a:path>
            </a:pathLst>
          </a:custGeom>
          <a:solidFill>
            <a:srgbClr val="C2C2BF"/>
          </a:solidFill>
          <a:ln w="2520">
            <a:solidFill>
              <a:srgbClr val="FFFFFF"/>
            </a:solidFill>
            <a:round/>
          </a:ln>
        </p:spPr>
        <p:txBody>
          <a:bodyPr lIns="1080" tIns="720" rIns="1080" bIns="7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372" name=""/>
          <p:cNvSpPr/>
          <p:nvPr/>
        </p:nvSpPr>
        <p:spPr>
          <a:xfrm>
            <a:off x="5506920" y="1590840"/>
            <a:ext cx="0" cy="360"/>
          </a:xfrm>
          <a:custGeom>
            <a:avLst/>
            <a:gdLst/>
            <a:ahLst/>
            <a:rect l="0" t="0" r="r" b="b"/>
            <a:pathLst>
              <a:path w="0" h="1">
                <a:moveTo>
                  <a:pt x="0" y="1"/>
                </a:moveTo>
                <a:lnTo>
                  <a:pt x="0" y="0"/>
                </a:lnTo>
                <a:lnTo>
                  <a:pt x="0" y="1"/>
                </a:lnTo>
                <a:close/>
              </a:path>
            </a:pathLst>
          </a:custGeom>
          <a:solidFill>
            <a:srgbClr val="C2C2BF"/>
          </a:solidFill>
          <a:ln w="2520">
            <a:solidFill>
              <a:srgbClr val="FFFFFF"/>
            </a:solidFill>
            <a:round/>
          </a:ln>
        </p:spPr>
        <p:txBody>
          <a:bodyPr lIns="1080" tIns="-720" rIns="1080" bIns="-7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373" name=""/>
          <p:cNvSpPr/>
          <p:nvPr/>
        </p:nvSpPr>
        <p:spPr>
          <a:xfrm>
            <a:off x="5506200" y="1590480"/>
            <a:ext cx="1080" cy="1800"/>
          </a:xfrm>
          <a:custGeom>
            <a:avLst/>
            <a:gdLst/>
            <a:ahLst/>
            <a:rect l="0" t="0" r="r" b="b"/>
            <a:pathLst>
              <a:path w="3" h="5">
                <a:moveTo>
                  <a:pt x="1" y="3"/>
                </a:moveTo>
                <a:lnTo>
                  <a:pt x="0" y="5"/>
                </a:lnTo>
                <a:lnTo>
                  <a:pt x="0" y="3"/>
                </a:lnTo>
                <a:lnTo>
                  <a:pt x="0" y="2"/>
                </a:lnTo>
                <a:lnTo>
                  <a:pt x="0" y="0"/>
                </a:lnTo>
                <a:lnTo>
                  <a:pt x="1" y="0"/>
                </a:lnTo>
                <a:lnTo>
                  <a:pt x="3" y="0"/>
                </a:lnTo>
                <a:lnTo>
                  <a:pt x="3" y="2"/>
                </a:lnTo>
                <a:lnTo>
                  <a:pt x="1" y="2"/>
                </a:lnTo>
                <a:lnTo>
                  <a:pt x="3" y="3"/>
                </a:lnTo>
                <a:lnTo>
                  <a:pt x="1" y="3"/>
                </a:lnTo>
                <a:close/>
              </a:path>
            </a:pathLst>
          </a:custGeom>
          <a:solidFill>
            <a:srgbClr val="C2C2BF"/>
          </a:solidFill>
          <a:ln w="2520">
            <a:solidFill>
              <a:srgbClr val="FFFFFF"/>
            </a:solidFill>
            <a:round/>
          </a:ln>
        </p:spPr>
        <p:txBody>
          <a:bodyPr lIns="1080" tIns="720" rIns="1080" bIns="7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374" name=""/>
          <p:cNvSpPr/>
          <p:nvPr/>
        </p:nvSpPr>
        <p:spPr>
          <a:xfrm>
            <a:off x="5506920" y="1590480"/>
            <a:ext cx="360" cy="360"/>
          </a:xfrm>
          <a:custGeom>
            <a:avLst/>
            <a:gdLst/>
            <a:ahLst/>
            <a:rect l="0" t="0" r="r" b="b"/>
            <a:pathLst>
              <a:path w="1" h="1">
                <a:moveTo>
                  <a:pt x="1" y="0"/>
                </a:moveTo>
                <a:lnTo>
                  <a:pt x="1" y="1"/>
                </a:lnTo>
                <a:lnTo>
                  <a:pt x="0" y="1"/>
                </a:lnTo>
                <a:lnTo>
                  <a:pt x="0" y="0"/>
                </a:lnTo>
                <a:lnTo>
                  <a:pt x="1" y="0"/>
                </a:lnTo>
                <a:close/>
              </a:path>
            </a:pathLst>
          </a:custGeom>
          <a:solidFill>
            <a:srgbClr val="C2C2BF"/>
          </a:solidFill>
          <a:ln w="2520">
            <a:solidFill>
              <a:srgbClr val="FFFFFF"/>
            </a:solidFill>
            <a:round/>
          </a:ln>
        </p:spPr>
        <p:txBody>
          <a:bodyPr lIns="1080" tIns="-720" rIns="1080" bIns="-7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375" name=""/>
          <p:cNvSpPr/>
          <p:nvPr/>
        </p:nvSpPr>
        <p:spPr>
          <a:xfrm>
            <a:off x="5638680" y="1550160"/>
            <a:ext cx="1080" cy="1080"/>
          </a:xfrm>
          <a:custGeom>
            <a:avLst/>
            <a:gdLst/>
            <a:ahLst/>
            <a:rect l="0" t="0" r="r" b="b"/>
            <a:pathLst>
              <a:path w="3" h="3">
                <a:moveTo>
                  <a:pt x="3" y="2"/>
                </a:moveTo>
                <a:lnTo>
                  <a:pt x="3" y="3"/>
                </a:lnTo>
                <a:lnTo>
                  <a:pt x="1" y="3"/>
                </a:lnTo>
                <a:lnTo>
                  <a:pt x="3" y="3"/>
                </a:lnTo>
                <a:lnTo>
                  <a:pt x="1" y="3"/>
                </a:lnTo>
                <a:lnTo>
                  <a:pt x="1" y="2"/>
                </a:lnTo>
                <a:lnTo>
                  <a:pt x="0" y="2"/>
                </a:lnTo>
                <a:lnTo>
                  <a:pt x="1" y="0"/>
                </a:lnTo>
                <a:lnTo>
                  <a:pt x="3" y="0"/>
                </a:lnTo>
                <a:lnTo>
                  <a:pt x="3" y="2"/>
                </a:lnTo>
                <a:close/>
              </a:path>
            </a:pathLst>
          </a:custGeom>
          <a:solidFill>
            <a:srgbClr val="C2C2BF"/>
          </a:solidFill>
          <a:ln w="2520">
            <a:solidFill>
              <a:srgbClr val="FFFFFF"/>
            </a:solidFill>
            <a:round/>
          </a:ln>
        </p:spPr>
        <p:txBody>
          <a:bodyPr lIns="1080" tIns="0" rIns="108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376" name=""/>
          <p:cNvSpPr/>
          <p:nvPr/>
        </p:nvSpPr>
        <p:spPr>
          <a:xfrm>
            <a:off x="5653800" y="1550160"/>
            <a:ext cx="0" cy="360"/>
          </a:xfrm>
          <a:custGeom>
            <a:avLst/>
            <a:gdLst/>
            <a:ahLst/>
            <a:rect l="0" t="0" r="r" b="b"/>
            <a:pathLst>
              <a:path w="0" h="1">
                <a:moveTo>
                  <a:pt x="0" y="1"/>
                </a:moveTo>
                <a:lnTo>
                  <a:pt x="0" y="0"/>
                </a:lnTo>
                <a:lnTo>
                  <a:pt x="0" y="1"/>
                </a:lnTo>
                <a:close/>
              </a:path>
            </a:pathLst>
          </a:custGeom>
          <a:solidFill>
            <a:srgbClr val="C2C2BF"/>
          </a:solidFill>
          <a:ln w="2520">
            <a:solidFill>
              <a:srgbClr val="FFFFFF"/>
            </a:solidFill>
            <a:round/>
          </a:ln>
        </p:spPr>
        <p:txBody>
          <a:bodyPr lIns="1080" tIns="-720" rIns="1080" bIns="-7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377" name=""/>
          <p:cNvSpPr/>
          <p:nvPr/>
        </p:nvSpPr>
        <p:spPr>
          <a:xfrm>
            <a:off x="5640840" y="1548720"/>
            <a:ext cx="360" cy="360"/>
          </a:xfrm>
          <a:custGeom>
            <a:avLst/>
            <a:gdLst/>
            <a:ahLst/>
            <a:rect l="0" t="0" r="r" b="b"/>
            <a:pathLst>
              <a:path w="1" h="1">
                <a:moveTo>
                  <a:pt x="1" y="0"/>
                </a:moveTo>
                <a:lnTo>
                  <a:pt x="0" y="0"/>
                </a:lnTo>
                <a:lnTo>
                  <a:pt x="0" y="1"/>
                </a:lnTo>
                <a:lnTo>
                  <a:pt x="0" y="0"/>
                </a:lnTo>
                <a:lnTo>
                  <a:pt x="1" y="0"/>
                </a:lnTo>
                <a:close/>
              </a:path>
            </a:pathLst>
          </a:custGeom>
          <a:solidFill>
            <a:srgbClr val="C2C2BF"/>
          </a:solidFill>
          <a:ln w="2520">
            <a:solidFill>
              <a:srgbClr val="FFFFFF"/>
            </a:solidFill>
            <a:round/>
          </a:ln>
        </p:spPr>
        <p:txBody>
          <a:bodyPr lIns="1080" tIns="-720" rIns="1080" bIns="-7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378" name=""/>
          <p:cNvSpPr/>
          <p:nvPr/>
        </p:nvSpPr>
        <p:spPr>
          <a:xfrm>
            <a:off x="5643000" y="1548720"/>
            <a:ext cx="360" cy="360"/>
          </a:xfrm>
          <a:custGeom>
            <a:avLst/>
            <a:gdLst/>
            <a:ahLst/>
            <a:rect l="0" t="0" r="r" b="b"/>
            <a:pathLst>
              <a:path w="1" h="1">
                <a:moveTo>
                  <a:pt x="1" y="0"/>
                </a:moveTo>
                <a:lnTo>
                  <a:pt x="1" y="1"/>
                </a:lnTo>
                <a:lnTo>
                  <a:pt x="0" y="1"/>
                </a:lnTo>
                <a:lnTo>
                  <a:pt x="0" y="0"/>
                </a:lnTo>
                <a:lnTo>
                  <a:pt x="1" y="0"/>
                </a:lnTo>
                <a:close/>
              </a:path>
            </a:pathLst>
          </a:custGeom>
          <a:solidFill>
            <a:srgbClr val="C2C2BF"/>
          </a:solidFill>
          <a:ln w="2520">
            <a:solidFill>
              <a:srgbClr val="FFFFFF"/>
            </a:solidFill>
            <a:round/>
          </a:ln>
        </p:spPr>
        <p:txBody>
          <a:bodyPr lIns="1080" tIns="-720" rIns="1080" bIns="-7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379" name=""/>
          <p:cNvSpPr/>
          <p:nvPr/>
        </p:nvSpPr>
        <p:spPr>
          <a:xfrm>
            <a:off x="5640480" y="1548720"/>
            <a:ext cx="360" cy="0"/>
          </a:xfrm>
          <a:custGeom>
            <a:avLst/>
            <a:gdLst/>
            <a:ahLst/>
            <a:rect l="0" t="0" r="r" b="b"/>
            <a:pathLst>
              <a:path w="1" h="0">
                <a:moveTo>
                  <a:pt x="1" y="0"/>
                </a:moveTo>
                <a:lnTo>
                  <a:pt x="0" y="0"/>
                </a:lnTo>
                <a:lnTo>
                  <a:pt x="1" y="0"/>
                </a:lnTo>
                <a:close/>
              </a:path>
            </a:pathLst>
          </a:custGeom>
          <a:solidFill>
            <a:srgbClr val="C2C2BF"/>
          </a:solidFill>
          <a:ln w="2520">
            <a:solidFill>
              <a:srgbClr val="FFFFFF"/>
            </a:solidFill>
            <a:round/>
          </a:ln>
        </p:spPr>
        <p:txBody>
          <a:bodyPr lIns="1080" tIns="-1080" rIns="1080" bIns="-108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380" name=""/>
          <p:cNvSpPr/>
          <p:nvPr/>
        </p:nvSpPr>
        <p:spPr>
          <a:xfrm>
            <a:off x="5644440" y="1548360"/>
            <a:ext cx="360" cy="360"/>
          </a:xfrm>
          <a:custGeom>
            <a:avLst/>
            <a:gdLst/>
            <a:ahLst/>
            <a:rect l="0" t="0" r="r" b="b"/>
            <a:pathLst>
              <a:path w="1" h="1">
                <a:moveTo>
                  <a:pt x="1" y="0"/>
                </a:moveTo>
                <a:lnTo>
                  <a:pt x="0" y="0"/>
                </a:lnTo>
                <a:lnTo>
                  <a:pt x="0" y="1"/>
                </a:lnTo>
                <a:lnTo>
                  <a:pt x="0" y="0"/>
                </a:lnTo>
                <a:lnTo>
                  <a:pt x="1" y="0"/>
                </a:lnTo>
                <a:close/>
              </a:path>
            </a:pathLst>
          </a:custGeom>
          <a:solidFill>
            <a:srgbClr val="C2C2BF"/>
          </a:solidFill>
          <a:ln w="2520">
            <a:solidFill>
              <a:srgbClr val="FFFFFF"/>
            </a:solidFill>
            <a:round/>
          </a:ln>
        </p:spPr>
        <p:txBody>
          <a:bodyPr lIns="1080" tIns="-720" rIns="1080" bIns="-7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381" name=""/>
          <p:cNvSpPr/>
          <p:nvPr/>
        </p:nvSpPr>
        <p:spPr>
          <a:xfrm>
            <a:off x="5640480" y="1546200"/>
            <a:ext cx="720" cy="360"/>
          </a:xfrm>
          <a:custGeom>
            <a:avLst/>
            <a:gdLst/>
            <a:ahLst/>
            <a:rect l="0" t="0" r="r" b="b"/>
            <a:pathLst>
              <a:path w="2" h="1">
                <a:moveTo>
                  <a:pt x="2" y="0"/>
                </a:moveTo>
                <a:lnTo>
                  <a:pt x="1" y="0"/>
                </a:lnTo>
                <a:lnTo>
                  <a:pt x="1" y="1"/>
                </a:lnTo>
                <a:lnTo>
                  <a:pt x="0" y="0"/>
                </a:lnTo>
                <a:lnTo>
                  <a:pt x="1" y="0"/>
                </a:lnTo>
                <a:lnTo>
                  <a:pt x="2" y="0"/>
                </a:lnTo>
                <a:close/>
              </a:path>
            </a:pathLst>
          </a:custGeom>
          <a:solidFill>
            <a:srgbClr val="C2C2BF"/>
          </a:solidFill>
          <a:ln w="2520">
            <a:solidFill>
              <a:srgbClr val="FFFFFF"/>
            </a:solidFill>
            <a:round/>
          </a:ln>
        </p:spPr>
        <p:txBody>
          <a:bodyPr lIns="1080" tIns="-720" rIns="1080" bIns="-7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382" name=""/>
          <p:cNvSpPr/>
          <p:nvPr/>
        </p:nvSpPr>
        <p:spPr>
          <a:xfrm>
            <a:off x="5639760" y="1545480"/>
            <a:ext cx="1440" cy="1440"/>
          </a:xfrm>
          <a:custGeom>
            <a:avLst/>
            <a:gdLst/>
            <a:ahLst/>
            <a:rect l="0" t="0" r="r" b="b"/>
            <a:pathLst>
              <a:path w="4" h="4">
                <a:moveTo>
                  <a:pt x="2" y="1"/>
                </a:moveTo>
                <a:lnTo>
                  <a:pt x="4" y="1"/>
                </a:lnTo>
                <a:lnTo>
                  <a:pt x="4" y="3"/>
                </a:lnTo>
                <a:lnTo>
                  <a:pt x="4" y="4"/>
                </a:lnTo>
                <a:lnTo>
                  <a:pt x="2" y="4"/>
                </a:lnTo>
                <a:lnTo>
                  <a:pt x="2" y="3"/>
                </a:lnTo>
                <a:lnTo>
                  <a:pt x="2" y="1"/>
                </a:lnTo>
                <a:lnTo>
                  <a:pt x="0" y="1"/>
                </a:lnTo>
                <a:lnTo>
                  <a:pt x="0" y="0"/>
                </a:lnTo>
                <a:lnTo>
                  <a:pt x="2" y="0"/>
                </a:lnTo>
                <a:lnTo>
                  <a:pt x="2" y="1"/>
                </a:lnTo>
                <a:close/>
              </a:path>
            </a:pathLst>
          </a:custGeom>
          <a:solidFill>
            <a:srgbClr val="C2C2BF"/>
          </a:solidFill>
          <a:ln w="2520">
            <a:solidFill>
              <a:srgbClr val="FFFFFF"/>
            </a:solidFill>
            <a:round/>
          </a:ln>
        </p:spPr>
        <p:txBody>
          <a:bodyPr lIns="1080" tIns="360" rIns="1080" bIns="3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383" name=""/>
          <p:cNvSpPr/>
          <p:nvPr/>
        </p:nvSpPr>
        <p:spPr>
          <a:xfrm>
            <a:off x="5635800" y="1545840"/>
            <a:ext cx="360" cy="360"/>
          </a:xfrm>
          <a:custGeom>
            <a:avLst/>
            <a:gdLst/>
            <a:ahLst/>
            <a:rect l="0" t="0" r="r" b="b"/>
            <a:pathLst>
              <a:path w="1" h="1">
                <a:moveTo>
                  <a:pt x="1" y="1"/>
                </a:moveTo>
                <a:lnTo>
                  <a:pt x="0" y="1"/>
                </a:lnTo>
                <a:lnTo>
                  <a:pt x="0" y="0"/>
                </a:lnTo>
                <a:lnTo>
                  <a:pt x="1" y="0"/>
                </a:lnTo>
                <a:lnTo>
                  <a:pt x="1" y="1"/>
                </a:lnTo>
                <a:close/>
              </a:path>
            </a:pathLst>
          </a:custGeom>
          <a:solidFill>
            <a:srgbClr val="C2C2BF"/>
          </a:solidFill>
          <a:ln w="2520">
            <a:solidFill>
              <a:srgbClr val="FFFFFF"/>
            </a:solidFill>
            <a:round/>
          </a:ln>
        </p:spPr>
        <p:txBody>
          <a:bodyPr lIns="1080" tIns="-720" rIns="1080" bIns="-7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384" name=""/>
          <p:cNvSpPr/>
          <p:nvPr/>
        </p:nvSpPr>
        <p:spPr>
          <a:xfrm>
            <a:off x="5640120" y="1542960"/>
            <a:ext cx="1080" cy="720"/>
          </a:xfrm>
          <a:custGeom>
            <a:avLst/>
            <a:gdLst/>
            <a:ahLst/>
            <a:rect l="0" t="0" r="r" b="b"/>
            <a:pathLst>
              <a:path w="3" h="2">
                <a:moveTo>
                  <a:pt x="1" y="2"/>
                </a:moveTo>
                <a:lnTo>
                  <a:pt x="0" y="2"/>
                </a:lnTo>
                <a:lnTo>
                  <a:pt x="1" y="2"/>
                </a:lnTo>
                <a:lnTo>
                  <a:pt x="1" y="0"/>
                </a:lnTo>
                <a:lnTo>
                  <a:pt x="3" y="0"/>
                </a:lnTo>
                <a:lnTo>
                  <a:pt x="1" y="0"/>
                </a:lnTo>
                <a:lnTo>
                  <a:pt x="1" y="2"/>
                </a:lnTo>
                <a:close/>
              </a:path>
            </a:pathLst>
          </a:custGeom>
          <a:solidFill>
            <a:srgbClr val="C2C2BF"/>
          </a:solidFill>
          <a:ln w="2520">
            <a:solidFill>
              <a:srgbClr val="FFFFFF"/>
            </a:solidFill>
            <a:round/>
          </a:ln>
        </p:spPr>
        <p:txBody>
          <a:bodyPr lIns="1080" tIns="-360" rIns="1080" bIns="-3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385" name=""/>
          <p:cNvSpPr/>
          <p:nvPr/>
        </p:nvSpPr>
        <p:spPr>
          <a:xfrm>
            <a:off x="5651280" y="1540440"/>
            <a:ext cx="2160" cy="2160"/>
          </a:xfrm>
          <a:custGeom>
            <a:avLst/>
            <a:gdLst/>
            <a:ahLst/>
            <a:rect l="0" t="0" r="r" b="b"/>
            <a:pathLst>
              <a:path w="6" h="6">
                <a:moveTo>
                  <a:pt x="6" y="1"/>
                </a:moveTo>
                <a:lnTo>
                  <a:pt x="4" y="1"/>
                </a:lnTo>
                <a:lnTo>
                  <a:pt x="4" y="2"/>
                </a:lnTo>
                <a:lnTo>
                  <a:pt x="4" y="4"/>
                </a:lnTo>
                <a:lnTo>
                  <a:pt x="3" y="4"/>
                </a:lnTo>
                <a:lnTo>
                  <a:pt x="4" y="4"/>
                </a:lnTo>
                <a:lnTo>
                  <a:pt x="3" y="4"/>
                </a:lnTo>
                <a:lnTo>
                  <a:pt x="3" y="5"/>
                </a:lnTo>
                <a:lnTo>
                  <a:pt x="3" y="4"/>
                </a:lnTo>
                <a:lnTo>
                  <a:pt x="3" y="5"/>
                </a:lnTo>
                <a:lnTo>
                  <a:pt x="2" y="5"/>
                </a:lnTo>
                <a:lnTo>
                  <a:pt x="2" y="4"/>
                </a:lnTo>
                <a:lnTo>
                  <a:pt x="1" y="5"/>
                </a:lnTo>
                <a:lnTo>
                  <a:pt x="1" y="6"/>
                </a:lnTo>
                <a:lnTo>
                  <a:pt x="0" y="6"/>
                </a:lnTo>
                <a:lnTo>
                  <a:pt x="0" y="5"/>
                </a:lnTo>
                <a:lnTo>
                  <a:pt x="1" y="5"/>
                </a:lnTo>
                <a:lnTo>
                  <a:pt x="1" y="4"/>
                </a:lnTo>
                <a:lnTo>
                  <a:pt x="2" y="4"/>
                </a:lnTo>
                <a:lnTo>
                  <a:pt x="2" y="2"/>
                </a:lnTo>
                <a:lnTo>
                  <a:pt x="3" y="2"/>
                </a:lnTo>
                <a:lnTo>
                  <a:pt x="3" y="1"/>
                </a:lnTo>
                <a:lnTo>
                  <a:pt x="4" y="0"/>
                </a:lnTo>
                <a:lnTo>
                  <a:pt x="6" y="0"/>
                </a:lnTo>
                <a:lnTo>
                  <a:pt x="6" y="1"/>
                </a:lnTo>
                <a:close/>
              </a:path>
            </a:pathLst>
          </a:custGeom>
          <a:solidFill>
            <a:srgbClr val="C2C2BF"/>
          </a:solidFill>
          <a:ln w="2520">
            <a:solidFill>
              <a:srgbClr val="FFFFFF"/>
            </a:solidFill>
            <a:round/>
          </a:ln>
        </p:spPr>
        <p:txBody>
          <a:bodyPr lIns="1080" tIns="1080" rIns="1080" bIns="108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386" name=""/>
          <p:cNvSpPr/>
          <p:nvPr/>
        </p:nvSpPr>
        <p:spPr>
          <a:xfrm>
            <a:off x="5640480" y="1539720"/>
            <a:ext cx="3960" cy="3240"/>
          </a:xfrm>
          <a:custGeom>
            <a:avLst/>
            <a:gdLst/>
            <a:ahLst/>
            <a:rect l="0" t="0" r="r" b="b"/>
            <a:pathLst>
              <a:path w="11" h="9">
                <a:moveTo>
                  <a:pt x="8" y="1"/>
                </a:moveTo>
                <a:lnTo>
                  <a:pt x="8" y="2"/>
                </a:lnTo>
                <a:lnTo>
                  <a:pt x="9" y="2"/>
                </a:lnTo>
                <a:lnTo>
                  <a:pt x="9" y="1"/>
                </a:lnTo>
                <a:lnTo>
                  <a:pt x="9" y="2"/>
                </a:lnTo>
                <a:lnTo>
                  <a:pt x="10" y="2"/>
                </a:lnTo>
                <a:lnTo>
                  <a:pt x="9" y="2"/>
                </a:lnTo>
                <a:lnTo>
                  <a:pt x="9" y="3"/>
                </a:lnTo>
                <a:lnTo>
                  <a:pt x="10" y="3"/>
                </a:lnTo>
                <a:lnTo>
                  <a:pt x="10" y="5"/>
                </a:lnTo>
                <a:lnTo>
                  <a:pt x="11" y="5"/>
                </a:lnTo>
                <a:lnTo>
                  <a:pt x="10" y="5"/>
                </a:lnTo>
                <a:lnTo>
                  <a:pt x="9" y="5"/>
                </a:lnTo>
                <a:lnTo>
                  <a:pt x="8" y="5"/>
                </a:lnTo>
                <a:lnTo>
                  <a:pt x="7" y="5"/>
                </a:lnTo>
                <a:lnTo>
                  <a:pt x="7" y="6"/>
                </a:lnTo>
                <a:lnTo>
                  <a:pt x="5" y="6"/>
                </a:lnTo>
                <a:lnTo>
                  <a:pt x="5" y="7"/>
                </a:lnTo>
                <a:lnTo>
                  <a:pt x="4" y="7"/>
                </a:lnTo>
                <a:lnTo>
                  <a:pt x="4" y="8"/>
                </a:lnTo>
                <a:lnTo>
                  <a:pt x="5" y="8"/>
                </a:lnTo>
                <a:lnTo>
                  <a:pt x="4" y="8"/>
                </a:lnTo>
                <a:lnTo>
                  <a:pt x="5" y="9"/>
                </a:lnTo>
                <a:lnTo>
                  <a:pt x="4" y="9"/>
                </a:lnTo>
                <a:lnTo>
                  <a:pt x="3" y="9"/>
                </a:lnTo>
                <a:lnTo>
                  <a:pt x="2" y="9"/>
                </a:lnTo>
                <a:lnTo>
                  <a:pt x="2" y="8"/>
                </a:lnTo>
                <a:lnTo>
                  <a:pt x="1" y="8"/>
                </a:lnTo>
                <a:lnTo>
                  <a:pt x="1" y="7"/>
                </a:lnTo>
                <a:lnTo>
                  <a:pt x="0" y="7"/>
                </a:lnTo>
                <a:lnTo>
                  <a:pt x="0" y="6"/>
                </a:lnTo>
                <a:lnTo>
                  <a:pt x="1" y="7"/>
                </a:lnTo>
                <a:lnTo>
                  <a:pt x="1" y="8"/>
                </a:lnTo>
                <a:lnTo>
                  <a:pt x="2" y="8"/>
                </a:lnTo>
                <a:lnTo>
                  <a:pt x="1" y="8"/>
                </a:lnTo>
                <a:lnTo>
                  <a:pt x="2" y="8"/>
                </a:lnTo>
                <a:lnTo>
                  <a:pt x="3" y="8"/>
                </a:lnTo>
                <a:lnTo>
                  <a:pt x="3" y="7"/>
                </a:lnTo>
                <a:lnTo>
                  <a:pt x="4" y="8"/>
                </a:lnTo>
                <a:lnTo>
                  <a:pt x="4" y="7"/>
                </a:lnTo>
                <a:lnTo>
                  <a:pt x="4" y="6"/>
                </a:lnTo>
                <a:lnTo>
                  <a:pt x="3" y="6"/>
                </a:lnTo>
                <a:lnTo>
                  <a:pt x="2" y="6"/>
                </a:lnTo>
                <a:lnTo>
                  <a:pt x="2" y="7"/>
                </a:lnTo>
                <a:lnTo>
                  <a:pt x="2" y="6"/>
                </a:lnTo>
                <a:lnTo>
                  <a:pt x="1" y="6"/>
                </a:lnTo>
                <a:lnTo>
                  <a:pt x="2" y="6"/>
                </a:lnTo>
                <a:lnTo>
                  <a:pt x="2" y="5"/>
                </a:lnTo>
                <a:lnTo>
                  <a:pt x="1" y="5"/>
                </a:lnTo>
                <a:lnTo>
                  <a:pt x="1" y="3"/>
                </a:lnTo>
                <a:lnTo>
                  <a:pt x="2" y="3"/>
                </a:lnTo>
                <a:lnTo>
                  <a:pt x="2" y="2"/>
                </a:lnTo>
                <a:lnTo>
                  <a:pt x="3" y="3"/>
                </a:lnTo>
                <a:lnTo>
                  <a:pt x="2" y="3"/>
                </a:lnTo>
                <a:lnTo>
                  <a:pt x="3" y="5"/>
                </a:lnTo>
                <a:lnTo>
                  <a:pt x="3" y="3"/>
                </a:lnTo>
                <a:lnTo>
                  <a:pt x="4" y="3"/>
                </a:lnTo>
                <a:lnTo>
                  <a:pt x="3" y="3"/>
                </a:lnTo>
                <a:lnTo>
                  <a:pt x="4" y="3"/>
                </a:lnTo>
                <a:lnTo>
                  <a:pt x="4" y="2"/>
                </a:lnTo>
                <a:lnTo>
                  <a:pt x="3" y="2"/>
                </a:lnTo>
                <a:lnTo>
                  <a:pt x="3" y="1"/>
                </a:lnTo>
                <a:lnTo>
                  <a:pt x="4" y="1"/>
                </a:lnTo>
                <a:lnTo>
                  <a:pt x="5" y="1"/>
                </a:lnTo>
                <a:lnTo>
                  <a:pt x="4" y="1"/>
                </a:lnTo>
                <a:lnTo>
                  <a:pt x="5" y="1"/>
                </a:lnTo>
                <a:lnTo>
                  <a:pt x="5" y="2"/>
                </a:lnTo>
                <a:lnTo>
                  <a:pt x="5" y="3"/>
                </a:lnTo>
                <a:lnTo>
                  <a:pt x="5" y="2"/>
                </a:lnTo>
                <a:lnTo>
                  <a:pt x="7" y="1"/>
                </a:lnTo>
                <a:lnTo>
                  <a:pt x="7" y="2"/>
                </a:lnTo>
                <a:lnTo>
                  <a:pt x="7" y="1"/>
                </a:lnTo>
                <a:lnTo>
                  <a:pt x="7" y="0"/>
                </a:lnTo>
                <a:lnTo>
                  <a:pt x="8" y="0"/>
                </a:lnTo>
                <a:lnTo>
                  <a:pt x="8" y="1"/>
                </a:lnTo>
                <a:close/>
              </a:path>
            </a:pathLst>
          </a:custGeom>
          <a:solidFill>
            <a:srgbClr val="C2C2BF"/>
          </a:solidFill>
          <a:ln w="2520">
            <a:solidFill>
              <a:srgbClr val="FFFFFF"/>
            </a:solidFill>
            <a:round/>
          </a:ln>
        </p:spPr>
        <p:txBody>
          <a:bodyPr lIns="1080" tIns="1080" rIns="1080" bIns="108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387" name=""/>
          <p:cNvSpPr/>
          <p:nvPr/>
        </p:nvSpPr>
        <p:spPr>
          <a:xfrm>
            <a:off x="5638680" y="1539360"/>
            <a:ext cx="1800" cy="2880"/>
          </a:xfrm>
          <a:custGeom>
            <a:avLst/>
            <a:gdLst/>
            <a:ahLst/>
            <a:rect l="0" t="0" r="r" b="b"/>
            <a:pathLst>
              <a:path w="5" h="8">
                <a:moveTo>
                  <a:pt x="4" y="0"/>
                </a:moveTo>
                <a:lnTo>
                  <a:pt x="4" y="1"/>
                </a:lnTo>
                <a:lnTo>
                  <a:pt x="5" y="1"/>
                </a:lnTo>
                <a:lnTo>
                  <a:pt x="5" y="0"/>
                </a:lnTo>
                <a:lnTo>
                  <a:pt x="5" y="1"/>
                </a:lnTo>
                <a:lnTo>
                  <a:pt x="4" y="1"/>
                </a:lnTo>
                <a:lnTo>
                  <a:pt x="4" y="2"/>
                </a:lnTo>
                <a:lnTo>
                  <a:pt x="4" y="3"/>
                </a:lnTo>
                <a:lnTo>
                  <a:pt x="4" y="4"/>
                </a:lnTo>
                <a:lnTo>
                  <a:pt x="4" y="6"/>
                </a:lnTo>
                <a:lnTo>
                  <a:pt x="4" y="7"/>
                </a:lnTo>
                <a:lnTo>
                  <a:pt x="3" y="7"/>
                </a:lnTo>
                <a:lnTo>
                  <a:pt x="1" y="7"/>
                </a:lnTo>
                <a:lnTo>
                  <a:pt x="1" y="8"/>
                </a:lnTo>
                <a:lnTo>
                  <a:pt x="0" y="8"/>
                </a:lnTo>
                <a:lnTo>
                  <a:pt x="0" y="7"/>
                </a:lnTo>
                <a:lnTo>
                  <a:pt x="1" y="7"/>
                </a:lnTo>
                <a:lnTo>
                  <a:pt x="1" y="6"/>
                </a:lnTo>
                <a:lnTo>
                  <a:pt x="1" y="7"/>
                </a:lnTo>
                <a:lnTo>
                  <a:pt x="3" y="7"/>
                </a:lnTo>
                <a:lnTo>
                  <a:pt x="3" y="6"/>
                </a:lnTo>
                <a:lnTo>
                  <a:pt x="3" y="4"/>
                </a:lnTo>
                <a:lnTo>
                  <a:pt x="1" y="4"/>
                </a:lnTo>
                <a:lnTo>
                  <a:pt x="3" y="4"/>
                </a:lnTo>
                <a:lnTo>
                  <a:pt x="3" y="3"/>
                </a:lnTo>
                <a:lnTo>
                  <a:pt x="3" y="2"/>
                </a:lnTo>
                <a:lnTo>
                  <a:pt x="3" y="1"/>
                </a:lnTo>
                <a:lnTo>
                  <a:pt x="3" y="0"/>
                </a:lnTo>
                <a:lnTo>
                  <a:pt x="4" y="0"/>
                </a:lnTo>
                <a:lnTo>
                  <a:pt x="4" y="1"/>
                </a:lnTo>
                <a:lnTo>
                  <a:pt x="4" y="0"/>
                </a:lnTo>
                <a:close/>
              </a:path>
            </a:pathLst>
          </a:custGeom>
          <a:solidFill>
            <a:srgbClr val="C2C2BF"/>
          </a:solidFill>
          <a:ln w="2520">
            <a:solidFill>
              <a:srgbClr val="FFFFFF"/>
            </a:solidFill>
            <a:round/>
          </a:ln>
        </p:spPr>
        <p:txBody>
          <a:bodyPr lIns="1080" tIns="1080" rIns="1080" bIns="108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388" name=""/>
          <p:cNvSpPr/>
          <p:nvPr/>
        </p:nvSpPr>
        <p:spPr>
          <a:xfrm>
            <a:off x="5641560" y="1539720"/>
            <a:ext cx="360" cy="360"/>
          </a:xfrm>
          <a:custGeom>
            <a:avLst/>
            <a:gdLst/>
            <a:ahLst/>
            <a:rect l="0" t="0" r="r" b="b"/>
            <a:pathLst>
              <a:path w="1" h="1">
                <a:moveTo>
                  <a:pt x="1" y="0"/>
                </a:moveTo>
                <a:lnTo>
                  <a:pt x="1" y="1"/>
                </a:lnTo>
                <a:lnTo>
                  <a:pt x="0" y="1"/>
                </a:lnTo>
                <a:lnTo>
                  <a:pt x="0" y="0"/>
                </a:lnTo>
                <a:lnTo>
                  <a:pt x="1" y="0"/>
                </a:lnTo>
                <a:close/>
              </a:path>
            </a:pathLst>
          </a:custGeom>
          <a:solidFill>
            <a:srgbClr val="C2C2BF"/>
          </a:solidFill>
          <a:ln w="2520">
            <a:solidFill>
              <a:srgbClr val="FFFFFF"/>
            </a:solidFill>
            <a:round/>
          </a:ln>
        </p:spPr>
        <p:txBody>
          <a:bodyPr lIns="1080" tIns="-720" rIns="1080" bIns="-7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389" name=""/>
          <p:cNvSpPr/>
          <p:nvPr/>
        </p:nvSpPr>
        <p:spPr>
          <a:xfrm>
            <a:off x="5639400" y="1539360"/>
            <a:ext cx="360" cy="0"/>
          </a:xfrm>
          <a:custGeom>
            <a:avLst/>
            <a:gdLst/>
            <a:ahLst/>
            <a:rect l="0" t="0" r="r" b="b"/>
            <a:pathLst>
              <a:path w="1" h="0">
                <a:moveTo>
                  <a:pt x="1" y="0"/>
                </a:moveTo>
                <a:lnTo>
                  <a:pt x="0" y="0"/>
                </a:lnTo>
                <a:lnTo>
                  <a:pt x="1" y="0"/>
                </a:lnTo>
                <a:close/>
              </a:path>
            </a:pathLst>
          </a:custGeom>
          <a:solidFill>
            <a:srgbClr val="C2C2BF"/>
          </a:solidFill>
          <a:ln w="2520">
            <a:solidFill>
              <a:srgbClr val="FFFFFF"/>
            </a:solidFill>
            <a:round/>
          </a:ln>
        </p:spPr>
        <p:txBody>
          <a:bodyPr lIns="1080" tIns="-1080" rIns="1080" bIns="-108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390" name=""/>
          <p:cNvSpPr/>
          <p:nvPr/>
        </p:nvSpPr>
        <p:spPr>
          <a:xfrm>
            <a:off x="5640480" y="1538280"/>
            <a:ext cx="1800" cy="2160"/>
          </a:xfrm>
          <a:custGeom>
            <a:avLst/>
            <a:gdLst/>
            <a:ahLst/>
            <a:rect l="0" t="0" r="r" b="b"/>
            <a:pathLst>
              <a:path w="5" h="6">
                <a:moveTo>
                  <a:pt x="2" y="2"/>
                </a:moveTo>
                <a:lnTo>
                  <a:pt x="4" y="2"/>
                </a:lnTo>
                <a:lnTo>
                  <a:pt x="4" y="3"/>
                </a:lnTo>
                <a:lnTo>
                  <a:pt x="5" y="3"/>
                </a:lnTo>
                <a:lnTo>
                  <a:pt x="4" y="3"/>
                </a:lnTo>
                <a:lnTo>
                  <a:pt x="4" y="4"/>
                </a:lnTo>
                <a:lnTo>
                  <a:pt x="5" y="4"/>
                </a:lnTo>
                <a:lnTo>
                  <a:pt x="4" y="4"/>
                </a:lnTo>
                <a:lnTo>
                  <a:pt x="4" y="6"/>
                </a:lnTo>
                <a:lnTo>
                  <a:pt x="2" y="6"/>
                </a:lnTo>
                <a:lnTo>
                  <a:pt x="4" y="6"/>
                </a:lnTo>
                <a:lnTo>
                  <a:pt x="4" y="4"/>
                </a:lnTo>
                <a:lnTo>
                  <a:pt x="2" y="4"/>
                </a:lnTo>
                <a:lnTo>
                  <a:pt x="2" y="3"/>
                </a:lnTo>
                <a:lnTo>
                  <a:pt x="1" y="3"/>
                </a:lnTo>
                <a:lnTo>
                  <a:pt x="0" y="3"/>
                </a:lnTo>
                <a:lnTo>
                  <a:pt x="0" y="2"/>
                </a:lnTo>
                <a:lnTo>
                  <a:pt x="1" y="2"/>
                </a:lnTo>
                <a:lnTo>
                  <a:pt x="1" y="0"/>
                </a:lnTo>
                <a:lnTo>
                  <a:pt x="1" y="2"/>
                </a:lnTo>
                <a:lnTo>
                  <a:pt x="2" y="2"/>
                </a:lnTo>
                <a:close/>
              </a:path>
            </a:pathLst>
          </a:custGeom>
          <a:solidFill>
            <a:srgbClr val="C2C2BF"/>
          </a:solidFill>
          <a:ln w="2520">
            <a:solidFill>
              <a:srgbClr val="FFFFFF"/>
            </a:solidFill>
            <a:round/>
          </a:ln>
        </p:spPr>
        <p:txBody>
          <a:bodyPr lIns="1080" tIns="1080" rIns="1080" bIns="108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391" name=""/>
          <p:cNvSpPr/>
          <p:nvPr/>
        </p:nvSpPr>
        <p:spPr>
          <a:xfrm>
            <a:off x="5641200" y="1536480"/>
            <a:ext cx="720" cy="1440"/>
          </a:xfrm>
          <a:custGeom>
            <a:avLst/>
            <a:gdLst/>
            <a:ahLst/>
            <a:rect l="0" t="0" r="r" b="b"/>
            <a:pathLst>
              <a:path w="2" h="4">
                <a:moveTo>
                  <a:pt x="2" y="2"/>
                </a:moveTo>
                <a:lnTo>
                  <a:pt x="0" y="2"/>
                </a:lnTo>
                <a:lnTo>
                  <a:pt x="0" y="4"/>
                </a:lnTo>
                <a:lnTo>
                  <a:pt x="0" y="2"/>
                </a:lnTo>
                <a:lnTo>
                  <a:pt x="0" y="0"/>
                </a:lnTo>
                <a:lnTo>
                  <a:pt x="2" y="0"/>
                </a:lnTo>
                <a:lnTo>
                  <a:pt x="2" y="2"/>
                </a:lnTo>
                <a:close/>
              </a:path>
            </a:pathLst>
          </a:custGeom>
          <a:solidFill>
            <a:srgbClr val="C2C2BF"/>
          </a:solidFill>
          <a:ln w="2520">
            <a:solidFill>
              <a:srgbClr val="FFFFFF"/>
            </a:solidFill>
            <a:round/>
          </a:ln>
        </p:spPr>
        <p:txBody>
          <a:bodyPr lIns="1080" tIns="360" rIns="1080" bIns="3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392" name=""/>
          <p:cNvSpPr/>
          <p:nvPr/>
        </p:nvSpPr>
        <p:spPr>
          <a:xfrm>
            <a:off x="5693760" y="1573200"/>
            <a:ext cx="360" cy="0"/>
          </a:xfrm>
          <a:custGeom>
            <a:avLst/>
            <a:gdLst/>
            <a:ahLst/>
            <a:rect l="0" t="0" r="r" b="b"/>
            <a:pathLst>
              <a:path w="1" h="0">
                <a:moveTo>
                  <a:pt x="1" y="0"/>
                </a:moveTo>
                <a:lnTo>
                  <a:pt x="0" y="0"/>
                </a:lnTo>
                <a:lnTo>
                  <a:pt x="1" y="0"/>
                </a:lnTo>
                <a:close/>
              </a:path>
            </a:pathLst>
          </a:custGeom>
          <a:solidFill>
            <a:srgbClr val="C2C2BF"/>
          </a:solidFill>
          <a:ln w="2520">
            <a:solidFill>
              <a:srgbClr val="FFFFFF"/>
            </a:solidFill>
            <a:round/>
          </a:ln>
        </p:spPr>
        <p:txBody>
          <a:bodyPr lIns="1080" tIns="-1080" rIns="1080" bIns="-108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393" name=""/>
          <p:cNvSpPr/>
          <p:nvPr/>
        </p:nvSpPr>
        <p:spPr>
          <a:xfrm>
            <a:off x="5690880" y="1569960"/>
            <a:ext cx="2880" cy="2520"/>
          </a:xfrm>
          <a:custGeom>
            <a:avLst/>
            <a:gdLst/>
            <a:ahLst/>
            <a:rect l="0" t="0" r="r" b="b"/>
            <a:pathLst>
              <a:path w="8" h="7">
                <a:moveTo>
                  <a:pt x="1" y="1"/>
                </a:moveTo>
                <a:lnTo>
                  <a:pt x="3" y="1"/>
                </a:lnTo>
                <a:lnTo>
                  <a:pt x="4" y="1"/>
                </a:lnTo>
                <a:lnTo>
                  <a:pt x="5" y="1"/>
                </a:lnTo>
                <a:lnTo>
                  <a:pt x="5" y="0"/>
                </a:lnTo>
                <a:lnTo>
                  <a:pt x="6" y="0"/>
                </a:lnTo>
                <a:lnTo>
                  <a:pt x="6" y="1"/>
                </a:lnTo>
                <a:lnTo>
                  <a:pt x="6" y="3"/>
                </a:lnTo>
                <a:lnTo>
                  <a:pt x="6" y="4"/>
                </a:lnTo>
                <a:lnTo>
                  <a:pt x="6" y="5"/>
                </a:lnTo>
                <a:lnTo>
                  <a:pt x="7" y="5"/>
                </a:lnTo>
                <a:lnTo>
                  <a:pt x="8" y="5"/>
                </a:lnTo>
                <a:lnTo>
                  <a:pt x="8" y="6"/>
                </a:lnTo>
                <a:lnTo>
                  <a:pt x="8" y="7"/>
                </a:lnTo>
                <a:lnTo>
                  <a:pt x="7" y="7"/>
                </a:lnTo>
                <a:lnTo>
                  <a:pt x="6" y="6"/>
                </a:lnTo>
                <a:lnTo>
                  <a:pt x="5" y="6"/>
                </a:lnTo>
                <a:lnTo>
                  <a:pt x="4" y="6"/>
                </a:lnTo>
                <a:lnTo>
                  <a:pt x="4" y="5"/>
                </a:lnTo>
                <a:lnTo>
                  <a:pt x="3" y="5"/>
                </a:lnTo>
                <a:lnTo>
                  <a:pt x="1" y="4"/>
                </a:lnTo>
                <a:lnTo>
                  <a:pt x="1" y="3"/>
                </a:lnTo>
                <a:lnTo>
                  <a:pt x="0" y="1"/>
                </a:lnTo>
                <a:lnTo>
                  <a:pt x="1" y="1"/>
                </a:lnTo>
                <a:close/>
              </a:path>
            </a:pathLst>
          </a:custGeom>
          <a:solidFill>
            <a:srgbClr val="C2C2BF"/>
          </a:solidFill>
          <a:ln w="2520">
            <a:solidFill>
              <a:srgbClr val="FFFFFF"/>
            </a:solidFill>
            <a:round/>
          </a:ln>
        </p:spPr>
        <p:txBody>
          <a:bodyPr lIns="1080" tIns="1080" rIns="1080" bIns="108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394" name=""/>
          <p:cNvSpPr/>
          <p:nvPr/>
        </p:nvSpPr>
        <p:spPr>
          <a:xfrm>
            <a:off x="5663520" y="1567800"/>
            <a:ext cx="1080" cy="1440"/>
          </a:xfrm>
          <a:custGeom>
            <a:avLst/>
            <a:gdLst/>
            <a:ahLst/>
            <a:rect l="0" t="0" r="r" b="b"/>
            <a:pathLst>
              <a:path w="3" h="4">
                <a:moveTo>
                  <a:pt x="0" y="4"/>
                </a:moveTo>
                <a:lnTo>
                  <a:pt x="0" y="3"/>
                </a:lnTo>
                <a:lnTo>
                  <a:pt x="2" y="3"/>
                </a:lnTo>
                <a:lnTo>
                  <a:pt x="2" y="1"/>
                </a:lnTo>
                <a:lnTo>
                  <a:pt x="2" y="0"/>
                </a:lnTo>
                <a:lnTo>
                  <a:pt x="3" y="0"/>
                </a:lnTo>
                <a:lnTo>
                  <a:pt x="3" y="1"/>
                </a:lnTo>
                <a:lnTo>
                  <a:pt x="3" y="3"/>
                </a:lnTo>
                <a:lnTo>
                  <a:pt x="2" y="3"/>
                </a:lnTo>
                <a:lnTo>
                  <a:pt x="2" y="4"/>
                </a:lnTo>
                <a:lnTo>
                  <a:pt x="0" y="4"/>
                </a:lnTo>
                <a:close/>
              </a:path>
            </a:pathLst>
          </a:custGeom>
          <a:solidFill>
            <a:srgbClr val="C2C2BF"/>
          </a:solidFill>
          <a:ln w="2520">
            <a:solidFill>
              <a:srgbClr val="FFFFFF"/>
            </a:solidFill>
            <a:round/>
          </a:ln>
        </p:spPr>
        <p:txBody>
          <a:bodyPr lIns="1080" tIns="360" rIns="1080" bIns="3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395" name=""/>
          <p:cNvSpPr/>
          <p:nvPr/>
        </p:nvSpPr>
        <p:spPr>
          <a:xfrm>
            <a:off x="5660280" y="1562040"/>
            <a:ext cx="1800" cy="2160"/>
          </a:xfrm>
          <a:custGeom>
            <a:avLst/>
            <a:gdLst/>
            <a:ahLst/>
            <a:rect l="0" t="0" r="r" b="b"/>
            <a:pathLst>
              <a:path w="5" h="6">
                <a:moveTo>
                  <a:pt x="3" y="2"/>
                </a:moveTo>
                <a:lnTo>
                  <a:pt x="4" y="3"/>
                </a:lnTo>
                <a:lnTo>
                  <a:pt x="5" y="6"/>
                </a:lnTo>
                <a:lnTo>
                  <a:pt x="5" y="4"/>
                </a:lnTo>
                <a:lnTo>
                  <a:pt x="4" y="4"/>
                </a:lnTo>
                <a:lnTo>
                  <a:pt x="3" y="3"/>
                </a:lnTo>
                <a:lnTo>
                  <a:pt x="1" y="0"/>
                </a:lnTo>
                <a:lnTo>
                  <a:pt x="0" y="0"/>
                </a:lnTo>
                <a:lnTo>
                  <a:pt x="1" y="0"/>
                </a:lnTo>
                <a:lnTo>
                  <a:pt x="3" y="2"/>
                </a:lnTo>
                <a:close/>
              </a:path>
            </a:pathLst>
          </a:custGeom>
          <a:solidFill>
            <a:srgbClr val="C2C2BF"/>
          </a:solidFill>
          <a:ln w="2520">
            <a:solidFill>
              <a:srgbClr val="FFFFFF"/>
            </a:solidFill>
            <a:round/>
          </a:ln>
        </p:spPr>
        <p:txBody>
          <a:bodyPr lIns="1080" tIns="1080" rIns="1080" bIns="108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396" name=""/>
          <p:cNvSpPr/>
          <p:nvPr/>
        </p:nvSpPr>
        <p:spPr>
          <a:xfrm>
            <a:off x="5687640" y="1555920"/>
            <a:ext cx="1440" cy="1440"/>
          </a:xfrm>
          <a:custGeom>
            <a:avLst/>
            <a:gdLst/>
            <a:ahLst/>
            <a:rect l="0" t="0" r="r" b="b"/>
            <a:pathLst>
              <a:path w="4" h="4">
                <a:moveTo>
                  <a:pt x="3" y="0"/>
                </a:moveTo>
                <a:lnTo>
                  <a:pt x="4" y="0"/>
                </a:lnTo>
                <a:lnTo>
                  <a:pt x="4" y="1"/>
                </a:lnTo>
                <a:lnTo>
                  <a:pt x="4" y="2"/>
                </a:lnTo>
                <a:lnTo>
                  <a:pt x="4" y="4"/>
                </a:lnTo>
                <a:lnTo>
                  <a:pt x="3" y="4"/>
                </a:lnTo>
                <a:lnTo>
                  <a:pt x="3" y="2"/>
                </a:lnTo>
                <a:lnTo>
                  <a:pt x="2" y="2"/>
                </a:lnTo>
                <a:lnTo>
                  <a:pt x="2" y="1"/>
                </a:lnTo>
                <a:lnTo>
                  <a:pt x="0" y="1"/>
                </a:lnTo>
                <a:lnTo>
                  <a:pt x="2" y="0"/>
                </a:lnTo>
                <a:lnTo>
                  <a:pt x="2" y="1"/>
                </a:lnTo>
                <a:lnTo>
                  <a:pt x="2" y="0"/>
                </a:lnTo>
                <a:lnTo>
                  <a:pt x="3" y="0"/>
                </a:lnTo>
                <a:close/>
              </a:path>
            </a:pathLst>
          </a:custGeom>
          <a:solidFill>
            <a:srgbClr val="C2C2BF"/>
          </a:solidFill>
          <a:ln w="2520">
            <a:solidFill>
              <a:srgbClr val="FFFFFF"/>
            </a:solidFill>
            <a:round/>
          </a:ln>
        </p:spPr>
        <p:txBody>
          <a:bodyPr lIns="1080" tIns="360" rIns="1080" bIns="3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397" name=""/>
          <p:cNvSpPr/>
          <p:nvPr/>
        </p:nvSpPr>
        <p:spPr>
          <a:xfrm>
            <a:off x="5688720" y="1556280"/>
            <a:ext cx="0" cy="360"/>
          </a:xfrm>
          <a:custGeom>
            <a:avLst/>
            <a:gdLst/>
            <a:ahLst/>
            <a:rect l="0" t="0" r="r" b="b"/>
            <a:pathLst>
              <a:path w="0" h="1">
                <a:moveTo>
                  <a:pt x="0" y="0"/>
                </a:moveTo>
                <a:lnTo>
                  <a:pt x="0" y="1"/>
                </a:lnTo>
                <a:lnTo>
                  <a:pt x="0" y="0"/>
                </a:lnTo>
                <a:close/>
              </a:path>
            </a:pathLst>
          </a:custGeom>
          <a:solidFill>
            <a:srgbClr val="C2C2BF"/>
          </a:solidFill>
          <a:ln w="2520">
            <a:solidFill>
              <a:srgbClr val="FFFFFF"/>
            </a:solidFill>
            <a:round/>
          </a:ln>
        </p:spPr>
        <p:txBody>
          <a:bodyPr lIns="1080" tIns="-720" rIns="1080" bIns="-7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398" name=""/>
          <p:cNvSpPr/>
          <p:nvPr/>
        </p:nvSpPr>
        <p:spPr>
          <a:xfrm>
            <a:off x="5654160" y="1546920"/>
            <a:ext cx="0" cy="720"/>
          </a:xfrm>
          <a:custGeom>
            <a:avLst/>
            <a:gdLst/>
            <a:ahLst/>
            <a:rect l="0" t="0" r="r" b="b"/>
            <a:pathLst>
              <a:path w="0" h="2">
                <a:moveTo>
                  <a:pt x="0" y="1"/>
                </a:moveTo>
                <a:lnTo>
                  <a:pt x="0" y="0"/>
                </a:lnTo>
                <a:lnTo>
                  <a:pt x="0" y="1"/>
                </a:lnTo>
                <a:lnTo>
                  <a:pt x="0" y="2"/>
                </a:lnTo>
                <a:lnTo>
                  <a:pt x="0" y="1"/>
                </a:lnTo>
                <a:close/>
              </a:path>
            </a:pathLst>
          </a:custGeom>
          <a:solidFill>
            <a:srgbClr val="C2C2BF"/>
          </a:solidFill>
          <a:ln w="2520">
            <a:solidFill>
              <a:srgbClr val="FFFFFF"/>
            </a:solidFill>
            <a:round/>
          </a:ln>
        </p:spPr>
        <p:txBody>
          <a:bodyPr lIns="1080" tIns="-360" rIns="1080" bIns="-3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399" name=""/>
          <p:cNvSpPr/>
          <p:nvPr/>
        </p:nvSpPr>
        <p:spPr>
          <a:xfrm>
            <a:off x="5654160" y="1540080"/>
            <a:ext cx="360" cy="360"/>
          </a:xfrm>
          <a:custGeom>
            <a:avLst/>
            <a:gdLst/>
            <a:ahLst/>
            <a:rect l="0" t="0" r="r" b="b"/>
            <a:pathLst>
              <a:path w="1" h="1">
                <a:moveTo>
                  <a:pt x="1" y="1"/>
                </a:moveTo>
                <a:lnTo>
                  <a:pt x="0" y="0"/>
                </a:lnTo>
                <a:lnTo>
                  <a:pt x="1" y="0"/>
                </a:lnTo>
                <a:lnTo>
                  <a:pt x="1" y="1"/>
                </a:lnTo>
                <a:close/>
              </a:path>
            </a:pathLst>
          </a:custGeom>
          <a:solidFill>
            <a:srgbClr val="C2C2BF"/>
          </a:solidFill>
          <a:ln w="2520">
            <a:solidFill>
              <a:srgbClr val="FFFFFF"/>
            </a:solidFill>
            <a:round/>
          </a:ln>
        </p:spPr>
        <p:txBody>
          <a:bodyPr lIns="1080" tIns="-720" rIns="1080" bIns="-7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400" name=""/>
          <p:cNvSpPr/>
          <p:nvPr/>
        </p:nvSpPr>
        <p:spPr>
          <a:xfrm>
            <a:off x="5653440" y="1536480"/>
            <a:ext cx="360" cy="720"/>
          </a:xfrm>
          <a:custGeom>
            <a:avLst/>
            <a:gdLst/>
            <a:ahLst/>
            <a:rect l="0" t="0" r="r" b="b"/>
            <a:pathLst>
              <a:path w="1" h="2">
                <a:moveTo>
                  <a:pt x="1" y="2"/>
                </a:moveTo>
                <a:lnTo>
                  <a:pt x="0" y="1"/>
                </a:lnTo>
                <a:lnTo>
                  <a:pt x="1" y="1"/>
                </a:lnTo>
                <a:lnTo>
                  <a:pt x="1" y="0"/>
                </a:lnTo>
                <a:lnTo>
                  <a:pt x="1" y="1"/>
                </a:lnTo>
                <a:lnTo>
                  <a:pt x="1" y="2"/>
                </a:lnTo>
                <a:close/>
              </a:path>
            </a:pathLst>
          </a:custGeom>
          <a:solidFill>
            <a:srgbClr val="C2C2BF"/>
          </a:solidFill>
          <a:ln w="2520">
            <a:solidFill>
              <a:srgbClr val="FFFFFF"/>
            </a:solidFill>
            <a:round/>
          </a:ln>
        </p:spPr>
        <p:txBody>
          <a:bodyPr lIns="1080" tIns="-360" rIns="1080" bIns="-3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401" name=""/>
          <p:cNvSpPr/>
          <p:nvPr/>
        </p:nvSpPr>
        <p:spPr>
          <a:xfrm>
            <a:off x="5653800" y="1535040"/>
            <a:ext cx="360" cy="360"/>
          </a:xfrm>
          <a:custGeom>
            <a:avLst/>
            <a:gdLst/>
            <a:ahLst/>
            <a:rect l="0" t="0" r="r" b="b"/>
            <a:pathLst>
              <a:path w="1" h="1">
                <a:moveTo>
                  <a:pt x="1" y="1"/>
                </a:moveTo>
                <a:lnTo>
                  <a:pt x="0" y="1"/>
                </a:lnTo>
                <a:lnTo>
                  <a:pt x="0" y="0"/>
                </a:lnTo>
                <a:lnTo>
                  <a:pt x="1" y="0"/>
                </a:lnTo>
                <a:lnTo>
                  <a:pt x="1" y="1"/>
                </a:lnTo>
                <a:close/>
              </a:path>
            </a:pathLst>
          </a:custGeom>
          <a:solidFill>
            <a:srgbClr val="C2C2BF"/>
          </a:solidFill>
          <a:ln w="2520">
            <a:solidFill>
              <a:srgbClr val="FFFFFF"/>
            </a:solidFill>
            <a:round/>
          </a:ln>
        </p:spPr>
        <p:txBody>
          <a:bodyPr lIns="1080" tIns="-720" rIns="1080" bIns="-7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402" name=""/>
          <p:cNvSpPr/>
          <p:nvPr/>
        </p:nvSpPr>
        <p:spPr>
          <a:xfrm>
            <a:off x="5653440" y="1503360"/>
            <a:ext cx="36360" cy="74520"/>
          </a:xfrm>
          <a:custGeom>
            <a:avLst/>
            <a:gdLst/>
            <a:ahLst/>
            <a:rect l="0" t="0" r="r" b="b"/>
            <a:pathLst>
              <a:path w="101" h="207">
                <a:moveTo>
                  <a:pt x="94" y="0"/>
                </a:moveTo>
                <a:lnTo>
                  <a:pt x="94" y="1"/>
                </a:lnTo>
                <a:lnTo>
                  <a:pt x="95" y="1"/>
                </a:lnTo>
                <a:lnTo>
                  <a:pt x="95" y="2"/>
                </a:lnTo>
                <a:lnTo>
                  <a:pt x="95" y="3"/>
                </a:lnTo>
                <a:lnTo>
                  <a:pt x="96" y="4"/>
                </a:lnTo>
                <a:lnTo>
                  <a:pt x="96" y="5"/>
                </a:lnTo>
                <a:lnTo>
                  <a:pt x="95" y="5"/>
                </a:lnTo>
                <a:lnTo>
                  <a:pt x="96" y="5"/>
                </a:lnTo>
                <a:lnTo>
                  <a:pt x="96" y="6"/>
                </a:lnTo>
                <a:lnTo>
                  <a:pt x="97" y="6"/>
                </a:lnTo>
                <a:lnTo>
                  <a:pt x="97" y="7"/>
                </a:lnTo>
                <a:lnTo>
                  <a:pt x="97" y="8"/>
                </a:lnTo>
                <a:lnTo>
                  <a:pt x="97" y="9"/>
                </a:lnTo>
                <a:lnTo>
                  <a:pt x="98" y="9"/>
                </a:lnTo>
                <a:lnTo>
                  <a:pt x="98" y="10"/>
                </a:lnTo>
                <a:lnTo>
                  <a:pt x="98" y="11"/>
                </a:lnTo>
                <a:lnTo>
                  <a:pt x="99" y="11"/>
                </a:lnTo>
                <a:lnTo>
                  <a:pt x="100" y="12"/>
                </a:lnTo>
                <a:lnTo>
                  <a:pt x="101" y="12"/>
                </a:lnTo>
                <a:lnTo>
                  <a:pt x="100" y="12"/>
                </a:lnTo>
                <a:lnTo>
                  <a:pt x="99" y="12"/>
                </a:lnTo>
                <a:lnTo>
                  <a:pt x="99" y="13"/>
                </a:lnTo>
                <a:lnTo>
                  <a:pt x="100" y="13"/>
                </a:lnTo>
                <a:lnTo>
                  <a:pt x="100" y="14"/>
                </a:lnTo>
                <a:lnTo>
                  <a:pt x="100" y="15"/>
                </a:lnTo>
                <a:lnTo>
                  <a:pt x="101" y="16"/>
                </a:lnTo>
                <a:lnTo>
                  <a:pt x="101" y="17"/>
                </a:lnTo>
                <a:lnTo>
                  <a:pt x="100" y="17"/>
                </a:lnTo>
                <a:lnTo>
                  <a:pt x="99" y="17"/>
                </a:lnTo>
                <a:lnTo>
                  <a:pt x="99" y="18"/>
                </a:lnTo>
                <a:lnTo>
                  <a:pt x="99" y="19"/>
                </a:lnTo>
                <a:lnTo>
                  <a:pt x="100" y="19"/>
                </a:lnTo>
                <a:lnTo>
                  <a:pt x="100" y="20"/>
                </a:lnTo>
                <a:lnTo>
                  <a:pt x="99" y="21"/>
                </a:lnTo>
                <a:lnTo>
                  <a:pt x="98" y="22"/>
                </a:lnTo>
                <a:lnTo>
                  <a:pt x="98" y="23"/>
                </a:lnTo>
                <a:lnTo>
                  <a:pt x="97" y="23"/>
                </a:lnTo>
                <a:lnTo>
                  <a:pt x="97" y="24"/>
                </a:lnTo>
                <a:lnTo>
                  <a:pt x="97" y="25"/>
                </a:lnTo>
                <a:lnTo>
                  <a:pt x="97" y="28"/>
                </a:lnTo>
                <a:lnTo>
                  <a:pt x="97" y="29"/>
                </a:lnTo>
                <a:lnTo>
                  <a:pt x="97" y="30"/>
                </a:lnTo>
                <a:lnTo>
                  <a:pt x="97" y="31"/>
                </a:lnTo>
                <a:lnTo>
                  <a:pt x="97" y="32"/>
                </a:lnTo>
                <a:lnTo>
                  <a:pt x="97" y="33"/>
                </a:lnTo>
                <a:lnTo>
                  <a:pt x="97" y="34"/>
                </a:lnTo>
                <a:lnTo>
                  <a:pt x="96" y="34"/>
                </a:lnTo>
                <a:lnTo>
                  <a:pt x="96" y="36"/>
                </a:lnTo>
                <a:lnTo>
                  <a:pt x="96" y="37"/>
                </a:lnTo>
                <a:lnTo>
                  <a:pt x="95" y="38"/>
                </a:lnTo>
                <a:lnTo>
                  <a:pt x="95" y="39"/>
                </a:lnTo>
                <a:lnTo>
                  <a:pt x="94" y="39"/>
                </a:lnTo>
                <a:lnTo>
                  <a:pt x="94" y="40"/>
                </a:lnTo>
                <a:lnTo>
                  <a:pt x="93" y="41"/>
                </a:lnTo>
                <a:lnTo>
                  <a:pt x="92" y="41"/>
                </a:lnTo>
                <a:lnTo>
                  <a:pt x="92" y="42"/>
                </a:lnTo>
                <a:lnTo>
                  <a:pt x="92" y="43"/>
                </a:lnTo>
                <a:lnTo>
                  <a:pt x="91" y="43"/>
                </a:lnTo>
                <a:lnTo>
                  <a:pt x="91" y="45"/>
                </a:lnTo>
                <a:lnTo>
                  <a:pt x="92" y="45"/>
                </a:lnTo>
                <a:lnTo>
                  <a:pt x="92" y="46"/>
                </a:lnTo>
                <a:lnTo>
                  <a:pt x="92" y="47"/>
                </a:lnTo>
                <a:lnTo>
                  <a:pt x="92" y="48"/>
                </a:lnTo>
                <a:lnTo>
                  <a:pt x="91" y="48"/>
                </a:lnTo>
                <a:lnTo>
                  <a:pt x="91" y="49"/>
                </a:lnTo>
                <a:lnTo>
                  <a:pt x="90" y="49"/>
                </a:lnTo>
                <a:lnTo>
                  <a:pt x="90" y="50"/>
                </a:lnTo>
                <a:lnTo>
                  <a:pt x="90" y="52"/>
                </a:lnTo>
                <a:lnTo>
                  <a:pt x="90" y="53"/>
                </a:lnTo>
                <a:lnTo>
                  <a:pt x="91" y="53"/>
                </a:lnTo>
                <a:lnTo>
                  <a:pt x="91" y="54"/>
                </a:lnTo>
                <a:lnTo>
                  <a:pt x="92" y="54"/>
                </a:lnTo>
                <a:lnTo>
                  <a:pt x="92" y="55"/>
                </a:lnTo>
                <a:lnTo>
                  <a:pt x="93" y="55"/>
                </a:lnTo>
                <a:lnTo>
                  <a:pt x="93" y="56"/>
                </a:lnTo>
                <a:lnTo>
                  <a:pt x="92" y="56"/>
                </a:lnTo>
                <a:lnTo>
                  <a:pt x="92" y="57"/>
                </a:lnTo>
                <a:lnTo>
                  <a:pt x="91" y="58"/>
                </a:lnTo>
                <a:lnTo>
                  <a:pt x="91" y="59"/>
                </a:lnTo>
                <a:lnTo>
                  <a:pt x="91" y="60"/>
                </a:lnTo>
                <a:lnTo>
                  <a:pt x="91" y="61"/>
                </a:lnTo>
                <a:lnTo>
                  <a:pt x="91" y="62"/>
                </a:lnTo>
                <a:lnTo>
                  <a:pt x="91" y="63"/>
                </a:lnTo>
                <a:lnTo>
                  <a:pt x="91" y="64"/>
                </a:lnTo>
                <a:lnTo>
                  <a:pt x="91" y="66"/>
                </a:lnTo>
                <a:lnTo>
                  <a:pt x="91" y="67"/>
                </a:lnTo>
                <a:lnTo>
                  <a:pt x="91" y="68"/>
                </a:lnTo>
                <a:lnTo>
                  <a:pt x="91" y="69"/>
                </a:lnTo>
                <a:lnTo>
                  <a:pt x="90" y="70"/>
                </a:lnTo>
                <a:lnTo>
                  <a:pt x="90" y="72"/>
                </a:lnTo>
                <a:lnTo>
                  <a:pt x="91" y="73"/>
                </a:lnTo>
                <a:lnTo>
                  <a:pt x="91" y="74"/>
                </a:lnTo>
                <a:lnTo>
                  <a:pt x="90" y="75"/>
                </a:lnTo>
                <a:lnTo>
                  <a:pt x="90" y="76"/>
                </a:lnTo>
                <a:lnTo>
                  <a:pt x="90" y="77"/>
                </a:lnTo>
                <a:lnTo>
                  <a:pt x="90" y="78"/>
                </a:lnTo>
                <a:lnTo>
                  <a:pt x="90" y="79"/>
                </a:lnTo>
                <a:lnTo>
                  <a:pt x="90" y="80"/>
                </a:lnTo>
                <a:lnTo>
                  <a:pt x="90" y="81"/>
                </a:lnTo>
                <a:lnTo>
                  <a:pt x="90" y="83"/>
                </a:lnTo>
                <a:lnTo>
                  <a:pt x="90" y="84"/>
                </a:lnTo>
                <a:lnTo>
                  <a:pt x="90" y="86"/>
                </a:lnTo>
                <a:lnTo>
                  <a:pt x="90" y="87"/>
                </a:lnTo>
                <a:lnTo>
                  <a:pt x="89" y="88"/>
                </a:lnTo>
                <a:lnTo>
                  <a:pt x="89" y="89"/>
                </a:lnTo>
                <a:lnTo>
                  <a:pt x="89" y="90"/>
                </a:lnTo>
                <a:lnTo>
                  <a:pt x="89" y="91"/>
                </a:lnTo>
                <a:lnTo>
                  <a:pt x="90" y="91"/>
                </a:lnTo>
                <a:lnTo>
                  <a:pt x="90" y="92"/>
                </a:lnTo>
                <a:lnTo>
                  <a:pt x="90" y="93"/>
                </a:lnTo>
                <a:lnTo>
                  <a:pt x="90" y="94"/>
                </a:lnTo>
                <a:lnTo>
                  <a:pt x="90" y="95"/>
                </a:lnTo>
                <a:lnTo>
                  <a:pt x="90" y="96"/>
                </a:lnTo>
                <a:lnTo>
                  <a:pt x="89" y="97"/>
                </a:lnTo>
                <a:lnTo>
                  <a:pt x="89" y="98"/>
                </a:lnTo>
                <a:lnTo>
                  <a:pt x="89" y="99"/>
                </a:lnTo>
                <a:lnTo>
                  <a:pt x="89" y="101"/>
                </a:lnTo>
                <a:lnTo>
                  <a:pt x="89" y="102"/>
                </a:lnTo>
                <a:lnTo>
                  <a:pt x="89" y="103"/>
                </a:lnTo>
                <a:lnTo>
                  <a:pt x="89" y="104"/>
                </a:lnTo>
                <a:lnTo>
                  <a:pt x="89" y="105"/>
                </a:lnTo>
                <a:lnTo>
                  <a:pt x="88" y="105"/>
                </a:lnTo>
                <a:lnTo>
                  <a:pt x="86" y="106"/>
                </a:lnTo>
                <a:lnTo>
                  <a:pt x="86" y="107"/>
                </a:lnTo>
                <a:lnTo>
                  <a:pt x="86" y="108"/>
                </a:lnTo>
                <a:lnTo>
                  <a:pt x="86" y="110"/>
                </a:lnTo>
                <a:lnTo>
                  <a:pt x="86" y="111"/>
                </a:lnTo>
                <a:lnTo>
                  <a:pt x="86" y="112"/>
                </a:lnTo>
                <a:lnTo>
                  <a:pt x="85" y="112"/>
                </a:lnTo>
                <a:lnTo>
                  <a:pt x="85" y="113"/>
                </a:lnTo>
                <a:lnTo>
                  <a:pt x="85" y="114"/>
                </a:lnTo>
                <a:lnTo>
                  <a:pt x="86" y="114"/>
                </a:lnTo>
                <a:lnTo>
                  <a:pt x="86" y="115"/>
                </a:lnTo>
                <a:lnTo>
                  <a:pt x="86" y="116"/>
                </a:lnTo>
                <a:lnTo>
                  <a:pt x="86" y="117"/>
                </a:lnTo>
                <a:lnTo>
                  <a:pt x="86" y="118"/>
                </a:lnTo>
                <a:lnTo>
                  <a:pt x="88" y="118"/>
                </a:lnTo>
                <a:lnTo>
                  <a:pt x="86" y="118"/>
                </a:lnTo>
                <a:lnTo>
                  <a:pt x="86" y="119"/>
                </a:lnTo>
                <a:lnTo>
                  <a:pt x="86" y="118"/>
                </a:lnTo>
                <a:lnTo>
                  <a:pt x="86" y="119"/>
                </a:lnTo>
                <a:lnTo>
                  <a:pt x="85" y="120"/>
                </a:lnTo>
                <a:lnTo>
                  <a:pt x="84" y="120"/>
                </a:lnTo>
                <a:lnTo>
                  <a:pt x="84" y="121"/>
                </a:lnTo>
                <a:lnTo>
                  <a:pt x="84" y="122"/>
                </a:lnTo>
                <a:lnTo>
                  <a:pt x="83" y="122"/>
                </a:lnTo>
                <a:lnTo>
                  <a:pt x="83" y="123"/>
                </a:lnTo>
                <a:lnTo>
                  <a:pt x="84" y="123"/>
                </a:lnTo>
                <a:lnTo>
                  <a:pt x="83" y="124"/>
                </a:lnTo>
                <a:lnTo>
                  <a:pt x="83" y="125"/>
                </a:lnTo>
                <a:lnTo>
                  <a:pt x="83" y="126"/>
                </a:lnTo>
                <a:lnTo>
                  <a:pt x="83" y="128"/>
                </a:lnTo>
                <a:lnTo>
                  <a:pt x="82" y="128"/>
                </a:lnTo>
                <a:lnTo>
                  <a:pt x="82" y="129"/>
                </a:lnTo>
                <a:lnTo>
                  <a:pt x="82" y="130"/>
                </a:lnTo>
                <a:lnTo>
                  <a:pt x="81" y="130"/>
                </a:lnTo>
                <a:lnTo>
                  <a:pt x="81" y="131"/>
                </a:lnTo>
                <a:lnTo>
                  <a:pt x="81" y="132"/>
                </a:lnTo>
                <a:lnTo>
                  <a:pt x="80" y="134"/>
                </a:lnTo>
                <a:lnTo>
                  <a:pt x="80" y="135"/>
                </a:lnTo>
                <a:lnTo>
                  <a:pt x="79" y="135"/>
                </a:lnTo>
                <a:lnTo>
                  <a:pt x="79" y="136"/>
                </a:lnTo>
                <a:lnTo>
                  <a:pt x="79" y="137"/>
                </a:lnTo>
                <a:lnTo>
                  <a:pt x="78" y="137"/>
                </a:lnTo>
                <a:lnTo>
                  <a:pt x="79" y="137"/>
                </a:lnTo>
                <a:lnTo>
                  <a:pt x="78" y="137"/>
                </a:lnTo>
                <a:lnTo>
                  <a:pt x="77" y="137"/>
                </a:lnTo>
                <a:lnTo>
                  <a:pt x="77" y="138"/>
                </a:lnTo>
                <a:lnTo>
                  <a:pt x="76" y="138"/>
                </a:lnTo>
                <a:lnTo>
                  <a:pt x="76" y="139"/>
                </a:lnTo>
                <a:lnTo>
                  <a:pt x="76" y="140"/>
                </a:lnTo>
                <a:lnTo>
                  <a:pt x="76" y="141"/>
                </a:lnTo>
                <a:lnTo>
                  <a:pt x="77" y="141"/>
                </a:lnTo>
                <a:lnTo>
                  <a:pt x="77" y="142"/>
                </a:lnTo>
                <a:lnTo>
                  <a:pt x="77" y="143"/>
                </a:lnTo>
                <a:lnTo>
                  <a:pt x="76" y="143"/>
                </a:lnTo>
                <a:lnTo>
                  <a:pt x="76" y="144"/>
                </a:lnTo>
                <a:lnTo>
                  <a:pt x="76" y="145"/>
                </a:lnTo>
                <a:lnTo>
                  <a:pt x="75" y="146"/>
                </a:lnTo>
                <a:lnTo>
                  <a:pt x="74" y="147"/>
                </a:lnTo>
                <a:lnTo>
                  <a:pt x="74" y="148"/>
                </a:lnTo>
                <a:lnTo>
                  <a:pt x="73" y="148"/>
                </a:lnTo>
                <a:lnTo>
                  <a:pt x="73" y="149"/>
                </a:lnTo>
                <a:lnTo>
                  <a:pt x="72" y="149"/>
                </a:lnTo>
                <a:lnTo>
                  <a:pt x="71" y="149"/>
                </a:lnTo>
                <a:lnTo>
                  <a:pt x="71" y="150"/>
                </a:lnTo>
                <a:lnTo>
                  <a:pt x="70" y="150"/>
                </a:lnTo>
                <a:lnTo>
                  <a:pt x="70" y="151"/>
                </a:lnTo>
                <a:lnTo>
                  <a:pt x="69" y="151"/>
                </a:lnTo>
                <a:lnTo>
                  <a:pt x="69" y="152"/>
                </a:lnTo>
                <a:lnTo>
                  <a:pt x="68" y="152"/>
                </a:lnTo>
                <a:lnTo>
                  <a:pt x="68" y="153"/>
                </a:lnTo>
                <a:lnTo>
                  <a:pt x="67" y="154"/>
                </a:lnTo>
                <a:lnTo>
                  <a:pt x="67" y="155"/>
                </a:lnTo>
                <a:lnTo>
                  <a:pt x="67" y="158"/>
                </a:lnTo>
                <a:lnTo>
                  <a:pt x="67" y="159"/>
                </a:lnTo>
                <a:lnTo>
                  <a:pt x="66" y="160"/>
                </a:lnTo>
                <a:lnTo>
                  <a:pt x="66" y="161"/>
                </a:lnTo>
                <a:lnTo>
                  <a:pt x="65" y="161"/>
                </a:lnTo>
                <a:lnTo>
                  <a:pt x="65" y="162"/>
                </a:lnTo>
                <a:lnTo>
                  <a:pt x="65" y="163"/>
                </a:lnTo>
                <a:lnTo>
                  <a:pt x="65" y="164"/>
                </a:lnTo>
                <a:lnTo>
                  <a:pt x="65" y="165"/>
                </a:lnTo>
                <a:lnTo>
                  <a:pt x="65" y="166"/>
                </a:lnTo>
                <a:lnTo>
                  <a:pt x="65" y="167"/>
                </a:lnTo>
                <a:lnTo>
                  <a:pt x="65" y="168"/>
                </a:lnTo>
                <a:lnTo>
                  <a:pt x="64" y="169"/>
                </a:lnTo>
                <a:lnTo>
                  <a:pt x="64" y="170"/>
                </a:lnTo>
                <a:lnTo>
                  <a:pt x="64" y="171"/>
                </a:lnTo>
                <a:lnTo>
                  <a:pt x="64" y="172"/>
                </a:lnTo>
                <a:lnTo>
                  <a:pt x="63" y="173"/>
                </a:lnTo>
                <a:lnTo>
                  <a:pt x="63" y="174"/>
                </a:lnTo>
                <a:lnTo>
                  <a:pt x="63" y="175"/>
                </a:lnTo>
                <a:lnTo>
                  <a:pt x="63" y="176"/>
                </a:lnTo>
                <a:lnTo>
                  <a:pt x="63" y="178"/>
                </a:lnTo>
                <a:lnTo>
                  <a:pt x="63" y="179"/>
                </a:lnTo>
                <a:lnTo>
                  <a:pt x="63" y="180"/>
                </a:lnTo>
                <a:lnTo>
                  <a:pt x="63" y="181"/>
                </a:lnTo>
                <a:lnTo>
                  <a:pt x="64" y="183"/>
                </a:lnTo>
                <a:lnTo>
                  <a:pt x="64" y="186"/>
                </a:lnTo>
                <a:lnTo>
                  <a:pt x="65" y="189"/>
                </a:lnTo>
                <a:lnTo>
                  <a:pt x="65" y="190"/>
                </a:lnTo>
                <a:lnTo>
                  <a:pt x="64" y="191"/>
                </a:lnTo>
                <a:lnTo>
                  <a:pt x="65" y="191"/>
                </a:lnTo>
                <a:lnTo>
                  <a:pt x="65" y="192"/>
                </a:lnTo>
                <a:lnTo>
                  <a:pt x="66" y="192"/>
                </a:lnTo>
                <a:lnTo>
                  <a:pt x="65" y="192"/>
                </a:lnTo>
                <a:lnTo>
                  <a:pt x="65" y="193"/>
                </a:lnTo>
                <a:lnTo>
                  <a:pt x="65" y="194"/>
                </a:lnTo>
                <a:lnTo>
                  <a:pt x="65" y="195"/>
                </a:lnTo>
                <a:lnTo>
                  <a:pt x="66" y="195"/>
                </a:lnTo>
                <a:lnTo>
                  <a:pt x="66" y="196"/>
                </a:lnTo>
                <a:lnTo>
                  <a:pt x="66" y="197"/>
                </a:lnTo>
                <a:lnTo>
                  <a:pt x="66" y="198"/>
                </a:lnTo>
                <a:lnTo>
                  <a:pt x="65" y="199"/>
                </a:lnTo>
                <a:lnTo>
                  <a:pt x="65" y="200"/>
                </a:lnTo>
                <a:lnTo>
                  <a:pt x="64" y="200"/>
                </a:lnTo>
                <a:lnTo>
                  <a:pt x="63" y="201"/>
                </a:lnTo>
                <a:lnTo>
                  <a:pt x="63" y="202"/>
                </a:lnTo>
                <a:lnTo>
                  <a:pt x="63" y="203"/>
                </a:lnTo>
                <a:lnTo>
                  <a:pt x="64" y="204"/>
                </a:lnTo>
                <a:lnTo>
                  <a:pt x="65" y="205"/>
                </a:lnTo>
                <a:lnTo>
                  <a:pt x="65" y="206"/>
                </a:lnTo>
                <a:lnTo>
                  <a:pt x="66" y="206"/>
                </a:lnTo>
                <a:lnTo>
                  <a:pt x="65" y="206"/>
                </a:lnTo>
                <a:lnTo>
                  <a:pt x="65" y="207"/>
                </a:lnTo>
                <a:lnTo>
                  <a:pt x="65" y="206"/>
                </a:lnTo>
                <a:lnTo>
                  <a:pt x="64" y="206"/>
                </a:lnTo>
                <a:lnTo>
                  <a:pt x="64" y="205"/>
                </a:lnTo>
                <a:lnTo>
                  <a:pt x="63" y="205"/>
                </a:lnTo>
                <a:lnTo>
                  <a:pt x="63" y="204"/>
                </a:lnTo>
                <a:lnTo>
                  <a:pt x="62" y="204"/>
                </a:lnTo>
                <a:lnTo>
                  <a:pt x="61" y="204"/>
                </a:lnTo>
                <a:lnTo>
                  <a:pt x="60" y="204"/>
                </a:lnTo>
                <a:lnTo>
                  <a:pt x="59" y="204"/>
                </a:lnTo>
                <a:lnTo>
                  <a:pt x="59" y="203"/>
                </a:lnTo>
                <a:lnTo>
                  <a:pt x="58" y="203"/>
                </a:lnTo>
                <a:lnTo>
                  <a:pt x="58" y="204"/>
                </a:lnTo>
                <a:lnTo>
                  <a:pt x="57" y="204"/>
                </a:lnTo>
                <a:lnTo>
                  <a:pt x="57" y="205"/>
                </a:lnTo>
                <a:lnTo>
                  <a:pt x="58" y="205"/>
                </a:lnTo>
                <a:lnTo>
                  <a:pt x="58" y="206"/>
                </a:lnTo>
                <a:lnTo>
                  <a:pt x="57" y="206"/>
                </a:lnTo>
                <a:lnTo>
                  <a:pt x="56" y="206"/>
                </a:lnTo>
                <a:lnTo>
                  <a:pt x="55" y="205"/>
                </a:lnTo>
                <a:lnTo>
                  <a:pt x="55" y="204"/>
                </a:lnTo>
                <a:lnTo>
                  <a:pt x="55" y="203"/>
                </a:lnTo>
                <a:lnTo>
                  <a:pt x="55" y="202"/>
                </a:lnTo>
                <a:lnTo>
                  <a:pt x="54" y="201"/>
                </a:lnTo>
                <a:lnTo>
                  <a:pt x="53" y="200"/>
                </a:lnTo>
                <a:lnTo>
                  <a:pt x="53" y="199"/>
                </a:lnTo>
                <a:lnTo>
                  <a:pt x="53" y="198"/>
                </a:lnTo>
                <a:lnTo>
                  <a:pt x="53" y="197"/>
                </a:lnTo>
                <a:lnTo>
                  <a:pt x="54" y="197"/>
                </a:lnTo>
                <a:lnTo>
                  <a:pt x="54" y="196"/>
                </a:lnTo>
                <a:lnTo>
                  <a:pt x="53" y="196"/>
                </a:lnTo>
                <a:lnTo>
                  <a:pt x="53" y="195"/>
                </a:lnTo>
                <a:lnTo>
                  <a:pt x="54" y="195"/>
                </a:lnTo>
                <a:lnTo>
                  <a:pt x="54" y="194"/>
                </a:lnTo>
                <a:lnTo>
                  <a:pt x="53" y="193"/>
                </a:lnTo>
                <a:lnTo>
                  <a:pt x="51" y="188"/>
                </a:lnTo>
                <a:lnTo>
                  <a:pt x="51" y="187"/>
                </a:lnTo>
                <a:lnTo>
                  <a:pt x="50" y="187"/>
                </a:lnTo>
                <a:lnTo>
                  <a:pt x="50" y="186"/>
                </a:lnTo>
                <a:lnTo>
                  <a:pt x="49" y="185"/>
                </a:lnTo>
                <a:lnTo>
                  <a:pt x="48" y="185"/>
                </a:lnTo>
                <a:lnTo>
                  <a:pt x="48" y="184"/>
                </a:lnTo>
                <a:lnTo>
                  <a:pt x="48" y="183"/>
                </a:lnTo>
                <a:lnTo>
                  <a:pt x="47" y="183"/>
                </a:lnTo>
                <a:lnTo>
                  <a:pt x="47" y="182"/>
                </a:lnTo>
                <a:lnTo>
                  <a:pt x="47" y="181"/>
                </a:lnTo>
                <a:lnTo>
                  <a:pt x="46" y="180"/>
                </a:lnTo>
                <a:lnTo>
                  <a:pt x="45" y="180"/>
                </a:lnTo>
                <a:lnTo>
                  <a:pt x="44" y="179"/>
                </a:lnTo>
                <a:lnTo>
                  <a:pt x="44" y="178"/>
                </a:lnTo>
                <a:lnTo>
                  <a:pt x="43" y="178"/>
                </a:lnTo>
                <a:lnTo>
                  <a:pt x="43" y="177"/>
                </a:lnTo>
                <a:lnTo>
                  <a:pt x="42" y="177"/>
                </a:lnTo>
                <a:lnTo>
                  <a:pt x="41" y="177"/>
                </a:lnTo>
                <a:lnTo>
                  <a:pt x="41" y="176"/>
                </a:lnTo>
                <a:lnTo>
                  <a:pt x="40" y="176"/>
                </a:lnTo>
                <a:lnTo>
                  <a:pt x="39" y="176"/>
                </a:lnTo>
                <a:lnTo>
                  <a:pt x="38" y="175"/>
                </a:lnTo>
                <a:lnTo>
                  <a:pt x="37" y="175"/>
                </a:lnTo>
                <a:lnTo>
                  <a:pt x="36" y="175"/>
                </a:lnTo>
                <a:lnTo>
                  <a:pt x="35" y="174"/>
                </a:lnTo>
                <a:lnTo>
                  <a:pt x="34" y="174"/>
                </a:lnTo>
                <a:lnTo>
                  <a:pt x="33" y="173"/>
                </a:lnTo>
                <a:lnTo>
                  <a:pt x="32" y="173"/>
                </a:lnTo>
                <a:lnTo>
                  <a:pt x="32" y="172"/>
                </a:lnTo>
                <a:lnTo>
                  <a:pt x="31" y="172"/>
                </a:lnTo>
                <a:lnTo>
                  <a:pt x="30" y="172"/>
                </a:lnTo>
                <a:lnTo>
                  <a:pt x="31" y="172"/>
                </a:lnTo>
                <a:lnTo>
                  <a:pt x="30" y="172"/>
                </a:lnTo>
                <a:lnTo>
                  <a:pt x="29" y="172"/>
                </a:lnTo>
                <a:lnTo>
                  <a:pt x="29" y="171"/>
                </a:lnTo>
                <a:lnTo>
                  <a:pt x="28" y="171"/>
                </a:lnTo>
                <a:lnTo>
                  <a:pt x="27" y="171"/>
                </a:lnTo>
                <a:lnTo>
                  <a:pt x="27" y="170"/>
                </a:lnTo>
                <a:lnTo>
                  <a:pt x="26" y="170"/>
                </a:lnTo>
                <a:lnTo>
                  <a:pt x="25" y="170"/>
                </a:lnTo>
                <a:lnTo>
                  <a:pt x="25" y="169"/>
                </a:lnTo>
                <a:lnTo>
                  <a:pt x="24" y="169"/>
                </a:lnTo>
                <a:lnTo>
                  <a:pt x="25" y="169"/>
                </a:lnTo>
                <a:lnTo>
                  <a:pt x="24" y="169"/>
                </a:lnTo>
                <a:lnTo>
                  <a:pt x="24" y="168"/>
                </a:lnTo>
                <a:lnTo>
                  <a:pt x="23" y="168"/>
                </a:lnTo>
                <a:lnTo>
                  <a:pt x="24" y="168"/>
                </a:lnTo>
                <a:lnTo>
                  <a:pt x="25" y="168"/>
                </a:lnTo>
                <a:lnTo>
                  <a:pt x="24" y="168"/>
                </a:lnTo>
                <a:lnTo>
                  <a:pt x="24" y="167"/>
                </a:lnTo>
                <a:lnTo>
                  <a:pt x="23" y="167"/>
                </a:lnTo>
                <a:lnTo>
                  <a:pt x="23" y="166"/>
                </a:lnTo>
                <a:lnTo>
                  <a:pt x="22" y="166"/>
                </a:lnTo>
                <a:lnTo>
                  <a:pt x="21" y="165"/>
                </a:lnTo>
                <a:lnTo>
                  <a:pt x="21" y="164"/>
                </a:lnTo>
                <a:lnTo>
                  <a:pt x="22" y="164"/>
                </a:lnTo>
                <a:lnTo>
                  <a:pt x="21" y="164"/>
                </a:lnTo>
                <a:lnTo>
                  <a:pt x="21" y="163"/>
                </a:lnTo>
                <a:lnTo>
                  <a:pt x="21" y="164"/>
                </a:lnTo>
                <a:lnTo>
                  <a:pt x="20" y="164"/>
                </a:lnTo>
                <a:lnTo>
                  <a:pt x="19" y="164"/>
                </a:lnTo>
                <a:lnTo>
                  <a:pt x="19" y="163"/>
                </a:lnTo>
                <a:lnTo>
                  <a:pt x="18" y="162"/>
                </a:lnTo>
                <a:lnTo>
                  <a:pt x="18" y="161"/>
                </a:lnTo>
                <a:lnTo>
                  <a:pt x="18" y="160"/>
                </a:lnTo>
                <a:lnTo>
                  <a:pt x="19" y="160"/>
                </a:lnTo>
                <a:lnTo>
                  <a:pt x="19" y="159"/>
                </a:lnTo>
                <a:lnTo>
                  <a:pt x="19" y="158"/>
                </a:lnTo>
                <a:lnTo>
                  <a:pt x="18" y="158"/>
                </a:lnTo>
                <a:lnTo>
                  <a:pt x="18" y="157"/>
                </a:lnTo>
                <a:lnTo>
                  <a:pt x="17" y="156"/>
                </a:lnTo>
                <a:lnTo>
                  <a:pt x="16" y="155"/>
                </a:lnTo>
                <a:lnTo>
                  <a:pt x="16" y="154"/>
                </a:lnTo>
                <a:lnTo>
                  <a:pt x="15" y="153"/>
                </a:lnTo>
                <a:lnTo>
                  <a:pt x="15" y="152"/>
                </a:lnTo>
                <a:lnTo>
                  <a:pt x="14" y="152"/>
                </a:lnTo>
                <a:lnTo>
                  <a:pt x="14" y="151"/>
                </a:lnTo>
                <a:lnTo>
                  <a:pt x="14" y="150"/>
                </a:lnTo>
                <a:lnTo>
                  <a:pt x="13" y="150"/>
                </a:lnTo>
                <a:lnTo>
                  <a:pt x="13" y="149"/>
                </a:lnTo>
                <a:lnTo>
                  <a:pt x="12" y="148"/>
                </a:lnTo>
                <a:lnTo>
                  <a:pt x="12" y="147"/>
                </a:lnTo>
                <a:lnTo>
                  <a:pt x="11" y="146"/>
                </a:lnTo>
                <a:lnTo>
                  <a:pt x="11" y="145"/>
                </a:lnTo>
                <a:lnTo>
                  <a:pt x="11" y="144"/>
                </a:lnTo>
                <a:lnTo>
                  <a:pt x="11" y="143"/>
                </a:lnTo>
                <a:lnTo>
                  <a:pt x="10" y="143"/>
                </a:lnTo>
                <a:lnTo>
                  <a:pt x="10" y="142"/>
                </a:lnTo>
                <a:lnTo>
                  <a:pt x="9" y="141"/>
                </a:lnTo>
                <a:lnTo>
                  <a:pt x="8" y="140"/>
                </a:lnTo>
                <a:lnTo>
                  <a:pt x="8" y="139"/>
                </a:lnTo>
                <a:lnTo>
                  <a:pt x="7" y="139"/>
                </a:lnTo>
                <a:lnTo>
                  <a:pt x="6" y="139"/>
                </a:lnTo>
                <a:lnTo>
                  <a:pt x="6" y="138"/>
                </a:lnTo>
                <a:lnTo>
                  <a:pt x="5" y="138"/>
                </a:lnTo>
                <a:lnTo>
                  <a:pt x="4" y="138"/>
                </a:lnTo>
                <a:lnTo>
                  <a:pt x="3" y="137"/>
                </a:lnTo>
                <a:lnTo>
                  <a:pt x="3" y="136"/>
                </a:lnTo>
                <a:lnTo>
                  <a:pt x="2" y="136"/>
                </a:lnTo>
                <a:lnTo>
                  <a:pt x="2" y="137"/>
                </a:lnTo>
                <a:lnTo>
                  <a:pt x="2" y="136"/>
                </a:lnTo>
                <a:lnTo>
                  <a:pt x="1" y="136"/>
                </a:lnTo>
                <a:lnTo>
                  <a:pt x="0" y="136"/>
                </a:lnTo>
                <a:lnTo>
                  <a:pt x="0" y="135"/>
                </a:lnTo>
                <a:lnTo>
                  <a:pt x="0" y="134"/>
                </a:lnTo>
                <a:lnTo>
                  <a:pt x="0" y="133"/>
                </a:lnTo>
                <a:lnTo>
                  <a:pt x="0" y="132"/>
                </a:lnTo>
                <a:lnTo>
                  <a:pt x="1" y="132"/>
                </a:lnTo>
                <a:lnTo>
                  <a:pt x="0" y="132"/>
                </a:lnTo>
                <a:lnTo>
                  <a:pt x="0" y="133"/>
                </a:lnTo>
                <a:lnTo>
                  <a:pt x="1" y="132"/>
                </a:lnTo>
                <a:lnTo>
                  <a:pt x="2" y="132"/>
                </a:lnTo>
                <a:lnTo>
                  <a:pt x="2" y="131"/>
                </a:lnTo>
                <a:lnTo>
                  <a:pt x="3" y="131"/>
                </a:lnTo>
                <a:lnTo>
                  <a:pt x="3" y="130"/>
                </a:lnTo>
                <a:lnTo>
                  <a:pt x="2" y="130"/>
                </a:lnTo>
                <a:lnTo>
                  <a:pt x="2" y="128"/>
                </a:lnTo>
                <a:lnTo>
                  <a:pt x="1" y="128"/>
                </a:lnTo>
                <a:lnTo>
                  <a:pt x="1" y="127"/>
                </a:lnTo>
                <a:lnTo>
                  <a:pt x="2" y="126"/>
                </a:lnTo>
                <a:lnTo>
                  <a:pt x="2" y="125"/>
                </a:lnTo>
                <a:lnTo>
                  <a:pt x="2" y="126"/>
                </a:lnTo>
                <a:lnTo>
                  <a:pt x="2" y="125"/>
                </a:lnTo>
                <a:lnTo>
                  <a:pt x="2" y="124"/>
                </a:lnTo>
                <a:lnTo>
                  <a:pt x="2" y="125"/>
                </a:lnTo>
                <a:lnTo>
                  <a:pt x="3" y="125"/>
                </a:lnTo>
                <a:lnTo>
                  <a:pt x="3" y="124"/>
                </a:lnTo>
                <a:lnTo>
                  <a:pt x="2" y="124"/>
                </a:lnTo>
                <a:lnTo>
                  <a:pt x="3" y="123"/>
                </a:lnTo>
                <a:lnTo>
                  <a:pt x="3" y="122"/>
                </a:lnTo>
                <a:lnTo>
                  <a:pt x="3" y="121"/>
                </a:lnTo>
                <a:lnTo>
                  <a:pt x="2" y="121"/>
                </a:lnTo>
                <a:lnTo>
                  <a:pt x="2" y="120"/>
                </a:lnTo>
                <a:lnTo>
                  <a:pt x="3" y="120"/>
                </a:lnTo>
                <a:lnTo>
                  <a:pt x="3" y="119"/>
                </a:lnTo>
                <a:lnTo>
                  <a:pt x="2" y="119"/>
                </a:lnTo>
                <a:lnTo>
                  <a:pt x="3" y="118"/>
                </a:lnTo>
                <a:lnTo>
                  <a:pt x="3" y="117"/>
                </a:lnTo>
                <a:lnTo>
                  <a:pt x="3" y="116"/>
                </a:lnTo>
                <a:lnTo>
                  <a:pt x="3" y="115"/>
                </a:lnTo>
                <a:lnTo>
                  <a:pt x="3" y="114"/>
                </a:lnTo>
                <a:lnTo>
                  <a:pt x="4" y="114"/>
                </a:lnTo>
                <a:lnTo>
                  <a:pt x="3" y="114"/>
                </a:lnTo>
                <a:lnTo>
                  <a:pt x="4" y="114"/>
                </a:lnTo>
                <a:lnTo>
                  <a:pt x="3" y="115"/>
                </a:lnTo>
                <a:lnTo>
                  <a:pt x="4" y="115"/>
                </a:lnTo>
                <a:lnTo>
                  <a:pt x="4" y="114"/>
                </a:lnTo>
                <a:lnTo>
                  <a:pt x="4" y="115"/>
                </a:lnTo>
                <a:lnTo>
                  <a:pt x="5" y="115"/>
                </a:lnTo>
                <a:lnTo>
                  <a:pt x="5" y="114"/>
                </a:lnTo>
                <a:lnTo>
                  <a:pt x="4" y="114"/>
                </a:lnTo>
                <a:lnTo>
                  <a:pt x="4" y="113"/>
                </a:lnTo>
                <a:lnTo>
                  <a:pt x="4" y="114"/>
                </a:lnTo>
                <a:lnTo>
                  <a:pt x="3" y="113"/>
                </a:lnTo>
                <a:lnTo>
                  <a:pt x="4" y="113"/>
                </a:lnTo>
                <a:lnTo>
                  <a:pt x="5" y="113"/>
                </a:lnTo>
                <a:lnTo>
                  <a:pt x="5" y="112"/>
                </a:lnTo>
                <a:lnTo>
                  <a:pt x="5" y="111"/>
                </a:lnTo>
                <a:lnTo>
                  <a:pt x="4" y="112"/>
                </a:lnTo>
                <a:lnTo>
                  <a:pt x="4" y="111"/>
                </a:lnTo>
                <a:lnTo>
                  <a:pt x="4" y="110"/>
                </a:lnTo>
                <a:lnTo>
                  <a:pt x="3" y="110"/>
                </a:lnTo>
                <a:lnTo>
                  <a:pt x="3" y="109"/>
                </a:lnTo>
                <a:lnTo>
                  <a:pt x="4" y="109"/>
                </a:lnTo>
                <a:lnTo>
                  <a:pt x="3" y="108"/>
                </a:lnTo>
                <a:lnTo>
                  <a:pt x="3" y="109"/>
                </a:lnTo>
                <a:lnTo>
                  <a:pt x="2" y="109"/>
                </a:lnTo>
                <a:lnTo>
                  <a:pt x="3" y="108"/>
                </a:lnTo>
                <a:lnTo>
                  <a:pt x="3" y="107"/>
                </a:lnTo>
                <a:lnTo>
                  <a:pt x="3" y="106"/>
                </a:lnTo>
                <a:lnTo>
                  <a:pt x="2" y="106"/>
                </a:lnTo>
                <a:lnTo>
                  <a:pt x="1" y="106"/>
                </a:lnTo>
                <a:lnTo>
                  <a:pt x="1" y="105"/>
                </a:lnTo>
                <a:lnTo>
                  <a:pt x="1" y="104"/>
                </a:lnTo>
                <a:lnTo>
                  <a:pt x="2" y="104"/>
                </a:lnTo>
                <a:lnTo>
                  <a:pt x="3" y="104"/>
                </a:lnTo>
                <a:lnTo>
                  <a:pt x="3" y="103"/>
                </a:lnTo>
                <a:lnTo>
                  <a:pt x="2" y="102"/>
                </a:lnTo>
                <a:lnTo>
                  <a:pt x="2" y="100"/>
                </a:lnTo>
                <a:lnTo>
                  <a:pt x="2" y="99"/>
                </a:lnTo>
                <a:lnTo>
                  <a:pt x="1" y="99"/>
                </a:lnTo>
                <a:lnTo>
                  <a:pt x="1" y="98"/>
                </a:lnTo>
                <a:lnTo>
                  <a:pt x="1" y="97"/>
                </a:lnTo>
                <a:lnTo>
                  <a:pt x="1" y="96"/>
                </a:lnTo>
                <a:lnTo>
                  <a:pt x="1" y="95"/>
                </a:lnTo>
                <a:lnTo>
                  <a:pt x="1" y="94"/>
                </a:lnTo>
                <a:lnTo>
                  <a:pt x="2" y="94"/>
                </a:lnTo>
                <a:lnTo>
                  <a:pt x="2" y="93"/>
                </a:lnTo>
                <a:lnTo>
                  <a:pt x="2" y="92"/>
                </a:lnTo>
                <a:lnTo>
                  <a:pt x="3" y="91"/>
                </a:lnTo>
                <a:lnTo>
                  <a:pt x="2" y="91"/>
                </a:lnTo>
                <a:lnTo>
                  <a:pt x="2" y="90"/>
                </a:lnTo>
                <a:lnTo>
                  <a:pt x="2" y="89"/>
                </a:lnTo>
                <a:lnTo>
                  <a:pt x="2" y="88"/>
                </a:lnTo>
                <a:lnTo>
                  <a:pt x="2" y="87"/>
                </a:lnTo>
                <a:lnTo>
                  <a:pt x="4" y="87"/>
                </a:lnTo>
                <a:lnTo>
                  <a:pt x="3" y="87"/>
                </a:lnTo>
                <a:lnTo>
                  <a:pt x="3" y="86"/>
                </a:lnTo>
                <a:lnTo>
                  <a:pt x="4" y="86"/>
                </a:lnTo>
                <a:lnTo>
                  <a:pt x="4" y="85"/>
                </a:lnTo>
                <a:lnTo>
                  <a:pt x="5" y="85"/>
                </a:lnTo>
                <a:lnTo>
                  <a:pt x="4" y="85"/>
                </a:lnTo>
                <a:lnTo>
                  <a:pt x="3" y="86"/>
                </a:lnTo>
                <a:lnTo>
                  <a:pt x="3" y="87"/>
                </a:lnTo>
                <a:lnTo>
                  <a:pt x="2" y="87"/>
                </a:lnTo>
                <a:lnTo>
                  <a:pt x="1" y="87"/>
                </a:lnTo>
                <a:lnTo>
                  <a:pt x="1" y="86"/>
                </a:lnTo>
                <a:lnTo>
                  <a:pt x="2" y="85"/>
                </a:lnTo>
                <a:lnTo>
                  <a:pt x="1" y="85"/>
                </a:lnTo>
                <a:lnTo>
                  <a:pt x="1" y="84"/>
                </a:lnTo>
                <a:lnTo>
                  <a:pt x="2" y="84"/>
                </a:lnTo>
                <a:lnTo>
                  <a:pt x="2" y="83"/>
                </a:lnTo>
                <a:lnTo>
                  <a:pt x="3" y="83"/>
                </a:lnTo>
                <a:lnTo>
                  <a:pt x="4" y="83"/>
                </a:lnTo>
                <a:lnTo>
                  <a:pt x="4" y="82"/>
                </a:lnTo>
                <a:lnTo>
                  <a:pt x="5" y="82"/>
                </a:lnTo>
                <a:lnTo>
                  <a:pt x="6" y="82"/>
                </a:lnTo>
                <a:lnTo>
                  <a:pt x="6" y="81"/>
                </a:lnTo>
                <a:lnTo>
                  <a:pt x="7" y="81"/>
                </a:lnTo>
                <a:lnTo>
                  <a:pt x="6" y="81"/>
                </a:lnTo>
                <a:lnTo>
                  <a:pt x="6" y="80"/>
                </a:lnTo>
                <a:lnTo>
                  <a:pt x="6" y="79"/>
                </a:lnTo>
                <a:lnTo>
                  <a:pt x="7" y="79"/>
                </a:lnTo>
                <a:lnTo>
                  <a:pt x="8" y="78"/>
                </a:lnTo>
                <a:lnTo>
                  <a:pt x="8" y="77"/>
                </a:lnTo>
                <a:lnTo>
                  <a:pt x="8" y="76"/>
                </a:lnTo>
                <a:lnTo>
                  <a:pt x="9" y="76"/>
                </a:lnTo>
                <a:lnTo>
                  <a:pt x="9" y="75"/>
                </a:lnTo>
                <a:lnTo>
                  <a:pt x="9" y="74"/>
                </a:lnTo>
                <a:lnTo>
                  <a:pt x="8" y="74"/>
                </a:lnTo>
                <a:lnTo>
                  <a:pt x="9" y="72"/>
                </a:lnTo>
                <a:lnTo>
                  <a:pt x="9" y="71"/>
                </a:lnTo>
                <a:lnTo>
                  <a:pt x="9" y="70"/>
                </a:lnTo>
                <a:lnTo>
                  <a:pt x="10" y="70"/>
                </a:lnTo>
                <a:lnTo>
                  <a:pt x="10" y="69"/>
                </a:lnTo>
                <a:lnTo>
                  <a:pt x="11" y="68"/>
                </a:lnTo>
                <a:lnTo>
                  <a:pt x="11" y="67"/>
                </a:lnTo>
                <a:lnTo>
                  <a:pt x="11" y="66"/>
                </a:lnTo>
                <a:lnTo>
                  <a:pt x="12" y="66"/>
                </a:lnTo>
                <a:lnTo>
                  <a:pt x="13" y="65"/>
                </a:lnTo>
                <a:lnTo>
                  <a:pt x="13" y="64"/>
                </a:lnTo>
                <a:lnTo>
                  <a:pt x="14" y="64"/>
                </a:lnTo>
                <a:lnTo>
                  <a:pt x="14" y="63"/>
                </a:lnTo>
                <a:lnTo>
                  <a:pt x="15" y="62"/>
                </a:lnTo>
                <a:lnTo>
                  <a:pt x="14" y="62"/>
                </a:lnTo>
                <a:lnTo>
                  <a:pt x="15" y="61"/>
                </a:lnTo>
                <a:lnTo>
                  <a:pt x="15" y="60"/>
                </a:lnTo>
                <a:lnTo>
                  <a:pt x="14" y="60"/>
                </a:lnTo>
                <a:lnTo>
                  <a:pt x="13" y="60"/>
                </a:lnTo>
                <a:lnTo>
                  <a:pt x="13" y="62"/>
                </a:lnTo>
                <a:lnTo>
                  <a:pt x="12" y="62"/>
                </a:lnTo>
                <a:lnTo>
                  <a:pt x="12" y="63"/>
                </a:lnTo>
                <a:lnTo>
                  <a:pt x="11" y="63"/>
                </a:lnTo>
                <a:lnTo>
                  <a:pt x="12" y="60"/>
                </a:lnTo>
                <a:lnTo>
                  <a:pt x="13" y="60"/>
                </a:lnTo>
                <a:lnTo>
                  <a:pt x="13" y="59"/>
                </a:lnTo>
                <a:lnTo>
                  <a:pt x="13" y="58"/>
                </a:lnTo>
                <a:lnTo>
                  <a:pt x="14" y="58"/>
                </a:lnTo>
                <a:lnTo>
                  <a:pt x="15" y="57"/>
                </a:lnTo>
                <a:lnTo>
                  <a:pt x="16" y="57"/>
                </a:lnTo>
                <a:lnTo>
                  <a:pt x="16" y="56"/>
                </a:lnTo>
                <a:lnTo>
                  <a:pt x="16" y="55"/>
                </a:lnTo>
                <a:lnTo>
                  <a:pt x="17" y="55"/>
                </a:lnTo>
                <a:lnTo>
                  <a:pt x="17" y="54"/>
                </a:lnTo>
                <a:lnTo>
                  <a:pt x="16" y="54"/>
                </a:lnTo>
                <a:lnTo>
                  <a:pt x="15" y="54"/>
                </a:lnTo>
                <a:lnTo>
                  <a:pt x="16" y="53"/>
                </a:lnTo>
                <a:lnTo>
                  <a:pt x="16" y="52"/>
                </a:lnTo>
                <a:lnTo>
                  <a:pt x="16" y="50"/>
                </a:lnTo>
                <a:lnTo>
                  <a:pt x="17" y="50"/>
                </a:lnTo>
                <a:lnTo>
                  <a:pt x="17" y="49"/>
                </a:lnTo>
                <a:lnTo>
                  <a:pt x="17" y="48"/>
                </a:lnTo>
                <a:lnTo>
                  <a:pt x="17" y="49"/>
                </a:lnTo>
                <a:lnTo>
                  <a:pt x="17" y="50"/>
                </a:lnTo>
                <a:lnTo>
                  <a:pt x="17" y="51"/>
                </a:lnTo>
                <a:lnTo>
                  <a:pt x="16" y="51"/>
                </a:lnTo>
                <a:lnTo>
                  <a:pt x="16" y="52"/>
                </a:lnTo>
                <a:lnTo>
                  <a:pt x="16" y="53"/>
                </a:lnTo>
                <a:lnTo>
                  <a:pt x="17" y="52"/>
                </a:lnTo>
                <a:lnTo>
                  <a:pt x="18" y="52"/>
                </a:lnTo>
                <a:lnTo>
                  <a:pt x="17" y="51"/>
                </a:lnTo>
                <a:lnTo>
                  <a:pt x="18" y="50"/>
                </a:lnTo>
                <a:lnTo>
                  <a:pt x="18" y="49"/>
                </a:lnTo>
                <a:lnTo>
                  <a:pt x="18" y="50"/>
                </a:lnTo>
                <a:lnTo>
                  <a:pt x="18" y="49"/>
                </a:lnTo>
                <a:lnTo>
                  <a:pt x="18" y="48"/>
                </a:lnTo>
                <a:lnTo>
                  <a:pt x="19" y="48"/>
                </a:lnTo>
                <a:lnTo>
                  <a:pt x="18" y="48"/>
                </a:lnTo>
                <a:lnTo>
                  <a:pt x="18" y="47"/>
                </a:lnTo>
                <a:lnTo>
                  <a:pt x="18" y="46"/>
                </a:lnTo>
                <a:lnTo>
                  <a:pt x="19" y="46"/>
                </a:lnTo>
                <a:lnTo>
                  <a:pt x="19" y="47"/>
                </a:lnTo>
                <a:lnTo>
                  <a:pt x="20" y="46"/>
                </a:lnTo>
                <a:lnTo>
                  <a:pt x="20" y="45"/>
                </a:lnTo>
                <a:lnTo>
                  <a:pt x="19" y="45"/>
                </a:lnTo>
                <a:lnTo>
                  <a:pt x="20" y="45"/>
                </a:lnTo>
                <a:lnTo>
                  <a:pt x="20" y="43"/>
                </a:lnTo>
                <a:lnTo>
                  <a:pt x="21" y="42"/>
                </a:lnTo>
                <a:lnTo>
                  <a:pt x="21" y="41"/>
                </a:lnTo>
                <a:lnTo>
                  <a:pt x="21" y="40"/>
                </a:lnTo>
                <a:lnTo>
                  <a:pt x="22" y="39"/>
                </a:lnTo>
                <a:lnTo>
                  <a:pt x="22" y="38"/>
                </a:lnTo>
                <a:lnTo>
                  <a:pt x="23" y="37"/>
                </a:lnTo>
                <a:lnTo>
                  <a:pt x="23" y="36"/>
                </a:lnTo>
                <a:lnTo>
                  <a:pt x="24" y="35"/>
                </a:lnTo>
                <a:lnTo>
                  <a:pt x="25" y="33"/>
                </a:lnTo>
                <a:lnTo>
                  <a:pt x="25" y="32"/>
                </a:lnTo>
                <a:lnTo>
                  <a:pt x="26" y="31"/>
                </a:lnTo>
                <a:lnTo>
                  <a:pt x="26" y="30"/>
                </a:lnTo>
                <a:lnTo>
                  <a:pt x="26" y="29"/>
                </a:lnTo>
                <a:lnTo>
                  <a:pt x="26" y="28"/>
                </a:lnTo>
                <a:lnTo>
                  <a:pt x="26" y="26"/>
                </a:lnTo>
                <a:lnTo>
                  <a:pt x="27" y="26"/>
                </a:lnTo>
                <a:lnTo>
                  <a:pt x="27" y="25"/>
                </a:lnTo>
                <a:lnTo>
                  <a:pt x="27" y="24"/>
                </a:lnTo>
                <a:lnTo>
                  <a:pt x="27" y="23"/>
                </a:lnTo>
                <a:lnTo>
                  <a:pt x="28" y="23"/>
                </a:lnTo>
                <a:lnTo>
                  <a:pt x="29" y="23"/>
                </a:lnTo>
                <a:lnTo>
                  <a:pt x="30" y="23"/>
                </a:lnTo>
                <a:lnTo>
                  <a:pt x="30" y="22"/>
                </a:lnTo>
                <a:lnTo>
                  <a:pt x="29" y="22"/>
                </a:lnTo>
                <a:lnTo>
                  <a:pt x="29" y="21"/>
                </a:lnTo>
                <a:lnTo>
                  <a:pt x="29" y="20"/>
                </a:lnTo>
                <a:lnTo>
                  <a:pt x="30" y="19"/>
                </a:lnTo>
                <a:lnTo>
                  <a:pt x="31" y="19"/>
                </a:lnTo>
                <a:lnTo>
                  <a:pt x="32" y="19"/>
                </a:lnTo>
                <a:lnTo>
                  <a:pt x="32" y="18"/>
                </a:lnTo>
                <a:lnTo>
                  <a:pt x="33" y="18"/>
                </a:lnTo>
                <a:lnTo>
                  <a:pt x="33" y="17"/>
                </a:lnTo>
                <a:lnTo>
                  <a:pt x="34" y="17"/>
                </a:lnTo>
                <a:lnTo>
                  <a:pt x="34" y="16"/>
                </a:lnTo>
                <a:lnTo>
                  <a:pt x="35" y="15"/>
                </a:lnTo>
                <a:lnTo>
                  <a:pt x="35" y="14"/>
                </a:lnTo>
                <a:lnTo>
                  <a:pt x="35" y="13"/>
                </a:lnTo>
                <a:lnTo>
                  <a:pt x="36" y="13"/>
                </a:lnTo>
                <a:lnTo>
                  <a:pt x="36" y="12"/>
                </a:lnTo>
                <a:lnTo>
                  <a:pt x="37" y="12"/>
                </a:lnTo>
                <a:lnTo>
                  <a:pt x="37" y="11"/>
                </a:lnTo>
                <a:lnTo>
                  <a:pt x="37" y="10"/>
                </a:lnTo>
                <a:lnTo>
                  <a:pt x="37" y="8"/>
                </a:lnTo>
                <a:lnTo>
                  <a:pt x="36" y="8"/>
                </a:lnTo>
                <a:lnTo>
                  <a:pt x="36" y="7"/>
                </a:lnTo>
                <a:lnTo>
                  <a:pt x="36" y="6"/>
                </a:lnTo>
                <a:lnTo>
                  <a:pt x="37" y="6"/>
                </a:lnTo>
                <a:lnTo>
                  <a:pt x="37" y="5"/>
                </a:lnTo>
                <a:lnTo>
                  <a:pt x="38" y="5"/>
                </a:lnTo>
                <a:lnTo>
                  <a:pt x="38" y="4"/>
                </a:lnTo>
                <a:lnTo>
                  <a:pt x="38" y="3"/>
                </a:lnTo>
                <a:lnTo>
                  <a:pt x="38" y="2"/>
                </a:lnTo>
                <a:lnTo>
                  <a:pt x="39" y="2"/>
                </a:lnTo>
                <a:lnTo>
                  <a:pt x="39" y="1"/>
                </a:lnTo>
                <a:lnTo>
                  <a:pt x="39" y="0"/>
                </a:lnTo>
                <a:lnTo>
                  <a:pt x="94" y="0"/>
                </a:lnTo>
                <a:close/>
              </a:path>
            </a:pathLst>
          </a:custGeom>
          <a:solidFill>
            <a:srgbClr val="C2C2BF"/>
          </a:solidFill>
          <a:ln w="2520">
            <a:solidFill>
              <a:srgbClr val="FFFFFF"/>
            </a:solidFill>
            <a:round/>
          </a:ln>
        </p:spPr>
        <p:txBody>
          <a:bodyPr lIns="1080" tIns="1080" rIns="1080" bIns="108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403" name=""/>
          <p:cNvSpPr/>
          <p:nvPr/>
        </p:nvSpPr>
        <p:spPr>
          <a:xfrm>
            <a:off x="5654880" y="1532160"/>
            <a:ext cx="720" cy="360"/>
          </a:xfrm>
          <a:custGeom>
            <a:avLst/>
            <a:gdLst/>
            <a:ahLst/>
            <a:rect l="0" t="0" r="r" b="b"/>
            <a:pathLst>
              <a:path w="2" h="1">
                <a:moveTo>
                  <a:pt x="2" y="0"/>
                </a:moveTo>
                <a:lnTo>
                  <a:pt x="2" y="1"/>
                </a:lnTo>
                <a:lnTo>
                  <a:pt x="1" y="1"/>
                </a:lnTo>
                <a:lnTo>
                  <a:pt x="0" y="1"/>
                </a:lnTo>
                <a:lnTo>
                  <a:pt x="0" y="0"/>
                </a:lnTo>
                <a:lnTo>
                  <a:pt x="2" y="0"/>
                </a:lnTo>
                <a:close/>
              </a:path>
            </a:pathLst>
          </a:custGeom>
          <a:solidFill>
            <a:srgbClr val="C2C2BF"/>
          </a:solidFill>
          <a:ln w="2520">
            <a:solidFill>
              <a:srgbClr val="FFFFFF"/>
            </a:solidFill>
            <a:round/>
          </a:ln>
        </p:spPr>
        <p:txBody>
          <a:bodyPr lIns="1080" tIns="-720" rIns="1080" bIns="-7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404" name=""/>
          <p:cNvSpPr/>
          <p:nvPr/>
        </p:nvSpPr>
        <p:spPr>
          <a:xfrm>
            <a:off x="5657400" y="1525680"/>
            <a:ext cx="1440" cy="1080"/>
          </a:xfrm>
          <a:custGeom>
            <a:avLst/>
            <a:gdLst/>
            <a:ahLst/>
            <a:rect l="0" t="0" r="r" b="b"/>
            <a:pathLst>
              <a:path w="4" h="3">
                <a:moveTo>
                  <a:pt x="0" y="3"/>
                </a:moveTo>
                <a:lnTo>
                  <a:pt x="0" y="0"/>
                </a:lnTo>
                <a:lnTo>
                  <a:pt x="2" y="0"/>
                </a:lnTo>
                <a:lnTo>
                  <a:pt x="3" y="0"/>
                </a:lnTo>
                <a:lnTo>
                  <a:pt x="4" y="0"/>
                </a:lnTo>
                <a:lnTo>
                  <a:pt x="4" y="2"/>
                </a:lnTo>
                <a:lnTo>
                  <a:pt x="3" y="2"/>
                </a:lnTo>
                <a:lnTo>
                  <a:pt x="3" y="3"/>
                </a:lnTo>
                <a:lnTo>
                  <a:pt x="2" y="3"/>
                </a:lnTo>
                <a:lnTo>
                  <a:pt x="0" y="3"/>
                </a:lnTo>
                <a:close/>
              </a:path>
            </a:pathLst>
          </a:custGeom>
          <a:solidFill>
            <a:srgbClr val="C2C2BF"/>
          </a:solidFill>
          <a:ln w="2520">
            <a:solidFill>
              <a:srgbClr val="FFFFFF"/>
            </a:solidFill>
            <a:round/>
          </a:ln>
        </p:spPr>
        <p:txBody>
          <a:bodyPr lIns="1080" tIns="0" rIns="108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405" name=""/>
          <p:cNvSpPr/>
          <p:nvPr/>
        </p:nvSpPr>
        <p:spPr>
          <a:xfrm>
            <a:off x="5530320" y="1966680"/>
            <a:ext cx="0" cy="0"/>
          </a:xfrm>
          <a:custGeom>
            <a:avLst/>
            <a:gdLst/>
            <a:ahLst/>
            <a:rect l="0" t="0" r="r" b="b"/>
            <a:pathLst>
              <a:path fill="none" w="0" h="0">
                <a:moveTo>
                  <a:pt x="0" y="0"/>
                </a:moveTo>
              </a:path>
            </a:pathLst>
          </a:custGeom>
          <a:ln w="4680">
            <a:solidFill>
              <a:srgbClr val="4A4A4A"/>
            </a:solidFill>
            <a:round/>
          </a:ln>
        </p:spPr>
        <p:txBody>
          <a:bodyPr lIns="2160" tIns="-2160" rIns="2160" bIns="-21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406" name=""/>
          <p:cNvSpPr/>
          <p:nvPr/>
        </p:nvSpPr>
        <p:spPr>
          <a:xfrm>
            <a:off x="5530680" y="1966320"/>
            <a:ext cx="360" cy="0"/>
          </a:xfrm>
          <a:prstGeom prst="line">
            <a:avLst/>
          </a:prstGeom>
          <a:ln w="4680">
            <a:solidFill>
              <a:srgbClr val="4A4A4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2160" tIns="-2160" rIns="2160" bIns="-21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407" name=""/>
          <p:cNvSpPr/>
          <p:nvPr/>
        </p:nvSpPr>
        <p:spPr>
          <a:xfrm>
            <a:off x="5529960" y="1921320"/>
            <a:ext cx="0" cy="0"/>
          </a:xfrm>
          <a:custGeom>
            <a:avLst/>
            <a:gdLst/>
            <a:ahLst/>
            <a:rect l="0" t="0" r="r" b="b"/>
            <a:pathLst>
              <a:path w="0" h="0">
                <a:moveTo>
                  <a:pt x="0" y="0"/>
                </a:moveTo>
                <a:lnTo>
                  <a:pt x="0" y="0"/>
                </a:lnTo>
                <a:close/>
              </a:path>
            </a:pathLst>
          </a:custGeom>
          <a:noFill/>
          <a:ln w="4680">
            <a:solidFill>
              <a:srgbClr val="4A4A4A"/>
            </a:solidFill>
            <a:round/>
          </a:ln>
        </p:spPr>
        <p:txBody>
          <a:bodyPr lIns="2160" tIns="-2160" rIns="2160" bIns="-21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408" name=""/>
          <p:cNvSpPr/>
          <p:nvPr/>
        </p:nvSpPr>
        <p:spPr>
          <a:xfrm>
            <a:off x="5537880" y="1905120"/>
            <a:ext cx="0" cy="360"/>
          </a:xfrm>
          <a:prstGeom prst="line">
            <a:avLst/>
          </a:prstGeom>
          <a:ln w="4680">
            <a:solidFill>
              <a:srgbClr val="4A4A4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2160" tIns="-1800" rIns="2160" bIns="-180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409" name=""/>
          <p:cNvSpPr/>
          <p:nvPr/>
        </p:nvSpPr>
        <p:spPr>
          <a:xfrm>
            <a:off x="5552280" y="1871280"/>
            <a:ext cx="0" cy="0"/>
          </a:xfrm>
          <a:custGeom>
            <a:avLst/>
            <a:gdLst/>
            <a:ahLst/>
            <a:rect l="0" t="0" r="r" b="b"/>
            <a:pathLst>
              <a:path fill="none" w="0" h="0">
                <a:moveTo>
                  <a:pt x="0" y="0"/>
                </a:moveTo>
              </a:path>
            </a:pathLst>
          </a:custGeom>
          <a:ln w="4680">
            <a:solidFill>
              <a:srgbClr val="4A4A4A"/>
            </a:solidFill>
            <a:round/>
          </a:ln>
        </p:spPr>
        <p:txBody>
          <a:bodyPr lIns="2160" tIns="-2160" rIns="2160" bIns="-21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410" name=""/>
          <p:cNvSpPr/>
          <p:nvPr/>
        </p:nvSpPr>
        <p:spPr>
          <a:xfrm>
            <a:off x="5548320" y="1855800"/>
            <a:ext cx="360" cy="0"/>
          </a:xfrm>
          <a:prstGeom prst="line">
            <a:avLst/>
          </a:prstGeom>
          <a:ln w="4680">
            <a:solidFill>
              <a:srgbClr val="4A4A4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2160" tIns="-2160" rIns="2160" bIns="-21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411" name=""/>
          <p:cNvSpPr/>
          <p:nvPr/>
        </p:nvSpPr>
        <p:spPr>
          <a:xfrm>
            <a:off x="5625360" y="1750680"/>
            <a:ext cx="360" cy="360"/>
          </a:xfrm>
          <a:custGeom>
            <a:avLst/>
            <a:gdLst/>
            <a:ahLst/>
            <a:rect l="0" t="0" r="r" b="b"/>
            <a:pathLst>
              <a:path fill="none" w="1" h="1">
                <a:moveTo>
                  <a:pt x="1" y="0"/>
                </a:moveTo>
                <a:lnTo>
                  <a:pt x="1" y="1"/>
                </a:lnTo>
                <a:lnTo>
                  <a:pt x="0" y="0"/>
                </a:lnTo>
                <a:lnTo>
                  <a:pt x="1" y="0"/>
                </a:lnTo>
              </a:path>
            </a:pathLst>
          </a:custGeom>
          <a:ln w="4680">
            <a:solidFill>
              <a:srgbClr val="4A4A4A"/>
            </a:solidFill>
            <a:round/>
          </a:ln>
        </p:spPr>
        <p:txBody>
          <a:bodyPr lIns="2160" tIns="-1800" rIns="2160" bIns="-180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412" name=""/>
          <p:cNvSpPr/>
          <p:nvPr/>
        </p:nvSpPr>
        <p:spPr>
          <a:xfrm>
            <a:off x="5626440" y="1750680"/>
            <a:ext cx="0" cy="0"/>
          </a:xfrm>
          <a:custGeom>
            <a:avLst/>
            <a:gdLst/>
            <a:ahLst/>
            <a:rect l="0" t="0" r="r" b="b"/>
            <a:pathLst>
              <a:path fill="none" w="0" h="0">
                <a:moveTo>
                  <a:pt x="0" y="0"/>
                </a:moveTo>
              </a:path>
            </a:pathLst>
          </a:custGeom>
          <a:ln w="4680">
            <a:solidFill>
              <a:srgbClr val="4A4A4A"/>
            </a:solidFill>
            <a:round/>
          </a:ln>
        </p:spPr>
        <p:txBody>
          <a:bodyPr lIns="2160" tIns="-2160" rIns="2160" bIns="-21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413" name=""/>
          <p:cNvSpPr/>
          <p:nvPr/>
        </p:nvSpPr>
        <p:spPr>
          <a:xfrm>
            <a:off x="5627520" y="1750680"/>
            <a:ext cx="0" cy="0"/>
          </a:xfrm>
          <a:custGeom>
            <a:avLst/>
            <a:gdLst/>
            <a:ahLst/>
            <a:rect l="0" t="0" r="r" b="b"/>
            <a:pathLst>
              <a:path fill="none" w="0" h="0">
                <a:moveTo>
                  <a:pt x="0" y="0"/>
                </a:moveTo>
              </a:path>
            </a:pathLst>
          </a:custGeom>
          <a:ln w="4680">
            <a:solidFill>
              <a:srgbClr val="4A4A4A"/>
            </a:solidFill>
            <a:round/>
          </a:ln>
        </p:spPr>
        <p:txBody>
          <a:bodyPr lIns="2160" tIns="-2160" rIns="2160" bIns="-21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414" name=""/>
          <p:cNvSpPr/>
          <p:nvPr/>
        </p:nvSpPr>
        <p:spPr>
          <a:xfrm>
            <a:off x="5461200" y="1749960"/>
            <a:ext cx="1800" cy="1080"/>
          </a:xfrm>
          <a:custGeom>
            <a:avLst/>
            <a:gdLst/>
            <a:ahLst/>
            <a:rect l="0" t="0" r="r" b="b"/>
            <a:pathLst>
              <a:path fill="none" w="5" h="3">
                <a:moveTo>
                  <a:pt x="2" y="3"/>
                </a:moveTo>
                <a:lnTo>
                  <a:pt x="0" y="3"/>
                </a:lnTo>
                <a:lnTo>
                  <a:pt x="0" y="1"/>
                </a:lnTo>
                <a:lnTo>
                  <a:pt x="2" y="0"/>
                </a:lnTo>
                <a:lnTo>
                  <a:pt x="3" y="0"/>
                </a:lnTo>
                <a:lnTo>
                  <a:pt x="5" y="0"/>
                </a:lnTo>
                <a:lnTo>
                  <a:pt x="5" y="1"/>
                </a:lnTo>
                <a:lnTo>
                  <a:pt x="3" y="3"/>
                </a:lnTo>
                <a:lnTo>
                  <a:pt x="2" y="3"/>
                </a:lnTo>
              </a:path>
            </a:pathLst>
          </a:custGeom>
          <a:ln w="4680">
            <a:solidFill>
              <a:srgbClr val="4A4A4A"/>
            </a:solidFill>
            <a:round/>
          </a:ln>
        </p:spPr>
        <p:txBody>
          <a:bodyPr lIns="2160" tIns="-1080" rIns="2160" bIns="-108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415" name=""/>
          <p:cNvSpPr/>
          <p:nvPr/>
        </p:nvSpPr>
        <p:spPr>
          <a:xfrm>
            <a:off x="5627880" y="1749960"/>
            <a:ext cx="360" cy="0"/>
          </a:xfrm>
          <a:prstGeom prst="line">
            <a:avLst/>
          </a:prstGeom>
          <a:ln w="4680">
            <a:solidFill>
              <a:srgbClr val="4A4A4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2160" tIns="-2160" rIns="2160" bIns="-21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416" name=""/>
          <p:cNvSpPr/>
          <p:nvPr/>
        </p:nvSpPr>
        <p:spPr>
          <a:xfrm>
            <a:off x="5486400" y="1749600"/>
            <a:ext cx="1800" cy="1800"/>
          </a:xfrm>
          <a:custGeom>
            <a:avLst/>
            <a:gdLst/>
            <a:ahLst/>
            <a:rect l="0" t="0" r="r" b="b"/>
            <a:pathLst>
              <a:path fill="none" w="5" h="5">
                <a:moveTo>
                  <a:pt x="3" y="4"/>
                </a:moveTo>
                <a:lnTo>
                  <a:pt x="3" y="5"/>
                </a:lnTo>
                <a:lnTo>
                  <a:pt x="1" y="4"/>
                </a:lnTo>
                <a:lnTo>
                  <a:pt x="0" y="4"/>
                </a:lnTo>
                <a:lnTo>
                  <a:pt x="0" y="3"/>
                </a:lnTo>
                <a:lnTo>
                  <a:pt x="1" y="3"/>
                </a:lnTo>
                <a:lnTo>
                  <a:pt x="3" y="1"/>
                </a:lnTo>
                <a:lnTo>
                  <a:pt x="4" y="0"/>
                </a:lnTo>
                <a:lnTo>
                  <a:pt x="5" y="1"/>
                </a:lnTo>
                <a:lnTo>
                  <a:pt x="5" y="3"/>
                </a:lnTo>
                <a:lnTo>
                  <a:pt x="3" y="4"/>
                </a:lnTo>
              </a:path>
            </a:pathLst>
          </a:custGeom>
          <a:ln w="4680">
            <a:solidFill>
              <a:srgbClr val="4A4A4A"/>
            </a:solidFill>
            <a:round/>
          </a:ln>
        </p:spPr>
        <p:txBody>
          <a:bodyPr lIns="2160" tIns="-360" rIns="2160" bIns="-3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417" name=""/>
          <p:cNvSpPr/>
          <p:nvPr/>
        </p:nvSpPr>
        <p:spPr>
          <a:xfrm>
            <a:off x="5625360" y="1748520"/>
            <a:ext cx="0" cy="0"/>
          </a:xfrm>
          <a:custGeom>
            <a:avLst/>
            <a:gdLst/>
            <a:ahLst/>
            <a:rect l="0" t="0" r="r" b="b"/>
            <a:pathLst>
              <a:path fill="none" w="0" h="0">
                <a:moveTo>
                  <a:pt x="0" y="0"/>
                </a:moveTo>
              </a:path>
            </a:pathLst>
          </a:custGeom>
          <a:ln w="4680">
            <a:solidFill>
              <a:srgbClr val="4A4A4A"/>
            </a:solidFill>
            <a:round/>
          </a:ln>
        </p:spPr>
        <p:txBody>
          <a:bodyPr lIns="2160" tIns="-2160" rIns="2160" bIns="-21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418" name=""/>
          <p:cNvSpPr/>
          <p:nvPr/>
        </p:nvSpPr>
        <p:spPr>
          <a:xfrm>
            <a:off x="5474880" y="1742400"/>
            <a:ext cx="2160" cy="1440"/>
          </a:xfrm>
          <a:custGeom>
            <a:avLst/>
            <a:gdLst/>
            <a:ahLst/>
            <a:rect l="0" t="0" r="r" b="b"/>
            <a:pathLst>
              <a:path fill="none" w="6" h="4">
                <a:moveTo>
                  <a:pt x="2" y="4"/>
                </a:moveTo>
                <a:lnTo>
                  <a:pt x="1" y="4"/>
                </a:lnTo>
                <a:lnTo>
                  <a:pt x="0" y="4"/>
                </a:lnTo>
                <a:lnTo>
                  <a:pt x="0" y="3"/>
                </a:lnTo>
                <a:lnTo>
                  <a:pt x="0" y="2"/>
                </a:lnTo>
                <a:lnTo>
                  <a:pt x="2" y="2"/>
                </a:lnTo>
                <a:lnTo>
                  <a:pt x="3" y="2"/>
                </a:lnTo>
                <a:lnTo>
                  <a:pt x="4" y="0"/>
                </a:lnTo>
                <a:lnTo>
                  <a:pt x="6" y="0"/>
                </a:lnTo>
                <a:lnTo>
                  <a:pt x="6" y="2"/>
                </a:lnTo>
                <a:lnTo>
                  <a:pt x="6" y="3"/>
                </a:lnTo>
                <a:lnTo>
                  <a:pt x="4" y="3"/>
                </a:lnTo>
                <a:lnTo>
                  <a:pt x="4" y="4"/>
                </a:lnTo>
                <a:lnTo>
                  <a:pt x="2" y="4"/>
                </a:lnTo>
              </a:path>
            </a:pathLst>
          </a:custGeom>
          <a:ln w="4680">
            <a:solidFill>
              <a:srgbClr val="4A4A4A"/>
            </a:solidFill>
            <a:round/>
          </a:ln>
        </p:spPr>
        <p:txBody>
          <a:bodyPr lIns="2160" tIns="-720" rIns="2160" bIns="-7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419" name=""/>
          <p:cNvSpPr/>
          <p:nvPr/>
        </p:nvSpPr>
        <p:spPr>
          <a:xfrm>
            <a:off x="5491800" y="1741320"/>
            <a:ext cx="4680" cy="2160"/>
          </a:xfrm>
          <a:custGeom>
            <a:avLst/>
            <a:gdLst/>
            <a:ahLst/>
            <a:rect l="0" t="0" r="r" b="b"/>
            <a:pathLst>
              <a:path fill="none" w="13" h="6">
                <a:moveTo>
                  <a:pt x="12" y="0"/>
                </a:moveTo>
                <a:lnTo>
                  <a:pt x="13" y="0"/>
                </a:lnTo>
                <a:lnTo>
                  <a:pt x="13" y="2"/>
                </a:lnTo>
                <a:lnTo>
                  <a:pt x="13" y="3"/>
                </a:lnTo>
                <a:lnTo>
                  <a:pt x="12" y="4"/>
                </a:lnTo>
                <a:lnTo>
                  <a:pt x="11" y="4"/>
                </a:lnTo>
                <a:lnTo>
                  <a:pt x="10" y="5"/>
                </a:lnTo>
                <a:lnTo>
                  <a:pt x="6" y="5"/>
                </a:lnTo>
                <a:lnTo>
                  <a:pt x="3" y="6"/>
                </a:lnTo>
                <a:lnTo>
                  <a:pt x="1" y="6"/>
                </a:lnTo>
                <a:lnTo>
                  <a:pt x="1" y="5"/>
                </a:lnTo>
                <a:lnTo>
                  <a:pt x="0" y="5"/>
                </a:lnTo>
                <a:lnTo>
                  <a:pt x="0" y="4"/>
                </a:lnTo>
                <a:lnTo>
                  <a:pt x="1" y="3"/>
                </a:lnTo>
                <a:lnTo>
                  <a:pt x="2" y="3"/>
                </a:lnTo>
                <a:lnTo>
                  <a:pt x="3" y="3"/>
                </a:lnTo>
                <a:lnTo>
                  <a:pt x="6" y="2"/>
                </a:lnTo>
                <a:lnTo>
                  <a:pt x="7" y="0"/>
                </a:lnTo>
                <a:lnTo>
                  <a:pt x="9" y="0"/>
                </a:lnTo>
                <a:lnTo>
                  <a:pt x="10" y="0"/>
                </a:lnTo>
                <a:lnTo>
                  <a:pt x="11" y="0"/>
                </a:lnTo>
                <a:lnTo>
                  <a:pt x="12" y="0"/>
                </a:lnTo>
              </a:path>
            </a:pathLst>
          </a:custGeom>
          <a:ln w="4680">
            <a:solidFill>
              <a:srgbClr val="4A4A4A"/>
            </a:solidFill>
            <a:round/>
          </a:ln>
        </p:spPr>
        <p:txBody>
          <a:bodyPr lIns="2160" tIns="0" rIns="216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420" name=""/>
          <p:cNvSpPr/>
          <p:nvPr/>
        </p:nvSpPr>
        <p:spPr>
          <a:xfrm>
            <a:off x="5473440" y="1739160"/>
            <a:ext cx="360" cy="360"/>
          </a:xfrm>
          <a:custGeom>
            <a:avLst/>
            <a:gdLst/>
            <a:ahLst/>
            <a:rect l="0" t="0" r="r" b="b"/>
            <a:pathLst>
              <a:path fill="none" w="1" h="1">
                <a:moveTo>
                  <a:pt x="1" y="1"/>
                </a:moveTo>
                <a:lnTo>
                  <a:pt x="0" y="1"/>
                </a:lnTo>
                <a:lnTo>
                  <a:pt x="0" y="0"/>
                </a:lnTo>
                <a:lnTo>
                  <a:pt x="1" y="0"/>
                </a:lnTo>
                <a:lnTo>
                  <a:pt x="1" y="1"/>
                </a:lnTo>
              </a:path>
            </a:pathLst>
          </a:custGeom>
          <a:ln w="4680">
            <a:solidFill>
              <a:srgbClr val="4A4A4A"/>
            </a:solidFill>
            <a:round/>
          </a:ln>
        </p:spPr>
        <p:txBody>
          <a:bodyPr lIns="2160" tIns="-1800" rIns="2160" bIns="-180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421" name=""/>
          <p:cNvSpPr/>
          <p:nvPr/>
        </p:nvSpPr>
        <p:spPr>
          <a:xfrm>
            <a:off x="5469840" y="1738080"/>
            <a:ext cx="3960" cy="3240"/>
          </a:xfrm>
          <a:custGeom>
            <a:avLst/>
            <a:gdLst/>
            <a:ahLst/>
            <a:rect l="0" t="0" r="r" b="b"/>
            <a:pathLst>
              <a:path fill="none" w="11" h="9">
                <a:moveTo>
                  <a:pt x="9" y="1"/>
                </a:moveTo>
                <a:lnTo>
                  <a:pt x="8" y="1"/>
                </a:lnTo>
                <a:lnTo>
                  <a:pt x="8" y="2"/>
                </a:lnTo>
                <a:lnTo>
                  <a:pt x="7" y="2"/>
                </a:lnTo>
                <a:lnTo>
                  <a:pt x="5" y="3"/>
                </a:lnTo>
                <a:lnTo>
                  <a:pt x="4" y="4"/>
                </a:lnTo>
                <a:lnTo>
                  <a:pt x="2" y="5"/>
                </a:lnTo>
                <a:lnTo>
                  <a:pt x="2" y="7"/>
                </a:lnTo>
                <a:lnTo>
                  <a:pt x="4" y="7"/>
                </a:lnTo>
                <a:lnTo>
                  <a:pt x="5" y="7"/>
                </a:lnTo>
                <a:lnTo>
                  <a:pt x="6" y="7"/>
                </a:lnTo>
                <a:lnTo>
                  <a:pt x="6" y="5"/>
                </a:lnTo>
                <a:lnTo>
                  <a:pt x="7" y="5"/>
                </a:lnTo>
                <a:lnTo>
                  <a:pt x="8" y="4"/>
                </a:lnTo>
                <a:lnTo>
                  <a:pt x="10" y="4"/>
                </a:lnTo>
                <a:lnTo>
                  <a:pt x="11" y="4"/>
                </a:lnTo>
                <a:lnTo>
                  <a:pt x="10" y="4"/>
                </a:lnTo>
                <a:lnTo>
                  <a:pt x="10" y="5"/>
                </a:lnTo>
                <a:lnTo>
                  <a:pt x="8" y="5"/>
                </a:lnTo>
                <a:lnTo>
                  <a:pt x="8" y="7"/>
                </a:lnTo>
                <a:lnTo>
                  <a:pt x="7" y="7"/>
                </a:lnTo>
                <a:lnTo>
                  <a:pt x="6" y="8"/>
                </a:lnTo>
                <a:lnTo>
                  <a:pt x="5" y="8"/>
                </a:lnTo>
                <a:lnTo>
                  <a:pt x="4" y="9"/>
                </a:lnTo>
                <a:lnTo>
                  <a:pt x="2" y="9"/>
                </a:lnTo>
                <a:lnTo>
                  <a:pt x="1" y="9"/>
                </a:lnTo>
                <a:lnTo>
                  <a:pt x="0" y="8"/>
                </a:lnTo>
                <a:lnTo>
                  <a:pt x="0" y="5"/>
                </a:lnTo>
                <a:lnTo>
                  <a:pt x="1" y="4"/>
                </a:lnTo>
                <a:lnTo>
                  <a:pt x="4" y="2"/>
                </a:lnTo>
                <a:lnTo>
                  <a:pt x="7" y="1"/>
                </a:lnTo>
                <a:lnTo>
                  <a:pt x="8" y="1"/>
                </a:lnTo>
                <a:lnTo>
                  <a:pt x="9" y="0"/>
                </a:lnTo>
                <a:lnTo>
                  <a:pt x="9" y="1"/>
                </a:lnTo>
              </a:path>
            </a:pathLst>
          </a:custGeom>
          <a:ln w="4680">
            <a:solidFill>
              <a:srgbClr val="4A4A4A"/>
            </a:solidFill>
            <a:round/>
          </a:ln>
        </p:spPr>
        <p:txBody>
          <a:bodyPr lIns="2160" tIns="1080" rIns="2160" bIns="108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422" name=""/>
          <p:cNvSpPr/>
          <p:nvPr/>
        </p:nvSpPr>
        <p:spPr>
          <a:xfrm>
            <a:off x="5472720" y="1737720"/>
            <a:ext cx="3960" cy="2880"/>
          </a:xfrm>
          <a:custGeom>
            <a:avLst/>
            <a:gdLst/>
            <a:ahLst/>
            <a:rect l="0" t="0" r="r" b="b"/>
            <a:pathLst>
              <a:path fill="none" w="11" h="8">
                <a:moveTo>
                  <a:pt x="10" y="2"/>
                </a:moveTo>
                <a:lnTo>
                  <a:pt x="11" y="3"/>
                </a:lnTo>
                <a:lnTo>
                  <a:pt x="10" y="4"/>
                </a:lnTo>
                <a:lnTo>
                  <a:pt x="9" y="5"/>
                </a:lnTo>
                <a:lnTo>
                  <a:pt x="8" y="6"/>
                </a:lnTo>
                <a:lnTo>
                  <a:pt x="7" y="8"/>
                </a:lnTo>
                <a:lnTo>
                  <a:pt x="6" y="8"/>
                </a:lnTo>
                <a:lnTo>
                  <a:pt x="5" y="6"/>
                </a:lnTo>
                <a:lnTo>
                  <a:pt x="3" y="6"/>
                </a:lnTo>
                <a:lnTo>
                  <a:pt x="5" y="6"/>
                </a:lnTo>
                <a:lnTo>
                  <a:pt x="6" y="6"/>
                </a:lnTo>
                <a:lnTo>
                  <a:pt x="7" y="5"/>
                </a:lnTo>
                <a:lnTo>
                  <a:pt x="8" y="5"/>
                </a:lnTo>
                <a:lnTo>
                  <a:pt x="9" y="4"/>
                </a:lnTo>
                <a:lnTo>
                  <a:pt x="9" y="3"/>
                </a:lnTo>
                <a:lnTo>
                  <a:pt x="8" y="3"/>
                </a:lnTo>
                <a:lnTo>
                  <a:pt x="8" y="2"/>
                </a:lnTo>
                <a:lnTo>
                  <a:pt x="7" y="2"/>
                </a:lnTo>
                <a:lnTo>
                  <a:pt x="6" y="3"/>
                </a:lnTo>
                <a:lnTo>
                  <a:pt x="3" y="3"/>
                </a:lnTo>
                <a:lnTo>
                  <a:pt x="2" y="3"/>
                </a:lnTo>
                <a:lnTo>
                  <a:pt x="1" y="3"/>
                </a:lnTo>
                <a:lnTo>
                  <a:pt x="0" y="3"/>
                </a:lnTo>
                <a:lnTo>
                  <a:pt x="0" y="2"/>
                </a:lnTo>
                <a:lnTo>
                  <a:pt x="3" y="2"/>
                </a:lnTo>
                <a:lnTo>
                  <a:pt x="5" y="2"/>
                </a:lnTo>
                <a:lnTo>
                  <a:pt x="6" y="2"/>
                </a:lnTo>
                <a:lnTo>
                  <a:pt x="8" y="0"/>
                </a:lnTo>
                <a:lnTo>
                  <a:pt x="9" y="0"/>
                </a:lnTo>
                <a:lnTo>
                  <a:pt x="10" y="2"/>
                </a:lnTo>
              </a:path>
            </a:pathLst>
          </a:custGeom>
          <a:ln w="4680">
            <a:solidFill>
              <a:srgbClr val="4A4A4A"/>
            </a:solidFill>
            <a:round/>
          </a:ln>
        </p:spPr>
        <p:txBody>
          <a:bodyPr lIns="2160" tIns="720" rIns="2160" bIns="7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423" name=""/>
          <p:cNvSpPr/>
          <p:nvPr/>
        </p:nvSpPr>
        <p:spPr>
          <a:xfrm>
            <a:off x="5490000" y="1735200"/>
            <a:ext cx="4320" cy="2160"/>
          </a:xfrm>
          <a:custGeom>
            <a:avLst/>
            <a:gdLst/>
            <a:ahLst/>
            <a:rect l="0" t="0" r="r" b="b"/>
            <a:pathLst>
              <a:path fill="none" w="12" h="6">
                <a:moveTo>
                  <a:pt x="11" y="4"/>
                </a:moveTo>
                <a:lnTo>
                  <a:pt x="7" y="4"/>
                </a:lnTo>
                <a:lnTo>
                  <a:pt x="5" y="4"/>
                </a:lnTo>
                <a:lnTo>
                  <a:pt x="4" y="5"/>
                </a:lnTo>
                <a:lnTo>
                  <a:pt x="3" y="6"/>
                </a:lnTo>
                <a:lnTo>
                  <a:pt x="0" y="6"/>
                </a:lnTo>
                <a:lnTo>
                  <a:pt x="0" y="5"/>
                </a:lnTo>
                <a:lnTo>
                  <a:pt x="0" y="4"/>
                </a:lnTo>
                <a:lnTo>
                  <a:pt x="1" y="4"/>
                </a:lnTo>
                <a:lnTo>
                  <a:pt x="3" y="4"/>
                </a:lnTo>
                <a:lnTo>
                  <a:pt x="4" y="3"/>
                </a:lnTo>
                <a:lnTo>
                  <a:pt x="6" y="3"/>
                </a:lnTo>
                <a:lnTo>
                  <a:pt x="7" y="1"/>
                </a:lnTo>
                <a:lnTo>
                  <a:pt x="9" y="1"/>
                </a:lnTo>
                <a:lnTo>
                  <a:pt x="10" y="0"/>
                </a:lnTo>
                <a:lnTo>
                  <a:pt x="11" y="0"/>
                </a:lnTo>
                <a:lnTo>
                  <a:pt x="11" y="1"/>
                </a:lnTo>
                <a:lnTo>
                  <a:pt x="12" y="3"/>
                </a:lnTo>
                <a:lnTo>
                  <a:pt x="11" y="4"/>
                </a:lnTo>
              </a:path>
            </a:pathLst>
          </a:custGeom>
          <a:ln w="4680">
            <a:solidFill>
              <a:srgbClr val="4A4A4A"/>
            </a:solidFill>
            <a:round/>
          </a:ln>
        </p:spPr>
        <p:txBody>
          <a:bodyPr lIns="2160" tIns="0" rIns="216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424" name=""/>
          <p:cNvSpPr/>
          <p:nvPr/>
        </p:nvSpPr>
        <p:spPr>
          <a:xfrm>
            <a:off x="5479920" y="1735200"/>
            <a:ext cx="2880" cy="1800"/>
          </a:xfrm>
          <a:custGeom>
            <a:avLst/>
            <a:gdLst/>
            <a:ahLst/>
            <a:rect l="0" t="0" r="r" b="b"/>
            <a:pathLst>
              <a:path fill="none" w="8" h="5">
                <a:moveTo>
                  <a:pt x="2" y="5"/>
                </a:moveTo>
                <a:lnTo>
                  <a:pt x="1" y="5"/>
                </a:lnTo>
                <a:lnTo>
                  <a:pt x="0" y="4"/>
                </a:lnTo>
                <a:lnTo>
                  <a:pt x="0" y="2"/>
                </a:lnTo>
                <a:lnTo>
                  <a:pt x="1" y="2"/>
                </a:lnTo>
                <a:lnTo>
                  <a:pt x="1" y="1"/>
                </a:lnTo>
                <a:lnTo>
                  <a:pt x="2" y="1"/>
                </a:lnTo>
                <a:lnTo>
                  <a:pt x="3" y="0"/>
                </a:lnTo>
                <a:lnTo>
                  <a:pt x="4" y="0"/>
                </a:lnTo>
                <a:lnTo>
                  <a:pt x="5" y="0"/>
                </a:lnTo>
                <a:lnTo>
                  <a:pt x="6" y="0"/>
                </a:lnTo>
                <a:lnTo>
                  <a:pt x="8" y="1"/>
                </a:lnTo>
                <a:lnTo>
                  <a:pt x="8" y="2"/>
                </a:lnTo>
                <a:lnTo>
                  <a:pt x="6" y="4"/>
                </a:lnTo>
                <a:lnTo>
                  <a:pt x="5" y="4"/>
                </a:lnTo>
                <a:lnTo>
                  <a:pt x="4" y="4"/>
                </a:lnTo>
                <a:lnTo>
                  <a:pt x="2" y="5"/>
                </a:lnTo>
              </a:path>
            </a:pathLst>
          </a:custGeom>
          <a:ln w="4680">
            <a:solidFill>
              <a:srgbClr val="4A4A4A"/>
            </a:solidFill>
            <a:round/>
          </a:ln>
        </p:spPr>
        <p:txBody>
          <a:bodyPr lIns="2160" tIns="-360" rIns="2160" bIns="-3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425" name=""/>
          <p:cNvSpPr/>
          <p:nvPr/>
        </p:nvSpPr>
        <p:spPr>
          <a:xfrm>
            <a:off x="5496840" y="1734120"/>
            <a:ext cx="1080" cy="1080"/>
          </a:xfrm>
          <a:custGeom>
            <a:avLst/>
            <a:gdLst/>
            <a:ahLst/>
            <a:rect l="0" t="0" r="r" b="b"/>
            <a:pathLst>
              <a:path fill="none" w="3" h="3">
                <a:moveTo>
                  <a:pt x="3" y="3"/>
                </a:moveTo>
                <a:lnTo>
                  <a:pt x="1" y="3"/>
                </a:lnTo>
                <a:lnTo>
                  <a:pt x="0" y="3"/>
                </a:lnTo>
                <a:lnTo>
                  <a:pt x="0" y="1"/>
                </a:lnTo>
                <a:lnTo>
                  <a:pt x="1" y="0"/>
                </a:lnTo>
                <a:lnTo>
                  <a:pt x="3" y="0"/>
                </a:lnTo>
                <a:lnTo>
                  <a:pt x="3" y="1"/>
                </a:lnTo>
                <a:lnTo>
                  <a:pt x="3" y="3"/>
                </a:lnTo>
              </a:path>
            </a:pathLst>
          </a:custGeom>
          <a:ln w="4680">
            <a:solidFill>
              <a:srgbClr val="4A4A4A"/>
            </a:solidFill>
            <a:round/>
          </a:ln>
        </p:spPr>
        <p:txBody>
          <a:bodyPr lIns="2160" tIns="-1080" rIns="2160" bIns="-108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426" name=""/>
          <p:cNvSpPr/>
          <p:nvPr/>
        </p:nvSpPr>
        <p:spPr>
          <a:xfrm>
            <a:off x="5467680" y="1733760"/>
            <a:ext cx="1800" cy="1440"/>
          </a:xfrm>
          <a:custGeom>
            <a:avLst/>
            <a:gdLst/>
            <a:ahLst/>
            <a:rect l="0" t="0" r="r" b="b"/>
            <a:pathLst>
              <a:path fill="none" w="5" h="4">
                <a:moveTo>
                  <a:pt x="5" y="2"/>
                </a:moveTo>
                <a:lnTo>
                  <a:pt x="5" y="4"/>
                </a:lnTo>
                <a:lnTo>
                  <a:pt x="4" y="4"/>
                </a:lnTo>
                <a:lnTo>
                  <a:pt x="2" y="2"/>
                </a:lnTo>
                <a:lnTo>
                  <a:pt x="1" y="2"/>
                </a:lnTo>
                <a:lnTo>
                  <a:pt x="1" y="4"/>
                </a:lnTo>
                <a:lnTo>
                  <a:pt x="0" y="4"/>
                </a:lnTo>
                <a:lnTo>
                  <a:pt x="0" y="2"/>
                </a:lnTo>
                <a:lnTo>
                  <a:pt x="1" y="2"/>
                </a:lnTo>
                <a:lnTo>
                  <a:pt x="2" y="0"/>
                </a:lnTo>
                <a:lnTo>
                  <a:pt x="4" y="0"/>
                </a:lnTo>
                <a:lnTo>
                  <a:pt x="5" y="0"/>
                </a:lnTo>
                <a:lnTo>
                  <a:pt x="5" y="2"/>
                </a:lnTo>
              </a:path>
            </a:pathLst>
          </a:custGeom>
          <a:ln w="4680">
            <a:solidFill>
              <a:srgbClr val="4A4A4A"/>
            </a:solidFill>
            <a:round/>
          </a:ln>
        </p:spPr>
        <p:txBody>
          <a:bodyPr lIns="2160" tIns="-720" rIns="2160" bIns="-7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427" name=""/>
          <p:cNvSpPr/>
          <p:nvPr/>
        </p:nvSpPr>
        <p:spPr>
          <a:xfrm>
            <a:off x="5472720" y="1733400"/>
            <a:ext cx="720" cy="360"/>
          </a:xfrm>
          <a:custGeom>
            <a:avLst/>
            <a:gdLst/>
            <a:ahLst/>
            <a:rect l="0" t="0" r="r" b="b"/>
            <a:pathLst>
              <a:path fill="none" w="2" h="1">
                <a:moveTo>
                  <a:pt x="2" y="0"/>
                </a:moveTo>
                <a:lnTo>
                  <a:pt x="2" y="1"/>
                </a:lnTo>
                <a:lnTo>
                  <a:pt x="1" y="1"/>
                </a:lnTo>
                <a:lnTo>
                  <a:pt x="0" y="1"/>
                </a:lnTo>
                <a:lnTo>
                  <a:pt x="0" y="0"/>
                </a:lnTo>
                <a:lnTo>
                  <a:pt x="2" y="0"/>
                </a:lnTo>
              </a:path>
            </a:pathLst>
          </a:custGeom>
          <a:ln w="4680">
            <a:solidFill>
              <a:srgbClr val="4A4A4A"/>
            </a:solidFill>
            <a:round/>
          </a:ln>
        </p:spPr>
        <p:txBody>
          <a:bodyPr lIns="2160" tIns="-1800" rIns="2160" bIns="-180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428" name=""/>
          <p:cNvSpPr/>
          <p:nvPr/>
        </p:nvSpPr>
        <p:spPr>
          <a:xfrm>
            <a:off x="5469480" y="1732680"/>
            <a:ext cx="1440" cy="2160"/>
          </a:xfrm>
          <a:custGeom>
            <a:avLst/>
            <a:gdLst/>
            <a:ahLst/>
            <a:rect l="0" t="0" r="r" b="b"/>
            <a:pathLst>
              <a:path fill="none" w="4" h="6">
                <a:moveTo>
                  <a:pt x="4" y="6"/>
                </a:moveTo>
                <a:lnTo>
                  <a:pt x="3" y="6"/>
                </a:lnTo>
                <a:lnTo>
                  <a:pt x="2" y="6"/>
                </a:lnTo>
                <a:lnTo>
                  <a:pt x="2" y="4"/>
                </a:lnTo>
                <a:lnTo>
                  <a:pt x="0" y="3"/>
                </a:lnTo>
                <a:lnTo>
                  <a:pt x="2" y="2"/>
                </a:lnTo>
                <a:lnTo>
                  <a:pt x="2" y="0"/>
                </a:lnTo>
                <a:lnTo>
                  <a:pt x="3" y="2"/>
                </a:lnTo>
                <a:lnTo>
                  <a:pt x="4" y="3"/>
                </a:lnTo>
                <a:lnTo>
                  <a:pt x="4" y="4"/>
                </a:lnTo>
                <a:lnTo>
                  <a:pt x="4" y="6"/>
                </a:lnTo>
              </a:path>
            </a:pathLst>
          </a:custGeom>
          <a:ln w="4680">
            <a:solidFill>
              <a:srgbClr val="4A4A4A"/>
            </a:solidFill>
            <a:round/>
          </a:ln>
        </p:spPr>
        <p:txBody>
          <a:bodyPr lIns="2160" tIns="0" rIns="216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429" name=""/>
          <p:cNvSpPr/>
          <p:nvPr/>
        </p:nvSpPr>
        <p:spPr>
          <a:xfrm>
            <a:off x="5496120" y="1732680"/>
            <a:ext cx="1440" cy="1440"/>
          </a:xfrm>
          <a:custGeom>
            <a:avLst/>
            <a:gdLst/>
            <a:ahLst/>
            <a:rect l="0" t="0" r="r" b="b"/>
            <a:pathLst>
              <a:path fill="none" w="4" h="4">
                <a:moveTo>
                  <a:pt x="4" y="3"/>
                </a:moveTo>
                <a:lnTo>
                  <a:pt x="3" y="4"/>
                </a:lnTo>
                <a:lnTo>
                  <a:pt x="1" y="4"/>
                </a:lnTo>
                <a:lnTo>
                  <a:pt x="0" y="3"/>
                </a:lnTo>
                <a:lnTo>
                  <a:pt x="0" y="2"/>
                </a:lnTo>
                <a:lnTo>
                  <a:pt x="1" y="0"/>
                </a:lnTo>
                <a:lnTo>
                  <a:pt x="3" y="0"/>
                </a:lnTo>
                <a:lnTo>
                  <a:pt x="4" y="0"/>
                </a:lnTo>
                <a:lnTo>
                  <a:pt x="4" y="2"/>
                </a:lnTo>
                <a:lnTo>
                  <a:pt x="4" y="3"/>
                </a:lnTo>
              </a:path>
            </a:pathLst>
          </a:custGeom>
          <a:ln w="4680">
            <a:solidFill>
              <a:srgbClr val="4A4A4A"/>
            </a:solidFill>
            <a:round/>
          </a:ln>
        </p:spPr>
        <p:txBody>
          <a:bodyPr lIns="2160" tIns="-720" rIns="2160" bIns="-7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430" name=""/>
          <p:cNvSpPr/>
          <p:nvPr/>
        </p:nvSpPr>
        <p:spPr>
          <a:xfrm>
            <a:off x="5469840" y="1732320"/>
            <a:ext cx="360" cy="360"/>
          </a:xfrm>
          <a:custGeom>
            <a:avLst/>
            <a:gdLst/>
            <a:ahLst/>
            <a:rect l="0" t="0" r="r" b="b"/>
            <a:pathLst>
              <a:path fill="none" w="1" h="1">
                <a:moveTo>
                  <a:pt x="1" y="1"/>
                </a:moveTo>
                <a:lnTo>
                  <a:pt x="0" y="1"/>
                </a:lnTo>
                <a:lnTo>
                  <a:pt x="0" y="0"/>
                </a:lnTo>
                <a:lnTo>
                  <a:pt x="1" y="0"/>
                </a:lnTo>
                <a:lnTo>
                  <a:pt x="1" y="1"/>
                </a:lnTo>
              </a:path>
            </a:pathLst>
          </a:custGeom>
          <a:ln w="4680">
            <a:solidFill>
              <a:srgbClr val="4A4A4A"/>
            </a:solidFill>
            <a:round/>
          </a:ln>
        </p:spPr>
        <p:txBody>
          <a:bodyPr lIns="2160" tIns="-1800" rIns="2160" bIns="-180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431" name=""/>
          <p:cNvSpPr/>
          <p:nvPr/>
        </p:nvSpPr>
        <p:spPr>
          <a:xfrm>
            <a:off x="5470200" y="1731600"/>
            <a:ext cx="1080" cy="720"/>
          </a:xfrm>
          <a:custGeom>
            <a:avLst/>
            <a:gdLst/>
            <a:ahLst/>
            <a:rect l="0" t="0" r="r" b="b"/>
            <a:pathLst>
              <a:path fill="none" w="3" h="2">
                <a:moveTo>
                  <a:pt x="1" y="2"/>
                </a:moveTo>
                <a:lnTo>
                  <a:pt x="0" y="2"/>
                </a:lnTo>
                <a:lnTo>
                  <a:pt x="0" y="0"/>
                </a:lnTo>
                <a:lnTo>
                  <a:pt x="1" y="0"/>
                </a:lnTo>
                <a:lnTo>
                  <a:pt x="3" y="0"/>
                </a:lnTo>
                <a:lnTo>
                  <a:pt x="1" y="2"/>
                </a:lnTo>
              </a:path>
            </a:pathLst>
          </a:custGeom>
          <a:ln w="4680">
            <a:solidFill>
              <a:srgbClr val="4A4A4A"/>
            </a:solidFill>
            <a:round/>
          </a:ln>
        </p:spPr>
        <p:txBody>
          <a:bodyPr lIns="2160" tIns="-1440" rIns="2160" bIns="-144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432" name=""/>
          <p:cNvSpPr/>
          <p:nvPr/>
        </p:nvSpPr>
        <p:spPr>
          <a:xfrm>
            <a:off x="5473080" y="1731240"/>
            <a:ext cx="0" cy="360"/>
          </a:xfrm>
          <a:custGeom>
            <a:avLst/>
            <a:gdLst/>
            <a:ahLst/>
            <a:rect l="0" t="0" r="r" b="b"/>
            <a:pathLst>
              <a:path w="0" h="1">
                <a:moveTo>
                  <a:pt x="0" y="0"/>
                </a:moveTo>
                <a:lnTo>
                  <a:pt x="0" y="1"/>
                </a:lnTo>
                <a:lnTo>
                  <a:pt x="0" y="0"/>
                </a:lnTo>
                <a:close/>
              </a:path>
            </a:pathLst>
          </a:custGeom>
          <a:noFill/>
          <a:ln w="4680">
            <a:solidFill>
              <a:srgbClr val="4A4A4A"/>
            </a:solidFill>
            <a:round/>
          </a:ln>
        </p:spPr>
        <p:txBody>
          <a:bodyPr lIns="2160" tIns="-1800" rIns="2160" bIns="-180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433" name=""/>
          <p:cNvSpPr/>
          <p:nvPr/>
        </p:nvSpPr>
        <p:spPr>
          <a:xfrm>
            <a:off x="5473080" y="1731240"/>
            <a:ext cx="0" cy="0"/>
          </a:xfrm>
          <a:custGeom>
            <a:avLst/>
            <a:gdLst/>
            <a:ahLst/>
            <a:rect l="0" t="0" r="r" b="b"/>
            <a:pathLst>
              <a:path fill="none" w="0" h="0">
                <a:moveTo>
                  <a:pt x="0" y="0"/>
                </a:moveTo>
              </a:path>
            </a:pathLst>
          </a:custGeom>
          <a:ln w="4680">
            <a:solidFill>
              <a:srgbClr val="4A4A4A"/>
            </a:solidFill>
            <a:round/>
          </a:ln>
        </p:spPr>
        <p:txBody>
          <a:bodyPr lIns="2160" tIns="-2160" rIns="2160" bIns="-21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434" name=""/>
          <p:cNvSpPr/>
          <p:nvPr/>
        </p:nvSpPr>
        <p:spPr>
          <a:xfrm>
            <a:off x="5473800" y="1731240"/>
            <a:ext cx="1440" cy="2520"/>
          </a:xfrm>
          <a:custGeom>
            <a:avLst/>
            <a:gdLst/>
            <a:ahLst/>
            <a:rect l="0" t="0" r="r" b="b"/>
            <a:pathLst>
              <a:path fill="none" w="4" h="7">
                <a:moveTo>
                  <a:pt x="2" y="7"/>
                </a:moveTo>
                <a:lnTo>
                  <a:pt x="0" y="7"/>
                </a:lnTo>
                <a:lnTo>
                  <a:pt x="0" y="5"/>
                </a:lnTo>
                <a:lnTo>
                  <a:pt x="2" y="5"/>
                </a:lnTo>
                <a:lnTo>
                  <a:pt x="2" y="4"/>
                </a:lnTo>
                <a:lnTo>
                  <a:pt x="3" y="3"/>
                </a:lnTo>
                <a:lnTo>
                  <a:pt x="2" y="3"/>
                </a:lnTo>
                <a:lnTo>
                  <a:pt x="2" y="2"/>
                </a:lnTo>
                <a:lnTo>
                  <a:pt x="0" y="1"/>
                </a:lnTo>
                <a:lnTo>
                  <a:pt x="0" y="0"/>
                </a:lnTo>
                <a:lnTo>
                  <a:pt x="2" y="0"/>
                </a:lnTo>
                <a:lnTo>
                  <a:pt x="2" y="1"/>
                </a:lnTo>
                <a:lnTo>
                  <a:pt x="3" y="1"/>
                </a:lnTo>
                <a:lnTo>
                  <a:pt x="4" y="1"/>
                </a:lnTo>
                <a:lnTo>
                  <a:pt x="4" y="2"/>
                </a:lnTo>
                <a:lnTo>
                  <a:pt x="4" y="3"/>
                </a:lnTo>
                <a:lnTo>
                  <a:pt x="3" y="4"/>
                </a:lnTo>
                <a:lnTo>
                  <a:pt x="3" y="5"/>
                </a:lnTo>
                <a:lnTo>
                  <a:pt x="2" y="5"/>
                </a:lnTo>
                <a:lnTo>
                  <a:pt x="2" y="7"/>
                </a:lnTo>
              </a:path>
            </a:pathLst>
          </a:custGeom>
          <a:ln w="4680">
            <a:solidFill>
              <a:srgbClr val="4A4A4A"/>
            </a:solidFill>
            <a:round/>
          </a:ln>
        </p:spPr>
        <p:txBody>
          <a:bodyPr lIns="2160" tIns="360" rIns="2160" bIns="3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435" name=""/>
          <p:cNvSpPr/>
          <p:nvPr/>
        </p:nvSpPr>
        <p:spPr>
          <a:xfrm>
            <a:off x="5472360" y="1730880"/>
            <a:ext cx="0" cy="0"/>
          </a:xfrm>
          <a:custGeom>
            <a:avLst/>
            <a:gdLst/>
            <a:ahLst/>
            <a:rect l="0" t="0" r="r" b="b"/>
            <a:pathLst>
              <a:path w="0" h="0">
                <a:moveTo>
                  <a:pt x="0" y="0"/>
                </a:moveTo>
                <a:lnTo>
                  <a:pt x="0" y="0"/>
                </a:lnTo>
                <a:close/>
              </a:path>
            </a:pathLst>
          </a:custGeom>
          <a:noFill/>
          <a:ln w="4680">
            <a:solidFill>
              <a:srgbClr val="4A4A4A"/>
            </a:solidFill>
            <a:round/>
          </a:ln>
        </p:spPr>
        <p:txBody>
          <a:bodyPr lIns="2160" tIns="-2160" rIns="2160" bIns="-21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436" name=""/>
          <p:cNvSpPr/>
          <p:nvPr/>
        </p:nvSpPr>
        <p:spPr>
          <a:xfrm>
            <a:off x="5471640" y="1730520"/>
            <a:ext cx="1440" cy="1440"/>
          </a:xfrm>
          <a:custGeom>
            <a:avLst/>
            <a:gdLst/>
            <a:ahLst/>
            <a:rect l="0" t="0" r="r" b="b"/>
            <a:pathLst>
              <a:path fill="none" w="4" h="4">
                <a:moveTo>
                  <a:pt x="2" y="4"/>
                </a:moveTo>
                <a:lnTo>
                  <a:pt x="0" y="4"/>
                </a:lnTo>
                <a:lnTo>
                  <a:pt x="0" y="2"/>
                </a:lnTo>
                <a:lnTo>
                  <a:pt x="2" y="0"/>
                </a:lnTo>
                <a:lnTo>
                  <a:pt x="4" y="0"/>
                </a:lnTo>
                <a:lnTo>
                  <a:pt x="4" y="2"/>
                </a:lnTo>
                <a:lnTo>
                  <a:pt x="2" y="2"/>
                </a:lnTo>
                <a:lnTo>
                  <a:pt x="2" y="4"/>
                </a:lnTo>
              </a:path>
            </a:pathLst>
          </a:custGeom>
          <a:ln w="4680">
            <a:solidFill>
              <a:srgbClr val="4A4A4A"/>
            </a:solidFill>
            <a:round/>
          </a:ln>
        </p:spPr>
        <p:txBody>
          <a:bodyPr lIns="2160" tIns="-720" rIns="2160" bIns="-7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437" name=""/>
          <p:cNvSpPr/>
          <p:nvPr/>
        </p:nvSpPr>
        <p:spPr>
          <a:xfrm>
            <a:off x="5472360" y="1730160"/>
            <a:ext cx="1440" cy="1080"/>
          </a:xfrm>
          <a:custGeom>
            <a:avLst/>
            <a:gdLst/>
            <a:ahLst/>
            <a:rect l="0" t="0" r="r" b="b"/>
            <a:pathLst>
              <a:path fill="none" w="4" h="3">
                <a:moveTo>
                  <a:pt x="4" y="3"/>
                </a:moveTo>
                <a:lnTo>
                  <a:pt x="3" y="3"/>
                </a:lnTo>
                <a:lnTo>
                  <a:pt x="1" y="3"/>
                </a:lnTo>
                <a:lnTo>
                  <a:pt x="1" y="2"/>
                </a:lnTo>
                <a:lnTo>
                  <a:pt x="0" y="2"/>
                </a:lnTo>
                <a:lnTo>
                  <a:pt x="0" y="0"/>
                </a:lnTo>
                <a:lnTo>
                  <a:pt x="1" y="0"/>
                </a:lnTo>
                <a:lnTo>
                  <a:pt x="3" y="0"/>
                </a:lnTo>
                <a:lnTo>
                  <a:pt x="4" y="2"/>
                </a:lnTo>
                <a:lnTo>
                  <a:pt x="4" y="3"/>
                </a:lnTo>
              </a:path>
            </a:pathLst>
          </a:custGeom>
          <a:ln w="4680">
            <a:solidFill>
              <a:srgbClr val="4A4A4A"/>
            </a:solidFill>
            <a:round/>
          </a:ln>
        </p:spPr>
        <p:txBody>
          <a:bodyPr lIns="2160" tIns="-1080" rIns="2160" bIns="-108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438" name=""/>
          <p:cNvSpPr/>
          <p:nvPr/>
        </p:nvSpPr>
        <p:spPr>
          <a:xfrm>
            <a:off x="5492520" y="1730160"/>
            <a:ext cx="2520" cy="2160"/>
          </a:xfrm>
          <a:custGeom>
            <a:avLst/>
            <a:gdLst/>
            <a:ahLst/>
            <a:rect l="0" t="0" r="r" b="b"/>
            <a:pathLst>
              <a:path fill="none" w="7" h="6">
                <a:moveTo>
                  <a:pt x="1" y="6"/>
                </a:moveTo>
                <a:lnTo>
                  <a:pt x="0" y="6"/>
                </a:lnTo>
                <a:lnTo>
                  <a:pt x="0" y="5"/>
                </a:lnTo>
                <a:lnTo>
                  <a:pt x="0" y="4"/>
                </a:lnTo>
                <a:lnTo>
                  <a:pt x="1" y="3"/>
                </a:lnTo>
                <a:lnTo>
                  <a:pt x="2" y="3"/>
                </a:lnTo>
                <a:lnTo>
                  <a:pt x="3" y="1"/>
                </a:lnTo>
                <a:lnTo>
                  <a:pt x="5" y="0"/>
                </a:lnTo>
                <a:lnTo>
                  <a:pt x="6" y="0"/>
                </a:lnTo>
                <a:lnTo>
                  <a:pt x="7" y="0"/>
                </a:lnTo>
                <a:lnTo>
                  <a:pt x="6" y="1"/>
                </a:lnTo>
                <a:lnTo>
                  <a:pt x="5" y="3"/>
                </a:lnTo>
                <a:lnTo>
                  <a:pt x="2" y="4"/>
                </a:lnTo>
                <a:lnTo>
                  <a:pt x="1" y="5"/>
                </a:lnTo>
                <a:lnTo>
                  <a:pt x="1" y="6"/>
                </a:lnTo>
              </a:path>
            </a:pathLst>
          </a:custGeom>
          <a:ln w="4680">
            <a:solidFill>
              <a:srgbClr val="4A4A4A"/>
            </a:solidFill>
            <a:round/>
          </a:ln>
        </p:spPr>
        <p:txBody>
          <a:bodyPr lIns="2160" tIns="0" rIns="216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439" name=""/>
          <p:cNvSpPr/>
          <p:nvPr/>
        </p:nvSpPr>
        <p:spPr>
          <a:xfrm>
            <a:off x="5495760" y="1729080"/>
            <a:ext cx="360" cy="0"/>
          </a:xfrm>
          <a:prstGeom prst="line">
            <a:avLst/>
          </a:prstGeom>
          <a:ln w="4680">
            <a:solidFill>
              <a:srgbClr val="4A4A4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2160" tIns="-2160" rIns="2160" bIns="-21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440" name=""/>
          <p:cNvSpPr/>
          <p:nvPr/>
        </p:nvSpPr>
        <p:spPr>
          <a:xfrm>
            <a:off x="5497560" y="1726200"/>
            <a:ext cx="1080" cy="1440"/>
          </a:xfrm>
          <a:custGeom>
            <a:avLst/>
            <a:gdLst/>
            <a:ahLst/>
            <a:rect l="0" t="0" r="r" b="b"/>
            <a:pathLst>
              <a:path fill="none" w="3" h="4">
                <a:moveTo>
                  <a:pt x="3" y="4"/>
                </a:moveTo>
                <a:lnTo>
                  <a:pt x="1" y="4"/>
                </a:lnTo>
                <a:lnTo>
                  <a:pt x="0" y="4"/>
                </a:lnTo>
                <a:lnTo>
                  <a:pt x="0" y="2"/>
                </a:lnTo>
                <a:lnTo>
                  <a:pt x="1" y="0"/>
                </a:lnTo>
                <a:lnTo>
                  <a:pt x="3" y="2"/>
                </a:lnTo>
                <a:lnTo>
                  <a:pt x="3" y="4"/>
                </a:lnTo>
              </a:path>
            </a:pathLst>
          </a:custGeom>
          <a:ln w="4680">
            <a:solidFill>
              <a:srgbClr val="4A4A4A"/>
            </a:solidFill>
            <a:round/>
          </a:ln>
        </p:spPr>
        <p:txBody>
          <a:bodyPr lIns="2160" tIns="-720" rIns="2160" bIns="-7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441" name=""/>
          <p:cNvSpPr/>
          <p:nvPr/>
        </p:nvSpPr>
        <p:spPr>
          <a:xfrm>
            <a:off x="5484600" y="1724400"/>
            <a:ext cx="1800" cy="1800"/>
          </a:xfrm>
          <a:custGeom>
            <a:avLst/>
            <a:gdLst/>
            <a:ahLst/>
            <a:rect l="0" t="0" r="r" b="b"/>
            <a:pathLst>
              <a:path fill="none" w="5" h="5">
                <a:moveTo>
                  <a:pt x="5" y="5"/>
                </a:moveTo>
                <a:lnTo>
                  <a:pt x="4" y="5"/>
                </a:lnTo>
                <a:lnTo>
                  <a:pt x="2" y="5"/>
                </a:lnTo>
                <a:lnTo>
                  <a:pt x="0" y="3"/>
                </a:lnTo>
                <a:lnTo>
                  <a:pt x="0" y="2"/>
                </a:lnTo>
                <a:lnTo>
                  <a:pt x="1" y="0"/>
                </a:lnTo>
                <a:lnTo>
                  <a:pt x="4" y="2"/>
                </a:lnTo>
                <a:lnTo>
                  <a:pt x="5" y="2"/>
                </a:lnTo>
                <a:lnTo>
                  <a:pt x="5" y="3"/>
                </a:lnTo>
                <a:lnTo>
                  <a:pt x="5" y="5"/>
                </a:lnTo>
              </a:path>
            </a:pathLst>
          </a:custGeom>
          <a:ln w="4680">
            <a:solidFill>
              <a:srgbClr val="4A4A4A"/>
            </a:solidFill>
            <a:round/>
          </a:ln>
        </p:spPr>
        <p:txBody>
          <a:bodyPr lIns="2160" tIns="-360" rIns="2160" bIns="-3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442" name=""/>
          <p:cNvSpPr/>
          <p:nvPr/>
        </p:nvSpPr>
        <p:spPr>
          <a:xfrm>
            <a:off x="5596200" y="1724040"/>
            <a:ext cx="1800" cy="2160"/>
          </a:xfrm>
          <a:custGeom>
            <a:avLst/>
            <a:gdLst/>
            <a:ahLst/>
            <a:rect l="0" t="0" r="r" b="b"/>
            <a:pathLst>
              <a:path fill="none" w="5" h="6">
                <a:moveTo>
                  <a:pt x="4" y="6"/>
                </a:moveTo>
                <a:lnTo>
                  <a:pt x="3" y="6"/>
                </a:lnTo>
                <a:lnTo>
                  <a:pt x="0" y="5"/>
                </a:lnTo>
                <a:lnTo>
                  <a:pt x="0" y="3"/>
                </a:lnTo>
                <a:lnTo>
                  <a:pt x="0" y="2"/>
                </a:lnTo>
                <a:lnTo>
                  <a:pt x="0" y="1"/>
                </a:lnTo>
                <a:lnTo>
                  <a:pt x="3" y="0"/>
                </a:lnTo>
                <a:lnTo>
                  <a:pt x="4" y="0"/>
                </a:lnTo>
                <a:lnTo>
                  <a:pt x="5" y="1"/>
                </a:lnTo>
                <a:lnTo>
                  <a:pt x="5" y="2"/>
                </a:lnTo>
                <a:lnTo>
                  <a:pt x="5" y="3"/>
                </a:lnTo>
                <a:lnTo>
                  <a:pt x="4" y="6"/>
                </a:lnTo>
              </a:path>
            </a:pathLst>
          </a:custGeom>
          <a:ln w="4680">
            <a:solidFill>
              <a:srgbClr val="4A4A4A"/>
            </a:solidFill>
            <a:round/>
          </a:ln>
        </p:spPr>
        <p:txBody>
          <a:bodyPr lIns="2160" tIns="0" rIns="216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443" name=""/>
          <p:cNvSpPr/>
          <p:nvPr/>
        </p:nvSpPr>
        <p:spPr>
          <a:xfrm>
            <a:off x="5501160" y="1723320"/>
            <a:ext cx="1080" cy="1440"/>
          </a:xfrm>
          <a:custGeom>
            <a:avLst/>
            <a:gdLst/>
            <a:ahLst/>
            <a:rect l="0" t="0" r="r" b="b"/>
            <a:pathLst>
              <a:path fill="none" w="3" h="4">
                <a:moveTo>
                  <a:pt x="1" y="4"/>
                </a:moveTo>
                <a:lnTo>
                  <a:pt x="0" y="4"/>
                </a:lnTo>
                <a:lnTo>
                  <a:pt x="0" y="3"/>
                </a:lnTo>
                <a:lnTo>
                  <a:pt x="0" y="1"/>
                </a:lnTo>
                <a:lnTo>
                  <a:pt x="1" y="0"/>
                </a:lnTo>
                <a:lnTo>
                  <a:pt x="3" y="0"/>
                </a:lnTo>
                <a:lnTo>
                  <a:pt x="3" y="1"/>
                </a:lnTo>
                <a:lnTo>
                  <a:pt x="3" y="3"/>
                </a:lnTo>
                <a:lnTo>
                  <a:pt x="1" y="4"/>
                </a:lnTo>
              </a:path>
            </a:pathLst>
          </a:custGeom>
          <a:ln w="4680">
            <a:solidFill>
              <a:srgbClr val="4A4A4A"/>
            </a:solidFill>
            <a:round/>
          </a:ln>
        </p:spPr>
        <p:txBody>
          <a:bodyPr lIns="2160" tIns="-720" rIns="2160" bIns="-7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444" name=""/>
          <p:cNvSpPr/>
          <p:nvPr/>
        </p:nvSpPr>
        <p:spPr>
          <a:xfrm>
            <a:off x="5487840" y="1722960"/>
            <a:ext cx="1440" cy="1440"/>
          </a:xfrm>
          <a:custGeom>
            <a:avLst/>
            <a:gdLst/>
            <a:ahLst/>
            <a:rect l="0" t="0" r="r" b="b"/>
            <a:pathLst>
              <a:path fill="none" w="4" h="4">
                <a:moveTo>
                  <a:pt x="2" y="2"/>
                </a:moveTo>
                <a:lnTo>
                  <a:pt x="2" y="0"/>
                </a:lnTo>
                <a:lnTo>
                  <a:pt x="4" y="2"/>
                </a:lnTo>
                <a:lnTo>
                  <a:pt x="2" y="2"/>
                </a:lnTo>
                <a:lnTo>
                  <a:pt x="2" y="4"/>
                </a:lnTo>
                <a:lnTo>
                  <a:pt x="0" y="4"/>
                </a:lnTo>
                <a:lnTo>
                  <a:pt x="0" y="2"/>
                </a:lnTo>
                <a:lnTo>
                  <a:pt x="2" y="2"/>
                </a:lnTo>
                <a:lnTo>
                  <a:pt x="2" y="0"/>
                </a:lnTo>
                <a:lnTo>
                  <a:pt x="2" y="2"/>
                </a:lnTo>
              </a:path>
            </a:pathLst>
          </a:custGeom>
          <a:ln w="4680">
            <a:solidFill>
              <a:srgbClr val="4A4A4A"/>
            </a:solidFill>
            <a:round/>
          </a:ln>
        </p:spPr>
        <p:txBody>
          <a:bodyPr lIns="2160" tIns="-720" rIns="2160" bIns="-7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445" name=""/>
          <p:cNvSpPr/>
          <p:nvPr/>
        </p:nvSpPr>
        <p:spPr>
          <a:xfrm>
            <a:off x="5486760" y="1720080"/>
            <a:ext cx="1800" cy="1800"/>
          </a:xfrm>
          <a:custGeom>
            <a:avLst/>
            <a:gdLst/>
            <a:ahLst/>
            <a:rect l="0" t="0" r="r" b="b"/>
            <a:pathLst>
              <a:path fill="none" w="5" h="5">
                <a:moveTo>
                  <a:pt x="5" y="5"/>
                </a:moveTo>
                <a:lnTo>
                  <a:pt x="4" y="5"/>
                </a:lnTo>
                <a:lnTo>
                  <a:pt x="3" y="2"/>
                </a:lnTo>
                <a:lnTo>
                  <a:pt x="2" y="2"/>
                </a:lnTo>
                <a:lnTo>
                  <a:pt x="2" y="1"/>
                </a:lnTo>
                <a:lnTo>
                  <a:pt x="0" y="1"/>
                </a:lnTo>
                <a:lnTo>
                  <a:pt x="0" y="0"/>
                </a:lnTo>
                <a:lnTo>
                  <a:pt x="2" y="0"/>
                </a:lnTo>
                <a:lnTo>
                  <a:pt x="3" y="1"/>
                </a:lnTo>
                <a:lnTo>
                  <a:pt x="4" y="2"/>
                </a:lnTo>
                <a:lnTo>
                  <a:pt x="5" y="2"/>
                </a:lnTo>
                <a:lnTo>
                  <a:pt x="5" y="4"/>
                </a:lnTo>
                <a:lnTo>
                  <a:pt x="5" y="5"/>
                </a:lnTo>
              </a:path>
            </a:pathLst>
          </a:custGeom>
          <a:ln w="4680">
            <a:solidFill>
              <a:srgbClr val="4A4A4A"/>
            </a:solidFill>
            <a:round/>
          </a:ln>
        </p:spPr>
        <p:txBody>
          <a:bodyPr lIns="2160" tIns="-360" rIns="2160" bIns="-3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446" name=""/>
          <p:cNvSpPr/>
          <p:nvPr/>
        </p:nvSpPr>
        <p:spPr>
          <a:xfrm>
            <a:off x="5484240" y="1719720"/>
            <a:ext cx="2880" cy="1080"/>
          </a:xfrm>
          <a:custGeom>
            <a:avLst/>
            <a:gdLst/>
            <a:ahLst/>
            <a:rect l="0" t="0" r="r" b="b"/>
            <a:pathLst>
              <a:path fill="none" w="8" h="3">
                <a:moveTo>
                  <a:pt x="2" y="3"/>
                </a:moveTo>
                <a:lnTo>
                  <a:pt x="1" y="3"/>
                </a:lnTo>
                <a:lnTo>
                  <a:pt x="0" y="3"/>
                </a:lnTo>
                <a:lnTo>
                  <a:pt x="0" y="1"/>
                </a:lnTo>
                <a:lnTo>
                  <a:pt x="1" y="0"/>
                </a:lnTo>
                <a:lnTo>
                  <a:pt x="2" y="0"/>
                </a:lnTo>
                <a:lnTo>
                  <a:pt x="4" y="0"/>
                </a:lnTo>
                <a:lnTo>
                  <a:pt x="5" y="0"/>
                </a:lnTo>
                <a:lnTo>
                  <a:pt x="6" y="0"/>
                </a:lnTo>
                <a:lnTo>
                  <a:pt x="7" y="0"/>
                </a:lnTo>
                <a:lnTo>
                  <a:pt x="7" y="1"/>
                </a:lnTo>
                <a:lnTo>
                  <a:pt x="8" y="1"/>
                </a:lnTo>
                <a:lnTo>
                  <a:pt x="7" y="1"/>
                </a:lnTo>
                <a:lnTo>
                  <a:pt x="6" y="3"/>
                </a:lnTo>
                <a:lnTo>
                  <a:pt x="5" y="3"/>
                </a:lnTo>
                <a:lnTo>
                  <a:pt x="4" y="3"/>
                </a:lnTo>
                <a:lnTo>
                  <a:pt x="2" y="3"/>
                </a:lnTo>
              </a:path>
            </a:pathLst>
          </a:custGeom>
          <a:ln w="4680">
            <a:solidFill>
              <a:srgbClr val="4A4A4A"/>
            </a:solidFill>
            <a:round/>
          </a:ln>
        </p:spPr>
        <p:txBody>
          <a:bodyPr lIns="2160" tIns="-1080" rIns="2160" bIns="-108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447" name=""/>
          <p:cNvSpPr/>
          <p:nvPr/>
        </p:nvSpPr>
        <p:spPr>
          <a:xfrm>
            <a:off x="5465880" y="1719000"/>
            <a:ext cx="720" cy="720"/>
          </a:xfrm>
          <a:custGeom>
            <a:avLst/>
            <a:gdLst/>
            <a:ahLst/>
            <a:rect l="0" t="0" r="r" b="b"/>
            <a:pathLst>
              <a:path fill="none" w="2" h="2">
                <a:moveTo>
                  <a:pt x="2" y="2"/>
                </a:moveTo>
                <a:lnTo>
                  <a:pt x="0" y="2"/>
                </a:lnTo>
                <a:lnTo>
                  <a:pt x="0" y="0"/>
                </a:lnTo>
                <a:lnTo>
                  <a:pt x="2" y="0"/>
                </a:lnTo>
                <a:lnTo>
                  <a:pt x="2" y="2"/>
                </a:lnTo>
              </a:path>
            </a:pathLst>
          </a:custGeom>
          <a:ln w="4680">
            <a:solidFill>
              <a:srgbClr val="4A4A4A"/>
            </a:solidFill>
            <a:round/>
          </a:ln>
        </p:spPr>
        <p:txBody>
          <a:bodyPr lIns="2160" tIns="-1440" rIns="2160" bIns="-144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448" name=""/>
          <p:cNvSpPr/>
          <p:nvPr/>
        </p:nvSpPr>
        <p:spPr>
          <a:xfrm>
            <a:off x="5465520" y="1717920"/>
            <a:ext cx="3240" cy="1800"/>
          </a:xfrm>
          <a:custGeom>
            <a:avLst/>
            <a:gdLst/>
            <a:ahLst/>
            <a:rect l="0" t="0" r="r" b="b"/>
            <a:pathLst>
              <a:path fill="none" w="9" h="5">
                <a:moveTo>
                  <a:pt x="9" y="0"/>
                </a:moveTo>
                <a:lnTo>
                  <a:pt x="9" y="1"/>
                </a:lnTo>
                <a:lnTo>
                  <a:pt x="9" y="3"/>
                </a:lnTo>
                <a:lnTo>
                  <a:pt x="8" y="3"/>
                </a:lnTo>
                <a:lnTo>
                  <a:pt x="8" y="4"/>
                </a:lnTo>
                <a:lnTo>
                  <a:pt x="7" y="4"/>
                </a:lnTo>
                <a:lnTo>
                  <a:pt x="6" y="4"/>
                </a:lnTo>
                <a:lnTo>
                  <a:pt x="6" y="5"/>
                </a:lnTo>
                <a:lnTo>
                  <a:pt x="4" y="5"/>
                </a:lnTo>
                <a:lnTo>
                  <a:pt x="3" y="5"/>
                </a:lnTo>
                <a:lnTo>
                  <a:pt x="2" y="4"/>
                </a:lnTo>
                <a:lnTo>
                  <a:pt x="3" y="4"/>
                </a:lnTo>
                <a:lnTo>
                  <a:pt x="4" y="4"/>
                </a:lnTo>
                <a:lnTo>
                  <a:pt x="4" y="3"/>
                </a:lnTo>
                <a:lnTo>
                  <a:pt x="6" y="3"/>
                </a:lnTo>
                <a:lnTo>
                  <a:pt x="7" y="3"/>
                </a:lnTo>
                <a:lnTo>
                  <a:pt x="7" y="1"/>
                </a:lnTo>
                <a:lnTo>
                  <a:pt x="6" y="1"/>
                </a:lnTo>
                <a:lnTo>
                  <a:pt x="4" y="1"/>
                </a:lnTo>
                <a:lnTo>
                  <a:pt x="3" y="3"/>
                </a:lnTo>
                <a:lnTo>
                  <a:pt x="2" y="3"/>
                </a:lnTo>
                <a:lnTo>
                  <a:pt x="2" y="4"/>
                </a:lnTo>
                <a:lnTo>
                  <a:pt x="1" y="4"/>
                </a:lnTo>
                <a:lnTo>
                  <a:pt x="0" y="4"/>
                </a:lnTo>
                <a:lnTo>
                  <a:pt x="0" y="3"/>
                </a:lnTo>
                <a:lnTo>
                  <a:pt x="1" y="3"/>
                </a:lnTo>
                <a:lnTo>
                  <a:pt x="2" y="3"/>
                </a:lnTo>
                <a:lnTo>
                  <a:pt x="2" y="1"/>
                </a:lnTo>
                <a:lnTo>
                  <a:pt x="3" y="1"/>
                </a:lnTo>
                <a:lnTo>
                  <a:pt x="4" y="0"/>
                </a:lnTo>
                <a:lnTo>
                  <a:pt x="6" y="0"/>
                </a:lnTo>
                <a:lnTo>
                  <a:pt x="7" y="0"/>
                </a:lnTo>
                <a:lnTo>
                  <a:pt x="8" y="0"/>
                </a:lnTo>
                <a:lnTo>
                  <a:pt x="9" y="0"/>
                </a:lnTo>
              </a:path>
            </a:pathLst>
          </a:custGeom>
          <a:ln w="4680">
            <a:solidFill>
              <a:srgbClr val="4A4A4A"/>
            </a:solidFill>
            <a:round/>
          </a:ln>
        </p:spPr>
        <p:txBody>
          <a:bodyPr lIns="2160" tIns="-360" rIns="2160" bIns="-3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449" name=""/>
          <p:cNvSpPr/>
          <p:nvPr/>
        </p:nvSpPr>
        <p:spPr>
          <a:xfrm>
            <a:off x="5421240" y="1694520"/>
            <a:ext cx="360" cy="360"/>
          </a:xfrm>
          <a:custGeom>
            <a:avLst/>
            <a:gdLst/>
            <a:ahLst/>
            <a:rect l="0" t="0" r="r" b="b"/>
            <a:pathLst>
              <a:path fill="none" w="1" h="1">
                <a:moveTo>
                  <a:pt x="1" y="1"/>
                </a:moveTo>
                <a:lnTo>
                  <a:pt x="0" y="1"/>
                </a:lnTo>
                <a:lnTo>
                  <a:pt x="1" y="0"/>
                </a:lnTo>
                <a:lnTo>
                  <a:pt x="1" y="1"/>
                </a:lnTo>
              </a:path>
            </a:pathLst>
          </a:custGeom>
          <a:ln w="4680">
            <a:solidFill>
              <a:srgbClr val="4A4A4A"/>
            </a:solidFill>
            <a:round/>
          </a:ln>
        </p:spPr>
        <p:txBody>
          <a:bodyPr lIns="2160" tIns="-1800" rIns="2160" bIns="-180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450" name=""/>
          <p:cNvSpPr/>
          <p:nvPr/>
        </p:nvSpPr>
        <p:spPr>
          <a:xfrm>
            <a:off x="5414400" y="1694160"/>
            <a:ext cx="360" cy="360"/>
          </a:xfrm>
          <a:custGeom>
            <a:avLst/>
            <a:gdLst/>
            <a:ahLst/>
            <a:rect l="0" t="0" r="r" b="b"/>
            <a:pathLst>
              <a:path fill="none" w="1" h="1">
                <a:moveTo>
                  <a:pt x="1" y="1"/>
                </a:moveTo>
                <a:lnTo>
                  <a:pt x="0" y="1"/>
                </a:lnTo>
                <a:lnTo>
                  <a:pt x="0" y="0"/>
                </a:lnTo>
                <a:lnTo>
                  <a:pt x="1" y="0"/>
                </a:lnTo>
                <a:lnTo>
                  <a:pt x="1" y="1"/>
                </a:lnTo>
              </a:path>
            </a:pathLst>
          </a:custGeom>
          <a:ln w="4680">
            <a:solidFill>
              <a:srgbClr val="4A4A4A"/>
            </a:solidFill>
            <a:round/>
          </a:ln>
        </p:spPr>
        <p:txBody>
          <a:bodyPr lIns="2160" tIns="-1800" rIns="2160" bIns="-180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451" name=""/>
          <p:cNvSpPr/>
          <p:nvPr/>
        </p:nvSpPr>
        <p:spPr>
          <a:xfrm>
            <a:off x="5420520" y="1693800"/>
            <a:ext cx="360" cy="360"/>
          </a:xfrm>
          <a:custGeom>
            <a:avLst/>
            <a:gdLst/>
            <a:ahLst/>
            <a:rect l="0" t="0" r="r" b="b"/>
            <a:pathLst>
              <a:path fill="none" w="1" h="1">
                <a:moveTo>
                  <a:pt x="0" y="1"/>
                </a:moveTo>
                <a:lnTo>
                  <a:pt x="0" y="0"/>
                </a:lnTo>
                <a:lnTo>
                  <a:pt x="0" y="1"/>
                </a:lnTo>
                <a:lnTo>
                  <a:pt x="1" y="1"/>
                </a:lnTo>
                <a:lnTo>
                  <a:pt x="0" y="1"/>
                </a:lnTo>
              </a:path>
            </a:pathLst>
          </a:custGeom>
          <a:ln w="4680">
            <a:solidFill>
              <a:srgbClr val="4A4A4A"/>
            </a:solidFill>
            <a:round/>
          </a:ln>
        </p:spPr>
        <p:txBody>
          <a:bodyPr lIns="2160" tIns="-1800" rIns="2160" bIns="-180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452" name=""/>
          <p:cNvSpPr/>
          <p:nvPr/>
        </p:nvSpPr>
        <p:spPr>
          <a:xfrm>
            <a:off x="5413320" y="1693800"/>
            <a:ext cx="360" cy="360"/>
          </a:xfrm>
          <a:custGeom>
            <a:avLst/>
            <a:gdLst/>
            <a:ahLst/>
            <a:rect l="0" t="0" r="r" b="b"/>
            <a:pathLst>
              <a:path fill="none" w="1" h="1">
                <a:moveTo>
                  <a:pt x="1" y="1"/>
                </a:moveTo>
                <a:lnTo>
                  <a:pt x="0" y="1"/>
                </a:lnTo>
                <a:lnTo>
                  <a:pt x="0" y="0"/>
                </a:lnTo>
                <a:lnTo>
                  <a:pt x="1" y="0"/>
                </a:lnTo>
                <a:lnTo>
                  <a:pt x="1" y="1"/>
                </a:lnTo>
              </a:path>
            </a:pathLst>
          </a:custGeom>
          <a:ln w="4680">
            <a:solidFill>
              <a:srgbClr val="4A4A4A"/>
            </a:solidFill>
            <a:round/>
          </a:ln>
        </p:spPr>
        <p:txBody>
          <a:bodyPr lIns="2160" tIns="-1800" rIns="2160" bIns="-180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453" name=""/>
          <p:cNvSpPr/>
          <p:nvPr/>
        </p:nvSpPr>
        <p:spPr>
          <a:xfrm>
            <a:off x="5416200" y="1693440"/>
            <a:ext cx="360" cy="360"/>
          </a:xfrm>
          <a:custGeom>
            <a:avLst/>
            <a:gdLst/>
            <a:ahLst/>
            <a:rect l="0" t="0" r="r" b="b"/>
            <a:pathLst>
              <a:path fill="none" w="1" h="1">
                <a:moveTo>
                  <a:pt x="0" y="1"/>
                </a:moveTo>
                <a:lnTo>
                  <a:pt x="1" y="0"/>
                </a:lnTo>
                <a:lnTo>
                  <a:pt x="1" y="1"/>
                </a:lnTo>
                <a:lnTo>
                  <a:pt x="0" y="1"/>
                </a:lnTo>
              </a:path>
            </a:pathLst>
          </a:custGeom>
          <a:ln w="4680">
            <a:solidFill>
              <a:srgbClr val="4A4A4A"/>
            </a:solidFill>
            <a:round/>
          </a:ln>
        </p:spPr>
        <p:txBody>
          <a:bodyPr lIns="2160" tIns="-1800" rIns="2160" bIns="-180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454" name=""/>
          <p:cNvSpPr/>
          <p:nvPr/>
        </p:nvSpPr>
        <p:spPr>
          <a:xfrm>
            <a:off x="5422680" y="1691640"/>
            <a:ext cx="360" cy="0"/>
          </a:xfrm>
          <a:prstGeom prst="line">
            <a:avLst/>
          </a:prstGeom>
          <a:ln w="4680">
            <a:solidFill>
              <a:srgbClr val="4A4A4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2160" tIns="-2160" rIns="2160" bIns="-21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455" name=""/>
          <p:cNvSpPr/>
          <p:nvPr/>
        </p:nvSpPr>
        <p:spPr>
          <a:xfrm>
            <a:off x="5436720" y="1683000"/>
            <a:ext cx="360" cy="0"/>
          </a:xfrm>
          <a:prstGeom prst="line">
            <a:avLst/>
          </a:prstGeom>
          <a:ln w="4680">
            <a:solidFill>
              <a:srgbClr val="4A4A4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2160" tIns="-2160" rIns="2160" bIns="-21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456" name=""/>
          <p:cNvSpPr/>
          <p:nvPr/>
        </p:nvSpPr>
        <p:spPr>
          <a:xfrm>
            <a:off x="5439600" y="1681920"/>
            <a:ext cx="1440" cy="720"/>
          </a:xfrm>
          <a:custGeom>
            <a:avLst/>
            <a:gdLst/>
            <a:ahLst/>
            <a:rect l="0" t="0" r="r" b="b"/>
            <a:pathLst>
              <a:path fill="none" w="4" h="2">
                <a:moveTo>
                  <a:pt x="2" y="2"/>
                </a:moveTo>
                <a:lnTo>
                  <a:pt x="0" y="2"/>
                </a:lnTo>
                <a:lnTo>
                  <a:pt x="0" y="0"/>
                </a:lnTo>
                <a:lnTo>
                  <a:pt x="2" y="0"/>
                </a:lnTo>
                <a:lnTo>
                  <a:pt x="4" y="0"/>
                </a:lnTo>
                <a:lnTo>
                  <a:pt x="4" y="2"/>
                </a:lnTo>
                <a:lnTo>
                  <a:pt x="2" y="2"/>
                </a:lnTo>
              </a:path>
            </a:pathLst>
          </a:custGeom>
          <a:ln w="4680">
            <a:solidFill>
              <a:srgbClr val="4A4A4A"/>
            </a:solidFill>
            <a:round/>
          </a:ln>
        </p:spPr>
        <p:txBody>
          <a:bodyPr lIns="2160" tIns="-1440" rIns="2160" bIns="-144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457" name=""/>
          <p:cNvSpPr/>
          <p:nvPr/>
        </p:nvSpPr>
        <p:spPr>
          <a:xfrm>
            <a:off x="5439600" y="1681560"/>
            <a:ext cx="360" cy="360"/>
          </a:xfrm>
          <a:custGeom>
            <a:avLst/>
            <a:gdLst/>
            <a:ahLst/>
            <a:rect l="0" t="0" r="r" b="b"/>
            <a:pathLst>
              <a:path fill="none" w="1" h="1">
                <a:moveTo>
                  <a:pt x="1" y="1"/>
                </a:moveTo>
                <a:lnTo>
                  <a:pt x="0" y="1"/>
                </a:lnTo>
                <a:lnTo>
                  <a:pt x="0" y="0"/>
                </a:lnTo>
                <a:lnTo>
                  <a:pt x="1" y="0"/>
                </a:lnTo>
                <a:lnTo>
                  <a:pt x="1" y="1"/>
                </a:lnTo>
              </a:path>
            </a:pathLst>
          </a:custGeom>
          <a:ln w="4680">
            <a:solidFill>
              <a:srgbClr val="4A4A4A"/>
            </a:solidFill>
            <a:round/>
          </a:ln>
        </p:spPr>
        <p:txBody>
          <a:bodyPr lIns="2160" tIns="-1800" rIns="2160" bIns="-180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458" name=""/>
          <p:cNvSpPr/>
          <p:nvPr/>
        </p:nvSpPr>
        <p:spPr>
          <a:xfrm>
            <a:off x="5441040" y="1670400"/>
            <a:ext cx="720" cy="720"/>
          </a:xfrm>
          <a:custGeom>
            <a:avLst/>
            <a:gdLst/>
            <a:ahLst/>
            <a:rect l="0" t="0" r="r" b="b"/>
            <a:pathLst>
              <a:path fill="none" w="2" h="2">
                <a:moveTo>
                  <a:pt x="2" y="2"/>
                </a:moveTo>
                <a:lnTo>
                  <a:pt x="0" y="2"/>
                </a:lnTo>
                <a:lnTo>
                  <a:pt x="0" y="0"/>
                </a:lnTo>
                <a:lnTo>
                  <a:pt x="2" y="0"/>
                </a:lnTo>
                <a:lnTo>
                  <a:pt x="2" y="2"/>
                </a:lnTo>
              </a:path>
            </a:pathLst>
          </a:custGeom>
          <a:ln w="4680">
            <a:solidFill>
              <a:srgbClr val="4A4A4A"/>
            </a:solidFill>
            <a:round/>
          </a:ln>
        </p:spPr>
        <p:txBody>
          <a:bodyPr lIns="2160" tIns="-1440" rIns="2160" bIns="-144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459" name=""/>
          <p:cNvSpPr/>
          <p:nvPr/>
        </p:nvSpPr>
        <p:spPr>
          <a:xfrm>
            <a:off x="5442480" y="1668600"/>
            <a:ext cx="0" cy="0"/>
          </a:xfrm>
          <a:custGeom>
            <a:avLst/>
            <a:gdLst/>
            <a:ahLst/>
            <a:rect l="0" t="0" r="r" b="b"/>
            <a:pathLst>
              <a:path fill="none" w="0" h="0">
                <a:moveTo>
                  <a:pt x="0" y="0"/>
                </a:moveTo>
              </a:path>
            </a:pathLst>
          </a:custGeom>
          <a:ln w="4680">
            <a:solidFill>
              <a:srgbClr val="4A4A4A"/>
            </a:solidFill>
            <a:round/>
          </a:ln>
        </p:spPr>
        <p:txBody>
          <a:bodyPr lIns="2160" tIns="-2160" rIns="2160" bIns="-21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460" name=""/>
          <p:cNvSpPr/>
          <p:nvPr/>
        </p:nvSpPr>
        <p:spPr>
          <a:xfrm>
            <a:off x="5395320" y="1668240"/>
            <a:ext cx="0" cy="0"/>
          </a:xfrm>
          <a:custGeom>
            <a:avLst/>
            <a:gdLst/>
            <a:ahLst/>
            <a:rect l="0" t="0" r="r" b="b"/>
            <a:pathLst>
              <a:path fill="none" w="0" h="0">
                <a:moveTo>
                  <a:pt x="0" y="0"/>
                </a:moveTo>
              </a:path>
            </a:pathLst>
          </a:custGeom>
          <a:ln w="4680">
            <a:solidFill>
              <a:srgbClr val="4A4A4A"/>
            </a:solidFill>
            <a:round/>
          </a:ln>
        </p:spPr>
        <p:txBody>
          <a:bodyPr lIns="2160" tIns="-2160" rIns="2160" bIns="-21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461" name=""/>
          <p:cNvSpPr/>
          <p:nvPr/>
        </p:nvSpPr>
        <p:spPr>
          <a:xfrm>
            <a:off x="5518800" y="1662480"/>
            <a:ext cx="3240" cy="2160"/>
          </a:xfrm>
          <a:custGeom>
            <a:avLst/>
            <a:gdLst/>
            <a:ahLst/>
            <a:rect l="0" t="0" r="r" b="b"/>
            <a:pathLst>
              <a:path fill="none" w="9" h="6">
                <a:moveTo>
                  <a:pt x="6" y="6"/>
                </a:moveTo>
                <a:lnTo>
                  <a:pt x="5" y="6"/>
                </a:lnTo>
                <a:lnTo>
                  <a:pt x="3" y="6"/>
                </a:lnTo>
                <a:lnTo>
                  <a:pt x="1" y="6"/>
                </a:lnTo>
                <a:lnTo>
                  <a:pt x="0" y="3"/>
                </a:lnTo>
                <a:lnTo>
                  <a:pt x="0" y="1"/>
                </a:lnTo>
                <a:lnTo>
                  <a:pt x="1" y="0"/>
                </a:lnTo>
                <a:lnTo>
                  <a:pt x="4" y="0"/>
                </a:lnTo>
                <a:lnTo>
                  <a:pt x="6" y="0"/>
                </a:lnTo>
                <a:lnTo>
                  <a:pt x="7" y="0"/>
                </a:lnTo>
                <a:lnTo>
                  <a:pt x="9" y="0"/>
                </a:lnTo>
                <a:lnTo>
                  <a:pt x="9" y="2"/>
                </a:lnTo>
                <a:lnTo>
                  <a:pt x="9" y="3"/>
                </a:lnTo>
                <a:lnTo>
                  <a:pt x="9" y="4"/>
                </a:lnTo>
                <a:lnTo>
                  <a:pt x="7" y="6"/>
                </a:lnTo>
                <a:lnTo>
                  <a:pt x="6" y="6"/>
                </a:lnTo>
              </a:path>
            </a:pathLst>
          </a:custGeom>
          <a:ln w="4680">
            <a:solidFill>
              <a:srgbClr val="4A4A4A"/>
            </a:solidFill>
            <a:round/>
          </a:ln>
        </p:spPr>
        <p:txBody>
          <a:bodyPr lIns="2160" tIns="0" rIns="216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462" name=""/>
          <p:cNvSpPr/>
          <p:nvPr/>
        </p:nvSpPr>
        <p:spPr>
          <a:xfrm>
            <a:off x="5406840" y="1659240"/>
            <a:ext cx="1440" cy="720"/>
          </a:xfrm>
          <a:custGeom>
            <a:avLst/>
            <a:gdLst/>
            <a:ahLst/>
            <a:rect l="0" t="0" r="r" b="b"/>
            <a:pathLst>
              <a:path fill="none" w="4" h="2">
                <a:moveTo>
                  <a:pt x="2" y="0"/>
                </a:moveTo>
                <a:lnTo>
                  <a:pt x="4" y="0"/>
                </a:lnTo>
                <a:lnTo>
                  <a:pt x="4" y="2"/>
                </a:lnTo>
                <a:lnTo>
                  <a:pt x="2" y="2"/>
                </a:lnTo>
                <a:lnTo>
                  <a:pt x="0" y="2"/>
                </a:lnTo>
                <a:lnTo>
                  <a:pt x="0" y="0"/>
                </a:lnTo>
                <a:lnTo>
                  <a:pt x="2" y="0"/>
                </a:lnTo>
                <a:lnTo>
                  <a:pt x="0" y="0"/>
                </a:lnTo>
                <a:lnTo>
                  <a:pt x="2" y="0"/>
                </a:lnTo>
              </a:path>
            </a:pathLst>
          </a:custGeom>
          <a:ln w="4680">
            <a:solidFill>
              <a:srgbClr val="4A4A4A"/>
            </a:solidFill>
            <a:round/>
          </a:ln>
        </p:spPr>
        <p:txBody>
          <a:bodyPr lIns="2160" tIns="-1440" rIns="2160" bIns="-144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463" name=""/>
          <p:cNvSpPr/>
          <p:nvPr/>
        </p:nvSpPr>
        <p:spPr>
          <a:xfrm>
            <a:off x="5498640" y="1657080"/>
            <a:ext cx="1800" cy="1800"/>
          </a:xfrm>
          <a:custGeom>
            <a:avLst/>
            <a:gdLst/>
            <a:ahLst/>
            <a:rect l="0" t="0" r="r" b="b"/>
            <a:pathLst>
              <a:path fill="none" w="5" h="5">
                <a:moveTo>
                  <a:pt x="3" y="5"/>
                </a:moveTo>
                <a:lnTo>
                  <a:pt x="2" y="5"/>
                </a:lnTo>
                <a:lnTo>
                  <a:pt x="1" y="5"/>
                </a:lnTo>
                <a:lnTo>
                  <a:pt x="0" y="5"/>
                </a:lnTo>
                <a:lnTo>
                  <a:pt x="0" y="4"/>
                </a:lnTo>
                <a:lnTo>
                  <a:pt x="0" y="2"/>
                </a:lnTo>
                <a:lnTo>
                  <a:pt x="0" y="1"/>
                </a:lnTo>
                <a:lnTo>
                  <a:pt x="0" y="0"/>
                </a:lnTo>
                <a:lnTo>
                  <a:pt x="1" y="0"/>
                </a:lnTo>
                <a:lnTo>
                  <a:pt x="2" y="0"/>
                </a:lnTo>
                <a:lnTo>
                  <a:pt x="3" y="0"/>
                </a:lnTo>
                <a:lnTo>
                  <a:pt x="3" y="1"/>
                </a:lnTo>
                <a:lnTo>
                  <a:pt x="5" y="1"/>
                </a:lnTo>
                <a:lnTo>
                  <a:pt x="5" y="2"/>
                </a:lnTo>
                <a:lnTo>
                  <a:pt x="5" y="4"/>
                </a:lnTo>
                <a:lnTo>
                  <a:pt x="3" y="5"/>
                </a:lnTo>
              </a:path>
            </a:pathLst>
          </a:custGeom>
          <a:ln w="4680">
            <a:solidFill>
              <a:srgbClr val="4A4A4A"/>
            </a:solidFill>
            <a:round/>
          </a:ln>
        </p:spPr>
        <p:txBody>
          <a:bodyPr lIns="2160" tIns="-360" rIns="2160" bIns="-3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464" name=""/>
          <p:cNvSpPr/>
          <p:nvPr/>
        </p:nvSpPr>
        <p:spPr>
          <a:xfrm>
            <a:off x="5455080" y="1650960"/>
            <a:ext cx="360" cy="0"/>
          </a:xfrm>
          <a:prstGeom prst="line">
            <a:avLst/>
          </a:prstGeom>
          <a:ln w="4680">
            <a:solidFill>
              <a:srgbClr val="4A4A4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2160" tIns="-2160" rIns="2160" bIns="-21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465" name=""/>
          <p:cNvSpPr/>
          <p:nvPr/>
        </p:nvSpPr>
        <p:spPr>
          <a:xfrm>
            <a:off x="5439960" y="1649160"/>
            <a:ext cx="0" cy="0"/>
          </a:xfrm>
          <a:custGeom>
            <a:avLst/>
            <a:gdLst/>
            <a:ahLst/>
            <a:rect l="0" t="0" r="r" b="b"/>
            <a:pathLst>
              <a:path fill="none" w="0" h="0">
                <a:moveTo>
                  <a:pt x="0" y="0"/>
                </a:moveTo>
              </a:path>
            </a:pathLst>
          </a:custGeom>
          <a:ln w="4680">
            <a:solidFill>
              <a:srgbClr val="4A4A4A"/>
            </a:solidFill>
            <a:round/>
          </a:ln>
        </p:spPr>
        <p:txBody>
          <a:bodyPr lIns="2160" tIns="-2160" rIns="2160" bIns="-21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466" name=""/>
          <p:cNvSpPr/>
          <p:nvPr/>
        </p:nvSpPr>
        <p:spPr>
          <a:xfrm>
            <a:off x="5432040" y="1648080"/>
            <a:ext cx="360" cy="360"/>
          </a:xfrm>
          <a:custGeom>
            <a:avLst/>
            <a:gdLst/>
            <a:ahLst/>
            <a:rect l="0" t="0" r="r" b="b"/>
            <a:pathLst>
              <a:path fill="none" w="1" h="1">
                <a:moveTo>
                  <a:pt x="0" y="0"/>
                </a:moveTo>
                <a:lnTo>
                  <a:pt x="0" y="1"/>
                </a:lnTo>
                <a:lnTo>
                  <a:pt x="1" y="1"/>
                </a:lnTo>
                <a:lnTo>
                  <a:pt x="0" y="1"/>
                </a:lnTo>
                <a:lnTo>
                  <a:pt x="0" y="0"/>
                </a:lnTo>
              </a:path>
            </a:pathLst>
          </a:custGeom>
          <a:ln w="4680">
            <a:solidFill>
              <a:srgbClr val="4A4A4A"/>
            </a:solidFill>
            <a:round/>
          </a:ln>
        </p:spPr>
        <p:txBody>
          <a:bodyPr lIns="2160" tIns="-1800" rIns="2160" bIns="-180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467" name=""/>
          <p:cNvSpPr/>
          <p:nvPr/>
        </p:nvSpPr>
        <p:spPr>
          <a:xfrm>
            <a:off x="5394240" y="1645560"/>
            <a:ext cx="57960" cy="50400"/>
          </a:xfrm>
          <a:custGeom>
            <a:avLst/>
            <a:gdLst/>
            <a:ahLst/>
            <a:rect l="0" t="0" r="r" b="b"/>
            <a:pathLst>
              <a:path fill="none" w="161" h="140">
                <a:moveTo>
                  <a:pt x="137" y="2"/>
                </a:moveTo>
                <a:lnTo>
                  <a:pt x="137" y="4"/>
                </a:lnTo>
                <a:lnTo>
                  <a:pt x="138" y="6"/>
                </a:lnTo>
                <a:lnTo>
                  <a:pt x="139" y="7"/>
                </a:lnTo>
                <a:lnTo>
                  <a:pt x="140" y="7"/>
                </a:lnTo>
                <a:lnTo>
                  <a:pt x="140" y="8"/>
                </a:lnTo>
                <a:lnTo>
                  <a:pt x="141" y="8"/>
                </a:lnTo>
                <a:lnTo>
                  <a:pt x="142" y="8"/>
                </a:lnTo>
                <a:lnTo>
                  <a:pt x="142" y="9"/>
                </a:lnTo>
                <a:lnTo>
                  <a:pt x="143" y="10"/>
                </a:lnTo>
                <a:lnTo>
                  <a:pt x="145" y="10"/>
                </a:lnTo>
                <a:lnTo>
                  <a:pt x="146" y="10"/>
                </a:lnTo>
                <a:lnTo>
                  <a:pt x="146" y="11"/>
                </a:lnTo>
                <a:lnTo>
                  <a:pt x="147" y="11"/>
                </a:lnTo>
                <a:lnTo>
                  <a:pt x="147" y="10"/>
                </a:lnTo>
                <a:lnTo>
                  <a:pt x="147" y="11"/>
                </a:lnTo>
                <a:lnTo>
                  <a:pt x="148" y="11"/>
                </a:lnTo>
                <a:lnTo>
                  <a:pt x="148" y="10"/>
                </a:lnTo>
                <a:lnTo>
                  <a:pt x="148" y="11"/>
                </a:lnTo>
                <a:lnTo>
                  <a:pt x="148" y="10"/>
                </a:lnTo>
                <a:lnTo>
                  <a:pt x="148" y="11"/>
                </a:lnTo>
                <a:lnTo>
                  <a:pt x="149" y="11"/>
                </a:lnTo>
                <a:lnTo>
                  <a:pt x="149" y="10"/>
                </a:lnTo>
                <a:lnTo>
                  <a:pt x="150" y="10"/>
                </a:lnTo>
                <a:lnTo>
                  <a:pt x="151" y="10"/>
                </a:lnTo>
                <a:lnTo>
                  <a:pt x="151" y="9"/>
                </a:lnTo>
                <a:lnTo>
                  <a:pt x="152" y="9"/>
                </a:lnTo>
                <a:lnTo>
                  <a:pt x="153" y="9"/>
                </a:lnTo>
                <a:lnTo>
                  <a:pt x="153" y="10"/>
                </a:lnTo>
                <a:lnTo>
                  <a:pt x="154" y="11"/>
                </a:lnTo>
                <a:lnTo>
                  <a:pt x="154" y="13"/>
                </a:lnTo>
                <a:lnTo>
                  <a:pt x="155" y="14"/>
                </a:lnTo>
                <a:lnTo>
                  <a:pt x="155" y="15"/>
                </a:lnTo>
                <a:lnTo>
                  <a:pt x="155" y="16"/>
                </a:lnTo>
                <a:lnTo>
                  <a:pt x="156" y="16"/>
                </a:lnTo>
                <a:lnTo>
                  <a:pt x="156" y="17"/>
                </a:lnTo>
                <a:lnTo>
                  <a:pt x="156" y="18"/>
                </a:lnTo>
                <a:lnTo>
                  <a:pt x="157" y="19"/>
                </a:lnTo>
                <a:lnTo>
                  <a:pt x="157" y="20"/>
                </a:lnTo>
                <a:lnTo>
                  <a:pt x="157" y="21"/>
                </a:lnTo>
                <a:lnTo>
                  <a:pt x="158" y="22"/>
                </a:lnTo>
                <a:lnTo>
                  <a:pt x="158" y="24"/>
                </a:lnTo>
                <a:lnTo>
                  <a:pt x="158" y="25"/>
                </a:lnTo>
                <a:lnTo>
                  <a:pt x="158" y="27"/>
                </a:lnTo>
                <a:lnTo>
                  <a:pt x="158" y="28"/>
                </a:lnTo>
                <a:lnTo>
                  <a:pt x="159" y="29"/>
                </a:lnTo>
                <a:lnTo>
                  <a:pt x="159" y="30"/>
                </a:lnTo>
                <a:lnTo>
                  <a:pt x="159" y="31"/>
                </a:lnTo>
                <a:lnTo>
                  <a:pt x="160" y="31"/>
                </a:lnTo>
                <a:lnTo>
                  <a:pt x="160" y="32"/>
                </a:lnTo>
                <a:lnTo>
                  <a:pt x="161" y="32"/>
                </a:lnTo>
                <a:lnTo>
                  <a:pt x="160" y="33"/>
                </a:lnTo>
                <a:lnTo>
                  <a:pt x="161" y="33"/>
                </a:lnTo>
                <a:lnTo>
                  <a:pt x="161" y="34"/>
                </a:lnTo>
                <a:lnTo>
                  <a:pt x="161" y="33"/>
                </a:lnTo>
                <a:lnTo>
                  <a:pt x="161" y="34"/>
                </a:lnTo>
                <a:lnTo>
                  <a:pt x="160" y="34"/>
                </a:lnTo>
                <a:lnTo>
                  <a:pt x="157" y="34"/>
                </a:lnTo>
                <a:lnTo>
                  <a:pt x="156" y="35"/>
                </a:lnTo>
                <a:lnTo>
                  <a:pt x="156" y="36"/>
                </a:lnTo>
                <a:lnTo>
                  <a:pt x="155" y="37"/>
                </a:lnTo>
                <a:lnTo>
                  <a:pt x="154" y="37"/>
                </a:lnTo>
                <a:lnTo>
                  <a:pt x="154" y="38"/>
                </a:lnTo>
                <a:lnTo>
                  <a:pt x="153" y="38"/>
                </a:lnTo>
                <a:lnTo>
                  <a:pt x="153" y="39"/>
                </a:lnTo>
                <a:lnTo>
                  <a:pt x="152" y="39"/>
                </a:lnTo>
                <a:lnTo>
                  <a:pt x="152" y="40"/>
                </a:lnTo>
                <a:lnTo>
                  <a:pt x="151" y="40"/>
                </a:lnTo>
                <a:lnTo>
                  <a:pt x="151" y="41"/>
                </a:lnTo>
                <a:lnTo>
                  <a:pt x="151" y="42"/>
                </a:lnTo>
                <a:lnTo>
                  <a:pt x="150" y="42"/>
                </a:lnTo>
                <a:lnTo>
                  <a:pt x="149" y="42"/>
                </a:lnTo>
                <a:lnTo>
                  <a:pt x="149" y="41"/>
                </a:lnTo>
                <a:lnTo>
                  <a:pt x="148" y="41"/>
                </a:lnTo>
                <a:lnTo>
                  <a:pt x="148" y="40"/>
                </a:lnTo>
                <a:lnTo>
                  <a:pt x="147" y="40"/>
                </a:lnTo>
                <a:lnTo>
                  <a:pt x="147" y="39"/>
                </a:lnTo>
                <a:lnTo>
                  <a:pt x="148" y="39"/>
                </a:lnTo>
                <a:lnTo>
                  <a:pt x="147" y="38"/>
                </a:lnTo>
                <a:lnTo>
                  <a:pt x="147" y="37"/>
                </a:lnTo>
                <a:lnTo>
                  <a:pt x="148" y="37"/>
                </a:lnTo>
                <a:lnTo>
                  <a:pt x="149" y="37"/>
                </a:lnTo>
                <a:lnTo>
                  <a:pt x="150" y="37"/>
                </a:lnTo>
                <a:lnTo>
                  <a:pt x="150" y="36"/>
                </a:lnTo>
                <a:lnTo>
                  <a:pt x="151" y="36"/>
                </a:lnTo>
                <a:lnTo>
                  <a:pt x="151" y="35"/>
                </a:lnTo>
                <a:lnTo>
                  <a:pt x="151" y="34"/>
                </a:lnTo>
                <a:lnTo>
                  <a:pt x="152" y="34"/>
                </a:lnTo>
                <a:lnTo>
                  <a:pt x="151" y="34"/>
                </a:lnTo>
                <a:lnTo>
                  <a:pt x="150" y="34"/>
                </a:lnTo>
                <a:lnTo>
                  <a:pt x="151" y="34"/>
                </a:lnTo>
                <a:lnTo>
                  <a:pt x="151" y="35"/>
                </a:lnTo>
                <a:lnTo>
                  <a:pt x="151" y="36"/>
                </a:lnTo>
                <a:lnTo>
                  <a:pt x="150" y="36"/>
                </a:lnTo>
                <a:lnTo>
                  <a:pt x="149" y="36"/>
                </a:lnTo>
                <a:lnTo>
                  <a:pt x="149" y="35"/>
                </a:lnTo>
                <a:lnTo>
                  <a:pt x="148" y="35"/>
                </a:lnTo>
                <a:lnTo>
                  <a:pt x="148" y="36"/>
                </a:lnTo>
                <a:lnTo>
                  <a:pt x="148" y="35"/>
                </a:lnTo>
                <a:lnTo>
                  <a:pt x="147" y="35"/>
                </a:lnTo>
                <a:lnTo>
                  <a:pt x="147" y="36"/>
                </a:lnTo>
                <a:lnTo>
                  <a:pt x="146" y="36"/>
                </a:lnTo>
                <a:lnTo>
                  <a:pt x="145" y="36"/>
                </a:lnTo>
                <a:lnTo>
                  <a:pt x="144" y="36"/>
                </a:lnTo>
                <a:lnTo>
                  <a:pt x="143" y="36"/>
                </a:lnTo>
                <a:lnTo>
                  <a:pt x="144" y="36"/>
                </a:lnTo>
                <a:lnTo>
                  <a:pt x="143" y="36"/>
                </a:lnTo>
                <a:lnTo>
                  <a:pt x="144" y="36"/>
                </a:lnTo>
                <a:lnTo>
                  <a:pt x="145" y="37"/>
                </a:lnTo>
                <a:lnTo>
                  <a:pt x="145" y="38"/>
                </a:lnTo>
                <a:lnTo>
                  <a:pt x="146" y="38"/>
                </a:lnTo>
                <a:lnTo>
                  <a:pt x="146" y="39"/>
                </a:lnTo>
                <a:lnTo>
                  <a:pt x="147" y="39"/>
                </a:lnTo>
                <a:lnTo>
                  <a:pt x="147" y="40"/>
                </a:lnTo>
                <a:lnTo>
                  <a:pt x="148" y="41"/>
                </a:lnTo>
                <a:lnTo>
                  <a:pt x="148" y="42"/>
                </a:lnTo>
                <a:lnTo>
                  <a:pt x="147" y="41"/>
                </a:lnTo>
                <a:lnTo>
                  <a:pt x="147" y="42"/>
                </a:lnTo>
                <a:lnTo>
                  <a:pt x="146" y="42"/>
                </a:lnTo>
                <a:lnTo>
                  <a:pt x="146" y="43"/>
                </a:lnTo>
                <a:lnTo>
                  <a:pt x="146" y="44"/>
                </a:lnTo>
                <a:lnTo>
                  <a:pt x="146" y="45"/>
                </a:lnTo>
                <a:lnTo>
                  <a:pt x="146" y="46"/>
                </a:lnTo>
                <a:lnTo>
                  <a:pt x="145" y="46"/>
                </a:lnTo>
                <a:lnTo>
                  <a:pt x="145" y="47"/>
                </a:lnTo>
                <a:lnTo>
                  <a:pt x="144" y="47"/>
                </a:lnTo>
                <a:lnTo>
                  <a:pt x="144" y="48"/>
                </a:lnTo>
                <a:lnTo>
                  <a:pt x="144" y="47"/>
                </a:lnTo>
                <a:lnTo>
                  <a:pt x="143" y="47"/>
                </a:lnTo>
                <a:lnTo>
                  <a:pt x="144" y="48"/>
                </a:lnTo>
                <a:lnTo>
                  <a:pt x="144" y="49"/>
                </a:lnTo>
                <a:lnTo>
                  <a:pt x="143" y="50"/>
                </a:lnTo>
                <a:lnTo>
                  <a:pt x="142" y="50"/>
                </a:lnTo>
                <a:lnTo>
                  <a:pt x="142" y="51"/>
                </a:lnTo>
                <a:lnTo>
                  <a:pt x="141" y="50"/>
                </a:lnTo>
                <a:lnTo>
                  <a:pt x="140" y="50"/>
                </a:lnTo>
                <a:lnTo>
                  <a:pt x="140" y="51"/>
                </a:lnTo>
                <a:lnTo>
                  <a:pt x="139" y="51"/>
                </a:lnTo>
                <a:lnTo>
                  <a:pt x="138" y="53"/>
                </a:lnTo>
                <a:lnTo>
                  <a:pt x="138" y="54"/>
                </a:lnTo>
                <a:lnTo>
                  <a:pt x="138" y="55"/>
                </a:lnTo>
                <a:lnTo>
                  <a:pt x="138" y="56"/>
                </a:lnTo>
                <a:lnTo>
                  <a:pt x="139" y="56"/>
                </a:lnTo>
                <a:lnTo>
                  <a:pt x="139" y="57"/>
                </a:lnTo>
                <a:lnTo>
                  <a:pt x="138" y="58"/>
                </a:lnTo>
                <a:lnTo>
                  <a:pt x="137" y="58"/>
                </a:lnTo>
                <a:lnTo>
                  <a:pt x="137" y="59"/>
                </a:lnTo>
                <a:lnTo>
                  <a:pt x="137" y="58"/>
                </a:lnTo>
                <a:lnTo>
                  <a:pt x="136" y="58"/>
                </a:lnTo>
                <a:lnTo>
                  <a:pt x="136" y="59"/>
                </a:lnTo>
                <a:lnTo>
                  <a:pt x="135" y="59"/>
                </a:lnTo>
                <a:lnTo>
                  <a:pt x="135" y="60"/>
                </a:lnTo>
                <a:lnTo>
                  <a:pt x="136" y="60"/>
                </a:lnTo>
                <a:lnTo>
                  <a:pt x="136" y="61"/>
                </a:lnTo>
                <a:lnTo>
                  <a:pt x="136" y="62"/>
                </a:lnTo>
                <a:lnTo>
                  <a:pt x="135" y="63"/>
                </a:lnTo>
                <a:lnTo>
                  <a:pt x="135" y="64"/>
                </a:lnTo>
                <a:lnTo>
                  <a:pt x="135" y="65"/>
                </a:lnTo>
                <a:lnTo>
                  <a:pt x="135" y="66"/>
                </a:lnTo>
                <a:lnTo>
                  <a:pt x="134" y="66"/>
                </a:lnTo>
                <a:lnTo>
                  <a:pt x="134" y="67"/>
                </a:lnTo>
                <a:lnTo>
                  <a:pt x="133" y="67"/>
                </a:lnTo>
                <a:lnTo>
                  <a:pt x="133" y="68"/>
                </a:lnTo>
                <a:lnTo>
                  <a:pt x="133" y="69"/>
                </a:lnTo>
                <a:lnTo>
                  <a:pt x="132" y="69"/>
                </a:lnTo>
                <a:lnTo>
                  <a:pt x="132" y="70"/>
                </a:lnTo>
                <a:lnTo>
                  <a:pt x="131" y="70"/>
                </a:lnTo>
                <a:lnTo>
                  <a:pt x="131" y="71"/>
                </a:lnTo>
                <a:lnTo>
                  <a:pt x="132" y="71"/>
                </a:lnTo>
                <a:lnTo>
                  <a:pt x="131" y="71"/>
                </a:lnTo>
                <a:lnTo>
                  <a:pt x="132" y="72"/>
                </a:lnTo>
                <a:lnTo>
                  <a:pt x="131" y="73"/>
                </a:lnTo>
                <a:lnTo>
                  <a:pt x="131" y="74"/>
                </a:lnTo>
                <a:lnTo>
                  <a:pt x="132" y="74"/>
                </a:lnTo>
                <a:lnTo>
                  <a:pt x="132" y="73"/>
                </a:lnTo>
                <a:lnTo>
                  <a:pt x="132" y="72"/>
                </a:lnTo>
                <a:lnTo>
                  <a:pt x="132" y="71"/>
                </a:lnTo>
                <a:lnTo>
                  <a:pt x="132" y="72"/>
                </a:lnTo>
                <a:lnTo>
                  <a:pt x="132" y="73"/>
                </a:lnTo>
                <a:lnTo>
                  <a:pt x="132" y="76"/>
                </a:lnTo>
                <a:lnTo>
                  <a:pt x="132" y="77"/>
                </a:lnTo>
                <a:lnTo>
                  <a:pt x="130" y="77"/>
                </a:lnTo>
                <a:lnTo>
                  <a:pt x="130" y="78"/>
                </a:lnTo>
                <a:lnTo>
                  <a:pt x="130" y="79"/>
                </a:lnTo>
                <a:lnTo>
                  <a:pt x="129" y="79"/>
                </a:lnTo>
                <a:lnTo>
                  <a:pt x="129" y="80"/>
                </a:lnTo>
                <a:lnTo>
                  <a:pt x="129" y="81"/>
                </a:lnTo>
                <a:lnTo>
                  <a:pt x="129" y="82"/>
                </a:lnTo>
                <a:lnTo>
                  <a:pt x="129" y="85"/>
                </a:lnTo>
                <a:lnTo>
                  <a:pt x="129" y="86"/>
                </a:lnTo>
                <a:lnTo>
                  <a:pt x="129" y="87"/>
                </a:lnTo>
                <a:lnTo>
                  <a:pt x="128" y="87"/>
                </a:lnTo>
                <a:lnTo>
                  <a:pt x="128" y="88"/>
                </a:lnTo>
                <a:lnTo>
                  <a:pt x="127" y="88"/>
                </a:lnTo>
                <a:lnTo>
                  <a:pt x="126" y="89"/>
                </a:lnTo>
                <a:lnTo>
                  <a:pt x="126" y="88"/>
                </a:lnTo>
                <a:lnTo>
                  <a:pt x="126" y="89"/>
                </a:lnTo>
                <a:lnTo>
                  <a:pt x="126" y="90"/>
                </a:lnTo>
                <a:lnTo>
                  <a:pt x="126" y="91"/>
                </a:lnTo>
                <a:lnTo>
                  <a:pt x="125" y="91"/>
                </a:lnTo>
                <a:lnTo>
                  <a:pt x="124" y="91"/>
                </a:lnTo>
                <a:lnTo>
                  <a:pt x="124" y="92"/>
                </a:lnTo>
                <a:lnTo>
                  <a:pt x="124" y="93"/>
                </a:lnTo>
                <a:lnTo>
                  <a:pt x="125" y="93"/>
                </a:lnTo>
                <a:lnTo>
                  <a:pt x="126" y="93"/>
                </a:lnTo>
                <a:lnTo>
                  <a:pt x="127" y="93"/>
                </a:lnTo>
                <a:lnTo>
                  <a:pt x="128" y="94"/>
                </a:lnTo>
                <a:lnTo>
                  <a:pt x="129" y="94"/>
                </a:lnTo>
                <a:lnTo>
                  <a:pt x="129" y="93"/>
                </a:lnTo>
                <a:lnTo>
                  <a:pt x="128" y="92"/>
                </a:lnTo>
                <a:lnTo>
                  <a:pt x="129" y="92"/>
                </a:lnTo>
                <a:lnTo>
                  <a:pt x="129" y="91"/>
                </a:lnTo>
                <a:lnTo>
                  <a:pt x="128" y="91"/>
                </a:lnTo>
                <a:lnTo>
                  <a:pt x="128" y="90"/>
                </a:lnTo>
                <a:lnTo>
                  <a:pt x="128" y="89"/>
                </a:lnTo>
                <a:lnTo>
                  <a:pt x="128" y="88"/>
                </a:lnTo>
                <a:lnTo>
                  <a:pt x="129" y="87"/>
                </a:lnTo>
                <a:lnTo>
                  <a:pt x="129" y="88"/>
                </a:lnTo>
                <a:lnTo>
                  <a:pt x="129" y="89"/>
                </a:lnTo>
                <a:lnTo>
                  <a:pt x="129" y="90"/>
                </a:lnTo>
                <a:lnTo>
                  <a:pt x="129" y="91"/>
                </a:lnTo>
                <a:lnTo>
                  <a:pt x="130" y="92"/>
                </a:lnTo>
                <a:lnTo>
                  <a:pt x="130" y="93"/>
                </a:lnTo>
                <a:lnTo>
                  <a:pt x="131" y="94"/>
                </a:lnTo>
                <a:lnTo>
                  <a:pt x="131" y="95"/>
                </a:lnTo>
                <a:lnTo>
                  <a:pt x="131" y="94"/>
                </a:lnTo>
                <a:lnTo>
                  <a:pt x="130" y="94"/>
                </a:lnTo>
                <a:lnTo>
                  <a:pt x="130" y="95"/>
                </a:lnTo>
                <a:lnTo>
                  <a:pt x="129" y="95"/>
                </a:lnTo>
                <a:lnTo>
                  <a:pt x="130" y="95"/>
                </a:lnTo>
                <a:lnTo>
                  <a:pt x="129" y="95"/>
                </a:lnTo>
                <a:lnTo>
                  <a:pt x="128" y="95"/>
                </a:lnTo>
                <a:lnTo>
                  <a:pt x="128" y="96"/>
                </a:lnTo>
                <a:lnTo>
                  <a:pt x="128" y="95"/>
                </a:lnTo>
                <a:lnTo>
                  <a:pt x="127" y="95"/>
                </a:lnTo>
                <a:lnTo>
                  <a:pt x="126" y="96"/>
                </a:lnTo>
                <a:lnTo>
                  <a:pt x="126" y="97"/>
                </a:lnTo>
                <a:lnTo>
                  <a:pt x="125" y="98"/>
                </a:lnTo>
                <a:lnTo>
                  <a:pt x="124" y="99"/>
                </a:lnTo>
                <a:lnTo>
                  <a:pt x="124" y="100"/>
                </a:lnTo>
                <a:lnTo>
                  <a:pt x="124" y="101"/>
                </a:lnTo>
                <a:lnTo>
                  <a:pt x="124" y="102"/>
                </a:lnTo>
                <a:lnTo>
                  <a:pt x="123" y="103"/>
                </a:lnTo>
                <a:lnTo>
                  <a:pt x="122" y="103"/>
                </a:lnTo>
                <a:lnTo>
                  <a:pt x="122" y="102"/>
                </a:lnTo>
                <a:lnTo>
                  <a:pt x="121" y="102"/>
                </a:lnTo>
                <a:lnTo>
                  <a:pt x="121" y="103"/>
                </a:lnTo>
                <a:lnTo>
                  <a:pt x="120" y="103"/>
                </a:lnTo>
                <a:lnTo>
                  <a:pt x="119" y="103"/>
                </a:lnTo>
                <a:lnTo>
                  <a:pt x="118" y="103"/>
                </a:lnTo>
                <a:lnTo>
                  <a:pt x="117" y="103"/>
                </a:lnTo>
                <a:lnTo>
                  <a:pt x="118" y="103"/>
                </a:lnTo>
                <a:lnTo>
                  <a:pt x="118" y="102"/>
                </a:lnTo>
                <a:lnTo>
                  <a:pt x="119" y="102"/>
                </a:lnTo>
                <a:lnTo>
                  <a:pt x="120" y="102"/>
                </a:lnTo>
                <a:lnTo>
                  <a:pt x="121" y="102"/>
                </a:lnTo>
                <a:lnTo>
                  <a:pt x="121" y="101"/>
                </a:lnTo>
                <a:lnTo>
                  <a:pt x="122" y="102"/>
                </a:lnTo>
                <a:lnTo>
                  <a:pt x="123" y="101"/>
                </a:lnTo>
                <a:lnTo>
                  <a:pt x="123" y="102"/>
                </a:lnTo>
                <a:lnTo>
                  <a:pt x="123" y="101"/>
                </a:lnTo>
                <a:lnTo>
                  <a:pt x="123" y="100"/>
                </a:lnTo>
                <a:lnTo>
                  <a:pt x="122" y="100"/>
                </a:lnTo>
                <a:lnTo>
                  <a:pt x="122" y="101"/>
                </a:lnTo>
                <a:lnTo>
                  <a:pt x="121" y="101"/>
                </a:lnTo>
                <a:lnTo>
                  <a:pt x="120" y="102"/>
                </a:lnTo>
                <a:lnTo>
                  <a:pt x="120" y="101"/>
                </a:lnTo>
                <a:lnTo>
                  <a:pt x="119" y="101"/>
                </a:lnTo>
                <a:lnTo>
                  <a:pt x="119" y="102"/>
                </a:lnTo>
                <a:lnTo>
                  <a:pt x="117" y="103"/>
                </a:lnTo>
                <a:lnTo>
                  <a:pt x="117" y="104"/>
                </a:lnTo>
                <a:lnTo>
                  <a:pt x="116" y="104"/>
                </a:lnTo>
                <a:lnTo>
                  <a:pt x="116" y="103"/>
                </a:lnTo>
                <a:lnTo>
                  <a:pt x="115" y="103"/>
                </a:lnTo>
                <a:lnTo>
                  <a:pt x="114" y="103"/>
                </a:lnTo>
                <a:lnTo>
                  <a:pt x="114" y="104"/>
                </a:lnTo>
                <a:lnTo>
                  <a:pt x="113" y="104"/>
                </a:lnTo>
                <a:lnTo>
                  <a:pt x="112" y="105"/>
                </a:lnTo>
                <a:lnTo>
                  <a:pt x="111" y="106"/>
                </a:lnTo>
                <a:lnTo>
                  <a:pt x="110" y="106"/>
                </a:lnTo>
                <a:lnTo>
                  <a:pt x="109" y="107"/>
                </a:lnTo>
                <a:lnTo>
                  <a:pt x="108" y="108"/>
                </a:lnTo>
                <a:lnTo>
                  <a:pt x="108" y="109"/>
                </a:lnTo>
                <a:lnTo>
                  <a:pt x="107" y="109"/>
                </a:lnTo>
                <a:lnTo>
                  <a:pt x="106" y="109"/>
                </a:lnTo>
                <a:lnTo>
                  <a:pt x="106" y="110"/>
                </a:lnTo>
                <a:lnTo>
                  <a:pt x="106" y="111"/>
                </a:lnTo>
                <a:lnTo>
                  <a:pt x="105" y="111"/>
                </a:lnTo>
                <a:lnTo>
                  <a:pt x="105" y="112"/>
                </a:lnTo>
                <a:lnTo>
                  <a:pt x="104" y="112"/>
                </a:lnTo>
                <a:lnTo>
                  <a:pt x="103" y="112"/>
                </a:lnTo>
                <a:lnTo>
                  <a:pt x="103" y="113"/>
                </a:lnTo>
                <a:lnTo>
                  <a:pt x="103" y="114"/>
                </a:lnTo>
                <a:lnTo>
                  <a:pt x="102" y="115"/>
                </a:lnTo>
                <a:lnTo>
                  <a:pt x="102" y="116"/>
                </a:lnTo>
                <a:lnTo>
                  <a:pt x="101" y="118"/>
                </a:lnTo>
                <a:lnTo>
                  <a:pt x="101" y="119"/>
                </a:lnTo>
                <a:lnTo>
                  <a:pt x="101" y="120"/>
                </a:lnTo>
                <a:lnTo>
                  <a:pt x="101" y="121"/>
                </a:lnTo>
                <a:lnTo>
                  <a:pt x="100" y="121"/>
                </a:lnTo>
                <a:lnTo>
                  <a:pt x="101" y="121"/>
                </a:lnTo>
                <a:lnTo>
                  <a:pt x="101" y="120"/>
                </a:lnTo>
                <a:lnTo>
                  <a:pt x="100" y="119"/>
                </a:lnTo>
                <a:lnTo>
                  <a:pt x="99" y="119"/>
                </a:lnTo>
                <a:lnTo>
                  <a:pt x="99" y="120"/>
                </a:lnTo>
                <a:lnTo>
                  <a:pt x="99" y="121"/>
                </a:lnTo>
                <a:lnTo>
                  <a:pt x="100" y="121"/>
                </a:lnTo>
                <a:lnTo>
                  <a:pt x="99" y="121"/>
                </a:lnTo>
                <a:lnTo>
                  <a:pt x="98" y="122"/>
                </a:lnTo>
                <a:lnTo>
                  <a:pt x="99" y="122"/>
                </a:lnTo>
                <a:lnTo>
                  <a:pt x="99" y="121"/>
                </a:lnTo>
                <a:lnTo>
                  <a:pt x="100" y="122"/>
                </a:lnTo>
                <a:lnTo>
                  <a:pt x="100" y="123"/>
                </a:lnTo>
                <a:lnTo>
                  <a:pt x="99" y="123"/>
                </a:lnTo>
                <a:lnTo>
                  <a:pt x="98" y="123"/>
                </a:lnTo>
                <a:lnTo>
                  <a:pt x="97" y="124"/>
                </a:lnTo>
                <a:lnTo>
                  <a:pt x="96" y="124"/>
                </a:lnTo>
                <a:lnTo>
                  <a:pt x="96" y="123"/>
                </a:lnTo>
                <a:lnTo>
                  <a:pt x="95" y="123"/>
                </a:lnTo>
                <a:lnTo>
                  <a:pt x="94" y="123"/>
                </a:lnTo>
                <a:lnTo>
                  <a:pt x="94" y="122"/>
                </a:lnTo>
                <a:lnTo>
                  <a:pt x="95" y="122"/>
                </a:lnTo>
                <a:lnTo>
                  <a:pt x="96" y="122"/>
                </a:lnTo>
                <a:lnTo>
                  <a:pt x="96" y="123"/>
                </a:lnTo>
                <a:lnTo>
                  <a:pt x="97" y="123"/>
                </a:lnTo>
                <a:lnTo>
                  <a:pt x="97" y="122"/>
                </a:lnTo>
                <a:lnTo>
                  <a:pt x="98" y="122"/>
                </a:lnTo>
                <a:lnTo>
                  <a:pt x="98" y="121"/>
                </a:lnTo>
                <a:lnTo>
                  <a:pt x="98" y="120"/>
                </a:lnTo>
                <a:lnTo>
                  <a:pt x="98" y="119"/>
                </a:lnTo>
                <a:lnTo>
                  <a:pt x="97" y="119"/>
                </a:lnTo>
                <a:lnTo>
                  <a:pt x="97" y="120"/>
                </a:lnTo>
                <a:lnTo>
                  <a:pt x="96" y="120"/>
                </a:lnTo>
                <a:lnTo>
                  <a:pt x="95" y="120"/>
                </a:lnTo>
                <a:lnTo>
                  <a:pt x="95" y="121"/>
                </a:lnTo>
                <a:lnTo>
                  <a:pt x="94" y="121"/>
                </a:lnTo>
                <a:lnTo>
                  <a:pt x="94" y="122"/>
                </a:lnTo>
                <a:lnTo>
                  <a:pt x="93" y="122"/>
                </a:lnTo>
                <a:lnTo>
                  <a:pt x="92" y="121"/>
                </a:lnTo>
                <a:lnTo>
                  <a:pt x="91" y="121"/>
                </a:lnTo>
                <a:lnTo>
                  <a:pt x="90" y="121"/>
                </a:lnTo>
                <a:lnTo>
                  <a:pt x="89" y="122"/>
                </a:lnTo>
                <a:lnTo>
                  <a:pt x="88" y="122"/>
                </a:lnTo>
                <a:lnTo>
                  <a:pt x="88" y="123"/>
                </a:lnTo>
                <a:lnTo>
                  <a:pt x="87" y="123"/>
                </a:lnTo>
                <a:lnTo>
                  <a:pt x="86" y="124"/>
                </a:lnTo>
                <a:lnTo>
                  <a:pt x="85" y="124"/>
                </a:lnTo>
                <a:lnTo>
                  <a:pt x="84" y="124"/>
                </a:lnTo>
                <a:lnTo>
                  <a:pt x="84" y="123"/>
                </a:lnTo>
                <a:lnTo>
                  <a:pt x="83" y="123"/>
                </a:lnTo>
                <a:lnTo>
                  <a:pt x="82" y="123"/>
                </a:lnTo>
                <a:lnTo>
                  <a:pt x="81" y="123"/>
                </a:lnTo>
                <a:lnTo>
                  <a:pt x="81" y="124"/>
                </a:lnTo>
                <a:lnTo>
                  <a:pt x="80" y="124"/>
                </a:lnTo>
                <a:lnTo>
                  <a:pt x="80" y="125"/>
                </a:lnTo>
                <a:lnTo>
                  <a:pt x="79" y="127"/>
                </a:lnTo>
                <a:lnTo>
                  <a:pt x="79" y="128"/>
                </a:lnTo>
                <a:lnTo>
                  <a:pt x="78" y="129"/>
                </a:lnTo>
                <a:lnTo>
                  <a:pt x="78" y="130"/>
                </a:lnTo>
                <a:lnTo>
                  <a:pt x="78" y="131"/>
                </a:lnTo>
                <a:lnTo>
                  <a:pt x="79" y="131"/>
                </a:lnTo>
                <a:lnTo>
                  <a:pt x="79" y="132"/>
                </a:lnTo>
                <a:lnTo>
                  <a:pt x="78" y="132"/>
                </a:lnTo>
                <a:lnTo>
                  <a:pt x="77" y="132"/>
                </a:lnTo>
                <a:lnTo>
                  <a:pt x="77" y="131"/>
                </a:lnTo>
                <a:lnTo>
                  <a:pt x="76" y="131"/>
                </a:lnTo>
                <a:lnTo>
                  <a:pt x="75" y="131"/>
                </a:lnTo>
                <a:lnTo>
                  <a:pt x="75" y="132"/>
                </a:lnTo>
                <a:lnTo>
                  <a:pt x="75" y="133"/>
                </a:lnTo>
                <a:lnTo>
                  <a:pt x="76" y="133"/>
                </a:lnTo>
                <a:lnTo>
                  <a:pt x="76" y="132"/>
                </a:lnTo>
                <a:lnTo>
                  <a:pt x="76" y="131"/>
                </a:lnTo>
                <a:lnTo>
                  <a:pt x="77" y="131"/>
                </a:lnTo>
                <a:lnTo>
                  <a:pt x="77" y="132"/>
                </a:lnTo>
                <a:lnTo>
                  <a:pt x="77" y="133"/>
                </a:lnTo>
                <a:lnTo>
                  <a:pt x="78" y="132"/>
                </a:lnTo>
                <a:lnTo>
                  <a:pt x="79" y="132"/>
                </a:lnTo>
                <a:lnTo>
                  <a:pt x="79" y="133"/>
                </a:lnTo>
                <a:lnTo>
                  <a:pt x="80" y="133"/>
                </a:lnTo>
                <a:lnTo>
                  <a:pt x="79" y="134"/>
                </a:lnTo>
                <a:lnTo>
                  <a:pt x="78" y="134"/>
                </a:lnTo>
                <a:lnTo>
                  <a:pt x="79" y="135"/>
                </a:lnTo>
                <a:lnTo>
                  <a:pt x="79" y="136"/>
                </a:lnTo>
                <a:lnTo>
                  <a:pt x="78" y="136"/>
                </a:lnTo>
                <a:lnTo>
                  <a:pt x="78" y="135"/>
                </a:lnTo>
                <a:lnTo>
                  <a:pt x="77" y="135"/>
                </a:lnTo>
                <a:lnTo>
                  <a:pt x="77" y="136"/>
                </a:lnTo>
                <a:lnTo>
                  <a:pt x="78" y="137"/>
                </a:lnTo>
                <a:lnTo>
                  <a:pt x="77" y="137"/>
                </a:lnTo>
                <a:lnTo>
                  <a:pt x="76" y="136"/>
                </a:lnTo>
                <a:lnTo>
                  <a:pt x="76" y="135"/>
                </a:lnTo>
                <a:lnTo>
                  <a:pt x="77" y="135"/>
                </a:lnTo>
                <a:lnTo>
                  <a:pt x="76" y="135"/>
                </a:lnTo>
                <a:lnTo>
                  <a:pt x="76" y="134"/>
                </a:lnTo>
                <a:lnTo>
                  <a:pt x="75" y="134"/>
                </a:lnTo>
                <a:lnTo>
                  <a:pt x="74" y="135"/>
                </a:lnTo>
                <a:lnTo>
                  <a:pt x="73" y="135"/>
                </a:lnTo>
                <a:lnTo>
                  <a:pt x="72" y="135"/>
                </a:lnTo>
                <a:lnTo>
                  <a:pt x="71" y="136"/>
                </a:lnTo>
                <a:lnTo>
                  <a:pt x="71" y="137"/>
                </a:lnTo>
                <a:lnTo>
                  <a:pt x="70" y="137"/>
                </a:lnTo>
                <a:lnTo>
                  <a:pt x="71" y="137"/>
                </a:lnTo>
                <a:lnTo>
                  <a:pt x="71" y="138"/>
                </a:lnTo>
                <a:lnTo>
                  <a:pt x="72" y="139"/>
                </a:lnTo>
                <a:lnTo>
                  <a:pt x="71" y="139"/>
                </a:lnTo>
                <a:lnTo>
                  <a:pt x="71" y="138"/>
                </a:lnTo>
                <a:lnTo>
                  <a:pt x="70" y="138"/>
                </a:lnTo>
                <a:lnTo>
                  <a:pt x="70" y="139"/>
                </a:lnTo>
                <a:lnTo>
                  <a:pt x="69" y="138"/>
                </a:lnTo>
                <a:lnTo>
                  <a:pt x="69" y="139"/>
                </a:lnTo>
                <a:lnTo>
                  <a:pt x="68" y="139"/>
                </a:lnTo>
                <a:lnTo>
                  <a:pt x="68" y="140"/>
                </a:lnTo>
                <a:lnTo>
                  <a:pt x="67" y="139"/>
                </a:lnTo>
                <a:lnTo>
                  <a:pt x="68" y="139"/>
                </a:lnTo>
                <a:lnTo>
                  <a:pt x="68" y="138"/>
                </a:lnTo>
                <a:lnTo>
                  <a:pt x="68" y="137"/>
                </a:lnTo>
                <a:lnTo>
                  <a:pt x="67" y="136"/>
                </a:lnTo>
                <a:lnTo>
                  <a:pt x="66" y="136"/>
                </a:lnTo>
                <a:lnTo>
                  <a:pt x="66" y="135"/>
                </a:lnTo>
                <a:lnTo>
                  <a:pt x="67" y="135"/>
                </a:lnTo>
                <a:lnTo>
                  <a:pt x="68" y="135"/>
                </a:lnTo>
                <a:lnTo>
                  <a:pt x="68" y="134"/>
                </a:lnTo>
                <a:lnTo>
                  <a:pt x="68" y="133"/>
                </a:lnTo>
                <a:lnTo>
                  <a:pt x="67" y="134"/>
                </a:lnTo>
                <a:lnTo>
                  <a:pt x="68" y="134"/>
                </a:lnTo>
                <a:lnTo>
                  <a:pt x="67" y="134"/>
                </a:lnTo>
                <a:lnTo>
                  <a:pt x="67" y="135"/>
                </a:lnTo>
                <a:lnTo>
                  <a:pt x="66" y="135"/>
                </a:lnTo>
                <a:lnTo>
                  <a:pt x="65" y="135"/>
                </a:lnTo>
                <a:lnTo>
                  <a:pt x="66" y="136"/>
                </a:lnTo>
                <a:lnTo>
                  <a:pt x="66" y="137"/>
                </a:lnTo>
                <a:lnTo>
                  <a:pt x="65" y="136"/>
                </a:lnTo>
                <a:lnTo>
                  <a:pt x="64" y="136"/>
                </a:lnTo>
                <a:lnTo>
                  <a:pt x="64" y="137"/>
                </a:lnTo>
                <a:lnTo>
                  <a:pt x="63" y="136"/>
                </a:lnTo>
                <a:lnTo>
                  <a:pt x="63" y="137"/>
                </a:lnTo>
                <a:lnTo>
                  <a:pt x="63" y="138"/>
                </a:lnTo>
                <a:lnTo>
                  <a:pt x="62" y="138"/>
                </a:lnTo>
                <a:lnTo>
                  <a:pt x="61" y="137"/>
                </a:lnTo>
                <a:lnTo>
                  <a:pt x="62" y="137"/>
                </a:lnTo>
                <a:lnTo>
                  <a:pt x="62" y="136"/>
                </a:lnTo>
                <a:lnTo>
                  <a:pt x="63" y="136"/>
                </a:lnTo>
                <a:lnTo>
                  <a:pt x="63" y="135"/>
                </a:lnTo>
                <a:lnTo>
                  <a:pt x="62" y="135"/>
                </a:lnTo>
                <a:lnTo>
                  <a:pt x="63" y="135"/>
                </a:lnTo>
                <a:lnTo>
                  <a:pt x="63" y="134"/>
                </a:lnTo>
                <a:lnTo>
                  <a:pt x="62" y="133"/>
                </a:lnTo>
                <a:lnTo>
                  <a:pt x="62" y="132"/>
                </a:lnTo>
                <a:lnTo>
                  <a:pt x="60" y="132"/>
                </a:lnTo>
                <a:lnTo>
                  <a:pt x="59" y="132"/>
                </a:lnTo>
                <a:lnTo>
                  <a:pt x="58" y="131"/>
                </a:lnTo>
                <a:lnTo>
                  <a:pt x="56" y="131"/>
                </a:lnTo>
                <a:lnTo>
                  <a:pt x="55" y="132"/>
                </a:lnTo>
                <a:lnTo>
                  <a:pt x="53" y="132"/>
                </a:lnTo>
                <a:lnTo>
                  <a:pt x="53" y="131"/>
                </a:lnTo>
                <a:lnTo>
                  <a:pt x="52" y="131"/>
                </a:lnTo>
                <a:lnTo>
                  <a:pt x="51" y="131"/>
                </a:lnTo>
                <a:lnTo>
                  <a:pt x="50" y="131"/>
                </a:lnTo>
                <a:lnTo>
                  <a:pt x="49" y="131"/>
                </a:lnTo>
                <a:lnTo>
                  <a:pt x="48" y="131"/>
                </a:lnTo>
                <a:lnTo>
                  <a:pt x="47" y="131"/>
                </a:lnTo>
                <a:lnTo>
                  <a:pt x="46" y="131"/>
                </a:lnTo>
                <a:lnTo>
                  <a:pt x="45" y="131"/>
                </a:lnTo>
                <a:lnTo>
                  <a:pt x="44" y="131"/>
                </a:lnTo>
                <a:lnTo>
                  <a:pt x="43" y="132"/>
                </a:lnTo>
                <a:lnTo>
                  <a:pt x="41" y="132"/>
                </a:lnTo>
                <a:lnTo>
                  <a:pt x="40" y="132"/>
                </a:lnTo>
                <a:lnTo>
                  <a:pt x="39" y="132"/>
                </a:lnTo>
                <a:lnTo>
                  <a:pt x="38" y="131"/>
                </a:lnTo>
                <a:lnTo>
                  <a:pt x="38" y="130"/>
                </a:lnTo>
                <a:lnTo>
                  <a:pt x="38" y="129"/>
                </a:lnTo>
                <a:lnTo>
                  <a:pt x="37" y="129"/>
                </a:lnTo>
                <a:lnTo>
                  <a:pt x="36" y="129"/>
                </a:lnTo>
                <a:lnTo>
                  <a:pt x="36" y="128"/>
                </a:lnTo>
                <a:lnTo>
                  <a:pt x="35" y="128"/>
                </a:lnTo>
                <a:lnTo>
                  <a:pt x="35" y="127"/>
                </a:lnTo>
                <a:lnTo>
                  <a:pt x="34" y="127"/>
                </a:lnTo>
                <a:lnTo>
                  <a:pt x="32" y="127"/>
                </a:lnTo>
                <a:lnTo>
                  <a:pt x="31" y="127"/>
                </a:lnTo>
                <a:lnTo>
                  <a:pt x="30" y="128"/>
                </a:lnTo>
                <a:lnTo>
                  <a:pt x="29" y="128"/>
                </a:lnTo>
                <a:lnTo>
                  <a:pt x="28" y="128"/>
                </a:lnTo>
                <a:lnTo>
                  <a:pt x="27" y="128"/>
                </a:lnTo>
                <a:lnTo>
                  <a:pt x="27" y="127"/>
                </a:lnTo>
                <a:lnTo>
                  <a:pt x="26" y="127"/>
                </a:lnTo>
                <a:lnTo>
                  <a:pt x="26" y="126"/>
                </a:lnTo>
                <a:lnTo>
                  <a:pt x="25" y="126"/>
                </a:lnTo>
                <a:lnTo>
                  <a:pt x="25" y="125"/>
                </a:lnTo>
                <a:lnTo>
                  <a:pt x="24" y="125"/>
                </a:lnTo>
                <a:lnTo>
                  <a:pt x="23" y="125"/>
                </a:lnTo>
                <a:lnTo>
                  <a:pt x="22" y="124"/>
                </a:lnTo>
                <a:lnTo>
                  <a:pt x="21" y="124"/>
                </a:lnTo>
                <a:lnTo>
                  <a:pt x="20" y="124"/>
                </a:lnTo>
                <a:lnTo>
                  <a:pt x="19" y="124"/>
                </a:lnTo>
                <a:lnTo>
                  <a:pt x="19" y="123"/>
                </a:lnTo>
                <a:lnTo>
                  <a:pt x="18" y="123"/>
                </a:lnTo>
                <a:lnTo>
                  <a:pt x="17" y="122"/>
                </a:lnTo>
                <a:lnTo>
                  <a:pt x="16" y="121"/>
                </a:lnTo>
                <a:lnTo>
                  <a:pt x="15" y="121"/>
                </a:lnTo>
                <a:lnTo>
                  <a:pt x="14" y="120"/>
                </a:lnTo>
                <a:lnTo>
                  <a:pt x="13" y="120"/>
                </a:lnTo>
                <a:lnTo>
                  <a:pt x="12" y="120"/>
                </a:lnTo>
                <a:lnTo>
                  <a:pt x="11" y="120"/>
                </a:lnTo>
                <a:lnTo>
                  <a:pt x="9" y="120"/>
                </a:lnTo>
                <a:lnTo>
                  <a:pt x="8" y="120"/>
                </a:lnTo>
                <a:lnTo>
                  <a:pt x="8" y="119"/>
                </a:lnTo>
                <a:lnTo>
                  <a:pt x="7" y="119"/>
                </a:lnTo>
                <a:lnTo>
                  <a:pt x="6" y="118"/>
                </a:lnTo>
                <a:lnTo>
                  <a:pt x="6" y="117"/>
                </a:lnTo>
                <a:lnTo>
                  <a:pt x="6" y="116"/>
                </a:lnTo>
                <a:lnTo>
                  <a:pt x="6" y="115"/>
                </a:lnTo>
                <a:lnTo>
                  <a:pt x="6" y="114"/>
                </a:lnTo>
                <a:lnTo>
                  <a:pt x="7" y="113"/>
                </a:lnTo>
                <a:lnTo>
                  <a:pt x="7" y="112"/>
                </a:lnTo>
                <a:lnTo>
                  <a:pt x="7" y="111"/>
                </a:lnTo>
                <a:lnTo>
                  <a:pt x="7" y="110"/>
                </a:lnTo>
                <a:lnTo>
                  <a:pt x="7" y="109"/>
                </a:lnTo>
                <a:lnTo>
                  <a:pt x="7" y="108"/>
                </a:lnTo>
                <a:lnTo>
                  <a:pt x="7" y="107"/>
                </a:lnTo>
                <a:lnTo>
                  <a:pt x="7" y="106"/>
                </a:lnTo>
                <a:lnTo>
                  <a:pt x="7" y="105"/>
                </a:lnTo>
                <a:lnTo>
                  <a:pt x="7" y="104"/>
                </a:lnTo>
                <a:lnTo>
                  <a:pt x="7" y="103"/>
                </a:lnTo>
                <a:lnTo>
                  <a:pt x="6" y="103"/>
                </a:lnTo>
                <a:lnTo>
                  <a:pt x="6" y="102"/>
                </a:lnTo>
                <a:lnTo>
                  <a:pt x="5" y="100"/>
                </a:lnTo>
                <a:lnTo>
                  <a:pt x="5" y="99"/>
                </a:lnTo>
                <a:lnTo>
                  <a:pt x="4" y="98"/>
                </a:lnTo>
                <a:lnTo>
                  <a:pt x="3" y="98"/>
                </a:lnTo>
                <a:lnTo>
                  <a:pt x="2" y="98"/>
                </a:lnTo>
                <a:lnTo>
                  <a:pt x="2" y="97"/>
                </a:lnTo>
                <a:lnTo>
                  <a:pt x="2" y="96"/>
                </a:lnTo>
                <a:lnTo>
                  <a:pt x="2" y="95"/>
                </a:lnTo>
                <a:lnTo>
                  <a:pt x="3" y="95"/>
                </a:lnTo>
                <a:lnTo>
                  <a:pt x="2" y="95"/>
                </a:lnTo>
                <a:lnTo>
                  <a:pt x="2" y="94"/>
                </a:lnTo>
                <a:lnTo>
                  <a:pt x="3" y="94"/>
                </a:lnTo>
                <a:lnTo>
                  <a:pt x="3" y="93"/>
                </a:lnTo>
                <a:lnTo>
                  <a:pt x="4" y="92"/>
                </a:lnTo>
                <a:lnTo>
                  <a:pt x="4" y="91"/>
                </a:lnTo>
                <a:lnTo>
                  <a:pt x="4" y="90"/>
                </a:lnTo>
                <a:lnTo>
                  <a:pt x="4" y="89"/>
                </a:lnTo>
                <a:lnTo>
                  <a:pt x="3" y="89"/>
                </a:lnTo>
                <a:lnTo>
                  <a:pt x="3" y="88"/>
                </a:lnTo>
                <a:lnTo>
                  <a:pt x="3" y="87"/>
                </a:lnTo>
                <a:lnTo>
                  <a:pt x="3" y="86"/>
                </a:lnTo>
                <a:lnTo>
                  <a:pt x="2" y="85"/>
                </a:lnTo>
                <a:lnTo>
                  <a:pt x="2" y="84"/>
                </a:lnTo>
                <a:lnTo>
                  <a:pt x="2" y="83"/>
                </a:lnTo>
                <a:lnTo>
                  <a:pt x="1" y="82"/>
                </a:lnTo>
                <a:lnTo>
                  <a:pt x="1" y="81"/>
                </a:lnTo>
                <a:lnTo>
                  <a:pt x="1" y="80"/>
                </a:lnTo>
                <a:lnTo>
                  <a:pt x="0" y="80"/>
                </a:lnTo>
                <a:lnTo>
                  <a:pt x="0" y="79"/>
                </a:lnTo>
                <a:lnTo>
                  <a:pt x="1" y="79"/>
                </a:lnTo>
                <a:lnTo>
                  <a:pt x="2" y="78"/>
                </a:lnTo>
                <a:lnTo>
                  <a:pt x="3" y="77"/>
                </a:lnTo>
                <a:lnTo>
                  <a:pt x="3" y="76"/>
                </a:lnTo>
                <a:lnTo>
                  <a:pt x="4" y="76"/>
                </a:lnTo>
                <a:lnTo>
                  <a:pt x="4" y="75"/>
                </a:lnTo>
                <a:lnTo>
                  <a:pt x="4" y="74"/>
                </a:lnTo>
                <a:lnTo>
                  <a:pt x="4" y="73"/>
                </a:lnTo>
                <a:lnTo>
                  <a:pt x="3" y="72"/>
                </a:lnTo>
                <a:lnTo>
                  <a:pt x="2" y="71"/>
                </a:lnTo>
                <a:lnTo>
                  <a:pt x="1" y="71"/>
                </a:lnTo>
                <a:lnTo>
                  <a:pt x="1" y="70"/>
                </a:lnTo>
                <a:lnTo>
                  <a:pt x="1" y="69"/>
                </a:lnTo>
                <a:lnTo>
                  <a:pt x="1" y="67"/>
                </a:lnTo>
                <a:lnTo>
                  <a:pt x="1" y="66"/>
                </a:lnTo>
                <a:lnTo>
                  <a:pt x="2" y="66"/>
                </a:lnTo>
                <a:lnTo>
                  <a:pt x="3" y="67"/>
                </a:lnTo>
                <a:lnTo>
                  <a:pt x="3" y="66"/>
                </a:lnTo>
                <a:lnTo>
                  <a:pt x="3" y="65"/>
                </a:lnTo>
                <a:lnTo>
                  <a:pt x="2" y="65"/>
                </a:lnTo>
                <a:lnTo>
                  <a:pt x="3" y="65"/>
                </a:lnTo>
                <a:lnTo>
                  <a:pt x="3" y="66"/>
                </a:lnTo>
                <a:lnTo>
                  <a:pt x="4" y="66"/>
                </a:lnTo>
                <a:lnTo>
                  <a:pt x="3" y="65"/>
                </a:lnTo>
                <a:lnTo>
                  <a:pt x="3" y="64"/>
                </a:lnTo>
                <a:lnTo>
                  <a:pt x="4" y="64"/>
                </a:lnTo>
                <a:lnTo>
                  <a:pt x="4" y="65"/>
                </a:lnTo>
                <a:lnTo>
                  <a:pt x="5" y="65"/>
                </a:lnTo>
                <a:lnTo>
                  <a:pt x="5" y="64"/>
                </a:lnTo>
                <a:lnTo>
                  <a:pt x="4" y="64"/>
                </a:lnTo>
                <a:lnTo>
                  <a:pt x="4" y="63"/>
                </a:lnTo>
                <a:lnTo>
                  <a:pt x="3" y="63"/>
                </a:lnTo>
                <a:lnTo>
                  <a:pt x="3" y="62"/>
                </a:lnTo>
                <a:lnTo>
                  <a:pt x="4" y="62"/>
                </a:lnTo>
                <a:lnTo>
                  <a:pt x="4" y="61"/>
                </a:lnTo>
                <a:lnTo>
                  <a:pt x="5" y="60"/>
                </a:lnTo>
                <a:lnTo>
                  <a:pt x="5" y="61"/>
                </a:lnTo>
                <a:lnTo>
                  <a:pt x="7" y="61"/>
                </a:lnTo>
                <a:lnTo>
                  <a:pt x="7" y="60"/>
                </a:lnTo>
                <a:lnTo>
                  <a:pt x="8" y="60"/>
                </a:lnTo>
                <a:lnTo>
                  <a:pt x="9" y="60"/>
                </a:lnTo>
                <a:lnTo>
                  <a:pt x="9" y="59"/>
                </a:lnTo>
                <a:lnTo>
                  <a:pt x="10" y="59"/>
                </a:lnTo>
                <a:lnTo>
                  <a:pt x="12" y="58"/>
                </a:lnTo>
                <a:lnTo>
                  <a:pt x="12" y="57"/>
                </a:lnTo>
                <a:lnTo>
                  <a:pt x="13" y="57"/>
                </a:lnTo>
                <a:lnTo>
                  <a:pt x="13" y="56"/>
                </a:lnTo>
                <a:lnTo>
                  <a:pt x="14" y="55"/>
                </a:lnTo>
                <a:lnTo>
                  <a:pt x="15" y="55"/>
                </a:lnTo>
                <a:lnTo>
                  <a:pt x="16" y="55"/>
                </a:lnTo>
                <a:lnTo>
                  <a:pt x="16" y="54"/>
                </a:lnTo>
                <a:lnTo>
                  <a:pt x="17" y="54"/>
                </a:lnTo>
                <a:lnTo>
                  <a:pt x="18" y="53"/>
                </a:lnTo>
                <a:lnTo>
                  <a:pt x="19" y="51"/>
                </a:lnTo>
                <a:lnTo>
                  <a:pt x="20" y="51"/>
                </a:lnTo>
                <a:lnTo>
                  <a:pt x="20" y="50"/>
                </a:lnTo>
                <a:lnTo>
                  <a:pt x="21" y="50"/>
                </a:lnTo>
                <a:lnTo>
                  <a:pt x="22" y="50"/>
                </a:lnTo>
                <a:lnTo>
                  <a:pt x="22" y="49"/>
                </a:lnTo>
                <a:lnTo>
                  <a:pt x="21" y="49"/>
                </a:lnTo>
                <a:lnTo>
                  <a:pt x="21" y="50"/>
                </a:lnTo>
                <a:lnTo>
                  <a:pt x="21" y="49"/>
                </a:lnTo>
                <a:lnTo>
                  <a:pt x="22" y="48"/>
                </a:lnTo>
                <a:lnTo>
                  <a:pt x="23" y="48"/>
                </a:lnTo>
                <a:lnTo>
                  <a:pt x="23" y="47"/>
                </a:lnTo>
                <a:lnTo>
                  <a:pt x="24" y="46"/>
                </a:lnTo>
                <a:lnTo>
                  <a:pt x="25" y="46"/>
                </a:lnTo>
                <a:lnTo>
                  <a:pt x="25" y="45"/>
                </a:lnTo>
                <a:lnTo>
                  <a:pt x="26" y="44"/>
                </a:lnTo>
                <a:lnTo>
                  <a:pt x="27" y="44"/>
                </a:lnTo>
                <a:lnTo>
                  <a:pt x="28" y="43"/>
                </a:lnTo>
                <a:lnTo>
                  <a:pt x="29" y="43"/>
                </a:lnTo>
                <a:lnTo>
                  <a:pt x="30" y="43"/>
                </a:lnTo>
                <a:lnTo>
                  <a:pt x="31" y="42"/>
                </a:lnTo>
                <a:lnTo>
                  <a:pt x="32" y="42"/>
                </a:lnTo>
                <a:lnTo>
                  <a:pt x="32" y="41"/>
                </a:lnTo>
                <a:lnTo>
                  <a:pt x="34" y="41"/>
                </a:lnTo>
                <a:lnTo>
                  <a:pt x="35" y="40"/>
                </a:lnTo>
                <a:lnTo>
                  <a:pt x="36" y="40"/>
                </a:lnTo>
                <a:lnTo>
                  <a:pt x="37" y="39"/>
                </a:lnTo>
                <a:lnTo>
                  <a:pt x="37" y="38"/>
                </a:lnTo>
                <a:lnTo>
                  <a:pt x="38" y="38"/>
                </a:lnTo>
                <a:lnTo>
                  <a:pt x="38" y="37"/>
                </a:lnTo>
                <a:lnTo>
                  <a:pt x="39" y="37"/>
                </a:lnTo>
                <a:lnTo>
                  <a:pt x="39" y="36"/>
                </a:lnTo>
                <a:lnTo>
                  <a:pt x="39" y="35"/>
                </a:lnTo>
                <a:lnTo>
                  <a:pt x="38" y="35"/>
                </a:lnTo>
                <a:lnTo>
                  <a:pt x="39" y="35"/>
                </a:lnTo>
                <a:lnTo>
                  <a:pt x="40" y="35"/>
                </a:lnTo>
                <a:lnTo>
                  <a:pt x="40" y="34"/>
                </a:lnTo>
                <a:lnTo>
                  <a:pt x="41" y="34"/>
                </a:lnTo>
                <a:lnTo>
                  <a:pt x="43" y="34"/>
                </a:lnTo>
                <a:lnTo>
                  <a:pt x="44" y="34"/>
                </a:lnTo>
                <a:lnTo>
                  <a:pt x="45" y="34"/>
                </a:lnTo>
                <a:lnTo>
                  <a:pt x="45" y="35"/>
                </a:lnTo>
                <a:lnTo>
                  <a:pt x="45" y="36"/>
                </a:lnTo>
                <a:lnTo>
                  <a:pt x="45" y="35"/>
                </a:lnTo>
                <a:lnTo>
                  <a:pt x="45" y="36"/>
                </a:lnTo>
                <a:lnTo>
                  <a:pt x="46" y="36"/>
                </a:lnTo>
                <a:lnTo>
                  <a:pt x="45" y="36"/>
                </a:lnTo>
                <a:lnTo>
                  <a:pt x="46" y="36"/>
                </a:lnTo>
                <a:lnTo>
                  <a:pt x="46" y="35"/>
                </a:lnTo>
                <a:lnTo>
                  <a:pt x="46" y="34"/>
                </a:lnTo>
                <a:lnTo>
                  <a:pt x="45" y="34"/>
                </a:lnTo>
                <a:lnTo>
                  <a:pt x="44" y="33"/>
                </a:lnTo>
                <a:lnTo>
                  <a:pt x="43" y="33"/>
                </a:lnTo>
                <a:lnTo>
                  <a:pt x="44" y="33"/>
                </a:lnTo>
                <a:lnTo>
                  <a:pt x="45" y="32"/>
                </a:lnTo>
                <a:lnTo>
                  <a:pt x="46" y="32"/>
                </a:lnTo>
                <a:lnTo>
                  <a:pt x="45" y="33"/>
                </a:lnTo>
                <a:lnTo>
                  <a:pt x="46" y="33"/>
                </a:lnTo>
                <a:lnTo>
                  <a:pt x="46" y="32"/>
                </a:lnTo>
                <a:lnTo>
                  <a:pt x="46" y="31"/>
                </a:lnTo>
                <a:lnTo>
                  <a:pt x="46" y="30"/>
                </a:lnTo>
                <a:lnTo>
                  <a:pt x="46" y="31"/>
                </a:lnTo>
                <a:lnTo>
                  <a:pt x="46" y="30"/>
                </a:lnTo>
                <a:lnTo>
                  <a:pt x="47" y="30"/>
                </a:lnTo>
                <a:lnTo>
                  <a:pt x="46" y="30"/>
                </a:lnTo>
                <a:lnTo>
                  <a:pt x="45" y="30"/>
                </a:lnTo>
                <a:lnTo>
                  <a:pt x="44" y="30"/>
                </a:lnTo>
                <a:lnTo>
                  <a:pt x="45" y="30"/>
                </a:lnTo>
                <a:lnTo>
                  <a:pt x="44" y="29"/>
                </a:lnTo>
                <a:lnTo>
                  <a:pt x="44" y="30"/>
                </a:lnTo>
                <a:lnTo>
                  <a:pt x="43" y="30"/>
                </a:lnTo>
                <a:lnTo>
                  <a:pt x="44" y="30"/>
                </a:lnTo>
                <a:lnTo>
                  <a:pt x="43" y="30"/>
                </a:lnTo>
                <a:lnTo>
                  <a:pt x="43" y="31"/>
                </a:lnTo>
                <a:lnTo>
                  <a:pt x="43" y="32"/>
                </a:lnTo>
                <a:lnTo>
                  <a:pt x="43" y="31"/>
                </a:lnTo>
                <a:lnTo>
                  <a:pt x="41" y="31"/>
                </a:lnTo>
                <a:lnTo>
                  <a:pt x="41" y="32"/>
                </a:lnTo>
                <a:lnTo>
                  <a:pt x="40" y="32"/>
                </a:lnTo>
                <a:lnTo>
                  <a:pt x="39" y="32"/>
                </a:lnTo>
                <a:lnTo>
                  <a:pt x="40" y="32"/>
                </a:lnTo>
                <a:lnTo>
                  <a:pt x="40" y="33"/>
                </a:lnTo>
                <a:lnTo>
                  <a:pt x="39" y="33"/>
                </a:lnTo>
                <a:lnTo>
                  <a:pt x="39" y="34"/>
                </a:lnTo>
                <a:lnTo>
                  <a:pt x="38" y="34"/>
                </a:lnTo>
                <a:lnTo>
                  <a:pt x="37" y="34"/>
                </a:lnTo>
                <a:lnTo>
                  <a:pt x="37" y="35"/>
                </a:lnTo>
                <a:lnTo>
                  <a:pt x="36" y="35"/>
                </a:lnTo>
                <a:lnTo>
                  <a:pt x="35" y="35"/>
                </a:lnTo>
                <a:lnTo>
                  <a:pt x="35" y="36"/>
                </a:lnTo>
                <a:lnTo>
                  <a:pt x="34" y="36"/>
                </a:lnTo>
                <a:lnTo>
                  <a:pt x="34" y="35"/>
                </a:lnTo>
                <a:lnTo>
                  <a:pt x="35" y="34"/>
                </a:lnTo>
                <a:lnTo>
                  <a:pt x="36" y="34"/>
                </a:lnTo>
                <a:lnTo>
                  <a:pt x="36" y="33"/>
                </a:lnTo>
                <a:lnTo>
                  <a:pt x="36" y="32"/>
                </a:lnTo>
                <a:lnTo>
                  <a:pt x="35" y="32"/>
                </a:lnTo>
                <a:lnTo>
                  <a:pt x="35" y="31"/>
                </a:lnTo>
                <a:lnTo>
                  <a:pt x="35" y="30"/>
                </a:lnTo>
                <a:lnTo>
                  <a:pt x="35" y="29"/>
                </a:lnTo>
                <a:lnTo>
                  <a:pt x="36" y="28"/>
                </a:lnTo>
                <a:lnTo>
                  <a:pt x="37" y="27"/>
                </a:lnTo>
                <a:lnTo>
                  <a:pt x="38" y="28"/>
                </a:lnTo>
                <a:lnTo>
                  <a:pt x="38" y="27"/>
                </a:lnTo>
                <a:lnTo>
                  <a:pt x="38" y="26"/>
                </a:lnTo>
                <a:lnTo>
                  <a:pt x="39" y="26"/>
                </a:lnTo>
                <a:lnTo>
                  <a:pt x="39" y="25"/>
                </a:lnTo>
                <a:lnTo>
                  <a:pt x="39" y="26"/>
                </a:lnTo>
                <a:lnTo>
                  <a:pt x="40" y="26"/>
                </a:lnTo>
                <a:lnTo>
                  <a:pt x="39" y="26"/>
                </a:lnTo>
                <a:lnTo>
                  <a:pt x="40" y="26"/>
                </a:lnTo>
                <a:lnTo>
                  <a:pt x="40" y="25"/>
                </a:lnTo>
                <a:lnTo>
                  <a:pt x="40" y="26"/>
                </a:lnTo>
                <a:lnTo>
                  <a:pt x="40" y="25"/>
                </a:lnTo>
                <a:lnTo>
                  <a:pt x="41" y="25"/>
                </a:lnTo>
                <a:lnTo>
                  <a:pt x="41" y="24"/>
                </a:lnTo>
                <a:lnTo>
                  <a:pt x="43" y="24"/>
                </a:lnTo>
                <a:lnTo>
                  <a:pt x="43" y="23"/>
                </a:lnTo>
                <a:lnTo>
                  <a:pt x="41" y="23"/>
                </a:lnTo>
                <a:lnTo>
                  <a:pt x="41" y="22"/>
                </a:lnTo>
                <a:lnTo>
                  <a:pt x="43" y="22"/>
                </a:lnTo>
                <a:lnTo>
                  <a:pt x="44" y="23"/>
                </a:lnTo>
                <a:lnTo>
                  <a:pt x="44" y="22"/>
                </a:lnTo>
                <a:lnTo>
                  <a:pt x="44" y="21"/>
                </a:lnTo>
                <a:lnTo>
                  <a:pt x="45" y="21"/>
                </a:lnTo>
                <a:lnTo>
                  <a:pt x="46" y="21"/>
                </a:lnTo>
                <a:lnTo>
                  <a:pt x="46" y="22"/>
                </a:lnTo>
                <a:lnTo>
                  <a:pt x="47" y="22"/>
                </a:lnTo>
                <a:lnTo>
                  <a:pt x="46" y="22"/>
                </a:lnTo>
                <a:lnTo>
                  <a:pt x="46" y="23"/>
                </a:lnTo>
                <a:lnTo>
                  <a:pt x="47" y="23"/>
                </a:lnTo>
                <a:lnTo>
                  <a:pt x="48" y="23"/>
                </a:lnTo>
                <a:lnTo>
                  <a:pt x="49" y="23"/>
                </a:lnTo>
                <a:lnTo>
                  <a:pt x="50" y="23"/>
                </a:lnTo>
                <a:lnTo>
                  <a:pt x="50" y="24"/>
                </a:lnTo>
                <a:lnTo>
                  <a:pt x="50" y="23"/>
                </a:lnTo>
                <a:lnTo>
                  <a:pt x="51" y="23"/>
                </a:lnTo>
                <a:lnTo>
                  <a:pt x="51" y="24"/>
                </a:lnTo>
                <a:lnTo>
                  <a:pt x="52" y="24"/>
                </a:lnTo>
                <a:lnTo>
                  <a:pt x="52" y="25"/>
                </a:lnTo>
                <a:lnTo>
                  <a:pt x="53" y="25"/>
                </a:lnTo>
                <a:lnTo>
                  <a:pt x="54" y="25"/>
                </a:lnTo>
                <a:lnTo>
                  <a:pt x="53" y="25"/>
                </a:lnTo>
                <a:lnTo>
                  <a:pt x="54" y="25"/>
                </a:lnTo>
                <a:lnTo>
                  <a:pt x="54" y="24"/>
                </a:lnTo>
                <a:lnTo>
                  <a:pt x="55" y="24"/>
                </a:lnTo>
                <a:lnTo>
                  <a:pt x="55" y="25"/>
                </a:lnTo>
                <a:lnTo>
                  <a:pt x="55" y="24"/>
                </a:lnTo>
                <a:lnTo>
                  <a:pt x="56" y="24"/>
                </a:lnTo>
                <a:lnTo>
                  <a:pt x="56" y="25"/>
                </a:lnTo>
                <a:lnTo>
                  <a:pt x="57" y="26"/>
                </a:lnTo>
                <a:lnTo>
                  <a:pt x="56" y="26"/>
                </a:lnTo>
                <a:lnTo>
                  <a:pt x="56" y="27"/>
                </a:lnTo>
                <a:lnTo>
                  <a:pt x="57" y="27"/>
                </a:lnTo>
                <a:lnTo>
                  <a:pt x="57" y="26"/>
                </a:lnTo>
                <a:lnTo>
                  <a:pt x="58" y="26"/>
                </a:lnTo>
                <a:lnTo>
                  <a:pt x="59" y="26"/>
                </a:lnTo>
                <a:lnTo>
                  <a:pt x="60" y="25"/>
                </a:lnTo>
                <a:lnTo>
                  <a:pt x="60" y="24"/>
                </a:lnTo>
                <a:lnTo>
                  <a:pt x="61" y="24"/>
                </a:lnTo>
                <a:lnTo>
                  <a:pt x="61" y="25"/>
                </a:lnTo>
                <a:lnTo>
                  <a:pt x="60" y="25"/>
                </a:lnTo>
                <a:lnTo>
                  <a:pt x="60" y="26"/>
                </a:lnTo>
                <a:lnTo>
                  <a:pt x="61" y="26"/>
                </a:lnTo>
                <a:lnTo>
                  <a:pt x="61" y="25"/>
                </a:lnTo>
                <a:lnTo>
                  <a:pt x="62" y="25"/>
                </a:lnTo>
                <a:lnTo>
                  <a:pt x="63" y="25"/>
                </a:lnTo>
                <a:lnTo>
                  <a:pt x="63" y="24"/>
                </a:lnTo>
                <a:lnTo>
                  <a:pt x="62" y="24"/>
                </a:lnTo>
                <a:lnTo>
                  <a:pt x="61" y="24"/>
                </a:lnTo>
                <a:lnTo>
                  <a:pt x="61" y="23"/>
                </a:lnTo>
                <a:lnTo>
                  <a:pt x="60" y="23"/>
                </a:lnTo>
                <a:lnTo>
                  <a:pt x="60" y="24"/>
                </a:lnTo>
                <a:lnTo>
                  <a:pt x="59" y="23"/>
                </a:lnTo>
                <a:lnTo>
                  <a:pt x="60" y="23"/>
                </a:lnTo>
                <a:lnTo>
                  <a:pt x="60" y="22"/>
                </a:lnTo>
                <a:lnTo>
                  <a:pt x="59" y="22"/>
                </a:lnTo>
                <a:lnTo>
                  <a:pt x="59" y="21"/>
                </a:lnTo>
                <a:lnTo>
                  <a:pt x="60" y="21"/>
                </a:lnTo>
                <a:lnTo>
                  <a:pt x="61" y="21"/>
                </a:lnTo>
                <a:lnTo>
                  <a:pt x="62" y="21"/>
                </a:lnTo>
                <a:lnTo>
                  <a:pt x="62" y="20"/>
                </a:lnTo>
                <a:lnTo>
                  <a:pt x="61" y="20"/>
                </a:lnTo>
                <a:lnTo>
                  <a:pt x="61" y="21"/>
                </a:lnTo>
                <a:lnTo>
                  <a:pt x="60" y="21"/>
                </a:lnTo>
                <a:lnTo>
                  <a:pt x="60" y="20"/>
                </a:lnTo>
                <a:lnTo>
                  <a:pt x="60" y="19"/>
                </a:lnTo>
                <a:lnTo>
                  <a:pt x="60" y="18"/>
                </a:lnTo>
                <a:lnTo>
                  <a:pt x="61" y="18"/>
                </a:lnTo>
                <a:lnTo>
                  <a:pt x="62" y="18"/>
                </a:lnTo>
                <a:lnTo>
                  <a:pt x="62" y="17"/>
                </a:lnTo>
                <a:lnTo>
                  <a:pt x="63" y="17"/>
                </a:lnTo>
                <a:lnTo>
                  <a:pt x="63" y="16"/>
                </a:lnTo>
                <a:lnTo>
                  <a:pt x="64" y="16"/>
                </a:lnTo>
                <a:lnTo>
                  <a:pt x="65" y="15"/>
                </a:lnTo>
                <a:lnTo>
                  <a:pt x="66" y="15"/>
                </a:lnTo>
                <a:lnTo>
                  <a:pt x="67" y="15"/>
                </a:lnTo>
                <a:lnTo>
                  <a:pt x="68" y="15"/>
                </a:lnTo>
                <a:lnTo>
                  <a:pt x="68" y="14"/>
                </a:lnTo>
                <a:lnTo>
                  <a:pt x="69" y="14"/>
                </a:lnTo>
                <a:lnTo>
                  <a:pt x="70" y="14"/>
                </a:lnTo>
                <a:lnTo>
                  <a:pt x="71" y="14"/>
                </a:lnTo>
                <a:lnTo>
                  <a:pt x="72" y="14"/>
                </a:lnTo>
                <a:lnTo>
                  <a:pt x="72" y="13"/>
                </a:lnTo>
                <a:lnTo>
                  <a:pt x="72" y="14"/>
                </a:lnTo>
                <a:lnTo>
                  <a:pt x="73" y="14"/>
                </a:lnTo>
                <a:lnTo>
                  <a:pt x="73" y="15"/>
                </a:lnTo>
                <a:lnTo>
                  <a:pt x="73" y="16"/>
                </a:lnTo>
                <a:lnTo>
                  <a:pt x="73" y="15"/>
                </a:lnTo>
                <a:lnTo>
                  <a:pt x="74" y="15"/>
                </a:lnTo>
                <a:lnTo>
                  <a:pt x="74" y="16"/>
                </a:lnTo>
                <a:lnTo>
                  <a:pt x="75" y="16"/>
                </a:lnTo>
                <a:lnTo>
                  <a:pt x="76" y="17"/>
                </a:lnTo>
                <a:lnTo>
                  <a:pt x="77" y="16"/>
                </a:lnTo>
                <a:lnTo>
                  <a:pt x="78" y="16"/>
                </a:lnTo>
                <a:lnTo>
                  <a:pt x="78" y="17"/>
                </a:lnTo>
                <a:lnTo>
                  <a:pt x="78" y="18"/>
                </a:lnTo>
                <a:lnTo>
                  <a:pt x="79" y="18"/>
                </a:lnTo>
                <a:lnTo>
                  <a:pt x="79" y="17"/>
                </a:lnTo>
                <a:lnTo>
                  <a:pt x="79" y="16"/>
                </a:lnTo>
                <a:lnTo>
                  <a:pt x="79" y="15"/>
                </a:lnTo>
                <a:lnTo>
                  <a:pt x="80" y="15"/>
                </a:lnTo>
                <a:lnTo>
                  <a:pt x="80" y="16"/>
                </a:lnTo>
                <a:lnTo>
                  <a:pt x="80" y="17"/>
                </a:lnTo>
                <a:lnTo>
                  <a:pt x="81" y="17"/>
                </a:lnTo>
                <a:lnTo>
                  <a:pt x="81" y="18"/>
                </a:lnTo>
                <a:lnTo>
                  <a:pt x="80" y="18"/>
                </a:lnTo>
                <a:lnTo>
                  <a:pt x="80" y="19"/>
                </a:lnTo>
                <a:lnTo>
                  <a:pt x="80" y="20"/>
                </a:lnTo>
                <a:lnTo>
                  <a:pt x="80" y="19"/>
                </a:lnTo>
                <a:lnTo>
                  <a:pt x="81" y="19"/>
                </a:lnTo>
                <a:lnTo>
                  <a:pt x="81" y="20"/>
                </a:lnTo>
                <a:lnTo>
                  <a:pt x="81" y="19"/>
                </a:lnTo>
                <a:lnTo>
                  <a:pt x="80" y="19"/>
                </a:lnTo>
                <a:lnTo>
                  <a:pt x="81" y="18"/>
                </a:lnTo>
                <a:lnTo>
                  <a:pt x="82" y="18"/>
                </a:lnTo>
                <a:lnTo>
                  <a:pt x="83" y="18"/>
                </a:lnTo>
                <a:lnTo>
                  <a:pt x="82" y="18"/>
                </a:lnTo>
                <a:lnTo>
                  <a:pt x="83" y="17"/>
                </a:lnTo>
                <a:lnTo>
                  <a:pt x="83" y="16"/>
                </a:lnTo>
                <a:lnTo>
                  <a:pt x="84" y="16"/>
                </a:lnTo>
                <a:lnTo>
                  <a:pt x="84" y="15"/>
                </a:lnTo>
                <a:lnTo>
                  <a:pt x="83" y="15"/>
                </a:lnTo>
                <a:lnTo>
                  <a:pt x="83" y="14"/>
                </a:lnTo>
                <a:lnTo>
                  <a:pt x="84" y="14"/>
                </a:lnTo>
                <a:lnTo>
                  <a:pt x="84" y="15"/>
                </a:lnTo>
                <a:lnTo>
                  <a:pt x="85" y="15"/>
                </a:lnTo>
                <a:lnTo>
                  <a:pt x="86" y="15"/>
                </a:lnTo>
                <a:lnTo>
                  <a:pt x="86" y="14"/>
                </a:lnTo>
                <a:lnTo>
                  <a:pt x="87" y="14"/>
                </a:lnTo>
                <a:lnTo>
                  <a:pt x="88" y="15"/>
                </a:lnTo>
                <a:lnTo>
                  <a:pt x="88" y="16"/>
                </a:lnTo>
                <a:lnTo>
                  <a:pt x="89" y="16"/>
                </a:lnTo>
                <a:lnTo>
                  <a:pt x="89" y="17"/>
                </a:lnTo>
                <a:lnTo>
                  <a:pt x="90" y="17"/>
                </a:lnTo>
                <a:lnTo>
                  <a:pt x="91" y="18"/>
                </a:lnTo>
                <a:lnTo>
                  <a:pt x="92" y="18"/>
                </a:lnTo>
                <a:lnTo>
                  <a:pt x="92" y="17"/>
                </a:lnTo>
                <a:lnTo>
                  <a:pt x="93" y="17"/>
                </a:lnTo>
                <a:lnTo>
                  <a:pt x="92" y="18"/>
                </a:lnTo>
                <a:lnTo>
                  <a:pt x="91" y="18"/>
                </a:lnTo>
                <a:lnTo>
                  <a:pt x="90" y="18"/>
                </a:lnTo>
                <a:lnTo>
                  <a:pt x="90" y="19"/>
                </a:lnTo>
                <a:lnTo>
                  <a:pt x="89" y="19"/>
                </a:lnTo>
                <a:lnTo>
                  <a:pt x="89" y="20"/>
                </a:lnTo>
                <a:lnTo>
                  <a:pt x="90" y="20"/>
                </a:lnTo>
                <a:lnTo>
                  <a:pt x="90" y="19"/>
                </a:lnTo>
                <a:lnTo>
                  <a:pt x="90" y="20"/>
                </a:lnTo>
                <a:lnTo>
                  <a:pt x="91" y="20"/>
                </a:lnTo>
                <a:lnTo>
                  <a:pt x="91" y="19"/>
                </a:lnTo>
                <a:lnTo>
                  <a:pt x="92" y="19"/>
                </a:lnTo>
                <a:lnTo>
                  <a:pt x="92" y="20"/>
                </a:lnTo>
                <a:lnTo>
                  <a:pt x="92" y="19"/>
                </a:lnTo>
                <a:lnTo>
                  <a:pt x="91" y="19"/>
                </a:lnTo>
                <a:lnTo>
                  <a:pt x="91" y="18"/>
                </a:lnTo>
                <a:lnTo>
                  <a:pt x="91" y="19"/>
                </a:lnTo>
                <a:lnTo>
                  <a:pt x="90" y="19"/>
                </a:lnTo>
                <a:lnTo>
                  <a:pt x="90" y="18"/>
                </a:lnTo>
                <a:lnTo>
                  <a:pt x="91" y="18"/>
                </a:lnTo>
                <a:lnTo>
                  <a:pt x="92" y="18"/>
                </a:lnTo>
                <a:lnTo>
                  <a:pt x="93" y="17"/>
                </a:lnTo>
                <a:lnTo>
                  <a:pt x="93" y="18"/>
                </a:lnTo>
                <a:lnTo>
                  <a:pt x="93" y="17"/>
                </a:lnTo>
                <a:lnTo>
                  <a:pt x="92" y="17"/>
                </a:lnTo>
                <a:lnTo>
                  <a:pt x="92" y="16"/>
                </a:lnTo>
                <a:lnTo>
                  <a:pt x="93" y="16"/>
                </a:lnTo>
                <a:lnTo>
                  <a:pt x="94" y="15"/>
                </a:lnTo>
                <a:lnTo>
                  <a:pt x="95" y="15"/>
                </a:lnTo>
                <a:lnTo>
                  <a:pt x="94" y="15"/>
                </a:lnTo>
                <a:lnTo>
                  <a:pt x="95" y="15"/>
                </a:lnTo>
                <a:lnTo>
                  <a:pt x="95" y="14"/>
                </a:lnTo>
                <a:lnTo>
                  <a:pt x="96" y="14"/>
                </a:lnTo>
                <a:lnTo>
                  <a:pt x="96" y="15"/>
                </a:lnTo>
                <a:lnTo>
                  <a:pt x="97" y="15"/>
                </a:lnTo>
                <a:lnTo>
                  <a:pt x="98" y="15"/>
                </a:lnTo>
                <a:lnTo>
                  <a:pt x="98" y="14"/>
                </a:lnTo>
                <a:lnTo>
                  <a:pt x="99" y="15"/>
                </a:lnTo>
                <a:lnTo>
                  <a:pt x="99" y="16"/>
                </a:lnTo>
                <a:lnTo>
                  <a:pt x="99" y="15"/>
                </a:lnTo>
                <a:lnTo>
                  <a:pt x="99" y="14"/>
                </a:lnTo>
                <a:lnTo>
                  <a:pt x="100" y="14"/>
                </a:lnTo>
                <a:lnTo>
                  <a:pt x="99" y="14"/>
                </a:lnTo>
                <a:lnTo>
                  <a:pt x="98" y="14"/>
                </a:lnTo>
                <a:lnTo>
                  <a:pt x="97" y="14"/>
                </a:lnTo>
                <a:lnTo>
                  <a:pt x="96" y="14"/>
                </a:lnTo>
                <a:lnTo>
                  <a:pt x="97" y="14"/>
                </a:lnTo>
                <a:lnTo>
                  <a:pt x="98" y="14"/>
                </a:lnTo>
                <a:lnTo>
                  <a:pt x="99" y="13"/>
                </a:lnTo>
                <a:lnTo>
                  <a:pt x="100" y="13"/>
                </a:lnTo>
                <a:lnTo>
                  <a:pt x="100" y="12"/>
                </a:lnTo>
                <a:lnTo>
                  <a:pt x="100" y="11"/>
                </a:lnTo>
                <a:lnTo>
                  <a:pt x="101" y="11"/>
                </a:lnTo>
                <a:lnTo>
                  <a:pt x="101" y="10"/>
                </a:lnTo>
                <a:lnTo>
                  <a:pt x="101" y="9"/>
                </a:lnTo>
                <a:lnTo>
                  <a:pt x="102" y="9"/>
                </a:lnTo>
                <a:lnTo>
                  <a:pt x="102" y="8"/>
                </a:lnTo>
                <a:lnTo>
                  <a:pt x="103" y="8"/>
                </a:lnTo>
                <a:lnTo>
                  <a:pt x="103" y="9"/>
                </a:lnTo>
                <a:lnTo>
                  <a:pt x="104" y="8"/>
                </a:lnTo>
                <a:lnTo>
                  <a:pt x="104" y="9"/>
                </a:lnTo>
                <a:lnTo>
                  <a:pt x="105" y="9"/>
                </a:lnTo>
                <a:lnTo>
                  <a:pt x="106" y="9"/>
                </a:lnTo>
                <a:lnTo>
                  <a:pt x="106" y="10"/>
                </a:lnTo>
                <a:lnTo>
                  <a:pt x="107" y="10"/>
                </a:lnTo>
                <a:lnTo>
                  <a:pt x="108" y="10"/>
                </a:lnTo>
                <a:lnTo>
                  <a:pt x="108" y="11"/>
                </a:lnTo>
                <a:lnTo>
                  <a:pt x="109" y="11"/>
                </a:lnTo>
                <a:lnTo>
                  <a:pt x="110" y="11"/>
                </a:lnTo>
                <a:lnTo>
                  <a:pt x="109" y="11"/>
                </a:lnTo>
                <a:lnTo>
                  <a:pt x="109" y="10"/>
                </a:lnTo>
                <a:lnTo>
                  <a:pt x="109" y="9"/>
                </a:lnTo>
                <a:lnTo>
                  <a:pt x="110" y="9"/>
                </a:lnTo>
                <a:lnTo>
                  <a:pt x="110" y="10"/>
                </a:lnTo>
                <a:lnTo>
                  <a:pt x="111" y="10"/>
                </a:lnTo>
                <a:lnTo>
                  <a:pt x="111" y="9"/>
                </a:lnTo>
                <a:lnTo>
                  <a:pt x="112" y="9"/>
                </a:lnTo>
                <a:lnTo>
                  <a:pt x="113" y="9"/>
                </a:lnTo>
                <a:lnTo>
                  <a:pt x="112" y="9"/>
                </a:lnTo>
                <a:lnTo>
                  <a:pt x="111" y="8"/>
                </a:lnTo>
                <a:lnTo>
                  <a:pt x="111" y="7"/>
                </a:lnTo>
                <a:lnTo>
                  <a:pt x="112" y="7"/>
                </a:lnTo>
                <a:lnTo>
                  <a:pt x="113" y="6"/>
                </a:lnTo>
                <a:lnTo>
                  <a:pt x="114" y="6"/>
                </a:lnTo>
                <a:lnTo>
                  <a:pt x="115" y="6"/>
                </a:lnTo>
                <a:lnTo>
                  <a:pt x="115" y="7"/>
                </a:lnTo>
                <a:lnTo>
                  <a:pt x="116" y="7"/>
                </a:lnTo>
                <a:lnTo>
                  <a:pt x="117" y="7"/>
                </a:lnTo>
                <a:lnTo>
                  <a:pt x="118" y="7"/>
                </a:lnTo>
                <a:lnTo>
                  <a:pt x="118" y="8"/>
                </a:lnTo>
                <a:lnTo>
                  <a:pt x="119" y="8"/>
                </a:lnTo>
                <a:lnTo>
                  <a:pt x="120" y="8"/>
                </a:lnTo>
                <a:lnTo>
                  <a:pt x="120" y="9"/>
                </a:lnTo>
                <a:lnTo>
                  <a:pt x="121" y="9"/>
                </a:lnTo>
                <a:lnTo>
                  <a:pt x="122" y="9"/>
                </a:lnTo>
                <a:lnTo>
                  <a:pt x="122" y="10"/>
                </a:lnTo>
                <a:lnTo>
                  <a:pt x="123" y="10"/>
                </a:lnTo>
                <a:lnTo>
                  <a:pt x="124" y="10"/>
                </a:lnTo>
                <a:lnTo>
                  <a:pt x="126" y="10"/>
                </a:lnTo>
                <a:lnTo>
                  <a:pt x="127" y="10"/>
                </a:lnTo>
                <a:lnTo>
                  <a:pt x="126" y="11"/>
                </a:lnTo>
                <a:lnTo>
                  <a:pt x="127" y="11"/>
                </a:lnTo>
                <a:lnTo>
                  <a:pt x="127" y="12"/>
                </a:lnTo>
                <a:lnTo>
                  <a:pt x="127" y="13"/>
                </a:lnTo>
                <a:lnTo>
                  <a:pt x="127" y="14"/>
                </a:lnTo>
                <a:lnTo>
                  <a:pt x="128" y="14"/>
                </a:lnTo>
                <a:lnTo>
                  <a:pt x="128" y="13"/>
                </a:lnTo>
                <a:lnTo>
                  <a:pt x="129" y="12"/>
                </a:lnTo>
                <a:lnTo>
                  <a:pt x="128" y="12"/>
                </a:lnTo>
                <a:lnTo>
                  <a:pt x="129" y="11"/>
                </a:lnTo>
                <a:lnTo>
                  <a:pt x="130" y="12"/>
                </a:lnTo>
                <a:lnTo>
                  <a:pt x="129" y="13"/>
                </a:lnTo>
                <a:lnTo>
                  <a:pt x="130" y="14"/>
                </a:lnTo>
                <a:lnTo>
                  <a:pt x="129" y="15"/>
                </a:lnTo>
                <a:lnTo>
                  <a:pt x="129" y="14"/>
                </a:lnTo>
                <a:lnTo>
                  <a:pt x="128" y="15"/>
                </a:lnTo>
                <a:lnTo>
                  <a:pt x="129" y="15"/>
                </a:lnTo>
                <a:lnTo>
                  <a:pt x="130" y="15"/>
                </a:lnTo>
                <a:lnTo>
                  <a:pt x="130" y="16"/>
                </a:lnTo>
                <a:lnTo>
                  <a:pt x="130" y="15"/>
                </a:lnTo>
                <a:lnTo>
                  <a:pt x="130" y="16"/>
                </a:lnTo>
                <a:lnTo>
                  <a:pt x="131" y="16"/>
                </a:lnTo>
                <a:lnTo>
                  <a:pt x="131" y="17"/>
                </a:lnTo>
                <a:lnTo>
                  <a:pt x="131" y="18"/>
                </a:lnTo>
                <a:lnTo>
                  <a:pt x="131" y="19"/>
                </a:lnTo>
                <a:lnTo>
                  <a:pt x="132" y="18"/>
                </a:lnTo>
                <a:lnTo>
                  <a:pt x="131" y="18"/>
                </a:lnTo>
                <a:lnTo>
                  <a:pt x="131" y="17"/>
                </a:lnTo>
                <a:lnTo>
                  <a:pt x="131" y="16"/>
                </a:lnTo>
                <a:lnTo>
                  <a:pt x="133" y="16"/>
                </a:lnTo>
                <a:lnTo>
                  <a:pt x="133" y="17"/>
                </a:lnTo>
                <a:lnTo>
                  <a:pt x="133" y="16"/>
                </a:lnTo>
                <a:lnTo>
                  <a:pt x="132" y="15"/>
                </a:lnTo>
                <a:lnTo>
                  <a:pt x="132" y="14"/>
                </a:lnTo>
                <a:lnTo>
                  <a:pt x="132" y="13"/>
                </a:lnTo>
                <a:lnTo>
                  <a:pt x="132" y="12"/>
                </a:lnTo>
                <a:lnTo>
                  <a:pt x="131" y="11"/>
                </a:lnTo>
                <a:lnTo>
                  <a:pt x="131" y="10"/>
                </a:lnTo>
                <a:lnTo>
                  <a:pt x="132" y="10"/>
                </a:lnTo>
                <a:lnTo>
                  <a:pt x="131" y="10"/>
                </a:lnTo>
                <a:lnTo>
                  <a:pt x="131" y="9"/>
                </a:lnTo>
                <a:lnTo>
                  <a:pt x="131" y="10"/>
                </a:lnTo>
                <a:lnTo>
                  <a:pt x="130" y="10"/>
                </a:lnTo>
                <a:lnTo>
                  <a:pt x="130" y="9"/>
                </a:lnTo>
                <a:lnTo>
                  <a:pt x="130" y="10"/>
                </a:lnTo>
                <a:lnTo>
                  <a:pt x="129" y="10"/>
                </a:lnTo>
                <a:lnTo>
                  <a:pt x="129" y="9"/>
                </a:lnTo>
                <a:lnTo>
                  <a:pt x="128" y="9"/>
                </a:lnTo>
                <a:lnTo>
                  <a:pt x="128" y="8"/>
                </a:lnTo>
                <a:lnTo>
                  <a:pt x="128" y="7"/>
                </a:lnTo>
                <a:lnTo>
                  <a:pt x="129" y="6"/>
                </a:lnTo>
                <a:lnTo>
                  <a:pt x="128" y="5"/>
                </a:lnTo>
                <a:lnTo>
                  <a:pt x="129" y="5"/>
                </a:lnTo>
                <a:lnTo>
                  <a:pt x="130" y="5"/>
                </a:lnTo>
                <a:lnTo>
                  <a:pt x="130" y="4"/>
                </a:lnTo>
                <a:lnTo>
                  <a:pt x="131" y="4"/>
                </a:lnTo>
                <a:lnTo>
                  <a:pt x="132" y="4"/>
                </a:lnTo>
                <a:lnTo>
                  <a:pt x="133" y="4"/>
                </a:lnTo>
                <a:lnTo>
                  <a:pt x="134" y="4"/>
                </a:lnTo>
                <a:lnTo>
                  <a:pt x="134" y="3"/>
                </a:lnTo>
                <a:lnTo>
                  <a:pt x="134" y="2"/>
                </a:lnTo>
                <a:lnTo>
                  <a:pt x="135" y="2"/>
                </a:lnTo>
                <a:lnTo>
                  <a:pt x="135" y="1"/>
                </a:lnTo>
                <a:lnTo>
                  <a:pt x="136" y="0"/>
                </a:lnTo>
                <a:lnTo>
                  <a:pt x="136" y="1"/>
                </a:lnTo>
                <a:lnTo>
                  <a:pt x="136" y="2"/>
                </a:lnTo>
                <a:lnTo>
                  <a:pt x="137" y="2"/>
                </a:lnTo>
              </a:path>
            </a:pathLst>
          </a:custGeom>
          <a:ln w="4680">
            <a:solidFill>
              <a:srgbClr val="4A4A4A"/>
            </a:solidFill>
            <a:round/>
          </a:ln>
        </p:spPr>
        <p:txBody>
          <a:bodyPr lIns="2160" tIns="2160" rIns="2160" bIns="21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468" name=""/>
          <p:cNvSpPr/>
          <p:nvPr/>
        </p:nvSpPr>
        <p:spPr>
          <a:xfrm>
            <a:off x="5439240" y="1640520"/>
            <a:ext cx="1440" cy="1440"/>
          </a:xfrm>
          <a:custGeom>
            <a:avLst/>
            <a:gdLst/>
            <a:ahLst/>
            <a:rect l="0" t="0" r="r" b="b"/>
            <a:pathLst>
              <a:path fill="none" w="4" h="4">
                <a:moveTo>
                  <a:pt x="1" y="4"/>
                </a:moveTo>
                <a:lnTo>
                  <a:pt x="0" y="4"/>
                </a:lnTo>
                <a:lnTo>
                  <a:pt x="1" y="1"/>
                </a:lnTo>
                <a:lnTo>
                  <a:pt x="3" y="0"/>
                </a:lnTo>
                <a:lnTo>
                  <a:pt x="4" y="0"/>
                </a:lnTo>
                <a:lnTo>
                  <a:pt x="3" y="1"/>
                </a:lnTo>
                <a:lnTo>
                  <a:pt x="1" y="4"/>
                </a:lnTo>
              </a:path>
            </a:pathLst>
          </a:custGeom>
          <a:ln w="4680">
            <a:solidFill>
              <a:srgbClr val="4A4A4A"/>
            </a:solidFill>
            <a:round/>
          </a:ln>
        </p:spPr>
        <p:txBody>
          <a:bodyPr lIns="2160" tIns="-720" rIns="2160" bIns="-7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469" name=""/>
          <p:cNvSpPr/>
          <p:nvPr/>
        </p:nvSpPr>
        <p:spPr>
          <a:xfrm>
            <a:off x="5438880" y="1636200"/>
            <a:ext cx="360" cy="360"/>
          </a:xfrm>
          <a:custGeom>
            <a:avLst/>
            <a:gdLst/>
            <a:ahLst/>
            <a:rect l="0" t="0" r="r" b="b"/>
            <a:pathLst>
              <a:path fill="none" w="1" h="1">
                <a:moveTo>
                  <a:pt x="0" y="0"/>
                </a:moveTo>
                <a:lnTo>
                  <a:pt x="1" y="1"/>
                </a:lnTo>
                <a:lnTo>
                  <a:pt x="0" y="1"/>
                </a:lnTo>
                <a:lnTo>
                  <a:pt x="0" y="0"/>
                </a:lnTo>
              </a:path>
            </a:pathLst>
          </a:custGeom>
          <a:ln w="4680">
            <a:solidFill>
              <a:srgbClr val="4A4A4A"/>
            </a:solidFill>
            <a:round/>
          </a:ln>
        </p:spPr>
        <p:txBody>
          <a:bodyPr lIns="2160" tIns="-1800" rIns="2160" bIns="-180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470" name=""/>
          <p:cNvSpPr/>
          <p:nvPr/>
        </p:nvSpPr>
        <p:spPr>
          <a:xfrm>
            <a:off x="5435640" y="1634760"/>
            <a:ext cx="360" cy="720"/>
          </a:xfrm>
          <a:custGeom>
            <a:avLst/>
            <a:gdLst/>
            <a:ahLst/>
            <a:rect l="0" t="0" r="r" b="b"/>
            <a:pathLst>
              <a:path fill="none" w="1" h="2">
                <a:moveTo>
                  <a:pt x="0" y="0"/>
                </a:moveTo>
                <a:lnTo>
                  <a:pt x="0" y="1"/>
                </a:lnTo>
                <a:lnTo>
                  <a:pt x="1" y="1"/>
                </a:lnTo>
                <a:lnTo>
                  <a:pt x="1" y="2"/>
                </a:lnTo>
                <a:lnTo>
                  <a:pt x="0" y="2"/>
                </a:lnTo>
                <a:lnTo>
                  <a:pt x="0" y="1"/>
                </a:lnTo>
                <a:lnTo>
                  <a:pt x="0" y="0"/>
                </a:lnTo>
              </a:path>
            </a:pathLst>
          </a:custGeom>
          <a:ln w="4680">
            <a:solidFill>
              <a:srgbClr val="4A4A4A"/>
            </a:solidFill>
            <a:round/>
          </a:ln>
        </p:spPr>
        <p:txBody>
          <a:bodyPr lIns="2160" tIns="-1440" rIns="2160" bIns="-144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471" name=""/>
          <p:cNvSpPr/>
          <p:nvPr/>
        </p:nvSpPr>
        <p:spPr>
          <a:xfrm>
            <a:off x="5433840" y="1633320"/>
            <a:ext cx="1440" cy="720"/>
          </a:xfrm>
          <a:custGeom>
            <a:avLst/>
            <a:gdLst/>
            <a:ahLst/>
            <a:rect l="0" t="0" r="r" b="b"/>
            <a:pathLst>
              <a:path fill="none" w="4" h="2">
                <a:moveTo>
                  <a:pt x="4" y="2"/>
                </a:moveTo>
                <a:lnTo>
                  <a:pt x="2" y="2"/>
                </a:lnTo>
                <a:lnTo>
                  <a:pt x="2" y="0"/>
                </a:lnTo>
                <a:lnTo>
                  <a:pt x="0" y="0"/>
                </a:lnTo>
                <a:lnTo>
                  <a:pt x="2" y="0"/>
                </a:lnTo>
                <a:lnTo>
                  <a:pt x="4" y="0"/>
                </a:lnTo>
                <a:lnTo>
                  <a:pt x="4" y="2"/>
                </a:lnTo>
              </a:path>
            </a:pathLst>
          </a:custGeom>
          <a:ln w="4680">
            <a:solidFill>
              <a:srgbClr val="4A4A4A"/>
            </a:solidFill>
            <a:round/>
          </a:ln>
        </p:spPr>
        <p:txBody>
          <a:bodyPr lIns="2160" tIns="-1440" rIns="2160" bIns="-144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472" name=""/>
          <p:cNvSpPr/>
          <p:nvPr/>
        </p:nvSpPr>
        <p:spPr>
          <a:xfrm>
            <a:off x="5435280" y="1632600"/>
            <a:ext cx="1080" cy="1080"/>
          </a:xfrm>
          <a:custGeom>
            <a:avLst/>
            <a:gdLst/>
            <a:ahLst/>
            <a:rect l="0" t="0" r="r" b="b"/>
            <a:pathLst>
              <a:path fill="none" w="3" h="3">
                <a:moveTo>
                  <a:pt x="2" y="0"/>
                </a:moveTo>
                <a:lnTo>
                  <a:pt x="3" y="0"/>
                </a:lnTo>
                <a:lnTo>
                  <a:pt x="3" y="1"/>
                </a:lnTo>
                <a:lnTo>
                  <a:pt x="3" y="3"/>
                </a:lnTo>
                <a:lnTo>
                  <a:pt x="2" y="3"/>
                </a:lnTo>
                <a:lnTo>
                  <a:pt x="2" y="1"/>
                </a:lnTo>
                <a:lnTo>
                  <a:pt x="2" y="3"/>
                </a:lnTo>
                <a:lnTo>
                  <a:pt x="0" y="3"/>
                </a:lnTo>
                <a:lnTo>
                  <a:pt x="0" y="1"/>
                </a:lnTo>
                <a:lnTo>
                  <a:pt x="2" y="1"/>
                </a:lnTo>
                <a:lnTo>
                  <a:pt x="0" y="1"/>
                </a:lnTo>
                <a:lnTo>
                  <a:pt x="0" y="0"/>
                </a:lnTo>
                <a:lnTo>
                  <a:pt x="0" y="1"/>
                </a:lnTo>
                <a:lnTo>
                  <a:pt x="0" y="0"/>
                </a:lnTo>
                <a:lnTo>
                  <a:pt x="2" y="0"/>
                </a:lnTo>
              </a:path>
            </a:pathLst>
          </a:custGeom>
          <a:ln w="4680">
            <a:solidFill>
              <a:srgbClr val="4A4A4A"/>
            </a:solidFill>
            <a:round/>
          </a:ln>
        </p:spPr>
        <p:txBody>
          <a:bodyPr lIns="2160" tIns="-1080" rIns="2160" bIns="-108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473" name=""/>
          <p:cNvSpPr/>
          <p:nvPr/>
        </p:nvSpPr>
        <p:spPr>
          <a:xfrm>
            <a:off x="5419440" y="1631160"/>
            <a:ext cx="720" cy="1080"/>
          </a:xfrm>
          <a:custGeom>
            <a:avLst/>
            <a:gdLst/>
            <a:ahLst/>
            <a:rect l="0" t="0" r="r" b="b"/>
            <a:pathLst>
              <a:path fill="none" w="2" h="3">
                <a:moveTo>
                  <a:pt x="0" y="1"/>
                </a:moveTo>
                <a:lnTo>
                  <a:pt x="2" y="1"/>
                </a:lnTo>
                <a:lnTo>
                  <a:pt x="0" y="1"/>
                </a:lnTo>
                <a:lnTo>
                  <a:pt x="0" y="3"/>
                </a:lnTo>
                <a:lnTo>
                  <a:pt x="2" y="3"/>
                </a:lnTo>
                <a:lnTo>
                  <a:pt x="0" y="3"/>
                </a:lnTo>
                <a:lnTo>
                  <a:pt x="0" y="1"/>
                </a:lnTo>
                <a:lnTo>
                  <a:pt x="0" y="0"/>
                </a:lnTo>
                <a:lnTo>
                  <a:pt x="0" y="1"/>
                </a:lnTo>
              </a:path>
            </a:pathLst>
          </a:custGeom>
          <a:ln w="4680">
            <a:solidFill>
              <a:srgbClr val="4A4A4A"/>
            </a:solidFill>
            <a:round/>
          </a:ln>
        </p:spPr>
        <p:txBody>
          <a:bodyPr lIns="2160" tIns="-1080" rIns="2160" bIns="-108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474" name=""/>
          <p:cNvSpPr/>
          <p:nvPr/>
        </p:nvSpPr>
        <p:spPr>
          <a:xfrm>
            <a:off x="5406480" y="1628640"/>
            <a:ext cx="1440" cy="1440"/>
          </a:xfrm>
          <a:custGeom>
            <a:avLst/>
            <a:gdLst/>
            <a:ahLst/>
            <a:rect l="0" t="0" r="r" b="b"/>
            <a:pathLst>
              <a:path fill="none" w="4" h="4">
                <a:moveTo>
                  <a:pt x="2" y="0"/>
                </a:moveTo>
                <a:lnTo>
                  <a:pt x="2" y="2"/>
                </a:lnTo>
                <a:lnTo>
                  <a:pt x="4" y="2"/>
                </a:lnTo>
                <a:lnTo>
                  <a:pt x="2" y="2"/>
                </a:lnTo>
                <a:lnTo>
                  <a:pt x="2" y="4"/>
                </a:lnTo>
                <a:lnTo>
                  <a:pt x="2" y="2"/>
                </a:lnTo>
                <a:lnTo>
                  <a:pt x="2" y="4"/>
                </a:lnTo>
                <a:lnTo>
                  <a:pt x="2" y="2"/>
                </a:lnTo>
                <a:lnTo>
                  <a:pt x="0" y="2"/>
                </a:lnTo>
                <a:lnTo>
                  <a:pt x="2" y="2"/>
                </a:lnTo>
                <a:lnTo>
                  <a:pt x="2" y="0"/>
                </a:lnTo>
              </a:path>
            </a:pathLst>
          </a:custGeom>
          <a:ln w="4680">
            <a:solidFill>
              <a:srgbClr val="4A4A4A"/>
            </a:solidFill>
            <a:round/>
          </a:ln>
        </p:spPr>
        <p:txBody>
          <a:bodyPr lIns="2160" tIns="-720" rIns="2160" bIns="-7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475" name=""/>
          <p:cNvSpPr/>
          <p:nvPr/>
        </p:nvSpPr>
        <p:spPr>
          <a:xfrm>
            <a:off x="5436720" y="1627200"/>
            <a:ext cx="720" cy="0"/>
          </a:xfrm>
          <a:custGeom>
            <a:avLst/>
            <a:gdLst/>
            <a:ahLst/>
            <a:rect l="0" t="0" r="r" b="b"/>
            <a:pathLst>
              <a:path fill="none" w="2" h="0">
                <a:moveTo>
                  <a:pt x="1" y="0"/>
                </a:moveTo>
                <a:lnTo>
                  <a:pt x="2" y="0"/>
                </a:lnTo>
                <a:lnTo>
                  <a:pt x="1" y="0"/>
                </a:lnTo>
                <a:lnTo>
                  <a:pt x="0" y="0"/>
                </a:lnTo>
                <a:lnTo>
                  <a:pt x="1" y="0"/>
                </a:lnTo>
              </a:path>
            </a:pathLst>
          </a:custGeom>
          <a:ln w="4680">
            <a:solidFill>
              <a:srgbClr val="4A4A4A"/>
            </a:solidFill>
            <a:round/>
          </a:ln>
        </p:spPr>
        <p:txBody>
          <a:bodyPr lIns="2160" tIns="-2160" rIns="2160" bIns="-21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476" name=""/>
          <p:cNvSpPr/>
          <p:nvPr/>
        </p:nvSpPr>
        <p:spPr>
          <a:xfrm>
            <a:off x="5438520" y="1626480"/>
            <a:ext cx="2880" cy="2520"/>
          </a:xfrm>
          <a:custGeom>
            <a:avLst/>
            <a:gdLst/>
            <a:ahLst/>
            <a:rect l="0" t="0" r="r" b="b"/>
            <a:pathLst>
              <a:path fill="none" w="8" h="7">
                <a:moveTo>
                  <a:pt x="4" y="0"/>
                </a:moveTo>
                <a:lnTo>
                  <a:pt x="5" y="0"/>
                </a:lnTo>
                <a:lnTo>
                  <a:pt x="5" y="1"/>
                </a:lnTo>
                <a:lnTo>
                  <a:pt x="5" y="0"/>
                </a:lnTo>
                <a:lnTo>
                  <a:pt x="5" y="1"/>
                </a:lnTo>
                <a:lnTo>
                  <a:pt x="6" y="1"/>
                </a:lnTo>
                <a:lnTo>
                  <a:pt x="6" y="0"/>
                </a:lnTo>
                <a:lnTo>
                  <a:pt x="6" y="1"/>
                </a:lnTo>
                <a:lnTo>
                  <a:pt x="6" y="0"/>
                </a:lnTo>
                <a:lnTo>
                  <a:pt x="6" y="1"/>
                </a:lnTo>
                <a:lnTo>
                  <a:pt x="8" y="1"/>
                </a:lnTo>
                <a:lnTo>
                  <a:pt x="6" y="1"/>
                </a:lnTo>
                <a:lnTo>
                  <a:pt x="8" y="1"/>
                </a:lnTo>
                <a:lnTo>
                  <a:pt x="6" y="1"/>
                </a:lnTo>
                <a:lnTo>
                  <a:pt x="6" y="2"/>
                </a:lnTo>
                <a:lnTo>
                  <a:pt x="8" y="2"/>
                </a:lnTo>
                <a:lnTo>
                  <a:pt x="6" y="2"/>
                </a:lnTo>
                <a:lnTo>
                  <a:pt x="6" y="3"/>
                </a:lnTo>
                <a:lnTo>
                  <a:pt x="5" y="3"/>
                </a:lnTo>
                <a:lnTo>
                  <a:pt x="5" y="4"/>
                </a:lnTo>
                <a:lnTo>
                  <a:pt x="6" y="4"/>
                </a:lnTo>
                <a:lnTo>
                  <a:pt x="5" y="4"/>
                </a:lnTo>
                <a:lnTo>
                  <a:pt x="5" y="6"/>
                </a:lnTo>
                <a:lnTo>
                  <a:pt x="4" y="6"/>
                </a:lnTo>
                <a:lnTo>
                  <a:pt x="4" y="7"/>
                </a:lnTo>
                <a:lnTo>
                  <a:pt x="4" y="6"/>
                </a:lnTo>
                <a:lnTo>
                  <a:pt x="4" y="7"/>
                </a:lnTo>
                <a:lnTo>
                  <a:pt x="3" y="7"/>
                </a:lnTo>
                <a:lnTo>
                  <a:pt x="3" y="6"/>
                </a:lnTo>
                <a:lnTo>
                  <a:pt x="3" y="7"/>
                </a:lnTo>
                <a:lnTo>
                  <a:pt x="3" y="6"/>
                </a:lnTo>
                <a:lnTo>
                  <a:pt x="2" y="6"/>
                </a:lnTo>
                <a:lnTo>
                  <a:pt x="0" y="6"/>
                </a:lnTo>
                <a:lnTo>
                  <a:pt x="2" y="6"/>
                </a:lnTo>
                <a:lnTo>
                  <a:pt x="2" y="4"/>
                </a:lnTo>
                <a:lnTo>
                  <a:pt x="0" y="4"/>
                </a:lnTo>
                <a:lnTo>
                  <a:pt x="2" y="4"/>
                </a:lnTo>
                <a:lnTo>
                  <a:pt x="2" y="6"/>
                </a:lnTo>
                <a:lnTo>
                  <a:pt x="2" y="4"/>
                </a:lnTo>
                <a:lnTo>
                  <a:pt x="0" y="4"/>
                </a:lnTo>
                <a:lnTo>
                  <a:pt x="0" y="3"/>
                </a:lnTo>
                <a:lnTo>
                  <a:pt x="2" y="3"/>
                </a:lnTo>
                <a:lnTo>
                  <a:pt x="2" y="2"/>
                </a:lnTo>
                <a:lnTo>
                  <a:pt x="3" y="2"/>
                </a:lnTo>
                <a:lnTo>
                  <a:pt x="3" y="1"/>
                </a:lnTo>
                <a:lnTo>
                  <a:pt x="3" y="0"/>
                </a:lnTo>
                <a:lnTo>
                  <a:pt x="4" y="0"/>
                </a:lnTo>
              </a:path>
            </a:pathLst>
          </a:custGeom>
          <a:ln w="4680">
            <a:solidFill>
              <a:srgbClr val="4A4A4A"/>
            </a:solidFill>
            <a:round/>
          </a:ln>
        </p:spPr>
        <p:txBody>
          <a:bodyPr lIns="2160" tIns="360" rIns="2160" bIns="3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477" name=""/>
          <p:cNvSpPr/>
          <p:nvPr/>
        </p:nvSpPr>
        <p:spPr>
          <a:xfrm>
            <a:off x="5430240" y="1626120"/>
            <a:ext cx="1440" cy="1440"/>
          </a:xfrm>
          <a:custGeom>
            <a:avLst/>
            <a:gdLst/>
            <a:ahLst/>
            <a:rect l="0" t="0" r="r" b="b"/>
            <a:pathLst>
              <a:path fill="none" w="4" h="4">
                <a:moveTo>
                  <a:pt x="3" y="1"/>
                </a:moveTo>
                <a:lnTo>
                  <a:pt x="4" y="1"/>
                </a:lnTo>
                <a:lnTo>
                  <a:pt x="3" y="3"/>
                </a:lnTo>
                <a:lnTo>
                  <a:pt x="1" y="3"/>
                </a:lnTo>
                <a:lnTo>
                  <a:pt x="0" y="3"/>
                </a:lnTo>
                <a:lnTo>
                  <a:pt x="0" y="4"/>
                </a:lnTo>
                <a:lnTo>
                  <a:pt x="0" y="3"/>
                </a:lnTo>
                <a:lnTo>
                  <a:pt x="0" y="1"/>
                </a:lnTo>
                <a:lnTo>
                  <a:pt x="0" y="0"/>
                </a:lnTo>
                <a:lnTo>
                  <a:pt x="1" y="0"/>
                </a:lnTo>
                <a:lnTo>
                  <a:pt x="1" y="1"/>
                </a:lnTo>
                <a:lnTo>
                  <a:pt x="3" y="1"/>
                </a:lnTo>
              </a:path>
            </a:pathLst>
          </a:custGeom>
          <a:ln w="4680">
            <a:solidFill>
              <a:srgbClr val="4A4A4A"/>
            </a:solidFill>
            <a:round/>
          </a:ln>
        </p:spPr>
        <p:txBody>
          <a:bodyPr lIns="2160" tIns="-720" rIns="2160" bIns="-7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478" name=""/>
          <p:cNvSpPr/>
          <p:nvPr/>
        </p:nvSpPr>
        <p:spPr>
          <a:xfrm>
            <a:off x="5403600" y="1625040"/>
            <a:ext cx="2160" cy="2160"/>
          </a:xfrm>
          <a:custGeom>
            <a:avLst/>
            <a:gdLst/>
            <a:ahLst/>
            <a:rect l="0" t="0" r="r" b="b"/>
            <a:pathLst>
              <a:path fill="none" w="6" h="6">
                <a:moveTo>
                  <a:pt x="6" y="3"/>
                </a:moveTo>
                <a:lnTo>
                  <a:pt x="4" y="5"/>
                </a:lnTo>
                <a:lnTo>
                  <a:pt x="3" y="5"/>
                </a:lnTo>
                <a:lnTo>
                  <a:pt x="3" y="3"/>
                </a:lnTo>
                <a:lnTo>
                  <a:pt x="2" y="3"/>
                </a:lnTo>
                <a:lnTo>
                  <a:pt x="2" y="5"/>
                </a:lnTo>
                <a:lnTo>
                  <a:pt x="2" y="6"/>
                </a:lnTo>
                <a:lnTo>
                  <a:pt x="2" y="5"/>
                </a:lnTo>
                <a:lnTo>
                  <a:pt x="0" y="5"/>
                </a:lnTo>
                <a:lnTo>
                  <a:pt x="0" y="3"/>
                </a:lnTo>
                <a:lnTo>
                  <a:pt x="2" y="3"/>
                </a:lnTo>
                <a:lnTo>
                  <a:pt x="0" y="3"/>
                </a:lnTo>
                <a:lnTo>
                  <a:pt x="0" y="2"/>
                </a:lnTo>
                <a:lnTo>
                  <a:pt x="2" y="2"/>
                </a:lnTo>
                <a:lnTo>
                  <a:pt x="2" y="1"/>
                </a:lnTo>
                <a:lnTo>
                  <a:pt x="3" y="0"/>
                </a:lnTo>
                <a:lnTo>
                  <a:pt x="4" y="0"/>
                </a:lnTo>
                <a:lnTo>
                  <a:pt x="6" y="1"/>
                </a:lnTo>
                <a:lnTo>
                  <a:pt x="6" y="2"/>
                </a:lnTo>
                <a:lnTo>
                  <a:pt x="6" y="3"/>
                </a:lnTo>
              </a:path>
            </a:pathLst>
          </a:custGeom>
          <a:ln w="4680">
            <a:solidFill>
              <a:srgbClr val="4A4A4A"/>
            </a:solidFill>
            <a:round/>
          </a:ln>
        </p:spPr>
        <p:txBody>
          <a:bodyPr lIns="2160" tIns="0" rIns="216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479" name=""/>
          <p:cNvSpPr/>
          <p:nvPr/>
        </p:nvSpPr>
        <p:spPr>
          <a:xfrm>
            <a:off x="5435280" y="1623600"/>
            <a:ext cx="720" cy="720"/>
          </a:xfrm>
          <a:custGeom>
            <a:avLst/>
            <a:gdLst/>
            <a:ahLst/>
            <a:rect l="0" t="0" r="r" b="b"/>
            <a:pathLst>
              <a:path fill="none" w="2" h="2">
                <a:moveTo>
                  <a:pt x="2" y="2"/>
                </a:moveTo>
                <a:lnTo>
                  <a:pt x="0" y="0"/>
                </a:lnTo>
                <a:lnTo>
                  <a:pt x="2" y="2"/>
                </a:lnTo>
              </a:path>
            </a:pathLst>
          </a:custGeom>
          <a:ln w="4680">
            <a:solidFill>
              <a:srgbClr val="4A4A4A"/>
            </a:solidFill>
            <a:round/>
          </a:ln>
        </p:spPr>
        <p:txBody>
          <a:bodyPr lIns="2160" tIns="-1440" rIns="2160" bIns="-144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480" name=""/>
          <p:cNvSpPr/>
          <p:nvPr/>
        </p:nvSpPr>
        <p:spPr>
          <a:xfrm>
            <a:off x="5431320" y="1623240"/>
            <a:ext cx="7200" cy="4320"/>
          </a:xfrm>
          <a:custGeom>
            <a:avLst/>
            <a:gdLst/>
            <a:ahLst/>
            <a:rect l="0" t="0" r="r" b="b"/>
            <a:pathLst>
              <a:path fill="none" w="20" h="12">
                <a:moveTo>
                  <a:pt x="11" y="1"/>
                </a:moveTo>
                <a:lnTo>
                  <a:pt x="12" y="2"/>
                </a:lnTo>
                <a:lnTo>
                  <a:pt x="13" y="2"/>
                </a:lnTo>
                <a:lnTo>
                  <a:pt x="15" y="2"/>
                </a:lnTo>
                <a:lnTo>
                  <a:pt x="16" y="2"/>
                </a:lnTo>
                <a:lnTo>
                  <a:pt x="16" y="1"/>
                </a:lnTo>
                <a:lnTo>
                  <a:pt x="17" y="1"/>
                </a:lnTo>
                <a:lnTo>
                  <a:pt x="18" y="1"/>
                </a:lnTo>
                <a:lnTo>
                  <a:pt x="18" y="0"/>
                </a:lnTo>
                <a:lnTo>
                  <a:pt x="18" y="1"/>
                </a:lnTo>
                <a:lnTo>
                  <a:pt x="19" y="1"/>
                </a:lnTo>
                <a:lnTo>
                  <a:pt x="20" y="1"/>
                </a:lnTo>
                <a:lnTo>
                  <a:pt x="20" y="2"/>
                </a:lnTo>
                <a:lnTo>
                  <a:pt x="20" y="3"/>
                </a:lnTo>
                <a:lnTo>
                  <a:pt x="20" y="4"/>
                </a:lnTo>
                <a:lnTo>
                  <a:pt x="20" y="5"/>
                </a:lnTo>
                <a:lnTo>
                  <a:pt x="19" y="6"/>
                </a:lnTo>
                <a:lnTo>
                  <a:pt x="19" y="10"/>
                </a:lnTo>
                <a:lnTo>
                  <a:pt x="19" y="11"/>
                </a:lnTo>
                <a:lnTo>
                  <a:pt x="19" y="12"/>
                </a:lnTo>
                <a:lnTo>
                  <a:pt x="18" y="12"/>
                </a:lnTo>
                <a:lnTo>
                  <a:pt x="18" y="11"/>
                </a:lnTo>
                <a:lnTo>
                  <a:pt x="17" y="11"/>
                </a:lnTo>
                <a:lnTo>
                  <a:pt x="18" y="10"/>
                </a:lnTo>
                <a:lnTo>
                  <a:pt x="17" y="10"/>
                </a:lnTo>
                <a:lnTo>
                  <a:pt x="17" y="9"/>
                </a:lnTo>
                <a:lnTo>
                  <a:pt x="16" y="9"/>
                </a:lnTo>
                <a:lnTo>
                  <a:pt x="16" y="8"/>
                </a:lnTo>
                <a:lnTo>
                  <a:pt x="15" y="6"/>
                </a:lnTo>
                <a:lnTo>
                  <a:pt x="14" y="6"/>
                </a:lnTo>
                <a:lnTo>
                  <a:pt x="13" y="6"/>
                </a:lnTo>
                <a:lnTo>
                  <a:pt x="12" y="6"/>
                </a:lnTo>
                <a:lnTo>
                  <a:pt x="11" y="6"/>
                </a:lnTo>
                <a:lnTo>
                  <a:pt x="10" y="6"/>
                </a:lnTo>
                <a:lnTo>
                  <a:pt x="10" y="8"/>
                </a:lnTo>
                <a:lnTo>
                  <a:pt x="8" y="8"/>
                </a:lnTo>
                <a:lnTo>
                  <a:pt x="8" y="6"/>
                </a:lnTo>
                <a:lnTo>
                  <a:pt x="7" y="6"/>
                </a:lnTo>
                <a:lnTo>
                  <a:pt x="7" y="8"/>
                </a:lnTo>
                <a:lnTo>
                  <a:pt x="6" y="8"/>
                </a:lnTo>
                <a:lnTo>
                  <a:pt x="5" y="8"/>
                </a:lnTo>
                <a:lnTo>
                  <a:pt x="5" y="9"/>
                </a:lnTo>
                <a:lnTo>
                  <a:pt x="4" y="9"/>
                </a:lnTo>
                <a:lnTo>
                  <a:pt x="3" y="9"/>
                </a:lnTo>
                <a:lnTo>
                  <a:pt x="3" y="10"/>
                </a:lnTo>
                <a:lnTo>
                  <a:pt x="2" y="10"/>
                </a:lnTo>
                <a:lnTo>
                  <a:pt x="1" y="10"/>
                </a:lnTo>
                <a:lnTo>
                  <a:pt x="0" y="10"/>
                </a:lnTo>
                <a:lnTo>
                  <a:pt x="0" y="11"/>
                </a:lnTo>
                <a:lnTo>
                  <a:pt x="0" y="10"/>
                </a:lnTo>
                <a:lnTo>
                  <a:pt x="1" y="10"/>
                </a:lnTo>
                <a:lnTo>
                  <a:pt x="0" y="10"/>
                </a:lnTo>
                <a:lnTo>
                  <a:pt x="0" y="9"/>
                </a:lnTo>
                <a:lnTo>
                  <a:pt x="1" y="9"/>
                </a:lnTo>
                <a:lnTo>
                  <a:pt x="1" y="8"/>
                </a:lnTo>
                <a:lnTo>
                  <a:pt x="2" y="8"/>
                </a:lnTo>
                <a:lnTo>
                  <a:pt x="2" y="6"/>
                </a:lnTo>
                <a:lnTo>
                  <a:pt x="2" y="5"/>
                </a:lnTo>
                <a:lnTo>
                  <a:pt x="3" y="5"/>
                </a:lnTo>
                <a:lnTo>
                  <a:pt x="3" y="4"/>
                </a:lnTo>
                <a:lnTo>
                  <a:pt x="4" y="4"/>
                </a:lnTo>
                <a:lnTo>
                  <a:pt x="4" y="5"/>
                </a:lnTo>
                <a:lnTo>
                  <a:pt x="5" y="5"/>
                </a:lnTo>
                <a:lnTo>
                  <a:pt x="5" y="4"/>
                </a:lnTo>
                <a:lnTo>
                  <a:pt x="4" y="4"/>
                </a:lnTo>
                <a:lnTo>
                  <a:pt x="4" y="3"/>
                </a:lnTo>
                <a:lnTo>
                  <a:pt x="4" y="2"/>
                </a:lnTo>
                <a:lnTo>
                  <a:pt x="3" y="2"/>
                </a:lnTo>
                <a:lnTo>
                  <a:pt x="4" y="2"/>
                </a:lnTo>
                <a:lnTo>
                  <a:pt x="4" y="1"/>
                </a:lnTo>
                <a:lnTo>
                  <a:pt x="5" y="1"/>
                </a:lnTo>
                <a:lnTo>
                  <a:pt x="5" y="2"/>
                </a:lnTo>
                <a:lnTo>
                  <a:pt x="5" y="1"/>
                </a:lnTo>
                <a:lnTo>
                  <a:pt x="6" y="1"/>
                </a:lnTo>
                <a:lnTo>
                  <a:pt x="7" y="1"/>
                </a:lnTo>
                <a:lnTo>
                  <a:pt x="8" y="0"/>
                </a:lnTo>
                <a:lnTo>
                  <a:pt x="10" y="0"/>
                </a:lnTo>
                <a:lnTo>
                  <a:pt x="11" y="0"/>
                </a:lnTo>
                <a:lnTo>
                  <a:pt x="11" y="1"/>
                </a:lnTo>
              </a:path>
            </a:pathLst>
          </a:custGeom>
          <a:ln w="4680">
            <a:solidFill>
              <a:srgbClr val="4A4A4A"/>
            </a:solidFill>
            <a:round/>
          </a:ln>
        </p:spPr>
        <p:txBody>
          <a:bodyPr lIns="2160" tIns="2160" rIns="2160" bIns="21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481" name=""/>
          <p:cNvSpPr/>
          <p:nvPr/>
        </p:nvSpPr>
        <p:spPr>
          <a:xfrm>
            <a:off x="5434560" y="1622520"/>
            <a:ext cx="720" cy="360"/>
          </a:xfrm>
          <a:custGeom>
            <a:avLst/>
            <a:gdLst/>
            <a:ahLst/>
            <a:rect l="0" t="0" r="r" b="b"/>
            <a:pathLst>
              <a:path fill="none" w="2" h="1">
                <a:moveTo>
                  <a:pt x="2" y="1"/>
                </a:moveTo>
                <a:lnTo>
                  <a:pt x="1" y="1"/>
                </a:lnTo>
                <a:lnTo>
                  <a:pt x="0" y="1"/>
                </a:lnTo>
                <a:lnTo>
                  <a:pt x="1" y="0"/>
                </a:lnTo>
                <a:lnTo>
                  <a:pt x="2" y="1"/>
                </a:lnTo>
              </a:path>
            </a:pathLst>
          </a:custGeom>
          <a:ln w="4680">
            <a:solidFill>
              <a:srgbClr val="4A4A4A"/>
            </a:solidFill>
            <a:round/>
          </a:ln>
        </p:spPr>
        <p:txBody>
          <a:bodyPr lIns="2160" tIns="-1800" rIns="2160" bIns="-180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482" name=""/>
          <p:cNvSpPr/>
          <p:nvPr/>
        </p:nvSpPr>
        <p:spPr>
          <a:xfrm>
            <a:off x="5434920" y="1621440"/>
            <a:ext cx="720" cy="360"/>
          </a:xfrm>
          <a:custGeom>
            <a:avLst/>
            <a:gdLst/>
            <a:ahLst/>
            <a:rect l="0" t="0" r="r" b="b"/>
            <a:pathLst>
              <a:path fill="none" w="2" h="1">
                <a:moveTo>
                  <a:pt x="2" y="1"/>
                </a:moveTo>
                <a:lnTo>
                  <a:pt x="0" y="1"/>
                </a:lnTo>
                <a:lnTo>
                  <a:pt x="0" y="0"/>
                </a:lnTo>
                <a:lnTo>
                  <a:pt x="1" y="0"/>
                </a:lnTo>
                <a:lnTo>
                  <a:pt x="2" y="0"/>
                </a:lnTo>
                <a:lnTo>
                  <a:pt x="2" y="1"/>
                </a:lnTo>
              </a:path>
            </a:pathLst>
          </a:custGeom>
          <a:ln w="4680">
            <a:solidFill>
              <a:srgbClr val="4A4A4A"/>
            </a:solidFill>
            <a:round/>
          </a:ln>
        </p:spPr>
        <p:txBody>
          <a:bodyPr lIns="2160" tIns="-1800" rIns="2160" bIns="-180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483" name=""/>
          <p:cNvSpPr/>
          <p:nvPr/>
        </p:nvSpPr>
        <p:spPr>
          <a:xfrm>
            <a:off x="5437080" y="1620000"/>
            <a:ext cx="360" cy="360"/>
          </a:xfrm>
          <a:custGeom>
            <a:avLst/>
            <a:gdLst/>
            <a:ahLst/>
            <a:rect l="0" t="0" r="r" b="b"/>
            <a:pathLst>
              <a:path fill="none" w="1" h="1">
                <a:moveTo>
                  <a:pt x="0" y="1"/>
                </a:moveTo>
                <a:lnTo>
                  <a:pt x="0" y="0"/>
                </a:lnTo>
                <a:lnTo>
                  <a:pt x="1" y="1"/>
                </a:lnTo>
                <a:lnTo>
                  <a:pt x="0" y="1"/>
                </a:lnTo>
              </a:path>
            </a:pathLst>
          </a:custGeom>
          <a:ln w="4680">
            <a:solidFill>
              <a:srgbClr val="4A4A4A"/>
            </a:solidFill>
            <a:round/>
          </a:ln>
        </p:spPr>
        <p:txBody>
          <a:bodyPr lIns="2160" tIns="-1800" rIns="2160" bIns="-180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484" name=""/>
          <p:cNvSpPr/>
          <p:nvPr/>
        </p:nvSpPr>
        <p:spPr>
          <a:xfrm>
            <a:off x="5435280" y="1620000"/>
            <a:ext cx="4680" cy="3600"/>
          </a:xfrm>
          <a:custGeom>
            <a:avLst/>
            <a:gdLst/>
            <a:ahLst/>
            <a:rect l="0" t="0" r="r" b="b"/>
            <a:pathLst>
              <a:path fill="none" w="13" h="10">
                <a:moveTo>
                  <a:pt x="13" y="0"/>
                </a:moveTo>
                <a:lnTo>
                  <a:pt x="13" y="1"/>
                </a:lnTo>
                <a:lnTo>
                  <a:pt x="13" y="2"/>
                </a:lnTo>
                <a:lnTo>
                  <a:pt x="12" y="3"/>
                </a:lnTo>
                <a:lnTo>
                  <a:pt x="12" y="4"/>
                </a:lnTo>
                <a:lnTo>
                  <a:pt x="12" y="5"/>
                </a:lnTo>
                <a:lnTo>
                  <a:pt x="11" y="6"/>
                </a:lnTo>
                <a:lnTo>
                  <a:pt x="11" y="7"/>
                </a:lnTo>
                <a:lnTo>
                  <a:pt x="11" y="9"/>
                </a:lnTo>
                <a:lnTo>
                  <a:pt x="10" y="9"/>
                </a:lnTo>
                <a:lnTo>
                  <a:pt x="9" y="9"/>
                </a:lnTo>
                <a:lnTo>
                  <a:pt x="8" y="10"/>
                </a:lnTo>
                <a:lnTo>
                  <a:pt x="8" y="9"/>
                </a:lnTo>
                <a:lnTo>
                  <a:pt x="8" y="7"/>
                </a:lnTo>
                <a:lnTo>
                  <a:pt x="7" y="7"/>
                </a:lnTo>
                <a:lnTo>
                  <a:pt x="7" y="6"/>
                </a:lnTo>
                <a:lnTo>
                  <a:pt x="7" y="5"/>
                </a:lnTo>
                <a:lnTo>
                  <a:pt x="7" y="4"/>
                </a:lnTo>
                <a:lnTo>
                  <a:pt x="6" y="4"/>
                </a:lnTo>
                <a:lnTo>
                  <a:pt x="6" y="5"/>
                </a:lnTo>
                <a:lnTo>
                  <a:pt x="6" y="4"/>
                </a:lnTo>
                <a:lnTo>
                  <a:pt x="4" y="4"/>
                </a:lnTo>
                <a:lnTo>
                  <a:pt x="4" y="5"/>
                </a:lnTo>
                <a:lnTo>
                  <a:pt x="3" y="5"/>
                </a:lnTo>
                <a:lnTo>
                  <a:pt x="2" y="5"/>
                </a:lnTo>
                <a:lnTo>
                  <a:pt x="2" y="4"/>
                </a:lnTo>
                <a:lnTo>
                  <a:pt x="1" y="4"/>
                </a:lnTo>
                <a:lnTo>
                  <a:pt x="1" y="3"/>
                </a:lnTo>
                <a:lnTo>
                  <a:pt x="0" y="3"/>
                </a:lnTo>
                <a:lnTo>
                  <a:pt x="1" y="2"/>
                </a:lnTo>
                <a:lnTo>
                  <a:pt x="2" y="2"/>
                </a:lnTo>
                <a:lnTo>
                  <a:pt x="2" y="1"/>
                </a:lnTo>
                <a:lnTo>
                  <a:pt x="3" y="1"/>
                </a:lnTo>
                <a:lnTo>
                  <a:pt x="4" y="1"/>
                </a:lnTo>
                <a:lnTo>
                  <a:pt x="4" y="0"/>
                </a:lnTo>
                <a:lnTo>
                  <a:pt x="6" y="1"/>
                </a:lnTo>
                <a:lnTo>
                  <a:pt x="6" y="2"/>
                </a:lnTo>
                <a:lnTo>
                  <a:pt x="6" y="3"/>
                </a:lnTo>
                <a:lnTo>
                  <a:pt x="7" y="2"/>
                </a:lnTo>
                <a:lnTo>
                  <a:pt x="8" y="1"/>
                </a:lnTo>
                <a:lnTo>
                  <a:pt x="9" y="1"/>
                </a:lnTo>
                <a:lnTo>
                  <a:pt x="10" y="1"/>
                </a:lnTo>
                <a:lnTo>
                  <a:pt x="11" y="1"/>
                </a:lnTo>
                <a:lnTo>
                  <a:pt x="12" y="1"/>
                </a:lnTo>
                <a:lnTo>
                  <a:pt x="13" y="1"/>
                </a:lnTo>
                <a:lnTo>
                  <a:pt x="13" y="0"/>
                </a:lnTo>
              </a:path>
            </a:pathLst>
          </a:custGeom>
          <a:ln w="4680">
            <a:solidFill>
              <a:srgbClr val="4A4A4A"/>
            </a:solidFill>
            <a:round/>
          </a:ln>
        </p:spPr>
        <p:txBody>
          <a:bodyPr lIns="2160" tIns="1440" rIns="2160" bIns="144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485" name=""/>
          <p:cNvSpPr/>
          <p:nvPr/>
        </p:nvSpPr>
        <p:spPr>
          <a:xfrm>
            <a:off x="5403240" y="1614960"/>
            <a:ext cx="720" cy="0"/>
          </a:xfrm>
          <a:custGeom>
            <a:avLst/>
            <a:gdLst/>
            <a:ahLst/>
            <a:rect l="0" t="0" r="r" b="b"/>
            <a:pathLst>
              <a:path fill="none" w="2" h="0">
                <a:moveTo>
                  <a:pt x="2" y="0"/>
                </a:moveTo>
                <a:lnTo>
                  <a:pt x="1" y="0"/>
                </a:lnTo>
                <a:lnTo>
                  <a:pt x="0" y="0"/>
                </a:lnTo>
                <a:lnTo>
                  <a:pt x="1" y="0"/>
                </a:lnTo>
                <a:lnTo>
                  <a:pt x="2" y="0"/>
                </a:lnTo>
              </a:path>
            </a:pathLst>
          </a:custGeom>
          <a:ln w="4680">
            <a:solidFill>
              <a:srgbClr val="4A4A4A"/>
            </a:solidFill>
            <a:round/>
          </a:ln>
        </p:spPr>
        <p:txBody>
          <a:bodyPr lIns="2160" tIns="-2160" rIns="2160" bIns="-21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486" name=""/>
          <p:cNvSpPr/>
          <p:nvPr/>
        </p:nvSpPr>
        <p:spPr>
          <a:xfrm>
            <a:off x="5452560" y="1614960"/>
            <a:ext cx="360" cy="360"/>
          </a:xfrm>
          <a:custGeom>
            <a:avLst/>
            <a:gdLst/>
            <a:ahLst/>
            <a:rect l="0" t="0" r="r" b="b"/>
            <a:pathLst>
              <a:path fill="none" w="1" h="1">
                <a:moveTo>
                  <a:pt x="1" y="0"/>
                </a:moveTo>
                <a:lnTo>
                  <a:pt x="0" y="0"/>
                </a:lnTo>
                <a:lnTo>
                  <a:pt x="0" y="1"/>
                </a:lnTo>
                <a:lnTo>
                  <a:pt x="0" y="0"/>
                </a:lnTo>
                <a:lnTo>
                  <a:pt x="1" y="0"/>
                </a:lnTo>
              </a:path>
            </a:pathLst>
          </a:custGeom>
          <a:ln w="4680">
            <a:solidFill>
              <a:srgbClr val="4A4A4A"/>
            </a:solidFill>
            <a:round/>
          </a:ln>
        </p:spPr>
        <p:txBody>
          <a:bodyPr lIns="2160" tIns="-1800" rIns="2160" bIns="-180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487" name=""/>
          <p:cNvSpPr/>
          <p:nvPr/>
        </p:nvSpPr>
        <p:spPr>
          <a:xfrm>
            <a:off x="5448960" y="1612440"/>
            <a:ext cx="360" cy="0"/>
          </a:xfrm>
          <a:prstGeom prst="line">
            <a:avLst/>
          </a:prstGeom>
          <a:ln w="4680">
            <a:solidFill>
              <a:srgbClr val="4A4A4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2160" tIns="-2160" rIns="2160" bIns="-21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488" name=""/>
          <p:cNvSpPr/>
          <p:nvPr/>
        </p:nvSpPr>
        <p:spPr>
          <a:xfrm>
            <a:off x="5393520" y="1612440"/>
            <a:ext cx="1440" cy="720"/>
          </a:xfrm>
          <a:custGeom>
            <a:avLst/>
            <a:gdLst/>
            <a:ahLst/>
            <a:rect l="0" t="0" r="r" b="b"/>
            <a:pathLst>
              <a:path fill="none" w="4" h="2">
                <a:moveTo>
                  <a:pt x="4" y="0"/>
                </a:moveTo>
                <a:lnTo>
                  <a:pt x="2" y="2"/>
                </a:lnTo>
                <a:lnTo>
                  <a:pt x="2" y="0"/>
                </a:lnTo>
                <a:lnTo>
                  <a:pt x="0" y="2"/>
                </a:lnTo>
                <a:lnTo>
                  <a:pt x="2" y="0"/>
                </a:lnTo>
                <a:lnTo>
                  <a:pt x="4" y="0"/>
                </a:lnTo>
              </a:path>
            </a:pathLst>
          </a:custGeom>
          <a:ln w="4680">
            <a:solidFill>
              <a:srgbClr val="4A4A4A"/>
            </a:solidFill>
            <a:round/>
          </a:ln>
        </p:spPr>
        <p:txBody>
          <a:bodyPr lIns="2160" tIns="-1440" rIns="2160" bIns="-144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489" name=""/>
          <p:cNvSpPr/>
          <p:nvPr/>
        </p:nvSpPr>
        <p:spPr>
          <a:xfrm>
            <a:off x="5401800" y="1611360"/>
            <a:ext cx="1440" cy="1080"/>
          </a:xfrm>
          <a:custGeom>
            <a:avLst/>
            <a:gdLst/>
            <a:ahLst/>
            <a:rect l="0" t="0" r="r" b="b"/>
            <a:pathLst>
              <a:path fill="none" w="4" h="3">
                <a:moveTo>
                  <a:pt x="1" y="3"/>
                </a:moveTo>
                <a:lnTo>
                  <a:pt x="0" y="3"/>
                </a:lnTo>
                <a:lnTo>
                  <a:pt x="1" y="2"/>
                </a:lnTo>
                <a:lnTo>
                  <a:pt x="3" y="0"/>
                </a:lnTo>
                <a:lnTo>
                  <a:pt x="4" y="0"/>
                </a:lnTo>
                <a:lnTo>
                  <a:pt x="3" y="2"/>
                </a:lnTo>
                <a:lnTo>
                  <a:pt x="1" y="3"/>
                </a:lnTo>
              </a:path>
            </a:pathLst>
          </a:custGeom>
          <a:ln w="4680">
            <a:solidFill>
              <a:srgbClr val="4A4A4A"/>
            </a:solidFill>
            <a:round/>
          </a:ln>
        </p:spPr>
        <p:txBody>
          <a:bodyPr lIns="2160" tIns="-1080" rIns="2160" bIns="-108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490" name=""/>
          <p:cNvSpPr/>
          <p:nvPr/>
        </p:nvSpPr>
        <p:spPr>
          <a:xfrm>
            <a:off x="5385600" y="1611000"/>
            <a:ext cx="360" cy="360"/>
          </a:xfrm>
          <a:custGeom>
            <a:avLst/>
            <a:gdLst/>
            <a:ahLst/>
            <a:rect l="0" t="0" r="r" b="b"/>
            <a:pathLst>
              <a:path fill="none" w="1" h="1">
                <a:moveTo>
                  <a:pt x="0" y="1"/>
                </a:moveTo>
                <a:lnTo>
                  <a:pt x="0" y="0"/>
                </a:lnTo>
                <a:lnTo>
                  <a:pt x="1" y="0"/>
                </a:lnTo>
                <a:lnTo>
                  <a:pt x="1" y="1"/>
                </a:lnTo>
                <a:lnTo>
                  <a:pt x="0" y="1"/>
                </a:lnTo>
              </a:path>
            </a:pathLst>
          </a:custGeom>
          <a:ln w="4680">
            <a:solidFill>
              <a:srgbClr val="4A4A4A"/>
            </a:solidFill>
            <a:round/>
          </a:ln>
        </p:spPr>
        <p:txBody>
          <a:bodyPr lIns="2160" tIns="-1800" rIns="2160" bIns="-180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491" name=""/>
          <p:cNvSpPr/>
          <p:nvPr/>
        </p:nvSpPr>
        <p:spPr>
          <a:xfrm>
            <a:off x="5402880" y="1611000"/>
            <a:ext cx="0" cy="360"/>
          </a:xfrm>
          <a:prstGeom prst="line">
            <a:avLst/>
          </a:prstGeom>
          <a:ln w="4680">
            <a:solidFill>
              <a:srgbClr val="4A4A4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2160" tIns="-1800" rIns="2160" bIns="-180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492" name=""/>
          <p:cNvSpPr/>
          <p:nvPr/>
        </p:nvSpPr>
        <p:spPr>
          <a:xfrm>
            <a:off x="5385240" y="1611000"/>
            <a:ext cx="2160" cy="3240"/>
          </a:xfrm>
          <a:custGeom>
            <a:avLst/>
            <a:gdLst/>
            <a:ahLst/>
            <a:rect l="0" t="0" r="r" b="b"/>
            <a:pathLst>
              <a:path fill="none" w="6" h="9">
                <a:moveTo>
                  <a:pt x="4" y="2"/>
                </a:moveTo>
                <a:lnTo>
                  <a:pt x="6" y="2"/>
                </a:lnTo>
                <a:lnTo>
                  <a:pt x="6" y="3"/>
                </a:lnTo>
                <a:lnTo>
                  <a:pt x="4" y="3"/>
                </a:lnTo>
                <a:lnTo>
                  <a:pt x="4" y="4"/>
                </a:lnTo>
                <a:lnTo>
                  <a:pt x="4" y="5"/>
                </a:lnTo>
                <a:lnTo>
                  <a:pt x="4" y="6"/>
                </a:lnTo>
                <a:lnTo>
                  <a:pt x="3" y="7"/>
                </a:lnTo>
                <a:lnTo>
                  <a:pt x="2" y="7"/>
                </a:lnTo>
                <a:lnTo>
                  <a:pt x="3" y="8"/>
                </a:lnTo>
                <a:lnTo>
                  <a:pt x="4" y="8"/>
                </a:lnTo>
                <a:lnTo>
                  <a:pt x="3" y="9"/>
                </a:lnTo>
                <a:lnTo>
                  <a:pt x="2" y="9"/>
                </a:lnTo>
                <a:lnTo>
                  <a:pt x="2" y="8"/>
                </a:lnTo>
                <a:lnTo>
                  <a:pt x="2" y="7"/>
                </a:lnTo>
                <a:lnTo>
                  <a:pt x="0" y="6"/>
                </a:lnTo>
                <a:lnTo>
                  <a:pt x="0" y="5"/>
                </a:lnTo>
                <a:lnTo>
                  <a:pt x="2" y="5"/>
                </a:lnTo>
                <a:lnTo>
                  <a:pt x="2" y="4"/>
                </a:lnTo>
                <a:lnTo>
                  <a:pt x="3" y="3"/>
                </a:lnTo>
                <a:lnTo>
                  <a:pt x="3" y="2"/>
                </a:lnTo>
                <a:lnTo>
                  <a:pt x="3" y="0"/>
                </a:lnTo>
                <a:lnTo>
                  <a:pt x="4" y="0"/>
                </a:lnTo>
                <a:lnTo>
                  <a:pt x="4" y="2"/>
                </a:lnTo>
              </a:path>
            </a:pathLst>
          </a:custGeom>
          <a:ln w="4680">
            <a:solidFill>
              <a:srgbClr val="4A4A4A"/>
            </a:solidFill>
            <a:round/>
          </a:ln>
        </p:spPr>
        <p:txBody>
          <a:bodyPr lIns="2160" tIns="1080" rIns="2160" bIns="108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493" name=""/>
          <p:cNvSpPr/>
          <p:nvPr/>
        </p:nvSpPr>
        <p:spPr>
          <a:xfrm>
            <a:off x="5385600" y="1610280"/>
            <a:ext cx="0" cy="360"/>
          </a:xfrm>
          <a:prstGeom prst="line">
            <a:avLst/>
          </a:prstGeom>
          <a:ln w="4680">
            <a:solidFill>
              <a:srgbClr val="4A4A4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2160" tIns="-1800" rIns="2160" bIns="-180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494" name=""/>
          <p:cNvSpPr/>
          <p:nvPr/>
        </p:nvSpPr>
        <p:spPr>
          <a:xfrm>
            <a:off x="5397480" y="1609560"/>
            <a:ext cx="360" cy="360"/>
          </a:xfrm>
          <a:custGeom>
            <a:avLst/>
            <a:gdLst/>
            <a:ahLst/>
            <a:rect l="0" t="0" r="r" b="b"/>
            <a:pathLst>
              <a:path fill="none" w="1" h="1">
                <a:moveTo>
                  <a:pt x="0" y="1"/>
                </a:moveTo>
                <a:lnTo>
                  <a:pt x="0" y="0"/>
                </a:lnTo>
                <a:lnTo>
                  <a:pt x="1" y="0"/>
                </a:lnTo>
                <a:lnTo>
                  <a:pt x="0" y="1"/>
                </a:lnTo>
              </a:path>
            </a:pathLst>
          </a:custGeom>
          <a:ln w="4680">
            <a:solidFill>
              <a:srgbClr val="4A4A4A"/>
            </a:solidFill>
            <a:round/>
          </a:ln>
        </p:spPr>
        <p:txBody>
          <a:bodyPr lIns="2160" tIns="-1800" rIns="2160" bIns="-180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495" name=""/>
          <p:cNvSpPr/>
          <p:nvPr/>
        </p:nvSpPr>
        <p:spPr>
          <a:xfrm>
            <a:off x="5391000" y="1609200"/>
            <a:ext cx="1440" cy="1440"/>
          </a:xfrm>
          <a:custGeom>
            <a:avLst/>
            <a:gdLst/>
            <a:ahLst/>
            <a:rect l="0" t="0" r="r" b="b"/>
            <a:pathLst>
              <a:path fill="none" w="4" h="4">
                <a:moveTo>
                  <a:pt x="2" y="0"/>
                </a:moveTo>
                <a:lnTo>
                  <a:pt x="4" y="0"/>
                </a:lnTo>
                <a:lnTo>
                  <a:pt x="4" y="2"/>
                </a:lnTo>
                <a:lnTo>
                  <a:pt x="2" y="2"/>
                </a:lnTo>
                <a:lnTo>
                  <a:pt x="2" y="4"/>
                </a:lnTo>
                <a:lnTo>
                  <a:pt x="2" y="2"/>
                </a:lnTo>
                <a:lnTo>
                  <a:pt x="0" y="0"/>
                </a:lnTo>
                <a:lnTo>
                  <a:pt x="2" y="0"/>
                </a:lnTo>
              </a:path>
            </a:pathLst>
          </a:custGeom>
          <a:ln w="4680">
            <a:solidFill>
              <a:srgbClr val="4A4A4A"/>
            </a:solidFill>
            <a:round/>
          </a:ln>
        </p:spPr>
        <p:txBody>
          <a:bodyPr lIns="2160" tIns="-720" rIns="2160" bIns="-7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496" name=""/>
          <p:cNvSpPr/>
          <p:nvPr/>
        </p:nvSpPr>
        <p:spPr>
          <a:xfrm>
            <a:off x="5475600" y="1608840"/>
            <a:ext cx="1440" cy="1440"/>
          </a:xfrm>
          <a:custGeom>
            <a:avLst/>
            <a:gdLst/>
            <a:ahLst/>
            <a:rect l="0" t="0" r="r" b="b"/>
            <a:pathLst>
              <a:path fill="none" w="4" h="4">
                <a:moveTo>
                  <a:pt x="2" y="2"/>
                </a:moveTo>
                <a:lnTo>
                  <a:pt x="4" y="2"/>
                </a:lnTo>
                <a:lnTo>
                  <a:pt x="2" y="2"/>
                </a:lnTo>
                <a:lnTo>
                  <a:pt x="2" y="4"/>
                </a:lnTo>
                <a:lnTo>
                  <a:pt x="0" y="4"/>
                </a:lnTo>
                <a:lnTo>
                  <a:pt x="0" y="2"/>
                </a:lnTo>
                <a:lnTo>
                  <a:pt x="2" y="0"/>
                </a:lnTo>
                <a:lnTo>
                  <a:pt x="2" y="2"/>
                </a:lnTo>
              </a:path>
            </a:pathLst>
          </a:custGeom>
          <a:ln w="4680">
            <a:solidFill>
              <a:srgbClr val="4A4A4A"/>
            </a:solidFill>
            <a:round/>
          </a:ln>
        </p:spPr>
        <p:txBody>
          <a:bodyPr lIns="2160" tIns="-720" rIns="2160" bIns="-7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497" name=""/>
          <p:cNvSpPr/>
          <p:nvPr/>
        </p:nvSpPr>
        <p:spPr>
          <a:xfrm>
            <a:off x="5391000" y="1608840"/>
            <a:ext cx="0" cy="360"/>
          </a:xfrm>
          <a:prstGeom prst="line">
            <a:avLst/>
          </a:prstGeom>
          <a:ln w="4680">
            <a:solidFill>
              <a:srgbClr val="4A4A4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2160" tIns="-1800" rIns="2160" bIns="-180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498" name=""/>
          <p:cNvSpPr/>
          <p:nvPr/>
        </p:nvSpPr>
        <p:spPr>
          <a:xfrm>
            <a:off x="5390640" y="1608480"/>
            <a:ext cx="1440" cy="720"/>
          </a:xfrm>
          <a:custGeom>
            <a:avLst/>
            <a:gdLst/>
            <a:ahLst/>
            <a:rect l="0" t="0" r="r" b="b"/>
            <a:pathLst>
              <a:path fill="none" w="4" h="2">
                <a:moveTo>
                  <a:pt x="4" y="2"/>
                </a:moveTo>
                <a:lnTo>
                  <a:pt x="2" y="2"/>
                </a:lnTo>
                <a:lnTo>
                  <a:pt x="0" y="0"/>
                </a:lnTo>
                <a:lnTo>
                  <a:pt x="2" y="0"/>
                </a:lnTo>
                <a:lnTo>
                  <a:pt x="4" y="0"/>
                </a:lnTo>
                <a:lnTo>
                  <a:pt x="4" y="2"/>
                </a:lnTo>
              </a:path>
            </a:pathLst>
          </a:custGeom>
          <a:ln w="4680">
            <a:solidFill>
              <a:srgbClr val="4A4A4A"/>
            </a:solidFill>
            <a:round/>
          </a:ln>
        </p:spPr>
        <p:txBody>
          <a:bodyPr lIns="2160" tIns="-1440" rIns="2160" bIns="-144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499" name=""/>
          <p:cNvSpPr/>
          <p:nvPr/>
        </p:nvSpPr>
        <p:spPr>
          <a:xfrm>
            <a:off x="5390640" y="1608480"/>
            <a:ext cx="360" cy="0"/>
          </a:xfrm>
          <a:prstGeom prst="line">
            <a:avLst/>
          </a:prstGeom>
          <a:ln w="4680">
            <a:solidFill>
              <a:srgbClr val="4A4A4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2160" tIns="-2160" rIns="2160" bIns="-21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500" name=""/>
          <p:cNvSpPr/>
          <p:nvPr/>
        </p:nvSpPr>
        <p:spPr>
          <a:xfrm>
            <a:off x="5474880" y="1607760"/>
            <a:ext cx="0" cy="360"/>
          </a:xfrm>
          <a:prstGeom prst="line">
            <a:avLst/>
          </a:prstGeom>
          <a:ln w="4680">
            <a:solidFill>
              <a:srgbClr val="4A4A4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2160" tIns="-1800" rIns="2160" bIns="-180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501" name=""/>
          <p:cNvSpPr/>
          <p:nvPr/>
        </p:nvSpPr>
        <p:spPr>
          <a:xfrm>
            <a:off x="5490000" y="1607400"/>
            <a:ext cx="720" cy="360"/>
          </a:xfrm>
          <a:custGeom>
            <a:avLst/>
            <a:gdLst/>
            <a:ahLst/>
            <a:rect l="0" t="0" r="r" b="b"/>
            <a:pathLst>
              <a:path fill="none" w="2" h="1">
                <a:moveTo>
                  <a:pt x="1" y="1"/>
                </a:moveTo>
                <a:lnTo>
                  <a:pt x="0" y="1"/>
                </a:lnTo>
                <a:lnTo>
                  <a:pt x="1" y="1"/>
                </a:lnTo>
                <a:lnTo>
                  <a:pt x="1" y="0"/>
                </a:lnTo>
                <a:lnTo>
                  <a:pt x="2" y="0"/>
                </a:lnTo>
                <a:lnTo>
                  <a:pt x="2" y="1"/>
                </a:lnTo>
                <a:lnTo>
                  <a:pt x="1" y="1"/>
                </a:lnTo>
              </a:path>
            </a:pathLst>
          </a:custGeom>
          <a:ln w="4680">
            <a:solidFill>
              <a:srgbClr val="4A4A4A"/>
            </a:solidFill>
            <a:round/>
          </a:ln>
        </p:spPr>
        <p:txBody>
          <a:bodyPr lIns="2160" tIns="-1800" rIns="2160" bIns="-180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502" name=""/>
          <p:cNvSpPr/>
          <p:nvPr/>
        </p:nvSpPr>
        <p:spPr>
          <a:xfrm>
            <a:off x="5484960" y="1607400"/>
            <a:ext cx="720" cy="360"/>
          </a:xfrm>
          <a:custGeom>
            <a:avLst/>
            <a:gdLst/>
            <a:ahLst/>
            <a:rect l="0" t="0" r="r" b="b"/>
            <a:pathLst>
              <a:path fill="none" w="2" h="1">
                <a:moveTo>
                  <a:pt x="1" y="0"/>
                </a:moveTo>
                <a:lnTo>
                  <a:pt x="1" y="1"/>
                </a:lnTo>
                <a:lnTo>
                  <a:pt x="0" y="0"/>
                </a:lnTo>
                <a:lnTo>
                  <a:pt x="0" y="1"/>
                </a:lnTo>
                <a:lnTo>
                  <a:pt x="0" y="0"/>
                </a:lnTo>
                <a:lnTo>
                  <a:pt x="1" y="0"/>
                </a:lnTo>
                <a:lnTo>
                  <a:pt x="2" y="0"/>
                </a:lnTo>
                <a:lnTo>
                  <a:pt x="1" y="0"/>
                </a:lnTo>
              </a:path>
            </a:pathLst>
          </a:custGeom>
          <a:ln w="4680">
            <a:solidFill>
              <a:srgbClr val="4A4A4A"/>
            </a:solidFill>
            <a:round/>
          </a:ln>
        </p:spPr>
        <p:txBody>
          <a:bodyPr lIns="2160" tIns="-1800" rIns="2160" bIns="-180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503" name=""/>
          <p:cNvSpPr/>
          <p:nvPr/>
        </p:nvSpPr>
        <p:spPr>
          <a:xfrm>
            <a:off x="5474160" y="1607040"/>
            <a:ext cx="360" cy="360"/>
          </a:xfrm>
          <a:custGeom>
            <a:avLst/>
            <a:gdLst/>
            <a:ahLst/>
            <a:rect l="0" t="0" r="r" b="b"/>
            <a:pathLst>
              <a:path fill="none" w="1" h="1">
                <a:moveTo>
                  <a:pt x="0" y="1"/>
                </a:moveTo>
                <a:lnTo>
                  <a:pt x="0" y="0"/>
                </a:lnTo>
                <a:lnTo>
                  <a:pt x="1" y="0"/>
                </a:lnTo>
                <a:lnTo>
                  <a:pt x="0" y="0"/>
                </a:lnTo>
                <a:lnTo>
                  <a:pt x="0" y="1"/>
                </a:lnTo>
              </a:path>
            </a:pathLst>
          </a:custGeom>
          <a:ln w="4680">
            <a:solidFill>
              <a:srgbClr val="4A4A4A"/>
            </a:solidFill>
            <a:round/>
          </a:ln>
        </p:spPr>
        <p:txBody>
          <a:bodyPr lIns="2160" tIns="-1800" rIns="2160" bIns="-180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504" name=""/>
          <p:cNvSpPr/>
          <p:nvPr/>
        </p:nvSpPr>
        <p:spPr>
          <a:xfrm>
            <a:off x="5486760" y="1607040"/>
            <a:ext cx="360" cy="360"/>
          </a:xfrm>
          <a:custGeom>
            <a:avLst/>
            <a:gdLst/>
            <a:ahLst/>
            <a:rect l="0" t="0" r="r" b="b"/>
            <a:pathLst>
              <a:path fill="none" w="1" h="1">
                <a:moveTo>
                  <a:pt x="1" y="0"/>
                </a:moveTo>
                <a:lnTo>
                  <a:pt x="0" y="0"/>
                </a:lnTo>
                <a:lnTo>
                  <a:pt x="0" y="1"/>
                </a:lnTo>
                <a:lnTo>
                  <a:pt x="0" y="0"/>
                </a:lnTo>
                <a:lnTo>
                  <a:pt x="1" y="0"/>
                </a:lnTo>
              </a:path>
            </a:pathLst>
          </a:custGeom>
          <a:ln w="4680">
            <a:solidFill>
              <a:srgbClr val="4A4A4A"/>
            </a:solidFill>
            <a:round/>
          </a:ln>
        </p:spPr>
        <p:txBody>
          <a:bodyPr lIns="2160" tIns="-1800" rIns="2160" bIns="-180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505" name=""/>
          <p:cNvSpPr/>
          <p:nvPr/>
        </p:nvSpPr>
        <p:spPr>
          <a:xfrm>
            <a:off x="5466960" y="1607040"/>
            <a:ext cx="5400" cy="3240"/>
          </a:xfrm>
          <a:custGeom>
            <a:avLst/>
            <a:gdLst/>
            <a:ahLst/>
            <a:rect l="0" t="0" r="r" b="b"/>
            <a:pathLst>
              <a:path fill="none" w="15" h="9">
                <a:moveTo>
                  <a:pt x="9" y="0"/>
                </a:moveTo>
                <a:lnTo>
                  <a:pt x="9" y="1"/>
                </a:lnTo>
                <a:lnTo>
                  <a:pt x="10" y="1"/>
                </a:lnTo>
                <a:lnTo>
                  <a:pt x="11" y="1"/>
                </a:lnTo>
                <a:lnTo>
                  <a:pt x="11" y="0"/>
                </a:lnTo>
                <a:lnTo>
                  <a:pt x="11" y="1"/>
                </a:lnTo>
                <a:lnTo>
                  <a:pt x="12" y="1"/>
                </a:lnTo>
                <a:lnTo>
                  <a:pt x="12" y="0"/>
                </a:lnTo>
                <a:lnTo>
                  <a:pt x="13" y="0"/>
                </a:lnTo>
                <a:lnTo>
                  <a:pt x="14" y="0"/>
                </a:lnTo>
                <a:lnTo>
                  <a:pt x="14" y="1"/>
                </a:lnTo>
                <a:lnTo>
                  <a:pt x="14" y="0"/>
                </a:lnTo>
                <a:lnTo>
                  <a:pt x="15" y="1"/>
                </a:lnTo>
                <a:lnTo>
                  <a:pt x="14" y="2"/>
                </a:lnTo>
                <a:lnTo>
                  <a:pt x="13" y="2"/>
                </a:lnTo>
                <a:lnTo>
                  <a:pt x="12" y="3"/>
                </a:lnTo>
                <a:lnTo>
                  <a:pt x="11" y="3"/>
                </a:lnTo>
                <a:lnTo>
                  <a:pt x="11" y="5"/>
                </a:lnTo>
                <a:lnTo>
                  <a:pt x="11" y="3"/>
                </a:lnTo>
                <a:lnTo>
                  <a:pt x="10" y="5"/>
                </a:lnTo>
                <a:lnTo>
                  <a:pt x="10" y="3"/>
                </a:lnTo>
                <a:lnTo>
                  <a:pt x="9" y="3"/>
                </a:lnTo>
                <a:lnTo>
                  <a:pt x="9" y="5"/>
                </a:lnTo>
                <a:lnTo>
                  <a:pt x="8" y="5"/>
                </a:lnTo>
                <a:lnTo>
                  <a:pt x="7" y="5"/>
                </a:lnTo>
                <a:lnTo>
                  <a:pt x="7" y="6"/>
                </a:lnTo>
                <a:lnTo>
                  <a:pt x="6" y="6"/>
                </a:lnTo>
                <a:lnTo>
                  <a:pt x="4" y="7"/>
                </a:lnTo>
                <a:lnTo>
                  <a:pt x="4" y="8"/>
                </a:lnTo>
                <a:lnTo>
                  <a:pt x="3" y="8"/>
                </a:lnTo>
                <a:lnTo>
                  <a:pt x="3" y="7"/>
                </a:lnTo>
                <a:lnTo>
                  <a:pt x="2" y="8"/>
                </a:lnTo>
                <a:lnTo>
                  <a:pt x="1" y="8"/>
                </a:lnTo>
                <a:lnTo>
                  <a:pt x="0" y="9"/>
                </a:lnTo>
                <a:lnTo>
                  <a:pt x="0" y="8"/>
                </a:lnTo>
                <a:lnTo>
                  <a:pt x="1" y="8"/>
                </a:lnTo>
                <a:lnTo>
                  <a:pt x="1" y="7"/>
                </a:lnTo>
                <a:lnTo>
                  <a:pt x="2" y="7"/>
                </a:lnTo>
                <a:lnTo>
                  <a:pt x="2" y="6"/>
                </a:lnTo>
                <a:lnTo>
                  <a:pt x="1" y="6"/>
                </a:lnTo>
                <a:lnTo>
                  <a:pt x="2" y="6"/>
                </a:lnTo>
                <a:lnTo>
                  <a:pt x="2" y="5"/>
                </a:lnTo>
                <a:lnTo>
                  <a:pt x="3" y="5"/>
                </a:lnTo>
                <a:lnTo>
                  <a:pt x="3" y="3"/>
                </a:lnTo>
                <a:lnTo>
                  <a:pt x="3" y="2"/>
                </a:lnTo>
                <a:lnTo>
                  <a:pt x="2" y="2"/>
                </a:lnTo>
                <a:lnTo>
                  <a:pt x="2" y="1"/>
                </a:lnTo>
                <a:lnTo>
                  <a:pt x="3" y="1"/>
                </a:lnTo>
                <a:lnTo>
                  <a:pt x="4" y="1"/>
                </a:lnTo>
                <a:lnTo>
                  <a:pt x="6" y="1"/>
                </a:lnTo>
                <a:lnTo>
                  <a:pt x="7" y="1"/>
                </a:lnTo>
                <a:lnTo>
                  <a:pt x="7" y="0"/>
                </a:lnTo>
                <a:lnTo>
                  <a:pt x="8" y="0"/>
                </a:lnTo>
                <a:lnTo>
                  <a:pt x="9" y="0"/>
                </a:lnTo>
              </a:path>
            </a:pathLst>
          </a:custGeom>
          <a:ln w="4680">
            <a:solidFill>
              <a:srgbClr val="4A4A4A"/>
            </a:solidFill>
            <a:round/>
          </a:ln>
        </p:spPr>
        <p:txBody>
          <a:bodyPr lIns="2160" tIns="1080" rIns="2160" bIns="108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506" name=""/>
          <p:cNvSpPr/>
          <p:nvPr/>
        </p:nvSpPr>
        <p:spPr>
          <a:xfrm>
            <a:off x="5486760" y="1606680"/>
            <a:ext cx="360" cy="360"/>
          </a:xfrm>
          <a:custGeom>
            <a:avLst/>
            <a:gdLst/>
            <a:ahLst/>
            <a:rect l="0" t="0" r="r" b="b"/>
            <a:pathLst>
              <a:path fill="none" w="1" h="1">
                <a:moveTo>
                  <a:pt x="1" y="1"/>
                </a:moveTo>
                <a:lnTo>
                  <a:pt x="0" y="1"/>
                </a:lnTo>
                <a:lnTo>
                  <a:pt x="1" y="0"/>
                </a:lnTo>
                <a:lnTo>
                  <a:pt x="1" y="1"/>
                </a:lnTo>
              </a:path>
            </a:pathLst>
          </a:custGeom>
          <a:ln w="4680">
            <a:solidFill>
              <a:srgbClr val="4A4A4A"/>
            </a:solidFill>
            <a:round/>
          </a:ln>
        </p:spPr>
        <p:txBody>
          <a:bodyPr lIns="2160" tIns="-1800" rIns="2160" bIns="-180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507" name=""/>
          <p:cNvSpPr/>
          <p:nvPr/>
        </p:nvSpPr>
        <p:spPr>
          <a:xfrm>
            <a:off x="5491440" y="1606320"/>
            <a:ext cx="1800" cy="1440"/>
          </a:xfrm>
          <a:custGeom>
            <a:avLst/>
            <a:gdLst/>
            <a:ahLst/>
            <a:rect l="0" t="0" r="r" b="b"/>
            <a:pathLst>
              <a:path fill="none" w="5" h="4">
                <a:moveTo>
                  <a:pt x="3" y="0"/>
                </a:moveTo>
                <a:lnTo>
                  <a:pt x="3" y="2"/>
                </a:lnTo>
                <a:lnTo>
                  <a:pt x="5" y="2"/>
                </a:lnTo>
                <a:lnTo>
                  <a:pt x="3" y="2"/>
                </a:lnTo>
                <a:lnTo>
                  <a:pt x="3" y="4"/>
                </a:lnTo>
                <a:lnTo>
                  <a:pt x="2" y="2"/>
                </a:lnTo>
                <a:lnTo>
                  <a:pt x="2" y="4"/>
                </a:lnTo>
                <a:lnTo>
                  <a:pt x="2" y="2"/>
                </a:lnTo>
                <a:lnTo>
                  <a:pt x="0" y="2"/>
                </a:lnTo>
                <a:lnTo>
                  <a:pt x="2" y="2"/>
                </a:lnTo>
                <a:lnTo>
                  <a:pt x="3" y="0"/>
                </a:lnTo>
              </a:path>
            </a:pathLst>
          </a:custGeom>
          <a:ln w="4680">
            <a:solidFill>
              <a:srgbClr val="4A4A4A"/>
            </a:solidFill>
            <a:round/>
          </a:ln>
        </p:spPr>
        <p:txBody>
          <a:bodyPr lIns="2160" tIns="-720" rIns="2160" bIns="-7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508" name=""/>
          <p:cNvSpPr/>
          <p:nvPr/>
        </p:nvSpPr>
        <p:spPr>
          <a:xfrm>
            <a:off x="5466960" y="1606320"/>
            <a:ext cx="360" cy="360"/>
          </a:xfrm>
          <a:custGeom>
            <a:avLst/>
            <a:gdLst/>
            <a:ahLst/>
            <a:rect l="0" t="0" r="r" b="b"/>
            <a:pathLst>
              <a:path fill="none" w="1" h="1">
                <a:moveTo>
                  <a:pt x="1" y="0"/>
                </a:moveTo>
                <a:lnTo>
                  <a:pt x="1" y="1"/>
                </a:lnTo>
                <a:lnTo>
                  <a:pt x="0" y="0"/>
                </a:lnTo>
                <a:lnTo>
                  <a:pt x="1" y="0"/>
                </a:lnTo>
              </a:path>
            </a:pathLst>
          </a:custGeom>
          <a:ln w="4680">
            <a:solidFill>
              <a:srgbClr val="4A4A4A"/>
            </a:solidFill>
            <a:round/>
          </a:ln>
        </p:spPr>
        <p:txBody>
          <a:bodyPr lIns="2160" tIns="-1800" rIns="2160" bIns="-180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509" name=""/>
          <p:cNvSpPr/>
          <p:nvPr/>
        </p:nvSpPr>
        <p:spPr>
          <a:xfrm>
            <a:off x="5466240" y="1606320"/>
            <a:ext cx="1440" cy="1440"/>
          </a:xfrm>
          <a:custGeom>
            <a:avLst/>
            <a:gdLst/>
            <a:ahLst/>
            <a:rect l="0" t="0" r="r" b="b"/>
            <a:pathLst>
              <a:path fill="none" w="4" h="4">
                <a:moveTo>
                  <a:pt x="2" y="0"/>
                </a:moveTo>
                <a:lnTo>
                  <a:pt x="4" y="0"/>
                </a:lnTo>
                <a:lnTo>
                  <a:pt x="2" y="0"/>
                </a:lnTo>
                <a:lnTo>
                  <a:pt x="2" y="2"/>
                </a:lnTo>
                <a:lnTo>
                  <a:pt x="2" y="4"/>
                </a:lnTo>
                <a:lnTo>
                  <a:pt x="2" y="2"/>
                </a:lnTo>
                <a:lnTo>
                  <a:pt x="0" y="0"/>
                </a:lnTo>
                <a:lnTo>
                  <a:pt x="2" y="0"/>
                </a:lnTo>
              </a:path>
            </a:pathLst>
          </a:custGeom>
          <a:ln w="4680">
            <a:solidFill>
              <a:srgbClr val="4A4A4A"/>
            </a:solidFill>
            <a:round/>
          </a:ln>
        </p:spPr>
        <p:txBody>
          <a:bodyPr lIns="2160" tIns="-720" rIns="2160" bIns="-7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510" name=""/>
          <p:cNvSpPr/>
          <p:nvPr/>
        </p:nvSpPr>
        <p:spPr>
          <a:xfrm>
            <a:off x="5391000" y="1605600"/>
            <a:ext cx="1440" cy="1440"/>
          </a:xfrm>
          <a:custGeom>
            <a:avLst/>
            <a:gdLst/>
            <a:ahLst/>
            <a:rect l="0" t="0" r="r" b="b"/>
            <a:pathLst>
              <a:path fill="none" w="4" h="4">
                <a:moveTo>
                  <a:pt x="4" y="0"/>
                </a:moveTo>
                <a:lnTo>
                  <a:pt x="4" y="1"/>
                </a:lnTo>
                <a:lnTo>
                  <a:pt x="2" y="1"/>
                </a:lnTo>
                <a:lnTo>
                  <a:pt x="2" y="2"/>
                </a:lnTo>
                <a:lnTo>
                  <a:pt x="1" y="2"/>
                </a:lnTo>
                <a:lnTo>
                  <a:pt x="1" y="4"/>
                </a:lnTo>
                <a:lnTo>
                  <a:pt x="0" y="4"/>
                </a:lnTo>
                <a:lnTo>
                  <a:pt x="1" y="2"/>
                </a:lnTo>
                <a:lnTo>
                  <a:pt x="0" y="2"/>
                </a:lnTo>
                <a:lnTo>
                  <a:pt x="0" y="1"/>
                </a:lnTo>
                <a:lnTo>
                  <a:pt x="0" y="0"/>
                </a:lnTo>
                <a:lnTo>
                  <a:pt x="1" y="0"/>
                </a:lnTo>
                <a:lnTo>
                  <a:pt x="2" y="0"/>
                </a:lnTo>
                <a:lnTo>
                  <a:pt x="4" y="0"/>
                </a:lnTo>
              </a:path>
            </a:pathLst>
          </a:custGeom>
          <a:ln w="4680">
            <a:solidFill>
              <a:srgbClr val="4A4A4A"/>
            </a:solidFill>
            <a:round/>
          </a:ln>
        </p:spPr>
        <p:txBody>
          <a:bodyPr lIns="2160" tIns="-720" rIns="2160" bIns="-7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511" name=""/>
          <p:cNvSpPr/>
          <p:nvPr/>
        </p:nvSpPr>
        <p:spPr>
          <a:xfrm>
            <a:off x="5466960" y="1605600"/>
            <a:ext cx="0" cy="0"/>
          </a:xfrm>
          <a:custGeom>
            <a:avLst/>
            <a:gdLst/>
            <a:ahLst/>
            <a:rect l="0" t="0" r="r" b="b"/>
            <a:pathLst>
              <a:path fill="none" w="0" h="0">
                <a:moveTo>
                  <a:pt x="0" y="0"/>
                </a:moveTo>
              </a:path>
            </a:pathLst>
          </a:custGeom>
          <a:ln w="4680">
            <a:solidFill>
              <a:srgbClr val="4A4A4A"/>
            </a:solidFill>
            <a:round/>
          </a:ln>
        </p:spPr>
        <p:txBody>
          <a:bodyPr lIns="2160" tIns="-2160" rIns="2160" bIns="-21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512" name=""/>
          <p:cNvSpPr/>
          <p:nvPr/>
        </p:nvSpPr>
        <p:spPr>
          <a:xfrm>
            <a:off x="5481360" y="1605600"/>
            <a:ext cx="1440" cy="1080"/>
          </a:xfrm>
          <a:custGeom>
            <a:avLst/>
            <a:gdLst/>
            <a:ahLst/>
            <a:rect l="0" t="0" r="r" b="b"/>
            <a:pathLst>
              <a:path fill="none" w="4" h="3">
                <a:moveTo>
                  <a:pt x="4" y="2"/>
                </a:moveTo>
                <a:lnTo>
                  <a:pt x="4" y="3"/>
                </a:lnTo>
                <a:lnTo>
                  <a:pt x="2" y="3"/>
                </a:lnTo>
                <a:lnTo>
                  <a:pt x="0" y="3"/>
                </a:lnTo>
                <a:lnTo>
                  <a:pt x="2" y="3"/>
                </a:lnTo>
                <a:lnTo>
                  <a:pt x="0" y="2"/>
                </a:lnTo>
                <a:lnTo>
                  <a:pt x="2" y="2"/>
                </a:lnTo>
                <a:lnTo>
                  <a:pt x="2" y="0"/>
                </a:lnTo>
                <a:lnTo>
                  <a:pt x="4" y="0"/>
                </a:lnTo>
                <a:lnTo>
                  <a:pt x="4" y="2"/>
                </a:lnTo>
              </a:path>
            </a:pathLst>
          </a:custGeom>
          <a:ln w="4680">
            <a:solidFill>
              <a:srgbClr val="4A4A4A"/>
            </a:solidFill>
            <a:round/>
          </a:ln>
        </p:spPr>
        <p:txBody>
          <a:bodyPr lIns="2160" tIns="-1080" rIns="2160" bIns="-108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513" name=""/>
          <p:cNvSpPr/>
          <p:nvPr/>
        </p:nvSpPr>
        <p:spPr>
          <a:xfrm>
            <a:off x="5466960" y="1605240"/>
            <a:ext cx="0" cy="0"/>
          </a:xfrm>
          <a:custGeom>
            <a:avLst/>
            <a:gdLst/>
            <a:ahLst/>
            <a:rect l="0" t="0" r="r" b="b"/>
            <a:pathLst>
              <a:path fill="none" w="0" h="0">
                <a:moveTo>
                  <a:pt x="0" y="0"/>
                </a:moveTo>
              </a:path>
            </a:pathLst>
          </a:custGeom>
          <a:ln w="4680">
            <a:solidFill>
              <a:srgbClr val="4A4A4A"/>
            </a:solidFill>
            <a:round/>
          </a:ln>
        </p:spPr>
        <p:txBody>
          <a:bodyPr lIns="2160" tIns="-2160" rIns="2160" bIns="-21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514" name=""/>
          <p:cNvSpPr/>
          <p:nvPr/>
        </p:nvSpPr>
        <p:spPr>
          <a:xfrm>
            <a:off x="5483520" y="1604520"/>
            <a:ext cx="3600" cy="3600"/>
          </a:xfrm>
          <a:custGeom>
            <a:avLst/>
            <a:gdLst/>
            <a:ahLst/>
            <a:rect l="0" t="0" r="r" b="b"/>
            <a:pathLst>
              <a:path fill="none" w="10" h="10">
                <a:moveTo>
                  <a:pt x="10" y="0"/>
                </a:moveTo>
                <a:lnTo>
                  <a:pt x="10" y="1"/>
                </a:lnTo>
                <a:lnTo>
                  <a:pt x="10" y="2"/>
                </a:lnTo>
                <a:lnTo>
                  <a:pt x="9" y="2"/>
                </a:lnTo>
                <a:lnTo>
                  <a:pt x="8" y="4"/>
                </a:lnTo>
                <a:lnTo>
                  <a:pt x="8" y="5"/>
                </a:lnTo>
                <a:lnTo>
                  <a:pt x="9" y="5"/>
                </a:lnTo>
                <a:lnTo>
                  <a:pt x="9" y="6"/>
                </a:lnTo>
                <a:lnTo>
                  <a:pt x="10" y="6"/>
                </a:lnTo>
                <a:lnTo>
                  <a:pt x="8" y="6"/>
                </a:lnTo>
                <a:lnTo>
                  <a:pt x="8" y="7"/>
                </a:lnTo>
                <a:lnTo>
                  <a:pt x="8" y="8"/>
                </a:lnTo>
                <a:lnTo>
                  <a:pt x="7" y="8"/>
                </a:lnTo>
                <a:lnTo>
                  <a:pt x="6" y="8"/>
                </a:lnTo>
                <a:lnTo>
                  <a:pt x="5" y="8"/>
                </a:lnTo>
                <a:lnTo>
                  <a:pt x="3" y="7"/>
                </a:lnTo>
                <a:lnTo>
                  <a:pt x="3" y="8"/>
                </a:lnTo>
                <a:lnTo>
                  <a:pt x="2" y="8"/>
                </a:lnTo>
                <a:lnTo>
                  <a:pt x="2" y="9"/>
                </a:lnTo>
                <a:lnTo>
                  <a:pt x="3" y="9"/>
                </a:lnTo>
                <a:lnTo>
                  <a:pt x="3" y="10"/>
                </a:lnTo>
                <a:lnTo>
                  <a:pt x="2" y="10"/>
                </a:lnTo>
                <a:lnTo>
                  <a:pt x="2" y="9"/>
                </a:lnTo>
                <a:lnTo>
                  <a:pt x="1" y="10"/>
                </a:lnTo>
                <a:lnTo>
                  <a:pt x="0" y="10"/>
                </a:lnTo>
                <a:lnTo>
                  <a:pt x="1" y="10"/>
                </a:lnTo>
                <a:lnTo>
                  <a:pt x="1" y="9"/>
                </a:lnTo>
                <a:lnTo>
                  <a:pt x="1" y="8"/>
                </a:lnTo>
                <a:lnTo>
                  <a:pt x="1" y="7"/>
                </a:lnTo>
                <a:lnTo>
                  <a:pt x="2" y="7"/>
                </a:lnTo>
                <a:lnTo>
                  <a:pt x="3" y="7"/>
                </a:lnTo>
                <a:lnTo>
                  <a:pt x="3" y="6"/>
                </a:lnTo>
                <a:lnTo>
                  <a:pt x="3" y="5"/>
                </a:lnTo>
                <a:lnTo>
                  <a:pt x="3" y="4"/>
                </a:lnTo>
                <a:lnTo>
                  <a:pt x="5" y="4"/>
                </a:lnTo>
                <a:lnTo>
                  <a:pt x="5" y="2"/>
                </a:lnTo>
                <a:lnTo>
                  <a:pt x="6" y="1"/>
                </a:lnTo>
                <a:lnTo>
                  <a:pt x="7" y="1"/>
                </a:lnTo>
                <a:lnTo>
                  <a:pt x="8" y="1"/>
                </a:lnTo>
                <a:lnTo>
                  <a:pt x="8" y="0"/>
                </a:lnTo>
                <a:lnTo>
                  <a:pt x="9" y="0"/>
                </a:lnTo>
                <a:lnTo>
                  <a:pt x="10" y="0"/>
                </a:lnTo>
              </a:path>
            </a:pathLst>
          </a:custGeom>
          <a:ln w="4680">
            <a:solidFill>
              <a:srgbClr val="4A4A4A"/>
            </a:solidFill>
            <a:round/>
          </a:ln>
        </p:spPr>
        <p:txBody>
          <a:bodyPr lIns="2160" tIns="1440" rIns="2160" bIns="144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515" name=""/>
          <p:cNvSpPr/>
          <p:nvPr/>
        </p:nvSpPr>
        <p:spPr>
          <a:xfrm>
            <a:off x="5487120" y="1604520"/>
            <a:ext cx="360" cy="360"/>
          </a:xfrm>
          <a:custGeom>
            <a:avLst/>
            <a:gdLst/>
            <a:ahLst/>
            <a:rect l="0" t="0" r="r" b="b"/>
            <a:pathLst>
              <a:path fill="none" w="1" h="1">
                <a:moveTo>
                  <a:pt x="0" y="1"/>
                </a:moveTo>
                <a:lnTo>
                  <a:pt x="0" y="0"/>
                </a:lnTo>
                <a:lnTo>
                  <a:pt x="1" y="0"/>
                </a:lnTo>
                <a:lnTo>
                  <a:pt x="0" y="0"/>
                </a:lnTo>
                <a:lnTo>
                  <a:pt x="1" y="0"/>
                </a:lnTo>
                <a:lnTo>
                  <a:pt x="1" y="1"/>
                </a:lnTo>
                <a:lnTo>
                  <a:pt x="0" y="1"/>
                </a:lnTo>
              </a:path>
            </a:pathLst>
          </a:custGeom>
          <a:ln w="4680">
            <a:solidFill>
              <a:srgbClr val="4A4A4A"/>
            </a:solidFill>
            <a:round/>
          </a:ln>
        </p:spPr>
        <p:txBody>
          <a:bodyPr lIns="2160" tIns="-1800" rIns="2160" bIns="-180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516" name=""/>
          <p:cNvSpPr/>
          <p:nvPr/>
        </p:nvSpPr>
        <p:spPr>
          <a:xfrm>
            <a:off x="5487840" y="1602720"/>
            <a:ext cx="4680" cy="5400"/>
          </a:xfrm>
          <a:custGeom>
            <a:avLst/>
            <a:gdLst/>
            <a:ahLst/>
            <a:rect l="0" t="0" r="r" b="b"/>
            <a:pathLst>
              <a:path fill="none" w="13" h="15">
                <a:moveTo>
                  <a:pt x="10" y="0"/>
                </a:moveTo>
                <a:lnTo>
                  <a:pt x="11" y="0"/>
                </a:lnTo>
                <a:lnTo>
                  <a:pt x="13" y="0"/>
                </a:lnTo>
                <a:lnTo>
                  <a:pt x="11" y="0"/>
                </a:lnTo>
                <a:lnTo>
                  <a:pt x="11" y="1"/>
                </a:lnTo>
                <a:lnTo>
                  <a:pt x="13" y="1"/>
                </a:lnTo>
                <a:lnTo>
                  <a:pt x="11" y="1"/>
                </a:lnTo>
                <a:lnTo>
                  <a:pt x="11" y="2"/>
                </a:lnTo>
                <a:lnTo>
                  <a:pt x="10" y="2"/>
                </a:lnTo>
                <a:lnTo>
                  <a:pt x="9" y="2"/>
                </a:lnTo>
                <a:lnTo>
                  <a:pt x="8" y="2"/>
                </a:lnTo>
                <a:lnTo>
                  <a:pt x="9" y="2"/>
                </a:lnTo>
                <a:lnTo>
                  <a:pt x="8" y="2"/>
                </a:lnTo>
                <a:lnTo>
                  <a:pt x="8" y="3"/>
                </a:lnTo>
                <a:lnTo>
                  <a:pt x="8" y="4"/>
                </a:lnTo>
                <a:lnTo>
                  <a:pt x="8" y="5"/>
                </a:lnTo>
                <a:lnTo>
                  <a:pt x="7" y="5"/>
                </a:lnTo>
                <a:lnTo>
                  <a:pt x="7" y="6"/>
                </a:lnTo>
                <a:lnTo>
                  <a:pt x="7" y="8"/>
                </a:lnTo>
                <a:lnTo>
                  <a:pt x="8" y="8"/>
                </a:lnTo>
                <a:lnTo>
                  <a:pt x="8" y="9"/>
                </a:lnTo>
                <a:lnTo>
                  <a:pt x="8" y="8"/>
                </a:lnTo>
                <a:lnTo>
                  <a:pt x="8" y="9"/>
                </a:lnTo>
                <a:lnTo>
                  <a:pt x="8" y="10"/>
                </a:lnTo>
                <a:lnTo>
                  <a:pt x="7" y="10"/>
                </a:lnTo>
                <a:lnTo>
                  <a:pt x="7" y="11"/>
                </a:lnTo>
                <a:lnTo>
                  <a:pt x="7" y="12"/>
                </a:lnTo>
                <a:lnTo>
                  <a:pt x="8" y="13"/>
                </a:lnTo>
                <a:lnTo>
                  <a:pt x="7" y="13"/>
                </a:lnTo>
                <a:lnTo>
                  <a:pt x="8" y="13"/>
                </a:lnTo>
                <a:lnTo>
                  <a:pt x="8" y="14"/>
                </a:lnTo>
                <a:lnTo>
                  <a:pt x="7" y="15"/>
                </a:lnTo>
                <a:lnTo>
                  <a:pt x="6" y="15"/>
                </a:lnTo>
                <a:lnTo>
                  <a:pt x="5" y="15"/>
                </a:lnTo>
                <a:lnTo>
                  <a:pt x="6" y="14"/>
                </a:lnTo>
                <a:lnTo>
                  <a:pt x="6" y="13"/>
                </a:lnTo>
                <a:lnTo>
                  <a:pt x="5" y="13"/>
                </a:lnTo>
                <a:lnTo>
                  <a:pt x="5" y="14"/>
                </a:lnTo>
                <a:lnTo>
                  <a:pt x="4" y="14"/>
                </a:lnTo>
                <a:lnTo>
                  <a:pt x="5" y="13"/>
                </a:lnTo>
                <a:lnTo>
                  <a:pt x="5" y="12"/>
                </a:lnTo>
                <a:lnTo>
                  <a:pt x="4" y="12"/>
                </a:lnTo>
                <a:lnTo>
                  <a:pt x="4" y="13"/>
                </a:lnTo>
                <a:lnTo>
                  <a:pt x="3" y="13"/>
                </a:lnTo>
                <a:lnTo>
                  <a:pt x="3" y="12"/>
                </a:lnTo>
                <a:lnTo>
                  <a:pt x="4" y="12"/>
                </a:lnTo>
                <a:lnTo>
                  <a:pt x="3" y="11"/>
                </a:lnTo>
                <a:lnTo>
                  <a:pt x="4" y="11"/>
                </a:lnTo>
                <a:lnTo>
                  <a:pt x="4" y="10"/>
                </a:lnTo>
                <a:lnTo>
                  <a:pt x="5" y="10"/>
                </a:lnTo>
                <a:lnTo>
                  <a:pt x="6" y="10"/>
                </a:lnTo>
                <a:lnTo>
                  <a:pt x="6" y="9"/>
                </a:lnTo>
                <a:lnTo>
                  <a:pt x="6" y="8"/>
                </a:lnTo>
                <a:lnTo>
                  <a:pt x="6" y="6"/>
                </a:lnTo>
                <a:lnTo>
                  <a:pt x="6" y="8"/>
                </a:lnTo>
                <a:lnTo>
                  <a:pt x="5" y="8"/>
                </a:lnTo>
                <a:lnTo>
                  <a:pt x="5" y="6"/>
                </a:lnTo>
                <a:lnTo>
                  <a:pt x="4" y="6"/>
                </a:lnTo>
                <a:lnTo>
                  <a:pt x="4" y="8"/>
                </a:lnTo>
                <a:lnTo>
                  <a:pt x="3" y="8"/>
                </a:lnTo>
                <a:lnTo>
                  <a:pt x="3" y="9"/>
                </a:lnTo>
                <a:lnTo>
                  <a:pt x="3" y="8"/>
                </a:lnTo>
                <a:lnTo>
                  <a:pt x="2" y="8"/>
                </a:lnTo>
                <a:lnTo>
                  <a:pt x="0" y="8"/>
                </a:lnTo>
                <a:lnTo>
                  <a:pt x="0" y="6"/>
                </a:lnTo>
                <a:lnTo>
                  <a:pt x="2" y="6"/>
                </a:lnTo>
                <a:lnTo>
                  <a:pt x="0" y="6"/>
                </a:lnTo>
                <a:lnTo>
                  <a:pt x="0" y="5"/>
                </a:lnTo>
                <a:lnTo>
                  <a:pt x="2" y="5"/>
                </a:lnTo>
                <a:lnTo>
                  <a:pt x="2" y="4"/>
                </a:lnTo>
                <a:lnTo>
                  <a:pt x="3" y="4"/>
                </a:lnTo>
                <a:lnTo>
                  <a:pt x="4" y="4"/>
                </a:lnTo>
                <a:lnTo>
                  <a:pt x="4" y="3"/>
                </a:lnTo>
                <a:lnTo>
                  <a:pt x="4" y="4"/>
                </a:lnTo>
                <a:lnTo>
                  <a:pt x="5" y="4"/>
                </a:lnTo>
                <a:lnTo>
                  <a:pt x="5" y="3"/>
                </a:lnTo>
                <a:lnTo>
                  <a:pt x="6" y="3"/>
                </a:lnTo>
                <a:lnTo>
                  <a:pt x="6" y="2"/>
                </a:lnTo>
                <a:lnTo>
                  <a:pt x="5" y="2"/>
                </a:lnTo>
                <a:lnTo>
                  <a:pt x="5" y="1"/>
                </a:lnTo>
                <a:lnTo>
                  <a:pt x="6" y="1"/>
                </a:lnTo>
                <a:lnTo>
                  <a:pt x="5" y="1"/>
                </a:lnTo>
                <a:lnTo>
                  <a:pt x="6" y="1"/>
                </a:lnTo>
                <a:lnTo>
                  <a:pt x="7" y="1"/>
                </a:lnTo>
                <a:lnTo>
                  <a:pt x="7" y="0"/>
                </a:lnTo>
                <a:lnTo>
                  <a:pt x="7" y="1"/>
                </a:lnTo>
                <a:lnTo>
                  <a:pt x="8" y="1"/>
                </a:lnTo>
                <a:lnTo>
                  <a:pt x="8" y="0"/>
                </a:lnTo>
                <a:lnTo>
                  <a:pt x="9" y="0"/>
                </a:lnTo>
                <a:lnTo>
                  <a:pt x="10" y="0"/>
                </a:lnTo>
              </a:path>
            </a:pathLst>
          </a:custGeom>
          <a:ln w="4680">
            <a:solidFill>
              <a:srgbClr val="4A4A4A"/>
            </a:solidFill>
            <a:round/>
          </a:ln>
        </p:spPr>
        <p:txBody>
          <a:bodyPr lIns="2160" tIns="2160" rIns="2160" bIns="21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517" name=""/>
          <p:cNvSpPr/>
          <p:nvPr/>
        </p:nvSpPr>
        <p:spPr>
          <a:xfrm>
            <a:off x="5494680" y="1599480"/>
            <a:ext cx="1080" cy="1440"/>
          </a:xfrm>
          <a:custGeom>
            <a:avLst/>
            <a:gdLst/>
            <a:ahLst/>
            <a:rect l="0" t="0" r="r" b="b"/>
            <a:pathLst>
              <a:path fill="none" w="3" h="4">
                <a:moveTo>
                  <a:pt x="3" y="3"/>
                </a:moveTo>
                <a:lnTo>
                  <a:pt x="1" y="3"/>
                </a:lnTo>
                <a:lnTo>
                  <a:pt x="0" y="4"/>
                </a:lnTo>
                <a:lnTo>
                  <a:pt x="1" y="4"/>
                </a:lnTo>
                <a:lnTo>
                  <a:pt x="0" y="4"/>
                </a:lnTo>
                <a:lnTo>
                  <a:pt x="0" y="3"/>
                </a:lnTo>
                <a:lnTo>
                  <a:pt x="0" y="1"/>
                </a:lnTo>
                <a:lnTo>
                  <a:pt x="1" y="1"/>
                </a:lnTo>
                <a:lnTo>
                  <a:pt x="1" y="0"/>
                </a:lnTo>
                <a:lnTo>
                  <a:pt x="3" y="0"/>
                </a:lnTo>
                <a:lnTo>
                  <a:pt x="3" y="1"/>
                </a:lnTo>
                <a:lnTo>
                  <a:pt x="3" y="3"/>
                </a:lnTo>
              </a:path>
            </a:pathLst>
          </a:custGeom>
          <a:ln w="4680">
            <a:solidFill>
              <a:srgbClr val="4A4A4A"/>
            </a:solidFill>
            <a:round/>
          </a:ln>
        </p:spPr>
        <p:txBody>
          <a:bodyPr lIns="2160" tIns="-720" rIns="2160" bIns="-7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518" name=""/>
          <p:cNvSpPr/>
          <p:nvPr/>
        </p:nvSpPr>
        <p:spPr>
          <a:xfrm>
            <a:off x="5497560" y="1599480"/>
            <a:ext cx="1800" cy="1440"/>
          </a:xfrm>
          <a:custGeom>
            <a:avLst/>
            <a:gdLst/>
            <a:ahLst/>
            <a:rect l="0" t="0" r="r" b="b"/>
            <a:pathLst>
              <a:path fill="none" w="5" h="4">
                <a:moveTo>
                  <a:pt x="2" y="0"/>
                </a:moveTo>
                <a:lnTo>
                  <a:pt x="2" y="1"/>
                </a:lnTo>
                <a:lnTo>
                  <a:pt x="4" y="1"/>
                </a:lnTo>
                <a:lnTo>
                  <a:pt x="4" y="0"/>
                </a:lnTo>
                <a:lnTo>
                  <a:pt x="5" y="0"/>
                </a:lnTo>
                <a:lnTo>
                  <a:pt x="5" y="1"/>
                </a:lnTo>
                <a:lnTo>
                  <a:pt x="4" y="1"/>
                </a:lnTo>
                <a:lnTo>
                  <a:pt x="4" y="3"/>
                </a:lnTo>
                <a:lnTo>
                  <a:pt x="2" y="3"/>
                </a:lnTo>
                <a:lnTo>
                  <a:pt x="2" y="1"/>
                </a:lnTo>
                <a:lnTo>
                  <a:pt x="2" y="3"/>
                </a:lnTo>
                <a:lnTo>
                  <a:pt x="1" y="3"/>
                </a:lnTo>
                <a:lnTo>
                  <a:pt x="0" y="4"/>
                </a:lnTo>
                <a:lnTo>
                  <a:pt x="0" y="3"/>
                </a:lnTo>
                <a:lnTo>
                  <a:pt x="0" y="1"/>
                </a:lnTo>
                <a:lnTo>
                  <a:pt x="1" y="1"/>
                </a:lnTo>
                <a:lnTo>
                  <a:pt x="1" y="0"/>
                </a:lnTo>
                <a:lnTo>
                  <a:pt x="2" y="0"/>
                </a:lnTo>
              </a:path>
            </a:pathLst>
          </a:custGeom>
          <a:ln w="4680">
            <a:solidFill>
              <a:srgbClr val="4A4A4A"/>
            </a:solidFill>
            <a:round/>
          </a:ln>
        </p:spPr>
        <p:txBody>
          <a:bodyPr lIns="2160" tIns="-720" rIns="2160" bIns="-7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519" name=""/>
          <p:cNvSpPr/>
          <p:nvPr/>
        </p:nvSpPr>
        <p:spPr>
          <a:xfrm>
            <a:off x="5497200" y="1598040"/>
            <a:ext cx="1440" cy="1440"/>
          </a:xfrm>
          <a:custGeom>
            <a:avLst/>
            <a:gdLst/>
            <a:ahLst/>
            <a:rect l="0" t="0" r="r" b="b"/>
            <a:pathLst>
              <a:path fill="none" w="4" h="4">
                <a:moveTo>
                  <a:pt x="0" y="4"/>
                </a:moveTo>
                <a:lnTo>
                  <a:pt x="0" y="3"/>
                </a:lnTo>
                <a:lnTo>
                  <a:pt x="2" y="1"/>
                </a:lnTo>
                <a:lnTo>
                  <a:pt x="0" y="1"/>
                </a:lnTo>
                <a:lnTo>
                  <a:pt x="2" y="1"/>
                </a:lnTo>
                <a:lnTo>
                  <a:pt x="2" y="0"/>
                </a:lnTo>
                <a:lnTo>
                  <a:pt x="4" y="1"/>
                </a:lnTo>
                <a:lnTo>
                  <a:pt x="2" y="1"/>
                </a:lnTo>
                <a:lnTo>
                  <a:pt x="2" y="3"/>
                </a:lnTo>
                <a:lnTo>
                  <a:pt x="0" y="3"/>
                </a:lnTo>
                <a:lnTo>
                  <a:pt x="0" y="4"/>
                </a:lnTo>
              </a:path>
            </a:pathLst>
          </a:custGeom>
          <a:ln w="4680">
            <a:solidFill>
              <a:srgbClr val="4A4A4A"/>
            </a:solidFill>
            <a:round/>
          </a:ln>
        </p:spPr>
        <p:txBody>
          <a:bodyPr lIns="2160" tIns="-720" rIns="2160" bIns="-7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520" name=""/>
          <p:cNvSpPr/>
          <p:nvPr/>
        </p:nvSpPr>
        <p:spPr>
          <a:xfrm>
            <a:off x="5517720" y="1597680"/>
            <a:ext cx="1440" cy="1440"/>
          </a:xfrm>
          <a:custGeom>
            <a:avLst/>
            <a:gdLst/>
            <a:ahLst/>
            <a:rect l="0" t="0" r="r" b="b"/>
            <a:pathLst>
              <a:path fill="none" w="4" h="4">
                <a:moveTo>
                  <a:pt x="2" y="2"/>
                </a:moveTo>
                <a:lnTo>
                  <a:pt x="2" y="4"/>
                </a:lnTo>
                <a:lnTo>
                  <a:pt x="0" y="4"/>
                </a:lnTo>
                <a:lnTo>
                  <a:pt x="2" y="4"/>
                </a:lnTo>
                <a:lnTo>
                  <a:pt x="0" y="4"/>
                </a:lnTo>
                <a:lnTo>
                  <a:pt x="0" y="2"/>
                </a:lnTo>
                <a:lnTo>
                  <a:pt x="2" y="2"/>
                </a:lnTo>
                <a:lnTo>
                  <a:pt x="4" y="0"/>
                </a:lnTo>
                <a:lnTo>
                  <a:pt x="4" y="2"/>
                </a:lnTo>
                <a:lnTo>
                  <a:pt x="2" y="2"/>
                </a:lnTo>
              </a:path>
            </a:pathLst>
          </a:custGeom>
          <a:ln w="4680">
            <a:solidFill>
              <a:srgbClr val="4A4A4A"/>
            </a:solidFill>
            <a:round/>
          </a:ln>
        </p:spPr>
        <p:txBody>
          <a:bodyPr lIns="2160" tIns="-720" rIns="2160" bIns="-7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521" name=""/>
          <p:cNvSpPr/>
          <p:nvPr/>
        </p:nvSpPr>
        <p:spPr>
          <a:xfrm>
            <a:off x="5479560" y="1597680"/>
            <a:ext cx="0" cy="360"/>
          </a:xfrm>
          <a:prstGeom prst="line">
            <a:avLst/>
          </a:prstGeom>
          <a:ln w="4680">
            <a:solidFill>
              <a:srgbClr val="4A4A4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2160" tIns="-1800" rIns="2160" bIns="-180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522" name=""/>
          <p:cNvSpPr/>
          <p:nvPr/>
        </p:nvSpPr>
        <p:spPr>
          <a:xfrm>
            <a:off x="5497920" y="1597680"/>
            <a:ext cx="360" cy="360"/>
          </a:xfrm>
          <a:custGeom>
            <a:avLst/>
            <a:gdLst/>
            <a:ahLst/>
            <a:rect l="0" t="0" r="r" b="b"/>
            <a:pathLst>
              <a:path fill="none" w="1" h="1">
                <a:moveTo>
                  <a:pt x="1" y="1"/>
                </a:moveTo>
                <a:lnTo>
                  <a:pt x="0" y="1"/>
                </a:lnTo>
                <a:lnTo>
                  <a:pt x="0" y="0"/>
                </a:lnTo>
                <a:lnTo>
                  <a:pt x="1" y="0"/>
                </a:lnTo>
                <a:lnTo>
                  <a:pt x="0" y="0"/>
                </a:lnTo>
                <a:lnTo>
                  <a:pt x="1" y="0"/>
                </a:lnTo>
                <a:lnTo>
                  <a:pt x="1" y="1"/>
                </a:lnTo>
              </a:path>
            </a:pathLst>
          </a:custGeom>
          <a:ln w="4680">
            <a:solidFill>
              <a:srgbClr val="4A4A4A"/>
            </a:solidFill>
            <a:round/>
          </a:ln>
        </p:spPr>
        <p:txBody>
          <a:bodyPr lIns="2160" tIns="-1800" rIns="2160" bIns="-180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523" name=""/>
          <p:cNvSpPr/>
          <p:nvPr/>
        </p:nvSpPr>
        <p:spPr>
          <a:xfrm>
            <a:off x="5518440" y="1596960"/>
            <a:ext cx="1080" cy="1080"/>
          </a:xfrm>
          <a:custGeom>
            <a:avLst/>
            <a:gdLst/>
            <a:ahLst/>
            <a:rect l="0" t="0" r="r" b="b"/>
            <a:pathLst>
              <a:path fill="none" w="3" h="3">
                <a:moveTo>
                  <a:pt x="3" y="0"/>
                </a:moveTo>
                <a:lnTo>
                  <a:pt x="1" y="0"/>
                </a:lnTo>
                <a:lnTo>
                  <a:pt x="3" y="0"/>
                </a:lnTo>
                <a:lnTo>
                  <a:pt x="3" y="2"/>
                </a:lnTo>
                <a:lnTo>
                  <a:pt x="3" y="0"/>
                </a:lnTo>
                <a:lnTo>
                  <a:pt x="3" y="2"/>
                </a:lnTo>
                <a:lnTo>
                  <a:pt x="1" y="2"/>
                </a:lnTo>
                <a:lnTo>
                  <a:pt x="0" y="2"/>
                </a:lnTo>
                <a:lnTo>
                  <a:pt x="0" y="3"/>
                </a:lnTo>
                <a:lnTo>
                  <a:pt x="0" y="2"/>
                </a:lnTo>
                <a:lnTo>
                  <a:pt x="1" y="2"/>
                </a:lnTo>
                <a:lnTo>
                  <a:pt x="1" y="0"/>
                </a:lnTo>
                <a:lnTo>
                  <a:pt x="3" y="0"/>
                </a:lnTo>
              </a:path>
            </a:pathLst>
          </a:custGeom>
          <a:ln w="4680">
            <a:solidFill>
              <a:srgbClr val="4A4A4A"/>
            </a:solidFill>
            <a:round/>
          </a:ln>
        </p:spPr>
        <p:txBody>
          <a:bodyPr lIns="2160" tIns="-1080" rIns="2160" bIns="-108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524" name=""/>
          <p:cNvSpPr/>
          <p:nvPr/>
        </p:nvSpPr>
        <p:spPr>
          <a:xfrm>
            <a:off x="5479920" y="1596600"/>
            <a:ext cx="0" cy="360"/>
          </a:xfrm>
          <a:prstGeom prst="line">
            <a:avLst/>
          </a:prstGeom>
          <a:ln w="4680">
            <a:solidFill>
              <a:srgbClr val="4A4A4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2160" tIns="-1800" rIns="2160" bIns="-180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525" name=""/>
          <p:cNvSpPr/>
          <p:nvPr/>
        </p:nvSpPr>
        <p:spPr>
          <a:xfrm>
            <a:off x="5510880" y="1596600"/>
            <a:ext cx="1080" cy="1080"/>
          </a:xfrm>
          <a:custGeom>
            <a:avLst/>
            <a:gdLst/>
            <a:ahLst/>
            <a:rect l="0" t="0" r="r" b="b"/>
            <a:pathLst>
              <a:path fill="none" w="3" h="3">
                <a:moveTo>
                  <a:pt x="2" y="0"/>
                </a:moveTo>
                <a:lnTo>
                  <a:pt x="3" y="0"/>
                </a:lnTo>
                <a:lnTo>
                  <a:pt x="3" y="1"/>
                </a:lnTo>
                <a:lnTo>
                  <a:pt x="2" y="1"/>
                </a:lnTo>
                <a:lnTo>
                  <a:pt x="2" y="3"/>
                </a:lnTo>
                <a:lnTo>
                  <a:pt x="0" y="3"/>
                </a:lnTo>
                <a:lnTo>
                  <a:pt x="0" y="1"/>
                </a:lnTo>
                <a:lnTo>
                  <a:pt x="0" y="0"/>
                </a:lnTo>
                <a:lnTo>
                  <a:pt x="2" y="0"/>
                </a:lnTo>
              </a:path>
            </a:pathLst>
          </a:custGeom>
          <a:ln w="4680">
            <a:solidFill>
              <a:srgbClr val="4A4A4A"/>
            </a:solidFill>
            <a:round/>
          </a:ln>
        </p:spPr>
        <p:txBody>
          <a:bodyPr lIns="2160" tIns="-1080" rIns="2160" bIns="-108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526" name=""/>
          <p:cNvSpPr/>
          <p:nvPr/>
        </p:nvSpPr>
        <p:spPr>
          <a:xfrm>
            <a:off x="5510160" y="1596240"/>
            <a:ext cx="720" cy="1440"/>
          </a:xfrm>
          <a:custGeom>
            <a:avLst/>
            <a:gdLst/>
            <a:ahLst/>
            <a:rect l="0" t="0" r="r" b="b"/>
            <a:pathLst>
              <a:path fill="none" w="2" h="4">
                <a:moveTo>
                  <a:pt x="2" y="2"/>
                </a:moveTo>
                <a:lnTo>
                  <a:pt x="2" y="4"/>
                </a:lnTo>
                <a:lnTo>
                  <a:pt x="2" y="2"/>
                </a:lnTo>
                <a:lnTo>
                  <a:pt x="0" y="4"/>
                </a:lnTo>
                <a:lnTo>
                  <a:pt x="0" y="2"/>
                </a:lnTo>
                <a:lnTo>
                  <a:pt x="0" y="0"/>
                </a:lnTo>
                <a:lnTo>
                  <a:pt x="2" y="0"/>
                </a:lnTo>
                <a:lnTo>
                  <a:pt x="2" y="2"/>
                </a:lnTo>
              </a:path>
            </a:pathLst>
          </a:custGeom>
          <a:ln w="4680">
            <a:solidFill>
              <a:srgbClr val="4A4A4A"/>
            </a:solidFill>
            <a:round/>
          </a:ln>
        </p:spPr>
        <p:txBody>
          <a:bodyPr lIns="2160" tIns="-720" rIns="2160" bIns="-7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527" name=""/>
          <p:cNvSpPr/>
          <p:nvPr/>
        </p:nvSpPr>
        <p:spPr>
          <a:xfrm>
            <a:off x="5511240" y="1595160"/>
            <a:ext cx="1440" cy="1440"/>
          </a:xfrm>
          <a:custGeom>
            <a:avLst/>
            <a:gdLst/>
            <a:ahLst/>
            <a:rect l="0" t="0" r="r" b="b"/>
            <a:pathLst>
              <a:path fill="none" w="4" h="4">
                <a:moveTo>
                  <a:pt x="4" y="1"/>
                </a:moveTo>
                <a:lnTo>
                  <a:pt x="4" y="3"/>
                </a:lnTo>
                <a:lnTo>
                  <a:pt x="3" y="3"/>
                </a:lnTo>
                <a:lnTo>
                  <a:pt x="3" y="4"/>
                </a:lnTo>
                <a:lnTo>
                  <a:pt x="1" y="4"/>
                </a:lnTo>
                <a:lnTo>
                  <a:pt x="1" y="3"/>
                </a:lnTo>
                <a:lnTo>
                  <a:pt x="0" y="1"/>
                </a:lnTo>
                <a:lnTo>
                  <a:pt x="1" y="1"/>
                </a:lnTo>
                <a:lnTo>
                  <a:pt x="3" y="1"/>
                </a:lnTo>
                <a:lnTo>
                  <a:pt x="3" y="0"/>
                </a:lnTo>
                <a:lnTo>
                  <a:pt x="4" y="1"/>
                </a:lnTo>
              </a:path>
            </a:pathLst>
          </a:custGeom>
          <a:ln w="4680">
            <a:solidFill>
              <a:srgbClr val="4A4A4A"/>
            </a:solidFill>
            <a:round/>
          </a:ln>
        </p:spPr>
        <p:txBody>
          <a:bodyPr lIns="2160" tIns="-720" rIns="2160" bIns="-7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528" name=""/>
          <p:cNvSpPr/>
          <p:nvPr/>
        </p:nvSpPr>
        <p:spPr>
          <a:xfrm>
            <a:off x="5520240" y="1595160"/>
            <a:ext cx="720" cy="360"/>
          </a:xfrm>
          <a:custGeom>
            <a:avLst/>
            <a:gdLst/>
            <a:ahLst/>
            <a:rect l="0" t="0" r="r" b="b"/>
            <a:pathLst>
              <a:path fill="none" w="2" h="1">
                <a:moveTo>
                  <a:pt x="2" y="0"/>
                </a:moveTo>
                <a:lnTo>
                  <a:pt x="1" y="0"/>
                </a:lnTo>
                <a:lnTo>
                  <a:pt x="1" y="1"/>
                </a:lnTo>
                <a:lnTo>
                  <a:pt x="0" y="1"/>
                </a:lnTo>
                <a:lnTo>
                  <a:pt x="1" y="0"/>
                </a:lnTo>
                <a:lnTo>
                  <a:pt x="2" y="0"/>
                </a:lnTo>
              </a:path>
            </a:pathLst>
          </a:custGeom>
          <a:ln w="4680">
            <a:solidFill>
              <a:srgbClr val="4A4A4A"/>
            </a:solidFill>
            <a:round/>
          </a:ln>
        </p:spPr>
        <p:txBody>
          <a:bodyPr lIns="2160" tIns="-1800" rIns="2160" bIns="-180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529" name=""/>
          <p:cNvSpPr/>
          <p:nvPr/>
        </p:nvSpPr>
        <p:spPr>
          <a:xfrm>
            <a:off x="5512680" y="1595160"/>
            <a:ext cx="360" cy="0"/>
          </a:xfrm>
          <a:prstGeom prst="line">
            <a:avLst/>
          </a:prstGeom>
          <a:ln w="4680">
            <a:solidFill>
              <a:srgbClr val="4A4A4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2160" tIns="-2160" rIns="2160" bIns="-21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530" name=""/>
          <p:cNvSpPr/>
          <p:nvPr/>
        </p:nvSpPr>
        <p:spPr>
          <a:xfrm>
            <a:off x="5513040" y="1595160"/>
            <a:ext cx="720" cy="360"/>
          </a:xfrm>
          <a:custGeom>
            <a:avLst/>
            <a:gdLst/>
            <a:ahLst/>
            <a:rect l="0" t="0" r="r" b="b"/>
            <a:pathLst>
              <a:path fill="none" w="2" h="1">
                <a:moveTo>
                  <a:pt x="1" y="0"/>
                </a:moveTo>
                <a:lnTo>
                  <a:pt x="2" y="0"/>
                </a:lnTo>
                <a:lnTo>
                  <a:pt x="1" y="1"/>
                </a:lnTo>
                <a:lnTo>
                  <a:pt x="1" y="0"/>
                </a:lnTo>
                <a:lnTo>
                  <a:pt x="0" y="0"/>
                </a:lnTo>
                <a:lnTo>
                  <a:pt x="1" y="0"/>
                </a:lnTo>
              </a:path>
            </a:pathLst>
          </a:custGeom>
          <a:ln w="4680">
            <a:solidFill>
              <a:srgbClr val="4A4A4A"/>
            </a:solidFill>
            <a:round/>
          </a:ln>
        </p:spPr>
        <p:txBody>
          <a:bodyPr lIns="2160" tIns="-1800" rIns="2160" bIns="-180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531" name=""/>
          <p:cNvSpPr/>
          <p:nvPr/>
        </p:nvSpPr>
        <p:spPr>
          <a:xfrm>
            <a:off x="5510160" y="1594800"/>
            <a:ext cx="1080" cy="720"/>
          </a:xfrm>
          <a:custGeom>
            <a:avLst/>
            <a:gdLst/>
            <a:ahLst/>
            <a:rect l="0" t="0" r="r" b="b"/>
            <a:pathLst>
              <a:path fill="none" w="3" h="2">
                <a:moveTo>
                  <a:pt x="3" y="0"/>
                </a:moveTo>
                <a:lnTo>
                  <a:pt x="2" y="0"/>
                </a:lnTo>
                <a:lnTo>
                  <a:pt x="3" y="0"/>
                </a:lnTo>
                <a:lnTo>
                  <a:pt x="3" y="2"/>
                </a:lnTo>
                <a:lnTo>
                  <a:pt x="2" y="2"/>
                </a:lnTo>
                <a:lnTo>
                  <a:pt x="2" y="0"/>
                </a:lnTo>
                <a:lnTo>
                  <a:pt x="0" y="0"/>
                </a:lnTo>
                <a:lnTo>
                  <a:pt x="2" y="0"/>
                </a:lnTo>
                <a:lnTo>
                  <a:pt x="3" y="0"/>
                </a:lnTo>
              </a:path>
            </a:pathLst>
          </a:custGeom>
          <a:ln w="4680">
            <a:solidFill>
              <a:srgbClr val="4A4A4A"/>
            </a:solidFill>
            <a:round/>
          </a:ln>
        </p:spPr>
        <p:txBody>
          <a:bodyPr lIns="2160" tIns="-1440" rIns="2160" bIns="-144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532" name=""/>
          <p:cNvSpPr/>
          <p:nvPr/>
        </p:nvSpPr>
        <p:spPr>
          <a:xfrm>
            <a:off x="5509440" y="1594440"/>
            <a:ext cx="360" cy="360"/>
          </a:xfrm>
          <a:custGeom>
            <a:avLst/>
            <a:gdLst/>
            <a:ahLst/>
            <a:rect l="0" t="0" r="r" b="b"/>
            <a:pathLst>
              <a:path fill="none" w="1" h="1">
                <a:moveTo>
                  <a:pt x="0" y="1"/>
                </a:moveTo>
                <a:lnTo>
                  <a:pt x="0" y="0"/>
                </a:lnTo>
                <a:lnTo>
                  <a:pt x="1" y="0"/>
                </a:lnTo>
                <a:lnTo>
                  <a:pt x="1" y="1"/>
                </a:lnTo>
                <a:lnTo>
                  <a:pt x="0" y="1"/>
                </a:lnTo>
              </a:path>
            </a:pathLst>
          </a:custGeom>
          <a:ln w="4680">
            <a:solidFill>
              <a:srgbClr val="4A4A4A"/>
            </a:solidFill>
            <a:round/>
          </a:ln>
        </p:spPr>
        <p:txBody>
          <a:bodyPr lIns="2160" tIns="-1800" rIns="2160" bIns="-180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533" name=""/>
          <p:cNvSpPr/>
          <p:nvPr/>
        </p:nvSpPr>
        <p:spPr>
          <a:xfrm>
            <a:off x="5520240" y="1594440"/>
            <a:ext cx="1440" cy="720"/>
          </a:xfrm>
          <a:custGeom>
            <a:avLst/>
            <a:gdLst/>
            <a:ahLst/>
            <a:rect l="0" t="0" r="r" b="b"/>
            <a:pathLst>
              <a:path fill="none" w="4" h="2">
                <a:moveTo>
                  <a:pt x="4" y="0"/>
                </a:moveTo>
                <a:lnTo>
                  <a:pt x="4" y="2"/>
                </a:lnTo>
                <a:lnTo>
                  <a:pt x="3" y="2"/>
                </a:lnTo>
                <a:lnTo>
                  <a:pt x="2" y="2"/>
                </a:lnTo>
                <a:lnTo>
                  <a:pt x="0" y="2"/>
                </a:lnTo>
                <a:lnTo>
                  <a:pt x="2" y="2"/>
                </a:lnTo>
                <a:lnTo>
                  <a:pt x="3" y="2"/>
                </a:lnTo>
                <a:lnTo>
                  <a:pt x="3" y="0"/>
                </a:lnTo>
                <a:lnTo>
                  <a:pt x="3" y="2"/>
                </a:lnTo>
                <a:lnTo>
                  <a:pt x="3" y="0"/>
                </a:lnTo>
                <a:lnTo>
                  <a:pt x="4" y="0"/>
                </a:lnTo>
              </a:path>
            </a:pathLst>
          </a:custGeom>
          <a:ln w="4680">
            <a:solidFill>
              <a:srgbClr val="4A4A4A"/>
            </a:solidFill>
            <a:round/>
          </a:ln>
        </p:spPr>
        <p:txBody>
          <a:bodyPr lIns="2160" tIns="-1440" rIns="2160" bIns="-144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534" name=""/>
          <p:cNvSpPr/>
          <p:nvPr/>
        </p:nvSpPr>
        <p:spPr>
          <a:xfrm>
            <a:off x="5510160" y="1594440"/>
            <a:ext cx="0" cy="0"/>
          </a:xfrm>
          <a:custGeom>
            <a:avLst/>
            <a:gdLst/>
            <a:ahLst/>
            <a:rect l="0" t="0" r="r" b="b"/>
            <a:pathLst>
              <a:path fill="none" w="0" h="0">
                <a:moveTo>
                  <a:pt x="0" y="0"/>
                </a:moveTo>
              </a:path>
            </a:pathLst>
          </a:custGeom>
          <a:ln w="4680">
            <a:solidFill>
              <a:srgbClr val="4A4A4A"/>
            </a:solidFill>
            <a:round/>
          </a:ln>
        </p:spPr>
        <p:txBody>
          <a:bodyPr lIns="2160" tIns="-2160" rIns="2160" bIns="-21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535" name=""/>
          <p:cNvSpPr/>
          <p:nvPr/>
        </p:nvSpPr>
        <p:spPr>
          <a:xfrm>
            <a:off x="5504040" y="1594080"/>
            <a:ext cx="360" cy="360"/>
          </a:xfrm>
          <a:custGeom>
            <a:avLst/>
            <a:gdLst/>
            <a:ahLst/>
            <a:rect l="0" t="0" r="r" b="b"/>
            <a:pathLst>
              <a:path fill="none" w="1" h="1">
                <a:moveTo>
                  <a:pt x="1" y="1"/>
                </a:moveTo>
                <a:lnTo>
                  <a:pt x="0" y="1"/>
                </a:lnTo>
                <a:lnTo>
                  <a:pt x="1" y="1"/>
                </a:lnTo>
                <a:lnTo>
                  <a:pt x="1" y="0"/>
                </a:lnTo>
                <a:lnTo>
                  <a:pt x="1" y="1"/>
                </a:lnTo>
              </a:path>
            </a:pathLst>
          </a:custGeom>
          <a:ln w="4680">
            <a:solidFill>
              <a:srgbClr val="4A4A4A"/>
            </a:solidFill>
            <a:round/>
          </a:ln>
        </p:spPr>
        <p:txBody>
          <a:bodyPr lIns="2160" tIns="-1800" rIns="2160" bIns="-180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536" name=""/>
          <p:cNvSpPr/>
          <p:nvPr/>
        </p:nvSpPr>
        <p:spPr>
          <a:xfrm>
            <a:off x="5521320" y="1594080"/>
            <a:ext cx="2160" cy="1440"/>
          </a:xfrm>
          <a:custGeom>
            <a:avLst/>
            <a:gdLst/>
            <a:ahLst/>
            <a:rect l="0" t="0" r="r" b="b"/>
            <a:pathLst>
              <a:path fill="none" w="6" h="4">
                <a:moveTo>
                  <a:pt x="4" y="0"/>
                </a:moveTo>
                <a:lnTo>
                  <a:pt x="4" y="2"/>
                </a:lnTo>
                <a:lnTo>
                  <a:pt x="6" y="2"/>
                </a:lnTo>
                <a:lnTo>
                  <a:pt x="4" y="2"/>
                </a:lnTo>
                <a:lnTo>
                  <a:pt x="3" y="2"/>
                </a:lnTo>
                <a:lnTo>
                  <a:pt x="2" y="2"/>
                </a:lnTo>
                <a:lnTo>
                  <a:pt x="2" y="4"/>
                </a:lnTo>
                <a:lnTo>
                  <a:pt x="2" y="2"/>
                </a:lnTo>
                <a:lnTo>
                  <a:pt x="0" y="2"/>
                </a:lnTo>
                <a:lnTo>
                  <a:pt x="2" y="0"/>
                </a:lnTo>
                <a:lnTo>
                  <a:pt x="3" y="0"/>
                </a:lnTo>
                <a:lnTo>
                  <a:pt x="4" y="0"/>
                </a:lnTo>
              </a:path>
            </a:pathLst>
          </a:custGeom>
          <a:ln w="4680">
            <a:solidFill>
              <a:srgbClr val="4A4A4A"/>
            </a:solidFill>
            <a:round/>
          </a:ln>
        </p:spPr>
        <p:txBody>
          <a:bodyPr lIns="2160" tIns="-720" rIns="2160" bIns="-7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537" name=""/>
          <p:cNvSpPr/>
          <p:nvPr/>
        </p:nvSpPr>
        <p:spPr>
          <a:xfrm>
            <a:off x="5504040" y="1594080"/>
            <a:ext cx="0" cy="360"/>
          </a:xfrm>
          <a:prstGeom prst="line">
            <a:avLst/>
          </a:prstGeom>
          <a:ln w="4680">
            <a:solidFill>
              <a:srgbClr val="4A4A4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2160" tIns="-1800" rIns="2160" bIns="-180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538" name=""/>
          <p:cNvSpPr/>
          <p:nvPr/>
        </p:nvSpPr>
        <p:spPr>
          <a:xfrm>
            <a:off x="5515200" y="1594080"/>
            <a:ext cx="0" cy="0"/>
          </a:xfrm>
          <a:custGeom>
            <a:avLst/>
            <a:gdLst/>
            <a:ahLst/>
            <a:rect l="0" t="0" r="r" b="b"/>
            <a:pathLst>
              <a:path fill="none" w="0" h="0">
                <a:moveTo>
                  <a:pt x="0" y="0"/>
                </a:moveTo>
              </a:path>
            </a:pathLst>
          </a:custGeom>
          <a:ln w="4680">
            <a:solidFill>
              <a:srgbClr val="4A4A4A"/>
            </a:solidFill>
            <a:round/>
          </a:ln>
        </p:spPr>
        <p:txBody>
          <a:bodyPr lIns="2160" tIns="-2160" rIns="2160" bIns="-21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539" name=""/>
          <p:cNvSpPr/>
          <p:nvPr/>
        </p:nvSpPr>
        <p:spPr>
          <a:xfrm>
            <a:off x="5505120" y="1594080"/>
            <a:ext cx="720" cy="720"/>
          </a:xfrm>
          <a:custGeom>
            <a:avLst/>
            <a:gdLst/>
            <a:ahLst/>
            <a:rect l="0" t="0" r="r" b="b"/>
            <a:pathLst>
              <a:path fill="none" w="2" h="2">
                <a:moveTo>
                  <a:pt x="2" y="2"/>
                </a:moveTo>
                <a:lnTo>
                  <a:pt x="0" y="0"/>
                </a:lnTo>
                <a:lnTo>
                  <a:pt x="2" y="0"/>
                </a:lnTo>
                <a:lnTo>
                  <a:pt x="2" y="2"/>
                </a:lnTo>
              </a:path>
            </a:pathLst>
          </a:custGeom>
          <a:ln w="4680">
            <a:solidFill>
              <a:srgbClr val="4A4A4A"/>
            </a:solidFill>
            <a:round/>
          </a:ln>
        </p:spPr>
        <p:txBody>
          <a:bodyPr lIns="2160" tIns="-1440" rIns="2160" bIns="-144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540" name=""/>
          <p:cNvSpPr/>
          <p:nvPr/>
        </p:nvSpPr>
        <p:spPr>
          <a:xfrm>
            <a:off x="5517360" y="1593720"/>
            <a:ext cx="360" cy="360"/>
          </a:xfrm>
          <a:custGeom>
            <a:avLst/>
            <a:gdLst/>
            <a:ahLst/>
            <a:rect l="0" t="0" r="r" b="b"/>
            <a:pathLst>
              <a:path fill="none" w="1" h="1">
                <a:moveTo>
                  <a:pt x="1" y="1"/>
                </a:moveTo>
                <a:lnTo>
                  <a:pt x="0" y="1"/>
                </a:lnTo>
                <a:lnTo>
                  <a:pt x="0" y="0"/>
                </a:lnTo>
                <a:lnTo>
                  <a:pt x="1" y="0"/>
                </a:lnTo>
                <a:lnTo>
                  <a:pt x="1" y="1"/>
                </a:lnTo>
              </a:path>
            </a:pathLst>
          </a:custGeom>
          <a:ln w="4680">
            <a:solidFill>
              <a:srgbClr val="4A4A4A"/>
            </a:solidFill>
            <a:round/>
          </a:ln>
        </p:spPr>
        <p:txBody>
          <a:bodyPr lIns="2160" tIns="-1800" rIns="2160" bIns="-180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541" name=""/>
          <p:cNvSpPr/>
          <p:nvPr/>
        </p:nvSpPr>
        <p:spPr>
          <a:xfrm>
            <a:off x="5515560" y="1593720"/>
            <a:ext cx="720" cy="720"/>
          </a:xfrm>
          <a:custGeom>
            <a:avLst/>
            <a:gdLst/>
            <a:ahLst/>
            <a:rect l="0" t="0" r="r" b="b"/>
            <a:pathLst>
              <a:path fill="none" w="2" h="2">
                <a:moveTo>
                  <a:pt x="0" y="2"/>
                </a:moveTo>
                <a:lnTo>
                  <a:pt x="0" y="0"/>
                </a:lnTo>
                <a:lnTo>
                  <a:pt x="2" y="2"/>
                </a:lnTo>
                <a:lnTo>
                  <a:pt x="0" y="2"/>
                </a:lnTo>
              </a:path>
            </a:pathLst>
          </a:custGeom>
          <a:ln w="4680">
            <a:solidFill>
              <a:srgbClr val="4A4A4A"/>
            </a:solidFill>
            <a:round/>
          </a:ln>
        </p:spPr>
        <p:txBody>
          <a:bodyPr lIns="2160" tIns="-1440" rIns="2160" bIns="-144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542" name=""/>
          <p:cNvSpPr/>
          <p:nvPr/>
        </p:nvSpPr>
        <p:spPr>
          <a:xfrm>
            <a:off x="5517720" y="1593720"/>
            <a:ext cx="0" cy="0"/>
          </a:xfrm>
          <a:custGeom>
            <a:avLst/>
            <a:gdLst/>
            <a:ahLst/>
            <a:rect l="0" t="0" r="r" b="b"/>
            <a:pathLst>
              <a:path fill="none" w="0" h="0">
                <a:moveTo>
                  <a:pt x="0" y="0"/>
                </a:moveTo>
              </a:path>
            </a:pathLst>
          </a:custGeom>
          <a:ln w="4680">
            <a:solidFill>
              <a:srgbClr val="4A4A4A"/>
            </a:solidFill>
            <a:round/>
          </a:ln>
        </p:spPr>
        <p:txBody>
          <a:bodyPr lIns="2160" tIns="-2160" rIns="2160" bIns="-21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543" name=""/>
          <p:cNvSpPr/>
          <p:nvPr/>
        </p:nvSpPr>
        <p:spPr>
          <a:xfrm>
            <a:off x="5517000" y="1593720"/>
            <a:ext cx="360" cy="360"/>
          </a:xfrm>
          <a:custGeom>
            <a:avLst/>
            <a:gdLst/>
            <a:ahLst/>
            <a:rect l="0" t="0" r="r" b="b"/>
            <a:pathLst>
              <a:path fill="none" w="1" h="1">
                <a:moveTo>
                  <a:pt x="1" y="0"/>
                </a:moveTo>
                <a:lnTo>
                  <a:pt x="1" y="1"/>
                </a:lnTo>
                <a:lnTo>
                  <a:pt x="1" y="0"/>
                </a:lnTo>
                <a:lnTo>
                  <a:pt x="0" y="0"/>
                </a:lnTo>
                <a:lnTo>
                  <a:pt x="1" y="0"/>
                </a:lnTo>
              </a:path>
            </a:pathLst>
          </a:custGeom>
          <a:ln w="4680">
            <a:solidFill>
              <a:srgbClr val="4A4A4A"/>
            </a:solidFill>
            <a:round/>
          </a:ln>
        </p:spPr>
        <p:txBody>
          <a:bodyPr lIns="2160" tIns="-1800" rIns="2160" bIns="-180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544" name=""/>
          <p:cNvSpPr/>
          <p:nvPr/>
        </p:nvSpPr>
        <p:spPr>
          <a:xfrm>
            <a:off x="5516640" y="1593360"/>
            <a:ext cx="360" cy="360"/>
          </a:xfrm>
          <a:custGeom>
            <a:avLst/>
            <a:gdLst/>
            <a:ahLst/>
            <a:rect l="0" t="0" r="r" b="b"/>
            <a:pathLst>
              <a:path fill="none" w="1" h="1">
                <a:moveTo>
                  <a:pt x="1" y="0"/>
                </a:moveTo>
                <a:lnTo>
                  <a:pt x="0" y="1"/>
                </a:lnTo>
                <a:lnTo>
                  <a:pt x="0" y="0"/>
                </a:lnTo>
                <a:lnTo>
                  <a:pt x="1" y="0"/>
                </a:lnTo>
              </a:path>
            </a:pathLst>
          </a:custGeom>
          <a:ln w="4680">
            <a:solidFill>
              <a:srgbClr val="4A4A4A"/>
            </a:solidFill>
            <a:round/>
          </a:ln>
        </p:spPr>
        <p:txBody>
          <a:bodyPr lIns="2160" tIns="-1800" rIns="2160" bIns="-180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545" name=""/>
          <p:cNvSpPr/>
          <p:nvPr/>
        </p:nvSpPr>
        <p:spPr>
          <a:xfrm>
            <a:off x="5510160" y="1593000"/>
            <a:ext cx="360" cy="0"/>
          </a:xfrm>
          <a:prstGeom prst="line">
            <a:avLst/>
          </a:prstGeom>
          <a:ln w="4680">
            <a:solidFill>
              <a:srgbClr val="4A4A4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2160" tIns="-2160" rIns="2160" bIns="-21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546" name=""/>
          <p:cNvSpPr/>
          <p:nvPr/>
        </p:nvSpPr>
        <p:spPr>
          <a:xfrm>
            <a:off x="5522400" y="1592640"/>
            <a:ext cx="2520" cy="1800"/>
          </a:xfrm>
          <a:custGeom>
            <a:avLst/>
            <a:gdLst/>
            <a:ahLst/>
            <a:rect l="0" t="0" r="r" b="b"/>
            <a:pathLst>
              <a:path fill="none" w="7" h="5">
                <a:moveTo>
                  <a:pt x="7" y="0"/>
                </a:moveTo>
                <a:lnTo>
                  <a:pt x="7" y="1"/>
                </a:lnTo>
                <a:lnTo>
                  <a:pt x="6" y="1"/>
                </a:lnTo>
                <a:lnTo>
                  <a:pt x="6" y="2"/>
                </a:lnTo>
                <a:lnTo>
                  <a:pt x="4" y="2"/>
                </a:lnTo>
                <a:lnTo>
                  <a:pt x="3" y="2"/>
                </a:lnTo>
                <a:lnTo>
                  <a:pt x="3" y="4"/>
                </a:lnTo>
                <a:lnTo>
                  <a:pt x="3" y="2"/>
                </a:lnTo>
                <a:lnTo>
                  <a:pt x="2" y="2"/>
                </a:lnTo>
                <a:lnTo>
                  <a:pt x="2" y="4"/>
                </a:lnTo>
                <a:lnTo>
                  <a:pt x="1" y="4"/>
                </a:lnTo>
                <a:lnTo>
                  <a:pt x="1" y="5"/>
                </a:lnTo>
                <a:lnTo>
                  <a:pt x="1" y="4"/>
                </a:lnTo>
                <a:lnTo>
                  <a:pt x="0" y="4"/>
                </a:lnTo>
                <a:lnTo>
                  <a:pt x="1" y="4"/>
                </a:lnTo>
                <a:lnTo>
                  <a:pt x="1" y="2"/>
                </a:lnTo>
                <a:lnTo>
                  <a:pt x="2" y="2"/>
                </a:lnTo>
                <a:lnTo>
                  <a:pt x="3" y="2"/>
                </a:lnTo>
                <a:lnTo>
                  <a:pt x="3" y="1"/>
                </a:lnTo>
                <a:lnTo>
                  <a:pt x="4" y="1"/>
                </a:lnTo>
                <a:lnTo>
                  <a:pt x="6" y="1"/>
                </a:lnTo>
                <a:lnTo>
                  <a:pt x="7" y="0"/>
                </a:lnTo>
                <a:lnTo>
                  <a:pt x="6" y="0"/>
                </a:lnTo>
                <a:lnTo>
                  <a:pt x="7" y="0"/>
                </a:lnTo>
              </a:path>
            </a:pathLst>
          </a:custGeom>
          <a:ln w="4680">
            <a:solidFill>
              <a:srgbClr val="4A4A4A"/>
            </a:solidFill>
            <a:round/>
          </a:ln>
        </p:spPr>
        <p:txBody>
          <a:bodyPr lIns="2160" tIns="-360" rIns="2160" bIns="-3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547" name=""/>
          <p:cNvSpPr/>
          <p:nvPr/>
        </p:nvSpPr>
        <p:spPr>
          <a:xfrm>
            <a:off x="5517720" y="1591920"/>
            <a:ext cx="1440" cy="1440"/>
          </a:xfrm>
          <a:custGeom>
            <a:avLst/>
            <a:gdLst/>
            <a:ahLst/>
            <a:rect l="0" t="0" r="r" b="b"/>
            <a:pathLst>
              <a:path fill="none" w="4" h="4">
                <a:moveTo>
                  <a:pt x="2" y="0"/>
                </a:moveTo>
                <a:lnTo>
                  <a:pt x="4" y="2"/>
                </a:lnTo>
                <a:lnTo>
                  <a:pt x="4" y="4"/>
                </a:lnTo>
                <a:lnTo>
                  <a:pt x="2" y="4"/>
                </a:lnTo>
                <a:lnTo>
                  <a:pt x="0" y="2"/>
                </a:lnTo>
                <a:lnTo>
                  <a:pt x="2" y="2"/>
                </a:lnTo>
                <a:lnTo>
                  <a:pt x="2" y="0"/>
                </a:lnTo>
              </a:path>
            </a:pathLst>
          </a:custGeom>
          <a:ln w="4680">
            <a:solidFill>
              <a:srgbClr val="4A4A4A"/>
            </a:solidFill>
            <a:round/>
          </a:ln>
        </p:spPr>
        <p:txBody>
          <a:bodyPr lIns="2160" tIns="-720" rIns="2160" bIns="-7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548" name=""/>
          <p:cNvSpPr/>
          <p:nvPr/>
        </p:nvSpPr>
        <p:spPr>
          <a:xfrm>
            <a:off x="5514480" y="1591920"/>
            <a:ext cx="360" cy="360"/>
          </a:xfrm>
          <a:custGeom>
            <a:avLst/>
            <a:gdLst/>
            <a:ahLst/>
            <a:rect l="0" t="0" r="r" b="b"/>
            <a:pathLst>
              <a:path fill="none" w="1" h="1">
                <a:moveTo>
                  <a:pt x="0" y="1"/>
                </a:moveTo>
                <a:lnTo>
                  <a:pt x="0" y="0"/>
                </a:lnTo>
                <a:lnTo>
                  <a:pt x="1" y="0"/>
                </a:lnTo>
                <a:lnTo>
                  <a:pt x="1" y="1"/>
                </a:lnTo>
                <a:lnTo>
                  <a:pt x="0" y="1"/>
                </a:lnTo>
              </a:path>
            </a:pathLst>
          </a:custGeom>
          <a:ln w="4680">
            <a:solidFill>
              <a:srgbClr val="4A4A4A"/>
            </a:solidFill>
            <a:round/>
          </a:ln>
        </p:spPr>
        <p:txBody>
          <a:bodyPr lIns="2160" tIns="-1800" rIns="2160" bIns="-180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549" name=""/>
          <p:cNvSpPr/>
          <p:nvPr/>
        </p:nvSpPr>
        <p:spPr>
          <a:xfrm>
            <a:off x="5510160" y="1591920"/>
            <a:ext cx="360" cy="0"/>
          </a:xfrm>
          <a:prstGeom prst="line">
            <a:avLst/>
          </a:prstGeom>
          <a:ln w="4680">
            <a:solidFill>
              <a:srgbClr val="4A4A4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2160" tIns="-2160" rIns="2160" bIns="-21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550" name=""/>
          <p:cNvSpPr/>
          <p:nvPr/>
        </p:nvSpPr>
        <p:spPr>
          <a:xfrm>
            <a:off x="5506200" y="1591560"/>
            <a:ext cx="2160" cy="1800"/>
          </a:xfrm>
          <a:custGeom>
            <a:avLst/>
            <a:gdLst/>
            <a:ahLst/>
            <a:rect l="0" t="0" r="r" b="b"/>
            <a:pathLst>
              <a:path fill="none" w="6" h="5">
                <a:moveTo>
                  <a:pt x="4" y="0"/>
                </a:moveTo>
                <a:lnTo>
                  <a:pt x="6" y="2"/>
                </a:lnTo>
                <a:lnTo>
                  <a:pt x="6" y="1"/>
                </a:lnTo>
                <a:lnTo>
                  <a:pt x="4" y="1"/>
                </a:lnTo>
                <a:lnTo>
                  <a:pt x="4" y="2"/>
                </a:lnTo>
                <a:lnTo>
                  <a:pt x="6" y="2"/>
                </a:lnTo>
                <a:lnTo>
                  <a:pt x="6" y="4"/>
                </a:lnTo>
                <a:lnTo>
                  <a:pt x="4" y="4"/>
                </a:lnTo>
                <a:lnTo>
                  <a:pt x="4" y="5"/>
                </a:lnTo>
                <a:lnTo>
                  <a:pt x="3" y="5"/>
                </a:lnTo>
                <a:lnTo>
                  <a:pt x="2" y="5"/>
                </a:lnTo>
                <a:lnTo>
                  <a:pt x="2" y="2"/>
                </a:lnTo>
                <a:lnTo>
                  <a:pt x="2" y="1"/>
                </a:lnTo>
                <a:lnTo>
                  <a:pt x="0" y="1"/>
                </a:lnTo>
                <a:lnTo>
                  <a:pt x="2" y="1"/>
                </a:lnTo>
                <a:lnTo>
                  <a:pt x="2" y="0"/>
                </a:lnTo>
                <a:lnTo>
                  <a:pt x="3" y="0"/>
                </a:lnTo>
                <a:lnTo>
                  <a:pt x="4" y="0"/>
                </a:lnTo>
                <a:lnTo>
                  <a:pt x="4" y="1"/>
                </a:lnTo>
                <a:lnTo>
                  <a:pt x="4" y="0"/>
                </a:lnTo>
              </a:path>
            </a:pathLst>
          </a:custGeom>
          <a:ln w="4680">
            <a:solidFill>
              <a:srgbClr val="4A4A4A"/>
            </a:solidFill>
            <a:round/>
          </a:ln>
        </p:spPr>
        <p:txBody>
          <a:bodyPr lIns="2160" tIns="-360" rIns="2160" bIns="-3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551" name=""/>
          <p:cNvSpPr/>
          <p:nvPr/>
        </p:nvSpPr>
        <p:spPr>
          <a:xfrm>
            <a:off x="5512680" y="1591200"/>
            <a:ext cx="1440" cy="1800"/>
          </a:xfrm>
          <a:custGeom>
            <a:avLst/>
            <a:gdLst/>
            <a:ahLst/>
            <a:rect l="0" t="0" r="r" b="b"/>
            <a:pathLst>
              <a:path fill="none" w="4" h="5">
                <a:moveTo>
                  <a:pt x="2" y="2"/>
                </a:moveTo>
                <a:lnTo>
                  <a:pt x="2" y="3"/>
                </a:lnTo>
                <a:lnTo>
                  <a:pt x="4" y="3"/>
                </a:lnTo>
                <a:lnTo>
                  <a:pt x="2" y="3"/>
                </a:lnTo>
                <a:lnTo>
                  <a:pt x="2" y="5"/>
                </a:lnTo>
                <a:lnTo>
                  <a:pt x="2" y="3"/>
                </a:lnTo>
                <a:lnTo>
                  <a:pt x="0" y="3"/>
                </a:lnTo>
                <a:lnTo>
                  <a:pt x="2" y="3"/>
                </a:lnTo>
                <a:lnTo>
                  <a:pt x="2" y="2"/>
                </a:lnTo>
                <a:lnTo>
                  <a:pt x="0" y="2"/>
                </a:lnTo>
                <a:lnTo>
                  <a:pt x="2" y="0"/>
                </a:lnTo>
                <a:lnTo>
                  <a:pt x="2" y="2"/>
                </a:lnTo>
              </a:path>
            </a:pathLst>
          </a:custGeom>
          <a:ln w="4680">
            <a:solidFill>
              <a:srgbClr val="4A4A4A"/>
            </a:solidFill>
            <a:round/>
          </a:ln>
        </p:spPr>
        <p:txBody>
          <a:bodyPr lIns="2160" tIns="-360" rIns="2160" bIns="-3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552" name=""/>
          <p:cNvSpPr/>
          <p:nvPr/>
        </p:nvSpPr>
        <p:spPr>
          <a:xfrm>
            <a:off x="5512320" y="1590840"/>
            <a:ext cx="720" cy="720"/>
          </a:xfrm>
          <a:custGeom>
            <a:avLst/>
            <a:gdLst/>
            <a:ahLst/>
            <a:rect l="0" t="0" r="r" b="b"/>
            <a:pathLst>
              <a:path fill="none" w="2" h="2">
                <a:moveTo>
                  <a:pt x="0" y="0"/>
                </a:moveTo>
                <a:lnTo>
                  <a:pt x="0" y="2"/>
                </a:lnTo>
                <a:lnTo>
                  <a:pt x="2" y="2"/>
                </a:lnTo>
                <a:lnTo>
                  <a:pt x="0" y="2"/>
                </a:lnTo>
                <a:lnTo>
                  <a:pt x="0" y="0"/>
                </a:lnTo>
              </a:path>
            </a:pathLst>
          </a:custGeom>
          <a:ln w="4680">
            <a:solidFill>
              <a:srgbClr val="4A4A4A"/>
            </a:solidFill>
            <a:round/>
          </a:ln>
        </p:spPr>
        <p:txBody>
          <a:bodyPr lIns="2160" tIns="-1440" rIns="2160" bIns="-144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553" name=""/>
          <p:cNvSpPr/>
          <p:nvPr/>
        </p:nvSpPr>
        <p:spPr>
          <a:xfrm>
            <a:off x="5506920" y="1590840"/>
            <a:ext cx="0" cy="360"/>
          </a:xfrm>
          <a:prstGeom prst="line">
            <a:avLst/>
          </a:prstGeom>
          <a:ln w="4680">
            <a:solidFill>
              <a:srgbClr val="4A4A4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2160" tIns="-1800" rIns="2160" bIns="-180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554" name=""/>
          <p:cNvSpPr/>
          <p:nvPr/>
        </p:nvSpPr>
        <p:spPr>
          <a:xfrm>
            <a:off x="5514840" y="1590840"/>
            <a:ext cx="360" cy="360"/>
          </a:xfrm>
          <a:custGeom>
            <a:avLst/>
            <a:gdLst/>
            <a:ahLst/>
            <a:rect l="0" t="0" r="r" b="b"/>
            <a:pathLst>
              <a:path fill="none" w="1" h="1">
                <a:moveTo>
                  <a:pt x="1" y="1"/>
                </a:moveTo>
                <a:lnTo>
                  <a:pt x="0" y="1"/>
                </a:lnTo>
                <a:lnTo>
                  <a:pt x="0" y="0"/>
                </a:lnTo>
                <a:lnTo>
                  <a:pt x="1" y="0"/>
                </a:lnTo>
                <a:lnTo>
                  <a:pt x="1" y="1"/>
                </a:lnTo>
              </a:path>
            </a:pathLst>
          </a:custGeom>
          <a:ln w="4680">
            <a:solidFill>
              <a:srgbClr val="4A4A4A"/>
            </a:solidFill>
            <a:round/>
          </a:ln>
        </p:spPr>
        <p:txBody>
          <a:bodyPr lIns="2160" tIns="-1800" rIns="2160" bIns="-180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555" name=""/>
          <p:cNvSpPr/>
          <p:nvPr/>
        </p:nvSpPr>
        <p:spPr>
          <a:xfrm>
            <a:off x="5506920" y="1590480"/>
            <a:ext cx="360" cy="360"/>
          </a:xfrm>
          <a:custGeom>
            <a:avLst/>
            <a:gdLst/>
            <a:ahLst/>
            <a:rect l="0" t="0" r="r" b="b"/>
            <a:pathLst>
              <a:path fill="none" w="1" h="1">
                <a:moveTo>
                  <a:pt x="0" y="1"/>
                </a:moveTo>
                <a:lnTo>
                  <a:pt x="0" y="0"/>
                </a:lnTo>
                <a:lnTo>
                  <a:pt x="1" y="0"/>
                </a:lnTo>
                <a:lnTo>
                  <a:pt x="1" y="1"/>
                </a:lnTo>
                <a:lnTo>
                  <a:pt x="0" y="1"/>
                </a:lnTo>
              </a:path>
            </a:pathLst>
          </a:custGeom>
          <a:ln w="4680">
            <a:solidFill>
              <a:srgbClr val="4A4A4A"/>
            </a:solidFill>
            <a:round/>
          </a:ln>
        </p:spPr>
        <p:txBody>
          <a:bodyPr lIns="2160" tIns="-1800" rIns="2160" bIns="-180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556" name=""/>
          <p:cNvSpPr/>
          <p:nvPr/>
        </p:nvSpPr>
        <p:spPr>
          <a:xfrm>
            <a:off x="5514840" y="1590480"/>
            <a:ext cx="360" cy="360"/>
          </a:xfrm>
          <a:custGeom>
            <a:avLst/>
            <a:gdLst/>
            <a:ahLst/>
            <a:rect l="0" t="0" r="r" b="b"/>
            <a:pathLst>
              <a:path fill="none" w="1" h="1">
                <a:moveTo>
                  <a:pt x="1" y="0"/>
                </a:moveTo>
                <a:lnTo>
                  <a:pt x="0" y="1"/>
                </a:lnTo>
                <a:lnTo>
                  <a:pt x="0" y="0"/>
                </a:lnTo>
                <a:lnTo>
                  <a:pt x="1" y="0"/>
                </a:lnTo>
              </a:path>
            </a:pathLst>
          </a:custGeom>
          <a:ln w="4680">
            <a:solidFill>
              <a:srgbClr val="4A4A4A"/>
            </a:solidFill>
            <a:round/>
          </a:ln>
        </p:spPr>
        <p:txBody>
          <a:bodyPr lIns="2160" tIns="-1800" rIns="2160" bIns="-180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557" name=""/>
          <p:cNvSpPr/>
          <p:nvPr/>
        </p:nvSpPr>
        <p:spPr>
          <a:xfrm>
            <a:off x="5516640" y="1590120"/>
            <a:ext cx="360" cy="0"/>
          </a:xfrm>
          <a:prstGeom prst="line">
            <a:avLst/>
          </a:prstGeom>
          <a:ln w="4680">
            <a:solidFill>
              <a:srgbClr val="4A4A4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2160" tIns="-2160" rIns="2160" bIns="-21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558" name=""/>
          <p:cNvSpPr/>
          <p:nvPr/>
        </p:nvSpPr>
        <p:spPr>
          <a:xfrm>
            <a:off x="5522760" y="1589760"/>
            <a:ext cx="1440" cy="1440"/>
          </a:xfrm>
          <a:custGeom>
            <a:avLst/>
            <a:gdLst/>
            <a:ahLst/>
            <a:rect l="0" t="0" r="r" b="b"/>
            <a:pathLst>
              <a:path fill="none" w="4" h="4">
                <a:moveTo>
                  <a:pt x="2" y="0"/>
                </a:moveTo>
                <a:lnTo>
                  <a:pt x="4" y="2"/>
                </a:lnTo>
                <a:lnTo>
                  <a:pt x="2" y="2"/>
                </a:lnTo>
                <a:lnTo>
                  <a:pt x="2" y="4"/>
                </a:lnTo>
                <a:lnTo>
                  <a:pt x="0" y="4"/>
                </a:lnTo>
                <a:lnTo>
                  <a:pt x="0" y="2"/>
                </a:lnTo>
                <a:lnTo>
                  <a:pt x="2" y="2"/>
                </a:lnTo>
                <a:lnTo>
                  <a:pt x="2" y="0"/>
                </a:lnTo>
              </a:path>
            </a:pathLst>
          </a:custGeom>
          <a:ln w="4680">
            <a:solidFill>
              <a:srgbClr val="4A4A4A"/>
            </a:solidFill>
            <a:round/>
          </a:ln>
        </p:spPr>
        <p:txBody>
          <a:bodyPr lIns="2160" tIns="-720" rIns="2160" bIns="-7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559" name=""/>
          <p:cNvSpPr/>
          <p:nvPr/>
        </p:nvSpPr>
        <p:spPr>
          <a:xfrm>
            <a:off x="5522760" y="1589760"/>
            <a:ext cx="360" cy="360"/>
          </a:xfrm>
          <a:custGeom>
            <a:avLst/>
            <a:gdLst/>
            <a:ahLst/>
            <a:rect l="0" t="0" r="r" b="b"/>
            <a:pathLst>
              <a:path fill="none" w="1" h="1">
                <a:moveTo>
                  <a:pt x="1" y="0"/>
                </a:moveTo>
                <a:lnTo>
                  <a:pt x="0" y="0"/>
                </a:lnTo>
                <a:lnTo>
                  <a:pt x="0" y="1"/>
                </a:lnTo>
                <a:lnTo>
                  <a:pt x="0" y="0"/>
                </a:lnTo>
                <a:lnTo>
                  <a:pt x="1" y="0"/>
                </a:lnTo>
              </a:path>
            </a:pathLst>
          </a:custGeom>
          <a:ln w="4680">
            <a:solidFill>
              <a:srgbClr val="4A4A4A"/>
            </a:solidFill>
            <a:round/>
          </a:ln>
        </p:spPr>
        <p:txBody>
          <a:bodyPr lIns="2160" tIns="-1800" rIns="2160" bIns="-180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560" name=""/>
          <p:cNvSpPr/>
          <p:nvPr/>
        </p:nvSpPr>
        <p:spPr>
          <a:xfrm>
            <a:off x="5523480" y="1589760"/>
            <a:ext cx="360" cy="0"/>
          </a:xfrm>
          <a:prstGeom prst="line">
            <a:avLst/>
          </a:prstGeom>
          <a:ln w="4680">
            <a:solidFill>
              <a:srgbClr val="4A4A4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2160" tIns="-2160" rIns="2160" bIns="-21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561" name=""/>
          <p:cNvSpPr/>
          <p:nvPr/>
        </p:nvSpPr>
        <p:spPr>
          <a:xfrm>
            <a:off x="5507280" y="1589400"/>
            <a:ext cx="360" cy="360"/>
          </a:xfrm>
          <a:custGeom>
            <a:avLst/>
            <a:gdLst/>
            <a:ahLst/>
            <a:rect l="0" t="0" r="r" b="b"/>
            <a:pathLst>
              <a:path fill="none" w="1" h="1">
                <a:moveTo>
                  <a:pt x="1" y="0"/>
                </a:moveTo>
                <a:lnTo>
                  <a:pt x="1" y="1"/>
                </a:lnTo>
                <a:lnTo>
                  <a:pt x="0" y="1"/>
                </a:lnTo>
                <a:lnTo>
                  <a:pt x="0" y="0"/>
                </a:lnTo>
                <a:lnTo>
                  <a:pt x="1" y="0"/>
                </a:lnTo>
              </a:path>
            </a:pathLst>
          </a:custGeom>
          <a:ln w="4680">
            <a:solidFill>
              <a:srgbClr val="4A4A4A"/>
            </a:solidFill>
            <a:round/>
          </a:ln>
        </p:spPr>
        <p:txBody>
          <a:bodyPr lIns="2160" tIns="-1800" rIns="2160" bIns="-180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562" name=""/>
          <p:cNvSpPr/>
          <p:nvPr/>
        </p:nvSpPr>
        <p:spPr>
          <a:xfrm>
            <a:off x="5517360" y="1589400"/>
            <a:ext cx="1440" cy="1440"/>
          </a:xfrm>
          <a:custGeom>
            <a:avLst/>
            <a:gdLst/>
            <a:ahLst/>
            <a:rect l="0" t="0" r="r" b="b"/>
            <a:pathLst>
              <a:path fill="none" w="4" h="4">
                <a:moveTo>
                  <a:pt x="2" y="2"/>
                </a:moveTo>
                <a:lnTo>
                  <a:pt x="4" y="2"/>
                </a:lnTo>
                <a:lnTo>
                  <a:pt x="2" y="2"/>
                </a:lnTo>
                <a:lnTo>
                  <a:pt x="2" y="4"/>
                </a:lnTo>
                <a:lnTo>
                  <a:pt x="0" y="4"/>
                </a:lnTo>
                <a:lnTo>
                  <a:pt x="0" y="2"/>
                </a:lnTo>
                <a:lnTo>
                  <a:pt x="2" y="2"/>
                </a:lnTo>
                <a:lnTo>
                  <a:pt x="0" y="0"/>
                </a:lnTo>
                <a:lnTo>
                  <a:pt x="2" y="0"/>
                </a:lnTo>
                <a:lnTo>
                  <a:pt x="2" y="2"/>
                </a:lnTo>
              </a:path>
            </a:pathLst>
          </a:custGeom>
          <a:ln w="4680">
            <a:solidFill>
              <a:srgbClr val="4A4A4A"/>
            </a:solidFill>
            <a:round/>
          </a:ln>
        </p:spPr>
        <p:txBody>
          <a:bodyPr lIns="2160" tIns="-720" rIns="2160" bIns="-7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563" name=""/>
          <p:cNvSpPr/>
          <p:nvPr/>
        </p:nvSpPr>
        <p:spPr>
          <a:xfrm>
            <a:off x="5519520" y="1588680"/>
            <a:ext cx="1440" cy="1800"/>
          </a:xfrm>
          <a:custGeom>
            <a:avLst/>
            <a:gdLst/>
            <a:ahLst/>
            <a:rect l="0" t="0" r="r" b="b"/>
            <a:pathLst>
              <a:path fill="none" w="4" h="5">
                <a:moveTo>
                  <a:pt x="1" y="2"/>
                </a:moveTo>
                <a:lnTo>
                  <a:pt x="1" y="3"/>
                </a:lnTo>
                <a:lnTo>
                  <a:pt x="1" y="2"/>
                </a:lnTo>
                <a:lnTo>
                  <a:pt x="2" y="2"/>
                </a:lnTo>
                <a:lnTo>
                  <a:pt x="2" y="3"/>
                </a:lnTo>
                <a:lnTo>
                  <a:pt x="1" y="3"/>
                </a:lnTo>
                <a:lnTo>
                  <a:pt x="1" y="4"/>
                </a:lnTo>
                <a:lnTo>
                  <a:pt x="1" y="3"/>
                </a:lnTo>
                <a:lnTo>
                  <a:pt x="2" y="3"/>
                </a:lnTo>
                <a:lnTo>
                  <a:pt x="4" y="3"/>
                </a:lnTo>
                <a:lnTo>
                  <a:pt x="2" y="3"/>
                </a:lnTo>
                <a:lnTo>
                  <a:pt x="2" y="4"/>
                </a:lnTo>
                <a:lnTo>
                  <a:pt x="4" y="5"/>
                </a:lnTo>
                <a:lnTo>
                  <a:pt x="2" y="5"/>
                </a:lnTo>
                <a:lnTo>
                  <a:pt x="2" y="4"/>
                </a:lnTo>
                <a:lnTo>
                  <a:pt x="2" y="5"/>
                </a:lnTo>
                <a:lnTo>
                  <a:pt x="1" y="5"/>
                </a:lnTo>
                <a:lnTo>
                  <a:pt x="0" y="5"/>
                </a:lnTo>
                <a:lnTo>
                  <a:pt x="1" y="5"/>
                </a:lnTo>
                <a:lnTo>
                  <a:pt x="1" y="4"/>
                </a:lnTo>
                <a:lnTo>
                  <a:pt x="1" y="3"/>
                </a:lnTo>
                <a:lnTo>
                  <a:pt x="0" y="2"/>
                </a:lnTo>
                <a:lnTo>
                  <a:pt x="0" y="3"/>
                </a:lnTo>
                <a:lnTo>
                  <a:pt x="0" y="2"/>
                </a:lnTo>
                <a:lnTo>
                  <a:pt x="0" y="0"/>
                </a:lnTo>
                <a:lnTo>
                  <a:pt x="1" y="0"/>
                </a:lnTo>
                <a:lnTo>
                  <a:pt x="1" y="2"/>
                </a:lnTo>
              </a:path>
            </a:pathLst>
          </a:custGeom>
          <a:ln w="4680">
            <a:solidFill>
              <a:srgbClr val="4A4A4A"/>
            </a:solidFill>
            <a:round/>
          </a:ln>
        </p:spPr>
        <p:txBody>
          <a:bodyPr lIns="2160" tIns="-360" rIns="2160" bIns="-3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564" name=""/>
          <p:cNvSpPr/>
          <p:nvPr/>
        </p:nvSpPr>
        <p:spPr>
          <a:xfrm>
            <a:off x="5506920" y="1588680"/>
            <a:ext cx="360" cy="360"/>
          </a:xfrm>
          <a:custGeom>
            <a:avLst/>
            <a:gdLst/>
            <a:ahLst/>
            <a:rect l="0" t="0" r="r" b="b"/>
            <a:pathLst>
              <a:path fill="none" w="1" h="1">
                <a:moveTo>
                  <a:pt x="1" y="1"/>
                </a:moveTo>
                <a:lnTo>
                  <a:pt x="0" y="1"/>
                </a:lnTo>
                <a:lnTo>
                  <a:pt x="0" y="0"/>
                </a:lnTo>
                <a:lnTo>
                  <a:pt x="1" y="0"/>
                </a:lnTo>
                <a:lnTo>
                  <a:pt x="1" y="1"/>
                </a:lnTo>
              </a:path>
            </a:pathLst>
          </a:custGeom>
          <a:ln w="4680">
            <a:solidFill>
              <a:srgbClr val="4A4A4A"/>
            </a:solidFill>
            <a:round/>
          </a:ln>
        </p:spPr>
        <p:txBody>
          <a:bodyPr lIns="2160" tIns="-1800" rIns="2160" bIns="-180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565" name=""/>
          <p:cNvSpPr/>
          <p:nvPr/>
        </p:nvSpPr>
        <p:spPr>
          <a:xfrm>
            <a:off x="5520240" y="1588680"/>
            <a:ext cx="720" cy="720"/>
          </a:xfrm>
          <a:custGeom>
            <a:avLst/>
            <a:gdLst/>
            <a:ahLst/>
            <a:rect l="0" t="0" r="r" b="b"/>
            <a:pathLst>
              <a:path fill="none" w="2" h="2">
                <a:moveTo>
                  <a:pt x="2" y="2"/>
                </a:moveTo>
                <a:lnTo>
                  <a:pt x="2" y="0"/>
                </a:lnTo>
                <a:lnTo>
                  <a:pt x="0" y="0"/>
                </a:lnTo>
                <a:lnTo>
                  <a:pt x="2" y="0"/>
                </a:lnTo>
                <a:lnTo>
                  <a:pt x="2" y="2"/>
                </a:lnTo>
              </a:path>
            </a:pathLst>
          </a:custGeom>
          <a:ln w="4680">
            <a:solidFill>
              <a:srgbClr val="4A4A4A"/>
            </a:solidFill>
            <a:round/>
          </a:ln>
        </p:spPr>
        <p:txBody>
          <a:bodyPr lIns="2160" tIns="-1440" rIns="2160" bIns="-144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566" name=""/>
          <p:cNvSpPr/>
          <p:nvPr/>
        </p:nvSpPr>
        <p:spPr>
          <a:xfrm>
            <a:off x="5517360" y="1588320"/>
            <a:ext cx="1440" cy="720"/>
          </a:xfrm>
          <a:custGeom>
            <a:avLst/>
            <a:gdLst/>
            <a:ahLst/>
            <a:rect l="0" t="0" r="r" b="b"/>
            <a:pathLst>
              <a:path fill="none" w="4" h="2">
                <a:moveTo>
                  <a:pt x="4" y="2"/>
                </a:moveTo>
                <a:lnTo>
                  <a:pt x="2" y="2"/>
                </a:lnTo>
                <a:lnTo>
                  <a:pt x="0" y="2"/>
                </a:lnTo>
                <a:lnTo>
                  <a:pt x="0" y="0"/>
                </a:lnTo>
                <a:lnTo>
                  <a:pt x="2" y="0"/>
                </a:lnTo>
                <a:lnTo>
                  <a:pt x="4" y="0"/>
                </a:lnTo>
                <a:lnTo>
                  <a:pt x="4" y="2"/>
                </a:lnTo>
              </a:path>
            </a:pathLst>
          </a:custGeom>
          <a:ln w="4680">
            <a:solidFill>
              <a:srgbClr val="4A4A4A"/>
            </a:solidFill>
            <a:round/>
          </a:ln>
        </p:spPr>
        <p:txBody>
          <a:bodyPr lIns="2160" tIns="-1440" rIns="2160" bIns="-144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567" name=""/>
          <p:cNvSpPr/>
          <p:nvPr/>
        </p:nvSpPr>
        <p:spPr>
          <a:xfrm>
            <a:off x="5518080" y="1588320"/>
            <a:ext cx="0" cy="0"/>
          </a:xfrm>
          <a:custGeom>
            <a:avLst/>
            <a:gdLst/>
            <a:ahLst/>
            <a:rect l="0" t="0" r="r" b="b"/>
            <a:pathLst>
              <a:path fill="none" w="0" h="0">
                <a:moveTo>
                  <a:pt x="0" y="0"/>
                </a:moveTo>
              </a:path>
            </a:pathLst>
          </a:custGeom>
          <a:ln w="4680">
            <a:solidFill>
              <a:srgbClr val="4A4A4A"/>
            </a:solidFill>
            <a:round/>
          </a:ln>
        </p:spPr>
        <p:txBody>
          <a:bodyPr lIns="2160" tIns="-2160" rIns="2160" bIns="-21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568" name=""/>
          <p:cNvSpPr/>
          <p:nvPr/>
        </p:nvSpPr>
        <p:spPr>
          <a:xfrm>
            <a:off x="5523480" y="1587960"/>
            <a:ext cx="720" cy="720"/>
          </a:xfrm>
          <a:custGeom>
            <a:avLst/>
            <a:gdLst/>
            <a:ahLst/>
            <a:rect l="0" t="0" r="r" b="b"/>
            <a:pathLst>
              <a:path fill="none" w="2" h="2">
                <a:moveTo>
                  <a:pt x="2" y="2"/>
                </a:moveTo>
                <a:lnTo>
                  <a:pt x="0" y="2"/>
                </a:lnTo>
                <a:lnTo>
                  <a:pt x="0" y="0"/>
                </a:lnTo>
                <a:lnTo>
                  <a:pt x="2" y="0"/>
                </a:lnTo>
                <a:lnTo>
                  <a:pt x="2" y="2"/>
                </a:lnTo>
              </a:path>
            </a:pathLst>
          </a:custGeom>
          <a:ln w="4680">
            <a:solidFill>
              <a:srgbClr val="4A4A4A"/>
            </a:solidFill>
            <a:round/>
          </a:ln>
        </p:spPr>
        <p:txBody>
          <a:bodyPr lIns="2160" tIns="-1440" rIns="2160" bIns="-144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569" name=""/>
          <p:cNvSpPr/>
          <p:nvPr/>
        </p:nvSpPr>
        <p:spPr>
          <a:xfrm>
            <a:off x="5517720" y="1587600"/>
            <a:ext cx="360" cy="360"/>
          </a:xfrm>
          <a:custGeom>
            <a:avLst/>
            <a:gdLst/>
            <a:ahLst/>
            <a:rect l="0" t="0" r="r" b="b"/>
            <a:pathLst>
              <a:path fill="none" w="1" h="1">
                <a:moveTo>
                  <a:pt x="0" y="0"/>
                </a:moveTo>
                <a:lnTo>
                  <a:pt x="1" y="0"/>
                </a:lnTo>
                <a:lnTo>
                  <a:pt x="1" y="1"/>
                </a:lnTo>
                <a:lnTo>
                  <a:pt x="0" y="1"/>
                </a:lnTo>
                <a:lnTo>
                  <a:pt x="0" y="0"/>
                </a:lnTo>
              </a:path>
            </a:pathLst>
          </a:custGeom>
          <a:ln w="4680">
            <a:solidFill>
              <a:srgbClr val="4A4A4A"/>
            </a:solidFill>
            <a:round/>
          </a:ln>
        </p:spPr>
        <p:txBody>
          <a:bodyPr lIns="2160" tIns="-1800" rIns="2160" bIns="-180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570" name=""/>
          <p:cNvSpPr/>
          <p:nvPr/>
        </p:nvSpPr>
        <p:spPr>
          <a:xfrm>
            <a:off x="5519520" y="1587240"/>
            <a:ext cx="3960" cy="2880"/>
          </a:xfrm>
          <a:custGeom>
            <a:avLst/>
            <a:gdLst/>
            <a:ahLst/>
            <a:rect l="0" t="0" r="r" b="b"/>
            <a:pathLst>
              <a:path fill="none" w="11" h="8">
                <a:moveTo>
                  <a:pt x="7" y="1"/>
                </a:moveTo>
                <a:lnTo>
                  <a:pt x="8" y="1"/>
                </a:lnTo>
                <a:lnTo>
                  <a:pt x="8" y="0"/>
                </a:lnTo>
                <a:lnTo>
                  <a:pt x="8" y="1"/>
                </a:lnTo>
                <a:lnTo>
                  <a:pt x="10" y="1"/>
                </a:lnTo>
                <a:lnTo>
                  <a:pt x="10" y="2"/>
                </a:lnTo>
                <a:lnTo>
                  <a:pt x="10" y="3"/>
                </a:lnTo>
                <a:lnTo>
                  <a:pt x="10" y="5"/>
                </a:lnTo>
                <a:lnTo>
                  <a:pt x="10" y="6"/>
                </a:lnTo>
                <a:lnTo>
                  <a:pt x="11" y="6"/>
                </a:lnTo>
                <a:lnTo>
                  <a:pt x="10" y="7"/>
                </a:lnTo>
                <a:lnTo>
                  <a:pt x="10" y="6"/>
                </a:lnTo>
                <a:lnTo>
                  <a:pt x="10" y="7"/>
                </a:lnTo>
                <a:lnTo>
                  <a:pt x="10" y="6"/>
                </a:lnTo>
                <a:lnTo>
                  <a:pt x="8" y="6"/>
                </a:lnTo>
                <a:lnTo>
                  <a:pt x="8" y="5"/>
                </a:lnTo>
                <a:lnTo>
                  <a:pt x="8" y="3"/>
                </a:lnTo>
                <a:lnTo>
                  <a:pt x="7" y="3"/>
                </a:lnTo>
                <a:lnTo>
                  <a:pt x="7" y="5"/>
                </a:lnTo>
                <a:lnTo>
                  <a:pt x="8" y="5"/>
                </a:lnTo>
                <a:lnTo>
                  <a:pt x="7" y="5"/>
                </a:lnTo>
                <a:lnTo>
                  <a:pt x="7" y="6"/>
                </a:lnTo>
                <a:lnTo>
                  <a:pt x="7" y="7"/>
                </a:lnTo>
                <a:lnTo>
                  <a:pt x="7" y="8"/>
                </a:lnTo>
                <a:lnTo>
                  <a:pt x="7" y="6"/>
                </a:lnTo>
                <a:lnTo>
                  <a:pt x="6" y="6"/>
                </a:lnTo>
                <a:lnTo>
                  <a:pt x="6" y="7"/>
                </a:lnTo>
                <a:lnTo>
                  <a:pt x="6" y="6"/>
                </a:lnTo>
                <a:lnTo>
                  <a:pt x="5" y="6"/>
                </a:lnTo>
                <a:lnTo>
                  <a:pt x="6" y="6"/>
                </a:lnTo>
                <a:lnTo>
                  <a:pt x="6" y="5"/>
                </a:lnTo>
                <a:lnTo>
                  <a:pt x="5" y="5"/>
                </a:lnTo>
                <a:lnTo>
                  <a:pt x="5" y="3"/>
                </a:lnTo>
                <a:lnTo>
                  <a:pt x="4" y="3"/>
                </a:lnTo>
                <a:lnTo>
                  <a:pt x="4" y="5"/>
                </a:lnTo>
                <a:lnTo>
                  <a:pt x="3" y="5"/>
                </a:lnTo>
                <a:lnTo>
                  <a:pt x="3" y="3"/>
                </a:lnTo>
                <a:lnTo>
                  <a:pt x="1" y="3"/>
                </a:lnTo>
                <a:lnTo>
                  <a:pt x="0" y="2"/>
                </a:lnTo>
                <a:lnTo>
                  <a:pt x="0" y="1"/>
                </a:lnTo>
                <a:lnTo>
                  <a:pt x="1" y="1"/>
                </a:lnTo>
                <a:lnTo>
                  <a:pt x="2" y="1"/>
                </a:lnTo>
                <a:lnTo>
                  <a:pt x="3" y="1"/>
                </a:lnTo>
                <a:lnTo>
                  <a:pt x="4" y="1"/>
                </a:lnTo>
                <a:lnTo>
                  <a:pt x="5" y="1"/>
                </a:lnTo>
                <a:lnTo>
                  <a:pt x="5" y="0"/>
                </a:lnTo>
                <a:lnTo>
                  <a:pt x="6" y="0"/>
                </a:lnTo>
                <a:lnTo>
                  <a:pt x="7" y="0"/>
                </a:lnTo>
                <a:lnTo>
                  <a:pt x="7" y="1"/>
                </a:lnTo>
              </a:path>
            </a:pathLst>
          </a:custGeom>
          <a:ln w="4680">
            <a:solidFill>
              <a:srgbClr val="4A4A4A"/>
            </a:solidFill>
            <a:round/>
          </a:ln>
        </p:spPr>
        <p:txBody>
          <a:bodyPr lIns="2160" tIns="720" rIns="2160" bIns="7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571" name=""/>
          <p:cNvSpPr/>
          <p:nvPr/>
        </p:nvSpPr>
        <p:spPr>
          <a:xfrm>
            <a:off x="5514120" y="1586880"/>
            <a:ext cx="2520" cy="1800"/>
          </a:xfrm>
          <a:custGeom>
            <a:avLst/>
            <a:gdLst/>
            <a:ahLst/>
            <a:rect l="0" t="0" r="r" b="b"/>
            <a:pathLst>
              <a:path fill="none" w="7" h="5">
                <a:moveTo>
                  <a:pt x="5" y="2"/>
                </a:moveTo>
                <a:lnTo>
                  <a:pt x="7" y="2"/>
                </a:lnTo>
                <a:lnTo>
                  <a:pt x="5" y="2"/>
                </a:lnTo>
                <a:lnTo>
                  <a:pt x="4" y="3"/>
                </a:lnTo>
                <a:lnTo>
                  <a:pt x="5" y="3"/>
                </a:lnTo>
                <a:lnTo>
                  <a:pt x="4" y="3"/>
                </a:lnTo>
                <a:lnTo>
                  <a:pt x="4" y="5"/>
                </a:lnTo>
                <a:lnTo>
                  <a:pt x="3" y="5"/>
                </a:lnTo>
                <a:lnTo>
                  <a:pt x="2" y="5"/>
                </a:lnTo>
                <a:lnTo>
                  <a:pt x="0" y="5"/>
                </a:lnTo>
                <a:lnTo>
                  <a:pt x="2" y="3"/>
                </a:lnTo>
                <a:lnTo>
                  <a:pt x="0" y="3"/>
                </a:lnTo>
                <a:lnTo>
                  <a:pt x="4" y="2"/>
                </a:lnTo>
                <a:lnTo>
                  <a:pt x="5" y="2"/>
                </a:lnTo>
                <a:lnTo>
                  <a:pt x="5" y="0"/>
                </a:lnTo>
                <a:lnTo>
                  <a:pt x="5" y="2"/>
                </a:lnTo>
              </a:path>
            </a:pathLst>
          </a:custGeom>
          <a:ln w="4680">
            <a:solidFill>
              <a:srgbClr val="4A4A4A"/>
            </a:solidFill>
            <a:round/>
          </a:ln>
        </p:spPr>
        <p:txBody>
          <a:bodyPr lIns="2160" tIns="-360" rIns="2160" bIns="-3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572" name=""/>
          <p:cNvSpPr/>
          <p:nvPr/>
        </p:nvSpPr>
        <p:spPr>
          <a:xfrm>
            <a:off x="5513040" y="1586160"/>
            <a:ext cx="5400" cy="4680"/>
          </a:xfrm>
          <a:custGeom>
            <a:avLst/>
            <a:gdLst/>
            <a:ahLst/>
            <a:rect l="0" t="0" r="r" b="b"/>
            <a:pathLst>
              <a:path fill="none" w="15" h="13">
                <a:moveTo>
                  <a:pt x="14" y="0"/>
                </a:moveTo>
                <a:lnTo>
                  <a:pt x="15" y="1"/>
                </a:lnTo>
                <a:lnTo>
                  <a:pt x="15" y="2"/>
                </a:lnTo>
                <a:lnTo>
                  <a:pt x="15" y="3"/>
                </a:lnTo>
                <a:lnTo>
                  <a:pt x="14" y="3"/>
                </a:lnTo>
                <a:lnTo>
                  <a:pt x="13" y="3"/>
                </a:lnTo>
                <a:lnTo>
                  <a:pt x="12" y="3"/>
                </a:lnTo>
                <a:lnTo>
                  <a:pt x="13" y="3"/>
                </a:lnTo>
                <a:lnTo>
                  <a:pt x="13" y="4"/>
                </a:lnTo>
                <a:lnTo>
                  <a:pt x="12" y="4"/>
                </a:lnTo>
                <a:lnTo>
                  <a:pt x="13" y="4"/>
                </a:lnTo>
                <a:lnTo>
                  <a:pt x="13" y="5"/>
                </a:lnTo>
                <a:lnTo>
                  <a:pt x="13" y="6"/>
                </a:lnTo>
                <a:lnTo>
                  <a:pt x="12" y="6"/>
                </a:lnTo>
                <a:lnTo>
                  <a:pt x="11" y="6"/>
                </a:lnTo>
                <a:lnTo>
                  <a:pt x="12" y="6"/>
                </a:lnTo>
                <a:lnTo>
                  <a:pt x="13" y="7"/>
                </a:lnTo>
                <a:lnTo>
                  <a:pt x="12" y="7"/>
                </a:lnTo>
                <a:lnTo>
                  <a:pt x="11" y="8"/>
                </a:lnTo>
                <a:lnTo>
                  <a:pt x="12" y="8"/>
                </a:lnTo>
                <a:lnTo>
                  <a:pt x="13" y="8"/>
                </a:lnTo>
                <a:lnTo>
                  <a:pt x="13" y="9"/>
                </a:lnTo>
                <a:lnTo>
                  <a:pt x="12" y="9"/>
                </a:lnTo>
                <a:lnTo>
                  <a:pt x="12" y="10"/>
                </a:lnTo>
                <a:lnTo>
                  <a:pt x="12" y="9"/>
                </a:lnTo>
                <a:lnTo>
                  <a:pt x="12" y="10"/>
                </a:lnTo>
                <a:lnTo>
                  <a:pt x="12" y="9"/>
                </a:lnTo>
                <a:lnTo>
                  <a:pt x="12" y="10"/>
                </a:lnTo>
                <a:lnTo>
                  <a:pt x="11" y="10"/>
                </a:lnTo>
                <a:lnTo>
                  <a:pt x="11" y="9"/>
                </a:lnTo>
                <a:lnTo>
                  <a:pt x="10" y="9"/>
                </a:lnTo>
                <a:lnTo>
                  <a:pt x="10" y="8"/>
                </a:lnTo>
                <a:lnTo>
                  <a:pt x="11" y="8"/>
                </a:lnTo>
                <a:lnTo>
                  <a:pt x="10" y="8"/>
                </a:lnTo>
                <a:lnTo>
                  <a:pt x="9" y="8"/>
                </a:lnTo>
                <a:lnTo>
                  <a:pt x="9" y="9"/>
                </a:lnTo>
                <a:lnTo>
                  <a:pt x="9" y="8"/>
                </a:lnTo>
                <a:lnTo>
                  <a:pt x="8" y="9"/>
                </a:lnTo>
                <a:lnTo>
                  <a:pt x="6" y="9"/>
                </a:lnTo>
                <a:lnTo>
                  <a:pt x="6" y="10"/>
                </a:lnTo>
                <a:lnTo>
                  <a:pt x="5" y="10"/>
                </a:lnTo>
                <a:lnTo>
                  <a:pt x="6" y="10"/>
                </a:lnTo>
                <a:lnTo>
                  <a:pt x="6" y="12"/>
                </a:lnTo>
                <a:lnTo>
                  <a:pt x="6" y="10"/>
                </a:lnTo>
                <a:lnTo>
                  <a:pt x="5" y="10"/>
                </a:lnTo>
                <a:lnTo>
                  <a:pt x="5" y="12"/>
                </a:lnTo>
                <a:lnTo>
                  <a:pt x="5" y="10"/>
                </a:lnTo>
                <a:lnTo>
                  <a:pt x="4" y="10"/>
                </a:lnTo>
                <a:lnTo>
                  <a:pt x="3" y="10"/>
                </a:lnTo>
                <a:lnTo>
                  <a:pt x="3" y="12"/>
                </a:lnTo>
                <a:lnTo>
                  <a:pt x="2" y="12"/>
                </a:lnTo>
                <a:lnTo>
                  <a:pt x="1" y="12"/>
                </a:lnTo>
                <a:lnTo>
                  <a:pt x="2" y="12"/>
                </a:lnTo>
                <a:lnTo>
                  <a:pt x="2" y="13"/>
                </a:lnTo>
                <a:lnTo>
                  <a:pt x="1" y="13"/>
                </a:lnTo>
                <a:lnTo>
                  <a:pt x="1" y="12"/>
                </a:lnTo>
                <a:lnTo>
                  <a:pt x="1" y="10"/>
                </a:lnTo>
                <a:lnTo>
                  <a:pt x="0" y="10"/>
                </a:lnTo>
                <a:lnTo>
                  <a:pt x="0" y="9"/>
                </a:lnTo>
                <a:lnTo>
                  <a:pt x="1" y="9"/>
                </a:lnTo>
                <a:lnTo>
                  <a:pt x="1" y="8"/>
                </a:lnTo>
                <a:lnTo>
                  <a:pt x="2" y="8"/>
                </a:lnTo>
                <a:lnTo>
                  <a:pt x="1" y="8"/>
                </a:lnTo>
                <a:lnTo>
                  <a:pt x="1" y="7"/>
                </a:lnTo>
                <a:lnTo>
                  <a:pt x="2" y="7"/>
                </a:lnTo>
                <a:lnTo>
                  <a:pt x="3" y="7"/>
                </a:lnTo>
                <a:lnTo>
                  <a:pt x="3" y="6"/>
                </a:lnTo>
                <a:lnTo>
                  <a:pt x="3" y="7"/>
                </a:lnTo>
                <a:lnTo>
                  <a:pt x="3" y="6"/>
                </a:lnTo>
                <a:lnTo>
                  <a:pt x="4" y="6"/>
                </a:lnTo>
                <a:lnTo>
                  <a:pt x="4" y="5"/>
                </a:lnTo>
                <a:lnTo>
                  <a:pt x="5" y="5"/>
                </a:lnTo>
                <a:lnTo>
                  <a:pt x="6" y="5"/>
                </a:lnTo>
                <a:lnTo>
                  <a:pt x="8" y="4"/>
                </a:lnTo>
                <a:lnTo>
                  <a:pt x="9" y="4"/>
                </a:lnTo>
                <a:lnTo>
                  <a:pt x="10" y="4"/>
                </a:lnTo>
                <a:lnTo>
                  <a:pt x="10" y="3"/>
                </a:lnTo>
                <a:lnTo>
                  <a:pt x="11" y="3"/>
                </a:lnTo>
                <a:lnTo>
                  <a:pt x="11" y="2"/>
                </a:lnTo>
                <a:lnTo>
                  <a:pt x="12" y="2"/>
                </a:lnTo>
                <a:lnTo>
                  <a:pt x="13" y="1"/>
                </a:lnTo>
                <a:lnTo>
                  <a:pt x="13" y="2"/>
                </a:lnTo>
                <a:lnTo>
                  <a:pt x="13" y="1"/>
                </a:lnTo>
                <a:lnTo>
                  <a:pt x="14" y="1"/>
                </a:lnTo>
                <a:lnTo>
                  <a:pt x="14" y="0"/>
                </a:lnTo>
              </a:path>
            </a:pathLst>
          </a:custGeom>
          <a:ln w="4680">
            <a:solidFill>
              <a:srgbClr val="4A4A4A"/>
            </a:solidFill>
            <a:round/>
          </a:ln>
        </p:spPr>
        <p:txBody>
          <a:bodyPr lIns="2160" tIns="2160" rIns="2160" bIns="21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573" name=""/>
          <p:cNvSpPr/>
          <p:nvPr/>
        </p:nvSpPr>
        <p:spPr>
          <a:xfrm>
            <a:off x="5525280" y="1586160"/>
            <a:ext cx="0" cy="360"/>
          </a:xfrm>
          <a:prstGeom prst="line">
            <a:avLst/>
          </a:prstGeom>
          <a:ln w="4680">
            <a:solidFill>
              <a:srgbClr val="4A4A4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2160" tIns="-1800" rIns="2160" bIns="-180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574" name=""/>
          <p:cNvSpPr/>
          <p:nvPr/>
        </p:nvSpPr>
        <p:spPr>
          <a:xfrm>
            <a:off x="5523480" y="1586160"/>
            <a:ext cx="360" cy="0"/>
          </a:xfrm>
          <a:prstGeom prst="line">
            <a:avLst/>
          </a:prstGeom>
          <a:ln w="4680">
            <a:solidFill>
              <a:srgbClr val="4A4A4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2160" tIns="-2160" rIns="2160" bIns="-21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575" name=""/>
          <p:cNvSpPr/>
          <p:nvPr/>
        </p:nvSpPr>
        <p:spPr>
          <a:xfrm>
            <a:off x="5524920" y="1586160"/>
            <a:ext cx="0" cy="360"/>
          </a:xfrm>
          <a:prstGeom prst="line">
            <a:avLst/>
          </a:prstGeom>
          <a:ln w="4680">
            <a:solidFill>
              <a:srgbClr val="4A4A4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2160" tIns="-1800" rIns="2160" bIns="-180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576" name=""/>
          <p:cNvSpPr/>
          <p:nvPr/>
        </p:nvSpPr>
        <p:spPr>
          <a:xfrm>
            <a:off x="5518080" y="1586160"/>
            <a:ext cx="0" cy="0"/>
          </a:xfrm>
          <a:custGeom>
            <a:avLst/>
            <a:gdLst/>
            <a:ahLst/>
            <a:rect l="0" t="0" r="r" b="b"/>
            <a:pathLst>
              <a:path fill="none" w="0" h="0">
                <a:moveTo>
                  <a:pt x="0" y="0"/>
                </a:moveTo>
              </a:path>
            </a:pathLst>
          </a:custGeom>
          <a:ln w="4680">
            <a:solidFill>
              <a:srgbClr val="4A4A4A"/>
            </a:solidFill>
            <a:round/>
          </a:ln>
        </p:spPr>
        <p:txBody>
          <a:bodyPr lIns="2160" tIns="-2160" rIns="2160" bIns="-21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577" name=""/>
          <p:cNvSpPr/>
          <p:nvPr/>
        </p:nvSpPr>
        <p:spPr>
          <a:xfrm>
            <a:off x="5524200" y="1585800"/>
            <a:ext cx="0" cy="360"/>
          </a:xfrm>
          <a:prstGeom prst="line">
            <a:avLst/>
          </a:prstGeom>
          <a:ln w="4680">
            <a:solidFill>
              <a:srgbClr val="4A4A4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2160" tIns="-1800" rIns="2160" bIns="-180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578" name=""/>
          <p:cNvSpPr/>
          <p:nvPr/>
        </p:nvSpPr>
        <p:spPr>
          <a:xfrm>
            <a:off x="5524920" y="1585800"/>
            <a:ext cx="360" cy="360"/>
          </a:xfrm>
          <a:custGeom>
            <a:avLst/>
            <a:gdLst/>
            <a:ahLst/>
            <a:rect l="0" t="0" r="r" b="b"/>
            <a:pathLst>
              <a:path fill="none" w="1" h="1">
                <a:moveTo>
                  <a:pt x="1" y="0"/>
                </a:moveTo>
                <a:lnTo>
                  <a:pt x="1" y="1"/>
                </a:lnTo>
                <a:lnTo>
                  <a:pt x="0" y="1"/>
                </a:lnTo>
                <a:lnTo>
                  <a:pt x="0" y="0"/>
                </a:lnTo>
                <a:lnTo>
                  <a:pt x="1" y="0"/>
                </a:lnTo>
              </a:path>
            </a:pathLst>
          </a:custGeom>
          <a:ln w="4680">
            <a:solidFill>
              <a:srgbClr val="4A4A4A"/>
            </a:solidFill>
            <a:round/>
          </a:ln>
        </p:spPr>
        <p:txBody>
          <a:bodyPr lIns="2160" tIns="-1800" rIns="2160" bIns="-180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579" name=""/>
          <p:cNvSpPr/>
          <p:nvPr/>
        </p:nvSpPr>
        <p:spPr>
          <a:xfrm>
            <a:off x="5518440" y="1585800"/>
            <a:ext cx="1440" cy="1080"/>
          </a:xfrm>
          <a:custGeom>
            <a:avLst/>
            <a:gdLst/>
            <a:ahLst/>
            <a:rect l="0" t="0" r="r" b="b"/>
            <a:pathLst>
              <a:path fill="none" w="4" h="3">
                <a:moveTo>
                  <a:pt x="3" y="0"/>
                </a:moveTo>
                <a:lnTo>
                  <a:pt x="3" y="1"/>
                </a:lnTo>
                <a:lnTo>
                  <a:pt x="4" y="3"/>
                </a:lnTo>
                <a:lnTo>
                  <a:pt x="3" y="3"/>
                </a:lnTo>
                <a:lnTo>
                  <a:pt x="1" y="3"/>
                </a:lnTo>
                <a:lnTo>
                  <a:pt x="1" y="1"/>
                </a:lnTo>
                <a:lnTo>
                  <a:pt x="0" y="1"/>
                </a:lnTo>
                <a:lnTo>
                  <a:pt x="0" y="0"/>
                </a:lnTo>
                <a:lnTo>
                  <a:pt x="1" y="0"/>
                </a:lnTo>
                <a:lnTo>
                  <a:pt x="3" y="0"/>
                </a:lnTo>
              </a:path>
            </a:pathLst>
          </a:custGeom>
          <a:ln w="4680">
            <a:solidFill>
              <a:srgbClr val="4A4A4A"/>
            </a:solidFill>
            <a:round/>
          </a:ln>
        </p:spPr>
        <p:txBody>
          <a:bodyPr lIns="2160" tIns="-1080" rIns="2160" bIns="-108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580" name=""/>
          <p:cNvSpPr/>
          <p:nvPr/>
        </p:nvSpPr>
        <p:spPr>
          <a:xfrm>
            <a:off x="5513760" y="1585800"/>
            <a:ext cx="360" cy="360"/>
          </a:xfrm>
          <a:custGeom>
            <a:avLst/>
            <a:gdLst/>
            <a:ahLst/>
            <a:rect l="0" t="0" r="r" b="b"/>
            <a:pathLst>
              <a:path fill="none" w="1" h="1">
                <a:moveTo>
                  <a:pt x="1" y="1"/>
                </a:moveTo>
                <a:lnTo>
                  <a:pt x="0" y="0"/>
                </a:lnTo>
                <a:lnTo>
                  <a:pt x="1" y="0"/>
                </a:lnTo>
                <a:lnTo>
                  <a:pt x="1" y="1"/>
                </a:lnTo>
              </a:path>
            </a:pathLst>
          </a:custGeom>
          <a:ln w="4680">
            <a:solidFill>
              <a:srgbClr val="4A4A4A"/>
            </a:solidFill>
            <a:round/>
          </a:ln>
        </p:spPr>
        <p:txBody>
          <a:bodyPr lIns="2160" tIns="-1800" rIns="2160" bIns="-180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581" name=""/>
          <p:cNvSpPr/>
          <p:nvPr/>
        </p:nvSpPr>
        <p:spPr>
          <a:xfrm>
            <a:off x="5523120" y="1585080"/>
            <a:ext cx="360" cy="360"/>
          </a:xfrm>
          <a:custGeom>
            <a:avLst/>
            <a:gdLst/>
            <a:ahLst/>
            <a:rect l="0" t="0" r="r" b="b"/>
            <a:pathLst>
              <a:path fill="none" w="1" h="1">
                <a:moveTo>
                  <a:pt x="1" y="0"/>
                </a:moveTo>
                <a:lnTo>
                  <a:pt x="1" y="1"/>
                </a:lnTo>
                <a:lnTo>
                  <a:pt x="1" y="0"/>
                </a:lnTo>
                <a:lnTo>
                  <a:pt x="0" y="0"/>
                </a:lnTo>
                <a:lnTo>
                  <a:pt x="1" y="0"/>
                </a:lnTo>
              </a:path>
            </a:pathLst>
          </a:custGeom>
          <a:ln w="4680">
            <a:solidFill>
              <a:srgbClr val="4A4A4A"/>
            </a:solidFill>
            <a:round/>
          </a:ln>
        </p:spPr>
        <p:txBody>
          <a:bodyPr lIns="2160" tIns="-1800" rIns="2160" bIns="-180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582" name=""/>
          <p:cNvSpPr/>
          <p:nvPr/>
        </p:nvSpPr>
        <p:spPr>
          <a:xfrm>
            <a:off x="5524200" y="1585080"/>
            <a:ext cx="0" cy="0"/>
          </a:xfrm>
          <a:custGeom>
            <a:avLst/>
            <a:gdLst/>
            <a:ahLst/>
            <a:rect l="0" t="0" r="r" b="b"/>
            <a:pathLst>
              <a:path fill="none" w="0" h="0">
                <a:moveTo>
                  <a:pt x="0" y="0"/>
                </a:moveTo>
              </a:path>
            </a:pathLst>
          </a:custGeom>
          <a:ln w="4680">
            <a:solidFill>
              <a:srgbClr val="4A4A4A"/>
            </a:solidFill>
            <a:round/>
          </a:ln>
        </p:spPr>
        <p:txBody>
          <a:bodyPr lIns="2160" tIns="-2160" rIns="2160" bIns="-21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583" name=""/>
          <p:cNvSpPr/>
          <p:nvPr/>
        </p:nvSpPr>
        <p:spPr>
          <a:xfrm>
            <a:off x="5523480" y="1584720"/>
            <a:ext cx="1440" cy="1800"/>
          </a:xfrm>
          <a:custGeom>
            <a:avLst/>
            <a:gdLst/>
            <a:ahLst/>
            <a:rect l="0" t="0" r="r" b="b"/>
            <a:pathLst>
              <a:path fill="none" w="4" h="5">
                <a:moveTo>
                  <a:pt x="2" y="2"/>
                </a:moveTo>
                <a:lnTo>
                  <a:pt x="4" y="2"/>
                </a:lnTo>
                <a:lnTo>
                  <a:pt x="4" y="3"/>
                </a:lnTo>
                <a:lnTo>
                  <a:pt x="4" y="5"/>
                </a:lnTo>
                <a:lnTo>
                  <a:pt x="2" y="5"/>
                </a:lnTo>
                <a:lnTo>
                  <a:pt x="2" y="3"/>
                </a:lnTo>
                <a:lnTo>
                  <a:pt x="2" y="2"/>
                </a:lnTo>
                <a:lnTo>
                  <a:pt x="0" y="2"/>
                </a:lnTo>
                <a:lnTo>
                  <a:pt x="0" y="0"/>
                </a:lnTo>
                <a:lnTo>
                  <a:pt x="2" y="0"/>
                </a:lnTo>
                <a:lnTo>
                  <a:pt x="2" y="2"/>
                </a:lnTo>
                <a:lnTo>
                  <a:pt x="2" y="0"/>
                </a:lnTo>
                <a:lnTo>
                  <a:pt x="2" y="2"/>
                </a:lnTo>
              </a:path>
            </a:pathLst>
          </a:custGeom>
          <a:ln w="4680">
            <a:solidFill>
              <a:srgbClr val="4A4A4A"/>
            </a:solidFill>
            <a:round/>
          </a:ln>
        </p:spPr>
        <p:txBody>
          <a:bodyPr lIns="2160" tIns="-360" rIns="2160" bIns="-3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584" name=""/>
          <p:cNvSpPr/>
          <p:nvPr/>
        </p:nvSpPr>
        <p:spPr>
          <a:xfrm>
            <a:off x="5511240" y="1584720"/>
            <a:ext cx="1440" cy="1440"/>
          </a:xfrm>
          <a:custGeom>
            <a:avLst/>
            <a:gdLst/>
            <a:ahLst/>
            <a:rect l="0" t="0" r="r" b="b"/>
            <a:pathLst>
              <a:path fill="none" w="4" h="4">
                <a:moveTo>
                  <a:pt x="3" y="2"/>
                </a:moveTo>
                <a:lnTo>
                  <a:pt x="3" y="0"/>
                </a:lnTo>
                <a:lnTo>
                  <a:pt x="3" y="2"/>
                </a:lnTo>
                <a:lnTo>
                  <a:pt x="4" y="2"/>
                </a:lnTo>
                <a:lnTo>
                  <a:pt x="4" y="4"/>
                </a:lnTo>
                <a:lnTo>
                  <a:pt x="3" y="4"/>
                </a:lnTo>
                <a:lnTo>
                  <a:pt x="3" y="2"/>
                </a:lnTo>
                <a:lnTo>
                  <a:pt x="1" y="2"/>
                </a:lnTo>
                <a:lnTo>
                  <a:pt x="0" y="2"/>
                </a:lnTo>
                <a:lnTo>
                  <a:pt x="1" y="2"/>
                </a:lnTo>
                <a:lnTo>
                  <a:pt x="1" y="0"/>
                </a:lnTo>
                <a:lnTo>
                  <a:pt x="3" y="0"/>
                </a:lnTo>
                <a:lnTo>
                  <a:pt x="3" y="2"/>
                </a:lnTo>
              </a:path>
            </a:pathLst>
          </a:custGeom>
          <a:ln w="4680">
            <a:solidFill>
              <a:srgbClr val="4A4A4A"/>
            </a:solidFill>
            <a:round/>
          </a:ln>
        </p:spPr>
        <p:txBody>
          <a:bodyPr lIns="2160" tIns="-720" rIns="2160" bIns="-7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585" name=""/>
          <p:cNvSpPr/>
          <p:nvPr/>
        </p:nvSpPr>
        <p:spPr>
          <a:xfrm>
            <a:off x="5507280" y="1584720"/>
            <a:ext cx="2160" cy="2160"/>
          </a:xfrm>
          <a:custGeom>
            <a:avLst/>
            <a:gdLst/>
            <a:ahLst/>
            <a:rect l="0" t="0" r="r" b="b"/>
            <a:pathLst>
              <a:path fill="none" w="6" h="6">
                <a:moveTo>
                  <a:pt x="4" y="0"/>
                </a:moveTo>
                <a:lnTo>
                  <a:pt x="6" y="2"/>
                </a:lnTo>
                <a:lnTo>
                  <a:pt x="6" y="0"/>
                </a:lnTo>
                <a:lnTo>
                  <a:pt x="6" y="2"/>
                </a:lnTo>
                <a:lnTo>
                  <a:pt x="4" y="2"/>
                </a:lnTo>
                <a:lnTo>
                  <a:pt x="6" y="2"/>
                </a:lnTo>
                <a:lnTo>
                  <a:pt x="6" y="3"/>
                </a:lnTo>
                <a:lnTo>
                  <a:pt x="4" y="3"/>
                </a:lnTo>
                <a:lnTo>
                  <a:pt x="4" y="4"/>
                </a:lnTo>
                <a:lnTo>
                  <a:pt x="3" y="4"/>
                </a:lnTo>
                <a:lnTo>
                  <a:pt x="3" y="6"/>
                </a:lnTo>
                <a:lnTo>
                  <a:pt x="2" y="6"/>
                </a:lnTo>
                <a:lnTo>
                  <a:pt x="0" y="4"/>
                </a:lnTo>
                <a:lnTo>
                  <a:pt x="2" y="2"/>
                </a:lnTo>
                <a:lnTo>
                  <a:pt x="3" y="2"/>
                </a:lnTo>
                <a:lnTo>
                  <a:pt x="3" y="0"/>
                </a:lnTo>
                <a:lnTo>
                  <a:pt x="4" y="0"/>
                </a:lnTo>
              </a:path>
            </a:pathLst>
          </a:custGeom>
          <a:ln w="4680">
            <a:solidFill>
              <a:srgbClr val="4A4A4A"/>
            </a:solidFill>
            <a:round/>
          </a:ln>
        </p:spPr>
        <p:txBody>
          <a:bodyPr lIns="2160" tIns="0" rIns="216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586" name=""/>
          <p:cNvSpPr/>
          <p:nvPr/>
        </p:nvSpPr>
        <p:spPr>
          <a:xfrm>
            <a:off x="5512680" y="1582920"/>
            <a:ext cx="0" cy="0"/>
          </a:xfrm>
          <a:custGeom>
            <a:avLst/>
            <a:gdLst/>
            <a:ahLst/>
            <a:rect l="0" t="0" r="r" b="b"/>
            <a:pathLst>
              <a:path fill="none" w="0" h="0">
                <a:moveTo>
                  <a:pt x="0" y="0"/>
                </a:moveTo>
              </a:path>
            </a:pathLst>
          </a:custGeom>
          <a:ln w="4680">
            <a:solidFill>
              <a:srgbClr val="4A4A4A"/>
            </a:solidFill>
            <a:round/>
          </a:ln>
        </p:spPr>
        <p:txBody>
          <a:bodyPr lIns="2160" tIns="-2160" rIns="2160" bIns="-21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587" name=""/>
          <p:cNvSpPr/>
          <p:nvPr/>
        </p:nvSpPr>
        <p:spPr>
          <a:xfrm>
            <a:off x="5531040" y="1582560"/>
            <a:ext cx="1440" cy="720"/>
          </a:xfrm>
          <a:custGeom>
            <a:avLst/>
            <a:gdLst/>
            <a:ahLst/>
            <a:rect l="0" t="0" r="r" b="b"/>
            <a:pathLst>
              <a:path fill="none" w="4" h="2">
                <a:moveTo>
                  <a:pt x="2" y="0"/>
                </a:moveTo>
                <a:lnTo>
                  <a:pt x="4" y="0"/>
                </a:lnTo>
                <a:lnTo>
                  <a:pt x="2" y="0"/>
                </a:lnTo>
                <a:lnTo>
                  <a:pt x="2" y="2"/>
                </a:lnTo>
                <a:lnTo>
                  <a:pt x="0" y="2"/>
                </a:lnTo>
                <a:lnTo>
                  <a:pt x="2" y="2"/>
                </a:lnTo>
                <a:lnTo>
                  <a:pt x="2" y="0"/>
                </a:lnTo>
              </a:path>
            </a:pathLst>
          </a:custGeom>
          <a:ln w="4680">
            <a:solidFill>
              <a:srgbClr val="4A4A4A"/>
            </a:solidFill>
            <a:round/>
          </a:ln>
        </p:spPr>
        <p:txBody>
          <a:bodyPr lIns="2160" tIns="-1440" rIns="2160" bIns="-144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588" name=""/>
          <p:cNvSpPr/>
          <p:nvPr/>
        </p:nvSpPr>
        <p:spPr>
          <a:xfrm>
            <a:off x="5512680" y="1582560"/>
            <a:ext cx="360" cy="360"/>
          </a:xfrm>
          <a:custGeom>
            <a:avLst/>
            <a:gdLst/>
            <a:ahLst/>
            <a:rect l="0" t="0" r="r" b="b"/>
            <a:pathLst>
              <a:path fill="none" w="1" h="1">
                <a:moveTo>
                  <a:pt x="0" y="0"/>
                </a:moveTo>
                <a:lnTo>
                  <a:pt x="1" y="0"/>
                </a:lnTo>
                <a:lnTo>
                  <a:pt x="1" y="1"/>
                </a:lnTo>
                <a:lnTo>
                  <a:pt x="0" y="1"/>
                </a:lnTo>
                <a:lnTo>
                  <a:pt x="0" y="0"/>
                </a:lnTo>
              </a:path>
            </a:pathLst>
          </a:custGeom>
          <a:ln w="4680">
            <a:solidFill>
              <a:srgbClr val="4A4A4A"/>
            </a:solidFill>
            <a:round/>
          </a:ln>
        </p:spPr>
        <p:txBody>
          <a:bodyPr lIns="2160" tIns="-1800" rIns="2160" bIns="-180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589" name=""/>
          <p:cNvSpPr/>
          <p:nvPr/>
        </p:nvSpPr>
        <p:spPr>
          <a:xfrm>
            <a:off x="5524560" y="1582200"/>
            <a:ext cx="360" cy="360"/>
          </a:xfrm>
          <a:custGeom>
            <a:avLst/>
            <a:gdLst/>
            <a:ahLst/>
            <a:rect l="0" t="0" r="r" b="b"/>
            <a:pathLst>
              <a:path fill="none" w="1" h="1">
                <a:moveTo>
                  <a:pt x="0" y="0"/>
                </a:moveTo>
                <a:lnTo>
                  <a:pt x="1" y="0"/>
                </a:lnTo>
                <a:lnTo>
                  <a:pt x="1" y="1"/>
                </a:lnTo>
                <a:lnTo>
                  <a:pt x="0" y="1"/>
                </a:lnTo>
                <a:lnTo>
                  <a:pt x="0" y="0"/>
                </a:lnTo>
              </a:path>
            </a:pathLst>
          </a:custGeom>
          <a:ln w="4680">
            <a:solidFill>
              <a:srgbClr val="4A4A4A"/>
            </a:solidFill>
            <a:round/>
          </a:ln>
        </p:spPr>
        <p:txBody>
          <a:bodyPr lIns="2160" tIns="-1800" rIns="2160" bIns="-180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590" name=""/>
          <p:cNvSpPr/>
          <p:nvPr/>
        </p:nvSpPr>
        <p:spPr>
          <a:xfrm>
            <a:off x="5530680" y="1581840"/>
            <a:ext cx="1080" cy="1440"/>
          </a:xfrm>
          <a:custGeom>
            <a:avLst/>
            <a:gdLst/>
            <a:ahLst/>
            <a:rect l="0" t="0" r="r" b="b"/>
            <a:pathLst>
              <a:path fill="none" w="3" h="4">
                <a:moveTo>
                  <a:pt x="1" y="0"/>
                </a:moveTo>
                <a:lnTo>
                  <a:pt x="3" y="0"/>
                </a:lnTo>
                <a:lnTo>
                  <a:pt x="3" y="2"/>
                </a:lnTo>
                <a:lnTo>
                  <a:pt x="1" y="2"/>
                </a:lnTo>
                <a:lnTo>
                  <a:pt x="1" y="4"/>
                </a:lnTo>
                <a:lnTo>
                  <a:pt x="0" y="2"/>
                </a:lnTo>
                <a:lnTo>
                  <a:pt x="0" y="0"/>
                </a:lnTo>
                <a:lnTo>
                  <a:pt x="1" y="0"/>
                </a:lnTo>
              </a:path>
            </a:pathLst>
          </a:custGeom>
          <a:ln w="4680">
            <a:solidFill>
              <a:srgbClr val="4A4A4A"/>
            </a:solidFill>
            <a:round/>
          </a:ln>
        </p:spPr>
        <p:txBody>
          <a:bodyPr lIns="2160" tIns="-720" rIns="2160" bIns="-7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591" name=""/>
          <p:cNvSpPr/>
          <p:nvPr/>
        </p:nvSpPr>
        <p:spPr>
          <a:xfrm>
            <a:off x="5524560" y="1581840"/>
            <a:ext cx="0" cy="0"/>
          </a:xfrm>
          <a:custGeom>
            <a:avLst/>
            <a:gdLst/>
            <a:ahLst/>
            <a:rect l="0" t="0" r="r" b="b"/>
            <a:pathLst>
              <a:path fill="none" w="0" h="0">
                <a:moveTo>
                  <a:pt x="0" y="0"/>
                </a:moveTo>
              </a:path>
            </a:pathLst>
          </a:custGeom>
          <a:ln w="4680">
            <a:solidFill>
              <a:srgbClr val="4A4A4A"/>
            </a:solidFill>
            <a:round/>
          </a:ln>
        </p:spPr>
        <p:txBody>
          <a:bodyPr lIns="2160" tIns="-2160" rIns="2160" bIns="-21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592" name=""/>
          <p:cNvSpPr/>
          <p:nvPr/>
        </p:nvSpPr>
        <p:spPr>
          <a:xfrm>
            <a:off x="5523120" y="1581480"/>
            <a:ext cx="1440" cy="720"/>
          </a:xfrm>
          <a:custGeom>
            <a:avLst/>
            <a:gdLst/>
            <a:ahLst/>
            <a:rect l="0" t="0" r="r" b="b"/>
            <a:pathLst>
              <a:path fill="none" w="4" h="2">
                <a:moveTo>
                  <a:pt x="2" y="2"/>
                </a:moveTo>
                <a:lnTo>
                  <a:pt x="0" y="2"/>
                </a:lnTo>
                <a:lnTo>
                  <a:pt x="0" y="0"/>
                </a:lnTo>
                <a:lnTo>
                  <a:pt x="0" y="2"/>
                </a:lnTo>
                <a:lnTo>
                  <a:pt x="2" y="2"/>
                </a:lnTo>
                <a:lnTo>
                  <a:pt x="2" y="0"/>
                </a:lnTo>
                <a:lnTo>
                  <a:pt x="4" y="0"/>
                </a:lnTo>
                <a:lnTo>
                  <a:pt x="2" y="2"/>
                </a:lnTo>
              </a:path>
            </a:pathLst>
          </a:custGeom>
          <a:ln w="4680">
            <a:solidFill>
              <a:srgbClr val="4A4A4A"/>
            </a:solidFill>
            <a:round/>
          </a:ln>
        </p:spPr>
        <p:txBody>
          <a:bodyPr lIns="2160" tIns="-1440" rIns="2160" bIns="-144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593" name=""/>
          <p:cNvSpPr/>
          <p:nvPr/>
        </p:nvSpPr>
        <p:spPr>
          <a:xfrm>
            <a:off x="5507640" y="1581120"/>
            <a:ext cx="1440" cy="1080"/>
          </a:xfrm>
          <a:custGeom>
            <a:avLst/>
            <a:gdLst/>
            <a:ahLst/>
            <a:rect l="0" t="0" r="r" b="b"/>
            <a:pathLst>
              <a:path fill="none" w="4" h="3">
                <a:moveTo>
                  <a:pt x="2" y="2"/>
                </a:moveTo>
                <a:lnTo>
                  <a:pt x="0" y="3"/>
                </a:lnTo>
                <a:lnTo>
                  <a:pt x="0" y="2"/>
                </a:lnTo>
                <a:lnTo>
                  <a:pt x="2" y="0"/>
                </a:lnTo>
                <a:lnTo>
                  <a:pt x="4" y="2"/>
                </a:lnTo>
                <a:lnTo>
                  <a:pt x="2" y="2"/>
                </a:lnTo>
              </a:path>
            </a:pathLst>
          </a:custGeom>
          <a:ln w="4680">
            <a:solidFill>
              <a:srgbClr val="4A4A4A"/>
            </a:solidFill>
            <a:round/>
          </a:ln>
        </p:spPr>
        <p:txBody>
          <a:bodyPr lIns="2160" tIns="-1080" rIns="2160" bIns="-108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594" name=""/>
          <p:cNvSpPr/>
          <p:nvPr/>
        </p:nvSpPr>
        <p:spPr>
          <a:xfrm>
            <a:off x="5523480" y="1581120"/>
            <a:ext cx="360" cy="360"/>
          </a:xfrm>
          <a:custGeom>
            <a:avLst/>
            <a:gdLst/>
            <a:ahLst/>
            <a:rect l="0" t="0" r="r" b="b"/>
            <a:pathLst>
              <a:path fill="none" w="1" h="1">
                <a:moveTo>
                  <a:pt x="1" y="0"/>
                </a:moveTo>
                <a:lnTo>
                  <a:pt x="1" y="1"/>
                </a:lnTo>
                <a:lnTo>
                  <a:pt x="0" y="1"/>
                </a:lnTo>
                <a:lnTo>
                  <a:pt x="0" y="0"/>
                </a:lnTo>
                <a:lnTo>
                  <a:pt x="1" y="0"/>
                </a:lnTo>
              </a:path>
            </a:pathLst>
          </a:custGeom>
          <a:ln w="4680">
            <a:solidFill>
              <a:srgbClr val="4A4A4A"/>
            </a:solidFill>
            <a:round/>
          </a:ln>
        </p:spPr>
        <p:txBody>
          <a:bodyPr lIns="2160" tIns="-1800" rIns="2160" bIns="-180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595" name=""/>
          <p:cNvSpPr/>
          <p:nvPr/>
        </p:nvSpPr>
        <p:spPr>
          <a:xfrm>
            <a:off x="5522760" y="1580760"/>
            <a:ext cx="1440" cy="720"/>
          </a:xfrm>
          <a:custGeom>
            <a:avLst/>
            <a:gdLst/>
            <a:ahLst/>
            <a:rect l="0" t="0" r="r" b="b"/>
            <a:pathLst>
              <a:path fill="none" w="4" h="2">
                <a:moveTo>
                  <a:pt x="2" y="0"/>
                </a:moveTo>
                <a:lnTo>
                  <a:pt x="4" y="0"/>
                </a:lnTo>
                <a:lnTo>
                  <a:pt x="2" y="0"/>
                </a:lnTo>
                <a:lnTo>
                  <a:pt x="2" y="2"/>
                </a:lnTo>
                <a:lnTo>
                  <a:pt x="4" y="2"/>
                </a:lnTo>
                <a:lnTo>
                  <a:pt x="2" y="2"/>
                </a:lnTo>
                <a:lnTo>
                  <a:pt x="0" y="2"/>
                </a:lnTo>
                <a:lnTo>
                  <a:pt x="2" y="2"/>
                </a:lnTo>
                <a:lnTo>
                  <a:pt x="0" y="0"/>
                </a:lnTo>
                <a:lnTo>
                  <a:pt x="2" y="0"/>
                </a:lnTo>
              </a:path>
            </a:pathLst>
          </a:custGeom>
          <a:ln w="4680">
            <a:solidFill>
              <a:srgbClr val="4A4A4A"/>
            </a:solidFill>
            <a:round/>
          </a:ln>
        </p:spPr>
        <p:txBody>
          <a:bodyPr lIns="2160" tIns="-1440" rIns="2160" bIns="-144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596" name=""/>
          <p:cNvSpPr/>
          <p:nvPr/>
        </p:nvSpPr>
        <p:spPr>
          <a:xfrm>
            <a:off x="5526000" y="1580400"/>
            <a:ext cx="360" cy="360"/>
          </a:xfrm>
          <a:custGeom>
            <a:avLst/>
            <a:gdLst/>
            <a:ahLst/>
            <a:rect l="0" t="0" r="r" b="b"/>
            <a:pathLst>
              <a:path fill="none" w="1" h="1">
                <a:moveTo>
                  <a:pt x="0" y="0"/>
                </a:moveTo>
                <a:lnTo>
                  <a:pt x="1" y="0"/>
                </a:lnTo>
                <a:lnTo>
                  <a:pt x="1" y="1"/>
                </a:lnTo>
                <a:lnTo>
                  <a:pt x="0" y="1"/>
                </a:lnTo>
                <a:lnTo>
                  <a:pt x="0" y="0"/>
                </a:lnTo>
              </a:path>
            </a:pathLst>
          </a:custGeom>
          <a:ln w="4680">
            <a:solidFill>
              <a:srgbClr val="4A4A4A"/>
            </a:solidFill>
            <a:round/>
          </a:ln>
        </p:spPr>
        <p:txBody>
          <a:bodyPr lIns="2160" tIns="-1800" rIns="2160" bIns="-180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597" name=""/>
          <p:cNvSpPr/>
          <p:nvPr/>
        </p:nvSpPr>
        <p:spPr>
          <a:xfrm>
            <a:off x="5535720" y="1580400"/>
            <a:ext cx="360" cy="360"/>
          </a:xfrm>
          <a:custGeom>
            <a:avLst/>
            <a:gdLst/>
            <a:ahLst/>
            <a:rect l="0" t="0" r="r" b="b"/>
            <a:pathLst>
              <a:path fill="none" w="1" h="1">
                <a:moveTo>
                  <a:pt x="0" y="0"/>
                </a:moveTo>
                <a:lnTo>
                  <a:pt x="1" y="0"/>
                </a:lnTo>
                <a:lnTo>
                  <a:pt x="0" y="0"/>
                </a:lnTo>
                <a:lnTo>
                  <a:pt x="0" y="1"/>
                </a:lnTo>
                <a:lnTo>
                  <a:pt x="0" y="0"/>
                </a:lnTo>
              </a:path>
            </a:pathLst>
          </a:custGeom>
          <a:ln w="4680">
            <a:solidFill>
              <a:srgbClr val="4A4A4A"/>
            </a:solidFill>
            <a:round/>
          </a:ln>
        </p:spPr>
        <p:txBody>
          <a:bodyPr lIns="2160" tIns="-1800" rIns="2160" bIns="-180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598" name=""/>
          <p:cNvSpPr/>
          <p:nvPr/>
        </p:nvSpPr>
        <p:spPr>
          <a:xfrm>
            <a:off x="5530680" y="1578960"/>
            <a:ext cx="1440" cy="1440"/>
          </a:xfrm>
          <a:custGeom>
            <a:avLst/>
            <a:gdLst/>
            <a:ahLst/>
            <a:rect l="0" t="0" r="r" b="b"/>
            <a:pathLst>
              <a:path fill="none" w="4" h="4">
                <a:moveTo>
                  <a:pt x="2" y="0"/>
                </a:moveTo>
                <a:lnTo>
                  <a:pt x="2" y="2"/>
                </a:lnTo>
                <a:lnTo>
                  <a:pt x="4" y="2"/>
                </a:lnTo>
                <a:lnTo>
                  <a:pt x="4" y="4"/>
                </a:lnTo>
                <a:lnTo>
                  <a:pt x="2" y="4"/>
                </a:lnTo>
                <a:lnTo>
                  <a:pt x="2" y="2"/>
                </a:lnTo>
                <a:lnTo>
                  <a:pt x="0" y="2"/>
                </a:lnTo>
                <a:lnTo>
                  <a:pt x="0" y="0"/>
                </a:lnTo>
                <a:lnTo>
                  <a:pt x="2" y="0"/>
                </a:lnTo>
              </a:path>
            </a:pathLst>
          </a:custGeom>
          <a:ln w="4680">
            <a:solidFill>
              <a:srgbClr val="4A4A4A"/>
            </a:solidFill>
            <a:round/>
          </a:ln>
        </p:spPr>
        <p:txBody>
          <a:bodyPr lIns="2160" tIns="-720" rIns="2160" bIns="-7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599" name=""/>
          <p:cNvSpPr/>
          <p:nvPr/>
        </p:nvSpPr>
        <p:spPr>
          <a:xfrm>
            <a:off x="5532480" y="1578960"/>
            <a:ext cx="360" cy="0"/>
          </a:xfrm>
          <a:custGeom>
            <a:avLst/>
            <a:gdLst/>
            <a:ahLst/>
            <a:rect l="0" t="0" r="r" b="b"/>
            <a:pathLst>
              <a:path fill="none" w="1" h="0">
                <a:moveTo>
                  <a:pt x="1" y="0"/>
                </a:moveTo>
                <a:lnTo>
                  <a:pt x="0" y="0"/>
                </a:lnTo>
                <a:lnTo>
                  <a:pt x="1" y="0"/>
                </a:lnTo>
                <a:lnTo>
                  <a:pt x="0" y="0"/>
                </a:lnTo>
                <a:lnTo>
                  <a:pt x="1" y="0"/>
                </a:lnTo>
              </a:path>
            </a:pathLst>
          </a:custGeom>
          <a:ln w="4680">
            <a:solidFill>
              <a:srgbClr val="4A4A4A"/>
            </a:solidFill>
            <a:round/>
          </a:ln>
        </p:spPr>
        <p:txBody>
          <a:bodyPr lIns="2160" tIns="-2160" rIns="2160" bIns="-21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600" name=""/>
          <p:cNvSpPr/>
          <p:nvPr/>
        </p:nvSpPr>
        <p:spPr>
          <a:xfrm>
            <a:off x="5506200" y="1577880"/>
            <a:ext cx="3240" cy="3960"/>
          </a:xfrm>
          <a:custGeom>
            <a:avLst/>
            <a:gdLst/>
            <a:ahLst/>
            <a:rect l="0" t="0" r="r" b="b"/>
            <a:pathLst>
              <a:path fill="none" w="9" h="11">
                <a:moveTo>
                  <a:pt x="3" y="0"/>
                </a:moveTo>
                <a:lnTo>
                  <a:pt x="4" y="1"/>
                </a:lnTo>
                <a:lnTo>
                  <a:pt x="4" y="0"/>
                </a:lnTo>
                <a:lnTo>
                  <a:pt x="4" y="1"/>
                </a:lnTo>
                <a:lnTo>
                  <a:pt x="4" y="3"/>
                </a:lnTo>
                <a:lnTo>
                  <a:pt x="4" y="1"/>
                </a:lnTo>
                <a:lnTo>
                  <a:pt x="6" y="3"/>
                </a:lnTo>
                <a:lnTo>
                  <a:pt x="7" y="4"/>
                </a:lnTo>
                <a:lnTo>
                  <a:pt x="7" y="5"/>
                </a:lnTo>
                <a:lnTo>
                  <a:pt x="8" y="7"/>
                </a:lnTo>
                <a:lnTo>
                  <a:pt x="8" y="8"/>
                </a:lnTo>
                <a:lnTo>
                  <a:pt x="9" y="10"/>
                </a:lnTo>
                <a:lnTo>
                  <a:pt x="9" y="11"/>
                </a:lnTo>
                <a:lnTo>
                  <a:pt x="9" y="10"/>
                </a:lnTo>
                <a:lnTo>
                  <a:pt x="8" y="10"/>
                </a:lnTo>
                <a:lnTo>
                  <a:pt x="7" y="9"/>
                </a:lnTo>
                <a:lnTo>
                  <a:pt x="7" y="8"/>
                </a:lnTo>
                <a:lnTo>
                  <a:pt x="7" y="7"/>
                </a:lnTo>
                <a:lnTo>
                  <a:pt x="6" y="7"/>
                </a:lnTo>
                <a:lnTo>
                  <a:pt x="6" y="6"/>
                </a:lnTo>
                <a:lnTo>
                  <a:pt x="7" y="5"/>
                </a:lnTo>
                <a:lnTo>
                  <a:pt x="6" y="6"/>
                </a:lnTo>
                <a:lnTo>
                  <a:pt x="4" y="5"/>
                </a:lnTo>
                <a:lnTo>
                  <a:pt x="4" y="4"/>
                </a:lnTo>
                <a:lnTo>
                  <a:pt x="3" y="4"/>
                </a:lnTo>
                <a:lnTo>
                  <a:pt x="2" y="3"/>
                </a:lnTo>
                <a:lnTo>
                  <a:pt x="1" y="3"/>
                </a:lnTo>
                <a:lnTo>
                  <a:pt x="0" y="3"/>
                </a:lnTo>
                <a:lnTo>
                  <a:pt x="0" y="1"/>
                </a:lnTo>
                <a:lnTo>
                  <a:pt x="0" y="0"/>
                </a:lnTo>
                <a:lnTo>
                  <a:pt x="1" y="0"/>
                </a:lnTo>
                <a:lnTo>
                  <a:pt x="2" y="1"/>
                </a:lnTo>
                <a:lnTo>
                  <a:pt x="2" y="0"/>
                </a:lnTo>
                <a:lnTo>
                  <a:pt x="3" y="0"/>
                </a:lnTo>
              </a:path>
            </a:pathLst>
          </a:custGeom>
          <a:ln w="4680">
            <a:solidFill>
              <a:srgbClr val="4A4A4A"/>
            </a:solidFill>
            <a:round/>
          </a:ln>
        </p:spPr>
        <p:txBody>
          <a:bodyPr lIns="2160" tIns="1800" rIns="2160" bIns="180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601" name=""/>
          <p:cNvSpPr/>
          <p:nvPr/>
        </p:nvSpPr>
        <p:spPr>
          <a:xfrm>
            <a:off x="5531040" y="1577160"/>
            <a:ext cx="0" cy="0"/>
          </a:xfrm>
          <a:custGeom>
            <a:avLst/>
            <a:gdLst/>
            <a:ahLst/>
            <a:rect l="0" t="0" r="r" b="b"/>
            <a:pathLst>
              <a:path fill="none" w="0" h="0">
                <a:moveTo>
                  <a:pt x="0" y="0"/>
                </a:moveTo>
              </a:path>
            </a:pathLst>
          </a:custGeom>
          <a:ln w="4680">
            <a:solidFill>
              <a:srgbClr val="4A4A4A"/>
            </a:solidFill>
            <a:round/>
          </a:ln>
        </p:spPr>
        <p:txBody>
          <a:bodyPr lIns="2160" tIns="-2160" rIns="2160" bIns="-21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602" name=""/>
          <p:cNvSpPr/>
          <p:nvPr/>
        </p:nvSpPr>
        <p:spPr>
          <a:xfrm>
            <a:off x="5529960" y="1577160"/>
            <a:ext cx="0" cy="0"/>
          </a:xfrm>
          <a:custGeom>
            <a:avLst/>
            <a:gdLst/>
            <a:ahLst/>
            <a:rect l="0" t="0" r="r" b="b"/>
            <a:pathLst>
              <a:path fill="none" w="0" h="0">
                <a:moveTo>
                  <a:pt x="0" y="0"/>
                </a:moveTo>
              </a:path>
            </a:pathLst>
          </a:custGeom>
          <a:ln w="4680">
            <a:solidFill>
              <a:srgbClr val="4A4A4A"/>
            </a:solidFill>
            <a:round/>
          </a:ln>
        </p:spPr>
        <p:txBody>
          <a:bodyPr lIns="2160" tIns="-2160" rIns="2160" bIns="-21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603" name=""/>
          <p:cNvSpPr/>
          <p:nvPr/>
        </p:nvSpPr>
        <p:spPr>
          <a:xfrm>
            <a:off x="5530680" y="1576800"/>
            <a:ext cx="360" cy="360"/>
          </a:xfrm>
          <a:custGeom>
            <a:avLst/>
            <a:gdLst/>
            <a:ahLst/>
            <a:rect l="0" t="0" r="r" b="b"/>
            <a:pathLst>
              <a:path fill="none" w="1" h="1">
                <a:moveTo>
                  <a:pt x="1" y="1"/>
                </a:moveTo>
                <a:lnTo>
                  <a:pt x="0" y="1"/>
                </a:lnTo>
                <a:lnTo>
                  <a:pt x="1" y="0"/>
                </a:lnTo>
                <a:lnTo>
                  <a:pt x="0" y="0"/>
                </a:lnTo>
                <a:lnTo>
                  <a:pt x="1" y="0"/>
                </a:lnTo>
                <a:lnTo>
                  <a:pt x="1" y="1"/>
                </a:lnTo>
              </a:path>
            </a:pathLst>
          </a:custGeom>
          <a:ln w="4680">
            <a:solidFill>
              <a:srgbClr val="4A4A4A"/>
            </a:solidFill>
            <a:round/>
          </a:ln>
        </p:spPr>
        <p:txBody>
          <a:bodyPr lIns="2160" tIns="-1800" rIns="2160" bIns="-180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604" name=""/>
          <p:cNvSpPr/>
          <p:nvPr/>
        </p:nvSpPr>
        <p:spPr>
          <a:xfrm>
            <a:off x="5529240" y="1576080"/>
            <a:ext cx="360" cy="0"/>
          </a:xfrm>
          <a:prstGeom prst="line">
            <a:avLst/>
          </a:prstGeom>
          <a:ln w="4680">
            <a:solidFill>
              <a:srgbClr val="4A4A4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2160" tIns="-2160" rIns="2160" bIns="-21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605" name=""/>
          <p:cNvSpPr/>
          <p:nvPr/>
        </p:nvSpPr>
        <p:spPr>
          <a:xfrm>
            <a:off x="5552280" y="1575360"/>
            <a:ext cx="0" cy="0"/>
          </a:xfrm>
          <a:custGeom>
            <a:avLst/>
            <a:gdLst/>
            <a:ahLst/>
            <a:rect l="0" t="0" r="r" b="b"/>
            <a:pathLst>
              <a:path fill="none" w="0" h="0">
                <a:moveTo>
                  <a:pt x="0" y="0"/>
                </a:moveTo>
              </a:path>
            </a:pathLst>
          </a:custGeom>
          <a:ln w="4680">
            <a:solidFill>
              <a:srgbClr val="4A4A4A"/>
            </a:solidFill>
            <a:round/>
          </a:ln>
        </p:spPr>
        <p:txBody>
          <a:bodyPr lIns="2160" tIns="-2160" rIns="2160" bIns="-21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606" name=""/>
          <p:cNvSpPr/>
          <p:nvPr/>
        </p:nvSpPr>
        <p:spPr>
          <a:xfrm>
            <a:off x="5537160" y="1574640"/>
            <a:ext cx="1440" cy="1440"/>
          </a:xfrm>
          <a:custGeom>
            <a:avLst/>
            <a:gdLst/>
            <a:ahLst/>
            <a:rect l="0" t="0" r="r" b="b"/>
            <a:pathLst>
              <a:path fill="none" w="4" h="4">
                <a:moveTo>
                  <a:pt x="2" y="2"/>
                </a:moveTo>
                <a:lnTo>
                  <a:pt x="4" y="2"/>
                </a:lnTo>
                <a:lnTo>
                  <a:pt x="2" y="4"/>
                </a:lnTo>
                <a:lnTo>
                  <a:pt x="0" y="2"/>
                </a:lnTo>
                <a:lnTo>
                  <a:pt x="2" y="2"/>
                </a:lnTo>
                <a:lnTo>
                  <a:pt x="2" y="0"/>
                </a:lnTo>
                <a:lnTo>
                  <a:pt x="2" y="2"/>
                </a:lnTo>
              </a:path>
            </a:pathLst>
          </a:custGeom>
          <a:ln w="4680">
            <a:solidFill>
              <a:srgbClr val="4A4A4A"/>
            </a:solidFill>
            <a:round/>
          </a:ln>
        </p:spPr>
        <p:txBody>
          <a:bodyPr lIns="2160" tIns="-720" rIns="2160" bIns="-7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607" name=""/>
          <p:cNvSpPr/>
          <p:nvPr/>
        </p:nvSpPr>
        <p:spPr>
          <a:xfrm>
            <a:off x="5542920" y="1573920"/>
            <a:ext cx="360" cy="360"/>
          </a:xfrm>
          <a:custGeom>
            <a:avLst/>
            <a:gdLst/>
            <a:ahLst/>
            <a:rect l="0" t="0" r="r" b="b"/>
            <a:pathLst>
              <a:path fill="none" w="1" h="1">
                <a:moveTo>
                  <a:pt x="1" y="0"/>
                </a:moveTo>
                <a:lnTo>
                  <a:pt x="1" y="1"/>
                </a:lnTo>
                <a:lnTo>
                  <a:pt x="1" y="0"/>
                </a:lnTo>
                <a:lnTo>
                  <a:pt x="0" y="0"/>
                </a:lnTo>
                <a:lnTo>
                  <a:pt x="1" y="0"/>
                </a:lnTo>
              </a:path>
            </a:pathLst>
          </a:custGeom>
          <a:ln w="4680">
            <a:solidFill>
              <a:srgbClr val="4A4A4A"/>
            </a:solidFill>
            <a:round/>
          </a:ln>
        </p:spPr>
        <p:txBody>
          <a:bodyPr lIns="2160" tIns="-1800" rIns="2160" bIns="-180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608" name=""/>
          <p:cNvSpPr/>
          <p:nvPr/>
        </p:nvSpPr>
        <p:spPr>
          <a:xfrm>
            <a:off x="5541120" y="1573200"/>
            <a:ext cx="360" cy="360"/>
          </a:xfrm>
          <a:custGeom>
            <a:avLst/>
            <a:gdLst/>
            <a:ahLst/>
            <a:rect l="0" t="0" r="r" b="b"/>
            <a:pathLst>
              <a:path fill="none" w="1" h="1">
                <a:moveTo>
                  <a:pt x="0" y="0"/>
                </a:moveTo>
                <a:lnTo>
                  <a:pt x="0" y="1"/>
                </a:lnTo>
                <a:lnTo>
                  <a:pt x="0" y="0"/>
                </a:lnTo>
                <a:lnTo>
                  <a:pt x="1" y="0"/>
                </a:lnTo>
                <a:lnTo>
                  <a:pt x="0" y="0"/>
                </a:lnTo>
              </a:path>
            </a:pathLst>
          </a:custGeom>
          <a:ln w="4680">
            <a:solidFill>
              <a:srgbClr val="4A4A4A"/>
            </a:solidFill>
            <a:round/>
          </a:ln>
        </p:spPr>
        <p:txBody>
          <a:bodyPr lIns="2160" tIns="-1800" rIns="2160" bIns="-180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609" name=""/>
          <p:cNvSpPr/>
          <p:nvPr/>
        </p:nvSpPr>
        <p:spPr>
          <a:xfrm>
            <a:off x="5693760" y="1573200"/>
            <a:ext cx="360" cy="0"/>
          </a:xfrm>
          <a:prstGeom prst="line">
            <a:avLst/>
          </a:prstGeom>
          <a:ln w="4680">
            <a:solidFill>
              <a:srgbClr val="4A4A4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2160" tIns="-2160" rIns="2160" bIns="-21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610" name=""/>
          <p:cNvSpPr/>
          <p:nvPr/>
        </p:nvSpPr>
        <p:spPr>
          <a:xfrm>
            <a:off x="5690880" y="1569960"/>
            <a:ext cx="2880" cy="2520"/>
          </a:xfrm>
          <a:custGeom>
            <a:avLst/>
            <a:gdLst/>
            <a:ahLst/>
            <a:rect l="0" t="0" r="r" b="b"/>
            <a:pathLst>
              <a:path fill="none" w="8" h="7">
                <a:moveTo>
                  <a:pt x="6" y="1"/>
                </a:moveTo>
                <a:lnTo>
                  <a:pt x="6" y="3"/>
                </a:lnTo>
                <a:lnTo>
                  <a:pt x="6" y="4"/>
                </a:lnTo>
                <a:lnTo>
                  <a:pt x="6" y="5"/>
                </a:lnTo>
                <a:lnTo>
                  <a:pt x="7" y="5"/>
                </a:lnTo>
                <a:lnTo>
                  <a:pt x="8" y="5"/>
                </a:lnTo>
                <a:lnTo>
                  <a:pt x="8" y="6"/>
                </a:lnTo>
                <a:lnTo>
                  <a:pt x="8" y="7"/>
                </a:lnTo>
                <a:lnTo>
                  <a:pt x="7" y="7"/>
                </a:lnTo>
                <a:lnTo>
                  <a:pt x="6" y="6"/>
                </a:lnTo>
                <a:lnTo>
                  <a:pt x="5" y="6"/>
                </a:lnTo>
                <a:lnTo>
                  <a:pt x="4" y="6"/>
                </a:lnTo>
                <a:lnTo>
                  <a:pt x="4" y="5"/>
                </a:lnTo>
                <a:lnTo>
                  <a:pt x="3" y="5"/>
                </a:lnTo>
                <a:lnTo>
                  <a:pt x="1" y="4"/>
                </a:lnTo>
                <a:lnTo>
                  <a:pt x="1" y="3"/>
                </a:lnTo>
                <a:lnTo>
                  <a:pt x="0" y="1"/>
                </a:lnTo>
                <a:lnTo>
                  <a:pt x="1" y="1"/>
                </a:lnTo>
                <a:lnTo>
                  <a:pt x="3" y="1"/>
                </a:lnTo>
                <a:lnTo>
                  <a:pt x="4" y="1"/>
                </a:lnTo>
                <a:lnTo>
                  <a:pt x="5" y="1"/>
                </a:lnTo>
                <a:lnTo>
                  <a:pt x="5" y="0"/>
                </a:lnTo>
                <a:lnTo>
                  <a:pt x="6" y="0"/>
                </a:lnTo>
                <a:lnTo>
                  <a:pt x="6" y="1"/>
                </a:lnTo>
              </a:path>
            </a:pathLst>
          </a:custGeom>
          <a:ln w="4680">
            <a:solidFill>
              <a:srgbClr val="4A4A4A"/>
            </a:solidFill>
            <a:round/>
          </a:ln>
        </p:spPr>
        <p:txBody>
          <a:bodyPr lIns="2160" tIns="360" rIns="2160" bIns="3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611" name=""/>
          <p:cNvSpPr/>
          <p:nvPr/>
        </p:nvSpPr>
        <p:spPr>
          <a:xfrm>
            <a:off x="5545440" y="1569600"/>
            <a:ext cx="0" cy="0"/>
          </a:xfrm>
          <a:custGeom>
            <a:avLst/>
            <a:gdLst/>
            <a:ahLst/>
            <a:rect l="0" t="0" r="r" b="b"/>
            <a:pathLst>
              <a:path fill="none" w="0" h="0">
                <a:moveTo>
                  <a:pt x="0" y="0"/>
                </a:moveTo>
              </a:path>
            </a:pathLst>
          </a:custGeom>
          <a:ln w="4680">
            <a:solidFill>
              <a:srgbClr val="4A4A4A"/>
            </a:solidFill>
            <a:round/>
          </a:ln>
        </p:spPr>
        <p:txBody>
          <a:bodyPr lIns="2160" tIns="-2160" rIns="2160" bIns="-21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612" name=""/>
          <p:cNvSpPr/>
          <p:nvPr/>
        </p:nvSpPr>
        <p:spPr>
          <a:xfrm>
            <a:off x="5663520" y="1567800"/>
            <a:ext cx="1080" cy="1440"/>
          </a:xfrm>
          <a:custGeom>
            <a:avLst/>
            <a:gdLst/>
            <a:ahLst/>
            <a:rect l="0" t="0" r="r" b="b"/>
            <a:pathLst>
              <a:path fill="none" w="3" h="4">
                <a:moveTo>
                  <a:pt x="2" y="4"/>
                </a:moveTo>
                <a:lnTo>
                  <a:pt x="0" y="4"/>
                </a:lnTo>
                <a:lnTo>
                  <a:pt x="0" y="3"/>
                </a:lnTo>
                <a:lnTo>
                  <a:pt x="2" y="3"/>
                </a:lnTo>
                <a:lnTo>
                  <a:pt x="2" y="1"/>
                </a:lnTo>
                <a:lnTo>
                  <a:pt x="2" y="0"/>
                </a:lnTo>
                <a:lnTo>
                  <a:pt x="3" y="0"/>
                </a:lnTo>
                <a:lnTo>
                  <a:pt x="3" y="1"/>
                </a:lnTo>
                <a:lnTo>
                  <a:pt x="3" y="3"/>
                </a:lnTo>
                <a:lnTo>
                  <a:pt x="2" y="3"/>
                </a:lnTo>
                <a:lnTo>
                  <a:pt x="2" y="4"/>
                </a:lnTo>
              </a:path>
            </a:pathLst>
          </a:custGeom>
          <a:ln w="4680">
            <a:solidFill>
              <a:srgbClr val="4A4A4A"/>
            </a:solidFill>
            <a:round/>
          </a:ln>
        </p:spPr>
        <p:txBody>
          <a:bodyPr lIns="2160" tIns="-720" rIns="2160" bIns="-7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613" name=""/>
          <p:cNvSpPr/>
          <p:nvPr/>
        </p:nvSpPr>
        <p:spPr>
          <a:xfrm>
            <a:off x="5660280" y="1562040"/>
            <a:ext cx="1800" cy="2160"/>
          </a:xfrm>
          <a:custGeom>
            <a:avLst/>
            <a:gdLst/>
            <a:ahLst/>
            <a:rect l="0" t="0" r="r" b="b"/>
            <a:pathLst>
              <a:path fill="none" w="5" h="6">
                <a:moveTo>
                  <a:pt x="1" y="0"/>
                </a:moveTo>
                <a:lnTo>
                  <a:pt x="3" y="2"/>
                </a:lnTo>
                <a:lnTo>
                  <a:pt x="4" y="3"/>
                </a:lnTo>
                <a:lnTo>
                  <a:pt x="5" y="6"/>
                </a:lnTo>
                <a:lnTo>
                  <a:pt x="5" y="4"/>
                </a:lnTo>
                <a:lnTo>
                  <a:pt x="4" y="4"/>
                </a:lnTo>
                <a:lnTo>
                  <a:pt x="3" y="3"/>
                </a:lnTo>
                <a:lnTo>
                  <a:pt x="1" y="0"/>
                </a:lnTo>
                <a:lnTo>
                  <a:pt x="0" y="0"/>
                </a:lnTo>
                <a:lnTo>
                  <a:pt x="1" y="0"/>
                </a:lnTo>
              </a:path>
            </a:pathLst>
          </a:custGeom>
          <a:ln w="4680">
            <a:solidFill>
              <a:srgbClr val="4A4A4A"/>
            </a:solidFill>
            <a:round/>
          </a:ln>
        </p:spPr>
        <p:txBody>
          <a:bodyPr lIns="2160" tIns="0" rIns="216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614" name=""/>
          <p:cNvSpPr/>
          <p:nvPr/>
        </p:nvSpPr>
        <p:spPr>
          <a:xfrm>
            <a:off x="5688720" y="1556280"/>
            <a:ext cx="0" cy="360"/>
          </a:xfrm>
          <a:prstGeom prst="line">
            <a:avLst/>
          </a:prstGeom>
          <a:ln w="4680">
            <a:solidFill>
              <a:srgbClr val="4A4A4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2160" tIns="-1800" rIns="2160" bIns="-180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615" name=""/>
          <p:cNvSpPr/>
          <p:nvPr/>
        </p:nvSpPr>
        <p:spPr>
          <a:xfrm>
            <a:off x="5687640" y="1555920"/>
            <a:ext cx="1440" cy="1440"/>
          </a:xfrm>
          <a:custGeom>
            <a:avLst/>
            <a:gdLst/>
            <a:ahLst/>
            <a:rect l="0" t="0" r="r" b="b"/>
            <a:pathLst>
              <a:path fill="none" w="4" h="4">
                <a:moveTo>
                  <a:pt x="4" y="0"/>
                </a:moveTo>
                <a:lnTo>
                  <a:pt x="4" y="1"/>
                </a:lnTo>
                <a:lnTo>
                  <a:pt x="4" y="2"/>
                </a:lnTo>
                <a:lnTo>
                  <a:pt x="4" y="4"/>
                </a:lnTo>
                <a:lnTo>
                  <a:pt x="3" y="4"/>
                </a:lnTo>
                <a:lnTo>
                  <a:pt x="3" y="2"/>
                </a:lnTo>
                <a:lnTo>
                  <a:pt x="2" y="2"/>
                </a:lnTo>
                <a:lnTo>
                  <a:pt x="2" y="1"/>
                </a:lnTo>
                <a:lnTo>
                  <a:pt x="0" y="1"/>
                </a:lnTo>
                <a:lnTo>
                  <a:pt x="2" y="0"/>
                </a:lnTo>
                <a:lnTo>
                  <a:pt x="2" y="1"/>
                </a:lnTo>
                <a:lnTo>
                  <a:pt x="2" y="0"/>
                </a:lnTo>
                <a:lnTo>
                  <a:pt x="3" y="0"/>
                </a:lnTo>
                <a:lnTo>
                  <a:pt x="4" y="0"/>
                </a:lnTo>
              </a:path>
            </a:pathLst>
          </a:custGeom>
          <a:ln w="4680">
            <a:solidFill>
              <a:srgbClr val="4A4A4A"/>
            </a:solidFill>
            <a:round/>
          </a:ln>
        </p:spPr>
        <p:txBody>
          <a:bodyPr lIns="2160" tIns="-720" rIns="2160" bIns="-7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616" name=""/>
          <p:cNvSpPr/>
          <p:nvPr/>
        </p:nvSpPr>
        <p:spPr>
          <a:xfrm>
            <a:off x="5589720" y="1555560"/>
            <a:ext cx="360" cy="360"/>
          </a:xfrm>
          <a:custGeom>
            <a:avLst/>
            <a:gdLst/>
            <a:ahLst/>
            <a:rect l="0" t="0" r="r" b="b"/>
            <a:pathLst>
              <a:path fill="none" w="1" h="1">
                <a:moveTo>
                  <a:pt x="1" y="0"/>
                </a:moveTo>
                <a:lnTo>
                  <a:pt x="1" y="1"/>
                </a:lnTo>
                <a:lnTo>
                  <a:pt x="0" y="1"/>
                </a:lnTo>
                <a:lnTo>
                  <a:pt x="1" y="0"/>
                </a:lnTo>
              </a:path>
            </a:pathLst>
          </a:custGeom>
          <a:ln w="4680">
            <a:solidFill>
              <a:srgbClr val="4A4A4A"/>
            </a:solidFill>
            <a:round/>
          </a:ln>
        </p:spPr>
        <p:txBody>
          <a:bodyPr lIns="2160" tIns="-1800" rIns="2160" bIns="-180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617" name=""/>
          <p:cNvSpPr/>
          <p:nvPr/>
        </p:nvSpPr>
        <p:spPr>
          <a:xfrm>
            <a:off x="5590080" y="1555200"/>
            <a:ext cx="360" cy="360"/>
          </a:xfrm>
          <a:custGeom>
            <a:avLst/>
            <a:gdLst/>
            <a:ahLst/>
            <a:rect l="0" t="0" r="r" b="b"/>
            <a:pathLst>
              <a:path fill="none" w="1" h="1">
                <a:moveTo>
                  <a:pt x="1" y="0"/>
                </a:moveTo>
                <a:lnTo>
                  <a:pt x="0" y="1"/>
                </a:lnTo>
                <a:lnTo>
                  <a:pt x="0" y="0"/>
                </a:lnTo>
                <a:lnTo>
                  <a:pt x="1" y="0"/>
                </a:lnTo>
              </a:path>
            </a:pathLst>
          </a:custGeom>
          <a:ln w="4680">
            <a:solidFill>
              <a:srgbClr val="4A4A4A"/>
            </a:solidFill>
            <a:round/>
          </a:ln>
        </p:spPr>
        <p:txBody>
          <a:bodyPr lIns="2160" tIns="-1800" rIns="2160" bIns="-180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618" name=""/>
          <p:cNvSpPr/>
          <p:nvPr/>
        </p:nvSpPr>
        <p:spPr>
          <a:xfrm>
            <a:off x="5585040" y="1550880"/>
            <a:ext cx="0" cy="360"/>
          </a:xfrm>
          <a:prstGeom prst="line">
            <a:avLst/>
          </a:prstGeom>
          <a:ln w="4680">
            <a:solidFill>
              <a:srgbClr val="4A4A4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2160" tIns="-1800" rIns="2160" bIns="-180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619" name=""/>
          <p:cNvSpPr/>
          <p:nvPr/>
        </p:nvSpPr>
        <p:spPr>
          <a:xfrm>
            <a:off x="5581440" y="1550880"/>
            <a:ext cx="5400" cy="2520"/>
          </a:xfrm>
          <a:custGeom>
            <a:avLst/>
            <a:gdLst/>
            <a:ahLst/>
            <a:rect l="0" t="0" r="r" b="b"/>
            <a:pathLst>
              <a:path fill="none" w="15" h="7">
                <a:moveTo>
                  <a:pt x="13" y="0"/>
                </a:moveTo>
                <a:lnTo>
                  <a:pt x="13" y="1"/>
                </a:lnTo>
                <a:lnTo>
                  <a:pt x="13" y="2"/>
                </a:lnTo>
                <a:lnTo>
                  <a:pt x="13" y="1"/>
                </a:lnTo>
                <a:lnTo>
                  <a:pt x="14" y="1"/>
                </a:lnTo>
                <a:lnTo>
                  <a:pt x="14" y="2"/>
                </a:lnTo>
                <a:lnTo>
                  <a:pt x="15" y="2"/>
                </a:lnTo>
                <a:lnTo>
                  <a:pt x="14" y="2"/>
                </a:lnTo>
                <a:lnTo>
                  <a:pt x="13" y="2"/>
                </a:lnTo>
                <a:lnTo>
                  <a:pt x="13" y="4"/>
                </a:lnTo>
                <a:lnTo>
                  <a:pt x="14" y="4"/>
                </a:lnTo>
                <a:lnTo>
                  <a:pt x="14" y="5"/>
                </a:lnTo>
                <a:lnTo>
                  <a:pt x="13" y="5"/>
                </a:lnTo>
                <a:lnTo>
                  <a:pt x="14" y="5"/>
                </a:lnTo>
                <a:lnTo>
                  <a:pt x="14" y="6"/>
                </a:lnTo>
                <a:lnTo>
                  <a:pt x="13" y="7"/>
                </a:lnTo>
                <a:lnTo>
                  <a:pt x="13" y="6"/>
                </a:lnTo>
                <a:lnTo>
                  <a:pt x="11" y="6"/>
                </a:lnTo>
                <a:lnTo>
                  <a:pt x="11" y="7"/>
                </a:lnTo>
                <a:lnTo>
                  <a:pt x="11" y="6"/>
                </a:lnTo>
                <a:lnTo>
                  <a:pt x="10" y="6"/>
                </a:lnTo>
                <a:lnTo>
                  <a:pt x="9" y="6"/>
                </a:lnTo>
                <a:lnTo>
                  <a:pt x="8" y="6"/>
                </a:lnTo>
                <a:lnTo>
                  <a:pt x="8" y="7"/>
                </a:lnTo>
                <a:lnTo>
                  <a:pt x="7" y="7"/>
                </a:lnTo>
                <a:lnTo>
                  <a:pt x="6" y="7"/>
                </a:lnTo>
                <a:lnTo>
                  <a:pt x="6" y="6"/>
                </a:lnTo>
                <a:lnTo>
                  <a:pt x="5" y="6"/>
                </a:lnTo>
                <a:lnTo>
                  <a:pt x="4" y="6"/>
                </a:lnTo>
                <a:lnTo>
                  <a:pt x="3" y="6"/>
                </a:lnTo>
                <a:lnTo>
                  <a:pt x="2" y="6"/>
                </a:lnTo>
                <a:lnTo>
                  <a:pt x="1" y="6"/>
                </a:lnTo>
                <a:lnTo>
                  <a:pt x="0" y="6"/>
                </a:lnTo>
                <a:lnTo>
                  <a:pt x="0" y="5"/>
                </a:lnTo>
                <a:lnTo>
                  <a:pt x="1" y="5"/>
                </a:lnTo>
                <a:lnTo>
                  <a:pt x="2" y="4"/>
                </a:lnTo>
                <a:lnTo>
                  <a:pt x="3" y="2"/>
                </a:lnTo>
                <a:lnTo>
                  <a:pt x="3" y="4"/>
                </a:lnTo>
                <a:lnTo>
                  <a:pt x="3" y="2"/>
                </a:lnTo>
                <a:lnTo>
                  <a:pt x="4" y="2"/>
                </a:lnTo>
                <a:lnTo>
                  <a:pt x="4" y="4"/>
                </a:lnTo>
                <a:lnTo>
                  <a:pt x="5" y="5"/>
                </a:lnTo>
                <a:lnTo>
                  <a:pt x="6" y="5"/>
                </a:lnTo>
                <a:lnTo>
                  <a:pt x="6" y="4"/>
                </a:lnTo>
                <a:lnTo>
                  <a:pt x="7" y="2"/>
                </a:lnTo>
                <a:lnTo>
                  <a:pt x="7" y="1"/>
                </a:lnTo>
                <a:lnTo>
                  <a:pt x="8" y="1"/>
                </a:lnTo>
                <a:lnTo>
                  <a:pt x="9" y="1"/>
                </a:lnTo>
                <a:lnTo>
                  <a:pt x="9" y="2"/>
                </a:lnTo>
                <a:lnTo>
                  <a:pt x="10" y="1"/>
                </a:lnTo>
                <a:lnTo>
                  <a:pt x="11" y="0"/>
                </a:lnTo>
                <a:lnTo>
                  <a:pt x="13" y="0"/>
                </a:lnTo>
              </a:path>
            </a:pathLst>
          </a:custGeom>
          <a:ln w="4680">
            <a:solidFill>
              <a:srgbClr val="4A4A4A"/>
            </a:solidFill>
            <a:round/>
          </a:ln>
        </p:spPr>
        <p:txBody>
          <a:bodyPr lIns="2160" tIns="360" rIns="2160" bIns="3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620" name=""/>
          <p:cNvSpPr/>
          <p:nvPr/>
        </p:nvSpPr>
        <p:spPr>
          <a:xfrm>
            <a:off x="5638680" y="1550160"/>
            <a:ext cx="1080" cy="1080"/>
          </a:xfrm>
          <a:custGeom>
            <a:avLst/>
            <a:gdLst/>
            <a:ahLst/>
            <a:rect l="0" t="0" r="r" b="b"/>
            <a:pathLst>
              <a:path fill="none" w="3" h="3">
                <a:moveTo>
                  <a:pt x="3" y="2"/>
                </a:moveTo>
                <a:lnTo>
                  <a:pt x="3" y="3"/>
                </a:lnTo>
                <a:lnTo>
                  <a:pt x="1" y="3"/>
                </a:lnTo>
                <a:lnTo>
                  <a:pt x="3" y="3"/>
                </a:lnTo>
                <a:lnTo>
                  <a:pt x="1" y="3"/>
                </a:lnTo>
                <a:lnTo>
                  <a:pt x="1" y="2"/>
                </a:lnTo>
                <a:lnTo>
                  <a:pt x="0" y="2"/>
                </a:lnTo>
                <a:lnTo>
                  <a:pt x="1" y="0"/>
                </a:lnTo>
                <a:lnTo>
                  <a:pt x="3" y="0"/>
                </a:lnTo>
                <a:lnTo>
                  <a:pt x="3" y="2"/>
                </a:lnTo>
              </a:path>
            </a:pathLst>
          </a:custGeom>
          <a:ln w="4680">
            <a:solidFill>
              <a:srgbClr val="4A4A4A"/>
            </a:solidFill>
            <a:round/>
          </a:ln>
        </p:spPr>
        <p:txBody>
          <a:bodyPr lIns="2160" tIns="-1080" rIns="2160" bIns="-108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621" name=""/>
          <p:cNvSpPr/>
          <p:nvPr/>
        </p:nvSpPr>
        <p:spPr>
          <a:xfrm>
            <a:off x="5653800" y="1550160"/>
            <a:ext cx="0" cy="360"/>
          </a:xfrm>
          <a:prstGeom prst="line">
            <a:avLst/>
          </a:prstGeom>
          <a:ln w="4680">
            <a:solidFill>
              <a:srgbClr val="4A4A4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2160" tIns="-1800" rIns="2160" bIns="-180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622" name=""/>
          <p:cNvSpPr/>
          <p:nvPr/>
        </p:nvSpPr>
        <p:spPr>
          <a:xfrm>
            <a:off x="5640840" y="1548720"/>
            <a:ext cx="360" cy="360"/>
          </a:xfrm>
          <a:custGeom>
            <a:avLst/>
            <a:gdLst/>
            <a:ahLst/>
            <a:rect l="0" t="0" r="r" b="b"/>
            <a:pathLst>
              <a:path fill="none" w="1" h="1">
                <a:moveTo>
                  <a:pt x="1" y="0"/>
                </a:moveTo>
                <a:lnTo>
                  <a:pt x="0" y="0"/>
                </a:lnTo>
                <a:lnTo>
                  <a:pt x="0" y="1"/>
                </a:lnTo>
                <a:lnTo>
                  <a:pt x="0" y="0"/>
                </a:lnTo>
                <a:lnTo>
                  <a:pt x="1" y="0"/>
                </a:lnTo>
              </a:path>
            </a:pathLst>
          </a:custGeom>
          <a:ln w="4680">
            <a:solidFill>
              <a:srgbClr val="4A4A4A"/>
            </a:solidFill>
            <a:round/>
          </a:ln>
        </p:spPr>
        <p:txBody>
          <a:bodyPr lIns="2160" tIns="-1800" rIns="2160" bIns="-180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623" name=""/>
          <p:cNvSpPr/>
          <p:nvPr/>
        </p:nvSpPr>
        <p:spPr>
          <a:xfrm>
            <a:off x="5643000" y="1548720"/>
            <a:ext cx="360" cy="360"/>
          </a:xfrm>
          <a:custGeom>
            <a:avLst/>
            <a:gdLst/>
            <a:ahLst/>
            <a:rect l="0" t="0" r="r" b="b"/>
            <a:pathLst>
              <a:path fill="none" w="1" h="1">
                <a:moveTo>
                  <a:pt x="1" y="0"/>
                </a:moveTo>
                <a:lnTo>
                  <a:pt x="1" y="1"/>
                </a:lnTo>
                <a:lnTo>
                  <a:pt x="0" y="1"/>
                </a:lnTo>
                <a:lnTo>
                  <a:pt x="0" y="0"/>
                </a:lnTo>
                <a:lnTo>
                  <a:pt x="1" y="0"/>
                </a:lnTo>
              </a:path>
            </a:pathLst>
          </a:custGeom>
          <a:ln w="4680">
            <a:solidFill>
              <a:srgbClr val="4A4A4A"/>
            </a:solidFill>
            <a:round/>
          </a:ln>
        </p:spPr>
        <p:txBody>
          <a:bodyPr lIns="2160" tIns="-1800" rIns="2160" bIns="-180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624" name=""/>
          <p:cNvSpPr/>
          <p:nvPr/>
        </p:nvSpPr>
        <p:spPr>
          <a:xfrm>
            <a:off x="5583960" y="1548720"/>
            <a:ext cx="360" cy="360"/>
          </a:xfrm>
          <a:custGeom>
            <a:avLst/>
            <a:gdLst/>
            <a:ahLst/>
            <a:rect l="0" t="0" r="r" b="b"/>
            <a:pathLst>
              <a:path fill="none" w="1" h="1">
                <a:moveTo>
                  <a:pt x="1" y="0"/>
                </a:moveTo>
                <a:lnTo>
                  <a:pt x="1" y="1"/>
                </a:lnTo>
                <a:lnTo>
                  <a:pt x="0" y="1"/>
                </a:lnTo>
                <a:lnTo>
                  <a:pt x="0" y="0"/>
                </a:lnTo>
                <a:lnTo>
                  <a:pt x="1" y="0"/>
                </a:lnTo>
              </a:path>
            </a:pathLst>
          </a:custGeom>
          <a:ln w="4680">
            <a:solidFill>
              <a:srgbClr val="4A4A4A"/>
            </a:solidFill>
            <a:round/>
          </a:ln>
        </p:spPr>
        <p:txBody>
          <a:bodyPr lIns="2160" tIns="-1800" rIns="2160" bIns="-180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625" name=""/>
          <p:cNvSpPr/>
          <p:nvPr/>
        </p:nvSpPr>
        <p:spPr>
          <a:xfrm>
            <a:off x="5582880" y="1548720"/>
            <a:ext cx="720" cy="720"/>
          </a:xfrm>
          <a:custGeom>
            <a:avLst/>
            <a:gdLst/>
            <a:ahLst/>
            <a:rect l="0" t="0" r="r" b="b"/>
            <a:pathLst>
              <a:path fill="none" w="2" h="2">
                <a:moveTo>
                  <a:pt x="2" y="0"/>
                </a:moveTo>
                <a:lnTo>
                  <a:pt x="2" y="2"/>
                </a:lnTo>
                <a:lnTo>
                  <a:pt x="0" y="2"/>
                </a:lnTo>
                <a:lnTo>
                  <a:pt x="0" y="0"/>
                </a:lnTo>
                <a:lnTo>
                  <a:pt x="2" y="0"/>
                </a:lnTo>
              </a:path>
            </a:pathLst>
          </a:custGeom>
          <a:ln w="4680">
            <a:solidFill>
              <a:srgbClr val="4A4A4A"/>
            </a:solidFill>
            <a:round/>
          </a:ln>
        </p:spPr>
        <p:txBody>
          <a:bodyPr lIns="2160" tIns="-1440" rIns="2160" bIns="-144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626" name=""/>
          <p:cNvSpPr/>
          <p:nvPr/>
        </p:nvSpPr>
        <p:spPr>
          <a:xfrm>
            <a:off x="5640480" y="1548720"/>
            <a:ext cx="360" cy="0"/>
          </a:xfrm>
          <a:prstGeom prst="line">
            <a:avLst/>
          </a:prstGeom>
          <a:ln w="4680">
            <a:solidFill>
              <a:srgbClr val="4A4A4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2160" tIns="-2160" rIns="2160" bIns="-21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627" name=""/>
          <p:cNvSpPr/>
          <p:nvPr/>
        </p:nvSpPr>
        <p:spPr>
          <a:xfrm>
            <a:off x="5644440" y="1548360"/>
            <a:ext cx="360" cy="360"/>
          </a:xfrm>
          <a:custGeom>
            <a:avLst/>
            <a:gdLst/>
            <a:ahLst/>
            <a:rect l="0" t="0" r="r" b="b"/>
            <a:pathLst>
              <a:path fill="none" w="1" h="1">
                <a:moveTo>
                  <a:pt x="1" y="0"/>
                </a:moveTo>
                <a:lnTo>
                  <a:pt x="0" y="0"/>
                </a:lnTo>
                <a:lnTo>
                  <a:pt x="0" y="1"/>
                </a:lnTo>
                <a:lnTo>
                  <a:pt x="0" y="0"/>
                </a:lnTo>
                <a:lnTo>
                  <a:pt x="1" y="0"/>
                </a:lnTo>
              </a:path>
            </a:pathLst>
          </a:custGeom>
          <a:ln w="4680">
            <a:solidFill>
              <a:srgbClr val="4A4A4A"/>
            </a:solidFill>
            <a:round/>
          </a:ln>
        </p:spPr>
        <p:txBody>
          <a:bodyPr lIns="2160" tIns="-1800" rIns="2160" bIns="-180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628" name=""/>
          <p:cNvSpPr/>
          <p:nvPr/>
        </p:nvSpPr>
        <p:spPr>
          <a:xfrm>
            <a:off x="5589000" y="1547280"/>
            <a:ext cx="0" cy="360"/>
          </a:xfrm>
          <a:prstGeom prst="line">
            <a:avLst/>
          </a:prstGeom>
          <a:ln w="4680">
            <a:solidFill>
              <a:srgbClr val="4A4A4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2160" tIns="-1800" rIns="2160" bIns="-180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629" name=""/>
          <p:cNvSpPr/>
          <p:nvPr/>
        </p:nvSpPr>
        <p:spPr>
          <a:xfrm>
            <a:off x="5589360" y="1546920"/>
            <a:ext cx="720" cy="360"/>
          </a:xfrm>
          <a:custGeom>
            <a:avLst/>
            <a:gdLst/>
            <a:ahLst/>
            <a:rect l="0" t="0" r="r" b="b"/>
            <a:pathLst>
              <a:path fill="none" w="2" h="1">
                <a:moveTo>
                  <a:pt x="1" y="1"/>
                </a:moveTo>
                <a:lnTo>
                  <a:pt x="0" y="1"/>
                </a:lnTo>
                <a:lnTo>
                  <a:pt x="1" y="0"/>
                </a:lnTo>
                <a:lnTo>
                  <a:pt x="2" y="0"/>
                </a:lnTo>
                <a:lnTo>
                  <a:pt x="1" y="1"/>
                </a:lnTo>
              </a:path>
            </a:pathLst>
          </a:custGeom>
          <a:ln w="4680">
            <a:solidFill>
              <a:srgbClr val="4A4A4A"/>
            </a:solidFill>
            <a:round/>
          </a:ln>
        </p:spPr>
        <p:txBody>
          <a:bodyPr lIns="2160" tIns="-1800" rIns="2160" bIns="-180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630" name=""/>
          <p:cNvSpPr/>
          <p:nvPr/>
        </p:nvSpPr>
        <p:spPr>
          <a:xfrm>
            <a:off x="5654160" y="1546920"/>
            <a:ext cx="0" cy="720"/>
          </a:xfrm>
          <a:custGeom>
            <a:avLst/>
            <a:gdLst/>
            <a:ahLst/>
            <a:rect l="0" t="0" r="r" b="b"/>
            <a:pathLst>
              <a:path fill="none" w="0" h="2">
                <a:moveTo>
                  <a:pt x="0" y="2"/>
                </a:moveTo>
                <a:lnTo>
                  <a:pt x="0" y="1"/>
                </a:lnTo>
                <a:lnTo>
                  <a:pt x="0" y="0"/>
                </a:lnTo>
                <a:lnTo>
                  <a:pt x="0" y="1"/>
                </a:lnTo>
                <a:lnTo>
                  <a:pt x="0" y="2"/>
                </a:lnTo>
              </a:path>
            </a:pathLst>
          </a:custGeom>
          <a:ln w="4680">
            <a:solidFill>
              <a:srgbClr val="4A4A4A"/>
            </a:solidFill>
            <a:round/>
          </a:ln>
        </p:spPr>
        <p:txBody>
          <a:bodyPr lIns="2160" tIns="-1440" rIns="2160" bIns="-144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631" name=""/>
          <p:cNvSpPr/>
          <p:nvPr/>
        </p:nvSpPr>
        <p:spPr>
          <a:xfrm>
            <a:off x="5640480" y="1546200"/>
            <a:ext cx="720" cy="360"/>
          </a:xfrm>
          <a:custGeom>
            <a:avLst/>
            <a:gdLst/>
            <a:ahLst/>
            <a:rect l="0" t="0" r="r" b="b"/>
            <a:pathLst>
              <a:path fill="none" w="2" h="1">
                <a:moveTo>
                  <a:pt x="2" y="0"/>
                </a:moveTo>
                <a:lnTo>
                  <a:pt x="1" y="0"/>
                </a:lnTo>
                <a:lnTo>
                  <a:pt x="1" y="1"/>
                </a:lnTo>
                <a:lnTo>
                  <a:pt x="0" y="0"/>
                </a:lnTo>
                <a:lnTo>
                  <a:pt x="1" y="0"/>
                </a:lnTo>
                <a:lnTo>
                  <a:pt x="2" y="0"/>
                </a:lnTo>
              </a:path>
            </a:pathLst>
          </a:custGeom>
          <a:ln w="4680">
            <a:solidFill>
              <a:srgbClr val="4A4A4A"/>
            </a:solidFill>
            <a:round/>
          </a:ln>
        </p:spPr>
        <p:txBody>
          <a:bodyPr lIns="2160" tIns="-1800" rIns="2160" bIns="-180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632" name=""/>
          <p:cNvSpPr/>
          <p:nvPr/>
        </p:nvSpPr>
        <p:spPr>
          <a:xfrm>
            <a:off x="5635800" y="1545840"/>
            <a:ext cx="360" cy="360"/>
          </a:xfrm>
          <a:custGeom>
            <a:avLst/>
            <a:gdLst/>
            <a:ahLst/>
            <a:rect l="0" t="0" r="r" b="b"/>
            <a:pathLst>
              <a:path fill="none" w="1" h="1">
                <a:moveTo>
                  <a:pt x="1" y="1"/>
                </a:moveTo>
                <a:lnTo>
                  <a:pt x="0" y="1"/>
                </a:lnTo>
                <a:lnTo>
                  <a:pt x="0" y="0"/>
                </a:lnTo>
                <a:lnTo>
                  <a:pt x="1" y="0"/>
                </a:lnTo>
                <a:lnTo>
                  <a:pt x="1" y="1"/>
                </a:lnTo>
              </a:path>
            </a:pathLst>
          </a:custGeom>
          <a:ln w="4680">
            <a:solidFill>
              <a:srgbClr val="4A4A4A"/>
            </a:solidFill>
            <a:round/>
          </a:ln>
        </p:spPr>
        <p:txBody>
          <a:bodyPr lIns="2160" tIns="-1800" rIns="2160" bIns="-180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633" name=""/>
          <p:cNvSpPr/>
          <p:nvPr/>
        </p:nvSpPr>
        <p:spPr>
          <a:xfrm>
            <a:off x="5639760" y="1545480"/>
            <a:ext cx="1440" cy="1440"/>
          </a:xfrm>
          <a:custGeom>
            <a:avLst/>
            <a:gdLst/>
            <a:ahLst/>
            <a:rect l="0" t="0" r="r" b="b"/>
            <a:pathLst>
              <a:path fill="none" w="4" h="4">
                <a:moveTo>
                  <a:pt x="2" y="1"/>
                </a:moveTo>
                <a:lnTo>
                  <a:pt x="4" y="1"/>
                </a:lnTo>
                <a:lnTo>
                  <a:pt x="4" y="3"/>
                </a:lnTo>
                <a:lnTo>
                  <a:pt x="4" y="4"/>
                </a:lnTo>
                <a:lnTo>
                  <a:pt x="2" y="4"/>
                </a:lnTo>
                <a:lnTo>
                  <a:pt x="2" y="3"/>
                </a:lnTo>
                <a:lnTo>
                  <a:pt x="2" y="1"/>
                </a:lnTo>
                <a:lnTo>
                  <a:pt x="0" y="1"/>
                </a:lnTo>
                <a:lnTo>
                  <a:pt x="0" y="0"/>
                </a:lnTo>
                <a:lnTo>
                  <a:pt x="2" y="0"/>
                </a:lnTo>
                <a:lnTo>
                  <a:pt x="2" y="1"/>
                </a:lnTo>
              </a:path>
            </a:pathLst>
          </a:custGeom>
          <a:ln w="4680">
            <a:solidFill>
              <a:srgbClr val="4A4A4A"/>
            </a:solidFill>
            <a:round/>
          </a:ln>
        </p:spPr>
        <p:txBody>
          <a:bodyPr lIns="2160" tIns="-720" rIns="2160" bIns="-7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634" name=""/>
          <p:cNvSpPr/>
          <p:nvPr/>
        </p:nvSpPr>
        <p:spPr>
          <a:xfrm>
            <a:off x="5594400" y="1543320"/>
            <a:ext cx="360" cy="360"/>
          </a:xfrm>
          <a:custGeom>
            <a:avLst/>
            <a:gdLst/>
            <a:ahLst/>
            <a:rect l="0" t="0" r="r" b="b"/>
            <a:pathLst>
              <a:path fill="none" w="1" h="1">
                <a:moveTo>
                  <a:pt x="1" y="1"/>
                </a:moveTo>
                <a:lnTo>
                  <a:pt x="0" y="1"/>
                </a:lnTo>
                <a:lnTo>
                  <a:pt x="0" y="0"/>
                </a:lnTo>
                <a:lnTo>
                  <a:pt x="1" y="0"/>
                </a:lnTo>
                <a:lnTo>
                  <a:pt x="1" y="1"/>
                </a:lnTo>
              </a:path>
            </a:pathLst>
          </a:custGeom>
          <a:ln w="4680">
            <a:solidFill>
              <a:srgbClr val="4A4A4A"/>
            </a:solidFill>
            <a:round/>
          </a:ln>
        </p:spPr>
        <p:txBody>
          <a:bodyPr lIns="2160" tIns="-1800" rIns="2160" bIns="-180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635" name=""/>
          <p:cNvSpPr/>
          <p:nvPr/>
        </p:nvSpPr>
        <p:spPr>
          <a:xfrm>
            <a:off x="5640120" y="1542960"/>
            <a:ext cx="1080" cy="720"/>
          </a:xfrm>
          <a:custGeom>
            <a:avLst/>
            <a:gdLst/>
            <a:ahLst/>
            <a:rect l="0" t="0" r="r" b="b"/>
            <a:pathLst>
              <a:path fill="none" w="3" h="2">
                <a:moveTo>
                  <a:pt x="1" y="2"/>
                </a:moveTo>
                <a:lnTo>
                  <a:pt x="0" y="2"/>
                </a:lnTo>
                <a:lnTo>
                  <a:pt x="1" y="2"/>
                </a:lnTo>
                <a:lnTo>
                  <a:pt x="1" y="0"/>
                </a:lnTo>
                <a:lnTo>
                  <a:pt x="3" y="0"/>
                </a:lnTo>
                <a:lnTo>
                  <a:pt x="1" y="0"/>
                </a:lnTo>
                <a:lnTo>
                  <a:pt x="1" y="2"/>
                </a:lnTo>
              </a:path>
            </a:pathLst>
          </a:custGeom>
          <a:ln w="4680">
            <a:solidFill>
              <a:srgbClr val="4A4A4A"/>
            </a:solidFill>
            <a:round/>
          </a:ln>
        </p:spPr>
        <p:txBody>
          <a:bodyPr lIns="2160" tIns="-1440" rIns="2160" bIns="-144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636" name=""/>
          <p:cNvSpPr/>
          <p:nvPr/>
        </p:nvSpPr>
        <p:spPr>
          <a:xfrm>
            <a:off x="5598000" y="1541880"/>
            <a:ext cx="360" cy="360"/>
          </a:xfrm>
          <a:custGeom>
            <a:avLst/>
            <a:gdLst/>
            <a:ahLst/>
            <a:rect l="0" t="0" r="r" b="b"/>
            <a:pathLst>
              <a:path fill="none" w="1" h="1">
                <a:moveTo>
                  <a:pt x="0" y="0"/>
                </a:moveTo>
                <a:lnTo>
                  <a:pt x="1" y="0"/>
                </a:lnTo>
                <a:lnTo>
                  <a:pt x="0" y="0"/>
                </a:lnTo>
                <a:lnTo>
                  <a:pt x="0" y="1"/>
                </a:lnTo>
                <a:lnTo>
                  <a:pt x="0" y="0"/>
                </a:lnTo>
              </a:path>
            </a:pathLst>
          </a:custGeom>
          <a:ln w="4680">
            <a:solidFill>
              <a:srgbClr val="4A4A4A"/>
            </a:solidFill>
            <a:round/>
          </a:ln>
        </p:spPr>
        <p:txBody>
          <a:bodyPr lIns="2160" tIns="-1800" rIns="2160" bIns="-180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637" name=""/>
          <p:cNvSpPr/>
          <p:nvPr/>
        </p:nvSpPr>
        <p:spPr>
          <a:xfrm>
            <a:off x="5597280" y="1541880"/>
            <a:ext cx="360" cy="0"/>
          </a:xfrm>
          <a:prstGeom prst="line">
            <a:avLst/>
          </a:prstGeom>
          <a:ln w="4680">
            <a:solidFill>
              <a:srgbClr val="4A4A4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2160" tIns="-2160" rIns="2160" bIns="-21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638" name=""/>
          <p:cNvSpPr/>
          <p:nvPr/>
        </p:nvSpPr>
        <p:spPr>
          <a:xfrm>
            <a:off x="5598360" y="1541520"/>
            <a:ext cx="0" cy="0"/>
          </a:xfrm>
          <a:custGeom>
            <a:avLst/>
            <a:gdLst/>
            <a:ahLst/>
            <a:rect l="0" t="0" r="r" b="b"/>
            <a:pathLst>
              <a:path fill="none" w="0" h="0">
                <a:moveTo>
                  <a:pt x="0" y="0"/>
                </a:moveTo>
              </a:path>
            </a:pathLst>
          </a:custGeom>
          <a:ln w="4680">
            <a:solidFill>
              <a:srgbClr val="4A4A4A"/>
            </a:solidFill>
            <a:round/>
          </a:ln>
        </p:spPr>
        <p:txBody>
          <a:bodyPr lIns="2160" tIns="-2160" rIns="2160" bIns="-21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639" name=""/>
          <p:cNvSpPr/>
          <p:nvPr/>
        </p:nvSpPr>
        <p:spPr>
          <a:xfrm>
            <a:off x="5596920" y="1541160"/>
            <a:ext cx="360" cy="720"/>
          </a:xfrm>
          <a:custGeom>
            <a:avLst/>
            <a:gdLst/>
            <a:ahLst/>
            <a:rect l="0" t="0" r="r" b="b"/>
            <a:pathLst>
              <a:path fill="none" w="1" h="2">
                <a:moveTo>
                  <a:pt x="0" y="2"/>
                </a:moveTo>
                <a:lnTo>
                  <a:pt x="0" y="1"/>
                </a:lnTo>
                <a:lnTo>
                  <a:pt x="0" y="0"/>
                </a:lnTo>
                <a:lnTo>
                  <a:pt x="0" y="1"/>
                </a:lnTo>
                <a:lnTo>
                  <a:pt x="1" y="1"/>
                </a:lnTo>
                <a:lnTo>
                  <a:pt x="1" y="2"/>
                </a:lnTo>
                <a:lnTo>
                  <a:pt x="0" y="2"/>
                </a:lnTo>
              </a:path>
            </a:pathLst>
          </a:custGeom>
          <a:ln w="4680">
            <a:solidFill>
              <a:srgbClr val="4A4A4A"/>
            </a:solidFill>
            <a:round/>
          </a:ln>
        </p:spPr>
        <p:txBody>
          <a:bodyPr lIns="2160" tIns="-1440" rIns="2160" bIns="-144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640" name=""/>
          <p:cNvSpPr/>
          <p:nvPr/>
        </p:nvSpPr>
        <p:spPr>
          <a:xfrm>
            <a:off x="5599080" y="1540800"/>
            <a:ext cx="0" cy="0"/>
          </a:xfrm>
          <a:custGeom>
            <a:avLst/>
            <a:gdLst/>
            <a:ahLst/>
            <a:rect l="0" t="0" r="r" b="b"/>
            <a:pathLst>
              <a:path fill="none" w="0" h="0">
                <a:moveTo>
                  <a:pt x="0" y="0"/>
                </a:moveTo>
              </a:path>
            </a:pathLst>
          </a:custGeom>
          <a:ln w="4680">
            <a:solidFill>
              <a:srgbClr val="4A4A4A"/>
            </a:solidFill>
            <a:round/>
          </a:ln>
        </p:spPr>
        <p:txBody>
          <a:bodyPr lIns="2160" tIns="-2160" rIns="2160" bIns="-21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641" name=""/>
          <p:cNvSpPr/>
          <p:nvPr/>
        </p:nvSpPr>
        <p:spPr>
          <a:xfrm>
            <a:off x="5651280" y="1540440"/>
            <a:ext cx="2160" cy="2160"/>
          </a:xfrm>
          <a:custGeom>
            <a:avLst/>
            <a:gdLst/>
            <a:ahLst/>
            <a:rect l="0" t="0" r="r" b="b"/>
            <a:pathLst>
              <a:path fill="none" w="6" h="6">
                <a:moveTo>
                  <a:pt x="6" y="1"/>
                </a:moveTo>
                <a:lnTo>
                  <a:pt x="4" y="1"/>
                </a:lnTo>
                <a:lnTo>
                  <a:pt x="4" y="2"/>
                </a:lnTo>
                <a:lnTo>
                  <a:pt x="4" y="4"/>
                </a:lnTo>
                <a:lnTo>
                  <a:pt x="3" y="4"/>
                </a:lnTo>
                <a:lnTo>
                  <a:pt x="4" y="4"/>
                </a:lnTo>
                <a:lnTo>
                  <a:pt x="3" y="4"/>
                </a:lnTo>
                <a:lnTo>
                  <a:pt x="3" y="5"/>
                </a:lnTo>
                <a:lnTo>
                  <a:pt x="3" y="4"/>
                </a:lnTo>
                <a:lnTo>
                  <a:pt x="3" y="5"/>
                </a:lnTo>
                <a:lnTo>
                  <a:pt x="2" y="5"/>
                </a:lnTo>
                <a:lnTo>
                  <a:pt x="2" y="4"/>
                </a:lnTo>
                <a:lnTo>
                  <a:pt x="1" y="5"/>
                </a:lnTo>
                <a:lnTo>
                  <a:pt x="1" y="6"/>
                </a:lnTo>
                <a:lnTo>
                  <a:pt x="0" y="6"/>
                </a:lnTo>
                <a:lnTo>
                  <a:pt x="0" y="5"/>
                </a:lnTo>
                <a:lnTo>
                  <a:pt x="1" y="5"/>
                </a:lnTo>
                <a:lnTo>
                  <a:pt x="1" y="4"/>
                </a:lnTo>
                <a:lnTo>
                  <a:pt x="2" y="4"/>
                </a:lnTo>
                <a:lnTo>
                  <a:pt x="2" y="2"/>
                </a:lnTo>
                <a:lnTo>
                  <a:pt x="3" y="2"/>
                </a:lnTo>
                <a:lnTo>
                  <a:pt x="3" y="1"/>
                </a:lnTo>
                <a:lnTo>
                  <a:pt x="4" y="0"/>
                </a:lnTo>
                <a:lnTo>
                  <a:pt x="6" y="0"/>
                </a:lnTo>
                <a:lnTo>
                  <a:pt x="6" y="1"/>
                </a:lnTo>
              </a:path>
            </a:pathLst>
          </a:custGeom>
          <a:ln w="4680">
            <a:solidFill>
              <a:srgbClr val="4A4A4A"/>
            </a:solidFill>
            <a:round/>
          </a:ln>
        </p:spPr>
        <p:txBody>
          <a:bodyPr lIns="2160" tIns="0" rIns="216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642" name=""/>
          <p:cNvSpPr/>
          <p:nvPr/>
        </p:nvSpPr>
        <p:spPr>
          <a:xfrm>
            <a:off x="5654160" y="1540080"/>
            <a:ext cx="360" cy="360"/>
          </a:xfrm>
          <a:custGeom>
            <a:avLst/>
            <a:gdLst/>
            <a:ahLst/>
            <a:rect l="0" t="0" r="r" b="b"/>
            <a:pathLst>
              <a:path fill="none" w="1" h="1">
                <a:moveTo>
                  <a:pt x="1" y="1"/>
                </a:moveTo>
                <a:lnTo>
                  <a:pt x="0" y="0"/>
                </a:lnTo>
                <a:lnTo>
                  <a:pt x="1" y="0"/>
                </a:lnTo>
                <a:lnTo>
                  <a:pt x="1" y="1"/>
                </a:lnTo>
              </a:path>
            </a:pathLst>
          </a:custGeom>
          <a:ln w="4680">
            <a:solidFill>
              <a:srgbClr val="4A4A4A"/>
            </a:solidFill>
            <a:round/>
          </a:ln>
        </p:spPr>
        <p:txBody>
          <a:bodyPr lIns="2160" tIns="-1800" rIns="2160" bIns="-180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643" name=""/>
          <p:cNvSpPr/>
          <p:nvPr/>
        </p:nvSpPr>
        <p:spPr>
          <a:xfrm>
            <a:off x="5640480" y="1539720"/>
            <a:ext cx="3960" cy="3240"/>
          </a:xfrm>
          <a:custGeom>
            <a:avLst/>
            <a:gdLst/>
            <a:ahLst/>
            <a:rect l="0" t="0" r="r" b="b"/>
            <a:pathLst>
              <a:path fill="none" w="11" h="9">
                <a:moveTo>
                  <a:pt x="8" y="1"/>
                </a:moveTo>
                <a:lnTo>
                  <a:pt x="8" y="2"/>
                </a:lnTo>
                <a:lnTo>
                  <a:pt x="9" y="2"/>
                </a:lnTo>
                <a:lnTo>
                  <a:pt x="9" y="1"/>
                </a:lnTo>
                <a:lnTo>
                  <a:pt x="9" y="2"/>
                </a:lnTo>
                <a:lnTo>
                  <a:pt x="10" y="2"/>
                </a:lnTo>
                <a:lnTo>
                  <a:pt x="9" y="2"/>
                </a:lnTo>
                <a:lnTo>
                  <a:pt x="9" y="3"/>
                </a:lnTo>
                <a:lnTo>
                  <a:pt x="10" y="3"/>
                </a:lnTo>
                <a:lnTo>
                  <a:pt x="10" y="5"/>
                </a:lnTo>
                <a:lnTo>
                  <a:pt x="11" y="5"/>
                </a:lnTo>
                <a:lnTo>
                  <a:pt x="10" y="5"/>
                </a:lnTo>
                <a:lnTo>
                  <a:pt x="9" y="5"/>
                </a:lnTo>
                <a:lnTo>
                  <a:pt x="8" y="5"/>
                </a:lnTo>
                <a:lnTo>
                  <a:pt x="7" y="5"/>
                </a:lnTo>
                <a:lnTo>
                  <a:pt x="7" y="6"/>
                </a:lnTo>
                <a:lnTo>
                  <a:pt x="5" y="6"/>
                </a:lnTo>
                <a:lnTo>
                  <a:pt x="5" y="7"/>
                </a:lnTo>
                <a:lnTo>
                  <a:pt x="4" y="7"/>
                </a:lnTo>
                <a:lnTo>
                  <a:pt x="4" y="8"/>
                </a:lnTo>
                <a:lnTo>
                  <a:pt x="5" y="8"/>
                </a:lnTo>
                <a:lnTo>
                  <a:pt x="4" y="8"/>
                </a:lnTo>
                <a:lnTo>
                  <a:pt x="5" y="9"/>
                </a:lnTo>
                <a:lnTo>
                  <a:pt x="4" y="9"/>
                </a:lnTo>
                <a:lnTo>
                  <a:pt x="3" y="9"/>
                </a:lnTo>
                <a:lnTo>
                  <a:pt x="2" y="9"/>
                </a:lnTo>
                <a:lnTo>
                  <a:pt x="2" y="8"/>
                </a:lnTo>
                <a:lnTo>
                  <a:pt x="1" y="8"/>
                </a:lnTo>
                <a:lnTo>
                  <a:pt x="1" y="7"/>
                </a:lnTo>
                <a:lnTo>
                  <a:pt x="0" y="7"/>
                </a:lnTo>
                <a:lnTo>
                  <a:pt x="0" y="6"/>
                </a:lnTo>
                <a:lnTo>
                  <a:pt x="1" y="7"/>
                </a:lnTo>
                <a:lnTo>
                  <a:pt x="1" y="8"/>
                </a:lnTo>
                <a:lnTo>
                  <a:pt x="2" y="8"/>
                </a:lnTo>
                <a:lnTo>
                  <a:pt x="1" y="8"/>
                </a:lnTo>
                <a:lnTo>
                  <a:pt x="2" y="8"/>
                </a:lnTo>
                <a:lnTo>
                  <a:pt x="3" y="8"/>
                </a:lnTo>
                <a:lnTo>
                  <a:pt x="3" y="7"/>
                </a:lnTo>
                <a:lnTo>
                  <a:pt x="4" y="8"/>
                </a:lnTo>
                <a:lnTo>
                  <a:pt x="4" y="7"/>
                </a:lnTo>
                <a:lnTo>
                  <a:pt x="4" y="6"/>
                </a:lnTo>
                <a:lnTo>
                  <a:pt x="3" y="6"/>
                </a:lnTo>
                <a:lnTo>
                  <a:pt x="2" y="6"/>
                </a:lnTo>
                <a:lnTo>
                  <a:pt x="2" y="7"/>
                </a:lnTo>
                <a:lnTo>
                  <a:pt x="2" y="6"/>
                </a:lnTo>
                <a:lnTo>
                  <a:pt x="1" y="6"/>
                </a:lnTo>
                <a:lnTo>
                  <a:pt x="2" y="6"/>
                </a:lnTo>
                <a:lnTo>
                  <a:pt x="2" y="5"/>
                </a:lnTo>
                <a:lnTo>
                  <a:pt x="1" y="5"/>
                </a:lnTo>
                <a:lnTo>
                  <a:pt x="1" y="3"/>
                </a:lnTo>
                <a:lnTo>
                  <a:pt x="2" y="3"/>
                </a:lnTo>
                <a:lnTo>
                  <a:pt x="2" y="2"/>
                </a:lnTo>
                <a:lnTo>
                  <a:pt x="3" y="3"/>
                </a:lnTo>
                <a:lnTo>
                  <a:pt x="2" y="3"/>
                </a:lnTo>
                <a:lnTo>
                  <a:pt x="3" y="5"/>
                </a:lnTo>
                <a:lnTo>
                  <a:pt x="3" y="3"/>
                </a:lnTo>
                <a:lnTo>
                  <a:pt x="4" y="3"/>
                </a:lnTo>
                <a:lnTo>
                  <a:pt x="3" y="3"/>
                </a:lnTo>
                <a:lnTo>
                  <a:pt x="4" y="3"/>
                </a:lnTo>
                <a:lnTo>
                  <a:pt x="4" y="2"/>
                </a:lnTo>
                <a:lnTo>
                  <a:pt x="3" y="2"/>
                </a:lnTo>
                <a:lnTo>
                  <a:pt x="3" y="1"/>
                </a:lnTo>
                <a:lnTo>
                  <a:pt x="4" y="1"/>
                </a:lnTo>
                <a:lnTo>
                  <a:pt x="5" y="1"/>
                </a:lnTo>
                <a:lnTo>
                  <a:pt x="4" y="1"/>
                </a:lnTo>
                <a:lnTo>
                  <a:pt x="5" y="1"/>
                </a:lnTo>
                <a:lnTo>
                  <a:pt x="5" y="2"/>
                </a:lnTo>
                <a:lnTo>
                  <a:pt x="5" y="3"/>
                </a:lnTo>
                <a:lnTo>
                  <a:pt x="5" y="2"/>
                </a:lnTo>
                <a:lnTo>
                  <a:pt x="7" y="1"/>
                </a:lnTo>
                <a:lnTo>
                  <a:pt x="7" y="2"/>
                </a:lnTo>
                <a:lnTo>
                  <a:pt x="7" y="1"/>
                </a:lnTo>
                <a:lnTo>
                  <a:pt x="7" y="0"/>
                </a:lnTo>
                <a:lnTo>
                  <a:pt x="8" y="0"/>
                </a:lnTo>
                <a:lnTo>
                  <a:pt x="8" y="1"/>
                </a:lnTo>
              </a:path>
            </a:pathLst>
          </a:custGeom>
          <a:ln w="4680">
            <a:solidFill>
              <a:srgbClr val="4A4A4A"/>
            </a:solidFill>
            <a:round/>
          </a:ln>
        </p:spPr>
        <p:txBody>
          <a:bodyPr lIns="2160" tIns="1080" rIns="2160" bIns="108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644" name=""/>
          <p:cNvSpPr/>
          <p:nvPr/>
        </p:nvSpPr>
        <p:spPr>
          <a:xfrm>
            <a:off x="5641560" y="1539720"/>
            <a:ext cx="360" cy="360"/>
          </a:xfrm>
          <a:custGeom>
            <a:avLst/>
            <a:gdLst/>
            <a:ahLst/>
            <a:rect l="0" t="0" r="r" b="b"/>
            <a:pathLst>
              <a:path fill="none" w="1" h="1">
                <a:moveTo>
                  <a:pt x="1" y="0"/>
                </a:moveTo>
                <a:lnTo>
                  <a:pt x="1" y="1"/>
                </a:lnTo>
                <a:lnTo>
                  <a:pt x="0" y="1"/>
                </a:lnTo>
                <a:lnTo>
                  <a:pt x="0" y="0"/>
                </a:lnTo>
                <a:lnTo>
                  <a:pt x="1" y="0"/>
                </a:lnTo>
              </a:path>
            </a:pathLst>
          </a:custGeom>
          <a:ln w="4680">
            <a:solidFill>
              <a:srgbClr val="4A4A4A"/>
            </a:solidFill>
            <a:round/>
          </a:ln>
        </p:spPr>
        <p:txBody>
          <a:bodyPr lIns="2160" tIns="-1800" rIns="2160" bIns="-180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645" name=""/>
          <p:cNvSpPr/>
          <p:nvPr/>
        </p:nvSpPr>
        <p:spPr>
          <a:xfrm>
            <a:off x="5638680" y="1539360"/>
            <a:ext cx="1800" cy="2880"/>
          </a:xfrm>
          <a:custGeom>
            <a:avLst/>
            <a:gdLst/>
            <a:ahLst/>
            <a:rect l="0" t="0" r="r" b="b"/>
            <a:pathLst>
              <a:path fill="none" w="5" h="8">
                <a:moveTo>
                  <a:pt x="4" y="0"/>
                </a:moveTo>
                <a:lnTo>
                  <a:pt x="4" y="1"/>
                </a:lnTo>
                <a:lnTo>
                  <a:pt x="4" y="0"/>
                </a:lnTo>
                <a:lnTo>
                  <a:pt x="4" y="1"/>
                </a:lnTo>
                <a:lnTo>
                  <a:pt x="5" y="1"/>
                </a:lnTo>
                <a:lnTo>
                  <a:pt x="5" y="0"/>
                </a:lnTo>
                <a:lnTo>
                  <a:pt x="5" y="1"/>
                </a:lnTo>
                <a:lnTo>
                  <a:pt x="4" y="1"/>
                </a:lnTo>
                <a:lnTo>
                  <a:pt x="4" y="2"/>
                </a:lnTo>
                <a:lnTo>
                  <a:pt x="4" y="3"/>
                </a:lnTo>
                <a:lnTo>
                  <a:pt x="4" y="4"/>
                </a:lnTo>
                <a:lnTo>
                  <a:pt x="4" y="6"/>
                </a:lnTo>
                <a:lnTo>
                  <a:pt x="4" y="7"/>
                </a:lnTo>
                <a:lnTo>
                  <a:pt x="3" y="7"/>
                </a:lnTo>
                <a:lnTo>
                  <a:pt x="1" y="7"/>
                </a:lnTo>
                <a:lnTo>
                  <a:pt x="1" y="8"/>
                </a:lnTo>
                <a:lnTo>
                  <a:pt x="0" y="8"/>
                </a:lnTo>
                <a:lnTo>
                  <a:pt x="0" y="7"/>
                </a:lnTo>
                <a:lnTo>
                  <a:pt x="1" y="7"/>
                </a:lnTo>
                <a:lnTo>
                  <a:pt x="1" y="6"/>
                </a:lnTo>
                <a:lnTo>
                  <a:pt x="1" y="7"/>
                </a:lnTo>
                <a:lnTo>
                  <a:pt x="3" y="7"/>
                </a:lnTo>
                <a:lnTo>
                  <a:pt x="3" y="6"/>
                </a:lnTo>
                <a:lnTo>
                  <a:pt x="3" y="4"/>
                </a:lnTo>
                <a:lnTo>
                  <a:pt x="1" y="4"/>
                </a:lnTo>
                <a:lnTo>
                  <a:pt x="3" y="4"/>
                </a:lnTo>
                <a:lnTo>
                  <a:pt x="3" y="3"/>
                </a:lnTo>
                <a:lnTo>
                  <a:pt x="3" y="2"/>
                </a:lnTo>
                <a:lnTo>
                  <a:pt x="3" y="1"/>
                </a:lnTo>
                <a:lnTo>
                  <a:pt x="3" y="0"/>
                </a:lnTo>
                <a:lnTo>
                  <a:pt x="4" y="0"/>
                </a:lnTo>
              </a:path>
            </a:pathLst>
          </a:custGeom>
          <a:ln w="4680">
            <a:solidFill>
              <a:srgbClr val="4A4A4A"/>
            </a:solidFill>
            <a:round/>
          </a:ln>
        </p:spPr>
        <p:txBody>
          <a:bodyPr lIns="2160" tIns="720" rIns="2160" bIns="7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646" name=""/>
          <p:cNvSpPr/>
          <p:nvPr/>
        </p:nvSpPr>
        <p:spPr>
          <a:xfrm>
            <a:off x="5639400" y="1539360"/>
            <a:ext cx="360" cy="0"/>
          </a:xfrm>
          <a:prstGeom prst="line">
            <a:avLst/>
          </a:prstGeom>
          <a:ln w="4680">
            <a:solidFill>
              <a:srgbClr val="4A4A4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2160" tIns="-2160" rIns="2160" bIns="-21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647" name=""/>
          <p:cNvSpPr/>
          <p:nvPr/>
        </p:nvSpPr>
        <p:spPr>
          <a:xfrm>
            <a:off x="5591160" y="1539000"/>
            <a:ext cx="360" cy="0"/>
          </a:xfrm>
          <a:prstGeom prst="line">
            <a:avLst/>
          </a:prstGeom>
          <a:ln w="4680">
            <a:solidFill>
              <a:srgbClr val="4A4A4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2160" tIns="-2160" rIns="2160" bIns="-21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648" name=""/>
          <p:cNvSpPr/>
          <p:nvPr/>
        </p:nvSpPr>
        <p:spPr>
          <a:xfrm>
            <a:off x="5640480" y="1538280"/>
            <a:ext cx="1800" cy="2160"/>
          </a:xfrm>
          <a:custGeom>
            <a:avLst/>
            <a:gdLst/>
            <a:ahLst/>
            <a:rect l="0" t="0" r="r" b="b"/>
            <a:pathLst>
              <a:path fill="none" w="5" h="6">
                <a:moveTo>
                  <a:pt x="2" y="2"/>
                </a:moveTo>
                <a:lnTo>
                  <a:pt x="4" y="2"/>
                </a:lnTo>
                <a:lnTo>
                  <a:pt x="4" y="3"/>
                </a:lnTo>
                <a:lnTo>
                  <a:pt x="5" y="3"/>
                </a:lnTo>
                <a:lnTo>
                  <a:pt x="4" y="3"/>
                </a:lnTo>
                <a:lnTo>
                  <a:pt x="4" y="4"/>
                </a:lnTo>
                <a:lnTo>
                  <a:pt x="5" y="4"/>
                </a:lnTo>
                <a:lnTo>
                  <a:pt x="4" y="4"/>
                </a:lnTo>
                <a:lnTo>
                  <a:pt x="4" y="6"/>
                </a:lnTo>
                <a:lnTo>
                  <a:pt x="2" y="6"/>
                </a:lnTo>
                <a:lnTo>
                  <a:pt x="4" y="6"/>
                </a:lnTo>
                <a:lnTo>
                  <a:pt x="4" y="4"/>
                </a:lnTo>
                <a:lnTo>
                  <a:pt x="2" y="4"/>
                </a:lnTo>
                <a:lnTo>
                  <a:pt x="2" y="3"/>
                </a:lnTo>
                <a:lnTo>
                  <a:pt x="1" y="3"/>
                </a:lnTo>
                <a:lnTo>
                  <a:pt x="0" y="3"/>
                </a:lnTo>
                <a:lnTo>
                  <a:pt x="0" y="2"/>
                </a:lnTo>
                <a:lnTo>
                  <a:pt x="1" y="2"/>
                </a:lnTo>
                <a:lnTo>
                  <a:pt x="1" y="0"/>
                </a:lnTo>
                <a:lnTo>
                  <a:pt x="1" y="2"/>
                </a:lnTo>
                <a:lnTo>
                  <a:pt x="2" y="2"/>
                </a:lnTo>
              </a:path>
            </a:pathLst>
          </a:custGeom>
          <a:ln w="4680">
            <a:solidFill>
              <a:srgbClr val="4A4A4A"/>
            </a:solidFill>
            <a:round/>
          </a:ln>
        </p:spPr>
        <p:txBody>
          <a:bodyPr lIns="2160" tIns="0" rIns="216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649" name=""/>
          <p:cNvSpPr/>
          <p:nvPr/>
        </p:nvSpPr>
        <p:spPr>
          <a:xfrm>
            <a:off x="5641200" y="1536480"/>
            <a:ext cx="720" cy="1440"/>
          </a:xfrm>
          <a:custGeom>
            <a:avLst/>
            <a:gdLst/>
            <a:ahLst/>
            <a:rect l="0" t="0" r="r" b="b"/>
            <a:pathLst>
              <a:path fill="none" w="2" h="4">
                <a:moveTo>
                  <a:pt x="2" y="2"/>
                </a:moveTo>
                <a:lnTo>
                  <a:pt x="0" y="2"/>
                </a:lnTo>
                <a:lnTo>
                  <a:pt x="0" y="4"/>
                </a:lnTo>
                <a:lnTo>
                  <a:pt x="0" y="2"/>
                </a:lnTo>
                <a:lnTo>
                  <a:pt x="0" y="0"/>
                </a:lnTo>
                <a:lnTo>
                  <a:pt x="2" y="0"/>
                </a:lnTo>
                <a:lnTo>
                  <a:pt x="2" y="2"/>
                </a:lnTo>
              </a:path>
            </a:pathLst>
          </a:custGeom>
          <a:ln w="4680">
            <a:solidFill>
              <a:srgbClr val="4A4A4A"/>
            </a:solidFill>
            <a:round/>
          </a:ln>
        </p:spPr>
        <p:txBody>
          <a:bodyPr lIns="2160" tIns="-720" rIns="2160" bIns="-7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650" name=""/>
          <p:cNvSpPr/>
          <p:nvPr/>
        </p:nvSpPr>
        <p:spPr>
          <a:xfrm>
            <a:off x="5653440" y="1536480"/>
            <a:ext cx="360" cy="720"/>
          </a:xfrm>
          <a:custGeom>
            <a:avLst/>
            <a:gdLst/>
            <a:ahLst/>
            <a:rect l="0" t="0" r="r" b="b"/>
            <a:pathLst>
              <a:path fill="none" w="1" h="2">
                <a:moveTo>
                  <a:pt x="1" y="2"/>
                </a:moveTo>
                <a:lnTo>
                  <a:pt x="0" y="1"/>
                </a:lnTo>
                <a:lnTo>
                  <a:pt x="1" y="1"/>
                </a:lnTo>
                <a:lnTo>
                  <a:pt x="1" y="0"/>
                </a:lnTo>
                <a:lnTo>
                  <a:pt x="1" y="1"/>
                </a:lnTo>
                <a:lnTo>
                  <a:pt x="1" y="2"/>
                </a:lnTo>
              </a:path>
            </a:pathLst>
          </a:custGeom>
          <a:ln w="4680">
            <a:solidFill>
              <a:srgbClr val="4A4A4A"/>
            </a:solidFill>
            <a:round/>
          </a:ln>
        </p:spPr>
        <p:txBody>
          <a:bodyPr lIns="2160" tIns="-1440" rIns="2160" bIns="-144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651" name=""/>
          <p:cNvSpPr/>
          <p:nvPr/>
        </p:nvSpPr>
        <p:spPr>
          <a:xfrm>
            <a:off x="5653800" y="1535040"/>
            <a:ext cx="360" cy="360"/>
          </a:xfrm>
          <a:custGeom>
            <a:avLst/>
            <a:gdLst/>
            <a:ahLst/>
            <a:rect l="0" t="0" r="r" b="b"/>
            <a:pathLst>
              <a:path fill="none" w="1" h="1">
                <a:moveTo>
                  <a:pt x="1" y="1"/>
                </a:moveTo>
                <a:lnTo>
                  <a:pt x="0" y="1"/>
                </a:lnTo>
                <a:lnTo>
                  <a:pt x="0" y="0"/>
                </a:lnTo>
                <a:lnTo>
                  <a:pt x="1" y="0"/>
                </a:lnTo>
                <a:lnTo>
                  <a:pt x="1" y="1"/>
                </a:lnTo>
              </a:path>
            </a:pathLst>
          </a:custGeom>
          <a:ln w="4680">
            <a:solidFill>
              <a:srgbClr val="4A4A4A"/>
            </a:solidFill>
            <a:round/>
          </a:ln>
        </p:spPr>
        <p:txBody>
          <a:bodyPr lIns="2160" tIns="-1800" rIns="2160" bIns="-180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652" name=""/>
          <p:cNvSpPr/>
          <p:nvPr/>
        </p:nvSpPr>
        <p:spPr>
          <a:xfrm>
            <a:off x="5654880" y="1532160"/>
            <a:ext cx="720" cy="360"/>
          </a:xfrm>
          <a:custGeom>
            <a:avLst/>
            <a:gdLst/>
            <a:ahLst/>
            <a:rect l="0" t="0" r="r" b="b"/>
            <a:pathLst>
              <a:path fill="none" w="2" h="1">
                <a:moveTo>
                  <a:pt x="1" y="0"/>
                </a:moveTo>
                <a:lnTo>
                  <a:pt x="2" y="0"/>
                </a:lnTo>
                <a:lnTo>
                  <a:pt x="2" y="1"/>
                </a:lnTo>
                <a:lnTo>
                  <a:pt x="1" y="1"/>
                </a:lnTo>
                <a:lnTo>
                  <a:pt x="0" y="1"/>
                </a:lnTo>
                <a:lnTo>
                  <a:pt x="0" y="0"/>
                </a:lnTo>
                <a:lnTo>
                  <a:pt x="1" y="0"/>
                </a:lnTo>
              </a:path>
            </a:pathLst>
          </a:custGeom>
          <a:ln w="4680">
            <a:solidFill>
              <a:srgbClr val="4A4A4A"/>
            </a:solidFill>
            <a:round/>
          </a:ln>
        </p:spPr>
        <p:txBody>
          <a:bodyPr lIns="2160" tIns="-1800" rIns="2160" bIns="-180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653" name=""/>
          <p:cNvSpPr/>
          <p:nvPr/>
        </p:nvSpPr>
        <p:spPr>
          <a:xfrm>
            <a:off x="5605920" y="1526760"/>
            <a:ext cx="360" cy="360"/>
          </a:xfrm>
          <a:custGeom>
            <a:avLst/>
            <a:gdLst/>
            <a:ahLst/>
            <a:rect l="0" t="0" r="r" b="b"/>
            <a:pathLst>
              <a:path fill="none" w="1" h="1">
                <a:moveTo>
                  <a:pt x="1" y="1"/>
                </a:moveTo>
                <a:lnTo>
                  <a:pt x="0" y="1"/>
                </a:lnTo>
                <a:lnTo>
                  <a:pt x="0" y="0"/>
                </a:lnTo>
                <a:lnTo>
                  <a:pt x="1" y="0"/>
                </a:lnTo>
                <a:lnTo>
                  <a:pt x="1" y="1"/>
                </a:lnTo>
              </a:path>
            </a:pathLst>
          </a:custGeom>
          <a:ln w="4680">
            <a:solidFill>
              <a:srgbClr val="4A4A4A"/>
            </a:solidFill>
            <a:round/>
          </a:ln>
        </p:spPr>
        <p:txBody>
          <a:bodyPr lIns="2160" tIns="-1800" rIns="2160" bIns="-180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654" name=""/>
          <p:cNvSpPr/>
          <p:nvPr/>
        </p:nvSpPr>
        <p:spPr>
          <a:xfrm>
            <a:off x="5604120" y="1526040"/>
            <a:ext cx="360" cy="360"/>
          </a:xfrm>
          <a:custGeom>
            <a:avLst/>
            <a:gdLst/>
            <a:ahLst/>
            <a:rect l="0" t="0" r="r" b="b"/>
            <a:pathLst>
              <a:path fill="none" w="1" h="1">
                <a:moveTo>
                  <a:pt x="1" y="0"/>
                </a:moveTo>
                <a:lnTo>
                  <a:pt x="1" y="1"/>
                </a:lnTo>
                <a:lnTo>
                  <a:pt x="0" y="1"/>
                </a:lnTo>
                <a:lnTo>
                  <a:pt x="0" y="0"/>
                </a:lnTo>
                <a:lnTo>
                  <a:pt x="1" y="0"/>
                </a:lnTo>
              </a:path>
            </a:pathLst>
          </a:custGeom>
          <a:ln w="4680">
            <a:solidFill>
              <a:srgbClr val="4A4A4A"/>
            </a:solidFill>
            <a:round/>
          </a:ln>
        </p:spPr>
        <p:txBody>
          <a:bodyPr lIns="2160" tIns="-1800" rIns="2160" bIns="-180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655" name=""/>
          <p:cNvSpPr/>
          <p:nvPr/>
        </p:nvSpPr>
        <p:spPr>
          <a:xfrm>
            <a:off x="5600520" y="1525680"/>
            <a:ext cx="360" cy="360"/>
          </a:xfrm>
          <a:custGeom>
            <a:avLst/>
            <a:gdLst/>
            <a:ahLst/>
            <a:rect l="0" t="0" r="r" b="b"/>
            <a:pathLst>
              <a:path fill="none" w="1" h="1">
                <a:moveTo>
                  <a:pt x="1" y="1"/>
                </a:moveTo>
                <a:lnTo>
                  <a:pt x="0" y="1"/>
                </a:lnTo>
                <a:lnTo>
                  <a:pt x="0" y="0"/>
                </a:lnTo>
                <a:lnTo>
                  <a:pt x="1" y="0"/>
                </a:lnTo>
                <a:lnTo>
                  <a:pt x="1" y="1"/>
                </a:lnTo>
              </a:path>
            </a:pathLst>
          </a:custGeom>
          <a:ln w="4680">
            <a:solidFill>
              <a:srgbClr val="4A4A4A"/>
            </a:solidFill>
            <a:round/>
          </a:ln>
        </p:spPr>
        <p:txBody>
          <a:bodyPr lIns="2160" tIns="-1800" rIns="2160" bIns="-180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656" name=""/>
          <p:cNvSpPr/>
          <p:nvPr/>
        </p:nvSpPr>
        <p:spPr>
          <a:xfrm>
            <a:off x="5657400" y="1525680"/>
            <a:ext cx="1440" cy="1080"/>
          </a:xfrm>
          <a:custGeom>
            <a:avLst/>
            <a:gdLst/>
            <a:ahLst/>
            <a:rect l="0" t="0" r="r" b="b"/>
            <a:pathLst>
              <a:path fill="none" w="4" h="3">
                <a:moveTo>
                  <a:pt x="0" y="3"/>
                </a:moveTo>
                <a:lnTo>
                  <a:pt x="0" y="0"/>
                </a:lnTo>
                <a:lnTo>
                  <a:pt x="2" y="0"/>
                </a:lnTo>
                <a:lnTo>
                  <a:pt x="3" y="0"/>
                </a:lnTo>
                <a:lnTo>
                  <a:pt x="4" y="0"/>
                </a:lnTo>
                <a:lnTo>
                  <a:pt x="4" y="2"/>
                </a:lnTo>
                <a:lnTo>
                  <a:pt x="3" y="2"/>
                </a:lnTo>
                <a:lnTo>
                  <a:pt x="3" y="3"/>
                </a:lnTo>
                <a:lnTo>
                  <a:pt x="2" y="3"/>
                </a:lnTo>
                <a:lnTo>
                  <a:pt x="0" y="3"/>
                </a:lnTo>
              </a:path>
            </a:pathLst>
          </a:custGeom>
          <a:ln w="4680">
            <a:solidFill>
              <a:srgbClr val="4A4A4A"/>
            </a:solidFill>
            <a:round/>
          </a:ln>
        </p:spPr>
        <p:txBody>
          <a:bodyPr lIns="2160" tIns="-1080" rIns="2160" bIns="-108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657" name=""/>
          <p:cNvSpPr/>
          <p:nvPr/>
        </p:nvSpPr>
        <p:spPr>
          <a:xfrm>
            <a:off x="5601240" y="1525320"/>
            <a:ext cx="720" cy="360"/>
          </a:xfrm>
          <a:custGeom>
            <a:avLst/>
            <a:gdLst/>
            <a:ahLst/>
            <a:rect l="0" t="0" r="r" b="b"/>
            <a:pathLst>
              <a:path fill="none" w="2" h="1">
                <a:moveTo>
                  <a:pt x="1" y="1"/>
                </a:moveTo>
                <a:lnTo>
                  <a:pt x="0" y="1"/>
                </a:lnTo>
                <a:lnTo>
                  <a:pt x="1" y="0"/>
                </a:lnTo>
                <a:lnTo>
                  <a:pt x="2" y="1"/>
                </a:lnTo>
                <a:lnTo>
                  <a:pt x="1" y="1"/>
                </a:lnTo>
              </a:path>
            </a:pathLst>
          </a:custGeom>
          <a:ln w="4680">
            <a:solidFill>
              <a:srgbClr val="4A4A4A"/>
            </a:solidFill>
            <a:round/>
          </a:ln>
        </p:spPr>
        <p:txBody>
          <a:bodyPr lIns="2160" tIns="-1800" rIns="2160" bIns="-180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658" name=""/>
          <p:cNvSpPr/>
          <p:nvPr/>
        </p:nvSpPr>
        <p:spPr>
          <a:xfrm>
            <a:off x="5606280" y="1525320"/>
            <a:ext cx="360" cy="360"/>
          </a:xfrm>
          <a:custGeom>
            <a:avLst/>
            <a:gdLst/>
            <a:ahLst/>
            <a:rect l="0" t="0" r="r" b="b"/>
            <a:pathLst>
              <a:path fill="none" w="1" h="1">
                <a:moveTo>
                  <a:pt x="0" y="1"/>
                </a:moveTo>
                <a:lnTo>
                  <a:pt x="1" y="1"/>
                </a:lnTo>
                <a:lnTo>
                  <a:pt x="0" y="1"/>
                </a:lnTo>
                <a:lnTo>
                  <a:pt x="0" y="0"/>
                </a:lnTo>
                <a:lnTo>
                  <a:pt x="0" y="1"/>
                </a:lnTo>
              </a:path>
            </a:pathLst>
          </a:custGeom>
          <a:ln w="4680">
            <a:solidFill>
              <a:srgbClr val="4A4A4A"/>
            </a:solidFill>
            <a:round/>
          </a:ln>
        </p:spPr>
        <p:txBody>
          <a:bodyPr lIns="2160" tIns="-1800" rIns="2160" bIns="-180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659" name=""/>
          <p:cNvSpPr/>
          <p:nvPr/>
        </p:nvSpPr>
        <p:spPr>
          <a:xfrm>
            <a:off x="5603760" y="1524240"/>
            <a:ext cx="720" cy="720"/>
          </a:xfrm>
          <a:custGeom>
            <a:avLst/>
            <a:gdLst/>
            <a:ahLst/>
            <a:rect l="0" t="0" r="r" b="b"/>
            <a:pathLst>
              <a:path fill="none" w="2" h="2">
                <a:moveTo>
                  <a:pt x="2" y="2"/>
                </a:moveTo>
                <a:lnTo>
                  <a:pt x="0" y="2"/>
                </a:lnTo>
                <a:lnTo>
                  <a:pt x="0" y="0"/>
                </a:lnTo>
                <a:lnTo>
                  <a:pt x="2" y="0"/>
                </a:lnTo>
                <a:lnTo>
                  <a:pt x="2" y="2"/>
                </a:lnTo>
              </a:path>
            </a:pathLst>
          </a:custGeom>
          <a:ln w="4680">
            <a:solidFill>
              <a:srgbClr val="4A4A4A"/>
            </a:solidFill>
            <a:round/>
          </a:ln>
        </p:spPr>
        <p:txBody>
          <a:bodyPr lIns="2160" tIns="-1440" rIns="2160" bIns="-144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660" name=""/>
          <p:cNvSpPr/>
          <p:nvPr/>
        </p:nvSpPr>
        <p:spPr>
          <a:xfrm>
            <a:off x="5600160" y="1524240"/>
            <a:ext cx="720" cy="0"/>
          </a:xfrm>
          <a:custGeom>
            <a:avLst/>
            <a:gdLst/>
            <a:ahLst/>
            <a:rect l="0" t="0" r="r" b="b"/>
            <a:pathLst>
              <a:path fill="none" w="2" h="0">
                <a:moveTo>
                  <a:pt x="1" y="0"/>
                </a:moveTo>
                <a:lnTo>
                  <a:pt x="2" y="0"/>
                </a:lnTo>
                <a:lnTo>
                  <a:pt x="1" y="0"/>
                </a:lnTo>
                <a:lnTo>
                  <a:pt x="0" y="0"/>
                </a:lnTo>
                <a:lnTo>
                  <a:pt x="1" y="0"/>
                </a:lnTo>
              </a:path>
            </a:pathLst>
          </a:custGeom>
          <a:ln w="4680">
            <a:solidFill>
              <a:srgbClr val="4A4A4A"/>
            </a:solidFill>
            <a:round/>
          </a:ln>
        </p:spPr>
        <p:txBody>
          <a:bodyPr lIns="2160" tIns="-2160" rIns="2160" bIns="-21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661" name=""/>
          <p:cNvSpPr/>
          <p:nvPr/>
        </p:nvSpPr>
        <p:spPr>
          <a:xfrm>
            <a:off x="5607360" y="1523880"/>
            <a:ext cx="1440" cy="1440"/>
          </a:xfrm>
          <a:custGeom>
            <a:avLst/>
            <a:gdLst/>
            <a:ahLst/>
            <a:rect l="0" t="0" r="r" b="b"/>
            <a:pathLst>
              <a:path fill="none" w="4" h="4">
                <a:moveTo>
                  <a:pt x="4" y="0"/>
                </a:moveTo>
                <a:lnTo>
                  <a:pt x="4" y="1"/>
                </a:lnTo>
                <a:lnTo>
                  <a:pt x="3" y="1"/>
                </a:lnTo>
                <a:lnTo>
                  <a:pt x="3" y="3"/>
                </a:lnTo>
                <a:lnTo>
                  <a:pt x="1" y="3"/>
                </a:lnTo>
                <a:lnTo>
                  <a:pt x="1" y="4"/>
                </a:lnTo>
                <a:lnTo>
                  <a:pt x="0" y="4"/>
                </a:lnTo>
                <a:lnTo>
                  <a:pt x="1" y="3"/>
                </a:lnTo>
                <a:lnTo>
                  <a:pt x="0" y="3"/>
                </a:lnTo>
                <a:lnTo>
                  <a:pt x="0" y="1"/>
                </a:lnTo>
                <a:lnTo>
                  <a:pt x="1" y="1"/>
                </a:lnTo>
                <a:lnTo>
                  <a:pt x="0" y="1"/>
                </a:lnTo>
                <a:lnTo>
                  <a:pt x="0" y="3"/>
                </a:lnTo>
                <a:lnTo>
                  <a:pt x="1" y="3"/>
                </a:lnTo>
                <a:lnTo>
                  <a:pt x="1" y="1"/>
                </a:lnTo>
                <a:lnTo>
                  <a:pt x="1" y="0"/>
                </a:lnTo>
                <a:lnTo>
                  <a:pt x="3" y="0"/>
                </a:lnTo>
                <a:lnTo>
                  <a:pt x="4" y="0"/>
                </a:lnTo>
              </a:path>
            </a:pathLst>
          </a:custGeom>
          <a:ln w="4680">
            <a:solidFill>
              <a:srgbClr val="4A4A4A"/>
            </a:solidFill>
            <a:round/>
          </a:ln>
        </p:spPr>
        <p:txBody>
          <a:bodyPr lIns="2160" tIns="-720" rIns="2160" bIns="-7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662" name=""/>
          <p:cNvSpPr/>
          <p:nvPr/>
        </p:nvSpPr>
        <p:spPr>
          <a:xfrm>
            <a:off x="5604120" y="1521360"/>
            <a:ext cx="2880" cy="3960"/>
          </a:xfrm>
          <a:custGeom>
            <a:avLst/>
            <a:gdLst/>
            <a:ahLst/>
            <a:rect l="0" t="0" r="r" b="b"/>
            <a:pathLst>
              <a:path fill="none" w="8" h="11">
                <a:moveTo>
                  <a:pt x="4" y="1"/>
                </a:moveTo>
                <a:lnTo>
                  <a:pt x="6" y="1"/>
                </a:lnTo>
                <a:lnTo>
                  <a:pt x="6" y="2"/>
                </a:lnTo>
                <a:lnTo>
                  <a:pt x="6" y="3"/>
                </a:lnTo>
                <a:lnTo>
                  <a:pt x="7" y="2"/>
                </a:lnTo>
                <a:lnTo>
                  <a:pt x="7" y="1"/>
                </a:lnTo>
                <a:lnTo>
                  <a:pt x="8" y="2"/>
                </a:lnTo>
                <a:lnTo>
                  <a:pt x="8" y="3"/>
                </a:lnTo>
                <a:lnTo>
                  <a:pt x="8" y="4"/>
                </a:lnTo>
                <a:lnTo>
                  <a:pt x="8" y="5"/>
                </a:lnTo>
                <a:lnTo>
                  <a:pt x="8" y="6"/>
                </a:lnTo>
                <a:lnTo>
                  <a:pt x="7" y="7"/>
                </a:lnTo>
                <a:lnTo>
                  <a:pt x="4" y="10"/>
                </a:lnTo>
                <a:lnTo>
                  <a:pt x="4" y="11"/>
                </a:lnTo>
                <a:lnTo>
                  <a:pt x="3" y="10"/>
                </a:lnTo>
                <a:lnTo>
                  <a:pt x="2" y="10"/>
                </a:lnTo>
                <a:lnTo>
                  <a:pt x="1" y="10"/>
                </a:lnTo>
                <a:lnTo>
                  <a:pt x="0" y="8"/>
                </a:lnTo>
                <a:lnTo>
                  <a:pt x="0" y="7"/>
                </a:lnTo>
                <a:lnTo>
                  <a:pt x="0" y="6"/>
                </a:lnTo>
                <a:lnTo>
                  <a:pt x="0" y="5"/>
                </a:lnTo>
                <a:lnTo>
                  <a:pt x="0" y="4"/>
                </a:lnTo>
                <a:lnTo>
                  <a:pt x="0" y="3"/>
                </a:lnTo>
                <a:lnTo>
                  <a:pt x="0" y="2"/>
                </a:lnTo>
                <a:lnTo>
                  <a:pt x="0" y="1"/>
                </a:lnTo>
                <a:lnTo>
                  <a:pt x="1" y="1"/>
                </a:lnTo>
                <a:lnTo>
                  <a:pt x="3" y="0"/>
                </a:lnTo>
                <a:lnTo>
                  <a:pt x="4" y="1"/>
                </a:lnTo>
              </a:path>
            </a:pathLst>
          </a:custGeom>
          <a:ln w="4680">
            <a:solidFill>
              <a:srgbClr val="4A4A4A"/>
            </a:solidFill>
            <a:round/>
          </a:ln>
        </p:spPr>
        <p:txBody>
          <a:bodyPr lIns="2160" tIns="1800" rIns="2160" bIns="180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663" name=""/>
          <p:cNvSpPr/>
          <p:nvPr/>
        </p:nvSpPr>
        <p:spPr>
          <a:xfrm>
            <a:off x="5608800" y="1521360"/>
            <a:ext cx="4680" cy="4320"/>
          </a:xfrm>
          <a:custGeom>
            <a:avLst/>
            <a:gdLst/>
            <a:ahLst/>
            <a:rect l="0" t="0" r="r" b="b"/>
            <a:pathLst>
              <a:path fill="none" w="13" h="12">
                <a:moveTo>
                  <a:pt x="10" y="1"/>
                </a:moveTo>
                <a:lnTo>
                  <a:pt x="11" y="1"/>
                </a:lnTo>
                <a:lnTo>
                  <a:pt x="11" y="2"/>
                </a:lnTo>
                <a:lnTo>
                  <a:pt x="12" y="3"/>
                </a:lnTo>
                <a:lnTo>
                  <a:pt x="12" y="4"/>
                </a:lnTo>
                <a:lnTo>
                  <a:pt x="12" y="5"/>
                </a:lnTo>
                <a:lnTo>
                  <a:pt x="13" y="5"/>
                </a:lnTo>
                <a:lnTo>
                  <a:pt x="12" y="6"/>
                </a:lnTo>
                <a:lnTo>
                  <a:pt x="13" y="6"/>
                </a:lnTo>
                <a:lnTo>
                  <a:pt x="13" y="7"/>
                </a:lnTo>
                <a:lnTo>
                  <a:pt x="12" y="8"/>
                </a:lnTo>
                <a:lnTo>
                  <a:pt x="11" y="8"/>
                </a:lnTo>
                <a:lnTo>
                  <a:pt x="11" y="7"/>
                </a:lnTo>
                <a:lnTo>
                  <a:pt x="10" y="7"/>
                </a:lnTo>
                <a:lnTo>
                  <a:pt x="9" y="7"/>
                </a:lnTo>
                <a:lnTo>
                  <a:pt x="9" y="6"/>
                </a:lnTo>
                <a:lnTo>
                  <a:pt x="8" y="6"/>
                </a:lnTo>
                <a:lnTo>
                  <a:pt x="8" y="7"/>
                </a:lnTo>
                <a:lnTo>
                  <a:pt x="7" y="7"/>
                </a:lnTo>
                <a:lnTo>
                  <a:pt x="6" y="7"/>
                </a:lnTo>
                <a:lnTo>
                  <a:pt x="6" y="8"/>
                </a:lnTo>
                <a:lnTo>
                  <a:pt x="5" y="10"/>
                </a:lnTo>
                <a:lnTo>
                  <a:pt x="5" y="11"/>
                </a:lnTo>
                <a:lnTo>
                  <a:pt x="4" y="12"/>
                </a:lnTo>
                <a:lnTo>
                  <a:pt x="4" y="11"/>
                </a:lnTo>
                <a:lnTo>
                  <a:pt x="3" y="11"/>
                </a:lnTo>
                <a:lnTo>
                  <a:pt x="1" y="11"/>
                </a:lnTo>
                <a:lnTo>
                  <a:pt x="0" y="10"/>
                </a:lnTo>
                <a:lnTo>
                  <a:pt x="1" y="10"/>
                </a:lnTo>
                <a:lnTo>
                  <a:pt x="3" y="8"/>
                </a:lnTo>
                <a:lnTo>
                  <a:pt x="3" y="7"/>
                </a:lnTo>
                <a:lnTo>
                  <a:pt x="3" y="6"/>
                </a:lnTo>
                <a:lnTo>
                  <a:pt x="1" y="6"/>
                </a:lnTo>
                <a:lnTo>
                  <a:pt x="1" y="5"/>
                </a:lnTo>
                <a:lnTo>
                  <a:pt x="0" y="5"/>
                </a:lnTo>
                <a:lnTo>
                  <a:pt x="1" y="5"/>
                </a:lnTo>
                <a:lnTo>
                  <a:pt x="1" y="4"/>
                </a:lnTo>
                <a:lnTo>
                  <a:pt x="3" y="4"/>
                </a:lnTo>
                <a:lnTo>
                  <a:pt x="4" y="4"/>
                </a:lnTo>
                <a:lnTo>
                  <a:pt x="4" y="5"/>
                </a:lnTo>
                <a:lnTo>
                  <a:pt x="5" y="5"/>
                </a:lnTo>
                <a:lnTo>
                  <a:pt x="6" y="5"/>
                </a:lnTo>
                <a:lnTo>
                  <a:pt x="7" y="5"/>
                </a:lnTo>
                <a:lnTo>
                  <a:pt x="7" y="4"/>
                </a:lnTo>
                <a:lnTo>
                  <a:pt x="7" y="3"/>
                </a:lnTo>
                <a:lnTo>
                  <a:pt x="8" y="3"/>
                </a:lnTo>
                <a:lnTo>
                  <a:pt x="8" y="2"/>
                </a:lnTo>
                <a:lnTo>
                  <a:pt x="8" y="1"/>
                </a:lnTo>
                <a:lnTo>
                  <a:pt x="9" y="1"/>
                </a:lnTo>
                <a:lnTo>
                  <a:pt x="9" y="0"/>
                </a:lnTo>
                <a:lnTo>
                  <a:pt x="10" y="0"/>
                </a:lnTo>
                <a:lnTo>
                  <a:pt x="10" y="1"/>
                </a:lnTo>
              </a:path>
            </a:pathLst>
          </a:custGeom>
          <a:ln w="4680">
            <a:solidFill>
              <a:srgbClr val="4A4A4A"/>
            </a:solidFill>
            <a:round/>
          </a:ln>
        </p:spPr>
        <p:txBody>
          <a:bodyPr lIns="2160" tIns="2160" rIns="2160" bIns="21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664" name=""/>
          <p:cNvSpPr/>
          <p:nvPr/>
        </p:nvSpPr>
        <p:spPr>
          <a:xfrm>
            <a:off x="5608800" y="1520640"/>
            <a:ext cx="2160" cy="1080"/>
          </a:xfrm>
          <a:custGeom>
            <a:avLst/>
            <a:gdLst/>
            <a:ahLst/>
            <a:rect l="0" t="0" r="r" b="b"/>
            <a:pathLst>
              <a:path fill="none" w="6" h="3">
                <a:moveTo>
                  <a:pt x="2" y="0"/>
                </a:moveTo>
                <a:lnTo>
                  <a:pt x="5" y="0"/>
                </a:lnTo>
                <a:lnTo>
                  <a:pt x="6" y="0"/>
                </a:lnTo>
                <a:lnTo>
                  <a:pt x="5" y="2"/>
                </a:lnTo>
                <a:lnTo>
                  <a:pt x="4" y="2"/>
                </a:lnTo>
                <a:lnTo>
                  <a:pt x="5" y="2"/>
                </a:lnTo>
                <a:lnTo>
                  <a:pt x="6" y="2"/>
                </a:lnTo>
                <a:lnTo>
                  <a:pt x="5" y="2"/>
                </a:lnTo>
                <a:lnTo>
                  <a:pt x="5" y="3"/>
                </a:lnTo>
                <a:lnTo>
                  <a:pt x="4" y="3"/>
                </a:lnTo>
                <a:lnTo>
                  <a:pt x="4" y="2"/>
                </a:lnTo>
                <a:lnTo>
                  <a:pt x="4" y="3"/>
                </a:lnTo>
                <a:lnTo>
                  <a:pt x="2" y="3"/>
                </a:lnTo>
                <a:lnTo>
                  <a:pt x="1" y="2"/>
                </a:lnTo>
                <a:lnTo>
                  <a:pt x="0" y="2"/>
                </a:lnTo>
                <a:lnTo>
                  <a:pt x="0" y="0"/>
                </a:lnTo>
                <a:lnTo>
                  <a:pt x="1" y="0"/>
                </a:lnTo>
                <a:lnTo>
                  <a:pt x="2" y="0"/>
                </a:lnTo>
              </a:path>
            </a:pathLst>
          </a:custGeom>
          <a:ln w="4680">
            <a:solidFill>
              <a:srgbClr val="4A4A4A"/>
            </a:solidFill>
            <a:round/>
          </a:ln>
        </p:spPr>
        <p:txBody>
          <a:bodyPr lIns="2160" tIns="-1080" rIns="2160" bIns="-108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665" name=""/>
          <p:cNvSpPr/>
          <p:nvPr/>
        </p:nvSpPr>
        <p:spPr>
          <a:xfrm>
            <a:off x="5618520" y="1512720"/>
            <a:ext cx="360" cy="360"/>
          </a:xfrm>
          <a:custGeom>
            <a:avLst/>
            <a:gdLst/>
            <a:ahLst/>
            <a:rect l="0" t="0" r="r" b="b"/>
            <a:pathLst>
              <a:path fill="none" w="1" h="1">
                <a:moveTo>
                  <a:pt x="0" y="0"/>
                </a:moveTo>
                <a:lnTo>
                  <a:pt x="0" y="1"/>
                </a:lnTo>
                <a:lnTo>
                  <a:pt x="0" y="0"/>
                </a:lnTo>
                <a:lnTo>
                  <a:pt x="1" y="0"/>
                </a:lnTo>
                <a:lnTo>
                  <a:pt x="0" y="0"/>
                </a:lnTo>
              </a:path>
            </a:pathLst>
          </a:custGeom>
          <a:ln w="4680">
            <a:solidFill>
              <a:srgbClr val="4A4A4A"/>
            </a:solidFill>
            <a:round/>
          </a:ln>
        </p:spPr>
        <p:txBody>
          <a:bodyPr lIns="2160" tIns="-1800" rIns="2160" bIns="-180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666" name=""/>
          <p:cNvSpPr/>
          <p:nvPr/>
        </p:nvSpPr>
        <p:spPr>
          <a:xfrm>
            <a:off x="5623560" y="1506960"/>
            <a:ext cx="0" cy="0"/>
          </a:xfrm>
          <a:custGeom>
            <a:avLst/>
            <a:gdLst/>
            <a:ahLst/>
            <a:rect l="0" t="0" r="r" b="b"/>
            <a:pathLst>
              <a:path fill="none" w="0" h="0">
                <a:moveTo>
                  <a:pt x="0" y="0"/>
                </a:moveTo>
              </a:path>
            </a:pathLst>
          </a:custGeom>
          <a:ln w="4680">
            <a:solidFill>
              <a:srgbClr val="4A4A4A"/>
            </a:solidFill>
            <a:round/>
          </a:ln>
        </p:spPr>
        <p:txBody>
          <a:bodyPr lIns="2160" tIns="-2160" rIns="2160" bIns="-21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667" name=""/>
          <p:cNvSpPr/>
          <p:nvPr/>
        </p:nvSpPr>
        <p:spPr>
          <a:xfrm>
            <a:off x="5633280" y="1506600"/>
            <a:ext cx="360" cy="0"/>
          </a:xfrm>
          <a:prstGeom prst="line">
            <a:avLst/>
          </a:prstGeom>
          <a:ln w="4680">
            <a:solidFill>
              <a:srgbClr val="4A4A4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2160" tIns="-2160" rIns="2160" bIns="-21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668" name=""/>
          <p:cNvSpPr/>
          <p:nvPr/>
        </p:nvSpPr>
        <p:spPr>
          <a:xfrm>
            <a:off x="5623560" y="1505880"/>
            <a:ext cx="360" cy="0"/>
          </a:xfrm>
          <a:prstGeom prst="line">
            <a:avLst/>
          </a:prstGeom>
          <a:ln w="4680">
            <a:solidFill>
              <a:srgbClr val="4A4A4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2160" tIns="-2160" rIns="2160" bIns="-21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669" name=""/>
          <p:cNvSpPr/>
          <p:nvPr/>
        </p:nvSpPr>
        <p:spPr>
          <a:xfrm>
            <a:off x="5625000" y="1504800"/>
            <a:ext cx="1440" cy="2520"/>
          </a:xfrm>
          <a:custGeom>
            <a:avLst/>
            <a:gdLst/>
            <a:ahLst/>
            <a:rect l="0" t="0" r="r" b="b"/>
            <a:pathLst>
              <a:path fill="none" w="4" h="7">
                <a:moveTo>
                  <a:pt x="4" y="1"/>
                </a:moveTo>
                <a:lnTo>
                  <a:pt x="4" y="2"/>
                </a:lnTo>
                <a:lnTo>
                  <a:pt x="3" y="2"/>
                </a:lnTo>
                <a:lnTo>
                  <a:pt x="3" y="4"/>
                </a:lnTo>
                <a:lnTo>
                  <a:pt x="4" y="4"/>
                </a:lnTo>
                <a:lnTo>
                  <a:pt x="3" y="4"/>
                </a:lnTo>
                <a:lnTo>
                  <a:pt x="3" y="5"/>
                </a:lnTo>
                <a:lnTo>
                  <a:pt x="4" y="5"/>
                </a:lnTo>
                <a:lnTo>
                  <a:pt x="3" y="5"/>
                </a:lnTo>
                <a:lnTo>
                  <a:pt x="3" y="6"/>
                </a:lnTo>
                <a:lnTo>
                  <a:pt x="3" y="7"/>
                </a:lnTo>
                <a:lnTo>
                  <a:pt x="3" y="6"/>
                </a:lnTo>
                <a:lnTo>
                  <a:pt x="2" y="6"/>
                </a:lnTo>
                <a:lnTo>
                  <a:pt x="0" y="6"/>
                </a:lnTo>
                <a:lnTo>
                  <a:pt x="0" y="5"/>
                </a:lnTo>
                <a:lnTo>
                  <a:pt x="2" y="5"/>
                </a:lnTo>
                <a:lnTo>
                  <a:pt x="3" y="5"/>
                </a:lnTo>
                <a:lnTo>
                  <a:pt x="2" y="5"/>
                </a:lnTo>
                <a:lnTo>
                  <a:pt x="2" y="4"/>
                </a:lnTo>
                <a:lnTo>
                  <a:pt x="2" y="2"/>
                </a:lnTo>
                <a:lnTo>
                  <a:pt x="3" y="1"/>
                </a:lnTo>
                <a:lnTo>
                  <a:pt x="4" y="1"/>
                </a:lnTo>
                <a:lnTo>
                  <a:pt x="4" y="0"/>
                </a:lnTo>
                <a:lnTo>
                  <a:pt x="4" y="1"/>
                </a:lnTo>
              </a:path>
            </a:pathLst>
          </a:custGeom>
          <a:ln w="4680">
            <a:solidFill>
              <a:srgbClr val="4A4A4A"/>
            </a:solidFill>
            <a:round/>
          </a:ln>
        </p:spPr>
        <p:txBody>
          <a:bodyPr lIns="2160" tIns="360" rIns="2160" bIns="3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670" name=""/>
          <p:cNvSpPr/>
          <p:nvPr/>
        </p:nvSpPr>
        <p:spPr>
          <a:xfrm>
            <a:off x="5630760" y="1503360"/>
            <a:ext cx="360" cy="360"/>
          </a:xfrm>
          <a:custGeom>
            <a:avLst/>
            <a:gdLst/>
            <a:ahLst/>
            <a:rect l="0" t="0" r="r" b="b"/>
            <a:pathLst>
              <a:path fill="none" w="1" h="1">
                <a:moveTo>
                  <a:pt x="0" y="1"/>
                </a:moveTo>
                <a:lnTo>
                  <a:pt x="1" y="1"/>
                </a:lnTo>
                <a:lnTo>
                  <a:pt x="0" y="1"/>
                </a:lnTo>
                <a:lnTo>
                  <a:pt x="0" y="0"/>
                </a:lnTo>
                <a:lnTo>
                  <a:pt x="0" y="1"/>
                </a:lnTo>
              </a:path>
            </a:pathLst>
          </a:custGeom>
          <a:ln w="4680">
            <a:solidFill>
              <a:srgbClr val="4A4A4A"/>
            </a:solidFill>
            <a:round/>
          </a:ln>
        </p:spPr>
        <p:txBody>
          <a:bodyPr lIns="2160" tIns="-1800" rIns="2160" bIns="-180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671" name=""/>
          <p:cNvSpPr/>
          <p:nvPr/>
        </p:nvSpPr>
        <p:spPr>
          <a:xfrm>
            <a:off x="5622840" y="1503360"/>
            <a:ext cx="360" cy="360"/>
          </a:xfrm>
          <a:custGeom>
            <a:avLst/>
            <a:gdLst/>
            <a:ahLst/>
            <a:rect l="0" t="0" r="r" b="b"/>
            <a:pathLst>
              <a:path fill="none" w="1" h="1">
                <a:moveTo>
                  <a:pt x="1" y="0"/>
                </a:moveTo>
                <a:lnTo>
                  <a:pt x="0" y="1"/>
                </a:lnTo>
                <a:lnTo>
                  <a:pt x="0" y="0"/>
                </a:lnTo>
              </a:path>
            </a:pathLst>
          </a:custGeom>
          <a:ln w="4680">
            <a:solidFill>
              <a:srgbClr val="4A4A4A"/>
            </a:solidFill>
            <a:round/>
          </a:ln>
        </p:spPr>
        <p:txBody>
          <a:bodyPr lIns="2160" tIns="-1800" rIns="2160" bIns="-180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672" name=""/>
          <p:cNvSpPr/>
          <p:nvPr/>
        </p:nvSpPr>
        <p:spPr>
          <a:xfrm>
            <a:off x="5622120" y="1503360"/>
            <a:ext cx="360" cy="360"/>
          </a:xfrm>
          <a:custGeom>
            <a:avLst/>
            <a:gdLst/>
            <a:ahLst/>
            <a:rect l="0" t="0" r="r" b="b"/>
            <a:pathLst>
              <a:path fill="none" w="1" h="1">
                <a:moveTo>
                  <a:pt x="1" y="0"/>
                </a:moveTo>
                <a:lnTo>
                  <a:pt x="1" y="1"/>
                </a:lnTo>
                <a:lnTo>
                  <a:pt x="0" y="0"/>
                </a:lnTo>
              </a:path>
            </a:pathLst>
          </a:custGeom>
          <a:ln w="4680">
            <a:solidFill>
              <a:srgbClr val="4A4A4A"/>
            </a:solidFill>
            <a:round/>
          </a:ln>
        </p:spPr>
        <p:txBody>
          <a:bodyPr lIns="2160" tIns="-1800" rIns="2160" bIns="-180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673" name=""/>
          <p:cNvSpPr/>
          <p:nvPr/>
        </p:nvSpPr>
        <p:spPr>
          <a:xfrm>
            <a:off x="5653440" y="1503360"/>
            <a:ext cx="36360" cy="74520"/>
          </a:xfrm>
          <a:custGeom>
            <a:avLst/>
            <a:gdLst/>
            <a:ahLst/>
            <a:rect l="0" t="0" r="r" b="b"/>
            <a:pathLst>
              <a:path fill="none" w="101" h="207">
                <a:moveTo>
                  <a:pt x="94" y="0"/>
                </a:moveTo>
                <a:lnTo>
                  <a:pt x="94" y="1"/>
                </a:lnTo>
                <a:lnTo>
                  <a:pt x="95" y="1"/>
                </a:lnTo>
                <a:lnTo>
                  <a:pt x="95" y="2"/>
                </a:lnTo>
                <a:lnTo>
                  <a:pt x="95" y="3"/>
                </a:lnTo>
                <a:lnTo>
                  <a:pt x="96" y="4"/>
                </a:lnTo>
                <a:lnTo>
                  <a:pt x="96" y="5"/>
                </a:lnTo>
                <a:lnTo>
                  <a:pt x="95" y="5"/>
                </a:lnTo>
                <a:lnTo>
                  <a:pt x="96" y="5"/>
                </a:lnTo>
                <a:lnTo>
                  <a:pt x="96" y="6"/>
                </a:lnTo>
                <a:lnTo>
                  <a:pt x="97" y="6"/>
                </a:lnTo>
                <a:lnTo>
                  <a:pt x="97" y="7"/>
                </a:lnTo>
                <a:lnTo>
                  <a:pt x="97" y="8"/>
                </a:lnTo>
                <a:lnTo>
                  <a:pt x="97" y="9"/>
                </a:lnTo>
                <a:lnTo>
                  <a:pt x="98" y="9"/>
                </a:lnTo>
                <a:lnTo>
                  <a:pt x="98" y="10"/>
                </a:lnTo>
                <a:lnTo>
                  <a:pt x="98" y="11"/>
                </a:lnTo>
                <a:lnTo>
                  <a:pt x="99" y="11"/>
                </a:lnTo>
                <a:lnTo>
                  <a:pt x="100" y="12"/>
                </a:lnTo>
                <a:lnTo>
                  <a:pt x="101" y="12"/>
                </a:lnTo>
                <a:lnTo>
                  <a:pt x="100" y="12"/>
                </a:lnTo>
                <a:lnTo>
                  <a:pt x="99" y="12"/>
                </a:lnTo>
                <a:lnTo>
                  <a:pt x="99" y="13"/>
                </a:lnTo>
                <a:lnTo>
                  <a:pt x="100" y="13"/>
                </a:lnTo>
                <a:lnTo>
                  <a:pt x="100" y="14"/>
                </a:lnTo>
                <a:lnTo>
                  <a:pt x="100" y="15"/>
                </a:lnTo>
                <a:lnTo>
                  <a:pt x="101" y="16"/>
                </a:lnTo>
                <a:lnTo>
                  <a:pt x="101" y="17"/>
                </a:lnTo>
                <a:lnTo>
                  <a:pt x="100" y="17"/>
                </a:lnTo>
                <a:lnTo>
                  <a:pt x="99" y="17"/>
                </a:lnTo>
                <a:lnTo>
                  <a:pt x="99" y="18"/>
                </a:lnTo>
                <a:lnTo>
                  <a:pt x="99" y="19"/>
                </a:lnTo>
                <a:lnTo>
                  <a:pt x="100" y="19"/>
                </a:lnTo>
                <a:lnTo>
                  <a:pt x="100" y="20"/>
                </a:lnTo>
                <a:lnTo>
                  <a:pt x="99" y="21"/>
                </a:lnTo>
                <a:lnTo>
                  <a:pt x="98" y="22"/>
                </a:lnTo>
                <a:lnTo>
                  <a:pt x="98" y="23"/>
                </a:lnTo>
                <a:lnTo>
                  <a:pt x="97" y="23"/>
                </a:lnTo>
                <a:lnTo>
                  <a:pt x="97" y="24"/>
                </a:lnTo>
                <a:lnTo>
                  <a:pt x="97" y="25"/>
                </a:lnTo>
                <a:lnTo>
                  <a:pt x="97" y="28"/>
                </a:lnTo>
                <a:lnTo>
                  <a:pt x="97" y="29"/>
                </a:lnTo>
                <a:lnTo>
                  <a:pt x="97" y="30"/>
                </a:lnTo>
                <a:lnTo>
                  <a:pt x="97" y="31"/>
                </a:lnTo>
                <a:lnTo>
                  <a:pt x="97" y="32"/>
                </a:lnTo>
                <a:lnTo>
                  <a:pt x="97" y="33"/>
                </a:lnTo>
                <a:lnTo>
                  <a:pt x="97" y="34"/>
                </a:lnTo>
                <a:lnTo>
                  <a:pt x="96" y="34"/>
                </a:lnTo>
                <a:lnTo>
                  <a:pt x="96" y="36"/>
                </a:lnTo>
                <a:lnTo>
                  <a:pt x="96" y="37"/>
                </a:lnTo>
                <a:lnTo>
                  <a:pt x="95" y="38"/>
                </a:lnTo>
                <a:lnTo>
                  <a:pt x="95" y="39"/>
                </a:lnTo>
                <a:lnTo>
                  <a:pt x="94" y="39"/>
                </a:lnTo>
                <a:lnTo>
                  <a:pt x="94" y="40"/>
                </a:lnTo>
                <a:lnTo>
                  <a:pt x="93" y="41"/>
                </a:lnTo>
                <a:lnTo>
                  <a:pt x="92" y="41"/>
                </a:lnTo>
                <a:lnTo>
                  <a:pt x="92" y="42"/>
                </a:lnTo>
                <a:lnTo>
                  <a:pt x="92" y="43"/>
                </a:lnTo>
                <a:lnTo>
                  <a:pt x="91" y="43"/>
                </a:lnTo>
                <a:lnTo>
                  <a:pt x="91" y="45"/>
                </a:lnTo>
                <a:lnTo>
                  <a:pt x="92" y="45"/>
                </a:lnTo>
                <a:lnTo>
                  <a:pt x="92" y="46"/>
                </a:lnTo>
                <a:lnTo>
                  <a:pt x="92" y="47"/>
                </a:lnTo>
                <a:lnTo>
                  <a:pt x="92" y="48"/>
                </a:lnTo>
                <a:lnTo>
                  <a:pt x="91" y="48"/>
                </a:lnTo>
                <a:lnTo>
                  <a:pt x="91" y="49"/>
                </a:lnTo>
                <a:lnTo>
                  <a:pt x="90" y="49"/>
                </a:lnTo>
                <a:lnTo>
                  <a:pt x="90" y="50"/>
                </a:lnTo>
                <a:lnTo>
                  <a:pt x="90" y="52"/>
                </a:lnTo>
                <a:lnTo>
                  <a:pt x="90" y="53"/>
                </a:lnTo>
                <a:lnTo>
                  <a:pt x="91" y="53"/>
                </a:lnTo>
                <a:lnTo>
                  <a:pt x="91" y="54"/>
                </a:lnTo>
                <a:lnTo>
                  <a:pt x="92" y="54"/>
                </a:lnTo>
                <a:lnTo>
                  <a:pt x="92" y="55"/>
                </a:lnTo>
                <a:lnTo>
                  <a:pt x="93" y="55"/>
                </a:lnTo>
                <a:lnTo>
                  <a:pt x="93" y="56"/>
                </a:lnTo>
                <a:lnTo>
                  <a:pt x="92" y="56"/>
                </a:lnTo>
                <a:lnTo>
                  <a:pt x="92" y="57"/>
                </a:lnTo>
                <a:lnTo>
                  <a:pt x="91" y="58"/>
                </a:lnTo>
                <a:lnTo>
                  <a:pt x="91" y="59"/>
                </a:lnTo>
                <a:lnTo>
                  <a:pt x="91" y="60"/>
                </a:lnTo>
                <a:lnTo>
                  <a:pt x="91" y="61"/>
                </a:lnTo>
                <a:lnTo>
                  <a:pt x="91" y="62"/>
                </a:lnTo>
                <a:lnTo>
                  <a:pt x="91" y="63"/>
                </a:lnTo>
                <a:lnTo>
                  <a:pt x="91" y="64"/>
                </a:lnTo>
                <a:lnTo>
                  <a:pt x="91" y="66"/>
                </a:lnTo>
                <a:lnTo>
                  <a:pt x="91" y="67"/>
                </a:lnTo>
                <a:lnTo>
                  <a:pt x="91" y="68"/>
                </a:lnTo>
                <a:lnTo>
                  <a:pt x="91" y="69"/>
                </a:lnTo>
                <a:lnTo>
                  <a:pt x="90" y="70"/>
                </a:lnTo>
                <a:lnTo>
                  <a:pt x="90" y="72"/>
                </a:lnTo>
                <a:lnTo>
                  <a:pt x="91" y="73"/>
                </a:lnTo>
                <a:lnTo>
                  <a:pt x="91" y="74"/>
                </a:lnTo>
                <a:lnTo>
                  <a:pt x="90" y="75"/>
                </a:lnTo>
                <a:lnTo>
                  <a:pt x="90" y="76"/>
                </a:lnTo>
                <a:lnTo>
                  <a:pt x="90" y="77"/>
                </a:lnTo>
                <a:lnTo>
                  <a:pt x="90" y="78"/>
                </a:lnTo>
                <a:lnTo>
                  <a:pt x="90" y="79"/>
                </a:lnTo>
                <a:lnTo>
                  <a:pt x="90" y="80"/>
                </a:lnTo>
                <a:lnTo>
                  <a:pt x="90" y="81"/>
                </a:lnTo>
                <a:lnTo>
                  <a:pt x="90" y="83"/>
                </a:lnTo>
                <a:lnTo>
                  <a:pt x="90" y="84"/>
                </a:lnTo>
                <a:lnTo>
                  <a:pt x="90" y="86"/>
                </a:lnTo>
                <a:lnTo>
                  <a:pt x="90" y="87"/>
                </a:lnTo>
                <a:lnTo>
                  <a:pt x="89" y="88"/>
                </a:lnTo>
                <a:lnTo>
                  <a:pt x="89" y="89"/>
                </a:lnTo>
                <a:lnTo>
                  <a:pt x="89" y="90"/>
                </a:lnTo>
                <a:lnTo>
                  <a:pt x="89" y="91"/>
                </a:lnTo>
                <a:lnTo>
                  <a:pt x="90" y="91"/>
                </a:lnTo>
                <a:lnTo>
                  <a:pt x="90" y="92"/>
                </a:lnTo>
                <a:lnTo>
                  <a:pt x="90" y="93"/>
                </a:lnTo>
                <a:lnTo>
                  <a:pt x="90" y="94"/>
                </a:lnTo>
                <a:lnTo>
                  <a:pt x="90" y="95"/>
                </a:lnTo>
                <a:lnTo>
                  <a:pt x="90" y="96"/>
                </a:lnTo>
                <a:lnTo>
                  <a:pt x="89" y="97"/>
                </a:lnTo>
                <a:lnTo>
                  <a:pt x="89" y="98"/>
                </a:lnTo>
                <a:lnTo>
                  <a:pt x="89" y="99"/>
                </a:lnTo>
                <a:lnTo>
                  <a:pt x="89" y="101"/>
                </a:lnTo>
                <a:lnTo>
                  <a:pt x="89" y="102"/>
                </a:lnTo>
                <a:lnTo>
                  <a:pt x="89" y="103"/>
                </a:lnTo>
                <a:lnTo>
                  <a:pt x="89" y="104"/>
                </a:lnTo>
                <a:lnTo>
                  <a:pt x="89" y="105"/>
                </a:lnTo>
                <a:lnTo>
                  <a:pt x="88" y="105"/>
                </a:lnTo>
                <a:lnTo>
                  <a:pt x="86" y="106"/>
                </a:lnTo>
                <a:lnTo>
                  <a:pt x="86" y="107"/>
                </a:lnTo>
                <a:lnTo>
                  <a:pt x="86" y="108"/>
                </a:lnTo>
                <a:lnTo>
                  <a:pt x="86" y="110"/>
                </a:lnTo>
                <a:lnTo>
                  <a:pt x="86" y="111"/>
                </a:lnTo>
                <a:lnTo>
                  <a:pt x="86" y="112"/>
                </a:lnTo>
                <a:lnTo>
                  <a:pt x="85" y="112"/>
                </a:lnTo>
                <a:lnTo>
                  <a:pt x="85" y="113"/>
                </a:lnTo>
                <a:lnTo>
                  <a:pt x="85" y="114"/>
                </a:lnTo>
                <a:lnTo>
                  <a:pt x="86" y="114"/>
                </a:lnTo>
                <a:lnTo>
                  <a:pt x="86" y="115"/>
                </a:lnTo>
                <a:lnTo>
                  <a:pt x="86" y="116"/>
                </a:lnTo>
                <a:lnTo>
                  <a:pt x="86" y="117"/>
                </a:lnTo>
                <a:lnTo>
                  <a:pt x="86" y="118"/>
                </a:lnTo>
                <a:lnTo>
                  <a:pt x="88" y="118"/>
                </a:lnTo>
                <a:lnTo>
                  <a:pt x="86" y="118"/>
                </a:lnTo>
                <a:lnTo>
                  <a:pt x="86" y="119"/>
                </a:lnTo>
                <a:lnTo>
                  <a:pt x="86" y="118"/>
                </a:lnTo>
                <a:lnTo>
                  <a:pt x="86" y="119"/>
                </a:lnTo>
                <a:lnTo>
                  <a:pt x="85" y="120"/>
                </a:lnTo>
                <a:lnTo>
                  <a:pt x="84" y="120"/>
                </a:lnTo>
                <a:lnTo>
                  <a:pt x="84" y="121"/>
                </a:lnTo>
                <a:lnTo>
                  <a:pt x="84" y="122"/>
                </a:lnTo>
                <a:lnTo>
                  <a:pt x="83" y="122"/>
                </a:lnTo>
                <a:lnTo>
                  <a:pt x="83" y="123"/>
                </a:lnTo>
                <a:lnTo>
                  <a:pt x="84" y="123"/>
                </a:lnTo>
                <a:lnTo>
                  <a:pt x="83" y="124"/>
                </a:lnTo>
                <a:lnTo>
                  <a:pt x="83" y="125"/>
                </a:lnTo>
                <a:lnTo>
                  <a:pt x="83" y="126"/>
                </a:lnTo>
                <a:lnTo>
                  <a:pt x="83" y="128"/>
                </a:lnTo>
                <a:lnTo>
                  <a:pt x="82" y="128"/>
                </a:lnTo>
                <a:lnTo>
                  <a:pt x="82" y="129"/>
                </a:lnTo>
                <a:lnTo>
                  <a:pt x="82" y="130"/>
                </a:lnTo>
                <a:lnTo>
                  <a:pt x="81" y="130"/>
                </a:lnTo>
                <a:lnTo>
                  <a:pt x="81" y="131"/>
                </a:lnTo>
                <a:lnTo>
                  <a:pt x="81" y="132"/>
                </a:lnTo>
                <a:lnTo>
                  <a:pt x="80" y="134"/>
                </a:lnTo>
                <a:lnTo>
                  <a:pt x="80" y="135"/>
                </a:lnTo>
                <a:lnTo>
                  <a:pt x="79" y="135"/>
                </a:lnTo>
                <a:lnTo>
                  <a:pt x="79" y="136"/>
                </a:lnTo>
                <a:lnTo>
                  <a:pt x="79" y="137"/>
                </a:lnTo>
                <a:lnTo>
                  <a:pt x="78" y="137"/>
                </a:lnTo>
                <a:lnTo>
                  <a:pt x="79" y="137"/>
                </a:lnTo>
                <a:lnTo>
                  <a:pt x="78" y="137"/>
                </a:lnTo>
                <a:lnTo>
                  <a:pt x="77" y="137"/>
                </a:lnTo>
                <a:lnTo>
                  <a:pt x="77" y="138"/>
                </a:lnTo>
                <a:lnTo>
                  <a:pt x="76" y="138"/>
                </a:lnTo>
                <a:lnTo>
                  <a:pt x="76" y="139"/>
                </a:lnTo>
                <a:lnTo>
                  <a:pt x="76" y="140"/>
                </a:lnTo>
                <a:lnTo>
                  <a:pt x="76" y="141"/>
                </a:lnTo>
                <a:lnTo>
                  <a:pt x="77" y="141"/>
                </a:lnTo>
                <a:lnTo>
                  <a:pt x="77" y="142"/>
                </a:lnTo>
                <a:lnTo>
                  <a:pt x="77" y="143"/>
                </a:lnTo>
                <a:lnTo>
                  <a:pt x="76" y="143"/>
                </a:lnTo>
                <a:lnTo>
                  <a:pt x="76" y="144"/>
                </a:lnTo>
                <a:lnTo>
                  <a:pt x="76" y="145"/>
                </a:lnTo>
                <a:lnTo>
                  <a:pt x="75" y="146"/>
                </a:lnTo>
                <a:lnTo>
                  <a:pt x="74" y="147"/>
                </a:lnTo>
                <a:lnTo>
                  <a:pt x="74" y="148"/>
                </a:lnTo>
                <a:lnTo>
                  <a:pt x="73" y="148"/>
                </a:lnTo>
                <a:lnTo>
                  <a:pt x="73" y="149"/>
                </a:lnTo>
                <a:lnTo>
                  <a:pt x="72" y="149"/>
                </a:lnTo>
                <a:lnTo>
                  <a:pt x="71" y="149"/>
                </a:lnTo>
                <a:lnTo>
                  <a:pt x="71" y="150"/>
                </a:lnTo>
                <a:lnTo>
                  <a:pt x="70" y="150"/>
                </a:lnTo>
                <a:lnTo>
                  <a:pt x="70" y="151"/>
                </a:lnTo>
                <a:lnTo>
                  <a:pt x="69" y="151"/>
                </a:lnTo>
                <a:lnTo>
                  <a:pt x="69" y="152"/>
                </a:lnTo>
                <a:lnTo>
                  <a:pt x="68" y="152"/>
                </a:lnTo>
                <a:lnTo>
                  <a:pt x="68" y="153"/>
                </a:lnTo>
                <a:lnTo>
                  <a:pt x="67" y="154"/>
                </a:lnTo>
                <a:lnTo>
                  <a:pt x="67" y="155"/>
                </a:lnTo>
                <a:lnTo>
                  <a:pt x="67" y="158"/>
                </a:lnTo>
                <a:lnTo>
                  <a:pt x="67" y="159"/>
                </a:lnTo>
                <a:lnTo>
                  <a:pt x="66" y="160"/>
                </a:lnTo>
                <a:lnTo>
                  <a:pt x="66" y="161"/>
                </a:lnTo>
                <a:lnTo>
                  <a:pt x="65" y="161"/>
                </a:lnTo>
                <a:lnTo>
                  <a:pt x="65" y="162"/>
                </a:lnTo>
                <a:lnTo>
                  <a:pt x="65" y="163"/>
                </a:lnTo>
                <a:lnTo>
                  <a:pt x="65" y="164"/>
                </a:lnTo>
                <a:lnTo>
                  <a:pt x="65" y="165"/>
                </a:lnTo>
                <a:lnTo>
                  <a:pt x="65" y="166"/>
                </a:lnTo>
                <a:lnTo>
                  <a:pt x="65" y="167"/>
                </a:lnTo>
                <a:lnTo>
                  <a:pt x="65" y="168"/>
                </a:lnTo>
                <a:lnTo>
                  <a:pt x="64" y="169"/>
                </a:lnTo>
                <a:lnTo>
                  <a:pt x="64" y="170"/>
                </a:lnTo>
                <a:lnTo>
                  <a:pt x="64" y="171"/>
                </a:lnTo>
                <a:lnTo>
                  <a:pt x="64" y="172"/>
                </a:lnTo>
                <a:lnTo>
                  <a:pt x="63" y="173"/>
                </a:lnTo>
                <a:lnTo>
                  <a:pt x="63" y="174"/>
                </a:lnTo>
                <a:lnTo>
                  <a:pt x="63" y="175"/>
                </a:lnTo>
                <a:lnTo>
                  <a:pt x="63" y="176"/>
                </a:lnTo>
                <a:lnTo>
                  <a:pt x="63" y="178"/>
                </a:lnTo>
                <a:lnTo>
                  <a:pt x="63" y="179"/>
                </a:lnTo>
                <a:lnTo>
                  <a:pt x="63" y="180"/>
                </a:lnTo>
                <a:lnTo>
                  <a:pt x="63" y="181"/>
                </a:lnTo>
                <a:lnTo>
                  <a:pt x="64" y="183"/>
                </a:lnTo>
                <a:lnTo>
                  <a:pt x="64" y="186"/>
                </a:lnTo>
                <a:lnTo>
                  <a:pt x="65" y="189"/>
                </a:lnTo>
                <a:lnTo>
                  <a:pt x="65" y="190"/>
                </a:lnTo>
                <a:lnTo>
                  <a:pt x="64" y="191"/>
                </a:lnTo>
                <a:lnTo>
                  <a:pt x="65" y="191"/>
                </a:lnTo>
                <a:lnTo>
                  <a:pt x="65" y="192"/>
                </a:lnTo>
                <a:lnTo>
                  <a:pt x="66" y="192"/>
                </a:lnTo>
                <a:lnTo>
                  <a:pt x="65" y="192"/>
                </a:lnTo>
                <a:lnTo>
                  <a:pt x="65" y="193"/>
                </a:lnTo>
                <a:lnTo>
                  <a:pt x="65" y="194"/>
                </a:lnTo>
                <a:lnTo>
                  <a:pt x="65" y="195"/>
                </a:lnTo>
                <a:lnTo>
                  <a:pt x="66" y="195"/>
                </a:lnTo>
                <a:lnTo>
                  <a:pt x="66" y="196"/>
                </a:lnTo>
                <a:lnTo>
                  <a:pt x="66" y="197"/>
                </a:lnTo>
                <a:lnTo>
                  <a:pt x="66" y="198"/>
                </a:lnTo>
                <a:lnTo>
                  <a:pt x="65" y="199"/>
                </a:lnTo>
                <a:lnTo>
                  <a:pt x="65" y="200"/>
                </a:lnTo>
                <a:lnTo>
                  <a:pt x="64" y="200"/>
                </a:lnTo>
                <a:lnTo>
                  <a:pt x="63" y="201"/>
                </a:lnTo>
                <a:lnTo>
                  <a:pt x="63" y="202"/>
                </a:lnTo>
                <a:lnTo>
                  <a:pt x="63" y="203"/>
                </a:lnTo>
                <a:lnTo>
                  <a:pt x="64" y="204"/>
                </a:lnTo>
                <a:lnTo>
                  <a:pt x="65" y="205"/>
                </a:lnTo>
                <a:lnTo>
                  <a:pt x="65" y="206"/>
                </a:lnTo>
                <a:lnTo>
                  <a:pt x="66" y="206"/>
                </a:lnTo>
                <a:lnTo>
                  <a:pt x="65" y="206"/>
                </a:lnTo>
                <a:lnTo>
                  <a:pt x="65" y="207"/>
                </a:lnTo>
                <a:lnTo>
                  <a:pt x="65" y="206"/>
                </a:lnTo>
                <a:lnTo>
                  <a:pt x="64" y="206"/>
                </a:lnTo>
                <a:lnTo>
                  <a:pt x="64" y="205"/>
                </a:lnTo>
                <a:lnTo>
                  <a:pt x="63" y="205"/>
                </a:lnTo>
                <a:lnTo>
                  <a:pt x="63" y="204"/>
                </a:lnTo>
                <a:lnTo>
                  <a:pt x="62" y="204"/>
                </a:lnTo>
                <a:lnTo>
                  <a:pt x="61" y="204"/>
                </a:lnTo>
                <a:lnTo>
                  <a:pt x="60" y="204"/>
                </a:lnTo>
                <a:lnTo>
                  <a:pt x="59" y="204"/>
                </a:lnTo>
                <a:lnTo>
                  <a:pt x="59" y="203"/>
                </a:lnTo>
                <a:lnTo>
                  <a:pt x="58" y="203"/>
                </a:lnTo>
                <a:lnTo>
                  <a:pt x="58" y="204"/>
                </a:lnTo>
                <a:lnTo>
                  <a:pt x="57" y="204"/>
                </a:lnTo>
                <a:lnTo>
                  <a:pt x="57" y="205"/>
                </a:lnTo>
                <a:lnTo>
                  <a:pt x="58" y="205"/>
                </a:lnTo>
                <a:lnTo>
                  <a:pt x="58" y="206"/>
                </a:lnTo>
                <a:lnTo>
                  <a:pt x="57" y="206"/>
                </a:lnTo>
                <a:lnTo>
                  <a:pt x="56" y="206"/>
                </a:lnTo>
                <a:lnTo>
                  <a:pt x="55" y="205"/>
                </a:lnTo>
                <a:lnTo>
                  <a:pt x="55" y="204"/>
                </a:lnTo>
                <a:lnTo>
                  <a:pt x="55" y="203"/>
                </a:lnTo>
                <a:lnTo>
                  <a:pt x="55" y="202"/>
                </a:lnTo>
                <a:lnTo>
                  <a:pt x="54" y="201"/>
                </a:lnTo>
                <a:lnTo>
                  <a:pt x="53" y="200"/>
                </a:lnTo>
                <a:lnTo>
                  <a:pt x="53" y="199"/>
                </a:lnTo>
                <a:lnTo>
                  <a:pt x="53" y="198"/>
                </a:lnTo>
                <a:lnTo>
                  <a:pt x="53" y="197"/>
                </a:lnTo>
                <a:lnTo>
                  <a:pt x="54" y="197"/>
                </a:lnTo>
                <a:lnTo>
                  <a:pt x="54" y="196"/>
                </a:lnTo>
                <a:lnTo>
                  <a:pt x="53" y="196"/>
                </a:lnTo>
                <a:lnTo>
                  <a:pt x="53" y="195"/>
                </a:lnTo>
                <a:lnTo>
                  <a:pt x="54" y="195"/>
                </a:lnTo>
                <a:lnTo>
                  <a:pt x="54" y="194"/>
                </a:lnTo>
                <a:lnTo>
                  <a:pt x="53" y="193"/>
                </a:lnTo>
                <a:lnTo>
                  <a:pt x="51" y="188"/>
                </a:lnTo>
                <a:lnTo>
                  <a:pt x="51" y="187"/>
                </a:lnTo>
                <a:lnTo>
                  <a:pt x="50" y="187"/>
                </a:lnTo>
                <a:lnTo>
                  <a:pt x="50" y="186"/>
                </a:lnTo>
                <a:lnTo>
                  <a:pt x="49" y="185"/>
                </a:lnTo>
                <a:lnTo>
                  <a:pt x="48" y="185"/>
                </a:lnTo>
                <a:lnTo>
                  <a:pt x="48" y="184"/>
                </a:lnTo>
                <a:lnTo>
                  <a:pt x="48" y="183"/>
                </a:lnTo>
                <a:lnTo>
                  <a:pt x="47" y="183"/>
                </a:lnTo>
                <a:lnTo>
                  <a:pt x="47" y="182"/>
                </a:lnTo>
                <a:lnTo>
                  <a:pt x="47" y="181"/>
                </a:lnTo>
                <a:lnTo>
                  <a:pt x="46" y="180"/>
                </a:lnTo>
                <a:lnTo>
                  <a:pt x="45" y="180"/>
                </a:lnTo>
                <a:lnTo>
                  <a:pt x="44" y="179"/>
                </a:lnTo>
                <a:lnTo>
                  <a:pt x="44" y="178"/>
                </a:lnTo>
                <a:lnTo>
                  <a:pt x="43" y="178"/>
                </a:lnTo>
                <a:lnTo>
                  <a:pt x="43" y="177"/>
                </a:lnTo>
                <a:lnTo>
                  <a:pt x="42" y="177"/>
                </a:lnTo>
                <a:lnTo>
                  <a:pt x="41" y="177"/>
                </a:lnTo>
                <a:lnTo>
                  <a:pt x="41" y="176"/>
                </a:lnTo>
                <a:lnTo>
                  <a:pt x="40" y="176"/>
                </a:lnTo>
                <a:lnTo>
                  <a:pt x="39" y="176"/>
                </a:lnTo>
                <a:lnTo>
                  <a:pt x="38" y="175"/>
                </a:lnTo>
                <a:lnTo>
                  <a:pt x="37" y="175"/>
                </a:lnTo>
                <a:lnTo>
                  <a:pt x="36" y="175"/>
                </a:lnTo>
                <a:lnTo>
                  <a:pt x="35" y="174"/>
                </a:lnTo>
                <a:lnTo>
                  <a:pt x="34" y="174"/>
                </a:lnTo>
                <a:lnTo>
                  <a:pt x="33" y="173"/>
                </a:lnTo>
                <a:lnTo>
                  <a:pt x="32" y="173"/>
                </a:lnTo>
                <a:lnTo>
                  <a:pt x="32" y="172"/>
                </a:lnTo>
                <a:lnTo>
                  <a:pt x="31" y="172"/>
                </a:lnTo>
                <a:lnTo>
                  <a:pt x="30" y="172"/>
                </a:lnTo>
                <a:lnTo>
                  <a:pt x="31" y="172"/>
                </a:lnTo>
                <a:lnTo>
                  <a:pt x="30" y="172"/>
                </a:lnTo>
                <a:lnTo>
                  <a:pt x="29" y="172"/>
                </a:lnTo>
                <a:lnTo>
                  <a:pt x="29" y="171"/>
                </a:lnTo>
                <a:lnTo>
                  <a:pt x="28" y="171"/>
                </a:lnTo>
                <a:lnTo>
                  <a:pt x="27" y="171"/>
                </a:lnTo>
                <a:lnTo>
                  <a:pt x="27" y="170"/>
                </a:lnTo>
                <a:lnTo>
                  <a:pt x="26" y="170"/>
                </a:lnTo>
                <a:lnTo>
                  <a:pt x="25" y="170"/>
                </a:lnTo>
                <a:lnTo>
                  <a:pt x="25" y="169"/>
                </a:lnTo>
                <a:lnTo>
                  <a:pt x="24" y="169"/>
                </a:lnTo>
                <a:lnTo>
                  <a:pt x="25" y="169"/>
                </a:lnTo>
                <a:lnTo>
                  <a:pt x="24" y="169"/>
                </a:lnTo>
                <a:lnTo>
                  <a:pt x="24" y="168"/>
                </a:lnTo>
                <a:lnTo>
                  <a:pt x="23" y="168"/>
                </a:lnTo>
                <a:lnTo>
                  <a:pt x="24" y="168"/>
                </a:lnTo>
                <a:lnTo>
                  <a:pt x="25" y="168"/>
                </a:lnTo>
                <a:lnTo>
                  <a:pt x="24" y="168"/>
                </a:lnTo>
                <a:lnTo>
                  <a:pt x="24" y="167"/>
                </a:lnTo>
                <a:lnTo>
                  <a:pt x="23" y="167"/>
                </a:lnTo>
                <a:lnTo>
                  <a:pt x="23" y="166"/>
                </a:lnTo>
                <a:lnTo>
                  <a:pt x="22" y="166"/>
                </a:lnTo>
                <a:lnTo>
                  <a:pt x="21" y="165"/>
                </a:lnTo>
                <a:lnTo>
                  <a:pt x="21" y="164"/>
                </a:lnTo>
                <a:lnTo>
                  <a:pt x="22" y="164"/>
                </a:lnTo>
                <a:lnTo>
                  <a:pt x="21" y="164"/>
                </a:lnTo>
                <a:lnTo>
                  <a:pt x="21" y="163"/>
                </a:lnTo>
                <a:lnTo>
                  <a:pt x="21" y="164"/>
                </a:lnTo>
                <a:lnTo>
                  <a:pt x="20" y="164"/>
                </a:lnTo>
                <a:lnTo>
                  <a:pt x="19" y="164"/>
                </a:lnTo>
                <a:lnTo>
                  <a:pt x="19" y="163"/>
                </a:lnTo>
                <a:lnTo>
                  <a:pt x="18" y="162"/>
                </a:lnTo>
                <a:lnTo>
                  <a:pt x="18" y="161"/>
                </a:lnTo>
                <a:lnTo>
                  <a:pt x="18" y="160"/>
                </a:lnTo>
                <a:lnTo>
                  <a:pt x="19" y="160"/>
                </a:lnTo>
                <a:lnTo>
                  <a:pt x="19" y="159"/>
                </a:lnTo>
                <a:lnTo>
                  <a:pt x="19" y="158"/>
                </a:lnTo>
                <a:lnTo>
                  <a:pt x="18" y="158"/>
                </a:lnTo>
                <a:lnTo>
                  <a:pt x="18" y="157"/>
                </a:lnTo>
                <a:lnTo>
                  <a:pt x="17" y="156"/>
                </a:lnTo>
                <a:lnTo>
                  <a:pt x="16" y="155"/>
                </a:lnTo>
                <a:lnTo>
                  <a:pt x="16" y="154"/>
                </a:lnTo>
                <a:lnTo>
                  <a:pt x="15" y="153"/>
                </a:lnTo>
                <a:lnTo>
                  <a:pt x="15" y="152"/>
                </a:lnTo>
                <a:lnTo>
                  <a:pt x="14" y="152"/>
                </a:lnTo>
                <a:lnTo>
                  <a:pt x="14" y="151"/>
                </a:lnTo>
                <a:lnTo>
                  <a:pt x="14" y="150"/>
                </a:lnTo>
                <a:lnTo>
                  <a:pt x="13" y="150"/>
                </a:lnTo>
                <a:lnTo>
                  <a:pt x="13" y="149"/>
                </a:lnTo>
                <a:lnTo>
                  <a:pt x="12" y="148"/>
                </a:lnTo>
                <a:lnTo>
                  <a:pt x="12" y="147"/>
                </a:lnTo>
                <a:lnTo>
                  <a:pt x="11" y="146"/>
                </a:lnTo>
                <a:lnTo>
                  <a:pt x="11" y="145"/>
                </a:lnTo>
                <a:lnTo>
                  <a:pt x="11" y="144"/>
                </a:lnTo>
                <a:lnTo>
                  <a:pt x="11" y="143"/>
                </a:lnTo>
                <a:lnTo>
                  <a:pt x="10" y="143"/>
                </a:lnTo>
                <a:lnTo>
                  <a:pt x="10" y="142"/>
                </a:lnTo>
                <a:lnTo>
                  <a:pt x="9" y="141"/>
                </a:lnTo>
                <a:lnTo>
                  <a:pt x="8" y="140"/>
                </a:lnTo>
                <a:lnTo>
                  <a:pt x="8" y="139"/>
                </a:lnTo>
                <a:lnTo>
                  <a:pt x="7" y="139"/>
                </a:lnTo>
                <a:lnTo>
                  <a:pt x="6" y="139"/>
                </a:lnTo>
                <a:lnTo>
                  <a:pt x="6" y="138"/>
                </a:lnTo>
                <a:lnTo>
                  <a:pt x="5" y="138"/>
                </a:lnTo>
                <a:lnTo>
                  <a:pt x="4" y="138"/>
                </a:lnTo>
                <a:lnTo>
                  <a:pt x="3" y="137"/>
                </a:lnTo>
                <a:lnTo>
                  <a:pt x="3" y="136"/>
                </a:lnTo>
                <a:lnTo>
                  <a:pt x="2" y="136"/>
                </a:lnTo>
                <a:lnTo>
                  <a:pt x="2" y="137"/>
                </a:lnTo>
                <a:lnTo>
                  <a:pt x="2" y="136"/>
                </a:lnTo>
                <a:lnTo>
                  <a:pt x="1" y="136"/>
                </a:lnTo>
                <a:lnTo>
                  <a:pt x="0" y="136"/>
                </a:lnTo>
                <a:lnTo>
                  <a:pt x="0" y="135"/>
                </a:lnTo>
                <a:lnTo>
                  <a:pt x="0" y="134"/>
                </a:lnTo>
                <a:lnTo>
                  <a:pt x="0" y="133"/>
                </a:lnTo>
                <a:lnTo>
                  <a:pt x="0" y="132"/>
                </a:lnTo>
                <a:lnTo>
                  <a:pt x="1" y="132"/>
                </a:lnTo>
                <a:lnTo>
                  <a:pt x="0" y="132"/>
                </a:lnTo>
                <a:lnTo>
                  <a:pt x="0" y="133"/>
                </a:lnTo>
                <a:lnTo>
                  <a:pt x="1" y="132"/>
                </a:lnTo>
                <a:lnTo>
                  <a:pt x="2" y="132"/>
                </a:lnTo>
                <a:lnTo>
                  <a:pt x="2" y="131"/>
                </a:lnTo>
                <a:lnTo>
                  <a:pt x="3" y="131"/>
                </a:lnTo>
                <a:lnTo>
                  <a:pt x="3" y="130"/>
                </a:lnTo>
                <a:lnTo>
                  <a:pt x="2" y="130"/>
                </a:lnTo>
                <a:lnTo>
                  <a:pt x="2" y="128"/>
                </a:lnTo>
                <a:lnTo>
                  <a:pt x="1" y="128"/>
                </a:lnTo>
                <a:lnTo>
                  <a:pt x="1" y="127"/>
                </a:lnTo>
                <a:lnTo>
                  <a:pt x="2" y="126"/>
                </a:lnTo>
                <a:lnTo>
                  <a:pt x="2" y="125"/>
                </a:lnTo>
                <a:lnTo>
                  <a:pt x="2" y="126"/>
                </a:lnTo>
                <a:lnTo>
                  <a:pt x="2" y="125"/>
                </a:lnTo>
                <a:lnTo>
                  <a:pt x="2" y="124"/>
                </a:lnTo>
                <a:lnTo>
                  <a:pt x="2" y="125"/>
                </a:lnTo>
                <a:lnTo>
                  <a:pt x="3" y="125"/>
                </a:lnTo>
                <a:lnTo>
                  <a:pt x="3" y="124"/>
                </a:lnTo>
                <a:lnTo>
                  <a:pt x="2" y="124"/>
                </a:lnTo>
                <a:lnTo>
                  <a:pt x="3" y="123"/>
                </a:lnTo>
                <a:lnTo>
                  <a:pt x="3" y="122"/>
                </a:lnTo>
                <a:lnTo>
                  <a:pt x="3" y="121"/>
                </a:lnTo>
                <a:lnTo>
                  <a:pt x="2" y="121"/>
                </a:lnTo>
                <a:lnTo>
                  <a:pt x="2" y="120"/>
                </a:lnTo>
                <a:lnTo>
                  <a:pt x="3" y="120"/>
                </a:lnTo>
                <a:lnTo>
                  <a:pt x="3" y="119"/>
                </a:lnTo>
                <a:lnTo>
                  <a:pt x="2" y="119"/>
                </a:lnTo>
                <a:lnTo>
                  <a:pt x="3" y="118"/>
                </a:lnTo>
                <a:lnTo>
                  <a:pt x="3" y="117"/>
                </a:lnTo>
                <a:lnTo>
                  <a:pt x="3" y="116"/>
                </a:lnTo>
                <a:lnTo>
                  <a:pt x="3" y="115"/>
                </a:lnTo>
                <a:lnTo>
                  <a:pt x="3" y="114"/>
                </a:lnTo>
                <a:lnTo>
                  <a:pt x="4" y="114"/>
                </a:lnTo>
                <a:lnTo>
                  <a:pt x="3" y="114"/>
                </a:lnTo>
                <a:lnTo>
                  <a:pt x="4" y="114"/>
                </a:lnTo>
                <a:lnTo>
                  <a:pt x="3" y="115"/>
                </a:lnTo>
                <a:lnTo>
                  <a:pt x="4" y="115"/>
                </a:lnTo>
                <a:lnTo>
                  <a:pt x="4" y="114"/>
                </a:lnTo>
                <a:lnTo>
                  <a:pt x="4" y="115"/>
                </a:lnTo>
                <a:lnTo>
                  <a:pt x="5" y="115"/>
                </a:lnTo>
                <a:lnTo>
                  <a:pt x="5" y="114"/>
                </a:lnTo>
                <a:lnTo>
                  <a:pt x="4" y="114"/>
                </a:lnTo>
                <a:lnTo>
                  <a:pt x="4" y="113"/>
                </a:lnTo>
                <a:lnTo>
                  <a:pt x="4" y="114"/>
                </a:lnTo>
                <a:lnTo>
                  <a:pt x="3" y="113"/>
                </a:lnTo>
                <a:lnTo>
                  <a:pt x="4" y="113"/>
                </a:lnTo>
                <a:lnTo>
                  <a:pt x="5" y="113"/>
                </a:lnTo>
                <a:lnTo>
                  <a:pt x="5" y="112"/>
                </a:lnTo>
                <a:lnTo>
                  <a:pt x="5" y="111"/>
                </a:lnTo>
                <a:lnTo>
                  <a:pt x="4" y="112"/>
                </a:lnTo>
                <a:lnTo>
                  <a:pt x="4" y="111"/>
                </a:lnTo>
                <a:lnTo>
                  <a:pt x="4" y="110"/>
                </a:lnTo>
                <a:lnTo>
                  <a:pt x="3" y="110"/>
                </a:lnTo>
                <a:lnTo>
                  <a:pt x="3" y="109"/>
                </a:lnTo>
                <a:lnTo>
                  <a:pt x="4" y="109"/>
                </a:lnTo>
                <a:lnTo>
                  <a:pt x="3" y="108"/>
                </a:lnTo>
                <a:lnTo>
                  <a:pt x="3" y="109"/>
                </a:lnTo>
                <a:lnTo>
                  <a:pt x="2" y="109"/>
                </a:lnTo>
                <a:lnTo>
                  <a:pt x="3" y="108"/>
                </a:lnTo>
                <a:lnTo>
                  <a:pt x="3" y="107"/>
                </a:lnTo>
                <a:lnTo>
                  <a:pt x="3" y="106"/>
                </a:lnTo>
                <a:lnTo>
                  <a:pt x="2" y="106"/>
                </a:lnTo>
                <a:lnTo>
                  <a:pt x="1" y="106"/>
                </a:lnTo>
                <a:lnTo>
                  <a:pt x="1" y="105"/>
                </a:lnTo>
                <a:lnTo>
                  <a:pt x="1" y="104"/>
                </a:lnTo>
                <a:lnTo>
                  <a:pt x="2" y="104"/>
                </a:lnTo>
                <a:lnTo>
                  <a:pt x="3" y="104"/>
                </a:lnTo>
                <a:lnTo>
                  <a:pt x="3" y="103"/>
                </a:lnTo>
                <a:lnTo>
                  <a:pt x="2" y="102"/>
                </a:lnTo>
                <a:lnTo>
                  <a:pt x="2" y="100"/>
                </a:lnTo>
                <a:lnTo>
                  <a:pt x="2" y="99"/>
                </a:lnTo>
                <a:lnTo>
                  <a:pt x="1" y="99"/>
                </a:lnTo>
                <a:lnTo>
                  <a:pt x="1" y="98"/>
                </a:lnTo>
                <a:lnTo>
                  <a:pt x="1" y="97"/>
                </a:lnTo>
                <a:lnTo>
                  <a:pt x="1" y="96"/>
                </a:lnTo>
                <a:lnTo>
                  <a:pt x="1" y="95"/>
                </a:lnTo>
                <a:lnTo>
                  <a:pt x="1" y="94"/>
                </a:lnTo>
                <a:lnTo>
                  <a:pt x="2" y="94"/>
                </a:lnTo>
                <a:lnTo>
                  <a:pt x="2" y="93"/>
                </a:lnTo>
                <a:lnTo>
                  <a:pt x="2" y="92"/>
                </a:lnTo>
                <a:lnTo>
                  <a:pt x="3" y="91"/>
                </a:lnTo>
                <a:lnTo>
                  <a:pt x="2" y="91"/>
                </a:lnTo>
                <a:lnTo>
                  <a:pt x="2" y="90"/>
                </a:lnTo>
                <a:lnTo>
                  <a:pt x="2" y="89"/>
                </a:lnTo>
                <a:lnTo>
                  <a:pt x="2" y="88"/>
                </a:lnTo>
                <a:lnTo>
                  <a:pt x="2" y="87"/>
                </a:lnTo>
                <a:lnTo>
                  <a:pt x="4" y="87"/>
                </a:lnTo>
                <a:lnTo>
                  <a:pt x="3" y="87"/>
                </a:lnTo>
                <a:lnTo>
                  <a:pt x="3" y="86"/>
                </a:lnTo>
                <a:lnTo>
                  <a:pt x="4" y="86"/>
                </a:lnTo>
                <a:lnTo>
                  <a:pt x="4" y="85"/>
                </a:lnTo>
                <a:lnTo>
                  <a:pt x="5" y="85"/>
                </a:lnTo>
                <a:lnTo>
                  <a:pt x="4" y="85"/>
                </a:lnTo>
                <a:lnTo>
                  <a:pt x="3" y="86"/>
                </a:lnTo>
                <a:lnTo>
                  <a:pt x="3" y="87"/>
                </a:lnTo>
                <a:lnTo>
                  <a:pt x="2" y="87"/>
                </a:lnTo>
                <a:lnTo>
                  <a:pt x="1" y="87"/>
                </a:lnTo>
                <a:lnTo>
                  <a:pt x="1" y="86"/>
                </a:lnTo>
                <a:lnTo>
                  <a:pt x="2" y="85"/>
                </a:lnTo>
                <a:lnTo>
                  <a:pt x="1" y="85"/>
                </a:lnTo>
                <a:lnTo>
                  <a:pt x="1" y="84"/>
                </a:lnTo>
                <a:lnTo>
                  <a:pt x="2" y="84"/>
                </a:lnTo>
                <a:lnTo>
                  <a:pt x="2" y="83"/>
                </a:lnTo>
                <a:lnTo>
                  <a:pt x="3" y="83"/>
                </a:lnTo>
                <a:lnTo>
                  <a:pt x="4" y="83"/>
                </a:lnTo>
                <a:lnTo>
                  <a:pt x="4" y="82"/>
                </a:lnTo>
                <a:lnTo>
                  <a:pt x="5" y="82"/>
                </a:lnTo>
                <a:lnTo>
                  <a:pt x="6" y="82"/>
                </a:lnTo>
                <a:lnTo>
                  <a:pt x="6" y="81"/>
                </a:lnTo>
                <a:lnTo>
                  <a:pt x="7" y="81"/>
                </a:lnTo>
                <a:lnTo>
                  <a:pt x="6" y="81"/>
                </a:lnTo>
                <a:lnTo>
                  <a:pt x="6" y="80"/>
                </a:lnTo>
                <a:lnTo>
                  <a:pt x="6" y="79"/>
                </a:lnTo>
                <a:lnTo>
                  <a:pt x="7" y="79"/>
                </a:lnTo>
                <a:lnTo>
                  <a:pt x="8" y="78"/>
                </a:lnTo>
                <a:lnTo>
                  <a:pt x="8" y="77"/>
                </a:lnTo>
                <a:lnTo>
                  <a:pt x="8" y="76"/>
                </a:lnTo>
                <a:lnTo>
                  <a:pt x="9" y="76"/>
                </a:lnTo>
                <a:lnTo>
                  <a:pt x="9" y="75"/>
                </a:lnTo>
                <a:lnTo>
                  <a:pt x="9" y="74"/>
                </a:lnTo>
                <a:lnTo>
                  <a:pt x="8" y="74"/>
                </a:lnTo>
                <a:lnTo>
                  <a:pt x="9" y="72"/>
                </a:lnTo>
                <a:lnTo>
                  <a:pt x="9" y="71"/>
                </a:lnTo>
                <a:lnTo>
                  <a:pt x="9" y="70"/>
                </a:lnTo>
                <a:lnTo>
                  <a:pt x="10" y="70"/>
                </a:lnTo>
                <a:lnTo>
                  <a:pt x="10" y="69"/>
                </a:lnTo>
                <a:lnTo>
                  <a:pt x="11" y="68"/>
                </a:lnTo>
                <a:lnTo>
                  <a:pt x="11" y="67"/>
                </a:lnTo>
                <a:lnTo>
                  <a:pt x="11" y="66"/>
                </a:lnTo>
                <a:lnTo>
                  <a:pt x="12" y="66"/>
                </a:lnTo>
                <a:lnTo>
                  <a:pt x="13" y="65"/>
                </a:lnTo>
                <a:lnTo>
                  <a:pt x="13" y="64"/>
                </a:lnTo>
                <a:lnTo>
                  <a:pt x="14" y="64"/>
                </a:lnTo>
                <a:lnTo>
                  <a:pt x="14" y="63"/>
                </a:lnTo>
                <a:lnTo>
                  <a:pt x="15" y="62"/>
                </a:lnTo>
                <a:lnTo>
                  <a:pt x="14" y="62"/>
                </a:lnTo>
                <a:lnTo>
                  <a:pt x="15" y="61"/>
                </a:lnTo>
                <a:lnTo>
                  <a:pt x="15" y="60"/>
                </a:lnTo>
                <a:lnTo>
                  <a:pt x="14" y="60"/>
                </a:lnTo>
                <a:lnTo>
                  <a:pt x="13" y="60"/>
                </a:lnTo>
                <a:lnTo>
                  <a:pt x="13" y="62"/>
                </a:lnTo>
                <a:lnTo>
                  <a:pt x="12" y="62"/>
                </a:lnTo>
                <a:lnTo>
                  <a:pt x="12" y="63"/>
                </a:lnTo>
                <a:lnTo>
                  <a:pt x="11" y="63"/>
                </a:lnTo>
                <a:lnTo>
                  <a:pt x="12" y="60"/>
                </a:lnTo>
                <a:lnTo>
                  <a:pt x="13" y="60"/>
                </a:lnTo>
                <a:lnTo>
                  <a:pt x="13" y="59"/>
                </a:lnTo>
                <a:lnTo>
                  <a:pt x="13" y="58"/>
                </a:lnTo>
                <a:lnTo>
                  <a:pt x="14" y="58"/>
                </a:lnTo>
                <a:lnTo>
                  <a:pt x="15" y="57"/>
                </a:lnTo>
                <a:lnTo>
                  <a:pt x="16" y="57"/>
                </a:lnTo>
                <a:lnTo>
                  <a:pt x="16" y="56"/>
                </a:lnTo>
                <a:lnTo>
                  <a:pt x="16" y="55"/>
                </a:lnTo>
                <a:lnTo>
                  <a:pt x="17" y="55"/>
                </a:lnTo>
                <a:lnTo>
                  <a:pt x="17" y="54"/>
                </a:lnTo>
                <a:lnTo>
                  <a:pt x="16" y="54"/>
                </a:lnTo>
                <a:lnTo>
                  <a:pt x="15" y="54"/>
                </a:lnTo>
                <a:lnTo>
                  <a:pt x="16" y="53"/>
                </a:lnTo>
                <a:lnTo>
                  <a:pt x="16" y="52"/>
                </a:lnTo>
                <a:lnTo>
                  <a:pt x="16" y="50"/>
                </a:lnTo>
                <a:lnTo>
                  <a:pt x="17" y="50"/>
                </a:lnTo>
                <a:lnTo>
                  <a:pt x="17" y="49"/>
                </a:lnTo>
                <a:lnTo>
                  <a:pt x="17" y="48"/>
                </a:lnTo>
                <a:lnTo>
                  <a:pt x="17" y="49"/>
                </a:lnTo>
                <a:lnTo>
                  <a:pt x="17" y="50"/>
                </a:lnTo>
                <a:lnTo>
                  <a:pt x="17" y="51"/>
                </a:lnTo>
                <a:lnTo>
                  <a:pt x="16" y="51"/>
                </a:lnTo>
                <a:lnTo>
                  <a:pt x="16" y="52"/>
                </a:lnTo>
                <a:lnTo>
                  <a:pt x="16" y="53"/>
                </a:lnTo>
                <a:lnTo>
                  <a:pt x="17" y="52"/>
                </a:lnTo>
                <a:lnTo>
                  <a:pt x="18" y="52"/>
                </a:lnTo>
                <a:lnTo>
                  <a:pt x="17" y="51"/>
                </a:lnTo>
                <a:lnTo>
                  <a:pt x="18" y="50"/>
                </a:lnTo>
                <a:lnTo>
                  <a:pt x="18" y="49"/>
                </a:lnTo>
                <a:lnTo>
                  <a:pt x="18" y="50"/>
                </a:lnTo>
                <a:lnTo>
                  <a:pt x="18" y="49"/>
                </a:lnTo>
                <a:lnTo>
                  <a:pt x="18" y="48"/>
                </a:lnTo>
                <a:lnTo>
                  <a:pt x="19" y="48"/>
                </a:lnTo>
                <a:lnTo>
                  <a:pt x="18" y="48"/>
                </a:lnTo>
                <a:lnTo>
                  <a:pt x="18" y="47"/>
                </a:lnTo>
                <a:lnTo>
                  <a:pt x="18" y="46"/>
                </a:lnTo>
                <a:lnTo>
                  <a:pt x="19" y="46"/>
                </a:lnTo>
                <a:lnTo>
                  <a:pt x="19" y="47"/>
                </a:lnTo>
                <a:lnTo>
                  <a:pt x="20" y="46"/>
                </a:lnTo>
                <a:lnTo>
                  <a:pt x="20" y="45"/>
                </a:lnTo>
                <a:lnTo>
                  <a:pt x="19" y="45"/>
                </a:lnTo>
                <a:lnTo>
                  <a:pt x="20" y="45"/>
                </a:lnTo>
                <a:lnTo>
                  <a:pt x="20" y="43"/>
                </a:lnTo>
                <a:lnTo>
                  <a:pt x="21" y="42"/>
                </a:lnTo>
                <a:lnTo>
                  <a:pt x="21" y="41"/>
                </a:lnTo>
                <a:lnTo>
                  <a:pt x="21" y="40"/>
                </a:lnTo>
                <a:lnTo>
                  <a:pt x="22" y="39"/>
                </a:lnTo>
                <a:lnTo>
                  <a:pt x="22" y="38"/>
                </a:lnTo>
                <a:lnTo>
                  <a:pt x="23" y="37"/>
                </a:lnTo>
                <a:lnTo>
                  <a:pt x="23" y="36"/>
                </a:lnTo>
                <a:lnTo>
                  <a:pt x="24" y="35"/>
                </a:lnTo>
                <a:lnTo>
                  <a:pt x="25" y="33"/>
                </a:lnTo>
                <a:lnTo>
                  <a:pt x="25" y="32"/>
                </a:lnTo>
                <a:lnTo>
                  <a:pt x="26" y="31"/>
                </a:lnTo>
                <a:lnTo>
                  <a:pt x="26" y="30"/>
                </a:lnTo>
                <a:lnTo>
                  <a:pt x="26" y="29"/>
                </a:lnTo>
                <a:lnTo>
                  <a:pt x="26" y="28"/>
                </a:lnTo>
                <a:lnTo>
                  <a:pt x="26" y="26"/>
                </a:lnTo>
                <a:lnTo>
                  <a:pt x="27" y="26"/>
                </a:lnTo>
                <a:lnTo>
                  <a:pt x="27" y="25"/>
                </a:lnTo>
                <a:lnTo>
                  <a:pt x="27" y="24"/>
                </a:lnTo>
                <a:lnTo>
                  <a:pt x="27" y="23"/>
                </a:lnTo>
                <a:lnTo>
                  <a:pt x="28" y="23"/>
                </a:lnTo>
                <a:lnTo>
                  <a:pt x="29" y="23"/>
                </a:lnTo>
                <a:lnTo>
                  <a:pt x="30" y="23"/>
                </a:lnTo>
                <a:lnTo>
                  <a:pt x="30" y="22"/>
                </a:lnTo>
                <a:lnTo>
                  <a:pt x="29" y="22"/>
                </a:lnTo>
                <a:lnTo>
                  <a:pt x="29" y="21"/>
                </a:lnTo>
                <a:lnTo>
                  <a:pt x="29" y="20"/>
                </a:lnTo>
                <a:lnTo>
                  <a:pt x="30" y="19"/>
                </a:lnTo>
                <a:lnTo>
                  <a:pt x="31" y="19"/>
                </a:lnTo>
                <a:lnTo>
                  <a:pt x="32" y="19"/>
                </a:lnTo>
                <a:lnTo>
                  <a:pt x="32" y="18"/>
                </a:lnTo>
                <a:lnTo>
                  <a:pt x="33" y="18"/>
                </a:lnTo>
                <a:lnTo>
                  <a:pt x="33" y="17"/>
                </a:lnTo>
                <a:lnTo>
                  <a:pt x="34" y="17"/>
                </a:lnTo>
                <a:lnTo>
                  <a:pt x="34" y="16"/>
                </a:lnTo>
                <a:lnTo>
                  <a:pt x="35" y="15"/>
                </a:lnTo>
                <a:lnTo>
                  <a:pt x="35" y="14"/>
                </a:lnTo>
                <a:lnTo>
                  <a:pt x="35" y="13"/>
                </a:lnTo>
                <a:lnTo>
                  <a:pt x="36" y="13"/>
                </a:lnTo>
                <a:lnTo>
                  <a:pt x="36" y="12"/>
                </a:lnTo>
                <a:lnTo>
                  <a:pt x="37" y="12"/>
                </a:lnTo>
                <a:lnTo>
                  <a:pt x="37" y="11"/>
                </a:lnTo>
                <a:lnTo>
                  <a:pt x="37" y="10"/>
                </a:lnTo>
                <a:lnTo>
                  <a:pt x="37" y="8"/>
                </a:lnTo>
                <a:lnTo>
                  <a:pt x="36" y="8"/>
                </a:lnTo>
                <a:lnTo>
                  <a:pt x="36" y="7"/>
                </a:lnTo>
                <a:lnTo>
                  <a:pt x="36" y="6"/>
                </a:lnTo>
                <a:lnTo>
                  <a:pt x="37" y="6"/>
                </a:lnTo>
                <a:lnTo>
                  <a:pt x="37" y="5"/>
                </a:lnTo>
                <a:lnTo>
                  <a:pt x="38" y="5"/>
                </a:lnTo>
                <a:lnTo>
                  <a:pt x="38" y="4"/>
                </a:lnTo>
                <a:lnTo>
                  <a:pt x="38" y="3"/>
                </a:lnTo>
                <a:lnTo>
                  <a:pt x="38" y="2"/>
                </a:lnTo>
                <a:lnTo>
                  <a:pt x="39" y="2"/>
                </a:lnTo>
                <a:lnTo>
                  <a:pt x="39" y="1"/>
                </a:lnTo>
                <a:lnTo>
                  <a:pt x="39" y="0"/>
                </a:lnTo>
              </a:path>
            </a:pathLst>
          </a:custGeom>
          <a:ln w="4680">
            <a:solidFill>
              <a:srgbClr val="4A4A4A"/>
            </a:solidFill>
            <a:round/>
          </a:ln>
        </p:spPr>
        <p:txBody>
          <a:bodyPr lIns="2160" tIns="2160" rIns="2160" bIns="21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674" name=""/>
          <p:cNvSpPr/>
          <p:nvPr/>
        </p:nvSpPr>
        <p:spPr>
          <a:xfrm>
            <a:off x="5341320" y="1503360"/>
            <a:ext cx="285120" cy="141840"/>
          </a:xfrm>
          <a:custGeom>
            <a:avLst/>
            <a:gdLst/>
            <a:ahLst/>
            <a:rect l="0" t="0" r="r" b="b"/>
            <a:pathLst>
              <a:path fill="none" w="792" h="394">
                <a:moveTo>
                  <a:pt x="791" y="0"/>
                </a:moveTo>
                <a:lnTo>
                  <a:pt x="790" y="1"/>
                </a:lnTo>
                <a:lnTo>
                  <a:pt x="791" y="1"/>
                </a:lnTo>
                <a:lnTo>
                  <a:pt x="792" y="1"/>
                </a:lnTo>
                <a:lnTo>
                  <a:pt x="791" y="1"/>
                </a:lnTo>
                <a:lnTo>
                  <a:pt x="792" y="1"/>
                </a:lnTo>
                <a:lnTo>
                  <a:pt x="792" y="2"/>
                </a:lnTo>
                <a:lnTo>
                  <a:pt x="792" y="3"/>
                </a:lnTo>
                <a:lnTo>
                  <a:pt x="792" y="2"/>
                </a:lnTo>
                <a:lnTo>
                  <a:pt x="789" y="4"/>
                </a:lnTo>
                <a:lnTo>
                  <a:pt x="788" y="4"/>
                </a:lnTo>
                <a:lnTo>
                  <a:pt x="787" y="5"/>
                </a:lnTo>
                <a:lnTo>
                  <a:pt x="787" y="4"/>
                </a:lnTo>
                <a:lnTo>
                  <a:pt x="786" y="4"/>
                </a:lnTo>
                <a:lnTo>
                  <a:pt x="786" y="5"/>
                </a:lnTo>
                <a:lnTo>
                  <a:pt x="786" y="4"/>
                </a:lnTo>
                <a:lnTo>
                  <a:pt x="785" y="4"/>
                </a:lnTo>
                <a:lnTo>
                  <a:pt x="785" y="3"/>
                </a:lnTo>
                <a:lnTo>
                  <a:pt x="784" y="3"/>
                </a:lnTo>
                <a:lnTo>
                  <a:pt x="784" y="2"/>
                </a:lnTo>
                <a:lnTo>
                  <a:pt x="784" y="1"/>
                </a:lnTo>
                <a:lnTo>
                  <a:pt x="785" y="1"/>
                </a:lnTo>
                <a:lnTo>
                  <a:pt x="786" y="0"/>
                </a:lnTo>
                <a:moveTo>
                  <a:pt x="780" y="0"/>
                </a:moveTo>
                <a:moveTo>
                  <a:pt x="781" y="0"/>
                </a:moveTo>
                <a:lnTo>
                  <a:pt x="781" y="1"/>
                </a:lnTo>
                <a:lnTo>
                  <a:pt x="781" y="2"/>
                </a:lnTo>
                <a:lnTo>
                  <a:pt x="780" y="2"/>
                </a:lnTo>
                <a:lnTo>
                  <a:pt x="779" y="2"/>
                </a:lnTo>
                <a:lnTo>
                  <a:pt x="779" y="3"/>
                </a:lnTo>
                <a:lnTo>
                  <a:pt x="778" y="3"/>
                </a:lnTo>
                <a:lnTo>
                  <a:pt x="778" y="4"/>
                </a:lnTo>
                <a:lnTo>
                  <a:pt x="779" y="4"/>
                </a:lnTo>
                <a:lnTo>
                  <a:pt x="779" y="5"/>
                </a:lnTo>
                <a:lnTo>
                  <a:pt x="781" y="5"/>
                </a:lnTo>
                <a:lnTo>
                  <a:pt x="780" y="5"/>
                </a:lnTo>
                <a:lnTo>
                  <a:pt x="779" y="6"/>
                </a:lnTo>
                <a:lnTo>
                  <a:pt x="778" y="6"/>
                </a:lnTo>
                <a:lnTo>
                  <a:pt x="777" y="6"/>
                </a:lnTo>
                <a:lnTo>
                  <a:pt x="777" y="7"/>
                </a:lnTo>
                <a:lnTo>
                  <a:pt x="776" y="7"/>
                </a:lnTo>
                <a:lnTo>
                  <a:pt x="775" y="7"/>
                </a:lnTo>
                <a:lnTo>
                  <a:pt x="774" y="8"/>
                </a:lnTo>
                <a:lnTo>
                  <a:pt x="775" y="8"/>
                </a:lnTo>
                <a:lnTo>
                  <a:pt x="776" y="8"/>
                </a:lnTo>
                <a:lnTo>
                  <a:pt x="777" y="9"/>
                </a:lnTo>
                <a:lnTo>
                  <a:pt x="779" y="10"/>
                </a:lnTo>
                <a:lnTo>
                  <a:pt x="780" y="10"/>
                </a:lnTo>
                <a:lnTo>
                  <a:pt x="780" y="11"/>
                </a:lnTo>
                <a:lnTo>
                  <a:pt x="781" y="11"/>
                </a:lnTo>
                <a:lnTo>
                  <a:pt x="782" y="11"/>
                </a:lnTo>
                <a:lnTo>
                  <a:pt x="782" y="12"/>
                </a:lnTo>
                <a:lnTo>
                  <a:pt x="783" y="12"/>
                </a:lnTo>
                <a:lnTo>
                  <a:pt x="783" y="11"/>
                </a:lnTo>
                <a:lnTo>
                  <a:pt x="783" y="10"/>
                </a:lnTo>
                <a:lnTo>
                  <a:pt x="782" y="10"/>
                </a:lnTo>
                <a:lnTo>
                  <a:pt x="783" y="10"/>
                </a:lnTo>
                <a:lnTo>
                  <a:pt x="783" y="9"/>
                </a:lnTo>
                <a:lnTo>
                  <a:pt x="784" y="9"/>
                </a:lnTo>
                <a:lnTo>
                  <a:pt x="784" y="10"/>
                </a:lnTo>
                <a:lnTo>
                  <a:pt x="783" y="10"/>
                </a:lnTo>
                <a:lnTo>
                  <a:pt x="783" y="11"/>
                </a:lnTo>
                <a:lnTo>
                  <a:pt x="784" y="12"/>
                </a:lnTo>
                <a:lnTo>
                  <a:pt x="783" y="12"/>
                </a:lnTo>
                <a:lnTo>
                  <a:pt x="783" y="13"/>
                </a:lnTo>
                <a:lnTo>
                  <a:pt x="782" y="13"/>
                </a:lnTo>
                <a:lnTo>
                  <a:pt x="783" y="14"/>
                </a:lnTo>
                <a:lnTo>
                  <a:pt x="783" y="15"/>
                </a:lnTo>
                <a:lnTo>
                  <a:pt x="784" y="15"/>
                </a:lnTo>
                <a:lnTo>
                  <a:pt x="784" y="16"/>
                </a:lnTo>
                <a:lnTo>
                  <a:pt x="785" y="16"/>
                </a:lnTo>
                <a:lnTo>
                  <a:pt x="785" y="15"/>
                </a:lnTo>
                <a:lnTo>
                  <a:pt x="786" y="15"/>
                </a:lnTo>
                <a:lnTo>
                  <a:pt x="785" y="15"/>
                </a:lnTo>
                <a:lnTo>
                  <a:pt x="785" y="16"/>
                </a:lnTo>
                <a:lnTo>
                  <a:pt x="784" y="16"/>
                </a:lnTo>
                <a:lnTo>
                  <a:pt x="784" y="17"/>
                </a:lnTo>
                <a:lnTo>
                  <a:pt x="783" y="16"/>
                </a:lnTo>
                <a:lnTo>
                  <a:pt x="783" y="15"/>
                </a:lnTo>
                <a:lnTo>
                  <a:pt x="782" y="15"/>
                </a:lnTo>
                <a:lnTo>
                  <a:pt x="781" y="15"/>
                </a:lnTo>
                <a:lnTo>
                  <a:pt x="781" y="16"/>
                </a:lnTo>
                <a:lnTo>
                  <a:pt x="780" y="16"/>
                </a:lnTo>
                <a:lnTo>
                  <a:pt x="779" y="16"/>
                </a:lnTo>
                <a:lnTo>
                  <a:pt x="778" y="17"/>
                </a:lnTo>
                <a:lnTo>
                  <a:pt x="778" y="18"/>
                </a:lnTo>
                <a:lnTo>
                  <a:pt x="779" y="18"/>
                </a:lnTo>
                <a:lnTo>
                  <a:pt x="779" y="19"/>
                </a:lnTo>
                <a:lnTo>
                  <a:pt x="780" y="19"/>
                </a:lnTo>
                <a:lnTo>
                  <a:pt x="780" y="20"/>
                </a:lnTo>
                <a:lnTo>
                  <a:pt x="781" y="20"/>
                </a:lnTo>
                <a:lnTo>
                  <a:pt x="782" y="20"/>
                </a:lnTo>
                <a:lnTo>
                  <a:pt x="783" y="20"/>
                </a:lnTo>
                <a:lnTo>
                  <a:pt x="784" y="20"/>
                </a:lnTo>
                <a:lnTo>
                  <a:pt x="784" y="21"/>
                </a:lnTo>
                <a:lnTo>
                  <a:pt x="783" y="21"/>
                </a:lnTo>
                <a:lnTo>
                  <a:pt x="782" y="21"/>
                </a:lnTo>
                <a:lnTo>
                  <a:pt x="781" y="21"/>
                </a:lnTo>
                <a:lnTo>
                  <a:pt x="781" y="22"/>
                </a:lnTo>
                <a:lnTo>
                  <a:pt x="780" y="22"/>
                </a:lnTo>
                <a:lnTo>
                  <a:pt x="779" y="22"/>
                </a:lnTo>
                <a:lnTo>
                  <a:pt x="779" y="21"/>
                </a:lnTo>
                <a:lnTo>
                  <a:pt x="778" y="21"/>
                </a:lnTo>
                <a:lnTo>
                  <a:pt x="777" y="21"/>
                </a:lnTo>
                <a:lnTo>
                  <a:pt x="776" y="21"/>
                </a:lnTo>
                <a:lnTo>
                  <a:pt x="776" y="22"/>
                </a:lnTo>
                <a:lnTo>
                  <a:pt x="775" y="22"/>
                </a:lnTo>
                <a:lnTo>
                  <a:pt x="774" y="22"/>
                </a:lnTo>
                <a:lnTo>
                  <a:pt x="774" y="23"/>
                </a:lnTo>
                <a:lnTo>
                  <a:pt x="773" y="23"/>
                </a:lnTo>
                <a:lnTo>
                  <a:pt x="772" y="23"/>
                </a:lnTo>
                <a:lnTo>
                  <a:pt x="772" y="24"/>
                </a:lnTo>
                <a:lnTo>
                  <a:pt x="771" y="24"/>
                </a:lnTo>
                <a:lnTo>
                  <a:pt x="770" y="24"/>
                </a:lnTo>
                <a:lnTo>
                  <a:pt x="770" y="25"/>
                </a:lnTo>
                <a:lnTo>
                  <a:pt x="769" y="25"/>
                </a:lnTo>
                <a:lnTo>
                  <a:pt x="768" y="25"/>
                </a:lnTo>
                <a:lnTo>
                  <a:pt x="768" y="26"/>
                </a:lnTo>
                <a:lnTo>
                  <a:pt x="767" y="25"/>
                </a:lnTo>
                <a:lnTo>
                  <a:pt x="767" y="26"/>
                </a:lnTo>
                <a:lnTo>
                  <a:pt x="766" y="25"/>
                </a:lnTo>
                <a:lnTo>
                  <a:pt x="766" y="24"/>
                </a:lnTo>
                <a:lnTo>
                  <a:pt x="766" y="23"/>
                </a:lnTo>
                <a:lnTo>
                  <a:pt x="765" y="23"/>
                </a:lnTo>
                <a:lnTo>
                  <a:pt x="765" y="22"/>
                </a:lnTo>
                <a:lnTo>
                  <a:pt x="765" y="21"/>
                </a:lnTo>
                <a:lnTo>
                  <a:pt x="766" y="20"/>
                </a:lnTo>
                <a:lnTo>
                  <a:pt x="766" y="19"/>
                </a:lnTo>
                <a:lnTo>
                  <a:pt x="765" y="19"/>
                </a:lnTo>
                <a:lnTo>
                  <a:pt x="765" y="18"/>
                </a:lnTo>
                <a:lnTo>
                  <a:pt x="764" y="18"/>
                </a:lnTo>
                <a:lnTo>
                  <a:pt x="764" y="19"/>
                </a:lnTo>
                <a:lnTo>
                  <a:pt x="764" y="20"/>
                </a:lnTo>
                <a:lnTo>
                  <a:pt x="764" y="21"/>
                </a:lnTo>
                <a:lnTo>
                  <a:pt x="765" y="21"/>
                </a:lnTo>
                <a:lnTo>
                  <a:pt x="764" y="21"/>
                </a:lnTo>
                <a:lnTo>
                  <a:pt x="763" y="21"/>
                </a:lnTo>
                <a:lnTo>
                  <a:pt x="763" y="22"/>
                </a:lnTo>
                <a:lnTo>
                  <a:pt x="764" y="22"/>
                </a:lnTo>
                <a:lnTo>
                  <a:pt x="764" y="23"/>
                </a:lnTo>
                <a:lnTo>
                  <a:pt x="765" y="23"/>
                </a:lnTo>
                <a:lnTo>
                  <a:pt x="765" y="24"/>
                </a:lnTo>
                <a:lnTo>
                  <a:pt x="765" y="25"/>
                </a:lnTo>
                <a:lnTo>
                  <a:pt x="764" y="25"/>
                </a:lnTo>
                <a:lnTo>
                  <a:pt x="764" y="26"/>
                </a:lnTo>
                <a:lnTo>
                  <a:pt x="763" y="26"/>
                </a:lnTo>
                <a:lnTo>
                  <a:pt x="763" y="27"/>
                </a:lnTo>
                <a:lnTo>
                  <a:pt x="763" y="28"/>
                </a:lnTo>
                <a:lnTo>
                  <a:pt x="764" y="29"/>
                </a:lnTo>
                <a:lnTo>
                  <a:pt x="765" y="30"/>
                </a:lnTo>
                <a:lnTo>
                  <a:pt x="764" y="30"/>
                </a:lnTo>
                <a:lnTo>
                  <a:pt x="766" y="29"/>
                </a:lnTo>
                <a:lnTo>
                  <a:pt x="767" y="29"/>
                </a:lnTo>
                <a:lnTo>
                  <a:pt x="768" y="29"/>
                </a:lnTo>
                <a:lnTo>
                  <a:pt x="768" y="28"/>
                </a:lnTo>
                <a:lnTo>
                  <a:pt x="769" y="28"/>
                </a:lnTo>
                <a:lnTo>
                  <a:pt x="768" y="28"/>
                </a:lnTo>
                <a:lnTo>
                  <a:pt x="768" y="29"/>
                </a:lnTo>
                <a:lnTo>
                  <a:pt x="768" y="30"/>
                </a:lnTo>
                <a:lnTo>
                  <a:pt x="769" y="30"/>
                </a:lnTo>
                <a:lnTo>
                  <a:pt x="769" y="31"/>
                </a:lnTo>
                <a:lnTo>
                  <a:pt x="770" y="31"/>
                </a:lnTo>
                <a:lnTo>
                  <a:pt x="770" y="30"/>
                </a:lnTo>
                <a:lnTo>
                  <a:pt x="771" y="30"/>
                </a:lnTo>
                <a:lnTo>
                  <a:pt x="772" y="30"/>
                </a:lnTo>
                <a:lnTo>
                  <a:pt x="771" y="30"/>
                </a:lnTo>
                <a:lnTo>
                  <a:pt x="772" y="30"/>
                </a:lnTo>
                <a:lnTo>
                  <a:pt x="772" y="31"/>
                </a:lnTo>
                <a:lnTo>
                  <a:pt x="772" y="32"/>
                </a:lnTo>
                <a:lnTo>
                  <a:pt x="771" y="33"/>
                </a:lnTo>
                <a:lnTo>
                  <a:pt x="771" y="34"/>
                </a:lnTo>
                <a:lnTo>
                  <a:pt x="770" y="34"/>
                </a:lnTo>
                <a:lnTo>
                  <a:pt x="770" y="33"/>
                </a:lnTo>
                <a:lnTo>
                  <a:pt x="770" y="34"/>
                </a:lnTo>
                <a:lnTo>
                  <a:pt x="770" y="35"/>
                </a:lnTo>
                <a:lnTo>
                  <a:pt x="770" y="36"/>
                </a:lnTo>
                <a:lnTo>
                  <a:pt x="769" y="36"/>
                </a:lnTo>
                <a:lnTo>
                  <a:pt x="769" y="37"/>
                </a:lnTo>
                <a:lnTo>
                  <a:pt x="768" y="38"/>
                </a:lnTo>
                <a:lnTo>
                  <a:pt x="767" y="38"/>
                </a:lnTo>
                <a:lnTo>
                  <a:pt x="767" y="37"/>
                </a:lnTo>
                <a:lnTo>
                  <a:pt x="766" y="37"/>
                </a:lnTo>
                <a:lnTo>
                  <a:pt x="765" y="37"/>
                </a:lnTo>
                <a:lnTo>
                  <a:pt x="765" y="38"/>
                </a:lnTo>
                <a:lnTo>
                  <a:pt x="765" y="39"/>
                </a:lnTo>
                <a:lnTo>
                  <a:pt x="765" y="40"/>
                </a:lnTo>
                <a:lnTo>
                  <a:pt x="765" y="41"/>
                </a:lnTo>
                <a:lnTo>
                  <a:pt x="766" y="42"/>
                </a:lnTo>
                <a:lnTo>
                  <a:pt x="767" y="41"/>
                </a:lnTo>
                <a:lnTo>
                  <a:pt x="767" y="42"/>
                </a:lnTo>
                <a:lnTo>
                  <a:pt x="768" y="42"/>
                </a:lnTo>
                <a:lnTo>
                  <a:pt x="767" y="42"/>
                </a:lnTo>
                <a:lnTo>
                  <a:pt x="767" y="43"/>
                </a:lnTo>
                <a:lnTo>
                  <a:pt x="767" y="44"/>
                </a:lnTo>
                <a:lnTo>
                  <a:pt x="766" y="44"/>
                </a:lnTo>
                <a:lnTo>
                  <a:pt x="766" y="45"/>
                </a:lnTo>
                <a:lnTo>
                  <a:pt x="766" y="46"/>
                </a:lnTo>
                <a:lnTo>
                  <a:pt x="765" y="46"/>
                </a:lnTo>
                <a:lnTo>
                  <a:pt x="765" y="47"/>
                </a:lnTo>
                <a:lnTo>
                  <a:pt x="764" y="47"/>
                </a:lnTo>
                <a:lnTo>
                  <a:pt x="764" y="48"/>
                </a:lnTo>
                <a:lnTo>
                  <a:pt x="763" y="48"/>
                </a:lnTo>
                <a:lnTo>
                  <a:pt x="762" y="49"/>
                </a:lnTo>
                <a:lnTo>
                  <a:pt x="762" y="50"/>
                </a:lnTo>
                <a:lnTo>
                  <a:pt x="761" y="49"/>
                </a:lnTo>
                <a:lnTo>
                  <a:pt x="761" y="48"/>
                </a:lnTo>
                <a:lnTo>
                  <a:pt x="762" y="48"/>
                </a:lnTo>
                <a:lnTo>
                  <a:pt x="761" y="47"/>
                </a:lnTo>
                <a:lnTo>
                  <a:pt x="762" y="47"/>
                </a:lnTo>
                <a:lnTo>
                  <a:pt x="761" y="45"/>
                </a:lnTo>
                <a:lnTo>
                  <a:pt x="759" y="44"/>
                </a:lnTo>
                <a:lnTo>
                  <a:pt x="758" y="43"/>
                </a:lnTo>
                <a:lnTo>
                  <a:pt x="757" y="43"/>
                </a:lnTo>
                <a:lnTo>
                  <a:pt x="756" y="43"/>
                </a:lnTo>
                <a:lnTo>
                  <a:pt x="754" y="43"/>
                </a:lnTo>
                <a:lnTo>
                  <a:pt x="753" y="43"/>
                </a:lnTo>
                <a:lnTo>
                  <a:pt x="752" y="43"/>
                </a:lnTo>
                <a:lnTo>
                  <a:pt x="753" y="43"/>
                </a:lnTo>
                <a:lnTo>
                  <a:pt x="753" y="42"/>
                </a:lnTo>
                <a:lnTo>
                  <a:pt x="752" y="42"/>
                </a:lnTo>
                <a:lnTo>
                  <a:pt x="752" y="41"/>
                </a:lnTo>
                <a:lnTo>
                  <a:pt x="753" y="40"/>
                </a:lnTo>
                <a:lnTo>
                  <a:pt x="752" y="40"/>
                </a:lnTo>
                <a:lnTo>
                  <a:pt x="753" y="40"/>
                </a:lnTo>
                <a:lnTo>
                  <a:pt x="753" y="39"/>
                </a:lnTo>
                <a:lnTo>
                  <a:pt x="752" y="39"/>
                </a:lnTo>
                <a:lnTo>
                  <a:pt x="752" y="38"/>
                </a:lnTo>
                <a:lnTo>
                  <a:pt x="751" y="38"/>
                </a:lnTo>
                <a:lnTo>
                  <a:pt x="752" y="38"/>
                </a:lnTo>
                <a:lnTo>
                  <a:pt x="752" y="40"/>
                </a:lnTo>
                <a:lnTo>
                  <a:pt x="751" y="40"/>
                </a:lnTo>
                <a:lnTo>
                  <a:pt x="751" y="41"/>
                </a:lnTo>
                <a:lnTo>
                  <a:pt x="751" y="42"/>
                </a:lnTo>
                <a:lnTo>
                  <a:pt x="751" y="43"/>
                </a:lnTo>
                <a:lnTo>
                  <a:pt x="752" y="43"/>
                </a:lnTo>
                <a:lnTo>
                  <a:pt x="752" y="44"/>
                </a:lnTo>
                <a:lnTo>
                  <a:pt x="751" y="45"/>
                </a:lnTo>
                <a:lnTo>
                  <a:pt x="750" y="45"/>
                </a:lnTo>
                <a:lnTo>
                  <a:pt x="749" y="45"/>
                </a:lnTo>
                <a:lnTo>
                  <a:pt x="749" y="46"/>
                </a:lnTo>
                <a:lnTo>
                  <a:pt x="748" y="47"/>
                </a:lnTo>
                <a:lnTo>
                  <a:pt x="747" y="47"/>
                </a:lnTo>
                <a:lnTo>
                  <a:pt x="746" y="47"/>
                </a:lnTo>
                <a:lnTo>
                  <a:pt x="745" y="47"/>
                </a:lnTo>
                <a:lnTo>
                  <a:pt x="744" y="47"/>
                </a:lnTo>
                <a:lnTo>
                  <a:pt x="743" y="47"/>
                </a:lnTo>
                <a:lnTo>
                  <a:pt x="743" y="48"/>
                </a:lnTo>
                <a:lnTo>
                  <a:pt x="744" y="48"/>
                </a:lnTo>
                <a:lnTo>
                  <a:pt x="743" y="48"/>
                </a:lnTo>
                <a:lnTo>
                  <a:pt x="742" y="49"/>
                </a:lnTo>
                <a:lnTo>
                  <a:pt x="742" y="50"/>
                </a:lnTo>
                <a:lnTo>
                  <a:pt x="741" y="50"/>
                </a:lnTo>
                <a:lnTo>
                  <a:pt x="741" y="51"/>
                </a:lnTo>
                <a:lnTo>
                  <a:pt x="740" y="51"/>
                </a:lnTo>
                <a:lnTo>
                  <a:pt x="739" y="50"/>
                </a:lnTo>
                <a:lnTo>
                  <a:pt x="738" y="50"/>
                </a:lnTo>
                <a:lnTo>
                  <a:pt x="737" y="49"/>
                </a:lnTo>
                <a:lnTo>
                  <a:pt x="737" y="48"/>
                </a:lnTo>
                <a:lnTo>
                  <a:pt x="737" y="47"/>
                </a:lnTo>
                <a:lnTo>
                  <a:pt x="737" y="46"/>
                </a:lnTo>
                <a:lnTo>
                  <a:pt x="737" y="45"/>
                </a:lnTo>
                <a:lnTo>
                  <a:pt x="736" y="46"/>
                </a:lnTo>
                <a:lnTo>
                  <a:pt x="736" y="45"/>
                </a:lnTo>
                <a:lnTo>
                  <a:pt x="737" y="44"/>
                </a:lnTo>
                <a:lnTo>
                  <a:pt x="737" y="43"/>
                </a:lnTo>
                <a:lnTo>
                  <a:pt x="736" y="43"/>
                </a:lnTo>
                <a:lnTo>
                  <a:pt x="736" y="44"/>
                </a:lnTo>
                <a:lnTo>
                  <a:pt x="735" y="45"/>
                </a:lnTo>
                <a:lnTo>
                  <a:pt x="735" y="44"/>
                </a:lnTo>
                <a:lnTo>
                  <a:pt x="734" y="44"/>
                </a:lnTo>
                <a:lnTo>
                  <a:pt x="734" y="45"/>
                </a:lnTo>
                <a:lnTo>
                  <a:pt x="734" y="46"/>
                </a:lnTo>
                <a:lnTo>
                  <a:pt x="733" y="47"/>
                </a:lnTo>
                <a:lnTo>
                  <a:pt x="733" y="48"/>
                </a:lnTo>
                <a:lnTo>
                  <a:pt x="732" y="49"/>
                </a:lnTo>
                <a:lnTo>
                  <a:pt x="732" y="50"/>
                </a:lnTo>
                <a:lnTo>
                  <a:pt x="731" y="50"/>
                </a:lnTo>
                <a:lnTo>
                  <a:pt x="730" y="50"/>
                </a:lnTo>
                <a:lnTo>
                  <a:pt x="729" y="51"/>
                </a:lnTo>
                <a:lnTo>
                  <a:pt x="727" y="52"/>
                </a:lnTo>
                <a:lnTo>
                  <a:pt x="727" y="53"/>
                </a:lnTo>
                <a:lnTo>
                  <a:pt x="728" y="53"/>
                </a:lnTo>
                <a:lnTo>
                  <a:pt x="729" y="53"/>
                </a:lnTo>
                <a:lnTo>
                  <a:pt x="730" y="54"/>
                </a:lnTo>
                <a:lnTo>
                  <a:pt x="730" y="55"/>
                </a:lnTo>
                <a:lnTo>
                  <a:pt x="729" y="56"/>
                </a:lnTo>
                <a:lnTo>
                  <a:pt x="729" y="57"/>
                </a:lnTo>
                <a:lnTo>
                  <a:pt x="728" y="57"/>
                </a:lnTo>
                <a:lnTo>
                  <a:pt x="728" y="58"/>
                </a:lnTo>
                <a:lnTo>
                  <a:pt x="729" y="58"/>
                </a:lnTo>
                <a:lnTo>
                  <a:pt x="729" y="59"/>
                </a:lnTo>
                <a:lnTo>
                  <a:pt x="728" y="59"/>
                </a:lnTo>
                <a:lnTo>
                  <a:pt x="725" y="59"/>
                </a:lnTo>
                <a:lnTo>
                  <a:pt x="724" y="59"/>
                </a:lnTo>
                <a:lnTo>
                  <a:pt x="723" y="58"/>
                </a:lnTo>
                <a:lnTo>
                  <a:pt x="721" y="58"/>
                </a:lnTo>
                <a:lnTo>
                  <a:pt x="720" y="58"/>
                </a:lnTo>
                <a:lnTo>
                  <a:pt x="721" y="59"/>
                </a:lnTo>
                <a:lnTo>
                  <a:pt x="721" y="60"/>
                </a:lnTo>
                <a:lnTo>
                  <a:pt x="720" y="60"/>
                </a:lnTo>
                <a:lnTo>
                  <a:pt x="720" y="61"/>
                </a:lnTo>
                <a:lnTo>
                  <a:pt x="719" y="61"/>
                </a:lnTo>
                <a:lnTo>
                  <a:pt x="720" y="62"/>
                </a:lnTo>
                <a:lnTo>
                  <a:pt x="721" y="62"/>
                </a:lnTo>
                <a:lnTo>
                  <a:pt x="720" y="62"/>
                </a:lnTo>
                <a:lnTo>
                  <a:pt x="720" y="63"/>
                </a:lnTo>
                <a:lnTo>
                  <a:pt x="721" y="63"/>
                </a:lnTo>
                <a:lnTo>
                  <a:pt x="722" y="63"/>
                </a:lnTo>
                <a:lnTo>
                  <a:pt x="723" y="63"/>
                </a:lnTo>
                <a:lnTo>
                  <a:pt x="724" y="63"/>
                </a:lnTo>
                <a:lnTo>
                  <a:pt x="726" y="62"/>
                </a:lnTo>
                <a:lnTo>
                  <a:pt x="727" y="62"/>
                </a:lnTo>
                <a:lnTo>
                  <a:pt x="727" y="61"/>
                </a:lnTo>
                <a:lnTo>
                  <a:pt x="728" y="61"/>
                </a:lnTo>
                <a:lnTo>
                  <a:pt x="729" y="61"/>
                </a:lnTo>
                <a:lnTo>
                  <a:pt x="730" y="61"/>
                </a:lnTo>
                <a:lnTo>
                  <a:pt x="731" y="61"/>
                </a:lnTo>
                <a:lnTo>
                  <a:pt x="731" y="62"/>
                </a:lnTo>
                <a:lnTo>
                  <a:pt x="730" y="63"/>
                </a:lnTo>
                <a:lnTo>
                  <a:pt x="730" y="64"/>
                </a:lnTo>
                <a:lnTo>
                  <a:pt x="731" y="64"/>
                </a:lnTo>
                <a:lnTo>
                  <a:pt x="730" y="64"/>
                </a:lnTo>
                <a:lnTo>
                  <a:pt x="730" y="65"/>
                </a:lnTo>
                <a:lnTo>
                  <a:pt x="730" y="66"/>
                </a:lnTo>
                <a:lnTo>
                  <a:pt x="730" y="65"/>
                </a:lnTo>
                <a:lnTo>
                  <a:pt x="731" y="65"/>
                </a:lnTo>
                <a:lnTo>
                  <a:pt x="732" y="65"/>
                </a:lnTo>
                <a:lnTo>
                  <a:pt x="732" y="64"/>
                </a:lnTo>
                <a:lnTo>
                  <a:pt x="733" y="64"/>
                </a:lnTo>
                <a:lnTo>
                  <a:pt x="734" y="64"/>
                </a:lnTo>
                <a:lnTo>
                  <a:pt x="734" y="65"/>
                </a:lnTo>
                <a:lnTo>
                  <a:pt x="734" y="66"/>
                </a:lnTo>
                <a:lnTo>
                  <a:pt x="735" y="66"/>
                </a:lnTo>
                <a:lnTo>
                  <a:pt x="735" y="67"/>
                </a:lnTo>
                <a:lnTo>
                  <a:pt x="736" y="67"/>
                </a:lnTo>
                <a:lnTo>
                  <a:pt x="736" y="68"/>
                </a:lnTo>
                <a:lnTo>
                  <a:pt x="736" y="69"/>
                </a:lnTo>
                <a:lnTo>
                  <a:pt x="737" y="70"/>
                </a:lnTo>
                <a:lnTo>
                  <a:pt x="736" y="70"/>
                </a:lnTo>
                <a:lnTo>
                  <a:pt x="735" y="70"/>
                </a:lnTo>
                <a:lnTo>
                  <a:pt x="735" y="71"/>
                </a:lnTo>
                <a:lnTo>
                  <a:pt x="734" y="71"/>
                </a:lnTo>
                <a:lnTo>
                  <a:pt x="734" y="72"/>
                </a:lnTo>
                <a:lnTo>
                  <a:pt x="733" y="71"/>
                </a:lnTo>
                <a:lnTo>
                  <a:pt x="733" y="72"/>
                </a:lnTo>
                <a:lnTo>
                  <a:pt x="732" y="72"/>
                </a:lnTo>
                <a:lnTo>
                  <a:pt x="732" y="73"/>
                </a:lnTo>
                <a:lnTo>
                  <a:pt x="731" y="73"/>
                </a:lnTo>
                <a:lnTo>
                  <a:pt x="731" y="74"/>
                </a:lnTo>
                <a:lnTo>
                  <a:pt x="731" y="75"/>
                </a:lnTo>
                <a:lnTo>
                  <a:pt x="731" y="74"/>
                </a:lnTo>
                <a:lnTo>
                  <a:pt x="730" y="75"/>
                </a:lnTo>
                <a:lnTo>
                  <a:pt x="729" y="75"/>
                </a:lnTo>
                <a:lnTo>
                  <a:pt x="729" y="76"/>
                </a:lnTo>
                <a:lnTo>
                  <a:pt x="729" y="77"/>
                </a:lnTo>
                <a:lnTo>
                  <a:pt x="728" y="77"/>
                </a:lnTo>
                <a:lnTo>
                  <a:pt x="728" y="78"/>
                </a:lnTo>
                <a:lnTo>
                  <a:pt x="728" y="79"/>
                </a:lnTo>
                <a:lnTo>
                  <a:pt x="727" y="79"/>
                </a:lnTo>
                <a:lnTo>
                  <a:pt x="727" y="78"/>
                </a:lnTo>
                <a:lnTo>
                  <a:pt x="727" y="77"/>
                </a:lnTo>
                <a:lnTo>
                  <a:pt x="727" y="78"/>
                </a:lnTo>
                <a:lnTo>
                  <a:pt x="726" y="77"/>
                </a:lnTo>
                <a:lnTo>
                  <a:pt x="727" y="77"/>
                </a:lnTo>
                <a:lnTo>
                  <a:pt x="726" y="77"/>
                </a:lnTo>
                <a:lnTo>
                  <a:pt x="726" y="76"/>
                </a:lnTo>
                <a:lnTo>
                  <a:pt x="725" y="76"/>
                </a:lnTo>
                <a:lnTo>
                  <a:pt x="725" y="77"/>
                </a:lnTo>
                <a:lnTo>
                  <a:pt x="726" y="77"/>
                </a:lnTo>
                <a:lnTo>
                  <a:pt x="726" y="78"/>
                </a:lnTo>
                <a:lnTo>
                  <a:pt x="725" y="78"/>
                </a:lnTo>
                <a:lnTo>
                  <a:pt x="725" y="77"/>
                </a:lnTo>
                <a:lnTo>
                  <a:pt x="725" y="78"/>
                </a:lnTo>
                <a:lnTo>
                  <a:pt x="726" y="78"/>
                </a:lnTo>
                <a:lnTo>
                  <a:pt x="726" y="79"/>
                </a:lnTo>
                <a:lnTo>
                  <a:pt x="726" y="80"/>
                </a:lnTo>
                <a:lnTo>
                  <a:pt x="725" y="81"/>
                </a:lnTo>
                <a:lnTo>
                  <a:pt x="725" y="82"/>
                </a:lnTo>
                <a:lnTo>
                  <a:pt x="724" y="82"/>
                </a:lnTo>
                <a:lnTo>
                  <a:pt x="723" y="83"/>
                </a:lnTo>
                <a:lnTo>
                  <a:pt x="723" y="84"/>
                </a:lnTo>
                <a:lnTo>
                  <a:pt x="723" y="85"/>
                </a:lnTo>
                <a:lnTo>
                  <a:pt x="723" y="87"/>
                </a:lnTo>
                <a:lnTo>
                  <a:pt x="724" y="88"/>
                </a:lnTo>
                <a:lnTo>
                  <a:pt x="723" y="89"/>
                </a:lnTo>
                <a:lnTo>
                  <a:pt x="723" y="88"/>
                </a:lnTo>
                <a:lnTo>
                  <a:pt x="722" y="88"/>
                </a:lnTo>
                <a:lnTo>
                  <a:pt x="721" y="88"/>
                </a:lnTo>
                <a:lnTo>
                  <a:pt x="721" y="89"/>
                </a:lnTo>
                <a:lnTo>
                  <a:pt x="720" y="89"/>
                </a:lnTo>
                <a:lnTo>
                  <a:pt x="720" y="90"/>
                </a:lnTo>
                <a:lnTo>
                  <a:pt x="719" y="90"/>
                </a:lnTo>
                <a:lnTo>
                  <a:pt x="719" y="91"/>
                </a:lnTo>
                <a:lnTo>
                  <a:pt x="718" y="91"/>
                </a:lnTo>
                <a:lnTo>
                  <a:pt x="718" y="92"/>
                </a:lnTo>
                <a:lnTo>
                  <a:pt x="718" y="93"/>
                </a:lnTo>
                <a:lnTo>
                  <a:pt x="718" y="94"/>
                </a:lnTo>
                <a:lnTo>
                  <a:pt x="717" y="94"/>
                </a:lnTo>
                <a:lnTo>
                  <a:pt x="716" y="95"/>
                </a:lnTo>
                <a:lnTo>
                  <a:pt x="716" y="97"/>
                </a:lnTo>
                <a:lnTo>
                  <a:pt x="717" y="97"/>
                </a:lnTo>
                <a:lnTo>
                  <a:pt x="716" y="97"/>
                </a:lnTo>
                <a:lnTo>
                  <a:pt x="715" y="98"/>
                </a:lnTo>
                <a:lnTo>
                  <a:pt x="715" y="97"/>
                </a:lnTo>
                <a:lnTo>
                  <a:pt x="714" y="96"/>
                </a:lnTo>
                <a:lnTo>
                  <a:pt x="715" y="96"/>
                </a:lnTo>
                <a:lnTo>
                  <a:pt x="715" y="95"/>
                </a:lnTo>
                <a:lnTo>
                  <a:pt x="715" y="94"/>
                </a:lnTo>
                <a:lnTo>
                  <a:pt x="716" y="94"/>
                </a:lnTo>
                <a:lnTo>
                  <a:pt x="716" y="93"/>
                </a:lnTo>
                <a:lnTo>
                  <a:pt x="716" y="92"/>
                </a:lnTo>
                <a:lnTo>
                  <a:pt x="717" y="92"/>
                </a:lnTo>
                <a:lnTo>
                  <a:pt x="717" y="91"/>
                </a:lnTo>
                <a:lnTo>
                  <a:pt x="717" y="92"/>
                </a:lnTo>
                <a:lnTo>
                  <a:pt x="716" y="92"/>
                </a:lnTo>
                <a:lnTo>
                  <a:pt x="716" y="91"/>
                </a:lnTo>
                <a:lnTo>
                  <a:pt x="716" y="92"/>
                </a:lnTo>
                <a:lnTo>
                  <a:pt x="716" y="91"/>
                </a:lnTo>
                <a:lnTo>
                  <a:pt x="715" y="91"/>
                </a:lnTo>
                <a:lnTo>
                  <a:pt x="715" y="90"/>
                </a:lnTo>
                <a:lnTo>
                  <a:pt x="715" y="89"/>
                </a:lnTo>
                <a:lnTo>
                  <a:pt x="716" y="89"/>
                </a:lnTo>
                <a:lnTo>
                  <a:pt x="715" y="90"/>
                </a:lnTo>
                <a:lnTo>
                  <a:pt x="715" y="91"/>
                </a:lnTo>
                <a:lnTo>
                  <a:pt x="714" y="91"/>
                </a:lnTo>
                <a:lnTo>
                  <a:pt x="713" y="90"/>
                </a:lnTo>
                <a:lnTo>
                  <a:pt x="712" y="90"/>
                </a:lnTo>
                <a:lnTo>
                  <a:pt x="712" y="89"/>
                </a:lnTo>
                <a:lnTo>
                  <a:pt x="711" y="89"/>
                </a:lnTo>
                <a:lnTo>
                  <a:pt x="712" y="89"/>
                </a:lnTo>
                <a:lnTo>
                  <a:pt x="712" y="90"/>
                </a:lnTo>
                <a:lnTo>
                  <a:pt x="712" y="91"/>
                </a:lnTo>
                <a:lnTo>
                  <a:pt x="711" y="92"/>
                </a:lnTo>
                <a:lnTo>
                  <a:pt x="711" y="93"/>
                </a:lnTo>
                <a:lnTo>
                  <a:pt x="711" y="94"/>
                </a:lnTo>
                <a:lnTo>
                  <a:pt x="712" y="94"/>
                </a:lnTo>
                <a:lnTo>
                  <a:pt x="712" y="95"/>
                </a:lnTo>
                <a:lnTo>
                  <a:pt x="711" y="96"/>
                </a:lnTo>
                <a:lnTo>
                  <a:pt x="711" y="97"/>
                </a:lnTo>
                <a:lnTo>
                  <a:pt x="709" y="98"/>
                </a:lnTo>
                <a:lnTo>
                  <a:pt x="709" y="99"/>
                </a:lnTo>
                <a:lnTo>
                  <a:pt x="708" y="100"/>
                </a:lnTo>
                <a:lnTo>
                  <a:pt x="708" y="101"/>
                </a:lnTo>
                <a:lnTo>
                  <a:pt x="708" y="102"/>
                </a:lnTo>
                <a:lnTo>
                  <a:pt x="708" y="103"/>
                </a:lnTo>
                <a:lnTo>
                  <a:pt x="708" y="104"/>
                </a:lnTo>
                <a:lnTo>
                  <a:pt x="708" y="105"/>
                </a:lnTo>
                <a:lnTo>
                  <a:pt x="709" y="106"/>
                </a:lnTo>
                <a:lnTo>
                  <a:pt x="710" y="106"/>
                </a:lnTo>
                <a:lnTo>
                  <a:pt x="710" y="107"/>
                </a:lnTo>
                <a:lnTo>
                  <a:pt x="709" y="107"/>
                </a:lnTo>
                <a:lnTo>
                  <a:pt x="709" y="108"/>
                </a:lnTo>
                <a:lnTo>
                  <a:pt x="709" y="109"/>
                </a:lnTo>
                <a:lnTo>
                  <a:pt x="708" y="109"/>
                </a:lnTo>
                <a:lnTo>
                  <a:pt x="708" y="110"/>
                </a:lnTo>
                <a:lnTo>
                  <a:pt x="707" y="110"/>
                </a:lnTo>
                <a:lnTo>
                  <a:pt x="707" y="111"/>
                </a:lnTo>
                <a:lnTo>
                  <a:pt x="707" y="112"/>
                </a:lnTo>
                <a:lnTo>
                  <a:pt x="707" y="111"/>
                </a:lnTo>
                <a:lnTo>
                  <a:pt x="706" y="111"/>
                </a:lnTo>
                <a:lnTo>
                  <a:pt x="707" y="111"/>
                </a:lnTo>
                <a:lnTo>
                  <a:pt x="707" y="110"/>
                </a:lnTo>
                <a:lnTo>
                  <a:pt x="707" y="109"/>
                </a:lnTo>
                <a:lnTo>
                  <a:pt x="707" y="108"/>
                </a:lnTo>
                <a:lnTo>
                  <a:pt x="707" y="107"/>
                </a:lnTo>
                <a:lnTo>
                  <a:pt x="708" y="107"/>
                </a:lnTo>
                <a:lnTo>
                  <a:pt x="708" y="106"/>
                </a:lnTo>
                <a:lnTo>
                  <a:pt x="708" y="105"/>
                </a:lnTo>
                <a:lnTo>
                  <a:pt x="707" y="104"/>
                </a:lnTo>
                <a:lnTo>
                  <a:pt x="707" y="103"/>
                </a:lnTo>
                <a:lnTo>
                  <a:pt x="706" y="103"/>
                </a:lnTo>
                <a:lnTo>
                  <a:pt x="706" y="102"/>
                </a:lnTo>
                <a:lnTo>
                  <a:pt x="707" y="102"/>
                </a:lnTo>
                <a:lnTo>
                  <a:pt x="706" y="102"/>
                </a:lnTo>
                <a:lnTo>
                  <a:pt x="706" y="101"/>
                </a:lnTo>
                <a:lnTo>
                  <a:pt x="705" y="101"/>
                </a:lnTo>
                <a:lnTo>
                  <a:pt x="704" y="101"/>
                </a:lnTo>
                <a:lnTo>
                  <a:pt x="705" y="100"/>
                </a:lnTo>
                <a:lnTo>
                  <a:pt x="704" y="100"/>
                </a:lnTo>
                <a:lnTo>
                  <a:pt x="703" y="100"/>
                </a:lnTo>
                <a:lnTo>
                  <a:pt x="702" y="100"/>
                </a:lnTo>
                <a:lnTo>
                  <a:pt x="701" y="99"/>
                </a:lnTo>
                <a:lnTo>
                  <a:pt x="700" y="99"/>
                </a:lnTo>
                <a:lnTo>
                  <a:pt x="699" y="99"/>
                </a:lnTo>
                <a:lnTo>
                  <a:pt x="698" y="99"/>
                </a:lnTo>
                <a:lnTo>
                  <a:pt x="697" y="99"/>
                </a:lnTo>
                <a:lnTo>
                  <a:pt x="696" y="99"/>
                </a:lnTo>
                <a:lnTo>
                  <a:pt x="696" y="98"/>
                </a:lnTo>
                <a:lnTo>
                  <a:pt x="695" y="98"/>
                </a:lnTo>
                <a:lnTo>
                  <a:pt x="694" y="98"/>
                </a:lnTo>
                <a:lnTo>
                  <a:pt x="693" y="99"/>
                </a:lnTo>
                <a:lnTo>
                  <a:pt x="694" y="99"/>
                </a:lnTo>
                <a:lnTo>
                  <a:pt x="694" y="100"/>
                </a:lnTo>
                <a:lnTo>
                  <a:pt x="695" y="100"/>
                </a:lnTo>
                <a:lnTo>
                  <a:pt x="696" y="100"/>
                </a:lnTo>
                <a:lnTo>
                  <a:pt x="697" y="100"/>
                </a:lnTo>
                <a:lnTo>
                  <a:pt x="698" y="100"/>
                </a:lnTo>
                <a:lnTo>
                  <a:pt x="699" y="100"/>
                </a:lnTo>
                <a:lnTo>
                  <a:pt x="699" y="101"/>
                </a:lnTo>
                <a:lnTo>
                  <a:pt x="699" y="102"/>
                </a:lnTo>
                <a:lnTo>
                  <a:pt x="700" y="102"/>
                </a:lnTo>
                <a:lnTo>
                  <a:pt x="700" y="103"/>
                </a:lnTo>
                <a:lnTo>
                  <a:pt x="700" y="104"/>
                </a:lnTo>
                <a:lnTo>
                  <a:pt x="700" y="105"/>
                </a:lnTo>
                <a:lnTo>
                  <a:pt x="699" y="106"/>
                </a:lnTo>
                <a:lnTo>
                  <a:pt x="699" y="107"/>
                </a:lnTo>
                <a:lnTo>
                  <a:pt x="699" y="108"/>
                </a:lnTo>
                <a:lnTo>
                  <a:pt x="698" y="108"/>
                </a:lnTo>
                <a:lnTo>
                  <a:pt x="698" y="109"/>
                </a:lnTo>
                <a:lnTo>
                  <a:pt x="697" y="110"/>
                </a:lnTo>
                <a:lnTo>
                  <a:pt x="697" y="111"/>
                </a:lnTo>
                <a:lnTo>
                  <a:pt x="697" y="110"/>
                </a:lnTo>
                <a:lnTo>
                  <a:pt x="696" y="110"/>
                </a:lnTo>
                <a:lnTo>
                  <a:pt x="695" y="110"/>
                </a:lnTo>
                <a:lnTo>
                  <a:pt x="695" y="109"/>
                </a:lnTo>
                <a:lnTo>
                  <a:pt x="695" y="110"/>
                </a:lnTo>
                <a:lnTo>
                  <a:pt x="696" y="110"/>
                </a:lnTo>
                <a:lnTo>
                  <a:pt x="696" y="111"/>
                </a:lnTo>
                <a:lnTo>
                  <a:pt x="697" y="111"/>
                </a:lnTo>
                <a:lnTo>
                  <a:pt x="697" y="112"/>
                </a:lnTo>
                <a:lnTo>
                  <a:pt x="698" y="112"/>
                </a:lnTo>
                <a:lnTo>
                  <a:pt x="698" y="111"/>
                </a:lnTo>
                <a:lnTo>
                  <a:pt x="699" y="112"/>
                </a:lnTo>
                <a:lnTo>
                  <a:pt x="699" y="111"/>
                </a:lnTo>
                <a:lnTo>
                  <a:pt x="700" y="111"/>
                </a:lnTo>
                <a:lnTo>
                  <a:pt x="700" y="110"/>
                </a:lnTo>
                <a:lnTo>
                  <a:pt x="701" y="110"/>
                </a:lnTo>
                <a:lnTo>
                  <a:pt x="701" y="111"/>
                </a:lnTo>
                <a:lnTo>
                  <a:pt x="702" y="110"/>
                </a:lnTo>
                <a:lnTo>
                  <a:pt x="702" y="111"/>
                </a:lnTo>
                <a:lnTo>
                  <a:pt x="703" y="111"/>
                </a:lnTo>
                <a:lnTo>
                  <a:pt x="704" y="111"/>
                </a:lnTo>
                <a:lnTo>
                  <a:pt x="703" y="111"/>
                </a:lnTo>
                <a:lnTo>
                  <a:pt x="703" y="112"/>
                </a:lnTo>
                <a:lnTo>
                  <a:pt x="703" y="111"/>
                </a:lnTo>
                <a:lnTo>
                  <a:pt x="703" y="112"/>
                </a:lnTo>
                <a:lnTo>
                  <a:pt x="703" y="113"/>
                </a:lnTo>
                <a:lnTo>
                  <a:pt x="702" y="113"/>
                </a:lnTo>
                <a:lnTo>
                  <a:pt x="703" y="113"/>
                </a:lnTo>
                <a:lnTo>
                  <a:pt x="702" y="113"/>
                </a:lnTo>
                <a:lnTo>
                  <a:pt x="701" y="112"/>
                </a:lnTo>
                <a:lnTo>
                  <a:pt x="700" y="113"/>
                </a:lnTo>
                <a:lnTo>
                  <a:pt x="700" y="114"/>
                </a:lnTo>
                <a:lnTo>
                  <a:pt x="700" y="115"/>
                </a:lnTo>
                <a:lnTo>
                  <a:pt x="700" y="116"/>
                </a:lnTo>
                <a:lnTo>
                  <a:pt x="701" y="116"/>
                </a:lnTo>
                <a:lnTo>
                  <a:pt x="701" y="117"/>
                </a:lnTo>
                <a:lnTo>
                  <a:pt x="700" y="117"/>
                </a:lnTo>
                <a:lnTo>
                  <a:pt x="700" y="118"/>
                </a:lnTo>
                <a:lnTo>
                  <a:pt x="699" y="117"/>
                </a:lnTo>
                <a:lnTo>
                  <a:pt x="698" y="117"/>
                </a:lnTo>
                <a:lnTo>
                  <a:pt x="697" y="118"/>
                </a:lnTo>
                <a:lnTo>
                  <a:pt x="697" y="119"/>
                </a:lnTo>
                <a:lnTo>
                  <a:pt x="697" y="120"/>
                </a:lnTo>
                <a:lnTo>
                  <a:pt x="697" y="121"/>
                </a:lnTo>
                <a:lnTo>
                  <a:pt x="697" y="122"/>
                </a:lnTo>
                <a:lnTo>
                  <a:pt x="698" y="122"/>
                </a:lnTo>
                <a:lnTo>
                  <a:pt x="699" y="122"/>
                </a:lnTo>
                <a:lnTo>
                  <a:pt x="699" y="123"/>
                </a:lnTo>
                <a:lnTo>
                  <a:pt x="698" y="123"/>
                </a:lnTo>
                <a:lnTo>
                  <a:pt x="698" y="122"/>
                </a:lnTo>
                <a:lnTo>
                  <a:pt x="697" y="122"/>
                </a:lnTo>
                <a:lnTo>
                  <a:pt x="697" y="123"/>
                </a:lnTo>
                <a:lnTo>
                  <a:pt x="696" y="123"/>
                </a:lnTo>
                <a:lnTo>
                  <a:pt x="695" y="123"/>
                </a:lnTo>
                <a:lnTo>
                  <a:pt x="694" y="124"/>
                </a:lnTo>
                <a:lnTo>
                  <a:pt x="694" y="123"/>
                </a:lnTo>
                <a:lnTo>
                  <a:pt x="693" y="123"/>
                </a:lnTo>
                <a:lnTo>
                  <a:pt x="692" y="124"/>
                </a:lnTo>
                <a:lnTo>
                  <a:pt x="691" y="124"/>
                </a:lnTo>
                <a:lnTo>
                  <a:pt x="691" y="123"/>
                </a:lnTo>
                <a:lnTo>
                  <a:pt x="692" y="123"/>
                </a:lnTo>
                <a:lnTo>
                  <a:pt x="692" y="122"/>
                </a:lnTo>
                <a:lnTo>
                  <a:pt x="693" y="121"/>
                </a:lnTo>
                <a:lnTo>
                  <a:pt x="694" y="120"/>
                </a:lnTo>
                <a:lnTo>
                  <a:pt x="694" y="119"/>
                </a:lnTo>
                <a:lnTo>
                  <a:pt x="693" y="117"/>
                </a:lnTo>
                <a:lnTo>
                  <a:pt x="692" y="117"/>
                </a:lnTo>
                <a:lnTo>
                  <a:pt x="692" y="116"/>
                </a:lnTo>
                <a:lnTo>
                  <a:pt x="692" y="115"/>
                </a:lnTo>
                <a:lnTo>
                  <a:pt x="693" y="114"/>
                </a:lnTo>
                <a:lnTo>
                  <a:pt x="692" y="113"/>
                </a:lnTo>
                <a:lnTo>
                  <a:pt x="692" y="112"/>
                </a:lnTo>
                <a:lnTo>
                  <a:pt x="693" y="111"/>
                </a:lnTo>
                <a:lnTo>
                  <a:pt x="692" y="110"/>
                </a:lnTo>
                <a:lnTo>
                  <a:pt x="693" y="110"/>
                </a:lnTo>
                <a:lnTo>
                  <a:pt x="694" y="109"/>
                </a:lnTo>
                <a:lnTo>
                  <a:pt x="695" y="110"/>
                </a:lnTo>
                <a:lnTo>
                  <a:pt x="694" y="109"/>
                </a:lnTo>
                <a:lnTo>
                  <a:pt x="693" y="109"/>
                </a:lnTo>
                <a:lnTo>
                  <a:pt x="692" y="110"/>
                </a:lnTo>
                <a:lnTo>
                  <a:pt x="692" y="111"/>
                </a:lnTo>
                <a:lnTo>
                  <a:pt x="691" y="112"/>
                </a:lnTo>
                <a:lnTo>
                  <a:pt x="690" y="112"/>
                </a:lnTo>
                <a:lnTo>
                  <a:pt x="689" y="112"/>
                </a:lnTo>
                <a:lnTo>
                  <a:pt x="689" y="113"/>
                </a:lnTo>
                <a:lnTo>
                  <a:pt x="688" y="113"/>
                </a:lnTo>
                <a:lnTo>
                  <a:pt x="687" y="113"/>
                </a:lnTo>
                <a:lnTo>
                  <a:pt x="687" y="114"/>
                </a:lnTo>
                <a:lnTo>
                  <a:pt x="687" y="115"/>
                </a:lnTo>
                <a:lnTo>
                  <a:pt x="687" y="116"/>
                </a:lnTo>
                <a:lnTo>
                  <a:pt x="688" y="117"/>
                </a:lnTo>
                <a:lnTo>
                  <a:pt x="687" y="117"/>
                </a:lnTo>
                <a:lnTo>
                  <a:pt x="687" y="118"/>
                </a:lnTo>
                <a:lnTo>
                  <a:pt x="687" y="119"/>
                </a:lnTo>
                <a:lnTo>
                  <a:pt x="688" y="120"/>
                </a:lnTo>
                <a:lnTo>
                  <a:pt x="688" y="121"/>
                </a:lnTo>
                <a:lnTo>
                  <a:pt x="687" y="121"/>
                </a:lnTo>
                <a:lnTo>
                  <a:pt x="687" y="122"/>
                </a:lnTo>
                <a:lnTo>
                  <a:pt x="686" y="122"/>
                </a:lnTo>
                <a:lnTo>
                  <a:pt x="685" y="123"/>
                </a:lnTo>
                <a:lnTo>
                  <a:pt x="685" y="122"/>
                </a:lnTo>
                <a:lnTo>
                  <a:pt x="685" y="121"/>
                </a:lnTo>
                <a:lnTo>
                  <a:pt x="685" y="120"/>
                </a:lnTo>
                <a:lnTo>
                  <a:pt x="685" y="119"/>
                </a:lnTo>
                <a:lnTo>
                  <a:pt x="686" y="119"/>
                </a:lnTo>
                <a:lnTo>
                  <a:pt x="686" y="118"/>
                </a:lnTo>
                <a:lnTo>
                  <a:pt x="685" y="117"/>
                </a:lnTo>
                <a:lnTo>
                  <a:pt x="684" y="117"/>
                </a:lnTo>
                <a:lnTo>
                  <a:pt x="685" y="117"/>
                </a:lnTo>
                <a:lnTo>
                  <a:pt x="685" y="118"/>
                </a:lnTo>
                <a:lnTo>
                  <a:pt x="685" y="119"/>
                </a:lnTo>
                <a:lnTo>
                  <a:pt x="684" y="119"/>
                </a:lnTo>
                <a:lnTo>
                  <a:pt x="684" y="118"/>
                </a:lnTo>
                <a:lnTo>
                  <a:pt x="683" y="118"/>
                </a:lnTo>
                <a:lnTo>
                  <a:pt x="684" y="118"/>
                </a:lnTo>
                <a:lnTo>
                  <a:pt x="684" y="119"/>
                </a:lnTo>
                <a:lnTo>
                  <a:pt x="684" y="120"/>
                </a:lnTo>
                <a:lnTo>
                  <a:pt x="685" y="120"/>
                </a:lnTo>
                <a:lnTo>
                  <a:pt x="685" y="121"/>
                </a:lnTo>
                <a:lnTo>
                  <a:pt x="684" y="121"/>
                </a:lnTo>
                <a:lnTo>
                  <a:pt x="684" y="122"/>
                </a:lnTo>
                <a:lnTo>
                  <a:pt x="683" y="122"/>
                </a:lnTo>
                <a:lnTo>
                  <a:pt x="682" y="122"/>
                </a:lnTo>
                <a:lnTo>
                  <a:pt x="681" y="123"/>
                </a:lnTo>
                <a:lnTo>
                  <a:pt x="680" y="123"/>
                </a:lnTo>
                <a:lnTo>
                  <a:pt x="680" y="124"/>
                </a:lnTo>
                <a:lnTo>
                  <a:pt x="679" y="125"/>
                </a:lnTo>
                <a:lnTo>
                  <a:pt x="679" y="126"/>
                </a:lnTo>
                <a:lnTo>
                  <a:pt x="678" y="126"/>
                </a:lnTo>
                <a:lnTo>
                  <a:pt x="677" y="127"/>
                </a:lnTo>
                <a:lnTo>
                  <a:pt x="677" y="128"/>
                </a:lnTo>
                <a:lnTo>
                  <a:pt x="676" y="128"/>
                </a:lnTo>
                <a:lnTo>
                  <a:pt x="676" y="127"/>
                </a:lnTo>
                <a:lnTo>
                  <a:pt x="676" y="126"/>
                </a:lnTo>
                <a:lnTo>
                  <a:pt x="676" y="125"/>
                </a:lnTo>
                <a:lnTo>
                  <a:pt x="676" y="124"/>
                </a:lnTo>
                <a:lnTo>
                  <a:pt x="675" y="124"/>
                </a:lnTo>
                <a:lnTo>
                  <a:pt x="675" y="123"/>
                </a:lnTo>
                <a:lnTo>
                  <a:pt x="674" y="123"/>
                </a:lnTo>
                <a:lnTo>
                  <a:pt x="673" y="123"/>
                </a:lnTo>
                <a:lnTo>
                  <a:pt x="672" y="123"/>
                </a:lnTo>
                <a:lnTo>
                  <a:pt x="672" y="124"/>
                </a:lnTo>
                <a:lnTo>
                  <a:pt x="671" y="123"/>
                </a:lnTo>
                <a:lnTo>
                  <a:pt x="670" y="123"/>
                </a:lnTo>
                <a:lnTo>
                  <a:pt x="669" y="123"/>
                </a:lnTo>
                <a:lnTo>
                  <a:pt x="669" y="124"/>
                </a:lnTo>
                <a:lnTo>
                  <a:pt x="668" y="124"/>
                </a:lnTo>
                <a:lnTo>
                  <a:pt x="668" y="125"/>
                </a:lnTo>
                <a:lnTo>
                  <a:pt x="669" y="125"/>
                </a:lnTo>
                <a:lnTo>
                  <a:pt x="669" y="126"/>
                </a:lnTo>
                <a:lnTo>
                  <a:pt x="669" y="127"/>
                </a:lnTo>
                <a:lnTo>
                  <a:pt x="668" y="127"/>
                </a:lnTo>
                <a:lnTo>
                  <a:pt x="669" y="127"/>
                </a:lnTo>
                <a:lnTo>
                  <a:pt x="669" y="128"/>
                </a:lnTo>
                <a:lnTo>
                  <a:pt x="670" y="128"/>
                </a:lnTo>
                <a:lnTo>
                  <a:pt x="671" y="128"/>
                </a:lnTo>
                <a:lnTo>
                  <a:pt x="671" y="127"/>
                </a:lnTo>
                <a:lnTo>
                  <a:pt x="672" y="127"/>
                </a:lnTo>
                <a:lnTo>
                  <a:pt x="672" y="128"/>
                </a:lnTo>
                <a:lnTo>
                  <a:pt x="671" y="128"/>
                </a:lnTo>
                <a:lnTo>
                  <a:pt x="671" y="129"/>
                </a:lnTo>
                <a:lnTo>
                  <a:pt x="671" y="131"/>
                </a:lnTo>
                <a:lnTo>
                  <a:pt x="670" y="131"/>
                </a:lnTo>
                <a:lnTo>
                  <a:pt x="669" y="131"/>
                </a:lnTo>
                <a:lnTo>
                  <a:pt x="668" y="131"/>
                </a:lnTo>
                <a:lnTo>
                  <a:pt x="667" y="130"/>
                </a:lnTo>
                <a:lnTo>
                  <a:pt x="667" y="129"/>
                </a:lnTo>
                <a:lnTo>
                  <a:pt x="668" y="129"/>
                </a:lnTo>
                <a:lnTo>
                  <a:pt x="669" y="129"/>
                </a:lnTo>
                <a:lnTo>
                  <a:pt x="668" y="129"/>
                </a:lnTo>
                <a:lnTo>
                  <a:pt x="667" y="129"/>
                </a:lnTo>
                <a:lnTo>
                  <a:pt x="667" y="130"/>
                </a:lnTo>
                <a:lnTo>
                  <a:pt x="666" y="129"/>
                </a:lnTo>
                <a:lnTo>
                  <a:pt x="666" y="128"/>
                </a:lnTo>
                <a:lnTo>
                  <a:pt x="666" y="129"/>
                </a:lnTo>
                <a:lnTo>
                  <a:pt x="664" y="129"/>
                </a:lnTo>
                <a:lnTo>
                  <a:pt x="663" y="129"/>
                </a:lnTo>
                <a:lnTo>
                  <a:pt x="664" y="129"/>
                </a:lnTo>
                <a:lnTo>
                  <a:pt x="665" y="129"/>
                </a:lnTo>
                <a:lnTo>
                  <a:pt x="664" y="131"/>
                </a:lnTo>
                <a:lnTo>
                  <a:pt x="664" y="132"/>
                </a:lnTo>
                <a:lnTo>
                  <a:pt x="663" y="132"/>
                </a:lnTo>
                <a:lnTo>
                  <a:pt x="663" y="133"/>
                </a:lnTo>
                <a:lnTo>
                  <a:pt x="663" y="132"/>
                </a:lnTo>
                <a:lnTo>
                  <a:pt x="663" y="133"/>
                </a:lnTo>
                <a:lnTo>
                  <a:pt x="663" y="134"/>
                </a:lnTo>
                <a:lnTo>
                  <a:pt x="664" y="134"/>
                </a:lnTo>
                <a:lnTo>
                  <a:pt x="664" y="135"/>
                </a:lnTo>
                <a:lnTo>
                  <a:pt x="662" y="135"/>
                </a:lnTo>
                <a:lnTo>
                  <a:pt x="662" y="136"/>
                </a:lnTo>
                <a:lnTo>
                  <a:pt x="661" y="136"/>
                </a:lnTo>
                <a:lnTo>
                  <a:pt x="660" y="136"/>
                </a:lnTo>
                <a:lnTo>
                  <a:pt x="661" y="136"/>
                </a:lnTo>
                <a:lnTo>
                  <a:pt x="662" y="136"/>
                </a:lnTo>
                <a:lnTo>
                  <a:pt x="663" y="136"/>
                </a:lnTo>
                <a:lnTo>
                  <a:pt x="663" y="137"/>
                </a:lnTo>
                <a:lnTo>
                  <a:pt x="663" y="138"/>
                </a:lnTo>
                <a:lnTo>
                  <a:pt x="664" y="138"/>
                </a:lnTo>
                <a:lnTo>
                  <a:pt x="664" y="139"/>
                </a:lnTo>
                <a:lnTo>
                  <a:pt x="663" y="139"/>
                </a:lnTo>
                <a:lnTo>
                  <a:pt x="663" y="138"/>
                </a:lnTo>
                <a:lnTo>
                  <a:pt x="663" y="139"/>
                </a:lnTo>
                <a:lnTo>
                  <a:pt x="662" y="139"/>
                </a:lnTo>
                <a:lnTo>
                  <a:pt x="662" y="140"/>
                </a:lnTo>
                <a:lnTo>
                  <a:pt x="661" y="141"/>
                </a:lnTo>
                <a:lnTo>
                  <a:pt x="661" y="140"/>
                </a:lnTo>
                <a:lnTo>
                  <a:pt x="660" y="140"/>
                </a:lnTo>
                <a:lnTo>
                  <a:pt x="660" y="141"/>
                </a:lnTo>
                <a:lnTo>
                  <a:pt x="661" y="141"/>
                </a:lnTo>
                <a:lnTo>
                  <a:pt x="660" y="142"/>
                </a:lnTo>
                <a:lnTo>
                  <a:pt x="660" y="143"/>
                </a:lnTo>
                <a:lnTo>
                  <a:pt x="660" y="144"/>
                </a:lnTo>
                <a:lnTo>
                  <a:pt x="659" y="144"/>
                </a:lnTo>
                <a:lnTo>
                  <a:pt x="659" y="145"/>
                </a:lnTo>
                <a:lnTo>
                  <a:pt x="658" y="145"/>
                </a:lnTo>
                <a:lnTo>
                  <a:pt x="658" y="146"/>
                </a:lnTo>
                <a:lnTo>
                  <a:pt x="658" y="147"/>
                </a:lnTo>
                <a:lnTo>
                  <a:pt x="659" y="148"/>
                </a:lnTo>
                <a:lnTo>
                  <a:pt x="659" y="149"/>
                </a:lnTo>
                <a:lnTo>
                  <a:pt x="659" y="150"/>
                </a:lnTo>
                <a:lnTo>
                  <a:pt x="659" y="151"/>
                </a:lnTo>
                <a:lnTo>
                  <a:pt x="660" y="151"/>
                </a:lnTo>
                <a:lnTo>
                  <a:pt x="661" y="151"/>
                </a:lnTo>
                <a:lnTo>
                  <a:pt x="661" y="152"/>
                </a:lnTo>
                <a:lnTo>
                  <a:pt x="661" y="153"/>
                </a:lnTo>
                <a:lnTo>
                  <a:pt x="660" y="153"/>
                </a:lnTo>
                <a:lnTo>
                  <a:pt x="660" y="152"/>
                </a:lnTo>
                <a:lnTo>
                  <a:pt x="659" y="152"/>
                </a:lnTo>
                <a:lnTo>
                  <a:pt x="658" y="152"/>
                </a:lnTo>
                <a:lnTo>
                  <a:pt x="658" y="151"/>
                </a:lnTo>
                <a:lnTo>
                  <a:pt x="657" y="150"/>
                </a:lnTo>
                <a:lnTo>
                  <a:pt x="656" y="150"/>
                </a:lnTo>
                <a:lnTo>
                  <a:pt x="656" y="151"/>
                </a:lnTo>
                <a:lnTo>
                  <a:pt x="656" y="150"/>
                </a:lnTo>
                <a:lnTo>
                  <a:pt x="657" y="150"/>
                </a:lnTo>
                <a:lnTo>
                  <a:pt x="657" y="151"/>
                </a:lnTo>
                <a:lnTo>
                  <a:pt x="656" y="151"/>
                </a:lnTo>
                <a:lnTo>
                  <a:pt x="655" y="151"/>
                </a:lnTo>
                <a:lnTo>
                  <a:pt x="655" y="152"/>
                </a:lnTo>
                <a:lnTo>
                  <a:pt x="654" y="152"/>
                </a:lnTo>
                <a:lnTo>
                  <a:pt x="654" y="153"/>
                </a:lnTo>
                <a:lnTo>
                  <a:pt x="653" y="153"/>
                </a:lnTo>
                <a:lnTo>
                  <a:pt x="653" y="154"/>
                </a:lnTo>
                <a:lnTo>
                  <a:pt x="653" y="155"/>
                </a:lnTo>
                <a:lnTo>
                  <a:pt x="653" y="156"/>
                </a:lnTo>
                <a:lnTo>
                  <a:pt x="652" y="157"/>
                </a:lnTo>
                <a:lnTo>
                  <a:pt x="651" y="157"/>
                </a:lnTo>
                <a:lnTo>
                  <a:pt x="651" y="156"/>
                </a:lnTo>
                <a:lnTo>
                  <a:pt x="651" y="157"/>
                </a:lnTo>
                <a:lnTo>
                  <a:pt x="651" y="156"/>
                </a:lnTo>
                <a:lnTo>
                  <a:pt x="650" y="156"/>
                </a:lnTo>
                <a:lnTo>
                  <a:pt x="649" y="156"/>
                </a:lnTo>
                <a:lnTo>
                  <a:pt x="649" y="155"/>
                </a:lnTo>
                <a:lnTo>
                  <a:pt x="650" y="155"/>
                </a:lnTo>
                <a:lnTo>
                  <a:pt x="650" y="154"/>
                </a:lnTo>
                <a:lnTo>
                  <a:pt x="649" y="154"/>
                </a:lnTo>
                <a:lnTo>
                  <a:pt x="649" y="155"/>
                </a:lnTo>
                <a:lnTo>
                  <a:pt x="649" y="156"/>
                </a:lnTo>
                <a:lnTo>
                  <a:pt x="648" y="156"/>
                </a:lnTo>
                <a:lnTo>
                  <a:pt x="647" y="157"/>
                </a:lnTo>
                <a:lnTo>
                  <a:pt x="646" y="158"/>
                </a:lnTo>
                <a:lnTo>
                  <a:pt x="646" y="159"/>
                </a:lnTo>
                <a:lnTo>
                  <a:pt x="645" y="159"/>
                </a:lnTo>
                <a:lnTo>
                  <a:pt x="645" y="160"/>
                </a:lnTo>
                <a:lnTo>
                  <a:pt x="645" y="161"/>
                </a:lnTo>
                <a:lnTo>
                  <a:pt x="645" y="162"/>
                </a:lnTo>
                <a:lnTo>
                  <a:pt x="646" y="163"/>
                </a:lnTo>
                <a:lnTo>
                  <a:pt x="647" y="163"/>
                </a:lnTo>
                <a:lnTo>
                  <a:pt x="646" y="163"/>
                </a:lnTo>
                <a:lnTo>
                  <a:pt x="646" y="164"/>
                </a:lnTo>
                <a:lnTo>
                  <a:pt x="646" y="165"/>
                </a:lnTo>
                <a:lnTo>
                  <a:pt x="647" y="166"/>
                </a:lnTo>
                <a:lnTo>
                  <a:pt x="647" y="167"/>
                </a:lnTo>
                <a:lnTo>
                  <a:pt x="648" y="168"/>
                </a:lnTo>
                <a:lnTo>
                  <a:pt x="647" y="168"/>
                </a:lnTo>
                <a:lnTo>
                  <a:pt x="647" y="169"/>
                </a:lnTo>
                <a:lnTo>
                  <a:pt x="646" y="169"/>
                </a:lnTo>
                <a:lnTo>
                  <a:pt x="645" y="169"/>
                </a:lnTo>
                <a:lnTo>
                  <a:pt x="645" y="170"/>
                </a:lnTo>
                <a:lnTo>
                  <a:pt x="645" y="171"/>
                </a:lnTo>
                <a:lnTo>
                  <a:pt x="645" y="172"/>
                </a:lnTo>
                <a:lnTo>
                  <a:pt x="644" y="172"/>
                </a:lnTo>
                <a:lnTo>
                  <a:pt x="644" y="173"/>
                </a:lnTo>
                <a:lnTo>
                  <a:pt x="645" y="173"/>
                </a:lnTo>
                <a:lnTo>
                  <a:pt x="644" y="174"/>
                </a:lnTo>
                <a:lnTo>
                  <a:pt x="643" y="174"/>
                </a:lnTo>
                <a:lnTo>
                  <a:pt x="643" y="173"/>
                </a:lnTo>
                <a:lnTo>
                  <a:pt x="642" y="173"/>
                </a:lnTo>
                <a:lnTo>
                  <a:pt x="641" y="173"/>
                </a:lnTo>
                <a:lnTo>
                  <a:pt x="641" y="174"/>
                </a:lnTo>
                <a:lnTo>
                  <a:pt x="640" y="174"/>
                </a:lnTo>
                <a:lnTo>
                  <a:pt x="639" y="174"/>
                </a:lnTo>
                <a:lnTo>
                  <a:pt x="638" y="174"/>
                </a:lnTo>
                <a:lnTo>
                  <a:pt x="638" y="175"/>
                </a:lnTo>
                <a:lnTo>
                  <a:pt x="637" y="175"/>
                </a:lnTo>
                <a:lnTo>
                  <a:pt x="636" y="175"/>
                </a:lnTo>
                <a:lnTo>
                  <a:pt x="635" y="175"/>
                </a:lnTo>
                <a:lnTo>
                  <a:pt x="634" y="174"/>
                </a:lnTo>
                <a:lnTo>
                  <a:pt x="633" y="174"/>
                </a:lnTo>
                <a:lnTo>
                  <a:pt x="633" y="173"/>
                </a:lnTo>
                <a:lnTo>
                  <a:pt x="632" y="173"/>
                </a:lnTo>
                <a:lnTo>
                  <a:pt x="631" y="174"/>
                </a:lnTo>
                <a:lnTo>
                  <a:pt x="630" y="174"/>
                </a:lnTo>
                <a:lnTo>
                  <a:pt x="629" y="175"/>
                </a:lnTo>
                <a:lnTo>
                  <a:pt x="628" y="175"/>
                </a:lnTo>
                <a:lnTo>
                  <a:pt x="628" y="176"/>
                </a:lnTo>
                <a:lnTo>
                  <a:pt x="627" y="176"/>
                </a:lnTo>
                <a:lnTo>
                  <a:pt x="627" y="177"/>
                </a:lnTo>
                <a:lnTo>
                  <a:pt x="626" y="177"/>
                </a:lnTo>
                <a:lnTo>
                  <a:pt x="626" y="178"/>
                </a:lnTo>
                <a:lnTo>
                  <a:pt x="626" y="179"/>
                </a:lnTo>
                <a:lnTo>
                  <a:pt x="625" y="179"/>
                </a:lnTo>
                <a:lnTo>
                  <a:pt x="624" y="180"/>
                </a:lnTo>
                <a:lnTo>
                  <a:pt x="622" y="182"/>
                </a:lnTo>
                <a:lnTo>
                  <a:pt x="622" y="183"/>
                </a:lnTo>
                <a:lnTo>
                  <a:pt x="621" y="183"/>
                </a:lnTo>
                <a:lnTo>
                  <a:pt x="620" y="184"/>
                </a:lnTo>
                <a:lnTo>
                  <a:pt x="619" y="185"/>
                </a:lnTo>
                <a:lnTo>
                  <a:pt x="619" y="184"/>
                </a:lnTo>
                <a:lnTo>
                  <a:pt x="618" y="184"/>
                </a:lnTo>
                <a:lnTo>
                  <a:pt x="619" y="184"/>
                </a:lnTo>
                <a:lnTo>
                  <a:pt x="618" y="184"/>
                </a:lnTo>
                <a:lnTo>
                  <a:pt x="618" y="183"/>
                </a:lnTo>
                <a:lnTo>
                  <a:pt x="616" y="183"/>
                </a:lnTo>
                <a:lnTo>
                  <a:pt x="615" y="183"/>
                </a:lnTo>
                <a:lnTo>
                  <a:pt x="615" y="184"/>
                </a:lnTo>
                <a:lnTo>
                  <a:pt x="614" y="184"/>
                </a:lnTo>
                <a:lnTo>
                  <a:pt x="613" y="184"/>
                </a:lnTo>
                <a:lnTo>
                  <a:pt x="612" y="185"/>
                </a:lnTo>
                <a:lnTo>
                  <a:pt x="611" y="186"/>
                </a:lnTo>
                <a:lnTo>
                  <a:pt x="611" y="187"/>
                </a:lnTo>
                <a:lnTo>
                  <a:pt x="610" y="187"/>
                </a:lnTo>
                <a:lnTo>
                  <a:pt x="610" y="186"/>
                </a:lnTo>
                <a:lnTo>
                  <a:pt x="609" y="186"/>
                </a:lnTo>
                <a:lnTo>
                  <a:pt x="608" y="187"/>
                </a:lnTo>
                <a:lnTo>
                  <a:pt x="608" y="188"/>
                </a:lnTo>
                <a:lnTo>
                  <a:pt x="607" y="188"/>
                </a:lnTo>
                <a:lnTo>
                  <a:pt x="606" y="187"/>
                </a:lnTo>
                <a:lnTo>
                  <a:pt x="606" y="188"/>
                </a:lnTo>
                <a:lnTo>
                  <a:pt x="605" y="188"/>
                </a:lnTo>
                <a:lnTo>
                  <a:pt x="605" y="189"/>
                </a:lnTo>
                <a:lnTo>
                  <a:pt x="604" y="189"/>
                </a:lnTo>
                <a:lnTo>
                  <a:pt x="604" y="190"/>
                </a:lnTo>
                <a:lnTo>
                  <a:pt x="603" y="191"/>
                </a:lnTo>
                <a:lnTo>
                  <a:pt x="602" y="192"/>
                </a:lnTo>
                <a:lnTo>
                  <a:pt x="601" y="192"/>
                </a:lnTo>
                <a:lnTo>
                  <a:pt x="601" y="191"/>
                </a:lnTo>
                <a:lnTo>
                  <a:pt x="601" y="190"/>
                </a:lnTo>
                <a:lnTo>
                  <a:pt x="601" y="189"/>
                </a:lnTo>
                <a:lnTo>
                  <a:pt x="601" y="188"/>
                </a:lnTo>
                <a:lnTo>
                  <a:pt x="600" y="188"/>
                </a:lnTo>
                <a:lnTo>
                  <a:pt x="600" y="187"/>
                </a:lnTo>
                <a:lnTo>
                  <a:pt x="601" y="187"/>
                </a:lnTo>
                <a:lnTo>
                  <a:pt x="601" y="188"/>
                </a:lnTo>
                <a:lnTo>
                  <a:pt x="602" y="187"/>
                </a:lnTo>
                <a:lnTo>
                  <a:pt x="601" y="187"/>
                </a:lnTo>
                <a:lnTo>
                  <a:pt x="600" y="187"/>
                </a:lnTo>
                <a:lnTo>
                  <a:pt x="600" y="186"/>
                </a:lnTo>
                <a:lnTo>
                  <a:pt x="600" y="187"/>
                </a:lnTo>
                <a:lnTo>
                  <a:pt x="599" y="186"/>
                </a:lnTo>
                <a:lnTo>
                  <a:pt x="598" y="186"/>
                </a:lnTo>
                <a:lnTo>
                  <a:pt x="598" y="185"/>
                </a:lnTo>
                <a:lnTo>
                  <a:pt x="597" y="185"/>
                </a:lnTo>
                <a:lnTo>
                  <a:pt x="595" y="185"/>
                </a:lnTo>
                <a:lnTo>
                  <a:pt x="594" y="185"/>
                </a:lnTo>
                <a:lnTo>
                  <a:pt x="594" y="184"/>
                </a:lnTo>
                <a:lnTo>
                  <a:pt x="593" y="184"/>
                </a:lnTo>
                <a:lnTo>
                  <a:pt x="592" y="184"/>
                </a:lnTo>
                <a:lnTo>
                  <a:pt x="591" y="184"/>
                </a:lnTo>
                <a:lnTo>
                  <a:pt x="590" y="184"/>
                </a:lnTo>
                <a:lnTo>
                  <a:pt x="590" y="185"/>
                </a:lnTo>
                <a:lnTo>
                  <a:pt x="589" y="185"/>
                </a:lnTo>
                <a:lnTo>
                  <a:pt x="587" y="185"/>
                </a:lnTo>
                <a:lnTo>
                  <a:pt x="586" y="185"/>
                </a:lnTo>
                <a:lnTo>
                  <a:pt x="586" y="186"/>
                </a:lnTo>
                <a:lnTo>
                  <a:pt x="587" y="186"/>
                </a:lnTo>
                <a:lnTo>
                  <a:pt x="586" y="186"/>
                </a:lnTo>
                <a:lnTo>
                  <a:pt x="585" y="187"/>
                </a:lnTo>
                <a:lnTo>
                  <a:pt x="585" y="188"/>
                </a:lnTo>
                <a:lnTo>
                  <a:pt x="584" y="188"/>
                </a:lnTo>
                <a:lnTo>
                  <a:pt x="584" y="189"/>
                </a:lnTo>
                <a:lnTo>
                  <a:pt x="584" y="190"/>
                </a:lnTo>
                <a:lnTo>
                  <a:pt x="583" y="190"/>
                </a:lnTo>
                <a:lnTo>
                  <a:pt x="583" y="191"/>
                </a:lnTo>
                <a:lnTo>
                  <a:pt x="582" y="192"/>
                </a:lnTo>
                <a:lnTo>
                  <a:pt x="583" y="192"/>
                </a:lnTo>
                <a:lnTo>
                  <a:pt x="583" y="193"/>
                </a:lnTo>
                <a:lnTo>
                  <a:pt x="582" y="193"/>
                </a:lnTo>
                <a:lnTo>
                  <a:pt x="582" y="194"/>
                </a:lnTo>
                <a:lnTo>
                  <a:pt x="583" y="194"/>
                </a:lnTo>
                <a:lnTo>
                  <a:pt x="583" y="195"/>
                </a:lnTo>
                <a:lnTo>
                  <a:pt x="584" y="196"/>
                </a:lnTo>
                <a:lnTo>
                  <a:pt x="584" y="195"/>
                </a:lnTo>
                <a:lnTo>
                  <a:pt x="585" y="195"/>
                </a:lnTo>
                <a:lnTo>
                  <a:pt x="585" y="194"/>
                </a:lnTo>
                <a:lnTo>
                  <a:pt x="584" y="194"/>
                </a:lnTo>
                <a:lnTo>
                  <a:pt x="584" y="193"/>
                </a:lnTo>
                <a:lnTo>
                  <a:pt x="585" y="193"/>
                </a:lnTo>
                <a:lnTo>
                  <a:pt x="586" y="193"/>
                </a:lnTo>
                <a:lnTo>
                  <a:pt x="586" y="194"/>
                </a:lnTo>
                <a:lnTo>
                  <a:pt x="586" y="193"/>
                </a:lnTo>
                <a:lnTo>
                  <a:pt x="587" y="193"/>
                </a:lnTo>
                <a:lnTo>
                  <a:pt x="587" y="194"/>
                </a:lnTo>
                <a:lnTo>
                  <a:pt x="586" y="194"/>
                </a:lnTo>
                <a:lnTo>
                  <a:pt x="586" y="195"/>
                </a:lnTo>
                <a:lnTo>
                  <a:pt x="585" y="195"/>
                </a:lnTo>
                <a:lnTo>
                  <a:pt x="585" y="196"/>
                </a:lnTo>
                <a:lnTo>
                  <a:pt x="585" y="197"/>
                </a:lnTo>
                <a:lnTo>
                  <a:pt x="585" y="198"/>
                </a:lnTo>
                <a:lnTo>
                  <a:pt x="586" y="198"/>
                </a:lnTo>
                <a:lnTo>
                  <a:pt x="586" y="199"/>
                </a:lnTo>
                <a:lnTo>
                  <a:pt x="586" y="200"/>
                </a:lnTo>
                <a:lnTo>
                  <a:pt x="586" y="199"/>
                </a:lnTo>
                <a:lnTo>
                  <a:pt x="585" y="199"/>
                </a:lnTo>
                <a:lnTo>
                  <a:pt x="584" y="199"/>
                </a:lnTo>
                <a:lnTo>
                  <a:pt x="583" y="199"/>
                </a:lnTo>
                <a:lnTo>
                  <a:pt x="582" y="198"/>
                </a:lnTo>
                <a:lnTo>
                  <a:pt x="581" y="198"/>
                </a:lnTo>
                <a:lnTo>
                  <a:pt x="579" y="197"/>
                </a:lnTo>
                <a:lnTo>
                  <a:pt x="578" y="197"/>
                </a:lnTo>
                <a:lnTo>
                  <a:pt x="577" y="197"/>
                </a:lnTo>
                <a:lnTo>
                  <a:pt x="577" y="198"/>
                </a:lnTo>
                <a:lnTo>
                  <a:pt x="576" y="198"/>
                </a:lnTo>
                <a:lnTo>
                  <a:pt x="575" y="198"/>
                </a:lnTo>
                <a:lnTo>
                  <a:pt x="574" y="198"/>
                </a:lnTo>
                <a:lnTo>
                  <a:pt x="574" y="199"/>
                </a:lnTo>
                <a:lnTo>
                  <a:pt x="574" y="198"/>
                </a:lnTo>
                <a:lnTo>
                  <a:pt x="573" y="198"/>
                </a:lnTo>
                <a:lnTo>
                  <a:pt x="572" y="198"/>
                </a:lnTo>
                <a:lnTo>
                  <a:pt x="572" y="197"/>
                </a:lnTo>
                <a:lnTo>
                  <a:pt x="571" y="197"/>
                </a:lnTo>
                <a:lnTo>
                  <a:pt x="571" y="196"/>
                </a:lnTo>
                <a:lnTo>
                  <a:pt x="571" y="195"/>
                </a:lnTo>
                <a:lnTo>
                  <a:pt x="571" y="194"/>
                </a:lnTo>
                <a:lnTo>
                  <a:pt x="572" y="194"/>
                </a:lnTo>
                <a:lnTo>
                  <a:pt x="574" y="194"/>
                </a:lnTo>
                <a:lnTo>
                  <a:pt x="575" y="194"/>
                </a:lnTo>
                <a:lnTo>
                  <a:pt x="576" y="194"/>
                </a:lnTo>
                <a:lnTo>
                  <a:pt x="576" y="193"/>
                </a:lnTo>
                <a:lnTo>
                  <a:pt x="575" y="192"/>
                </a:lnTo>
                <a:lnTo>
                  <a:pt x="575" y="191"/>
                </a:lnTo>
                <a:lnTo>
                  <a:pt x="574" y="191"/>
                </a:lnTo>
                <a:lnTo>
                  <a:pt x="574" y="192"/>
                </a:lnTo>
                <a:lnTo>
                  <a:pt x="573" y="192"/>
                </a:lnTo>
                <a:lnTo>
                  <a:pt x="573" y="193"/>
                </a:lnTo>
                <a:lnTo>
                  <a:pt x="572" y="193"/>
                </a:lnTo>
                <a:lnTo>
                  <a:pt x="572" y="194"/>
                </a:lnTo>
                <a:lnTo>
                  <a:pt x="571" y="193"/>
                </a:lnTo>
                <a:lnTo>
                  <a:pt x="570" y="192"/>
                </a:lnTo>
                <a:lnTo>
                  <a:pt x="569" y="192"/>
                </a:lnTo>
                <a:lnTo>
                  <a:pt x="568" y="192"/>
                </a:lnTo>
                <a:lnTo>
                  <a:pt x="567" y="192"/>
                </a:lnTo>
                <a:lnTo>
                  <a:pt x="566" y="192"/>
                </a:lnTo>
                <a:lnTo>
                  <a:pt x="565" y="192"/>
                </a:lnTo>
                <a:lnTo>
                  <a:pt x="565" y="193"/>
                </a:lnTo>
                <a:lnTo>
                  <a:pt x="564" y="193"/>
                </a:lnTo>
                <a:lnTo>
                  <a:pt x="563" y="193"/>
                </a:lnTo>
                <a:lnTo>
                  <a:pt x="564" y="193"/>
                </a:lnTo>
                <a:lnTo>
                  <a:pt x="564" y="192"/>
                </a:lnTo>
                <a:lnTo>
                  <a:pt x="563" y="192"/>
                </a:lnTo>
                <a:lnTo>
                  <a:pt x="564" y="191"/>
                </a:lnTo>
                <a:lnTo>
                  <a:pt x="565" y="190"/>
                </a:lnTo>
                <a:lnTo>
                  <a:pt x="566" y="190"/>
                </a:lnTo>
                <a:lnTo>
                  <a:pt x="566" y="189"/>
                </a:lnTo>
                <a:lnTo>
                  <a:pt x="566" y="190"/>
                </a:lnTo>
                <a:lnTo>
                  <a:pt x="566" y="189"/>
                </a:lnTo>
                <a:lnTo>
                  <a:pt x="566" y="188"/>
                </a:lnTo>
                <a:lnTo>
                  <a:pt x="567" y="188"/>
                </a:lnTo>
                <a:lnTo>
                  <a:pt x="567" y="187"/>
                </a:lnTo>
                <a:lnTo>
                  <a:pt x="568" y="187"/>
                </a:lnTo>
                <a:lnTo>
                  <a:pt x="568" y="186"/>
                </a:lnTo>
                <a:lnTo>
                  <a:pt x="568" y="185"/>
                </a:lnTo>
                <a:lnTo>
                  <a:pt x="568" y="184"/>
                </a:lnTo>
                <a:lnTo>
                  <a:pt x="569" y="184"/>
                </a:lnTo>
                <a:lnTo>
                  <a:pt x="568" y="183"/>
                </a:lnTo>
                <a:lnTo>
                  <a:pt x="568" y="184"/>
                </a:lnTo>
                <a:lnTo>
                  <a:pt x="567" y="184"/>
                </a:lnTo>
                <a:lnTo>
                  <a:pt x="567" y="185"/>
                </a:lnTo>
                <a:lnTo>
                  <a:pt x="568" y="185"/>
                </a:lnTo>
                <a:lnTo>
                  <a:pt x="568" y="186"/>
                </a:lnTo>
                <a:lnTo>
                  <a:pt x="568" y="187"/>
                </a:lnTo>
                <a:lnTo>
                  <a:pt x="567" y="187"/>
                </a:lnTo>
                <a:lnTo>
                  <a:pt x="566" y="187"/>
                </a:lnTo>
                <a:lnTo>
                  <a:pt x="566" y="188"/>
                </a:lnTo>
                <a:lnTo>
                  <a:pt x="566" y="189"/>
                </a:lnTo>
                <a:lnTo>
                  <a:pt x="565" y="189"/>
                </a:lnTo>
                <a:lnTo>
                  <a:pt x="565" y="190"/>
                </a:lnTo>
                <a:lnTo>
                  <a:pt x="564" y="190"/>
                </a:lnTo>
                <a:lnTo>
                  <a:pt x="563" y="190"/>
                </a:lnTo>
                <a:lnTo>
                  <a:pt x="562" y="190"/>
                </a:lnTo>
                <a:lnTo>
                  <a:pt x="561" y="190"/>
                </a:lnTo>
                <a:lnTo>
                  <a:pt x="560" y="190"/>
                </a:lnTo>
                <a:lnTo>
                  <a:pt x="560" y="191"/>
                </a:lnTo>
                <a:lnTo>
                  <a:pt x="559" y="191"/>
                </a:lnTo>
                <a:lnTo>
                  <a:pt x="559" y="192"/>
                </a:lnTo>
                <a:lnTo>
                  <a:pt x="559" y="193"/>
                </a:lnTo>
                <a:lnTo>
                  <a:pt x="560" y="193"/>
                </a:lnTo>
                <a:lnTo>
                  <a:pt x="561" y="193"/>
                </a:lnTo>
                <a:lnTo>
                  <a:pt x="560" y="194"/>
                </a:lnTo>
                <a:lnTo>
                  <a:pt x="559" y="194"/>
                </a:lnTo>
                <a:lnTo>
                  <a:pt x="560" y="194"/>
                </a:lnTo>
                <a:lnTo>
                  <a:pt x="559" y="193"/>
                </a:lnTo>
                <a:lnTo>
                  <a:pt x="558" y="193"/>
                </a:lnTo>
                <a:lnTo>
                  <a:pt x="558" y="192"/>
                </a:lnTo>
                <a:lnTo>
                  <a:pt x="559" y="192"/>
                </a:lnTo>
                <a:lnTo>
                  <a:pt x="558" y="192"/>
                </a:lnTo>
                <a:lnTo>
                  <a:pt x="557" y="192"/>
                </a:lnTo>
                <a:lnTo>
                  <a:pt x="556" y="192"/>
                </a:lnTo>
                <a:lnTo>
                  <a:pt x="555" y="193"/>
                </a:lnTo>
                <a:lnTo>
                  <a:pt x="554" y="193"/>
                </a:lnTo>
                <a:lnTo>
                  <a:pt x="553" y="193"/>
                </a:lnTo>
                <a:lnTo>
                  <a:pt x="552" y="194"/>
                </a:lnTo>
                <a:lnTo>
                  <a:pt x="552" y="193"/>
                </a:lnTo>
                <a:lnTo>
                  <a:pt x="551" y="193"/>
                </a:lnTo>
                <a:lnTo>
                  <a:pt x="552" y="194"/>
                </a:lnTo>
                <a:lnTo>
                  <a:pt x="551" y="194"/>
                </a:lnTo>
                <a:lnTo>
                  <a:pt x="551" y="195"/>
                </a:lnTo>
                <a:lnTo>
                  <a:pt x="551" y="196"/>
                </a:lnTo>
                <a:lnTo>
                  <a:pt x="552" y="196"/>
                </a:lnTo>
                <a:lnTo>
                  <a:pt x="551" y="197"/>
                </a:lnTo>
                <a:lnTo>
                  <a:pt x="550" y="197"/>
                </a:lnTo>
                <a:lnTo>
                  <a:pt x="550" y="198"/>
                </a:lnTo>
                <a:lnTo>
                  <a:pt x="550" y="199"/>
                </a:lnTo>
                <a:lnTo>
                  <a:pt x="551" y="199"/>
                </a:lnTo>
                <a:lnTo>
                  <a:pt x="551" y="200"/>
                </a:lnTo>
                <a:lnTo>
                  <a:pt x="550" y="200"/>
                </a:lnTo>
                <a:lnTo>
                  <a:pt x="549" y="200"/>
                </a:lnTo>
                <a:lnTo>
                  <a:pt x="548" y="201"/>
                </a:lnTo>
                <a:lnTo>
                  <a:pt x="547" y="201"/>
                </a:lnTo>
                <a:lnTo>
                  <a:pt x="548" y="201"/>
                </a:lnTo>
                <a:lnTo>
                  <a:pt x="547" y="201"/>
                </a:lnTo>
                <a:lnTo>
                  <a:pt x="546" y="201"/>
                </a:lnTo>
                <a:lnTo>
                  <a:pt x="546" y="200"/>
                </a:lnTo>
                <a:lnTo>
                  <a:pt x="546" y="199"/>
                </a:lnTo>
                <a:lnTo>
                  <a:pt x="546" y="198"/>
                </a:lnTo>
                <a:lnTo>
                  <a:pt x="545" y="197"/>
                </a:lnTo>
                <a:lnTo>
                  <a:pt x="544" y="197"/>
                </a:lnTo>
                <a:lnTo>
                  <a:pt x="543" y="197"/>
                </a:lnTo>
                <a:lnTo>
                  <a:pt x="543" y="198"/>
                </a:lnTo>
                <a:lnTo>
                  <a:pt x="542" y="197"/>
                </a:lnTo>
                <a:lnTo>
                  <a:pt x="541" y="197"/>
                </a:lnTo>
                <a:lnTo>
                  <a:pt x="541" y="196"/>
                </a:lnTo>
                <a:lnTo>
                  <a:pt x="541" y="197"/>
                </a:lnTo>
                <a:lnTo>
                  <a:pt x="540" y="197"/>
                </a:lnTo>
                <a:lnTo>
                  <a:pt x="541" y="198"/>
                </a:lnTo>
                <a:lnTo>
                  <a:pt x="541" y="199"/>
                </a:lnTo>
                <a:lnTo>
                  <a:pt x="542" y="199"/>
                </a:lnTo>
                <a:lnTo>
                  <a:pt x="542" y="200"/>
                </a:lnTo>
                <a:lnTo>
                  <a:pt x="543" y="200"/>
                </a:lnTo>
                <a:lnTo>
                  <a:pt x="543" y="199"/>
                </a:lnTo>
                <a:lnTo>
                  <a:pt x="544" y="199"/>
                </a:lnTo>
                <a:lnTo>
                  <a:pt x="544" y="200"/>
                </a:lnTo>
                <a:lnTo>
                  <a:pt x="545" y="200"/>
                </a:lnTo>
                <a:lnTo>
                  <a:pt x="546" y="200"/>
                </a:lnTo>
                <a:lnTo>
                  <a:pt x="546" y="201"/>
                </a:lnTo>
                <a:lnTo>
                  <a:pt x="547" y="201"/>
                </a:lnTo>
                <a:lnTo>
                  <a:pt x="547" y="202"/>
                </a:lnTo>
                <a:lnTo>
                  <a:pt x="545" y="204"/>
                </a:lnTo>
                <a:lnTo>
                  <a:pt x="544" y="205"/>
                </a:lnTo>
                <a:lnTo>
                  <a:pt x="544" y="206"/>
                </a:lnTo>
                <a:lnTo>
                  <a:pt x="544" y="207"/>
                </a:lnTo>
                <a:lnTo>
                  <a:pt x="543" y="207"/>
                </a:lnTo>
                <a:lnTo>
                  <a:pt x="543" y="208"/>
                </a:lnTo>
                <a:lnTo>
                  <a:pt x="543" y="209"/>
                </a:lnTo>
                <a:lnTo>
                  <a:pt x="544" y="209"/>
                </a:lnTo>
                <a:lnTo>
                  <a:pt x="544" y="210"/>
                </a:lnTo>
                <a:lnTo>
                  <a:pt x="545" y="210"/>
                </a:lnTo>
                <a:lnTo>
                  <a:pt x="544" y="211"/>
                </a:lnTo>
                <a:lnTo>
                  <a:pt x="543" y="211"/>
                </a:lnTo>
                <a:lnTo>
                  <a:pt x="543" y="212"/>
                </a:lnTo>
                <a:lnTo>
                  <a:pt x="542" y="211"/>
                </a:lnTo>
                <a:lnTo>
                  <a:pt x="543" y="211"/>
                </a:lnTo>
                <a:lnTo>
                  <a:pt x="543" y="210"/>
                </a:lnTo>
                <a:lnTo>
                  <a:pt x="543" y="209"/>
                </a:lnTo>
                <a:lnTo>
                  <a:pt x="542" y="208"/>
                </a:lnTo>
                <a:lnTo>
                  <a:pt x="541" y="208"/>
                </a:lnTo>
                <a:lnTo>
                  <a:pt x="540" y="208"/>
                </a:lnTo>
                <a:lnTo>
                  <a:pt x="539" y="208"/>
                </a:lnTo>
                <a:lnTo>
                  <a:pt x="538" y="208"/>
                </a:lnTo>
                <a:lnTo>
                  <a:pt x="538" y="209"/>
                </a:lnTo>
                <a:lnTo>
                  <a:pt x="537" y="209"/>
                </a:lnTo>
                <a:lnTo>
                  <a:pt x="536" y="209"/>
                </a:lnTo>
                <a:lnTo>
                  <a:pt x="535" y="209"/>
                </a:lnTo>
                <a:lnTo>
                  <a:pt x="534" y="209"/>
                </a:lnTo>
                <a:lnTo>
                  <a:pt x="533" y="209"/>
                </a:lnTo>
                <a:lnTo>
                  <a:pt x="533" y="208"/>
                </a:lnTo>
                <a:lnTo>
                  <a:pt x="533" y="207"/>
                </a:lnTo>
                <a:lnTo>
                  <a:pt x="533" y="206"/>
                </a:lnTo>
                <a:lnTo>
                  <a:pt x="532" y="205"/>
                </a:lnTo>
                <a:lnTo>
                  <a:pt x="532" y="204"/>
                </a:lnTo>
                <a:lnTo>
                  <a:pt x="533" y="204"/>
                </a:lnTo>
                <a:lnTo>
                  <a:pt x="533" y="203"/>
                </a:lnTo>
                <a:lnTo>
                  <a:pt x="533" y="202"/>
                </a:lnTo>
                <a:lnTo>
                  <a:pt x="532" y="202"/>
                </a:lnTo>
                <a:lnTo>
                  <a:pt x="532" y="201"/>
                </a:lnTo>
                <a:lnTo>
                  <a:pt x="532" y="200"/>
                </a:lnTo>
                <a:lnTo>
                  <a:pt x="532" y="199"/>
                </a:lnTo>
                <a:lnTo>
                  <a:pt x="533" y="199"/>
                </a:lnTo>
                <a:lnTo>
                  <a:pt x="533" y="198"/>
                </a:lnTo>
                <a:lnTo>
                  <a:pt x="534" y="198"/>
                </a:lnTo>
                <a:lnTo>
                  <a:pt x="535" y="197"/>
                </a:lnTo>
                <a:lnTo>
                  <a:pt x="535" y="196"/>
                </a:lnTo>
                <a:lnTo>
                  <a:pt x="536" y="196"/>
                </a:lnTo>
                <a:lnTo>
                  <a:pt x="537" y="196"/>
                </a:lnTo>
                <a:lnTo>
                  <a:pt x="537" y="195"/>
                </a:lnTo>
                <a:lnTo>
                  <a:pt x="536" y="194"/>
                </a:lnTo>
                <a:lnTo>
                  <a:pt x="535" y="193"/>
                </a:lnTo>
                <a:lnTo>
                  <a:pt x="534" y="192"/>
                </a:lnTo>
                <a:lnTo>
                  <a:pt x="534" y="193"/>
                </a:lnTo>
                <a:lnTo>
                  <a:pt x="535" y="193"/>
                </a:lnTo>
                <a:lnTo>
                  <a:pt x="535" y="194"/>
                </a:lnTo>
                <a:lnTo>
                  <a:pt x="534" y="194"/>
                </a:lnTo>
                <a:lnTo>
                  <a:pt x="534" y="193"/>
                </a:lnTo>
                <a:lnTo>
                  <a:pt x="533" y="193"/>
                </a:lnTo>
                <a:lnTo>
                  <a:pt x="534" y="193"/>
                </a:lnTo>
                <a:lnTo>
                  <a:pt x="534" y="194"/>
                </a:lnTo>
                <a:lnTo>
                  <a:pt x="534" y="195"/>
                </a:lnTo>
                <a:lnTo>
                  <a:pt x="534" y="196"/>
                </a:lnTo>
                <a:lnTo>
                  <a:pt x="533" y="196"/>
                </a:lnTo>
                <a:lnTo>
                  <a:pt x="532" y="196"/>
                </a:lnTo>
                <a:lnTo>
                  <a:pt x="532" y="197"/>
                </a:lnTo>
                <a:lnTo>
                  <a:pt x="531" y="197"/>
                </a:lnTo>
                <a:lnTo>
                  <a:pt x="531" y="196"/>
                </a:lnTo>
                <a:lnTo>
                  <a:pt x="530" y="195"/>
                </a:lnTo>
                <a:lnTo>
                  <a:pt x="530" y="196"/>
                </a:lnTo>
                <a:lnTo>
                  <a:pt x="529" y="196"/>
                </a:lnTo>
                <a:lnTo>
                  <a:pt x="528" y="196"/>
                </a:lnTo>
                <a:lnTo>
                  <a:pt x="528" y="197"/>
                </a:lnTo>
                <a:lnTo>
                  <a:pt x="527" y="197"/>
                </a:lnTo>
                <a:lnTo>
                  <a:pt x="526" y="198"/>
                </a:lnTo>
                <a:lnTo>
                  <a:pt x="526" y="199"/>
                </a:lnTo>
                <a:lnTo>
                  <a:pt x="525" y="199"/>
                </a:lnTo>
                <a:lnTo>
                  <a:pt x="523" y="200"/>
                </a:lnTo>
                <a:lnTo>
                  <a:pt x="522" y="201"/>
                </a:lnTo>
                <a:lnTo>
                  <a:pt x="521" y="201"/>
                </a:lnTo>
                <a:lnTo>
                  <a:pt x="521" y="202"/>
                </a:lnTo>
                <a:lnTo>
                  <a:pt x="521" y="203"/>
                </a:lnTo>
                <a:lnTo>
                  <a:pt x="522" y="203"/>
                </a:lnTo>
                <a:lnTo>
                  <a:pt x="522" y="204"/>
                </a:lnTo>
                <a:lnTo>
                  <a:pt x="521" y="204"/>
                </a:lnTo>
                <a:lnTo>
                  <a:pt x="521" y="203"/>
                </a:lnTo>
                <a:lnTo>
                  <a:pt x="520" y="203"/>
                </a:lnTo>
                <a:lnTo>
                  <a:pt x="521" y="203"/>
                </a:lnTo>
                <a:lnTo>
                  <a:pt x="520" y="203"/>
                </a:lnTo>
                <a:lnTo>
                  <a:pt x="519" y="203"/>
                </a:lnTo>
                <a:lnTo>
                  <a:pt x="519" y="202"/>
                </a:lnTo>
                <a:lnTo>
                  <a:pt x="519" y="203"/>
                </a:lnTo>
                <a:lnTo>
                  <a:pt x="520" y="204"/>
                </a:lnTo>
                <a:lnTo>
                  <a:pt x="519" y="204"/>
                </a:lnTo>
                <a:lnTo>
                  <a:pt x="518" y="204"/>
                </a:lnTo>
                <a:lnTo>
                  <a:pt x="518" y="205"/>
                </a:lnTo>
                <a:lnTo>
                  <a:pt x="518" y="206"/>
                </a:lnTo>
                <a:lnTo>
                  <a:pt x="517" y="206"/>
                </a:lnTo>
                <a:lnTo>
                  <a:pt x="517" y="207"/>
                </a:lnTo>
                <a:lnTo>
                  <a:pt x="518" y="207"/>
                </a:lnTo>
                <a:lnTo>
                  <a:pt x="518" y="206"/>
                </a:lnTo>
                <a:lnTo>
                  <a:pt x="519" y="206"/>
                </a:lnTo>
                <a:lnTo>
                  <a:pt x="519" y="207"/>
                </a:lnTo>
                <a:lnTo>
                  <a:pt x="520" y="207"/>
                </a:lnTo>
                <a:lnTo>
                  <a:pt x="520" y="206"/>
                </a:lnTo>
                <a:lnTo>
                  <a:pt x="521" y="206"/>
                </a:lnTo>
                <a:lnTo>
                  <a:pt x="522" y="206"/>
                </a:lnTo>
                <a:lnTo>
                  <a:pt x="523" y="206"/>
                </a:lnTo>
                <a:lnTo>
                  <a:pt x="523" y="207"/>
                </a:lnTo>
                <a:lnTo>
                  <a:pt x="522" y="208"/>
                </a:lnTo>
                <a:lnTo>
                  <a:pt x="523" y="208"/>
                </a:lnTo>
                <a:lnTo>
                  <a:pt x="523" y="209"/>
                </a:lnTo>
                <a:lnTo>
                  <a:pt x="522" y="209"/>
                </a:lnTo>
                <a:lnTo>
                  <a:pt x="521" y="210"/>
                </a:lnTo>
                <a:lnTo>
                  <a:pt x="520" y="210"/>
                </a:lnTo>
                <a:lnTo>
                  <a:pt x="519" y="211"/>
                </a:lnTo>
                <a:lnTo>
                  <a:pt x="519" y="210"/>
                </a:lnTo>
                <a:lnTo>
                  <a:pt x="518" y="211"/>
                </a:lnTo>
                <a:lnTo>
                  <a:pt x="518" y="212"/>
                </a:lnTo>
                <a:lnTo>
                  <a:pt x="518" y="213"/>
                </a:lnTo>
                <a:lnTo>
                  <a:pt x="519" y="213"/>
                </a:lnTo>
                <a:lnTo>
                  <a:pt x="519" y="212"/>
                </a:lnTo>
                <a:lnTo>
                  <a:pt x="520" y="212"/>
                </a:lnTo>
                <a:lnTo>
                  <a:pt x="521" y="212"/>
                </a:lnTo>
                <a:lnTo>
                  <a:pt x="521" y="213"/>
                </a:lnTo>
                <a:lnTo>
                  <a:pt x="522" y="213"/>
                </a:lnTo>
                <a:lnTo>
                  <a:pt x="523" y="214"/>
                </a:lnTo>
                <a:lnTo>
                  <a:pt x="524" y="214"/>
                </a:lnTo>
                <a:lnTo>
                  <a:pt x="525" y="214"/>
                </a:lnTo>
                <a:lnTo>
                  <a:pt x="525" y="213"/>
                </a:lnTo>
                <a:lnTo>
                  <a:pt x="525" y="214"/>
                </a:lnTo>
                <a:lnTo>
                  <a:pt x="525" y="215"/>
                </a:lnTo>
                <a:lnTo>
                  <a:pt x="526" y="215"/>
                </a:lnTo>
                <a:lnTo>
                  <a:pt x="526" y="216"/>
                </a:lnTo>
                <a:lnTo>
                  <a:pt x="525" y="216"/>
                </a:lnTo>
                <a:lnTo>
                  <a:pt x="525" y="217"/>
                </a:lnTo>
                <a:lnTo>
                  <a:pt x="524" y="217"/>
                </a:lnTo>
                <a:lnTo>
                  <a:pt x="523" y="217"/>
                </a:lnTo>
                <a:lnTo>
                  <a:pt x="524" y="217"/>
                </a:lnTo>
                <a:lnTo>
                  <a:pt x="523" y="218"/>
                </a:lnTo>
                <a:lnTo>
                  <a:pt x="522" y="218"/>
                </a:lnTo>
                <a:lnTo>
                  <a:pt x="521" y="218"/>
                </a:lnTo>
                <a:lnTo>
                  <a:pt x="520" y="219"/>
                </a:lnTo>
                <a:lnTo>
                  <a:pt x="520" y="220"/>
                </a:lnTo>
                <a:lnTo>
                  <a:pt x="519" y="220"/>
                </a:lnTo>
                <a:lnTo>
                  <a:pt x="518" y="220"/>
                </a:lnTo>
                <a:lnTo>
                  <a:pt x="518" y="219"/>
                </a:lnTo>
                <a:lnTo>
                  <a:pt x="517" y="219"/>
                </a:lnTo>
                <a:lnTo>
                  <a:pt x="517" y="218"/>
                </a:lnTo>
                <a:lnTo>
                  <a:pt x="518" y="218"/>
                </a:lnTo>
                <a:lnTo>
                  <a:pt x="517" y="218"/>
                </a:lnTo>
                <a:lnTo>
                  <a:pt x="517" y="217"/>
                </a:lnTo>
                <a:lnTo>
                  <a:pt x="517" y="216"/>
                </a:lnTo>
                <a:lnTo>
                  <a:pt x="517" y="215"/>
                </a:lnTo>
                <a:lnTo>
                  <a:pt x="517" y="214"/>
                </a:lnTo>
                <a:lnTo>
                  <a:pt x="516" y="214"/>
                </a:lnTo>
                <a:lnTo>
                  <a:pt x="515" y="213"/>
                </a:lnTo>
                <a:lnTo>
                  <a:pt x="514" y="213"/>
                </a:lnTo>
                <a:lnTo>
                  <a:pt x="514" y="212"/>
                </a:lnTo>
                <a:lnTo>
                  <a:pt x="513" y="212"/>
                </a:lnTo>
                <a:lnTo>
                  <a:pt x="513" y="211"/>
                </a:lnTo>
                <a:lnTo>
                  <a:pt x="512" y="210"/>
                </a:lnTo>
                <a:lnTo>
                  <a:pt x="511" y="210"/>
                </a:lnTo>
                <a:lnTo>
                  <a:pt x="510" y="210"/>
                </a:lnTo>
                <a:lnTo>
                  <a:pt x="509" y="210"/>
                </a:lnTo>
                <a:lnTo>
                  <a:pt x="509" y="211"/>
                </a:lnTo>
                <a:lnTo>
                  <a:pt x="508" y="211"/>
                </a:lnTo>
                <a:lnTo>
                  <a:pt x="507" y="211"/>
                </a:lnTo>
                <a:lnTo>
                  <a:pt x="506" y="211"/>
                </a:lnTo>
                <a:lnTo>
                  <a:pt x="505" y="212"/>
                </a:lnTo>
                <a:lnTo>
                  <a:pt x="505" y="213"/>
                </a:lnTo>
                <a:lnTo>
                  <a:pt x="504" y="213"/>
                </a:lnTo>
                <a:lnTo>
                  <a:pt x="504" y="212"/>
                </a:lnTo>
                <a:lnTo>
                  <a:pt x="503" y="212"/>
                </a:lnTo>
                <a:lnTo>
                  <a:pt x="503" y="213"/>
                </a:lnTo>
                <a:lnTo>
                  <a:pt x="501" y="215"/>
                </a:lnTo>
                <a:lnTo>
                  <a:pt x="500" y="216"/>
                </a:lnTo>
                <a:lnTo>
                  <a:pt x="499" y="216"/>
                </a:lnTo>
                <a:lnTo>
                  <a:pt x="499" y="217"/>
                </a:lnTo>
                <a:lnTo>
                  <a:pt x="500" y="217"/>
                </a:lnTo>
                <a:lnTo>
                  <a:pt x="501" y="217"/>
                </a:lnTo>
                <a:lnTo>
                  <a:pt x="501" y="216"/>
                </a:lnTo>
                <a:lnTo>
                  <a:pt x="501" y="215"/>
                </a:lnTo>
                <a:lnTo>
                  <a:pt x="502" y="215"/>
                </a:lnTo>
                <a:lnTo>
                  <a:pt x="503" y="216"/>
                </a:lnTo>
                <a:lnTo>
                  <a:pt x="503" y="217"/>
                </a:lnTo>
                <a:lnTo>
                  <a:pt x="504" y="217"/>
                </a:lnTo>
                <a:lnTo>
                  <a:pt x="504" y="218"/>
                </a:lnTo>
                <a:lnTo>
                  <a:pt x="505" y="218"/>
                </a:lnTo>
                <a:lnTo>
                  <a:pt x="506" y="218"/>
                </a:lnTo>
                <a:lnTo>
                  <a:pt x="507" y="218"/>
                </a:lnTo>
                <a:lnTo>
                  <a:pt x="508" y="217"/>
                </a:lnTo>
                <a:lnTo>
                  <a:pt x="508" y="218"/>
                </a:lnTo>
                <a:lnTo>
                  <a:pt x="507" y="218"/>
                </a:lnTo>
                <a:lnTo>
                  <a:pt x="506" y="219"/>
                </a:lnTo>
                <a:lnTo>
                  <a:pt x="506" y="220"/>
                </a:lnTo>
                <a:lnTo>
                  <a:pt x="505" y="220"/>
                </a:lnTo>
                <a:lnTo>
                  <a:pt x="504" y="221"/>
                </a:lnTo>
                <a:lnTo>
                  <a:pt x="503" y="221"/>
                </a:lnTo>
                <a:lnTo>
                  <a:pt x="503" y="222"/>
                </a:lnTo>
                <a:lnTo>
                  <a:pt x="502" y="222"/>
                </a:lnTo>
                <a:lnTo>
                  <a:pt x="502" y="221"/>
                </a:lnTo>
                <a:lnTo>
                  <a:pt x="501" y="221"/>
                </a:lnTo>
                <a:lnTo>
                  <a:pt x="500" y="221"/>
                </a:lnTo>
                <a:lnTo>
                  <a:pt x="500" y="222"/>
                </a:lnTo>
                <a:lnTo>
                  <a:pt x="499" y="222"/>
                </a:lnTo>
                <a:lnTo>
                  <a:pt x="498" y="222"/>
                </a:lnTo>
                <a:lnTo>
                  <a:pt x="498" y="223"/>
                </a:lnTo>
                <a:lnTo>
                  <a:pt x="499" y="223"/>
                </a:lnTo>
                <a:lnTo>
                  <a:pt x="500" y="223"/>
                </a:lnTo>
                <a:lnTo>
                  <a:pt x="500" y="224"/>
                </a:lnTo>
                <a:lnTo>
                  <a:pt x="500" y="225"/>
                </a:lnTo>
                <a:lnTo>
                  <a:pt x="501" y="225"/>
                </a:lnTo>
                <a:lnTo>
                  <a:pt x="501" y="224"/>
                </a:lnTo>
                <a:lnTo>
                  <a:pt x="502" y="223"/>
                </a:lnTo>
                <a:lnTo>
                  <a:pt x="504" y="223"/>
                </a:lnTo>
                <a:lnTo>
                  <a:pt x="504" y="224"/>
                </a:lnTo>
                <a:lnTo>
                  <a:pt x="505" y="224"/>
                </a:lnTo>
                <a:lnTo>
                  <a:pt x="505" y="223"/>
                </a:lnTo>
                <a:lnTo>
                  <a:pt x="504" y="222"/>
                </a:lnTo>
                <a:lnTo>
                  <a:pt x="505" y="222"/>
                </a:lnTo>
                <a:lnTo>
                  <a:pt x="505" y="221"/>
                </a:lnTo>
                <a:lnTo>
                  <a:pt x="506" y="222"/>
                </a:lnTo>
                <a:lnTo>
                  <a:pt x="506" y="221"/>
                </a:lnTo>
                <a:lnTo>
                  <a:pt x="506" y="220"/>
                </a:lnTo>
                <a:lnTo>
                  <a:pt x="507" y="220"/>
                </a:lnTo>
                <a:lnTo>
                  <a:pt x="508" y="220"/>
                </a:lnTo>
                <a:lnTo>
                  <a:pt x="507" y="221"/>
                </a:lnTo>
                <a:lnTo>
                  <a:pt x="508" y="221"/>
                </a:lnTo>
                <a:lnTo>
                  <a:pt x="508" y="220"/>
                </a:lnTo>
                <a:lnTo>
                  <a:pt x="509" y="220"/>
                </a:lnTo>
                <a:lnTo>
                  <a:pt x="509" y="221"/>
                </a:lnTo>
                <a:lnTo>
                  <a:pt x="508" y="221"/>
                </a:lnTo>
                <a:lnTo>
                  <a:pt x="508" y="222"/>
                </a:lnTo>
                <a:lnTo>
                  <a:pt x="508" y="223"/>
                </a:lnTo>
                <a:lnTo>
                  <a:pt x="508" y="222"/>
                </a:lnTo>
                <a:lnTo>
                  <a:pt x="509" y="222"/>
                </a:lnTo>
                <a:lnTo>
                  <a:pt x="509" y="223"/>
                </a:lnTo>
                <a:lnTo>
                  <a:pt x="510" y="223"/>
                </a:lnTo>
                <a:lnTo>
                  <a:pt x="509" y="223"/>
                </a:lnTo>
                <a:lnTo>
                  <a:pt x="509" y="221"/>
                </a:lnTo>
                <a:lnTo>
                  <a:pt x="510" y="221"/>
                </a:lnTo>
                <a:lnTo>
                  <a:pt x="510" y="222"/>
                </a:lnTo>
                <a:lnTo>
                  <a:pt x="511" y="222"/>
                </a:lnTo>
                <a:lnTo>
                  <a:pt x="512" y="222"/>
                </a:lnTo>
                <a:lnTo>
                  <a:pt x="512" y="223"/>
                </a:lnTo>
                <a:lnTo>
                  <a:pt x="513" y="223"/>
                </a:lnTo>
                <a:lnTo>
                  <a:pt x="513" y="224"/>
                </a:lnTo>
                <a:lnTo>
                  <a:pt x="512" y="224"/>
                </a:lnTo>
                <a:lnTo>
                  <a:pt x="512" y="223"/>
                </a:lnTo>
                <a:lnTo>
                  <a:pt x="511" y="223"/>
                </a:lnTo>
                <a:lnTo>
                  <a:pt x="511" y="224"/>
                </a:lnTo>
                <a:lnTo>
                  <a:pt x="511" y="225"/>
                </a:lnTo>
                <a:lnTo>
                  <a:pt x="512" y="225"/>
                </a:lnTo>
                <a:lnTo>
                  <a:pt x="512" y="226"/>
                </a:lnTo>
                <a:lnTo>
                  <a:pt x="512" y="227"/>
                </a:lnTo>
                <a:lnTo>
                  <a:pt x="512" y="226"/>
                </a:lnTo>
                <a:lnTo>
                  <a:pt x="511" y="226"/>
                </a:lnTo>
                <a:lnTo>
                  <a:pt x="511" y="227"/>
                </a:lnTo>
                <a:lnTo>
                  <a:pt x="512" y="227"/>
                </a:lnTo>
                <a:lnTo>
                  <a:pt x="511" y="227"/>
                </a:lnTo>
                <a:lnTo>
                  <a:pt x="511" y="228"/>
                </a:lnTo>
                <a:lnTo>
                  <a:pt x="510" y="228"/>
                </a:lnTo>
                <a:lnTo>
                  <a:pt x="510" y="229"/>
                </a:lnTo>
                <a:lnTo>
                  <a:pt x="510" y="228"/>
                </a:lnTo>
                <a:lnTo>
                  <a:pt x="509" y="228"/>
                </a:lnTo>
                <a:lnTo>
                  <a:pt x="508" y="228"/>
                </a:lnTo>
                <a:lnTo>
                  <a:pt x="508" y="227"/>
                </a:lnTo>
                <a:lnTo>
                  <a:pt x="508" y="226"/>
                </a:lnTo>
                <a:lnTo>
                  <a:pt x="507" y="226"/>
                </a:lnTo>
                <a:lnTo>
                  <a:pt x="506" y="226"/>
                </a:lnTo>
                <a:lnTo>
                  <a:pt x="505" y="226"/>
                </a:lnTo>
                <a:lnTo>
                  <a:pt x="505" y="225"/>
                </a:lnTo>
                <a:lnTo>
                  <a:pt x="505" y="226"/>
                </a:lnTo>
                <a:lnTo>
                  <a:pt x="505" y="227"/>
                </a:lnTo>
                <a:lnTo>
                  <a:pt x="504" y="227"/>
                </a:lnTo>
                <a:lnTo>
                  <a:pt x="504" y="228"/>
                </a:lnTo>
                <a:lnTo>
                  <a:pt x="505" y="228"/>
                </a:lnTo>
                <a:lnTo>
                  <a:pt x="505" y="229"/>
                </a:lnTo>
                <a:lnTo>
                  <a:pt x="504" y="228"/>
                </a:lnTo>
                <a:lnTo>
                  <a:pt x="504" y="227"/>
                </a:lnTo>
                <a:lnTo>
                  <a:pt x="504" y="228"/>
                </a:lnTo>
                <a:lnTo>
                  <a:pt x="503" y="228"/>
                </a:lnTo>
                <a:lnTo>
                  <a:pt x="503" y="229"/>
                </a:lnTo>
                <a:lnTo>
                  <a:pt x="504" y="229"/>
                </a:lnTo>
                <a:lnTo>
                  <a:pt x="504" y="228"/>
                </a:lnTo>
                <a:lnTo>
                  <a:pt x="504" y="229"/>
                </a:lnTo>
                <a:lnTo>
                  <a:pt x="504" y="230"/>
                </a:lnTo>
                <a:lnTo>
                  <a:pt x="505" y="231"/>
                </a:lnTo>
                <a:lnTo>
                  <a:pt x="506" y="231"/>
                </a:lnTo>
                <a:lnTo>
                  <a:pt x="507" y="231"/>
                </a:lnTo>
                <a:lnTo>
                  <a:pt x="508" y="232"/>
                </a:lnTo>
                <a:lnTo>
                  <a:pt x="507" y="232"/>
                </a:lnTo>
                <a:lnTo>
                  <a:pt x="507" y="233"/>
                </a:lnTo>
                <a:lnTo>
                  <a:pt x="506" y="233"/>
                </a:lnTo>
                <a:lnTo>
                  <a:pt x="506" y="234"/>
                </a:lnTo>
                <a:lnTo>
                  <a:pt x="507" y="234"/>
                </a:lnTo>
                <a:lnTo>
                  <a:pt x="507" y="233"/>
                </a:lnTo>
                <a:lnTo>
                  <a:pt x="507" y="234"/>
                </a:lnTo>
                <a:lnTo>
                  <a:pt x="507" y="235"/>
                </a:lnTo>
                <a:lnTo>
                  <a:pt x="507" y="234"/>
                </a:lnTo>
                <a:lnTo>
                  <a:pt x="506" y="234"/>
                </a:lnTo>
                <a:lnTo>
                  <a:pt x="505" y="234"/>
                </a:lnTo>
                <a:lnTo>
                  <a:pt x="505" y="235"/>
                </a:lnTo>
                <a:lnTo>
                  <a:pt x="505" y="234"/>
                </a:lnTo>
                <a:lnTo>
                  <a:pt x="505" y="233"/>
                </a:lnTo>
                <a:lnTo>
                  <a:pt x="504" y="232"/>
                </a:lnTo>
                <a:lnTo>
                  <a:pt x="504" y="233"/>
                </a:lnTo>
                <a:lnTo>
                  <a:pt x="503" y="233"/>
                </a:lnTo>
                <a:lnTo>
                  <a:pt x="502" y="233"/>
                </a:lnTo>
                <a:lnTo>
                  <a:pt x="502" y="232"/>
                </a:lnTo>
                <a:lnTo>
                  <a:pt x="501" y="232"/>
                </a:lnTo>
                <a:lnTo>
                  <a:pt x="500" y="231"/>
                </a:lnTo>
                <a:lnTo>
                  <a:pt x="500" y="232"/>
                </a:lnTo>
                <a:lnTo>
                  <a:pt x="500" y="233"/>
                </a:lnTo>
                <a:lnTo>
                  <a:pt x="499" y="233"/>
                </a:lnTo>
                <a:lnTo>
                  <a:pt x="498" y="233"/>
                </a:lnTo>
                <a:lnTo>
                  <a:pt x="497" y="233"/>
                </a:lnTo>
                <a:lnTo>
                  <a:pt x="498" y="232"/>
                </a:lnTo>
                <a:lnTo>
                  <a:pt x="497" y="232"/>
                </a:lnTo>
                <a:lnTo>
                  <a:pt x="496" y="232"/>
                </a:lnTo>
                <a:lnTo>
                  <a:pt x="495" y="232"/>
                </a:lnTo>
                <a:lnTo>
                  <a:pt x="495" y="231"/>
                </a:lnTo>
                <a:lnTo>
                  <a:pt x="495" y="230"/>
                </a:lnTo>
                <a:lnTo>
                  <a:pt x="494" y="229"/>
                </a:lnTo>
                <a:lnTo>
                  <a:pt x="494" y="228"/>
                </a:lnTo>
                <a:lnTo>
                  <a:pt x="493" y="228"/>
                </a:lnTo>
                <a:lnTo>
                  <a:pt x="493" y="229"/>
                </a:lnTo>
                <a:lnTo>
                  <a:pt x="492" y="229"/>
                </a:lnTo>
                <a:lnTo>
                  <a:pt x="491" y="229"/>
                </a:lnTo>
                <a:lnTo>
                  <a:pt x="490" y="229"/>
                </a:lnTo>
                <a:lnTo>
                  <a:pt x="489" y="230"/>
                </a:lnTo>
                <a:lnTo>
                  <a:pt x="488" y="230"/>
                </a:lnTo>
                <a:lnTo>
                  <a:pt x="488" y="229"/>
                </a:lnTo>
                <a:lnTo>
                  <a:pt x="487" y="229"/>
                </a:lnTo>
                <a:lnTo>
                  <a:pt x="487" y="230"/>
                </a:lnTo>
                <a:lnTo>
                  <a:pt x="487" y="229"/>
                </a:lnTo>
                <a:lnTo>
                  <a:pt x="486" y="229"/>
                </a:lnTo>
                <a:lnTo>
                  <a:pt x="485" y="228"/>
                </a:lnTo>
                <a:lnTo>
                  <a:pt x="485" y="229"/>
                </a:lnTo>
                <a:lnTo>
                  <a:pt x="484" y="229"/>
                </a:lnTo>
                <a:lnTo>
                  <a:pt x="484" y="230"/>
                </a:lnTo>
                <a:lnTo>
                  <a:pt x="483" y="230"/>
                </a:lnTo>
                <a:lnTo>
                  <a:pt x="482" y="230"/>
                </a:lnTo>
                <a:lnTo>
                  <a:pt x="482" y="229"/>
                </a:lnTo>
                <a:lnTo>
                  <a:pt x="481" y="229"/>
                </a:lnTo>
                <a:lnTo>
                  <a:pt x="482" y="229"/>
                </a:lnTo>
                <a:lnTo>
                  <a:pt x="482" y="228"/>
                </a:lnTo>
                <a:lnTo>
                  <a:pt x="481" y="228"/>
                </a:lnTo>
                <a:lnTo>
                  <a:pt x="481" y="227"/>
                </a:lnTo>
                <a:lnTo>
                  <a:pt x="480" y="227"/>
                </a:lnTo>
                <a:lnTo>
                  <a:pt x="481" y="226"/>
                </a:lnTo>
                <a:lnTo>
                  <a:pt x="482" y="226"/>
                </a:lnTo>
                <a:lnTo>
                  <a:pt x="483" y="225"/>
                </a:lnTo>
                <a:lnTo>
                  <a:pt x="483" y="224"/>
                </a:lnTo>
                <a:lnTo>
                  <a:pt x="484" y="224"/>
                </a:lnTo>
                <a:lnTo>
                  <a:pt x="485" y="223"/>
                </a:lnTo>
                <a:lnTo>
                  <a:pt x="485" y="222"/>
                </a:lnTo>
                <a:lnTo>
                  <a:pt x="486" y="222"/>
                </a:lnTo>
                <a:lnTo>
                  <a:pt x="486" y="221"/>
                </a:lnTo>
                <a:lnTo>
                  <a:pt x="487" y="221"/>
                </a:lnTo>
                <a:lnTo>
                  <a:pt x="487" y="222"/>
                </a:lnTo>
                <a:lnTo>
                  <a:pt x="488" y="222"/>
                </a:lnTo>
                <a:lnTo>
                  <a:pt x="488" y="221"/>
                </a:lnTo>
                <a:lnTo>
                  <a:pt x="488" y="222"/>
                </a:lnTo>
                <a:lnTo>
                  <a:pt x="488" y="221"/>
                </a:lnTo>
                <a:lnTo>
                  <a:pt x="488" y="220"/>
                </a:lnTo>
                <a:lnTo>
                  <a:pt x="489" y="220"/>
                </a:lnTo>
                <a:lnTo>
                  <a:pt x="489" y="219"/>
                </a:lnTo>
                <a:lnTo>
                  <a:pt x="488" y="219"/>
                </a:lnTo>
                <a:lnTo>
                  <a:pt x="487" y="218"/>
                </a:lnTo>
                <a:lnTo>
                  <a:pt x="486" y="218"/>
                </a:lnTo>
                <a:lnTo>
                  <a:pt x="486" y="219"/>
                </a:lnTo>
                <a:lnTo>
                  <a:pt x="483" y="219"/>
                </a:lnTo>
                <a:lnTo>
                  <a:pt x="483" y="221"/>
                </a:lnTo>
                <a:lnTo>
                  <a:pt x="482" y="222"/>
                </a:lnTo>
                <a:lnTo>
                  <a:pt x="481" y="222"/>
                </a:lnTo>
                <a:lnTo>
                  <a:pt x="480" y="222"/>
                </a:lnTo>
                <a:lnTo>
                  <a:pt x="480" y="223"/>
                </a:lnTo>
                <a:lnTo>
                  <a:pt x="480" y="224"/>
                </a:lnTo>
                <a:lnTo>
                  <a:pt x="479" y="224"/>
                </a:lnTo>
                <a:lnTo>
                  <a:pt x="478" y="223"/>
                </a:lnTo>
                <a:lnTo>
                  <a:pt x="478" y="222"/>
                </a:lnTo>
                <a:lnTo>
                  <a:pt x="477" y="221"/>
                </a:lnTo>
                <a:lnTo>
                  <a:pt x="477" y="220"/>
                </a:lnTo>
                <a:lnTo>
                  <a:pt x="478" y="220"/>
                </a:lnTo>
                <a:lnTo>
                  <a:pt x="478" y="219"/>
                </a:lnTo>
                <a:lnTo>
                  <a:pt x="479" y="218"/>
                </a:lnTo>
                <a:lnTo>
                  <a:pt x="478" y="218"/>
                </a:lnTo>
                <a:lnTo>
                  <a:pt x="477" y="217"/>
                </a:lnTo>
                <a:lnTo>
                  <a:pt x="477" y="219"/>
                </a:lnTo>
                <a:lnTo>
                  <a:pt x="476" y="217"/>
                </a:lnTo>
                <a:lnTo>
                  <a:pt x="475" y="216"/>
                </a:lnTo>
                <a:lnTo>
                  <a:pt x="475" y="215"/>
                </a:lnTo>
                <a:lnTo>
                  <a:pt x="474" y="214"/>
                </a:lnTo>
                <a:lnTo>
                  <a:pt x="473" y="214"/>
                </a:lnTo>
                <a:lnTo>
                  <a:pt x="472" y="213"/>
                </a:lnTo>
                <a:lnTo>
                  <a:pt x="471" y="211"/>
                </a:lnTo>
                <a:lnTo>
                  <a:pt x="470" y="210"/>
                </a:lnTo>
                <a:lnTo>
                  <a:pt x="470" y="209"/>
                </a:lnTo>
                <a:lnTo>
                  <a:pt x="469" y="209"/>
                </a:lnTo>
                <a:lnTo>
                  <a:pt x="469" y="208"/>
                </a:lnTo>
                <a:lnTo>
                  <a:pt x="469" y="207"/>
                </a:lnTo>
                <a:lnTo>
                  <a:pt x="469" y="206"/>
                </a:lnTo>
                <a:lnTo>
                  <a:pt x="469" y="205"/>
                </a:lnTo>
                <a:lnTo>
                  <a:pt x="469" y="206"/>
                </a:lnTo>
                <a:lnTo>
                  <a:pt x="468" y="205"/>
                </a:lnTo>
                <a:lnTo>
                  <a:pt x="467" y="205"/>
                </a:lnTo>
                <a:lnTo>
                  <a:pt x="467" y="204"/>
                </a:lnTo>
                <a:lnTo>
                  <a:pt x="467" y="205"/>
                </a:lnTo>
                <a:lnTo>
                  <a:pt x="466" y="205"/>
                </a:lnTo>
                <a:lnTo>
                  <a:pt x="466" y="204"/>
                </a:lnTo>
                <a:lnTo>
                  <a:pt x="466" y="205"/>
                </a:lnTo>
                <a:lnTo>
                  <a:pt x="464" y="205"/>
                </a:lnTo>
                <a:lnTo>
                  <a:pt x="463" y="205"/>
                </a:lnTo>
                <a:lnTo>
                  <a:pt x="462" y="204"/>
                </a:lnTo>
                <a:lnTo>
                  <a:pt x="460" y="205"/>
                </a:lnTo>
                <a:lnTo>
                  <a:pt x="459" y="206"/>
                </a:lnTo>
                <a:lnTo>
                  <a:pt x="458" y="206"/>
                </a:lnTo>
                <a:lnTo>
                  <a:pt x="457" y="206"/>
                </a:lnTo>
                <a:lnTo>
                  <a:pt x="456" y="206"/>
                </a:lnTo>
                <a:lnTo>
                  <a:pt x="456" y="207"/>
                </a:lnTo>
                <a:lnTo>
                  <a:pt x="456" y="206"/>
                </a:lnTo>
                <a:lnTo>
                  <a:pt x="457" y="207"/>
                </a:lnTo>
                <a:lnTo>
                  <a:pt x="457" y="208"/>
                </a:lnTo>
                <a:lnTo>
                  <a:pt x="458" y="209"/>
                </a:lnTo>
                <a:lnTo>
                  <a:pt x="459" y="210"/>
                </a:lnTo>
                <a:lnTo>
                  <a:pt x="459" y="209"/>
                </a:lnTo>
                <a:lnTo>
                  <a:pt x="459" y="210"/>
                </a:lnTo>
                <a:lnTo>
                  <a:pt x="460" y="210"/>
                </a:lnTo>
                <a:lnTo>
                  <a:pt x="460" y="211"/>
                </a:lnTo>
                <a:lnTo>
                  <a:pt x="461" y="211"/>
                </a:lnTo>
                <a:lnTo>
                  <a:pt x="462" y="213"/>
                </a:lnTo>
                <a:lnTo>
                  <a:pt x="463" y="213"/>
                </a:lnTo>
                <a:lnTo>
                  <a:pt x="463" y="214"/>
                </a:lnTo>
                <a:lnTo>
                  <a:pt x="464" y="215"/>
                </a:lnTo>
                <a:lnTo>
                  <a:pt x="463" y="216"/>
                </a:lnTo>
                <a:lnTo>
                  <a:pt x="462" y="217"/>
                </a:lnTo>
                <a:lnTo>
                  <a:pt x="461" y="217"/>
                </a:lnTo>
                <a:lnTo>
                  <a:pt x="461" y="216"/>
                </a:lnTo>
                <a:lnTo>
                  <a:pt x="460" y="215"/>
                </a:lnTo>
                <a:lnTo>
                  <a:pt x="459" y="215"/>
                </a:lnTo>
                <a:lnTo>
                  <a:pt x="459" y="216"/>
                </a:lnTo>
                <a:lnTo>
                  <a:pt x="458" y="216"/>
                </a:lnTo>
                <a:lnTo>
                  <a:pt x="458" y="217"/>
                </a:lnTo>
                <a:lnTo>
                  <a:pt x="457" y="217"/>
                </a:lnTo>
                <a:lnTo>
                  <a:pt x="458" y="217"/>
                </a:lnTo>
                <a:lnTo>
                  <a:pt x="459" y="217"/>
                </a:lnTo>
                <a:lnTo>
                  <a:pt x="460" y="217"/>
                </a:lnTo>
                <a:lnTo>
                  <a:pt x="461" y="218"/>
                </a:lnTo>
                <a:lnTo>
                  <a:pt x="461" y="219"/>
                </a:lnTo>
                <a:lnTo>
                  <a:pt x="462" y="220"/>
                </a:lnTo>
                <a:lnTo>
                  <a:pt x="462" y="221"/>
                </a:lnTo>
                <a:lnTo>
                  <a:pt x="462" y="222"/>
                </a:lnTo>
                <a:lnTo>
                  <a:pt x="461" y="222"/>
                </a:lnTo>
                <a:lnTo>
                  <a:pt x="460" y="222"/>
                </a:lnTo>
                <a:lnTo>
                  <a:pt x="459" y="221"/>
                </a:lnTo>
                <a:lnTo>
                  <a:pt x="459" y="220"/>
                </a:lnTo>
                <a:lnTo>
                  <a:pt x="459" y="219"/>
                </a:lnTo>
                <a:lnTo>
                  <a:pt x="458" y="218"/>
                </a:lnTo>
                <a:lnTo>
                  <a:pt x="458" y="219"/>
                </a:lnTo>
                <a:lnTo>
                  <a:pt x="459" y="220"/>
                </a:lnTo>
                <a:lnTo>
                  <a:pt x="459" y="221"/>
                </a:lnTo>
                <a:lnTo>
                  <a:pt x="460" y="223"/>
                </a:lnTo>
                <a:lnTo>
                  <a:pt x="459" y="223"/>
                </a:lnTo>
                <a:lnTo>
                  <a:pt x="459" y="224"/>
                </a:lnTo>
                <a:lnTo>
                  <a:pt x="459" y="225"/>
                </a:lnTo>
                <a:lnTo>
                  <a:pt x="459" y="226"/>
                </a:lnTo>
                <a:lnTo>
                  <a:pt x="460" y="226"/>
                </a:lnTo>
                <a:lnTo>
                  <a:pt x="460" y="227"/>
                </a:lnTo>
                <a:lnTo>
                  <a:pt x="459" y="228"/>
                </a:lnTo>
                <a:lnTo>
                  <a:pt x="458" y="228"/>
                </a:lnTo>
                <a:lnTo>
                  <a:pt x="459" y="229"/>
                </a:lnTo>
                <a:lnTo>
                  <a:pt x="459" y="230"/>
                </a:lnTo>
                <a:lnTo>
                  <a:pt x="460" y="230"/>
                </a:lnTo>
                <a:lnTo>
                  <a:pt x="461" y="230"/>
                </a:lnTo>
                <a:lnTo>
                  <a:pt x="462" y="231"/>
                </a:lnTo>
                <a:lnTo>
                  <a:pt x="463" y="231"/>
                </a:lnTo>
                <a:lnTo>
                  <a:pt x="463" y="232"/>
                </a:lnTo>
                <a:lnTo>
                  <a:pt x="462" y="233"/>
                </a:lnTo>
                <a:lnTo>
                  <a:pt x="461" y="233"/>
                </a:lnTo>
                <a:lnTo>
                  <a:pt x="461" y="234"/>
                </a:lnTo>
                <a:lnTo>
                  <a:pt x="462" y="235"/>
                </a:lnTo>
                <a:lnTo>
                  <a:pt x="461" y="235"/>
                </a:lnTo>
                <a:lnTo>
                  <a:pt x="460" y="235"/>
                </a:lnTo>
                <a:lnTo>
                  <a:pt x="460" y="236"/>
                </a:lnTo>
                <a:lnTo>
                  <a:pt x="460" y="237"/>
                </a:lnTo>
                <a:lnTo>
                  <a:pt x="460" y="238"/>
                </a:lnTo>
                <a:lnTo>
                  <a:pt x="460" y="239"/>
                </a:lnTo>
                <a:lnTo>
                  <a:pt x="461" y="239"/>
                </a:lnTo>
                <a:lnTo>
                  <a:pt x="461" y="240"/>
                </a:lnTo>
                <a:lnTo>
                  <a:pt x="461" y="241"/>
                </a:lnTo>
                <a:lnTo>
                  <a:pt x="460" y="241"/>
                </a:lnTo>
                <a:lnTo>
                  <a:pt x="459" y="241"/>
                </a:lnTo>
                <a:lnTo>
                  <a:pt x="459" y="242"/>
                </a:lnTo>
                <a:lnTo>
                  <a:pt x="460" y="242"/>
                </a:lnTo>
                <a:lnTo>
                  <a:pt x="460" y="243"/>
                </a:lnTo>
                <a:lnTo>
                  <a:pt x="459" y="243"/>
                </a:lnTo>
                <a:lnTo>
                  <a:pt x="460" y="244"/>
                </a:lnTo>
                <a:lnTo>
                  <a:pt x="459" y="244"/>
                </a:lnTo>
                <a:lnTo>
                  <a:pt x="458" y="245"/>
                </a:lnTo>
                <a:lnTo>
                  <a:pt x="458" y="244"/>
                </a:lnTo>
                <a:lnTo>
                  <a:pt x="458" y="243"/>
                </a:lnTo>
                <a:lnTo>
                  <a:pt x="458" y="242"/>
                </a:lnTo>
                <a:lnTo>
                  <a:pt x="458" y="243"/>
                </a:lnTo>
                <a:lnTo>
                  <a:pt x="458" y="244"/>
                </a:lnTo>
                <a:lnTo>
                  <a:pt x="457" y="244"/>
                </a:lnTo>
                <a:lnTo>
                  <a:pt x="457" y="245"/>
                </a:lnTo>
                <a:lnTo>
                  <a:pt x="458" y="245"/>
                </a:lnTo>
                <a:lnTo>
                  <a:pt x="458" y="246"/>
                </a:lnTo>
                <a:lnTo>
                  <a:pt x="459" y="247"/>
                </a:lnTo>
                <a:lnTo>
                  <a:pt x="459" y="250"/>
                </a:lnTo>
                <a:lnTo>
                  <a:pt x="460" y="250"/>
                </a:lnTo>
                <a:lnTo>
                  <a:pt x="460" y="251"/>
                </a:lnTo>
                <a:lnTo>
                  <a:pt x="460" y="252"/>
                </a:lnTo>
                <a:lnTo>
                  <a:pt x="459" y="251"/>
                </a:lnTo>
                <a:lnTo>
                  <a:pt x="458" y="251"/>
                </a:lnTo>
                <a:lnTo>
                  <a:pt x="457" y="252"/>
                </a:lnTo>
                <a:lnTo>
                  <a:pt x="456" y="252"/>
                </a:lnTo>
                <a:lnTo>
                  <a:pt x="455" y="251"/>
                </a:lnTo>
                <a:lnTo>
                  <a:pt x="454" y="251"/>
                </a:lnTo>
                <a:lnTo>
                  <a:pt x="454" y="250"/>
                </a:lnTo>
                <a:lnTo>
                  <a:pt x="454" y="249"/>
                </a:lnTo>
                <a:lnTo>
                  <a:pt x="453" y="249"/>
                </a:lnTo>
                <a:lnTo>
                  <a:pt x="453" y="248"/>
                </a:lnTo>
                <a:lnTo>
                  <a:pt x="452" y="246"/>
                </a:lnTo>
                <a:lnTo>
                  <a:pt x="451" y="246"/>
                </a:lnTo>
                <a:lnTo>
                  <a:pt x="450" y="246"/>
                </a:lnTo>
                <a:lnTo>
                  <a:pt x="450" y="247"/>
                </a:lnTo>
                <a:lnTo>
                  <a:pt x="448" y="249"/>
                </a:lnTo>
                <a:lnTo>
                  <a:pt x="448" y="248"/>
                </a:lnTo>
                <a:lnTo>
                  <a:pt x="447" y="248"/>
                </a:lnTo>
                <a:lnTo>
                  <a:pt x="447" y="247"/>
                </a:lnTo>
                <a:lnTo>
                  <a:pt x="447" y="248"/>
                </a:lnTo>
                <a:lnTo>
                  <a:pt x="448" y="249"/>
                </a:lnTo>
                <a:lnTo>
                  <a:pt x="448" y="250"/>
                </a:lnTo>
                <a:lnTo>
                  <a:pt x="448" y="251"/>
                </a:lnTo>
                <a:lnTo>
                  <a:pt x="448" y="252"/>
                </a:lnTo>
                <a:lnTo>
                  <a:pt x="449" y="252"/>
                </a:lnTo>
                <a:lnTo>
                  <a:pt x="450" y="253"/>
                </a:lnTo>
                <a:lnTo>
                  <a:pt x="450" y="252"/>
                </a:lnTo>
                <a:lnTo>
                  <a:pt x="451" y="252"/>
                </a:lnTo>
                <a:lnTo>
                  <a:pt x="451" y="253"/>
                </a:lnTo>
                <a:lnTo>
                  <a:pt x="450" y="255"/>
                </a:lnTo>
                <a:lnTo>
                  <a:pt x="450" y="257"/>
                </a:lnTo>
                <a:lnTo>
                  <a:pt x="451" y="257"/>
                </a:lnTo>
                <a:lnTo>
                  <a:pt x="450" y="257"/>
                </a:lnTo>
                <a:lnTo>
                  <a:pt x="449" y="257"/>
                </a:lnTo>
                <a:lnTo>
                  <a:pt x="449" y="258"/>
                </a:lnTo>
                <a:lnTo>
                  <a:pt x="448" y="259"/>
                </a:lnTo>
                <a:lnTo>
                  <a:pt x="448" y="258"/>
                </a:lnTo>
                <a:lnTo>
                  <a:pt x="447" y="258"/>
                </a:lnTo>
                <a:lnTo>
                  <a:pt x="447" y="257"/>
                </a:lnTo>
                <a:lnTo>
                  <a:pt x="446" y="257"/>
                </a:lnTo>
                <a:lnTo>
                  <a:pt x="445" y="258"/>
                </a:lnTo>
                <a:lnTo>
                  <a:pt x="444" y="258"/>
                </a:lnTo>
                <a:lnTo>
                  <a:pt x="443" y="257"/>
                </a:lnTo>
                <a:lnTo>
                  <a:pt x="443" y="256"/>
                </a:lnTo>
                <a:lnTo>
                  <a:pt x="442" y="256"/>
                </a:lnTo>
                <a:lnTo>
                  <a:pt x="442" y="255"/>
                </a:lnTo>
                <a:lnTo>
                  <a:pt x="442" y="254"/>
                </a:lnTo>
                <a:lnTo>
                  <a:pt x="442" y="253"/>
                </a:lnTo>
                <a:lnTo>
                  <a:pt x="441" y="252"/>
                </a:lnTo>
                <a:lnTo>
                  <a:pt x="441" y="253"/>
                </a:lnTo>
                <a:lnTo>
                  <a:pt x="442" y="254"/>
                </a:lnTo>
                <a:lnTo>
                  <a:pt x="442" y="255"/>
                </a:lnTo>
                <a:lnTo>
                  <a:pt x="441" y="255"/>
                </a:lnTo>
                <a:lnTo>
                  <a:pt x="441" y="256"/>
                </a:lnTo>
                <a:lnTo>
                  <a:pt x="440" y="257"/>
                </a:lnTo>
                <a:lnTo>
                  <a:pt x="441" y="257"/>
                </a:lnTo>
                <a:lnTo>
                  <a:pt x="441" y="258"/>
                </a:lnTo>
                <a:lnTo>
                  <a:pt x="441" y="259"/>
                </a:lnTo>
                <a:lnTo>
                  <a:pt x="442" y="261"/>
                </a:lnTo>
                <a:lnTo>
                  <a:pt x="442" y="262"/>
                </a:lnTo>
                <a:lnTo>
                  <a:pt x="443" y="262"/>
                </a:lnTo>
                <a:lnTo>
                  <a:pt x="443" y="263"/>
                </a:lnTo>
                <a:lnTo>
                  <a:pt x="444" y="263"/>
                </a:lnTo>
                <a:lnTo>
                  <a:pt x="444" y="264"/>
                </a:lnTo>
                <a:lnTo>
                  <a:pt x="443" y="264"/>
                </a:lnTo>
                <a:lnTo>
                  <a:pt x="443" y="265"/>
                </a:lnTo>
                <a:lnTo>
                  <a:pt x="444" y="265"/>
                </a:lnTo>
                <a:lnTo>
                  <a:pt x="443" y="265"/>
                </a:lnTo>
                <a:lnTo>
                  <a:pt x="443" y="266"/>
                </a:lnTo>
                <a:lnTo>
                  <a:pt x="442" y="267"/>
                </a:lnTo>
                <a:lnTo>
                  <a:pt x="441" y="266"/>
                </a:lnTo>
                <a:lnTo>
                  <a:pt x="440" y="266"/>
                </a:lnTo>
                <a:lnTo>
                  <a:pt x="440" y="265"/>
                </a:lnTo>
                <a:lnTo>
                  <a:pt x="439" y="265"/>
                </a:lnTo>
                <a:lnTo>
                  <a:pt x="439" y="264"/>
                </a:lnTo>
                <a:lnTo>
                  <a:pt x="439" y="263"/>
                </a:lnTo>
                <a:lnTo>
                  <a:pt x="440" y="262"/>
                </a:lnTo>
                <a:lnTo>
                  <a:pt x="439" y="262"/>
                </a:lnTo>
                <a:lnTo>
                  <a:pt x="438" y="263"/>
                </a:lnTo>
                <a:lnTo>
                  <a:pt x="438" y="262"/>
                </a:lnTo>
                <a:lnTo>
                  <a:pt x="439" y="262"/>
                </a:lnTo>
                <a:lnTo>
                  <a:pt x="439" y="261"/>
                </a:lnTo>
                <a:lnTo>
                  <a:pt x="438" y="261"/>
                </a:lnTo>
                <a:lnTo>
                  <a:pt x="439" y="261"/>
                </a:lnTo>
                <a:lnTo>
                  <a:pt x="438" y="261"/>
                </a:lnTo>
                <a:lnTo>
                  <a:pt x="438" y="262"/>
                </a:lnTo>
                <a:lnTo>
                  <a:pt x="437" y="262"/>
                </a:lnTo>
                <a:lnTo>
                  <a:pt x="437" y="261"/>
                </a:lnTo>
                <a:lnTo>
                  <a:pt x="436" y="261"/>
                </a:lnTo>
                <a:lnTo>
                  <a:pt x="434" y="260"/>
                </a:lnTo>
                <a:lnTo>
                  <a:pt x="435" y="259"/>
                </a:lnTo>
                <a:lnTo>
                  <a:pt x="434" y="259"/>
                </a:lnTo>
                <a:lnTo>
                  <a:pt x="434" y="258"/>
                </a:lnTo>
                <a:lnTo>
                  <a:pt x="433" y="257"/>
                </a:lnTo>
                <a:lnTo>
                  <a:pt x="432" y="256"/>
                </a:lnTo>
                <a:lnTo>
                  <a:pt x="431" y="255"/>
                </a:lnTo>
                <a:lnTo>
                  <a:pt x="431" y="254"/>
                </a:lnTo>
                <a:lnTo>
                  <a:pt x="431" y="253"/>
                </a:lnTo>
                <a:lnTo>
                  <a:pt x="431" y="252"/>
                </a:lnTo>
                <a:lnTo>
                  <a:pt x="431" y="251"/>
                </a:lnTo>
                <a:lnTo>
                  <a:pt x="431" y="250"/>
                </a:lnTo>
                <a:lnTo>
                  <a:pt x="431" y="249"/>
                </a:lnTo>
                <a:lnTo>
                  <a:pt x="430" y="247"/>
                </a:lnTo>
                <a:lnTo>
                  <a:pt x="430" y="246"/>
                </a:lnTo>
                <a:lnTo>
                  <a:pt x="430" y="245"/>
                </a:lnTo>
                <a:lnTo>
                  <a:pt x="431" y="245"/>
                </a:lnTo>
                <a:lnTo>
                  <a:pt x="431" y="244"/>
                </a:lnTo>
                <a:lnTo>
                  <a:pt x="430" y="245"/>
                </a:lnTo>
                <a:lnTo>
                  <a:pt x="429" y="244"/>
                </a:lnTo>
                <a:lnTo>
                  <a:pt x="428" y="244"/>
                </a:lnTo>
                <a:lnTo>
                  <a:pt x="429" y="244"/>
                </a:lnTo>
                <a:lnTo>
                  <a:pt x="429" y="245"/>
                </a:lnTo>
                <a:lnTo>
                  <a:pt x="429" y="246"/>
                </a:lnTo>
                <a:lnTo>
                  <a:pt x="429" y="247"/>
                </a:lnTo>
                <a:lnTo>
                  <a:pt x="429" y="248"/>
                </a:lnTo>
                <a:lnTo>
                  <a:pt x="428" y="249"/>
                </a:lnTo>
                <a:lnTo>
                  <a:pt x="429" y="249"/>
                </a:lnTo>
                <a:lnTo>
                  <a:pt x="428" y="250"/>
                </a:lnTo>
                <a:lnTo>
                  <a:pt x="428" y="251"/>
                </a:lnTo>
                <a:lnTo>
                  <a:pt x="426" y="250"/>
                </a:lnTo>
                <a:lnTo>
                  <a:pt x="425" y="252"/>
                </a:lnTo>
                <a:lnTo>
                  <a:pt x="426" y="252"/>
                </a:lnTo>
                <a:lnTo>
                  <a:pt x="425" y="253"/>
                </a:lnTo>
                <a:lnTo>
                  <a:pt x="425" y="254"/>
                </a:lnTo>
                <a:lnTo>
                  <a:pt x="425" y="255"/>
                </a:lnTo>
                <a:lnTo>
                  <a:pt x="425" y="257"/>
                </a:lnTo>
                <a:lnTo>
                  <a:pt x="425" y="258"/>
                </a:lnTo>
                <a:lnTo>
                  <a:pt x="426" y="258"/>
                </a:lnTo>
                <a:lnTo>
                  <a:pt x="426" y="259"/>
                </a:lnTo>
                <a:lnTo>
                  <a:pt x="426" y="260"/>
                </a:lnTo>
                <a:lnTo>
                  <a:pt x="426" y="261"/>
                </a:lnTo>
                <a:lnTo>
                  <a:pt x="426" y="262"/>
                </a:lnTo>
                <a:lnTo>
                  <a:pt x="427" y="262"/>
                </a:lnTo>
                <a:lnTo>
                  <a:pt x="427" y="263"/>
                </a:lnTo>
                <a:lnTo>
                  <a:pt x="426" y="263"/>
                </a:lnTo>
                <a:lnTo>
                  <a:pt x="426" y="264"/>
                </a:lnTo>
                <a:lnTo>
                  <a:pt x="425" y="264"/>
                </a:lnTo>
                <a:lnTo>
                  <a:pt x="425" y="265"/>
                </a:lnTo>
                <a:lnTo>
                  <a:pt x="424" y="265"/>
                </a:lnTo>
                <a:lnTo>
                  <a:pt x="424" y="266"/>
                </a:lnTo>
                <a:lnTo>
                  <a:pt x="424" y="267"/>
                </a:lnTo>
                <a:lnTo>
                  <a:pt x="423" y="268"/>
                </a:lnTo>
                <a:lnTo>
                  <a:pt x="422" y="268"/>
                </a:lnTo>
                <a:lnTo>
                  <a:pt x="422" y="269"/>
                </a:lnTo>
                <a:lnTo>
                  <a:pt x="421" y="269"/>
                </a:lnTo>
                <a:lnTo>
                  <a:pt x="421" y="270"/>
                </a:lnTo>
                <a:lnTo>
                  <a:pt x="420" y="270"/>
                </a:lnTo>
                <a:lnTo>
                  <a:pt x="419" y="270"/>
                </a:lnTo>
                <a:lnTo>
                  <a:pt x="418" y="270"/>
                </a:lnTo>
                <a:lnTo>
                  <a:pt x="418" y="269"/>
                </a:lnTo>
                <a:lnTo>
                  <a:pt x="418" y="268"/>
                </a:lnTo>
                <a:lnTo>
                  <a:pt x="417" y="268"/>
                </a:lnTo>
                <a:lnTo>
                  <a:pt x="416" y="267"/>
                </a:lnTo>
                <a:lnTo>
                  <a:pt x="416" y="266"/>
                </a:lnTo>
                <a:lnTo>
                  <a:pt x="415" y="266"/>
                </a:lnTo>
                <a:lnTo>
                  <a:pt x="415" y="265"/>
                </a:lnTo>
                <a:lnTo>
                  <a:pt x="416" y="265"/>
                </a:lnTo>
                <a:lnTo>
                  <a:pt x="415" y="265"/>
                </a:lnTo>
                <a:lnTo>
                  <a:pt x="415" y="264"/>
                </a:lnTo>
                <a:lnTo>
                  <a:pt x="414" y="264"/>
                </a:lnTo>
                <a:lnTo>
                  <a:pt x="414" y="263"/>
                </a:lnTo>
                <a:lnTo>
                  <a:pt x="413" y="263"/>
                </a:lnTo>
                <a:lnTo>
                  <a:pt x="413" y="264"/>
                </a:lnTo>
                <a:lnTo>
                  <a:pt x="414" y="264"/>
                </a:lnTo>
                <a:lnTo>
                  <a:pt x="412" y="264"/>
                </a:lnTo>
                <a:lnTo>
                  <a:pt x="412" y="265"/>
                </a:lnTo>
                <a:lnTo>
                  <a:pt x="411" y="265"/>
                </a:lnTo>
                <a:lnTo>
                  <a:pt x="410" y="265"/>
                </a:lnTo>
                <a:lnTo>
                  <a:pt x="409" y="266"/>
                </a:lnTo>
                <a:lnTo>
                  <a:pt x="409" y="267"/>
                </a:lnTo>
                <a:lnTo>
                  <a:pt x="408" y="267"/>
                </a:lnTo>
                <a:lnTo>
                  <a:pt x="408" y="268"/>
                </a:lnTo>
                <a:lnTo>
                  <a:pt x="409" y="268"/>
                </a:lnTo>
                <a:lnTo>
                  <a:pt x="408" y="269"/>
                </a:lnTo>
                <a:lnTo>
                  <a:pt x="408" y="268"/>
                </a:lnTo>
                <a:lnTo>
                  <a:pt x="407" y="268"/>
                </a:lnTo>
                <a:lnTo>
                  <a:pt x="407" y="269"/>
                </a:lnTo>
                <a:lnTo>
                  <a:pt x="406" y="269"/>
                </a:lnTo>
                <a:lnTo>
                  <a:pt x="406" y="270"/>
                </a:lnTo>
                <a:lnTo>
                  <a:pt x="405" y="270"/>
                </a:lnTo>
                <a:lnTo>
                  <a:pt x="405" y="271"/>
                </a:lnTo>
                <a:lnTo>
                  <a:pt x="405" y="272"/>
                </a:lnTo>
                <a:lnTo>
                  <a:pt x="405" y="271"/>
                </a:lnTo>
                <a:lnTo>
                  <a:pt x="404" y="271"/>
                </a:lnTo>
                <a:lnTo>
                  <a:pt x="404" y="272"/>
                </a:lnTo>
                <a:lnTo>
                  <a:pt x="403" y="272"/>
                </a:lnTo>
                <a:lnTo>
                  <a:pt x="403" y="273"/>
                </a:lnTo>
                <a:lnTo>
                  <a:pt x="403" y="274"/>
                </a:lnTo>
                <a:lnTo>
                  <a:pt x="403" y="276"/>
                </a:lnTo>
                <a:lnTo>
                  <a:pt x="402" y="276"/>
                </a:lnTo>
                <a:lnTo>
                  <a:pt x="401" y="276"/>
                </a:lnTo>
                <a:lnTo>
                  <a:pt x="401" y="277"/>
                </a:lnTo>
                <a:lnTo>
                  <a:pt x="400" y="277"/>
                </a:lnTo>
                <a:lnTo>
                  <a:pt x="400" y="278"/>
                </a:lnTo>
                <a:lnTo>
                  <a:pt x="399" y="278"/>
                </a:lnTo>
                <a:lnTo>
                  <a:pt x="398" y="278"/>
                </a:lnTo>
                <a:lnTo>
                  <a:pt x="398" y="279"/>
                </a:lnTo>
                <a:lnTo>
                  <a:pt x="397" y="279"/>
                </a:lnTo>
                <a:lnTo>
                  <a:pt x="397" y="278"/>
                </a:lnTo>
                <a:lnTo>
                  <a:pt x="396" y="278"/>
                </a:lnTo>
                <a:lnTo>
                  <a:pt x="396" y="277"/>
                </a:lnTo>
                <a:lnTo>
                  <a:pt x="395" y="277"/>
                </a:lnTo>
                <a:lnTo>
                  <a:pt x="394" y="277"/>
                </a:lnTo>
                <a:lnTo>
                  <a:pt x="393" y="277"/>
                </a:lnTo>
                <a:lnTo>
                  <a:pt x="392" y="276"/>
                </a:lnTo>
                <a:lnTo>
                  <a:pt x="391" y="276"/>
                </a:lnTo>
                <a:lnTo>
                  <a:pt x="391" y="275"/>
                </a:lnTo>
                <a:lnTo>
                  <a:pt x="390" y="276"/>
                </a:lnTo>
                <a:lnTo>
                  <a:pt x="389" y="275"/>
                </a:lnTo>
                <a:lnTo>
                  <a:pt x="388" y="275"/>
                </a:lnTo>
                <a:lnTo>
                  <a:pt x="388" y="274"/>
                </a:lnTo>
                <a:lnTo>
                  <a:pt x="388" y="273"/>
                </a:lnTo>
                <a:lnTo>
                  <a:pt x="387" y="273"/>
                </a:lnTo>
                <a:lnTo>
                  <a:pt x="387" y="272"/>
                </a:lnTo>
                <a:lnTo>
                  <a:pt x="387" y="270"/>
                </a:lnTo>
                <a:lnTo>
                  <a:pt x="387" y="269"/>
                </a:lnTo>
                <a:lnTo>
                  <a:pt x="387" y="268"/>
                </a:lnTo>
                <a:lnTo>
                  <a:pt x="388" y="268"/>
                </a:lnTo>
                <a:lnTo>
                  <a:pt x="389" y="267"/>
                </a:lnTo>
                <a:lnTo>
                  <a:pt x="390" y="267"/>
                </a:lnTo>
                <a:lnTo>
                  <a:pt x="391" y="267"/>
                </a:lnTo>
                <a:lnTo>
                  <a:pt x="391" y="266"/>
                </a:lnTo>
                <a:lnTo>
                  <a:pt x="392" y="266"/>
                </a:lnTo>
                <a:lnTo>
                  <a:pt x="393" y="266"/>
                </a:lnTo>
                <a:lnTo>
                  <a:pt x="393" y="265"/>
                </a:lnTo>
                <a:lnTo>
                  <a:pt x="393" y="266"/>
                </a:lnTo>
                <a:lnTo>
                  <a:pt x="392" y="266"/>
                </a:lnTo>
                <a:lnTo>
                  <a:pt x="391" y="266"/>
                </a:lnTo>
                <a:lnTo>
                  <a:pt x="390" y="266"/>
                </a:lnTo>
                <a:lnTo>
                  <a:pt x="389" y="267"/>
                </a:lnTo>
                <a:lnTo>
                  <a:pt x="388" y="267"/>
                </a:lnTo>
                <a:lnTo>
                  <a:pt x="388" y="268"/>
                </a:lnTo>
                <a:lnTo>
                  <a:pt x="387" y="268"/>
                </a:lnTo>
                <a:lnTo>
                  <a:pt x="387" y="269"/>
                </a:lnTo>
                <a:lnTo>
                  <a:pt x="387" y="268"/>
                </a:lnTo>
                <a:lnTo>
                  <a:pt x="386" y="268"/>
                </a:lnTo>
                <a:lnTo>
                  <a:pt x="386" y="267"/>
                </a:lnTo>
                <a:lnTo>
                  <a:pt x="385" y="266"/>
                </a:lnTo>
                <a:lnTo>
                  <a:pt x="385" y="265"/>
                </a:lnTo>
                <a:lnTo>
                  <a:pt x="385" y="264"/>
                </a:lnTo>
                <a:lnTo>
                  <a:pt x="384" y="264"/>
                </a:lnTo>
                <a:lnTo>
                  <a:pt x="384" y="263"/>
                </a:lnTo>
                <a:lnTo>
                  <a:pt x="384" y="262"/>
                </a:lnTo>
                <a:lnTo>
                  <a:pt x="385" y="262"/>
                </a:lnTo>
                <a:lnTo>
                  <a:pt x="384" y="262"/>
                </a:lnTo>
                <a:lnTo>
                  <a:pt x="384" y="261"/>
                </a:lnTo>
                <a:lnTo>
                  <a:pt x="385" y="261"/>
                </a:lnTo>
                <a:lnTo>
                  <a:pt x="385" y="260"/>
                </a:lnTo>
                <a:lnTo>
                  <a:pt x="385" y="259"/>
                </a:lnTo>
                <a:lnTo>
                  <a:pt x="385" y="258"/>
                </a:lnTo>
                <a:lnTo>
                  <a:pt x="385" y="259"/>
                </a:lnTo>
                <a:lnTo>
                  <a:pt x="385" y="260"/>
                </a:lnTo>
                <a:lnTo>
                  <a:pt x="384" y="260"/>
                </a:lnTo>
                <a:lnTo>
                  <a:pt x="384" y="261"/>
                </a:lnTo>
                <a:lnTo>
                  <a:pt x="384" y="262"/>
                </a:lnTo>
                <a:lnTo>
                  <a:pt x="383" y="262"/>
                </a:lnTo>
                <a:lnTo>
                  <a:pt x="383" y="263"/>
                </a:lnTo>
                <a:lnTo>
                  <a:pt x="383" y="264"/>
                </a:lnTo>
                <a:lnTo>
                  <a:pt x="384" y="264"/>
                </a:lnTo>
                <a:lnTo>
                  <a:pt x="384" y="265"/>
                </a:lnTo>
                <a:lnTo>
                  <a:pt x="385" y="265"/>
                </a:lnTo>
                <a:lnTo>
                  <a:pt x="385" y="266"/>
                </a:lnTo>
                <a:lnTo>
                  <a:pt x="385" y="267"/>
                </a:lnTo>
                <a:lnTo>
                  <a:pt x="385" y="268"/>
                </a:lnTo>
                <a:lnTo>
                  <a:pt x="386" y="268"/>
                </a:lnTo>
                <a:lnTo>
                  <a:pt x="386" y="269"/>
                </a:lnTo>
                <a:lnTo>
                  <a:pt x="386" y="270"/>
                </a:lnTo>
                <a:lnTo>
                  <a:pt x="386" y="271"/>
                </a:lnTo>
                <a:lnTo>
                  <a:pt x="387" y="271"/>
                </a:lnTo>
                <a:lnTo>
                  <a:pt x="387" y="272"/>
                </a:lnTo>
                <a:lnTo>
                  <a:pt x="387" y="273"/>
                </a:lnTo>
                <a:lnTo>
                  <a:pt x="387" y="274"/>
                </a:lnTo>
                <a:lnTo>
                  <a:pt x="387" y="275"/>
                </a:lnTo>
                <a:lnTo>
                  <a:pt x="387" y="276"/>
                </a:lnTo>
                <a:lnTo>
                  <a:pt x="388" y="277"/>
                </a:lnTo>
                <a:lnTo>
                  <a:pt x="387" y="277"/>
                </a:lnTo>
                <a:lnTo>
                  <a:pt x="388" y="278"/>
                </a:lnTo>
                <a:lnTo>
                  <a:pt x="387" y="278"/>
                </a:lnTo>
                <a:lnTo>
                  <a:pt x="387" y="279"/>
                </a:lnTo>
                <a:lnTo>
                  <a:pt x="387" y="280"/>
                </a:lnTo>
                <a:lnTo>
                  <a:pt x="387" y="281"/>
                </a:lnTo>
                <a:lnTo>
                  <a:pt x="386" y="281"/>
                </a:lnTo>
                <a:lnTo>
                  <a:pt x="385" y="281"/>
                </a:lnTo>
                <a:lnTo>
                  <a:pt x="384" y="281"/>
                </a:lnTo>
                <a:lnTo>
                  <a:pt x="384" y="282"/>
                </a:lnTo>
                <a:lnTo>
                  <a:pt x="384" y="283"/>
                </a:lnTo>
                <a:lnTo>
                  <a:pt x="383" y="283"/>
                </a:lnTo>
                <a:lnTo>
                  <a:pt x="383" y="282"/>
                </a:lnTo>
                <a:lnTo>
                  <a:pt x="382" y="282"/>
                </a:lnTo>
                <a:lnTo>
                  <a:pt x="382" y="283"/>
                </a:lnTo>
                <a:lnTo>
                  <a:pt x="381" y="283"/>
                </a:lnTo>
                <a:lnTo>
                  <a:pt x="380" y="283"/>
                </a:lnTo>
                <a:lnTo>
                  <a:pt x="379" y="283"/>
                </a:lnTo>
                <a:lnTo>
                  <a:pt x="379" y="284"/>
                </a:lnTo>
                <a:lnTo>
                  <a:pt x="378" y="284"/>
                </a:lnTo>
                <a:lnTo>
                  <a:pt x="377" y="284"/>
                </a:lnTo>
                <a:lnTo>
                  <a:pt x="377" y="283"/>
                </a:lnTo>
                <a:lnTo>
                  <a:pt x="377" y="282"/>
                </a:lnTo>
                <a:lnTo>
                  <a:pt x="376" y="282"/>
                </a:lnTo>
                <a:lnTo>
                  <a:pt x="376" y="281"/>
                </a:lnTo>
                <a:lnTo>
                  <a:pt x="375" y="281"/>
                </a:lnTo>
                <a:lnTo>
                  <a:pt x="375" y="282"/>
                </a:lnTo>
                <a:lnTo>
                  <a:pt x="375" y="281"/>
                </a:lnTo>
                <a:lnTo>
                  <a:pt x="374" y="281"/>
                </a:lnTo>
                <a:lnTo>
                  <a:pt x="374" y="280"/>
                </a:lnTo>
                <a:lnTo>
                  <a:pt x="373" y="280"/>
                </a:lnTo>
                <a:lnTo>
                  <a:pt x="374" y="280"/>
                </a:lnTo>
                <a:lnTo>
                  <a:pt x="374" y="279"/>
                </a:lnTo>
                <a:lnTo>
                  <a:pt x="374" y="278"/>
                </a:lnTo>
                <a:lnTo>
                  <a:pt x="373" y="278"/>
                </a:lnTo>
                <a:lnTo>
                  <a:pt x="373" y="277"/>
                </a:lnTo>
                <a:lnTo>
                  <a:pt x="372" y="277"/>
                </a:lnTo>
                <a:lnTo>
                  <a:pt x="371" y="277"/>
                </a:lnTo>
                <a:lnTo>
                  <a:pt x="370" y="277"/>
                </a:lnTo>
                <a:lnTo>
                  <a:pt x="369" y="277"/>
                </a:lnTo>
                <a:lnTo>
                  <a:pt x="368" y="278"/>
                </a:lnTo>
                <a:lnTo>
                  <a:pt x="367" y="278"/>
                </a:lnTo>
                <a:lnTo>
                  <a:pt x="366" y="279"/>
                </a:lnTo>
                <a:lnTo>
                  <a:pt x="364" y="279"/>
                </a:lnTo>
                <a:lnTo>
                  <a:pt x="363" y="279"/>
                </a:lnTo>
                <a:lnTo>
                  <a:pt x="362" y="279"/>
                </a:lnTo>
                <a:lnTo>
                  <a:pt x="363" y="279"/>
                </a:lnTo>
                <a:lnTo>
                  <a:pt x="364" y="280"/>
                </a:lnTo>
                <a:lnTo>
                  <a:pt x="363" y="280"/>
                </a:lnTo>
                <a:lnTo>
                  <a:pt x="362" y="280"/>
                </a:lnTo>
                <a:lnTo>
                  <a:pt x="362" y="281"/>
                </a:lnTo>
                <a:lnTo>
                  <a:pt x="361" y="281"/>
                </a:lnTo>
                <a:lnTo>
                  <a:pt x="360" y="281"/>
                </a:lnTo>
                <a:lnTo>
                  <a:pt x="359" y="282"/>
                </a:lnTo>
                <a:lnTo>
                  <a:pt x="359" y="283"/>
                </a:lnTo>
                <a:lnTo>
                  <a:pt x="358" y="283"/>
                </a:lnTo>
                <a:lnTo>
                  <a:pt x="358" y="282"/>
                </a:lnTo>
                <a:lnTo>
                  <a:pt x="359" y="282"/>
                </a:lnTo>
                <a:lnTo>
                  <a:pt x="358" y="282"/>
                </a:lnTo>
                <a:lnTo>
                  <a:pt x="358" y="283"/>
                </a:lnTo>
                <a:lnTo>
                  <a:pt x="358" y="284"/>
                </a:lnTo>
                <a:lnTo>
                  <a:pt x="357" y="284"/>
                </a:lnTo>
                <a:lnTo>
                  <a:pt x="357" y="283"/>
                </a:lnTo>
                <a:lnTo>
                  <a:pt x="357" y="284"/>
                </a:lnTo>
                <a:lnTo>
                  <a:pt x="356" y="284"/>
                </a:lnTo>
                <a:lnTo>
                  <a:pt x="356" y="285"/>
                </a:lnTo>
                <a:lnTo>
                  <a:pt x="355" y="285"/>
                </a:lnTo>
                <a:lnTo>
                  <a:pt x="355" y="286"/>
                </a:lnTo>
                <a:lnTo>
                  <a:pt x="354" y="286"/>
                </a:lnTo>
                <a:lnTo>
                  <a:pt x="353" y="286"/>
                </a:lnTo>
                <a:lnTo>
                  <a:pt x="353" y="287"/>
                </a:lnTo>
                <a:lnTo>
                  <a:pt x="352" y="287"/>
                </a:lnTo>
                <a:lnTo>
                  <a:pt x="351" y="287"/>
                </a:lnTo>
                <a:lnTo>
                  <a:pt x="350" y="287"/>
                </a:lnTo>
                <a:lnTo>
                  <a:pt x="350" y="286"/>
                </a:lnTo>
                <a:lnTo>
                  <a:pt x="350" y="285"/>
                </a:lnTo>
                <a:lnTo>
                  <a:pt x="351" y="285"/>
                </a:lnTo>
                <a:lnTo>
                  <a:pt x="350" y="285"/>
                </a:lnTo>
                <a:lnTo>
                  <a:pt x="350" y="284"/>
                </a:lnTo>
                <a:lnTo>
                  <a:pt x="351" y="284"/>
                </a:lnTo>
                <a:lnTo>
                  <a:pt x="350" y="284"/>
                </a:lnTo>
                <a:lnTo>
                  <a:pt x="350" y="285"/>
                </a:lnTo>
                <a:lnTo>
                  <a:pt x="349" y="285"/>
                </a:lnTo>
                <a:lnTo>
                  <a:pt x="350" y="285"/>
                </a:lnTo>
                <a:lnTo>
                  <a:pt x="350" y="286"/>
                </a:lnTo>
                <a:lnTo>
                  <a:pt x="349" y="286"/>
                </a:lnTo>
                <a:lnTo>
                  <a:pt x="349" y="285"/>
                </a:lnTo>
                <a:lnTo>
                  <a:pt x="349" y="284"/>
                </a:lnTo>
                <a:lnTo>
                  <a:pt x="350" y="284"/>
                </a:lnTo>
                <a:lnTo>
                  <a:pt x="350" y="283"/>
                </a:lnTo>
                <a:lnTo>
                  <a:pt x="349" y="283"/>
                </a:lnTo>
                <a:lnTo>
                  <a:pt x="350" y="283"/>
                </a:lnTo>
                <a:lnTo>
                  <a:pt x="350" y="282"/>
                </a:lnTo>
                <a:lnTo>
                  <a:pt x="351" y="282"/>
                </a:lnTo>
                <a:lnTo>
                  <a:pt x="350" y="282"/>
                </a:lnTo>
                <a:lnTo>
                  <a:pt x="349" y="282"/>
                </a:lnTo>
                <a:lnTo>
                  <a:pt x="349" y="283"/>
                </a:lnTo>
                <a:lnTo>
                  <a:pt x="348" y="284"/>
                </a:lnTo>
                <a:lnTo>
                  <a:pt x="348" y="283"/>
                </a:lnTo>
                <a:lnTo>
                  <a:pt x="348" y="282"/>
                </a:lnTo>
                <a:lnTo>
                  <a:pt x="348" y="281"/>
                </a:lnTo>
                <a:lnTo>
                  <a:pt x="348" y="282"/>
                </a:lnTo>
                <a:lnTo>
                  <a:pt x="347" y="282"/>
                </a:lnTo>
                <a:lnTo>
                  <a:pt x="347" y="281"/>
                </a:lnTo>
                <a:lnTo>
                  <a:pt x="348" y="281"/>
                </a:lnTo>
                <a:lnTo>
                  <a:pt x="348" y="280"/>
                </a:lnTo>
                <a:lnTo>
                  <a:pt x="347" y="281"/>
                </a:lnTo>
                <a:lnTo>
                  <a:pt x="346" y="281"/>
                </a:lnTo>
                <a:lnTo>
                  <a:pt x="346" y="282"/>
                </a:lnTo>
                <a:lnTo>
                  <a:pt x="345" y="281"/>
                </a:lnTo>
                <a:lnTo>
                  <a:pt x="344" y="282"/>
                </a:lnTo>
                <a:lnTo>
                  <a:pt x="343" y="282"/>
                </a:lnTo>
                <a:lnTo>
                  <a:pt x="342" y="282"/>
                </a:lnTo>
                <a:lnTo>
                  <a:pt x="342" y="281"/>
                </a:lnTo>
                <a:lnTo>
                  <a:pt x="342" y="282"/>
                </a:lnTo>
                <a:lnTo>
                  <a:pt x="341" y="282"/>
                </a:lnTo>
                <a:lnTo>
                  <a:pt x="341" y="281"/>
                </a:lnTo>
                <a:lnTo>
                  <a:pt x="340" y="281"/>
                </a:lnTo>
                <a:lnTo>
                  <a:pt x="340" y="282"/>
                </a:lnTo>
                <a:lnTo>
                  <a:pt x="341" y="282"/>
                </a:lnTo>
                <a:lnTo>
                  <a:pt x="342" y="282"/>
                </a:lnTo>
                <a:lnTo>
                  <a:pt x="342" y="283"/>
                </a:lnTo>
                <a:lnTo>
                  <a:pt x="341" y="283"/>
                </a:lnTo>
                <a:lnTo>
                  <a:pt x="342" y="283"/>
                </a:lnTo>
                <a:lnTo>
                  <a:pt x="343" y="283"/>
                </a:lnTo>
                <a:lnTo>
                  <a:pt x="343" y="284"/>
                </a:lnTo>
                <a:lnTo>
                  <a:pt x="344" y="284"/>
                </a:lnTo>
                <a:lnTo>
                  <a:pt x="344" y="285"/>
                </a:lnTo>
                <a:lnTo>
                  <a:pt x="344" y="284"/>
                </a:lnTo>
                <a:lnTo>
                  <a:pt x="345" y="284"/>
                </a:lnTo>
                <a:lnTo>
                  <a:pt x="345" y="285"/>
                </a:lnTo>
                <a:lnTo>
                  <a:pt x="346" y="285"/>
                </a:lnTo>
                <a:lnTo>
                  <a:pt x="347" y="285"/>
                </a:lnTo>
                <a:lnTo>
                  <a:pt x="347" y="286"/>
                </a:lnTo>
                <a:lnTo>
                  <a:pt x="347" y="287"/>
                </a:lnTo>
                <a:lnTo>
                  <a:pt x="347" y="288"/>
                </a:lnTo>
                <a:lnTo>
                  <a:pt x="347" y="289"/>
                </a:lnTo>
                <a:lnTo>
                  <a:pt x="347" y="290"/>
                </a:lnTo>
                <a:lnTo>
                  <a:pt x="346" y="290"/>
                </a:lnTo>
                <a:lnTo>
                  <a:pt x="346" y="291"/>
                </a:lnTo>
                <a:lnTo>
                  <a:pt x="347" y="291"/>
                </a:lnTo>
                <a:lnTo>
                  <a:pt x="348" y="291"/>
                </a:lnTo>
                <a:lnTo>
                  <a:pt x="348" y="292"/>
                </a:lnTo>
                <a:lnTo>
                  <a:pt x="346" y="292"/>
                </a:lnTo>
                <a:lnTo>
                  <a:pt x="345" y="292"/>
                </a:lnTo>
                <a:lnTo>
                  <a:pt x="344" y="292"/>
                </a:lnTo>
                <a:lnTo>
                  <a:pt x="342" y="293"/>
                </a:lnTo>
                <a:lnTo>
                  <a:pt x="341" y="294"/>
                </a:lnTo>
                <a:lnTo>
                  <a:pt x="340" y="295"/>
                </a:lnTo>
                <a:lnTo>
                  <a:pt x="340" y="296"/>
                </a:lnTo>
                <a:lnTo>
                  <a:pt x="340" y="297"/>
                </a:lnTo>
                <a:lnTo>
                  <a:pt x="341" y="297"/>
                </a:lnTo>
                <a:lnTo>
                  <a:pt x="340" y="298"/>
                </a:lnTo>
                <a:lnTo>
                  <a:pt x="339" y="299"/>
                </a:lnTo>
                <a:lnTo>
                  <a:pt x="338" y="299"/>
                </a:lnTo>
                <a:lnTo>
                  <a:pt x="339" y="299"/>
                </a:lnTo>
                <a:lnTo>
                  <a:pt x="338" y="298"/>
                </a:lnTo>
                <a:lnTo>
                  <a:pt x="338" y="297"/>
                </a:lnTo>
                <a:lnTo>
                  <a:pt x="337" y="297"/>
                </a:lnTo>
                <a:lnTo>
                  <a:pt x="337" y="298"/>
                </a:lnTo>
                <a:lnTo>
                  <a:pt x="337" y="297"/>
                </a:lnTo>
                <a:lnTo>
                  <a:pt x="336" y="297"/>
                </a:lnTo>
                <a:lnTo>
                  <a:pt x="336" y="298"/>
                </a:lnTo>
                <a:lnTo>
                  <a:pt x="337" y="298"/>
                </a:lnTo>
                <a:lnTo>
                  <a:pt x="338" y="298"/>
                </a:lnTo>
                <a:lnTo>
                  <a:pt x="338" y="299"/>
                </a:lnTo>
                <a:lnTo>
                  <a:pt x="338" y="298"/>
                </a:lnTo>
                <a:lnTo>
                  <a:pt x="337" y="298"/>
                </a:lnTo>
                <a:lnTo>
                  <a:pt x="336" y="298"/>
                </a:lnTo>
                <a:lnTo>
                  <a:pt x="335" y="298"/>
                </a:lnTo>
                <a:lnTo>
                  <a:pt x="334" y="299"/>
                </a:lnTo>
                <a:lnTo>
                  <a:pt x="333" y="299"/>
                </a:lnTo>
                <a:lnTo>
                  <a:pt x="333" y="300"/>
                </a:lnTo>
                <a:lnTo>
                  <a:pt x="332" y="300"/>
                </a:lnTo>
                <a:lnTo>
                  <a:pt x="332" y="299"/>
                </a:lnTo>
                <a:lnTo>
                  <a:pt x="332" y="300"/>
                </a:lnTo>
                <a:lnTo>
                  <a:pt x="333" y="299"/>
                </a:lnTo>
                <a:lnTo>
                  <a:pt x="332" y="299"/>
                </a:lnTo>
                <a:lnTo>
                  <a:pt x="331" y="299"/>
                </a:lnTo>
                <a:lnTo>
                  <a:pt x="330" y="299"/>
                </a:lnTo>
                <a:lnTo>
                  <a:pt x="330" y="300"/>
                </a:lnTo>
                <a:lnTo>
                  <a:pt x="329" y="300"/>
                </a:lnTo>
                <a:lnTo>
                  <a:pt x="328" y="300"/>
                </a:lnTo>
                <a:lnTo>
                  <a:pt x="328" y="301"/>
                </a:lnTo>
                <a:lnTo>
                  <a:pt x="328" y="300"/>
                </a:lnTo>
                <a:lnTo>
                  <a:pt x="327" y="300"/>
                </a:lnTo>
                <a:lnTo>
                  <a:pt x="327" y="299"/>
                </a:lnTo>
                <a:lnTo>
                  <a:pt x="328" y="299"/>
                </a:lnTo>
                <a:lnTo>
                  <a:pt x="327" y="299"/>
                </a:lnTo>
                <a:lnTo>
                  <a:pt x="327" y="298"/>
                </a:lnTo>
                <a:lnTo>
                  <a:pt x="326" y="298"/>
                </a:lnTo>
                <a:lnTo>
                  <a:pt x="326" y="297"/>
                </a:lnTo>
                <a:lnTo>
                  <a:pt x="326" y="296"/>
                </a:lnTo>
                <a:lnTo>
                  <a:pt x="326" y="297"/>
                </a:lnTo>
                <a:lnTo>
                  <a:pt x="325" y="296"/>
                </a:lnTo>
                <a:lnTo>
                  <a:pt x="325" y="297"/>
                </a:lnTo>
                <a:lnTo>
                  <a:pt x="326" y="297"/>
                </a:lnTo>
                <a:lnTo>
                  <a:pt x="326" y="298"/>
                </a:lnTo>
                <a:lnTo>
                  <a:pt x="325" y="298"/>
                </a:lnTo>
                <a:lnTo>
                  <a:pt x="325" y="297"/>
                </a:lnTo>
                <a:lnTo>
                  <a:pt x="325" y="298"/>
                </a:lnTo>
                <a:lnTo>
                  <a:pt x="325" y="299"/>
                </a:lnTo>
                <a:lnTo>
                  <a:pt x="326" y="299"/>
                </a:lnTo>
                <a:lnTo>
                  <a:pt x="325" y="299"/>
                </a:lnTo>
                <a:lnTo>
                  <a:pt x="325" y="300"/>
                </a:lnTo>
                <a:lnTo>
                  <a:pt x="324" y="300"/>
                </a:lnTo>
                <a:lnTo>
                  <a:pt x="324" y="299"/>
                </a:lnTo>
                <a:lnTo>
                  <a:pt x="323" y="299"/>
                </a:lnTo>
                <a:lnTo>
                  <a:pt x="322" y="299"/>
                </a:lnTo>
                <a:lnTo>
                  <a:pt x="321" y="299"/>
                </a:lnTo>
                <a:lnTo>
                  <a:pt x="322" y="299"/>
                </a:lnTo>
                <a:lnTo>
                  <a:pt x="323" y="299"/>
                </a:lnTo>
                <a:lnTo>
                  <a:pt x="323" y="300"/>
                </a:lnTo>
                <a:lnTo>
                  <a:pt x="324" y="300"/>
                </a:lnTo>
                <a:lnTo>
                  <a:pt x="323" y="300"/>
                </a:lnTo>
                <a:lnTo>
                  <a:pt x="322" y="300"/>
                </a:lnTo>
                <a:lnTo>
                  <a:pt x="322" y="301"/>
                </a:lnTo>
                <a:lnTo>
                  <a:pt x="321" y="301"/>
                </a:lnTo>
                <a:lnTo>
                  <a:pt x="321" y="302"/>
                </a:lnTo>
                <a:lnTo>
                  <a:pt x="320" y="302"/>
                </a:lnTo>
                <a:lnTo>
                  <a:pt x="320" y="303"/>
                </a:lnTo>
                <a:lnTo>
                  <a:pt x="319" y="303"/>
                </a:lnTo>
                <a:lnTo>
                  <a:pt x="319" y="304"/>
                </a:lnTo>
                <a:lnTo>
                  <a:pt x="318" y="305"/>
                </a:lnTo>
                <a:lnTo>
                  <a:pt x="317" y="305"/>
                </a:lnTo>
                <a:lnTo>
                  <a:pt x="317" y="306"/>
                </a:lnTo>
                <a:lnTo>
                  <a:pt x="316" y="306"/>
                </a:lnTo>
                <a:lnTo>
                  <a:pt x="316" y="307"/>
                </a:lnTo>
                <a:lnTo>
                  <a:pt x="315" y="307"/>
                </a:lnTo>
                <a:lnTo>
                  <a:pt x="314" y="307"/>
                </a:lnTo>
                <a:lnTo>
                  <a:pt x="314" y="308"/>
                </a:lnTo>
                <a:lnTo>
                  <a:pt x="314" y="307"/>
                </a:lnTo>
                <a:lnTo>
                  <a:pt x="314" y="306"/>
                </a:lnTo>
                <a:lnTo>
                  <a:pt x="314" y="305"/>
                </a:lnTo>
                <a:lnTo>
                  <a:pt x="314" y="306"/>
                </a:lnTo>
                <a:lnTo>
                  <a:pt x="315" y="306"/>
                </a:lnTo>
                <a:lnTo>
                  <a:pt x="316" y="306"/>
                </a:lnTo>
                <a:lnTo>
                  <a:pt x="316" y="305"/>
                </a:lnTo>
                <a:lnTo>
                  <a:pt x="315" y="305"/>
                </a:lnTo>
                <a:lnTo>
                  <a:pt x="315" y="304"/>
                </a:lnTo>
                <a:lnTo>
                  <a:pt x="316" y="304"/>
                </a:lnTo>
                <a:lnTo>
                  <a:pt x="316" y="303"/>
                </a:lnTo>
                <a:lnTo>
                  <a:pt x="317" y="303"/>
                </a:lnTo>
                <a:lnTo>
                  <a:pt x="316" y="303"/>
                </a:lnTo>
                <a:lnTo>
                  <a:pt x="316" y="302"/>
                </a:lnTo>
                <a:lnTo>
                  <a:pt x="315" y="302"/>
                </a:lnTo>
                <a:lnTo>
                  <a:pt x="314" y="302"/>
                </a:lnTo>
                <a:lnTo>
                  <a:pt x="313" y="302"/>
                </a:lnTo>
                <a:lnTo>
                  <a:pt x="312" y="302"/>
                </a:lnTo>
                <a:lnTo>
                  <a:pt x="312" y="301"/>
                </a:lnTo>
                <a:lnTo>
                  <a:pt x="311" y="301"/>
                </a:lnTo>
                <a:lnTo>
                  <a:pt x="310" y="301"/>
                </a:lnTo>
                <a:lnTo>
                  <a:pt x="310" y="302"/>
                </a:lnTo>
                <a:lnTo>
                  <a:pt x="310" y="301"/>
                </a:lnTo>
                <a:lnTo>
                  <a:pt x="309" y="301"/>
                </a:lnTo>
                <a:lnTo>
                  <a:pt x="309" y="302"/>
                </a:lnTo>
                <a:lnTo>
                  <a:pt x="310" y="302"/>
                </a:lnTo>
                <a:lnTo>
                  <a:pt x="309" y="302"/>
                </a:lnTo>
                <a:lnTo>
                  <a:pt x="310" y="302"/>
                </a:lnTo>
                <a:lnTo>
                  <a:pt x="311" y="302"/>
                </a:lnTo>
                <a:lnTo>
                  <a:pt x="312" y="303"/>
                </a:lnTo>
                <a:lnTo>
                  <a:pt x="311" y="303"/>
                </a:lnTo>
                <a:lnTo>
                  <a:pt x="310" y="303"/>
                </a:lnTo>
                <a:lnTo>
                  <a:pt x="309" y="304"/>
                </a:lnTo>
                <a:lnTo>
                  <a:pt x="308" y="304"/>
                </a:lnTo>
                <a:lnTo>
                  <a:pt x="307" y="304"/>
                </a:lnTo>
                <a:lnTo>
                  <a:pt x="306" y="305"/>
                </a:lnTo>
                <a:lnTo>
                  <a:pt x="306" y="304"/>
                </a:lnTo>
                <a:lnTo>
                  <a:pt x="305" y="304"/>
                </a:lnTo>
                <a:lnTo>
                  <a:pt x="305" y="305"/>
                </a:lnTo>
                <a:lnTo>
                  <a:pt x="304" y="305"/>
                </a:lnTo>
                <a:lnTo>
                  <a:pt x="303" y="305"/>
                </a:lnTo>
                <a:lnTo>
                  <a:pt x="303" y="304"/>
                </a:lnTo>
                <a:lnTo>
                  <a:pt x="303" y="303"/>
                </a:lnTo>
                <a:lnTo>
                  <a:pt x="303" y="304"/>
                </a:lnTo>
                <a:lnTo>
                  <a:pt x="302" y="304"/>
                </a:lnTo>
                <a:lnTo>
                  <a:pt x="302" y="303"/>
                </a:lnTo>
                <a:lnTo>
                  <a:pt x="302" y="302"/>
                </a:lnTo>
                <a:lnTo>
                  <a:pt x="301" y="302"/>
                </a:lnTo>
                <a:lnTo>
                  <a:pt x="300" y="301"/>
                </a:lnTo>
                <a:lnTo>
                  <a:pt x="300" y="302"/>
                </a:lnTo>
                <a:lnTo>
                  <a:pt x="299" y="302"/>
                </a:lnTo>
                <a:lnTo>
                  <a:pt x="299" y="301"/>
                </a:lnTo>
                <a:lnTo>
                  <a:pt x="299" y="300"/>
                </a:lnTo>
                <a:lnTo>
                  <a:pt x="299" y="301"/>
                </a:lnTo>
                <a:lnTo>
                  <a:pt x="298" y="302"/>
                </a:lnTo>
                <a:lnTo>
                  <a:pt x="297" y="303"/>
                </a:lnTo>
                <a:lnTo>
                  <a:pt x="297" y="304"/>
                </a:lnTo>
                <a:lnTo>
                  <a:pt x="298" y="304"/>
                </a:lnTo>
                <a:lnTo>
                  <a:pt x="298" y="305"/>
                </a:lnTo>
                <a:lnTo>
                  <a:pt x="299" y="304"/>
                </a:lnTo>
                <a:lnTo>
                  <a:pt x="300" y="304"/>
                </a:lnTo>
                <a:lnTo>
                  <a:pt x="301" y="304"/>
                </a:lnTo>
                <a:lnTo>
                  <a:pt x="302" y="304"/>
                </a:lnTo>
                <a:lnTo>
                  <a:pt x="303" y="305"/>
                </a:lnTo>
                <a:lnTo>
                  <a:pt x="302" y="305"/>
                </a:lnTo>
                <a:lnTo>
                  <a:pt x="301" y="305"/>
                </a:lnTo>
                <a:lnTo>
                  <a:pt x="300" y="306"/>
                </a:lnTo>
                <a:lnTo>
                  <a:pt x="299" y="306"/>
                </a:lnTo>
                <a:lnTo>
                  <a:pt x="298" y="307"/>
                </a:lnTo>
                <a:lnTo>
                  <a:pt x="297" y="307"/>
                </a:lnTo>
                <a:lnTo>
                  <a:pt x="297" y="308"/>
                </a:lnTo>
                <a:lnTo>
                  <a:pt x="296" y="308"/>
                </a:lnTo>
                <a:lnTo>
                  <a:pt x="295" y="308"/>
                </a:lnTo>
                <a:lnTo>
                  <a:pt x="294" y="309"/>
                </a:lnTo>
                <a:lnTo>
                  <a:pt x="294" y="308"/>
                </a:lnTo>
                <a:lnTo>
                  <a:pt x="293" y="308"/>
                </a:lnTo>
                <a:lnTo>
                  <a:pt x="294" y="308"/>
                </a:lnTo>
                <a:lnTo>
                  <a:pt x="294" y="309"/>
                </a:lnTo>
                <a:lnTo>
                  <a:pt x="293" y="309"/>
                </a:lnTo>
                <a:lnTo>
                  <a:pt x="292" y="309"/>
                </a:lnTo>
                <a:lnTo>
                  <a:pt x="292" y="310"/>
                </a:lnTo>
                <a:lnTo>
                  <a:pt x="291" y="310"/>
                </a:lnTo>
                <a:lnTo>
                  <a:pt x="291" y="311"/>
                </a:lnTo>
                <a:lnTo>
                  <a:pt x="290" y="311"/>
                </a:lnTo>
                <a:lnTo>
                  <a:pt x="289" y="311"/>
                </a:lnTo>
                <a:lnTo>
                  <a:pt x="288" y="311"/>
                </a:lnTo>
                <a:lnTo>
                  <a:pt x="287" y="311"/>
                </a:lnTo>
                <a:lnTo>
                  <a:pt x="286" y="311"/>
                </a:lnTo>
                <a:lnTo>
                  <a:pt x="286" y="310"/>
                </a:lnTo>
                <a:lnTo>
                  <a:pt x="285" y="311"/>
                </a:lnTo>
                <a:lnTo>
                  <a:pt x="284" y="311"/>
                </a:lnTo>
                <a:lnTo>
                  <a:pt x="284" y="310"/>
                </a:lnTo>
                <a:lnTo>
                  <a:pt x="283" y="311"/>
                </a:lnTo>
                <a:lnTo>
                  <a:pt x="282" y="311"/>
                </a:lnTo>
                <a:lnTo>
                  <a:pt x="282" y="312"/>
                </a:lnTo>
                <a:lnTo>
                  <a:pt x="281" y="312"/>
                </a:lnTo>
                <a:lnTo>
                  <a:pt x="280" y="312"/>
                </a:lnTo>
                <a:lnTo>
                  <a:pt x="280" y="313"/>
                </a:lnTo>
                <a:lnTo>
                  <a:pt x="279" y="313"/>
                </a:lnTo>
                <a:lnTo>
                  <a:pt x="279" y="314"/>
                </a:lnTo>
                <a:lnTo>
                  <a:pt x="278" y="315"/>
                </a:lnTo>
                <a:lnTo>
                  <a:pt x="278" y="316"/>
                </a:lnTo>
                <a:lnTo>
                  <a:pt x="277" y="317"/>
                </a:lnTo>
                <a:lnTo>
                  <a:pt x="276" y="318"/>
                </a:lnTo>
                <a:lnTo>
                  <a:pt x="276" y="319"/>
                </a:lnTo>
                <a:lnTo>
                  <a:pt x="276" y="320"/>
                </a:lnTo>
                <a:lnTo>
                  <a:pt x="276" y="321"/>
                </a:lnTo>
                <a:lnTo>
                  <a:pt x="275" y="321"/>
                </a:lnTo>
                <a:lnTo>
                  <a:pt x="275" y="322"/>
                </a:lnTo>
                <a:lnTo>
                  <a:pt x="274" y="322"/>
                </a:lnTo>
                <a:lnTo>
                  <a:pt x="274" y="323"/>
                </a:lnTo>
                <a:lnTo>
                  <a:pt x="273" y="323"/>
                </a:lnTo>
                <a:lnTo>
                  <a:pt x="272" y="323"/>
                </a:lnTo>
                <a:lnTo>
                  <a:pt x="271" y="324"/>
                </a:lnTo>
                <a:lnTo>
                  <a:pt x="271" y="323"/>
                </a:lnTo>
                <a:lnTo>
                  <a:pt x="271" y="324"/>
                </a:lnTo>
                <a:lnTo>
                  <a:pt x="270" y="323"/>
                </a:lnTo>
                <a:lnTo>
                  <a:pt x="270" y="324"/>
                </a:lnTo>
                <a:lnTo>
                  <a:pt x="270" y="323"/>
                </a:lnTo>
                <a:lnTo>
                  <a:pt x="269" y="323"/>
                </a:lnTo>
                <a:lnTo>
                  <a:pt x="269" y="324"/>
                </a:lnTo>
                <a:lnTo>
                  <a:pt x="268" y="324"/>
                </a:lnTo>
                <a:lnTo>
                  <a:pt x="267" y="325"/>
                </a:lnTo>
                <a:lnTo>
                  <a:pt x="267" y="324"/>
                </a:lnTo>
                <a:lnTo>
                  <a:pt x="266" y="324"/>
                </a:lnTo>
                <a:lnTo>
                  <a:pt x="265" y="324"/>
                </a:lnTo>
                <a:lnTo>
                  <a:pt x="264" y="324"/>
                </a:lnTo>
                <a:lnTo>
                  <a:pt x="264" y="325"/>
                </a:lnTo>
                <a:lnTo>
                  <a:pt x="263" y="325"/>
                </a:lnTo>
                <a:lnTo>
                  <a:pt x="263" y="326"/>
                </a:lnTo>
                <a:lnTo>
                  <a:pt x="262" y="326"/>
                </a:lnTo>
                <a:lnTo>
                  <a:pt x="261" y="326"/>
                </a:lnTo>
                <a:lnTo>
                  <a:pt x="261" y="325"/>
                </a:lnTo>
                <a:lnTo>
                  <a:pt x="262" y="324"/>
                </a:lnTo>
                <a:lnTo>
                  <a:pt x="262" y="323"/>
                </a:lnTo>
                <a:lnTo>
                  <a:pt x="262" y="322"/>
                </a:lnTo>
                <a:lnTo>
                  <a:pt x="261" y="323"/>
                </a:lnTo>
                <a:lnTo>
                  <a:pt x="261" y="322"/>
                </a:lnTo>
                <a:lnTo>
                  <a:pt x="261" y="321"/>
                </a:lnTo>
                <a:lnTo>
                  <a:pt x="260" y="321"/>
                </a:lnTo>
                <a:lnTo>
                  <a:pt x="260" y="320"/>
                </a:lnTo>
                <a:lnTo>
                  <a:pt x="261" y="320"/>
                </a:lnTo>
                <a:lnTo>
                  <a:pt x="261" y="319"/>
                </a:lnTo>
                <a:lnTo>
                  <a:pt x="262" y="319"/>
                </a:lnTo>
                <a:lnTo>
                  <a:pt x="262" y="318"/>
                </a:lnTo>
                <a:lnTo>
                  <a:pt x="261" y="318"/>
                </a:lnTo>
                <a:lnTo>
                  <a:pt x="260" y="318"/>
                </a:lnTo>
                <a:lnTo>
                  <a:pt x="260" y="317"/>
                </a:lnTo>
                <a:lnTo>
                  <a:pt x="260" y="316"/>
                </a:lnTo>
                <a:lnTo>
                  <a:pt x="260" y="315"/>
                </a:lnTo>
                <a:lnTo>
                  <a:pt x="261" y="314"/>
                </a:lnTo>
                <a:lnTo>
                  <a:pt x="261" y="313"/>
                </a:lnTo>
                <a:lnTo>
                  <a:pt x="260" y="313"/>
                </a:lnTo>
                <a:lnTo>
                  <a:pt x="260" y="314"/>
                </a:lnTo>
                <a:lnTo>
                  <a:pt x="259" y="314"/>
                </a:lnTo>
                <a:lnTo>
                  <a:pt x="258" y="313"/>
                </a:lnTo>
                <a:lnTo>
                  <a:pt x="258" y="312"/>
                </a:lnTo>
                <a:lnTo>
                  <a:pt x="257" y="312"/>
                </a:lnTo>
                <a:lnTo>
                  <a:pt x="257" y="311"/>
                </a:lnTo>
                <a:lnTo>
                  <a:pt x="256" y="311"/>
                </a:lnTo>
                <a:lnTo>
                  <a:pt x="257" y="312"/>
                </a:lnTo>
                <a:lnTo>
                  <a:pt x="257" y="313"/>
                </a:lnTo>
                <a:lnTo>
                  <a:pt x="258" y="313"/>
                </a:lnTo>
                <a:lnTo>
                  <a:pt x="258" y="314"/>
                </a:lnTo>
                <a:lnTo>
                  <a:pt x="258" y="315"/>
                </a:lnTo>
                <a:lnTo>
                  <a:pt x="259" y="315"/>
                </a:lnTo>
                <a:lnTo>
                  <a:pt x="259" y="316"/>
                </a:lnTo>
                <a:lnTo>
                  <a:pt x="259" y="317"/>
                </a:lnTo>
                <a:lnTo>
                  <a:pt x="258" y="317"/>
                </a:lnTo>
                <a:lnTo>
                  <a:pt x="258" y="318"/>
                </a:lnTo>
                <a:lnTo>
                  <a:pt x="259" y="318"/>
                </a:lnTo>
                <a:lnTo>
                  <a:pt x="258" y="318"/>
                </a:lnTo>
                <a:lnTo>
                  <a:pt x="259" y="317"/>
                </a:lnTo>
                <a:lnTo>
                  <a:pt x="259" y="318"/>
                </a:lnTo>
                <a:lnTo>
                  <a:pt x="260" y="319"/>
                </a:lnTo>
                <a:lnTo>
                  <a:pt x="259" y="319"/>
                </a:lnTo>
                <a:lnTo>
                  <a:pt x="259" y="320"/>
                </a:lnTo>
                <a:lnTo>
                  <a:pt x="259" y="321"/>
                </a:lnTo>
                <a:lnTo>
                  <a:pt x="258" y="320"/>
                </a:lnTo>
                <a:lnTo>
                  <a:pt x="258" y="321"/>
                </a:lnTo>
                <a:lnTo>
                  <a:pt x="258" y="322"/>
                </a:lnTo>
                <a:lnTo>
                  <a:pt x="259" y="322"/>
                </a:lnTo>
                <a:lnTo>
                  <a:pt x="259" y="321"/>
                </a:lnTo>
                <a:lnTo>
                  <a:pt x="259" y="322"/>
                </a:lnTo>
                <a:lnTo>
                  <a:pt x="259" y="323"/>
                </a:lnTo>
                <a:lnTo>
                  <a:pt x="260" y="323"/>
                </a:lnTo>
                <a:lnTo>
                  <a:pt x="260" y="324"/>
                </a:lnTo>
                <a:lnTo>
                  <a:pt x="260" y="325"/>
                </a:lnTo>
                <a:lnTo>
                  <a:pt x="260" y="326"/>
                </a:lnTo>
                <a:lnTo>
                  <a:pt x="260" y="327"/>
                </a:lnTo>
                <a:lnTo>
                  <a:pt x="259" y="327"/>
                </a:lnTo>
                <a:lnTo>
                  <a:pt x="259" y="328"/>
                </a:lnTo>
                <a:lnTo>
                  <a:pt x="259" y="329"/>
                </a:lnTo>
                <a:lnTo>
                  <a:pt x="259" y="330"/>
                </a:lnTo>
                <a:lnTo>
                  <a:pt x="258" y="330"/>
                </a:lnTo>
                <a:lnTo>
                  <a:pt x="257" y="330"/>
                </a:lnTo>
                <a:lnTo>
                  <a:pt x="257" y="331"/>
                </a:lnTo>
                <a:lnTo>
                  <a:pt x="256" y="331"/>
                </a:lnTo>
                <a:lnTo>
                  <a:pt x="256" y="332"/>
                </a:lnTo>
                <a:lnTo>
                  <a:pt x="255" y="332"/>
                </a:lnTo>
                <a:lnTo>
                  <a:pt x="254" y="332"/>
                </a:lnTo>
                <a:lnTo>
                  <a:pt x="254" y="331"/>
                </a:lnTo>
                <a:lnTo>
                  <a:pt x="254" y="332"/>
                </a:lnTo>
                <a:lnTo>
                  <a:pt x="253" y="332"/>
                </a:lnTo>
                <a:lnTo>
                  <a:pt x="253" y="333"/>
                </a:lnTo>
                <a:lnTo>
                  <a:pt x="252" y="333"/>
                </a:lnTo>
                <a:lnTo>
                  <a:pt x="251" y="333"/>
                </a:lnTo>
                <a:lnTo>
                  <a:pt x="251" y="334"/>
                </a:lnTo>
                <a:lnTo>
                  <a:pt x="250" y="334"/>
                </a:lnTo>
                <a:lnTo>
                  <a:pt x="250" y="333"/>
                </a:lnTo>
                <a:lnTo>
                  <a:pt x="249" y="333"/>
                </a:lnTo>
                <a:lnTo>
                  <a:pt x="249" y="334"/>
                </a:lnTo>
                <a:lnTo>
                  <a:pt x="249" y="335"/>
                </a:lnTo>
                <a:lnTo>
                  <a:pt x="249" y="336"/>
                </a:lnTo>
                <a:lnTo>
                  <a:pt x="249" y="337"/>
                </a:lnTo>
                <a:lnTo>
                  <a:pt x="248" y="337"/>
                </a:lnTo>
                <a:lnTo>
                  <a:pt x="248" y="336"/>
                </a:lnTo>
                <a:lnTo>
                  <a:pt x="247" y="336"/>
                </a:lnTo>
                <a:lnTo>
                  <a:pt x="247" y="335"/>
                </a:lnTo>
                <a:lnTo>
                  <a:pt x="247" y="333"/>
                </a:lnTo>
                <a:lnTo>
                  <a:pt x="248" y="333"/>
                </a:lnTo>
                <a:lnTo>
                  <a:pt x="247" y="332"/>
                </a:lnTo>
                <a:lnTo>
                  <a:pt x="246" y="333"/>
                </a:lnTo>
                <a:lnTo>
                  <a:pt x="247" y="333"/>
                </a:lnTo>
                <a:lnTo>
                  <a:pt x="247" y="334"/>
                </a:lnTo>
                <a:lnTo>
                  <a:pt x="247" y="335"/>
                </a:lnTo>
                <a:lnTo>
                  <a:pt x="247" y="336"/>
                </a:lnTo>
                <a:lnTo>
                  <a:pt x="246" y="336"/>
                </a:lnTo>
                <a:lnTo>
                  <a:pt x="246" y="335"/>
                </a:lnTo>
                <a:lnTo>
                  <a:pt x="245" y="336"/>
                </a:lnTo>
                <a:lnTo>
                  <a:pt x="246" y="336"/>
                </a:lnTo>
                <a:lnTo>
                  <a:pt x="247" y="336"/>
                </a:lnTo>
                <a:lnTo>
                  <a:pt x="246" y="336"/>
                </a:lnTo>
                <a:lnTo>
                  <a:pt x="247" y="337"/>
                </a:lnTo>
                <a:lnTo>
                  <a:pt x="246" y="337"/>
                </a:lnTo>
                <a:lnTo>
                  <a:pt x="246" y="338"/>
                </a:lnTo>
                <a:lnTo>
                  <a:pt x="245" y="339"/>
                </a:lnTo>
                <a:lnTo>
                  <a:pt x="245" y="340"/>
                </a:lnTo>
                <a:lnTo>
                  <a:pt x="246" y="340"/>
                </a:lnTo>
                <a:lnTo>
                  <a:pt x="245" y="340"/>
                </a:lnTo>
                <a:lnTo>
                  <a:pt x="245" y="341"/>
                </a:lnTo>
                <a:lnTo>
                  <a:pt x="244" y="341"/>
                </a:lnTo>
                <a:lnTo>
                  <a:pt x="244" y="342"/>
                </a:lnTo>
                <a:lnTo>
                  <a:pt x="245" y="342"/>
                </a:lnTo>
                <a:lnTo>
                  <a:pt x="245" y="343"/>
                </a:lnTo>
                <a:lnTo>
                  <a:pt x="244" y="343"/>
                </a:lnTo>
                <a:lnTo>
                  <a:pt x="244" y="345"/>
                </a:lnTo>
                <a:lnTo>
                  <a:pt x="244" y="346"/>
                </a:lnTo>
                <a:lnTo>
                  <a:pt x="245" y="346"/>
                </a:lnTo>
                <a:lnTo>
                  <a:pt x="245" y="347"/>
                </a:lnTo>
                <a:lnTo>
                  <a:pt x="245" y="348"/>
                </a:lnTo>
                <a:lnTo>
                  <a:pt x="246" y="349"/>
                </a:lnTo>
                <a:lnTo>
                  <a:pt x="246" y="350"/>
                </a:lnTo>
                <a:lnTo>
                  <a:pt x="247" y="350"/>
                </a:lnTo>
                <a:lnTo>
                  <a:pt x="247" y="351"/>
                </a:lnTo>
                <a:lnTo>
                  <a:pt x="246" y="351"/>
                </a:lnTo>
                <a:lnTo>
                  <a:pt x="246" y="352"/>
                </a:lnTo>
                <a:lnTo>
                  <a:pt x="247" y="351"/>
                </a:lnTo>
                <a:lnTo>
                  <a:pt x="248" y="351"/>
                </a:lnTo>
                <a:lnTo>
                  <a:pt x="249" y="351"/>
                </a:lnTo>
                <a:lnTo>
                  <a:pt x="250" y="351"/>
                </a:lnTo>
                <a:lnTo>
                  <a:pt x="251" y="351"/>
                </a:lnTo>
                <a:lnTo>
                  <a:pt x="251" y="352"/>
                </a:lnTo>
                <a:lnTo>
                  <a:pt x="251" y="351"/>
                </a:lnTo>
                <a:lnTo>
                  <a:pt x="252" y="351"/>
                </a:lnTo>
                <a:lnTo>
                  <a:pt x="253" y="351"/>
                </a:lnTo>
                <a:lnTo>
                  <a:pt x="254" y="351"/>
                </a:lnTo>
                <a:lnTo>
                  <a:pt x="255" y="351"/>
                </a:lnTo>
                <a:lnTo>
                  <a:pt x="256" y="351"/>
                </a:lnTo>
                <a:lnTo>
                  <a:pt x="256" y="352"/>
                </a:lnTo>
                <a:lnTo>
                  <a:pt x="257" y="352"/>
                </a:lnTo>
                <a:lnTo>
                  <a:pt x="258" y="352"/>
                </a:lnTo>
                <a:lnTo>
                  <a:pt x="259" y="353"/>
                </a:lnTo>
                <a:lnTo>
                  <a:pt x="259" y="352"/>
                </a:lnTo>
                <a:lnTo>
                  <a:pt x="258" y="352"/>
                </a:lnTo>
                <a:lnTo>
                  <a:pt x="259" y="352"/>
                </a:lnTo>
                <a:lnTo>
                  <a:pt x="259" y="353"/>
                </a:lnTo>
                <a:lnTo>
                  <a:pt x="260" y="354"/>
                </a:lnTo>
                <a:lnTo>
                  <a:pt x="259" y="354"/>
                </a:lnTo>
                <a:lnTo>
                  <a:pt x="260" y="354"/>
                </a:lnTo>
                <a:lnTo>
                  <a:pt x="260" y="355"/>
                </a:lnTo>
                <a:lnTo>
                  <a:pt x="260" y="356"/>
                </a:lnTo>
                <a:lnTo>
                  <a:pt x="260" y="357"/>
                </a:lnTo>
                <a:lnTo>
                  <a:pt x="260" y="359"/>
                </a:lnTo>
                <a:lnTo>
                  <a:pt x="260" y="360"/>
                </a:lnTo>
                <a:lnTo>
                  <a:pt x="259" y="360"/>
                </a:lnTo>
                <a:lnTo>
                  <a:pt x="258" y="360"/>
                </a:lnTo>
                <a:lnTo>
                  <a:pt x="258" y="359"/>
                </a:lnTo>
                <a:lnTo>
                  <a:pt x="257" y="359"/>
                </a:lnTo>
                <a:lnTo>
                  <a:pt x="257" y="358"/>
                </a:lnTo>
                <a:lnTo>
                  <a:pt x="257" y="357"/>
                </a:lnTo>
                <a:lnTo>
                  <a:pt x="256" y="357"/>
                </a:lnTo>
                <a:lnTo>
                  <a:pt x="256" y="356"/>
                </a:lnTo>
                <a:lnTo>
                  <a:pt x="256" y="355"/>
                </a:lnTo>
                <a:lnTo>
                  <a:pt x="255" y="355"/>
                </a:lnTo>
                <a:lnTo>
                  <a:pt x="256" y="356"/>
                </a:lnTo>
                <a:lnTo>
                  <a:pt x="256" y="357"/>
                </a:lnTo>
                <a:lnTo>
                  <a:pt x="256" y="358"/>
                </a:lnTo>
                <a:lnTo>
                  <a:pt x="255" y="358"/>
                </a:lnTo>
                <a:lnTo>
                  <a:pt x="255" y="359"/>
                </a:lnTo>
                <a:lnTo>
                  <a:pt x="255" y="358"/>
                </a:lnTo>
                <a:lnTo>
                  <a:pt x="256" y="358"/>
                </a:lnTo>
                <a:lnTo>
                  <a:pt x="256" y="359"/>
                </a:lnTo>
                <a:lnTo>
                  <a:pt x="256" y="360"/>
                </a:lnTo>
                <a:lnTo>
                  <a:pt x="257" y="360"/>
                </a:lnTo>
                <a:lnTo>
                  <a:pt x="256" y="360"/>
                </a:lnTo>
                <a:lnTo>
                  <a:pt x="256" y="361"/>
                </a:lnTo>
                <a:lnTo>
                  <a:pt x="255" y="362"/>
                </a:lnTo>
                <a:lnTo>
                  <a:pt x="254" y="362"/>
                </a:lnTo>
                <a:lnTo>
                  <a:pt x="255" y="362"/>
                </a:lnTo>
                <a:lnTo>
                  <a:pt x="254" y="362"/>
                </a:lnTo>
                <a:lnTo>
                  <a:pt x="254" y="363"/>
                </a:lnTo>
                <a:lnTo>
                  <a:pt x="255" y="363"/>
                </a:lnTo>
                <a:lnTo>
                  <a:pt x="254" y="363"/>
                </a:lnTo>
                <a:lnTo>
                  <a:pt x="254" y="364"/>
                </a:lnTo>
                <a:lnTo>
                  <a:pt x="254" y="363"/>
                </a:lnTo>
                <a:lnTo>
                  <a:pt x="254" y="364"/>
                </a:lnTo>
                <a:lnTo>
                  <a:pt x="255" y="364"/>
                </a:lnTo>
                <a:lnTo>
                  <a:pt x="255" y="363"/>
                </a:lnTo>
                <a:lnTo>
                  <a:pt x="256" y="363"/>
                </a:lnTo>
                <a:lnTo>
                  <a:pt x="256" y="362"/>
                </a:lnTo>
                <a:lnTo>
                  <a:pt x="256" y="363"/>
                </a:lnTo>
                <a:lnTo>
                  <a:pt x="257" y="363"/>
                </a:lnTo>
                <a:lnTo>
                  <a:pt x="257" y="364"/>
                </a:lnTo>
                <a:lnTo>
                  <a:pt x="256" y="364"/>
                </a:lnTo>
                <a:lnTo>
                  <a:pt x="257" y="364"/>
                </a:lnTo>
                <a:lnTo>
                  <a:pt x="257" y="365"/>
                </a:lnTo>
                <a:lnTo>
                  <a:pt x="256" y="365"/>
                </a:lnTo>
                <a:lnTo>
                  <a:pt x="257" y="365"/>
                </a:lnTo>
                <a:lnTo>
                  <a:pt x="257" y="364"/>
                </a:lnTo>
                <a:lnTo>
                  <a:pt x="257" y="363"/>
                </a:lnTo>
                <a:lnTo>
                  <a:pt x="258" y="363"/>
                </a:lnTo>
                <a:lnTo>
                  <a:pt x="258" y="364"/>
                </a:lnTo>
                <a:lnTo>
                  <a:pt x="259" y="364"/>
                </a:lnTo>
                <a:lnTo>
                  <a:pt x="259" y="365"/>
                </a:lnTo>
                <a:lnTo>
                  <a:pt x="259" y="364"/>
                </a:lnTo>
                <a:lnTo>
                  <a:pt x="259" y="363"/>
                </a:lnTo>
                <a:lnTo>
                  <a:pt x="260" y="363"/>
                </a:lnTo>
                <a:lnTo>
                  <a:pt x="260" y="364"/>
                </a:lnTo>
                <a:lnTo>
                  <a:pt x="260" y="365"/>
                </a:lnTo>
                <a:lnTo>
                  <a:pt x="260" y="364"/>
                </a:lnTo>
                <a:lnTo>
                  <a:pt x="261" y="364"/>
                </a:lnTo>
                <a:lnTo>
                  <a:pt x="262" y="364"/>
                </a:lnTo>
                <a:lnTo>
                  <a:pt x="262" y="363"/>
                </a:lnTo>
                <a:lnTo>
                  <a:pt x="263" y="363"/>
                </a:lnTo>
                <a:lnTo>
                  <a:pt x="264" y="363"/>
                </a:lnTo>
                <a:lnTo>
                  <a:pt x="264" y="364"/>
                </a:lnTo>
                <a:lnTo>
                  <a:pt x="265" y="364"/>
                </a:lnTo>
                <a:lnTo>
                  <a:pt x="264" y="364"/>
                </a:lnTo>
                <a:lnTo>
                  <a:pt x="264" y="363"/>
                </a:lnTo>
                <a:lnTo>
                  <a:pt x="265" y="363"/>
                </a:lnTo>
                <a:lnTo>
                  <a:pt x="264" y="363"/>
                </a:lnTo>
                <a:lnTo>
                  <a:pt x="265" y="362"/>
                </a:lnTo>
                <a:lnTo>
                  <a:pt x="266" y="363"/>
                </a:lnTo>
                <a:lnTo>
                  <a:pt x="266" y="364"/>
                </a:lnTo>
                <a:lnTo>
                  <a:pt x="266" y="365"/>
                </a:lnTo>
                <a:lnTo>
                  <a:pt x="267" y="365"/>
                </a:lnTo>
                <a:lnTo>
                  <a:pt x="267" y="366"/>
                </a:lnTo>
                <a:lnTo>
                  <a:pt x="267" y="367"/>
                </a:lnTo>
                <a:lnTo>
                  <a:pt x="267" y="368"/>
                </a:lnTo>
                <a:lnTo>
                  <a:pt x="266" y="368"/>
                </a:lnTo>
                <a:lnTo>
                  <a:pt x="265" y="368"/>
                </a:lnTo>
                <a:lnTo>
                  <a:pt x="264" y="368"/>
                </a:lnTo>
                <a:lnTo>
                  <a:pt x="264" y="367"/>
                </a:lnTo>
                <a:lnTo>
                  <a:pt x="264" y="366"/>
                </a:lnTo>
                <a:lnTo>
                  <a:pt x="264" y="365"/>
                </a:lnTo>
                <a:lnTo>
                  <a:pt x="263" y="365"/>
                </a:lnTo>
                <a:lnTo>
                  <a:pt x="262" y="365"/>
                </a:lnTo>
                <a:lnTo>
                  <a:pt x="262" y="366"/>
                </a:lnTo>
                <a:lnTo>
                  <a:pt x="261" y="366"/>
                </a:lnTo>
                <a:lnTo>
                  <a:pt x="261" y="367"/>
                </a:lnTo>
                <a:lnTo>
                  <a:pt x="262" y="368"/>
                </a:lnTo>
                <a:lnTo>
                  <a:pt x="262" y="369"/>
                </a:lnTo>
                <a:lnTo>
                  <a:pt x="262" y="368"/>
                </a:lnTo>
                <a:lnTo>
                  <a:pt x="263" y="368"/>
                </a:lnTo>
                <a:lnTo>
                  <a:pt x="264" y="369"/>
                </a:lnTo>
                <a:lnTo>
                  <a:pt x="265" y="370"/>
                </a:lnTo>
                <a:lnTo>
                  <a:pt x="265" y="369"/>
                </a:lnTo>
                <a:lnTo>
                  <a:pt x="266" y="368"/>
                </a:lnTo>
                <a:lnTo>
                  <a:pt x="266" y="369"/>
                </a:lnTo>
                <a:lnTo>
                  <a:pt x="267" y="369"/>
                </a:lnTo>
                <a:lnTo>
                  <a:pt x="267" y="370"/>
                </a:lnTo>
                <a:lnTo>
                  <a:pt x="268" y="370"/>
                </a:lnTo>
                <a:lnTo>
                  <a:pt x="268" y="371"/>
                </a:lnTo>
                <a:lnTo>
                  <a:pt x="268" y="372"/>
                </a:lnTo>
                <a:lnTo>
                  <a:pt x="268" y="371"/>
                </a:lnTo>
                <a:lnTo>
                  <a:pt x="268" y="372"/>
                </a:lnTo>
                <a:lnTo>
                  <a:pt x="269" y="372"/>
                </a:lnTo>
                <a:lnTo>
                  <a:pt x="269" y="373"/>
                </a:lnTo>
                <a:lnTo>
                  <a:pt x="269" y="374"/>
                </a:lnTo>
                <a:lnTo>
                  <a:pt x="270" y="374"/>
                </a:lnTo>
                <a:lnTo>
                  <a:pt x="270" y="375"/>
                </a:lnTo>
                <a:lnTo>
                  <a:pt x="270" y="376"/>
                </a:lnTo>
                <a:lnTo>
                  <a:pt x="270" y="377"/>
                </a:lnTo>
                <a:lnTo>
                  <a:pt x="270" y="378"/>
                </a:lnTo>
                <a:lnTo>
                  <a:pt x="270" y="379"/>
                </a:lnTo>
                <a:lnTo>
                  <a:pt x="269" y="379"/>
                </a:lnTo>
                <a:lnTo>
                  <a:pt x="268" y="379"/>
                </a:lnTo>
                <a:lnTo>
                  <a:pt x="268" y="380"/>
                </a:lnTo>
                <a:lnTo>
                  <a:pt x="267" y="381"/>
                </a:lnTo>
                <a:lnTo>
                  <a:pt x="267" y="382"/>
                </a:lnTo>
                <a:lnTo>
                  <a:pt x="267" y="383"/>
                </a:lnTo>
                <a:lnTo>
                  <a:pt x="266" y="383"/>
                </a:lnTo>
                <a:lnTo>
                  <a:pt x="266" y="384"/>
                </a:lnTo>
                <a:lnTo>
                  <a:pt x="265" y="384"/>
                </a:lnTo>
                <a:lnTo>
                  <a:pt x="265" y="385"/>
                </a:lnTo>
                <a:lnTo>
                  <a:pt x="265" y="386"/>
                </a:lnTo>
                <a:lnTo>
                  <a:pt x="264" y="386"/>
                </a:lnTo>
                <a:lnTo>
                  <a:pt x="263" y="386"/>
                </a:lnTo>
                <a:lnTo>
                  <a:pt x="263" y="387"/>
                </a:lnTo>
                <a:lnTo>
                  <a:pt x="262" y="387"/>
                </a:lnTo>
                <a:lnTo>
                  <a:pt x="261" y="387"/>
                </a:lnTo>
                <a:lnTo>
                  <a:pt x="260" y="387"/>
                </a:lnTo>
                <a:lnTo>
                  <a:pt x="260" y="388"/>
                </a:lnTo>
                <a:lnTo>
                  <a:pt x="259" y="388"/>
                </a:lnTo>
                <a:lnTo>
                  <a:pt x="259" y="389"/>
                </a:lnTo>
                <a:lnTo>
                  <a:pt x="258" y="389"/>
                </a:lnTo>
                <a:lnTo>
                  <a:pt x="258" y="390"/>
                </a:lnTo>
                <a:lnTo>
                  <a:pt x="257" y="390"/>
                </a:lnTo>
                <a:lnTo>
                  <a:pt x="256" y="391"/>
                </a:lnTo>
                <a:lnTo>
                  <a:pt x="255" y="390"/>
                </a:lnTo>
                <a:lnTo>
                  <a:pt x="255" y="391"/>
                </a:lnTo>
                <a:lnTo>
                  <a:pt x="255" y="392"/>
                </a:lnTo>
                <a:lnTo>
                  <a:pt x="255" y="391"/>
                </a:lnTo>
                <a:lnTo>
                  <a:pt x="254" y="391"/>
                </a:lnTo>
                <a:lnTo>
                  <a:pt x="254" y="390"/>
                </a:lnTo>
                <a:lnTo>
                  <a:pt x="253" y="390"/>
                </a:lnTo>
                <a:lnTo>
                  <a:pt x="253" y="391"/>
                </a:lnTo>
                <a:lnTo>
                  <a:pt x="252" y="390"/>
                </a:lnTo>
                <a:lnTo>
                  <a:pt x="253" y="390"/>
                </a:lnTo>
                <a:lnTo>
                  <a:pt x="252" y="390"/>
                </a:lnTo>
                <a:lnTo>
                  <a:pt x="250" y="390"/>
                </a:lnTo>
                <a:lnTo>
                  <a:pt x="251" y="390"/>
                </a:lnTo>
                <a:lnTo>
                  <a:pt x="250" y="390"/>
                </a:lnTo>
                <a:lnTo>
                  <a:pt x="249" y="390"/>
                </a:lnTo>
                <a:lnTo>
                  <a:pt x="249" y="391"/>
                </a:lnTo>
                <a:lnTo>
                  <a:pt x="249" y="392"/>
                </a:lnTo>
                <a:lnTo>
                  <a:pt x="248" y="392"/>
                </a:lnTo>
                <a:lnTo>
                  <a:pt x="246" y="392"/>
                </a:lnTo>
                <a:lnTo>
                  <a:pt x="246" y="393"/>
                </a:lnTo>
                <a:lnTo>
                  <a:pt x="244" y="393"/>
                </a:lnTo>
                <a:lnTo>
                  <a:pt x="244" y="392"/>
                </a:lnTo>
                <a:lnTo>
                  <a:pt x="244" y="391"/>
                </a:lnTo>
                <a:lnTo>
                  <a:pt x="243" y="391"/>
                </a:lnTo>
                <a:lnTo>
                  <a:pt x="241" y="391"/>
                </a:lnTo>
                <a:lnTo>
                  <a:pt x="240" y="390"/>
                </a:lnTo>
                <a:lnTo>
                  <a:pt x="240" y="389"/>
                </a:lnTo>
                <a:lnTo>
                  <a:pt x="239" y="389"/>
                </a:lnTo>
                <a:lnTo>
                  <a:pt x="239" y="390"/>
                </a:lnTo>
                <a:lnTo>
                  <a:pt x="238" y="390"/>
                </a:lnTo>
                <a:lnTo>
                  <a:pt x="237" y="390"/>
                </a:lnTo>
                <a:lnTo>
                  <a:pt x="237" y="391"/>
                </a:lnTo>
                <a:lnTo>
                  <a:pt x="236" y="391"/>
                </a:lnTo>
                <a:lnTo>
                  <a:pt x="236" y="390"/>
                </a:lnTo>
                <a:lnTo>
                  <a:pt x="235" y="390"/>
                </a:lnTo>
                <a:lnTo>
                  <a:pt x="234" y="390"/>
                </a:lnTo>
                <a:lnTo>
                  <a:pt x="235" y="390"/>
                </a:lnTo>
                <a:lnTo>
                  <a:pt x="234" y="391"/>
                </a:lnTo>
                <a:lnTo>
                  <a:pt x="232" y="393"/>
                </a:lnTo>
                <a:lnTo>
                  <a:pt x="232" y="394"/>
                </a:lnTo>
                <a:lnTo>
                  <a:pt x="231" y="394"/>
                </a:lnTo>
                <a:lnTo>
                  <a:pt x="231" y="393"/>
                </a:lnTo>
                <a:lnTo>
                  <a:pt x="231" y="392"/>
                </a:lnTo>
                <a:lnTo>
                  <a:pt x="231" y="391"/>
                </a:lnTo>
                <a:lnTo>
                  <a:pt x="232" y="391"/>
                </a:lnTo>
                <a:lnTo>
                  <a:pt x="232" y="389"/>
                </a:lnTo>
                <a:lnTo>
                  <a:pt x="231" y="388"/>
                </a:lnTo>
                <a:lnTo>
                  <a:pt x="231" y="387"/>
                </a:lnTo>
                <a:lnTo>
                  <a:pt x="231" y="386"/>
                </a:lnTo>
                <a:lnTo>
                  <a:pt x="230" y="386"/>
                </a:lnTo>
                <a:lnTo>
                  <a:pt x="230" y="385"/>
                </a:lnTo>
                <a:lnTo>
                  <a:pt x="229" y="385"/>
                </a:lnTo>
                <a:lnTo>
                  <a:pt x="228" y="385"/>
                </a:lnTo>
                <a:lnTo>
                  <a:pt x="227" y="384"/>
                </a:lnTo>
                <a:lnTo>
                  <a:pt x="227" y="383"/>
                </a:lnTo>
                <a:lnTo>
                  <a:pt x="228" y="383"/>
                </a:lnTo>
                <a:lnTo>
                  <a:pt x="228" y="382"/>
                </a:lnTo>
                <a:lnTo>
                  <a:pt x="229" y="382"/>
                </a:lnTo>
                <a:lnTo>
                  <a:pt x="229" y="381"/>
                </a:lnTo>
                <a:lnTo>
                  <a:pt x="229" y="380"/>
                </a:lnTo>
                <a:lnTo>
                  <a:pt x="230" y="381"/>
                </a:lnTo>
                <a:lnTo>
                  <a:pt x="231" y="381"/>
                </a:lnTo>
                <a:lnTo>
                  <a:pt x="231" y="382"/>
                </a:lnTo>
                <a:lnTo>
                  <a:pt x="232" y="382"/>
                </a:lnTo>
                <a:lnTo>
                  <a:pt x="233" y="382"/>
                </a:lnTo>
                <a:lnTo>
                  <a:pt x="234" y="382"/>
                </a:lnTo>
                <a:lnTo>
                  <a:pt x="234" y="383"/>
                </a:lnTo>
                <a:lnTo>
                  <a:pt x="233" y="383"/>
                </a:lnTo>
                <a:lnTo>
                  <a:pt x="233" y="384"/>
                </a:lnTo>
                <a:lnTo>
                  <a:pt x="234" y="384"/>
                </a:lnTo>
                <a:lnTo>
                  <a:pt x="234" y="385"/>
                </a:lnTo>
                <a:lnTo>
                  <a:pt x="235" y="385"/>
                </a:lnTo>
                <a:lnTo>
                  <a:pt x="234" y="385"/>
                </a:lnTo>
                <a:lnTo>
                  <a:pt x="234" y="386"/>
                </a:lnTo>
                <a:lnTo>
                  <a:pt x="235" y="386"/>
                </a:lnTo>
                <a:lnTo>
                  <a:pt x="235" y="385"/>
                </a:lnTo>
                <a:lnTo>
                  <a:pt x="235" y="384"/>
                </a:lnTo>
                <a:lnTo>
                  <a:pt x="234" y="384"/>
                </a:lnTo>
                <a:lnTo>
                  <a:pt x="234" y="383"/>
                </a:lnTo>
                <a:lnTo>
                  <a:pt x="235" y="383"/>
                </a:lnTo>
                <a:lnTo>
                  <a:pt x="235" y="382"/>
                </a:lnTo>
                <a:lnTo>
                  <a:pt x="236" y="382"/>
                </a:lnTo>
                <a:lnTo>
                  <a:pt x="236" y="381"/>
                </a:lnTo>
                <a:lnTo>
                  <a:pt x="236" y="380"/>
                </a:lnTo>
                <a:lnTo>
                  <a:pt x="235" y="380"/>
                </a:lnTo>
                <a:lnTo>
                  <a:pt x="235" y="379"/>
                </a:lnTo>
                <a:lnTo>
                  <a:pt x="234" y="379"/>
                </a:lnTo>
                <a:lnTo>
                  <a:pt x="234" y="380"/>
                </a:lnTo>
                <a:lnTo>
                  <a:pt x="234" y="379"/>
                </a:lnTo>
                <a:lnTo>
                  <a:pt x="234" y="378"/>
                </a:lnTo>
                <a:lnTo>
                  <a:pt x="233" y="378"/>
                </a:lnTo>
                <a:lnTo>
                  <a:pt x="234" y="378"/>
                </a:lnTo>
                <a:lnTo>
                  <a:pt x="234" y="377"/>
                </a:lnTo>
                <a:lnTo>
                  <a:pt x="233" y="378"/>
                </a:lnTo>
                <a:lnTo>
                  <a:pt x="233" y="379"/>
                </a:lnTo>
                <a:lnTo>
                  <a:pt x="232" y="379"/>
                </a:lnTo>
                <a:lnTo>
                  <a:pt x="232" y="380"/>
                </a:lnTo>
                <a:lnTo>
                  <a:pt x="232" y="379"/>
                </a:lnTo>
                <a:lnTo>
                  <a:pt x="232" y="378"/>
                </a:lnTo>
                <a:lnTo>
                  <a:pt x="231" y="378"/>
                </a:lnTo>
                <a:lnTo>
                  <a:pt x="231" y="377"/>
                </a:lnTo>
                <a:lnTo>
                  <a:pt x="231" y="376"/>
                </a:lnTo>
                <a:lnTo>
                  <a:pt x="231" y="377"/>
                </a:lnTo>
                <a:lnTo>
                  <a:pt x="230" y="377"/>
                </a:lnTo>
                <a:lnTo>
                  <a:pt x="231" y="378"/>
                </a:lnTo>
                <a:lnTo>
                  <a:pt x="230" y="378"/>
                </a:lnTo>
                <a:lnTo>
                  <a:pt x="231" y="378"/>
                </a:lnTo>
                <a:lnTo>
                  <a:pt x="231" y="379"/>
                </a:lnTo>
                <a:lnTo>
                  <a:pt x="231" y="380"/>
                </a:lnTo>
                <a:lnTo>
                  <a:pt x="230" y="380"/>
                </a:lnTo>
                <a:lnTo>
                  <a:pt x="230" y="379"/>
                </a:lnTo>
                <a:lnTo>
                  <a:pt x="230" y="378"/>
                </a:lnTo>
                <a:lnTo>
                  <a:pt x="229" y="378"/>
                </a:lnTo>
                <a:lnTo>
                  <a:pt x="230" y="378"/>
                </a:lnTo>
                <a:lnTo>
                  <a:pt x="230" y="377"/>
                </a:lnTo>
                <a:lnTo>
                  <a:pt x="229" y="377"/>
                </a:lnTo>
                <a:lnTo>
                  <a:pt x="229" y="376"/>
                </a:lnTo>
                <a:lnTo>
                  <a:pt x="228" y="376"/>
                </a:lnTo>
                <a:lnTo>
                  <a:pt x="227" y="376"/>
                </a:lnTo>
                <a:lnTo>
                  <a:pt x="227" y="377"/>
                </a:lnTo>
                <a:lnTo>
                  <a:pt x="227" y="376"/>
                </a:lnTo>
                <a:lnTo>
                  <a:pt x="226" y="376"/>
                </a:lnTo>
                <a:lnTo>
                  <a:pt x="225" y="376"/>
                </a:lnTo>
                <a:lnTo>
                  <a:pt x="224" y="376"/>
                </a:lnTo>
                <a:lnTo>
                  <a:pt x="225" y="376"/>
                </a:lnTo>
                <a:lnTo>
                  <a:pt x="224" y="376"/>
                </a:lnTo>
                <a:lnTo>
                  <a:pt x="224" y="375"/>
                </a:lnTo>
                <a:lnTo>
                  <a:pt x="224" y="376"/>
                </a:lnTo>
                <a:lnTo>
                  <a:pt x="224" y="375"/>
                </a:lnTo>
                <a:lnTo>
                  <a:pt x="223" y="374"/>
                </a:lnTo>
                <a:lnTo>
                  <a:pt x="223" y="373"/>
                </a:lnTo>
                <a:lnTo>
                  <a:pt x="223" y="374"/>
                </a:lnTo>
                <a:lnTo>
                  <a:pt x="223" y="373"/>
                </a:lnTo>
                <a:lnTo>
                  <a:pt x="224" y="373"/>
                </a:lnTo>
                <a:lnTo>
                  <a:pt x="224" y="372"/>
                </a:lnTo>
                <a:lnTo>
                  <a:pt x="225" y="372"/>
                </a:lnTo>
                <a:lnTo>
                  <a:pt x="224" y="372"/>
                </a:lnTo>
                <a:lnTo>
                  <a:pt x="224" y="373"/>
                </a:lnTo>
                <a:lnTo>
                  <a:pt x="224" y="372"/>
                </a:lnTo>
                <a:lnTo>
                  <a:pt x="224" y="371"/>
                </a:lnTo>
                <a:lnTo>
                  <a:pt x="224" y="370"/>
                </a:lnTo>
                <a:lnTo>
                  <a:pt x="223" y="370"/>
                </a:lnTo>
                <a:lnTo>
                  <a:pt x="223" y="369"/>
                </a:lnTo>
                <a:lnTo>
                  <a:pt x="222" y="369"/>
                </a:lnTo>
                <a:lnTo>
                  <a:pt x="222" y="368"/>
                </a:lnTo>
                <a:lnTo>
                  <a:pt x="221" y="368"/>
                </a:lnTo>
                <a:lnTo>
                  <a:pt x="221" y="367"/>
                </a:lnTo>
                <a:lnTo>
                  <a:pt x="220" y="367"/>
                </a:lnTo>
                <a:lnTo>
                  <a:pt x="219" y="367"/>
                </a:lnTo>
                <a:lnTo>
                  <a:pt x="218" y="367"/>
                </a:lnTo>
                <a:lnTo>
                  <a:pt x="218" y="366"/>
                </a:lnTo>
                <a:lnTo>
                  <a:pt x="218" y="365"/>
                </a:lnTo>
                <a:lnTo>
                  <a:pt x="218" y="364"/>
                </a:lnTo>
                <a:lnTo>
                  <a:pt x="219" y="364"/>
                </a:lnTo>
                <a:lnTo>
                  <a:pt x="219" y="363"/>
                </a:lnTo>
                <a:lnTo>
                  <a:pt x="220" y="363"/>
                </a:lnTo>
                <a:lnTo>
                  <a:pt x="221" y="363"/>
                </a:lnTo>
                <a:lnTo>
                  <a:pt x="221" y="364"/>
                </a:lnTo>
                <a:lnTo>
                  <a:pt x="222" y="363"/>
                </a:lnTo>
                <a:lnTo>
                  <a:pt x="223" y="363"/>
                </a:lnTo>
                <a:lnTo>
                  <a:pt x="223" y="362"/>
                </a:lnTo>
                <a:lnTo>
                  <a:pt x="222" y="362"/>
                </a:lnTo>
                <a:lnTo>
                  <a:pt x="222" y="363"/>
                </a:lnTo>
                <a:lnTo>
                  <a:pt x="222" y="362"/>
                </a:lnTo>
                <a:lnTo>
                  <a:pt x="223" y="362"/>
                </a:lnTo>
                <a:lnTo>
                  <a:pt x="223" y="361"/>
                </a:lnTo>
                <a:lnTo>
                  <a:pt x="222" y="361"/>
                </a:lnTo>
                <a:lnTo>
                  <a:pt x="222" y="362"/>
                </a:lnTo>
                <a:lnTo>
                  <a:pt x="222" y="361"/>
                </a:lnTo>
                <a:lnTo>
                  <a:pt x="221" y="361"/>
                </a:lnTo>
                <a:lnTo>
                  <a:pt x="221" y="362"/>
                </a:lnTo>
                <a:lnTo>
                  <a:pt x="221" y="363"/>
                </a:lnTo>
                <a:lnTo>
                  <a:pt x="220" y="363"/>
                </a:lnTo>
                <a:lnTo>
                  <a:pt x="220" y="362"/>
                </a:lnTo>
                <a:lnTo>
                  <a:pt x="219" y="362"/>
                </a:lnTo>
                <a:lnTo>
                  <a:pt x="219" y="361"/>
                </a:lnTo>
                <a:lnTo>
                  <a:pt x="218" y="361"/>
                </a:lnTo>
                <a:lnTo>
                  <a:pt x="218" y="360"/>
                </a:lnTo>
                <a:lnTo>
                  <a:pt x="218" y="359"/>
                </a:lnTo>
                <a:lnTo>
                  <a:pt x="218" y="358"/>
                </a:lnTo>
                <a:lnTo>
                  <a:pt x="219" y="358"/>
                </a:lnTo>
                <a:lnTo>
                  <a:pt x="219" y="357"/>
                </a:lnTo>
                <a:lnTo>
                  <a:pt x="219" y="356"/>
                </a:lnTo>
                <a:lnTo>
                  <a:pt x="218" y="356"/>
                </a:lnTo>
                <a:lnTo>
                  <a:pt x="218" y="355"/>
                </a:lnTo>
                <a:lnTo>
                  <a:pt x="217" y="355"/>
                </a:lnTo>
                <a:lnTo>
                  <a:pt x="217" y="356"/>
                </a:lnTo>
                <a:lnTo>
                  <a:pt x="216" y="356"/>
                </a:lnTo>
                <a:lnTo>
                  <a:pt x="216" y="355"/>
                </a:lnTo>
                <a:lnTo>
                  <a:pt x="215" y="355"/>
                </a:lnTo>
                <a:lnTo>
                  <a:pt x="215" y="354"/>
                </a:lnTo>
                <a:lnTo>
                  <a:pt x="214" y="354"/>
                </a:lnTo>
                <a:lnTo>
                  <a:pt x="214" y="353"/>
                </a:lnTo>
                <a:lnTo>
                  <a:pt x="213" y="353"/>
                </a:lnTo>
                <a:lnTo>
                  <a:pt x="213" y="352"/>
                </a:lnTo>
                <a:lnTo>
                  <a:pt x="213" y="351"/>
                </a:lnTo>
                <a:lnTo>
                  <a:pt x="212" y="351"/>
                </a:lnTo>
                <a:lnTo>
                  <a:pt x="212" y="350"/>
                </a:lnTo>
                <a:lnTo>
                  <a:pt x="212" y="349"/>
                </a:lnTo>
                <a:lnTo>
                  <a:pt x="212" y="347"/>
                </a:lnTo>
                <a:lnTo>
                  <a:pt x="212" y="346"/>
                </a:lnTo>
                <a:lnTo>
                  <a:pt x="212" y="345"/>
                </a:lnTo>
                <a:lnTo>
                  <a:pt x="212" y="346"/>
                </a:lnTo>
                <a:lnTo>
                  <a:pt x="213" y="346"/>
                </a:lnTo>
                <a:lnTo>
                  <a:pt x="213" y="345"/>
                </a:lnTo>
                <a:lnTo>
                  <a:pt x="212" y="345"/>
                </a:lnTo>
                <a:lnTo>
                  <a:pt x="212" y="346"/>
                </a:lnTo>
                <a:lnTo>
                  <a:pt x="212" y="345"/>
                </a:lnTo>
                <a:lnTo>
                  <a:pt x="212" y="343"/>
                </a:lnTo>
                <a:lnTo>
                  <a:pt x="213" y="343"/>
                </a:lnTo>
                <a:lnTo>
                  <a:pt x="213" y="342"/>
                </a:lnTo>
                <a:lnTo>
                  <a:pt x="213" y="341"/>
                </a:lnTo>
                <a:lnTo>
                  <a:pt x="214" y="340"/>
                </a:lnTo>
                <a:lnTo>
                  <a:pt x="214" y="339"/>
                </a:lnTo>
                <a:lnTo>
                  <a:pt x="214" y="338"/>
                </a:lnTo>
                <a:lnTo>
                  <a:pt x="214" y="337"/>
                </a:lnTo>
                <a:lnTo>
                  <a:pt x="214" y="336"/>
                </a:lnTo>
                <a:lnTo>
                  <a:pt x="213" y="335"/>
                </a:lnTo>
                <a:lnTo>
                  <a:pt x="212" y="334"/>
                </a:lnTo>
                <a:lnTo>
                  <a:pt x="212" y="333"/>
                </a:lnTo>
                <a:lnTo>
                  <a:pt x="212" y="332"/>
                </a:lnTo>
                <a:lnTo>
                  <a:pt x="213" y="331"/>
                </a:lnTo>
                <a:lnTo>
                  <a:pt x="214" y="330"/>
                </a:lnTo>
                <a:lnTo>
                  <a:pt x="215" y="329"/>
                </a:lnTo>
                <a:lnTo>
                  <a:pt x="215" y="328"/>
                </a:lnTo>
                <a:lnTo>
                  <a:pt x="216" y="328"/>
                </a:lnTo>
                <a:lnTo>
                  <a:pt x="216" y="329"/>
                </a:lnTo>
                <a:lnTo>
                  <a:pt x="216" y="330"/>
                </a:lnTo>
                <a:lnTo>
                  <a:pt x="217" y="330"/>
                </a:lnTo>
                <a:lnTo>
                  <a:pt x="217" y="331"/>
                </a:lnTo>
                <a:lnTo>
                  <a:pt x="218" y="331"/>
                </a:lnTo>
                <a:lnTo>
                  <a:pt x="217" y="331"/>
                </a:lnTo>
                <a:lnTo>
                  <a:pt x="217" y="330"/>
                </a:lnTo>
                <a:lnTo>
                  <a:pt x="216" y="330"/>
                </a:lnTo>
                <a:lnTo>
                  <a:pt x="217" y="330"/>
                </a:lnTo>
                <a:lnTo>
                  <a:pt x="216" y="330"/>
                </a:lnTo>
                <a:lnTo>
                  <a:pt x="216" y="329"/>
                </a:lnTo>
                <a:lnTo>
                  <a:pt x="216" y="328"/>
                </a:lnTo>
                <a:lnTo>
                  <a:pt x="217" y="328"/>
                </a:lnTo>
                <a:lnTo>
                  <a:pt x="217" y="327"/>
                </a:lnTo>
                <a:lnTo>
                  <a:pt x="218" y="327"/>
                </a:lnTo>
                <a:lnTo>
                  <a:pt x="218" y="326"/>
                </a:lnTo>
                <a:lnTo>
                  <a:pt x="218" y="324"/>
                </a:lnTo>
                <a:lnTo>
                  <a:pt x="218" y="323"/>
                </a:lnTo>
                <a:lnTo>
                  <a:pt x="217" y="323"/>
                </a:lnTo>
                <a:lnTo>
                  <a:pt x="217" y="322"/>
                </a:lnTo>
                <a:lnTo>
                  <a:pt x="218" y="323"/>
                </a:lnTo>
                <a:lnTo>
                  <a:pt x="218" y="322"/>
                </a:lnTo>
                <a:lnTo>
                  <a:pt x="218" y="321"/>
                </a:lnTo>
                <a:lnTo>
                  <a:pt x="218" y="320"/>
                </a:lnTo>
                <a:lnTo>
                  <a:pt x="218" y="319"/>
                </a:lnTo>
                <a:lnTo>
                  <a:pt x="217" y="319"/>
                </a:lnTo>
                <a:lnTo>
                  <a:pt x="217" y="318"/>
                </a:lnTo>
                <a:lnTo>
                  <a:pt x="216" y="318"/>
                </a:lnTo>
                <a:lnTo>
                  <a:pt x="217" y="318"/>
                </a:lnTo>
                <a:lnTo>
                  <a:pt x="217" y="317"/>
                </a:lnTo>
                <a:lnTo>
                  <a:pt x="218" y="317"/>
                </a:lnTo>
                <a:lnTo>
                  <a:pt x="218" y="318"/>
                </a:lnTo>
                <a:lnTo>
                  <a:pt x="219" y="318"/>
                </a:lnTo>
                <a:lnTo>
                  <a:pt x="219" y="319"/>
                </a:lnTo>
                <a:lnTo>
                  <a:pt x="219" y="318"/>
                </a:lnTo>
                <a:lnTo>
                  <a:pt x="219" y="317"/>
                </a:lnTo>
                <a:lnTo>
                  <a:pt x="220" y="317"/>
                </a:lnTo>
                <a:lnTo>
                  <a:pt x="221" y="317"/>
                </a:lnTo>
                <a:lnTo>
                  <a:pt x="221" y="318"/>
                </a:lnTo>
                <a:lnTo>
                  <a:pt x="221" y="317"/>
                </a:lnTo>
                <a:lnTo>
                  <a:pt x="222" y="317"/>
                </a:lnTo>
                <a:lnTo>
                  <a:pt x="223" y="317"/>
                </a:lnTo>
                <a:lnTo>
                  <a:pt x="224" y="317"/>
                </a:lnTo>
                <a:lnTo>
                  <a:pt x="225" y="316"/>
                </a:lnTo>
                <a:lnTo>
                  <a:pt x="227" y="316"/>
                </a:lnTo>
                <a:lnTo>
                  <a:pt x="226" y="316"/>
                </a:lnTo>
                <a:lnTo>
                  <a:pt x="226" y="315"/>
                </a:lnTo>
                <a:lnTo>
                  <a:pt x="226" y="314"/>
                </a:lnTo>
                <a:lnTo>
                  <a:pt x="226" y="313"/>
                </a:lnTo>
                <a:lnTo>
                  <a:pt x="226" y="312"/>
                </a:lnTo>
                <a:lnTo>
                  <a:pt x="227" y="312"/>
                </a:lnTo>
                <a:lnTo>
                  <a:pt x="228" y="311"/>
                </a:lnTo>
                <a:lnTo>
                  <a:pt x="227" y="311"/>
                </a:lnTo>
                <a:lnTo>
                  <a:pt x="226" y="311"/>
                </a:lnTo>
                <a:lnTo>
                  <a:pt x="226" y="310"/>
                </a:lnTo>
                <a:lnTo>
                  <a:pt x="226" y="309"/>
                </a:lnTo>
                <a:lnTo>
                  <a:pt x="227" y="309"/>
                </a:lnTo>
                <a:lnTo>
                  <a:pt x="226" y="309"/>
                </a:lnTo>
                <a:lnTo>
                  <a:pt x="225" y="310"/>
                </a:lnTo>
                <a:lnTo>
                  <a:pt x="224" y="310"/>
                </a:lnTo>
                <a:lnTo>
                  <a:pt x="223" y="310"/>
                </a:lnTo>
                <a:lnTo>
                  <a:pt x="221" y="310"/>
                </a:lnTo>
                <a:lnTo>
                  <a:pt x="220" y="310"/>
                </a:lnTo>
                <a:lnTo>
                  <a:pt x="219" y="310"/>
                </a:lnTo>
                <a:lnTo>
                  <a:pt x="219" y="309"/>
                </a:lnTo>
                <a:lnTo>
                  <a:pt x="218" y="309"/>
                </a:lnTo>
                <a:lnTo>
                  <a:pt x="219" y="309"/>
                </a:lnTo>
                <a:lnTo>
                  <a:pt x="219" y="308"/>
                </a:lnTo>
                <a:lnTo>
                  <a:pt x="219" y="307"/>
                </a:lnTo>
                <a:lnTo>
                  <a:pt x="218" y="307"/>
                </a:lnTo>
                <a:lnTo>
                  <a:pt x="218" y="306"/>
                </a:lnTo>
                <a:lnTo>
                  <a:pt x="218" y="305"/>
                </a:lnTo>
                <a:lnTo>
                  <a:pt x="217" y="305"/>
                </a:lnTo>
                <a:lnTo>
                  <a:pt x="217" y="304"/>
                </a:lnTo>
                <a:lnTo>
                  <a:pt x="216" y="304"/>
                </a:lnTo>
                <a:lnTo>
                  <a:pt x="216" y="303"/>
                </a:lnTo>
                <a:lnTo>
                  <a:pt x="217" y="303"/>
                </a:lnTo>
                <a:lnTo>
                  <a:pt x="217" y="302"/>
                </a:lnTo>
                <a:lnTo>
                  <a:pt x="216" y="302"/>
                </a:lnTo>
                <a:lnTo>
                  <a:pt x="216" y="303"/>
                </a:lnTo>
                <a:lnTo>
                  <a:pt x="216" y="302"/>
                </a:lnTo>
                <a:lnTo>
                  <a:pt x="215" y="302"/>
                </a:lnTo>
                <a:lnTo>
                  <a:pt x="215" y="303"/>
                </a:lnTo>
                <a:lnTo>
                  <a:pt x="215" y="304"/>
                </a:lnTo>
                <a:lnTo>
                  <a:pt x="216" y="304"/>
                </a:lnTo>
                <a:lnTo>
                  <a:pt x="216" y="305"/>
                </a:lnTo>
                <a:lnTo>
                  <a:pt x="216" y="306"/>
                </a:lnTo>
                <a:lnTo>
                  <a:pt x="216" y="307"/>
                </a:lnTo>
                <a:lnTo>
                  <a:pt x="217" y="308"/>
                </a:lnTo>
                <a:lnTo>
                  <a:pt x="216" y="308"/>
                </a:lnTo>
                <a:lnTo>
                  <a:pt x="216" y="307"/>
                </a:lnTo>
                <a:lnTo>
                  <a:pt x="216" y="308"/>
                </a:lnTo>
                <a:lnTo>
                  <a:pt x="216" y="309"/>
                </a:lnTo>
                <a:lnTo>
                  <a:pt x="216" y="310"/>
                </a:lnTo>
                <a:lnTo>
                  <a:pt x="215" y="310"/>
                </a:lnTo>
                <a:lnTo>
                  <a:pt x="214" y="309"/>
                </a:lnTo>
                <a:lnTo>
                  <a:pt x="214" y="310"/>
                </a:lnTo>
                <a:lnTo>
                  <a:pt x="214" y="309"/>
                </a:lnTo>
                <a:lnTo>
                  <a:pt x="213" y="309"/>
                </a:lnTo>
                <a:lnTo>
                  <a:pt x="212" y="309"/>
                </a:lnTo>
                <a:lnTo>
                  <a:pt x="212" y="308"/>
                </a:lnTo>
                <a:lnTo>
                  <a:pt x="211" y="308"/>
                </a:lnTo>
                <a:lnTo>
                  <a:pt x="211" y="307"/>
                </a:lnTo>
                <a:lnTo>
                  <a:pt x="210" y="307"/>
                </a:lnTo>
                <a:lnTo>
                  <a:pt x="209" y="307"/>
                </a:lnTo>
                <a:lnTo>
                  <a:pt x="209" y="306"/>
                </a:lnTo>
                <a:lnTo>
                  <a:pt x="210" y="306"/>
                </a:lnTo>
                <a:lnTo>
                  <a:pt x="210" y="305"/>
                </a:lnTo>
                <a:lnTo>
                  <a:pt x="210" y="304"/>
                </a:lnTo>
                <a:lnTo>
                  <a:pt x="210" y="303"/>
                </a:lnTo>
                <a:lnTo>
                  <a:pt x="210" y="302"/>
                </a:lnTo>
                <a:lnTo>
                  <a:pt x="210" y="301"/>
                </a:lnTo>
                <a:lnTo>
                  <a:pt x="210" y="300"/>
                </a:lnTo>
                <a:lnTo>
                  <a:pt x="211" y="300"/>
                </a:lnTo>
                <a:lnTo>
                  <a:pt x="210" y="300"/>
                </a:lnTo>
                <a:lnTo>
                  <a:pt x="211" y="300"/>
                </a:lnTo>
                <a:lnTo>
                  <a:pt x="210" y="300"/>
                </a:lnTo>
                <a:lnTo>
                  <a:pt x="209" y="300"/>
                </a:lnTo>
                <a:lnTo>
                  <a:pt x="209" y="301"/>
                </a:lnTo>
                <a:lnTo>
                  <a:pt x="208" y="301"/>
                </a:lnTo>
                <a:lnTo>
                  <a:pt x="208" y="302"/>
                </a:lnTo>
                <a:lnTo>
                  <a:pt x="208" y="303"/>
                </a:lnTo>
                <a:lnTo>
                  <a:pt x="208" y="304"/>
                </a:lnTo>
                <a:lnTo>
                  <a:pt x="208" y="303"/>
                </a:lnTo>
                <a:lnTo>
                  <a:pt x="207" y="303"/>
                </a:lnTo>
                <a:lnTo>
                  <a:pt x="206" y="303"/>
                </a:lnTo>
                <a:lnTo>
                  <a:pt x="206" y="302"/>
                </a:lnTo>
                <a:lnTo>
                  <a:pt x="207" y="301"/>
                </a:lnTo>
                <a:lnTo>
                  <a:pt x="206" y="301"/>
                </a:lnTo>
                <a:lnTo>
                  <a:pt x="206" y="300"/>
                </a:lnTo>
                <a:lnTo>
                  <a:pt x="205" y="300"/>
                </a:lnTo>
                <a:lnTo>
                  <a:pt x="205" y="299"/>
                </a:lnTo>
                <a:lnTo>
                  <a:pt x="206" y="300"/>
                </a:lnTo>
                <a:lnTo>
                  <a:pt x="206" y="298"/>
                </a:lnTo>
                <a:lnTo>
                  <a:pt x="205" y="298"/>
                </a:lnTo>
                <a:lnTo>
                  <a:pt x="205" y="299"/>
                </a:lnTo>
                <a:lnTo>
                  <a:pt x="204" y="299"/>
                </a:lnTo>
                <a:lnTo>
                  <a:pt x="204" y="298"/>
                </a:lnTo>
                <a:lnTo>
                  <a:pt x="204" y="297"/>
                </a:lnTo>
                <a:lnTo>
                  <a:pt x="203" y="297"/>
                </a:lnTo>
                <a:lnTo>
                  <a:pt x="204" y="297"/>
                </a:lnTo>
                <a:lnTo>
                  <a:pt x="203" y="297"/>
                </a:lnTo>
                <a:lnTo>
                  <a:pt x="203" y="296"/>
                </a:lnTo>
                <a:lnTo>
                  <a:pt x="203" y="297"/>
                </a:lnTo>
                <a:lnTo>
                  <a:pt x="203" y="296"/>
                </a:lnTo>
                <a:lnTo>
                  <a:pt x="203" y="295"/>
                </a:lnTo>
                <a:lnTo>
                  <a:pt x="202" y="295"/>
                </a:lnTo>
                <a:lnTo>
                  <a:pt x="202" y="294"/>
                </a:lnTo>
                <a:lnTo>
                  <a:pt x="202" y="293"/>
                </a:lnTo>
                <a:lnTo>
                  <a:pt x="203" y="293"/>
                </a:lnTo>
                <a:lnTo>
                  <a:pt x="203" y="292"/>
                </a:lnTo>
                <a:lnTo>
                  <a:pt x="203" y="293"/>
                </a:lnTo>
                <a:lnTo>
                  <a:pt x="203" y="292"/>
                </a:lnTo>
                <a:lnTo>
                  <a:pt x="204" y="292"/>
                </a:lnTo>
                <a:lnTo>
                  <a:pt x="204" y="293"/>
                </a:lnTo>
                <a:lnTo>
                  <a:pt x="204" y="292"/>
                </a:lnTo>
                <a:lnTo>
                  <a:pt x="204" y="293"/>
                </a:lnTo>
                <a:lnTo>
                  <a:pt x="204" y="292"/>
                </a:lnTo>
                <a:lnTo>
                  <a:pt x="205" y="292"/>
                </a:lnTo>
                <a:lnTo>
                  <a:pt x="205" y="291"/>
                </a:lnTo>
                <a:lnTo>
                  <a:pt x="204" y="291"/>
                </a:lnTo>
                <a:lnTo>
                  <a:pt x="204" y="292"/>
                </a:lnTo>
                <a:lnTo>
                  <a:pt x="204" y="291"/>
                </a:lnTo>
                <a:lnTo>
                  <a:pt x="204" y="292"/>
                </a:lnTo>
                <a:lnTo>
                  <a:pt x="204" y="291"/>
                </a:lnTo>
                <a:lnTo>
                  <a:pt x="204" y="292"/>
                </a:lnTo>
                <a:lnTo>
                  <a:pt x="204" y="291"/>
                </a:lnTo>
                <a:lnTo>
                  <a:pt x="203" y="291"/>
                </a:lnTo>
                <a:lnTo>
                  <a:pt x="203" y="292"/>
                </a:lnTo>
                <a:lnTo>
                  <a:pt x="202" y="292"/>
                </a:lnTo>
                <a:lnTo>
                  <a:pt x="201" y="292"/>
                </a:lnTo>
                <a:lnTo>
                  <a:pt x="201" y="293"/>
                </a:lnTo>
                <a:lnTo>
                  <a:pt x="200" y="293"/>
                </a:lnTo>
                <a:lnTo>
                  <a:pt x="200" y="294"/>
                </a:lnTo>
                <a:lnTo>
                  <a:pt x="199" y="294"/>
                </a:lnTo>
                <a:lnTo>
                  <a:pt x="199" y="295"/>
                </a:lnTo>
                <a:lnTo>
                  <a:pt x="200" y="295"/>
                </a:lnTo>
                <a:lnTo>
                  <a:pt x="201" y="295"/>
                </a:lnTo>
                <a:lnTo>
                  <a:pt x="201" y="296"/>
                </a:lnTo>
                <a:lnTo>
                  <a:pt x="200" y="296"/>
                </a:lnTo>
                <a:lnTo>
                  <a:pt x="201" y="296"/>
                </a:lnTo>
                <a:lnTo>
                  <a:pt x="200" y="296"/>
                </a:lnTo>
                <a:lnTo>
                  <a:pt x="201" y="296"/>
                </a:lnTo>
                <a:lnTo>
                  <a:pt x="201" y="297"/>
                </a:lnTo>
                <a:lnTo>
                  <a:pt x="200" y="297"/>
                </a:lnTo>
                <a:lnTo>
                  <a:pt x="200" y="298"/>
                </a:lnTo>
                <a:lnTo>
                  <a:pt x="199" y="298"/>
                </a:lnTo>
                <a:lnTo>
                  <a:pt x="199" y="297"/>
                </a:lnTo>
                <a:lnTo>
                  <a:pt x="198" y="297"/>
                </a:lnTo>
                <a:lnTo>
                  <a:pt x="198" y="298"/>
                </a:lnTo>
                <a:lnTo>
                  <a:pt x="199" y="298"/>
                </a:lnTo>
                <a:lnTo>
                  <a:pt x="200" y="298"/>
                </a:lnTo>
                <a:lnTo>
                  <a:pt x="201" y="298"/>
                </a:lnTo>
                <a:lnTo>
                  <a:pt x="201" y="299"/>
                </a:lnTo>
                <a:lnTo>
                  <a:pt x="202" y="299"/>
                </a:lnTo>
                <a:lnTo>
                  <a:pt x="201" y="299"/>
                </a:lnTo>
                <a:lnTo>
                  <a:pt x="202" y="299"/>
                </a:lnTo>
                <a:lnTo>
                  <a:pt x="202" y="300"/>
                </a:lnTo>
                <a:lnTo>
                  <a:pt x="203" y="300"/>
                </a:lnTo>
                <a:lnTo>
                  <a:pt x="203" y="301"/>
                </a:lnTo>
                <a:lnTo>
                  <a:pt x="204" y="301"/>
                </a:lnTo>
                <a:lnTo>
                  <a:pt x="203" y="301"/>
                </a:lnTo>
                <a:lnTo>
                  <a:pt x="204" y="301"/>
                </a:lnTo>
                <a:lnTo>
                  <a:pt x="204" y="302"/>
                </a:lnTo>
                <a:lnTo>
                  <a:pt x="205" y="302"/>
                </a:lnTo>
                <a:lnTo>
                  <a:pt x="204" y="302"/>
                </a:lnTo>
                <a:lnTo>
                  <a:pt x="204" y="303"/>
                </a:lnTo>
                <a:lnTo>
                  <a:pt x="204" y="304"/>
                </a:lnTo>
                <a:lnTo>
                  <a:pt x="203" y="304"/>
                </a:lnTo>
                <a:lnTo>
                  <a:pt x="203" y="305"/>
                </a:lnTo>
                <a:lnTo>
                  <a:pt x="203" y="306"/>
                </a:lnTo>
                <a:lnTo>
                  <a:pt x="203" y="307"/>
                </a:lnTo>
                <a:lnTo>
                  <a:pt x="202" y="307"/>
                </a:lnTo>
                <a:lnTo>
                  <a:pt x="203" y="308"/>
                </a:lnTo>
                <a:lnTo>
                  <a:pt x="202" y="309"/>
                </a:lnTo>
                <a:lnTo>
                  <a:pt x="203" y="309"/>
                </a:lnTo>
                <a:lnTo>
                  <a:pt x="201" y="309"/>
                </a:lnTo>
                <a:lnTo>
                  <a:pt x="200" y="309"/>
                </a:lnTo>
                <a:lnTo>
                  <a:pt x="199" y="310"/>
                </a:lnTo>
                <a:lnTo>
                  <a:pt x="198" y="310"/>
                </a:lnTo>
                <a:lnTo>
                  <a:pt x="197" y="310"/>
                </a:lnTo>
                <a:lnTo>
                  <a:pt x="196" y="310"/>
                </a:lnTo>
                <a:lnTo>
                  <a:pt x="196" y="311"/>
                </a:lnTo>
                <a:lnTo>
                  <a:pt x="195" y="311"/>
                </a:lnTo>
                <a:lnTo>
                  <a:pt x="193" y="311"/>
                </a:lnTo>
                <a:lnTo>
                  <a:pt x="192" y="311"/>
                </a:lnTo>
                <a:lnTo>
                  <a:pt x="191" y="311"/>
                </a:lnTo>
                <a:lnTo>
                  <a:pt x="190" y="312"/>
                </a:lnTo>
                <a:lnTo>
                  <a:pt x="189" y="312"/>
                </a:lnTo>
                <a:lnTo>
                  <a:pt x="188" y="312"/>
                </a:lnTo>
                <a:lnTo>
                  <a:pt x="189" y="311"/>
                </a:lnTo>
                <a:lnTo>
                  <a:pt x="188" y="311"/>
                </a:lnTo>
                <a:lnTo>
                  <a:pt x="188" y="310"/>
                </a:lnTo>
                <a:lnTo>
                  <a:pt x="188" y="311"/>
                </a:lnTo>
                <a:lnTo>
                  <a:pt x="188" y="312"/>
                </a:lnTo>
                <a:lnTo>
                  <a:pt x="187" y="312"/>
                </a:lnTo>
                <a:lnTo>
                  <a:pt x="186" y="312"/>
                </a:lnTo>
                <a:lnTo>
                  <a:pt x="186" y="313"/>
                </a:lnTo>
                <a:lnTo>
                  <a:pt x="185" y="313"/>
                </a:lnTo>
                <a:lnTo>
                  <a:pt x="184" y="313"/>
                </a:lnTo>
                <a:lnTo>
                  <a:pt x="183" y="314"/>
                </a:lnTo>
                <a:lnTo>
                  <a:pt x="183" y="313"/>
                </a:lnTo>
                <a:lnTo>
                  <a:pt x="182" y="313"/>
                </a:lnTo>
                <a:lnTo>
                  <a:pt x="182" y="312"/>
                </a:lnTo>
                <a:lnTo>
                  <a:pt x="182" y="311"/>
                </a:lnTo>
                <a:lnTo>
                  <a:pt x="183" y="311"/>
                </a:lnTo>
                <a:lnTo>
                  <a:pt x="183" y="310"/>
                </a:lnTo>
                <a:lnTo>
                  <a:pt x="182" y="310"/>
                </a:lnTo>
                <a:lnTo>
                  <a:pt x="182" y="311"/>
                </a:lnTo>
                <a:lnTo>
                  <a:pt x="182" y="312"/>
                </a:lnTo>
                <a:lnTo>
                  <a:pt x="181" y="312"/>
                </a:lnTo>
                <a:lnTo>
                  <a:pt x="182" y="312"/>
                </a:lnTo>
                <a:lnTo>
                  <a:pt x="182" y="313"/>
                </a:lnTo>
                <a:lnTo>
                  <a:pt x="182" y="314"/>
                </a:lnTo>
                <a:lnTo>
                  <a:pt x="181" y="314"/>
                </a:lnTo>
                <a:lnTo>
                  <a:pt x="180" y="314"/>
                </a:lnTo>
                <a:lnTo>
                  <a:pt x="179" y="314"/>
                </a:lnTo>
                <a:lnTo>
                  <a:pt x="179" y="315"/>
                </a:lnTo>
                <a:lnTo>
                  <a:pt x="178" y="315"/>
                </a:lnTo>
                <a:lnTo>
                  <a:pt x="177" y="315"/>
                </a:lnTo>
                <a:lnTo>
                  <a:pt x="177" y="316"/>
                </a:lnTo>
                <a:lnTo>
                  <a:pt x="177" y="315"/>
                </a:lnTo>
                <a:lnTo>
                  <a:pt x="176" y="315"/>
                </a:lnTo>
                <a:lnTo>
                  <a:pt x="175" y="315"/>
                </a:lnTo>
                <a:lnTo>
                  <a:pt x="174" y="314"/>
                </a:lnTo>
                <a:lnTo>
                  <a:pt x="174" y="315"/>
                </a:lnTo>
                <a:lnTo>
                  <a:pt x="173" y="314"/>
                </a:lnTo>
                <a:lnTo>
                  <a:pt x="172" y="314"/>
                </a:lnTo>
                <a:lnTo>
                  <a:pt x="171" y="314"/>
                </a:lnTo>
                <a:lnTo>
                  <a:pt x="171" y="313"/>
                </a:lnTo>
                <a:lnTo>
                  <a:pt x="170" y="313"/>
                </a:lnTo>
                <a:lnTo>
                  <a:pt x="169" y="313"/>
                </a:lnTo>
                <a:lnTo>
                  <a:pt x="170" y="312"/>
                </a:lnTo>
                <a:lnTo>
                  <a:pt x="170" y="311"/>
                </a:lnTo>
                <a:lnTo>
                  <a:pt x="171" y="311"/>
                </a:lnTo>
                <a:lnTo>
                  <a:pt x="171" y="310"/>
                </a:lnTo>
                <a:lnTo>
                  <a:pt x="172" y="310"/>
                </a:lnTo>
                <a:lnTo>
                  <a:pt x="172" y="311"/>
                </a:lnTo>
                <a:lnTo>
                  <a:pt x="173" y="310"/>
                </a:lnTo>
                <a:lnTo>
                  <a:pt x="174" y="310"/>
                </a:lnTo>
                <a:lnTo>
                  <a:pt x="175" y="310"/>
                </a:lnTo>
                <a:lnTo>
                  <a:pt x="176" y="309"/>
                </a:lnTo>
                <a:lnTo>
                  <a:pt x="177" y="308"/>
                </a:lnTo>
                <a:lnTo>
                  <a:pt x="177" y="307"/>
                </a:lnTo>
                <a:lnTo>
                  <a:pt x="177" y="306"/>
                </a:lnTo>
                <a:lnTo>
                  <a:pt x="177" y="305"/>
                </a:lnTo>
                <a:lnTo>
                  <a:pt x="176" y="305"/>
                </a:lnTo>
                <a:lnTo>
                  <a:pt x="176" y="304"/>
                </a:lnTo>
                <a:lnTo>
                  <a:pt x="176" y="303"/>
                </a:lnTo>
                <a:lnTo>
                  <a:pt x="176" y="304"/>
                </a:lnTo>
                <a:lnTo>
                  <a:pt x="175" y="304"/>
                </a:lnTo>
                <a:lnTo>
                  <a:pt x="175" y="303"/>
                </a:lnTo>
                <a:lnTo>
                  <a:pt x="174" y="303"/>
                </a:lnTo>
                <a:lnTo>
                  <a:pt x="174" y="304"/>
                </a:lnTo>
                <a:lnTo>
                  <a:pt x="173" y="304"/>
                </a:lnTo>
                <a:lnTo>
                  <a:pt x="173" y="303"/>
                </a:lnTo>
                <a:lnTo>
                  <a:pt x="172" y="303"/>
                </a:lnTo>
                <a:lnTo>
                  <a:pt x="171" y="303"/>
                </a:lnTo>
                <a:lnTo>
                  <a:pt x="171" y="302"/>
                </a:lnTo>
                <a:lnTo>
                  <a:pt x="171" y="301"/>
                </a:lnTo>
                <a:lnTo>
                  <a:pt x="171" y="300"/>
                </a:lnTo>
                <a:lnTo>
                  <a:pt x="172" y="300"/>
                </a:lnTo>
                <a:lnTo>
                  <a:pt x="172" y="299"/>
                </a:lnTo>
                <a:lnTo>
                  <a:pt x="173" y="299"/>
                </a:lnTo>
                <a:lnTo>
                  <a:pt x="174" y="298"/>
                </a:lnTo>
                <a:lnTo>
                  <a:pt x="173" y="299"/>
                </a:lnTo>
                <a:lnTo>
                  <a:pt x="172" y="299"/>
                </a:lnTo>
                <a:lnTo>
                  <a:pt x="172" y="300"/>
                </a:lnTo>
                <a:lnTo>
                  <a:pt x="171" y="300"/>
                </a:lnTo>
                <a:lnTo>
                  <a:pt x="171" y="301"/>
                </a:lnTo>
                <a:lnTo>
                  <a:pt x="171" y="302"/>
                </a:lnTo>
                <a:lnTo>
                  <a:pt x="171" y="303"/>
                </a:lnTo>
                <a:lnTo>
                  <a:pt x="170" y="303"/>
                </a:lnTo>
                <a:lnTo>
                  <a:pt x="170" y="302"/>
                </a:lnTo>
                <a:lnTo>
                  <a:pt x="169" y="302"/>
                </a:lnTo>
                <a:lnTo>
                  <a:pt x="170" y="302"/>
                </a:lnTo>
                <a:lnTo>
                  <a:pt x="170" y="301"/>
                </a:lnTo>
                <a:lnTo>
                  <a:pt x="171" y="301"/>
                </a:lnTo>
                <a:lnTo>
                  <a:pt x="171" y="300"/>
                </a:lnTo>
                <a:lnTo>
                  <a:pt x="171" y="299"/>
                </a:lnTo>
                <a:lnTo>
                  <a:pt x="171" y="298"/>
                </a:lnTo>
                <a:lnTo>
                  <a:pt x="172" y="298"/>
                </a:lnTo>
                <a:lnTo>
                  <a:pt x="171" y="298"/>
                </a:lnTo>
                <a:lnTo>
                  <a:pt x="171" y="299"/>
                </a:lnTo>
                <a:lnTo>
                  <a:pt x="170" y="299"/>
                </a:lnTo>
                <a:lnTo>
                  <a:pt x="171" y="299"/>
                </a:lnTo>
                <a:lnTo>
                  <a:pt x="171" y="300"/>
                </a:lnTo>
                <a:lnTo>
                  <a:pt x="170" y="300"/>
                </a:lnTo>
                <a:lnTo>
                  <a:pt x="170" y="301"/>
                </a:lnTo>
                <a:lnTo>
                  <a:pt x="169" y="301"/>
                </a:lnTo>
                <a:lnTo>
                  <a:pt x="168" y="301"/>
                </a:lnTo>
                <a:lnTo>
                  <a:pt x="167" y="301"/>
                </a:lnTo>
                <a:lnTo>
                  <a:pt x="167" y="302"/>
                </a:lnTo>
                <a:lnTo>
                  <a:pt x="166" y="302"/>
                </a:lnTo>
                <a:lnTo>
                  <a:pt x="166" y="303"/>
                </a:lnTo>
                <a:lnTo>
                  <a:pt x="166" y="302"/>
                </a:lnTo>
                <a:lnTo>
                  <a:pt x="165" y="303"/>
                </a:lnTo>
                <a:lnTo>
                  <a:pt x="164" y="303"/>
                </a:lnTo>
                <a:lnTo>
                  <a:pt x="163" y="302"/>
                </a:lnTo>
                <a:lnTo>
                  <a:pt x="162" y="302"/>
                </a:lnTo>
                <a:lnTo>
                  <a:pt x="161" y="302"/>
                </a:lnTo>
                <a:lnTo>
                  <a:pt x="160" y="302"/>
                </a:lnTo>
                <a:lnTo>
                  <a:pt x="160" y="301"/>
                </a:lnTo>
                <a:lnTo>
                  <a:pt x="160" y="300"/>
                </a:lnTo>
                <a:lnTo>
                  <a:pt x="159" y="300"/>
                </a:lnTo>
                <a:lnTo>
                  <a:pt x="159" y="299"/>
                </a:lnTo>
                <a:lnTo>
                  <a:pt x="158" y="299"/>
                </a:lnTo>
                <a:lnTo>
                  <a:pt x="157" y="298"/>
                </a:lnTo>
                <a:lnTo>
                  <a:pt x="156" y="297"/>
                </a:lnTo>
                <a:lnTo>
                  <a:pt x="156" y="296"/>
                </a:lnTo>
                <a:lnTo>
                  <a:pt x="157" y="296"/>
                </a:lnTo>
                <a:lnTo>
                  <a:pt x="157" y="295"/>
                </a:lnTo>
                <a:lnTo>
                  <a:pt x="157" y="294"/>
                </a:lnTo>
                <a:lnTo>
                  <a:pt x="157" y="293"/>
                </a:lnTo>
                <a:lnTo>
                  <a:pt x="158" y="293"/>
                </a:lnTo>
                <a:lnTo>
                  <a:pt x="159" y="293"/>
                </a:lnTo>
                <a:lnTo>
                  <a:pt x="160" y="292"/>
                </a:lnTo>
                <a:lnTo>
                  <a:pt x="159" y="292"/>
                </a:lnTo>
                <a:lnTo>
                  <a:pt x="159" y="293"/>
                </a:lnTo>
                <a:lnTo>
                  <a:pt x="158" y="293"/>
                </a:lnTo>
                <a:lnTo>
                  <a:pt x="159" y="293"/>
                </a:lnTo>
                <a:lnTo>
                  <a:pt x="159" y="292"/>
                </a:lnTo>
                <a:lnTo>
                  <a:pt x="158" y="292"/>
                </a:lnTo>
                <a:lnTo>
                  <a:pt x="158" y="293"/>
                </a:lnTo>
                <a:lnTo>
                  <a:pt x="157" y="293"/>
                </a:lnTo>
                <a:lnTo>
                  <a:pt x="157" y="292"/>
                </a:lnTo>
                <a:lnTo>
                  <a:pt x="157" y="291"/>
                </a:lnTo>
                <a:lnTo>
                  <a:pt x="156" y="290"/>
                </a:lnTo>
                <a:lnTo>
                  <a:pt x="156" y="289"/>
                </a:lnTo>
                <a:lnTo>
                  <a:pt x="155" y="289"/>
                </a:lnTo>
                <a:lnTo>
                  <a:pt x="154" y="288"/>
                </a:lnTo>
                <a:lnTo>
                  <a:pt x="154" y="289"/>
                </a:lnTo>
                <a:lnTo>
                  <a:pt x="155" y="289"/>
                </a:lnTo>
                <a:lnTo>
                  <a:pt x="155" y="290"/>
                </a:lnTo>
                <a:lnTo>
                  <a:pt x="156" y="290"/>
                </a:lnTo>
                <a:lnTo>
                  <a:pt x="156" y="291"/>
                </a:lnTo>
                <a:lnTo>
                  <a:pt x="155" y="291"/>
                </a:lnTo>
                <a:lnTo>
                  <a:pt x="155" y="290"/>
                </a:lnTo>
                <a:lnTo>
                  <a:pt x="154" y="290"/>
                </a:lnTo>
                <a:lnTo>
                  <a:pt x="155" y="290"/>
                </a:lnTo>
                <a:lnTo>
                  <a:pt x="155" y="291"/>
                </a:lnTo>
                <a:lnTo>
                  <a:pt x="156" y="291"/>
                </a:lnTo>
                <a:lnTo>
                  <a:pt x="156" y="292"/>
                </a:lnTo>
                <a:lnTo>
                  <a:pt x="157" y="292"/>
                </a:lnTo>
                <a:lnTo>
                  <a:pt x="156" y="292"/>
                </a:lnTo>
                <a:lnTo>
                  <a:pt x="156" y="293"/>
                </a:lnTo>
                <a:lnTo>
                  <a:pt x="156" y="294"/>
                </a:lnTo>
                <a:lnTo>
                  <a:pt x="156" y="295"/>
                </a:lnTo>
                <a:lnTo>
                  <a:pt x="155" y="295"/>
                </a:lnTo>
                <a:lnTo>
                  <a:pt x="156" y="295"/>
                </a:lnTo>
                <a:lnTo>
                  <a:pt x="156" y="296"/>
                </a:lnTo>
                <a:lnTo>
                  <a:pt x="155" y="296"/>
                </a:lnTo>
                <a:lnTo>
                  <a:pt x="154" y="296"/>
                </a:lnTo>
                <a:lnTo>
                  <a:pt x="155" y="296"/>
                </a:lnTo>
                <a:lnTo>
                  <a:pt x="155" y="297"/>
                </a:lnTo>
                <a:lnTo>
                  <a:pt x="156" y="297"/>
                </a:lnTo>
                <a:lnTo>
                  <a:pt x="156" y="298"/>
                </a:lnTo>
                <a:lnTo>
                  <a:pt x="156" y="299"/>
                </a:lnTo>
                <a:lnTo>
                  <a:pt x="156" y="300"/>
                </a:lnTo>
                <a:lnTo>
                  <a:pt x="157" y="300"/>
                </a:lnTo>
                <a:lnTo>
                  <a:pt x="157" y="301"/>
                </a:lnTo>
                <a:lnTo>
                  <a:pt x="156" y="301"/>
                </a:lnTo>
                <a:lnTo>
                  <a:pt x="157" y="302"/>
                </a:lnTo>
                <a:lnTo>
                  <a:pt x="156" y="302"/>
                </a:lnTo>
                <a:lnTo>
                  <a:pt x="155" y="302"/>
                </a:lnTo>
                <a:lnTo>
                  <a:pt x="155" y="301"/>
                </a:lnTo>
                <a:lnTo>
                  <a:pt x="154" y="301"/>
                </a:lnTo>
                <a:lnTo>
                  <a:pt x="154" y="300"/>
                </a:lnTo>
                <a:lnTo>
                  <a:pt x="154" y="301"/>
                </a:lnTo>
                <a:lnTo>
                  <a:pt x="153" y="301"/>
                </a:lnTo>
                <a:lnTo>
                  <a:pt x="152" y="301"/>
                </a:lnTo>
                <a:lnTo>
                  <a:pt x="151" y="301"/>
                </a:lnTo>
                <a:lnTo>
                  <a:pt x="151" y="302"/>
                </a:lnTo>
                <a:lnTo>
                  <a:pt x="150" y="302"/>
                </a:lnTo>
                <a:lnTo>
                  <a:pt x="150" y="303"/>
                </a:lnTo>
                <a:lnTo>
                  <a:pt x="149" y="302"/>
                </a:lnTo>
                <a:lnTo>
                  <a:pt x="149" y="301"/>
                </a:lnTo>
                <a:lnTo>
                  <a:pt x="149" y="300"/>
                </a:lnTo>
                <a:lnTo>
                  <a:pt x="148" y="300"/>
                </a:lnTo>
                <a:lnTo>
                  <a:pt x="147" y="300"/>
                </a:lnTo>
                <a:lnTo>
                  <a:pt x="147" y="299"/>
                </a:lnTo>
                <a:lnTo>
                  <a:pt x="148" y="299"/>
                </a:lnTo>
                <a:lnTo>
                  <a:pt x="148" y="298"/>
                </a:lnTo>
                <a:lnTo>
                  <a:pt x="147" y="298"/>
                </a:lnTo>
                <a:lnTo>
                  <a:pt x="147" y="297"/>
                </a:lnTo>
                <a:lnTo>
                  <a:pt x="147" y="296"/>
                </a:lnTo>
                <a:lnTo>
                  <a:pt x="147" y="295"/>
                </a:lnTo>
                <a:lnTo>
                  <a:pt x="147" y="294"/>
                </a:lnTo>
                <a:lnTo>
                  <a:pt x="147" y="295"/>
                </a:lnTo>
                <a:lnTo>
                  <a:pt x="147" y="296"/>
                </a:lnTo>
                <a:lnTo>
                  <a:pt x="146" y="296"/>
                </a:lnTo>
                <a:lnTo>
                  <a:pt x="146" y="297"/>
                </a:lnTo>
                <a:lnTo>
                  <a:pt x="145" y="296"/>
                </a:lnTo>
                <a:lnTo>
                  <a:pt x="145" y="295"/>
                </a:lnTo>
                <a:lnTo>
                  <a:pt x="144" y="296"/>
                </a:lnTo>
                <a:lnTo>
                  <a:pt x="144" y="295"/>
                </a:lnTo>
                <a:lnTo>
                  <a:pt x="144" y="296"/>
                </a:lnTo>
                <a:lnTo>
                  <a:pt x="145" y="296"/>
                </a:lnTo>
                <a:lnTo>
                  <a:pt x="145" y="297"/>
                </a:lnTo>
                <a:lnTo>
                  <a:pt x="144" y="297"/>
                </a:lnTo>
                <a:lnTo>
                  <a:pt x="145" y="299"/>
                </a:lnTo>
                <a:lnTo>
                  <a:pt x="144" y="299"/>
                </a:lnTo>
                <a:lnTo>
                  <a:pt x="143" y="299"/>
                </a:lnTo>
                <a:lnTo>
                  <a:pt x="142" y="298"/>
                </a:lnTo>
                <a:lnTo>
                  <a:pt x="142" y="297"/>
                </a:lnTo>
                <a:lnTo>
                  <a:pt x="142" y="296"/>
                </a:lnTo>
                <a:lnTo>
                  <a:pt x="142" y="295"/>
                </a:lnTo>
                <a:lnTo>
                  <a:pt x="142" y="294"/>
                </a:lnTo>
                <a:lnTo>
                  <a:pt x="143" y="294"/>
                </a:lnTo>
                <a:lnTo>
                  <a:pt x="143" y="293"/>
                </a:lnTo>
                <a:lnTo>
                  <a:pt x="143" y="292"/>
                </a:lnTo>
                <a:lnTo>
                  <a:pt x="143" y="291"/>
                </a:lnTo>
                <a:lnTo>
                  <a:pt x="144" y="291"/>
                </a:lnTo>
                <a:lnTo>
                  <a:pt x="145" y="290"/>
                </a:lnTo>
                <a:lnTo>
                  <a:pt x="144" y="290"/>
                </a:lnTo>
                <a:lnTo>
                  <a:pt x="144" y="291"/>
                </a:lnTo>
                <a:lnTo>
                  <a:pt x="143" y="291"/>
                </a:lnTo>
                <a:lnTo>
                  <a:pt x="143" y="290"/>
                </a:lnTo>
                <a:lnTo>
                  <a:pt x="143" y="291"/>
                </a:lnTo>
                <a:lnTo>
                  <a:pt x="143" y="292"/>
                </a:lnTo>
                <a:lnTo>
                  <a:pt x="142" y="292"/>
                </a:lnTo>
                <a:lnTo>
                  <a:pt x="142" y="293"/>
                </a:lnTo>
                <a:lnTo>
                  <a:pt x="142" y="292"/>
                </a:lnTo>
                <a:lnTo>
                  <a:pt x="142" y="293"/>
                </a:lnTo>
                <a:lnTo>
                  <a:pt x="142" y="294"/>
                </a:lnTo>
                <a:lnTo>
                  <a:pt x="142" y="295"/>
                </a:lnTo>
                <a:lnTo>
                  <a:pt x="142" y="296"/>
                </a:lnTo>
                <a:lnTo>
                  <a:pt x="141" y="296"/>
                </a:lnTo>
                <a:lnTo>
                  <a:pt x="141" y="297"/>
                </a:lnTo>
                <a:lnTo>
                  <a:pt x="140" y="297"/>
                </a:lnTo>
                <a:lnTo>
                  <a:pt x="140" y="296"/>
                </a:lnTo>
                <a:lnTo>
                  <a:pt x="140" y="295"/>
                </a:lnTo>
                <a:lnTo>
                  <a:pt x="140" y="294"/>
                </a:lnTo>
                <a:lnTo>
                  <a:pt x="139" y="293"/>
                </a:lnTo>
                <a:lnTo>
                  <a:pt x="139" y="292"/>
                </a:lnTo>
                <a:lnTo>
                  <a:pt x="138" y="292"/>
                </a:lnTo>
                <a:lnTo>
                  <a:pt x="138" y="291"/>
                </a:lnTo>
                <a:lnTo>
                  <a:pt x="137" y="291"/>
                </a:lnTo>
                <a:lnTo>
                  <a:pt x="137" y="290"/>
                </a:lnTo>
                <a:lnTo>
                  <a:pt x="138" y="290"/>
                </a:lnTo>
                <a:lnTo>
                  <a:pt x="138" y="289"/>
                </a:lnTo>
                <a:lnTo>
                  <a:pt x="139" y="289"/>
                </a:lnTo>
                <a:lnTo>
                  <a:pt x="139" y="288"/>
                </a:lnTo>
                <a:lnTo>
                  <a:pt x="140" y="288"/>
                </a:lnTo>
                <a:lnTo>
                  <a:pt x="140" y="287"/>
                </a:lnTo>
                <a:lnTo>
                  <a:pt x="140" y="286"/>
                </a:lnTo>
                <a:lnTo>
                  <a:pt x="140" y="285"/>
                </a:lnTo>
                <a:lnTo>
                  <a:pt x="141" y="285"/>
                </a:lnTo>
                <a:lnTo>
                  <a:pt x="141" y="284"/>
                </a:lnTo>
                <a:lnTo>
                  <a:pt x="142" y="284"/>
                </a:lnTo>
                <a:lnTo>
                  <a:pt x="141" y="284"/>
                </a:lnTo>
                <a:lnTo>
                  <a:pt x="140" y="284"/>
                </a:lnTo>
                <a:lnTo>
                  <a:pt x="140" y="283"/>
                </a:lnTo>
                <a:lnTo>
                  <a:pt x="140" y="284"/>
                </a:lnTo>
                <a:lnTo>
                  <a:pt x="139" y="284"/>
                </a:lnTo>
                <a:lnTo>
                  <a:pt x="138" y="284"/>
                </a:lnTo>
                <a:lnTo>
                  <a:pt x="137" y="284"/>
                </a:lnTo>
                <a:lnTo>
                  <a:pt x="136" y="284"/>
                </a:lnTo>
                <a:lnTo>
                  <a:pt x="136" y="283"/>
                </a:lnTo>
                <a:lnTo>
                  <a:pt x="136" y="282"/>
                </a:lnTo>
                <a:lnTo>
                  <a:pt x="137" y="282"/>
                </a:lnTo>
                <a:lnTo>
                  <a:pt x="136" y="282"/>
                </a:lnTo>
                <a:lnTo>
                  <a:pt x="136" y="283"/>
                </a:lnTo>
                <a:lnTo>
                  <a:pt x="135" y="283"/>
                </a:lnTo>
                <a:lnTo>
                  <a:pt x="135" y="284"/>
                </a:lnTo>
                <a:lnTo>
                  <a:pt x="135" y="283"/>
                </a:lnTo>
                <a:lnTo>
                  <a:pt x="135" y="284"/>
                </a:lnTo>
                <a:lnTo>
                  <a:pt x="134" y="284"/>
                </a:lnTo>
                <a:lnTo>
                  <a:pt x="134" y="285"/>
                </a:lnTo>
                <a:lnTo>
                  <a:pt x="134" y="284"/>
                </a:lnTo>
                <a:lnTo>
                  <a:pt x="133" y="284"/>
                </a:lnTo>
                <a:lnTo>
                  <a:pt x="133" y="285"/>
                </a:lnTo>
                <a:lnTo>
                  <a:pt x="133" y="286"/>
                </a:lnTo>
                <a:lnTo>
                  <a:pt x="132" y="286"/>
                </a:lnTo>
                <a:lnTo>
                  <a:pt x="132" y="285"/>
                </a:lnTo>
                <a:lnTo>
                  <a:pt x="132" y="286"/>
                </a:lnTo>
                <a:lnTo>
                  <a:pt x="133" y="287"/>
                </a:lnTo>
                <a:lnTo>
                  <a:pt x="132" y="287"/>
                </a:lnTo>
                <a:lnTo>
                  <a:pt x="131" y="287"/>
                </a:lnTo>
                <a:lnTo>
                  <a:pt x="131" y="286"/>
                </a:lnTo>
                <a:lnTo>
                  <a:pt x="130" y="286"/>
                </a:lnTo>
                <a:lnTo>
                  <a:pt x="131" y="285"/>
                </a:lnTo>
                <a:lnTo>
                  <a:pt x="130" y="285"/>
                </a:lnTo>
                <a:lnTo>
                  <a:pt x="130" y="286"/>
                </a:lnTo>
                <a:lnTo>
                  <a:pt x="130" y="287"/>
                </a:lnTo>
                <a:lnTo>
                  <a:pt x="131" y="287"/>
                </a:lnTo>
                <a:lnTo>
                  <a:pt x="131" y="288"/>
                </a:lnTo>
                <a:lnTo>
                  <a:pt x="132" y="288"/>
                </a:lnTo>
                <a:lnTo>
                  <a:pt x="133" y="289"/>
                </a:lnTo>
                <a:lnTo>
                  <a:pt x="133" y="290"/>
                </a:lnTo>
                <a:lnTo>
                  <a:pt x="134" y="290"/>
                </a:lnTo>
                <a:lnTo>
                  <a:pt x="134" y="291"/>
                </a:lnTo>
                <a:lnTo>
                  <a:pt x="134" y="292"/>
                </a:lnTo>
                <a:lnTo>
                  <a:pt x="135" y="292"/>
                </a:lnTo>
                <a:lnTo>
                  <a:pt x="135" y="293"/>
                </a:lnTo>
                <a:lnTo>
                  <a:pt x="135" y="294"/>
                </a:lnTo>
                <a:lnTo>
                  <a:pt x="136" y="294"/>
                </a:lnTo>
                <a:lnTo>
                  <a:pt x="136" y="293"/>
                </a:lnTo>
                <a:lnTo>
                  <a:pt x="136" y="294"/>
                </a:lnTo>
                <a:lnTo>
                  <a:pt x="136" y="293"/>
                </a:lnTo>
                <a:lnTo>
                  <a:pt x="137" y="293"/>
                </a:lnTo>
                <a:lnTo>
                  <a:pt x="136" y="293"/>
                </a:lnTo>
                <a:lnTo>
                  <a:pt x="137" y="293"/>
                </a:lnTo>
                <a:lnTo>
                  <a:pt x="137" y="294"/>
                </a:lnTo>
                <a:lnTo>
                  <a:pt x="136" y="294"/>
                </a:lnTo>
                <a:lnTo>
                  <a:pt x="136" y="295"/>
                </a:lnTo>
                <a:lnTo>
                  <a:pt x="135" y="295"/>
                </a:lnTo>
                <a:lnTo>
                  <a:pt x="135" y="296"/>
                </a:lnTo>
                <a:lnTo>
                  <a:pt x="134" y="296"/>
                </a:lnTo>
                <a:lnTo>
                  <a:pt x="134" y="295"/>
                </a:lnTo>
                <a:lnTo>
                  <a:pt x="134" y="294"/>
                </a:lnTo>
                <a:lnTo>
                  <a:pt x="134" y="293"/>
                </a:lnTo>
                <a:lnTo>
                  <a:pt x="133" y="293"/>
                </a:lnTo>
                <a:lnTo>
                  <a:pt x="133" y="294"/>
                </a:lnTo>
                <a:lnTo>
                  <a:pt x="134" y="294"/>
                </a:lnTo>
                <a:lnTo>
                  <a:pt x="134" y="295"/>
                </a:lnTo>
                <a:lnTo>
                  <a:pt x="133" y="295"/>
                </a:lnTo>
                <a:lnTo>
                  <a:pt x="134" y="295"/>
                </a:lnTo>
                <a:lnTo>
                  <a:pt x="134" y="296"/>
                </a:lnTo>
                <a:lnTo>
                  <a:pt x="134" y="297"/>
                </a:lnTo>
                <a:lnTo>
                  <a:pt x="134" y="296"/>
                </a:lnTo>
                <a:lnTo>
                  <a:pt x="135" y="297"/>
                </a:lnTo>
                <a:lnTo>
                  <a:pt x="135" y="296"/>
                </a:lnTo>
                <a:lnTo>
                  <a:pt x="135" y="297"/>
                </a:lnTo>
                <a:lnTo>
                  <a:pt x="135" y="296"/>
                </a:lnTo>
                <a:lnTo>
                  <a:pt x="136" y="296"/>
                </a:lnTo>
                <a:lnTo>
                  <a:pt x="136" y="295"/>
                </a:lnTo>
                <a:lnTo>
                  <a:pt x="137" y="295"/>
                </a:lnTo>
                <a:lnTo>
                  <a:pt x="137" y="296"/>
                </a:lnTo>
                <a:lnTo>
                  <a:pt x="136" y="296"/>
                </a:lnTo>
                <a:lnTo>
                  <a:pt x="136" y="297"/>
                </a:lnTo>
                <a:lnTo>
                  <a:pt x="136" y="296"/>
                </a:lnTo>
                <a:lnTo>
                  <a:pt x="136" y="297"/>
                </a:lnTo>
                <a:lnTo>
                  <a:pt x="135" y="298"/>
                </a:lnTo>
                <a:lnTo>
                  <a:pt x="136" y="298"/>
                </a:lnTo>
                <a:lnTo>
                  <a:pt x="136" y="297"/>
                </a:lnTo>
                <a:lnTo>
                  <a:pt x="137" y="297"/>
                </a:lnTo>
                <a:lnTo>
                  <a:pt x="137" y="296"/>
                </a:lnTo>
                <a:lnTo>
                  <a:pt x="138" y="297"/>
                </a:lnTo>
                <a:lnTo>
                  <a:pt x="138" y="298"/>
                </a:lnTo>
                <a:lnTo>
                  <a:pt x="138" y="299"/>
                </a:lnTo>
                <a:lnTo>
                  <a:pt x="137" y="299"/>
                </a:lnTo>
                <a:lnTo>
                  <a:pt x="137" y="300"/>
                </a:lnTo>
                <a:lnTo>
                  <a:pt x="136" y="300"/>
                </a:lnTo>
                <a:lnTo>
                  <a:pt x="137" y="300"/>
                </a:lnTo>
                <a:lnTo>
                  <a:pt x="137" y="301"/>
                </a:lnTo>
                <a:lnTo>
                  <a:pt x="136" y="301"/>
                </a:lnTo>
                <a:lnTo>
                  <a:pt x="136" y="302"/>
                </a:lnTo>
                <a:lnTo>
                  <a:pt x="136" y="301"/>
                </a:lnTo>
                <a:lnTo>
                  <a:pt x="135" y="301"/>
                </a:lnTo>
                <a:lnTo>
                  <a:pt x="135" y="302"/>
                </a:lnTo>
                <a:lnTo>
                  <a:pt x="136" y="302"/>
                </a:lnTo>
                <a:lnTo>
                  <a:pt x="136" y="303"/>
                </a:lnTo>
                <a:lnTo>
                  <a:pt x="135" y="303"/>
                </a:lnTo>
                <a:lnTo>
                  <a:pt x="136" y="303"/>
                </a:lnTo>
                <a:lnTo>
                  <a:pt x="135" y="303"/>
                </a:lnTo>
                <a:lnTo>
                  <a:pt x="135" y="304"/>
                </a:lnTo>
                <a:lnTo>
                  <a:pt x="134" y="304"/>
                </a:lnTo>
                <a:lnTo>
                  <a:pt x="133" y="305"/>
                </a:lnTo>
                <a:lnTo>
                  <a:pt x="132" y="305"/>
                </a:lnTo>
                <a:lnTo>
                  <a:pt x="133" y="304"/>
                </a:lnTo>
                <a:lnTo>
                  <a:pt x="133" y="303"/>
                </a:lnTo>
                <a:lnTo>
                  <a:pt x="133" y="304"/>
                </a:lnTo>
                <a:lnTo>
                  <a:pt x="132" y="304"/>
                </a:lnTo>
                <a:lnTo>
                  <a:pt x="132" y="305"/>
                </a:lnTo>
                <a:lnTo>
                  <a:pt x="132" y="306"/>
                </a:lnTo>
                <a:lnTo>
                  <a:pt x="131" y="306"/>
                </a:lnTo>
                <a:lnTo>
                  <a:pt x="132" y="306"/>
                </a:lnTo>
                <a:lnTo>
                  <a:pt x="132" y="307"/>
                </a:lnTo>
                <a:lnTo>
                  <a:pt x="131" y="307"/>
                </a:lnTo>
                <a:lnTo>
                  <a:pt x="130" y="307"/>
                </a:lnTo>
                <a:lnTo>
                  <a:pt x="129" y="307"/>
                </a:lnTo>
                <a:lnTo>
                  <a:pt x="128" y="307"/>
                </a:lnTo>
                <a:lnTo>
                  <a:pt x="127" y="307"/>
                </a:lnTo>
                <a:lnTo>
                  <a:pt x="127" y="308"/>
                </a:lnTo>
                <a:lnTo>
                  <a:pt x="126" y="308"/>
                </a:lnTo>
                <a:lnTo>
                  <a:pt x="125" y="308"/>
                </a:lnTo>
                <a:lnTo>
                  <a:pt x="125" y="307"/>
                </a:lnTo>
                <a:lnTo>
                  <a:pt x="126" y="306"/>
                </a:lnTo>
                <a:lnTo>
                  <a:pt x="127" y="306"/>
                </a:lnTo>
                <a:lnTo>
                  <a:pt x="127" y="305"/>
                </a:lnTo>
                <a:lnTo>
                  <a:pt x="126" y="305"/>
                </a:lnTo>
                <a:lnTo>
                  <a:pt x="127" y="304"/>
                </a:lnTo>
                <a:lnTo>
                  <a:pt x="128" y="304"/>
                </a:lnTo>
                <a:lnTo>
                  <a:pt x="129" y="304"/>
                </a:lnTo>
                <a:lnTo>
                  <a:pt x="130" y="303"/>
                </a:lnTo>
                <a:lnTo>
                  <a:pt x="129" y="303"/>
                </a:lnTo>
                <a:lnTo>
                  <a:pt x="129" y="304"/>
                </a:lnTo>
                <a:lnTo>
                  <a:pt x="128" y="303"/>
                </a:lnTo>
                <a:lnTo>
                  <a:pt x="129" y="303"/>
                </a:lnTo>
                <a:lnTo>
                  <a:pt x="129" y="302"/>
                </a:lnTo>
                <a:lnTo>
                  <a:pt x="128" y="302"/>
                </a:lnTo>
                <a:lnTo>
                  <a:pt x="129" y="302"/>
                </a:lnTo>
                <a:lnTo>
                  <a:pt x="129" y="301"/>
                </a:lnTo>
                <a:lnTo>
                  <a:pt x="130" y="301"/>
                </a:lnTo>
                <a:lnTo>
                  <a:pt x="130" y="300"/>
                </a:lnTo>
                <a:lnTo>
                  <a:pt x="131" y="300"/>
                </a:lnTo>
                <a:lnTo>
                  <a:pt x="131" y="299"/>
                </a:lnTo>
                <a:lnTo>
                  <a:pt x="131" y="300"/>
                </a:lnTo>
                <a:lnTo>
                  <a:pt x="132" y="300"/>
                </a:lnTo>
                <a:lnTo>
                  <a:pt x="132" y="299"/>
                </a:lnTo>
                <a:lnTo>
                  <a:pt x="131" y="299"/>
                </a:lnTo>
                <a:lnTo>
                  <a:pt x="130" y="299"/>
                </a:lnTo>
                <a:lnTo>
                  <a:pt x="130" y="300"/>
                </a:lnTo>
                <a:lnTo>
                  <a:pt x="129" y="300"/>
                </a:lnTo>
                <a:lnTo>
                  <a:pt x="128" y="300"/>
                </a:lnTo>
                <a:lnTo>
                  <a:pt x="128" y="301"/>
                </a:lnTo>
                <a:lnTo>
                  <a:pt x="128" y="300"/>
                </a:lnTo>
                <a:lnTo>
                  <a:pt x="128" y="299"/>
                </a:lnTo>
                <a:lnTo>
                  <a:pt x="129" y="299"/>
                </a:lnTo>
                <a:lnTo>
                  <a:pt x="129" y="298"/>
                </a:lnTo>
                <a:lnTo>
                  <a:pt x="130" y="298"/>
                </a:lnTo>
                <a:lnTo>
                  <a:pt x="129" y="298"/>
                </a:lnTo>
                <a:lnTo>
                  <a:pt x="128" y="298"/>
                </a:lnTo>
                <a:lnTo>
                  <a:pt x="128" y="299"/>
                </a:lnTo>
                <a:lnTo>
                  <a:pt x="127" y="300"/>
                </a:lnTo>
                <a:lnTo>
                  <a:pt x="126" y="300"/>
                </a:lnTo>
                <a:lnTo>
                  <a:pt x="126" y="299"/>
                </a:lnTo>
                <a:lnTo>
                  <a:pt x="125" y="299"/>
                </a:lnTo>
                <a:lnTo>
                  <a:pt x="125" y="298"/>
                </a:lnTo>
                <a:lnTo>
                  <a:pt x="125" y="299"/>
                </a:lnTo>
                <a:lnTo>
                  <a:pt x="124" y="299"/>
                </a:lnTo>
                <a:lnTo>
                  <a:pt x="123" y="298"/>
                </a:lnTo>
                <a:lnTo>
                  <a:pt x="123" y="297"/>
                </a:lnTo>
                <a:lnTo>
                  <a:pt x="122" y="297"/>
                </a:lnTo>
                <a:lnTo>
                  <a:pt x="122" y="298"/>
                </a:lnTo>
                <a:lnTo>
                  <a:pt x="123" y="298"/>
                </a:lnTo>
                <a:lnTo>
                  <a:pt x="123" y="299"/>
                </a:lnTo>
                <a:lnTo>
                  <a:pt x="123" y="300"/>
                </a:lnTo>
                <a:lnTo>
                  <a:pt x="122" y="300"/>
                </a:lnTo>
                <a:lnTo>
                  <a:pt x="122" y="299"/>
                </a:lnTo>
                <a:lnTo>
                  <a:pt x="122" y="298"/>
                </a:lnTo>
                <a:lnTo>
                  <a:pt x="122" y="299"/>
                </a:lnTo>
                <a:lnTo>
                  <a:pt x="122" y="300"/>
                </a:lnTo>
                <a:lnTo>
                  <a:pt x="122" y="301"/>
                </a:lnTo>
                <a:lnTo>
                  <a:pt x="122" y="302"/>
                </a:lnTo>
                <a:lnTo>
                  <a:pt x="122" y="303"/>
                </a:lnTo>
                <a:lnTo>
                  <a:pt x="121" y="303"/>
                </a:lnTo>
                <a:lnTo>
                  <a:pt x="121" y="304"/>
                </a:lnTo>
                <a:lnTo>
                  <a:pt x="121" y="305"/>
                </a:lnTo>
                <a:lnTo>
                  <a:pt x="121" y="304"/>
                </a:lnTo>
                <a:lnTo>
                  <a:pt x="122" y="305"/>
                </a:lnTo>
                <a:lnTo>
                  <a:pt x="122" y="304"/>
                </a:lnTo>
                <a:lnTo>
                  <a:pt x="122" y="305"/>
                </a:lnTo>
                <a:lnTo>
                  <a:pt x="122" y="306"/>
                </a:lnTo>
                <a:lnTo>
                  <a:pt x="121" y="307"/>
                </a:lnTo>
                <a:lnTo>
                  <a:pt x="120" y="308"/>
                </a:lnTo>
                <a:lnTo>
                  <a:pt x="119" y="309"/>
                </a:lnTo>
                <a:lnTo>
                  <a:pt x="118" y="309"/>
                </a:lnTo>
                <a:lnTo>
                  <a:pt x="118" y="310"/>
                </a:lnTo>
                <a:lnTo>
                  <a:pt x="117" y="311"/>
                </a:lnTo>
                <a:lnTo>
                  <a:pt x="116" y="311"/>
                </a:lnTo>
                <a:lnTo>
                  <a:pt x="115" y="311"/>
                </a:lnTo>
                <a:lnTo>
                  <a:pt x="116" y="310"/>
                </a:lnTo>
                <a:lnTo>
                  <a:pt x="116" y="309"/>
                </a:lnTo>
                <a:lnTo>
                  <a:pt x="117" y="309"/>
                </a:lnTo>
                <a:lnTo>
                  <a:pt x="117" y="308"/>
                </a:lnTo>
                <a:lnTo>
                  <a:pt x="118" y="306"/>
                </a:lnTo>
                <a:lnTo>
                  <a:pt x="118" y="305"/>
                </a:lnTo>
                <a:lnTo>
                  <a:pt x="119" y="305"/>
                </a:lnTo>
                <a:lnTo>
                  <a:pt x="118" y="305"/>
                </a:lnTo>
                <a:lnTo>
                  <a:pt x="117" y="305"/>
                </a:lnTo>
                <a:lnTo>
                  <a:pt x="117" y="304"/>
                </a:lnTo>
                <a:lnTo>
                  <a:pt x="117" y="303"/>
                </a:lnTo>
                <a:lnTo>
                  <a:pt x="116" y="303"/>
                </a:lnTo>
                <a:lnTo>
                  <a:pt x="115" y="303"/>
                </a:lnTo>
                <a:lnTo>
                  <a:pt x="115" y="304"/>
                </a:lnTo>
                <a:lnTo>
                  <a:pt x="114" y="304"/>
                </a:lnTo>
                <a:lnTo>
                  <a:pt x="113" y="304"/>
                </a:lnTo>
                <a:lnTo>
                  <a:pt x="113" y="305"/>
                </a:lnTo>
                <a:lnTo>
                  <a:pt x="112" y="305"/>
                </a:lnTo>
                <a:lnTo>
                  <a:pt x="112" y="304"/>
                </a:lnTo>
                <a:lnTo>
                  <a:pt x="112" y="305"/>
                </a:lnTo>
                <a:lnTo>
                  <a:pt x="113" y="305"/>
                </a:lnTo>
                <a:lnTo>
                  <a:pt x="113" y="306"/>
                </a:lnTo>
                <a:lnTo>
                  <a:pt x="112" y="306"/>
                </a:lnTo>
                <a:lnTo>
                  <a:pt x="111" y="306"/>
                </a:lnTo>
                <a:lnTo>
                  <a:pt x="111" y="307"/>
                </a:lnTo>
                <a:lnTo>
                  <a:pt x="110" y="307"/>
                </a:lnTo>
                <a:lnTo>
                  <a:pt x="110" y="306"/>
                </a:lnTo>
                <a:lnTo>
                  <a:pt x="110" y="307"/>
                </a:lnTo>
                <a:lnTo>
                  <a:pt x="111" y="308"/>
                </a:lnTo>
                <a:lnTo>
                  <a:pt x="112" y="308"/>
                </a:lnTo>
                <a:lnTo>
                  <a:pt x="113" y="308"/>
                </a:lnTo>
                <a:lnTo>
                  <a:pt x="113" y="309"/>
                </a:lnTo>
                <a:lnTo>
                  <a:pt x="114" y="309"/>
                </a:lnTo>
                <a:lnTo>
                  <a:pt x="113" y="309"/>
                </a:lnTo>
                <a:lnTo>
                  <a:pt x="112" y="309"/>
                </a:lnTo>
                <a:lnTo>
                  <a:pt x="111" y="310"/>
                </a:lnTo>
                <a:lnTo>
                  <a:pt x="110" y="310"/>
                </a:lnTo>
                <a:lnTo>
                  <a:pt x="109" y="310"/>
                </a:lnTo>
                <a:lnTo>
                  <a:pt x="110" y="310"/>
                </a:lnTo>
                <a:lnTo>
                  <a:pt x="110" y="309"/>
                </a:lnTo>
                <a:lnTo>
                  <a:pt x="109" y="309"/>
                </a:lnTo>
                <a:lnTo>
                  <a:pt x="108" y="309"/>
                </a:lnTo>
                <a:lnTo>
                  <a:pt x="107" y="308"/>
                </a:lnTo>
                <a:lnTo>
                  <a:pt x="106" y="308"/>
                </a:lnTo>
                <a:lnTo>
                  <a:pt x="107" y="308"/>
                </a:lnTo>
                <a:lnTo>
                  <a:pt x="107" y="309"/>
                </a:lnTo>
                <a:lnTo>
                  <a:pt x="106" y="309"/>
                </a:lnTo>
                <a:lnTo>
                  <a:pt x="105" y="309"/>
                </a:lnTo>
                <a:lnTo>
                  <a:pt x="104" y="309"/>
                </a:lnTo>
                <a:lnTo>
                  <a:pt x="104" y="308"/>
                </a:lnTo>
                <a:lnTo>
                  <a:pt x="103" y="308"/>
                </a:lnTo>
                <a:lnTo>
                  <a:pt x="102" y="308"/>
                </a:lnTo>
                <a:lnTo>
                  <a:pt x="102" y="309"/>
                </a:lnTo>
                <a:lnTo>
                  <a:pt x="102" y="308"/>
                </a:lnTo>
                <a:lnTo>
                  <a:pt x="101" y="308"/>
                </a:lnTo>
                <a:lnTo>
                  <a:pt x="101" y="309"/>
                </a:lnTo>
                <a:lnTo>
                  <a:pt x="100" y="309"/>
                </a:lnTo>
                <a:lnTo>
                  <a:pt x="99" y="309"/>
                </a:lnTo>
                <a:lnTo>
                  <a:pt x="98" y="309"/>
                </a:lnTo>
                <a:lnTo>
                  <a:pt x="98" y="308"/>
                </a:lnTo>
                <a:lnTo>
                  <a:pt x="97" y="308"/>
                </a:lnTo>
                <a:lnTo>
                  <a:pt x="97" y="307"/>
                </a:lnTo>
                <a:lnTo>
                  <a:pt x="96" y="306"/>
                </a:lnTo>
                <a:lnTo>
                  <a:pt x="95" y="306"/>
                </a:lnTo>
                <a:lnTo>
                  <a:pt x="94" y="305"/>
                </a:lnTo>
                <a:lnTo>
                  <a:pt x="93" y="305"/>
                </a:lnTo>
                <a:lnTo>
                  <a:pt x="93" y="304"/>
                </a:lnTo>
                <a:lnTo>
                  <a:pt x="94" y="304"/>
                </a:lnTo>
                <a:lnTo>
                  <a:pt x="94" y="303"/>
                </a:lnTo>
                <a:lnTo>
                  <a:pt x="93" y="303"/>
                </a:lnTo>
                <a:lnTo>
                  <a:pt x="93" y="302"/>
                </a:lnTo>
                <a:lnTo>
                  <a:pt x="92" y="302"/>
                </a:lnTo>
                <a:lnTo>
                  <a:pt x="92" y="301"/>
                </a:lnTo>
                <a:lnTo>
                  <a:pt x="92" y="302"/>
                </a:lnTo>
                <a:lnTo>
                  <a:pt x="91" y="302"/>
                </a:lnTo>
                <a:lnTo>
                  <a:pt x="90" y="302"/>
                </a:lnTo>
                <a:lnTo>
                  <a:pt x="89" y="302"/>
                </a:lnTo>
                <a:lnTo>
                  <a:pt x="89" y="301"/>
                </a:lnTo>
                <a:lnTo>
                  <a:pt x="88" y="301"/>
                </a:lnTo>
                <a:lnTo>
                  <a:pt x="88" y="302"/>
                </a:lnTo>
                <a:lnTo>
                  <a:pt x="87" y="302"/>
                </a:lnTo>
                <a:lnTo>
                  <a:pt x="86" y="302"/>
                </a:lnTo>
                <a:lnTo>
                  <a:pt x="86" y="303"/>
                </a:lnTo>
                <a:lnTo>
                  <a:pt x="85" y="303"/>
                </a:lnTo>
                <a:lnTo>
                  <a:pt x="84" y="303"/>
                </a:lnTo>
                <a:lnTo>
                  <a:pt x="83" y="303"/>
                </a:lnTo>
                <a:lnTo>
                  <a:pt x="83" y="304"/>
                </a:lnTo>
                <a:lnTo>
                  <a:pt x="82" y="304"/>
                </a:lnTo>
                <a:lnTo>
                  <a:pt x="81" y="304"/>
                </a:lnTo>
                <a:lnTo>
                  <a:pt x="81" y="305"/>
                </a:lnTo>
                <a:lnTo>
                  <a:pt x="81" y="304"/>
                </a:lnTo>
                <a:lnTo>
                  <a:pt x="81" y="305"/>
                </a:lnTo>
                <a:lnTo>
                  <a:pt x="80" y="305"/>
                </a:lnTo>
                <a:lnTo>
                  <a:pt x="79" y="305"/>
                </a:lnTo>
                <a:lnTo>
                  <a:pt x="78" y="305"/>
                </a:lnTo>
                <a:lnTo>
                  <a:pt x="77" y="305"/>
                </a:lnTo>
                <a:lnTo>
                  <a:pt x="76" y="305"/>
                </a:lnTo>
                <a:lnTo>
                  <a:pt x="75" y="305"/>
                </a:lnTo>
                <a:lnTo>
                  <a:pt x="74" y="305"/>
                </a:lnTo>
                <a:lnTo>
                  <a:pt x="74" y="304"/>
                </a:lnTo>
                <a:lnTo>
                  <a:pt x="73" y="304"/>
                </a:lnTo>
                <a:lnTo>
                  <a:pt x="73" y="305"/>
                </a:lnTo>
                <a:lnTo>
                  <a:pt x="72" y="305"/>
                </a:lnTo>
                <a:lnTo>
                  <a:pt x="72" y="306"/>
                </a:lnTo>
                <a:lnTo>
                  <a:pt x="71" y="306"/>
                </a:lnTo>
                <a:lnTo>
                  <a:pt x="71" y="307"/>
                </a:lnTo>
                <a:lnTo>
                  <a:pt x="71" y="306"/>
                </a:lnTo>
                <a:lnTo>
                  <a:pt x="71" y="307"/>
                </a:lnTo>
                <a:lnTo>
                  <a:pt x="70" y="307"/>
                </a:lnTo>
                <a:lnTo>
                  <a:pt x="70" y="306"/>
                </a:lnTo>
                <a:lnTo>
                  <a:pt x="69" y="306"/>
                </a:lnTo>
                <a:lnTo>
                  <a:pt x="68" y="306"/>
                </a:lnTo>
                <a:lnTo>
                  <a:pt x="67" y="306"/>
                </a:lnTo>
                <a:lnTo>
                  <a:pt x="68" y="306"/>
                </a:lnTo>
                <a:lnTo>
                  <a:pt x="68" y="305"/>
                </a:lnTo>
                <a:lnTo>
                  <a:pt x="68" y="304"/>
                </a:lnTo>
                <a:lnTo>
                  <a:pt x="67" y="304"/>
                </a:lnTo>
                <a:lnTo>
                  <a:pt x="68" y="304"/>
                </a:lnTo>
                <a:lnTo>
                  <a:pt x="68" y="303"/>
                </a:lnTo>
                <a:lnTo>
                  <a:pt x="67" y="303"/>
                </a:lnTo>
                <a:lnTo>
                  <a:pt x="67" y="302"/>
                </a:lnTo>
                <a:lnTo>
                  <a:pt x="66" y="302"/>
                </a:lnTo>
                <a:lnTo>
                  <a:pt x="65" y="302"/>
                </a:lnTo>
                <a:lnTo>
                  <a:pt x="64" y="302"/>
                </a:lnTo>
                <a:lnTo>
                  <a:pt x="64" y="303"/>
                </a:lnTo>
                <a:lnTo>
                  <a:pt x="63" y="303"/>
                </a:lnTo>
                <a:lnTo>
                  <a:pt x="63" y="304"/>
                </a:lnTo>
                <a:lnTo>
                  <a:pt x="62" y="304"/>
                </a:lnTo>
                <a:lnTo>
                  <a:pt x="63" y="304"/>
                </a:lnTo>
                <a:lnTo>
                  <a:pt x="62" y="304"/>
                </a:lnTo>
                <a:lnTo>
                  <a:pt x="62" y="305"/>
                </a:lnTo>
                <a:lnTo>
                  <a:pt x="62" y="306"/>
                </a:lnTo>
                <a:lnTo>
                  <a:pt x="61" y="306"/>
                </a:lnTo>
                <a:lnTo>
                  <a:pt x="60" y="306"/>
                </a:lnTo>
                <a:lnTo>
                  <a:pt x="59" y="306"/>
                </a:lnTo>
                <a:lnTo>
                  <a:pt x="59" y="305"/>
                </a:lnTo>
                <a:lnTo>
                  <a:pt x="59" y="304"/>
                </a:lnTo>
                <a:lnTo>
                  <a:pt x="59" y="303"/>
                </a:lnTo>
                <a:lnTo>
                  <a:pt x="60" y="303"/>
                </a:lnTo>
                <a:lnTo>
                  <a:pt x="59" y="303"/>
                </a:lnTo>
                <a:lnTo>
                  <a:pt x="59" y="302"/>
                </a:lnTo>
                <a:lnTo>
                  <a:pt x="59" y="301"/>
                </a:lnTo>
                <a:lnTo>
                  <a:pt x="58" y="301"/>
                </a:lnTo>
                <a:lnTo>
                  <a:pt x="59" y="301"/>
                </a:lnTo>
                <a:lnTo>
                  <a:pt x="59" y="300"/>
                </a:lnTo>
                <a:lnTo>
                  <a:pt x="58" y="300"/>
                </a:lnTo>
                <a:lnTo>
                  <a:pt x="58" y="299"/>
                </a:lnTo>
                <a:lnTo>
                  <a:pt x="57" y="299"/>
                </a:lnTo>
                <a:lnTo>
                  <a:pt x="57" y="298"/>
                </a:lnTo>
                <a:lnTo>
                  <a:pt x="56" y="298"/>
                </a:lnTo>
                <a:lnTo>
                  <a:pt x="56" y="297"/>
                </a:lnTo>
                <a:lnTo>
                  <a:pt x="56" y="296"/>
                </a:lnTo>
                <a:lnTo>
                  <a:pt x="55" y="296"/>
                </a:lnTo>
                <a:lnTo>
                  <a:pt x="55" y="297"/>
                </a:lnTo>
                <a:lnTo>
                  <a:pt x="54" y="297"/>
                </a:lnTo>
                <a:lnTo>
                  <a:pt x="55" y="297"/>
                </a:lnTo>
                <a:lnTo>
                  <a:pt x="54" y="297"/>
                </a:lnTo>
                <a:lnTo>
                  <a:pt x="53" y="297"/>
                </a:lnTo>
                <a:lnTo>
                  <a:pt x="53" y="298"/>
                </a:lnTo>
                <a:lnTo>
                  <a:pt x="52" y="298"/>
                </a:lnTo>
                <a:lnTo>
                  <a:pt x="52" y="299"/>
                </a:lnTo>
                <a:lnTo>
                  <a:pt x="51" y="299"/>
                </a:lnTo>
                <a:lnTo>
                  <a:pt x="50" y="299"/>
                </a:lnTo>
                <a:lnTo>
                  <a:pt x="49" y="299"/>
                </a:lnTo>
                <a:lnTo>
                  <a:pt x="49" y="298"/>
                </a:lnTo>
                <a:lnTo>
                  <a:pt x="48" y="298"/>
                </a:lnTo>
                <a:lnTo>
                  <a:pt x="49" y="298"/>
                </a:lnTo>
                <a:lnTo>
                  <a:pt x="49" y="297"/>
                </a:lnTo>
                <a:lnTo>
                  <a:pt x="48" y="297"/>
                </a:lnTo>
                <a:lnTo>
                  <a:pt x="48" y="296"/>
                </a:lnTo>
                <a:lnTo>
                  <a:pt x="47" y="296"/>
                </a:lnTo>
                <a:lnTo>
                  <a:pt x="46" y="296"/>
                </a:lnTo>
                <a:lnTo>
                  <a:pt x="45" y="296"/>
                </a:lnTo>
                <a:lnTo>
                  <a:pt x="45" y="295"/>
                </a:lnTo>
                <a:lnTo>
                  <a:pt x="44" y="294"/>
                </a:lnTo>
                <a:lnTo>
                  <a:pt x="43" y="294"/>
                </a:lnTo>
                <a:lnTo>
                  <a:pt x="43" y="293"/>
                </a:lnTo>
                <a:lnTo>
                  <a:pt x="42" y="293"/>
                </a:lnTo>
                <a:lnTo>
                  <a:pt x="41" y="293"/>
                </a:lnTo>
                <a:lnTo>
                  <a:pt x="41" y="292"/>
                </a:lnTo>
                <a:lnTo>
                  <a:pt x="40" y="292"/>
                </a:lnTo>
                <a:lnTo>
                  <a:pt x="39" y="292"/>
                </a:lnTo>
                <a:lnTo>
                  <a:pt x="38" y="292"/>
                </a:lnTo>
                <a:lnTo>
                  <a:pt x="37" y="292"/>
                </a:lnTo>
                <a:lnTo>
                  <a:pt x="37" y="291"/>
                </a:lnTo>
                <a:lnTo>
                  <a:pt x="36" y="291"/>
                </a:lnTo>
                <a:lnTo>
                  <a:pt x="36" y="290"/>
                </a:lnTo>
                <a:lnTo>
                  <a:pt x="36" y="289"/>
                </a:lnTo>
                <a:lnTo>
                  <a:pt x="37" y="289"/>
                </a:lnTo>
                <a:lnTo>
                  <a:pt x="37" y="288"/>
                </a:lnTo>
                <a:lnTo>
                  <a:pt x="38" y="288"/>
                </a:lnTo>
                <a:lnTo>
                  <a:pt x="38" y="287"/>
                </a:lnTo>
                <a:lnTo>
                  <a:pt x="39" y="287"/>
                </a:lnTo>
                <a:lnTo>
                  <a:pt x="39" y="288"/>
                </a:lnTo>
                <a:lnTo>
                  <a:pt x="39" y="287"/>
                </a:lnTo>
                <a:lnTo>
                  <a:pt x="40" y="287"/>
                </a:lnTo>
                <a:lnTo>
                  <a:pt x="40" y="286"/>
                </a:lnTo>
                <a:lnTo>
                  <a:pt x="39" y="286"/>
                </a:lnTo>
                <a:lnTo>
                  <a:pt x="39" y="285"/>
                </a:lnTo>
                <a:lnTo>
                  <a:pt x="39" y="284"/>
                </a:lnTo>
                <a:lnTo>
                  <a:pt x="38" y="284"/>
                </a:lnTo>
                <a:lnTo>
                  <a:pt x="37" y="284"/>
                </a:lnTo>
                <a:lnTo>
                  <a:pt x="37" y="283"/>
                </a:lnTo>
                <a:lnTo>
                  <a:pt x="36" y="283"/>
                </a:lnTo>
                <a:lnTo>
                  <a:pt x="35" y="283"/>
                </a:lnTo>
                <a:lnTo>
                  <a:pt x="34" y="283"/>
                </a:lnTo>
                <a:lnTo>
                  <a:pt x="34" y="284"/>
                </a:lnTo>
                <a:lnTo>
                  <a:pt x="34" y="285"/>
                </a:lnTo>
                <a:lnTo>
                  <a:pt x="33" y="285"/>
                </a:lnTo>
                <a:lnTo>
                  <a:pt x="33" y="284"/>
                </a:lnTo>
                <a:lnTo>
                  <a:pt x="33" y="285"/>
                </a:lnTo>
                <a:lnTo>
                  <a:pt x="33" y="284"/>
                </a:lnTo>
                <a:lnTo>
                  <a:pt x="32" y="284"/>
                </a:lnTo>
                <a:lnTo>
                  <a:pt x="31" y="284"/>
                </a:lnTo>
                <a:lnTo>
                  <a:pt x="31" y="283"/>
                </a:lnTo>
                <a:lnTo>
                  <a:pt x="30" y="283"/>
                </a:lnTo>
                <a:lnTo>
                  <a:pt x="30" y="282"/>
                </a:lnTo>
                <a:lnTo>
                  <a:pt x="30" y="281"/>
                </a:lnTo>
                <a:lnTo>
                  <a:pt x="29" y="281"/>
                </a:lnTo>
                <a:lnTo>
                  <a:pt x="28" y="281"/>
                </a:lnTo>
                <a:lnTo>
                  <a:pt x="27" y="281"/>
                </a:lnTo>
                <a:lnTo>
                  <a:pt x="26" y="281"/>
                </a:lnTo>
                <a:lnTo>
                  <a:pt x="25" y="281"/>
                </a:lnTo>
                <a:lnTo>
                  <a:pt x="24" y="281"/>
                </a:lnTo>
                <a:lnTo>
                  <a:pt x="25" y="281"/>
                </a:lnTo>
                <a:lnTo>
                  <a:pt x="24" y="281"/>
                </a:lnTo>
                <a:lnTo>
                  <a:pt x="23" y="281"/>
                </a:lnTo>
                <a:lnTo>
                  <a:pt x="22" y="281"/>
                </a:lnTo>
                <a:lnTo>
                  <a:pt x="22" y="280"/>
                </a:lnTo>
                <a:lnTo>
                  <a:pt x="21" y="280"/>
                </a:lnTo>
                <a:lnTo>
                  <a:pt x="22" y="280"/>
                </a:lnTo>
                <a:lnTo>
                  <a:pt x="21" y="280"/>
                </a:lnTo>
                <a:lnTo>
                  <a:pt x="21" y="279"/>
                </a:lnTo>
                <a:lnTo>
                  <a:pt x="20" y="279"/>
                </a:lnTo>
                <a:lnTo>
                  <a:pt x="19" y="279"/>
                </a:lnTo>
                <a:lnTo>
                  <a:pt x="18" y="279"/>
                </a:lnTo>
                <a:lnTo>
                  <a:pt x="18" y="280"/>
                </a:lnTo>
                <a:lnTo>
                  <a:pt x="18" y="281"/>
                </a:lnTo>
                <a:lnTo>
                  <a:pt x="17" y="281"/>
                </a:lnTo>
                <a:lnTo>
                  <a:pt x="17" y="282"/>
                </a:lnTo>
                <a:lnTo>
                  <a:pt x="17" y="281"/>
                </a:lnTo>
                <a:lnTo>
                  <a:pt x="16" y="281"/>
                </a:lnTo>
                <a:lnTo>
                  <a:pt x="17" y="282"/>
                </a:lnTo>
                <a:lnTo>
                  <a:pt x="16" y="282"/>
                </a:lnTo>
                <a:lnTo>
                  <a:pt x="15" y="282"/>
                </a:lnTo>
                <a:lnTo>
                  <a:pt x="16" y="282"/>
                </a:lnTo>
                <a:lnTo>
                  <a:pt x="16" y="281"/>
                </a:lnTo>
                <a:lnTo>
                  <a:pt x="15" y="281"/>
                </a:lnTo>
                <a:lnTo>
                  <a:pt x="15" y="282"/>
                </a:lnTo>
                <a:lnTo>
                  <a:pt x="15" y="281"/>
                </a:lnTo>
                <a:lnTo>
                  <a:pt x="15" y="280"/>
                </a:lnTo>
                <a:lnTo>
                  <a:pt x="15" y="279"/>
                </a:lnTo>
                <a:lnTo>
                  <a:pt x="16" y="279"/>
                </a:lnTo>
                <a:lnTo>
                  <a:pt x="16" y="278"/>
                </a:lnTo>
                <a:lnTo>
                  <a:pt x="16" y="277"/>
                </a:lnTo>
                <a:lnTo>
                  <a:pt x="16" y="276"/>
                </a:lnTo>
                <a:lnTo>
                  <a:pt x="16" y="275"/>
                </a:lnTo>
                <a:lnTo>
                  <a:pt x="16" y="274"/>
                </a:lnTo>
                <a:lnTo>
                  <a:pt x="17" y="274"/>
                </a:lnTo>
                <a:lnTo>
                  <a:pt x="17" y="273"/>
                </a:lnTo>
                <a:lnTo>
                  <a:pt x="16" y="273"/>
                </a:lnTo>
                <a:lnTo>
                  <a:pt x="16" y="272"/>
                </a:lnTo>
                <a:lnTo>
                  <a:pt x="15" y="272"/>
                </a:lnTo>
                <a:lnTo>
                  <a:pt x="16" y="272"/>
                </a:lnTo>
                <a:lnTo>
                  <a:pt x="15" y="272"/>
                </a:lnTo>
                <a:lnTo>
                  <a:pt x="15" y="271"/>
                </a:lnTo>
                <a:lnTo>
                  <a:pt x="15" y="270"/>
                </a:lnTo>
                <a:lnTo>
                  <a:pt x="15" y="269"/>
                </a:lnTo>
                <a:lnTo>
                  <a:pt x="16" y="269"/>
                </a:lnTo>
                <a:lnTo>
                  <a:pt x="15" y="269"/>
                </a:lnTo>
                <a:lnTo>
                  <a:pt x="15" y="268"/>
                </a:lnTo>
                <a:lnTo>
                  <a:pt x="15" y="269"/>
                </a:lnTo>
                <a:lnTo>
                  <a:pt x="15" y="268"/>
                </a:lnTo>
                <a:lnTo>
                  <a:pt x="14" y="268"/>
                </a:lnTo>
                <a:lnTo>
                  <a:pt x="14" y="267"/>
                </a:lnTo>
                <a:lnTo>
                  <a:pt x="14" y="266"/>
                </a:lnTo>
                <a:lnTo>
                  <a:pt x="15" y="266"/>
                </a:lnTo>
                <a:lnTo>
                  <a:pt x="15" y="265"/>
                </a:lnTo>
                <a:lnTo>
                  <a:pt x="16" y="265"/>
                </a:lnTo>
                <a:lnTo>
                  <a:pt x="16" y="264"/>
                </a:lnTo>
                <a:lnTo>
                  <a:pt x="15" y="264"/>
                </a:lnTo>
                <a:lnTo>
                  <a:pt x="15" y="263"/>
                </a:lnTo>
                <a:lnTo>
                  <a:pt x="15" y="262"/>
                </a:lnTo>
                <a:lnTo>
                  <a:pt x="15" y="261"/>
                </a:lnTo>
                <a:lnTo>
                  <a:pt x="15" y="260"/>
                </a:lnTo>
                <a:lnTo>
                  <a:pt x="14" y="260"/>
                </a:lnTo>
                <a:lnTo>
                  <a:pt x="13" y="260"/>
                </a:lnTo>
                <a:lnTo>
                  <a:pt x="13" y="259"/>
                </a:lnTo>
                <a:lnTo>
                  <a:pt x="13" y="258"/>
                </a:lnTo>
                <a:lnTo>
                  <a:pt x="13" y="257"/>
                </a:lnTo>
                <a:lnTo>
                  <a:pt x="12" y="257"/>
                </a:lnTo>
                <a:lnTo>
                  <a:pt x="11" y="257"/>
                </a:lnTo>
                <a:lnTo>
                  <a:pt x="10" y="257"/>
                </a:lnTo>
                <a:lnTo>
                  <a:pt x="9" y="257"/>
                </a:lnTo>
                <a:lnTo>
                  <a:pt x="8" y="256"/>
                </a:lnTo>
                <a:lnTo>
                  <a:pt x="8" y="257"/>
                </a:lnTo>
                <a:lnTo>
                  <a:pt x="8" y="256"/>
                </a:lnTo>
                <a:lnTo>
                  <a:pt x="7" y="256"/>
                </a:lnTo>
                <a:lnTo>
                  <a:pt x="7" y="257"/>
                </a:lnTo>
                <a:lnTo>
                  <a:pt x="7" y="256"/>
                </a:lnTo>
                <a:lnTo>
                  <a:pt x="6" y="256"/>
                </a:lnTo>
                <a:lnTo>
                  <a:pt x="6" y="255"/>
                </a:lnTo>
                <a:lnTo>
                  <a:pt x="7" y="255"/>
                </a:lnTo>
                <a:lnTo>
                  <a:pt x="6" y="255"/>
                </a:lnTo>
                <a:lnTo>
                  <a:pt x="7" y="255"/>
                </a:lnTo>
                <a:lnTo>
                  <a:pt x="7" y="254"/>
                </a:lnTo>
                <a:lnTo>
                  <a:pt x="8" y="254"/>
                </a:lnTo>
                <a:lnTo>
                  <a:pt x="8" y="253"/>
                </a:lnTo>
                <a:lnTo>
                  <a:pt x="7" y="253"/>
                </a:lnTo>
                <a:lnTo>
                  <a:pt x="7" y="252"/>
                </a:lnTo>
                <a:lnTo>
                  <a:pt x="7" y="251"/>
                </a:lnTo>
                <a:lnTo>
                  <a:pt x="6" y="251"/>
                </a:lnTo>
                <a:lnTo>
                  <a:pt x="7" y="251"/>
                </a:lnTo>
                <a:lnTo>
                  <a:pt x="7" y="250"/>
                </a:lnTo>
                <a:lnTo>
                  <a:pt x="7" y="249"/>
                </a:lnTo>
                <a:lnTo>
                  <a:pt x="6" y="249"/>
                </a:lnTo>
                <a:lnTo>
                  <a:pt x="6" y="248"/>
                </a:lnTo>
                <a:lnTo>
                  <a:pt x="7" y="248"/>
                </a:lnTo>
                <a:lnTo>
                  <a:pt x="7" y="247"/>
                </a:lnTo>
                <a:lnTo>
                  <a:pt x="7" y="248"/>
                </a:lnTo>
                <a:lnTo>
                  <a:pt x="7" y="247"/>
                </a:lnTo>
                <a:lnTo>
                  <a:pt x="7" y="248"/>
                </a:lnTo>
                <a:lnTo>
                  <a:pt x="8" y="248"/>
                </a:lnTo>
                <a:lnTo>
                  <a:pt x="8" y="247"/>
                </a:lnTo>
                <a:lnTo>
                  <a:pt x="8" y="246"/>
                </a:lnTo>
                <a:lnTo>
                  <a:pt x="8" y="245"/>
                </a:lnTo>
                <a:lnTo>
                  <a:pt x="8" y="244"/>
                </a:lnTo>
                <a:lnTo>
                  <a:pt x="8" y="243"/>
                </a:lnTo>
                <a:lnTo>
                  <a:pt x="8" y="242"/>
                </a:lnTo>
                <a:lnTo>
                  <a:pt x="9" y="242"/>
                </a:lnTo>
                <a:lnTo>
                  <a:pt x="9" y="241"/>
                </a:lnTo>
                <a:lnTo>
                  <a:pt x="9" y="240"/>
                </a:lnTo>
                <a:lnTo>
                  <a:pt x="9" y="239"/>
                </a:lnTo>
                <a:lnTo>
                  <a:pt x="9" y="238"/>
                </a:lnTo>
                <a:lnTo>
                  <a:pt x="10" y="238"/>
                </a:lnTo>
                <a:lnTo>
                  <a:pt x="11" y="238"/>
                </a:lnTo>
                <a:lnTo>
                  <a:pt x="11" y="239"/>
                </a:lnTo>
                <a:lnTo>
                  <a:pt x="11" y="240"/>
                </a:lnTo>
                <a:lnTo>
                  <a:pt x="12" y="240"/>
                </a:lnTo>
                <a:lnTo>
                  <a:pt x="13" y="240"/>
                </a:lnTo>
                <a:lnTo>
                  <a:pt x="14" y="240"/>
                </a:lnTo>
                <a:lnTo>
                  <a:pt x="15" y="240"/>
                </a:lnTo>
                <a:lnTo>
                  <a:pt x="16" y="240"/>
                </a:lnTo>
                <a:lnTo>
                  <a:pt x="17" y="240"/>
                </a:lnTo>
                <a:lnTo>
                  <a:pt x="17" y="239"/>
                </a:lnTo>
                <a:lnTo>
                  <a:pt x="17" y="238"/>
                </a:lnTo>
                <a:lnTo>
                  <a:pt x="16" y="238"/>
                </a:lnTo>
                <a:lnTo>
                  <a:pt x="16" y="237"/>
                </a:lnTo>
                <a:lnTo>
                  <a:pt x="17" y="237"/>
                </a:lnTo>
                <a:lnTo>
                  <a:pt x="17" y="236"/>
                </a:lnTo>
                <a:lnTo>
                  <a:pt x="17" y="235"/>
                </a:lnTo>
                <a:lnTo>
                  <a:pt x="17" y="234"/>
                </a:lnTo>
                <a:lnTo>
                  <a:pt x="18" y="234"/>
                </a:lnTo>
                <a:lnTo>
                  <a:pt x="19" y="234"/>
                </a:lnTo>
                <a:lnTo>
                  <a:pt x="19" y="233"/>
                </a:lnTo>
                <a:lnTo>
                  <a:pt x="19" y="232"/>
                </a:lnTo>
                <a:lnTo>
                  <a:pt x="18" y="232"/>
                </a:lnTo>
                <a:lnTo>
                  <a:pt x="19" y="232"/>
                </a:lnTo>
                <a:lnTo>
                  <a:pt x="19" y="231"/>
                </a:lnTo>
                <a:lnTo>
                  <a:pt x="20" y="231"/>
                </a:lnTo>
                <a:lnTo>
                  <a:pt x="19" y="231"/>
                </a:lnTo>
                <a:lnTo>
                  <a:pt x="19" y="230"/>
                </a:lnTo>
                <a:lnTo>
                  <a:pt x="19" y="231"/>
                </a:lnTo>
                <a:lnTo>
                  <a:pt x="19" y="230"/>
                </a:lnTo>
                <a:lnTo>
                  <a:pt x="19" y="229"/>
                </a:lnTo>
                <a:lnTo>
                  <a:pt x="20" y="229"/>
                </a:lnTo>
                <a:lnTo>
                  <a:pt x="19" y="229"/>
                </a:lnTo>
                <a:lnTo>
                  <a:pt x="20" y="229"/>
                </a:lnTo>
                <a:lnTo>
                  <a:pt x="20" y="228"/>
                </a:lnTo>
                <a:lnTo>
                  <a:pt x="21" y="228"/>
                </a:lnTo>
                <a:lnTo>
                  <a:pt x="21" y="227"/>
                </a:lnTo>
                <a:lnTo>
                  <a:pt x="20" y="227"/>
                </a:lnTo>
                <a:lnTo>
                  <a:pt x="21" y="227"/>
                </a:lnTo>
                <a:lnTo>
                  <a:pt x="22" y="227"/>
                </a:lnTo>
                <a:lnTo>
                  <a:pt x="23" y="227"/>
                </a:lnTo>
                <a:lnTo>
                  <a:pt x="23" y="226"/>
                </a:lnTo>
                <a:lnTo>
                  <a:pt x="23" y="225"/>
                </a:lnTo>
                <a:lnTo>
                  <a:pt x="24" y="225"/>
                </a:lnTo>
                <a:lnTo>
                  <a:pt x="24" y="224"/>
                </a:lnTo>
                <a:lnTo>
                  <a:pt x="23" y="224"/>
                </a:lnTo>
                <a:lnTo>
                  <a:pt x="23" y="223"/>
                </a:lnTo>
                <a:lnTo>
                  <a:pt x="22" y="223"/>
                </a:lnTo>
                <a:lnTo>
                  <a:pt x="22" y="224"/>
                </a:lnTo>
                <a:lnTo>
                  <a:pt x="21" y="224"/>
                </a:lnTo>
                <a:lnTo>
                  <a:pt x="21" y="223"/>
                </a:lnTo>
                <a:lnTo>
                  <a:pt x="21" y="224"/>
                </a:lnTo>
                <a:lnTo>
                  <a:pt x="20" y="224"/>
                </a:lnTo>
                <a:lnTo>
                  <a:pt x="19" y="224"/>
                </a:lnTo>
                <a:lnTo>
                  <a:pt x="19" y="223"/>
                </a:lnTo>
                <a:lnTo>
                  <a:pt x="18" y="223"/>
                </a:lnTo>
                <a:lnTo>
                  <a:pt x="18" y="222"/>
                </a:lnTo>
                <a:lnTo>
                  <a:pt x="17" y="222"/>
                </a:lnTo>
                <a:lnTo>
                  <a:pt x="17" y="221"/>
                </a:lnTo>
                <a:lnTo>
                  <a:pt x="16" y="221"/>
                </a:lnTo>
                <a:lnTo>
                  <a:pt x="15" y="220"/>
                </a:lnTo>
                <a:lnTo>
                  <a:pt x="16" y="220"/>
                </a:lnTo>
                <a:lnTo>
                  <a:pt x="16" y="219"/>
                </a:lnTo>
                <a:lnTo>
                  <a:pt x="15" y="219"/>
                </a:lnTo>
                <a:lnTo>
                  <a:pt x="14" y="219"/>
                </a:lnTo>
                <a:lnTo>
                  <a:pt x="13" y="219"/>
                </a:lnTo>
                <a:lnTo>
                  <a:pt x="13" y="220"/>
                </a:lnTo>
                <a:lnTo>
                  <a:pt x="12" y="220"/>
                </a:lnTo>
                <a:lnTo>
                  <a:pt x="12" y="221"/>
                </a:lnTo>
                <a:lnTo>
                  <a:pt x="12" y="220"/>
                </a:lnTo>
                <a:lnTo>
                  <a:pt x="11" y="220"/>
                </a:lnTo>
                <a:lnTo>
                  <a:pt x="11" y="219"/>
                </a:lnTo>
                <a:lnTo>
                  <a:pt x="10" y="219"/>
                </a:lnTo>
                <a:lnTo>
                  <a:pt x="10" y="218"/>
                </a:lnTo>
                <a:lnTo>
                  <a:pt x="9" y="218"/>
                </a:lnTo>
                <a:lnTo>
                  <a:pt x="9" y="217"/>
                </a:lnTo>
                <a:lnTo>
                  <a:pt x="9" y="216"/>
                </a:lnTo>
                <a:lnTo>
                  <a:pt x="8" y="216"/>
                </a:lnTo>
                <a:lnTo>
                  <a:pt x="7" y="216"/>
                </a:lnTo>
                <a:lnTo>
                  <a:pt x="7" y="217"/>
                </a:lnTo>
                <a:lnTo>
                  <a:pt x="7" y="216"/>
                </a:lnTo>
                <a:lnTo>
                  <a:pt x="7" y="217"/>
                </a:lnTo>
                <a:lnTo>
                  <a:pt x="6" y="217"/>
                </a:lnTo>
                <a:lnTo>
                  <a:pt x="5" y="217"/>
                </a:lnTo>
                <a:lnTo>
                  <a:pt x="5" y="216"/>
                </a:lnTo>
                <a:lnTo>
                  <a:pt x="5" y="215"/>
                </a:lnTo>
                <a:lnTo>
                  <a:pt x="4" y="215"/>
                </a:lnTo>
                <a:lnTo>
                  <a:pt x="4" y="216"/>
                </a:lnTo>
                <a:lnTo>
                  <a:pt x="4" y="215"/>
                </a:lnTo>
                <a:lnTo>
                  <a:pt x="3" y="215"/>
                </a:lnTo>
                <a:lnTo>
                  <a:pt x="3" y="216"/>
                </a:lnTo>
                <a:lnTo>
                  <a:pt x="2" y="216"/>
                </a:lnTo>
                <a:lnTo>
                  <a:pt x="2" y="217"/>
                </a:lnTo>
                <a:lnTo>
                  <a:pt x="2" y="218"/>
                </a:lnTo>
                <a:lnTo>
                  <a:pt x="1" y="218"/>
                </a:lnTo>
                <a:lnTo>
                  <a:pt x="0" y="218"/>
                </a:lnTo>
                <a:lnTo>
                  <a:pt x="1" y="218"/>
                </a:lnTo>
                <a:lnTo>
                  <a:pt x="0" y="218"/>
                </a:lnTo>
              </a:path>
            </a:pathLst>
          </a:custGeom>
          <a:ln w="4680">
            <a:solidFill>
              <a:srgbClr val="4A4A4A"/>
            </a:solidFill>
            <a:round/>
          </a:ln>
        </p:spPr>
        <p:txBody>
          <a:bodyPr lIns="2160" tIns="2160" rIns="2160" bIns="21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675" name=""/>
          <p:cNvSpPr/>
          <p:nvPr/>
        </p:nvSpPr>
        <p:spPr>
          <a:xfrm flipV="1">
            <a:off x="5708160" y="1504800"/>
            <a:ext cx="1800" cy="28440"/>
          </a:xfrm>
          <a:prstGeom prst="line">
            <a:avLst/>
          </a:prstGeom>
          <a:ln w="6480">
            <a:solidFill>
              <a:srgbClr val="4A4A4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3240" tIns="3240" rIns="3240" bIns="324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676" name=""/>
          <p:cNvSpPr/>
          <p:nvPr/>
        </p:nvSpPr>
        <p:spPr>
          <a:xfrm flipV="1">
            <a:off x="5688360" y="1578240"/>
            <a:ext cx="14040" cy="24120"/>
          </a:xfrm>
          <a:prstGeom prst="line">
            <a:avLst/>
          </a:prstGeom>
          <a:ln w="6480">
            <a:solidFill>
              <a:srgbClr val="4A4A4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3240" tIns="3240" rIns="3240" bIns="324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677" name=""/>
          <p:cNvSpPr/>
          <p:nvPr/>
        </p:nvSpPr>
        <p:spPr>
          <a:xfrm>
            <a:off x="5585400" y="1617840"/>
            <a:ext cx="2520" cy="720"/>
          </a:xfrm>
          <a:custGeom>
            <a:avLst/>
            <a:gdLst/>
            <a:ahLst/>
            <a:rect l="0" t="0" r="r" b="b"/>
            <a:pathLst>
              <a:path fill="none" w="7" h="2">
                <a:moveTo>
                  <a:pt x="0" y="2"/>
                </a:moveTo>
                <a:lnTo>
                  <a:pt x="1" y="2"/>
                </a:lnTo>
                <a:lnTo>
                  <a:pt x="1" y="0"/>
                </a:lnTo>
                <a:lnTo>
                  <a:pt x="2" y="0"/>
                </a:lnTo>
                <a:lnTo>
                  <a:pt x="5" y="0"/>
                </a:lnTo>
                <a:lnTo>
                  <a:pt x="6" y="0"/>
                </a:lnTo>
                <a:lnTo>
                  <a:pt x="7" y="0"/>
                </a:lnTo>
              </a:path>
            </a:pathLst>
          </a:custGeom>
          <a:ln w="6480">
            <a:solidFill>
              <a:srgbClr val="4A4A4A"/>
            </a:solidFill>
            <a:round/>
          </a:ln>
        </p:spPr>
        <p:txBody>
          <a:bodyPr lIns="3240" tIns="-2520" rIns="3240" bIns="-25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678" name=""/>
          <p:cNvSpPr/>
          <p:nvPr/>
        </p:nvSpPr>
        <p:spPr>
          <a:xfrm>
            <a:off x="5583960" y="1618920"/>
            <a:ext cx="360" cy="360"/>
          </a:xfrm>
          <a:custGeom>
            <a:avLst/>
            <a:gdLst/>
            <a:ahLst/>
            <a:rect l="0" t="0" r="r" b="b"/>
            <a:pathLst>
              <a:path fill="none" w="1" h="1">
                <a:moveTo>
                  <a:pt x="1" y="1"/>
                </a:moveTo>
                <a:lnTo>
                  <a:pt x="1" y="0"/>
                </a:lnTo>
                <a:lnTo>
                  <a:pt x="1" y="1"/>
                </a:lnTo>
                <a:lnTo>
                  <a:pt x="0" y="1"/>
                </a:lnTo>
                <a:lnTo>
                  <a:pt x="1" y="1"/>
                </a:lnTo>
              </a:path>
            </a:pathLst>
          </a:custGeom>
          <a:ln w="6480">
            <a:solidFill>
              <a:srgbClr val="4A4A4A"/>
            </a:solidFill>
            <a:round/>
          </a:ln>
        </p:spPr>
        <p:txBody>
          <a:bodyPr lIns="3240" tIns="-2880" rIns="3240" bIns="-288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679" name=""/>
          <p:cNvSpPr/>
          <p:nvPr/>
        </p:nvSpPr>
        <p:spPr>
          <a:xfrm>
            <a:off x="5585400" y="1619280"/>
            <a:ext cx="360" cy="0"/>
          </a:xfrm>
          <a:prstGeom prst="line">
            <a:avLst/>
          </a:prstGeom>
          <a:ln w="6480">
            <a:solidFill>
              <a:srgbClr val="4A4A4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3240" tIns="-3240" rIns="3240" bIns="-324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680" name=""/>
          <p:cNvSpPr/>
          <p:nvPr/>
        </p:nvSpPr>
        <p:spPr>
          <a:xfrm>
            <a:off x="5586120" y="1618920"/>
            <a:ext cx="360" cy="360"/>
          </a:xfrm>
          <a:custGeom>
            <a:avLst/>
            <a:gdLst/>
            <a:ahLst/>
            <a:rect l="0" t="0" r="r" b="b"/>
            <a:pathLst>
              <a:path fill="none" w="1" h="1">
                <a:moveTo>
                  <a:pt x="1" y="0"/>
                </a:moveTo>
                <a:lnTo>
                  <a:pt x="0" y="0"/>
                </a:lnTo>
                <a:lnTo>
                  <a:pt x="0" y="1"/>
                </a:lnTo>
              </a:path>
            </a:pathLst>
          </a:custGeom>
          <a:ln w="6480">
            <a:solidFill>
              <a:srgbClr val="4A4A4A"/>
            </a:solidFill>
            <a:round/>
          </a:ln>
        </p:spPr>
        <p:txBody>
          <a:bodyPr lIns="3240" tIns="-2880" rIns="3240" bIns="-288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681" name=""/>
          <p:cNvSpPr/>
          <p:nvPr/>
        </p:nvSpPr>
        <p:spPr>
          <a:xfrm flipH="1">
            <a:off x="5585400" y="1619280"/>
            <a:ext cx="360" cy="0"/>
          </a:xfrm>
          <a:prstGeom prst="line">
            <a:avLst/>
          </a:prstGeom>
          <a:ln w="6480">
            <a:solidFill>
              <a:srgbClr val="4A4A4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3240" tIns="-3240" rIns="3240" bIns="-324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682" name=""/>
          <p:cNvSpPr/>
          <p:nvPr/>
        </p:nvSpPr>
        <p:spPr>
          <a:xfrm>
            <a:off x="5583960" y="1619280"/>
            <a:ext cx="0" cy="360"/>
          </a:xfrm>
          <a:prstGeom prst="line">
            <a:avLst/>
          </a:prstGeom>
          <a:ln w="6480">
            <a:solidFill>
              <a:srgbClr val="4A4A4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3240" tIns="-2880" rIns="3240" bIns="-288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683" name=""/>
          <p:cNvSpPr/>
          <p:nvPr/>
        </p:nvSpPr>
        <p:spPr>
          <a:xfrm>
            <a:off x="5586120" y="1619280"/>
            <a:ext cx="360" cy="360"/>
          </a:xfrm>
          <a:custGeom>
            <a:avLst/>
            <a:gdLst/>
            <a:ahLst/>
            <a:rect l="0" t="0" r="r" b="b"/>
            <a:pathLst>
              <a:path fill="none" w="1" h="1">
                <a:moveTo>
                  <a:pt x="1" y="0"/>
                </a:moveTo>
                <a:lnTo>
                  <a:pt x="0" y="0"/>
                </a:lnTo>
                <a:lnTo>
                  <a:pt x="0" y="1"/>
                </a:lnTo>
                <a:lnTo>
                  <a:pt x="1" y="1"/>
                </a:lnTo>
                <a:lnTo>
                  <a:pt x="1" y="0"/>
                </a:lnTo>
              </a:path>
            </a:pathLst>
          </a:custGeom>
          <a:ln w="6480">
            <a:solidFill>
              <a:srgbClr val="4A4A4A"/>
            </a:solidFill>
            <a:round/>
          </a:ln>
        </p:spPr>
        <p:txBody>
          <a:bodyPr lIns="3240" tIns="-2880" rIns="3240" bIns="-288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684" name=""/>
          <p:cNvSpPr/>
          <p:nvPr/>
        </p:nvSpPr>
        <p:spPr>
          <a:xfrm>
            <a:off x="5584320" y="1619640"/>
            <a:ext cx="360" cy="360"/>
          </a:xfrm>
          <a:custGeom>
            <a:avLst/>
            <a:gdLst/>
            <a:ahLst/>
            <a:rect l="0" t="0" r="r" b="b"/>
            <a:pathLst>
              <a:path fill="none" w="1" h="1">
                <a:moveTo>
                  <a:pt x="0" y="0"/>
                </a:moveTo>
                <a:lnTo>
                  <a:pt x="1" y="0"/>
                </a:lnTo>
                <a:lnTo>
                  <a:pt x="1" y="1"/>
                </a:lnTo>
                <a:lnTo>
                  <a:pt x="0" y="1"/>
                </a:lnTo>
                <a:lnTo>
                  <a:pt x="0" y="0"/>
                </a:lnTo>
              </a:path>
            </a:pathLst>
          </a:custGeom>
          <a:ln w="6480">
            <a:solidFill>
              <a:srgbClr val="4A4A4A"/>
            </a:solidFill>
            <a:round/>
          </a:ln>
        </p:spPr>
        <p:txBody>
          <a:bodyPr lIns="3240" tIns="-2880" rIns="3240" bIns="-288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685" name=""/>
          <p:cNvSpPr/>
          <p:nvPr/>
        </p:nvSpPr>
        <p:spPr>
          <a:xfrm>
            <a:off x="5583960" y="1619640"/>
            <a:ext cx="360" cy="360"/>
          </a:xfrm>
          <a:custGeom>
            <a:avLst/>
            <a:gdLst/>
            <a:ahLst/>
            <a:rect l="0" t="0" r="r" b="b"/>
            <a:pathLst>
              <a:path fill="none" w="1" h="1">
                <a:moveTo>
                  <a:pt x="0" y="0"/>
                </a:moveTo>
                <a:lnTo>
                  <a:pt x="0" y="1"/>
                </a:lnTo>
                <a:lnTo>
                  <a:pt x="1" y="1"/>
                </a:lnTo>
              </a:path>
            </a:pathLst>
          </a:custGeom>
          <a:ln w="6480">
            <a:solidFill>
              <a:srgbClr val="4A4A4A"/>
            </a:solidFill>
            <a:round/>
          </a:ln>
        </p:spPr>
        <p:txBody>
          <a:bodyPr lIns="3240" tIns="-2880" rIns="3240" bIns="-288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686" name=""/>
          <p:cNvSpPr/>
          <p:nvPr/>
        </p:nvSpPr>
        <p:spPr>
          <a:xfrm>
            <a:off x="5585400" y="1617840"/>
            <a:ext cx="3960" cy="5040"/>
          </a:xfrm>
          <a:custGeom>
            <a:avLst/>
            <a:gdLst/>
            <a:ahLst/>
            <a:rect l="0" t="0" r="r" b="b"/>
            <a:pathLst>
              <a:path fill="none" w="11" h="14">
                <a:moveTo>
                  <a:pt x="1" y="14"/>
                </a:moveTo>
                <a:lnTo>
                  <a:pt x="2" y="14"/>
                </a:lnTo>
                <a:lnTo>
                  <a:pt x="3" y="14"/>
                </a:lnTo>
                <a:lnTo>
                  <a:pt x="4" y="14"/>
                </a:lnTo>
                <a:lnTo>
                  <a:pt x="5" y="13"/>
                </a:lnTo>
                <a:lnTo>
                  <a:pt x="6" y="13"/>
                </a:lnTo>
                <a:lnTo>
                  <a:pt x="7" y="12"/>
                </a:lnTo>
                <a:lnTo>
                  <a:pt x="8" y="12"/>
                </a:lnTo>
                <a:lnTo>
                  <a:pt x="8" y="10"/>
                </a:lnTo>
                <a:lnTo>
                  <a:pt x="9" y="10"/>
                </a:lnTo>
                <a:lnTo>
                  <a:pt x="9" y="9"/>
                </a:lnTo>
                <a:lnTo>
                  <a:pt x="11" y="9"/>
                </a:lnTo>
                <a:lnTo>
                  <a:pt x="11" y="8"/>
                </a:lnTo>
                <a:lnTo>
                  <a:pt x="11" y="7"/>
                </a:lnTo>
                <a:lnTo>
                  <a:pt x="11" y="6"/>
                </a:lnTo>
                <a:lnTo>
                  <a:pt x="11" y="4"/>
                </a:lnTo>
                <a:lnTo>
                  <a:pt x="11" y="3"/>
                </a:lnTo>
                <a:lnTo>
                  <a:pt x="11" y="2"/>
                </a:lnTo>
                <a:lnTo>
                  <a:pt x="9" y="1"/>
                </a:lnTo>
                <a:lnTo>
                  <a:pt x="9" y="0"/>
                </a:lnTo>
                <a:lnTo>
                  <a:pt x="8" y="0"/>
                </a:lnTo>
                <a:lnTo>
                  <a:pt x="7" y="0"/>
                </a:lnTo>
                <a:lnTo>
                  <a:pt x="7" y="1"/>
                </a:lnTo>
                <a:lnTo>
                  <a:pt x="8" y="1"/>
                </a:lnTo>
                <a:lnTo>
                  <a:pt x="8" y="2"/>
                </a:lnTo>
                <a:lnTo>
                  <a:pt x="9" y="2"/>
                </a:lnTo>
                <a:lnTo>
                  <a:pt x="9" y="3"/>
                </a:lnTo>
                <a:lnTo>
                  <a:pt x="9" y="4"/>
                </a:lnTo>
                <a:lnTo>
                  <a:pt x="9" y="5"/>
                </a:lnTo>
                <a:lnTo>
                  <a:pt x="9" y="6"/>
                </a:lnTo>
                <a:lnTo>
                  <a:pt x="9" y="7"/>
                </a:lnTo>
                <a:lnTo>
                  <a:pt x="9" y="8"/>
                </a:lnTo>
                <a:lnTo>
                  <a:pt x="8" y="8"/>
                </a:lnTo>
                <a:lnTo>
                  <a:pt x="8" y="9"/>
                </a:lnTo>
                <a:lnTo>
                  <a:pt x="7" y="10"/>
                </a:lnTo>
                <a:lnTo>
                  <a:pt x="7" y="12"/>
                </a:lnTo>
                <a:lnTo>
                  <a:pt x="6" y="12"/>
                </a:lnTo>
                <a:lnTo>
                  <a:pt x="5" y="12"/>
                </a:lnTo>
                <a:lnTo>
                  <a:pt x="4" y="13"/>
                </a:lnTo>
                <a:lnTo>
                  <a:pt x="3" y="13"/>
                </a:lnTo>
                <a:lnTo>
                  <a:pt x="2" y="13"/>
                </a:lnTo>
                <a:lnTo>
                  <a:pt x="1" y="13"/>
                </a:lnTo>
                <a:lnTo>
                  <a:pt x="1" y="12"/>
                </a:lnTo>
                <a:lnTo>
                  <a:pt x="0" y="12"/>
                </a:lnTo>
                <a:lnTo>
                  <a:pt x="0" y="13"/>
                </a:lnTo>
                <a:lnTo>
                  <a:pt x="0" y="14"/>
                </a:lnTo>
                <a:lnTo>
                  <a:pt x="1" y="14"/>
                </a:lnTo>
              </a:path>
            </a:pathLst>
          </a:custGeom>
          <a:ln w="6480">
            <a:solidFill>
              <a:srgbClr val="4A4A4A"/>
            </a:solidFill>
            <a:round/>
          </a:ln>
        </p:spPr>
        <p:txBody>
          <a:bodyPr lIns="3240" tIns="1800" rIns="3240" bIns="180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687" name=""/>
          <p:cNvSpPr/>
          <p:nvPr/>
        </p:nvSpPr>
        <p:spPr>
          <a:xfrm>
            <a:off x="5658480" y="1649880"/>
            <a:ext cx="10080" cy="26280"/>
          </a:xfrm>
          <a:custGeom>
            <a:avLst/>
            <a:gdLst/>
            <a:ahLst/>
            <a:rect l="0" t="0" r="r" b="b"/>
            <a:pathLst>
              <a:path fill="none" w="28" h="73">
                <a:moveTo>
                  <a:pt x="0" y="73"/>
                </a:moveTo>
                <a:lnTo>
                  <a:pt x="1" y="71"/>
                </a:lnTo>
                <a:lnTo>
                  <a:pt x="2" y="67"/>
                </a:lnTo>
                <a:lnTo>
                  <a:pt x="3" y="64"/>
                </a:lnTo>
                <a:lnTo>
                  <a:pt x="4" y="62"/>
                </a:lnTo>
                <a:lnTo>
                  <a:pt x="5" y="57"/>
                </a:lnTo>
                <a:lnTo>
                  <a:pt x="6" y="55"/>
                </a:lnTo>
                <a:lnTo>
                  <a:pt x="7" y="52"/>
                </a:lnTo>
                <a:lnTo>
                  <a:pt x="8" y="49"/>
                </a:lnTo>
                <a:lnTo>
                  <a:pt x="9" y="47"/>
                </a:lnTo>
                <a:lnTo>
                  <a:pt x="10" y="45"/>
                </a:lnTo>
                <a:lnTo>
                  <a:pt x="11" y="41"/>
                </a:lnTo>
                <a:lnTo>
                  <a:pt x="12" y="38"/>
                </a:lnTo>
                <a:lnTo>
                  <a:pt x="13" y="35"/>
                </a:lnTo>
                <a:lnTo>
                  <a:pt x="14" y="33"/>
                </a:lnTo>
                <a:lnTo>
                  <a:pt x="15" y="31"/>
                </a:lnTo>
                <a:lnTo>
                  <a:pt x="16" y="29"/>
                </a:lnTo>
                <a:lnTo>
                  <a:pt x="17" y="25"/>
                </a:lnTo>
                <a:lnTo>
                  <a:pt x="18" y="21"/>
                </a:lnTo>
                <a:lnTo>
                  <a:pt x="20" y="18"/>
                </a:lnTo>
                <a:lnTo>
                  <a:pt x="21" y="16"/>
                </a:lnTo>
                <a:lnTo>
                  <a:pt x="22" y="13"/>
                </a:lnTo>
                <a:lnTo>
                  <a:pt x="23" y="9"/>
                </a:lnTo>
                <a:lnTo>
                  <a:pt x="24" y="6"/>
                </a:lnTo>
                <a:lnTo>
                  <a:pt x="27" y="2"/>
                </a:lnTo>
                <a:lnTo>
                  <a:pt x="28" y="0"/>
                </a:lnTo>
              </a:path>
            </a:pathLst>
          </a:custGeom>
          <a:ln w="6480">
            <a:solidFill>
              <a:srgbClr val="4A4A4A"/>
            </a:solidFill>
            <a:round/>
          </a:ln>
        </p:spPr>
        <p:txBody>
          <a:bodyPr lIns="3240" tIns="3240" rIns="3240" bIns="324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688" name=""/>
          <p:cNvSpPr/>
          <p:nvPr/>
        </p:nvSpPr>
        <p:spPr>
          <a:xfrm>
            <a:off x="5548320" y="1731960"/>
            <a:ext cx="2160" cy="1440"/>
          </a:xfrm>
          <a:custGeom>
            <a:avLst/>
            <a:gdLst/>
            <a:ahLst/>
            <a:rect l="0" t="0" r="r" b="b"/>
            <a:pathLst>
              <a:path fill="none" w="6" h="4">
                <a:moveTo>
                  <a:pt x="0" y="4"/>
                </a:moveTo>
                <a:lnTo>
                  <a:pt x="1" y="4"/>
                </a:lnTo>
                <a:lnTo>
                  <a:pt x="3" y="2"/>
                </a:lnTo>
                <a:lnTo>
                  <a:pt x="4" y="2"/>
                </a:lnTo>
                <a:lnTo>
                  <a:pt x="5" y="0"/>
                </a:lnTo>
                <a:lnTo>
                  <a:pt x="6" y="2"/>
                </a:lnTo>
              </a:path>
            </a:pathLst>
          </a:custGeom>
          <a:ln w="6480">
            <a:solidFill>
              <a:srgbClr val="4A4A4A"/>
            </a:solidFill>
            <a:round/>
          </a:ln>
        </p:spPr>
        <p:txBody>
          <a:bodyPr lIns="3240" tIns="-1800" rIns="3240" bIns="-180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689" name=""/>
          <p:cNvSpPr/>
          <p:nvPr/>
        </p:nvSpPr>
        <p:spPr>
          <a:xfrm>
            <a:off x="5546880" y="1733040"/>
            <a:ext cx="720" cy="360"/>
          </a:xfrm>
          <a:custGeom>
            <a:avLst/>
            <a:gdLst/>
            <a:ahLst/>
            <a:rect l="0" t="0" r="r" b="b"/>
            <a:pathLst>
              <a:path fill="none" w="2" h="1">
                <a:moveTo>
                  <a:pt x="0" y="1"/>
                </a:moveTo>
                <a:lnTo>
                  <a:pt x="1" y="0"/>
                </a:lnTo>
                <a:lnTo>
                  <a:pt x="2" y="0"/>
                </a:lnTo>
              </a:path>
            </a:pathLst>
          </a:custGeom>
          <a:ln w="6480">
            <a:solidFill>
              <a:srgbClr val="4A4A4A"/>
            </a:solidFill>
            <a:round/>
          </a:ln>
        </p:spPr>
        <p:txBody>
          <a:bodyPr lIns="3240" tIns="-2880" rIns="3240" bIns="-288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690" name=""/>
          <p:cNvSpPr/>
          <p:nvPr/>
        </p:nvSpPr>
        <p:spPr>
          <a:xfrm>
            <a:off x="5548680" y="1732680"/>
            <a:ext cx="1800" cy="1440"/>
          </a:xfrm>
          <a:custGeom>
            <a:avLst/>
            <a:gdLst/>
            <a:ahLst/>
            <a:rect l="0" t="0" r="r" b="b"/>
            <a:pathLst>
              <a:path fill="none" w="5" h="4">
                <a:moveTo>
                  <a:pt x="5" y="0"/>
                </a:moveTo>
                <a:lnTo>
                  <a:pt x="5" y="2"/>
                </a:lnTo>
                <a:lnTo>
                  <a:pt x="4" y="4"/>
                </a:lnTo>
                <a:lnTo>
                  <a:pt x="3" y="2"/>
                </a:lnTo>
                <a:lnTo>
                  <a:pt x="0" y="2"/>
                </a:lnTo>
              </a:path>
            </a:pathLst>
          </a:custGeom>
          <a:ln w="6480">
            <a:solidFill>
              <a:srgbClr val="4A4A4A"/>
            </a:solidFill>
            <a:round/>
          </a:ln>
        </p:spPr>
        <p:txBody>
          <a:bodyPr lIns="3240" tIns="-1800" rIns="3240" bIns="-180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691" name=""/>
          <p:cNvSpPr/>
          <p:nvPr/>
        </p:nvSpPr>
        <p:spPr>
          <a:xfrm>
            <a:off x="5546880" y="1733400"/>
            <a:ext cx="720" cy="360"/>
          </a:xfrm>
          <a:custGeom>
            <a:avLst/>
            <a:gdLst/>
            <a:ahLst/>
            <a:rect l="0" t="0" r="r" b="b"/>
            <a:pathLst>
              <a:path fill="none" w="2" h="1">
                <a:moveTo>
                  <a:pt x="2" y="0"/>
                </a:moveTo>
                <a:lnTo>
                  <a:pt x="1" y="1"/>
                </a:lnTo>
                <a:lnTo>
                  <a:pt x="0" y="1"/>
                </a:lnTo>
              </a:path>
            </a:pathLst>
          </a:custGeom>
          <a:ln w="6480">
            <a:solidFill>
              <a:srgbClr val="4A4A4A"/>
            </a:solidFill>
            <a:round/>
          </a:ln>
        </p:spPr>
        <p:txBody>
          <a:bodyPr lIns="3240" tIns="-2880" rIns="3240" bIns="-288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692" name=""/>
          <p:cNvSpPr/>
          <p:nvPr/>
        </p:nvSpPr>
        <p:spPr>
          <a:xfrm>
            <a:off x="5545080" y="1733400"/>
            <a:ext cx="2160" cy="1440"/>
          </a:xfrm>
          <a:custGeom>
            <a:avLst/>
            <a:gdLst/>
            <a:ahLst/>
            <a:rect l="0" t="0" r="r" b="b"/>
            <a:pathLst>
              <a:path fill="none" w="6" h="4">
                <a:moveTo>
                  <a:pt x="0" y="4"/>
                </a:moveTo>
                <a:lnTo>
                  <a:pt x="0" y="3"/>
                </a:lnTo>
                <a:lnTo>
                  <a:pt x="3" y="3"/>
                </a:lnTo>
                <a:lnTo>
                  <a:pt x="3" y="1"/>
                </a:lnTo>
                <a:lnTo>
                  <a:pt x="4" y="1"/>
                </a:lnTo>
                <a:lnTo>
                  <a:pt x="6" y="0"/>
                </a:lnTo>
              </a:path>
            </a:pathLst>
          </a:custGeom>
          <a:ln w="6480">
            <a:solidFill>
              <a:srgbClr val="4A4A4A"/>
            </a:solidFill>
            <a:round/>
          </a:ln>
        </p:spPr>
        <p:txBody>
          <a:bodyPr lIns="3240" tIns="-1800" rIns="3240" bIns="-180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693" name=""/>
          <p:cNvSpPr/>
          <p:nvPr/>
        </p:nvSpPr>
        <p:spPr>
          <a:xfrm>
            <a:off x="5545080" y="1734120"/>
            <a:ext cx="2160" cy="1080"/>
          </a:xfrm>
          <a:custGeom>
            <a:avLst/>
            <a:gdLst/>
            <a:ahLst/>
            <a:rect l="0" t="0" r="r" b="b"/>
            <a:pathLst>
              <a:path fill="none" w="6" h="3">
                <a:moveTo>
                  <a:pt x="6" y="0"/>
                </a:moveTo>
                <a:lnTo>
                  <a:pt x="4" y="0"/>
                </a:lnTo>
                <a:lnTo>
                  <a:pt x="3" y="1"/>
                </a:lnTo>
                <a:lnTo>
                  <a:pt x="2" y="3"/>
                </a:lnTo>
                <a:lnTo>
                  <a:pt x="0" y="3"/>
                </a:lnTo>
              </a:path>
            </a:pathLst>
          </a:custGeom>
          <a:ln w="6480">
            <a:solidFill>
              <a:srgbClr val="4A4A4A"/>
            </a:solidFill>
            <a:round/>
          </a:ln>
        </p:spPr>
        <p:txBody>
          <a:bodyPr lIns="3240" tIns="-2160" rIns="3240" bIns="-21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694" name=""/>
          <p:cNvSpPr/>
          <p:nvPr/>
        </p:nvSpPr>
        <p:spPr>
          <a:xfrm>
            <a:off x="5538960" y="1735560"/>
            <a:ext cx="4680" cy="1800"/>
          </a:xfrm>
          <a:custGeom>
            <a:avLst/>
            <a:gdLst/>
            <a:ahLst/>
            <a:rect l="0" t="0" r="r" b="b"/>
            <a:pathLst>
              <a:path fill="none" w="13" h="5">
                <a:moveTo>
                  <a:pt x="0" y="5"/>
                </a:moveTo>
                <a:lnTo>
                  <a:pt x="1" y="4"/>
                </a:lnTo>
                <a:lnTo>
                  <a:pt x="3" y="4"/>
                </a:lnTo>
                <a:lnTo>
                  <a:pt x="5" y="4"/>
                </a:lnTo>
                <a:lnTo>
                  <a:pt x="7" y="3"/>
                </a:lnTo>
                <a:lnTo>
                  <a:pt x="8" y="3"/>
                </a:lnTo>
                <a:lnTo>
                  <a:pt x="10" y="3"/>
                </a:lnTo>
                <a:lnTo>
                  <a:pt x="12" y="1"/>
                </a:lnTo>
                <a:lnTo>
                  <a:pt x="13" y="1"/>
                </a:lnTo>
                <a:lnTo>
                  <a:pt x="13" y="0"/>
                </a:lnTo>
              </a:path>
            </a:pathLst>
          </a:custGeom>
          <a:ln w="6480">
            <a:solidFill>
              <a:srgbClr val="4A4A4A"/>
            </a:solidFill>
            <a:round/>
          </a:ln>
        </p:spPr>
        <p:txBody>
          <a:bodyPr lIns="3240" tIns="-1440" rIns="3240" bIns="-144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695" name=""/>
          <p:cNvSpPr/>
          <p:nvPr/>
        </p:nvSpPr>
        <p:spPr>
          <a:xfrm>
            <a:off x="5538960" y="1736280"/>
            <a:ext cx="5040" cy="1440"/>
          </a:xfrm>
          <a:custGeom>
            <a:avLst/>
            <a:gdLst/>
            <a:ahLst/>
            <a:rect l="0" t="0" r="r" b="b"/>
            <a:pathLst>
              <a:path fill="none" w="14" h="4">
                <a:moveTo>
                  <a:pt x="14" y="0"/>
                </a:moveTo>
                <a:lnTo>
                  <a:pt x="13" y="0"/>
                </a:lnTo>
                <a:lnTo>
                  <a:pt x="12" y="1"/>
                </a:lnTo>
                <a:lnTo>
                  <a:pt x="11" y="1"/>
                </a:lnTo>
                <a:lnTo>
                  <a:pt x="10" y="1"/>
                </a:lnTo>
                <a:lnTo>
                  <a:pt x="10" y="2"/>
                </a:lnTo>
                <a:lnTo>
                  <a:pt x="9" y="2"/>
                </a:lnTo>
                <a:lnTo>
                  <a:pt x="8" y="2"/>
                </a:lnTo>
                <a:lnTo>
                  <a:pt x="8" y="4"/>
                </a:lnTo>
                <a:lnTo>
                  <a:pt x="7" y="4"/>
                </a:lnTo>
                <a:lnTo>
                  <a:pt x="6" y="4"/>
                </a:lnTo>
                <a:lnTo>
                  <a:pt x="5" y="4"/>
                </a:lnTo>
                <a:lnTo>
                  <a:pt x="2" y="4"/>
                </a:lnTo>
                <a:lnTo>
                  <a:pt x="1" y="4"/>
                </a:lnTo>
                <a:lnTo>
                  <a:pt x="0" y="4"/>
                </a:lnTo>
              </a:path>
            </a:pathLst>
          </a:custGeom>
          <a:ln w="6480">
            <a:solidFill>
              <a:srgbClr val="4A4A4A"/>
            </a:solidFill>
            <a:round/>
          </a:ln>
        </p:spPr>
        <p:txBody>
          <a:bodyPr lIns="3240" tIns="-1800" rIns="3240" bIns="-180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696" name=""/>
          <p:cNvSpPr/>
          <p:nvPr/>
        </p:nvSpPr>
        <p:spPr>
          <a:xfrm>
            <a:off x="5535000" y="1737360"/>
            <a:ext cx="3600" cy="1440"/>
          </a:xfrm>
          <a:custGeom>
            <a:avLst/>
            <a:gdLst/>
            <a:ahLst/>
            <a:rect l="0" t="0" r="r" b="b"/>
            <a:pathLst>
              <a:path fill="none" w="10" h="4">
                <a:moveTo>
                  <a:pt x="0" y="4"/>
                </a:moveTo>
                <a:lnTo>
                  <a:pt x="2" y="4"/>
                </a:lnTo>
                <a:lnTo>
                  <a:pt x="3" y="2"/>
                </a:lnTo>
                <a:lnTo>
                  <a:pt x="4" y="2"/>
                </a:lnTo>
                <a:lnTo>
                  <a:pt x="5" y="2"/>
                </a:lnTo>
                <a:lnTo>
                  <a:pt x="6" y="2"/>
                </a:lnTo>
                <a:lnTo>
                  <a:pt x="7" y="2"/>
                </a:lnTo>
                <a:lnTo>
                  <a:pt x="8" y="0"/>
                </a:lnTo>
                <a:lnTo>
                  <a:pt x="10" y="0"/>
                </a:lnTo>
              </a:path>
            </a:pathLst>
          </a:custGeom>
          <a:ln w="6480">
            <a:solidFill>
              <a:srgbClr val="4A4A4A"/>
            </a:solidFill>
            <a:round/>
          </a:ln>
        </p:spPr>
        <p:txBody>
          <a:bodyPr lIns="3240" tIns="-1800" rIns="3240" bIns="-180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697" name=""/>
          <p:cNvSpPr/>
          <p:nvPr/>
        </p:nvSpPr>
        <p:spPr>
          <a:xfrm>
            <a:off x="5535360" y="1738080"/>
            <a:ext cx="3240" cy="720"/>
          </a:xfrm>
          <a:custGeom>
            <a:avLst/>
            <a:gdLst/>
            <a:ahLst/>
            <a:rect l="0" t="0" r="r" b="b"/>
            <a:pathLst>
              <a:path fill="none" w="9" h="2">
                <a:moveTo>
                  <a:pt x="9" y="0"/>
                </a:moveTo>
                <a:lnTo>
                  <a:pt x="8" y="0"/>
                </a:lnTo>
                <a:lnTo>
                  <a:pt x="7" y="2"/>
                </a:lnTo>
                <a:lnTo>
                  <a:pt x="5" y="2"/>
                </a:lnTo>
                <a:lnTo>
                  <a:pt x="3" y="2"/>
                </a:lnTo>
                <a:lnTo>
                  <a:pt x="2" y="2"/>
                </a:lnTo>
                <a:lnTo>
                  <a:pt x="1" y="2"/>
                </a:lnTo>
                <a:lnTo>
                  <a:pt x="0" y="2"/>
                </a:lnTo>
              </a:path>
            </a:pathLst>
          </a:custGeom>
          <a:ln w="6480">
            <a:solidFill>
              <a:srgbClr val="4A4A4A"/>
            </a:solidFill>
            <a:round/>
          </a:ln>
        </p:spPr>
        <p:txBody>
          <a:bodyPr lIns="3240" tIns="-2520" rIns="3240" bIns="-25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698" name=""/>
          <p:cNvSpPr/>
          <p:nvPr/>
        </p:nvSpPr>
        <p:spPr>
          <a:xfrm>
            <a:off x="5552280" y="1735200"/>
            <a:ext cx="1800" cy="2520"/>
          </a:xfrm>
          <a:custGeom>
            <a:avLst/>
            <a:gdLst/>
            <a:ahLst/>
            <a:rect l="0" t="0" r="r" b="b"/>
            <a:pathLst>
              <a:path fill="none" w="5" h="7">
                <a:moveTo>
                  <a:pt x="0" y="0"/>
                </a:moveTo>
                <a:lnTo>
                  <a:pt x="0" y="1"/>
                </a:lnTo>
                <a:lnTo>
                  <a:pt x="1" y="1"/>
                </a:lnTo>
                <a:lnTo>
                  <a:pt x="3" y="1"/>
                </a:lnTo>
                <a:lnTo>
                  <a:pt x="4" y="2"/>
                </a:lnTo>
                <a:lnTo>
                  <a:pt x="4" y="4"/>
                </a:lnTo>
                <a:lnTo>
                  <a:pt x="5" y="4"/>
                </a:lnTo>
                <a:lnTo>
                  <a:pt x="4" y="5"/>
                </a:lnTo>
                <a:lnTo>
                  <a:pt x="4" y="6"/>
                </a:lnTo>
                <a:lnTo>
                  <a:pt x="4" y="7"/>
                </a:lnTo>
              </a:path>
            </a:pathLst>
          </a:custGeom>
          <a:ln w="6480">
            <a:solidFill>
              <a:srgbClr val="4A4A4A"/>
            </a:solidFill>
            <a:round/>
          </a:ln>
        </p:spPr>
        <p:txBody>
          <a:bodyPr lIns="3240" tIns="-720" rIns="3240" bIns="-7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699" name=""/>
          <p:cNvSpPr/>
          <p:nvPr/>
        </p:nvSpPr>
        <p:spPr>
          <a:xfrm>
            <a:off x="5551920" y="1735560"/>
            <a:ext cx="1440" cy="2160"/>
          </a:xfrm>
          <a:custGeom>
            <a:avLst/>
            <a:gdLst/>
            <a:ahLst/>
            <a:rect l="0" t="0" r="r" b="b"/>
            <a:pathLst>
              <a:path fill="none" w="4" h="6">
                <a:moveTo>
                  <a:pt x="4" y="6"/>
                </a:moveTo>
                <a:lnTo>
                  <a:pt x="4" y="5"/>
                </a:lnTo>
                <a:lnTo>
                  <a:pt x="2" y="4"/>
                </a:lnTo>
                <a:lnTo>
                  <a:pt x="0" y="1"/>
                </a:lnTo>
                <a:lnTo>
                  <a:pt x="0" y="0"/>
                </a:lnTo>
              </a:path>
            </a:pathLst>
          </a:custGeom>
          <a:ln w="6480">
            <a:solidFill>
              <a:srgbClr val="4A4A4A"/>
            </a:solidFill>
            <a:round/>
          </a:ln>
        </p:spPr>
        <p:txBody>
          <a:bodyPr lIns="3240" tIns="-1080" rIns="3240" bIns="-108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700" name=""/>
          <p:cNvSpPr/>
          <p:nvPr/>
        </p:nvSpPr>
        <p:spPr>
          <a:xfrm>
            <a:off x="5531760" y="1739520"/>
            <a:ext cx="2160" cy="1080"/>
          </a:xfrm>
          <a:custGeom>
            <a:avLst/>
            <a:gdLst/>
            <a:ahLst/>
            <a:rect l="0" t="0" r="r" b="b"/>
            <a:pathLst>
              <a:path fill="none" w="6" h="3">
                <a:moveTo>
                  <a:pt x="0" y="3"/>
                </a:moveTo>
                <a:lnTo>
                  <a:pt x="1" y="2"/>
                </a:lnTo>
                <a:lnTo>
                  <a:pt x="2" y="0"/>
                </a:lnTo>
                <a:lnTo>
                  <a:pt x="3" y="0"/>
                </a:lnTo>
                <a:lnTo>
                  <a:pt x="5" y="0"/>
                </a:lnTo>
                <a:lnTo>
                  <a:pt x="6" y="0"/>
                </a:lnTo>
              </a:path>
            </a:pathLst>
          </a:custGeom>
          <a:ln w="6480">
            <a:solidFill>
              <a:srgbClr val="4A4A4A"/>
            </a:solidFill>
            <a:round/>
          </a:ln>
        </p:spPr>
        <p:txBody>
          <a:bodyPr lIns="3240" tIns="-2160" rIns="3240" bIns="-21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701" name=""/>
          <p:cNvSpPr/>
          <p:nvPr/>
        </p:nvSpPr>
        <p:spPr>
          <a:xfrm>
            <a:off x="5532120" y="1739880"/>
            <a:ext cx="2160" cy="1080"/>
          </a:xfrm>
          <a:custGeom>
            <a:avLst/>
            <a:gdLst/>
            <a:ahLst/>
            <a:rect l="0" t="0" r="r" b="b"/>
            <a:pathLst>
              <a:path fill="none" w="6" h="3">
                <a:moveTo>
                  <a:pt x="6" y="0"/>
                </a:moveTo>
                <a:lnTo>
                  <a:pt x="5" y="0"/>
                </a:lnTo>
                <a:lnTo>
                  <a:pt x="4" y="1"/>
                </a:lnTo>
                <a:lnTo>
                  <a:pt x="4" y="0"/>
                </a:lnTo>
                <a:lnTo>
                  <a:pt x="3" y="1"/>
                </a:lnTo>
                <a:lnTo>
                  <a:pt x="2" y="1"/>
                </a:lnTo>
                <a:lnTo>
                  <a:pt x="0" y="3"/>
                </a:lnTo>
              </a:path>
            </a:pathLst>
          </a:custGeom>
          <a:ln w="6480">
            <a:solidFill>
              <a:srgbClr val="4A4A4A"/>
            </a:solidFill>
            <a:round/>
          </a:ln>
        </p:spPr>
        <p:txBody>
          <a:bodyPr lIns="3240" tIns="-2160" rIns="3240" bIns="-21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702" name=""/>
          <p:cNvSpPr/>
          <p:nvPr/>
        </p:nvSpPr>
        <p:spPr>
          <a:xfrm>
            <a:off x="5551560" y="1739160"/>
            <a:ext cx="360" cy="360"/>
          </a:xfrm>
          <a:custGeom>
            <a:avLst/>
            <a:gdLst/>
            <a:ahLst/>
            <a:rect l="0" t="0" r="r" b="b"/>
            <a:pathLst>
              <a:path fill="none" w="1" h="1">
                <a:moveTo>
                  <a:pt x="0" y="0"/>
                </a:moveTo>
                <a:lnTo>
                  <a:pt x="1" y="0"/>
                </a:lnTo>
                <a:lnTo>
                  <a:pt x="0" y="1"/>
                </a:lnTo>
              </a:path>
            </a:pathLst>
          </a:custGeom>
          <a:ln w="6480">
            <a:solidFill>
              <a:srgbClr val="4A4A4A"/>
            </a:solidFill>
            <a:round/>
          </a:ln>
        </p:spPr>
        <p:txBody>
          <a:bodyPr lIns="3240" tIns="-2880" rIns="3240" bIns="-288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703" name=""/>
          <p:cNvSpPr/>
          <p:nvPr/>
        </p:nvSpPr>
        <p:spPr>
          <a:xfrm>
            <a:off x="5551200" y="1739160"/>
            <a:ext cx="0" cy="720"/>
          </a:xfrm>
          <a:custGeom>
            <a:avLst/>
            <a:gdLst/>
            <a:ahLst/>
            <a:rect l="0" t="0" r="r" b="b"/>
            <a:pathLst>
              <a:path fill="none" w="0" h="2">
                <a:moveTo>
                  <a:pt x="0" y="2"/>
                </a:moveTo>
                <a:lnTo>
                  <a:pt x="0" y="1"/>
                </a:lnTo>
                <a:lnTo>
                  <a:pt x="0" y="0"/>
                </a:lnTo>
              </a:path>
            </a:pathLst>
          </a:custGeom>
          <a:ln w="6480">
            <a:solidFill>
              <a:srgbClr val="4A4A4A"/>
            </a:solidFill>
            <a:round/>
          </a:ln>
        </p:spPr>
        <p:txBody>
          <a:bodyPr lIns="3240" tIns="-2520" rIns="3240" bIns="-25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704" name=""/>
          <p:cNvSpPr/>
          <p:nvPr/>
        </p:nvSpPr>
        <p:spPr>
          <a:xfrm>
            <a:off x="5529600" y="1741680"/>
            <a:ext cx="1440" cy="1800"/>
          </a:xfrm>
          <a:custGeom>
            <a:avLst/>
            <a:gdLst/>
            <a:ahLst/>
            <a:rect l="0" t="0" r="r" b="b"/>
            <a:pathLst>
              <a:path fill="none" w="4" h="5">
                <a:moveTo>
                  <a:pt x="0" y="5"/>
                </a:moveTo>
                <a:lnTo>
                  <a:pt x="2" y="3"/>
                </a:lnTo>
                <a:lnTo>
                  <a:pt x="2" y="2"/>
                </a:lnTo>
                <a:lnTo>
                  <a:pt x="4" y="0"/>
                </a:lnTo>
              </a:path>
            </a:pathLst>
          </a:custGeom>
          <a:ln w="6480">
            <a:solidFill>
              <a:srgbClr val="4A4A4A"/>
            </a:solidFill>
            <a:round/>
          </a:ln>
        </p:spPr>
        <p:txBody>
          <a:bodyPr lIns="3240" tIns="-1440" rIns="3240" bIns="-144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705" name=""/>
          <p:cNvSpPr/>
          <p:nvPr/>
        </p:nvSpPr>
        <p:spPr>
          <a:xfrm>
            <a:off x="5529960" y="1742040"/>
            <a:ext cx="1440" cy="1440"/>
          </a:xfrm>
          <a:custGeom>
            <a:avLst/>
            <a:gdLst/>
            <a:ahLst/>
            <a:rect l="0" t="0" r="r" b="b"/>
            <a:pathLst>
              <a:path fill="none" w="4" h="4">
                <a:moveTo>
                  <a:pt x="4" y="0"/>
                </a:moveTo>
                <a:lnTo>
                  <a:pt x="2" y="0"/>
                </a:lnTo>
                <a:lnTo>
                  <a:pt x="2" y="1"/>
                </a:lnTo>
                <a:lnTo>
                  <a:pt x="2" y="3"/>
                </a:lnTo>
                <a:lnTo>
                  <a:pt x="0" y="4"/>
                </a:lnTo>
              </a:path>
            </a:pathLst>
          </a:custGeom>
          <a:ln w="6480">
            <a:solidFill>
              <a:srgbClr val="4A4A4A"/>
            </a:solidFill>
            <a:round/>
          </a:ln>
        </p:spPr>
        <p:txBody>
          <a:bodyPr lIns="3240" tIns="-1800" rIns="3240" bIns="-180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706" name=""/>
          <p:cNvSpPr/>
          <p:nvPr/>
        </p:nvSpPr>
        <p:spPr>
          <a:xfrm>
            <a:off x="5528520" y="1743120"/>
            <a:ext cx="720" cy="1440"/>
          </a:xfrm>
          <a:custGeom>
            <a:avLst/>
            <a:gdLst/>
            <a:ahLst/>
            <a:rect l="0" t="0" r="r" b="b"/>
            <a:pathLst>
              <a:path fill="none" w="2" h="4">
                <a:moveTo>
                  <a:pt x="0" y="4"/>
                </a:moveTo>
                <a:lnTo>
                  <a:pt x="0" y="2"/>
                </a:lnTo>
                <a:lnTo>
                  <a:pt x="2" y="0"/>
                </a:lnTo>
              </a:path>
            </a:pathLst>
          </a:custGeom>
          <a:ln w="6480">
            <a:solidFill>
              <a:srgbClr val="4A4A4A"/>
            </a:solidFill>
            <a:round/>
          </a:ln>
        </p:spPr>
        <p:txBody>
          <a:bodyPr lIns="3240" tIns="-1800" rIns="3240" bIns="-180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707" name=""/>
          <p:cNvSpPr/>
          <p:nvPr/>
        </p:nvSpPr>
        <p:spPr>
          <a:xfrm>
            <a:off x="5550120" y="1740240"/>
            <a:ext cx="1440" cy="1800"/>
          </a:xfrm>
          <a:custGeom>
            <a:avLst/>
            <a:gdLst/>
            <a:ahLst/>
            <a:rect l="0" t="0" r="r" b="b"/>
            <a:pathLst>
              <a:path fill="none" w="4" h="5">
                <a:moveTo>
                  <a:pt x="0" y="0"/>
                </a:moveTo>
                <a:lnTo>
                  <a:pt x="2" y="0"/>
                </a:lnTo>
                <a:lnTo>
                  <a:pt x="4" y="1"/>
                </a:lnTo>
                <a:lnTo>
                  <a:pt x="4" y="2"/>
                </a:lnTo>
                <a:lnTo>
                  <a:pt x="4" y="5"/>
                </a:lnTo>
              </a:path>
            </a:pathLst>
          </a:custGeom>
          <a:ln w="6480">
            <a:solidFill>
              <a:srgbClr val="4A4A4A"/>
            </a:solidFill>
            <a:round/>
          </a:ln>
        </p:spPr>
        <p:txBody>
          <a:bodyPr lIns="3240" tIns="-1440" rIns="3240" bIns="-144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708" name=""/>
          <p:cNvSpPr/>
          <p:nvPr/>
        </p:nvSpPr>
        <p:spPr>
          <a:xfrm flipH="1">
            <a:off x="5528880" y="1743480"/>
            <a:ext cx="720" cy="720"/>
          </a:xfrm>
          <a:prstGeom prst="line">
            <a:avLst/>
          </a:prstGeom>
          <a:ln w="6480">
            <a:solidFill>
              <a:srgbClr val="4A4A4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3240" tIns="-2520" rIns="3240" bIns="-25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709" name=""/>
          <p:cNvSpPr/>
          <p:nvPr/>
        </p:nvSpPr>
        <p:spPr>
          <a:xfrm>
            <a:off x="5549760" y="1740240"/>
            <a:ext cx="720" cy="2160"/>
          </a:xfrm>
          <a:custGeom>
            <a:avLst/>
            <a:gdLst/>
            <a:ahLst/>
            <a:rect l="0" t="0" r="r" b="b"/>
            <a:pathLst>
              <a:path fill="none" w="2" h="6">
                <a:moveTo>
                  <a:pt x="2" y="6"/>
                </a:moveTo>
                <a:lnTo>
                  <a:pt x="2" y="5"/>
                </a:lnTo>
                <a:lnTo>
                  <a:pt x="0" y="3"/>
                </a:lnTo>
                <a:lnTo>
                  <a:pt x="0" y="2"/>
                </a:lnTo>
                <a:lnTo>
                  <a:pt x="0" y="1"/>
                </a:lnTo>
                <a:lnTo>
                  <a:pt x="0" y="0"/>
                </a:lnTo>
              </a:path>
            </a:pathLst>
          </a:custGeom>
          <a:ln w="6480">
            <a:solidFill>
              <a:srgbClr val="4A4A4A"/>
            </a:solidFill>
            <a:round/>
          </a:ln>
        </p:spPr>
        <p:txBody>
          <a:bodyPr lIns="3240" tIns="-1080" rIns="3240" bIns="-108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710" name=""/>
          <p:cNvSpPr/>
          <p:nvPr/>
        </p:nvSpPr>
        <p:spPr>
          <a:xfrm>
            <a:off x="5549040" y="1741680"/>
            <a:ext cx="360" cy="360"/>
          </a:xfrm>
          <a:prstGeom prst="line">
            <a:avLst/>
          </a:prstGeom>
          <a:ln w="6480">
            <a:solidFill>
              <a:srgbClr val="4A4A4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3240" tIns="-2880" rIns="3240" bIns="-288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711" name=""/>
          <p:cNvSpPr/>
          <p:nvPr/>
        </p:nvSpPr>
        <p:spPr>
          <a:xfrm>
            <a:off x="5548680" y="1741680"/>
            <a:ext cx="720" cy="1080"/>
          </a:xfrm>
          <a:custGeom>
            <a:avLst/>
            <a:gdLst/>
            <a:ahLst/>
            <a:rect l="0" t="0" r="r" b="b"/>
            <a:pathLst>
              <a:path fill="none" w="2" h="3">
                <a:moveTo>
                  <a:pt x="2" y="3"/>
                </a:moveTo>
                <a:lnTo>
                  <a:pt x="0" y="2"/>
                </a:lnTo>
                <a:lnTo>
                  <a:pt x="0" y="0"/>
                </a:lnTo>
              </a:path>
            </a:pathLst>
          </a:custGeom>
          <a:ln w="6480">
            <a:solidFill>
              <a:srgbClr val="4A4A4A"/>
            </a:solidFill>
            <a:round/>
          </a:ln>
        </p:spPr>
        <p:txBody>
          <a:bodyPr lIns="3240" tIns="-2160" rIns="3240" bIns="-21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712" name=""/>
          <p:cNvSpPr/>
          <p:nvPr/>
        </p:nvSpPr>
        <p:spPr>
          <a:xfrm flipV="1">
            <a:off x="5528520" y="1745280"/>
            <a:ext cx="0" cy="360"/>
          </a:xfrm>
          <a:prstGeom prst="line">
            <a:avLst/>
          </a:prstGeom>
          <a:ln w="6480">
            <a:solidFill>
              <a:srgbClr val="4A4A4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3240" tIns="-2880" rIns="3240" bIns="-288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713" name=""/>
          <p:cNvSpPr/>
          <p:nvPr/>
        </p:nvSpPr>
        <p:spPr>
          <a:xfrm>
            <a:off x="5528520" y="1744920"/>
            <a:ext cx="360" cy="720"/>
          </a:xfrm>
          <a:custGeom>
            <a:avLst/>
            <a:gdLst/>
            <a:ahLst/>
            <a:rect l="0" t="0" r="r" b="b"/>
            <a:pathLst>
              <a:path fill="none" w="1" h="2">
                <a:moveTo>
                  <a:pt x="0" y="0"/>
                </a:moveTo>
                <a:lnTo>
                  <a:pt x="1" y="1"/>
                </a:lnTo>
                <a:lnTo>
                  <a:pt x="1" y="2"/>
                </a:lnTo>
              </a:path>
            </a:pathLst>
          </a:custGeom>
          <a:ln w="6480">
            <a:solidFill>
              <a:srgbClr val="4A4A4A"/>
            </a:solidFill>
            <a:round/>
          </a:ln>
        </p:spPr>
        <p:txBody>
          <a:bodyPr lIns="3240" tIns="-2520" rIns="3240" bIns="-25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714" name=""/>
          <p:cNvSpPr/>
          <p:nvPr/>
        </p:nvSpPr>
        <p:spPr>
          <a:xfrm>
            <a:off x="5547600" y="1744920"/>
            <a:ext cx="360" cy="1080"/>
          </a:xfrm>
          <a:custGeom>
            <a:avLst/>
            <a:gdLst/>
            <a:ahLst/>
            <a:rect l="0" t="0" r="r" b="b"/>
            <a:pathLst>
              <a:path fill="none" w="1" h="3">
                <a:moveTo>
                  <a:pt x="0" y="3"/>
                </a:moveTo>
                <a:lnTo>
                  <a:pt x="0" y="2"/>
                </a:lnTo>
                <a:lnTo>
                  <a:pt x="1" y="1"/>
                </a:lnTo>
                <a:lnTo>
                  <a:pt x="1" y="0"/>
                </a:lnTo>
              </a:path>
            </a:pathLst>
          </a:custGeom>
          <a:ln w="6480">
            <a:solidFill>
              <a:srgbClr val="4A4A4A"/>
            </a:solidFill>
            <a:round/>
          </a:ln>
        </p:spPr>
        <p:txBody>
          <a:bodyPr lIns="3240" tIns="-2160" rIns="3240" bIns="-21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715" name=""/>
          <p:cNvSpPr/>
          <p:nvPr/>
        </p:nvSpPr>
        <p:spPr>
          <a:xfrm>
            <a:off x="5547960" y="1745280"/>
            <a:ext cx="720" cy="1080"/>
          </a:xfrm>
          <a:custGeom>
            <a:avLst/>
            <a:gdLst/>
            <a:ahLst/>
            <a:rect l="0" t="0" r="r" b="b"/>
            <a:pathLst>
              <a:path fill="none" w="2" h="3">
                <a:moveTo>
                  <a:pt x="2" y="0"/>
                </a:moveTo>
                <a:lnTo>
                  <a:pt x="2" y="2"/>
                </a:lnTo>
                <a:lnTo>
                  <a:pt x="2" y="3"/>
                </a:lnTo>
                <a:lnTo>
                  <a:pt x="0" y="3"/>
                </a:lnTo>
              </a:path>
            </a:pathLst>
          </a:custGeom>
          <a:ln w="6480">
            <a:solidFill>
              <a:srgbClr val="4A4A4A"/>
            </a:solidFill>
            <a:round/>
          </a:ln>
        </p:spPr>
        <p:txBody>
          <a:bodyPr lIns="3240" tIns="-2160" rIns="3240" bIns="-21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716" name=""/>
          <p:cNvSpPr/>
          <p:nvPr/>
        </p:nvSpPr>
        <p:spPr>
          <a:xfrm>
            <a:off x="5528160" y="1747440"/>
            <a:ext cx="360" cy="720"/>
          </a:xfrm>
          <a:custGeom>
            <a:avLst/>
            <a:gdLst/>
            <a:ahLst/>
            <a:rect l="0" t="0" r="r" b="b"/>
            <a:pathLst>
              <a:path fill="none" w="1" h="2">
                <a:moveTo>
                  <a:pt x="1" y="2"/>
                </a:moveTo>
                <a:lnTo>
                  <a:pt x="0" y="1"/>
                </a:lnTo>
                <a:lnTo>
                  <a:pt x="0" y="0"/>
                </a:lnTo>
                <a:lnTo>
                  <a:pt x="1" y="0"/>
                </a:lnTo>
              </a:path>
            </a:pathLst>
          </a:custGeom>
          <a:ln w="6480">
            <a:solidFill>
              <a:srgbClr val="4A4A4A"/>
            </a:solidFill>
            <a:round/>
          </a:ln>
        </p:spPr>
        <p:txBody>
          <a:bodyPr lIns="3240" tIns="-2520" rIns="3240" bIns="-25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717" name=""/>
          <p:cNvSpPr/>
          <p:nvPr/>
        </p:nvSpPr>
        <p:spPr>
          <a:xfrm>
            <a:off x="5528880" y="1747440"/>
            <a:ext cx="0" cy="720"/>
          </a:xfrm>
          <a:custGeom>
            <a:avLst/>
            <a:gdLst/>
            <a:ahLst/>
            <a:rect l="0" t="0" r="r" b="b"/>
            <a:pathLst>
              <a:path fill="none" w="0" h="2">
                <a:moveTo>
                  <a:pt x="0" y="0"/>
                </a:moveTo>
                <a:lnTo>
                  <a:pt x="0" y="1"/>
                </a:lnTo>
                <a:lnTo>
                  <a:pt x="0" y="2"/>
                </a:lnTo>
              </a:path>
            </a:pathLst>
          </a:custGeom>
          <a:ln w="6480">
            <a:solidFill>
              <a:srgbClr val="4A4A4A"/>
            </a:solidFill>
            <a:round/>
          </a:ln>
        </p:spPr>
        <p:txBody>
          <a:bodyPr lIns="3240" tIns="-2520" rIns="3240" bIns="-25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718" name=""/>
          <p:cNvSpPr/>
          <p:nvPr/>
        </p:nvSpPr>
        <p:spPr>
          <a:xfrm>
            <a:off x="5545800" y="1746720"/>
            <a:ext cx="1080" cy="1440"/>
          </a:xfrm>
          <a:custGeom>
            <a:avLst/>
            <a:gdLst/>
            <a:ahLst/>
            <a:rect l="0" t="0" r="r" b="b"/>
            <a:pathLst>
              <a:path fill="none" w="3" h="4">
                <a:moveTo>
                  <a:pt x="0" y="4"/>
                </a:moveTo>
                <a:lnTo>
                  <a:pt x="0" y="2"/>
                </a:lnTo>
                <a:lnTo>
                  <a:pt x="1" y="2"/>
                </a:lnTo>
                <a:lnTo>
                  <a:pt x="1" y="0"/>
                </a:lnTo>
                <a:lnTo>
                  <a:pt x="3" y="0"/>
                </a:lnTo>
              </a:path>
            </a:pathLst>
          </a:custGeom>
          <a:ln w="6480">
            <a:solidFill>
              <a:srgbClr val="4A4A4A"/>
            </a:solidFill>
            <a:round/>
          </a:ln>
        </p:spPr>
        <p:txBody>
          <a:bodyPr lIns="3240" tIns="-1800" rIns="3240" bIns="-180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719" name=""/>
          <p:cNvSpPr/>
          <p:nvPr/>
        </p:nvSpPr>
        <p:spPr>
          <a:xfrm>
            <a:off x="5545800" y="1747080"/>
            <a:ext cx="1440" cy="1440"/>
          </a:xfrm>
          <a:custGeom>
            <a:avLst/>
            <a:gdLst/>
            <a:ahLst/>
            <a:rect l="0" t="0" r="r" b="b"/>
            <a:pathLst>
              <a:path fill="none" w="4" h="4">
                <a:moveTo>
                  <a:pt x="4" y="0"/>
                </a:moveTo>
                <a:lnTo>
                  <a:pt x="3" y="2"/>
                </a:lnTo>
                <a:lnTo>
                  <a:pt x="0" y="4"/>
                </a:lnTo>
              </a:path>
            </a:pathLst>
          </a:custGeom>
          <a:ln w="6480">
            <a:solidFill>
              <a:srgbClr val="4A4A4A"/>
            </a:solidFill>
            <a:round/>
          </a:ln>
        </p:spPr>
        <p:txBody>
          <a:bodyPr lIns="3240" tIns="-1800" rIns="3240" bIns="-180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720" name=""/>
          <p:cNvSpPr/>
          <p:nvPr/>
        </p:nvSpPr>
        <p:spPr>
          <a:xfrm>
            <a:off x="5524560" y="1749240"/>
            <a:ext cx="1080" cy="720"/>
          </a:xfrm>
          <a:custGeom>
            <a:avLst/>
            <a:gdLst/>
            <a:ahLst/>
            <a:rect l="0" t="0" r="r" b="b"/>
            <a:pathLst>
              <a:path fill="none" w="3" h="2">
                <a:moveTo>
                  <a:pt x="0" y="0"/>
                </a:moveTo>
                <a:lnTo>
                  <a:pt x="3" y="0"/>
                </a:lnTo>
                <a:lnTo>
                  <a:pt x="3" y="2"/>
                </a:lnTo>
              </a:path>
            </a:pathLst>
          </a:custGeom>
          <a:ln w="6480">
            <a:solidFill>
              <a:srgbClr val="4A4A4A"/>
            </a:solidFill>
            <a:round/>
          </a:ln>
        </p:spPr>
        <p:txBody>
          <a:bodyPr lIns="3240" tIns="-2520" rIns="3240" bIns="-25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721" name=""/>
          <p:cNvSpPr/>
          <p:nvPr/>
        </p:nvSpPr>
        <p:spPr>
          <a:xfrm>
            <a:off x="5541120" y="1748160"/>
            <a:ext cx="720" cy="0"/>
          </a:xfrm>
          <a:custGeom>
            <a:avLst/>
            <a:gdLst/>
            <a:ahLst/>
            <a:rect l="0" t="0" r="r" b="b"/>
            <a:pathLst>
              <a:path fill="none" w="2" h="0">
                <a:moveTo>
                  <a:pt x="0" y="0"/>
                </a:moveTo>
                <a:lnTo>
                  <a:pt x="1" y="0"/>
                </a:lnTo>
                <a:lnTo>
                  <a:pt x="2" y="0"/>
                </a:lnTo>
              </a:path>
            </a:pathLst>
          </a:custGeom>
          <a:ln w="6480">
            <a:solidFill>
              <a:srgbClr val="4A4A4A"/>
            </a:solidFill>
            <a:round/>
          </a:ln>
        </p:spPr>
        <p:txBody>
          <a:bodyPr lIns="3240" tIns="-3240" rIns="3240" bIns="-324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722" name=""/>
          <p:cNvSpPr/>
          <p:nvPr/>
        </p:nvSpPr>
        <p:spPr>
          <a:xfrm>
            <a:off x="5541120" y="1748520"/>
            <a:ext cx="720" cy="0"/>
          </a:xfrm>
          <a:custGeom>
            <a:avLst/>
            <a:gdLst/>
            <a:ahLst/>
            <a:rect l="0" t="0" r="r" b="b"/>
            <a:pathLst>
              <a:path fill="none" w="2" h="0">
                <a:moveTo>
                  <a:pt x="2" y="0"/>
                </a:moveTo>
                <a:lnTo>
                  <a:pt x="1" y="0"/>
                </a:lnTo>
                <a:lnTo>
                  <a:pt x="0" y="0"/>
                </a:lnTo>
              </a:path>
            </a:pathLst>
          </a:custGeom>
          <a:ln w="6480">
            <a:solidFill>
              <a:srgbClr val="4A4A4A"/>
            </a:solidFill>
            <a:round/>
          </a:ln>
        </p:spPr>
        <p:txBody>
          <a:bodyPr lIns="3240" tIns="-3240" rIns="3240" bIns="-324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723" name=""/>
          <p:cNvSpPr/>
          <p:nvPr/>
        </p:nvSpPr>
        <p:spPr>
          <a:xfrm>
            <a:off x="5523840" y="1749600"/>
            <a:ext cx="1440" cy="720"/>
          </a:xfrm>
          <a:custGeom>
            <a:avLst/>
            <a:gdLst/>
            <a:ahLst/>
            <a:rect l="0" t="0" r="r" b="b"/>
            <a:pathLst>
              <a:path fill="none" w="4" h="2">
                <a:moveTo>
                  <a:pt x="4" y="2"/>
                </a:moveTo>
                <a:lnTo>
                  <a:pt x="2" y="2"/>
                </a:lnTo>
                <a:lnTo>
                  <a:pt x="1" y="2"/>
                </a:lnTo>
                <a:lnTo>
                  <a:pt x="0" y="0"/>
                </a:lnTo>
              </a:path>
            </a:pathLst>
          </a:custGeom>
          <a:ln w="6480">
            <a:solidFill>
              <a:srgbClr val="4A4A4A"/>
            </a:solidFill>
            <a:round/>
          </a:ln>
        </p:spPr>
        <p:txBody>
          <a:bodyPr lIns="3240" tIns="-2520" rIns="3240" bIns="-25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724" name=""/>
          <p:cNvSpPr/>
          <p:nvPr/>
        </p:nvSpPr>
        <p:spPr>
          <a:xfrm>
            <a:off x="5538240" y="1749960"/>
            <a:ext cx="720" cy="720"/>
          </a:xfrm>
          <a:prstGeom prst="line">
            <a:avLst/>
          </a:prstGeom>
          <a:ln w="6480">
            <a:solidFill>
              <a:srgbClr val="4A4A4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3240" tIns="-2520" rIns="3240" bIns="-25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725" name=""/>
          <p:cNvSpPr/>
          <p:nvPr/>
        </p:nvSpPr>
        <p:spPr>
          <a:xfrm>
            <a:off x="5537880" y="1749960"/>
            <a:ext cx="720" cy="720"/>
          </a:xfrm>
          <a:custGeom>
            <a:avLst/>
            <a:gdLst/>
            <a:ahLst/>
            <a:rect l="0" t="0" r="r" b="b"/>
            <a:pathLst>
              <a:path fill="none" w="2" h="2">
                <a:moveTo>
                  <a:pt x="2" y="2"/>
                </a:moveTo>
                <a:lnTo>
                  <a:pt x="0" y="2"/>
                </a:lnTo>
                <a:lnTo>
                  <a:pt x="0" y="0"/>
                </a:lnTo>
              </a:path>
            </a:pathLst>
          </a:custGeom>
          <a:ln w="6480">
            <a:solidFill>
              <a:srgbClr val="4A4A4A"/>
            </a:solidFill>
            <a:round/>
          </a:ln>
        </p:spPr>
        <p:txBody>
          <a:bodyPr lIns="3240" tIns="-2520" rIns="3240" bIns="-25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726" name=""/>
          <p:cNvSpPr/>
          <p:nvPr/>
        </p:nvSpPr>
        <p:spPr>
          <a:xfrm>
            <a:off x="5525640" y="1751400"/>
            <a:ext cx="1080" cy="720"/>
          </a:xfrm>
          <a:custGeom>
            <a:avLst/>
            <a:gdLst/>
            <a:ahLst/>
            <a:rect l="0" t="0" r="r" b="b"/>
            <a:pathLst>
              <a:path fill="none" w="3" h="2">
                <a:moveTo>
                  <a:pt x="0" y="0"/>
                </a:moveTo>
                <a:lnTo>
                  <a:pt x="1" y="0"/>
                </a:lnTo>
                <a:lnTo>
                  <a:pt x="3" y="0"/>
                </a:lnTo>
                <a:lnTo>
                  <a:pt x="3" y="2"/>
                </a:lnTo>
              </a:path>
            </a:pathLst>
          </a:custGeom>
          <a:ln w="6480">
            <a:solidFill>
              <a:srgbClr val="4A4A4A"/>
            </a:solidFill>
            <a:round/>
          </a:ln>
        </p:spPr>
        <p:txBody>
          <a:bodyPr lIns="3240" tIns="-2520" rIns="3240" bIns="-25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727" name=""/>
          <p:cNvSpPr/>
          <p:nvPr/>
        </p:nvSpPr>
        <p:spPr>
          <a:xfrm>
            <a:off x="5525280" y="1751400"/>
            <a:ext cx="1080" cy="1440"/>
          </a:xfrm>
          <a:custGeom>
            <a:avLst/>
            <a:gdLst/>
            <a:ahLst/>
            <a:rect l="0" t="0" r="r" b="b"/>
            <a:pathLst>
              <a:path fill="none" w="3" h="4">
                <a:moveTo>
                  <a:pt x="3" y="4"/>
                </a:moveTo>
                <a:lnTo>
                  <a:pt x="2" y="4"/>
                </a:lnTo>
                <a:lnTo>
                  <a:pt x="2" y="2"/>
                </a:lnTo>
                <a:lnTo>
                  <a:pt x="0" y="2"/>
                </a:lnTo>
                <a:lnTo>
                  <a:pt x="0" y="0"/>
                </a:lnTo>
              </a:path>
            </a:pathLst>
          </a:custGeom>
          <a:ln w="6480">
            <a:solidFill>
              <a:srgbClr val="4A4A4A"/>
            </a:solidFill>
            <a:round/>
          </a:ln>
        </p:spPr>
        <p:txBody>
          <a:bodyPr lIns="3240" tIns="-1800" rIns="3240" bIns="-180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728" name=""/>
          <p:cNvSpPr/>
          <p:nvPr/>
        </p:nvSpPr>
        <p:spPr>
          <a:xfrm>
            <a:off x="5527800" y="1752120"/>
            <a:ext cx="1440" cy="720"/>
          </a:xfrm>
          <a:custGeom>
            <a:avLst/>
            <a:gdLst/>
            <a:ahLst/>
            <a:rect l="0" t="0" r="r" b="b"/>
            <a:pathLst>
              <a:path fill="none" w="4" h="2">
                <a:moveTo>
                  <a:pt x="0" y="0"/>
                </a:moveTo>
                <a:lnTo>
                  <a:pt x="2" y="0"/>
                </a:lnTo>
                <a:lnTo>
                  <a:pt x="4" y="2"/>
                </a:lnTo>
              </a:path>
            </a:pathLst>
          </a:custGeom>
          <a:ln w="6480">
            <a:solidFill>
              <a:srgbClr val="4A4A4A"/>
            </a:solidFill>
            <a:round/>
          </a:ln>
        </p:spPr>
        <p:txBody>
          <a:bodyPr lIns="3240" tIns="-2520" rIns="3240" bIns="-25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729" name=""/>
          <p:cNvSpPr/>
          <p:nvPr/>
        </p:nvSpPr>
        <p:spPr>
          <a:xfrm>
            <a:off x="5527800" y="1752480"/>
            <a:ext cx="1080" cy="720"/>
          </a:xfrm>
          <a:custGeom>
            <a:avLst/>
            <a:gdLst/>
            <a:ahLst/>
            <a:rect l="0" t="0" r="r" b="b"/>
            <a:pathLst>
              <a:path fill="none" w="3" h="2">
                <a:moveTo>
                  <a:pt x="3" y="2"/>
                </a:moveTo>
                <a:lnTo>
                  <a:pt x="1" y="2"/>
                </a:lnTo>
                <a:lnTo>
                  <a:pt x="0" y="2"/>
                </a:lnTo>
                <a:lnTo>
                  <a:pt x="0" y="0"/>
                </a:lnTo>
              </a:path>
            </a:pathLst>
          </a:custGeom>
          <a:ln w="6480">
            <a:solidFill>
              <a:srgbClr val="4A4A4A"/>
            </a:solidFill>
            <a:round/>
          </a:ln>
        </p:spPr>
        <p:txBody>
          <a:bodyPr lIns="3240" tIns="-2520" rIns="3240" bIns="-25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730" name=""/>
          <p:cNvSpPr/>
          <p:nvPr/>
        </p:nvSpPr>
        <p:spPr>
          <a:xfrm>
            <a:off x="5535720" y="1752480"/>
            <a:ext cx="720" cy="360"/>
          </a:xfrm>
          <a:custGeom>
            <a:avLst/>
            <a:gdLst/>
            <a:ahLst/>
            <a:rect l="0" t="0" r="r" b="b"/>
            <a:pathLst>
              <a:path fill="none" w="2" h="1">
                <a:moveTo>
                  <a:pt x="0" y="0"/>
                </a:moveTo>
                <a:lnTo>
                  <a:pt x="1" y="0"/>
                </a:lnTo>
                <a:lnTo>
                  <a:pt x="2" y="1"/>
                </a:lnTo>
              </a:path>
            </a:pathLst>
          </a:custGeom>
          <a:ln w="6480">
            <a:solidFill>
              <a:srgbClr val="4A4A4A"/>
            </a:solidFill>
            <a:round/>
          </a:ln>
        </p:spPr>
        <p:txBody>
          <a:bodyPr lIns="3240" tIns="-2880" rIns="3240" bIns="-288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731" name=""/>
          <p:cNvSpPr/>
          <p:nvPr/>
        </p:nvSpPr>
        <p:spPr>
          <a:xfrm>
            <a:off x="5531040" y="1753200"/>
            <a:ext cx="1800" cy="0"/>
          </a:xfrm>
          <a:custGeom>
            <a:avLst/>
            <a:gdLst/>
            <a:ahLst/>
            <a:rect l="0" t="0" r="r" b="b"/>
            <a:pathLst>
              <a:path fill="none" w="5" h="0">
                <a:moveTo>
                  <a:pt x="0" y="0"/>
                </a:moveTo>
                <a:lnTo>
                  <a:pt x="1" y="0"/>
                </a:lnTo>
                <a:lnTo>
                  <a:pt x="2" y="0"/>
                </a:lnTo>
                <a:lnTo>
                  <a:pt x="4" y="0"/>
                </a:lnTo>
                <a:lnTo>
                  <a:pt x="5" y="0"/>
                </a:lnTo>
              </a:path>
            </a:pathLst>
          </a:custGeom>
          <a:ln w="6480">
            <a:solidFill>
              <a:srgbClr val="4A4A4A"/>
            </a:solidFill>
            <a:round/>
          </a:ln>
        </p:spPr>
        <p:txBody>
          <a:bodyPr lIns="3240" tIns="-3240" rIns="3240" bIns="-324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732" name=""/>
          <p:cNvSpPr/>
          <p:nvPr/>
        </p:nvSpPr>
        <p:spPr>
          <a:xfrm>
            <a:off x="5535720" y="1752840"/>
            <a:ext cx="720" cy="360"/>
          </a:xfrm>
          <a:custGeom>
            <a:avLst/>
            <a:gdLst/>
            <a:ahLst/>
            <a:rect l="0" t="0" r="r" b="b"/>
            <a:pathLst>
              <a:path fill="none" w="2" h="1">
                <a:moveTo>
                  <a:pt x="2" y="1"/>
                </a:moveTo>
                <a:lnTo>
                  <a:pt x="1" y="0"/>
                </a:lnTo>
                <a:lnTo>
                  <a:pt x="0" y="0"/>
                </a:lnTo>
              </a:path>
            </a:pathLst>
          </a:custGeom>
          <a:ln w="6480">
            <a:solidFill>
              <a:srgbClr val="4A4A4A"/>
            </a:solidFill>
            <a:round/>
          </a:ln>
        </p:spPr>
        <p:txBody>
          <a:bodyPr lIns="3240" tIns="-2880" rIns="3240" bIns="-288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733" name=""/>
          <p:cNvSpPr/>
          <p:nvPr/>
        </p:nvSpPr>
        <p:spPr>
          <a:xfrm>
            <a:off x="5531040" y="1753560"/>
            <a:ext cx="1440" cy="360"/>
          </a:xfrm>
          <a:custGeom>
            <a:avLst/>
            <a:gdLst/>
            <a:ahLst/>
            <a:rect l="0" t="0" r="r" b="b"/>
            <a:pathLst>
              <a:path fill="none" w="4" h="1">
                <a:moveTo>
                  <a:pt x="4" y="0"/>
                </a:moveTo>
                <a:lnTo>
                  <a:pt x="3" y="1"/>
                </a:lnTo>
                <a:lnTo>
                  <a:pt x="2" y="1"/>
                </a:lnTo>
                <a:lnTo>
                  <a:pt x="1" y="0"/>
                </a:lnTo>
                <a:lnTo>
                  <a:pt x="0" y="0"/>
                </a:lnTo>
              </a:path>
            </a:pathLst>
          </a:custGeom>
          <a:ln w="6480">
            <a:solidFill>
              <a:srgbClr val="4A4A4A"/>
            </a:solidFill>
            <a:round/>
          </a:ln>
        </p:spPr>
        <p:txBody>
          <a:bodyPr lIns="3240" tIns="-2880" rIns="3240" bIns="-288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734" name=""/>
          <p:cNvSpPr/>
          <p:nvPr/>
        </p:nvSpPr>
        <p:spPr>
          <a:xfrm>
            <a:off x="5625000" y="1748160"/>
            <a:ext cx="0" cy="0"/>
          </a:xfrm>
          <a:custGeom>
            <a:avLst/>
            <a:gdLst/>
            <a:ahLst/>
            <a:rect l="0" t="0" r="r" b="b"/>
            <a:pathLst>
              <a:path fill="none" w="0" h="0">
                <a:moveTo>
                  <a:pt x="0" y="0"/>
                </a:moveTo>
              </a:path>
            </a:pathLst>
          </a:custGeom>
          <a:ln w="6480">
            <a:solidFill>
              <a:srgbClr val="4A4A4A"/>
            </a:solidFill>
            <a:round/>
          </a:ln>
        </p:spPr>
        <p:txBody>
          <a:bodyPr lIns="3240" tIns="-3240" rIns="3240" bIns="-324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735" name=""/>
          <p:cNvSpPr/>
          <p:nvPr/>
        </p:nvSpPr>
        <p:spPr>
          <a:xfrm>
            <a:off x="5414040" y="1743120"/>
            <a:ext cx="15120" cy="24480"/>
          </a:xfrm>
          <a:custGeom>
            <a:avLst/>
            <a:gdLst/>
            <a:ahLst/>
            <a:rect l="0" t="0" r="r" b="b"/>
            <a:pathLst>
              <a:path fill="none" w="42" h="68">
                <a:moveTo>
                  <a:pt x="0" y="0"/>
                </a:moveTo>
                <a:lnTo>
                  <a:pt x="2" y="2"/>
                </a:lnTo>
                <a:lnTo>
                  <a:pt x="4" y="5"/>
                </a:lnTo>
                <a:lnTo>
                  <a:pt x="7" y="8"/>
                </a:lnTo>
                <a:lnTo>
                  <a:pt x="9" y="11"/>
                </a:lnTo>
                <a:lnTo>
                  <a:pt x="10" y="12"/>
                </a:lnTo>
                <a:lnTo>
                  <a:pt x="13" y="15"/>
                </a:lnTo>
                <a:lnTo>
                  <a:pt x="16" y="19"/>
                </a:lnTo>
                <a:lnTo>
                  <a:pt x="18" y="21"/>
                </a:lnTo>
                <a:lnTo>
                  <a:pt x="20" y="24"/>
                </a:lnTo>
                <a:lnTo>
                  <a:pt x="22" y="26"/>
                </a:lnTo>
                <a:lnTo>
                  <a:pt x="23" y="29"/>
                </a:lnTo>
                <a:lnTo>
                  <a:pt x="25" y="31"/>
                </a:lnTo>
                <a:lnTo>
                  <a:pt x="27" y="33"/>
                </a:lnTo>
                <a:lnTo>
                  <a:pt x="28" y="36"/>
                </a:lnTo>
                <a:lnTo>
                  <a:pt x="30" y="38"/>
                </a:lnTo>
                <a:lnTo>
                  <a:pt x="32" y="41"/>
                </a:lnTo>
                <a:lnTo>
                  <a:pt x="34" y="45"/>
                </a:lnTo>
                <a:lnTo>
                  <a:pt x="36" y="49"/>
                </a:lnTo>
                <a:lnTo>
                  <a:pt x="37" y="52"/>
                </a:lnTo>
                <a:lnTo>
                  <a:pt x="38" y="55"/>
                </a:lnTo>
                <a:lnTo>
                  <a:pt x="39" y="57"/>
                </a:lnTo>
                <a:lnTo>
                  <a:pt x="40" y="61"/>
                </a:lnTo>
                <a:lnTo>
                  <a:pt x="41" y="64"/>
                </a:lnTo>
                <a:lnTo>
                  <a:pt x="42" y="66"/>
                </a:lnTo>
                <a:lnTo>
                  <a:pt x="42" y="67"/>
                </a:lnTo>
                <a:lnTo>
                  <a:pt x="42" y="68"/>
                </a:lnTo>
              </a:path>
            </a:pathLst>
          </a:custGeom>
          <a:ln w="6480">
            <a:solidFill>
              <a:srgbClr val="4A4A4A"/>
            </a:solidFill>
            <a:round/>
          </a:ln>
        </p:spPr>
        <p:txBody>
          <a:bodyPr lIns="3240" tIns="3240" rIns="3240" bIns="324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736" name=""/>
          <p:cNvSpPr/>
          <p:nvPr/>
        </p:nvSpPr>
        <p:spPr>
          <a:xfrm>
            <a:off x="5627880" y="1749600"/>
            <a:ext cx="360" cy="720"/>
          </a:xfrm>
          <a:custGeom>
            <a:avLst/>
            <a:gdLst/>
            <a:ahLst/>
            <a:rect l="0" t="0" r="r" b="b"/>
            <a:pathLst>
              <a:path fill="none" w="1" h="2">
                <a:moveTo>
                  <a:pt x="0" y="0"/>
                </a:moveTo>
                <a:lnTo>
                  <a:pt x="1" y="1"/>
                </a:lnTo>
                <a:lnTo>
                  <a:pt x="1" y="2"/>
                </a:lnTo>
              </a:path>
            </a:pathLst>
          </a:custGeom>
          <a:ln w="6480">
            <a:solidFill>
              <a:srgbClr val="4A4A4A"/>
            </a:solidFill>
            <a:round/>
          </a:ln>
        </p:spPr>
        <p:txBody>
          <a:bodyPr lIns="3240" tIns="-2520" rIns="3240" bIns="-25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737" name=""/>
          <p:cNvSpPr/>
          <p:nvPr/>
        </p:nvSpPr>
        <p:spPr>
          <a:xfrm>
            <a:off x="5627160" y="1750320"/>
            <a:ext cx="360" cy="0"/>
          </a:xfrm>
          <a:prstGeom prst="line">
            <a:avLst/>
          </a:prstGeom>
          <a:ln w="6480">
            <a:solidFill>
              <a:srgbClr val="4A4A4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3240" tIns="-3240" rIns="3240" bIns="-324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738" name=""/>
          <p:cNvSpPr/>
          <p:nvPr/>
        </p:nvSpPr>
        <p:spPr>
          <a:xfrm>
            <a:off x="5625000" y="1748160"/>
            <a:ext cx="3240" cy="3240"/>
          </a:xfrm>
          <a:custGeom>
            <a:avLst/>
            <a:gdLst/>
            <a:ahLst/>
            <a:rect l="0" t="0" r="r" b="b"/>
            <a:pathLst>
              <a:path fill="none" w="9" h="9">
                <a:moveTo>
                  <a:pt x="5" y="9"/>
                </a:moveTo>
                <a:lnTo>
                  <a:pt x="4" y="9"/>
                </a:lnTo>
                <a:lnTo>
                  <a:pt x="2" y="9"/>
                </a:lnTo>
                <a:lnTo>
                  <a:pt x="1" y="9"/>
                </a:lnTo>
                <a:lnTo>
                  <a:pt x="0" y="7"/>
                </a:lnTo>
                <a:lnTo>
                  <a:pt x="0" y="6"/>
                </a:lnTo>
                <a:lnTo>
                  <a:pt x="0" y="5"/>
                </a:lnTo>
                <a:lnTo>
                  <a:pt x="0" y="4"/>
                </a:lnTo>
                <a:lnTo>
                  <a:pt x="0" y="2"/>
                </a:lnTo>
                <a:lnTo>
                  <a:pt x="1" y="0"/>
                </a:lnTo>
                <a:lnTo>
                  <a:pt x="1" y="2"/>
                </a:lnTo>
                <a:lnTo>
                  <a:pt x="2" y="2"/>
                </a:lnTo>
                <a:lnTo>
                  <a:pt x="4" y="3"/>
                </a:lnTo>
                <a:lnTo>
                  <a:pt x="4" y="4"/>
                </a:lnTo>
                <a:lnTo>
                  <a:pt x="5" y="4"/>
                </a:lnTo>
                <a:lnTo>
                  <a:pt x="6" y="4"/>
                </a:lnTo>
                <a:lnTo>
                  <a:pt x="6" y="5"/>
                </a:lnTo>
                <a:lnTo>
                  <a:pt x="7" y="5"/>
                </a:lnTo>
                <a:lnTo>
                  <a:pt x="8" y="5"/>
                </a:lnTo>
                <a:lnTo>
                  <a:pt x="9" y="5"/>
                </a:lnTo>
                <a:lnTo>
                  <a:pt x="9" y="6"/>
                </a:lnTo>
                <a:lnTo>
                  <a:pt x="8" y="7"/>
                </a:lnTo>
              </a:path>
            </a:pathLst>
          </a:custGeom>
          <a:ln w="6480">
            <a:solidFill>
              <a:srgbClr val="4A4A4A"/>
            </a:solidFill>
            <a:round/>
          </a:ln>
        </p:spPr>
        <p:txBody>
          <a:bodyPr lIns="3240" tIns="0" rIns="324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739" name=""/>
          <p:cNvSpPr/>
          <p:nvPr/>
        </p:nvSpPr>
        <p:spPr>
          <a:xfrm>
            <a:off x="5626800" y="1750680"/>
            <a:ext cx="720" cy="0"/>
          </a:xfrm>
          <a:custGeom>
            <a:avLst/>
            <a:gdLst/>
            <a:ahLst/>
            <a:rect l="0" t="0" r="r" b="b"/>
            <a:pathLst>
              <a:path fill="none" w="2" h="0">
                <a:moveTo>
                  <a:pt x="2" y="0"/>
                </a:moveTo>
                <a:lnTo>
                  <a:pt x="1" y="0"/>
                </a:lnTo>
                <a:lnTo>
                  <a:pt x="0" y="0"/>
                </a:lnTo>
              </a:path>
            </a:pathLst>
          </a:custGeom>
          <a:ln w="6480">
            <a:solidFill>
              <a:srgbClr val="4A4A4A"/>
            </a:solidFill>
            <a:round/>
          </a:ln>
        </p:spPr>
        <p:txBody>
          <a:bodyPr lIns="3240" tIns="-3240" rIns="3240" bIns="-324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740" name=""/>
          <p:cNvSpPr/>
          <p:nvPr/>
        </p:nvSpPr>
        <p:spPr>
          <a:xfrm>
            <a:off x="5624640" y="1747800"/>
            <a:ext cx="3600" cy="3600"/>
          </a:xfrm>
          <a:custGeom>
            <a:avLst/>
            <a:gdLst/>
            <a:ahLst/>
            <a:rect l="0" t="0" r="r" b="b"/>
            <a:pathLst>
              <a:path fill="none" w="10" h="10">
                <a:moveTo>
                  <a:pt x="3" y="10"/>
                </a:moveTo>
                <a:lnTo>
                  <a:pt x="1" y="10"/>
                </a:lnTo>
                <a:lnTo>
                  <a:pt x="1" y="9"/>
                </a:lnTo>
                <a:lnTo>
                  <a:pt x="0" y="9"/>
                </a:lnTo>
                <a:lnTo>
                  <a:pt x="0" y="8"/>
                </a:lnTo>
                <a:lnTo>
                  <a:pt x="0" y="7"/>
                </a:lnTo>
                <a:lnTo>
                  <a:pt x="0" y="6"/>
                </a:lnTo>
                <a:lnTo>
                  <a:pt x="0" y="4"/>
                </a:lnTo>
                <a:lnTo>
                  <a:pt x="0" y="3"/>
                </a:lnTo>
                <a:lnTo>
                  <a:pt x="0" y="1"/>
                </a:lnTo>
                <a:lnTo>
                  <a:pt x="1" y="1"/>
                </a:lnTo>
                <a:lnTo>
                  <a:pt x="1" y="0"/>
                </a:lnTo>
                <a:lnTo>
                  <a:pt x="2" y="0"/>
                </a:lnTo>
                <a:lnTo>
                  <a:pt x="2" y="1"/>
                </a:lnTo>
                <a:lnTo>
                  <a:pt x="3" y="1"/>
                </a:lnTo>
                <a:lnTo>
                  <a:pt x="5" y="2"/>
                </a:lnTo>
                <a:lnTo>
                  <a:pt x="5" y="3"/>
                </a:lnTo>
                <a:lnTo>
                  <a:pt x="6" y="3"/>
                </a:lnTo>
                <a:lnTo>
                  <a:pt x="7" y="3"/>
                </a:lnTo>
                <a:lnTo>
                  <a:pt x="7" y="4"/>
                </a:lnTo>
                <a:lnTo>
                  <a:pt x="8" y="4"/>
                </a:lnTo>
                <a:lnTo>
                  <a:pt x="9" y="4"/>
                </a:lnTo>
                <a:lnTo>
                  <a:pt x="10" y="4"/>
                </a:lnTo>
              </a:path>
            </a:pathLst>
          </a:custGeom>
          <a:ln w="6480">
            <a:solidFill>
              <a:srgbClr val="4A4A4A"/>
            </a:solidFill>
            <a:round/>
          </a:ln>
        </p:spPr>
        <p:txBody>
          <a:bodyPr lIns="3240" tIns="360" rIns="3240" bIns="3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741" name=""/>
          <p:cNvSpPr/>
          <p:nvPr/>
        </p:nvSpPr>
        <p:spPr>
          <a:xfrm>
            <a:off x="5655600" y="1724760"/>
            <a:ext cx="3600" cy="24480"/>
          </a:xfrm>
          <a:custGeom>
            <a:avLst/>
            <a:gdLst/>
            <a:ahLst/>
            <a:rect l="0" t="0" r="r" b="b"/>
            <a:pathLst>
              <a:path fill="none" w="10" h="68">
                <a:moveTo>
                  <a:pt x="10" y="68"/>
                </a:moveTo>
                <a:lnTo>
                  <a:pt x="10" y="66"/>
                </a:lnTo>
                <a:lnTo>
                  <a:pt x="10" y="64"/>
                </a:lnTo>
                <a:lnTo>
                  <a:pt x="8" y="62"/>
                </a:lnTo>
                <a:lnTo>
                  <a:pt x="8" y="59"/>
                </a:lnTo>
                <a:lnTo>
                  <a:pt x="7" y="56"/>
                </a:lnTo>
                <a:lnTo>
                  <a:pt x="7" y="54"/>
                </a:lnTo>
                <a:lnTo>
                  <a:pt x="6" y="49"/>
                </a:lnTo>
                <a:lnTo>
                  <a:pt x="6" y="46"/>
                </a:lnTo>
                <a:lnTo>
                  <a:pt x="5" y="42"/>
                </a:lnTo>
                <a:lnTo>
                  <a:pt x="4" y="38"/>
                </a:lnTo>
                <a:lnTo>
                  <a:pt x="4" y="34"/>
                </a:lnTo>
                <a:lnTo>
                  <a:pt x="4" y="31"/>
                </a:lnTo>
                <a:lnTo>
                  <a:pt x="3" y="28"/>
                </a:lnTo>
                <a:lnTo>
                  <a:pt x="2" y="23"/>
                </a:lnTo>
                <a:lnTo>
                  <a:pt x="2" y="20"/>
                </a:lnTo>
                <a:lnTo>
                  <a:pt x="1" y="16"/>
                </a:lnTo>
                <a:lnTo>
                  <a:pt x="1" y="10"/>
                </a:lnTo>
                <a:lnTo>
                  <a:pt x="1" y="6"/>
                </a:lnTo>
                <a:lnTo>
                  <a:pt x="0" y="0"/>
                </a:lnTo>
              </a:path>
            </a:pathLst>
          </a:custGeom>
          <a:ln w="6480">
            <a:solidFill>
              <a:srgbClr val="4A4A4A"/>
            </a:solidFill>
            <a:round/>
          </a:ln>
        </p:spPr>
        <p:txBody>
          <a:bodyPr lIns="3240" tIns="3240" rIns="3240" bIns="324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742" name=""/>
          <p:cNvSpPr/>
          <p:nvPr/>
        </p:nvSpPr>
        <p:spPr>
          <a:xfrm>
            <a:off x="5550120" y="1846080"/>
            <a:ext cx="360" cy="0"/>
          </a:xfrm>
          <a:prstGeom prst="line">
            <a:avLst/>
          </a:prstGeom>
          <a:ln w="6480">
            <a:solidFill>
              <a:srgbClr val="4A4A4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3240" tIns="-3240" rIns="3240" bIns="-324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743" name=""/>
          <p:cNvSpPr/>
          <p:nvPr/>
        </p:nvSpPr>
        <p:spPr>
          <a:xfrm>
            <a:off x="5549400" y="1846440"/>
            <a:ext cx="0" cy="0"/>
          </a:xfrm>
          <a:custGeom>
            <a:avLst/>
            <a:gdLst/>
            <a:ahLst/>
            <a:rect l="0" t="0" r="r" b="b"/>
            <a:pathLst>
              <a:path fill="none" w="0" h="0">
                <a:moveTo>
                  <a:pt x="0" y="0"/>
                </a:moveTo>
              </a:path>
            </a:pathLst>
          </a:custGeom>
          <a:ln w="6480">
            <a:solidFill>
              <a:srgbClr val="4A4A4A"/>
            </a:solidFill>
            <a:round/>
          </a:ln>
        </p:spPr>
        <p:txBody>
          <a:bodyPr lIns="3240" tIns="-3240" rIns="3240" bIns="-324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744" name=""/>
          <p:cNvSpPr/>
          <p:nvPr/>
        </p:nvSpPr>
        <p:spPr>
          <a:xfrm>
            <a:off x="5549040" y="1846080"/>
            <a:ext cx="720" cy="360"/>
          </a:xfrm>
          <a:custGeom>
            <a:avLst/>
            <a:gdLst/>
            <a:ahLst/>
            <a:rect l="0" t="0" r="r" b="b"/>
            <a:pathLst>
              <a:path fill="none" w="2" h="1">
                <a:moveTo>
                  <a:pt x="0" y="1"/>
                </a:moveTo>
                <a:lnTo>
                  <a:pt x="1" y="1"/>
                </a:lnTo>
                <a:lnTo>
                  <a:pt x="2" y="1"/>
                </a:lnTo>
                <a:lnTo>
                  <a:pt x="2" y="0"/>
                </a:lnTo>
                <a:lnTo>
                  <a:pt x="1" y="0"/>
                </a:lnTo>
                <a:lnTo>
                  <a:pt x="1" y="1"/>
                </a:lnTo>
                <a:lnTo>
                  <a:pt x="0" y="1"/>
                </a:lnTo>
              </a:path>
            </a:pathLst>
          </a:custGeom>
          <a:ln w="6480">
            <a:solidFill>
              <a:srgbClr val="4A4A4A"/>
            </a:solidFill>
            <a:round/>
          </a:ln>
        </p:spPr>
        <p:txBody>
          <a:bodyPr lIns="3240" tIns="-2880" rIns="3240" bIns="-288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745" name=""/>
          <p:cNvSpPr/>
          <p:nvPr/>
        </p:nvSpPr>
        <p:spPr>
          <a:xfrm>
            <a:off x="5548680" y="1846800"/>
            <a:ext cx="360" cy="360"/>
          </a:xfrm>
          <a:custGeom>
            <a:avLst/>
            <a:gdLst/>
            <a:ahLst/>
            <a:rect l="0" t="0" r="r" b="b"/>
            <a:pathLst>
              <a:path fill="none" w="1" h="1">
                <a:moveTo>
                  <a:pt x="1" y="0"/>
                </a:moveTo>
                <a:lnTo>
                  <a:pt x="0" y="0"/>
                </a:lnTo>
                <a:lnTo>
                  <a:pt x="1" y="1"/>
                </a:lnTo>
                <a:lnTo>
                  <a:pt x="1" y="0"/>
                </a:lnTo>
              </a:path>
            </a:pathLst>
          </a:custGeom>
          <a:ln w="6480">
            <a:solidFill>
              <a:srgbClr val="4A4A4A"/>
            </a:solidFill>
            <a:round/>
          </a:ln>
        </p:spPr>
        <p:txBody>
          <a:bodyPr lIns="3240" tIns="-2880" rIns="3240" bIns="-288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746" name=""/>
          <p:cNvSpPr/>
          <p:nvPr/>
        </p:nvSpPr>
        <p:spPr>
          <a:xfrm>
            <a:off x="5548680" y="1846800"/>
            <a:ext cx="360" cy="360"/>
          </a:xfrm>
          <a:custGeom>
            <a:avLst/>
            <a:gdLst/>
            <a:ahLst/>
            <a:rect l="0" t="0" r="r" b="b"/>
            <a:pathLst>
              <a:path fill="none" w="1" h="1">
                <a:moveTo>
                  <a:pt x="1" y="0"/>
                </a:moveTo>
                <a:lnTo>
                  <a:pt x="0" y="0"/>
                </a:lnTo>
                <a:lnTo>
                  <a:pt x="0" y="1"/>
                </a:lnTo>
                <a:lnTo>
                  <a:pt x="1" y="1"/>
                </a:lnTo>
                <a:lnTo>
                  <a:pt x="1" y="0"/>
                </a:lnTo>
              </a:path>
            </a:pathLst>
          </a:custGeom>
          <a:ln w="6480">
            <a:solidFill>
              <a:srgbClr val="4A4A4A"/>
            </a:solidFill>
            <a:round/>
          </a:ln>
        </p:spPr>
        <p:txBody>
          <a:bodyPr lIns="3240" tIns="-2880" rIns="3240" bIns="-288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747" name=""/>
          <p:cNvSpPr/>
          <p:nvPr/>
        </p:nvSpPr>
        <p:spPr>
          <a:xfrm>
            <a:off x="5547960" y="1847880"/>
            <a:ext cx="360" cy="360"/>
          </a:xfrm>
          <a:custGeom>
            <a:avLst/>
            <a:gdLst/>
            <a:ahLst/>
            <a:rect l="0" t="0" r="r" b="b"/>
            <a:pathLst>
              <a:path fill="none" w="1" h="1">
                <a:moveTo>
                  <a:pt x="1" y="1"/>
                </a:moveTo>
                <a:lnTo>
                  <a:pt x="1" y="0"/>
                </a:lnTo>
                <a:lnTo>
                  <a:pt x="0" y="0"/>
                </a:lnTo>
                <a:lnTo>
                  <a:pt x="0" y="1"/>
                </a:lnTo>
              </a:path>
            </a:pathLst>
          </a:custGeom>
          <a:ln w="6480">
            <a:solidFill>
              <a:srgbClr val="4A4A4A"/>
            </a:solidFill>
            <a:round/>
          </a:ln>
        </p:spPr>
        <p:txBody>
          <a:bodyPr lIns="3240" tIns="-2880" rIns="3240" bIns="-288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748" name=""/>
          <p:cNvSpPr/>
          <p:nvPr/>
        </p:nvSpPr>
        <p:spPr>
          <a:xfrm>
            <a:off x="5438880" y="1835640"/>
            <a:ext cx="6120" cy="23760"/>
          </a:xfrm>
          <a:custGeom>
            <a:avLst/>
            <a:gdLst/>
            <a:ahLst/>
            <a:rect l="0" t="0" r="r" b="b"/>
            <a:pathLst>
              <a:path fill="none" w="17" h="66">
                <a:moveTo>
                  <a:pt x="16" y="0"/>
                </a:moveTo>
                <a:lnTo>
                  <a:pt x="16" y="3"/>
                </a:lnTo>
                <a:lnTo>
                  <a:pt x="17" y="9"/>
                </a:lnTo>
                <a:lnTo>
                  <a:pt x="17" y="12"/>
                </a:lnTo>
                <a:lnTo>
                  <a:pt x="17" y="16"/>
                </a:lnTo>
                <a:lnTo>
                  <a:pt x="16" y="19"/>
                </a:lnTo>
                <a:lnTo>
                  <a:pt x="16" y="22"/>
                </a:lnTo>
                <a:lnTo>
                  <a:pt x="16" y="25"/>
                </a:lnTo>
                <a:lnTo>
                  <a:pt x="16" y="28"/>
                </a:lnTo>
                <a:lnTo>
                  <a:pt x="15" y="33"/>
                </a:lnTo>
                <a:lnTo>
                  <a:pt x="14" y="37"/>
                </a:lnTo>
                <a:lnTo>
                  <a:pt x="13" y="40"/>
                </a:lnTo>
                <a:lnTo>
                  <a:pt x="13" y="43"/>
                </a:lnTo>
                <a:lnTo>
                  <a:pt x="11" y="46"/>
                </a:lnTo>
                <a:lnTo>
                  <a:pt x="11" y="49"/>
                </a:lnTo>
                <a:lnTo>
                  <a:pt x="10" y="50"/>
                </a:lnTo>
                <a:lnTo>
                  <a:pt x="9" y="52"/>
                </a:lnTo>
                <a:lnTo>
                  <a:pt x="8" y="54"/>
                </a:lnTo>
                <a:lnTo>
                  <a:pt x="6" y="58"/>
                </a:lnTo>
                <a:lnTo>
                  <a:pt x="4" y="60"/>
                </a:lnTo>
                <a:lnTo>
                  <a:pt x="2" y="63"/>
                </a:lnTo>
                <a:lnTo>
                  <a:pt x="1" y="64"/>
                </a:lnTo>
                <a:lnTo>
                  <a:pt x="0" y="65"/>
                </a:lnTo>
                <a:lnTo>
                  <a:pt x="0" y="66"/>
                </a:lnTo>
              </a:path>
            </a:pathLst>
          </a:custGeom>
          <a:ln w="6480">
            <a:solidFill>
              <a:srgbClr val="4A4A4A"/>
            </a:solidFill>
            <a:round/>
          </a:ln>
        </p:spPr>
        <p:txBody>
          <a:bodyPr lIns="3240" tIns="3240" rIns="3240" bIns="324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749" name=""/>
          <p:cNvSpPr/>
          <p:nvPr/>
        </p:nvSpPr>
        <p:spPr>
          <a:xfrm>
            <a:off x="5561280" y="1852200"/>
            <a:ext cx="720" cy="360"/>
          </a:xfrm>
          <a:custGeom>
            <a:avLst/>
            <a:gdLst/>
            <a:ahLst/>
            <a:rect l="0" t="0" r="r" b="b"/>
            <a:pathLst>
              <a:path fill="none" w="2" h="1">
                <a:moveTo>
                  <a:pt x="1" y="1"/>
                </a:moveTo>
                <a:lnTo>
                  <a:pt x="2" y="1"/>
                </a:lnTo>
                <a:lnTo>
                  <a:pt x="2" y="0"/>
                </a:lnTo>
                <a:lnTo>
                  <a:pt x="1" y="1"/>
                </a:lnTo>
                <a:lnTo>
                  <a:pt x="0" y="1"/>
                </a:lnTo>
                <a:lnTo>
                  <a:pt x="1" y="1"/>
                </a:lnTo>
              </a:path>
            </a:pathLst>
          </a:custGeom>
          <a:ln w="6480">
            <a:solidFill>
              <a:srgbClr val="4A4A4A"/>
            </a:solidFill>
            <a:round/>
          </a:ln>
        </p:spPr>
        <p:txBody>
          <a:bodyPr lIns="3240" tIns="-2880" rIns="3240" bIns="-288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750" name=""/>
          <p:cNvSpPr/>
          <p:nvPr/>
        </p:nvSpPr>
        <p:spPr>
          <a:xfrm>
            <a:off x="5615280" y="1846800"/>
            <a:ext cx="1800" cy="1440"/>
          </a:xfrm>
          <a:custGeom>
            <a:avLst/>
            <a:gdLst/>
            <a:ahLst/>
            <a:rect l="0" t="0" r="r" b="b"/>
            <a:pathLst>
              <a:path fill="none" w="5" h="4">
                <a:moveTo>
                  <a:pt x="0" y="0"/>
                </a:moveTo>
                <a:lnTo>
                  <a:pt x="1" y="0"/>
                </a:lnTo>
                <a:lnTo>
                  <a:pt x="2" y="0"/>
                </a:lnTo>
                <a:lnTo>
                  <a:pt x="3" y="0"/>
                </a:lnTo>
                <a:lnTo>
                  <a:pt x="5" y="1"/>
                </a:lnTo>
                <a:lnTo>
                  <a:pt x="5" y="3"/>
                </a:lnTo>
                <a:lnTo>
                  <a:pt x="5" y="4"/>
                </a:lnTo>
              </a:path>
            </a:pathLst>
          </a:custGeom>
          <a:ln w="6480">
            <a:solidFill>
              <a:srgbClr val="4A4A4A"/>
            </a:solidFill>
            <a:round/>
          </a:ln>
        </p:spPr>
        <p:txBody>
          <a:bodyPr lIns="3240" tIns="-1800" rIns="3240" bIns="-180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751" name=""/>
          <p:cNvSpPr/>
          <p:nvPr/>
        </p:nvSpPr>
        <p:spPr>
          <a:xfrm>
            <a:off x="5614920" y="1847520"/>
            <a:ext cx="1800" cy="720"/>
          </a:xfrm>
          <a:custGeom>
            <a:avLst/>
            <a:gdLst/>
            <a:ahLst/>
            <a:rect l="0" t="0" r="r" b="b"/>
            <a:pathLst>
              <a:path fill="none" w="5" h="2">
                <a:moveTo>
                  <a:pt x="5" y="2"/>
                </a:moveTo>
                <a:lnTo>
                  <a:pt x="4" y="2"/>
                </a:lnTo>
                <a:lnTo>
                  <a:pt x="1" y="2"/>
                </a:lnTo>
                <a:lnTo>
                  <a:pt x="0" y="0"/>
                </a:lnTo>
              </a:path>
            </a:pathLst>
          </a:custGeom>
          <a:ln w="6480">
            <a:solidFill>
              <a:srgbClr val="4A4A4A"/>
            </a:solidFill>
            <a:round/>
          </a:ln>
        </p:spPr>
        <p:txBody>
          <a:bodyPr lIns="3240" tIns="-2520" rIns="3240" bIns="-25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752" name=""/>
          <p:cNvSpPr/>
          <p:nvPr/>
        </p:nvSpPr>
        <p:spPr>
          <a:xfrm>
            <a:off x="5567400" y="1853280"/>
            <a:ext cx="360" cy="360"/>
          </a:xfrm>
          <a:custGeom>
            <a:avLst/>
            <a:gdLst/>
            <a:ahLst/>
            <a:rect l="0" t="0" r="r" b="b"/>
            <a:pathLst>
              <a:path fill="none" w="1" h="1">
                <a:moveTo>
                  <a:pt x="1" y="1"/>
                </a:moveTo>
                <a:lnTo>
                  <a:pt x="1" y="0"/>
                </a:lnTo>
                <a:lnTo>
                  <a:pt x="0" y="0"/>
                </a:lnTo>
                <a:lnTo>
                  <a:pt x="1" y="1"/>
                </a:lnTo>
              </a:path>
            </a:pathLst>
          </a:custGeom>
          <a:ln w="6480">
            <a:solidFill>
              <a:srgbClr val="4A4A4A"/>
            </a:solidFill>
            <a:round/>
          </a:ln>
        </p:spPr>
        <p:txBody>
          <a:bodyPr lIns="3240" tIns="-2880" rIns="3240" bIns="-288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753" name=""/>
          <p:cNvSpPr/>
          <p:nvPr/>
        </p:nvSpPr>
        <p:spPr>
          <a:xfrm>
            <a:off x="5550480" y="1855080"/>
            <a:ext cx="360" cy="360"/>
          </a:xfrm>
          <a:custGeom>
            <a:avLst/>
            <a:gdLst/>
            <a:ahLst/>
            <a:rect l="0" t="0" r="r" b="b"/>
            <a:pathLst>
              <a:path fill="none" w="1" h="1">
                <a:moveTo>
                  <a:pt x="1" y="1"/>
                </a:moveTo>
                <a:lnTo>
                  <a:pt x="1" y="0"/>
                </a:lnTo>
                <a:lnTo>
                  <a:pt x="0" y="0"/>
                </a:lnTo>
                <a:lnTo>
                  <a:pt x="0" y="1"/>
                </a:lnTo>
                <a:lnTo>
                  <a:pt x="1" y="1"/>
                </a:lnTo>
              </a:path>
            </a:pathLst>
          </a:custGeom>
          <a:ln w="6480">
            <a:solidFill>
              <a:srgbClr val="4A4A4A"/>
            </a:solidFill>
            <a:round/>
          </a:ln>
        </p:spPr>
        <p:txBody>
          <a:bodyPr lIns="3240" tIns="-2880" rIns="3240" bIns="-288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754" name=""/>
          <p:cNvSpPr/>
          <p:nvPr/>
        </p:nvSpPr>
        <p:spPr>
          <a:xfrm flipV="1">
            <a:off x="5547960" y="1855440"/>
            <a:ext cx="0" cy="360"/>
          </a:xfrm>
          <a:prstGeom prst="line">
            <a:avLst/>
          </a:prstGeom>
          <a:ln w="6480">
            <a:solidFill>
              <a:srgbClr val="4A4A4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3240" tIns="-2880" rIns="3240" bIns="-288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755" name=""/>
          <p:cNvSpPr/>
          <p:nvPr/>
        </p:nvSpPr>
        <p:spPr>
          <a:xfrm>
            <a:off x="5567400" y="1853280"/>
            <a:ext cx="720" cy="1440"/>
          </a:xfrm>
          <a:custGeom>
            <a:avLst/>
            <a:gdLst/>
            <a:ahLst/>
            <a:rect l="0" t="0" r="r" b="b"/>
            <a:pathLst>
              <a:path fill="none" w="2" h="4">
                <a:moveTo>
                  <a:pt x="2" y="0"/>
                </a:moveTo>
                <a:lnTo>
                  <a:pt x="0" y="0"/>
                </a:lnTo>
                <a:lnTo>
                  <a:pt x="0" y="2"/>
                </a:lnTo>
                <a:lnTo>
                  <a:pt x="2" y="4"/>
                </a:lnTo>
              </a:path>
            </a:pathLst>
          </a:custGeom>
          <a:ln w="6480">
            <a:solidFill>
              <a:srgbClr val="4A4A4A"/>
            </a:solidFill>
            <a:round/>
          </a:ln>
        </p:spPr>
        <p:txBody>
          <a:bodyPr lIns="3240" tIns="-1800" rIns="3240" bIns="-180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756" name=""/>
          <p:cNvSpPr/>
          <p:nvPr/>
        </p:nvSpPr>
        <p:spPr>
          <a:xfrm>
            <a:off x="5567760" y="1853280"/>
            <a:ext cx="360" cy="720"/>
          </a:xfrm>
          <a:custGeom>
            <a:avLst/>
            <a:gdLst/>
            <a:ahLst/>
            <a:rect l="0" t="0" r="r" b="b"/>
            <a:pathLst>
              <a:path fill="none" w="1" h="2">
                <a:moveTo>
                  <a:pt x="0" y="2"/>
                </a:moveTo>
                <a:lnTo>
                  <a:pt x="1" y="1"/>
                </a:lnTo>
                <a:lnTo>
                  <a:pt x="1" y="0"/>
                </a:lnTo>
              </a:path>
            </a:pathLst>
          </a:custGeom>
          <a:ln w="6480">
            <a:solidFill>
              <a:srgbClr val="4A4A4A"/>
            </a:solidFill>
            <a:round/>
          </a:ln>
        </p:spPr>
        <p:txBody>
          <a:bodyPr lIns="3240" tIns="-2520" rIns="3240" bIns="-25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757" name=""/>
          <p:cNvSpPr/>
          <p:nvPr/>
        </p:nvSpPr>
        <p:spPr>
          <a:xfrm>
            <a:off x="5547960" y="1855800"/>
            <a:ext cx="0" cy="0"/>
          </a:xfrm>
          <a:custGeom>
            <a:avLst/>
            <a:gdLst/>
            <a:ahLst/>
            <a:rect l="0" t="0" r="r" b="b"/>
            <a:pathLst>
              <a:path fill="none" w="0" h="0">
                <a:moveTo>
                  <a:pt x="0" y="0"/>
                </a:moveTo>
              </a:path>
            </a:pathLst>
          </a:custGeom>
          <a:ln w="6480">
            <a:solidFill>
              <a:srgbClr val="4A4A4A"/>
            </a:solidFill>
            <a:round/>
          </a:ln>
        </p:spPr>
        <p:txBody>
          <a:bodyPr lIns="3240" tIns="-3240" rIns="3240" bIns="-324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758" name=""/>
          <p:cNvSpPr/>
          <p:nvPr/>
        </p:nvSpPr>
        <p:spPr>
          <a:xfrm>
            <a:off x="5547240" y="1856160"/>
            <a:ext cx="0" cy="0"/>
          </a:xfrm>
          <a:custGeom>
            <a:avLst/>
            <a:gdLst/>
            <a:ahLst/>
            <a:rect l="0" t="0" r="r" b="b"/>
            <a:pathLst>
              <a:path fill="none" w="0" h="0">
                <a:moveTo>
                  <a:pt x="0" y="0"/>
                </a:moveTo>
              </a:path>
            </a:pathLst>
          </a:custGeom>
          <a:ln w="6480">
            <a:solidFill>
              <a:srgbClr val="4A4A4A"/>
            </a:solidFill>
            <a:round/>
          </a:ln>
        </p:spPr>
        <p:txBody>
          <a:bodyPr lIns="3240" tIns="-3240" rIns="3240" bIns="-324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759" name=""/>
          <p:cNvSpPr/>
          <p:nvPr/>
        </p:nvSpPr>
        <p:spPr>
          <a:xfrm>
            <a:off x="5546880" y="1856160"/>
            <a:ext cx="0" cy="0"/>
          </a:xfrm>
          <a:custGeom>
            <a:avLst/>
            <a:gdLst/>
            <a:ahLst/>
            <a:rect l="0" t="0" r="r" b="b"/>
            <a:pathLst>
              <a:path fill="none" w="0" h="0">
                <a:moveTo>
                  <a:pt x="0" y="0"/>
                </a:moveTo>
              </a:path>
            </a:pathLst>
          </a:custGeom>
          <a:ln w="6480">
            <a:solidFill>
              <a:srgbClr val="4A4A4A"/>
            </a:solidFill>
            <a:round/>
          </a:ln>
        </p:spPr>
        <p:txBody>
          <a:bodyPr lIns="3240" tIns="-3240" rIns="3240" bIns="-324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760" name=""/>
          <p:cNvSpPr/>
          <p:nvPr/>
        </p:nvSpPr>
        <p:spPr>
          <a:xfrm>
            <a:off x="5546880" y="1856160"/>
            <a:ext cx="360" cy="0"/>
          </a:xfrm>
          <a:prstGeom prst="line">
            <a:avLst/>
          </a:prstGeom>
          <a:ln w="6480">
            <a:solidFill>
              <a:srgbClr val="4A4A4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3240" tIns="-3240" rIns="3240" bIns="-324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761" name=""/>
          <p:cNvSpPr/>
          <p:nvPr/>
        </p:nvSpPr>
        <p:spPr>
          <a:xfrm>
            <a:off x="5546880" y="1856160"/>
            <a:ext cx="0" cy="0"/>
          </a:xfrm>
          <a:custGeom>
            <a:avLst/>
            <a:gdLst/>
            <a:ahLst/>
            <a:rect l="0" t="0" r="r" b="b"/>
            <a:pathLst>
              <a:path fill="none" w="0" h="0">
                <a:moveTo>
                  <a:pt x="0" y="0"/>
                </a:moveTo>
              </a:path>
            </a:pathLst>
          </a:custGeom>
          <a:ln w="6480">
            <a:solidFill>
              <a:srgbClr val="4A4A4A"/>
            </a:solidFill>
            <a:round/>
          </a:ln>
        </p:spPr>
        <p:txBody>
          <a:bodyPr lIns="3240" tIns="-3240" rIns="3240" bIns="-324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762" name=""/>
          <p:cNvSpPr/>
          <p:nvPr/>
        </p:nvSpPr>
        <p:spPr>
          <a:xfrm>
            <a:off x="5548680" y="1856160"/>
            <a:ext cx="0" cy="0"/>
          </a:xfrm>
          <a:custGeom>
            <a:avLst/>
            <a:gdLst/>
            <a:ahLst/>
            <a:rect l="0" t="0" r="r" b="b"/>
            <a:pathLst>
              <a:path fill="none" w="0" h="0">
                <a:moveTo>
                  <a:pt x="0" y="0"/>
                </a:moveTo>
              </a:path>
            </a:pathLst>
          </a:custGeom>
          <a:ln w="6480">
            <a:solidFill>
              <a:srgbClr val="4A4A4A"/>
            </a:solidFill>
            <a:round/>
          </a:ln>
        </p:spPr>
        <p:txBody>
          <a:bodyPr lIns="3240" tIns="-3240" rIns="3240" bIns="-324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763" name=""/>
          <p:cNvSpPr/>
          <p:nvPr/>
        </p:nvSpPr>
        <p:spPr>
          <a:xfrm>
            <a:off x="5549400" y="1855800"/>
            <a:ext cx="360" cy="360"/>
          </a:xfrm>
          <a:custGeom>
            <a:avLst/>
            <a:gdLst/>
            <a:ahLst/>
            <a:rect l="0" t="0" r="r" b="b"/>
            <a:pathLst>
              <a:path fill="none" w="1" h="1">
                <a:moveTo>
                  <a:pt x="1" y="0"/>
                </a:moveTo>
                <a:lnTo>
                  <a:pt x="0" y="0"/>
                </a:lnTo>
                <a:lnTo>
                  <a:pt x="0" y="1"/>
                </a:lnTo>
                <a:lnTo>
                  <a:pt x="1" y="1"/>
                </a:lnTo>
              </a:path>
            </a:pathLst>
          </a:custGeom>
          <a:ln w="6480">
            <a:solidFill>
              <a:srgbClr val="4A4A4A"/>
            </a:solidFill>
            <a:round/>
          </a:ln>
        </p:spPr>
        <p:txBody>
          <a:bodyPr lIns="3240" tIns="-2880" rIns="3240" bIns="-288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764" name=""/>
          <p:cNvSpPr/>
          <p:nvPr/>
        </p:nvSpPr>
        <p:spPr>
          <a:xfrm>
            <a:off x="5548680" y="1855800"/>
            <a:ext cx="360" cy="360"/>
          </a:xfrm>
          <a:custGeom>
            <a:avLst/>
            <a:gdLst/>
            <a:ahLst/>
            <a:rect l="0" t="0" r="r" b="b"/>
            <a:pathLst>
              <a:path fill="none" w="1" h="1">
                <a:moveTo>
                  <a:pt x="0" y="1"/>
                </a:moveTo>
                <a:lnTo>
                  <a:pt x="1" y="1"/>
                </a:lnTo>
                <a:lnTo>
                  <a:pt x="0" y="1"/>
                </a:lnTo>
                <a:lnTo>
                  <a:pt x="0" y="0"/>
                </a:lnTo>
              </a:path>
            </a:pathLst>
          </a:custGeom>
          <a:ln w="6480">
            <a:solidFill>
              <a:srgbClr val="4A4A4A"/>
            </a:solidFill>
            <a:round/>
          </a:ln>
        </p:spPr>
        <p:txBody>
          <a:bodyPr lIns="3240" tIns="-2880" rIns="3240" bIns="-288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765" name=""/>
          <p:cNvSpPr/>
          <p:nvPr/>
        </p:nvSpPr>
        <p:spPr>
          <a:xfrm>
            <a:off x="5548320" y="1856160"/>
            <a:ext cx="360" cy="0"/>
          </a:xfrm>
          <a:prstGeom prst="line">
            <a:avLst/>
          </a:prstGeom>
          <a:ln w="6480">
            <a:solidFill>
              <a:srgbClr val="4A4A4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3240" tIns="-3240" rIns="3240" bIns="-324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766" name=""/>
          <p:cNvSpPr/>
          <p:nvPr/>
        </p:nvSpPr>
        <p:spPr>
          <a:xfrm>
            <a:off x="5546160" y="1856520"/>
            <a:ext cx="0" cy="360"/>
          </a:xfrm>
          <a:prstGeom prst="line">
            <a:avLst/>
          </a:prstGeom>
          <a:ln w="6480">
            <a:solidFill>
              <a:srgbClr val="4A4A4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3240" tIns="-2880" rIns="3240" bIns="-288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767" name=""/>
          <p:cNvSpPr/>
          <p:nvPr/>
        </p:nvSpPr>
        <p:spPr>
          <a:xfrm>
            <a:off x="5544360" y="1859400"/>
            <a:ext cx="360" cy="360"/>
          </a:xfrm>
          <a:prstGeom prst="line">
            <a:avLst/>
          </a:prstGeom>
          <a:ln w="6480">
            <a:solidFill>
              <a:srgbClr val="4A4A4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3240" tIns="-2880" rIns="3240" bIns="-288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768" name=""/>
          <p:cNvSpPr/>
          <p:nvPr/>
        </p:nvSpPr>
        <p:spPr>
          <a:xfrm>
            <a:off x="5659200" y="1820160"/>
            <a:ext cx="7920" cy="26640"/>
          </a:xfrm>
          <a:custGeom>
            <a:avLst/>
            <a:gdLst/>
            <a:ahLst/>
            <a:rect l="0" t="0" r="r" b="b"/>
            <a:pathLst>
              <a:path fill="none" w="22" h="74">
                <a:moveTo>
                  <a:pt x="0" y="74"/>
                </a:moveTo>
                <a:lnTo>
                  <a:pt x="1" y="71"/>
                </a:lnTo>
                <a:lnTo>
                  <a:pt x="2" y="68"/>
                </a:lnTo>
                <a:lnTo>
                  <a:pt x="3" y="66"/>
                </a:lnTo>
                <a:lnTo>
                  <a:pt x="5" y="63"/>
                </a:lnTo>
                <a:lnTo>
                  <a:pt x="5" y="61"/>
                </a:lnTo>
                <a:lnTo>
                  <a:pt x="7" y="58"/>
                </a:lnTo>
                <a:lnTo>
                  <a:pt x="8" y="55"/>
                </a:lnTo>
                <a:lnTo>
                  <a:pt x="9" y="51"/>
                </a:lnTo>
                <a:lnTo>
                  <a:pt x="10" y="48"/>
                </a:lnTo>
                <a:lnTo>
                  <a:pt x="11" y="46"/>
                </a:lnTo>
                <a:lnTo>
                  <a:pt x="12" y="42"/>
                </a:lnTo>
                <a:lnTo>
                  <a:pt x="13" y="39"/>
                </a:lnTo>
                <a:lnTo>
                  <a:pt x="14" y="36"/>
                </a:lnTo>
                <a:lnTo>
                  <a:pt x="15" y="32"/>
                </a:lnTo>
                <a:lnTo>
                  <a:pt x="16" y="30"/>
                </a:lnTo>
                <a:lnTo>
                  <a:pt x="17" y="26"/>
                </a:lnTo>
                <a:lnTo>
                  <a:pt x="17" y="23"/>
                </a:lnTo>
                <a:lnTo>
                  <a:pt x="18" y="20"/>
                </a:lnTo>
                <a:lnTo>
                  <a:pt x="19" y="15"/>
                </a:lnTo>
                <a:lnTo>
                  <a:pt x="19" y="14"/>
                </a:lnTo>
                <a:lnTo>
                  <a:pt x="19" y="12"/>
                </a:lnTo>
                <a:lnTo>
                  <a:pt x="21" y="8"/>
                </a:lnTo>
                <a:lnTo>
                  <a:pt x="22" y="5"/>
                </a:lnTo>
                <a:lnTo>
                  <a:pt x="22" y="3"/>
                </a:lnTo>
                <a:lnTo>
                  <a:pt x="22" y="0"/>
                </a:lnTo>
              </a:path>
            </a:pathLst>
          </a:custGeom>
          <a:ln w="6480">
            <a:solidFill>
              <a:srgbClr val="4A4A4A"/>
            </a:solidFill>
            <a:round/>
          </a:ln>
        </p:spPr>
        <p:txBody>
          <a:bodyPr lIns="3240" tIns="3240" rIns="3240" bIns="324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769" name=""/>
          <p:cNvSpPr/>
          <p:nvPr/>
        </p:nvSpPr>
        <p:spPr>
          <a:xfrm>
            <a:off x="5544720" y="1859760"/>
            <a:ext cx="0" cy="0"/>
          </a:xfrm>
          <a:custGeom>
            <a:avLst/>
            <a:gdLst/>
            <a:ahLst/>
            <a:rect l="0" t="0" r="r" b="b"/>
            <a:pathLst>
              <a:path fill="none" w="0" h="0">
                <a:moveTo>
                  <a:pt x="0" y="0"/>
                </a:moveTo>
              </a:path>
            </a:pathLst>
          </a:custGeom>
          <a:ln w="6480">
            <a:solidFill>
              <a:srgbClr val="4A4A4A"/>
            </a:solidFill>
            <a:round/>
          </a:ln>
        </p:spPr>
        <p:txBody>
          <a:bodyPr lIns="3240" tIns="-3240" rIns="3240" bIns="-324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770" name=""/>
          <p:cNvSpPr/>
          <p:nvPr/>
        </p:nvSpPr>
        <p:spPr>
          <a:xfrm flipH="1">
            <a:off x="5544360" y="1860120"/>
            <a:ext cx="360" cy="0"/>
          </a:xfrm>
          <a:prstGeom prst="line">
            <a:avLst/>
          </a:prstGeom>
          <a:ln w="6480">
            <a:solidFill>
              <a:srgbClr val="4A4A4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3240" tIns="-3240" rIns="3240" bIns="-324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771" name=""/>
          <p:cNvSpPr/>
          <p:nvPr/>
        </p:nvSpPr>
        <p:spPr>
          <a:xfrm>
            <a:off x="5544000" y="1859400"/>
            <a:ext cx="360" cy="720"/>
          </a:xfrm>
          <a:custGeom>
            <a:avLst/>
            <a:gdLst/>
            <a:ahLst/>
            <a:rect l="0" t="0" r="r" b="b"/>
            <a:pathLst>
              <a:path fill="none" w="1" h="2">
                <a:moveTo>
                  <a:pt x="0" y="2"/>
                </a:moveTo>
                <a:lnTo>
                  <a:pt x="0" y="1"/>
                </a:lnTo>
                <a:lnTo>
                  <a:pt x="1" y="1"/>
                </a:lnTo>
                <a:lnTo>
                  <a:pt x="1" y="0"/>
                </a:lnTo>
              </a:path>
            </a:pathLst>
          </a:custGeom>
          <a:ln w="6480">
            <a:solidFill>
              <a:srgbClr val="4A4A4A"/>
            </a:solidFill>
            <a:round/>
          </a:ln>
        </p:spPr>
        <p:txBody>
          <a:bodyPr lIns="3240" tIns="-2520" rIns="3240" bIns="-25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772" name=""/>
          <p:cNvSpPr/>
          <p:nvPr/>
        </p:nvSpPr>
        <p:spPr>
          <a:xfrm flipV="1">
            <a:off x="5544720" y="1859760"/>
            <a:ext cx="0" cy="360"/>
          </a:xfrm>
          <a:prstGeom prst="line">
            <a:avLst/>
          </a:prstGeom>
          <a:ln w="6480">
            <a:solidFill>
              <a:srgbClr val="4A4A4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3240" tIns="-2880" rIns="3240" bIns="-288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773" name=""/>
          <p:cNvSpPr/>
          <p:nvPr/>
        </p:nvSpPr>
        <p:spPr>
          <a:xfrm>
            <a:off x="5565600" y="1857600"/>
            <a:ext cx="720" cy="1080"/>
          </a:xfrm>
          <a:custGeom>
            <a:avLst/>
            <a:gdLst/>
            <a:ahLst/>
            <a:rect l="0" t="0" r="r" b="b"/>
            <a:pathLst>
              <a:path fill="none" w="2" h="3">
                <a:moveTo>
                  <a:pt x="2" y="2"/>
                </a:moveTo>
                <a:lnTo>
                  <a:pt x="2" y="0"/>
                </a:lnTo>
                <a:lnTo>
                  <a:pt x="0" y="0"/>
                </a:lnTo>
                <a:lnTo>
                  <a:pt x="0" y="2"/>
                </a:lnTo>
                <a:lnTo>
                  <a:pt x="0" y="3"/>
                </a:lnTo>
              </a:path>
            </a:pathLst>
          </a:custGeom>
          <a:ln w="6480">
            <a:solidFill>
              <a:srgbClr val="4A4A4A"/>
            </a:solidFill>
            <a:round/>
          </a:ln>
        </p:spPr>
        <p:txBody>
          <a:bodyPr lIns="3240" tIns="-2160" rIns="3240" bIns="-21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774" name=""/>
          <p:cNvSpPr/>
          <p:nvPr/>
        </p:nvSpPr>
        <p:spPr>
          <a:xfrm>
            <a:off x="5544360" y="1860120"/>
            <a:ext cx="360" cy="360"/>
          </a:xfrm>
          <a:custGeom>
            <a:avLst/>
            <a:gdLst/>
            <a:ahLst/>
            <a:rect l="0" t="0" r="r" b="b"/>
            <a:pathLst>
              <a:path fill="none" w="1" h="1">
                <a:moveTo>
                  <a:pt x="0" y="1"/>
                </a:moveTo>
                <a:lnTo>
                  <a:pt x="0" y="0"/>
                </a:lnTo>
                <a:lnTo>
                  <a:pt x="1" y="0"/>
                </a:lnTo>
              </a:path>
            </a:pathLst>
          </a:custGeom>
          <a:ln w="6480">
            <a:solidFill>
              <a:srgbClr val="4A4A4A"/>
            </a:solidFill>
            <a:round/>
          </a:ln>
        </p:spPr>
        <p:txBody>
          <a:bodyPr lIns="3240" tIns="-2880" rIns="3240" bIns="-288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775" name=""/>
          <p:cNvSpPr/>
          <p:nvPr/>
        </p:nvSpPr>
        <p:spPr>
          <a:xfrm>
            <a:off x="5543640" y="1859400"/>
            <a:ext cx="1440" cy="1440"/>
          </a:xfrm>
          <a:custGeom>
            <a:avLst/>
            <a:gdLst/>
            <a:ahLst/>
            <a:rect l="0" t="0" r="r" b="b"/>
            <a:pathLst>
              <a:path fill="none" w="4" h="4">
                <a:moveTo>
                  <a:pt x="4" y="1"/>
                </a:moveTo>
                <a:lnTo>
                  <a:pt x="4" y="0"/>
                </a:lnTo>
                <a:lnTo>
                  <a:pt x="3" y="0"/>
                </a:lnTo>
                <a:lnTo>
                  <a:pt x="1" y="0"/>
                </a:lnTo>
                <a:lnTo>
                  <a:pt x="1" y="1"/>
                </a:lnTo>
                <a:lnTo>
                  <a:pt x="0" y="1"/>
                </a:lnTo>
                <a:lnTo>
                  <a:pt x="0" y="2"/>
                </a:lnTo>
                <a:lnTo>
                  <a:pt x="0" y="4"/>
                </a:lnTo>
                <a:lnTo>
                  <a:pt x="1" y="4"/>
                </a:lnTo>
              </a:path>
            </a:pathLst>
          </a:custGeom>
          <a:ln w="6480">
            <a:solidFill>
              <a:srgbClr val="4A4A4A"/>
            </a:solidFill>
            <a:round/>
          </a:ln>
        </p:spPr>
        <p:txBody>
          <a:bodyPr lIns="3240" tIns="-1800" rIns="3240" bIns="-180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776" name=""/>
          <p:cNvSpPr/>
          <p:nvPr/>
        </p:nvSpPr>
        <p:spPr>
          <a:xfrm>
            <a:off x="5565960" y="1858320"/>
            <a:ext cx="0" cy="0"/>
          </a:xfrm>
          <a:custGeom>
            <a:avLst/>
            <a:gdLst/>
            <a:ahLst/>
            <a:rect l="0" t="0" r="r" b="b"/>
            <a:pathLst>
              <a:path fill="none" w="0" h="0">
                <a:moveTo>
                  <a:pt x="0" y="0"/>
                </a:moveTo>
              </a:path>
            </a:pathLst>
          </a:custGeom>
          <a:ln w="6480">
            <a:solidFill>
              <a:srgbClr val="4A4A4A"/>
            </a:solidFill>
            <a:round/>
          </a:ln>
        </p:spPr>
        <p:txBody>
          <a:bodyPr lIns="3240" tIns="-3240" rIns="3240" bIns="-324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777" name=""/>
          <p:cNvSpPr/>
          <p:nvPr/>
        </p:nvSpPr>
        <p:spPr>
          <a:xfrm>
            <a:off x="5565240" y="1858320"/>
            <a:ext cx="720" cy="360"/>
          </a:xfrm>
          <a:custGeom>
            <a:avLst/>
            <a:gdLst/>
            <a:ahLst/>
            <a:rect l="0" t="0" r="r" b="b"/>
            <a:pathLst>
              <a:path fill="none" w="2" h="1">
                <a:moveTo>
                  <a:pt x="0" y="0"/>
                </a:moveTo>
                <a:lnTo>
                  <a:pt x="0" y="1"/>
                </a:lnTo>
                <a:lnTo>
                  <a:pt x="1" y="1"/>
                </a:lnTo>
                <a:lnTo>
                  <a:pt x="2" y="1"/>
                </a:lnTo>
              </a:path>
            </a:pathLst>
          </a:custGeom>
          <a:ln w="6480">
            <a:solidFill>
              <a:srgbClr val="4A4A4A"/>
            </a:solidFill>
            <a:round/>
          </a:ln>
        </p:spPr>
        <p:txBody>
          <a:bodyPr lIns="3240" tIns="-2880" rIns="3240" bIns="-288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778" name=""/>
          <p:cNvSpPr/>
          <p:nvPr/>
        </p:nvSpPr>
        <p:spPr>
          <a:xfrm>
            <a:off x="5564520" y="1858680"/>
            <a:ext cx="0" cy="360"/>
          </a:xfrm>
          <a:prstGeom prst="line">
            <a:avLst/>
          </a:prstGeom>
          <a:ln w="6480">
            <a:solidFill>
              <a:srgbClr val="4A4A4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3240" tIns="-2880" rIns="3240" bIns="-288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779" name=""/>
          <p:cNvSpPr/>
          <p:nvPr/>
        </p:nvSpPr>
        <p:spPr>
          <a:xfrm>
            <a:off x="5564520" y="1859040"/>
            <a:ext cx="360" cy="0"/>
          </a:xfrm>
          <a:prstGeom prst="line">
            <a:avLst/>
          </a:prstGeom>
          <a:ln w="6480">
            <a:solidFill>
              <a:srgbClr val="4A4A4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3240" tIns="-3240" rIns="3240" bIns="-324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780" name=""/>
          <p:cNvSpPr/>
          <p:nvPr/>
        </p:nvSpPr>
        <p:spPr>
          <a:xfrm>
            <a:off x="5613840" y="1853280"/>
            <a:ext cx="1440" cy="1080"/>
          </a:xfrm>
          <a:custGeom>
            <a:avLst/>
            <a:gdLst/>
            <a:ahLst/>
            <a:rect l="0" t="0" r="r" b="b"/>
            <a:pathLst>
              <a:path fill="none" w="4" h="3">
                <a:moveTo>
                  <a:pt x="0" y="3"/>
                </a:moveTo>
                <a:lnTo>
                  <a:pt x="0" y="2"/>
                </a:lnTo>
                <a:lnTo>
                  <a:pt x="1" y="2"/>
                </a:lnTo>
                <a:lnTo>
                  <a:pt x="4" y="0"/>
                </a:lnTo>
              </a:path>
            </a:pathLst>
          </a:custGeom>
          <a:ln w="6480">
            <a:solidFill>
              <a:srgbClr val="4A4A4A"/>
            </a:solidFill>
            <a:round/>
          </a:ln>
        </p:spPr>
        <p:txBody>
          <a:bodyPr lIns="3240" tIns="-2160" rIns="3240" bIns="-21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781" name=""/>
          <p:cNvSpPr/>
          <p:nvPr/>
        </p:nvSpPr>
        <p:spPr>
          <a:xfrm>
            <a:off x="5589360" y="1856160"/>
            <a:ext cx="1080" cy="1440"/>
          </a:xfrm>
          <a:custGeom>
            <a:avLst/>
            <a:gdLst/>
            <a:ahLst/>
            <a:rect l="0" t="0" r="r" b="b"/>
            <a:pathLst>
              <a:path fill="none" w="3" h="4">
                <a:moveTo>
                  <a:pt x="0" y="2"/>
                </a:moveTo>
                <a:lnTo>
                  <a:pt x="2" y="2"/>
                </a:lnTo>
                <a:lnTo>
                  <a:pt x="2" y="4"/>
                </a:lnTo>
                <a:lnTo>
                  <a:pt x="3" y="4"/>
                </a:lnTo>
                <a:lnTo>
                  <a:pt x="3" y="2"/>
                </a:lnTo>
                <a:lnTo>
                  <a:pt x="2" y="0"/>
                </a:lnTo>
                <a:lnTo>
                  <a:pt x="0" y="2"/>
                </a:lnTo>
              </a:path>
            </a:pathLst>
          </a:custGeom>
          <a:ln w="6480">
            <a:solidFill>
              <a:srgbClr val="4A4A4A"/>
            </a:solidFill>
            <a:round/>
          </a:ln>
        </p:spPr>
        <p:txBody>
          <a:bodyPr lIns="3240" tIns="-1800" rIns="3240" bIns="-180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782" name=""/>
          <p:cNvSpPr/>
          <p:nvPr/>
        </p:nvSpPr>
        <p:spPr>
          <a:xfrm>
            <a:off x="5589000" y="1856880"/>
            <a:ext cx="360" cy="360"/>
          </a:xfrm>
          <a:custGeom>
            <a:avLst/>
            <a:gdLst/>
            <a:ahLst/>
            <a:rect l="0" t="0" r="r" b="b"/>
            <a:pathLst>
              <a:path fill="none" w="1" h="1">
                <a:moveTo>
                  <a:pt x="1" y="1"/>
                </a:moveTo>
                <a:lnTo>
                  <a:pt x="1" y="0"/>
                </a:lnTo>
                <a:lnTo>
                  <a:pt x="0" y="0"/>
                </a:lnTo>
                <a:lnTo>
                  <a:pt x="0" y="1"/>
                </a:lnTo>
                <a:lnTo>
                  <a:pt x="1" y="1"/>
                </a:lnTo>
              </a:path>
            </a:pathLst>
          </a:custGeom>
          <a:ln w="6480">
            <a:solidFill>
              <a:srgbClr val="4A4A4A"/>
            </a:solidFill>
            <a:round/>
          </a:ln>
        </p:spPr>
        <p:txBody>
          <a:bodyPr lIns="3240" tIns="-2880" rIns="3240" bIns="-288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783" name=""/>
          <p:cNvSpPr/>
          <p:nvPr/>
        </p:nvSpPr>
        <p:spPr>
          <a:xfrm>
            <a:off x="5588640" y="1856880"/>
            <a:ext cx="1800" cy="1080"/>
          </a:xfrm>
          <a:custGeom>
            <a:avLst/>
            <a:gdLst/>
            <a:ahLst/>
            <a:rect l="0" t="0" r="r" b="b"/>
            <a:pathLst>
              <a:path fill="none" w="5" h="3">
                <a:moveTo>
                  <a:pt x="0" y="0"/>
                </a:moveTo>
                <a:lnTo>
                  <a:pt x="0" y="2"/>
                </a:lnTo>
                <a:lnTo>
                  <a:pt x="2" y="2"/>
                </a:lnTo>
                <a:lnTo>
                  <a:pt x="3" y="3"/>
                </a:lnTo>
                <a:lnTo>
                  <a:pt x="5" y="3"/>
                </a:lnTo>
                <a:lnTo>
                  <a:pt x="5" y="2"/>
                </a:lnTo>
                <a:lnTo>
                  <a:pt x="3" y="0"/>
                </a:lnTo>
                <a:lnTo>
                  <a:pt x="2" y="0"/>
                </a:lnTo>
              </a:path>
            </a:pathLst>
          </a:custGeom>
          <a:ln w="6480">
            <a:solidFill>
              <a:srgbClr val="4A4A4A"/>
            </a:solidFill>
            <a:round/>
          </a:ln>
        </p:spPr>
        <p:txBody>
          <a:bodyPr lIns="3240" tIns="-2160" rIns="3240" bIns="-21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784" name=""/>
          <p:cNvSpPr/>
          <p:nvPr/>
        </p:nvSpPr>
        <p:spPr>
          <a:xfrm>
            <a:off x="5614200" y="1853640"/>
            <a:ext cx="1800" cy="2160"/>
          </a:xfrm>
          <a:custGeom>
            <a:avLst/>
            <a:gdLst/>
            <a:ahLst/>
            <a:rect l="0" t="0" r="r" b="b"/>
            <a:pathLst>
              <a:path fill="none" w="5" h="6">
                <a:moveTo>
                  <a:pt x="5" y="0"/>
                </a:moveTo>
                <a:lnTo>
                  <a:pt x="5" y="2"/>
                </a:lnTo>
                <a:lnTo>
                  <a:pt x="4" y="3"/>
                </a:lnTo>
                <a:lnTo>
                  <a:pt x="2" y="4"/>
                </a:lnTo>
                <a:lnTo>
                  <a:pt x="0" y="4"/>
                </a:lnTo>
                <a:lnTo>
                  <a:pt x="0" y="6"/>
                </a:lnTo>
              </a:path>
            </a:pathLst>
          </a:custGeom>
          <a:ln w="6480">
            <a:solidFill>
              <a:srgbClr val="4A4A4A"/>
            </a:solidFill>
            <a:round/>
          </a:ln>
        </p:spPr>
        <p:txBody>
          <a:bodyPr lIns="3240" tIns="-1080" rIns="3240" bIns="-108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785" name=""/>
          <p:cNvSpPr/>
          <p:nvPr/>
        </p:nvSpPr>
        <p:spPr>
          <a:xfrm>
            <a:off x="5556600" y="1861560"/>
            <a:ext cx="0" cy="0"/>
          </a:xfrm>
          <a:custGeom>
            <a:avLst/>
            <a:gdLst/>
            <a:ahLst/>
            <a:rect l="0" t="0" r="r" b="b"/>
            <a:pathLst>
              <a:path fill="none" w="0" h="0">
                <a:moveTo>
                  <a:pt x="0" y="0"/>
                </a:moveTo>
              </a:path>
            </a:pathLst>
          </a:custGeom>
          <a:ln w="6480">
            <a:solidFill>
              <a:srgbClr val="4A4A4A"/>
            </a:solidFill>
            <a:round/>
          </a:ln>
        </p:spPr>
        <p:txBody>
          <a:bodyPr lIns="3240" tIns="-3240" rIns="3240" bIns="-324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786" name=""/>
          <p:cNvSpPr/>
          <p:nvPr/>
        </p:nvSpPr>
        <p:spPr>
          <a:xfrm>
            <a:off x="5639760" y="1850760"/>
            <a:ext cx="1800" cy="1440"/>
          </a:xfrm>
          <a:custGeom>
            <a:avLst/>
            <a:gdLst/>
            <a:ahLst/>
            <a:rect l="0" t="0" r="r" b="b"/>
            <a:pathLst>
              <a:path fill="none" w="5" h="4">
                <a:moveTo>
                  <a:pt x="0" y="0"/>
                </a:moveTo>
                <a:lnTo>
                  <a:pt x="2" y="0"/>
                </a:lnTo>
                <a:lnTo>
                  <a:pt x="3" y="0"/>
                </a:lnTo>
                <a:lnTo>
                  <a:pt x="5" y="1"/>
                </a:lnTo>
                <a:lnTo>
                  <a:pt x="5" y="2"/>
                </a:lnTo>
                <a:lnTo>
                  <a:pt x="5" y="4"/>
                </a:lnTo>
              </a:path>
            </a:pathLst>
          </a:custGeom>
          <a:ln w="6480">
            <a:solidFill>
              <a:srgbClr val="4A4A4A"/>
            </a:solidFill>
            <a:round/>
          </a:ln>
        </p:spPr>
        <p:txBody>
          <a:bodyPr lIns="3240" tIns="-1800" rIns="3240" bIns="-180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787" name=""/>
          <p:cNvSpPr/>
          <p:nvPr/>
        </p:nvSpPr>
        <p:spPr>
          <a:xfrm>
            <a:off x="5556600" y="1861560"/>
            <a:ext cx="0" cy="0"/>
          </a:xfrm>
          <a:custGeom>
            <a:avLst/>
            <a:gdLst/>
            <a:ahLst/>
            <a:rect l="0" t="0" r="r" b="b"/>
            <a:pathLst>
              <a:path fill="none" w="0" h="0">
                <a:moveTo>
                  <a:pt x="0" y="0"/>
                </a:moveTo>
              </a:path>
            </a:pathLst>
          </a:custGeom>
          <a:ln w="6480">
            <a:solidFill>
              <a:srgbClr val="4A4A4A"/>
            </a:solidFill>
            <a:round/>
          </a:ln>
        </p:spPr>
        <p:txBody>
          <a:bodyPr lIns="3240" tIns="-3240" rIns="3240" bIns="-324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788" name=""/>
          <p:cNvSpPr/>
          <p:nvPr/>
        </p:nvSpPr>
        <p:spPr>
          <a:xfrm>
            <a:off x="5639400" y="1851120"/>
            <a:ext cx="1440" cy="1800"/>
          </a:xfrm>
          <a:custGeom>
            <a:avLst/>
            <a:gdLst/>
            <a:ahLst/>
            <a:rect l="0" t="0" r="r" b="b"/>
            <a:pathLst>
              <a:path fill="none" w="4" h="5">
                <a:moveTo>
                  <a:pt x="4" y="5"/>
                </a:moveTo>
                <a:lnTo>
                  <a:pt x="2" y="5"/>
                </a:lnTo>
                <a:lnTo>
                  <a:pt x="2" y="4"/>
                </a:lnTo>
                <a:lnTo>
                  <a:pt x="0" y="3"/>
                </a:lnTo>
                <a:lnTo>
                  <a:pt x="0" y="1"/>
                </a:lnTo>
                <a:lnTo>
                  <a:pt x="0" y="0"/>
                </a:lnTo>
              </a:path>
            </a:pathLst>
          </a:custGeom>
          <a:ln w="6480">
            <a:solidFill>
              <a:srgbClr val="4A4A4A"/>
            </a:solidFill>
            <a:round/>
          </a:ln>
        </p:spPr>
        <p:txBody>
          <a:bodyPr lIns="3240" tIns="-1440" rIns="3240" bIns="-144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789" name=""/>
          <p:cNvSpPr/>
          <p:nvPr/>
        </p:nvSpPr>
        <p:spPr>
          <a:xfrm>
            <a:off x="5556240" y="1861920"/>
            <a:ext cx="360" cy="360"/>
          </a:xfrm>
          <a:custGeom>
            <a:avLst/>
            <a:gdLst/>
            <a:ahLst/>
            <a:rect l="0" t="0" r="r" b="b"/>
            <a:pathLst>
              <a:path fill="none" w="1" h="1">
                <a:moveTo>
                  <a:pt x="1" y="1"/>
                </a:moveTo>
                <a:lnTo>
                  <a:pt x="1" y="0"/>
                </a:lnTo>
                <a:lnTo>
                  <a:pt x="0" y="0"/>
                </a:lnTo>
              </a:path>
            </a:pathLst>
          </a:custGeom>
          <a:ln w="6480">
            <a:solidFill>
              <a:srgbClr val="4A4A4A"/>
            </a:solidFill>
            <a:round/>
          </a:ln>
        </p:spPr>
        <p:txBody>
          <a:bodyPr lIns="3240" tIns="-2880" rIns="3240" bIns="-288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790" name=""/>
          <p:cNvSpPr/>
          <p:nvPr/>
        </p:nvSpPr>
        <p:spPr>
          <a:xfrm>
            <a:off x="5556240" y="1862280"/>
            <a:ext cx="360" cy="0"/>
          </a:xfrm>
          <a:prstGeom prst="line">
            <a:avLst/>
          </a:prstGeom>
          <a:ln w="6480">
            <a:solidFill>
              <a:srgbClr val="4A4A4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3240" tIns="-3240" rIns="3240" bIns="-324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791" name=""/>
          <p:cNvSpPr/>
          <p:nvPr/>
        </p:nvSpPr>
        <p:spPr>
          <a:xfrm>
            <a:off x="5550840" y="1863000"/>
            <a:ext cx="0" cy="360"/>
          </a:xfrm>
          <a:prstGeom prst="line">
            <a:avLst/>
          </a:prstGeom>
          <a:ln w="6480">
            <a:solidFill>
              <a:srgbClr val="4A4A4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3240" tIns="-2880" rIns="3240" bIns="-288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792" name=""/>
          <p:cNvSpPr/>
          <p:nvPr/>
        </p:nvSpPr>
        <p:spPr>
          <a:xfrm flipH="1">
            <a:off x="5555160" y="1862640"/>
            <a:ext cx="360" cy="0"/>
          </a:xfrm>
          <a:prstGeom prst="line">
            <a:avLst/>
          </a:prstGeom>
          <a:ln w="6480">
            <a:solidFill>
              <a:srgbClr val="4A4A4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3240" tIns="-3240" rIns="3240" bIns="-324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793" name=""/>
          <p:cNvSpPr/>
          <p:nvPr/>
        </p:nvSpPr>
        <p:spPr>
          <a:xfrm>
            <a:off x="5588640" y="1859040"/>
            <a:ext cx="360" cy="360"/>
          </a:xfrm>
          <a:custGeom>
            <a:avLst/>
            <a:gdLst/>
            <a:ahLst/>
            <a:rect l="0" t="0" r="r" b="b"/>
            <a:pathLst>
              <a:path fill="none" w="1" h="1">
                <a:moveTo>
                  <a:pt x="1" y="1"/>
                </a:moveTo>
                <a:lnTo>
                  <a:pt x="0" y="0"/>
                </a:lnTo>
                <a:lnTo>
                  <a:pt x="0" y="1"/>
                </a:lnTo>
                <a:lnTo>
                  <a:pt x="1" y="1"/>
                </a:lnTo>
              </a:path>
            </a:pathLst>
          </a:custGeom>
          <a:ln w="6480">
            <a:solidFill>
              <a:srgbClr val="4A4A4A"/>
            </a:solidFill>
            <a:round/>
          </a:ln>
        </p:spPr>
        <p:txBody>
          <a:bodyPr lIns="3240" tIns="-2880" rIns="3240" bIns="-288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794" name=""/>
          <p:cNvSpPr/>
          <p:nvPr/>
        </p:nvSpPr>
        <p:spPr>
          <a:xfrm flipV="1">
            <a:off x="5550840" y="1863000"/>
            <a:ext cx="360" cy="360"/>
          </a:xfrm>
          <a:prstGeom prst="line">
            <a:avLst/>
          </a:prstGeom>
          <a:ln w="6480">
            <a:solidFill>
              <a:srgbClr val="4A4A4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3240" tIns="-2880" rIns="3240" bIns="-288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795" name=""/>
          <p:cNvSpPr/>
          <p:nvPr/>
        </p:nvSpPr>
        <p:spPr>
          <a:xfrm>
            <a:off x="5555160" y="1863000"/>
            <a:ext cx="360" cy="0"/>
          </a:xfrm>
          <a:prstGeom prst="line">
            <a:avLst/>
          </a:prstGeom>
          <a:ln w="6480">
            <a:solidFill>
              <a:srgbClr val="4A4A4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3240" tIns="-3240" rIns="3240" bIns="-324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796" name=""/>
          <p:cNvSpPr/>
          <p:nvPr/>
        </p:nvSpPr>
        <p:spPr>
          <a:xfrm>
            <a:off x="5588280" y="1859040"/>
            <a:ext cx="1440" cy="1080"/>
          </a:xfrm>
          <a:custGeom>
            <a:avLst/>
            <a:gdLst/>
            <a:ahLst/>
            <a:rect l="0" t="0" r="r" b="b"/>
            <a:pathLst>
              <a:path fill="none" w="4" h="3">
                <a:moveTo>
                  <a:pt x="0" y="2"/>
                </a:moveTo>
                <a:lnTo>
                  <a:pt x="1" y="3"/>
                </a:lnTo>
                <a:lnTo>
                  <a:pt x="3" y="3"/>
                </a:lnTo>
                <a:lnTo>
                  <a:pt x="4" y="2"/>
                </a:lnTo>
                <a:lnTo>
                  <a:pt x="3" y="0"/>
                </a:lnTo>
                <a:lnTo>
                  <a:pt x="1" y="0"/>
                </a:lnTo>
                <a:lnTo>
                  <a:pt x="0" y="0"/>
                </a:lnTo>
              </a:path>
            </a:pathLst>
          </a:custGeom>
          <a:ln w="6480">
            <a:solidFill>
              <a:srgbClr val="4A4A4A"/>
            </a:solidFill>
            <a:round/>
          </a:ln>
        </p:spPr>
        <p:txBody>
          <a:bodyPr lIns="3240" tIns="-2160" rIns="3240" bIns="-21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797" name=""/>
          <p:cNvSpPr/>
          <p:nvPr/>
        </p:nvSpPr>
        <p:spPr>
          <a:xfrm>
            <a:off x="5550120" y="1863360"/>
            <a:ext cx="720" cy="1440"/>
          </a:xfrm>
          <a:custGeom>
            <a:avLst/>
            <a:gdLst/>
            <a:ahLst/>
            <a:rect l="0" t="0" r="r" b="b"/>
            <a:pathLst>
              <a:path fill="none" w="2" h="4">
                <a:moveTo>
                  <a:pt x="2" y="0"/>
                </a:moveTo>
                <a:lnTo>
                  <a:pt x="0" y="2"/>
                </a:lnTo>
                <a:lnTo>
                  <a:pt x="0" y="4"/>
                </a:lnTo>
                <a:lnTo>
                  <a:pt x="2" y="4"/>
                </a:lnTo>
                <a:lnTo>
                  <a:pt x="2" y="2"/>
                </a:lnTo>
              </a:path>
            </a:pathLst>
          </a:custGeom>
          <a:ln w="6480">
            <a:solidFill>
              <a:srgbClr val="4A4A4A"/>
            </a:solidFill>
            <a:round/>
          </a:ln>
        </p:spPr>
        <p:txBody>
          <a:bodyPr lIns="3240" tIns="-1800" rIns="3240" bIns="-180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798" name=""/>
          <p:cNvSpPr/>
          <p:nvPr/>
        </p:nvSpPr>
        <p:spPr>
          <a:xfrm>
            <a:off x="5553720" y="1863720"/>
            <a:ext cx="0" cy="0"/>
          </a:xfrm>
          <a:custGeom>
            <a:avLst/>
            <a:gdLst/>
            <a:ahLst/>
            <a:rect l="0" t="0" r="r" b="b"/>
            <a:pathLst>
              <a:path fill="none" w="0" h="0">
                <a:moveTo>
                  <a:pt x="0" y="0"/>
                </a:moveTo>
              </a:path>
            </a:pathLst>
          </a:custGeom>
          <a:ln w="6480">
            <a:solidFill>
              <a:srgbClr val="4A4A4A"/>
            </a:solidFill>
            <a:round/>
          </a:ln>
        </p:spPr>
        <p:txBody>
          <a:bodyPr lIns="3240" tIns="-3240" rIns="3240" bIns="-324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799" name=""/>
          <p:cNvSpPr/>
          <p:nvPr/>
        </p:nvSpPr>
        <p:spPr>
          <a:xfrm>
            <a:off x="5553720" y="1864080"/>
            <a:ext cx="0" cy="0"/>
          </a:xfrm>
          <a:custGeom>
            <a:avLst/>
            <a:gdLst/>
            <a:ahLst/>
            <a:rect l="0" t="0" r="r" b="b"/>
            <a:pathLst>
              <a:path fill="none" w="0" h="0">
                <a:moveTo>
                  <a:pt x="0" y="0"/>
                </a:moveTo>
              </a:path>
            </a:pathLst>
          </a:custGeom>
          <a:ln w="6480">
            <a:solidFill>
              <a:srgbClr val="4A4A4A"/>
            </a:solidFill>
            <a:round/>
          </a:ln>
        </p:spPr>
        <p:txBody>
          <a:bodyPr lIns="3240" tIns="-3240" rIns="3240" bIns="-324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800" name=""/>
          <p:cNvSpPr/>
          <p:nvPr/>
        </p:nvSpPr>
        <p:spPr>
          <a:xfrm>
            <a:off x="5552640" y="1864080"/>
            <a:ext cx="360" cy="0"/>
          </a:xfrm>
          <a:prstGeom prst="line">
            <a:avLst/>
          </a:prstGeom>
          <a:ln w="6480">
            <a:solidFill>
              <a:srgbClr val="4A4A4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3240" tIns="-3240" rIns="3240" bIns="-324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801" name=""/>
          <p:cNvSpPr/>
          <p:nvPr/>
        </p:nvSpPr>
        <p:spPr>
          <a:xfrm>
            <a:off x="5552640" y="1864080"/>
            <a:ext cx="360" cy="360"/>
          </a:xfrm>
          <a:custGeom>
            <a:avLst/>
            <a:gdLst/>
            <a:ahLst/>
            <a:rect l="0" t="0" r="r" b="b"/>
            <a:pathLst>
              <a:path fill="none" w="1" h="1">
                <a:moveTo>
                  <a:pt x="1" y="1"/>
                </a:moveTo>
                <a:lnTo>
                  <a:pt x="1" y="0"/>
                </a:lnTo>
                <a:lnTo>
                  <a:pt x="0" y="0"/>
                </a:lnTo>
              </a:path>
            </a:pathLst>
          </a:custGeom>
          <a:ln w="6480">
            <a:solidFill>
              <a:srgbClr val="4A4A4A"/>
            </a:solidFill>
            <a:round/>
          </a:ln>
        </p:spPr>
        <p:txBody>
          <a:bodyPr lIns="3240" tIns="-2880" rIns="3240" bIns="-288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802" name=""/>
          <p:cNvSpPr/>
          <p:nvPr/>
        </p:nvSpPr>
        <p:spPr>
          <a:xfrm>
            <a:off x="5624640" y="1854000"/>
            <a:ext cx="6840" cy="2160"/>
          </a:xfrm>
          <a:custGeom>
            <a:avLst/>
            <a:gdLst/>
            <a:ahLst/>
            <a:rect l="0" t="0" r="r" b="b"/>
            <a:pathLst>
              <a:path fill="none" w="19" h="6">
                <a:moveTo>
                  <a:pt x="0" y="2"/>
                </a:moveTo>
                <a:lnTo>
                  <a:pt x="3" y="1"/>
                </a:lnTo>
                <a:lnTo>
                  <a:pt x="5" y="1"/>
                </a:lnTo>
                <a:lnTo>
                  <a:pt x="7" y="0"/>
                </a:lnTo>
                <a:lnTo>
                  <a:pt x="12" y="0"/>
                </a:lnTo>
                <a:lnTo>
                  <a:pt x="15" y="1"/>
                </a:lnTo>
                <a:lnTo>
                  <a:pt x="17" y="1"/>
                </a:lnTo>
                <a:lnTo>
                  <a:pt x="17" y="2"/>
                </a:lnTo>
                <a:lnTo>
                  <a:pt x="18" y="5"/>
                </a:lnTo>
                <a:lnTo>
                  <a:pt x="18" y="6"/>
                </a:lnTo>
                <a:lnTo>
                  <a:pt x="19" y="6"/>
                </a:lnTo>
              </a:path>
            </a:pathLst>
          </a:custGeom>
          <a:ln w="6480">
            <a:solidFill>
              <a:srgbClr val="4A4A4A"/>
            </a:solidFill>
            <a:round/>
          </a:ln>
        </p:spPr>
        <p:txBody>
          <a:bodyPr lIns="3240" tIns="-1080" rIns="3240" bIns="-108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803" name=""/>
          <p:cNvSpPr/>
          <p:nvPr/>
        </p:nvSpPr>
        <p:spPr>
          <a:xfrm>
            <a:off x="5598360" y="1859400"/>
            <a:ext cx="720" cy="1800"/>
          </a:xfrm>
          <a:custGeom>
            <a:avLst/>
            <a:gdLst/>
            <a:ahLst/>
            <a:rect l="0" t="0" r="r" b="b"/>
            <a:pathLst>
              <a:path fill="none" w="2" h="5">
                <a:moveTo>
                  <a:pt x="0" y="5"/>
                </a:moveTo>
                <a:lnTo>
                  <a:pt x="0" y="4"/>
                </a:lnTo>
                <a:lnTo>
                  <a:pt x="0" y="2"/>
                </a:lnTo>
                <a:lnTo>
                  <a:pt x="0" y="1"/>
                </a:lnTo>
                <a:lnTo>
                  <a:pt x="2" y="0"/>
                </a:lnTo>
              </a:path>
            </a:pathLst>
          </a:custGeom>
          <a:ln w="6480">
            <a:solidFill>
              <a:srgbClr val="4A4A4A"/>
            </a:solidFill>
            <a:round/>
          </a:ln>
        </p:spPr>
        <p:txBody>
          <a:bodyPr lIns="3240" tIns="-1440" rIns="3240" bIns="-144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804" name=""/>
          <p:cNvSpPr/>
          <p:nvPr/>
        </p:nvSpPr>
        <p:spPr>
          <a:xfrm>
            <a:off x="5623560" y="1855440"/>
            <a:ext cx="7560" cy="2160"/>
          </a:xfrm>
          <a:custGeom>
            <a:avLst/>
            <a:gdLst/>
            <a:ahLst/>
            <a:rect l="0" t="0" r="r" b="b"/>
            <a:pathLst>
              <a:path fill="none" w="21" h="6">
                <a:moveTo>
                  <a:pt x="21" y="5"/>
                </a:moveTo>
                <a:lnTo>
                  <a:pt x="18" y="6"/>
                </a:lnTo>
                <a:lnTo>
                  <a:pt x="16" y="6"/>
                </a:lnTo>
                <a:lnTo>
                  <a:pt x="13" y="5"/>
                </a:lnTo>
                <a:lnTo>
                  <a:pt x="10" y="5"/>
                </a:lnTo>
                <a:lnTo>
                  <a:pt x="6" y="3"/>
                </a:lnTo>
                <a:lnTo>
                  <a:pt x="3" y="3"/>
                </a:lnTo>
                <a:lnTo>
                  <a:pt x="1" y="2"/>
                </a:lnTo>
                <a:lnTo>
                  <a:pt x="0" y="1"/>
                </a:lnTo>
                <a:lnTo>
                  <a:pt x="0" y="0"/>
                </a:lnTo>
              </a:path>
            </a:pathLst>
          </a:custGeom>
          <a:ln w="6480">
            <a:solidFill>
              <a:srgbClr val="4A4A4A"/>
            </a:solidFill>
            <a:round/>
          </a:ln>
        </p:spPr>
        <p:txBody>
          <a:bodyPr lIns="3240" tIns="-1080" rIns="3240" bIns="-108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805" name=""/>
          <p:cNvSpPr/>
          <p:nvPr/>
        </p:nvSpPr>
        <p:spPr>
          <a:xfrm>
            <a:off x="5599080" y="1859400"/>
            <a:ext cx="1440" cy="1800"/>
          </a:xfrm>
          <a:custGeom>
            <a:avLst/>
            <a:gdLst/>
            <a:ahLst/>
            <a:rect l="0" t="0" r="r" b="b"/>
            <a:pathLst>
              <a:path fill="none" w="4" h="5">
                <a:moveTo>
                  <a:pt x="4" y="0"/>
                </a:moveTo>
                <a:lnTo>
                  <a:pt x="4" y="1"/>
                </a:lnTo>
                <a:lnTo>
                  <a:pt x="4" y="2"/>
                </a:lnTo>
                <a:lnTo>
                  <a:pt x="4" y="4"/>
                </a:lnTo>
                <a:lnTo>
                  <a:pt x="2" y="5"/>
                </a:lnTo>
                <a:lnTo>
                  <a:pt x="0" y="5"/>
                </a:lnTo>
              </a:path>
            </a:pathLst>
          </a:custGeom>
          <a:ln w="6480">
            <a:solidFill>
              <a:srgbClr val="4A4A4A"/>
            </a:solidFill>
            <a:round/>
          </a:ln>
        </p:spPr>
        <p:txBody>
          <a:bodyPr lIns="3240" tIns="-1440" rIns="3240" bIns="-144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806" name=""/>
          <p:cNvSpPr/>
          <p:nvPr/>
        </p:nvSpPr>
        <p:spPr>
          <a:xfrm>
            <a:off x="5588640" y="1863720"/>
            <a:ext cx="720" cy="720"/>
          </a:xfrm>
          <a:custGeom>
            <a:avLst/>
            <a:gdLst/>
            <a:ahLst/>
            <a:rect l="0" t="0" r="r" b="b"/>
            <a:pathLst>
              <a:path fill="none" w="2" h="2">
                <a:moveTo>
                  <a:pt x="0" y="0"/>
                </a:moveTo>
                <a:lnTo>
                  <a:pt x="2" y="2"/>
                </a:lnTo>
                <a:lnTo>
                  <a:pt x="2" y="0"/>
                </a:lnTo>
                <a:lnTo>
                  <a:pt x="0" y="0"/>
                </a:lnTo>
              </a:path>
            </a:pathLst>
          </a:custGeom>
          <a:ln w="6480">
            <a:solidFill>
              <a:srgbClr val="4A4A4A"/>
            </a:solidFill>
            <a:round/>
          </a:ln>
        </p:spPr>
        <p:txBody>
          <a:bodyPr lIns="3240" tIns="-2520" rIns="3240" bIns="-25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807" name=""/>
          <p:cNvSpPr/>
          <p:nvPr/>
        </p:nvSpPr>
        <p:spPr>
          <a:xfrm>
            <a:off x="5586840" y="1863720"/>
            <a:ext cx="1440" cy="1440"/>
          </a:xfrm>
          <a:custGeom>
            <a:avLst/>
            <a:gdLst/>
            <a:ahLst/>
            <a:rect l="0" t="0" r="r" b="b"/>
            <a:pathLst>
              <a:path fill="none" w="4" h="4">
                <a:moveTo>
                  <a:pt x="0" y="4"/>
                </a:moveTo>
                <a:lnTo>
                  <a:pt x="2" y="4"/>
                </a:lnTo>
                <a:lnTo>
                  <a:pt x="4" y="2"/>
                </a:lnTo>
                <a:lnTo>
                  <a:pt x="4" y="0"/>
                </a:lnTo>
                <a:lnTo>
                  <a:pt x="2" y="2"/>
                </a:lnTo>
                <a:lnTo>
                  <a:pt x="0" y="2"/>
                </a:lnTo>
                <a:lnTo>
                  <a:pt x="0" y="4"/>
                </a:lnTo>
              </a:path>
            </a:pathLst>
          </a:custGeom>
          <a:ln w="6480">
            <a:solidFill>
              <a:srgbClr val="4A4A4A"/>
            </a:solidFill>
            <a:round/>
          </a:ln>
        </p:spPr>
        <p:txBody>
          <a:bodyPr lIns="3240" tIns="-1800" rIns="3240" bIns="-180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808" name=""/>
          <p:cNvSpPr/>
          <p:nvPr/>
        </p:nvSpPr>
        <p:spPr>
          <a:xfrm>
            <a:off x="5586480" y="1864440"/>
            <a:ext cx="1440" cy="1440"/>
          </a:xfrm>
          <a:custGeom>
            <a:avLst/>
            <a:gdLst/>
            <a:ahLst/>
            <a:rect l="0" t="0" r="r" b="b"/>
            <a:pathLst>
              <a:path fill="none" w="4" h="4">
                <a:moveTo>
                  <a:pt x="2" y="1"/>
                </a:moveTo>
                <a:lnTo>
                  <a:pt x="0" y="1"/>
                </a:lnTo>
                <a:lnTo>
                  <a:pt x="0" y="3"/>
                </a:lnTo>
                <a:lnTo>
                  <a:pt x="2" y="3"/>
                </a:lnTo>
                <a:lnTo>
                  <a:pt x="2" y="4"/>
                </a:lnTo>
                <a:lnTo>
                  <a:pt x="2" y="3"/>
                </a:lnTo>
                <a:lnTo>
                  <a:pt x="4" y="1"/>
                </a:lnTo>
                <a:lnTo>
                  <a:pt x="2" y="0"/>
                </a:lnTo>
              </a:path>
            </a:pathLst>
          </a:custGeom>
          <a:ln w="6480">
            <a:solidFill>
              <a:srgbClr val="4A4A4A"/>
            </a:solidFill>
            <a:round/>
          </a:ln>
        </p:spPr>
        <p:txBody>
          <a:bodyPr lIns="3240" tIns="-1800" rIns="3240" bIns="-180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809" name=""/>
          <p:cNvSpPr/>
          <p:nvPr/>
        </p:nvSpPr>
        <p:spPr>
          <a:xfrm>
            <a:off x="5587200" y="1865520"/>
            <a:ext cx="360" cy="360"/>
          </a:xfrm>
          <a:custGeom>
            <a:avLst/>
            <a:gdLst/>
            <a:ahLst/>
            <a:rect l="0" t="0" r="r" b="b"/>
            <a:pathLst>
              <a:path fill="none" w="1" h="1">
                <a:moveTo>
                  <a:pt x="0" y="0"/>
                </a:moveTo>
                <a:lnTo>
                  <a:pt x="0" y="1"/>
                </a:lnTo>
                <a:lnTo>
                  <a:pt x="1" y="1"/>
                </a:lnTo>
                <a:lnTo>
                  <a:pt x="1" y="0"/>
                </a:lnTo>
                <a:lnTo>
                  <a:pt x="0" y="0"/>
                </a:lnTo>
              </a:path>
            </a:pathLst>
          </a:custGeom>
          <a:ln w="6480">
            <a:solidFill>
              <a:srgbClr val="4A4A4A"/>
            </a:solidFill>
            <a:round/>
          </a:ln>
        </p:spPr>
        <p:txBody>
          <a:bodyPr lIns="3240" tIns="-2880" rIns="3240" bIns="-288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810" name=""/>
          <p:cNvSpPr/>
          <p:nvPr/>
        </p:nvSpPr>
        <p:spPr>
          <a:xfrm>
            <a:off x="5588280" y="1865160"/>
            <a:ext cx="1440" cy="1440"/>
          </a:xfrm>
          <a:custGeom>
            <a:avLst/>
            <a:gdLst/>
            <a:ahLst/>
            <a:rect l="0" t="0" r="r" b="b"/>
            <a:pathLst>
              <a:path fill="none" w="4" h="4">
                <a:moveTo>
                  <a:pt x="0" y="4"/>
                </a:moveTo>
                <a:lnTo>
                  <a:pt x="2" y="4"/>
                </a:lnTo>
                <a:lnTo>
                  <a:pt x="4" y="2"/>
                </a:lnTo>
                <a:lnTo>
                  <a:pt x="2" y="0"/>
                </a:lnTo>
                <a:lnTo>
                  <a:pt x="2" y="2"/>
                </a:lnTo>
                <a:lnTo>
                  <a:pt x="0" y="2"/>
                </a:lnTo>
                <a:lnTo>
                  <a:pt x="0" y="4"/>
                </a:lnTo>
              </a:path>
            </a:pathLst>
          </a:custGeom>
          <a:ln w="6480">
            <a:solidFill>
              <a:srgbClr val="4A4A4A"/>
            </a:solidFill>
            <a:round/>
          </a:ln>
        </p:spPr>
        <p:txBody>
          <a:bodyPr lIns="3240" tIns="-1800" rIns="3240" bIns="-180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811" name=""/>
          <p:cNvSpPr/>
          <p:nvPr/>
        </p:nvSpPr>
        <p:spPr>
          <a:xfrm>
            <a:off x="5557320" y="1869840"/>
            <a:ext cx="360" cy="360"/>
          </a:xfrm>
          <a:custGeom>
            <a:avLst/>
            <a:gdLst/>
            <a:ahLst/>
            <a:rect l="0" t="0" r="r" b="b"/>
            <a:pathLst>
              <a:path fill="none" w="1" h="1">
                <a:moveTo>
                  <a:pt x="0" y="1"/>
                </a:moveTo>
                <a:lnTo>
                  <a:pt x="1" y="1"/>
                </a:lnTo>
                <a:lnTo>
                  <a:pt x="1" y="0"/>
                </a:lnTo>
                <a:lnTo>
                  <a:pt x="0" y="0"/>
                </a:lnTo>
                <a:lnTo>
                  <a:pt x="0" y="1"/>
                </a:lnTo>
              </a:path>
            </a:pathLst>
          </a:custGeom>
          <a:ln w="6480">
            <a:solidFill>
              <a:srgbClr val="4A4A4A"/>
            </a:solidFill>
            <a:round/>
          </a:ln>
        </p:spPr>
        <p:txBody>
          <a:bodyPr lIns="3240" tIns="-2880" rIns="3240" bIns="-288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812" name=""/>
          <p:cNvSpPr/>
          <p:nvPr/>
        </p:nvSpPr>
        <p:spPr>
          <a:xfrm flipH="1">
            <a:off x="5553000" y="1870920"/>
            <a:ext cx="360" cy="0"/>
          </a:xfrm>
          <a:prstGeom prst="line">
            <a:avLst/>
          </a:prstGeom>
          <a:ln w="6480">
            <a:solidFill>
              <a:srgbClr val="4A4A4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3240" tIns="-3240" rIns="3240" bIns="-324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813" name=""/>
          <p:cNvSpPr/>
          <p:nvPr/>
        </p:nvSpPr>
        <p:spPr>
          <a:xfrm>
            <a:off x="5553000" y="1870920"/>
            <a:ext cx="360" cy="0"/>
          </a:xfrm>
          <a:prstGeom prst="line">
            <a:avLst/>
          </a:prstGeom>
          <a:ln w="6480">
            <a:solidFill>
              <a:srgbClr val="4A4A4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3240" tIns="-3240" rIns="3240" bIns="-324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814" name=""/>
          <p:cNvSpPr/>
          <p:nvPr/>
        </p:nvSpPr>
        <p:spPr>
          <a:xfrm>
            <a:off x="5554800" y="1870920"/>
            <a:ext cx="360" cy="0"/>
          </a:xfrm>
          <a:prstGeom prst="line">
            <a:avLst/>
          </a:prstGeom>
          <a:ln w="6480">
            <a:solidFill>
              <a:srgbClr val="4A4A4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3240" tIns="-3240" rIns="3240" bIns="-324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815" name=""/>
          <p:cNvSpPr/>
          <p:nvPr/>
        </p:nvSpPr>
        <p:spPr>
          <a:xfrm>
            <a:off x="5551920" y="1871280"/>
            <a:ext cx="0" cy="0"/>
          </a:xfrm>
          <a:custGeom>
            <a:avLst/>
            <a:gdLst/>
            <a:ahLst/>
            <a:rect l="0" t="0" r="r" b="b"/>
            <a:pathLst>
              <a:path fill="none" w="0" h="0">
                <a:moveTo>
                  <a:pt x="0" y="0"/>
                </a:moveTo>
              </a:path>
            </a:pathLst>
          </a:custGeom>
          <a:ln w="6480">
            <a:solidFill>
              <a:srgbClr val="4A4A4A"/>
            </a:solidFill>
            <a:round/>
          </a:ln>
        </p:spPr>
        <p:txBody>
          <a:bodyPr lIns="3240" tIns="-3240" rIns="3240" bIns="-324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816" name=""/>
          <p:cNvSpPr/>
          <p:nvPr/>
        </p:nvSpPr>
        <p:spPr>
          <a:xfrm>
            <a:off x="5554800" y="1870560"/>
            <a:ext cx="360" cy="720"/>
          </a:xfrm>
          <a:custGeom>
            <a:avLst/>
            <a:gdLst/>
            <a:ahLst/>
            <a:rect l="0" t="0" r="r" b="b"/>
            <a:pathLst>
              <a:path fill="none" w="1" h="2">
                <a:moveTo>
                  <a:pt x="0" y="1"/>
                </a:moveTo>
                <a:lnTo>
                  <a:pt x="0" y="2"/>
                </a:lnTo>
                <a:lnTo>
                  <a:pt x="1" y="2"/>
                </a:lnTo>
                <a:lnTo>
                  <a:pt x="1" y="1"/>
                </a:lnTo>
                <a:lnTo>
                  <a:pt x="1" y="0"/>
                </a:lnTo>
                <a:lnTo>
                  <a:pt x="0" y="1"/>
                </a:lnTo>
              </a:path>
            </a:pathLst>
          </a:custGeom>
          <a:ln w="6480">
            <a:solidFill>
              <a:srgbClr val="4A4A4A"/>
            </a:solidFill>
            <a:round/>
          </a:ln>
        </p:spPr>
        <p:txBody>
          <a:bodyPr lIns="3240" tIns="-2520" rIns="3240" bIns="-25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817" name=""/>
          <p:cNvSpPr/>
          <p:nvPr/>
        </p:nvSpPr>
        <p:spPr>
          <a:xfrm>
            <a:off x="5551560" y="1870920"/>
            <a:ext cx="1440" cy="1440"/>
          </a:xfrm>
          <a:custGeom>
            <a:avLst/>
            <a:gdLst/>
            <a:ahLst/>
            <a:rect l="0" t="0" r="r" b="b"/>
            <a:pathLst>
              <a:path fill="none" w="4" h="4">
                <a:moveTo>
                  <a:pt x="0" y="2"/>
                </a:moveTo>
                <a:lnTo>
                  <a:pt x="2" y="2"/>
                </a:lnTo>
                <a:lnTo>
                  <a:pt x="2" y="4"/>
                </a:lnTo>
                <a:lnTo>
                  <a:pt x="4" y="2"/>
                </a:lnTo>
                <a:lnTo>
                  <a:pt x="4" y="0"/>
                </a:lnTo>
                <a:lnTo>
                  <a:pt x="2" y="0"/>
                </a:lnTo>
                <a:lnTo>
                  <a:pt x="0" y="2"/>
                </a:lnTo>
              </a:path>
            </a:pathLst>
          </a:custGeom>
          <a:ln w="6480">
            <a:solidFill>
              <a:srgbClr val="4A4A4A"/>
            </a:solidFill>
            <a:round/>
          </a:ln>
        </p:spPr>
        <p:txBody>
          <a:bodyPr lIns="3240" tIns="-1800" rIns="3240" bIns="-180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818" name=""/>
          <p:cNvSpPr/>
          <p:nvPr/>
        </p:nvSpPr>
        <p:spPr>
          <a:xfrm>
            <a:off x="5561280" y="1870560"/>
            <a:ext cx="360" cy="360"/>
          </a:xfrm>
          <a:custGeom>
            <a:avLst/>
            <a:gdLst/>
            <a:ahLst/>
            <a:rect l="0" t="0" r="r" b="b"/>
            <a:pathLst>
              <a:path fill="none" w="1" h="1">
                <a:moveTo>
                  <a:pt x="0" y="1"/>
                </a:moveTo>
                <a:lnTo>
                  <a:pt x="0" y="0"/>
                </a:lnTo>
                <a:lnTo>
                  <a:pt x="1" y="0"/>
                </a:lnTo>
              </a:path>
            </a:pathLst>
          </a:custGeom>
          <a:ln w="6480">
            <a:solidFill>
              <a:srgbClr val="4A4A4A"/>
            </a:solidFill>
            <a:round/>
          </a:ln>
        </p:spPr>
        <p:txBody>
          <a:bodyPr lIns="3240" tIns="-2880" rIns="3240" bIns="-288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819" name=""/>
          <p:cNvSpPr/>
          <p:nvPr/>
        </p:nvSpPr>
        <p:spPr>
          <a:xfrm>
            <a:off x="5560920" y="1870200"/>
            <a:ext cx="1080" cy="1440"/>
          </a:xfrm>
          <a:custGeom>
            <a:avLst/>
            <a:gdLst/>
            <a:ahLst/>
            <a:rect l="0" t="0" r="r" b="b"/>
            <a:pathLst>
              <a:path fill="none" w="3" h="4">
                <a:moveTo>
                  <a:pt x="3" y="1"/>
                </a:moveTo>
                <a:lnTo>
                  <a:pt x="3" y="0"/>
                </a:lnTo>
                <a:lnTo>
                  <a:pt x="1" y="1"/>
                </a:lnTo>
                <a:lnTo>
                  <a:pt x="0" y="3"/>
                </a:lnTo>
                <a:lnTo>
                  <a:pt x="0" y="4"/>
                </a:lnTo>
              </a:path>
            </a:pathLst>
          </a:custGeom>
          <a:ln w="6480">
            <a:solidFill>
              <a:srgbClr val="4A4A4A"/>
            </a:solidFill>
            <a:round/>
          </a:ln>
        </p:spPr>
        <p:txBody>
          <a:bodyPr lIns="3240" tIns="-1800" rIns="3240" bIns="-180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820" name=""/>
          <p:cNvSpPr/>
          <p:nvPr/>
        </p:nvSpPr>
        <p:spPr>
          <a:xfrm flipV="1">
            <a:off x="5561280" y="1870920"/>
            <a:ext cx="0" cy="360"/>
          </a:xfrm>
          <a:prstGeom prst="line">
            <a:avLst/>
          </a:prstGeom>
          <a:ln w="6480">
            <a:solidFill>
              <a:srgbClr val="4A4A4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3240" tIns="-2880" rIns="3240" bIns="-288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821" name=""/>
          <p:cNvSpPr/>
          <p:nvPr/>
        </p:nvSpPr>
        <p:spPr>
          <a:xfrm>
            <a:off x="5606640" y="1864800"/>
            <a:ext cx="2880" cy="2160"/>
          </a:xfrm>
          <a:custGeom>
            <a:avLst/>
            <a:gdLst/>
            <a:ahLst/>
            <a:rect l="0" t="0" r="r" b="b"/>
            <a:pathLst>
              <a:path fill="none" w="8" h="6">
                <a:moveTo>
                  <a:pt x="0" y="6"/>
                </a:moveTo>
                <a:lnTo>
                  <a:pt x="1" y="5"/>
                </a:lnTo>
                <a:lnTo>
                  <a:pt x="1" y="3"/>
                </a:lnTo>
                <a:lnTo>
                  <a:pt x="3" y="1"/>
                </a:lnTo>
                <a:lnTo>
                  <a:pt x="6" y="0"/>
                </a:lnTo>
                <a:lnTo>
                  <a:pt x="7" y="0"/>
                </a:lnTo>
                <a:lnTo>
                  <a:pt x="8" y="1"/>
                </a:lnTo>
              </a:path>
            </a:pathLst>
          </a:custGeom>
          <a:ln w="6480">
            <a:solidFill>
              <a:srgbClr val="4A4A4A"/>
            </a:solidFill>
            <a:round/>
          </a:ln>
        </p:spPr>
        <p:txBody>
          <a:bodyPr lIns="3240" tIns="-1080" rIns="3240" bIns="-108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822" name=""/>
          <p:cNvSpPr/>
          <p:nvPr/>
        </p:nvSpPr>
        <p:spPr>
          <a:xfrm flipV="1">
            <a:off x="5561280" y="1871280"/>
            <a:ext cx="0" cy="360"/>
          </a:xfrm>
          <a:prstGeom prst="line">
            <a:avLst/>
          </a:prstGeom>
          <a:ln w="6480">
            <a:solidFill>
              <a:srgbClr val="4A4A4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3240" tIns="-2880" rIns="3240" bIns="-288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823" name=""/>
          <p:cNvSpPr/>
          <p:nvPr/>
        </p:nvSpPr>
        <p:spPr>
          <a:xfrm>
            <a:off x="5560920" y="1871280"/>
            <a:ext cx="0" cy="360"/>
          </a:xfrm>
          <a:prstGeom prst="line">
            <a:avLst/>
          </a:prstGeom>
          <a:ln w="6480">
            <a:solidFill>
              <a:srgbClr val="4A4A4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3240" tIns="-2880" rIns="3240" bIns="-288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824" name=""/>
          <p:cNvSpPr/>
          <p:nvPr/>
        </p:nvSpPr>
        <p:spPr>
          <a:xfrm>
            <a:off x="5560920" y="1871640"/>
            <a:ext cx="360" cy="360"/>
          </a:xfrm>
          <a:custGeom>
            <a:avLst/>
            <a:gdLst/>
            <a:ahLst/>
            <a:rect l="0" t="0" r="r" b="b"/>
            <a:pathLst>
              <a:path fill="none" w="1" h="1">
                <a:moveTo>
                  <a:pt x="0" y="0"/>
                </a:moveTo>
                <a:lnTo>
                  <a:pt x="0" y="1"/>
                </a:lnTo>
                <a:lnTo>
                  <a:pt x="1" y="1"/>
                </a:lnTo>
                <a:lnTo>
                  <a:pt x="1" y="0"/>
                </a:lnTo>
              </a:path>
            </a:pathLst>
          </a:custGeom>
          <a:ln w="6480">
            <a:solidFill>
              <a:srgbClr val="4A4A4A"/>
            </a:solidFill>
            <a:round/>
          </a:ln>
        </p:spPr>
        <p:txBody>
          <a:bodyPr lIns="3240" tIns="-2880" rIns="3240" bIns="-288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825" name=""/>
          <p:cNvSpPr/>
          <p:nvPr/>
        </p:nvSpPr>
        <p:spPr>
          <a:xfrm>
            <a:off x="5607000" y="1866240"/>
            <a:ext cx="3240" cy="1800"/>
          </a:xfrm>
          <a:custGeom>
            <a:avLst/>
            <a:gdLst/>
            <a:ahLst/>
            <a:rect l="0" t="0" r="r" b="b"/>
            <a:pathLst>
              <a:path fill="none" w="9" h="5">
                <a:moveTo>
                  <a:pt x="9" y="0"/>
                </a:moveTo>
                <a:lnTo>
                  <a:pt x="9" y="1"/>
                </a:lnTo>
                <a:lnTo>
                  <a:pt x="9" y="3"/>
                </a:lnTo>
                <a:lnTo>
                  <a:pt x="7" y="4"/>
                </a:lnTo>
                <a:lnTo>
                  <a:pt x="5" y="5"/>
                </a:lnTo>
                <a:lnTo>
                  <a:pt x="2" y="5"/>
                </a:lnTo>
                <a:lnTo>
                  <a:pt x="0" y="4"/>
                </a:lnTo>
              </a:path>
            </a:pathLst>
          </a:custGeom>
          <a:ln w="6480">
            <a:solidFill>
              <a:srgbClr val="4A4A4A"/>
            </a:solidFill>
            <a:round/>
          </a:ln>
        </p:spPr>
        <p:txBody>
          <a:bodyPr lIns="3240" tIns="-1440" rIns="3240" bIns="-144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826" name=""/>
          <p:cNvSpPr/>
          <p:nvPr/>
        </p:nvSpPr>
        <p:spPr>
          <a:xfrm>
            <a:off x="5532480" y="1875960"/>
            <a:ext cx="360" cy="360"/>
          </a:xfrm>
          <a:custGeom>
            <a:avLst/>
            <a:gdLst/>
            <a:ahLst/>
            <a:rect l="0" t="0" r="r" b="b"/>
            <a:pathLst>
              <a:path fill="none" w="1" h="1">
                <a:moveTo>
                  <a:pt x="0" y="0"/>
                </a:moveTo>
                <a:lnTo>
                  <a:pt x="1" y="0"/>
                </a:lnTo>
                <a:lnTo>
                  <a:pt x="1" y="1"/>
                </a:lnTo>
                <a:lnTo>
                  <a:pt x="0" y="1"/>
                </a:lnTo>
                <a:lnTo>
                  <a:pt x="0" y="0"/>
                </a:lnTo>
              </a:path>
            </a:pathLst>
          </a:custGeom>
          <a:ln w="6480">
            <a:solidFill>
              <a:srgbClr val="4A4A4A"/>
            </a:solidFill>
            <a:round/>
          </a:ln>
        </p:spPr>
        <p:txBody>
          <a:bodyPr lIns="3240" tIns="-2880" rIns="3240" bIns="-288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827" name=""/>
          <p:cNvSpPr/>
          <p:nvPr/>
        </p:nvSpPr>
        <p:spPr>
          <a:xfrm>
            <a:off x="5578560" y="1871640"/>
            <a:ext cx="720" cy="720"/>
          </a:xfrm>
          <a:custGeom>
            <a:avLst/>
            <a:gdLst/>
            <a:ahLst/>
            <a:rect l="0" t="0" r="r" b="b"/>
            <a:pathLst>
              <a:path fill="none" w="2" h="2">
                <a:moveTo>
                  <a:pt x="0" y="2"/>
                </a:moveTo>
                <a:lnTo>
                  <a:pt x="2" y="2"/>
                </a:lnTo>
                <a:lnTo>
                  <a:pt x="2" y="0"/>
                </a:lnTo>
                <a:lnTo>
                  <a:pt x="0" y="0"/>
                </a:lnTo>
              </a:path>
            </a:pathLst>
          </a:custGeom>
          <a:ln w="6480">
            <a:solidFill>
              <a:srgbClr val="4A4A4A"/>
            </a:solidFill>
            <a:round/>
          </a:ln>
        </p:spPr>
        <p:txBody>
          <a:bodyPr lIns="3240" tIns="-2520" rIns="3240" bIns="-25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828" name=""/>
          <p:cNvSpPr/>
          <p:nvPr/>
        </p:nvSpPr>
        <p:spPr>
          <a:xfrm>
            <a:off x="5548680" y="1875240"/>
            <a:ext cx="360" cy="360"/>
          </a:xfrm>
          <a:custGeom>
            <a:avLst/>
            <a:gdLst/>
            <a:ahLst/>
            <a:rect l="0" t="0" r="r" b="b"/>
            <a:pathLst>
              <a:path fill="none" w="1" h="1">
                <a:moveTo>
                  <a:pt x="1" y="1"/>
                </a:moveTo>
                <a:lnTo>
                  <a:pt x="1" y="0"/>
                </a:lnTo>
                <a:lnTo>
                  <a:pt x="0" y="0"/>
                </a:lnTo>
              </a:path>
            </a:pathLst>
          </a:custGeom>
          <a:ln w="6480">
            <a:solidFill>
              <a:srgbClr val="4A4A4A"/>
            </a:solidFill>
            <a:round/>
          </a:ln>
        </p:spPr>
        <p:txBody>
          <a:bodyPr lIns="3240" tIns="-2880" rIns="3240" bIns="-288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829" name=""/>
          <p:cNvSpPr/>
          <p:nvPr/>
        </p:nvSpPr>
        <p:spPr>
          <a:xfrm>
            <a:off x="5548680" y="1875600"/>
            <a:ext cx="0" cy="0"/>
          </a:xfrm>
          <a:custGeom>
            <a:avLst/>
            <a:gdLst/>
            <a:ahLst/>
            <a:rect l="0" t="0" r="r" b="b"/>
            <a:pathLst>
              <a:path fill="none" w="0" h="0">
                <a:moveTo>
                  <a:pt x="0" y="0"/>
                </a:moveTo>
              </a:path>
            </a:pathLst>
          </a:custGeom>
          <a:ln w="6480">
            <a:solidFill>
              <a:srgbClr val="4A4A4A"/>
            </a:solidFill>
            <a:round/>
          </a:ln>
        </p:spPr>
        <p:txBody>
          <a:bodyPr lIns="3240" tIns="-3240" rIns="3240" bIns="-324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830" name=""/>
          <p:cNvSpPr/>
          <p:nvPr/>
        </p:nvSpPr>
        <p:spPr>
          <a:xfrm flipH="1">
            <a:off x="5576760" y="1873080"/>
            <a:ext cx="360" cy="0"/>
          </a:xfrm>
          <a:prstGeom prst="line">
            <a:avLst/>
          </a:prstGeom>
          <a:ln w="6480">
            <a:solidFill>
              <a:srgbClr val="4A4A4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3240" tIns="-3240" rIns="3240" bIns="-324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831" name=""/>
          <p:cNvSpPr/>
          <p:nvPr/>
        </p:nvSpPr>
        <p:spPr>
          <a:xfrm flipH="1">
            <a:off x="5552280" y="1875600"/>
            <a:ext cx="360" cy="0"/>
          </a:xfrm>
          <a:prstGeom prst="line">
            <a:avLst/>
          </a:prstGeom>
          <a:ln w="6480">
            <a:solidFill>
              <a:srgbClr val="4A4A4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3240" tIns="-3240" rIns="3240" bIns="-324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832" name=""/>
          <p:cNvSpPr/>
          <p:nvPr/>
        </p:nvSpPr>
        <p:spPr>
          <a:xfrm>
            <a:off x="5552280" y="1875600"/>
            <a:ext cx="360" cy="360"/>
          </a:xfrm>
          <a:custGeom>
            <a:avLst/>
            <a:gdLst/>
            <a:ahLst/>
            <a:rect l="0" t="0" r="r" b="b"/>
            <a:pathLst>
              <a:path fill="none" w="1" h="1">
                <a:moveTo>
                  <a:pt x="0" y="0"/>
                </a:moveTo>
                <a:lnTo>
                  <a:pt x="1" y="1"/>
                </a:lnTo>
                <a:lnTo>
                  <a:pt x="1" y="0"/>
                </a:lnTo>
                <a:lnTo>
                  <a:pt x="0" y="0"/>
                </a:lnTo>
              </a:path>
            </a:pathLst>
          </a:custGeom>
          <a:ln w="6480">
            <a:solidFill>
              <a:srgbClr val="4A4A4A"/>
            </a:solidFill>
            <a:round/>
          </a:ln>
        </p:spPr>
        <p:txBody>
          <a:bodyPr lIns="3240" tIns="-2880" rIns="3240" bIns="-288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833" name=""/>
          <p:cNvSpPr/>
          <p:nvPr/>
        </p:nvSpPr>
        <p:spPr>
          <a:xfrm>
            <a:off x="5577120" y="1873080"/>
            <a:ext cx="360" cy="360"/>
          </a:xfrm>
          <a:custGeom>
            <a:avLst/>
            <a:gdLst/>
            <a:ahLst/>
            <a:rect l="0" t="0" r="r" b="b"/>
            <a:pathLst>
              <a:path fill="none" w="1" h="1">
                <a:moveTo>
                  <a:pt x="0" y="0"/>
                </a:moveTo>
                <a:lnTo>
                  <a:pt x="0" y="1"/>
                </a:lnTo>
                <a:lnTo>
                  <a:pt x="1" y="1"/>
                </a:lnTo>
              </a:path>
            </a:pathLst>
          </a:custGeom>
          <a:ln w="6480">
            <a:solidFill>
              <a:srgbClr val="4A4A4A"/>
            </a:solidFill>
            <a:round/>
          </a:ln>
        </p:spPr>
        <p:txBody>
          <a:bodyPr lIns="3240" tIns="-2880" rIns="3240" bIns="-288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834" name=""/>
          <p:cNvSpPr/>
          <p:nvPr/>
        </p:nvSpPr>
        <p:spPr>
          <a:xfrm>
            <a:off x="5551920" y="1875600"/>
            <a:ext cx="720" cy="360"/>
          </a:xfrm>
          <a:custGeom>
            <a:avLst/>
            <a:gdLst/>
            <a:ahLst/>
            <a:rect l="0" t="0" r="r" b="b"/>
            <a:pathLst>
              <a:path fill="none" w="2" h="1">
                <a:moveTo>
                  <a:pt x="0" y="0"/>
                </a:moveTo>
                <a:lnTo>
                  <a:pt x="1" y="1"/>
                </a:lnTo>
                <a:lnTo>
                  <a:pt x="2" y="1"/>
                </a:lnTo>
              </a:path>
            </a:pathLst>
          </a:custGeom>
          <a:ln w="6480">
            <a:solidFill>
              <a:srgbClr val="4A4A4A"/>
            </a:solidFill>
            <a:round/>
          </a:ln>
        </p:spPr>
        <p:txBody>
          <a:bodyPr lIns="3240" tIns="-2880" rIns="3240" bIns="-288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835" name=""/>
          <p:cNvSpPr/>
          <p:nvPr/>
        </p:nvSpPr>
        <p:spPr>
          <a:xfrm>
            <a:off x="5577480" y="1873440"/>
            <a:ext cx="0" cy="0"/>
          </a:xfrm>
          <a:custGeom>
            <a:avLst/>
            <a:gdLst/>
            <a:ahLst/>
            <a:rect l="0" t="0" r="r" b="b"/>
            <a:pathLst>
              <a:path fill="none" w="0" h="0">
                <a:moveTo>
                  <a:pt x="0" y="0"/>
                </a:moveTo>
              </a:path>
            </a:pathLst>
          </a:custGeom>
          <a:ln w="6480">
            <a:solidFill>
              <a:srgbClr val="4A4A4A"/>
            </a:solidFill>
            <a:round/>
          </a:ln>
        </p:spPr>
        <p:txBody>
          <a:bodyPr lIns="3240" tIns="-3240" rIns="3240" bIns="-324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836" name=""/>
          <p:cNvSpPr/>
          <p:nvPr/>
        </p:nvSpPr>
        <p:spPr>
          <a:xfrm>
            <a:off x="5577120" y="1873080"/>
            <a:ext cx="1440" cy="720"/>
          </a:xfrm>
          <a:custGeom>
            <a:avLst/>
            <a:gdLst/>
            <a:ahLst/>
            <a:rect l="0" t="0" r="r" b="b"/>
            <a:pathLst>
              <a:path fill="none" w="4" h="2">
                <a:moveTo>
                  <a:pt x="2" y="2"/>
                </a:moveTo>
                <a:lnTo>
                  <a:pt x="4" y="2"/>
                </a:lnTo>
                <a:lnTo>
                  <a:pt x="4" y="0"/>
                </a:lnTo>
                <a:lnTo>
                  <a:pt x="2" y="0"/>
                </a:lnTo>
                <a:lnTo>
                  <a:pt x="0" y="0"/>
                </a:lnTo>
              </a:path>
            </a:pathLst>
          </a:custGeom>
          <a:ln w="6480">
            <a:solidFill>
              <a:srgbClr val="4A4A4A"/>
            </a:solidFill>
            <a:round/>
          </a:ln>
        </p:spPr>
        <p:txBody>
          <a:bodyPr lIns="3240" tIns="-2520" rIns="3240" bIns="-25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837" name=""/>
          <p:cNvSpPr/>
          <p:nvPr/>
        </p:nvSpPr>
        <p:spPr>
          <a:xfrm flipV="1">
            <a:off x="5577120" y="1873440"/>
            <a:ext cx="0" cy="360"/>
          </a:xfrm>
          <a:prstGeom prst="line">
            <a:avLst/>
          </a:prstGeom>
          <a:ln w="6480">
            <a:solidFill>
              <a:srgbClr val="4A4A4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3240" tIns="-2880" rIns="3240" bIns="-288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838" name=""/>
          <p:cNvSpPr/>
          <p:nvPr/>
        </p:nvSpPr>
        <p:spPr>
          <a:xfrm>
            <a:off x="5549400" y="1876320"/>
            <a:ext cx="360" cy="360"/>
          </a:xfrm>
          <a:custGeom>
            <a:avLst/>
            <a:gdLst/>
            <a:ahLst/>
            <a:rect l="0" t="0" r="r" b="b"/>
            <a:pathLst>
              <a:path fill="none" w="1" h="1">
                <a:moveTo>
                  <a:pt x="0" y="0"/>
                </a:moveTo>
                <a:lnTo>
                  <a:pt x="1" y="0"/>
                </a:lnTo>
                <a:lnTo>
                  <a:pt x="1" y="1"/>
                </a:lnTo>
                <a:lnTo>
                  <a:pt x="1" y="0"/>
                </a:lnTo>
              </a:path>
            </a:pathLst>
          </a:custGeom>
          <a:ln w="6480">
            <a:solidFill>
              <a:srgbClr val="4A4A4A"/>
            </a:solidFill>
            <a:round/>
          </a:ln>
        </p:spPr>
        <p:txBody>
          <a:bodyPr lIns="3240" tIns="-2880" rIns="3240" bIns="-288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839" name=""/>
          <p:cNvSpPr/>
          <p:nvPr/>
        </p:nvSpPr>
        <p:spPr>
          <a:xfrm>
            <a:off x="5576760" y="1873440"/>
            <a:ext cx="1080" cy="720"/>
          </a:xfrm>
          <a:custGeom>
            <a:avLst/>
            <a:gdLst/>
            <a:ahLst/>
            <a:rect l="0" t="0" r="r" b="b"/>
            <a:pathLst>
              <a:path fill="none" w="3" h="2">
                <a:moveTo>
                  <a:pt x="0" y="0"/>
                </a:moveTo>
                <a:lnTo>
                  <a:pt x="0" y="2"/>
                </a:lnTo>
                <a:lnTo>
                  <a:pt x="1" y="2"/>
                </a:lnTo>
                <a:lnTo>
                  <a:pt x="3" y="2"/>
                </a:lnTo>
              </a:path>
            </a:pathLst>
          </a:custGeom>
          <a:ln w="6480">
            <a:solidFill>
              <a:srgbClr val="4A4A4A"/>
            </a:solidFill>
            <a:round/>
          </a:ln>
        </p:spPr>
        <p:txBody>
          <a:bodyPr lIns="3240" tIns="-2520" rIns="3240" bIns="-25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840" name=""/>
          <p:cNvSpPr/>
          <p:nvPr/>
        </p:nvSpPr>
        <p:spPr>
          <a:xfrm>
            <a:off x="5598360" y="1872000"/>
            <a:ext cx="1440" cy="720"/>
          </a:xfrm>
          <a:custGeom>
            <a:avLst/>
            <a:gdLst/>
            <a:ahLst/>
            <a:rect l="0" t="0" r="r" b="b"/>
            <a:pathLst>
              <a:path fill="none" w="4" h="2">
                <a:moveTo>
                  <a:pt x="2" y="2"/>
                </a:moveTo>
                <a:lnTo>
                  <a:pt x="4" y="2"/>
                </a:lnTo>
                <a:lnTo>
                  <a:pt x="2" y="2"/>
                </a:lnTo>
                <a:lnTo>
                  <a:pt x="2" y="0"/>
                </a:lnTo>
                <a:lnTo>
                  <a:pt x="0" y="0"/>
                </a:lnTo>
                <a:lnTo>
                  <a:pt x="0" y="2"/>
                </a:lnTo>
                <a:lnTo>
                  <a:pt x="2" y="2"/>
                </a:lnTo>
              </a:path>
            </a:pathLst>
          </a:custGeom>
          <a:ln w="6480">
            <a:solidFill>
              <a:srgbClr val="4A4A4A"/>
            </a:solidFill>
            <a:round/>
          </a:ln>
        </p:spPr>
        <p:txBody>
          <a:bodyPr lIns="3240" tIns="-2520" rIns="3240" bIns="-25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841" name=""/>
          <p:cNvSpPr/>
          <p:nvPr/>
        </p:nvSpPr>
        <p:spPr>
          <a:xfrm>
            <a:off x="5630760" y="1868040"/>
            <a:ext cx="1440" cy="1800"/>
          </a:xfrm>
          <a:custGeom>
            <a:avLst/>
            <a:gdLst/>
            <a:ahLst/>
            <a:rect l="0" t="0" r="r" b="b"/>
            <a:pathLst>
              <a:path fill="none" w="4" h="5">
                <a:moveTo>
                  <a:pt x="0" y="0"/>
                </a:moveTo>
                <a:lnTo>
                  <a:pt x="2" y="2"/>
                </a:lnTo>
                <a:lnTo>
                  <a:pt x="4" y="4"/>
                </a:lnTo>
                <a:lnTo>
                  <a:pt x="4" y="5"/>
                </a:lnTo>
              </a:path>
            </a:pathLst>
          </a:custGeom>
          <a:ln w="6480">
            <a:solidFill>
              <a:srgbClr val="4A4A4A"/>
            </a:solidFill>
            <a:round/>
          </a:ln>
        </p:spPr>
        <p:txBody>
          <a:bodyPr lIns="3240" tIns="-1440" rIns="3240" bIns="-144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842" name=""/>
          <p:cNvSpPr/>
          <p:nvPr/>
        </p:nvSpPr>
        <p:spPr>
          <a:xfrm>
            <a:off x="5630040" y="1868400"/>
            <a:ext cx="1080" cy="1800"/>
          </a:xfrm>
          <a:custGeom>
            <a:avLst/>
            <a:gdLst/>
            <a:ahLst/>
            <a:rect l="0" t="0" r="r" b="b"/>
            <a:pathLst>
              <a:path fill="none" w="3" h="5">
                <a:moveTo>
                  <a:pt x="3" y="5"/>
                </a:moveTo>
                <a:lnTo>
                  <a:pt x="1" y="5"/>
                </a:lnTo>
                <a:lnTo>
                  <a:pt x="0" y="4"/>
                </a:lnTo>
                <a:lnTo>
                  <a:pt x="0" y="1"/>
                </a:lnTo>
                <a:lnTo>
                  <a:pt x="0" y="0"/>
                </a:lnTo>
              </a:path>
            </a:pathLst>
          </a:custGeom>
          <a:ln w="6480">
            <a:solidFill>
              <a:srgbClr val="4A4A4A"/>
            </a:solidFill>
            <a:round/>
          </a:ln>
        </p:spPr>
        <p:txBody>
          <a:bodyPr lIns="3240" tIns="-1440" rIns="3240" bIns="-144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843" name=""/>
          <p:cNvSpPr/>
          <p:nvPr/>
        </p:nvSpPr>
        <p:spPr>
          <a:xfrm>
            <a:off x="5544000" y="1880280"/>
            <a:ext cx="720" cy="0"/>
          </a:xfrm>
          <a:custGeom>
            <a:avLst/>
            <a:gdLst/>
            <a:ahLst/>
            <a:rect l="0" t="0" r="r" b="b"/>
            <a:pathLst>
              <a:path fill="none" w="2" h="0">
                <a:moveTo>
                  <a:pt x="2" y="0"/>
                </a:moveTo>
                <a:lnTo>
                  <a:pt x="1" y="0"/>
                </a:lnTo>
                <a:lnTo>
                  <a:pt x="0" y="0"/>
                </a:lnTo>
              </a:path>
            </a:pathLst>
          </a:custGeom>
          <a:ln w="6480">
            <a:solidFill>
              <a:srgbClr val="4A4A4A"/>
            </a:solidFill>
            <a:round/>
          </a:ln>
        </p:spPr>
        <p:txBody>
          <a:bodyPr lIns="3240" tIns="-3240" rIns="3240" bIns="-324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844" name=""/>
          <p:cNvSpPr/>
          <p:nvPr/>
        </p:nvSpPr>
        <p:spPr>
          <a:xfrm>
            <a:off x="5544000" y="1880280"/>
            <a:ext cx="720" cy="360"/>
          </a:xfrm>
          <a:custGeom>
            <a:avLst/>
            <a:gdLst/>
            <a:ahLst/>
            <a:rect l="0" t="0" r="r" b="b"/>
            <a:pathLst>
              <a:path fill="none" w="2" h="1">
                <a:moveTo>
                  <a:pt x="0" y="1"/>
                </a:moveTo>
                <a:lnTo>
                  <a:pt x="1" y="1"/>
                </a:lnTo>
                <a:lnTo>
                  <a:pt x="2" y="0"/>
                </a:lnTo>
              </a:path>
            </a:pathLst>
          </a:custGeom>
          <a:ln w="6480">
            <a:solidFill>
              <a:srgbClr val="4A4A4A"/>
            </a:solidFill>
            <a:round/>
          </a:ln>
        </p:spPr>
        <p:txBody>
          <a:bodyPr lIns="3240" tIns="-2880" rIns="3240" bIns="-288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845" name=""/>
          <p:cNvSpPr/>
          <p:nvPr/>
        </p:nvSpPr>
        <p:spPr>
          <a:xfrm>
            <a:off x="5539320" y="1878840"/>
            <a:ext cx="1440" cy="3240"/>
          </a:xfrm>
          <a:custGeom>
            <a:avLst/>
            <a:gdLst/>
            <a:ahLst/>
            <a:rect l="0" t="0" r="r" b="b"/>
            <a:pathLst>
              <a:path fill="none" w="4" h="9">
                <a:moveTo>
                  <a:pt x="0" y="8"/>
                </a:moveTo>
                <a:lnTo>
                  <a:pt x="1" y="7"/>
                </a:lnTo>
                <a:lnTo>
                  <a:pt x="1" y="5"/>
                </a:lnTo>
                <a:lnTo>
                  <a:pt x="1" y="4"/>
                </a:lnTo>
                <a:lnTo>
                  <a:pt x="1" y="3"/>
                </a:lnTo>
                <a:lnTo>
                  <a:pt x="1" y="2"/>
                </a:lnTo>
                <a:lnTo>
                  <a:pt x="0" y="2"/>
                </a:lnTo>
                <a:lnTo>
                  <a:pt x="1" y="0"/>
                </a:lnTo>
                <a:lnTo>
                  <a:pt x="3" y="0"/>
                </a:lnTo>
                <a:lnTo>
                  <a:pt x="3" y="2"/>
                </a:lnTo>
                <a:lnTo>
                  <a:pt x="3" y="3"/>
                </a:lnTo>
                <a:lnTo>
                  <a:pt x="4" y="4"/>
                </a:lnTo>
                <a:lnTo>
                  <a:pt x="4" y="5"/>
                </a:lnTo>
                <a:lnTo>
                  <a:pt x="3" y="6"/>
                </a:lnTo>
                <a:lnTo>
                  <a:pt x="3" y="7"/>
                </a:lnTo>
                <a:lnTo>
                  <a:pt x="3" y="8"/>
                </a:lnTo>
                <a:lnTo>
                  <a:pt x="3" y="9"/>
                </a:lnTo>
                <a:lnTo>
                  <a:pt x="1" y="9"/>
                </a:lnTo>
                <a:lnTo>
                  <a:pt x="0" y="9"/>
                </a:lnTo>
              </a:path>
            </a:pathLst>
          </a:custGeom>
          <a:ln w="6480">
            <a:solidFill>
              <a:srgbClr val="4A4A4A"/>
            </a:solidFill>
            <a:round/>
          </a:ln>
        </p:spPr>
        <p:txBody>
          <a:bodyPr lIns="3240" tIns="0" rIns="324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846" name=""/>
          <p:cNvSpPr/>
          <p:nvPr/>
        </p:nvSpPr>
        <p:spPr>
          <a:xfrm>
            <a:off x="5559840" y="1880280"/>
            <a:ext cx="360" cy="0"/>
          </a:xfrm>
          <a:prstGeom prst="line">
            <a:avLst/>
          </a:prstGeom>
          <a:ln w="6480">
            <a:solidFill>
              <a:srgbClr val="4A4A4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3240" tIns="-3240" rIns="3240" bIns="-324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847" name=""/>
          <p:cNvSpPr/>
          <p:nvPr/>
        </p:nvSpPr>
        <p:spPr>
          <a:xfrm>
            <a:off x="5559120" y="1879920"/>
            <a:ext cx="1800" cy="720"/>
          </a:xfrm>
          <a:custGeom>
            <a:avLst/>
            <a:gdLst/>
            <a:ahLst/>
            <a:rect l="0" t="0" r="r" b="b"/>
            <a:pathLst>
              <a:path fill="none" w="5" h="2">
                <a:moveTo>
                  <a:pt x="5" y="0"/>
                </a:moveTo>
                <a:lnTo>
                  <a:pt x="3" y="0"/>
                </a:lnTo>
                <a:lnTo>
                  <a:pt x="2" y="0"/>
                </a:lnTo>
                <a:lnTo>
                  <a:pt x="0" y="0"/>
                </a:lnTo>
                <a:lnTo>
                  <a:pt x="0" y="2"/>
                </a:lnTo>
              </a:path>
            </a:pathLst>
          </a:custGeom>
          <a:ln w="6480">
            <a:solidFill>
              <a:srgbClr val="4A4A4A"/>
            </a:solidFill>
            <a:round/>
          </a:ln>
        </p:spPr>
        <p:txBody>
          <a:bodyPr lIns="3240" tIns="-2520" rIns="3240" bIns="-25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848" name=""/>
          <p:cNvSpPr/>
          <p:nvPr/>
        </p:nvSpPr>
        <p:spPr>
          <a:xfrm>
            <a:off x="5559480" y="1880280"/>
            <a:ext cx="0" cy="0"/>
          </a:xfrm>
          <a:custGeom>
            <a:avLst/>
            <a:gdLst/>
            <a:ahLst/>
            <a:rect l="0" t="0" r="r" b="b"/>
            <a:pathLst>
              <a:path fill="none" w="0" h="0">
                <a:moveTo>
                  <a:pt x="0" y="0"/>
                </a:moveTo>
              </a:path>
            </a:pathLst>
          </a:custGeom>
          <a:ln w="6480">
            <a:solidFill>
              <a:srgbClr val="4A4A4A"/>
            </a:solidFill>
            <a:round/>
          </a:ln>
        </p:spPr>
        <p:txBody>
          <a:bodyPr lIns="3240" tIns="-3240" rIns="3240" bIns="-324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849" name=""/>
          <p:cNvSpPr/>
          <p:nvPr/>
        </p:nvSpPr>
        <p:spPr>
          <a:xfrm>
            <a:off x="5560200" y="1879560"/>
            <a:ext cx="720" cy="1080"/>
          </a:xfrm>
          <a:custGeom>
            <a:avLst/>
            <a:gdLst/>
            <a:ahLst/>
            <a:rect l="0" t="0" r="r" b="b"/>
            <a:pathLst>
              <a:path fill="none" w="2" h="3">
                <a:moveTo>
                  <a:pt x="2" y="3"/>
                </a:moveTo>
                <a:lnTo>
                  <a:pt x="2" y="1"/>
                </a:lnTo>
                <a:lnTo>
                  <a:pt x="2" y="0"/>
                </a:lnTo>
                <a:lnTo>
                  <a:pt x="0" y="1"/>
                </a:lnTo>
              </a:path>
            </a:pathLst>
          </a:custGeom>
          <a:ln w="6480">
            <a:solidFill>
              <a:srgbClr val="4A4A4A"/>
            </a:solidFill>
            <a:round/>
          </a:ln>
        </p:spPr>
        <p:txBody>
          <a:bodyPr lIns="3240" tIns="-2160" rIns="3240" bIns="-21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850" name=""/>
          <p:cNvSpPr/>
          <p:nvPr/>
        </p:nvSpPr>
        <p:spPr>
          <a:xfrm>
            <a:off x="5558400" y="1880280"/>
            <a:ext cx="360" cy="360"/>
          </a:xfrm>
          <a:custGeom>
            <a:avLst/>
            <a:gdLst/>
            <a:ahLst/>
            <a:rect l="0" t="0" r="r" b="b"/>
            <a:pathLst>
              <a:path fill="none" w="1" h="1">
                <a:moveTo>
                  <a:pt x="1" y="1"/>
                </a:moveTo>
                <a:lnTo>
                  <a:pt x="0" y="1"/>
                </a:lnTo>
                <a:lnTo>
                  <a:pt x="1" y="1"/>
                </a:lnTo>
                <a:lnTo>
                  <a:pt x="1" y="0"/>
                </a:lnTo>
              </a:path>
            </a:pathLst>
          </a:custGeom>
          <a:ln w="6480">
            <a:solidFill>
              <a:srgbClr val="4A4A4A"/>
            </a:solidFill>
            <a:round/>
          </a:ln>
        </p:spPr>
        <p:txBody>
          <a:bodyPr lIns="3240" tIns="-2880" rIns="3240" bIns="-288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851" name=""/>
          <p:cNvSpPr/>
          <p:nvPr/>
        </p:nvSpPr>
        <p:spPr>
          <a:xfrm>
            <a:off x="5557680" y="1880640"/>
            <a:ext cx="1440" cy="720"/>
          </a:xfrm>
          <a:custGeom>
            <a:avLst/>
            <a:gdLst/>
            <a:ahLst/>
            <a:rect l="0" t="0" r="r" b="b"/>
            <a:pathLst>
              <a:path fill="none" w="4" h="2">
                <a:moveTo>
                  <a:pt x="2" y="0"/>
                </a:moveTo>
                <a:lnTo>
                  <a:pt x="2" y="2"/>
                </a:lnTo>
                <a:lnTo>
                  <a:pt x="0" y="2"/>
                </a:lnTo>
                <a:lnTo>
                  <a:pt x="2" y="2"/>
                </a:lnTo>
                <a:lnTo>
                  <a:pt x="4" y="2"/>
                </a:lnTo>
                <a:lnTo>
                  <a:pt x="4" y="0"/>
                </a:lnTo>
                <a:lnTo>
                  <a:pt x="2" y="0"/>
                </a:lnTo>
              </a:path>
            </a:pathLst>
          </a:custGeom>
          <a:ln w="6480">
            <a:solidFill>
              <a:srgbClr val="4A4A4A"/>
            </a:solidFill>
            <a:round/>
          </a:ln>
        </p:spPr>
        <p:txBody>
          <a:bodyPr lIns="3240" tIns="-2520" rIns="3240" bIns="-25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852" name=""/>
          <p:cNvSpPr/>
          <p:nvPr/>
        </p:nvSpPr>
        <p:spPr>
          <a:xfrm>
            <a:off x="5559840" y="1880280"/>
            <a:ext cx="1440" cy="1080"/>
          </a:xfrm>
          <a:custGeom>
            <a:avLst/>
            <a:gdLst/>
            <a:ahLst/>
            <a:rect l="0" t="0" r="r" b="b"/>
            <a:pathLst>
              <a:path fill="none" w="4" h="3">
                <a:moveTo>
                  <a:pt x="2" y="0"/>
                </a:moveTo>
                <a:lnTo>
                  <a:pt x="2" y="1"/>
                </a:lnTo>
                <a:lnTo>
                  <a:pt x="0" y="1"/>
                </a:lnTo>
                <a:lnTo>
                  <a:pt x="0" y="3"/>
                </a:lnTo>
                <a:lnTo>
                  <a:pt x="2" y="3"/>
                </a:lnTo>
                <a:lnTo>
                  <a:pt x="4" y="1"/>
                </a:lnTo>
              </a:path>
            </a:pathLst>
          </a:custGeom>
          <a:ln w="6480">
            <a:solidFill>
              <a:srgbClr val="4A4A4A"/>
            </a:solidFill>
            <a:round/>
          </a:ln>
        </p:spPr>
        <p:txBody>
          <a:bodyPr lIns="3240" tIns="-2160" rIns="3240" bIns="-21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853" name=""/>
          <p:cNvSpPr/>
          <p:nvPr/>
        </p:nvSpPr>
        <p:spPr>
          <a:xfrm>
            <a:off x="5582880" y="1879200"/>
            <a:ext cx="720" cy="0"/>
          </a:xfrm>
          <a:custGeom>
            <a:avLst/>
            <a:gdLst/>
            <a:ahLst/>
            <a:rect l="0" t="0" r="r" b="b"/>
            <a:pathLst>
              <a:path fill="none" w="2" h="0">
                <a:moveTo>
                  <a:pt x="2" y="0"/>
                </a:moveTo>
                <a:lnTo>
                  <a:pt x="1" y="0"/>
                </a:lnTo>
                <a:lnTo>
                  <a:pt x="0" y="0"/>
                </a:lnTo>
              </a:path>
            </a:pathLst>
          </a:custGeom>
          <a:ln w="6480">
            <a:solidFill>
              <a:srgbClr val="4A4A4A"/>
            </a:solidFill>
            <a:round/>
          </a:ln>
        </p:spPr>
        <p:txBody>
          <a:bodyPr lIns="3240" tIns="-3240" rIns="3240" bIns="-324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854" name=""/>
          <p:cNvSpPr/>
          <p:nvPr/>
        </p:nvSpPr>
        <p:spPr>
          <a:xfrm>
            <a:off x="5583600" y="1879200"/>
            <a:ext cx="720" cy="0"/>
          </a:xfrm>
          <a:custGeom>
            <a:avLst/>
            <a:gdLst/>
            <a:ahLst/>
            <a:rect l="0" t="0" r="r" b="b"/>
            <a:pathLst>
              <a:path fill="none" w="2" h="0">
                <a:moveTo>
                  <a:pt x="2" y="0"/>
                </a:moveTo>
                <a:lnTo>
                  <a:pt x="1" y="0"/>
                </a:lnTo>
                <a:lnTo>
                  <a:pt x="0" y="0"/>
                </a:lnTo>
              </a:path>
            </a:pathLst>
          </a:custGeom>
          <a:ln w="6480">
            <a:solidFill>
              <a:srgbClr val="4A4A4A"/>
            </a:solidFill>
            <a:round/>
          </a:ln>
        </p:spPr>
        <p:txBody>
          <a:bodyPr lIns="3240" tIns="-3240" rIns="3240" bIns="-324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855" name=""/>
          <p:cNvSpPr/>
          <p:nvPr/>
        </p:nvSpPr>
        <p:spPr>
          <a:xfrm>
            <a:off x="5556600" y="1881360"/>
            <a:ext cx="1440" cy="1440"/>
          </a:xfrm>
          <a:custGeom>
            <a:avLst/>
            <a:gdLst/>
            <a:ahLst/>
            <a:rect l="0" t="0" r="r" b="b"/>
            <a:pathLst>
              <a:path fill="none" w="4" h="4">
                <a:moveTo>
                  <a:pt x="0" y="2"/>
                </a:moveTo>
                <a:lnTo>
                  <a:pt x="2" y="4"/>
                </a:lnTo>
                <a:lnTo>
                  <a:pt x="4" y="2"/>
                </a:lnTo>
                <a:lnTo>
                  <a:pt x="2" y="0"/>
                </a:lnTo>
              </a:path>
            </a:pathLst>
          </a:custGeom>
          <a:ln w="6480">
            <a:solidFill>
              <a:srgbClr val="4A4A4A"/>
            </a:solidFill>
            <a:round/>
          </a:ln>
        </p:spPr>
        <p:txBody>
          <a:bodyPr lIns="3240" tIns="-1800" rIns="3240" bIns="-180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856" name=""/>
          <p:cNvSpPr/>
          <p:nvPr/>
        </p:nvSpPr>
        <p:spPr>
          <a:xfrm>
            <a:off x="5583240" y="1879200"/>
            <a:ext cx="360" cy="360"/>
          </a:xfrm>
          <a:custGeom>
            <a:avLst/>
            <a:gdLst/>
            <a:ahLst/>
            <a:rect l="0" t="0" r="r" b="b"/>
            <a:pathLst>
              <a:path fill="none" w="1" h="1">
                <a:moveTo>
                  <a:pt x="0" y="1"/>
                </a:moveTo>
                <a:lnTo>
                  <a:pt x="1" y="1"/>
                </a:lnTo>
                <a:lnTo>
                  <a:pt x="1" y="0"/>
                </a:lnTo>
              </a:path>
            </a:pathLst>
          </a:custGeom>
          <a:ln w="6480">
            <a:solidFill>
              <a:srgbClr val="4A4A4A"/>
            </a:solidFill>
            <a:round/>
          </a:ln>
        </p:spPr>
        <p:txBody>
          <a:bodyPr lIns="3240" tIns="-2880" rIns="3240" bIns="-288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857" name=""/>
          <p:cNvSpPr/>
          <p:nvPr/>
        </p:nvSpPr>
        <p:spPr>
          <a:xfrm>
            <a:off x="5583600" y="1879560"/>
            <a:ext cx="720" cy="0"/>
          </a:xfrm>
          <a:prstGeom prst="line">
            <a:avLst/>
          </a:prstGeom>
          <a:ln w="6480">
            <a:solidFill>
              <a:srgbClr val="4A4A4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3240" tIns="-3240" rIns="3240" bIns="-324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858" name=""/>
          <p:cNvSpPr/>
          <p:nvPr/>
        </p:nvSpPr>
        <p:spPr>
          <a:xfrm>
            <a:off x="5584320" y="1879200"/>
            <a:ext cx="360" cy="360"/>
          </a:xfrm>
          <a:custGeom>
            <a:avLst/>
            <a:gdLst/>
            <a:ahLst/>
            <a:rect l="0" t="0" r="r" b="b"/>
            <a:pathLst>
              <a:path fill="none" w="1" h="1">
                <a:moveTo>
                  <a:pt x="1" y="1"/>
                </a:moveTo>
                <a:lnTo>
                  <a:pt x="1" y="0"/>
                </a:lnTo>
                <a:lnTo>
                  <a:pt x="0" y="0"/>
                </a:lnTo>
              </a:path>
            </a:pathLst>
          </a:custGeom>
          <a:ln w="6480">
            <a:solidFill>
              <a:srgbClr val="4A4A4A"/>
            </a:solidFill>
            <a:round/>
          </a:ln>
        </p:spPr>
        <p:txBody>
          <a:bodyPr lIns="3240" tIns="-2880" rIns="3240" bIns="-288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859" name=""/>
          <p:cNvSpPr/>
          <p:nvPr/>
        </p:nvSpPr>
        <p:spPr>
          <a:xfrm>
            <a:off x="5555880" y="1881720"/>
            <a:ext cx="1440" cy="1080"/>
          </a:xfrm>
          <a:custGeom>
            <a:avLst/>
            <a:gdLst/>
            <a:ahLst/>
            <a:rect l="0" t="0" r="r" b="b"/>
            <a:pathLst>
              <a:path fill="none" w="4" h="3">
                <a:moveTo>
                  <a:pt x="2" y="0"/>
                </a:moveTo>
                <a:lnTo>
                  <a:pt x="2" y="1"/>
                </a:lnTo>
                <a:lnTo>
                  <a:pt x="0" y="3"/>
                </a:lnTo>
                <a:lnTo>
                  <a:pt x="2" y="3"/>
                </a:lnTo>
                <a:lnTo>
                  <a:pt x="4" y="3"/>
                </a:lnTo>
                <a:lnTo>
                  <a:pt x="4" y="1"/>
                </a:lnTo>
                <a:lnTo>
                  <a:pt x="2" y="0"/>
                </a:lnTo>
              </a:path>
            </a:pathLst>
          </a:custGeom>
          <a:ln w="6480">
            <a:solidFill>
              <a:srgbClr val="4A4A4A"/>
            </a:solidFill>
            <a:round/>
          </a:ln>
        </p:spPr>
        <p:txBody>
          <a:bodyPr lIns="3240" tIns="-2160" rIns="3240" bIns="-21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860" name=""/>
          <p:cNvSpPr/>
          <p:nvPr/>
        </p:nvSpPr>
        <p:spPr>
          <a:xfrm>
            <a:off x="5582520" y="1879200"/>
            <a:ext cx="360" cy="720"/>
          </a:xfrm>
          <a:custGeom>
            <a:avLst/>
            <a:gdLst/>
            <a:ahLst/>
            <a:rect l="0" t="0" r="r" b="b"/>
            <a:pathLst>
              <a:path fill="none" w="1" h="2">
                <a:moveTo>
                  <a:pt x="1" y="0"/>
                </a:moveTo>
                <a:lnTo>
                  <a:pt x="1" y="1"/>
                </a:lnTo>
                <a:lnTo>
                  <a:pt x="0" y="2"/>
                </a:lnTo>
                <a:lnTo>
                  <a:pt x="1" y="2"/>
                </a:lnTo>
              </a:path>
            </a:pathLst>
          </a:custGeom>
          <a:ln w="6480">
            <a:solidFill>
              <a:srgbClr val="4A4A4A"/>
            </a:solidFill>
            <a:round/>
          </a:ln>
        </p:spPr>
        <p:txBody>
          <a:bodyPr lIns="3240" tIns="-2520" rIns="3240" bIns="-25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861" name=""/>
          <p:cNvSpPr/>
          <p:nvPr/>
        </p:nvSpPr>
        <p:spPr>
          <a:xfrm>
            <a:off x="5558040" y="1882080"/>
            <a:ext cx="360" cy="360"/>
          </a:xfrm>
          <a:custGeom>
            <a:avLst/>
            <a:gdLst/>
            <a:ahLst/>
            <a:rect l="0" t="0" r="r" b="b"/>
            <a:pathLst>
              <a:path fill="none" w="1" h="1">
                <a:moveTo>
                  <a:pt x="0" y="0"/>
                </a:moveTo>
                <a:lnTo>
                  <a:pt x="0" y="1"/>
                </a:lnTo>
                <a:lnTo>
                  <a:pt x="1" y="1"/>
                </a:lnTo>
                <a:lnTo>
                  <a:pt x="0" y="0"/>
                </a:lnTo>
              </a:path>
            </a:pathLst>
          </a:custGeom>
          <a:ln w="6480">
            <a:solidFill>
              <a:srgbClr val="4A4A4A"/>
            </a:solidFill>
            <a:round/>
          </a:ln>
        </p:spPr>
        <p:txBody>
          <a:bodyPr lIns="3240" tIns="-2880" rIns="3240" bIns="-288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862" name=""/>
          <p:cNvSpPr/>
          <p:nvPr/>
        </p:nvSpPr>
        <p:spPr>
          <a:xfrm flipV="1">
            <a:off x="5582880" y="1879560"/>
            <a:ext cx="0" cy="360"/>
          </a:xfrm>
          <a:prstGeom prst="line">
            <a:avLst/>
          </a:prstGeom>
          <a:ln w="6480">
            <a:solidFill>
              <a:srgbClr val="4A4A4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3240" tIns="-2880" rIns="3240" bIns="-288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863" name=""/>
          <p:cNvSpPr/>
          <p:nvPr/>
        </p:nvSpPr>
        <p:spPr>
          <a:xfrm>
            <a:off x="5552280" y="1882800"/>
            <a:ext cx="360" cy="360"/>
          </a:xfrm>
          <a:custGeom>
            <a:avLst/>
            <a:gdLst/>
            <a:ahLst/>
            <a:rect l="0" t="0" r="r" b="b"/>
            <a:pathLst>
              <a:path fill="none" w="1" h="1">
                <a:moveTo>
                  <a:pt x="0" y="0"/>
                </a:moveTo>
                <a:lnTo>
                  <a:pt x="0" y="1"/>
                </a:lnTo>
                <a:lnTo>
                  <a:pt x="1" y="1"/>
                </a:lnTo>
                <a:lnTo>
                  <a:pt x="1" y="0"/>
                </a:lnTo>
                <a:lnTo>
                  <a:pt x="0" y="0"/>
                </a:lnTo>
              </a:path>
            </a:pathLst>
          </a:custGeom>
          <a:ln w="6480">
            <a:solidFill>
              <a:srgbClr val="4A4A4A"/>
            </a:solidFill>
            <a:round/>
          </a:ln>
        </p:spPr>
        <p:txBody>
          <a:bodyPr lIns="3240" tIns="-2880" rIns="3240" bIns="-288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864" name=""/>
          <p:cNvSpPr/>
          <p:nvPr/>
        </p:nvSpPr>
        <p:spPr>
          <a:xfrm>
            <a:off x="5554800" y="1882440"/>
            <a:ext cx="1800" cy="720"/>
          </a:xfrm>
          <a:custGeom>
            <a:avLst/>
            <a:gdLst/>
            <a:ahLst/>
            <a:rect l="0" t="0" r="r" b="b"/>
            <a:pathLst>
              <a:path fill="none" w="5" h="2">
                <a:moveTo>
                  <a:pt x="0" y="0"/>
                </a:moveTo>
                <a:lnTo>
                  <a:pt x="2" y="2"/>
                </a:lnTo>
                <a:lnTo>
                  <a:pt x="3" y="2"/>
                </a:lnTo>
                <a:lnTo>
                  <a:pt x="5" y="2"/>
                </a:lnTo>
                <a:lnTo>
                  <a:pt x="5" y="0"/>
                </a:lnTo>
                <a:lnTo>
                  <a:pt x="3" y="0"/>
                </a:lnTo>
                <a:lnTo>
                  <a:pt x="2" y="0"/>
                </a:lnTo>
              </a:path>
            </a:pathLst>
          </a:custGeom>
          <a:ln w="6480">
            <a:solidFill>
              <a:srgbClr val="4A4A4A"/>
            </a:solidFill>
            <a:round/>
          </a:ln>
        </p:spPr>
        <p:txBody>
          <a:bodyPr lIns="3240" tIns="-2520" rIns="3240" bIns="-25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865" name=""/>
          <p:cNvSpPr/>
          <p:nvPr/>
        </p:nvSpPr>
        <p:spPr>
          <a:xfrm>
            <a:off x="5558760" y="1882080"/>
            <a:ext cx="720" cy="720"/>
          </a:xfrm>
          <a:custGeom>
            <a:avLst/>
            <a:gdLst/>
            <a:ahLst/>
            <a:rect l="0" t="0" r="r" b="b"/>
            <a:pathLst>
              <a:path fill="none" w="2" h="2">
                <a:moveTo>
                  <a:pt x="0" y="2"/>
                </a:moveTo>
                <a:lnTo>
                  <a:pt x="2" y="2"/>
                </a:lnTo>
                <a:lnTo>
                  <a:pt x="2" y="0"/>
                </a:lnTo>
                <a:lnTo>
                  <a:pt x="0" y="0"/>
                </a:lnTo>
              </a:path>
            </a:pathLst>
          </a:custGeom>
          <a:ln w="6480">
            <a:solidFill>
              <a:srgbClr val="4A4A4A"/>
            </a:solidFill>
            <a:round/>
          </a:ln>
        </p:spPr>
        <p:txBody>
          <a:bodyPr lIns="3240" tIns="-2520" rIns="3240" bIns="-25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866" name=""/>
          <p:cNvSpPr/>
          <p:nvPr/>
        </p:nvSpPr>
        <p:spPr>
          <a:xfrm>
            <a:off x="5557680" y="1882080"/>
            <a:ext cx="1440" cy="720"/>
          </a:xfrm>
          <a:custGeom>
            <a:avLst/>
            <a:gdLst/>
            <a:ahLst/>
            <a:rect l="0" t="0" r="r" b="b"/>
            <a:pathLst>
              <a:path fill="none" w="4" h="2">
                <a:moveTo>
                  <a:pt x="0" y="0"/>
                </a:moveTo>
                <a:lnTo>
                  <a:pt x="0" y="2"/>
                </a:lnTo>
                <a:lnTo>
                  <a:pt x="2" y="2"/>
                </a:lnTo>
                <a:lnTo>
                  <a:pt x="4" y="2"/>
                </a:lnTo>
                <a:lnTo>
                  <a:pt x="4" y="0"/>
                </a:lnTo>
                <a:lnTo>
                  <a:pt x="2" y="0"/>
                </a:lnTo>
                <a:lnTo>
                  <a:pt x="0" y="0"/>
                </a:lnTo>
              </a:path>
            </a:pathLst>
          </a:custGeom>
          <a:ln w="6480">
            <a:solidFill>
              <a:srgbClr val="4A4A4A"/>
            </a:solidFill>
            <a:round/>
          </a:ln>
        </p:spPr>
        <p:txBody>
          <a:bodyPr lIns="3240" tIns="-2520" rIns="3240" bIns="-25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867" name=""/>
          <p:cNvSpPr/>
          <p:nvPr/>
        </p:nvSpPr>
        <p:spPr>
          <a:xfrm>
            <a:off x="5552280" y="1883160"/>
            <a:ext cx="0" cy="0"/>
          </a:xfrm>
          <a:custGeom>
            <a:avLst/>
            <a:gdLst/>
            <a:ahLst/>
            <a:rect l="0" t="0" r="r" b="b"/>
            <a:pathLst>
              <a:path fill="none" w="0" h="0">
                <a:moveTo>
                  <a:pt x="0" y="0"/>
                </a:moveTo>
              </a:path>
            </a:pathLst>
          </a:custGeom>
          <a:ln w="6480">
            <a:solidFill>
              <a:srgbClr val="4A4A4A"/>
            </a:solidFill>
            <a:round/>
          </a:ln>
        </p:spPr>
        <p:txBody>
          <a:bodyPr lIns="3240" tIns="-3240" rIns="3240" bIns="-324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868" name=""/>
          <p:cNvSpPr/>
          <p:nvPr/>
        </p:nvSpPr>
        <p:spPr>
          <a:xfrm>
            <a:off x="5584320" y="1879560"/>
            <a:ext cx="360" cy="360"/>
          </a:xfrm>
          <a:custGeom>
            <a:avLst/>
            <a:gdLst/>
            <a:ahLst/>
            <a:rect l="0" t="0" r="r" b="b"/>
            <a:pathLst>
              <a:path fill="none" w="1" h="1">
                <a:moveTo>
                  <a:pt x="0" y="0"/>
                </a:moveTo>
                <a:lnTo>
                  <a:pt x="1" y="0"/>
                </a:lnTo>
                <a:lnTo>
                  <a:pt x="1" y="1"/>
                </a:lnTo>
                <a:lnTo>
                  <a:pt x="0" y="1"/>
                </a:lnTo>
              </a:path>
            </a:pathLst>
          </a:custGeom>
          <a:ln w="6480">
            <a:solidFill>
              <a:srgbClr val="4A4A4A"/>
            </a:solidFill>
            <a:round/>
          </a:ln>
        </p:spPr>
        <p:txBody>
          <a:bodyPr lIns="3240" tIns="-2880" rIns="3240" bIns="-288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869" name=""/>
          <p:cNvSpPr/>
          <p:nvPr/>
        </p:nvSpPr>
        <p:spPr>
          <a:xfrm>
            <a:off x="5553360" y="1882800"/>
            <a:ext cx="720" cy="720"/>
          </a:xfrm>
          <a:custGeom>
            <a:avLst/>
            <a:gdLst/>
            <a:ahLst/>
            <a:rect l="0" t="0" r="r" b="b"/>
            <a:pathLst>
              <a:path fill="none" w="2" h="2">
                <a:moveTo>
                  <a:pt x="2" y="0"/>
                </a:moveTo>
                <a:lnTo>
                  <a:pt x="0" y="0"/>
                </a:lnTo>
                <a:lnTo>
                  <a:pt x="0" y="2"/>
                </a:lnTo>
                <a:lnTo>
                  <a:pt x="2" y="2"/>
                </a:lnTo>
                <a:lnTo>
                  <a:pt x="2" y="0"/>
                </a:lnTo>
              </a:path>
            </a:pathLst>
          </a:custGeom>
          <a:ln w="6480">
            <a:solidFill>
              <a:srgbClr val="4A4A4A"/>
            </a:solidFill>
            <a:round/>
          </a:ln>
        </p:spPr>
        <p:txBody>
          <a:bodyPr lIns="3240" tIns="-2520" rIns="3240" bIns="-25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870" name=""/>
          <p:cNvSpPr/>
          <p:nvPr/>
        </p:nvSpPr>
        <p:spPr>
          <a:xfrm>
            <a:off x="5584680" y="1879560"/>
            <a:ext cx="0" cy="720"/>
          </a:xfrm>
          <a:custGeom>
            <a:avLst/>
            <a:gdLst/>
            <a:ahLst/>
            <a:rect l="0" t="0" r="r" b="b"/>
            <a:pathLst>
              <a:path fill="none" w="0" h="2">
                <a:moveTo>
                  <a:pt x="0" y="2"/>
                </a:moveTo>
                <a:lnTo>
                  <a:pt x="0" y="1"/>
                </a:lnTo>
                <a:lnTo>
                  <a:pt x="0" y="0"/>
                </a:lnTo>
              </a:path>
            </a:pathLst>
          </a:custGeom>
          <a:ln w="6480">
            <a:solidFill>
              <a:srgbClr val="4A4A4A"/>
            </a:solidFill>
            <a:round/>
          </a:ln>
        </p:spPr>
        <p:txBody>
          <a:bodyPr lIns="3240" tIns="-2520" rIns="3240" bIns="-25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871" name=""/>
          <p:cNvSpPr/>
          <p:nvPr/>
        </p:nvSpPr>
        <p:spPr>
          <a:xfrm flipH="1">
            <a:off x="5583960" y="1880280"/>
            <a:ext cx="360" cy="0"/>
          </a:xfrm>
          <a:prstGeom prst="line">
            <a:avLst/>
          </a:prstGeom>
          <a:ln w="6480">
            <a:solidFill>
              <a:srgbClr val="4A4A4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3240" tIns="-3240" rIns="3240" bIns="-324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872" name=""/>
          <p:cNvSpPr/>
          <p:nvPr/>
        </p:nvSpPr>
        <p:spPr>
          <a:xfrm flipH="1">
            <a:off x="5583600" y="1880280"/>
            <a:ext cx="360" cy="0"/>
          </a:xfrm>
          <a:prstGeom prst="line">
            <a:avLst/>
          </a:prstGeom>
          <a:ln w="6480">
            <a:solidFill>
              <a:srgbClr val="4A4A4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3240" tIns="-3240" rIns="3240" bIns="-324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873" name=""/>
          <p:cNvSpPr/>
          <p:nvPr/>
        </p:nvSpPr>
        <p:spPr>
          <a:xfrm>
            <a:off x="5557320" y="1882440"/>
            <a:ext cx="360" cy="360"/>
          </a:xfrm>
          <a:custGeom>
            <a:avLst/>
            <a:gdLst/>
            <a:ahLst/>
            <a:rect l="0" t="0" r="r" b="b"/>
            <a:pathLst>
              <a:path fill="none" w="1" h="1">
                <a:moveTo>
                  <a:pt x="0" y="1"/>
                </a:moveTo>
                <a:lnTo>
                  <a:pt x="1" y="1"/>
                </a:lnTo>
                <a:lnTo>
                  <a:pt x="1" y="0"/>
                </a:lnTo>
                <a:lnTo>
                  <a:pt x="0" y="0"/>
                </a:lnTo>
              </a:path>
            </a:pathLst>
          </a:custGeom>
          <a:ln w="6480">
            <a:solidFill>
              <a:srgbClr val="4A4A4A"/>
            </a:solidFill>
            <a:round/>
          </a:ln>
        </p:spPr>
        <p:txBody>
          <a:bodyPr lIns="3240" tIns="-2880" rIns="3240" bIns="-288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874" name=""/>
          <p:cNvSpPr/>
          <p:nvPr/>
        </p:nvSpPr>
        <p:spPr>
          <a:xfrm>
            <a:off x="5551560" y="1882800"/>
            <a:ext cx="1440" cy="1440"/>
          </a:xfrm>
          <a:custGeom>
            <a:avLst/>
            <a:gdLst/>
            <a:ahLst/>
            <a:rect l="0" t="0" r="r" b="b"/>
            <a:pathLst>
              <a:path fill="none" w="4" h="4">
                <a:moveTo>
                  <a:pt x="4" y="2"/>
                </a:moveTo>
                <a:lnTo>
                  <a:pt x="2" y="2"/>
                </a:lnTo>
                <a:lnTo>
                  <a:pt x="2" y="0"/>
                </a:lnTo>
                <a:lnTo>
                  <a:pt x="0" y="2"/>
                </a:lnTo>
                <a:lnTo>
                  <a:pt x="2" y="4"/>
                </a:lnTo>
                <a:lnTo>
                  <a:pt x="4" y="4"/>
                </a:lnTo>
              </a:path>
            </a:pathLst>
          </a:custGeom>
          <a:ln w="6480">
            <a:solidFill>
              <a:srgbClr val="4A4A4A"/>
            </a:solidFill>
            <a:round/>
          </a:ln>
        </p:spPr>
        <p:txBody>
          <a:bodyPr lIns="3240" tIns="-1800" rIns="3240" bIns="-180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875" name=""/>
          <p:cNvSpPr/>
          <p:nvPr/>
        </p:nvSpPr>
        <p:spPr>
          <a:xfrm flipH="1" flipV="1">
            <a:off x="5582880" y="1879920"/>
            <a:ext cx="360" cy="360"/>
          </a:xfrm>
          <a:prstGeom prst="line">
            <a:avLst/>
          </a:prstGeom>
          <a:ln w="6480">
            <a:solidFill>
              <a:srgbClr val="4A4A4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3240" tIns="-2880" rIns="3240" bIns="-288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876" name=""/>
          <p:cNvSpPr/>
          <p:nvPr/>
        </p:nvSpPr>
        <p:spPr>
          <a:xfrm>
            <a:off x="5582520" y="1880280"/>
            <a:ext cx="360" cy="0"/>
          </a:xfrm>
          <a:prstGeom prst="line">
            <a:avLst/>
          </a:prstGeom>
          <a:ln w="6480">
            <a:solidFill>
              <a:srgbClr val="4A4A4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3240" tIns="-3240" rIns="3240" bIns="-324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877" name=""/>
          <p:cNvSpPr/>
          <p:nvPr/>
        </p:nvSpPr>
        <p:spPr>
          <a:xfrm>
            <a:off x="5551200" y="1883160"/>
            <a:ext cx="720" cy="720"/>
          </a:xfrm>
          <a:custGeom>
            <a:avLst/>
            <a:gdLst/>
            <a:ahLst/>
            <a:rect l="0" t="0" r="r" b="b"/>
            <a:pathLst>
              <a:path fill="none" w="2" h="2">
                <a:moveTo>
                  <a:pt x="2" y="0"/>
                </a:moveTo>
                <a:lnTo>
                  <a:pt x="0" y="0"/>
                </a:lnTo>
                <a:lnTo>
                  <a:pt x="0" y="2"/>
                </a:lnTo>
                <a:lnTo>
                  <a:pt x="2" y="2"/>
                </a:lnTo>
              </a:path>
            </a:pathLst>
          </a:custGeom>
          <a:ln w="6480">
            <a:solidFill>
              <a:srgbClr val="4A4A4A"/>
            </a:solidFill>
            <a:round/>
          </a:ln>
        </p:spPr>
        <p:txBody>
          <a:bodyPr lIns="3240" tIns="-2520" rIns="3240" bIns="-25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878" name=""/>
          <p:cNvSpPr/>
          <p:nvPr/>
        </p:nvSpPr>
        <p:spPr>
          <a:xfrm>
            <a:off x="5583960" y="1880280"/>
            <a:ext cx="720" cy="360"/>
          </a:xfrm>
          <a:custGeom>
            <a:avLst/>
            <a:gdLst/>
            <a:ahLst/>
            <a:rect l="0" t="0" r="r" b="b"/>
            <a:pathLst>
              <a:path fill="none" w="2" h="1">
                <a:moveTo>
                  <a:pt x="0" y="0"/>
                </a:moveTo>
                <a:lnTo>
                  <a:pt x="0" y="1"/>
                </a:lnTo>
                <a:lnTo>
                  <a:pt x="1" y="0"/>
                </a:lnTo>
                <a:lnTo>
                  <a:pt x="2" y="0"/>
                </a:lnTo>
              </a:path>
            </a:pathLst>
          </a:custGeom>
          <a:ln w="6480">
            <a:solidFill>
              <a:srgbClr val="4A4A4A"/>
            </a:solidFill>
            <a:round/>
          </a:ln>
        </p:spPr>
        <p:txBody>
          <a:bodyPr lIns="3240" tIns="-2880" rIns="3240" bIns="-288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879" name=""/>
          <p:cNvSpPr/>
          <p:nvPr/>
        </p:nvSpPr>
        <p:spPr>
          <a:xfrm>
            <a:off x="5583240" y="1880640"/>
            <a:ext cx="360" cy="0"/>
          </a:xfrm>
          <a:prstGeom prst="line">
            <a:avLst/>
          </a:prstGeom>
          <a:ln w="6480">
            <a:solidFill>
              <a:srgbClr val="4A4A4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3240" tIns="-3240" rIns="3240" bIns="-324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880" name=""/>
          <p:cNvSpPr/>
          <p:nvPr/>
        </p:nvSpPr>
        <p:spPr>
          <a:xfrm>
            <a:off x="5550480" y="1883520"/>
            <a:ext cx="360" cy="360"/>
          </a:xfrm>
          <a:custGeom>
            <a:avLst/>
            <a:gdLst/>
            <a:ahLst/>
            <a:rect l="0" t="0" r="r" b="b"/>
            <a:pathLst>
              <a:path fill="none" w="1" h="1">
                <a:moveTo>
                  <a:pt x="1" y="0"/>
                </a:moveTo>
                <a:lnTo>
                  <a:pt x="0" y="0"/>
                </a:lnTo>
                <a:lnTo>
                  <a:pt x="0" y="1"/>
                </a:lnTo>
                <a:lnTo>
                  <a:pt x="1" y="1"/>
                </a:lnTo>
                <a:lnTo>
                  <a:pt x="1" y="0"/>
                </a:lnTo>
              </a:path>
            </a:pathLst>
          </a:custGeom>
          <a:ln w="6480">
            <a:solidFill>
              <a:srgbClr val="4A4A4A"/>
            </a:solidFill>
            <a:round/>
          </a:ln>
        </p:spPr>
        <p:txBody>
          <a:bodyPr lIns="3240" tIns="-2880" rIns="3240" bIns="-288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881" name=""/>
          <p:cNvSpPr/>
          <p:nvPr/>
        </p:nvSpPr>
        <p:spPr>
          <a:xfrm>
            <a:off x="5556600" y="1883160"/>
            <a:ext cx="720" cy="720"/>
          </a:xfrm>
          <a:custGeom>
            <a:avLst/>
            <a:gdLst/>
            <a:ahLst/>
            <a:rect l="0" t="0" r="r" b="b"/>
            <a:pathLst>
              <a:path fill="none" w="2" h="2">
                <a:moveTo>
                  <a:pt x="0" y="0"/>
                </a:moveTo>
                <a:lnTo>
                  <a:pt x="0" y="2"/>
                </a:lnTo>
                <a:lnTo>
                  <a:pt x="2" y="2"/>
                </a:lnTo>
                <a:lnTo>
                  <a:pt x="2" y="0"/>
                </a:lnTo>
                <a:lnTo>
                  <a:pt x="0" y="0"/>
                </a:lnTo>
              </a:path>
            </a:pathLst>
          </a:custGeom>
          <a:ln w="6480">
            <a:solidFill>
              <a:srgbClr val="4A4A4A"/>
            </a:solidFill>
            <a:round/>
          </a:ln>
        </p:spPr>
        <p:txBody>
          <a:bodyPr lIns="3240" tIns="-2520" rIns="3240" bIns="-25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882" name=""/>
          <p:cNvSpPr/>
          <p:nvPr/>
        </p:nvSpPr>
        <p:spPr>
          <a:xfrm>
            <a:off x="5550480" y="1883880"/>
            <a:ext cx="720" cy="1440"/>
          </a:xfrm>
          <a:custGeom>
            <a:avLst/>
            <a:gdLst/>
            <a:ahLst/>
            <a:rect l="0" t="0" r="r" b="b"/>
            <a:pathLst>
              <a:path fill="none" w="2" h="4">
                <a:moveTo>
                  <a:pt x="0" y="0"/>
                </a:moveTo>
                <a:lnTo>
                  <a:pt x="0" y="2"/>
                </a:lnTo>
                <a:lnTo>
                  <a:pt x="0" y="4"/>
                </a:lnTo>
                <a:lnTo>
                  <a:pt x="2" y="4"/>
                </a:lnTo>
                <a:lnTo>
                  <a:pt x="2" y="2"/>
                </a:lnTo>
                <a:lnTo>
                  <a:pt x="2" y="0"/>
                </a:lnTo>
              </a:path>
            </a:pathLst>
          </a:custGeom>
          <a:ln w="6480">
            <a:solidFill>
              <a:srgbClr val="4A4A4A"/>
            </a:solidFill>
            <a:round/>
          </a:ln>
        </p:spPr>
        <p:txBody>
          <a:bodyPr lIns="3240" tIns="-1800" rIns="3240" bIns="-180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883" name=""/>
          <p:cNvSpPr/>
          <p:nvPr/>
        </p:nvSpPr>
        <p:spPr>
          <a:xfrm>
            <a:off x="5556240" y="1883520"/>
            <a:ext cx="360" cy="360"/>
          </a:xfrm>
          <a:custGeom>
            <a:avLst/>
            <a:gdLst/>
            <a:ahLst/>
            <a:rect l="0" t="0" r="r" b="b"/>
            <a:pathLst>
              <a:path fill="none" w="1" h="1">
                <a:moveTo>
                  <a:pt x="0" y="1"/>
                </a:moveTo>
                <a:lnTo>
                  <a:pt x="1" y="1"/>
                </a:lnTo>
                <a:lnTo>
                  <a:pt x="0" y="1"/>
                </a:lnTo>
                <a:lnTo>
                  <a:pt x="0" y="0"/>
                </a:lnTo>
              </a:path>
            </a:pathLst>
          </a:custGeom>
          <a:ln w="6480">
            <a:solidFill>
              <a:srgbClr val="4A4A4A"/>
            </a:solidFill>
            <a:round/>
          </a:ln>
        </p:spPr>
        <p:txBody>
          <a:bodyPr lIns="3240" tIns="-2880" rIns="3240" bIns="-288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884" name=""/>
          <p:cNvSpPr/>
          <p:nvPr/>
        </p:nvSpPr>
        <p:spPr>
          <a:xfrm>
            <a:off x="5555520" y="1883880"/>
            <a:ext cx="720" cy="1440"/>
          </a:xfrm>
          <a:custGeom>
            <a:avLst/>
            <a:gdLst/>
            <a:ahLst/>
            <a:rect l="0" t="0" r="r" b="b"/>
            <a:pathLst>
              <a:path fill="none" w="2" h="4">
                <a:moveTo>
                  <a:pt x="0" y="2"/>
                </a:moveTo>
                <a:lnTo>
                  <a:pt x="0" y="4"/>
                </a:lnTo>
                <a:lnTo>
                  <a:pt x="2" y="4"/>
                </a:lnTo>
                <a:lnTo>
                  <a:pt x="2" y="2"/>
                </a:lnTo>
                <a:lnTo>
                  <a:pt x="2" y="0"/>
                </a:lnTo>
                <a:lnTo>
                  <a:pt x="0" y="2"/>
                </a:lnTo>
              </a:path>
            </a:pathLst>
          </a:custGeom>
          <a:ln w="6480">
            <a:solidFill>
              <a:srgbClr val="4A4A4A"/>
            </a:solidFill>
            <a:round/>
          </a:ln>
        </p:spPr>
        <p:txBody>
          <a:bodyPr lIns="3240" tIns="-1800" rIns="3240" bIns="-180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885" name=""/>
          <p:cNvSpPr/>
          <p:nvPr/>
        </p:nvSpPr>
        <p:spPr>
          <a:xfrm>
            <a:off x="5608080" y="1878480"/>
            <a:ext cx="1440" cy="720"/>
          </a:xfrm>
          <a:custGeom>
            <a:avLst/>
            <a:gdLst/>
            <a:ahLst/>
            <a:rect l="0" t="0" r="r" b="b"/>
            <a:pathLst>
              <a:path fill="none" w="4" h="2">
                <a:moveTo>
                  <a:pt x="4" y="2"/>
                </a:moveTo>
                <a:lnTo>
                  <a:pt x="2" y="2"/>
                </a:lnTo>
                <a:lnTo>
                  <a:pt x="0" y="0"/>
                </a:lnTo>
                <a:lnTo>
                  <a:pt x="2" y="0"/>
                </a:lnTo>
              </a:path>
            </a:pathLst>
          </a:custGeom>
          <a:ln w="6480">
            <a:solidFill>
              <a:srgbClr val="4A4A4A"/>
            </a:solidFill>
            <a:round/>
          </a:ln>
        </p:spPr>
        <p:txBody>
          <a:bodyPr lIns="3240" tIns="-2520" rIns="3240" bIns="-25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886" name=""/>
          <p:cNvSpPr/>
          <p:nvPr/>
        </p:nvSpPr>
        <p:spPr>
          <a:xfrm>
            <a:off x="5607000" y="1878840"/>
            <a:ext cx="720" cy="1080"/>
          </a:xfrm>
          <a:custGeom>
            <a:avLst/>
            <a:gdLst/>
            <a:ahLst/>
            <a:rect l="0" t="0" r="r" b="b"/>
            <a:pathLst>
              <a:path fill="none" w="2" h="3">
                <a:moveTo>
                  <a:pt x="2" y="1"/>
                </a:moveTo>
                <a:lnTo>
                  <a:pt x="2" y="3"/>
                </a:lnTo>
                <a:lnTo>
                  <a:pt x="0" y="3"/>
                </a:lnTo>
                <a:lnTo>
                  <a:pt x="0" y="1"/>
                </a:lnTo>
                <a:lnTo>
                  <a:pt x="0" y="0"/>
                </a:lnTo>
              </a:path>
            </a:pathLst>
          </a:custGeom>
          <a:ln w="6480">
            <a:solidFill>
              <a:srgbClr val="4A4A4A"/>
            </a:solidFill>
            <a:round/>
          </a:ln>
        </p:spPr>
        <p:txBody>
          <a:bodyPr lIns="3240" tIns="-2160" rIns="3240" bIns="-21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887" name=""/>
          <p:cNvSpPr/>
          <p:nvPr/>
        </p:nvSpPr>
        <p:spPr>
          <a:xfrm>
            <a:off x="5553720" y="1884960"/>
            <a:ext cx="1440" cy="720"/>
          </a:xfrm>
          <a:custGeom>
            <a:avLst/>
            <a:gdLst/>
            <a:ahLst/>
            <a:rect l="0" t="0" r="r" b="b"/>
            <a:pathLst>
              <a:path fill="none" w="4" h="2">
                <a:moveTo>
                  <a:pt x="2" y="2"/>
                </a:moveTo>
                <a:lnTo>
                  <a:pt x="4" y="2"/>
                </a:lnTo>
                <a:lnTo>
                  <a:pt x="2" y="0"/>
                </a:lnTo>
                <a:lnTo>
                  <a:pt x="0" y="2"/>
                </a:lnTo>
              </a:path>
            </a:pathLst>
          </a:custGeom>
          <a:ln w="6480">
            <a:solidFill>
              <a:srgbClr val="4A4A4A"/>
            </a:solidFill>
            <a:round/>
          </a:ln>
        </p:spPr>
        <p:txBody>
          <a:bodyPr lIns="3240" tIns="-2520" rIns="3240" bIns="-25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888" name=""/>
          <p:cNvSpPr/>
          <p:nvPr/>
        </p:nvSpPr>
        <p:spPr>
          <a:xfrm>
            <a:off x="5610240" y="1879560"/>
            <a:ext cx="360" cy="0"/>
          </a:xfrm>
          <a:prstGeom prst="line">
            <a:avLst/>
          </a:prstGeom>
          <a:ln w="6480">
            <a:solidFill>
              <a:srgbClr val="4A4A4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3240" tIns="-3240" rIns="3240" bIns="-324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889" name=""/>
          <p:cNvSpPr/>
          <p:nvPr/>
        </p:nvSpPr>
        <p:spPr>
          <a:xfrm>
            <a:off x="5610240" y="1879560"/>
            <a:ext cx="0" cy="360"/>
          </a:xfrm>
          <a:prstGeom prst="line">
            <a:avLst/>
          </a:prstGeom>
          <a:ln w="6480">
            <a:solidFill>
              <a:srgbClr val="4A4A4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3240" tIns="-2880" rIns="3240" bIns="-288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890" name=""/>
          <p:cNvSpPr/>
          <p:nvPr/>
        </p:nvSpPr>
        <p:spPr>
          <a:xfrm>
            <a:off x="5553000" y="1885680"/>
            <a:ext cx="360" cy="360"/>
          </a:xfrm>
          <a:custGeom>
            <a:avLst/>
            <a:gdLst/>
            <a:ahLst/>
            <a:rect l="0" t="0" r="r" b="b"/>
            <a:pathLst>
              <a:path fill="none" w="1" h="1">
                <a:moveTo>
                  <a:pt x="0" y="0"/>
                </a:moveTo>
                <a:lnTo>
                  <a:pt x="0" y="1"/>
                </a:lnTo>
                <a:lnTo>
                  <a:pt x="1" y="1"/>
                </a:lnTo>
                <a:lnTo>
                  <a:pt x="1" y="0"/>
                </a:lnTo>
                <a:lnTo>
                  <a:pt x="0" y="0"/>
                </a:lnTo>
              </a:path>
            </a:pathLst>
          </a:custGeom>
          <a:ln w="6480">
            <a:solidFill>
              <a:srgbClr val="4A4A4A"/>
            </a:solidFill>
            <a:round/>
          </a:ln>
        </p:spPr>
        <p:txBody>
          <a:bodyPr lIns="3240" tIns="-2880" rIns="3240" bIns="-288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891" name=""/>
          <p:cNvSpPr/>
          <p:nvPr/>
        </p:nvSpPr>
        <p:spPr>
          <a:xfrm>
            <a:off x="5610960" y="1879560"/>
            <a:ext cx="0" cy="360"/>
          </a:xfrm>
          <a:prstGeom prst="line">
            <a:avLst/>
          </a:prstGeom>
          <a:ln w="6480">
            <a:solidFill>
              <a:srgbClr val="4A4A4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3240" tIns="-2880" rIns="3240" bIns="-288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892" name=""/>
          <p:cNvSpPr/>
          <p:nvPr/>
        </p:nvSpPr>
        <p:spPr>
          <a:xfrm>
            <a:off x="5550480" y="1886040"/>
            <a:ext cx="720" cy="1440"/>
          </a:xfrm>
          <a:custGeom>
            <a:avLst/>
            <a:gdLst/>
            <a:ahLst/>
            <a:rect l="0" t="0" r="r" b="b"/>
            <a:pathLst>
              <a:path fill="none" w="2" h="4">
                <a:moveTo>
                  <a:pt x="0" y="2"/>
                </a:moveTo>
                <a:lnTo>
                  <a:pt x="0" y="4"/>
                </a:lnTo>
                <a:lnTo>
                  <a:pt x="2" y="2"/>
                </a:lnTo>
                <a:lnTo>
                  <a:pt x="0" y="2"/>
                </a:lnTo>
                <a:lnTo>
                  <a:pt x="0" y="0"/>
                </a:lnTo>
              </a:path>
            </a:pathLst>
          </a:custGeom>
          <a:ln w="6480">
            <a:solidFill>
              <a:srgbClr val="4A4A4A"/>
            </a:solidFill>
            <a:round/>
          </a:ln>
        </p:spPr>
        <p:txBody>
          <a:bodyPr lIns="3240" tIns="-1800" rIns="3240" bIns="-180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893" name=""/>
          <p:cNvSpPr/>
          <p:nvPr/>
        </p:nvSpPr>
        <p:spPr>
          <a:xfrm>
            <a:off x="5612040" y="1879920"/>
            <a:ext cx="360" cy="360"/>
          </a:xfrm>
          <a:prstGeom prst="line">
            <a:avLst/>
          </a:prstGeom>
          <a:ln w="6480">
            <a:solidFill>
              <a:srgbClr val="4A4A4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3240" tIns="-2880" rIns="3240" bIns="-288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894" name=""/>
          <p:cNvSpPr/>
          <p:nvPr/>
        </p:nvSpPr>
        <p:spPr>
          <a:xfrm>
            <a:off x="5592240" y="1880640"/>
            <a:ext cx="1800" cy="2160"/>
          </a:xfrm>
          <a:custGeom>
            <a:avLst/>
            <a:gdLst/>
            <a:ahLst/>
            <a:rect l="0" t="0" r="r" b="b"/>
            <a:pathLst>
              <a:path fill="none" w="5" h="6">
                <a:moveTo>
                  <a:pt x="1" y="6"/>
                </a:moveTo>
                <a:lnTo>
                  <a:pt x="0" y="5"/>
                </a:lnTo>
                <a:lnTo>
                  <a:pt x="0" y="3"/>
                </a:lnTo>
                <a:lnTo>
                  <a:pt x="1" y="2"/>
                </a:lnTo>
                <a:lnTo>
                  <a:pt x="1" y="1"/>
                </a:lnTo>
                <a:lnTo>
                  <a:pt x="2" y="0"/>
                </a:lnTo>
                <a:lnTo>
                  <a:pt x="5" y="0"/>
                </a:lnTo>
                <a:lnTo>
                  <a:pt x="5" y="1"/>
                </a:lnTo>
                <a:lnTo>
                  <a:pt x="5" y="2"/>
                </a:lnTo>
                <a:lnTo>
                  <a:pt x="3" y="3"/>
                </a:lnTo>
                <a:lnTo>
                  <a:pt x="3" y="5"/>
                </a:lnTo>
              </a:path>
            </a:pathLst>
          </a:custGeom>
          <a:ln w="6480">
            <a:solidFill>
              <a:srgbClr val="4A4A4A"/>
            </a:solidFill>
            <a:round/>
          </a:ln>
        </p:spPr>
        <p:txBody>
          <a:bodyPr lIns="3240" tIns="-1080" rIns="3240" bIns="-108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895" name=""/>
          <p:cNvSpPr/>
          <p:nvPr/>
        </p:nvSpPr>
        <p:spPr>
          <a:xfrm>
            <a:off x="5612040" y="1880280"/>
            <a:ext cx="0" cy="0"/>
          </a:xfrm>
          <a:custGeom>
            <a:avLst/>
            <a:gdLst/>
            <a:ahLst/>
            <a:rect l="0" t="0" r="r" b="b"/>
            <a:pathLst>
              <a:path fill="none" w="0" h="0">
                <a:moveTo>
                  <a:pt x="0" y="0"/>
                </a:moveTo>
              </a:path>
            </a:pathLst>
          </a:custGeom>
          <a:ln w="6480">
            <a:solidFill>
              <a:srgbClr val="4A4A4A"/>
            </a:solidFill>
            <a:round/>
          </a:ln>
        </p:spPr>
        <p:txBody>
          <a:bodyPr lIns="3240" tIns="-3240" rIns="3240" bIns="-324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896" name=""/>
          <p:cNvSpPr/>
          <p:nvPr/>
        </p:nvSpPr>
        <p:spPr>
          <a:xfrm>
            <a:off x="5592600" y="1881000"/>
            <a:ext cx="1440" cy="2520"/>
          </a:xfrm>
          <a:custGeom>
            <a:avLst/>
            <a:gdLst/>
            <a:ahLst/>
            <a:rect l="0" t="0" r="r" b="b"/>
            <a:pathLst>
              <a:path fill="none" w="4" h="7">
                <a:moveTo>
                  <a:pt x="2" y="5"/>
                </a:moveTo>
                <a:lnTo>
                  <a:pt x="2" y="4"/>
                </a:lnTo>
                <a:lnTo>
                  <a:pt x="2" y="1"/>
                </a:lnTo>
                <a:lnTo>
                  <a:pt x="0" y="1"/>
                </a:lnTo>
                <a:lnTo>
                  <a:pt x="2" y="1"/>
                </a:lnTo>
                <a:lnTo>
                  <a:pt x="4" y="0"/>
                </a:lnTo>
                <a:lnTo>
                  <a:pt x="4" y="1"/>
                </a:lnTo>
                <a:lnTo>
                  <a:pt x="4" y="2"/>
                </a:lnTo>
                <a:lnTo>
                  <a:pt x="2" y="4"/>
                </a:lnTo>
                <a:lnTo>
                  <a:pt x="2" y="5"/>
                </a:lnTo>
                <a:lnTo>
                  <a:pt x="4" y="6"/>
                </a:lnTo>
                <a:lnTo>
                  <a:pt x="4" y="7"/>
                </a:lnTo>
                <a:lnTo>
                  <a:pt x="2" y="7"/>
                </a:lnTo>
                <a:lnTo>
                  <a:pt x="2" y="6"/>
                </a:lnTo>
                <a:lnTo>
                  <a:pt x="2" y="5"/>
                </a:lnTo>
              </a:path>
            </a:pathLst>
          </a:custGeom>
          <a:ln w="6480">
            <a:solidFill>
              <a:srgbClr val="4A4A4A"/>
            </a:solidFill>
            <a:round/>
          </a:ln>
        </p:spPr>
        <p:txBody>
          <a:bodyPr lIns="3240" tIns="-720" rIns="3240" bIns="-7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897" name=""/>
          <p:cNvSpPr/>
          <p:nvPr/>
        </p:nvSpPr>
        <p:spPr>
          <a:xfrm>
            <a:off x="5550840" y="1887120"/>
            <a:ext cx="1440" cy="1080"/>
          </a:xfrm>
          <a:custGeom>
            <a:avLst/>
            <a:gdLst/>
            <a:ahLst/>
            <a:rect l="0" t="0" r="r" b="b"/>
            <a:pathLst>
              <a:path fill="none" w="4" h="3">
                <a:moveTo>
                  <a:pt x="0" y="0"/>
                </a:moveTo>
                <a:lnTo>
                  <a:pt x="0" y="2"/>
                </a:lnTo>
                <a:lnTo>
                  <a:pt x="1" y="3"/>
                </a:lnTo>
                <a:lnTo>
                  <a:pt x="3" y="3"/>
                </a:lnTo>
                <a:lnTo>
                  <a:pt x="4" y="3"/>
                </a:lnTo>
                <a:lnTo>
                  <a:pt x="3" y="2"/>
                </a:lnTo>
                <a:lnTo>
                  <a:pt x="3" y="0"/>
                </a:lnTo>
                <a:lnTo>
                  <a:pt x="1" y="0"/>
                </a:lnTo>
                <a:lnTo>
                  <a:pt x="0" y="0"/>
                </a:lnTo>
              </a:path>
            </a:pathLst>
          </a:custGeom>
          <a:ln w="6480">
            <a:solidFill>
              <a:srgbClr val="4A4A4A"/>
            </a:solidFill>
            <a:round/>
          </a:ln>
        </p:spPr>
        <p:txBody>
          <a:bodyPr lIns="3240" tIns="-2160" rIns="3240" bIns="-21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898" name=""/>
          <p:cNvSpPr/>
          <p:nvPr/>
        </p:nvSpPr>
        <p:spPr>
          <a:xfrm>
            <a:off x="5592600" y="1882440"/>
            <a:ext cx="1080" cy="1800"/>
          </a:xfrm>
          <a:custGeom>
            <a:avLst/>
            <a:gdLst/>
            <a:ahLst/>
            <a:rect l="0" t="0" r="r" b="b"/>
            <a:pathLst>
              <a:path fill="none" w="3" h="5">
                <a:moveTo>
                  <a:pt x="3" y="0"/>
                </a:moveTo>
                <a:lnTo>
                  <a:pt x="3" y="2"/>
                </a:lnTo>
                <a:lnTo>
                  <a:pt x="3" y="3"/>
                </a:lnTo>
                <a:lnTo>
                  <a:pt x="3" y="4"/>
                </a:lnTo>
                <a:lnTo>
                  <a:pt x="3" y="5"/>
                </a:lnTo>
                <a:lnTo>
                  <a:pt x="1" y="5"/>
                </a:lnTo>
                <a:lnTo>
                  <a:pt x="1" y="4"/>
                </a:lnTo>
                <a:lnTo>
                  <a:pt x="1" y="3"/>
                </a:lnTo>
                <a:lnTo>
                  <a:pt x="0" y="2"/>
                </a:lnTo>
              </a:path>
            </a:pathLst>
          </a:custGeom>
          <a:ln w="6480">
            <a:solidFill>
              <a:srgbClr val="4A4A4A"/>
            </a:solidFill>
            <a:round/>
          </a:ln>
        </p:spPr>
        <p:txBody>
          <a:bodyPr lIns="3240" tIns="-1440" rIns="3240" bIns="-144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899" name=""/>
          <p:cNvSpPr/>
          <p:nvPr/>
        </p:nvSpPr>
        <p:spPr>
          <a:xfrm>
            <a:off x="5518080" y="1890360"/>
            <a:ext cx="1080" cy="1440"/>
          </a:xfrm>
          <a:custGeom>
            <a:avLst/>
            <a:gdLst/>
            <a:ahLst/>
            <a:rect l="0" t="0" r="r" b="b"/>
            <a:pathLst>
              <a:path fill="none" w="3" h="4">
                <a:moveTo>
                  <a:pt x="0" y="0"/>
                </a:moveTo>
                <a:lnTo>
                  <a:pt x="2" y="0"/>
                </a:lnTo>
                <a:lnTo>
                  <a:pt x="3" y="0"/>
                </a:lnTo>
                <a:lnTo>
                  <a:pt x="3" y="2"/>
                </a:lnTo>
                <a:lnTo>
                  <a:pt x="3" y="4"/>
                </a:lnTo>
                <a:lnTo>
                  <a:pt x="2" y="4"/>
                </a:lnTo>
                <a:lnTo>
                  <a:pt x="2" y="2"/>
                </a:lnTo>
                <a:lnTo>
                  <a:pt x="0" y="2"/>
                </a:lnTo>
              </a:path>
            </a:pathLst>
          </a:custGeom>
          <a:ln w="6480">
            <a:solidFill>
              <a:srgbClr val="4A4A4A"/>
            </a:solidFill>
            <a:round/>
          </a:ln>
        </p:spPr>
        <p:txBody>
          <a:bodyPr lIns="3240" tIns="-1800" rIns="3240" bIns="-180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900" name=""/>
          <p:cNvSpPr/>
          <p:nvPr/>
        </p:nvSpPr>
        <p:spPr>
          <a:xfrm>
            <a:off x="5517000" y="1891080"/>
            <a:ext cx="720" cy="360"/>
          </a:xfrm>
          <a:custGeom>
            <a:avLst/>
            <a:gdLst/>
            <a:ahLst/>
            <a:rect l="0" t="0" r="r" b="b"/>
            <a:pathLst>
              <a:path fill="none" w="2" h="1">
                <a:moveTo>
                  <a:pt x="2" y="1"/>
                </a:moveTo>
                <a:lnTo>
                  <a:pt x="1" y="1"/>
                </a:lnTo>
                <a:lnTo>
                  <a:pt x="0" y="0"/>
                </a:lnTo>
                <a:lnTo>
                  <a:pt x="1" y="0"/>
                </a:lnTo>
                <a:lnTo>
                  <a:pt x="2" y="0"/>
                </a:lnTo>
              </a:path>
            </a:pathLst>
          </a:custGeom>
          <a:ln w="6480">
            <a:solidFill>
              <a:srgbClr val="4A4A4A"/>
            </a:solidFill>
            <a:round/>
          </a:ln>
        </p:spPr>
        <p:txBody>
          <a:bodyPr lIns="3240" tIns="-2880" rIns="3240" bIns="-288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901" name=""/>
          <p:cNvSpPr/>
          <p:nvPr/>
        </p:nvSpPr>
        <p:spPr>
          <a:xfrm>
            <a:off x="5517720" y="1891080"/>
            <a:ext cx="360" cy="360"/>
          </a:xfrm>
          <a:custGeom>
            <a:avLst/>
            <a:gdLst/>
            <a:ahLst/>
            <a:rect l="0" t="0" r="r" b="b"/>
            <a:pathLst>
              <a:path fill="none" w="1" h="1">
                <a:moveTo>
                  <a:pt x="1" y="0"/>
                </a:moveTo>
                <a:lnTo>
                  <a:pt x="1" y="1"/>
                </a:lnTo>
                <a:lnTo>
                  <a:pt x="0" y="0"/>
                </a:lnTo>
              </a:path>
            </a:pathLst>
          </a:custGeom>
          <a:ln w="6480">
            <a:solidFill>
              <a:srgbClr val="4A4A4A"/>
            </a:solidFill>
            <a:round/>
          </a:ln>
        </p:spPr>
        <p:txBody>
          <a:bodyPr lIns="3240" tIns="-2880" rIns="3240" bIns="-288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902" name=""/>
          <p:cNvSpPr/>
          <p:nvPr/>
        </p:nvSpPr>
        <p:spPr>
          <a:xfrm>
            <a:off x="5518080" y="1891080"/>
            <a:ext cx="360" cy="360"/>
          </a:xfrm>
          <a:custGeom>
            <a:avLst/>
            <a:gdLst/>
            <a:ahLst/>
            <a:rect l="0" t="0" r="r" b="b"/>
            <a:pathLst>
              <a:path fill="none" w="1" h="1">
                <a:moveTo>
                  <a:pt x="1" y="0"/>
                </a:moveTo>
                <a:lnTo>
                  <a:pt x="1" y="1"/>
                </a:lnTo>
                <a:lnTo>
                  <a:pt x="0" y="1"/>
                </a:lnTo>
                <a:lnTo>
                  <a:pt x="0" y="0"/>
                </a:lnTo>
                <a:lnTo>
                  <a:pt x="1" y="0"/>
                </a:lnTo>
              </a:path>
            </a:pathLst>
          </a:custGeom>
          <a:ln w="6480">
            <a:solidFill>
              <a:srgbClr val="4A4A4A"/>
            </a:solidFill>
            <a:round/>
          </a:ln>
        </p:spPr>
        <p:txBody>
          <a:bodyPr lIns="3240" tIns="-2880" rIns="3240" bIns="-288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903" name=""/>
          <p:cNvSpPr/>
          <p:nvPr/>
        </p:nvSpPr>
        <p:spPr>
          <a:xfrm>
            <a:off x="5516280" y="1891800"/>
            <a:ext cx="0" cy="0"/>
          </a:xfrm>
          <a:custGeom>
            <a:avLst/>
            <a:gdLst/>
            <a:ahLst/>
            <a:rect l="0" t="0" r="r" b="b"/>
            <a:pathLst>
              <a:path fill="none" w="0" h="0">
                <a:moveTo>
                  <a:pt x="0" y="0"/>
                </a:moveTo>
              </a:path>
            </a:pathLst>
          </a:custGeom>
          <a:ln w="6480">
            <a:solidFill>
              <a:srgbClr val="4A4A4A"/>
            </a:solidFill>
            <a:round/>
          </a:ln>
        </p:spPr>
        <p:txBody>
          <a:bodyPr lIns="3240" tIns="-3240" rIns="3240" bIns="-324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904" name=""/>
          <p:cNvSpPr/>
          <p:nvPr/>
        </p:nvSpPr>
        <p:spPr>
          <a:xfrm>
            <a:off x="5516640" y="1891440"/>
            <a:ext cx="360" cy="360"/>
          </a:xfrm>
          <a:custGeom>
            <a:avLst/>
            <a:gdLst/>
            <a:ahLst/>
            <a:rect l="0" t="0" r="r" b="b"/>
            <a:pathLst>
              <a:path fill="none" w="1" h="1">
                <a:moveTo>
                  <a:pt x="0" y="1"/>
                </a:moveTo>
                <a:lnTo>
                  <a:pt x="0" y="0"/>
                </a:lnTo>
                <a:lnTo>
                  <a:pt x="1" y="0"/>
                </a:lnTo>
                <a:lnTo>
                  <a:pt x="1" y="1"/>
                </a:lnTo>
                <a:lnTo>
                  <a:pt x="0" y="1"/>
                </a:lnTo>
              </a:path>
            </a:pathLst>
          </a:custGeom>
          <a:ln w="6480">
            <a:solidFill>
              <a:srgbClr val="4A4A4A"/>
            </a:solidFill>
            <a:round/>
          </a:ln>
        </p:spPr>
        <p:txBody>
          <a:bodyPr lIns="3240" tIns="-2880" rIns="3240" bIns="-288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905" name=""/>
          <p:cNvSpPr/>
          <p:nvPr/>
        </p:nvSpPr>
        <p:spPr>
          <a:xfrm>
            <a:off x="5515920" y="1891800"/>
            <a:ext cx="360" cy="0"/>
          </a:xfrm>
          <a:prstGeom prst="line">
            <a:avLst/>
          </a:prstGeom>
          <a:ln w="6480">
            <a:solidFill>
              <a:srgbClr val="4A4A4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3240" tIns="-3240" rIns="3240" bIns="-324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906" name=""/>
          <p:cNvSpPr/>
          <p:nvPr/>
        </p:nvSpPr>
        <p:spPr>
          <a:xfrm>
            <a:off x="5515920" y="1891800"/>
            <a:ext cx="360" cy="360"/>
          </a:xfrm>
          <a:custGeom>
            <a:avLst/>
            <a:gdLst/>
            <a:ahLst/>
            <a:rect l="0" t="0" r="r" b="b"/>
            <a:pathLst>
              <a:path fill="none" w="1" h="1">
                <a:moveTo>
                  <a:pt x="1" y="0"/>
                </a:moveTo>
                <a:lnTo>
                  <a:pt x="1" y="1"/>
                </a:lnTo>
                <a:lnTo>
                  <a:pt x="0" y="1"/>
                </a:lnTo>
              </a:path>
            </a:pathLst>
          </a:custGeom>
          <a:ln w="6480">
            <a:solidFill>
              <a:srgbClr val="4A4A4A"/>
            </a:solidFill>
            <a:round/>
          </a:ln>
        </p:spPr>
        <p:txBody>
          <a:bodyPr lIns="3240" tIns="-2880" rIns="3240" bIns="-288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907" name=""/>
          <p:cNvSpPr/>
          <p:nvPr/>
        </p:nvSpPr>
        <p:spPr>
          <a:xfrm>
            <a:off x="5600880" y="1884240"/>
            <a:ext cx="360" cy="360"/>
          </a:xfrm>
          <a:custGeom>
            <a:avLst/>
            <a:gdLst/>
            <a:ahLst/>
            <a:rect l="0" t="0" r="r" b="b"/>
            <a:pathLst>
              <a:path fill="none" w="1" h="1">
                <a:moveTo>
                  <a:pt x="1" y="1"/>
                </a:moveTo>
                <a:lnTo>
                  <a:pt x="0" y="1"/>
                </a:lnTo>
                <a:lnTo>
                  <a:pt x="1" y="0"/>
                </a:lnTo>
                <a:lnTo>
                  <a:pt x="1" y="1"/>
                </a:lnTo>
              </a:path>
            </a:pathLst>
          </a:custGeom>
          <a:ln w="6480">
            <a:solidFill>
              <a:srgbClr val="4A4A4A"/>
            </a:solidFill>
            <a:round/>
          </a:ln>
        </p:spPr>
        <p:txBody>
          <a:bodyPr lIns="3240" tIns="-2880" rIns="3240" bIns="-288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908" name=""/>
          <p:cNvSpPr/>
          <p:nvPr/>
        </p:nvSpPr>
        <p:spPr>
          <a:xfrm>
            <a:off x="5514480" y="1893240"/>
            <a:ext cx="360" cy="0"/>
          </a:xfrm>
          <a:prstGeom prst="line">
            <a:avLst/>
          </a:prstGeom>
          <a:ln w="6480">
            <a:solidFill>
              <a:srgbClr val="4A4A4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3240" tIns="-3240" rIns="3240" bIns="-324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909" name=""/>
          <p:cNvSpPr/>
          <p:nvPr/>
        </p:nvSpPr>
        <p:spPr>
          <a:xfrm flipH="1">
            <a:off x="5514480" y="1893240"/>
            <a:ext cx="360" cy="0"/>
          </a:xfrm>
          <a:prstGeom prst="line">
            <a:avLst/>
          </a:prstGeom>
          <a:ln w="6480">
            <a:solidFill>
              <a:srgbClr val="4A4A4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3240" tIns="-3240" rIns="3240" bIns="-324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910" name=""/>
          <p:cNvSpPr/>
          <p:nvPr/>
        </p:nvSpPr>
        <p:spPr>
          <a:xfrm>
            <a:off x="5515200" y="1892880"/>
            <a:ext cx="720" cy="720"/>
          </a:xfrm>
          <a:custGeom>
            <a:avLst/>
            <a:gdLst/>
            <a:ahLst/>
            <a:rect l="0" t="0" r="r" b="b"/>
            <a:pathLst>
              <a:path fill="none" w="2" h="2">
                <a:moveTo>
                  <a:pt x="2" y="0"/>
                </a:moveTo>
                <a:lnTo>
                  <a:pt x="2" y="2"/>
                </a:lnTo>
                <a:lnTo>
                  <a:pt x="0" y="2"/>
                </a:lnTo>
                <a:lnTo>
                  <a:pt x="0" y="0"/>
                </a:lnTo>
                <a:lnTo>
                  <a:pt x="2" y="0"/>
                </a:lnTo>
              </a:path>
            </a:pathLst>
          </a:custGeom>
          <a:ln w="6480">
            <a:solidFill>
              <a:srgbClr val="4A4A4A"/>
            </a:solidFill>
            <a:round/>
          </a:ln>
        </p:spPr>
        <p:txBody>
          <a:bodyPr lIns="3240" tIns="-2520" rIns="3240" bIns="-25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911" name=""/>
          <p:cNvSpPr/>
          <p:nvPr/>
        </p:nvSpPr>
        <p:spPr>
          <a:xfrm>
            <a:off x="5514480" y="1893960"/>
            <a:ext cx="360" cy="0"/>
          </a:xfrm>
          <a:prstGeom prst="line">
            <a:avLst/>
          </a:prstGeom>
          <a:ln w="6480">
            <a:solidFill>
              <a:srgbClr val="4A4A4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3240" tIns="-3240" rIns="3240" bIns="-324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912" name=""/>
          <p:cNvSpPr/>
          <p:nvPr/>
        </p:nvSpPr>
        <p:spPr>
          <a:xfrm>
            <a:off x="5514120" y="1893600"/>
            <a:ext cx="1080" cy="1080"/>
          </a:xfrm>
          <a:custGeom>
            <a:avLst/>
            <a:gdLst/>
            <a:ahLst/>
            <a:rect l="0" t="0" r="r" b="b"/>
            <a:pathLst>
              <a:path fill="none" w="3" h="3">
                <a:moveTo>
                  <a:pt x="1" y="3"/>
                </a:moveTo>
                <a:lnTo>
                  <a:pt x="0" y="3"/>
                </a:lnTo>
                <a:lnTo>
                  <a:pt x="0" y="2"/>
                </a:lnTo>
                <a:lnTo>
                  <a:pt x="1" y="2"/>
                </a:lnTo>
                <a:lnTo>
                  <a:pt x="1" y="0"/>
                </a:lnTo>
                <a:lnTo>
                  <a:pt x="3" y="0"/>
                </a:lnTo>
                <a:lnTo>
                  <a:pt x="3" y="2"/>
                </a:lnTo>
                <a:lnTo>
                  <a:pt x="1" y="2"/>
                </a:lnTo>
              </a:path>
            </a:pathLst>
          </a:custGeom>
          <a:ln w="6480">
            <a:solidFill>
              <a:srgbClr val="4A4A4A"/>
            </a:solidFill>
            <a:round/>
          </a:ln>
        </p:spPr>
        <p:txBody>
          <a:bodyPr lIns="3240" tIns="-2160" rIns="3240" bIns="-21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913" name=""/>
          <p:cNvSpPr/>
          <p:nvPr/>
        </p:nvSpPr>
        <p:spPr>
          <a:xfrm>
            <a:off x="5621040" y="1885320"/>
            <a:ext cx="1080" cy="1440"/>
          </a:xfrm>
          <a:custGeom>
            <a:avLst/>
            <a:gdLst/>
            <a:ahLst/>
            <a:rect l="0" t="0" r="r" b="b"/>
            <a:pathLst>
              <a:path fill="none" w="3" h="4">
                <a:moveTo>
                  <a:pt x="0" y="2"/>
                </a:moveTo>
                <a:lnTo>
                  <a:pt x="0" y="0"/>
                </a:lnTo>
                <a:lnTo>
                  <a:pt x="2" y="0"/>
                </a:lnTo>
                <a:lnTo>
                  <a:pt x="3" y="2"/>
                </a:lnTo>
                <a:lnTo>
                  <a:pt x="3" y="4"/>
                </a:lnTo>
                <a:lnTo>
                  <a:pt x="2" y="4"/>
                </a:lnTo>
                <a:lnTo>
                  <a:pt x="0" y="4"/>
                </a:lnTo>
                <a:lnTo>
                  <a:pt x="0" y="2"/>
                </a:lnTo>
              </a:path>
            </a:pathLst>
          </a:custGeom>
          <a:ln w="6480">
            <a:solidFill>
              <a:srgbClr val="4A4A4A"/>
            </a:solidFill>
            <a:round/>
          </a:ln>
        </p:spPr>
        <p:txBody>
          <a:bodyPr lIns="3240" tIns="-1800" rIns="3240" bIns="-180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914" name=""/>
          <p:cNvSpPr/>
          <p:nvPr/>
        </p:nvSpPr>
        <p:spPr>
          <a:xfrm>
            <a:off x="5582160" y="1891440"/>
            <a:ext cx="1440" cy="1440"/>
          </a:xfrm>
          <a:custGeom>
            <a:avLst/>
            <a:gdLst/>
            <a:ahLst/>
            <a:rect l="0" t="0" r="r" b="b"/>
            <a:pathLst>
              <a:path fill="none" w="4" h="4">
                <a:moveTo>
                  <a:pt x="2" y="0"/>
                </a:moveTo>
                <a:lnTo>
                  <a:pt x="2" y="2"/>
                </a:lnTo>
                <a:lnTo>
                  <a:pt x="4" y="2"/>
                </a:lnTo>
                <a:lnTo>
                  <a:pt x="4" y="4"/>
                </a:lnTo>
                <a:lnTo>
                  <a:pt x="2" y="4"/>
                </a:lnTo>
                <a:lnTo>
                  <a:pt x="2" y="2"/>
                </a:lnTo>
                <a:lnTo>
                  <a:pt x="0" y="0"/>
                </a:lnTo>
                <a:lnTo>
                  <a:pt x="2" y="0"/>
                </a:lnTo>
              </a:path>
            </a:pathLst>
          </a:custGeom>
          <a:ln w="6480">
            <a:solidFill>
              <a:srgbClr val="4A4A4A"/>
            </a:solidFill>
            <a:round/>
          </a:ln>
        </p:spPr>
        <p:txBody>
          <a:bodyPr lIns="3240" tIns="-1800" rIns="3240" bIns="-180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915" name=""/>
          <p:cNvSpPr/>
          <p:nvPr/>
        </p:nvSpPr>
        <p:spPr>
          <a:xfrm>
            <a:off x="5581800" y="1890720"/>
            <a:ext cx="1440" cy="1800"/>
          </a:xfrm>
          <a:custGeom>
            <a:avLst/>
            <a:gdLst/>
            <a:ahLst/>
            <a:rect l="0" t="0" r="r" b="b"/>
            <a:pathLst>
              <a:path fill="none" w="4" h="5">
                <a:moveTo>
                  <a:pt x="2" y="0"/>
                </a:moveTo>
                <a:lnTo>
                  <a:pt x="2" y="1"/>
                </a:lnTo>
                <a:lnTo>
                  <a:pt x="2" y="3"/>
                </a:lnTo>
                <a:lnTo>
                  <a:pt x="0" y="3"/>
                </a:lnTo>
                <a:lnTo>
                  <a:pt x="2" y="4"/>
                </a:lnTo>
                <a:lnTo>
                  <a:pt x="2" y="5"/>
                </a:lnTo>
                <a:lnTo>
                  <a:pt x="3" y="5"/>
                </a:lnTo>
                <a:lnTo>
                  <a:pt x="4" y="5"/>
                </a:lnTo>
                <a:lnTo>
                  <a:pt x="4" y="4"/>
                </a:lnTo>
                <a:lnTo>
                  <a:pt x="4" y="3"/>
                </a:lnTo>
                <a:lnTo>
                  <a:pt x="3" y="1"/>
                </a:lnTo>
                <a:lnTo>
                  <a:pt x="2" y="0"/>
                </a:lnTo>
              </a:path>
            </a:pathLst>
          </a:custGeom>
          <a:ln w="6480">
            <a:solidFill>
              <a:srgbClr val="4A4A4A"/>
            </a:solidFill>
            <a:round/>
          </a:ln>
        </p:spPr>
        <p:txBody>
          <a:bodyPr lIns="3240" tIns="-1440" rIns="3240" bIns="-144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916" name=""/>
          <p:cNvSpPr/>
          <p:nvPr/>
        </p:nvSpPr>
        <p:spPr>
          <a:xfrm>
            <a:off x="5595840" y="1891080"/>
            <a:ext cx="360" cy="0"/>
          </a:xfrm>
          <a:prstGeom prst="line">
            <a:avLst/>
          </a:prstGeom>
          <a:ln w="6480">
            <a:solidFill>
              <a:srgbClr val="4A4A4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3240" tIns="-3240" rIns="3240" bIns="-324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917" name=""/>
          <p:cNvSpPr/>
          <p:nvPr/>
        </p:nvSpPr>
        <p:spPr>
          <a:xfrm flipV="1">
            <a:off x="5595840" y="1891080"/>
            <a:ext cx="360" cy="360"/>
          </a:xfrm>
          <a:prstGeom prst="line">
            <a:avLst/>
          </a:prstGeom>
          <a:ln w="6480">
            <a:solidFill>
              <a:srgbClr val="4A4A4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3240" tIns="-2880" rIns="3240" bIns="-288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918" name=""/>
          <p:cNvSpPr/>
          <p:nvPr/>
        </p:nvSpPr>
        <p:spPr>
          <a:xfrm flipV="1">
            <a:off x="5595480" y="1891080"/>
            <a:ext cx="0" cy="360"/>
          </a:xfrm>
          <a:prstGeom prst="line">
            <a:avLst/>
          </a:prstGeom>
          <a:ln w="6480">
            <a:solidFill>
              <a:srgbClr val="4A4A4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3240" tIns="-2880" rIns="3240" bIns="-288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919" name=""/>
          <p:cNvSpPr/>
          <p:nvPr/>
        </p:nvSpPr>
        <p:spPr>
          <a:xfrm>
            <a:off x="5595480" y="1891440"/>
            <a:ext cx="360" cy="0"/>
          </a:xfrm>
          <a:prstGeom prst="line">
            <a:avLst/>
          </a:prstGeom>
          <a:ln w="6480">
            <a:solidFill>
              <a:srgbClr val="4A4A4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3240" tIns="-3240" rIns="3240" bIns="-324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920" name=""/>
          <p:cNvSpPr/>
          <p:nvPr/>
        </p:nvSpPr>
        <p:spPr>
          <a:xfrm>
            <a:off x="5595840" y="1891080"/>
            <a:ext cx="360" cy="360"/>
          </a:xfrm>
          <a:custGeom>
            <a:avLst/>
            <a:gdLst/>
            <a:ahLst/>
            <a:rect l="0" t="0" r="r" b="b"/>
            <a:pathLst>
              <a:path fill="none" w="1" h="1">
                <a:moveTo>
                  <a:pt x="1" y="0"/>
                </a:moveTo>
                <a:lnTo>
                  <a:pt x="1" y="1"/>
                </a:lnTo>
                <a:lnTo>
                  <a:pt x="0" y="1"/>
                </a:lnTo>
              </a:path>
            </a:pathLst>
          </a:custGeom>
          <a:ln w="6480">
            <a:solidFill>
              <a:srgbClr val="4A4A4A"/>
            </a:solidFill>
            <a:round/>
          </a:ln>
        </p:spPr>
        <p:txBody>
          <a:bodyPr lIns="3240" tIns="-2880" rIns="3240" bIns="-288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921" name=""/>
          <p:cNvSpPr/>
          <p:nvPr/>
        </p:nvSpPr>
        <p:spPr>
          <a:xfrm flipH="1">
            <a:off x="5595480" y="1891440"/>
            <a:ext cx="360" cy="0"/>
          </a:xfrm>
          <a:prstGeom prst="line">
            <a:avLst/>
          </a:prstGeom>
          <a:ln w="6480">
            <a:solidFill>
              <a:srgbClr val="4A4A4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3240" tIns="-3240" rIns="3240" bIns="-324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922" name=""/>
          <p:cNvSpPr/>
          <p:nvPr/>
        </p:nvSpPr>
        <p:spPr>
          <a:xfrm>
            <a:off x="5595480" y="1891080"/>
            <a:ext cx="1440" cy="1440"/>
          </a:xfrm>
          <a:custGeom>
            <a:avLst/>
            <a:gdLst/>
            <a:ahLst/>
            <a:rect l="0" t="0" r="r" b="b"/>
            <a:pathLst>
              <a:path fill="none" w="4" h="4">
                <a:moveTo>
                  <a:pt x="3" y="0"/>
                </a:moveTo>
                <a:lnTo>
                  <a:pt x="4" y="0"/>
                </a:lnTo>
                <a:lnTo>
                  <a:pt x="4" y="2"/>
                </a:lnTo>
                <a:lnTo>
                  <a:pt x="3" y="2"/>
                </a:lnTo>
                <a:lnTo>
                  <a:pt x="1" y="4"/>
                </a:lnTo>
                <a:lnTo>
                  <a:pt x="0" y="4"/>
                </a:lnTo>
                <a:lnTo>
                  <a:pt x="0" y="2"/>
                </a:lnTo>
              </a:path>
            </a:pathLst>
          </a:custGeom>
          <a:ln w="6480">
            <a:solidFill>
              <a:srgbClr val="4A4A4A"/>
            </a:solidFill>
            <a:round/>
          </a:ln>
        </p:spPr>
        <p:txBody>
          <a:bodyPr lIns="3240" tIns="-1800" rIns="3240" bIns="-180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923" name=""/>
          <p:cNvSpPr/>
          <p:nvPr/>
        </p:nvSpPr>
        <p:spPr>
          <a:xfrm>
            <a:off x="5609880" y="1893240"/>
            <a:ext cx="360" cy="0"/>
          </a:xfrm>
          <a:prstGeom prst="line">
            <a:avLst/>
          </a:prstGeom>
          <a:ln w="6480">
            <a:solidFill>
              <a:srgbClr val="4A4A4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3240" tIns="-3240" rIns="3240" bIns="-324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924" name=""/>
          <p:cNvSpPr/>
          <p:nvPr/>
        </p:nvSpPr>
        <p:spPr>
          <a:xfrm>
            <a:off x="5609520" y="1892880"/>
            <a:ext cx="1080" cy="1440"/>
          </a:xfrm>
          <a:custGeom>
            <a:avLst/>
            <a:gdLst/>
            <a:ahLst/>
            <a:rect l="0" t="0" r="r" b="b"/>
            <a:pathLst>
              <a:path fill="none" w="3" h="4">
                <a:moveTo>
                  <a:pt x="3" y="2"/>
                </a:moveTo>
                <a:lnTo>
                  <a:pt x="3" y="4"/>
                </a:lnTo>
                <a:lnTo>
                  <a:pt x="2" y="4"/>
                </a:lnTo>
                <a:lnTo>
                  <a:pt x="0" y="4"/>
                </a:lnTo>
                <a:lnTo>
                  <a:pt x="0" y="2"/>
                </a:lnTo>
                <a:lnTo>
                  <a:pt x="2" y="2"/>
                </a:lnTo>
                <a:lnTo>
                  <a:pt x="2" y="0"/>
                </a:lnTo>
              </a:path>
            </a:pathLst>
          </a:custGeom>
          <a:ln w="6480">
            <a:solidFill>
              <a:srgbClr val="4A4A4A"/>
            </a:solidFill>
            <a:round/>
          </a:ln>
        </p:spPr>
        <p:txBody>
          <a:bodyPr lIns="3240" tIns="-1800" rIns="3240" bIns="-180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925" name=""/>
          <p:cNvSpPr/>
          <p:nvPr/>
        </p:nvSpPr>
        <p:spPr>
          <a:xfrm>
            <a:off x="5616720" y="1895040"/>
            <a:ext cx="360" cy="360"/>
          </a:xfrm>
          <a:custGeom>
            <a:avLst/>
            <a:gdLst/>
            <a:ahLst/>
            <a:rect l="0" t="0" r="r" b="b"/>
            <a:pathLst>
              <a:path fill="none" w="1" h="1">
                <a:moveTo>
                  <a:pt x="0" y="0"/>
                </a:moveTo>
                <a:lnTo>
                  <a:pt x="0" y="1"/>
                </a:lnTo>
                <a:lnTo>
                  <a:pt x="1" y="1"/>
                </a:lnTo>
              </a:path>
            </a:pathLst>
          </a:custGeom>
          <a:ln w="6480">
            <a:solidFill>
              <a:srgbClr val="4A4A4A"/>
            </a:solidFill>
            <a:round/>
          </a:ln>
        </p:spPr>
        <p:txBody>
          <a:bodyPr lIns="3240" tIns="-2880" rIns="3240" bIns="-288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926" name=""/>
          <p:cNvSpPr/>
          <p:nvPr/>
        </p:nvSpPr>
        <p:spPr>
          <a:xfrm>
            <a:off x="5616360" y="1895040"/>
            <a:ext cx="720" cy="1440"/>
          </a:xfrm>
          <a:custGeom>
            <a:avLst/>
            <a:gdLst/>
            <a:ahLst/>
            <a:rect l="0" t="0" r="r" b="b"/>
            <a:pathLst>
              <a:path fill="none" w="2" h="4">
                <a:moveTo>
                  <a:pt x="0" y="0"/>
                </a:moveTo>
                <a:lnTo>
                  <a:pt x="0" y="2"/>
                </a:lnTo>
                <a:lnTo>
                  <a:pt x="2" y="4"/>
                </a:lnTo>
                <a:lnTo>
                  <a:pt x="2" y="2"/>
                </a:lnTo>
              </a:path>
            </a:pathLst>
          </a:custGeom>
          <a:ln w="6480">
            <a:solidFill>
              <a:srgbClr val="4A4A4A"/>
            </a:solidFill>
            <a:round/>
          </a:ln>
        </p:spPr>
        <p:txBody>
          <a:bodyPr lIns="3240" tIns="-1800" rIns="3240" bIns="-180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927" name=""/>
          <p:cNvSpPr/>
          <p:nvPr/>
        </p:nvSpPr>
        <p:spPr>
          <a:xfrm>
            <a:off x="5537880" y="1904400"/>
            <a:ext cx="0" cy="0"/>
          </a:xfrm>
          <a:custGeom>
            <a:avLst/>
            <a:gdLst/>
            <a:ahLst/>
            <a:rect l="0" t="0" r="r" b="b"/>
            <a:pathLst>
              <a:path fill="none" w="0" h="0">
                <a:moveTo>
                  <a:pt x="0" y="0"/>
                </a:moveTo>
              </a:path>
            </a:pathLst>
          </a:custGeom>
          <a:ln w="6480">
            <a:solidFill>
              <a:srgbClr val="4A4A4A"/>
            </a:solidFill>
            <a:round/>
          </a:ln>
        </p:spPr>
        <p:txBody>
          <a:bodyPr lIns="3240" tIns="-3240" rIns="3240" bIns="-324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928" name=""/>
          <p:cNvSpPr/>
          <p:nvPr/>
        </p:nvSpPr>
        <p:spPr>
          <a:xfrm>
            <a:off x="5536080" y="1904040"/>
            <a:ext cx="2520" cy="1800"/>
          </a:xfrm>
          <a:custGeom>
            <a:avLst/>
            <a:gdLst/>
            <a:ahLst/>
            <a:rect l="0" t="0" r="r" b="b"/>
            <a:pathLst>
              <a:path fill="none" w="7" h="5">
                <a:moveTo>
                  <a:pt x="5" y="2"/>
                </a:moveTo>
                <a:lnTo>
                  <a:pt x="4" y="2"/>
                </a:lnTo>
                <a:lnTo>
                  <a:pt x="2" y="3"/>
                </a:lnTo>
                <a:lnTo>
                  <a:pt x="1" y="3"/>
                </a:lnTo>
                <a:lnTo>
                  <a:pt x="0" y="4"/>
                </a:lnTo>
                <a:lnTo>
                  <a:pt x="0" y="5"/>
                </a:lnTo>
                <a:lnTo>
                  <a:pt x="1" y="5"/>
                </a:lnTo>
                <a:lnTo>
                  <a:pt x="2" y="5"/>
                </a:lnTo>
                <a:lnTo>
                  <a:pt x="4" y="5"/>
                </a:lnTo>
                <a:lnTo>
                  <a:pt x="5" y="3"/>
                </a:lnTo>
                <a:lnTo>
                  <a:pt x="6" y="3"/>
                </a:lnTo>
                <a:lnTo>
                  <a:pt x="7" y="3"/>
                </a:lnTo>
                <a:lnTo>
                  <a:pt x="7" y="2"/>
                </a:lnTo>
                <a:lnTo>
                  <a:pt x="6" y="0"/>
                </a:lnTo>
                <a:lnTo>
                  <a:pt x="6" y="2"/>
                </a:lnTo>
              </a:path>
            </a:pathLst>
          </a:custGeom>
          <a:ln w="6480">
            <a:solidFill>
              <a:srgbClr val="4A4A4A"/>
            </a:solidFill>
            <a:round/>
          </a:ln>
        </p:spPr>
        <p:txBody>
          <a:bodyPr lIns="3240" tIns="-1440" rIns="3240" bIns="-144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929" name=""/>
          <p:cNvSpPr/>
          <p:nvPr/>
        </p:nvSpPr>
        <p:spPr>
          <a:xfrm>
            <a:off x="5502240" y="1908720"/>
            <a:ext cx="720" cy="720"/>
          </a:xfrm>
          <a:custGeom>
            <a:avLst/>
            <a:gdLst/>
            <a:ahLst/>
            <a:rect l="0" t="0" r="r" b="b"/>
            <a:pathLst>
              <a:path fill="none" w="2" h="2">
                <a:moveTo>
                  <a:pt x="0" y="0"/>
                </a:moveTo>
                <a:lnTo>
                  <a:pt x="2" y="0"/>
                </a:lnTo>
                <a:lnTo>
                  <a:pt x="2" y="2"/>
                </a:lnTo>
                <a:lnTo>
                  <a:pt x="0" y="2"/>
                </a:lnTo>
                <a:lnTo>
                  <a:pt x="0" y="0"/>
                </a:lnTo>
              </a:path>
            </a:pathLst>
          </a:custGeom>
          <a:ln w="6480">
            <a:solidFill>
              <a:srgbClr val="4A4A4A"/>
            </a:solidFill>
            <a:round/>
          </a:ln>
        </p:spPr>
        <p:txBody>
          <a:bodyPr lIns="3240" tIns="-2520" rIns="3240" bIns="-25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930" name=""/>
          <p:cNvSpPr/>
          <p:nvPr/>
        </p:nvSpPr>
        <p:spPr>
          <a:xfrm>
            <a:off x="5514840" y="1908360"/>
            <a:ext cx="360" cy="360"/>
          </a:xfrm>
          <a:custGeom>
            <a:avLst/>
            <a:gdLst/>
            <a:ahLst/>
            <a:rect l="0" t="0" r="r" b="b"/>
            <a:pathLst>
              <a:path fill="none" w="1" h="1">
                <a:moveTo>
                  <a:pt x="1" y="1"/>
                </a:moveTo>
                <a:lnTo>
                  <a:pt x="1" y="0"/>
                </a:lnTo>
                <a:lnTo>
                  <a:pt x="0" y="0"/>
                </a:lnTo>
                <a:lnTo>
                  <a:pt x="0" y="1"/>
                </a:lnTo>
                <a:lnTo>
                  <a:pt x="1" y="1"/>
                </a:lnTo>
              </a:path>
            </a:pathLst>
          </a:custGeom>
          <a:ln w="6480">
            <a:solidFill>
              <a:srgbClr val="4A4A4A"/>
            </a:solidFill>
            <a:round/>
          </a:ln>
        </p:spPr>
        <p:txBody>
          <a:bodyPr lIns="3240" tIns="-2880" rIns="3240" bIns="-288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931" name=""/>
          <p:cNvSpPr/>
          <p:nvPr/>
        </p:nvSpPr>
        <p:spPr>
          <a:xfrm>
            <a:off x="5605560" y="1899720"/>
            <a:ext cx="360" cy="360"/>
          </a:xfrm>
          <a:custGeom>
            <a:avLst/>
            <a:gdLst/>
            <a:ahLst/>
            <a:rect l="0" t="0" r="r" b="b"/>
            <a:pathLst>
              <a:path fill="none" w="1" h="1">
                <a:moveTo>
                  <a:pt x="0" y="1"/>
                </a:moveTo>
                <a:lnTo>
                  <a:pt x="0" y="0"/>
                </a:lnTo>
                <a:lnTo>
                  <a:pt x="1" y="0"/>
                </a:lnTo>
              </a:path>
            </a:pathLst>
          </a:custGeom>
          <a:ln w="6480">
            <a:solidFill>
              <a:srgbClr val="4A4A4A"/>
            </a:solidFill>
            <a:round/>
          </a:ln>
        </p:spPr>
        <p:txBody>
          <a:bodyPr lIns="3240" tIns="-2880" rIns="3240" bIns="-288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932" name=""/>
          <p:cNvSpPr/>
          <p:nvPr/>
        </p:nvSpPr>
        <p:spPr>
          <a:xfrm>
            <a:off x="5515560" y="1908720"/>
            <a:ext cx="360" cy="0"/>
          </a:xfrm>
          <a:prstGeom prst="line">
            <a:avLst/>
          </a:prstGeom>
          <a:ln w="6480">
            <a:solidFill>
              <a:srgbClr val="4A4A4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3240" tIns="-3240" rIns="3240" bIns="-324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933" name=""/>
          <p:cNvSpPr/>
          <p:nvPr/>
        </p:nvSpPr>
        <p:spPr>
          <a:xfrm>
            <a:off x="5605920" y="1899720"/>
            <a:ext cx="720" cy="720"/>
          </a:xfrm>
          <a:custGeom>
            <a:avLst/>
            <a:gdLst/>
            <a:ahLst/>
            <a:rect l="0" t="0" r="r" b="b"/>
            <a:pathLst>
              <a:path fill="none" w="2" h="2">
                <a:moveTo>
                  <a:pt x="2" y="0"/>
                </a:moveTo>
                <a:lnTo>
                  <a:pt x="2" y="2"/>
                </a:lnTo>
                <a:lnTo>
                  <a:pt x="0" y="2"/>
                </a:lnTo>
              </a:path>
            </a:pathLst>
          </a:custGeom>
          <a:ln w="6480">
            <a:solidFill>
              <a:srgbClr val="4A4A4A"/>
            </a:solidFill>
            <a:round/>
          </a:ln>
        </p:spPr>
        <p:txBody>
          <a:bodyPr lIns="3240" tIns="-2520" rIns="3240" bIns="-25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934" name=""/>
          <p:cNvSpPr/>
          <p:nvPr/>
        </p:nvSpPr>
        <p:spPr>
          <a:xfrm flipV="1">
            <a:off x="5605560" y="1900080"/>
            <a:ext cx="0" cy="360"/>
          </a:xfrm>
          <a:prstGeom prst="line">
            <a:avLst/>
          </a:prstGeom>
          <a:ln w="6480">
            <a:solidFill>
              <a:srgbClr val="4A4A4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3240" tIns="-2880" rIns="3240" bIns="-288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935" name=""/>
          <p:cNvSpPr/>
          <p:nvPr/>
        </p:nvSpPr>
        <p:spPr>
          <a:xfrm>
            <a:off x="5499000" y="1910160"/>
            <a:ext cx="360" cy="0"/>
          </a:xfrm>
          <a:prstGeom prst="line">
            <a:avLst/>
          </a:prstGeom>
          <a:ln w="6480">
            <a:solidFill>
              <a:srgbClr val="4A4A4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3240" tIns="-3240" rIns="3240" bIns="-324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936" name=""/>
          <p:cNvSpPr/>
          <p:nvPr/>
        </p:nvSpPr>
        <p:spPr>
          <a:xfrm>
            <a:off x="5514480" y="1908360"/>
            <a:ext cx="1800" cy="1440"/>
          </a:xfrm>
          <a:custGeom>
            <a:avLst/>
            <a:gdLst/>
            <a:ahLst/>
            <a:rect l="0" t="0" r="r" b="b"/>
            <a:pathLst>
              <a:path fill="none" w="5" h="4">
                <a:moveTo>
                  <a:pt x="0" y="0"/>
                </a:moveTo>
                <a:lnTo>
                  <a:pt x="1" y="0"/>
                </a:lnTo>
                <a:lnTo>
                  <a:pt x="2" y="0"/>
                </a:lnTo>
                <a:lnTo>
                  <a:pt x="3" y="0"/>
                </a:lnTo>
                <a:lnTo>
                  <a:pt x="5" y="0"/>
                </a:lnTo>
                <a:lnTo>
                  <a:pt x="5" y="2"/>
                </a:lnTo>
                <a:lnTo>
                  <a:pt x="3" y="4"/>
                </a:lnTo>
                <a:lnTo>
                  <a:pt x="2" y="4"/>
                </a:lnTo>
                <a:lnTo>
                  <a:pt x="1" y="4"/>
                </a:lnTo>
                <a:lnTo>
                  <a:pt x="1" y="2"/>
                </a:lnTo>
                <a:lnTo>
                  <a:pt x="0" y="2"/>
                </a:lnTo>
                <a:lnTo>
                  <a:pt x="0" y="0"/>
                </a:lnTo>
              </a:path>
            </a:pathLst>
          </a:custGeom>
          <a:ln w="6480">
            <a:solidFill>
              <a:srgbClr val="4A4A4A"/>
            </a:solidFill>
            <a:round/>
          </a:ln>
        </p:spPr>
        <p:txBody>
          <a:bodyPr lIns="3240" tIns="-1800" rIns="3240" bIns="-180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937" name=""/>
          <p:cNvSpPr/>
          <p:nvPr/>
        </p:nvSpPr>
        <p:spPr>
          <a:xfrm>
            <a:off x="5605560" y="1900440"/>
            <a:ext cx="360" cy="360"/>
          </a:xfrm>
          <a:custGeom>
            <a:avLst/>
            <a:gdLst/>
            <a:ahLst/>
            <a:rect l="0" t="0" r="r" b="b"/>
            <a:pathLst>
              <a:path fill="none" w="1" h="1">
                <a:moveTo>
                  <a:pt x="1" y="0"/>
                </a:moveTo>
                <a:lnTo>
                  <a:pt x="1" y="1"/>
                </a:lnTo>
                <a:lnTo>
                  <a:pt x="0" y="1"/>
                </a:lnTo>
                <a:lnTo>
                  <a:pt x="0" y="0"/>
                </a:lnTo>
              </a:path>
            </a:pathLst>
          </a:custGeom>
          <a:ln w="6480">
            <a:solidFill>
              <a:srgbClr val="4A4A4A"/>
            </a:solidFill>
            <a:round/>
          </a:ln>
        </p:spPr>
        <p:txBody>
          <a:bodyPr lIns="3240" tIns="-2880" rIns="3240" bIns="-288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938" name=""/>
          <p:cNvSpPr/>
          <p:nvPr/>
        </p:nvSpPr>
        <p:spPr>
          <a:xfrm>
            <a:off x="5499360" y="1910520"/>
            <a:ext cx="360" cy="360"/>
          </a:xfrm>
          <a:custGeom>
            <a:avLst/>
            <a:gdLst/>
            <a:ahLst/>
            <a:rect l="0" t="0" r="r" b="b"/>
            <a:pathLst>
              <a:path fill="none" w="1" h="1">
                <a:moveTo>
                  <a:pt x="1" y="0"/>
                </a:moveTo>
                <a:lnTo>
                  <a:pt x="0" y="1"/>
                </a:lnTo>
                <a:lnTo>
                  <a:pt x="1" y="1"/>
                </a:lnTo>
                <a:lnTo>
                  <a:pt x="1" y="0"/>
                </a:lnTo>
              </a:path>
            </a:pathLst>
          </a:custGeom>
          <a:ln w="6480">
            <a:solidFill>
              <a:srgbClr val="4A4A4A"/>
            </a:solidFill>
            <a:round/>
          </a:ln>
        </p:spPr>
        <p:txBody>
          <a:bodyPr lIns="3240" tIns="-2880" rIns="3240" bIns="-288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939" name=""/>
          <p:cNvSpPr/>
          <p:nvPr/>
        </p:nvSpPr>
        <p:spPr>
          <a:xfrm>
            <a:off x="5499360" y="1910520"/>
            <a:ext cx="1440" cy="720"/>
          </a:xfrm>
          <a:custGeom>
            <a:avLst/>
            <a:gdLst/>
            <a:ahLst/>
            <a:rect l="0" t="0" r="r" b="b"/>
            <a:pathLst>
              <a:path fill="none" w="4" h="2">
                <a:moveTo>
                  <a:pt x="0" y="2"/>
                </a:moveTo>
                <a:lnTo>
                  <a:pt x="2" y="2"/>
                </a:lnTo>
                <a:lnTo>
                  <a:pt x="4" y="0"/>
                </a:lnTo>
                <a:lnTo>
                  <a:pt x="2" y="0"/>
                </a:lnTo>
                <a:lnTo>
                  <a:pt x="0" y="0"/>
                </a:lnTo>
                <a:lnTo>
                  <a:pt x="0" y="2"/>
                </a:lnTo>
              </a:path>
            </a:pathLst>
          </a:custGeom>
          <a:ln w="6480">
            <a:solidFill>
              <a:srgbClr val="4A4A4A"/>
            </a:solidFill>
            <a:round/>
          </a:ln>
        </p:spPr>
        <p:txBody>
          <a:bodyPr lIns="3240" tIns="-2520" rIns="3240" bIns="-25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940" name=""/>
          <p:cNvSpPr/>
          <p:nvPr/>
        </p:nvSpPr>
        <p:spPr>
          <a:xfrm>
            <a:off x="5562360" y="1905120"/>
            <a:ext cx="1080" cy="1440"/>
          </a:xfrm>
          <a:custGeom>
            <a:avLst/>
            <a:gdLst/>
            <a:ahLst/>
            <a:rect l="0" t="0" r="r" b="b"/>
            <a:pathLst>
              <a:path fill="none" w="3" h="4">
                <a:moveTo>
                  <a:pt x="1" y="4"/>
                </a:moveTo>
                <a:lnTo>
                  <a:pt x="0" y="4"/>
                </a:lnTo>
                <a:lnTo>
                  <a:pt x="0" y="2"/>
                </a:lnTo>
                <a:lnTo>
                  <a:pt x="1" y="2"/>
                </a:lnTo>
                <a:lnTo>
                  <a:pt x="3" y="0"/>
                </a:lnTo>
                <a:lnTo>
                  <a:pt x="3" y="2"/>
                </a:lnTo>
                <a:lnTo>
                  <a:pt x="1" y="2"/>
                </a:lnTo>
                <a:lnTo>
                  <a:pt x="1" y="4"/>
                </a:lnTo>
              </a:path>
            </a:pathLst>
          </a:custGeom>
          <a:ln w="6480">
            <a:solidFill>
              <a:srgbClr val="4A4A4A"/>
            </a:solidFill>
            <a:round/>
          </a:ln>
        </p:spPr>
        <p:txBody>
          <a:bodyPr lIns="3240" tIns="-1800" rIns="3240" bIns="-180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941" name=""/>
          <p:cNvSpPr/>
          <p:nvPr/>
        </p:nvSpPr>
        <p:spPr>
          <a:xfrm>
            <a:off x="5497560" y="1910520"/>
            <a:ext cx="1080" cy="1080"/>
          </a:xfrm>
          <a:custGeom>
            <a:avLst/>
            <a:gdLst/>
            <a:ahLst/>
            <a:rect l="0" t="0" r="r" b="b"/>
            <a:pathLst>
              <a:path fill="none" w="3" h="3">
                <a:moveTo>
                  <a:pt x="0" y="3"/>
                </a:moveTo>
                <a:lnTo>
                  <a:pt x="0" y="1"/>
                </a:lnTo>
                <a:lnTo>
                  <a:pt x="1" y="1"/>
                </a:lnTo>
                <a:lnTo>
                  <a:pt x="1" y="0"/>
                </a:lnTo>
                <a:lnTo>
                  <a:pt x="3" y="0"/>
                </a:lnTo>
                <a:lnTo>
                  <a:pt x="3" y="1"/>
                </a:lnTo>
                <a:lnTo>
                  <a:pt x="1" y="1"/>
                </a:lnTo>
                <a:lnTo>
                  <a:pt x="1" y="3"/>
                </a:lnTo>
                <a:lnTo>
                  <a:pt x="0" y="3"/>
                </a:lnTo>
              </a:path>
            </a:pathLst>
          </a:custGeom>
          <a:ln w="6480">
            <a:solidFill>
              <a:srgbClr val="4A4A4A"/>
            </a:solidFill>
            <a:round/>
          </a:ln>
        </p:spPr>
        <p:txBody>
          <a:bodyPr lIns="3240" tIns="-2160" rIns="3240" bIns="-21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942" name=""/>
          <p:cNvSpPr/>
          <p:nvPr/>
        </p:nvSpPr>
        <p:spPr>
          <a:xfrm>
            <a:off x="5545080" y="1906920"/>
            <a:ext cx="1440" cy="720"/>
          </a:xfrm>
          <a:custGeom>
            <a:avLst/>
            <a:gdLst/>
            <a:ahLst/>
            <a:rect l="0" t="0" r="r" b="b"/>
            <a:pathLst>
              <a:path fill="none" w="4" h="2">
                <a:moveTo>
                  <a:pt x="4" y="0"/>
                </a:moveTo>
                <a:lnTo>
                  <a:pt x="2" y="0"/>
                </a:lnTo>
                <a:lnTo>
                  <a:pt x="0" y="0"/>
                </a:lnTo>
                <a:lnTo>
                  <a:pt x="2" y="0"/>
                </a:lnTo>
                <a:lnTo>
                  <a:pt x="2" y="2"/>
                </a:lnTo>
                <a:lnTo>
                  <a:pt x="4" y="2"/>
                </a:lnTo>
              </a:path>
            </a:pathLst>
          </a:custGeom>
          <a:ln w="6480">
            <a:solidFill>
              <a:srgbClr val="4A4A4A"/>
            </a:solidFill>
            <a:round/>
          </a:ln>
        </p:spPr>
        <p:txBody>
          <a:bodyPr lIns="3240" tIns="-2520" rIns="3240" bIns="-25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943" name=""/>
          <p:cNvSpPr/>
          <p:nvPr/>
        </p:nvSpPr>
        <p:spPr>
          <a:xfrm>
            <a:off x="5543280" y="1906920"/>
            <a:ext cx="1800" cy="1080"/>
          </a:xfrm>
          <a:custGeom>
            <a:avLst/>
            <a:gdLst/>
            <a:ahLst/>
            <a:rect l="0" t="0" r="r" b="b"/>
            <a:pathLst>
              <a:path fill="none" w="5" h="3">
                <a:moveTo>
                  <a:pt x="3" y="0"/>
                </a:moveTo>
                <a:lnTo>
                  <a:pt x="2" y="0"/>
                </a:lnTo>
                <a:lnTo>
                  <a:pt x="0" y="0"/>
                </a:lnTo>
                <a:lnTo>
                  <a:pt x="0" y="1"/>
                </a:lnTo>
                <a:lnTo>
                  <a:pt x="0" y="3"/>
                </a:lnTo>
                <a:lnTo>
                  <a:pt x="2" y="3"/>
                </a:lnTo>
                <a:lnTo>
                  <a:pt x="3" y="3"/>
                </a:lnTo>
                <a:lnTo>
                  <a:pt x="2" y="3"/>
                </a:lnTo>
                <a:lnTo>
                  <a:pt x="2" y="1"/>
                </a:lnTo>
                <a:lnTo>
                  <a:pt x="3" y="1"/>
                </a:lnTo>
                <a:lnTo>
                  <a:pt x="5" y="1"/>
                </a:lnTo>
                <a:lnTo>
                  <a:pt x="5" y="0"/>
                </a:lnTo>
                <a:lnTo>
                  <a:pt x="3" y="0"/>
                </a:lnTo>
              </a:path>
            </a:pathLst>
          </a:custGeom>
          <a:ln w="6480">
            <a:solidFill>
              <a:srgbClr val="4A4A4A"/>
            </a:solidFill>
            <a:round/>
          </a:ln>
        </p:spPr>
        <p:txBody>
          <a:bodyPr lIns="3240" tIns="-2160" rIns="3240" bIns="-21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944" name=""/>
          <p:cNvSpPr/>
          <p:nvPr/>
        </p:nvSpPr>
        <p:spPr>
          <a:xfrm>
            <a:off x="5507280" y="1910880"/>
            <a:ext cx="0" cy="0"/>
          </a:xfrm>
          <a:custGeom>
            <a:avLst/>
            <a:gdLst/>
            <a:ahLst/>
            <a:rect l="0" t="0" r="r" b="b"/>
            <a:pathLst>
              <a:path fill="none" w="0" h="0">
                <a:moveTo>
                  <a:pt x="0" y="0"/>
                </a:moveTo>
              </a:path>
            </a:pathLst>
          </a:custGeom>
          <a:ln w="6480">
            <a:solidFill>
              <a:srgbClr val="4A4A4A"/>
            </a:solidFill>
            <a:round/>
          </a:ln>
        </p:spPr>
        <p:txBody>
          <a:bodyPr lIns="3240" tIns="-3240" rIns="3240" bIns="-324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945" name=""/>
          <p:cNvSpPr/>
          <p:nvPr/>
        </p:nvSpPr>
        <p:spPr>
          <a:xfrm>
            <a:off x="5544720" y="1907280"/>
            <a:ext cx="360" cy="360"/>
          </a:xfrm>
          <a:custGeom>
            <a:avLst/>
            <a:gdLst/>
            <a:ahLst/>
            <a:rect l="0" t="0" r="r" b="b"/>
            <a:pathLst>
              <a:path fill="none" w="1" h="1">
                <a:moveTo>
                  <a:pt x="1" y="1"/>
                </a:moveTo>
                <a:lnTo>
                  <a:pt x="0" y="1"/>
                </a:lnTo>
                <a:lnTo>
                  <a:pt x="0" y="0"/>
                </a:lnTo>
                <a:lnTo>
                  <a:pt x="1" y="0"/>
                </a:lnTo>
                <a:lnTo>
                  <a:pt x="1" y="1"/>
                </a:lnTo>
              </a:path>
            </a:pathLst>
          </a:custGeom>
          <a:ln w="6480">
            <a:solidFill>
              <a:srgbClr val="4A4A4A"/>
            </a:solidFill>
            <a:round/>
          </a:ln>
        </p:spPr>
        <p:txBody>
          <a:bodyPr lIns="3240" tIns="-2880" rIns="3240" bIns="-288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946" name=""/>
          <p:cNvSpPr/>
          <p:nvPr/>
        </p:nvSpPr>
        <p:spPr>
          <a:xfrm>
            <a:off x="5498280" y="1911240"/>
            <a:ext cx="1080" cy="720"/>
          </a:xfrm>
          <a:custGeom>
            <a:avLst/>
            <a:gdLst/>
            <a:ahLst/>
            <a:rect l="0" t="0" r="r" b="b"/>
            <a:pathLst>
              <a:path fill="none" w="3" h="2">
                <a:moveTo>
                  <a:pt x="0" y="0"/>
                </a:moveTo>
                <a:lnTo>
                  <a:pt x="1" y="0"/>
                </a:lnTo>
                <a:lnTo>
                  <a:pt x="3" y="0"/>
                </a:lnTo>
                <a:lnTo>
                  <a:pt x="3" y="2"/>
                </a:lnTo>
                <a:lnTo>
                  <a:pt x="1" y="2"/>
                </a:lnTo>
                <a:lnTo>
                  <a:pt x="0" y="2"/>
                </a:lnTo>
                <a:lnTo>
                  <a:pt x="0" y="0"/>
                </a:lnTo>
              </a:path>
            </a:pathLst>
          </a:custGeom>
          <a:ln w="6480">
            <a:solidFill>
              <a:srgbClr val="4A4A4A"/>
            </a:solidFill>
            <a:round/>
          </a:ln>
        </p:spPr>
        <p:txBody>
          <a:bodyPr lIns="3240" tIns="-2520" rIns="3240" bIns="-25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947" name=""/>
          <p:cNvSpPr/>
          <p:nvPr/>
        </p:nvSpPr>
        <p:spPr>
          <a:xfrm>
            <a:off x="5545080" y="1907640"/>
            <a:ext cx="360" cy="0"/>
          </a:xfrm>
          <a:prstGeom prst="line">
            <a:avLst/>
          </a:prstGeom>
          <a:ln w="6480">
            <a:solidFill>
              <a:srgbClr val="4A4A4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3240" tIns="-3240" rIns="3240" bIns="-324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948" name=""/>
          <p:cNvSpPr/>
          <p:nvPr/>
        </p:nvSpPr>
        <p:spPr>
          <a:xfrm>
            <a:off x="5561640" y="1905120"/>
            <a:ext cx="2520" cy="1440"/>
          </a:xfrm>
          <a:custGeom>
            <a:avLst/>
            <a:gdLst/>
            <a:ahLst/>
            <a:rect l="0" t="0" r="r" b="b"/>
            <a:pathLst>
              <a:path fill="none" w="7" h="4">
                <a:moveTo>
                  <a:pt x="2" y="4"/>
                </a:moveTo>
                <a:lnTo>
                  <a:pt x="0" y="4"/>
                </a:lnTo>
                <a:lnTo>
                  <a:pt x="2" y="3"/>
                </a:lnTo>
                <a:lnTo>
                  <a:pt x="3" y="1"/>
                </a:lnTo>
                <a:lnTo>
                  <a:pt x="3" y="0"/>
                </a:lnTo>
                <a:lnTo>
                  <a:pt x="5" y="0"/>
                </a:lnTo>
                <a:lnTo>
                  <a:pt x="7" y="0"/>
                </a:lnTo>
                <a:lnTo>
                  <a:pt x="7" y="1"/>
                </a:lnTo>
                <a:lnTo>
                  <a:pt x="5" y="3"/>
                </a:lnTo>
                <a:lnTo>
                  <a:pt x="4" y="3"/>
                </a:lnTo>
                <a:lnTo>
                  <a:pt x="3" y="3"/>
                </a:lnTo>
                <a:lnTo>
                  <a:pt x="3" y="4"/>
                </a:lnTo>
                <a:lnTo>
                  <a:pt x="2" y="4"/>
                </a:lnTo>
              </a:path>
            </a:pathLst>
          </a:custGeom>
          <a:ln w="6480">
            <a:solidFill>
              <a:srgbClr val="4A4A4A"/>
            </a:solidFill>
            <a:round/>
          </a:ln>
        </p:spPr>
        <p:txBody>
          <a:bodyPr lIns="3240" tIns="-1800" rIns="3240" bIns="-180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949" name=""/>
          <p:cNvSpPr/>
          <p:nvPr/>
        </p:nvSpPr>
        <p:spPr>
          <a:xfrm>
            <a:off x="5545440" y="1907640"/>
            <a:ext cx="0" cy="360"/>
          </a:xfrm>
          <a:prstGeom prst="line">
            <a:avLst/>
          </a:prstGeom>
          <a:ln w="6480">
            <a:solidFill>
              <a:srgbClr val="4A4A4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3240" tIns="-2880" rIns="3240" bIns="-288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950" name=""/>
          <p:cNvSpPr/>
          <p:nvPr/>
        </p:nvSpPr>
        <p:spPr>
          <a:xfrm>
            <a:off x="5509440" y="1910880"/>
            <a:ext cx="360" cy="0"/>
          </a:xfrm>
          <a:prstGeom prst="line">
            <a:avLst/>
          </a:prstGeom>
          <a:ln w="6480">
            <a:solidFill>
              <a:srgbClr val="4A4A4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3240" tIns="-3240" rIns="3240" bIns="-324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951" name=""/>
          <p:cNvSpPr/>
          <p:nvPr/>
        </p:nvSpPr>
        <p:spPr>
          <a:xfrm>
            <a:off x="5507640" y="1910880"/>
            <a:ext cx="360" cy="360"/>
          </a:xfrm>
          <a:custGeom>
            <a:avLst/>
            <a:gdLst/>
            <a:ahLst/>
            <a:rect l="0" t="0" r="r" b="b"/>
            <a:pathLst>
              <a:path fill="none" w="1" h="1">
                <a:moveTo>
                  <a:pt x="1" y="1"/>
                </a:moveTo>
                <a:lnTo>
                  <a:pt x="1" y="0"/>
                </a:lnTo>
                <a:lnTo>
                  <a:pt x="0" y="1"/>
                </a:lnTo>
                <a:lnTo>
                  <a:pt x="1" y="1"/>
                </a:lnTo>
              </a:path>
            </a:pathLst>
          </a:custGeom>
          <a:ln w="6480">
            <a:solidFill>
              <a:srgbClr val="4A4A4A"/>
            </a:solidFill>
            <a:round/>
          </a:ln>
        </p:spPr>
        <p:txBody>
          <a:bodyPr lIns="3240" tIns="-2880" rIns="3240" bIns="-288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952" name=""/>
          <p:cNvSpPr/>
          <p:nvPr/>
        </p:nvSpPr>
        <p:spPr>
          <a:xfrm>
            <a:off x="5508000" y="1911240"/>
            <a:ext cx="360" cy="0"/>
          </a:xfrm>
          <a:prstGeom prst="line">
            <a:avLst/>
          </a:prstGeom>
          <a:ln w="6480">
            <a:solidFill>
              <a:srgbClr val="4A4A4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3240" tIns="-3240" rIns="3240" bIns="-324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953" name=""/>
          <p:cNvSpPr/>
          <p:nvPr/>
        </p:nvSpPr>
        <p:spPr>
          <a:xfrm>
            <a:off x="5506920" y="1910160"/>
            <a:ext cx="3240" cy="1800"/>
          </a:xfrm>
          <a:custGeom>
            <a:avLst/>
            <a:gdLst/>
            <a:ahLst/>
            <a:rect l="0" t="0" r="r" b="b"/>
            <a:pathLst>
              <a:path fill="none" w="9" h="5">
                <a:moveTo>
                  <a:pt x="1" y="2"/>
                </a:moveTo>
                <a:lnTo>
                  <a:pt x="3" y="2"/>
                </a:lnTo>
                <a:lnTo>
                  <a:pt x="4" y="2"/>
                </a:lnTo>
                <a:lnTo>
                  <a:pt x="5" y="0"/>
                </a:lnTo>
                <a:lnTo>
                  <a:pt x="6" y="0"/>
                </a:lnTo>
                <a:lnTo>
                  <a:pt x="7" y="2"/>
                </a:lnTo>
                <a:lnTo>
                  <a:pt x="8" y="2"/>
                </a:lnTo>
                <a:lnTo>
                  <a:pt x="9" y="2"/>
                </a:lnTo>
                <a:lnTo>
                  <a:pt x="9" y="3"/>
                </a:lnTo>
                <a:lnTo>
                  <a:pt x="9" y="5"/>
                </a:lnTo>
                <a:lnTo>
                  <a:pt x="7" y="5"/>
                </a:lnTo>
                <a:lnTo>
                  <a:pt x="6" y="5"/>
                </a:lnTo>
                <a:lnTo>
                  <a:pt x="5" y="5"/>
                </a:lnTo>
                <a:lnTo>
                  <a:pt x="4" y="5"/>
                </a:lnTo>
                <a:lnTo>
                  <a:pt x="3" y="5"/>
                </a:lnTo>
                <a:lnTo>
                  <a:pt x="1" y="5"/>
                </a:lnTo>
                <a:lnTo>
                  <a:pt x="1" y="3"/>
                </a:lnTo>
                <a:lnTo>
                  <a:pt x="0" y="3"/>
                </a:lnTo>
                <a:lnTo>
                  <a:pt x="0" y="2"/>
                </a:lnTo>
              </a:path>
            </a:pathLst>
          </a:custGeom>
          <a:ln w="6480">
            <a:solidFill>
              <a:srgbClr val="4A4A4A"/>
            </a:solidFill>
            <a:round/>
          </a:ln>
        </p:spPr>
        <p:txBody>
          <a:bodyPr lIns="3240" tIns="-1440" rIns="3240" bIns="-144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954" name=""/>
          <p:cNvSpPr/>
          <p:nvPr/>
        </p:nvSpPr>
        <p:spPr>
          <a:xfrm>
            <a:off x="5545440" y="1908000"/>
            <a:ext cx="360" cy="360"/>
          </a:xfrm>
          <a:custGeom>
            <a:avLst/>
            <a:gdLst/>
            <a:ahLst/>
            <a:rect l="0" t="0" r="r" b="b"/>
            <a:pathLst>
              <a:path fill="none" w="1" h="1">
                <a:moveTo>
                  <a:pt x="1" y="0"/>
                </a:moveTo>
                <a:lnTo>
                  <a:pt x="0" y="0"/>
                </a:lnTo>
                <a:lnTo>
                  <a:pt x="1" y="1"/>
                </a:lnTo>
              </a:path>
            </a:pathLst>
          </a:custGeom>
          <a:ln w="6480">
            <a:solidFill>
              <a:srgbClr val="4A4A4A"/>
            </a:solidFill>
            <a:round/>
          </a:ln>
        </p:spPr>
        <p:txBody>
          <a:bodyPr lIns="3240" tIns="-2880" rIns="3240" bIns="-288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955" name=""/>
          <p:cNvSpPr/>
          <p:nvPr/>
        </p:nvSpPr>
        <p:spPr>
          <a:xfrm>
            <a:off x="5545800" y="1908000"/>
            <a:ext cx="360" cy="360"/>
          </a:xfrm>
          <a:custGeom>
            <a:avLst/>
            <a:gdLst/>
            <a:ahLst/>
            <a:rect l="0" t="0" r="r" b="b"/>
            <a:pathLst>
              <a:path fill="none" w="1" h="1">
                <a:moveTo>
                  <a:pt x="0" y="1"/>
                </a:moveTo>
                <a:lnTo>
                  <a:pt x="1" y="1"/>
                </a:lnTo>
                <a:lnTo>
                  <a:pt x="1" y="0"/>
                </a:lnTo>
                <a:lnTo>
                  <a:pt x="0" y="0"/>
                </a:lnTo>
              </a:path>
            </a:pathLst>
          </a:custGeom>
          <a:ln w="6480">
            <a:solidFill>
              <a:srgbClr val="4A4A4A"/>
            </a:solidFill>
            <a:round/>
          </a:ln>
        </p:spPr>
        <p:txBody>
          <a:bodyPr lIns="3240" tIns="-2880" rIns="3240" bIns="-288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956" name=""/>
          <p:cNvSpPr/>
          <p:nvPr/>
        </p:nvSpPr>
        <p:spPr>
          <a:xfrm>
            <a:off x="5545800" y="1906920"/>
            <a:ext cx="2160" cy="2880"/>
          </a:xfrm>
          <a:custGeom>
            <a:avLst/>
            <a:gdLst/>
            <a:ahLst/>
            <a:rect l="0" t="0" r="r" b="b"/>
            <a:pathLst>
              <a:path fill="none" w="6" h="8">
                <a:moveTo>
                  <a:pt x="0" y="2"/>
                </a:moveTo>
                <a:lnTo>
                  <a:pt x="1" y="3"/>
                </a:lnTo>
                <a:lnTo>
                  <a:pt x="2" y="4"/>
                </a:lnTo>
                <a:lnTo>
                  <a:pt x="4" y="4"/>
                </a:lnTo>
                <a:lnTo>
                  <a:pt x="4" y="5"/>
                </a:lnTo>
                <a:lnTo>
                  <a:pt x="2" y="5"/>
                </a:lnTo>
                <a:lnTo>
                  <a:pt x="2" y="6"/>
                </a:lnTo>
                <a:lnTo>
                  <a:pt x="1" y="6"/>
                </a:lnTo>
                <a:lnTo>
                  <a:pt x="2" y="6"/>
                </a:lnTo>
                <a:lnTo>
                  <a:pt x="4" y="8"/>
                </a:lnTo>
                <a:lnTo>
                  <a:pt x="5" y="8"/>
                </a:lnTo>
                <a:lnTo>
                  <a:pt x="6" y="6"/>
                </a:lnTo>
                <a:lnTo>
                  <a:pt x="6" y="5"/>
                </a:lnTo>
                <a:lnTo>
                  <a:pt x="6" y="4"/>
                </a:lnTo>
                <a:lnTo>
                  <a:pt x="5" y="4"/>
                </a:lnTo>
                <a:lnTo>
                  <a:pt x="5" y="3"/>
                </a:lnTo>
                <a:lnTo>
                  <a:pt x="4" y="3"/>
                </a:lnTo>
                <a:lnTo>
                  <a:pt x="4" y="2"/>
                </a:lnTo>
                <a:lnTo>
                  <a:pt x="2" y="2"/>
                </a:lnTo>
                <a:lnTo>
                  <a:pt x="1" y="2"/>
                </a:lnTo>
                <a:lnTo>
                  <a:pt x="1" y="0"/>
                </a:lnTo>
                <a:lnTo>
                  <a:pt x="0" y="0"/>
                </a:lnTo>
              </a:path>
            </a:pathLst>
          </a:custGeom>
          <a:ln w="6480">
            <a:solidFill>
              <a:srgbClr val="4A4A4A"/>
            </a:solidFill>
            <a:round/>
          </a:ln>
        </p:spPr>
        <p:txBody>
          <a:bodyPr lIns="3240" tIns="-360" rIns="3240" bIns="-3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957" name=""/>
          <p:cNvSpPr/>
          <p:nvPr/>
        </p:nvSpPr>
        <p:spPr>
          <a:xfrm>
            <a:off x="5551200" y="1908360"/>
            <a:ext cx="1800" cy="2160"/>
          </a:xfrm>
          <a:custGeom>
            <a:avLst/>
            <a:gdLst/>
            <a:ahLst/>
            <a:rect l="0" t="0" r="r" b="b"/>
            <a:pathLst>
              <a:path fill="none" w="5" h="6">
                <a:moveTo>
                  <a:pt x="3" y="6"/>
                </a:moveTo>
                <a:lnTo>
                  <a:pt x="1" y="5"/>
                </a:lnTo>
                <a:lnTo>
                  <a:pt x="0" y="4"/>
                </a:lnTo>
                <a:lnTo>
                  <a:pt x="0" y="3"/>
                </a:lnTo>
                <a:lnTo>
                  <a:pt x="0" y="1"/>
                </a:lnTo>
                <a:lnTo>
                  <a:pt x="1" y="0"/>
                </a:lnTo>
                <a:lnTo>
                  <a:pt x="3" y="0"/>
                </a:lnTo>
                <a:lnTo>
                  <a:pt x="4" y="1"/>
                </a:lnTo>
                <a:lnTo>
                  <a:pt x="5" y="3"/>
                </a:lnTo>
                <a:lnTo>
                  <a:pt x="5" y="5"/>
                </a:lnTo>
                <a:lnTo>
                  <a:pt x="4" y="5"/>
                </a:lnTo>
                <a:lnTo>
                  <a:pt x="4" y="4"/>
                </a:lnTo>
                <a:lnTo>
                  <a:pt x="3" y="3"/>
                </a:lnTo>
                <a:lnTo>
                  <a:pt x="1" y="3"/>
                </a:lnTo>
                <a:lnTo>
                  <a:pt x="3" y="4"/>
                </a:lnTo>
                <a:lnTo>
                  <a:pt x="3" y="5"/>
                </a:lnTo>
                <a:lnTo>
                  <a:pt x="4" y="6"/>
                </a:lnTo>
              </a:path>
            </a:pathLst>
          </a:custGeom>
          <a:ln w="6480">
            <a:solidFill>
              <a:srgbClr val="4A4A4A"/>
            </a:solidFill>
            <a:round/>
          </a:ln>
        </p:spPr>
        <p:txBody>
          <a:bodyPr lIns="3240" tIns="-1080" rIns="3240" bIns="-108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958" name=""/>
          <p:cNvSpPr/>
          <p:nvPr/>
        </p:nvSpPr>
        <p:spPr>
          <a:xfrm flipH="1">
            <a:off x="5490720" y="1916280"/>
            <a:ext cx="360" cy="360"/>
          </a:xfrm>
          <a:prstGeom prst="line">
            <a:avLst/>
          </a:prstGeom>
          <a:ln w="6480">
            <a:solidFill>
              <a:srgbClr val="4A4A4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3240" tIns="-2880" rIns="3240" bIns="-288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959" name=""/>
          <p:cNvSpPr/>
          <p:nvPr/>
        </p:nvSpPr>
        <p:spPr>
          <a:xfrm>
            <a:off x="5483520" y="1916280"/>
            <a:ext cx="2160" cy="1080"/>
          </a:xfrm>
          <a:custGeom>
            <a:avLst/>
            <a:gdLst/>
            <a:ahLst/>
            <a:rect l="0" t="0" r="r" b="b"/>
            <a:pathLst>
              <a:path fill="none" w="6" h="3">
                <a:moveTo>
                  <a:pt x="0" y="3"/>
                </a:moveTo>
                <a:lnTo>
                  <a:pt x="2" y="3"/>
                </a:lnTo>
                <a:lnTo>
                  <a:pt x="2" y="1"/>
                </a:lnTo>
                <a:lnTo>
                  <a:pt x="3" y="0"/>
                </a:lnTo>
                <a:lnTo>
                  <a:pt x="4" y="0"/>
                </a:lnTo>
                <a:lnTo>
                  <a:pt x="6" y="0"/>
                </a:lnTo>
                <a:lnTo>
                  <a:pt x="6" y="1"/>
                </a:lnTo>
                <a:lnTo>
                  <a:pt x="4" y="1"/>
                </a:lnTo>
                <a:lnTo>
                  <a:pt x="4" y="3"/>
                </a:lnTo>
                <a:lnTo>
                  <a:pt x="3" y="3"/>
                </a:lnTo>
                <a:lnTo>
                  <a:pt x="2" y="3"/>
                </a:lnTo>
                <a:lnTo>
                  <a:pt x="0" y="3"/>
                </a:lnTo>
              </a:path>
            </a:pathLst>
          </a:custGeom>
          <a:ln w="6480">
            <a:solidFill>
              <a:srgbClr val="4A4A4A"/>
            </a:solidFill>
            <a:round/>
          </a:ln>
        </p:spPr>
        <p:txBody>
          <a:bodyPr lIns="3240" tIns="-2160" rIns="3240" bIns="-21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960" name=""/>
          <p:cNvSpPr/>
          <p:nvPr/>
        </p:nvSpPr>
        <p:spPr>
          <a:xfrm>
            <a:off x="5491080" y="1916640"/>
            <a:ext cx="0" cy="360"/>
          </a:xfrm>
          <a:prstGeom prst="line">
            <a:avLst/>
          </a:prstGeom>
          <a:ln w="6480">
            <a:solidFill>
              <a:srgbClr val="4A4A4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3240" tIns="-2880" rIns="3240" bIns="-288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961" name=""/>
          <p:cNvSpPr/>
          <p:nvPr/>
        </p:nvSpPr>
        <p:spPr>
          <a:xfrm flipV="1">
            <a:off x="5491440" y="1916640"/>
            <a:ext cx="0" cy="360"/>
          </a:xfrm>
          <a:prstGeom prst="line">
            <a:avLst/>
          </a:prstGeom>
          <a:ln w="6480">
            <a:solidFill>
              <a:srgbClr val="4A4A4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3240" tIns="-2880" rIns="3240" bIns="-288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962" name=""/>
          <p:cNvSpPr/>
          <p:nvPr/>
        </p:nvSpPr>
        <p:spPr>
          <a:xfrm>
            <a:off x="5490720" y="1916640"/>
            <a:ext cx="360" cy="360"/>
          </a:xfrm>
          <a:custGeom>
            <a:avLst/>
            <a:gdLst/>
            <a:ahLst/>
            <a:rect l="0" t="0" r="r" b="b"/>
            <a:pathLst>
              <a:path fill="none" w="1" h="1">
                <a:moveTo>
                  <a:pt x="0" y="0"/>
                </a:moveTo>
                <a:lnTo>
                  <a:pt x="0" y="1"/>
                </a:lnTo>
                <a:lnTo>
                  <a:pt x="1" y="1"/>
                </a:lnTo>
              </a:path>
            </a:pathLst>
          </a:custGeom>
          <a:ln w="6480">
            <a:solidFill>
              <a:srgbClr val="4A4A4A"/>
            </a:solidFill>
            <a:round/>
          </a:ln>
        </p:spPr>
        <p:txBody>
          <a:bodyPr lIns="3240" tIns="-2880" rIns="3240" bIns="-288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963" name=""/>
          <p:cNvSpPr/>
          <p:nvPr/>
        </p:nvSpPr>
        <p:spPr>
          <a:xfrm flipH="1">
            <a:off x="5578200" y="1915560"/>
            <a:ext cx="360" cy="0"/>
          </a:xfrm>
          <a:prstGeom prst="line">
            <a:avLst/>
          </a:prstGeom>
          <a:ln w="6480">
            <a:solidFill>
              <a:srgbClr val="4A4A4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3240" tIns="-3240" rIns="3240" bIns="-324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964" name=""/>
          <p:cNvSpPr/>
          <p:nvPr/>
        </p:nvSpPr>
        <p:spPr>
          <a:xfrm>
            <a:off x="5578920" y="1915560"/>
            <a:ext cx="1800" cy="0"/>
          </a:xfrm>
          <a:custGeom>
            <a:avLst/>
            <a:gdLst/>
            <a:ahLst/>
            <a:rect l="0" t="0" r="r" b="b"/>
            <a:pathLst>
              <a:path fill="none" w="5" h="0">
                <a:moveTo>
                  <a:pt x="0" y="0"/>
                </a:moveTo>
                <a:lnTo>
                  <a:pt x="2" y="0"/>
                </a:lnTo>
                <a:lnTo>
                  <a:pt x="3" y="0"/>
                </a:lnTo>
                <a:lnTo>
                  <a:pt x="4" y="0"/>
                </a:lnTo>
                <a:lnTo>
                  <a:pt x="5" y="0"/>
                </a:lnTo>
                <a:lnTo>
                  <a:pt x="4" y="0"/>
                </a:lnTo>
                <a:lnTo>
                  <a:pt x="1" y="0"/>
                </a:lnTo>
                <a:lnTo>
                  <a:pt x="0" y="0"/>
                </a:lnTo>
              </a:path>
            </a:pathLst>
          </a:custGeom>
          <a:ln w="6480">
            <a:solidFill>
              <a:srgbClr val="4A4A4A"/>
            </a:solidFill>
            <a:round/>
          </a:ln>
        </p:spPr>
        <p:txBody>
          <a:bodyPr lIns="3240" tIns="-3240" rIns="3240" bIns="-324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965" name=""/>
          <p:cNvSpPr/>
          <p:nvPr/>
        </p:nvSpPr>
        <p:spPr>
          <a:xfrm>
            <a:off x="5577480" y="1914840"/>
            <a:ext cx="3960" cy="1440"/>
          </a:xfrm>
          <a:custGeom>
            <a:avLst/>
            <a:gdLst/>
            <a:ahLst/>
            <a:rect l="0" t="0" r="r" b="b"/>
            <a:pathLst>
              <a:path fill="none" w="11" h="4">
                <a:moveTo>
                  <a:pt x="0" y="1"/>
                </a:moveTo>
                <a:lnTo>
                  <a:pt x="1" y="0"/>
                </a:lnTo>
                <a:lnTo>
                  <a:pt x="3" y="0"/>
                </a:lnTo>
                <a:lnTo>
                  <a:pt x="4" y="1"/>
                </a:lnTo>
                <a:lnTo>
                  <a:pt x="5" y="1"/>
                </a:lnTo>
                <a:lnTo>
                  <a:pt x="6" y="1"/>
                </a:lnTo>
                <a:lnTo>
                  <a:pt x="7" y="1"/>
                </a:lnTo>
                <a:lnTo>
                  <a:pt x="8" y="1"/>
                </a:lnTo>
                <a:lnTo>
                  <a:pt x="9" y="1"/>
                </a:lnTo>
                <a:lnTo>
                  <a:pt x="10" y="1"/>
                </a:lnTo>
                <a:lnTo>
                  <a:pt x="11" y="1"/>
                </a:lnTo>
                <a:lnTo>
                  <a:pt x="11" y="3"/>
                </a:lnTo>
                <a:lnTo>
                  <a:pt x="10" y="3"/>
                </a:lnTo>
                <a:lnTo>
                  <a:pt x="10" y="4"/>
                </a:lnTo>
                <a:lnTo>
                  <a:pt x="9" y="4"/>
                </a:lnTo>
                <a:lnTo>
                  <a:pt x="7" y="4"/>
                </a:lnTo>
                <a:lnTo>
                  <a:pt x="6" y="4"/>
                </a:lnTo>
                <a:lnTo>
                  <a:pt x="5" y="3"/>
                </a:lnTo>
                <a:lnTo>
                  <a:pt x="4" y="3"/>
                </a:lnTo>
                <a:lnTo>
                  <a:pt x="3" y="3"/>
                </a:lnTo>
                <a:lnTo>
                  <a:pt x="1" y="3"/>
                </a:lnTo>
                <a:lnTo>
                  <a:pt x="0" y="3"/>
                </a:lnTo>
                <a:lnTo>
                  <a:pt x="0" y="1"/>
                </a:lnTo>
              </a:path>
            </a:pathLst>
          </a:custGeom>
          <a:ln w="6480">
            <a:solidFill>
              <a:srgbClr val="4A4A4A"/>
            </a:solidFill>
            <a:round/>
          </a:ln>
        </p:spPr>
        <p:txBody>
          <a:bodyPr lIns="3240" tIns="-1800" rIns="3240" bIns="-180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966" name=""/>
          <p:cNvSpPr/>
          <p:nvPr/>
        </p:nvSpPr>
        <p:spPr>
          <a:xfrm>
            <a:off x="5443920" y="1926360"/>
            <a:ext cx="1800" cy="1440"/>
          </a:xfrm>
          <a:custGeom>
            <a:avLst/>
            <a:gdLst/>
            <a:ahLst/>
            <a:rect l="0" t="0" r="r" b="b"/>
            <a:pathLst>
              <a:path fill="none" w="5" h="4">
                <a:moveTo>
                  <a:pt x="0" y="4"/>
                </a:moveTo>
                <a:lnTo>
                  <a:pt x="0" y="2"/>
                </a:lnTo>
                <a:lnTo>
                  <a:pt x="1" y="2"/>
                </a:lnTo>
                <a:lnTo>
                  <a:pt x="1" y="0"/>
                </a:lnTo>
                <a:lnTo>
                  <a:pt x="2" y="0"/>
                </a:lnTo>
                <a:lnTo>
                  <a:pt x="5" y="0"/>
                </a:lnTo>
              </a:path>
            </a:pathLst>
          </a:custGeom>
          <a:ln w="6480">
            <a:solidFill>
              <a:srgbClr val="4A4A4A"/>
            </a:solidFill>
            <a:round/>
          </a:ln>
        </p:spPr>
        <p:txBody>
          <a:bodyPr lIns="3240" tIns="-1800" rIns="3240" bIns="-180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967" name=""/>
          <p:cNvSpPr/>
          <p:nvPr/>
        </p:nvSpPr>
        <p:spPr>
          <a:xfrm>
            <a:off x="5529960" y="1921320"/>
            <a:ext cx="0" cy="0"/>
          </a:xfrm>
          <a:custGeom>
            <a:avLst/>
            <a:gdLst/>
            <a:ahLst/>
            <a:rect l="0" t="0" r="r" b="b"/>
            <a:pathLst>
              <a:path w="0" h="0">
                <a:moveTo>
                  <a:pt x="0" y="0"/>
                </a:moveTo>
                <a:lnTo>
                  <a:pt x="0" y="0"/>
                </a:lnTo>
                <a:close/>
              </a:path>
            </a:pathLst>
          </a:custGeom>
          <a:noFill/>
          <a:ln w="6480">
            <a:solidFill>
              <a:srgbClr val="4A4A4A"/>
            </a:solidFill>
            <a:round/>
          </a:ln>
        </p:spPr>
        <p:txBody>
          <a:bodyPr lIns="3240" tIns="-3240" rIns="3240" bIns="-324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968" name=""/>
          <p:cNvSpPr/>
          <p:nvPr/>
        </p:nvSpPr>
        <p:spPr>
          <a:xfrm>
            <a:off x="5530320" y="1921680"/>
            <a:ext cx="0" cy="0"/>
          </a:xfrm>
          <a:custGeom>
            <a:avLst/>
            <a:gdLst/>
            <a:ahLst/>
            <a:rect l="0" t="0" r="r" b="b"/>
            <a:pathLst>
              <a:path fill="none" w="0" h="0">
                <a:moveTo>
                  <a:pt x="0" y="0"/>
                </a:moveTo>
              </a:path>
            </a:pathLst>
          </a:custGeom>
          <a:ln w="6480">
            <a:solidFill>
              <a:srgbClr val="4A4A4A"/>
            </a:solidFill>
            <a:round/>
          </a:ln>
        </p:spPr>
        <p:txBody>
          <a:bodyPr lIns="3240" tIns="-3240" rIns="3240" bIns="-324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969" name=""/>
          <p:cNvSpPr/>
          <p:nvPr/>
        </p:nvSpPr>
        <p:spPr>
          <a:xfrm>
            <a:off x="5443920" y="1926720"/>
            <a:ext cx="2880" cy="1800"/>
          </a:xfrm>
          <a:custGeom>
            <a:avLst/>
            <a:gdLst/>
            <a:ahLst/>
            <a:rect l="0" t="0" r="r" b="b"/>
            <a:pathLst>
              <a:path fill="none" w="8" h="5">
                <a:moveTo>
                  <a:pt x="8" y="0"/>
                </a:moveTo>
                <a:lnTo>
                  <a:pt x="8" y="2"/>
                </a:lnTo>
                <a:lnTo>
                  <a:pt x="6" y="3"/>
                </a:lnTo>
                <a:lnTo>
                  <a:pt x="5" y="3"/>
                </a:lnTo>
                <a:lnTo>
                  <a:pt x="3" y="5"/>
                </a:lnTo>
                <a:lnTo>
                  <a:pt x="2" y="3"/>
                </a:lnTo>
                <a:lnTo>
                  <a:pt x="0" y="2"/>
                </a:lnTo>
              </a:path>
            </a:pathLst>
          </a:custGeom>
          <a:ln w="6480">
            <a:solidFill>
              <a:srgbClr val="4A4A4A"/>
            </a:solidFill>
            <a:round/>
          </a:ln>
        </p:spPr>
        <p:txBody>
          <a:bodyPr lIns="3240" tIns="-1440" rIns="3240" bIns="-144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970" name=""/>
          <p:cNvSpPr/>
          <p:nvPr/>
        </p:nvSpPr>
        <p:spPr>
          <a:xfrm>
            <a:off x="5529960" y="1922760"/>
            <a:ext cx="0" cy="0"/>
          </a:xfrm>
          <a:custGeom>
            <a:avLst/>
            <a:gdLst/>
            <a:ahLst/>
            <a:rect l="0" t="0" r="r" b="b"/>
            <a:pathLst>
              <a:path fill="none" w="0" h="0">
                <a:moveTo>
                  <a:pt x="0" y="0"/>
                </a:moveTo>
              </a:path>
            </a:pathLst>
          </a:custGeom>
          <a:ln w="6480">
            <a:solidFill>
              <a:srgbClr val="4A4A4A"/>
            </a:solidFill>
            <a:round/>
          </a:ln>
        </p:spPr>
        <p:txBody>
          <a:bodyPr lIns="3240" tIns="-3240" rIns="3240" bIns="-324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971" name=""/>
          <p:cNvSpPr/>
          <p:nvPr/>
        </p:nvSpPr>
        <p:spPr>
          <a:xfrm>
            <a:off x="5565600" y="1919880"/>
            <a:ext cx="720" cy="360"/>
          </a:xfrm>
          <a:custGeom>
            <a:avLst/>
            <a:gdLst/>
            <a:ahLst/>
            <a:rect l="0" t="0" r="r" b="b"/>
            <a:pathLst>
              <a:path fill="none" w="2" h="1">
                <a:moveTo>
                  <a:pt x="0" y="1"/>
                </a:moveTo>
                <a:lnTo>
                  <a:pt x="1" y="1"/>
                </a:lnTo>
                <a:lnTo>
                  <a:pt x="2" y="0"/>
                </a:lnTo>
                <a:lnTo>
                  <a:pt x="2" y="1"/>
                </a:lnTo>
              </a:path>
            </a:pathLst>
          </a:custGeom>
          <a:ln w="6480">
            <a:solidFill>
              <a:srgbClr val="4A4A4A"/>
            </a:solidFill>
            <a:round/>
          </a:ln>
        </p:spPr>
        <p:txBody>
          <a:bodyPr lIns="3240" tIns="-2880" rIns="3240" bIns="-288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972" name=""/>
          <p:cNvSpPr/>
          <p:nvPr/>
        </p:nvSpPr>
        <p:spPr>
          <a:xfrm>
            <a:off x="5565240" y="1920240"/>
            <a:ext cx="1080" cy="360"/>
          </a:xfrm>
          <a:custGeom>
            <a:avLst/>
            <a:gdLst/>
            <a:ahLst/>
            <a:rect l="0" t="0" r="r" b="b"/>
            <a:pathLst>
              <a:path fill="none" w="3" h="1">
                <a:moveTo>
                  <a:pt x="0" y="0"/>
                </a:moveTo>
                <a:lnTo>
                  <a:pt x="1" y="1"/>
                </a:lnTo>
                <a:lnTo>
                  <a:pt x="2" y="1"/>
                </a:lnTo>
                <a:lnTo>
                  <a:pt x="3" y="1"/>
                </a:lnTo>
              </a:path>
            </a:pathLst>
          </a:custGeom>
          <a:ln w="6480">
            <a:solidFill>
              <a:srgbClr val="4A4A4A"/>
            </a:solidFill>
            <a:round/>
          </a:ln>
        </p:spPr>
        <p:txBody>
          <a:bodyPr lIns="3240" tIns="-2880" rIns="3240" bIns="-288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973" name=""/>
          <p:cNvSpPr/>
          <p:nvPr/>
        </p:nvSpPr>
        <p:spPr>
          <a:xfrm>
            <a:off x="5529600" y="1924200"/>
            <a:ext cx="0" cy="0"/>
          </a:xfrm>
          <a:custGeom>
            <a:avLst/>
            <a:gdLst/>
            <a:ahLst/>
            <a:rect l="0" t="0" r="r" b="b"/>
            <a:pathLst>
              <a:path fill="none" w="0" h="0">
                <a:moveTo>
                  <a:pt x="0" y="0"/>
                </a:moveTo>
              </a:path>
            </a:pathLst>
          </a:custGeom>
          <a:ln w="6480">
            <a:solidFill>
              <a:srgbClr val="4A4A4A"/>
            </a:solidFill>
            <a:round/>
          </a:ln>
        </p:spPr>
        <p:txBody>
          <a:bodyPr lIns="3240" tIns="-3240" rIns="3240" bIns="-324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974" name=""/>
          <p:cNvSpPr/>
          <p:nvPr/>
        </p:nvSpPr>
        <p:spPr>
          <a:xfrm>
            <a:off x="5529240" y="1924560"/>
            <a:ext cx="360" cy="0"/>
          </a:xfrm>
          <a:prstGeom prst="line">
            <a:avLst/>
          </a:prstGeom>
          <a:ln w="6480">
            <a:solidFill>
              <a:srgbClr val="4A4A4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3240" tIns="-3240" rIns="3240" bIns="-324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975" name=""/>
          <p:cNvSpPr/>
          <p:nvPr/>
        </p:nvSpPr>
        <p:spPr>
          <a:xfrm>
            <a:off x="5452920" y="1929240"/>
            <a:ext cx="4320" cy="1440"/>
          </a:xfrm>
          <a:custGeom>
            <a:avLst/>
            <a:gdLst/>
            <a:ahLst/>
            <a:rect l="0" t="0" r="r" b="b"/>
            <a:pathLst>
              <a:path fill="none" w="12" h="4">
                <a:moveTo>
                  <a:pt x="0" y="4"/>
                </a:moveTo>
                <a:lnTo>
                  <a:pt x="0" y="3"/>
                </a:lnTo>
                <a:lnTo>
                  <a:pt x="1" y="3"/>
                </a:lnTo>
                <a:lnTo>
                  <a:pt x="3" y="1"/>
                </a:lnTo>
                <a:lnTo>
                  <a:pt x="7" y="0"/>
                </a:lnTo>
                <a:lnTo>
                  <a:pt x="9" y="0"/>
                </a:lnTo>
                <a:lnTo>
                  <a:pt x="11" y="0"/>
                </a:lnTo>
                <a:lnTo>
                  <a:pt x="12" y="1"/>
                </a:lnTo>
              </a:path>
            </a:pathLst>
          </a:custGeom>
          <a:ln w="6480">
            <a:solidFill>
              <a:srgbClr val="4A4A4A"/>
            </a:solidFill>
            <a:round/>
          </a:ln>
        </p:spPr>
        <p:txBody>
          <a:bodyPr lIns="3240" tIns="-1800" rIns="3240" bIns="-180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976" name=""/>
          <p:cNvSpPr/>
          <p:nvPr/>
        </p:nvSpPr>
        <p:spPr>
          <a:xfrm>
            <a:off x="5562360" y="1921680"/>
            <a:ext cx="720" cy="360"/>
          </a:xfrm>
          <a:custGeom>
            <a:avLst/>
            <a:gdLst/>
            <a:ahLst/>
            <a:rect l="0" t="0" r="r" b="b"/>
            <a:pathLst>
              <a:path fill="none" w="2" h="1">
                <a:moveTo>
                  <a:pt x="0" y="1"/>
                </a:moveTo>
                <a:lnTo>
                  <a:pt x="1" y="1"/>
                </a:lnTo>
                <a:lnTo>
                  <a:pt x="2" y="1"/>
                </a:lnTo>
                <a:lnTo>
                  <a:pt x="2" y="0"/>
                </a:lnTo>
              </a:path>
            </a:pathLst>
          </a:custGeom>
          <a:ln w="6480">
            <a:solidFill>
              <a:srgbClr val="4A4A4A"/>
            </a:solidFill>
            <a:round/>
          </a:ln>
        </p:spPr>
        <p:txBody>
          <a:bodyPr lIns="3240" tIns="-2880" rIns="3240" bIns="-288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977" name=""/>
          <p:cNvSpPr/>
          <p:nvPr/>
        </p:nvSpPr>
        <p:spPr>
          <a:xfrm>
            <a:off x="5561280" y="1922040"/>
            <a:ext cx="720" cy="360"/>
          </a:xfrm>
          <a:custGeom>
            <a:avLst/>
            <a:gdLst/>
            <a:ahLst/>
            <a:rect l="0" t="0" r="r" b="b"/>
            <a:pathLst>
              <a:path fill="none" w="2" h="1">
                <a:moveTo>
                  <a:pt x="0" y="1"/>
                </a:moveTo>
                <a:lnTo>
                  <a:pt x="2" y="1"/>
                </a:lnTo>
                <a:lnTo>
                  <a:pt x="2" y="0"/>
                </a:lnTo>
              </a:path>
            </a:pathLst>
          </a:custGeom>
          <a:ln w="6480">
            <a:solidFill>
              <a:srgbClr val="4A4A4A"/>
            </a:solidFill>
            <a:round/>
          </a:ln>
        </p:spPr>
        <p:txBody>
          <a:bodyPr lIns="3240" tIns="-2880" rIns="3240" bIns="-288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978" name=""/>
          <p:cNvSpPr/>
          <p:nvPr/>
        </p:nvSpPr>
        <p:spPr>
          <a:xfrm>
            <a:off x="5563080" y="1921680"/>
            <a:ext cx="1080" cy="1440"/>
          </a:xfrm>
          <a:custGeom>
            <a:avLst/>
            <a:gdLst/>
            <a:ahLst/>
            <a:rect l="0" t="0" r="r" b="b"/>
            <a:pathLst>
              <a:path fill="none" w="3" h="4">
                <a:moveTo>
                  <a:pt x="1" y="0"/>
                </a:moveTo>
                <a:lnTo>
                  <a:pt x="3" y="0"/>
                </a:lnTo>
                <a:lnTo>
                  <a:pt x="3" y="2"/>
                </a:lnTo>
                <a:lnTo>
                  <a:pt x="1" y="2"/>
                </a:lnTo>
                <a:lnTo>
                  <a:pt x="0" y="2"/>
                </a:lnTo>
                <a:lnTo>
                  <a:pt x="0" y="4"/>
                </a:lnTo>
              </a:path>
            </a:pathLst>
          </a:custGeom>
          <a:ln w="6480">
            <a:solidFill>
              <a:srgbClr val="4A4A4A"/>
            </a:solidFill>
            <a:round/>
          </a:ln>
        </p:spPr>
        <p:txBody>
          <a:bodyPr lIns="3240" tIns="-1800" rIns="3240" bIns="-180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979" name=""/>
          <p:cNvSpPr/>
          <p:nvPr/>
        </p:nvSpPr>
        <p:spPr>
          <a:xfrm>
            <a:off x="5528880" y="1925280"/>
            <a:ext cx="0" cy="0"/>
          </a:xfrm>
          <a:custGeom>
            <a:avLst/>
            <a:gdLst/>
            <a:ahLst/>
            <a:rect l="0" t="0" r="r" b="b"/>
            <a:pathLst>
              <a:path fill="none" w="0" h="0">
                <a:moveTo>
                  <a:pt x="0" y="0"/>
                </a:moveTo>
              </a:path>
            </a:pathLst>
          </a:custGeom>
          <a:ln w="6480">
            <a:solidFill>
              <a:srgbClr val="4A4A4A"/>
            </a:solidFill>
            <a:round/>
          </a:ln>
        </p:spPr>
        <p:txBody>
          <a:bodyPr lIns="3240" tIns="-3240" rIns="3240" bIns="-324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980" name=""/>
          <p:cNvSpPr/>
          <p:nvPr/>
        </p:nvSpPr>
        <p:spPr>
          <a:xfrm>
            <a:off x="5528520" y="1925640"/>
            <a:ext cx="0" cy="0"/>
          </a:xfrm>
          <a:custGeom>
            <a:avLst/>
            <a:gdLst/>
            <a:ahLst/>
            <a:rect l="0" t="0" r="r" b="b"/>
            <a:pathLst>
              <a:path fill="none" w="0" h="0">
                <a:moveTo>
                  <a:pt x="0" y="0"/>
                </a:moveTo>
              </a:path>
            </a:pathLst>
          </a:custGeom>
          <a:ln w="6480">
            <a:solidFill>
              <a:srgbClr val="4A4A4A"/>
            </a:solidFill>
            <a:round/>
          </a:ln>
        </p:spPr>
        <p:txBody>
          <a:bodyPr lIns="3240" tIns="-3240" rIns="3240" bIns="-324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981" name=""/>
          <p:cNvSpPr/>
          <p:nvPr/>
        </p:nvSpPr>
        <p:spPr>
          <a:xfrm>
            <a:off x="5560560" y="1922400"/>
            <a:ext cx="360" cy="360"/>
          </a:xfrm>
          <a:custGeom>
            <a:avLst/>
            <a:gdLst/>
            <a:ahLst/>
            <a:rect l="0" t="0" r="r" b="b"/>
            <a:pathLst>
              <a:path fill="none" w="1" h="1">
                <a:moveTo>
                  <a:pt x="0" y="1"/>
                </a:moveTo>
                <a:lnTo>
                  <a:pt x="1" y="1"/>
                </a:lnTo>
                <a:lnTo>
                  <a:pt x="1" y="0"/>
                </a:lnTo>
              </a:path>
            </a:pathLst>
          </a:custGeom>
          <a:ln w="6480">
            <a:solidFill>
              <a:srgbClr val="4A4A4A"/>
            </a:solidFill>
            <a:round/>
          </a:ln>
        </p:spPr>
        <p:txBody>
          <a:bodyPr lIns="3240" tIns="-2880" rIns="3240" bIns="-288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982" name=""/>
          <p:cNvSpPr/>
          <p:nvPr/>
        </p:nvSpPr>
        <p:spPr>
          <a:xfrm>
            <a:off x="5561640" y="1922400"/>
            <a:ext cx="1440" cy="720"/>
          </a:xfrm>
          <a:custGeom>
            <a:avLst/>
            <a:gdLst/>
            <a:ahLst/>
            <a:rect l="0" t="0" r="r" b="b"/>
            <a:pathLst>
              <a:path fill="none" w="4" h="2">
                <a:moveTo>
                  <a:pt x="4" y="0"/>
                </a:moveTo>
                <a:lnTo>
                  <a:pt x="2" y="0"/>
                </a:lnTo>
                <a:lnTo>
                  <a:pt x="1" y="0"/>
                </a:lnTo>
                <a:lnTo>
                  <a:pt x="0" y="2"/>
                </a:lnTo>
              </a:path>
            </a:pathLst>
          </a:custGeom>
          <a:ln w="6480">
            <a:solidFill>
              <a:srgbClr val="4A4A4A"/>
            </a:solidFill>
            <a:round/>
          </a:ln>
        </p:spPr>
        <p:txBody>
          <a:bodyPr lIns="3240" tIns="-2520" rIns="3240" bIns="-25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983" name=""/>
          <p:cNvSpPr/>
          <p:nvPr/>
        </p:nvSpPr>
        <p:spPr>
          <a:xfrm>
            <a:off x="5527800" y="1921320"/>
            <a:ext cx="3240" cy="5040"/>
          </a:xfrm>
          <a:custGeom>
            <a:avLst/>
            <a:gdLst/>
            <a:ahLst/>
            <a:rect l="0" t="0" r="r" b="b"/>
            <a:pathLst>
              <a:path fill="none" w="9" h="14">
                <a:moveTo>
                  <a:pt x="1" y="12"/>
                </a:moveTo>
                <a:lnTo>
                  <a:pt x="2" y="11"/>
                </a:lnTo>
                <a:lnTo>
                  <a:pt x="2" y="10"/>
                </a:lnTo>
                <a:lnTo>
                  <a:pt x="3" y="8"/>
                </a:lnTo>
                <a:lnTo>
                  <a:pt x="4" y="8"/>
                </a:lnTo>
                <a:lnTo>
                  <a:pt x="4" y="7"/>
                </a:lnTo>
                <a:lnTo>
                  <a:pt x="5" y="7"/>
                </a:lnTo>
                <a:lnTo>
                  <a:pt x="5" y="8"/>
                </a:lnTo>
                <a:lnTo>
                  <a:pt x="4" y="8"/>
                </a:lnTo>
                <a:lnTo>
                  <a:pt x="4" y="10"/>
                </a:lnTo>
                <a:lnTo>
                  <a:pt x="3" y="11"/>
                </a:lnTo>
                <a:lnTo>
                  <a:pt x="3" y="12"/>
                </a:lnTo>
                <a:lnTo>
                  <a:pt x="2" y="12"/>
                </a:lnTo>
                <a:lnTo>
                  <a:pt x="1" y="13"/>
                </a:lnTo>
                <a:lnTo>
                  <a:pt x="2" y="14"/>
                </a:lnTo>
                <a:lnTo>
                  <a:pt x="2" y="13"/>
                </a:lnTo>
                <a:lnTo>
                  <a:pt x="3" y="13"/>
                </a:lnTo>
                <a:lnTo>
                  <a:pt x="3" y="12"/>
                </a:lnTo>
                <a:lnTo>
                  <a:pt x="4" y="12"/>
                </a:lnTo>
                <a:lnTo>
                  <a:pt x="5" y="11"/>
                </a:lnTo>
                <a:lnTo>
                  <a:pt x="6" y="10"/>
                </a:lnTo>
                <a:lnTo>
                  <a:pt x="6" y="8"/>
                </a:lnTo>
                <a:lnTo>
                  <a:pt x="8" y="6"/>
                </a:lnTo>
                <a:lnTo>
                  <a:pt x="9" y="5"/>
                </a:lnTo>
                <a:lnTo>
                  <a:pt x="9" y="4"/>
                </a:lnTo>
                <a:lnTo>
                  <a:pt x="9" y="2"/>
                </a:lnTo>
                <a:lnTo>
                  <a:pt x="9" y="1"/>
                </a:lnTo>
                <a:lnTo>
                  <a:pt x="8" y="0"/>
                </a:lnTo>
                <a:lnTo>
                  <a:pt x="6" y="0"/>
                </a:lnTo>
                <a:lnTo>
                  <a:pt x="5" y="0"/>
                </a:lnTo>
                <a:lnTo>
                  <a:pt x="5" y="1"/>
                </a:lnTo>
                <a:lnTo>
                  <a:pt x="5" y="2"/>
                </a:lnTo>
                <a:lnTo>
                  <a:pt x="6" y="3"/>
                </a:lnTo>
                <a:lnTo>
                  <a:pt x="6" y="4"/>
                </a:lnTo>
                <a:lnTo>
                  <a:pt x="5" y="5"/>
                </a:lnTo>
                <a:lnTo>
                  <a:pt x="4" y="6"/>
                </a:lnTo>
                <a:lnTo>
                  <a:pt x="3" y="7"/>
                </a:lnTo>
                <a:lnTo>
                  <a:pt x="2" y="8"/>
                </a:lnTo>
                <a:lnTo>
                  <a:pt x="1" y="10"/>
                </a:lnTo>
                <a:lnTo>
                  <a:pt x="1" y="11"/>
                </a:lnTo>
                <a:lnTo>
                  <a:pt x="0" y="12"/>
                </a:lnTo>
                <a:lnTo>
                  <a:pt x="0" y="13"/>
                </a:lnTo>
                <a:lnTo>
                  <a:pt x="1" y="12"/>
                </a:lnTo>
              </a:path>
            </a:pathLst>
          </a:custGeom>
          <a:ln w="6480">
            <a:solidFill>
              <a:srgbClr val="4A4A4A"/>
            </a:solidFill>
            <a:round/>
          </a:ln>
        </p:spPr>
        <p:txBody>
          <a:bodyPr lIns="3240" tIns="1800" rIns="3240" bIns="180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984" name=""/>
          <p:cNvSpPr/>
          <p:nvPr/>
        </p:nvSpPr>
        <p:spPr>
          <a:xfrm>
            <a:off x="5560560" y="1922760"/>
            <a:ext cx="720" cy="360"/>
          </a:xfrm>
          <a:custGeom>
            <a:avLst/>
            <a:gdLst/>
            <a:ahLst/>
            <a:rect l="0" t="0" r="r" b="b"/>
            <a:pathLst>
              <a:path fill="none" w="2" h="1">
                <a:moveTo>
                  <a:pt x="0" y="1"/>
                </a:moveTo>
                <a:lnTo>
                  <a:pt x="1" y="1"/>
                </a:lnTo>
                <a:lnTo>
                  <a:pt x="2" y="0"/>
                </a:lnTo>
              </a:path>
            </a:pathLst>
          </a:custGeom>
          <a:ln w="6480">
            <a:solidFill>
              <a:srgbClr val="4A4A4A"/>
            </a:solidFill>
            <a:round/>
          </a:ln>
        </p:spPr>
        <p:txBody>
          <a:bodyPr lIns="3240" tIns="-2880" rIns="3240" bIns="-288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985" name=""/>
          <p:cNvSpPr/>
          <p:nvPr/>
        </p:nvSpPr>
        <p:spPr>
          <a:xfrm>
            <a:off x="5527440" y="1925640"/>
            <a:ext cx="720" cy="360"/>
          </a:xfrm>
          <a:custGeom>
            <a:avLst/>
            <a:gdLst/>
            <a:ahLst/>
            <a:rect l="0" t="0" r="r" b="b"/>
            <a:pathLst>
              <a:path fill="none" w="2" h="1">
                <a:moveTo>
                  <a:pt x="2" y="0"/>
                </a:moveTo>
                <a:lnTo>
                  <a:pt x="1" y="0"/>
                </a:lnTo>
                <a:lnTo>
                  <a:pt x="0" y="1"/>
                </a:lnTo>
              </a:path>
            </a:pathLst>
          </a:custGeom>
          <a:ln w="6480">
            <a:solidFill>
              <a:srgbClr val="4A4A4A"/>
            </a:solidFill>
            <a:round/>
          </a:ln>
        </p:spPr>
        <p:txBody>
          <a:bodyPr lIns="3240" tIns="-2880" rIns="3240" bIns="-288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986" name=""/>
          <p:cNvSpPr/>
          <p:nvPr/>
        </p:nvSpPr>
        <p:spPr>
          <a:xfrm>
            <a:off x="5568120" y="1920960"/>
            <a:ext cx="1080" cy="1800"/>
          </a:xfrm>
          <a:custGeom>
            <a:avLst/>
            <a:gdLst/>
            <a:ahLst/>
            <a:rect l="0" t="0" r="r" b="b"/>
            <a:pathLst>
              <a:path fill="none" w="3" h="5">
                <a:moveTo>
                  <a:pt x="0" y="0"/>
                </a:moveTo>
                <a:lnTo>
                  <a:pt x="1" y="1"/>
                </a:lnTo>
                <a:lnTo>
                  <a:pt x="3" y="2"/>
                </a:lnTo>
                <a:lnTo>
                  <a:pt x="3" y="4"/>
                </a:lnTo>
                <a:lnTo>
                  <a:pt x="3" y="5"/>
                </a:lnTo>
                <a:lnTo>
                  <a:pt x="1" y="5"/>
                </a:lnTo>
                <a:lnTo>
                  <a:pt x="0" y="5"/>
                </a:lnTo>
                <a:lnTo>
                  <a:pt x="0" y="4"/>
                </a:lnTo>
                <a:lnTo>
                  <a:pt x="1" y="4"/>
                </a:lnTo>
                <a:lnTo>
                  <a:pt x="0" y="2"/>
                </a:lnTo>
                <a:lnTo>
                  <a:pt x="0" y="1"/>
                </a:lnTo>
              </a:path>
            </a:pathLst>
          </a:custGeom>
          <a:ln w="6480">
            <a:solidFill>
              <a:srgbClr val="4A4A4A"/>
            </a:solidFill>
            <a:round/>
          </a:ln>
        </p:spPr>
        <p:txBody>
          <a:bodyPr lIns="3240" tIns="-1440" rIns="3240" bIns="-144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987" name=""/>
          <p:cNvSpPr/>
          <p:nvPr/>
        </p:nvSpPr>
        <p:spPr>
          <a:xfrm>
            <a:off x="5527800" y="1926000"/>
            <a:ext cx="360" cy="0"/>
          </a:xfrm>
          <a:prstGeom prst="line">
            <a:avLst/>
          </a:prstGeom>
          <a:ln w="6480">
            <a:solidFill>
              <a:srgbClr val="4A4A4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3240" tIns="-3240" rIns="3240" bIns="-324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988" name=""/>
          <p:cNvSpPr/>
          <p:nvPr/>
        </p:nvSpPr>
        <p:spPr>
          <a:xfrm>
            <a:off x="5550120" y="1923840"/>
            <a:ext cx="1440" cy="720"/>
          </a:xfrm>
          <a:custGeom>
            <a:avLst/>
            <a:gdLst/>
            <a:ahLst/>
            <a:rect l="0" t="0" r="r" b="b"/>
            <a:pathLst>
              <a:path fill="none" w="4" h="2">
                <a:moveTo>
                  <a:pt x="2" y="0"/>
                </a:moveTo>
                <a:lnTo>
                  <a:pt x="0" y="2"/>
                </a:lnTo>
                <a:lnTo>
                  <a:pt x="2" y="2"/>
                </a:lnTo>
                <a:lnTo>
                  <a:pt x="4" y="2"/>
                </a:lnTo>
                <a:lnTo>
                  <a:pt x="4" y="0"/>
                </a:lnTo>
                <a:lnTo>
                  <a:pt x="2" y="0"/>
                </a:lnTo>
              </a:path>
            </a:pathLst>
          </a:custGeom>
          <a:ln w="6480">
            <a:solidFill>
              <a:srgbClr val="4A4A4A"/>
            </a:solidFill>
            <a:round/>
          </a:ln>
        </p:spPr>
        <p:txBody>
          <a:bodyPr lIns="3240" tIns="-2520" rIns="3240" bIns="-25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989" name=""/>
          <p:cNvSpPr/>
          <p:nvPr/>
        </p:nvSpPr>
        <p:spPr>
          <a:xfrm>
            <a:off x="5452560" y="1929960"/>
            <a:ext cx="4680" cy="2160"/>
          </a:xfrm>
          <a:custGeom>
            <a:avLst/>
            <a:gdLst/>
            <a:ahLst/>
            <a:rect l="0" t="0" r="r" b="b"/>
            <a:pathLst>
              <a:path fill="none" w="13" h="6">
                <a:moveTo>
                  <a:pt x="13" y="0"/>
                </a:moveTo>
                <a:lnTo>
                  <a:pt x="13" y="1"/>
                </a:lnTo>
                <a:lnTo>
                  <a:pt x="12" y="3"/>
                </a:lnTo>
                <a:lnTo>
                  <a:pt x="11" y="4"/>
                </a:lnTo>
                <a:lnTo>
                  <a:pt x="10" y="5"/>
                </a:lnTo>
                <a:lnTo>
                  <a:pt x="8" y="6"/>
                </a:lnTo>
                <a:lnTo>
                  <a:pt x="6" y="6"/>
                </a:lnTo>
                <a:lnTo>
                  <a:pt x="2" y="6"/>
                </a:lnTo>
                <a:lnTo>
                  <a:pt x="0" y="6"/>
                </a:lnTo>
                <a:lnTo>
                  <a:pt x="0" y="5"/>
                </a:lnTo>
              </a:path>
            </a:pathLst>
          </a:custGeom>
          <a:ln w="6480">
            <a:solidFill>
              <a:srgbClr val="4A4A4A"/>
            </a:solidFill>
            <a:round/>
          </a:ln>
        </p:spPr>
        <p:txBody>
          <a:bodyPr lIns="3240" tIns="-1080" rIns="3240" bIns="-108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990" name=""/>
          <p:cNvSpPr/>
          <p:nvPr/>
        </p:nvSpPr>
        <p:spPr>
          <a:xfrm>
            <a:off x="5526720" y="1926720"/>
            <a:ext cx="360" cy="0"/>
          </a:xfrm>
          <a:prstGeom prst="line">
            <a:avLst/>
          </a:prstGeom>
          <a:ln w="6480">
            <a:solidFill>
              <a:srgbClr val="4A4A4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3240" tIns="-3240" rIns="3240" bIns="-324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991" name=""/>
          <p:cNvSpPr/>
          <p:nvPr/>
        </p:nvSpPr>
        <p:spPr>
          <a:xfrm>
            <a:off x="5526720" y="1925640"/>
            <a:ext cx="1800" cy="1800"/>
          </a:xfrm>
          <a:custGeom>
            <a:avLst/>
            <a:gdLst/>
            <a:ahLst/>
            <a:rect l="0" t="0" r="r" b="b"/>
            <a:pathLst>
              <a:path fill="none" w="5" h="5">
                <a:moveTo>
                  <a:pt x="3" y="1"/>
                </a:moveTo>
                <a:lnTo>
                  <a:pt x="1" y="3"/>
                </a:lnTo>
                <a:lnTo>
                  <a:pt x="0" y="4"/>
                </a:lnTo>
                <a:lnTo>
                  <a:pt x="0" y="5"/>
                </a:lnTo>
                <a:lnTo>
                  <a:pt x="1" y="5"/>
                </a:lnTo>
                <a:lnTo>
                  <a:pt x="3" y="4"/>
                </a:lnTo>
                <a:lnTo>
                  <a:pt x="4" y="3"/>
                </a:lnTo>
                <a:lnTo>
                  <a:pt x="5" y="3"/>
                </a:lnTo>
                <a:lnTo>
                  <a:pt x="5" y="1"/>
                </a:lnTo>
                <a:lnTo>
                  <a:pt x="5" y="0"/>
                </a:lnTo>
              </a:path>
            </a:pathLst>
          </a:custGeom>
          <a:ln w="6480">
            <a:solidFill>
              <a:srgbClr val="4A4A4A"/>
            </a:solidFill>
            <a:round/>
          </a:ln>
        </p:spPr>
        <p:txBody>
          <a:bodyPr lIns="3240" tIns="-1440" rIns="3240" bIns="-144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992" name=""/>
          <p:cNvSpPr/>
          <p:nvPr/>
        </p:nvSpPr>
        <p:spPr>
          <a:xfrm>
            <a:off x="5544720" y="1926360"/>
            <a:ext cx="1800" cy="1440"/>
          </a:xfrm>
          <a:custGeom>
            <a:avLst/>
            <a:gdLst/>
            <a:ahLst/>
            <a:rect l="0" t="0" r="r" b="b"/>
            <a:pathLst>
              <a:path fill="none" w="5" h="4">
                <a:moveTo>
                  <a:pt x="0" y="4"/>
                </a:moveTo>
                <a:lnTo>
                  <a:pt x="0" y="2"/>
                </a:lnTo>
                <a:lnTo>
                  <a:pt x="1" y="2"/>
                </a:lnTo>
                <a:lnTo>
                  <a:pt x="3" y="2"/>
                </a:lnTo>
                <a:lnTo>
                  <a:pt x="3" y="0"/>
                </a:lnTo>
                <a:lnTo>
                  <a:pt x="4" y="2"/>
                </a:lnTo>
                <a:lnTo>
                  <a:pt x="5" y="2"/>
                </a:lnTo>
                <a:lnTo>
                  <a:pt x="5" y="4"/>
                </a:lnTo>
              </a:path>
            </a:pathLst>
          </a:custGeom>
          <a:ln w="6480">
            <a:solidFill>
              <a:srgbClr val="4A4A4A"/>
            </a:solidFill>
            <a:round/>
          </a:ln>
        </p:spPr>
        <p:txBody>
          <a:bodyPr lIns="3240" tIns="-1800" rIns="3240" bIns="-180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993" name=""/>
          <p:cNvSpPr/>
          <p:nvPr/>
        </p:nvSpPr>
        <p:spPr>
          <a:xfrm>
            <a:off x="5545440" y="1927440"/>
            <a:ext cx="360" cy="0"/>
          </a:xfrm>
          <a:prstGeom prst="line">
            <a:avLst/>
          </a:prstGeom>
          <a:ln w="6480">
            <a:solidFill>
              <a:srgbClr val="4A4A4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3240" tIns="-3240" rIns="3240" bIns="-324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994" name=""/>
          <p:cNvSpPr/>
          <p:nvPr/>
        </p:nvSpPr>
        <p:spPr>
          <a:xfrm>
            <a:off x="5456520" y="1932120"/>
            <a:ext cx="1440" cy="2880"/>
          </a:xfrm>
          <a:custGeom>
            <a:avLst/>
            <a:gdLst/>
            <a:ahLst/>
            <a:rect l="0" t="0" r="r" b="b"/>
            <a:pathLst>
              <a:path fill="none" w="4" h="8">
                <a:moveTo>
                  <a:pt x="4" y="8"/>
                </a:moveTo>
                <a:lnTo>
                  <a:pt x="2" y="8"/>
                </a:lnTo>
                <a:lnTo>
                  <a:pt x="0" y="5"/>
                </a:lnTo>
                <a:lnTo>
                  <a:pt x="2" y="3"/>
                </a:lnTo>
                <a:lnTo>
                  <a:pt x="2" y="2"/>
                </a:lnTo>
                <a:lnTo>
                  <a:pt x="2" y="0"/>
                </a:lnTo>
              </a:path>
            </a:pathLst>
          </a:custGeom>
          <a:ln w="6480">
            <a:solidFill>
              <a:srgbClr val="4A4A4A"/>
            </a:solidFill>
            <a:round/>
          </a:ln>
        </p:spPr>
        <p:txBody>
          <a:bodyPr lIns="3240" tIns="-360" rIns="3240" bIns="-3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995" name=""/>
          <p:cNvSpPr/>
          <p:nvPr/>
        </p:nvSpPr>
        <p:spPr>
          <a:xfrm>
            <a:off x="5457240" y="1931760"/>
            <a:ext cx="1080" cy="3240"/>
          </a:xfrm>
          <a:custGeom>
            <a:avLst/>
            <a:gdLst/>
            <a:ahLst/>
            <a:rect l="0" t="0" r="r" b="b"/>
            <a:pathLst>
              <a:path fill="none" w="3" h="9">
                <a:moveTo>
                  <a:pt x="0" y="0"/>
                </a:moveTo>
                <a:lnTo>
                  <a:pt x="1" y="2"/>
                </a:lnTo>
                <a:lnTo>
                  <a:pt x="3" y="3"/>
                </a:lnTo>
                <a:lnTo>
                  <a:pt x="3" y="5"/>
                </a:lnTo>
                <a:lnTo>
                  <a:pt x="3" y="6"/>
                </a:lnTo>
                <a:lnTo>
                  <a:pt x="1" y="9"/>
                </a:lnTo>
              </a:path>
            </a:pathLst>
          </a:custGeom>
          <a:ln w="6480">
            <a:solidFill>
              <a:srgbClr val="4A4A4A"/>
            </a:solidFill>
            <a:round/>
          </a:ln>
        </p:spPr>
        <p:txBody>
          <a:bodyPr lIns="3240" tIns="0" rIns="324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996" name=""/>
          <p:cNvSpPr/>
          <p:nvPr/>
        </p:nvSpPr>
        <p:spPr>
          <a:xfrm>
            <a:off x="5544720" y="1927080"/>
            <a:ext cx="2160" cy="1440"/>
          </a:xfrm>
          <a:custGeom>
            <a:avLst/>
            <a:gdLst/>
            <a:ahLst/>
            <a:rect l="0" t="0" r="r" b="b"/>
            <a:pathLst>
              <a:path fill="none" w="6" h="4">
                <a:moveTo>
                  <a:pt x="5" y="0"/>
                </a:moveTo>
                <a:lnTo>
                  <a:pt x="6" y="2"/>
                </a:lnTo>
                <a:lnTo>
                  <a:pt x="6" y="3"/>
                </a:lnTo>
                <a:lnTo>
                  <a:pt x="6" y="4"/>
                </a:lnTo>
                <a:lnTo>
                  <a:pt x="5" y="4"/>
                </a:lnTo>
                <a:lnTo>
                  <a:pt x="4" y="3"/>
                </a:lnTo>
                <a:lnTo>
                  <a:pt x="3" y="3"/>
                </a:lnTo>
                <a:lnTo>
                  <a:pt x="2" y="2"/>
                </a:lnTo>
                <a:lnTo>
                  <a:pt x="2" y="0"/>
                </a:lnTo>
                <a:lnTo>
                  <a:pt x="0" y="0"/>
                </a:lnTo>
              </a:path>
            </a:pathLst>
          </a:custGeom>
          <a:ln w="6480">
            <a:solidFill>
              <a:srgbClr val="4A4A4A"/>
            </a:solidFill>
            <a:round/>
          </a:ln>
        </p:spPr>
        <p:txBody>
          <a:bodyPr lIns="3240" tIns="-1800" rIns="3240" bIns="-180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997" name=""/>
          <p:cNvSpPr/>
          <p:nvPr/>
        </p:nvSpPr>
        <p:spPr>
          <a:xfrm>
            <a:off x="5438880" y="1935000"/>
            <a:ext cx="2520" cy="2160"/>
          </a:xfrm>
          <a:custGeom>
            <a:avLst/>
            <a:gdLst/>
            <a:ahLst/>
            <a:rect l="0" t="0" r="r" b="b"/>
            <a:pathLst>
              <a:path fill="none" w="7" h="6">
                <a:moveTo>
                  <a:pt x="0" y="6"/>
                </a:moveTo>
                <a:lnTo>
                  <a:pt x="1" y="4"/>
                </a:lnTo>
                <a:lnTo>
                  <a:pt x="1" y="2"/>
                </a:lnTo>
                <a:lnTo>
                  <a:pt x="3" y="1"/>
                </a:lnTo>
                <a:lnTo>
                  <a:pt x="6" y="0"/>
                </a:lnTo>
                <a:lnTo>
                  <a:pt x="7" y="0"/>
                </a:lnTo>
              </a:path>
            </a:pathLst>
          </a:custGeom>
          <a:ln w="6480">
            <a:solidFill>
              <a:srgbClr val="4A4A4A"/>
            </a:solidFill>
            <a:round/>
          </a:ln>
        </p:spPr>
        <p:txBody>
          <a:bodyPr lIns="3240" tIns="-1080" rIns="3240" bIns="-108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998" name=""/>
          <p:cNvSpPr/>
          <p:nvPr/>
        </p:nvSpPr>
        <p:spPr>
          <a:xfrm>
            <a:off x="5484960" y="1932840"/>
            <a:ext cx="2520" cy="1440"/>
          </a:xfrm>
          <a:custGeom>
            <a:avLst/>
            <a:gdLst/>
            <a:ahLst/>
            <a:rect l="0" t="0" r="r" b="b"/>
            <a:pathLst>
              <a:path fill="none" w="7" h="4">
                <a:moveTo>
                  <a:pt x="0" y="1"/>
                </a:moveTo>
                <a:lnTo>
                  <a:pt x="3" y="0"/>
                </a:lnTo>
                <a:lnTo>
                  <a:pt x="4" y="0"/>
                </a:lnTo>
                <a:lnTo>
                  <a:pt x="5" y="0"/>
                </a:lnTo>
                <a:lnTo>
                  <a:pt x="6" y="1"/>
                </a:lnTo>
                <a:lnTo>
                  <a:pt x="7" y="3"/>
                </a:lnTo>
                <a:lnTo>
                  <a:pt x="7" y="4"/>
                </a:lnTo>
              </a:path>
            </a:pathLst>
          </a:custGeom>
          <a:ln w="6480">
            <a:solidFill>
              <a:srgbClr val="4A4A4A"/>
            </a:solidFill>
            <a:round/>
          </a:ln>
        </p:spPr>
        <p:txBody>
          <a:bodyPr lIns="3240" tIns="-1800" rIns="3240" bIns="-180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999" name=""/>
          <p:cNvSpPr/>
          <p:nvPr/>
        </p:nvSpPr>
        <p:spPr>
          <a:xfrm>
            <a:off x="5484960" y="1933920"/>
            <a:ext cx="2160" cy="360"/>
          </a:xfrm>
          <a:custGeom>
            <a:avLst/>
            <a:gdLst/>
            <a:ahLst/>
            <a:rect l="0" t="0" r="r" b="b"/>
            <a:pathLst>
              <a:path fill="none" w="6" h="1">
                <a:moveTo>
                  <a:pt x="6" y="1"/>
                </a:moveTo>
                <a:lnTo>
                  <a:pt x="5" y="1"/>
                </a:lnTo>
                <a:lnTo>
                  <a:pt x="5" y="0"/>
                </a:lnTo>
                <a:lnTo>
                  <a:pt x="4" y="0"/>
                </a:lnTo>
                <a:lnTo>
                  <a:pt x="3" y="0"/>
                </a:lnTo>
                <a:lnTo>
                  <a:pt x="1" y="0"/>
                </a:lnTo>
                <a:lnTo>
                  <a:pt x="0" y="0"/>
                </a:lnTo>
              </a:path>
            </a:pathLst>
          </a:custGeom>
          <a:ln w="6480">
            <a:solidFill>
              <a:srgbClr val="4A4A4A"/>
            </a:solidFill>
            <a:round/>
          </a:ln>
        </p:spPr>
        <p:txBody>
          <a:bodyPr lIns="3240" tIns="-2880" rIns="3240" bIns="-288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000" name=""/>
          <p:cNvSpPr/>
          <p:nvPr/>
        </p:nvSpPr>
        <p:spPr>
          <a:xfrm>
            <a:off x="5439240" y="1935360"/>
            <a:ext cx="2880" cy="2520"/>
          </a:xfrm>
          <a:custGeom>
            <a:avLst/>
            <a:gdLst/>
            <a:ahLst/>
            <a:rect l="0" t="0" r="r" b="b"/>
            <a:pathLst>
              <a:path fill="none" w="8" h="7">
                <a:moveTo>
                  <a:pt x="8" y="0"/>
                </a:moveTo>
                <a:lnTo>
                  <a:pt x="8" y="3"/>
                </a:lnTo>
                <a:lnTo>
                  <a:pt x="7" y="4"/>
                </a:lnTo>
                <a:lnTo>
                  <a:pt x="6" y="5"/>
                </a:lnTo>
                <a:lnTo>
                  <a:pt x="5" y="6"/>
                </a:lnTo>
                <a:lnTo>
                  <a:pt x="4" y="6"/>
                </a:lnTo>
                <a:lnTo>
                  <a:pt x="0" y="7"/>
                </a:lnTo>
              </a:path>
            </a:pathLst>
          </a:custGeom>
          <a:ln w="6480">
            <a:solidFill>
              <a:srgbClr val="4A4A4A"/>
            </a:solidFill>
            <a:round/>
          </a:ln>
        </p:spPr>
        <p:txBody>
          <a:bodyPr lIns="3240" tIns="-720" rIns="3240" bIns="-7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001" name=""/>
          <p:cNvSpPr/>
          <p:nvPr/>
        </p:nvSpPr>
        <p:spPr>
          <a:xfrm>
            <a:off x="5518440" y="1932480"/>
            <a:ext cx="360" cy="0"/>
          </a:xfrm>
          <a:prstGeom prst="line">
            <a:avLst/>
          </a:prstGeom>
          <a:ln w="6480">
            <a:solidFill>
              <a:srgbClr val="4A4A4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3240" tIns="-3240" rIns="3240" bIns="-324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002" name=""/>
          <p:cNvSpPr/>
          <p:nvPr/>
        </p:nvSpPr>
        <p:spPr>
          <a:xfrm>
            <a:off x="5518440" y="1932120"/>
            <a:ext cx="720" cy="1440"/>
          </a:xfrm>
          <a:custGeom>
            <a:avLst/>
            <a:gdLst/>
            <a:ahLst/>
            <a:rect l="0" t="0" r="r" b="b"/>
            <a:pathLst>
              <a:path fill="none" w="2" h="4">
                <a:moveTo>
                  <a:pt x="2" y="2"/>
                </a:moveTo>
                <a:lnTo>
                  <a:pt x="2" y="0"/>
                </a:lnTo>
                <a:lnTo>
                  <a:pt x="0" y="2"/>
                </a:lnTo>
                <a:lnTo>
                  <a:pt x="0" y="4"/>
                </a:lnTo>
              </a:path>
            </a:pathLst>
          </a:custGeom>
          <a:ln w="6480">
            <a:solidFill>
              <a:srgbClr val="4A4A4A"/>
            </a:solidFill>
            <a:round/>
          </a:ln>
        </p:spPr>
        <p:txBody>
          <a:bodyPr lIns="3240" tIns="-1800" rIns="3240" bIns="-180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003" name=""/>
          <p:cNvSpPr/>
          <p:nvPr/>
        </p:nvSpPr>
        <p:spPr>
          <a:xfrm>
            <a:off x="5452920" y="1937520"/>
            <a:ext cx="2520" cy="1800"/>
          </a:xfrm>
          <a:custGeom>
            <a:avLst/>
            <a:gdLst/>
            <a:ahLst/>
            <a:rect l="0" t="0" r="r" b="b"/>
            <a:pathLst>
              <a:path fill="none" w="7" h="5">
                <a:moveTo>
                  <a:pt x="0" y="5"/>
                </a:moveTo>
                <a:lnTo>
                  <a:pt x="0" y="4"/>
                </a:lnTo>
                <a:lnTo>
                  <a:pt x="1" y="1"/>
                </a:lnTo>
                <a:lnTo>
                  <a:pt x="2" y="1"/>
                </a:lnTo>
                <a:lnTo>
                  <a:pt x="4" y="0"/>
                </a:lnTo>
                <a:lnTo>
                  <a:pt x="5" y="0"/>
                </a:lnTo>
                <a:lnTo>
                  <a:pt x="7" y="1"/>
                </a:lnTo>
              </a:path>
            </a:pathLst>
          </a:custGeom>
          <a:ln w="6480">
            <a:solidFill>
              <a:srgbClr val="4A4A4A"/>
            </a:solidFill>
            <a:round/>
          </a:ln>
        </p:spPr>
        <p:txBody>
          <a:bodyPr lIns="3240" tIns="-1440" rIns="3240" bIns="-144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004" name=""/>
          <p:cNvSpPr/>
          <p:nvPr/>
        </p:nvSpPr>
        <p:spPr>
          <a:xfrm>
            <a:off x="5452920" y="1938240"/>
            <a:ext cx="2880" cy="1800"/>
          </a:xfrm>
          <a:custGeom>
            <a:avLst/>
            <a:gdLst/>
            <a:ahLst/>
            <a:rect l="0" t="0" r="r" b="b"/>
            <a:pathLst>
              <a:path fill="none" w="8" h="5">
                <a:moveTo>
                  <a:pt x="8" y="0"/>
                </a:moveTo>
                <a:lnTo>
                  <a:pt x="7" y="1"/>
                </a:lnTo>
                <a:lnTo>
                  <a:pt x="7" y="2"/>
                </a:lnTo>
                <a:lnTo>
                  <a:pt x="5" y="4"/>
                </a:lnTo>
                <a:lnTo>
                  <a:pt x="3" y="4"/>
                </a:lnTo>
                <a:lnTo>
                  <a:pt x="1" y="5"/>
                </a:lnTo>
                <a:lnTo>
                  <a:pt x="0" y="5"/>
                </a:lnTo>
              </a:path>
            </a:pathLst>
          </a:custGeom>
          <a:ln w="6480">
            <a:solidFill>
              <a:srgbClr val="4A4A4A"/>
            </a:solidFill>
            <a:round/>
          </a:ln>
        </p:spPr>
        <p:txBody>
          <a:bodyPr lIns="3240" tIns="-1440" rIns="3240" bIns="-144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005" name=""/>
          <p:cNvSpPr/>
          <p:nvPr/>
        </p:nvSpPr>
        <p:spPr>
          <a:xfrm>
            <a:off x="5486400" y="1937880"/>
            <a:ext cx="1800" cy="1800"/>
          </a:xfrm>
          <a:custGeom>
            <a:avLst/>
            <a:gdLst/>
            <a:ahLst/>
            <a:rect l="0" t="0" r="r" b="b"/>
            <a:pathLst>
              <a:path fill="none" w="5" h="5">
                <a:moveTo>
                  <a:pt x="0" y="5"/>
                </a:moveTo>
                <a:lnTo>
                  <a:pt x="0" y="4"/>
                </a:lnTo>
                <a:lnTo>
                  <a:pt x="0" y="2"/>
                </a:lnTo>
                <a:lnTo>
                  <a:pt x="1" y="2"/>
                </a:lnTo>
                <a:lnTo>
                  <a:pt x="1" y="1"/>
                </a:lnTo>
                <a:lnTo>
                  <a:pt x="3" y="0"/>
                </a:lnTo>
                <a:lnTo>
                  <a:pt x="4" y="0"/>
                </a:lnTo>
                <a:lnTo>
                  <a:pt x="5" y="0"/>
                </a:lnTo>
              </a:path>
            </a:pathLst>
          </a:custGeom>
          <a:ln w="6480">
            <a:solidFill>
              <a:srgbClr val="4A4A4A"/>
            </a:solidFill>
            <a:round/>
          </a:ln>
        </p:spPr>
        <p:txBody>
          <a:bodyPr lIns="3240" tIns="-1440" rIns="3240" bIns="-144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006" name=""/>
          <p:cNvSpPr/>
          <p:nvPr/>
        </p:nvSpPr>
        <p:spPr>
          <a:xfrm>
            <a:off x="5486400" y="1938240"/>
            <a:ext cx="2520" cy="1800"/>
          </a:xfrm>
          <a:custGeom>
            <a:avLst/>
            <a:gdLst/>
            <a:ahLst/>
            <a:rect l="0" t="0" r="r" b="b"/>
            <a:pathLst>
              <a:path fill="none" w="7" h="5">
                <a:moveTo>
                  <a:pt x="7" y="0"/>
                </a:moveTo>
                <a:lnTo>
                  <a:pt x="6" y="1"/>
                </a:lnTo>
                <a:lnTo>
                  <a:pt x="5" y="3"/>
                </a:lnTo>
                <a:lnTo>
                  <a:pt x="4" y="4"/>
                </a:lnTo>
                <a:lnTo>
                  <a:pt x="2" y="4"/>
                </a:lnTo>
                <a:lnTo>
                  <a:pt x="1" y="5"/>
                </a:lnTo>
                <a:lnTo>
                  <a:pt x="0" y="5"/>
                </a:lnTo>
              </a:path>
            </a:pathLst>
          </a:custGeom>
          <a:ln w="6480">
            <a:solidFill>
              <a:srgbClr val="4A4A4A"/>
            </a:solidFill>
            <a:round/>
          </a:ln>
        </p:spPr>
        <p:txBody>
          <a:bodyPr lIns="3240" tIns="-1440" rIns="3240" bIns="-144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007" name=""/>
          <p:cNvSpPr/>
          <p:nvPr/>
        </p:nvSpPr>
        <p:spPr>
          <a:xfrm>
            <a:off x="5541840" y="1935360"/>
            <a:ext cx="720" cy="360"/>
          </a:xfrm>
          <a:custGeom>
            <a:avLst/>
            <a:gdLst/>
            <a:ahLst/>
            <a:rect l="0" t="0" r="r" b="b"/>
            <a:pathLst>
              <a:path fill="none" w="2" h="1">
                <a:moveTo>
                  <a:pt x="2" y="0"/>
                </a:moveTo>
                <a:lnTo>
                  <a:pt x="1" y="1"/>
                </a:lnTo>
                <a:lnTo>
                  <a:pt x="0" y="1"/>
                </a:lnTo>
              </a:path>
            </a:pathLst>
          </a:custGeom>
          <a:ln w="6480">
            <a:solidFill>
              <a:srgbClr val="4A4A4A"/>
            </a:solidFill>
            <a:round/>
          </a:ln>
        </p:spPr>
        <p:txBody>
          <a:bodyPr lIns="3240" tIns="-2880" rIns="3240" bIns="-288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008" name=""/>
          <p:cNvSpPr/>
          <p:nvPr/>
        </p:nvSpPr>
        <p:spPr>
          <a:xfrm>
            <a:off x="5542200" y="1935360"/>
            <a:ext cx="2160" cy="720"/>
          </a:xfrm>
          <a:custGeom>
            <a:avLst/>
            <a:gdLst/>
            <a:ahLst/>
            <a:rect l="0" t="0" r="r" b="b"/>
            <a:pathLst>
              <a:path fill="none" w="6" h="2">
                <a:moveTo>
                  <a:pt x="0" y="2"/>
                </a:moveTo>
                <a:lnTo>
                  <a:pt x="1" y="2"/>
                </a:lnTo>
                <a:lnTo>
                  <a:pt x="2" y="2"/>
                </a:lnTo>
                <a:lnTo>
                  <a:pt x="4" y="0"/>
                </a:lnTo>
                <a:lnTo>
                  <a:pt x="5" y="0"/>
                </a:lnTo>
                <a:lnTo>
                  <a:pt x="5" y="2"/>
                </a:lnTo>
                <a:lnTo>
                  <a:pt x="6" y="2"/>
                </a:lnTo>
                <a:lnTo>
                  <a:pt x="6" y="0"/>
                </a:lnTo>
                <a:lnTo>
                  <a:pt x="5" y="0"/>
                </a:lnTo>
                <a:lnTo>
                  <a:pt x="2" y="0"/>
                </a:lnTo>
                <a:lnTo>
                  <a:pt x="1" y="0"/>
                </a:lnTo>
              </a:path>
            </a:pathLst>
          </a:custGeom>
          <a:ln w="6480">
            <a:solidFill>
              <a:srgbClr val="4A4A4A"/>
            </a:solidFill>
            <a:round/>
          </a:ln>
        </p:spPr>
        <p:txBody>
          <a:bodyPr lIns="3240" tIns="-2520" rIns="3240" bIns="-25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009" name=""/>
          <p:cNvSpPr/>
          <p:nvPr/>
        </p:nvSpPr>
        <p:spPr>
          <a:xfrm>
            <a:off x="5541840" y="1935720"/>
            <a:ext cx="1440" cy="360"/>
          </a:xfrm>
          <a:custGeom>
            <a:avLst/>
            <a:gdLst/>
            <a:ahLst/>
            <a:rect l="0" t="0" r="r" b="b"/>
            <a:pathLst>
              <a:path fill="none" w="4" h="1">
                <a:moveTo>
                  <a:pt x="4" y="0"/>
                </a:moveTo>
                <a:lnTo>
                  <a:pt x="3" y="0"/>
                </a:lnTo>
                <a:lnTo>
                  <a:pt x="1" y="0"/>
                </a:lnTo>
                <a:lnTo>
                  <a:pt x="0" y="1"/>
                </a:lnTo>
              </a:path>
            </a:pathLst>
          </a:custGeom>
          <a:ln w="6480">
            <a:solidFill>
              <a:srgbClr val="4A4A4A"/>
            </a:solidFill>
            <a:round/>
          </a:ln>
        </p:spPr>
        <p:txBody>
          <a:bodyPr lIns="3240" tIns="-2880" rIns="3240" bIns="-288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010" name=""/>
          <p:cNvSpPr/>
          <p:nvPr/>
        </p:nvSpPr>
        <p:spPr>
          <a:xfrm>
            <a:off x="5541840" y="1935720"/>
            <a:ext cx="1440" cy="360"/>
          </a:xfrm>
          <a:custGeom>
            <a:avLst/>
            <a:gdLst/>
            <a:ahLst/>
            <a:rect l="0" t="0" r="r" b="b"/>
            <a:pathLst>
              <a:path fill="none" w="4" h="1">
                <a:moveTo>
                  <a:pt x="4" y="0"/>
                </a:moveTo>
                <a:lnTo>
                  <a:pt x="2" y="1"/>
                </a:lnTo>
                <a:lnTo>
                  <a:pt x="1" y="1"/>
                </a:lnTo>
                <a:lnTo>
                  <a:pt x="0" y="1"/>
                </a:lnTo>
              </a:path>
            </a:pathLst>
          </a:custGeom>
          <a:ln w="6480">
            <a:solidFill>
              <a:srgbClr val="4A4A4A"/>
            </a:solidFill>
            <a:round/>
          </a:ln>
        </p:spPr>
        <p:txBody>
          <a:bodyPr lIns="3240" tIns="-2880" rIns="3240" bIns="-288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011" name=""/>
          <p:cNvSpPr/>
          <p:nvPr/>
        </p:nvSpPr>
        <p:spPr>
          <a:xfrm>
            <a:off x="5546160" y="1935360"/>
            <a:ext cx="1440" cy="720"/>
          </a:xfrm>
          <a:custGeom>
            <a:avLst/>
            <a:gdLst/>
            <a:ahLst/>
            <a:rect l="0" t="0" r="r" b="b"/>
            <a:pathLst>
              <a:path fill="none" w="4" h="2">
                <a:moveTo>
                  <a:pt x="0" y="2"/>
                </a:moveTo>
                <a:lnTo>
                  <a:pt x="2" y="2"/>
                </a:lnTo>
                <a:lnTo>
                  <a:pt x="3" y="2"/>
                </a:lnTo>
                <a:lnTo>
                  <a:pt x="4" y="2"/>
                </a:lnTo>
                <a:lnTo>
                  <a:pt x="4" y="0"/>
                </a:lnTo>
                <a:lnTo>
                  <a:pt x="3" y="0"/>
                </a:lnTo>
                <a:lnTo>
                  <a:pt x="2" y="0"/>
                </a:lnTo>
                <a:lnTo>
                  <a:pt x="0" y="0"/>
                </a:lnTo>
                <a:lnTo>
                  <a:pt x="0" y="2"/>
                </a:lnTo>
              </a:path>
            </a:pathLst>
          </a:custGeom>
          <a:ln w="6480">
            <a:solidFill>
              <a:srgbClr val="4A4A4A"/>
            </a:solidFill>
            <a:round/>
          </a:ln>
        </p:spPr>
        <p:txBody>
          <a:bodyPr lIns="3240" tIns="-2520" rIns="3240" bIns="-25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012" name=""/>
          <p:cNvSpPr/>
          <p:nvPr/>
        </p:nvSpPr>
        <p:spPr>
          <a:xfrm>
            <a:off x="5432400" y="1944720"/>
            <a:ext cx="2160" cy="720"/>
          </a:xfrm>
          <a:custGeom>
            <a:avLst/>
            <a:gdLst/>
            <a:ahLst/>
            <a:rect l="0" t="0" r="r" b="b"/>
            <a:pathLst>
              <a:path fill="none" w="6" h="2">
                <a:moveTo>
                  <a:pt x="0" y="2"/>
                </a:moveTo>
                <a:lnTo>
                  <a:pt x="1" y="0"/>
                </a:lnTo>
                <a:lnTo>
                  <a:pt x="2" y="0"/>
                </a:lnTo>
                <a:lnTo>
                  <a:pt x="5" y="0"/>
                </a:lnTo>
                <a:lnTo>
                  <a:pt x="6" y="0"/>
                </a:lnTo>
              </a:path>
            </a:pathLst>
          </a:custGeom>
          <a:ln w="6480">
            <a:solidFill>
              <a:srgbClr val="4A4A4A"/>
            </a:solidFill>
            <a:round/>
          </a:ln>
        </p:spPr>
        <p:txBody>
          <a:bodyPr lIns="3240" tIns="-2520" rIns="3240" bIns="-25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013" name=""/>
          <p:cNvSpPr/>
          <p:nvPr/>
        </p:nvSpPr>
        <p:spPr>
          <a:xfrm>
            <a:off x="5436360" y="1944720"/>
            <a:ext cx="3960" cy="1080"/>
          </a:xfrm>
          <a:custGeom>
            <a:avLst/>
            <a:gdLst/>
            <a:ahLst/>
            <a:rect l="0" t="0" r="r" b="b"/>
            <a:pathLst>
              <a:path fill="none" w="11" h="3">
                <a:moveTo>
                  <a:pt x="0" y="0"/>
                </a:moveTo>
                <a:lnTo>
                  <a:pt x="2" y="0"/>
                </a:lnTo>
                <a:lnTo>
                  <a:pt x="3" y="0"/>
                </a:lnTo>
                <a:lnTo>
                  <a:pt x="5" y="0"/>
                </a:lnTo>
                <a:lnTo>
                  <a:pt x="8" y="0"/>
                </a:lnTo>
                <a:lnTo>
                  <a:pt x="9" y="2"/>
                </a:lnTo>
                <a:lnTo>
                  <a:pt x="10" y="2"/>
                </a:lnTo>
                <a:lnTo>
                  <a:pt x="11" y="3"/>
                </a:lnTo>
              </a:path>
            </a:pathLst>
          </a:custGeom>
          <a:ln w="6480">
            <a:solidFill>
              <a:srgbClr val="4A4A4A"/>
            </a:solidFill>
            <a:round/>
          </a:ln>
        </p:spPr>
        <p:txBody>
          <a:bodyPr lIns="3240" tIns="-2160" rIns="3240" bIns="-21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014" name=""/>
          <p:cNvSpPr/>
          <p:nvPr/>
        </p:nvSpPr>
        <p:spPr>
          <a:xfrm>
            <a:off x="5482440" y="1940760"/>
            <a:ext cx="1080" cy="2520"/>
          </a:xfrm>
          <a:custGeom>
            <a:avLst/>
            <a:gdLst/>
            <a:ahLst/>
            <a:rect l="0" t="0" r="r" b="b"/>
            <a:pathLst>
              <a:path fill="none" w="3" h="7">
                <a:moveTo>
                  <a:pt x="0" y="7"/>
                </a:moveTo>
                <a:lnTo>
                  <a:pt x="0" y="6"/>
                </a:lnTo>
                <a:lnTo>
                  <a:pt x="0" y="5"/>
                </a:lnTo>
                <a:lnTo>
                  <a:pt x="0" y="4"/>
                </a:lnTo>
                <a:lnTo>
                  <a:pt x="1" y="1"/>
                </a:lnTo>
                <a:lnTo>
                  <a:pt x="3" y="0"/>
                </a:lnTo>
              </a:path>
            </a:pathLst>
          </a:custGeom>
          <a:ln w="6480">
            <a:solidFill>
              <a:srgbClr val="4A4A4A"/>
            </a:solidFill>
            <a:round/>
          </a:ln>
        </p:spPr>
        <p:txBody>
          <a:bodyPr lIns="3240" tIns="-720" rIns="3240" bIns="-7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015" name=""/>
          <p:cNvSpPr/>
          <p:nvPr/>
        </p:nvSpPr>
        <p:spPr>
          <a:xfrm>
            <a:off x="5483160" y="1941120"/>
            <a:ext cx="1440" cy="2160"/>
          </a:xfrm>
          <a:custGeom>
            <a:avLst/>
            <a:gdLst/>
            <a:ahLst/>
            <a:rect l="0" t="0" r="r" b="b"/>
            <a:pathLst>
              <a:path fill="none" w="4" h="6">
                <a:moveTo>
                  <a:pt x="2" y="0"/>
                </a:moveTo>
                <a:lnTo>
                  <a:pt x="4" y="0"/>
                </a:lnTo>
                <a:lnTo>
                  <a:pt x="4" y="2"/>
                </a:lnTo>
                <a:lnTo>
                  <a:pt x="2" y="3"/>
                </a:lnTo>
                <a:lnTo>
                  <a:pt x="2" y="4"/>
                </a:lnTo>
                <a:lnTo>
                  <a:pt x="0" y="6"/>
                </a:lnTo>
              </a:path>
            </a:pathLst>
          </a:custGeom>
          <a:ln w="6480">
            <a:solidFill>
              <a:srgbClr val="4A4A4A"/>
            </a:solidFill>
            <a:round/>
          </a:ln>
        </p:spPr>
        <p:txBody>
          <a:bodyPr lIns="3240" tIns="-1080" rIns="3240" bIns="-108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016" name=""/>
          <p:cNvSpPr/>
          <p:nvPr/>
        </p:nvSpPr>
        <p:spPr>
          <a:xfrm>
            <a:off x="5433120" y="1945800"/>
            <a:ext cx="2160" cy="720"/>
          </a:xfrm>
          <a:custGeom>
            <a:avLst/>
            <a:gdLst/>
            <a:ahLst/>
            <a:rect l="0" t="0" r="r" b="b"/>
            <a:pathLst>
              <a:path fill="none" w="6" h="2">
                <a:moveTo>
                  <a:pt x="6" y="0"/>
                </a:moveTo>
                <a:lnTo>
                  <a:pt x="5" y="2"/>
                </a:lnTo>
                <a:lnTo>
                  <a:pt x="4" y="2"/>
                </a:lnTo>
                <a:lnTo>
                  <a:pt x="0" y="2"/>
                </a:lnTo>
              </a:path>
            </a:pathLst>
          </a:custGeom>
          <a:ln w="6480">
            <a:solidFill>
              <a:srgbClr val="4A4A4A"/>
            </a:solidFill>
            <a:round/>
          </a:ln>
        </p:spPr>
        <p:txBody>
          <a:bodyPr lIns="3240" tIns="-2520" rIns="3240" bIns="-25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017" name=""/>
          <p:cNvSpPr/>
          <p:nvPr/>
        </p:nvSpPr>
        <p:spPr>
          <a:xfrm>
            <a:off x="5436720" y="1945800"/>
            <a:ext cx="3600" cy="720"/>
          </a:xfrm>
          <a:custGeom>
            <a:avLst/>
            <a:gdLst/>
            <a:ahLst/>
            <a:rect l="0" t="0" r="r" b="b"/>
            <a:pathLst>
              <a:path fill="none" w="10" h="2">
                <a:moveTo>
                  <a:pt x="10" y="0"/>
                </a:moveTo>
                <a:lnTo>
                  <a:pt x="10" y="2"/>
                </a:lnTo>
                <a:lnTo>
                  <a:pt x="9" y="2"/>
                </a:lnTo>
                <a:lnTo>
                  <a:pt x="8" y="2"/>
                </a:lnTo>
                <a:lnTo>
                  <a:pt x="7" y="2"/>
                </a:lnTo>
                <a:lnTo>
                  <a:pt x="4" y="2"/>
                </a:lnTo>
                <a:lnTo>
                  <a:pt x="3" y="2"/>
                </a:lnTo>
                <a:lnTo>
                  <a:pt x="2" y="2"/>
                </a:lnTo>
                <a:lnTo>
                  <a:pt x="0" y="0"/>
                </a:lnTo>
              </a:path>
            </a:pathLst>
          </a:custGeom>
          <a:ln w="6480">
            <a:solidFill>
              <a:srgbClr val="4A4A4A"/>
            </a:solidFill>
            <a:round/>
          </a:ln>
        </p:spPr>
        <p:txBody>
          <a:bodyPr lIns="3240" tIns="-2520" rIns="3240" bIns="-25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018" name=""/>
          <p:cNvSpPr/>
          <p:nvPr/>
        </p:nvSpPr>
        <p:spPr>
          <a:xfrm>
            <a:off x="5429880" y="1945800"/>
            <a:ext cx="1800" cy="1440"/>
          </a:xfrm>
          <a:custGeom>
            <a:avLst/>
            <a:gdLst/>
            <a:ahLst/>
            <a:rect l="0" t="0" r="r" b="b"/>
            <a:pathLst>
              <a:path fill="none" w="5" h="4">
                <a:moveTo>
                  <a:pt x="0" y="4"/>
                </a:moveTo>
                <a:lnTo>
                  <a:pt x="1" y="2"/>
                </a:lnTo>
                <a:lnTo>
                  <a:pt x="2" y="1"/>
                </a:lnTo>
                <a:lnTo>
                  <a:pt x="5" y="0"/>
                </a:lnTo>
              </a:path>
            </a:pathLst>
          </a:custGeom>
          <a:ln w="6480">
            <a:solidFill>
              <a:srgbClr val="4A4A4A"/>
            </a:solidFill>
            <a:round/>
          </a:ln>
        </p:spPr>
        <p:txBody>
          <a:bodyPr lIns="3240" tIns="-1800" rIns="3240" bIns="-180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019" name=""/>
          <p:cNvSpPr/>
          <p:nvPr/>
        </p:nvSpPr>
        <p:spPr>
          <a:xfrm>
            <a:off x="5430960" y="1946520"/>
            <a:ext cx="1800" cy="1440"/>
          </a:xfrm>
          <a:custGeom>
            <a:avLst/>
            <a:gdLst/>
            <a:ahLst/>
            <a:rect l="0" t="0" r="r" b="b"/>
            <a:pathLst>
              <a:path fill="none" w="5" h="4">
                <a:moveTo>
                  <a:pt x="5" y="0"/>
                </a:moveTo>
                <a:lnTo>
                  <a:pt x="5" y="2"/>
                </a:lnTo>
                <a:lnTo>
                  <a:pt x="3" y="2"/>
                </a:lnTo>
                <a:lnTo>
                  <a:pt x="3" y="3"/>
                </a:lnTo>
                <a:lnTo>
                  <a:pt x="1" y="4"/>
                </a:lnTo>
                <a:lnTo>
                  <a:pt x="0" y="4"/>
                </a:lnTo>
              </a:path>
            </a:pathLst>
          </a:custGeom>
          <a:ln w="6480">
            <a:solidFill>
              <a:srgbClr val="4A4A4A"/>
            </a:solidFill>
            <a:round/>
          </a:ln>
        </p:spPr>
        <p:txBody>
          <a:bodyPr lIns="3240" tIns="-1800" rIns="3240" bIns="-180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020" name=""/>
          <p:cNvSpPr/>
          <p:nvPr/>
        </p:nvSpPr>
        <p:spPr>
          <a:xfrm flipV="1">
            <a:off x="5544720" y="1940760"/>
            <a:ext cx="0" cy="360"/>
          </a:xfrm>
          <a:prstGeom prst="line">
            <a:avLst/>
          </a:prstGeom>
          <a:ln w="6480">
            <a:solidFill>
              <a:srgbClr val="4A4A4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3240" tIns="-2880" rIns="3240" bIns="-288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021" name=""/>
          <p:cNvSpPr/>
          <p:nvPr/>
        </p:nvSpPr>
        <p:spPr>
          <a:xfrm>
            <a:off x="5544360" y="1940760"/>
            <a:ext cx="0" cy="360"/>
          </a:xfrm>
          <a:prstGeom prst="line">
            <a:avLst/>
          </a:prstGeom>
          <a:ln w="6480">
            <a:solidFill>
              <a:srgbClr val="4A4A4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3240" tIns="-2880" rIns="3240" bIns="-288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022" name=""/>
          <p:cNvSpPr/>
          <p:nvPr/>
        </p:nvSpPr>
        <p:spPr>
          <a:xfrm>
            <a:off x="5543280" y="1940760"/>
            <a:ext cx="1440" cy="720"/>
          </a:xfrm>
          <a:custGeom>
            <a:avLst/>
            <a:gdLst/>
            <a:ahLst/>
            <a:rect l="0" t="0" r="r" b="b"/>
            <a:pathLst>
              <a:path fill="none" w="4" h="2">
                <a:moveTo>
                  <a:pt x="4" y="0"/>
                </a:moveTo>
                <a:lnTo>
                  <a:pt x="2" y="0"/>
                </a:lnTo>
                <a:lnTo>
                  <a:pt x="1" y="0"/>
                </a:lnTo>
                <a:lnTo>
                  <a:pt x="0" y="2"/>
                </a:lnTo>
              </a:path>
            </a:pathLst>
          </a:custGeom>
          <a:ln w="6480">
            <a:solidFill>
              <a:srgbClr val="4A4A4A"/>
            </a:solidFill>
            <a:round/>
          </a:ln>
        </p:spPr>
        <p:txBody>
          <a:bodyPr lIns="3240" tIns="-2520" rIns="3240" bIns="-25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023" name=""/>
          <p:cNvSpPr/>
          <p:nvPr/>
        </p:nvSpPr>
        <p:spPr>
          <a:xfrm>
            <a:off x="5542920" y="1941120"/>
            <a:ext cx="2160" cy="720"/>
          </a:xfrm>
          <a:custGeom>
            <a:avLst/>
            <a:gdLst/>
            <a:ahLst/>
            <a:rect l="0" t="0" r="r" b="b"/>
            <a:pathLst>
              <a:path fill="none" w="6" h="2">
                <a:moveTo>
                  <a:pt x="6" y="0"/>
                </a:moveTo>
                <a:lnTo>
                  <a:pt x="4" y="0"/>
                </a:lnTo>
                <a:lnTo>
                  <a:pt x="3" y="2"/>
                </a:lnTo>
                <a:lnTo>
                  <a:pt x="2" y="2"/>
                </a:lnTo>
                <a:lnTo>
                  <a:pt x="0" y="2"/>
                </a:lnTo>
              </a:path>
            </a:pathLst>
          </a:custGeom>
          <a:ln w="6480">
            <a:solidFill>
              <a:srgbClr val="4A4A4A"/>
            </a:solidFill>
            <a:round/>
          </a:ln>
        </p:spPr>
        <p:txBody>
          <a:bodyPr lIns="3240" tIns="-2520" rIns="3240" bIns="-25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024" name=""/>
          <p:cNvSpPr/>
          <p:nvPr/>
        </p:nvSpPr>
        <p:spPr>
          <a:xfrm>
            <a:off x="5590800" y="1921320"/>
            <a:ext cx="16920" cy="20880"/>
          </a:xfrm>
          <a:custGeom>
            <a:avLst/>
            <a:gdLst/>
            <a:ahLst/>
            <a:rect l="0" t="0" r="r" b="b"/>
            <a:pathLst>
              <a:path fill="none" w="47" h="58">
                <a:moveTo>
                  <a:pt x="0" y="58"/>
                </a:moveTo>
                <a:lnTo>
                  <a:pt x="1" y="57"/>
                </a:lnTo>
                <a:lnTo>
                  <a:pt x="2" y="56"/>
                </a:lnTo>
                <a:lnTo>
                  <a:pt x="3" y="53"/>
                </a:lnTo>
                <a:lnTo>
                  <a:pt x="5" y="51"/>
                </a:lnTo>
                <a:lnTo>
                  <a:pt x="7" y="47"/>
                </a:lnTo>
                <a:lnTo>
                  <a:pt x="9" y="45"/>
                </a:lnTo>
                <a:lnTo>
                  <a:pt x="11" y="43"/>
                </a:lnTo>
                <a:lnTo>
                  <a:pt x="13" y="40"/>
                </a:lnTo>
                <a:lnTo>
                  <a:pt x="15" y="38"/>
                </a:lnTo>
                <a:lnTo>
                  <a:pt x="18" y="34"/>
                </a:lnTo>
                <a:lnTo>
                  <a:pt x="21" y="31"/>
                </a:lnTo>
                <a:lnTo>
                  <a:pt x="23" y="29"/>
                </a:lnTo>
                <a:lnTo>
                  <a:pt x="25" y="26"/>
                </a:lnTo>
                <a:lnTo>
                  <a:pt x="27" y="23"/>
                </a:lnTo>
                <a:lnTo>
                  <a:pt x="28" y="21"/>
                </a:lnTo>
                <a:lnTo>
                  <a:pt x="31" y="18"/>
                </a:lnTo>
                <a:lnTo>
                  <a:pt x="33" y="15"/>
                </a:lnTo>
                <a:lnTo>
                  <a:pt x="36" y="12"/>
                </a:lnTo>
                <a:lnTo>
                  <a:pt x="38" y="9"/>
                </a:lnTo>
                <a:lnTo>
                  <a:pt x="39" y="7"/>
                </a:lnTo>
                <a:lnTo>
                  <a:pt x="42" y="5"/>
                </a:lnTo>
                <a:lnTo>
                  <a:pt x="44" y="3"/>
                </a:lnTo>
                <a:lnTo>
                  <a:pt x="46" y="1"/>
                </a:lnTo>
                <a:lnTo>
                  <a:pt x="47" y="0"/>
                </a:lnTo>
              </a:path>
            </a:pathLst>
          </a:custGeom>
          <a:ln w="6480">
            <a:solidFill>
              <a:srgbClr val="4A4A4A"/>
            </a:solidFill>
            <a:round/>
          </a:ln>
        </p:spPr>
        <p:txBody>
          <a:bodyPr lIns="3240" tIns="3240" rIns="3240" bIns="324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025" name=""/>
          <p:cNvSpPr/>
          <p:nvPr/>
        </p:nvSpPr>
        <p:spPr>
          <a:xfrm>
            <a:off x="5538960" y="1951920"/>
            <a:ext cx="0" cy="0"/>
          </a:xfrm>
          <a:custGeom>
            <a:avLst/>
            <a:gdLst/>
            <a:ahLst/>
            <a:rect l="0" t="0" r="r" b="b"/>
            <a:pathLst>
              <a:path fill="none" w="0" h="0">
                <a:moveTo>
                  <a:pt x="0" y="0"/>
                </a:moveTo>
              </a:path>
            </a:pathLst>
          </a:custGeom>
          <a:ln w="6480">
            <a:solidFill>
              <a:srgbClr val="4A4A4A"/>
            </a:solidFill>
            <a:round/>
          </a:ln>
        </p:spPr>
        <p:txBody>
          <a:bodyPr lIns="3240" tIns="-3240" rIns="3240" bIns="-324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026" name=""/>
          <p:cNvSpPr/>
          <p:nvPr/>
        </p:nvSpPr>
        <p:spPr>
          <a:xfrm>
            <a:off x="5538600" y="1951560"/>
            <a:ext cx="1440" cy="1440"/>
          </a:xfrm>
          <a:custGeom>
            <a:avLst/>
            <a:gdLst/>
            <a:ahLst/>
            <a:rect l="0" t="0" r="r" b="b"/>
            <a:pathLst>
              <a:path fill="none" w="4" h="4">
                <a:moveTo>
                  <a:pt x="2" y="0"/>
                </a:moveTo>
                <a:lnTo>
                  <a:pt x="0" y="0"/>
                </a:lnTo>
                <a:lnTo>
                  <a:pt x="0" y="2"/>
                </a:lnTo>
                <a:lnTo>
                  <a:pt x="0" y="4"/>
                </a:lnTo>
                <a:lnTo>
                  <a:pt x="2" y="4"/>
                </a:lnTo>
                <a:lnTo>
                  <a:pt x="2" y="2"/>
                </a:lnTo>
                <a:lnTo>
                  <a:pt x="4" y="2"/>
                </a:lnTo>
                <a:lnTo>
                  <a:pt x="4" y="0"/>
                </a:lnTo>
              </a:path>
            </a:pathLst>
          </a:custGeom>
          <a:ln w="6480">
            <a:solidFill>
              <a:srgbClr val="4A4A4A"/>
            </a:solidFill>
            <a:round/>
          </a:ln>
        </p:spPr>
        <p:txBody>
          <a:bodyPr lIns="3240" tIns="-1800" rIns="3240" bIns="-180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027" name=""/>
          <p:cNvSpPr/>
          <p:nvPr/>
        </p:nvSpPr>
        <p:spPr>
          <a:xfrm>
            <a:off x="5530680" y="1966320"/>
            <a:ext cx="0" cy="0"/>
          </a:xfrm>
          <a:custGeom>
            <a:avLst/>
            <a:gdLst/>
            <a:ahLst/>
            <a:rect l="0" t="0" r="r" b="b"/>
            <a:pathLst>
              <a:path fill="none" w="0" h="0">
                <a:moveTo>
                  <a:pt x="0" y="0"/>
                </a:moveTo>
              </a:path>
            </a:pathLst>
          </a:custGeom>
          <a:ln w="6480">
            <a:solidFill>
              <a:srgbClr val="4A4A4A"/>
            </a:solidFill>
            <a:round/>
          </a:ln>
        </p:spPr>
        <p:txBody>
          <a:bodyPr lIns="3240" tIns="-3240" rIns="3240" bIns="-324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028" name=""/>
          <p:cNvSpPr/>
          <p:nvPr/>
        </p:nvSpPr>
        <p:spPr>
          <a:xfrm>
            <a:off x="5530320" y="1966680"/>
            <a:ext cx="0" cy="360"/>
          </a:xfrm>
          <a:prstGeom prst="line">
            <a:avLst/>
          </a:prstGeom>
          <a:ln w="6480">
            <a:solidFill>
              <a:srgbClr val="4A4A4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3240" tIns="-2880" rIns="3240" bIns="-288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029" name=""/>
          <p:cNvSpPr/>
          <p:nvPr/>
        </p:nvSpPr>
        <p:spPr>
          <a:xfrm>
            <a:off x="5393880" y="1957320"/>
            <a:ext cx="3600" cy="24480"/>
          </a:xfrm>
          <a:custGeom>
            <a:avLst/>
            <a:gdLst/>
            <a:ahLst/>
            <a:rect l="0" t="0" r="r" b="b"/>
            <a:pathLst>
              <a:path fill="none" w="10" h="68">
                <a:moveTo>
                  <a:pt x="2" y="0"/>
                </a:moveTo>
                <a:lnTo>
                  <a:pt x="1" y="3"/>
                </a:lnTo>
                <a:lnTo>
                  <a:pt x="1" y="5"/>
                </a:lnTo>
                <a:lnTo>
                  <a:pt x="0" y="9"/>
                </a:lnTo>
                <a:lnTo>
                  <a:pt x="0" y="13"/>
                </a:lnTo>
                <a:lnTo>
                  <a:pt x="0" y="16"/>
                </a:lnTo>
                <a:lnTo>
                  <a:pt x="0" y="19"/>
                </a:lnTo>
                <a:lnTo>
                  <a:pt x="0" y="23"/>
                </a:lnTo>
                <a:lnTo>
                  <a:pt x="0" y="25"/>
                </a:lnTo>
                <a:lnTo>
                  <a:pt x="0" y="28"/>
                </a:lnTo>
                <a:lnTo>
                  <a:pt x="0" y="31"/>
                </a:lnTo>
                <a:lnTo>
                  <a:pt x="0" y="35"/>
                </a:lnTo>
                <a:lnTo>
                  <a:pt x="1" y="39"/>
                </a:lnTo>
                <a:lnTo>
                  <a:pt x="2" y="44"/>
                </a:lnTo>
                <a:lnTo>
                  <a:pt x="2" y="45"/>
                </a:lnTo>
                <a:lnTo>
                  <a:pt x="3" y="48"/>
                </a:lnTo>
                <a:lnTo>
                  <a:pt x="3" y="51"/>
                </a:lnTo>
                <a:lnTo>
                  <a:pt x="4" y="54"/>
                </a:lnTo>
                <a:lnTo>
                  <a:pt x="5" y="56"/>
                </a:lnTo>
                <a:lnTo>
                  <a:pt x="6" y="60"/>
                </a:lnTo>
                <a:lnTo>
                  <a:pt x="6" y="63"/>
                </a:lnTo>
                <a:lnTo>
                  <a:pt x="8" y="65"/>
                </a:lnTo>
                <a:lnTo>
                  <a:pt x="9" y="66"/>
                </a:lnTo>
                <a:lnTo>
                  <a:pt x="10" y="68"/>
                </a:lnTo>
              </a:path>
            </a:pathLst>
          </a:custGeom>
          <a:ln w="6480">
            <a:solidFill>
              <a:srgbClr val="4A4A4A"/>
            </a:solidFill>
            <a:round/>
          </a:ln>
        </p:spPr>
        <p:txBody>
          <a:bodyPr lIns="3240" tIns="3240" rIns="3240" bIns="324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030" name=""/>
          <p:cNvSpPr/>
          <p:nvPr/>
        </p:nvSpPr>
        <p:spPr>
          <a:xfrm>
            <a:off x="5511240" y="1976040"/>
            <a:ext cx="720" cy="2520"/>
          </a:xfrm>
          <a:custGeom>
            <a:avLst/>
            <a:gdLst/>
            <a:ahLst/>
            <a:rect l="0" t="0" r="r" b="b"/>
            <a:pathLst>
              <a:path fill="none" w="2" h="7">
                <a:moveTo>
                  <a:pt x="2" y="7"/>
                </a:moveTo>
                <a:lnTo>
                  <a:pt x="0" y="6"/>
                </a:lnTo>
                <a:lnTo>
                  <a:pt x="0" y="5"/>
                </a:lnTo>
                <a:lnTo>
                  <a:pt x="0" y="3"/>
                </a:lnTo>
                <a:lnTo>
                  <a:pt x="0" y="2"/>
                </a:lnTo>
                <a:lnTo>
                  <a:pt x="0" y="0"/>
                </a:lnTo>
              </a:path>
            </a:pathLst>
          </a:custGeom>
          <a:ln w="6480">
            <a:solidFill>
              <a:srgbClr val="4A4A4A"/>
            </a:solidFill>
            <a:round/>
          </a:ln>
        </p:spPr>
        <p:txBody>
          <a:bodyPr lIns="3240" tIns="-720" rIns="3240" bIns="-7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031" name=""/>
          <p:cNvSpPr/>
          <p:nvPr/>
        </p:nvSpPr>
        <p:spPr>
          <a:xfrm>
            <a:off x="5511960" y="1976040"/>
            <a:ext cx="720" cy="2520"/>
          </a:xfrm>
          <a:custGeom>
            <a:avLst/>
            <a:gdLst/>
            <a:ahLst/>
            <a:rect l="0" t="0" r="r" b="b"/>
            <a:pathLst>
              <a:path fill="none" w="2" h="7">
                <a:moveTo>
                  <a:pt x="0" y="0"/>
                </a:moveTo>
                <a:lnTo>
                  <a:pt x="2" y="1"/>
                </a:lnTo>
                <a:lnTo>
                  <a:pt x="2" y="2"/>
                </a:lnTo>
                <a:lnTo>
                  <a:pt x="2" y="3"/>
                </a:lnTo>
                <a:lnTo>
                  <a:pt x="2" y="5"/>
                </a:lnTo>
                <a:lnTo>
                  <a:pt x="2" y="6"/>
                </a:lnTo>
                <a:lnTo>
                  <a:pt x="2" y="7"/>
                </a:lnTo>
                <a:lnTo>
                  <a:pt x="0" y="7"/>
                </a:lnTo>
              </a:path>
            </a:pathLst>
          </a:custGeom>
          <a:ln w="6480">
            <a:solidFill>
              <a:srgbClr val="4A4A4A"/>
            </a:solidFill>
            <a:round/>
          </a:ln>
        </p:spPr>
        <p:txBody>
          <a:bodyPr lIns="3240" tIns="-720" rIns="3240" bIns="-7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032" name=""/>
          <p:cNvSpPr/>
          <p:nvPr/>
        </p:nvSpPr>
        <p:spPr>
          <a:xfrm>
            <a:off x="5511240" y="1979280"/>
            <a:ext cx="2160" cy="1800"/>
          </a:xfrm>
          <a:custGeom>
            <a:avLst/>
            <a:gdLst/>
            <a:ahLst/>
            <a:rect l="0" t="0" r="r" b="b"/>
            <a:pathLst>
              <a:path fill="none" w="6" h="5">
                <a:moveTo>
                  <a:pt x="0" y="5"/>
                </a:moveTo>
                <a:lnTo>
                  <a:pt x="1" y="3"/>
                </a:lnTo>
                <a:lnTo>
                  <a:pt x="2" y="2"/>
                </a:lnTo>
                <a:lnTo>
                  <a:pt x="3" y="0"/>
                </a:lnTo>
                <a:lnTo>
                  <a:pt x="5" y="0"/>
                </a:lnTo>
                <a:lnTo>
                  <a:pt x="6" y="0"/>
                </a:lnTo>
                <a:lnTo>
                  <a:pt x="6" y="2"/>
                </a:lnTo>
              </a:path>
            </a:pathLst>
          </a:custGeom>
          <a:ln w="6480">
            <a:solidFill>
              <a:srgbClr val="4A4A4A"/>
            </a:solidFill>
            <a:round/>
          </a:ln>
        </p:spPr>
        <p:txBody>
          <a:bodyPr lIns="3240" tIns="-1440" rIns="3240" bIns="-144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033" name=""/>
          <p:cNvSpPr/>
          <p:nvPr/>
        </p:nvSpPr>
        <p:spPr>
          <a:xfrm>
            <a:off x="5511600" y="1980360"/>
            <a:ext cx="2160" cy="1440"/>
          </a:xfrm>
          <a:custGeom>
            <a:avLst/>
            <a:gdLst/>
            <a:ahLst/>
            <a:rect l="0" t="0" r="r" b="b"/>
            <a:pathLst>
              <a:path fill="none" w="6" h="4">
                <a:moveTo>
                  <a:pt x="5" y="0"/>
                </a:moveTo>
                <a:lnTo>
                  <a:pt x="5" y="1"/>
                </a:lnTo>
                <a:lnTo>
                  <a:pt x="6" y="1"/>
                </a:lnTo>
                <a:lnTo>
                  <a:pt x="6" y="3"/>
                </a:lnTo>
                <a:lnTo>
                  <a:pt x="5" y="4"/>
                </a:lnTo>
                <a:lnTo>
                  <a:pt x="3" y="4"/>
                </a:lnTo>
                <a:lnTo>
                  <a:pt x="2" y="4"/>
                </a:lnTo>
                <a:lnTo>
                  <a:pt x="1" y="4"/>
                </a:lnTo>
                <a:lnTo>
                  <a:pt x="0" y="3"/>
                </a:lnTo>
              </a:path>
            </a:pathLst>
          </a:custGeom>
          <a:ln w="6480">
            <a:solidFill>
              <a:srgbClr val="4A4A4A"/>
            </a:solidFill>
            <a:round/>
          </a:ln>
        </p:spPr>
        <p:txBody>
          <a:bodyPr lIns="3240" tIns="-1800" rIns="3240" bIns="-180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034" name=""/>
          <p:cNvSpPr/>
          <p:nvPr/>
        </p:nvSpPr>
        <p:spPr>
          <a:xfrm>
            <a:off x="5510160" y="1980720"/>
            <a:ext cx="360" cy="1440"/>
          </a:xfrm>
          <a:custGeom>
            <a:avLst/>
            <a:gdLst/>
            <a:ahLst/>
            <a:rect l="0" t="0" r="r" b="b"/>
            <a:pathLst>
              <a:path fill="none" w="1" h="4">
                <a:moveTo>
                  <a:pt x="1" y="4"/>
                </a:moveTo>
                <a:lnTo>
                  <a:pt x="0" y="3"/>
                </a:lnTo>
                <a:lnTo>
                  <a:pt x="0" y="1"/>
                </a:lnTo>
                <a:lnTo>
                  <a:pt x="1" y="1"/>
                </a:lnTo>
                <a:lnTo>
                  <a:pt x="1" y="0"/>
                </a:lnTo>
              </a:path>
            </a:pathLst>
          </a:custGeom>
          <a:ln w="6480">
            <a:solidFill>
              <a:srgbClr val="4A4A4A"/>
            </a:solidFill>
            <a:round/>
          </a:ln>
        </p:spPr>
        <p:txBody>
          <a:bodyPr lIns="3240" tIns="-1800" rIns="3240" bIns="-180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035" name=""/>
          <p:cNvSpPr/>
          <p:nvPr/>
        </p:nvSpPr>
        <p:spPr>
          <a:xfrm>
            <a:off x="5509080" y="1982520"/>
            <a:ext cx="1800" cy="1440"/>
          </a:xfrm>
          <a:custGeom>
            <a:avLst/>
            <a:gdLst/>
            <a:ahLst/>
            <a:rect l="0" t="0" r="r" b="b"/>
            <a:pathLst>
              <a:path fill="none" w="5" h="4">
                <a:moveTo>
                  <a:pt x="1" y="4"/>
                </a:moveTo>
                <a:lnTo>
                  <a:pt x="0" y="3"/>
                </a:lnTo>
                <a:lnTo>
                  <a:pt x="0" y="1"/>
                </a:lnTo>
                <a:lnTo>
                  <a:pt x="0" y="0"/>
                </a:lnTo>
                <a:lnTo>
                  <a:pt x="1" y="0"/>
                </a:lnTo>
                <a:lnTo>
                  <a:pt x="2" y="0"/>
                </a:lnTo>
                <a:lnTo>
                  <a:pt x="4" y="0"/>
                </a:lnTo>
                <a:lnTo>
                  <a:pt x="5" y="1"/>
                </a:lnTo>
                <a:lnTo>
                  <a:pt x="5" y="3"/>
                </a:lnTo>
              </a:path>
            </a:pathLst>
          </a:custGeom>
          <a:ln w="6480">
            <a:solidFill>
              <a:srgbClr val="4A4A4A"/>
            </a:solidFill>
            <a:round/>
          </a:ln>
        </p:spPr>
        <p:txBody>
          <a:bodyPr lIns="3240" tIns="-1800" rIns="3240" bIns="-180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036" name=""/>
          <p:cNvSpPr/>
          <p:nvPr/>
        </p:nvSpPr>
        <p:spPr>
          <a:xfrm>
            <a:off x="5507280" y="1983960"/>
            <a:ext cx="1800" cy="1440"/>
          </a:xfrm>
          <a:custGeom>
            <a:avLst/>
            <a:gdLst/>
            <a:ahLst/>
            <a:rect l="0" t="0" r="r" b="b"/>
            <a:pathLst>
              <a:path fill="none" w="5" h="4">
                <a:moveTo>
                  <a:pt x="0" y="4"/>
                </a:moveTo>
                <a:lnTo>
                  <a:pt x="0" y="3"/>
                </a:lnTo>
                <a:lnTo>
                  <a:pt x="0" y="1"/>
                </a:lnTo>
                <a:lnTo>
                  <a:pt x="1" y="1"/>
                </a:lnTo>
                <a:lnTo>
                  <a:pt x="2" y="0"/>
                </a:lnTo>
                <a:lnTo>
                  <a:pt x="5" y="1"/>
                </a:lnTo>
              </a:path>
            </a:pathLst>
          </a:custGeom>
          <a:ln w="6480">
            <a:solidFill>
              <a:srgbClr val="4A4A4A"/>
            </a:solidFill>
            <a:round/>
          </a:ln>
        </p:spPr>
        <p:txBody>
          <a:bodyPr lIns="3240" tIns="-1800" rIns="3240" bIns="-180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037" name=""/>
          <p:cNvSpPr/>
          <p:nvPr/>
        </p:nvSpPr>
        <p:spPr>
          <a:xfrm>
            <a:off x="5512680" y="1982520"/>
            <a:ext cx="1440" cy="2880"/>
          </a:xfrm>
          <a:custGeom>
            <a:avLst/>
            <a:gdLst/>
            <a:ahLst/>
            <a:rect l="0" t="0" r="r" b="b"/>
            <a:pathLst>
              <a:path fill="none" w="4" h="8">
                <a:moveTo>
                  <a:pt x="2" y="0"/>
                </a:moveTo>
                <a:lnTo>
                  <a:pt x="2" y="2"/>
                </a:lnTo>
                <a:lnTo>
                  <a:pt x="4" y="4"/>
                </a:lnTo>
                <a:lnTo>
                  <a:pt x="4" y="5"/>
                </a:lnTo>
                <a:lnTo>
                  <a:pt x="2" y="6"/>
                </a:lnTo>
                <a:lnTo>
                  <a:pt x="2" y="8"/>
                </a:lnTo>
                <a:lnTo>
                  <a:pt x="0" y="8"/>
                </a:lnTo>
              </a:path>
            </a:pathLst>
          </a:custGeom>
          <a:ln w="6480">
            <a:solidFill>
              <a:srgbClr val="4A4A4A"/>
            </a:solidFill>
            <a:round/>
          </a:ln>
        </p:spPr>
        <p:txBody>
          <a:bodyPr lIns="3240" tIns="-360" rIns="3240" bIns="-3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038" name=""/>
          <p:cNvSpPr/>
          <p:nvPr/>
        </p:nvSpPr>
        <p:spPr>
          <a:xfrm>
            <a:off x="5510520" y="1986480"/>
            <a:ext cx="2880" cy="1440"/>
          </a:xfrm>
          <a:custGeom>
            <a:avLst/>
            <a:gdLst/>
            <a:ahLst/>
            <a:rect l="0" t="0" r="r" b="b"/>
            <a:pathLst>
              <a:path fill="none" w="8" h="4">
                <a:moveTo>
                  <a:pt x="0" y="2"/>
                </a:moveTo>
                <a:lnTo>
                  <a:pt x="2" y="0"/>
                </a:lnTo>
                <a:lnTo>
                  <a:pt x="3" y="2"/>
                </a:lnTo>
                <a:lnTo>
                  <a:pt x="5" y="2"/>
                </a:lnTo>
                <a:lnTo>
                  <a:pt x="8" y="4"/>
                </a:lnTo>
              </a:path>
            </a:pathLst>
          </a:custGeom>
          <a:ln w="6480">
            <a:solidFill>
              <a:srgbClr val="4A4A4A"/>
            </a:solidFill>
            <a:round/>
          </a:ln>
        </p:spPr>
        <p:txBody>
          <a:bodyPr lIns="3240" tIns="-1800" rIns="3240" bIns="-180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039" name=""/>
          <p:cNvSpPr/>
          <p:nvPr/>
        </p:nvSpPr>
        <p:spPr>
          <a:xfrm>
            <a:off x="5510520" y="1987200"/>
            <a:ext cx="2880" cy="1440"/>
          </a:xfrm>
          <a:custGeom>
            <a:avLst/>
            <a:gdLst/>
            <a:ahLst/>
            <a:rect l="0" t="0" r="r" b="b"/>
            <a:pathLst>
              <a:path fill="none" w="8" h="4">
                <a:moveTo>
                  <a:pt x="8" y="2"/>
                </a:moveTo>
                <a:lnTo>
                  <a:pt x="8" y="4"/>
                </a:lnTo>
                <a:lnTo>
                  <a:pt x="6" y="4"/>
                </a:lnTo>
                <a:lnTo>
                  <a:pt x="3" y="2"/>
                </a:lnTo>
                <a:lnTo>
                  <a:pt x="1" y="2"/>
                </a:lnTo>
                <a:lnTo>
                  <a:pt x="0" y="0"/>
                </a:lnTo>
              </a:path>
            </a:pathLst>
          </a:custGeom>
          <a:ln w="6480">
            <a:solidFill>
              <a:srgbClr val="4A4A4A"/>
            </a:solidFill>
            <a:round/>
          </a:ln>
        </p:spPr>
        <p:txBody>
          <a:bodyPr lIns="3240" tIns="-1800" rIns="3240" bIns="-180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040" name=""/>
          <p:cNvSpPr/>
          <p:nvPr/>
        </p:nvSpPr>
        <p:spPr>
          <a:xfrm>
            <a:off x="5515920" y="1989000"/>
            <a:ext cx="360" cy="360"/>
          </a:xfrm>
          <a:custGeom>
            <a:avLst/>
            <a:gdLst/>
            <a:ahLst/>
            <a:rect l="0" t="0" r="r" b="b"/>
            <a:pathLst>
              <a:path fill="none" w="1" h="1">
                <a:moveTo>
                  <a:pt x="0" y="0"/>
                </a:moveTo>
                <a:lnTo>
                  <a:pt x="0" y="1"/>
                </a:lnTo>
                <a:lnTo>
                  <a:pt x="1" y="1"/>
                </a:lnTo>
                <a:lnTo>
                  <a:pt x="1" y="0"/>
                </a:lnTo>
                <a:lnTo>
                  <a:pt x="0" y="0"/>
                </a:lnTo>
                <a:lnTo>
                  <a:pt x="1" y="0"/>
                </a:lnTo>
              </a:path>
            </a:pathLst>
          </a:custGeom>
          <a:ln w="6480">
            <a:solidFill>
              <a:srgbClr val="4A4A4A"/>
            </a:solidFill>
            <a:round/>
          </a:ln>
        </p:spPr>
        <p:txBody>
          <a:bodyPr lIns="3240" tIns="-2880" rIns="3240" bIns="-288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041" name=""/>
          <p:cNvSpPr/>
          <p:nvPr/>
        </p:nvSpPr>
        <p:spPr>
          <a:xfrm>
            <a:off x="5508360" y="2021400"/>
            <a:ext cx="720" cy="720"/>
          </a:xfrm>
          <a:custGeom>
            <a:avLst/>
            <a:gdLst/>
            <a:ahLst/>
            <a:rect l="0" t="0" r="r" b="b"/>
            <a:pathLst>
              <a:path fill="none" w="2" h="2">
                <a:moveTo>
                  <a:pt x="2" y="0"/>
                </a:moveTo>
                <a:lnTo>
                  <a:pt x="0" y="0"/>
                </a:lnTo>
                <a:lnTo>
                  <a:pt x="0" y="2"/>
                </a:lnTo>
                <a:lnTo>
                  <a:pt x="2" y="2"/>
                </a:lnTo>
                <a:lnTo>
                  <a:pt x="2" y="0"/>
                </a:lnTo>
              </a:path>
            </a:pathLst>
          </a:custGeom>
          <a:ln w="6480">
            <a:solidFill>
              <a:srgbClr val="4A4A4A"/>
            </a:solidFill>
            <a:round/>
          </a:ln>
        </p:spPr>
        <p:txBody>
          <a:bodyPr lIns="3240" tIns="-2520" rIns="3240" bIns="-25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042" name=""/>
          <p:cNvSpPr/>
          <p:nvPr/>
        </p:nvSpPr>
        <p:spPr>
          <a:xfrm>
            <a:off x="5508360" y="2023200"/>
            <a:ext cx="360" cy="360"/>
          </a:xfrm>
          <a:custGeom>
            <a:avLst/>
            <a:gdLst/>
            <a:ahLst/>
            <a:rect l="0" t="0" r="r" b="b"/>
            <a:pathLst>
              <a:path fill="none" w="1" h="1">
                <a:moveTo>
                  <a:pt x="1" y="1"/>
                </a:moveTo>
                <a:lnTo>
                  <a:pt x="1" y="0"/>
                </a:lnTo>
                <a:lnTo>
                  <a:pt x="0" y="1"/>
                </a:lnTo>
                <a:lnTo>
                  <a:pt x="1" y="1"/>
                </a:lnTo>
              </a:path>
            </a:pathLst>
          </a:custGeom>
          <a:ln w="6480">
            <a:solidFill>
              <a:srgbClr val="4A4A4A"/>
            </a:solidFill>
            <a:round/>
          </a:ln>
        </p:spPr>
        <p:txBody>
          <a:bodyPr lIns="3240" tIns="-2880" rIns="3240" bIns="-288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043" name=""/>
          <p:cNvSpPr/>
          <p:nvPr/>
        </p:nvSpPr>
        <p:spPr>
          <a:xfrm>
            <a:off x="5502240" y="2024280"/>
            <a:ext cx="720" cy="720"/>
          </a:xfrm>
          <a:custGeom>
            <a:avLst/>
            <a:gdLst/>
            <a:ahLst/>
            <a:rect l="0" t="0" r="r" b="b"/>
            <a:pathLst>
              <a:path fill="none" w="2" h="2">
                <a:moveTo>
                  <a:pt x="2" y="0"/>
                </a:moveTo>
                <a:lnTo>
                  <a:pt x="0" y="0"/>
                </a:lnTo>
                <a:lnTo>
                  <a:pt x="0" y="2"/>
                </a:lnTo>
                <a:lnTo>
                  <a:pt x="2" y="2"/>
                </a:lnTo>
                <a:lnTo>
                  <a:pt x="2" y="0"/>
                </a:lnTo>
              </a:path>
            </a:pathLst>
          </a:custGeom>
          <a:ln w="6480">
            <a:solidFill>
              <a:srgbClr val="4A4A4A"/>
            </a:solidFill>
            <a:round/>
          </a:ln>
        </p:spPr>
        <p:txBody>
          <a:bodyPr lIns="3240" tIns="-2520" rIns="3240" bIns="-25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044" name=""/>
          <p:cNvSpPr/>
          <p:nvPr/>
        </p:nvSpPr>
        <p:spPr>
          <a:xfrm>
            <a:off x="5496120" y="2025360"/>
            <a:ext cx="28800" cy="10080"/>
          </a:xfrm>
          <a:custGeom>
            <a:avLst/>
            <a:gdLst/>
            <a:ahLst/>
            <a:rect l="0" t="0" r="r" b="b"/>
            <a:pathLst>
              <a:path fill="none" w="80" h="28">
                <a:moveTo>
                  <a:pt x="0" y="28"/>
                </a:moveTo>
                <a:lnTo>
                  <a:pt x="4" y="27"/>
                </a:lnTo>
                <a:lnTo>
                  <a:pt x="14" y="24"/>
                </a:lnTo>
                <a:lnTo>
                  <a:pt x="19" y="23"/>
                </a:lnTo>
                <a:lnTo>
                  <a:pt x="24" y="22"/>
                </a:lnTo>
                <a:lnTo>
                  <a:pt x="28" y="20"/>
                </a:lnTo>
                <a:lnTo>
                  <a:pt x="34" y="19"/>
                </a:lnTo>
                <a:lnTo>
                  <a:pt x="39" y="18"/>
                </a:lnTo>
                <a:lnTo>
                  <a:pt x="43" y="16"/>
                </a:lnTo>
                <a:lnTo>
                  <a:pt x="48" y="15"/>
                </a:lnTo>
                <a:lnTo>
                  <a:pt x="53" y="13"/>
                </a:lnTo>
                <a:lnTo>
                  <a:pt x="57" y="12"/>
                </a:lnTo>
                <a:lnTo>
                  <a:pt x="60" y="10"/>
                </a:lnTo>
                <a:lnTo>
                  <a:pt x="64" y="9"/>
                </a:lnTo>
                <a:lnTo>
                  <a:pt x="67" y="7"/>
                </a:lnTo>
                <a:lnTo>
                  <a:pt x="71" y="6"/>
                </a:lnTo>
                <a:lnTo>
                  <a:pt x="74" y="4"/>
                </a:lnTo>
                <a:lnTo>
                  <a:pt x="78" y="1"/>
                </a:lnTo>
                <a:lnTo>
                  <a:pt x="80" y="0"/>
                </a:lnTo>
              </a:path>
            </a:pathLst>
          </a:custGeom>
          <a:ln w="6480">
            <a:solidFill>
              <a:srgbClr val="4A4A4A"/>
            </a:solidFill>
            <a:round/>
          </a:ln>
        </p:spPr>
        <p:txBody>
          <a:bodyPr lIns="3240" tIns="3240" rIns="3240" bIns="324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045" name=""/>
          <p:cNvSpPr/>
          <p:nvPr/>
        </p:nvSpPr>
        <p:spPr>
          <a:xfrm>
            <a:off x="5341320" y="1503360"/>
            <a:ext cx="479160" cy="547200"/>
          </a:xfrm>
          <a:custGeom>
            <a:avLst/>
            <a:gdLst/>
            <a:ahLst/>
            <a:rect l="0" t="0" r="r" b="b"/>
            <a:pathLst>
              <a:path w="1331" h="1520">
                <a:moveTo>
                  <a:pt x="0" y="0"/>
                </a:moveTo>
                <a:lnTo>
                  <a:pt x="1331" y="0"/>
                </a:lnTo>
                <a:lnTo>
                  <a:pt x="1331" y="1520"/>
                </a:lnTo>
                <a:lnTo>
                  <a:pt x="0" y="1520"/>
                </a:lnTo>
                <a:lnTo>
                  <a:pt x="0" y="0"/>
                </a:lnTo>
                <a:close/>
              </a:path>
            </a:pathLst>
          </a:custGeom>
          <a:noFill/>
          <a:ln cap="rnd" w="6480">
            <a:solidFill>
              <a:srgbClr val="4A4A4A"/>
            </a:solidFill>
            <a:round/>
          </a:ln>
        </p:spPr>
        <p:txBody>
          <a:bodyPr lIns="3240" tIns="3240" rIns="3240" bIns="324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046" name=""/>
          <p:cNvSpPr txBox="1"/>
          <p:nvPr/>
        </p:nvSpPr>
        <p:spPr>
          <a:xfrm>
            <a:off x="5771160" y="2081880"/>
            <a:ext cx="460440" cy="795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550" b="0" u="none" strike="noStrike">
                <a:solidFill>
                  <a:srgbClr val="5A5A5A"/>
                </a:solidFill>
                <a:effectLst/>
                <a:uFillTx/>
                <a:latin typeface="Arial"/>
                <a:ea typeface="Arial"/>
              </a:rPr>
              <a:t>GS(2019)1822</a:t>
            </a:r>
            <a:endParaRPr lang="en-US" sz="5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047" name=""/>
          <p:cNvSpPr/>
          <p:nvPr/>
        </p:nvSpPr>
        <p:spPr>
          <a:xfrm>
            <a:off x="25200" y="2221200"/>
            <a:ext cx="4300560" cy="3151080"/>
          </a:xfrm>
          <a:custGeom>
            <a:avLst/>
            <a:gdLst/>
            <a:ahLst/>
            <a:rect l="0" t="0" r="r" b="b"/>
            <a:pathLst>
              <a:path w="11946" h="8753">
                <a:moveTo>
                  <a:pt x="0" y="0"/>
                </a:moveTo>
                <a:lnTo>
                  <a:pt x="11946" y="0"/>
                </a:lnTo>
                <a:lnTo>
                  <a:pt x="11946" y="8753"/>
                </a:lnTo>
                <a:lnTo>
                  <a:pt x="0" y="8753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cap="rnd" w="8280">
            <a:solidFill>
              <a:srgbClr val="FFFFFF"/>
            </a:solidFill>
            <a:round/>
          </a:ln>
        </p:spPr>
        <p:txBody>
          <a:bodyPr lIns="3960" tIns="3960" rIns="3960" bIns="39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048" name=""/>
          <p:cNvSpPr/>
          <p:nvPr/>
        </p:nvSpPr>
        <p:spPr>
          <a:xfrm>
            <a:off x="4325400" y="2221200"/>
            <a:ext cx="2228040" cy="3151080"/>
          </a:xfrm>
          <a:custGeom>
            <a:avLst/>
            <a:gdLst/>
            <a:ahLst/>
            <a:rect l="0" t="0" r="r" b="b"/>
            <a:pathLst>
              <a:path w="6189" h="8753">
                <a:moveTo>
                  <a:pt x="0" y="0"/>
                </a:moveTo>
                <a:lnTo>
                  <a:pt x="6189" y="0"/>
                </a:lnTo>
                <a:lnTo>
                  <a:pt x="6189" y="8753"/>
                </a:lnTo>
                <a:lnTo>
                  <a:pt x="0" y="8753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cap="rnd" w="8280">
            <a:solidFill>
              <a:srgbClr val="FFFFFF"/>
            </a:solidFill>
            <a:round/>
          </a:ln>
        </p:spPr>
        <p:txBody>
          <a:bodyPr lIns="3960" tIns="3960" rIns="3960" bIns="39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049" name=""/>
          <p:cNvSpPr/>
          <p:nvPr/>
        </p:nvSpPr>
        <p:spPr>
          <a:xfrm>
            <a:off x="563400" y="2424240"/>
            <a:ext cx="3331080" cy="2765520"/>
          </a:xfrm>
          <a:custGeom>
            <a:avLst/>
            <a:gdLst/>
            <a:ahLst/>
            <a:rect l="0" t="0" r="r" b="b"/>
            <a:pathLst>
              <a:path w="9253" h="7682">
                <a:moveTo>
                  <a:pt x="0" y="0"/>
                </a:moveTo>
                <a:lnTo>
                  <a:pt x="9253" y="0"/>
                </a:lnTo>
                <a:lnTo>
                  <a:pt x="9253" y="7682"/>
                </a:lnTo>
                <a:lnTo>
                  <a:pt x="0" y="7682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050" name=""/>
          <p:cNvSpPr/>
          <p:nvPr/>
        </p:nvSpPr>
        <p:spPr>
          <a:xfrm>
            <a:off x="704160" y="5011200"/>
            <a:ext cx="141120" cy="89280"/>
          </a:xfrm>
          <a:custGeom>
            <a:avLst/>
            <a:gdLst/>
            <a:ahLst/>
            <a:rect l="0" t="0" r="r" b="b"/>
            <a:pathLst>
              <a:path w="392" h="248">
                <a:moveTo>
                  <a:pt x="0" y="0"/>
                </a:moveTo>
                <a:lnTo>
                  <a:pt x="392" y="0"/>
                </a:lnTo>
                <a:lnTo>
                  <a:pt x="392" y="248"/>
                </a:lnTo>
                <a:lnTo>
                  <a:pt x="0" y="248"/>
                </a:lnTo>
                <a:lnTo>
                  <a:pt x="0" y="0"/>
                </a:lnTo>
                <a:close/>
              </a:path>
            </a:pathLst>
          </a:custGeom>
          <a:solidFill>
            <a:srgbClr val="C2C2BF"/>
          </a:solidFill>
          <a:ln w="5400">
            <a:solidFill>
              <a:srgbClr val="FFFFFF"/>
            </a:solidFill>
            <a:miter/>
          </a:ln>
        </p:spPr>
        <p:txBody>
          <a:bodyPr lIns="2520" tIns="2520" rIns="2520" bIns="25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051" name=""/>
          <p:cNvSpPr/>
          <p:nvPr/>
        </p:nvSpPr>
        <p:spPr>
          <a:xfrm>
            <a:off x="844920" y="5011200"/>
            <a:ext cx="141480" cy="89280"/>
          </a:xfrm>
          <a:custGeom>
            <a:avLst/>
            <a:gdLst/>
            <a:ahLst/>
            <a:rect l="0" t="0" r="r" b="b"/>
            <a:pathLst>
              <a:path w="393" h="248">
                <a:moveTo>
                  <a:pt x="0" y="0"/>
                </a:moveTo>
                <a:lnTo>
                  <a:pt x="393" y="0"/>
                </a:lnTo>
                <a:lnTo>
                  <a:pt x="393" y="248"/>
                </a:lnTo>
                <a:lnTo>
                  <a:pt x="0" y="248"/>
                </a:lnTo>
                <a:lnTo>
                  <a:pt x="0" y="0"/>
                </a:lnTo>
                <a:close/>
              </a:path>
            </a:pathLst>
          </a:custGeom>
          <a:solidFill>
            <a:srgbClr val="C2C2BF"/>
          </a:solidFill>
          <a:ln w="5400">
            <a:solidFill>
              <a:srgbClr val="FFFFFF"/>
            </a:solidFill>
            <a:miter/>
          </a:ln>
        </p:spPr>
        <p:txBody>
          <a:bodyPr lIns="2520" tIns="2520" rIns="2520" bIns="25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052" name=""/>
          <p:cNvSpPr/>
          <p:nvPr/>
        </p:nvSpPr>
        <p:spPr>
          <a:xfrm>
            <a:off x="1126800" y="5011200"/>
            <a:ext cx="141120" cy="89280"/>
          </a:xfrm>
          <a:custGeom>
            <a:avLst/>
            <a:gdLst/>
            <a:ahLst/>
            <a:rect l="0" t="0" r="r" b="b"/>
            <a:pathLst>
              <a:path w="392" h="248">
                <a:moveTo>
                  <a:pt x="0" y="0"/>
                </a:moveTo>
                <a:lnTo>
                  <a:pt x="392" y="0"/>
                </a:lnTo>
                <a:lnTo>
                  <a:pt x="392" y="248"/>
                </a:lnTo>
                <a:lnTo>
                  <a:pt x="0" y="248"/>
                </a:lnTo>
                <a:lnTo>
                  <a:pt x="0" y="0"/>
                </a:lnTo>
                <a:close/>
              </a:path>
            </a:pathLst>
          </a:custGeom>
          <a:solidFill>
            <a:srgbClr val="C2C2BF"/>
          </a:solidFill>
          <a:ln w="5400">
            <a:solidFill>
              <a:srgbClr val="FFFFFF"/>
            </a:solidFill>
            <a:miter/>
          </a:ln>
        </p:spPr>
        <p:txBody>
          <a:bodyPr lIns="2520" tIns="2520" rIns="2520" bIns="25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053" name=""/>
          <p:cNvSpPr/>
          <p:nvPr/>
        </p:nvSpPr>
        <p:spPr>
          <a:xfrm>
            <a:off x="1549080" y="4743360"/>
            <a:ext cx="141480" cy="89640"/>
          </a:xfrm>
          <a:custGeom>
            <a:avLst/>
            <a:gdLst/>
            <a:ahLst/>
            <a:rect l="0" t="0" r="r" b="b"/>
            <a:pathLst>
              <a:path w="393" h="249">
                <a:moveTo>
                  <a:pt x="0" y="0"/>
                </a:moveTo>
                <a:lnTo>
                  <a:pt x="393" y="0"/>
                </a:lnTo>
                <a:lnTo>
                  <a:pt x="393" y="249"/>
                </a:lnTo>
                <a:lnTo>
                  <a:pt x="0" y="249"/>
                </a:lnTo>
                <a:lnTo>
                  <a:pt x="0" y="0"/>
                </a:lnTo>
                <a:close/>
              </a:path>
            </a:pathLst>
          </a:custGeom>
          <a:solidFill>
            <a:srgbClr val="C2C2BF"/>
          </a:solidFill>
          <a:ln w="5400">
            <a:solidFill>
              <a:srgbClr val="FFFFFF"/>
            </a:solidFill>
            <a:miter/>
          </a:ln>
        </p:spPr>
        <p:txBody>
          <a:bodyPr lIns="2520" tIns="2520" rIns="2520" bIns="25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054" name=""/>
          <p:cNvSpPr/>
          <p:nvPr/>
        </p:nvSpPr>
        <p:spPr>
          <a:xfrm>
            <a:off x="844920" y="4119120"/>
            <a:ext cx="141480" cy="89640"/>
          </a:xfrm>
          <a:custGeom>
            <a:avLst/>
            <a:gdLst/>
            <a:ahLst/>
            <a:rect l="0" t="0" r="r" b="b"/>
            <a:pathLst>
              <a:path w="393" h="249">
                <a:moveTo>
                  <a:pt x="0" y="0"/>
                </a:moveTo>
                <a:lnTo>
                  <a:pt x="393" y="0"/>
                </a:lnTo>
                <a:lnTo>
                  <a:pt x="393" y="249"/>
                </a:lnTo>
                <a:lnTo>
                  <a:pt x="0" y="249"/>
                </a:lnTo>
                <a:lnTo>
                  <a:pt x="0" y="0"/>
                </a:lnTo>
                <a:close/>
              </a:path>
            </a:pathLst>
          </a:custGeom>
          <a:solidFill>
            <a:srgbClr val="C2C2BF"/>
          </a:solidFill>
          <a:ln w="5400">
            <a:solidFill>
              <a:srgbClr val="FFFFFF"/>
            </a:solidFill>
            <a:miter/>
          </a:ln>
        </p:spPr>
        <p:txBody>
          <a:bodyPr lIns="2520" tIns="2520" rIns="2520" bIns="25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055" name=""/>
          <p:cNvSpPr/>
          <p:nvPr/>
        </p:nvSpPr>
        <p:spPr>
          <a:xfrm>
            <a:off x="844920" y="4029840"/>
            <a:ext cx="141480" cy="89640"/>
          </a:xfrm>
          <a:custGeom>
            <a:avLst/>
            <a:gdLst/>
            <a:ahLst/>
            <a:rect l="0" t="0" r="r" b="b"/>
            <a:pathLst>
              <a:path w="393" h="249">
                <a:moveTo>
                  <a:pt x="0" y="0"/>
                </a:moveTo>
                <a:lnTo>
                  <a:pt x="393" y="0"/>
                </a:lnTo>
                <a:lnTo>
                  <a:pt x="393" y="249"/>
                </a:lnTo>
                <a:lnTo>
                  <a:pt x="0" y="249"/>
                </a:lnTo>
                <a:lnTo>
                  <a:pt x="0" y="0"/>
                </a:lnTo>
                <a:close/>
              </a:path>
            </a:pathLst>
          </a:custGeom>
          <a:solidFill>
            <a:srgbClr val="C2C2BF"/>
          </a:solidFill>
          <a:ln w="5400">
            <a:solidFill>
              <a:srgbClr val="FFFFFF"/>
            </a:solidFill>
            <a:miter/>
          </a:ln>
        </p:spPr>
        <p:txBody>
          <a:bodyPr lIns="2520" tIns="2520" rIns="2520" bIns="25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056" name=""/>
          <p:cNvSpPr/>
          <p:nvPr/>
        </p:nvSpPr>
        <p:spPr>
          <a:xfrm>
            <a:off x="1126800" y="4029840"/>
            <a:ext cx="141120" cy="89640"/>
          </a:xfrm>
          <a:custGeom>
            <a:avLst/>
            <a:gdLst/>
            <a:ahLst/>
            <a:rect l="0" t="0" r="r" b="b"/>
            <a:pathLst>
              <a:path w="392" h="249">
                <a:moveTo>
                  <a:pt x="0" y="0"/>
                </a:moveTo>
                <a:lnTo>
                  <a:pt x="392" y="0"/>
                </a:lnTo>
                <a:lnTo>
                  <a:pt x="392" y="249"/>
                </a:lnTo>
                <a:lnTo>
                  <a:pt x="0" y="249"/>
                </a:lnTo>
                <a:lnTo>
                  <a:pt x="0" y="0"/>
                </a:lnTo>
                <a:close/>
              </a:path>
            </a:pathLst>
          </a:custGeom>
          <a:solidFill>
            <a:srgbClr val="C2C2BF"/>
          </a:solidFill>
          <a:ln w="5400">
            <a:solidFill>
              <a:srgbClr val="FFFFFF"/>
            </a:solidFill>
            <a:miter/>
          </a:ln>
        </p:spPr>
        <p:txBody>
          <a:bodyPr lIns="2520" tIns="2520" rIns="2520" bIns="25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057" name=""/>
          <p:cNvSpPr/>
          <p:nvPr/>
        </p:nvSpPr>
        <p:spPr>
          <a:xfrm>
            <a:off x="1267560" y="4029840"/>
            <a:ext cx="141120" cy="89640"/>
          </a:xfrm>
          <a:custGeom>
            <a:avLst/>
            <a:gdLst/>
            <a:ahLst/>
            <a:rect l="0" t="0" r="r" b="b"/>
            <a:pathLst>
              <a:path w="392" h="249">
                <a:moveTo>
                  <a:pt x="0" y="0"/>
                </a:moveTo>
                <a:lnTo>
                  <a:pt x="392" y="0"/>
                </a:lnTo>
                <a:lnTo>
                  <a:pt x="392" y="249"/>
                </a:lnTo>
                <a:lnTo>
                  <a:pt x="0" y="249"/>
                </a:lnTo>
                <a:lnTo>
                  <a:pt x="0" y="0"/>
                </a:lnTo>
                <a:close/>
              </a:path>
            </a:pathLst>
          </a:custGeom>
          <a:solidFill>
            <a:srgbClr val="C2C2BF"/>
          </a:solidFill>
          <a:ln w="5400">
            <a:solidFill>
              <a:srgbClr val="FFFFFF"/>
            </a:solidFill>
            <a:miter/>
          </a:ln>
        </p:spPr>
        <p:txBody>
          <a:bodyPr lIns="2520" tIns="2520" rIns="2520" bIns="25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058" name=""/>
          <p:cNvSpPr/>
          <p:nvPr/>
        </p:nvSpPr>
        <p:spPr>
          <a:xfrm>
            <a:off x="563400" y="3940560"/>
            <a:ext cx="141120" cy="89640"/>
          </a:xfrm>
          <a:custGeom>
            <a:avLst/>
            <a:gdLst/>
            <a:ahLst/>
            <a:rect l="0" t="0" r="r" b="b"/>
            <a:pathLst>
              <a:path w="392" h="249">
                <a:moveTo>
                  <a:pt x="0" y="0"/>
                </a:moveTo>
                <a:lnTo>
                  <a:pt x="392" y="0"/>
                </a:lnTo>
                <a:lnTo>
                  <a:pt x="392" y="249"/>
                </a:lnTo>
                <a:lnTo>
                  <a:pt x="0" y="249"/>
                </a:lnTo>
                <a:lnTo>
                  <a:pt x="0" y="0"/>
                </a:lnTo>
                <a:close/>
              </a:path>
            </a:pathLst>
          </a:custGeom>
          <a:solidFill>
            <a:srgbClr val="C2C2BF"/>
          </a:solidFill>
          <a:ln w="5400">
            <a:solidFill>
              <a:srgbClr val="FFFFFF"/>
            </a:solidFill>
            <a:miter/>
          </a:ln>
        </p:spPr>
        <p:txBody>
          <a:bodyPr lIns="2520" tIns="2520" rIns="2520" bIns="25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059" name=""/>
          <p:cNvSpPr/>
          <p:nvPr/>
        </p:nvSpPr>
        <p:spPr>
          <a:xfrm>
            <a:off x="704160" y="3673080"/>
            <a:ext cx="141120" cy="89640"/>
          </a:xfrm>
          <a:custGeom>
            <a:avLst/>
            <a:gdLst/>
            <a:ahLst/>
            <a:rect l="0" t="0" r="r" b="b"/>
            <a:pathLst>
              <a:path w="392" h="249">
                <a:moveTo>
                  <a:pt x="0" y="0"/>
                </a:moveTo>
                <a:lnTo>
                  <a:pt x="392" y="0"/>
                </a:lnTo>
                <a:lnTo>
                  <a:pt x="392" y="249"/>
                </a:lnTo>
                <a:lnTo>
                  <a:pt x="0" y="249"/>
                </a:lnTo>
                <a:lnTo>
                  <a:pt x="0" y="0"/>
                </a:lnTo>
                <a:close/>
              </a:path>
            </a:pathLst>
          </a:custGeom>
          <a:solidFill>
            <a:srgbClr val="C2C2BF"/>
          </a:solidFill>
          <a:ln w="5400">
            <a:solidFill>
              <a:srgbClr val="FFFFFF"/>
            </a:solidFill>
            <a:miter/>
          </a:ln>
        </p:spPr>
        <p:txBody>
          <a:bodyPr lIns="2520" tIns="2520" rIns="2520" bIns="25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060" name=""/>
          <p:cNvSpPr/>
          <p:nvPr/>
        </p:nvSpPr>
        <p:spPr>
          <a:xfrm>
            <a:off x="986040" y="3673080"/>
            <a:ext cx="141120" cy="89640"/>
          </a:xfrm>
          <a:custGeom>
            <a:avLst/>
            <a:gdLst/>
            <a:ahLst/>
            <a:rect l="0" t="0" r="r" b="b"/>
            <a:pathLst>
              <a:path w="392" h="249">
                <a:moveTo>
                  <a:pt x="0" y="0"/>
                </a:moveTo>
                <a:lnTo>
                  <a:pt x="392" y="0"/>
                </a:lnTo>
                <a:lnTo>
                  <a:pt x="392" y="249"/>
                </a:lnTo>
                <a:lnTo>
                  <a:pt x="0" y="249"/>
                </a:lnTo>
                <a:lnTo>
                  <a:pt x="0" y="0"/>
                </a:lnTo>
                <a:close/>
              </a:path>
            </a:pathLst>
          </a:custGeom>
          <a:solidFill>
            <a:srgbClr val="C2C2BF"/>
          </a:solidFill>
          <a:ln w="5400">
            <a:solidFill>
              <a:srgbClr val="FFFFFF"/>
            </a:solidFill>
            <a:miter/>
          </a:ln>
        </p:spPr>
        <p:txBody>
          <a:bodyPr lIns="2520" tIns="2520" rIns="2520" bIns="25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061" name=""/>
          <p:cNvSpPr/>
          <p:nvPr/>
        </p:nvSpPr>
        <p:spPr>
          <a:xfrm>
            <a:off x="704160" y="3137760"/>
            <a:ext cx="141120" cy="89640"/>
          </a:xfrm>
          <a:custGeom>
            <a:avLst/>
            <a:gdLst/>
            <a:ahLst/>
            <a:rect l="0" t="0" r="r" b="b"/>
            <a:pathLst>
              <a:path w="392" h="249">
                <a:moveTo>
                  <a:pt x="0" y="0"/>
                </a:moveTo>
                <a:lnTo>
                  <a:pt x="392" y="0"/>
                </a:lnTo>
                <a:lnTo>
                  <a:pt x="392" y="249"/>
                </a:lnTo>
                <a:lnTo>
                  <a:pt x="0" y="249"/>
                </a:lnTo>
                <a:lnTo>
                  <a:pt x="0" y="0"/>
                </a:lnTo>
                <a:close/>
              </a:path>
            </a:pathLst>
          </a:custGeom>
          <a:solidFill>
            <a:srgbClr val="C2C2BF"/>
          </a:solidFill>
          <a:ln w="5400">
            <a:solidFill>
              <a:srgbClr val="FFFFFF"/>
            </a:solidFill>
            <a:miter/>
          </a:ln>
        </p:spPr>
        <p:txBody>
          <a:bodyPr lIns="2520" tIns="2520" rIns="2520" bIns="25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062" name=""/>
          <p:cNvSpPr/>
          <p:nvPr/>
        </p:nvSpPr>
        <p:spPr>
          <a:xfrm>
            <a:off x="704160" y="3048480"/>
            <a:ext cx="141120" cy="89640"/>
          </a:xfrm>
          <a:custGeom>
            <a:avLst/>
            <a:gdLst/>
            <a:ahLst/>
            <a:rect l="0" t="0" r="r" b="b"/>
            <a:pathLst>
              <a:path w="392" h="249">
                <a:moveTo>
                  <a:pt x="0" y="0"/>
                </a:moveTo>
                <a:lnTo>
                  <a:pt x="392" y="0"/>
                </a:lnTo>
                <a:lnTo>
                  <a:pt x="392" y="249"/>
                </a:lnTo>
                <a:lnTo>
                  <a:pt x="0" y="249"/>
                </a:lnTo>
                <a:lnTo>
                  <a:pt x="0" y="0"/>
                </a:lnTo>
                <a:close/>
              </a:path>
            </a:pathLst>
          </a:custGeom>
          <a:solidFill>
            <a:srgbClr val="C2C2BF"/>
          </a:solidFill>
          <a:ln w="5400">
            <a:solidFill>
              <a:srgbClr val="FFFFFF"/>
            </a:solidFill>
            <a:miter/>
          </a:ln>
        </p:spPr>
        <p:txBody>
          <a:bodyPr lIns="2520" tIns="2520" rIns="2520" bIns="25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063" name=""/>
          <p:cNvSpPr/>
          <p:nvPr/>
        </p:nvSpPr>
        <p:spPr>
          <a:xfrm>
            <a:off x="844920" y="3048480"/>
            <a:ext cx="141480" cy="89640"/>
          </a:xfrm>
          <a:custGeom>
            <a:avLst/>
            <a:gdLst/>
            <a:ahLst/>
            <a:rect l="0" t="0" r="r" b="b"/>
            <a:pathLst>
              <a:path w="393" h="249">
                <a:moveTo>
                  <a:pt x="0" y="0"/>
                </a:moveTo>
                <a:lnTo>
                  <a:pt x="393" y="0"/>
                </a:lnTo>
                <a:lnTo>
                  <a:pt x="393" y="249"/>
                </a:lnTo>
                <a:lnTo>
                  <a:pt x="0" y="249"/>
                </a:lnTo>
                <a:lnTo>
                  <a:pt x="0" y="0"/>
                </a:lnTo>
                <a:close/>
              </a:path>
            </a:pathLst>
          </a:custGeom>
          <a:solidFill>
            <a:srgbClr val="C2C2BF"/>
          </a:solidFill>
          <a:ln w="5400">
            <a:solidFill>
              <a:srgbClr val="FFFFFF"/>
            </a:solidFill>
            <a:miter/>
          </a:ln>
        </p:spPr>
        <p:txBody>
          <a:bodyPr lIns="2520" tIns="2520" rIns="2520" bIns="25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064" name=""/>
          <p:cNvSpPr/>
          <p:nvPr/>
        </p:nvSpPr>
        <p:spPr>
          <a:xfrm>
            <a:off x="986040" y="3048480"/>
            <a:ext cx="141120" cy="89640"/>
          </a:xfrm>
          <a:custGeom>
            <a:avLst/>
            <a:gdLst/>
            <a:ahLst/>
            <a:rect l="0" t="0" r="r" b="b"/>
            <a:pathLst>
              <a:path w="392" h="249">
                <a:moveTo>
                  <a:pt x="0" y="0"/>
                </a:moveTo>
                <a:lnTo>
                  <a:pt x="392" y="0"/>
                </a:lnTo>
                <a:lnTo>
                  <a:pt x="392" y="249"/>
                </a:lnTo>
                <a:lnTo>
                  <a:pt x="0" y="249"/>
                </a:lnTo>
                <a:lnTo>
                  <a:pt x="0" y="0"/>
                </a:lnTo>
                <a:close/>
              </a:path>
            </a:pathLst>
          </a:custGeom>
          <a:solidFill>
            <a:srgbClr val="C2C2BF"/>
          </a:solidFill>
          <a:ln w="5400">
            <a:solidFill>
              <a:srgbClr val="FFFFFF"/>
            </a:solidFill>
            <a:miter/>
          </a:ln>
        </p:spPr>
        <p:txBody>
          <a:bodyPr lIns="2520" tIns="2520" rIns="2520" bIns="25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065" name=""/>
          <p:cNvSpPr/>
          <p:nvPr/>
        </p:nvSpPr>
        <p:spPr>
          <a:xfrm>
            <a:off x="1126800" y="3048480"/>
            <a:ext cx="141120" cy="89640"/>
          </a:xfrm>
          <a:custGeom>
            <a:avLst/>
            <a:gdLst/>
            <a:ahLst/>
            <a:rect l="0" t="0" r="r" b="b"/>
            <a:pathLst>
              <a:path w="392" h="249">
                <a:moveTo>
                  <a:pt x="0" y="0"/>
                </a:moveTo>
                <a:lnTo>
                  <a:pt x="392" y="0"/>
                </a:lnTo>
                <a:lnTo>
                  <a:pt x="392" y="249"/>
                </a:lnTo>
                <a:lnTo>
                  <a:pt x="0" y="249"/>
                </a:lnTo>
                <a:lnTo>
                  <a:pt x="0" y="0"/>
                </a:lnTo>
                <a:close/>
              </a:path>
            </a:pathLst>
          </a:custGeom>
          <a:solidFill>
            <a:srgbClr val="C2C2BF"/>
          </a:solidFill>
          <a:ln w="5400">
            <a:solidFill>
              <a:srgbClr val="FFFFFF"/>
            </a:solidFill>
            <a:miter/>
          </a:ln>
        </p:spPr>
        <p:txBody>
          <a:bodyPr lIns="2520" tIns="2520" rIns="2520" bIns="25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066" name=""/>
          <p:cNvSpPr/>
          <p:nvPr/>
        </p:nvSpPr>
        <p:spPr>
          <a:xfrm>
            <a:off x="1408320" y="3048480"/>
            <a:ext cx="141120" cy="89640"/>
          </a:xfrm>
          <a:custGeom>
            <a:avLst/>
            <a:gdLst/>
            <a:ahLst/>
            <a:rect l="0" t="0" r="r" b="b"/>
            <a:pathLst>
              <a:path w="392" h="249">
                <a:moveTo>
                  <a:pt x="0" y="0"/>
                </a:moveTo>
                <a:lnTo>
                  <a:pt x="392" y="0"/>
                </a:lnTo>
                <a:lnTo>
                  <a:pt x="392" y="249"/>
                </a:lnTo>
                <a:lnTo>
                  <a:pt x="0" y="249"/>
                </a:lnTo>
                <a:lnTo>
                  <a:pt x="0" y="0"/>
                </a:lnTo>
                <a:close/>
              </a:path>
            </a:pathLst>
          </a:custGeom>
          <a:solidFill>
            <a:srgbClr val="C2C2BF"/>
          </a:solidFill>
          <a:ln w="5400">
            <a:solidFill>
              <a:srgbClr val="FFFFFF"/>
            </a:solidFill>
            <a:miter/>
          </a:ln>
        </p:spPr>
        <p:txBody>
          <a:bodyPr lIns="2520" tIns="2520" rIns="2520" bIns="25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067" name=""/>
          <p:cNvSpPr/>
          <p:nvPr/>
        </p:nvSpPr>
        <p:spPr>
          <a:xfrm>
            <a:off x="1549080" y="3048480"/>
            <a:ext cx="141480" cy="89640"/>
          </a:xfrm>
          <a:custGeom>
            <a:avLst/>
            <a:gdLst/>
            <a:ahLst/>
            <a:rect l="0" t="0" r="r" b="b"/>
            <a:pathLst>
              <a:path w="393" h="249">
                <a:moveTo>
                  <a:pt x="0" y="0"/>
                </a:moveTo>
                <a:lnTo>
                  <a:pt x="393" y="0"/>
                </a:lnTo>
                <a:lnTo>
                  <a:pt x="393" y="249"/>
                </a:lnTo>
                <a:lnTo>
                  <a:pt x="0" y="249"/>
                </a:lnTo>
                <a:lnTo>
                  <a:pt x="0" y="0"/>
                </a:lnTo>
                <a:close/>
              </a:path>
            </a:pathLst>
          </a:custGeom>
          <a:solidFill>
            <a:srgbClr val="C2C2BF"/>
          </a:solidFill>
          <a:ln w="5400">
            <a:solidFill>
              <a:srgbClr val="FFFFFF"/>
            </a:solidFill>
            <a:miter/>
          </a:ln>
        </p:spPr>
        <p:txBody>
          <a:bodyPr lIns="2520" tIns="2520" rIns="2520" bIns="25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068" name=""/>
          <p:cNvSpPr/>
          <p:nvPr/>
        </p:nvSpPr>
        <p:spPr>
          <a:xfrm>
            <a:off x="1689840" y="3048480"/>
            <a:ext cx="141480" cy="89640"/>
          </a:xfrm>
          <a:custGeom>
            <a:avLst/>
            <a:gdLst/>
            <a:ahLst/>
            <a:rect l="0" t="0" r="r" b="b"/>
            <a:pathLst>
              <a:path w="393" h="249">
                <a:moveTo>
                  <a:pt x="0" y="0"/>
                </a:moveTo>
                <a:lnTo>
                  <a:pt x="393" y="0"/>
                </a:lnTo>
                <a:lnTo>
                  <a:pt x="393" y="249"/>
                </a:lnTo>
                <a:lnTo>
                  <a:pt x="0" y="249"/>
                </a:lnTo>
                <a:lnTo>
                  <a:pt x="0" y="0"/>
                </a:lnTo>
                <a:close/>
              </a:path>
            </a:pathLst>
          </a:custGeom>
          <a:solidFill>
            <a:srgbClr val="C2C2BF"/>
          </a:solidFill>
          <a:ln w="5400">
            <a:solidFill>
              <a:srgbClr val="FFFFFF"/>
            </a:solidFill>
            <a:miter/>
          </a:ln>
        </p:spPr>
        <p:txBody>
          <a:bodyPr lIns="2520" tIns="2520" rIns="2520" bIns="25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069" name=""/>
          <p:cNvSpPr/>
          <p:nvPr/>
        </p:nvSpPr>
        <p:spPr>
          <a:xfrm>
            <a:off x="704160" y="2781000"/>
            <a:ext cx="141120" cy="89640"/>
          </a:xfrm>
          <a:custGeom>
            <a:avLst/>
            <a:gdLst/>
            <a:ahLst/>
            <a:rect l="0" t="0" r="r" b="b"/>
            <a:pathLst>
              <a:path w="392" h="249">
                <a:moveTo>
                  <a:pt x="0" y="0"/>
                </a:moveTo>
                <a:lnTo>
                  <a:pt x="392" y="0"/>
                </a:lnTo>
                <a:lnTo>
                  <a:pt x="392" y="249"/>
                </a:lnTo>
                <a:lnTo>
                  <a:pt x="0" y="249"/>
                </a:lnTo>
                <a:lnTo>
                  <a:pt x="0" y="0"/>
                </a:lnTo>
                <a:close/>
              </a:path>
            </a:pathLst>
          </a:custGeom>
          <a:solidFill>
            <a:srgbClr val="C2C2BF"/>
          </a:solidFill>
          <a:ln w="5400">
            <a:solidFill>
              <a:srgbClr val="FFFFFF"/>
            </a:solidFill>
            <a:miter/>
          </a:ln>
        </p:spPr>
        <p:txBody>
          <a:bodyPr lIns="2520" tIns="2520" rIns="2520" bIns="25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070" name=""/>
          <p:cNvSpPr/>
          <p:nvPr/>
        </p:nvSpPr>
        <p:spPr>
          <a:xfrm>
            <a:off x="563400" y="2691720"/>
            <a:ext cx="141120" cy="89640"/>
          </a:xfrm>
          <a:custGeom>
            <a:avLst/>
            <a:gdLst/>
            <a:ahLst/>
            <a:rect l="0" t="0" r="r" b="b"/>
            <a:pathLst>
              <a:path w="392" h="249">
                <a:moveTo>
                  <a:pt x="0" y="0"/>
                </a:moveTo>
                <a:lnTo>
                  <a:pt x="392" y="0"/>
                </a:lnTo>
                <a:lnTo>
                  <a:pt x="392" y="249"/>
                </a:lnTo>
                <a:lnTo>
                  <a:pt x="0" y="249"/>
                </a:lnTo>
                <a:lnTo>
                  <a:pt x="0" y="0"/>
                </a:lnTo>
                <a:close/>
              </a:path>
            </a:pathLst>
          </a:custGeom>
          <a:solidFill>
            <a:srgbClr val="C2C2BF"/>
          </a:solidFill>
          <a:ln w="5400">
            <a:solidFill>
              <a:srgbClr val="FFFFFF"/>
            </a:solidFill>
            <a:miter/>
          </a:ln>
        </p:spPr>
        <p:txBody>
          <a:bodyPr lIns="2520" tIns="2520" rIns="2520" bIns="25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071" name=""/>
          <p:cNvSpPr/>
          <p:nvPr/>
        </p:nvSpPr>
        <p:spPr>
          <a:xfrm>
            <a:off x="704160" y="2602440"/>
            <a:ext cx="141120" cy="89640"/>
          </a:xfrm>
          <a:custGeom>
            <a:avLst/>
            <a:gdLst/>
            <a:ahLst/>
            <a:rect l="0" t="0" r="r" b="b"/>
            <a:pathLst>
              <a:path w="392" h="249">
                <a:moveTo>
                  <a:pt x="0" y="0"/>
                </a:moveTo>
                <a:lnTo>
                  <a:pt x="392" y="0"/>
                </a:lnTo>
                <a:lnTo>
                  <a:pt x="392" y="249"/>
                </a:lnTo>
                <a:lnTo>
                  <a:pt x="0" y="249"/>
                </a:lnTo>
                <a:lnTo>
                  <a:pt x="0" y="0"/>
                </a:lnTo>
                <a:close/>
              </a:path>
            </a:pathLst>
          </a:custGeom>
          <a:solidFill>
            <a:srgbClr val="C2C2BF"/>
          </a:solidFill>
          <a:ln w="5400">
            <a:solidFill>
              <a:srgbClr val="FFFFFF"/>
            </a:solidFill>
            <a:miter/>
          </a:ln>
        </p:spPr>
        <p:txBody>
          <a:bodyPr lIns="2520" tIns="2520" rIns="2520" bIns="25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072" name=""/>
          <p:cNvSpPr/>
          <p:nvPr/>
        </p:nvSpPr>
        <p:spPr>
          <a:xfrm>
            <a:off x="704160" y="2513160"/>
            <a:ext cx="141120" cy="89640"/>
          </a:xfrm>
          <a:custGeom>
            <a:avLst/>
            <a:gdLst/>
            <a:ahLst/>
            <a:rect l="0" t="0" r="r" b="b"/>
            <a:pathLst>
              <a:path w="392" h="249">
                <a:moveTo>
                  <a:pt x="0" y="0"/>
                </a:moveTo>
                <a:lnTo>
                  <a:pt x="392" y="0"/>
                </a:lnTo>
                <a:lnTo>
                  <a:pt x="392" y="249"/>
                </a:lnTo>
                <a:lnTo>
                  <a:pt x="0" y="249"/>
                </a:lnTo>
                <a:lnTo>
                  <a:pt x="0" y="0"/>
                </a:lnTo>
                <a:close/>
              </a:path>
            </a:pathLst>
          </a:custGeom>
          <a:solidFill>
            <a:srgbClr val="C2C2BF"/>
          </a:solidFill>
          <a:ln w="5400">
            <a:solidFill>
              <a:srgbClr val="FFFFFF"/>
            </a:solidFill>
            <a:miter/>
          </a:ln>
        </p:spPr>
        <p:txBody>
          <a:bodyPr lIns="2520" tIns="2520" rIns="2520" bIns="25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073" name=""/>
          <p:cNvSpPr/>
          <p:nvPr/>
        </p:nvSpPr>
        <p:spPr>
          <a:xfrm>
            <a:off x="986040" y="2513160"/>
            <a:ext cx="141120" cy="89640"/>
          </a:xfrm>
          <a:custGeom>
            <a:avLst/>
            <a:gdLst/>
            <a:ahLst/>
            <a:rect l="0" t="0" r="r" b="b"/>
            <a:pathLst>
              <a:path w="392" h="249">
                <a:moveTo>
                  <a:pt x="0" y="0"/>
                </a:moveTo>
                <a:lnTo>
                  <a:pt x="392" y="0"/>
                </a:lnTo>
                <a:lnTo>
                  <a:pt x="392" y="249"/>
                </a:lnTo>
                <a:lnTo>
                  <a:pt x="0" y="249"/>
                </a:lnTo>
                <a:lnTo>
                  <a:pt x="0" y="0"/>
                </a:lnTo>
                <a:close/>
              </a:path>
            </a:pathLst>
          </a:custGeom>
          <a:solidFill>
            <a:srgbClr val="C2C2BF"/>
          </a:solidFill>
          <a:ln w="5400">
            <a:solidFill>
              <a:srgbClr val="FFFFFF"/>
            </a:solidFill>
            <a:miter/>
          </a:ln>
        </p:spPr>
        <p:txBody>
          <a:bodyPr lIns="2520" tIns="2520" rIns="2520" bIns="25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074" name=""/>
          <p:cNvSpPr/>
          <p:nvPr/>
        </p:nvSpPr>
        <p:spPr>
          <a:xfrm>
            <a:off x="563400" y="3137760"/>
            <a:ext cx="141120" cy="89640"/>
          </a:xfrm>
          <a:custGeom>
            <a:avLst/>
            <a:gdLst/>
            <a:ahLst/>
            <a:rect l="0" t="0" r="r" b="b"/>
            <a:pathLst>
              <a:path w="392" h="249">
                <a:moveTo>
                  <a:pt x="0" y="0"/>
                </a:moveTo>
                <a:lnTo>
                  <a:pt x="392" y="0"/>
                </a:lnTo>
                <a:lnTo>
                  <a:pt x="392" y="249"/>
                </a:lnTo>
                <a:lnTo>
                  <a:pt x="0" y="249"/>
                </a:lnTo>
                <a:lnTo>
                  <a:pt x="0" y="0"/>
                </a:lnTo>
                <a:close/>
              </a:path>
            </a:pathLst>
          </a:custGeom>
          <a:solidFill>
            <a:srgbClr val="D6DFE8"/>
          </a:solidFill>
          <a:ln w="5400">
            <a:solidFill>
              <a:srgbClr val="FFFFFF"/>
            </a:solidFill>
            <a:miter/>
          </a:ln>
        </p:spPr>
        <p:txBody>
          <a:bodyPr lIns="2520" tIns="2520" rIns="2520" bIns="25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075" name=""/>
          <p:cNvSpPr/>
          <p:nvPr/>
        </p:nvSpPr>
        <p:spPr>
          <a:xfrm>
            <a:off x="563400" y="4208400"/>
            <a:ext cx="141120" cy="89280"/>
          </a:xfrm>
          <a:custGeom>
            <a:avLst/>
            <a:gdLst/>
            <a:ahLst/>
            <a:rect l="0" t="0" r="r" b="b"/>
            <a:pathLst>
              <a:path w="392" h="248">
                <a:moveTo>
                  <a:pt x="0" y="0"/>
                </a:moveTo>
                <a:lnTo>
                  <a:pt x="392" y="0"/>
                </a:lnTo>
                <a:lnTo>
                  <a:pt x="392" y="248"/>
                </a:lnTo>
                <a:lnTo>
                  <a:pt x="0" y="248"/>
                </a:lnTo>
                <a:lnTo>
                  <a:pt x="0" y="0"/>
                </a:lnTo>
                <a:close/>
              </a:path>
            </a:pathLst>
          </a:custGeom>
          <a:solidFill>
            <a:srgbClr val="F1D8CD"/>
          </a:solidFill>
          <a:ln w="5400">
            <a:solidFill>
              <a:srgbClr val="FFFFFF"/>
            </a:solidFill>
            <a:miter/>
          </a:ln>
        </p:spPr>
        <p:txBody>
          <a:bodyPr lIns="2520" tIns="2520" rIns="2520" bIns="25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076" name=""/>
          <p:cNvSpPr/>
          <p:nvPr/>
        </p:nvSpPr>
        <p:spPr>
          <a:xfrm>
            <a:off x="563400" y="4565160"/>
            <a:ext cx="141120" cy="89640"/>
          </a:xfrm>
          <a:custGeom>
            <a:avLst/>
            <a:gdLst/>
            <a:ahLst/>
            <a:rect l="0" t="0" r="r" b="b"/>
            <a:pathLst>
              <a:path w="392" h="249">
                <a:moveTo>
                  <a:pt x="0" y="0"/>
                </a:moveTo>
                <a:lnTo>
                  <a:pt x="392" y="0"/>
                </a:lnTo>
                <a:lnTo>
                  <a:pt x="392" y="249"/>
                </a:lnTo>
                <a:lnTo>
                  <a:pt x="0" y="249"/>
                </a:lnTo>
                <a:lnTo>
                  <a:pt x="0" y="0"/>
                </a:lnTo>
                <a:close/>
              </a:path>
            </a:pathLst>
          </a:custGeom>
          <a:solidFill>
            <a:srgbClr val="DEE3E9"/>
          </a:solidFill>
          <a:ln w="5400">
            <a:solidFill>
              <a:srgbClr val="FFFFFF"/>
            </a:solidFill>
            <a:miter/>
          </a:ln>
        </p:spPr>
        <p:txBody>
          <a:bodyPr lIns="2520" tIns="2520" rIns="2520" bIns="25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077" name=""/>
          <p:cNvSpPr/>
          <p:nvPr/>
        </p:nvSpPr>
        <p:spPr>
          <a:xfrm>
            <a:off x="563400" y="5100480"/>
            <a:ext cx="141120" cy="89280"/>
          </a:xfrm>
          <a:custGeom>
            <a:avLst/>
            <a:gdLst/>
            <a:ahLst/>
            <a:rect l="0" t="0" r="r" b="b"/>
            <a:pathLst>
              <a:path w="392" h="248">
                <a:moveTo>
                  <a:pt x="0" y="0"/>
                </a:moveTo>
                <a:lnTo>
                  <a:pt x="392" y="0"/>
                </a:lnTo>
                <a:lnTo>
                  <a:pt x="392" y="248"/>
                </a:lnTo>
                <a:lnTo>
                  <a:pt x="0" y="248"/>
                </a:lnTo>
                <a:lnTo>
                  <a:pt x="0" y="0"/>
                </a:lnTo>
                <a:close/>
              </a:path>
            </a:pathLst>
          </a:custGeom>
          <a:solidFill>
            <a:srgbClr val="E5E9EB"/>
          </a:solidFill>
          <a:ln w="5400">
            <a:solidFill>
              <a:srgbClr val="FFFFFF"/>
            </a:solidFill>
            <a:miter/>
          </a:ln>
        </p:spPr>
        <p:txBody>
          <a:bodyPr lIns="2520" tIns="2520" rIns="2520" bIns="25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078" name=""/>
          <p:cNvSpPr/>
          <p:nvPr/>
        </p:nvSpPr>
        <p:spPr>
          <a:xfrm>
            <a:off x="563400" y="2781000"/>
            <a:ext cx="141120" cy="89640"/>
          </a:xfrm>
          <a:custGeom>
            <a:avLst/>
            <a:gdLst/>
            <a:ahLst/>
            <a:rect l="0" t="0" r="r" b="b"/>
            <a:pathLst>
              <a:path w="392" h="249">
                <a:moveTo>
                  <a:pt x="0" y="0"/>
                </a:moveTo>
                <a:lnTo>
                  <a:pt x="392" y="0"/>
                </a:lnTo>
                <a:lnTo>
                  <a:pt x="392" y="249"/>
                </a:lnTo>
                <a:lnTo>
                  <a:pt x="0" y="249"/>
                </a:lnTo>
                <a:lnTo>
                  <a:pt x="0" y="0"/>
                </a:lnTo>
                <a:close/>
              </a:path>
            </a:pathLst>
          </a:custGeom>
          <a:solidFill>
            <a:srgbClr val="D4DEE7"/>
          </a:solidFill>
          <a:ln w="5400">
            <a:solidFill>
              <a:srgbClr val="FFFFFF"/>
            </a:solidFill>
            <a:miter/>
          </a:ln>
        </p:spPr>
        <p:txBody>
          <a:bodyPr lIns="2520" tIns="2520" rIns="2520" bIns="25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079" name=""/>
          <p:cNvSpPr/>
          <p:nvPr/>
        </p:nvSpPr>
        <p:spPr>
          <a:xfrm>
            <a:off x="563400" y="4832640"/>
            <a:ext cx="141120" cy="89640"/>
          </a:xfrm>
          <a:custGeom>
            <a:avLst/>
            <a:gdLst/>
            <a:ahLst/>
            <a:rect l="0" t="0" r="r" b="b"/>
            <a:pathLst>
              <a:path w="392" h="249">
                <a:moveTo>
                  <a:pt x="0" y="0"/>
                </a:moveTo>
                <a:lnTo>
                  <a:pt x="392" y="0"/>
                </a:lnTo>
                <a:lnTo>
                  <a:pt x="392" y="249"/>
                </a:lnTo>
                <a:lnTo>
                  <a:pt x="0" y="249"/>
                </a:lnTo>
                <a:lnTo>
                  <a:pt x="0" y="0"/>
                </a:lnTo>
                <a:close/>
              </a:path>
            </a:pathLst>
          </a:custGeom>
          <a:solidFill>
            <a:srgbClr val="E2E6EA"/>
          </a:solidFill>
          <a:ln w="5400">
            <a:solidFill>
              <a:srgbClr val="FFFFFF"/>
            </a:solidFill>
            <a:miter/>
          </a:ln>
        </p:spPr>
        <p:txBody>
          <a:bodyPr lIns="2520" tIns="2520" rIns="2520" bIns="25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080" name=""/>
          <p:cNvSpPr/>
          <p:nvPr/>
        </p:nvSpPr>
        <p:spPr>
          <a:xfrm>
            <a:off x="563400" y="3227040"/>
            <a:ext cx="141120" cy="89640"/>
          </a:xfrm>
          <a:custGeom>
            <a:avLst/>
            <a:gdLst/>
            <a:ahLst/>
            <a:rect l="0" t="0" r="r" b="b"/>
            <a:pathLst>
              <a:path w="392" h="249">
                <a:moveTo>
                  <a:pt x="0" y="0"/>
                </a:moveTo>
                <a:lnTo>
                  <a:pt x="392" y="0"/>
                </a:lnTo>
                <a:lnTo>
                  <a:pt x="392" y="249"/>
                </a:lnTo>
                <a:lnTo>
                  <a:pt x="0" y="249"/>
                </a:lnTo>
                <a:lnTo>
                  <a:pt x="0" y="0"/>
                </a:lnTo>
                <a:close/>
              </a:path>
            </a:pathLst>
          </a:custGeom>
          <a:solidFill>
            <a:srgbClr val="F1DED3"/>
          </a:solidFill>
          <a:ln w="5400">
            <a:solidFill>
              <a:srgbClr val="FFFFFF"/>
            </a:solidFill>
            <a:miter/>
          </a:ln>
        </p:spPr>
        <p:txBody>
          <a:bodyPr lIns="2520" tIns="2520" rIns="2520" bIns="25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081" name=""/>
          <p:cNvSpPr/>
          <p:nvPr/>
        </p:nvSpPr>
        <p:spPr>
          <a:xfrm>
            <a:off x="563400" y="2513160"/>
            <a:ext cx="141120" cy="89640"/>
          </a:xfrm>
          <a:custGeom>
            <a:avLst/>
            <a:gdLst/>
            <a:ahLst/>
            <a:rect l="0" t="0" r="r" b="b"/>
            <a:pathLst>
              <a:path w="392" h="249">
                <a:moveTo>
                  <a:pt x="0" y="0"/>
                </a:moveTo>
                <a:lnTo>
                  <a:pt x="392" y="0"/>
                </a:lnTo>
                <a:lnTo>
                  <a:pt x="392" y="249"/>
                </a:lnTo>
                <a:lnTo>
                  <a:pt x="0" y="249"/>
                </a:lnTo>
                <a:lnTo>
                  <a:pt x="0" y="0"/>
                </a:lnTo>
                <a:close/>
              </a:path>
            </a:pathLst>
          </a:custGeom>
          <a:solidFill>
            <a:srgbClr val="DCE2E9"/>
          </a:solidFill>
          <a:ln w="5400">
            <a:solidFill>
              <a:srgbClr val="FFFFFF"/>
            </a:solidFill>
            <a:miter/>
          </a:ln>
        </p:spPr>
        <p:txBody>
          <a:bodyPr lIns="2520" tIns="2520" rIns="2520" bIns="25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082" name=""/>
          <p:cNvSpPr/>
          <p:nvPr/>
        </p:nvSpPr>
        <p:spPr>
          <a:xfrm>
            <a:off x="563400" y="3405240"/>
            <a:ext cx="141120" cy="89640"/>
          </a:xfrm>
          <a:custGeom>
            <a:avLst/>
            <a:gdLst/>
            <a:ahLst/>
            <a:rect l="0" t="0" r="r" b="b"/>
            <a:pathLst>
              <a:path w="392" h="249">
                <a:moveTo>
                  <a:pt x="0" y="0"/>
                </a:moveTo>
                <a:lnTo>
                  <a:pt x="392" y="0"/>
                </a:lnTo>
                <a:lnTo>
                  <a:pt x="392" y="249"/>
                </a:lnTo>
                <a:lnTo>
                  <a:pt x="0" y="249"/>
                </a:lnTo>
                <a:lnTo>
                  <a:pt x="0" y="0"/>
                </a:lnTo>
                <a:close/>
              </a:path>
            </a:pathLst>
          </a:custGeom>
          <a:solidFill>
            <a:srgbClr val="E2E6EA"/>
          </a:solidFill>
          <a:ln w="5400">
            <a:solidFill>
              <a:srgbClr val="FFFFFF"/>
            </a:solidFill>
            <a:miter/>
          </a:ln>
        </p:spPr>
        <p:txBody>
          <a:bodyPr lIns="2520" tIns="2520" rIns="2520" bIns="25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083" name=""/>
          <p:cNvSpPr/>
          <p:nvPr/>
        </p:nvSpPr>
        <p:spPr>
          <a:xfrm>
            <a:off x="563400" y="4921920"/>
            <a:ext cx="141120" cy="89640"/>
          </a:xfrm>
          <a:custGeom>
            <a:avLst/>
            <a:gdLst/>
            <a:ahLst/>
            <a:rect l="0" t="0" r="r" b="b"/>
            <a:pathLst>
              <a:path w="392" h="249">
                <a:moveTo>
                  <a:pt x="0" y="0"/>
                </a:moveTo>
                <a:lnTo>
                  <a:pt x="392" y="0"/>
                </a:lnTo>
                <a:lnTo>
                  <a:pt x="392" y="249"/>
                </a:lnTo>
                <a:lnTo>
                  <a:pt x="0" y="249"/>
                </a:lnTo>
                <a:lnTo>
                  <a:pt x="0" y="0"/>
                </a:lnTo>
                <a:close/>
              </a:path>
            </a:pathLst>
          </a:custGeom>
          <a:solidFill>
            <a:srgbClr val="E0E5EA"/>
          </a:solidFill>
          <a:ln w="5400">
            <a:solidFill>
              <a:srgbClr val="FFFFFF"/>
            </a:solidFill>
            <a:miter/>
          </a:ln>
        </p:spPr>
        <p:txBody>
          <a:bodyPr lIns="2520" tIns="2520" rIns="2520" bIns="25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084" name=""/>
          <p:cNvSpPr/>
          <p:nvPr/>
        </p:nvSpPr>
        <p:spPr>
          <a:xfrm>
            <a:off x="563400" y="2602440"/>
            <a:ext cx="141120" cy="89640"/>
          </a:xfrm>
          <a:custGeom>
            <a:avLst/>
            <a:gdLst/>
            <a:ahLst/>
            <a:rect l="0" t="0" r="r" b="b"/>
            <a:pathLst>
              <a:path w="392" h="249">
                <a:moveTo>
                  <a:pt x="0" y="0"/>
                </a:moveTo>
                <a:lnTo>
                  <a:pt x="392" y="0"/>
                </a:lnTo>
                <a:lnTo>
                  <a:pt x="392" y="249"/>
                </a:lnTo>
                <a:lnTo>
                  <a:pt x="0" y="249"/>
                </a:lnTo>
                <a:lnTo>
                  <a:pt x="0" y="0"/>
                </a:lnTo>
                <a:close/>
              </a:path>
            </a:pathLst>
          </a:custGeom>
          <a:solidFill>
            <a:srgbClr val="EDBCA6"/>
          </a:solidFill>
          <a:ln w="5400">
            <a:solidFill>
              <a:srgbClr val="FFFFFF"/>
            </a:solidFill>
            <a:miter/>
          </a:ln>
        </p:spPr>
        <p:txBody>
          <a:bodyPr lIns="2520" tIns="2520" rIns="2520" bIns="25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085" name=""/>
          <p:cNvSpPr/>
          <p:nvPr/>
        </p:nvSpPr>
        <p:spPr>
          <a:xfrm>
            <a:off x="563400" y="3762360"/>
            <a:ext cx="141120" cy="89280"/>
          </a:xfrm>
          <a:custGeom>
            <a:avLst/>
            <a:gdLst/>
            <a:ahLst/>
            <a:rect l="0" t="0" r="r" b="b"/>
            <a:pathLst>
              <a:path w="392" h="248">
                <a:moveTo>
                  <a:pt x="0" y="0"/>
                </a:moveTo>
                <a:lnTo>
                  <a:pt x="392" y="0"/>
                </a:lnTo>
                <a:lnTo>
                  <a:pt x="392" y="248"/>
                </a:lnTo>
                <a:lnTo>
                  <a:pt x="0" y="248"/>
                </a:lnTo>
                <a:lnTo>
                  <a:pt x="0" y="0"/>
                </a:lnTo>
                <a:close/>
              </a:path>
            </a:pathLst>
          </a:custGeom>
          <a:solidFill>
            <a:srgbClr val="DCE3E9"/>
          </a:solidFill>
          <a:ln w="5400">
            <a:solidFill>
              <a:srgbClr val="FFFFFF"/>
            </a:solidFill>
            <a:miter/>
          </a:ln>
        </p:spPr>
        <p:txBody>
          <a:bodyPr lIns="2520" tIns="2520" rIns="2520" bIns="25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086" name=""/>
          <p:cNvSpPr/>
          <p:nvPr/>
        </p:nvSpPr>
        <p:spPr>
          <a:xfrm>
            <a:off x="563400" y="4119120"/>
            <a:ext cx="141120" cy="89640"/>
          </a:xfrm>
          <a:custGeom>
            <a:avLst/>
            <a:gdLst/>
            <a:ahLst/>
            <a:rect l="0" t="0" r="r" b="b"/>
            <a:pathLst>
              <a:path w="392" h="249">
                <a:moveTo>
                  <a:pt x="0" y="0"/>
                </a:moveTo>
                <a:lnTo>
                  <a:pt x="392" y="0"/>
                </a:lnTo>
                <a:lnTo>
                  <a:pt x="392" y="249"/>
                </a:lnTo>
                <a:lnTo>
                  <a:pt x="0" y="249"/>
                </a:lnTo>
                <a:lnTo>
                  <a:pt x="0" y="0"/>
                </a:lnTo>
                <a:close/>
              </a:path>
            </a:pathLst>
          </a:custGeom>
          <a:solidFill>
            <a:srgbClr val="D8E0E8"/>
          </a:solidFill>
          <a:ln w="5400">
            <a:solidFill>
              <a:srgbClr val="FFFFFF"/>
            </a:solidFill>
            <a:miter/>
          </a:ln>
        </p:spPr>
        <p:txBody>
          <a:bodyPr lIns="2520" tIns="2520" rIns="2520" bIns="25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087" name=""/>
          <p:cNvSpPr/>
          <p:nvPr/>
        </p:nvSpPr>
        <p:spPr>
          <a:xfrm>
            <a:off x="563400" y="2424240"/>
            <a:ext cx="141120" cy="89280"/>
          </a:xfrm>
          <a:custGeom>
            <a:avLst/>
            <a:gdLst/>
            <a:ahLst/>
            <a:rect l="0" t="0" r="r" b="b"/>
            <a:pathLst>
              <a:path w="392" h="248">
                <a:moveTo>
                  <a:pt x="0" y="0"/>
                </a:moveTo>
                <a:lnTo>
                  <a:pt x="392" y="0"/>
                </a:lnTo>
                <a:lnTo>
                  <a:pt x="392" y="248"/>
                </a:lnTo>
                <a:lnTo>
                  <a:pt x="0" y="248"/>
                </a:lnTo>
                <a:lnTo>
                  <a:pt x="0" y="0"/>
                </a:lnTo>
                <a:close/>
              </a:path>
            </a:pathLst>
          </a:custGeom>
          <a:solidFill>
            <a:srgbClr val="CAD7E5"/>
          </a:solidFill>
          <a:ln w="5400">
            <a:solidFill>
              <a:srgbClr val="FFFFFF"/>
            </a:solidFill>
            <a:miter/>
          </a:ln>
        </p:spPr>
        <p:txBody>
          <a:bodyPr lIns="2520" tIns="2520" rIns="2520" bIns="25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088" name=""/>
          <p:cNvSpPr/>
          <p:nvPr/>
        </p:nvSpPr>
        <p:spPr>
          <a:xfrm>
            <a:off x="563400" y="3851280"/>
            <a:ext cx="141120" cy="89640"/>
          </a:xfrm>
          <a:custGeom>
            <a:avLst/>
            <a:gdLst/>
            <a:ahLst/>
            <a:rect l="0" t="0" r="r" b="b"/>
            <a:pathLst>
              <a:path w="392" h="249">
                <a:moveTo>
                  <a:pt x="0" y="0"/>
                </a:moveTo>
                <a:lnTo>
                  <a:pt x="392" y="0"/>
                </a:lnTo>
                <a:lnTo>
                  <a:pt x="392" y="249"/>
                </a:lnTo>
                <a:lnTo>
                  <a:pt x="0" y="249"/>
                </a:lnTo>
                <a:lnTo>
                  <a:pt x="0" y="0"/>
                </a:lnTo>
                <a:close/>
              </a:path>
            </a:pathLst>
          </a:custGeom>
          <a:solidFill>
            <a:srgbClr val="D6DFE8"/>
          </a:solidFill>
          <a:ln w="5400">
            <a:solidFill>
              <a:srgbClr val="FFFFFF"/>
            </a:solidFill>
            <a:miter/>
          </a:ln>
        </p:spPr>
        <p:txBody>
          <a:bodyPr lIns="2520" tIns="2520" rIns="2520" bIns="25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089" name=""/>
          <p:cNvSpPr/>
          <p:nvPr/>
        </p:nvSpPr>
        <p:spPr>
          <a:xfrm>
            <a:off x="563400" y="3583800"/>
            <a:ext cx="141120" cy="89640"/>
          </a:xfrm>
          <a:custGeom>
            <a:avLst/>
            <a:gdLst/>
            <a:ahLst/>
            <a:rect l="0" t="0" r="r" b="b"/>
            <a:pathLst>
              <a:path w="392" h="249">
                <a:moveTo>
                  <a:pt x="0" y="0"/>
                </a:moveTo>
                <a:lnTo>
                  <a:pt x="392" y="0"/>
                </a:lnTo>
                <a:lnTo>
                  <a:pt x="392" y="249"/>
                </a:lnTo>
                <a:lnTo>
                  <a:pt x="0" y="249"/>
                </a:lnTo>
                <a:lnTo>
                  <a:pt x="0" y="0"/>
                </a:lnTo>
                <a:close/>
              </a:path>
            </a:pathLst>
          </a:custGeom>
          <a:solidFill>
            <a:srgbClr val="DEE3E9"/>
          </a:solidFill>
          <a:ln w="5400">
            <a:solidFill>
              <a:srgbClr val="FFFFFF"/>
            </a:solidFill>
            <a:miter/>
          </a:ln>
        </p:spPr>
        <p:txBody>
          <a:bodyPr lIns="2520" tIns="2520" rIns="2520" bIns="25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090" name=""/>
          <p:cNvSpPr/>
          <p:nvPr/>
        </p:nvSpPr>
        <p:spPr>
          <a:xfrm>
            <a:off x="563400" y="3316320"/>
            <a:ext cx="141120" cy="89280"/>
          </a:xfrm>
          <a:custGeom>
            <a:avLst/>
            <a:gdLst/>
            <a:ahLst/>
            <a:rect l="0" t="0" r="r" b="b"/>
            <a:pathLst>
              <a:path w="392" h="248">
                <a:moveTo>
                  <a:pt x="0" y="0"/>
                </a:moveTo>
                <a:lnTo>
                  <a:pt x="392" y="0"/>
                </a:lnTo>
                <a:lnTo>
                  <a:pt x="392" y="248"/>
                </a:lnTo>
                <a:lnTo>
                  <a:pt x="0" y="248"/>
                </a:lnTo>
                <a:lnTo>
                  <a:pt x="0" y="0"/>
                </a:lnTo>
                <a:close/>
              </a:path>
            </a:pathLst>
          </a:custGeom>
          <a:solidFill>
            <a:srgbClr val="DDE3E9"/>
          </a:solidFill>
          <a:ln w="5400">
            <a:solidFill>
              <a:srgbClr val="FFFFFF"/>
            </a:solidFill>
            <a:miter/>
          </a:ln>
        </p:spPr>
        <p:txBody>
          <a:bodyPr lIns="2520" tIns="2520" rIns="2520" bIns="25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091" name=""/>
          <p:cNvSpPr/>
          <p:nvPr/>
        </p:nvSpPr>
        <p:spPr>
          <a:xfrm>
            <a:off x="563400" y="3673080"/>
            <a:ext cx="141120" cy="89640"/>
          </a:xfrm>
          <a:custGeom>
            <a:avLst/>
            <a:gdLst/>
            <a:ahLst/>
            <a:rect l="0" t="0" r="r" b="b"/>
            <a:pathLst>
              <a:path w="392" h="249">
                <a:moveTo>
                  <a:pt x="0" y="0"/>
                </a:moveTo>
                <a:lnTo>
                  <a:pt x="392" y="0"/>
                </a:lnTo>
                <a:lnTo>
                  <a:pt x="392" y="249"/>
                </a:lnTo>
                <a:lnTo>
                  <a:pt x="0" y="249"/>
                </a:lnTo>
                <a:lnTo>
                  <a:pt x="0" y="0"/>
                </a:lnTo>
                <a:close/>
              </a:path>
            </a:pathLst>
          </a:custGeom>
          <a:solidFill>
            <a:srgbClr val="F1DFD6"/>
          </a:solidFill>
          <a:ln w="5400">
            <a:solidFill>
              <a:srgbClr val="FFFFFF"/>
            </a:solidFill>
            <a:miter/>
          </a:ln>
        </p:spPr>
        <p:txBody>
          <a:bodyPr lIns="2520" tIns="2520" rIns="2520" bIns="25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092" name=""/>
          <p:cNvSpPr/>
          <p:nvPr/>
        </p:nvSpPr>
        <p:spPr>
          <a:xfrm>
            <a:off x="563400" y="3048480"/>
            <a:ext cx="141120" cy="89640"/>
          </a:xfrm>
          <a:custGeom>
            <a:avLst/>
            <a:gdLst/>
            <a:ahLst/>
            <a:rect l="0" t="0" r="r" b="b"/>
            <a:pathLst>
              <a:path w="392" h="249">
                <a:moveTo>
                  <a:pt x="0" y="0"/>
                </a:moveTo>
                <a:lnTo>
                  <a:pt x="392" y="0"/>
                </a:lnTo>
                <a:lnTo>
                  <a:pt x="392" y="249"/>
                </a:lnTo>
                <a:lnTo>
                  <a:pt x="0" y="249"/>
                </a:lnTo>
                <a:lnTo>
                  <a:pt x="0" y="0"/>
                </a:lnTo>
                <a:close/>
              </a:path>
            </a:pathLst>
          </a:custGeom>
          <a:solidFill>
            <a:srgbClr val="F1D4C6"/>
          </a:solidFill>
          <a:ln w="5400">
            <a:solidFill>
              <a:srgbClr val="FFFFFF"/>
            </a:solidFill>
            <a:miter/>
          </a:ln>
        </p:spPr>
        <p:txBody>
          <a:bodyPr lIns="2520" tIns="2520" rIns="2520" bIns="25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093" name=""/>
          <p:cNvSpPr/>
          <p:nvPr/>
        </p:nvSpPr>
        <p:spPr>
          <a:xfrm>
            <a:off x="563400" y="3494520"/>
            <a:ext cx="141120" cy="89640"/>
          </a:xfrm>
          <a:custGeom>
            <a:avLst/>
            <a:gdLst/>
            <a:ahLst/>
            <a:rect l="0" t="0" r="r" b="b"/>
            <a:pathLst>
              <a:path w="392" h="249">
                <a:moveTo>
                  <a:pt x="0" y="0"/>
                </a:moveTo>
                <a:lnTo>
                  <a:pt x="392" y="0"/>
                </a:lnTo>
                <a:lnTo>
                  <a:pt x="392" y="249"/>
                </a:lnTo>
                <a:lnTo>
                  <a:pt x="0" y="249"/>
                </a:lnTo>
                <a:lnTo>
                  <a:pt x="0" y="0"/>
                </a:lnTo>
                <a:close/>
              </a:path>
            </a:pathLst>
          </a:custGeom>
          <a:solidFill>
            <a:srgbClr val="D8E0E8"/>
          </a:solidFill>
          <a:ln w="5400">
            <a:solidFill>
              <a:srgbClr val="FFFFFF"/>
            </a:solidFill>
            <a:miter/>
          </a:ln>
        </p:spPr>
        <p:txBody>
          <a:bodyPr lIns="2520" tIns="2520" rIns="2520" bIns="25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094" name=""/>
          <p:cNvSpPr/>
          <p:nvPr/>
        </p:nvSpPr>
        <p:spPr>
          <a:xfrm>
            <a:off x="563400" y="2959200"/>
            <a:ext cx="141120" cy="89640"/>
          </a:xfrm>
          <a:custGeom>
            <a:avLst/>
            <a:gdLst/>
            <a:ahLst/>
            <a:rect l="0" t="0" r="r" b="b"/>
            <a:pathLst>
              <a:path w="392" h="249">
                <a:moveTo>
                  <a:pt x="0" y="0"/>
                </a:moveTo>
                <a:lnTo>
                  <a:pt x="392" y="0"/>
                </a:lnTo>
                <a:lnTo>
                  <a:pt x="392" y="249"/>
                </a:lnTo>
                <a:lnTo>
                  <a:pt x="0" y="249"/>
                </a:lnTo>
                <a:lnTo>
                  <a:pt x="0" y="0"/>
                </a:lnTo>
                <a:close/>
              </a:path>
            </a:pathLst>
          </a:custGeom>
          <a:solidFill>
            <a:srgbClr val="F1F0ED"/>
          </a:solidFill>
          <a:ln w="5400">
            <a:solidFill>
              <a:srgbClr val="FFFFFF"/>
            </a:solidFill>
            <a:miter/>
          </a:ln>
        </p:spPr>
        <p:txBody>
          <a:bodyPr lIns="2520" tIns="2520" rIns="2520" bIns="25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095" name=""/>
          <p:cNvSpPr/>
          <p:nvPr/>
        </p:nvSpPr>
        <p:spPr>
          <a:xfrm>
            <a:off x="563400" y="4386600"/>
            <a:ext cx="141120" cy="89640"/>
          </a:xfrm>
          <a:custGeom>
            <a:avLst/>
            <a:gdLst/>
            <a:ahLst/>
            <a:rect l="0" t="0" r="r" b="b"/>
            <a:pathLst>
              <a:path w="392" h="249">
                <a:moveTo>
                  <a:pt x="0" y="0"/>
                </a:moveTo>
                <a:lnTo>
                  <a:pt x="392" y="0"/>
                </a:lnTo>
                <a:lnTo>
                  <a:pt x="392" y="249"/>
                </a:lnTo>
                <a:lnTo>
                  <a:pt x="0" y="249"/>
                </a:lnTo>
                <a:lnTo>
                  <a:pt x="0" y="0"/>
                </a:lnTo>
                <a:close/>
              </a:path>
            </a:pathLst>
          </a:custGeom>
          <a:solidFill>
            <a:srgbClr val="DDE3E9"/>
          </a:solidFill>
          <a:ln w="5400">
            <a:solidFill>
              <a:srgbClr val="FFFFFF"/>
            </a:solidFill>
            <a:miter/>
          </a:ln>
        </p:spPr>
        <p:txBody>
          <a:bodyPr lIns="2520" tIns="2520" rIns="2520" bIns="25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096" name=""/>
          <p:cNvSpPr/>
          <p:nvPr/>
        </p:nvSpPr>
        <p:spPr>
          <a:xfrm>
            <a:off x="563400" y="5011200"/>
            <a:ext cx="141120" cy="89280"/>
          </a:xfrm>
          <a:custGeom>
            <a:avLst/>
            <a:gdLst/>
            <a:ahLst/>
            <a:rect l="0" t="0" r="r" b="b"/>
            <a:pathLst>
              <a:path w="392" h="248">
                <a:moveTo>
                  <a:pt x="0" y="0"/>
                </a:moveTo>
                <a:lnTo>
                  <a:pt x="392" y="0"/>
                </a:lnTo>
                <a:lnTo>
                  <a:pt x="392" y="248"/>
                </a:lnTo>
                <a:lnTo>
                  <a:pt x="0" y="248"/>
                </a:lnTo>
                <a:lnTo>
                  <a:pt x="0" y="0"/>
                </a:lnTo>
                <a:close/>
              </a:path>
            </a:pathLst>
          </a:custGeom>
          <a:solidFill>
            <a:srgbClr val="E5E9EB"/>
          </a:solidFill>
          <a:ln w="5400">
            <a:solidFill>
              <a:srgbClr val="FFFFFF"/>
            </a:solidFill>
            <a:miter/>
          </a:ln>
        </p:spPr>
        <p:txBody>
          <a:bodyPr lIns="2520" tIns="2520" rIns="2520" bIns="25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097" name=""/>
          <p:cNvSpPr/>
          <p:nvPr/>
        </p:nvSpPr>
        <p:spPr>
          <a:xfrm>
            <a:off x="563400" y="4654440"/>
            <a:ext cx="141120" cy="89280"/>
          </a:xfrm>
          <a:custGeom>
            <a:avLst/>
            <a:gdLst/>
            <a:ahLst/>
            <a:rect l="0" t="0" r="r" b="b"/>
            <a:pathLst>
              <a:path w="392" h="248">
                <a:moveTo>
                  <a:pt x="0" y="0"/>
                </a:moveTo>
                <a:lnTo>
                  <a:pt x="392" y="0"/>
                </a:lnTo>
                <a:lnTo>
                  <a:pt x="392" y="248"/>
                </a:lnTo>
                <a:lnTo>
                  <a:pt x="0" y="248"/>
                </a:lnTo>
                <a:lnTo>
                  <a:pt x="0" y="0"/>
                </a:lnTo>
                <a:close/>
              </a:path>
            </a:pathLst>
          </a:custGeom>
          <a:solidFill>
            <a:srgbClr val="D6DFE8"/>
          </a:solidFill>
          <a:ln w="5400">
            <a:solidFill>
              <a:srgbClr val="FFFFFF"/>
            </a:solidFill>
            <a:miter/>
          </a:ln>
        </p:spPr>
        <p:txBody>
          <a:bodyPr lIns="2520" tIns="2520" rIns="2520" bIns="25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098" name=""/>
          <p:cNvSpPr/>
          <p:nvPr/>
        </p:nvSpPr>
        <p:spPr>
          <a:xfrm>
            <a:off x="563400" y="4029840"/>
            <a:ext cx="141120" cy="89640"/>
          </a:xfrm>
          <a:custGeom>
            <a:avLst/>
            <a:gdLst/>
            <a:ahLst/>
            <a:rect l="0" t="0" r="r" b="b"/>
            <a:pathLst>
              <a:path w="392" h="249">
                <a:moveTo>
                  <a:pt x="0" y="0"/>
                </a:moveTo>
                <a:lnTo>
                  <a:pt x="392" y="0"/>
                </a:lnTo>
                <a:lnTo>
                  <a:pt x="392" y="249"/>
                </a:lnTo>
                <a:lnTo>
                  <a:pt x="0" y="249"/>
                </a:lnTo>
                <a:lnTo>
                  <a:pt x="0" y="0"/>
                </a:lnTo>
                <a:close/>
              </a:path>
            </a:pathLst>
          </a:custGeom>
          <a:solidFill>
            <a:srgbClr val="F0D0C2"/>
          </a:solidFill>
          <a:ln w="5400">
            <a:solidFill>
              <a:srgbClr val="FFFFFF"/>
            </a:solidFill>
            <a:miter/>
          </a:ln>
        </p:spPr>
        <p:txBody>
          <a:bodyPr lIns="2520" tIns="2520" rIns="2520" bIns="25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099" name=""/>
          <p:cNvSpPr/>
          <p:nvPr/>
        </p:nvSpPr>
        <p:spPr>
          <a:xfrm>
            <a:off x="563400" y="2870280"/>
            <a:ext cx="141120" cy="89280"/>
          </a:xfrm>
          <a:custGeom>
            <a:avLst/>
            <a:gdLst/>
            <a:ahLst/>
            <a:rect l="0" t="0" r="r" b="b"/>
            <a:pathLst>
              <a:path w="392" h="248">
                <a:moveTo>
                  <a:pt x="0" y="0"/>
                </a:moveTo>
                <a:lnTo>
                  <a:pt x="392" y="0"/>
                </a:lnTo>
                <a:lnTo>
                  <a:pt x="392" y="248"/>
                </a:lnTo>
                <a:lnTo>
                  <a:pt x="0" y="248"/>
                </a:lnTo>
                <a:lnTo>
                  <a:pt x="0" y="0"/>
                </a:lnTo>
                <a:close/>
              </a:path>
            </a:pathLst>
          </a:custGeom>
          <a:solidFill>
            <a:srgbClr val="D3DEE7"/>
          </a:solidFill>
          <a:ln w="5400">
            <a:solidFill>
              <a:srgbClr val="FFFFFF"/>
            </a:solidFill>
            <a:miter/>
          </a:ln>
        </p:spPr>
        <p:txBody>
          <a:bodyPr lIns="2520" tIns="2520" rIns="2520" bIns="25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100" name=""/>
          <p:cNvSpPr/>
          <p:nvPr/>
        </p:nvSpPr>
        <p:spPr>
          <a:xfrm>
            <a:off x="563400" y="4743360"/>
            <a:ext cx="141120" cy="89640"/>
          </a:xfrm>
          <a:custGeom>
            <a:avLst/>
            <a:gdLst/>
            <a:ahLst/>
            <a:rect l="0" t="0" r="r" b="b"/>
            <a:pathLst>
              <a:path w="392" h="249">
                <a:moveTo>
                  <a:pt x="0" y="0"/>
                </a:moveTo>
                <a:lnTo>
                  <a:pt x="392" y="0"/>
                </a:lnTo>
                <a:lnTo>
                  <a:pt x="392" y="249"/>
                </a:lnTo>
                <a:lnTo>
                  <a:pt x="0" y="249"/>
                </a:lnTo>
                <a:lnTo>
                  <a:pt x="0" y="0"/>
                </a:lnTo>
                <a:close/>
              </a:path>
            </a:pathLst>
          </a:custGeom>
          <a:solidFill>
            <a:srgbClr val="E0E5EA"/>
          </a:solidFill>
          <a:ln w="5400">
            <a:solidFill>
              <a:srgbClr val="FFFFFF"/>
            </a:solidFill>
            <a:miter/>
          </a:ln>
        </p:spPr>
        <p:txBody>
          <a:bodyPr lIns="2520" tIns="2520" rIns="2520" bIns="25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101" name=""/>
          <p:cNvSpPr/>
          <p:nvPr/>
        </p:nvSpPr>
        <p:spPr>
          <a:xfrm>
            <a:off x="563400" y="4475880"/>
            <a:ext cx="141120" cy="89640"/>
          </a:xfrm>
          <a:custGeom>
            <a:avLst/>
            <a:gdLst/>
            <a:ahLst/>
            <a:rect l="0" t="0" r="r" b="b"/>
            <a:pathLst>
              <a:path w="392" h="249">
                <a:moveTo>
                  <a:pt x="0" y="0"/>
                </a:moveTo>
                <a:lnTo>
                  <a:pt x="392" y="0"/>
                </a:lnTo>
                <a:lnTo>
                  <a:pt x="392" y="249"/>
                </a:lnTo>
                <a:lnTo>
                  <a:pt x="0" y="249"/>
                </a:lnTo>
                <a:lnTo>
                  <a:pt x="0" y="0"/>
                </a:lnTo>
                <a:close/>
              </a:path>
            </a:pathLst>
          </a:custGeom>
          <a:solidFill>
            <a:srgbClr val="D5DEE7"/>
          </a:solidFill>
          <a:ln w="5400">
            <a:solidFill>
              <a:srgbClr val="FFFFFF"/>
            </a:solidFill>
            <a:miter/>
          </a:ln>
        </p:spPr>
        <p:txBody>
          <a:bodyPr lIns="2520" tIns="2520" rIns="2520" bIns="25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102" name=""/>
          <p:cNvSpPr/>
          <p:nvPr/>
        </p:nvSpPr>
        <p:spPr>
          <a:xfrm>
            <a:off x="563400" y="4297320"/>
            <a:ext cx="141120" cy="89640"/>
          </a:xfrm>
          <a:custGeom>
            <a:avLst/>
            <a:gdLst/>
            <a:ahLst/>
            <a:rect l="0" t="0" r="r" b="b"/>
            <a:pathLst>
              <a:path w="392" h="249">
                <a:moveTo>
                  <a:pt x="0" y="0"/>
                </a:moveTo>
                <a:lnTo>
                  <a:pt x="392" y="0"/>
                </a:lnTo>
                <a:lnTo>
                  <a:pt x="392" y="249"/>
                </a:lnTo>
                <a:lnTo>
                  <a:pt x="0" y="249"/>
                </a:lnTo>
                <a:lnTo>
                  <a:pt x="0" y="0"/>
                </a:lnTo>
                <a:close/>
              </a:path>
            </a:pathLst>
          </a:custGeom>
          <a:solidFill>
            <a:srgbClr val="F1DDD2"/>
          </a:solidFill>
          <a:ln w="5400">
            <a:solidFill>
              <a:srgbClr val="FFFFFF"/>
            </a:solidFill>
            <a:miter/>
          </a:ln>
        </p:spPr>
        <p:txBody>
          <a:bodyPr lIns="2520" tIns="2520" rIns="2520" bIns="25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103" name=""/>
          <p:cNvSpPr/>
          <p:nvPr/>
        </p:nvSpPr>
        <p:spPr>
          <a:xfrm>
            <a:off x="704160" y="4208400"/>
            <a:ext cx="141120" cy="89280"/>
          </a:xfrm>
          <a:custGeom>
            <a:avLst/>
            <a:gdLst/>
            <a:ahLst/>
            <a:rect l="0" t="0" r="r" b="b"/>
            <a:pathLst>
              <a:path w="392" h="248">
                <a:moveTo>
                  <a:pt x="0" y="0"/>
                </a:moveTo>
                <a:lnTo>
                  <a:pt x="392" y="0"/>
                </a:lnTo>
                <a:lnTo>
                  <a:pt x="392" y="248"/>
                </a:lnTo>
                <a:lnTo>
                  <a:pt x="0" y="248"/>
                </a:lnTo>
                <a:lnTo>
                  <a:pt x="0" y="0"/>
                </a:lnTo>
                <a:close/>
              </a:path>
            </a:pathLst>
          </a:custGeom>
          <a:solidFill>
            <a:srgbClr val="E2E6EA"/>
          </a:solidFill>
          <a:ln w="5400">
            <a:solidFill>
              <a:srgbClr val="FFFFFF"/>
            </a:solidFill>
            <a:miter/>
          </a:ln>
        </p:spPr>
        <p:txBody>
          <a:bodyPr lIns="2520" tIns="2520" rIns="2520" bIns="25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104" name=""/>
          <p:cNvSpPr/>
          <p:nvPr/>
        </p:nvSpPr>
        <p:spPr>
          <a:xfrm>
            <a:off x="704160" y="4565160"/>
            <a:ext cx="141120" cy="89640"/>
          </a:xfrm>
          <a:custGeom>
            <a:avLst/>
            <a:gdLst/>
            <a:ahLst/>
            <a:rect l="0" t="0" r="r" b="b"/>
            <a:pathLst>
              <a:path w="392" h="249">
                <a:moveTo>
                  <a:pt x="0" y="0"/>
                </a:moveTo>
                <a:lnTo>
                  <a:pt x="392" y="0"/>
                </a:lnTo>
                <a:lnTo>
                  <a:pt x="392" y="249"/>
                </a:lnTo>
                <a:lnTo>
                  <a:pt x="0" y="249"/>
                </a:lnTo>
                <a:lnTo>
                  <a:pt x="0" y="0"/>
                </a:lnTo>
                <a:close/>
              </a:path>
            </a:pathLst>
          </a:custGeom>
          <a:solidFill>
            <a:srgbClr val="E1E5EA"/>
          </a:solidFill>
          <a:ln w="5400">
            <a:solidFill>
              <a:srgbClr val="FFFFFF"/>
            </a:solidFill>
            <a:miter/>
          </a:ln>
        </p:spPr>
        <p:txBody>
          <a:bodyPr lIns="2520" tIns="2520" rIns="2520" bIns="25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105" name=""/>
          <p:cNvSpPr/>
          <p:nvPr/>
        </p:nvSpPr>
        <p:spPr>
          <a:xfrm>
            <a:off x="704160" y="5100480"/>
            <a:ext cx="141120" cy="89280"/>
          </a:xfrm>
          <a:custGeom>
            <a:avLst/>
            <a:gdLst/>
            <a:ahLst/>
            <a:rect l="0" t="0" r="r" b="b"/>
            <a:pathLst>
              <a:path w="392" h="248">
                <a:moveTo>
                  <a:pt x="0" y="0"/>
                </a:moveTo>
                <a:lnTo>
                  <a:pt x="392" y="0"/>
                </a:lnTo>
                <a:lnTo>
                  <a:pt x="392" y="248"/>
                </a:lnTo>
                <a:lnTo>
                  <a:pt x="0" y="248"/>
                </a:lnTo>
                <a:lnTo>
                  <a:pt x="0" y="0"/>
                </a:lnTo>
                <a:close/>
              </a:path>
            </a:pathLst>
          </a:custGeom>
          <a:solidFill>
            <a:srgbClr val="E1E5EA"/>
          </a:solidFill>
          <a:ln w="5400">
            <a:solidFill>
              <a:srgbClr val="FFFFFF"/>
            </a:solidFill>
            <a:miter/>
          </a:ln>
        </p:spPr>
        <p:txBody>
          <a:bodyPr lIns="2520" tIns="2520" rIns="2520" bIns="25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106" name=""/>
          <p:cNvSpPr/>
          <p:nvPr/>
        </p:nvSpPr>
        <p:spPr>
          <a:xfrm>
            <a:off x="704160" y="4832640"/>
            <a:ext cx="141120" cy="89640"/>
          </a:xfrm>
          <a:custGeom>
            <a:avLst/>
            <a:gdLst/>
            <a:ahLst/>
            <a:rect l="0" t="0" r="r" b="b"/>
            <a:pathLst>
              <a:path w="392" h="249">
                <a:moveTo>
                  <a:pt x="0" y="0"/>
                </a:moveTo>
                <a:lnTo>
                  <a:pt x="392" y="0"/>
                </a:lnTo>
                <a:lnTo>
                  <a:pt x="392" y="249"/>
                </a:lnTo>
                <a:lnTo>
                  <a:pt x="0" y="249"/>
                </a:lnTo>
                <a:lnTo>
                  <a:pt x="0" y="0"/>
                </a:lnTo>
                <a:close/>
              </a:path>
            </a:pathLst>
          </a:custGeom>
          <a:solidFill>
            <a:srgbClr val="E3E7EA"/>
          </a:solidFill>
          <a:ln w="5400">
            <a:solidFill>
              <a:srgbClr val="FFFFFF"/>
            </a:solidFill>
            <a:miter/>
          </a:ln>
        </p:spPr>
        <p:txBody>
          <a:bodyPr lIns="2520" tIns="2520" rIns="2520" bIns="25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107" name=""/>
          <p:cNvSpPr/>
          <p:nvPr/>
        </p:nvSpPr>
        <p:spPr>
          <a:xfrm>
            <a:off x="704160" y="3227040"/>
            <a:ext cx="141120" cy="89640"/>
          </a:xfrm>
          <a:custGeom>
            <a:avLst/>
            <a:gdLst/>
            <a:ahLst/>
            <a:rect l="0" t="0" r="r" b="b"/>
            <a:pathLst>
              <a:path w="392" h="249">
                <a:moveTo>
                  <a:pt x="0" y="0"/>
                </a:moveTo>
                <a:lnTo>
                  <a:pt x="392" y="0"/>
                </a:lnTo>
                <a:lnTo>
                  <a:pt x="392" y="249"/>
                </a:lnTo>
                <a:lnTo>
                  <a:pt x="0" y="249"/>
                </a:lnTo>
                <a:lnTo>
                  <a:pt x="0" y="0"/>
                </a:lnTo>
                <a:close/>
              </a:path>
            </a:pathLst>
          </a:custGeom>
          <a:solidFill>
            <a:srgbClr val="DAE2E9"/>
          </a:solidFill>
          <a:ln w="5400">
            <a:solidFill>
              <a:srgbClr val="FFFFFF"/>
            </a:solidFill>
            <a:miter/>
          </a:ln>
        </p:spPr>
        <p:txBody>
          <a:bodyPr lIns="2520" tIns="2520" rIns="2520" bIns="25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108" name=""/>
          <p:cNvSpPr/>
          <p:nvPr/>
        </p:nvSpPr>
        <p:spPr>
          <a:xfrm>
            <a:off x="704160" y="3405240"/>
            <a:ext cx="141120" cy="89640"/>
          </a:xfrm>
          <a:custGeom>
            <a:avLst/>
            <a:gdLst/>
            <a:ahLst/>
            <a:rect l="0" t="0" r="r" b="b"/>
            <a:pathLst>
              <a:path w="392" h="249">
                <a:moveTo>
                  <a:pt x="0" y="0"/>
                </a:moveTo>
                <a:lnTo>
                  <a:pt x="392" y="0"/>
                </a:lnTo>
                <a:lnTo>
                  <a:pt x="392" y="249"/>
                </a:lnTo>
                <a:lnTo>
                  <a:pt x="0" y="249"/>
                </a:lnTo>
                <a:lnTo>
                  <a:pt x="0" y="0"/>
                </a:lnTo>
                <a:close/>
              </a:path>
            </a:pathLst>
          </a:custGeom>
          <a:solidFill>
            <a:srgbClr val="DFE4EA"/>
          </a:solidFill>
          <a:ln w="5400">
            <a:solidFill>
              <a:srgbClr val="FFFFFF"/>
            </a:solidFill>
            <a:miter/>
          </a:ln>
        </p:spPr>
        <p:txBody>
          <a:bodyPr lIns="2520" tIns="2520" rIns="2520" bIns="25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109" name=""/>
          <p:cNvSpPr/>
          <p:nvPr/>
        </p:nvSpPr>
        <p:spPr>
          <a:xfrm>
            <a:off x="704160" y="4921920"/>
            <a:ext cx="141120" cy="89640"/>
          </a:xfrm>
          <a:custGeom>
            <a:avLst/>
            <a:gdLst/>
            <a:ahLst/>
            <a:rect l="0" t="0" r="r" b="b"/>
            <a:pathLst>
              <a:path w="392" h="249">
                <a:moveTo>
                  <a:pt x="0" y="0"/>
                </a:moveTo>
                <a:lnTo>
                  <a:pt x="392" y="0"/>
                </a:lnTo>
                <a:lnTo>
                  <a:pt x="392" y="249"/>
                </a:lnTo>
                <a:lnTo>
                  <a:pt x="0" y="249"/>
                </a:lnTo>
                <a:lnTo>
                  <a:pt x="0" y="0"/>
                </a:lnTo>
                <a:close/>
              </a:path>
            </a:pathLst>
          </a:custGeom>
          <a:solidFill>
            <a:srgbClr val="E4E8EB"/>
          </a:solidFill>
          <a:ln w="5400">
            <a:solidFill>
              <a:srgbClr val="FFFFFF"/>
            </a:solidFill>
            <a:miter/>
          </a:ln>
        </p:spPr>
        <p:txBody>
          <a:bodyPr lIns="2520" tIns="2520" rIns="2520" bIns="25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110" name=""/>
          <p:cNvSpPr/>
          <p:nvPr/>
        </p:nvSpPr>
        <p:spPr>
          <a:xfrm>
            <a:off x="704160" y="3762360"/>
            <a:ext cx="141120" cy="89280"/>
          </a:xfrm>
          <a:custGeom>
            <a:avLst/>
            <a:gdLst/>
            <a:ahLst/>
            <a:rect l="0" t="0" r="r" b="b"/>
            <a:pathLst>
              <a:path w="392" h="248">
                <a:moveTo>
                  <a:pt x="0" y="0"/>
                </a:moveTo>
                <a:lnTo>
                  <a:pt x="392" y="0"/>
                </a:lnTo>
                <a:lnTo>
                  <a:pt x="392" y="248"/>
                </a:lnTo>
                <a:lnTo>
                  <a:pt x="0" y="248"/>
                </a:lnTo>
                <a:lnTo>
                  <a:pt x="0" y="0"/>
                </a:lnTo>
                <a:close/>
              </a:path>
            </a:pathLst>
          </a:custGeom>
          <a:solidFill>
            <a:srgbClr val="DDE3E9"/>
          </a:solidFill>
          <a:ln w="5400">
            <a:solidFill>
              <a:srgbClr val="FFFFFF"/>
            </a:solidFill>
            <a:miter/>
          </a:ln>
        </p:spPr>
        <p:txBody>
          <a:bodyPr lIns="2520" tIns="2520" rIns="2520" bIns="25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111" name=""/>
          <p:cNvSpPr/>
          <p:nvPr/>
        </p:nvSpPr>
        <p:spPr>
          <a:xfrm>
            <a:off x="704160" y="4119120"/>
            <a:ext cx="141120" cy="89640"/>
          </a:xfrm>
          <a:custGeom>
            <a:avLst/>
            <a:gdLst/>
            <a:ahLst/>
            <a:rect l="0" t="0" r="r" b="b"/>
            <a:pathLst>
              <a:path w="392" h="249">
                <a:moveTo>
                  <a:pt x="0" y="0"/>
                </a:moveTo>
                <a:lnTo>
                  <a:pt x="392" y="0"/>
                </a:lnTo>
                <a:lnTo>
                  <a:pt x="392" y="249"/>
                </a:lnTo>
                <a:lnTo>
                  <a:pt x="0" y="249"/>
                </a:lnTo>
                <a:lnTo>
                  <a:pt x="0" y="0"/>
                </a:lnTo>
                <a:close/>
              </a:path>
            </a:pathLst>
          </a:custGeom>
          <a:solidFill>
            <a:srgbClr val="F1D9CE"/>
          </a:solidFill>
          <a:ln w="5400">
            <a:solidFill>
              <a:srgbClr val="FFFFFF"/>
            </a:solidFill>
            <a:miter/>
          </a:ln>
        </p:spPr>
        <p:txBody>
          <a:bodyPr lIns="2520" tIns="2520" rIns="2520" bIns="25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112" name=""/>
          <p:cNvSpPr/>
          <p:nvPr/>
        </p:nvSpPr>
        <p:spPr>
          <a:xfrm>
            <a:off x="704160" y="2424240"/>
            <a:ext cx="141120" cy="89280"/>
          </a:xfrm>
          <a:custGeom>
            <a:avLst/>
            <a:gdLst/>
            <a:ahLst/>
            <a:rect l="0" t="0" r="r" b="b"/>
            <a:pathLst>
              <a:path w="392" h="248">
                <a:moveTo>
                  <a:pt x="0" y="0"/>
                </a:moveTo>
                <a:lnTo>
                  <a:pt x="392" y="0"/>
                </a:lnTo>
                <a:lnTo>
                  <a:pt x="392" y="248"/>
                </a:lnTo>
                <a:lnTo>
                  <a:pt x="0" y="248"/>
                </a:lnTo>
                <a:lnTo>
                  <a:pt x="0" y="0"/>
                </a:lnTo>
                <a:close/>
              </a:path>
            </a:pathLst>
          </a:custGeom>
          <a:solidFill>
            <a:srgbClr val="CFDAE6"/>
          </a:solidFill>
          <a:ln w="5400">
            <a:solidFill>
              <a:srgbClr val="FFFFFF"/>
            </a:solidFill>
            <a:miter/>
          </a:ln>
        </p:spPr>
        <p:txBody>
          <a:bodyPr lIns="2520" tIns="2520" rIns="2520" bIns="25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113" name=""/>
          <p:cNvSpPr/>
          <p:nvPr/>
        </p:nvSpPr>
        <p:spPr>
          <a:xfrm>
            <a:off x="704160" y="2691720"/>
            <a:ext cx="141120" cy="89640"/>
          </a:xfrm>
          <a:custGeom>
            <a:avLst/>
            <a:gdLst/>
            <a:ahLst/>
            <a:rect l="0" t="0" r="r" b="b"/>
            <a:pathLst>
              <a:path w="392" h="249">
                <a:moveTo>
                  <a:pt x="0" y="0"/>
                </a:moveTo>
                <a:lnTo>
                  <a:pt x="392" y="0"/>
                </a:lnTo>
                <a:lnTo>
                  <a:pt x="392" y="249"/>
                </a:lnTo>
                <a:lnTo>
                  <a:pt x="0" y="249"/>
                </a:lnTo>
                <a:lnTo>
                  <a:pt x="0" y="0"/>
                </a:lnTo>
                <a:close/>
              </a:path>
            </a:pathLst>
          </a:custGeom>
          <a:solidFill>
            <a:srgbClr val="D3DDE7"/>
          </a:solidFill>
          <a:ln w="5400">
            <a:solidFill>
              <a:srgbClr val="FFFFFF"/>
            </a:solidFill>
            <a:miter/>
          </a:ln>
        </p:spPr>
        <p:txBody>
          <a:bodyPr lIns="2520" tIns="2520" rIns="2520" bIns="25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114" name=""/>
          <p:cNvSpPr/>
          <p:nvPr/>
        </p:nvSpPr>
        <p:spPr>
          <a:xfrm>
            <a:off x="704160" y="3851280"/>
            <a:ext cx="141120" cy="89640"/>
          </a:xfrm>
          <a:custGeom>
            <a:avLst/>
            <a:gdLst/>
            <a:ahLst/>
            <a:rect l="0" t="0" r="r" b="b"/>
            <a:pathLst>
              <a:path w="392" h="249">
                <a:moveTo>
                  <a:pt x="0" y="0"/>
                </a:moveTo>
                <a:lnTo>
                  <a:pt x="392" y="0"/>
                </a:lnTo>
                <a:lnTo>
                  <a:pt x="392" y="249"/>
                </a:lnTo>
                <a:lnTo>
                  <a:pt x="0" y="249"/>
                </a:lnTo>
                <a:lnTo>
                  <a:pt x="0" y="0"/>
                </a:lnTo>
                <a:close/>
              </a:path>
            </a:pathLst>
          </a:custGeom>
          <a:solidFill>
            <a:srgbClr val="D9E1E8"/>
          </a:solidFill>
          <a:ln w="5400">
            <a:solidFill>
              <a:srgbClr val="FFFFFF"/>
            </a:solidFill>
            <a:miter/>
          </a:ln>
        </p:spPr>
        <p:txBody>
          <a:bodyPr lIns="2520" tIns="2520" rIns="2520" bIns="25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115" name=""/>
          <p:cNvSpPr/>
          <p:nvPr/>
        </p:nvSpPr>
        <p:spPr>
          <a:xfrm>
            <a:off x="704160" y="3583800"/>
            <a:ext cx="141120" cy="89640"/>
          </a:xfrm>
          <a:custGeom>
            <a:avLst/>
            <a:gdLst/>
            <a:ahLst/>
            <a:rect l="0" t="0" r="r" b="b"/>
            <a:pathLst>
              <a:path w="392" h="249">
                <a:moveTo>
                  <a:pt x="0" y="0"/>
                </a:moveTo>
                <a:lnTo>
                  <a:pt x="392" y="0"/>
                </a:lnTo>
                <a:lnTo>
                  <a:pt x="392" y="249"/>
                </a:lnTo>
                <a:lnTo>
                  <a:pt x="0" y="249"/>
                </a:lnTo>
                <a:lnTo>
                  <a:pt x="0" y="0"/>
                </a:lnTo>
                <a:close/>
              </a:path>
            </a:pathLst>
          </a:custGeom>
          <a:solidFill>
            <a:srgbClr val="EAAB90"/>
          </a:solidFill>
          <a:ln w="5400">
            <a:solidFill>
              <a:srgbClr val="FFFFFF"/>
            </a:solidFill>
            <a:miter/>
          </a:ln>
        </p:spPr>
        <p:txBody>
          <a:bodyPr lIns="2520" tIns="2520" rIns="2520" bIns="25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116" name=""/>
          <p:cNvSpPr/>
          <p:nvPr/>
        </p:nvSpPr>
        <p:spPr>
          <a:xfrm>
            <a:off x="704160" y="3316320"/>
            <a:ext cx="141120" cy="89280"/>
          </a:xfrm>
          <a:custGeom>
            <a:avLst/>
            <a:gdLst/>
            <a:ahLst/>
            <a:rect l="0" t="0" r="r" b="b"/>
            <a:pathLst>
              <a:path w="392" h="248">
                <a:moveTo>
                  <a:pt x="0" y="0"/>
                </a:moveTo>
                <a:lnTo>
                  <a:pt x="392" y="0"/>
                </a:lnTo>
                <a:lnTo>
                  <a:pt x="392" y="248"/>
                </a:lnTo>
                <a:lnTo>
                  <a:pt x="0" y="248"/>
                </a:lnTo>
                <a:lnTo>
                  <a:pt x="0" y="0"/>
                </a:lnTo>
                <a:close/>
              </a:path>
            </a:pathLst>
          </a:custGeom>
          <a:solidFill>
            <a:srgbClr val="DBE2E9"/>
          </a:solidFill>
          <a:ln w="5400">
            <a:solidFill>
              <a:srgbClr val="FFFFFF"/>
            </a:solidFill>
            <a:miter/>
          </a:ln>
        </p:spPr>
        <p:txBody>
          <a:bodyPr lIns="2520" tIns="2520" rIns="2520" bIns="25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117" name=""/>
          <p:cNvSpPr/>
          <p:nvPr/>
        </p:nvSpPr>
        <p:spPr>
          <a:xfrm>
            <a:off x="704160" y="3494520"/>
            <a:ext cx="141120" cy="89640"/>
          </a:xfrm>
          <a:custGeom>
            <a:avLst/>
            <a:gdLst/>
            <a:ahLst/>
            <a:rect l="0" t="0" r="r" b="b"/>
            <a:pathLst>
              <a:path w="392" h="249">
                <a:moveTo>
                  <a:pt x="0" y="0"/>
                </a:moveTo>
                <a:lnTo>
                  <a:pt x="392" y="0"/>
                </a:lnTo>
                <a:lnTo>
                  <a:pt x="392" y="249"/>
                </a:lnTo>
                <a:lnTo>
                  <a:pt x="0" y="249"/>
                </a:lnTo>
                <a:lnTo>
                  <a:pt x="0" y="0"/>
                </a:lnTo>
                <a:close/>
              </a:path>
            </a:pathLst>
          </a:custGeom>
          <a:solidFill>
            <a:srgbClr val="E4E8EB"/>
          </a:solidFill>
          <a:ln w="5400">
            <a:solidFill>
              <a:srgbClr val="FFFFFF"/>
            </a:solidFill>
            <a:miter/>
          </a:ln>
        </p:spPr>
        <p:txBody>
          <a:bodyPr lIns="2520" tIns="2520" rIns="2520" bIns="25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118" name=""/>
          <p:cNvSpPr/>
          <p:nvPr/>
        </p:nvSpPr>
        <p:spPr>
          <a:xfrm>
            <a:off x="704160" y="2959200"/>
            <a:ext cx="141120" cy="89640"/>
          </a:xfrm>
          <a:custGeom>
            <a:avLst/>
            <a:gdLst/>
            <a:ahLst/>
            <a:rect l="0" t="0" r="r" b="b"/>
            <a:pathLst>
              <a:path w="392" h="249">
                <a:moveTo>
                  <a:pt x="0" y="0"/>
                </a:moveTo>
                <a:lnTo>
                  <a:pt x="392" y="0"/>
                </a:lnTo>
                <a:lnTo>
                  <a:pt x="392" y="249"/>
                </a:lnTo>
                <a:lnTo>
                  <a:pt x="0" y="249"/>
                </a:lnTo>
                <a:lnTo>
                  <a:pt x="0" y="0"/>
                </a:lnTo>
                <a:close/>
              </a:path>
            </a:pathLst>
          </a:custGeom>
          <a:solidFill>
            <a:srgbClr val="D1DBE7"/>
          </a:solidFill>
          <a:ln w="5400">
            <a:solidFill>
              <a:srgbClr val="FFFFFF"/>
            </a:solidFill>
            <a:miter/>
          </a:ln>
        </p:spPr>
        <p:txBody>
          <a:bodyPr lIns="2520" tIns="2520" rIns="2520" bIns="25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119" name=""/>
          <p:cNvSpPr/>
          <p:nvPr/>
        </p:nvSpPr>
        <p:spPr>
          <a:xfrm>
            <a:off x="704160" y="3940560"/>
            <a:ext cx="141120" cy="89640"/>
          </a:xfrm>
          <a:custGeom>
            <a:avLst/>
            <a:gdLst/>
            <a:ahLst/>
            <a:rect l="0" t="0" r="r" b="b"/>
            <a:pathLst>
              <a:path w="392" h="249">
                <a:moveTo>
                  <a:pt x="0" y="0"/>
                </a:moveTo>
                <a:lnTo>
                  <a:pt x="392" y="0"/>
                </a:lnTo>
                <a:lnTo>
                  <a:pt x="392" y="249"/>
                </a:lnTo>
                <a:lnTo>
                  <a:pt x="0" y="249"/>
                </a:lnTo>
                <a:lnTo>
                  <a:pt x="0" y="0"/>
                </a:lnTo>
                <a:close/>
              </a:path>
            </a:pathLst>
          </a:custGeom>
          <a:solidFill>
            <a:srgbClr val="DCE2E9"/>
          </a:solidFill>
          <a:ln w="5400">
            <a:solidFill>
              <a:srgbClr val="FFFFFF"/>
            </a:solidFill>
            <a:miter/>
          </a:ln>
        </p:spPr>
        <p:txBody>
          <a:bodyPr lIns="2520" tIns="2520" rIns="2520" bIns="25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120" name=""/>
          <p:cNvSpPr/>
          <p:nvPr/>
        </p:nvSpPr>
        <p:spPr>
          <a:xfrm>
            <a:off x="704160" y="4386600"/>
            <a:ext cx="141120" cy="89640"/>
          </a:xfrm>
          <a:custGeom>
            <a:avLst/>
            <a:gdLst/>
            <a:ahLst/>
            <a:rect l="0" t="0" r="r" b="b"/>
            <a:pathLst>
              <a:path w="392" h="249">
                <a:moveTo>
                  <a:pt x="0" y="0"/>
                </a:moveTo>
                <a:lnTo>
                  <a:pt x="392" y="0"/>
                </a:lnTo>
                <a:lnTo>
                  <a:pt x="392" y="249"/>
                </a:lnTo>
                <a:lnTo>
                  <a:pt x="0" y="249"/>
                </a:lnTo>
                <a:lnTo>
                  <a:pt x="0" y="0"/>
                </a:lnTo>
                <a:close/>
              </a:path>
            </a:pathLst>
          </a:custGeom>
          <a:solidFill>
            <a:srgbClr val="DDE3E9"/>
          </a:solidFill>
          <a:ln w="5400">
            <a:solidFill>
              <a:srgbClr val="FFFFFF"/>
            </a:solidFill>
            <a:miter/>
          </a:ln>
        </p:spPr>
        <p:txBody>
          <a:bodyPr lIns="2520" tIns="2520" rIns="2520" bIns="25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121" name=""/>
          <p:cNvSpPr/>
          <p:nvPr/>
        </p:nvSpPr>
        <p:spPr>
          <a:xfrm>
            <a:off x="704160" y="4654440"/>
            <a:ext cx="141120" cy="89280"/>
          </a:xfrm>
          <a:custGeom>
            <a:avLst/>
            <a:gdLst/>
            <a:ahLst/>
            <a:rect l="0" t="0" r="r" b="b"/>
            <a:pathLst>
              <a:path w="392" h="248">
                <a:moveTo>
                  <a:pt x="0" y="0"/>
                </a:moveTo>
                <a:lnTo>
                  <a:pt x="392" y="0"/>
                </a:lnTo>
                <a:lnTo>
                  <a:pt x="392" y="248"/>
                </a:lnTo>
                <a:lnTo>
                  <a:pt x="0" y="248"/>
                </a:lnTo>
                <a:lnTo>
                  <a:pt x="0" y="0"/>
                </a:lnTo>
                <a:close/>
              </a:path>
            </a:pathLst>
          </a:custGeom>
          <a:solidFill>
            <a:srgbClr val="DFE4EA"/>
          </a:solidFill>
          <a:ln w="5400">
            <a:solidFill>
              <a:srgbClr val="FFFFFF"/>
            </a:solidFill>
            <a:miter/>
          </a:ln>
        </p:spPr>
        <p:txBody>
          <a:bodyPr lIns="2520" tIns="2520" rIns="2520" bIns="25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122" name=""/>
          <p:cNvSpPr/>
          <p:nvPr/>
        </p:nvSpPr>
        <p:spPr>
          <a:xfrm>
            <a:off x="704160" y="4029840"/>
            <a:ext cx="141120" cy="89640"/>
          </a:xfrm>
          <a:custGeom>
            <a:avLst/>
            <a:gdLst/>
            <a:ahLst/>
            <a:rect l="0" t="0" r="r" b="b"/>
            <a:pathLst>
              <a:path w="392" h="249">
                <a:moveTo>
                  <a:pt x="0" y="0"/>
                </a:moveTo>
                <a:lnTo>
                  <a:pt x="392" y="0"/>
                </a:lnTo>
                <a:lnTo>
                  <a:pt x="392" y="249"/>
                </a:lnTo>
                <a:lnTo>
                  <a:pt x="0" y="249"/>
                </a:lnTo>
                <a:lnTo>
                  <a:pt x="0" y="0"/>
                </a:lnTo>
                <a:close/>
              </a:path>
            </a:pathLst>
          </a:custGeom>
          <a:solidFill>
            <a:srgbClr val="E4E8EB"/>
          </a:solidFill>
          <a:ln w="5400">
            <a:solidFill>
              <a:srgbClr val="FFFFFF"/>
            </a:solidFill>
            <a:miter/>
          </a:ln>
        </p:spPr>
        <p:txBody>
          <a:bodyPr lIns="2520" tIns="2520" rIns="2520" bIns="25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123" name=""/>
          <p:cNvSpPr/>
          <p:nvPr/>
        </p:nvSpPr>
        <p:spPr>
          <a:xfrm>
            <a:off x="704160" y="2870280"/>
            <a:ext cx="141120" cy="89280"/>
          </a:xfrm>
          <a:custGeom>
            <a:avLst/>
            <a:gdLst/>
            <a:ahLst/>
            <a:rect l="0" t="0" r="r" b="b"/>
            <a:pathLst>
              <a:path w="392" h="248">
                <a:moveTo>
                  <a:pt x="0" y="0"/>
                </a:moveTo>
                <a:lnTo>
                  <a:pt x="392" y="0"/>
                </a:lnTo>
                <a:lnTo>
                  <a:pt x="392" y="248"/>
                </a:lnTo>
                <a:lnTo>
                  <a:pt x="0" y="248"/>
                </a:lnTo>
                <a:lnTo>
                  <a:pt x="0" y="0"/>
                </a:lnTo>
                <a:close/>
              </a:path>
            </a:pathLst>
          </a:custGeom>
          <a:solidFill>
            <a:srgbClr val="F1DBD0"/>
          </a:solidFill>
          <a:ln w="5400">
            <a:solidFill>
              <a:srgbClr val="FFFFFF"/>
            </a:solidFill>
            <a:miter/>
          </a:ln>
        </p:spPr>
        <p:txBody>
          <a:bodyPr lIns="2520" tIns="2520" rIns="2520" bIns="25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124" name=""/>
          <p:cNvSpPr/>
          <p:nvPr/>
        </p:nvSpPr>
        <p:spPr>
          <a:xfrm>
            <a:off x="704160" y="4743360"/>
            <a:ext cx="141120" cy="89640"/>
          </a:xfrm>
          <a:custGeom>
            <a:avLst/>
            <a:gdLst/>
            <a:ahLst/>
            <a:rect l="0" t="0" r="r" b="b"/>
            <a:pathLst>
              <a:path w="392" h="249">
                <a:moveTo>
                  <a:pt x="0" y="0"/>
                </a:moveTo>
                <a:lnTo>
                  <a:pt x="392" y="0"/>
                </a:lnTo>
                <a:lnTo>
                  <a:pt x="392" y="249"/>
                </a:lnTo>
                <a:lnTo>
                  <a:pt x="0" y="249"/>
                </a:lnTo>
                <a:lnTo>
                  <a:pt x="0" y="0"/>
                </a:lnTo>
                <a:close/>
              </a:path>
            </a:pathLst>
          </a:custGeom>
          <a:solidFill>
            <a:srgbClr val="E0E5EA"/>
          </a:solidFill>
          <a:ln w="5400">
            <a:solidFill>
              <a:srgbClr val="FFFFFF"/>
            </a:solidFill>
            <a:miter/>
          </a:ln>
        </p:spPr>
        <p:txBody>
          <a:bodyPr lIns="2520" tIns="2520" rIns="2520" bIns="25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125" name=""/>
          <p:cNvSpPr/>
          <p:nvPr/>
        </p:nvSpPr>
        <p:spPr>
          <a:xfrm>
            <a:off x="704160" y="4475880"/>
            <a:ext cx="141120" cy="89640"/>
          </a:xfrm>
          <a:custGeom>
            <a:avLst/>
            <a:gdLst/>
            <a:ahLst/>
            <a:rect l="0" t="0" r="r" b="b"/>
            <a:pathLst>
              <a:path w="392" h="249">
                <a:moveTo>
                  <a:pt x="0" y="0"/>
                </a:moveTo>
                <a:lnTo>
                  <a:pt x="392" y="0"/>
                </a:lnTo>
                <a:lnTo>
                  <a:pt x="392" y="249"/>
                </a:lnTo>
                <a:lnTo>
                  <a:pt x="0" y="249"/>
                </a:lnTo>
                <a:lnTo>
                  <a:pt x="0" y="0"/>
                </a:lnTo>
                <a:close/>
              </a:path>
            </a:pathLst>
          </a:custGeom>
          <a:solidFill>
            <a:srgbClr val="F2E4DC"/>
          </a:solidFill>
          <a:ln w="5400">
            <a:solidFill>
              <a:srgbClr val="FFFFFF"/>
            </a:solidFill>
            <a:miter/>
          </a:ln>
        </p:spPr>
        <p:txBody>
          <a:bodyPr lIns="2520" tIns="2520" rIns="2520" bIns="25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126" name=""/>
          <p:cNvSpPr/>
          <p:nvPr/>
        </p:nvSpPr>
        <p:spPr>
          <a:xfrm>
            <a:off x="704160" y="4297320"/>
            <a:ext cx="141120" cy="89640"/>
          </a:xfrm>
          <a:custGeom>
            <a:avLst/>
            <a:gdLst/>
            <a:ahLst/>
            <a:rect l="0" t="0" r="r" b="b"/>
            <a:pathLst>
              <a:path w="392" h="249">
                <a:moveTo>
                  <a:pt x="0" y="0"/>
                </a:moveTo>
                <a:lnTo>
                  <a:pt x="392" y="0"/>
                </a:lnTo>
                <a:lnTo>
                  <a:pt x="392" y="249"/>
                </a:lnTo>
                <a:lnTo>
                  <a:pt x="0" y="249"/>
                </a:lnTo>
                <a:lnTo>
                  <a:pt x="0" y="0"/>
                </a:lnTo>
                <a:close/>
              </a:path>
            </a:pathLst>
          </a:custGeom>
          <a:solidFill>
            <a:srgbClr val="DCE3E9"/>
          </a:solidFill>
          <a:ln w="5400">
            <a:solidFill>
              <a:srgbClr val="FFFFFF"/>
            </a:solidFill>
            <a:miter/>
          </a:ln>
        </p:spPr>
        <p:txBody>
          <a:bodyPr lIns="2520" tIns="2520" rIns="2520" bIns="25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127" name=""/>
          <p:cNvSpPr/>
          <p:nvPr/>
        </p:nvSpPr>
        <p:spPr>
          <a:xfrm>
            <a:off x="844920" y="3137760"/>
            <a:ext cx="141480" cy="89640"/>
          </a:xfrm>
          <a:custGeom>
            <a:avLst/>
            <a:gdLst/>
            <a:ahLst/>
            <a:rect l="0" t="0" r="r" b="b"/>
            <a:pathLst>
              <a:path w="393" h="249">
                <a:moveTo>
                  <a:pt x="0" y="0"/>
                </a:moveTo>
                <a:lnTo>
                  <a:pt x="393" y="0"/>
                </a:lnTo>
                <a:lnTo>
                  <a:pt x="393" y="249"/>
                </a:lnTo>
                <a:lnTo>
                  <a:pt x="0" y="249"/>
                </a:lnTo>
                <a:lnTo>
                  <a:pt x="0" y="0"/>
                </a:lnTo>
                <a:close/>
              </a:path>
            </a:pathLst>
          </a:custGeom>
          <a:solidFill>
            <a:srgbClr val="D6DFE8"/>
          </a:solidFill>
          <a:ln w="5400">
            <a:solidFill>
              <a:srgbClr val="FFFFFF"/>
            </a:solidFill>
            <a:miter/>
          </a:ln>
        </p:spPr>
        <p:txBody>
          <a:bodyPr lIns="2520" tIns="2520" rIns="2520" bIns="25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128" name=""/>
          <p:cNvSpPr/>
          <p:nvPr/>
        </p:nvSpPr>
        <p:spPr>
          <a:xfrm>
            <a:off x="844920" y="4208400"/>
            <a:ext cx="141480" cy="89280"/>
          </a:xfrm>
          <a:custGeom>
            <a:avLst/>
            <a:gdLst/>
            <a:ahLst/>
            <a:rect l="0" t="0" r="r" b="b"/>
            <a:pathLst>
              <a:path w="393" h="248">
                <a:moveTo>
                  <a:pt x="0" y="0"/>
                </a:moveTo>
                <a:lnTo>
                  <a:pt x="393" y="0"/>
                </a:lnTo>
                <a:lnTo>
                  <a:pt x="393" y="248"/>
                </a:lnTo>
                <a:lnTo>
                  <a:pt x="0" y="248"/>
                </a:lnTo>
                <a:lnTo>
                  <a:pt x="0" y="0"/>
                </a:lnTo>
                <a:close/>
              </a:path>
            </a:pathLst>
          </a:custGeom>
          <a:solidFill>
            <a:srgbClr val="F1D6C9"/>
          </a:solidFill>
          <a:ln w="5400">
            <a:solidFill>
              <a:srgbClr val="FFFFFF"/>
            </a:solidFill>
            <a:miter/>
          </a:ln>
        </p:spPr>
        <p:txBody>
          <a:bodyPr lIns="2520" tIns="2520" rIns="2520" bIns="25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129" name=""/>
          <p:cNvSpPr/>
          <p:nvPr/>
        </p:nvSpPr>
        <p:spPr>
          <a:xfrm>
            <a:off x="844920" y="4565160"/>
            <a:ext cx="141480" cy="89640"/>
          </a:xfrm>
          <a:custGeom>
            <a:avLst/>
            <a:gdLst/>
            <a:ahLst/>
            <a:rect l="0" t="0" r="r" b="b"/>
            <a:pathLst>
              <a:path w="393" h="249">
                <a:moveTo>
                  <a:pt x="0" y="0"/>
                </a:moveTo>
                <a:lnTo>
                  <a:pt x="393" y="0"/>
                </a:lnTo>
                <a:lnTo>
                  <a:pt x="393" y="249"/>
                </a:lnTo>
                <a:lnTo>
                  <a:pt x="0" y="249"/>
                </a:lnTo>
                <a:lnTo>
                  <a:pt x="0" y="0"/>
                </a:lnTo>
                <a:close/>
              </a:path>
            </a:pathLst>
          </a:custGeom>
          <a:solidFill>
            <a:srgbClr val="E3E7EA"/>
          </a:solidFill>
          <a:ln w="5400">
            <a:solidFill>
              <a:srgbClr val="FFFFFF"/>
            </a:solidFill>
            <a:miter/>
          </a:ln>
        </p:spPr>
        <p:txBody>
          <a:bodyPr lIns="2520" tIns="2520" rIns="2520" bIns="25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130" name=""/>
          <p:cNvSpPr/>
          <p:nvPr/>
        </p:nvSpPr>
        <p:spPr>
          <a:xfrm>
            <a:off x="844920" y="5100480"/>
            <a:ext cx="141480" cy="89280"/>
          </a:xfrm>
          <a:custGeom>
            <a:avLst/>
            <a:gdLst/>
            <a:ahLst/>
            <a:rect l="0" t="0" r="r" b="b"/>
            <a:pathLst>
              <a:path w="393" h="248">
                <a:moveTo>
                  <a:pt x="0" y="0"/>
                </a:moveTo>
                <a:lnTo>
                  <a:pt x="393" y="0"/>
                </a:lnTo>
                <a:lnTo>
                  <a:pt x="393" y="248"/>
                </a:lnTo>
                <a:lnTo>
                  <a:pt x="0" y="248"/>
                </a:lnTo>
                <a:lnTo>
                  <a:pt x="0" y="0"/>
                </a:lnTo>
                <a:close/>
              </a:path>
            </a:pathLst>
          </a:custGeom>
          <a:solidFill>
            <a:srgbClr val="F1D1C3"/>
          </a:solidFill>
          <a:ln w="5400">
            <a:solidFill>
              <a:srgbClr val="FFFFFF"/>
            </a:solidFill>
            <a:miter/>
          </a:ln>
        </p:spPr>
        <p:txBody>
          <a:bodyPr lIns="2520" tIns="2520" rIns="2520" bIns="25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131" name=""/>
          <p:cNvSpPr/>
          <p:nvPr/>
        </p:nvSpPr>
        <p:spPr>
          <a:xfrm>
            <a:off x="844920" y="2781000"/>
            <a:ext cx="141480" cy="89640"/>
          </a:xfrm>
          <a:custGeom>
            <a:avLst/>
            <a:gdLst/>
            <a:ahLst/>
            <a:rect l="0" t="0" r="r" b="b"/>
            <a:pathLst>
              <a:path w="393" h="249">
                <a:moveTo>
                  <a:pt x="0" y="0"/>
                </a:moveTo>
                <a:lnTo>
                  <a:pt x="393" y="0"/>
                </a:lnTo>
                <a:lnTo>
                  <a:pt x="393" y="249"/>
                </a:lnTo>
                <a:lnTo>
                  <a:pt x="0" y="249"/>
                </a:lnTo>
                <a:lnTo>
                  <a:pt x="0" y="0"/>
                </a:lnTo>
                <a:close/>
              </a:path>
            </a:pathLst>
          </a:custGeom>
          <a:solidFill>
            <a:srgbClr val="D3DEE7"/>
          </a:solidFill>
          <a:ln w="5400">
            <a:solidFill>
              <a:srgbClr val="FFFFFF"/>
            </a:solidFill>
            <a:miter/>
          </a:ln>
        </p:spPr>
        <p:txBody>
          <a:bodyPr lIns="2520" tIns="2520" rIns="2520" bIns="25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132" name=""/>
          <p:cNvSpPr/>
          <p:nvPr/>
        </p:nvSpPr>
        <p:spPr>
          <a:xfrm>
            <a:off x="844920" y="4832640"/>
            <a:ext cx="141480" cy="89640"/>
          </a:xfrm>
          <a:custGeom>
            <a:avLst/>
            <a:gdLst/>
            <a:ahLst/>
            <a:rect l="0" t="0" r="r" b="b"/>
            <a:pathLst>
              <a:path w="393" h="249">
                <a:moveTo>
                  <a:pt x="0" y="0"/>
                </a:moveTo>
                <a:lnTo>
                  <a:pt x="393" y="0"/>
                </a:lnTo>
                <a:lnTo>
                  <a:pt x="393" y="249"/>
                </a:lnTo>
                <a:lnTo>
                  <a:pt x="0" y="249"/>
                </a:lnTo>
                <a:lnTo>
                  <a:pt x="0" y="0"/>
                </a:lnTo>
                <a:close/>
              </a:path>
            </a:pathLst>
          </a:custGeom>
          <a:solidFill>
            <a:srgbClr val="E5E9EB"/>
          </a:solidFill>
          <a:ln w="5400">
            <a:solidFill>
              <a:srgbClr val="FFFFFF"/>
            </a:solidFill>
            <a:miter/>
          </a:ln>
        </p:spPr>
        <p:txBody>
          <a:bodyPr lIns="2520" tIns="2520" rIns="2520" bIns="25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133" name=""/>
          <p:cNvSpPr/>
          <p:nvPr/>
        </p:nvSpPr>
        <p:spPr>
          <a:xfrm>
            <a:off x="844920" y="3227040"/>
            <a:ext cx="141480" cy="89640"/>
          </a:xfrm>
          <a:custGeom>
            <a:avLst/>
            <a:gdLst/>
            <a:ahLst/>
            <a:rect l="0" t="0" r="r" b="b"/>
            <a:pathLst>
              <a:path w="393" h="249">
                <a:moveTo>
                  <a:pt x="0" y="0"/>
                </a:moveTo>
                <a:lnTo>
                  <a:pt x="393" y="0"/>
                </a:lnTo>
                <a:lnTo>
                  <a:pt x="393" y="249"/>
                </a:lnTo>
                <a:lnTo>
                  <a:pt x="0" y="249"/>
                </a:lnTo>
                <a:lnTo>
                  <a:pt x="0" y="0"/>
                </a:lnTo>
                <a:close/>
              </a:path>
            </a:pathLst>
          </a:custGeom>
          <a:solidFill>
            <a:srgbClr val="E18360"/>
          </a:solidFill>
          <a:ln w="5400">
            <a:solidFill>
              <a:srgbClr val="FFFFFF"/>
            </a:solidFill>
            <a:miter/>
          </a:ln>
        </p:spPr>
        <p:txBody>
          <a:bodyPr lIns="2520" tIns="2520" rIns="2520" bIns="252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134" name=""/>
          <p:cNvSpPr/>
          <p:nvPr/>
        </p:nvSpPr>
        <p:spPr>
          <a:xfrm>
            <a:off x="844920" y="2513160"/>
            <a:ext cx="141480" cy="89640"/>
          </a:xfrm>
          <a:custGeom>
            <a:avLst/>
            <a:gdLst/>
            <a:ahLst/>
            <a:rect l="0" t="0" r="r" b="b"/>
            <a:pathLst>
              <a:path w="393" h="249">
                <a:moveTo>
                  <a:pt x="0" y="0"/>
                </a:moveTo>
                <a:lnTo>
                  <a:pt x="393" y="0"/>
                </a:lnTo>
                <a:lnTo>
                  <a:pt x="393" y="249"/>
                </a:lnTo>
                <a:lnTo>
                  <a:pt x="0" y="249"/>
                </a:lnTo>
                <a:lnTo>
                  <a:pt x="0" y="0"/>
                </a:lnTo>
                <a:close/>
              </a:path>
            </a:pathLst>
          </a:custGeom>
          <a:solidFill>
            <a:srgbClr val="D7E0E8"/>
          </a:solidFill>
          <a:ln w="5400">
            <a:solidFill>
              <a:srgbClr val="FFFFFF"/>
            </a:solidFill>
            <a:miter/>
          </a:ln>
        </p:spPr>
        <p:txBody>
          <a:bodyPr lIns="2520" tIns="2520" rIns="2520" bIns="25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135" name=""/>
          <p:cNvSpPr/>
          <p:nvPr/>
        </p:nvSpPr>
        <p:spPr>
          <a:xfrm>
            <a:off x="844920" y="3405240"/>
            <a:ext cx="141480" cy="89640"/>
          </a:xfrm>
          <a:custGeom>
            <a:avLst/>
            <a:gdLst/>
            <a:ahLst/>
            <a:rect l="0" t="0" r="r" b="b"/>
            <a:pathLst>
              <a:path w="393" h="249">
                <a:moveTo>
                  <a:pt x="0" y="0"/>
                </a:moveTo>
                <a:lnTo>
                  <a:pt x="393" y="0"/>
                </a:lnTo>
                <a:lnTo>
                  <a:pt x="393" y="249"/>
                </a:lnTo>
                <a:lnTo>
                  <a:pt x="0" y="249"/>
                </a:lnTo>
                <a:lnTo>
                  <a:pt x="0" y="0"/>
                </a:lnTo>
                <a:close/>
              </a:path>
            </a:pathLst>
          </a:custGeom>
          <a:solidFill>
            <a:srgbClr val="F1D8CD"/>
          </a:solidFill>
          <a:ln w="5400">
            <a:solidFill>
              <a:srgbClr val="FFFFFF"/>
            </a:solidFill>
            <a:miter/>
          </a:ln>
        </p:spPr>
        <p:txBody>
          <a:bodyPr lIns="2520" tIns="2520" rIns="2520" bIns="25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136" name=""/>
          <p:cNvSpPr/>
          <p:nvPr/>
        </p:nvSpPr>
        <p:spPr>
          <a:xfrm>
            <a:off x="844920" y="4921920"/>
            <a:ext cx="141480" cy="89640"/>
          </a:xfrm>
          <a:custGeom>
            <a:avLst/>
            <a:gdLst/>
            <a:ahLst/>
            <a:rect l="0" t="0" r="r" b="b"/>
            <a:pathLst>
              <a:path w="393" h="249">
                <a:moveTo>
                  <a:pt x="0" y="0"/>
                </a:moveTo>
                <a:lnTo>
                  <a:pt x="393" y="0"/>
                </a:lnTo>
                <a:lnTo>
                  <a:pt x="393" y="249"/>
                </a:lnTo>
                <a:lnTo>
                  <a:pt x="0" y="249"/>
                </a:lnTo>
                <a:lnTo>
                  <a:pt x="0" y="0"/>
                </a:lnTo>
                <a:close/>
              </a:path>
            </a:pathLst>
          </a:custGeom>
          <a:solidFill>
            <a:srgbClr val="F1D2C4"/>
          </a:solidFill>
          <a:ln w="5400">
            <a:solidFill>
              <a:srgbClr val="FFFFFF"/>
            </a:solidFill>
            <a:miter/>
          </a:ln>
        </p:spPr>
        <p:txBody>
          <a:bodyPr lIns="2520" tIns="2520" rIns="2520" bIns="25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137" name=""/>
          <p:cNvSpPr/>
          <p:nvPr/>
        </p:nvSpPr>
        <p:spPr>
          <a:xfrm>
            <a:off x="844920" y="2602440"/>
            <a:ext cx="141480" cy="89640"/>
          </a:xfrm>
          <a:custGeom>
            <a:avLst/>
            <a:gdLst/>
            <a:ahLst/>
            <a:rect l="0" t="0" r="r" b="b"/>
            <a:pathLst>
              <a:path w="393" h="249">
                <a:moveTo>
                  <a:pt x="0" y="0"/>
                </a:moveTo>
                <a:lnTo>
                  <a:pt x="393" y="0"/>
                </a:lnTo>
                <a:lnTo>
                  <a:pt x="393" y="249"/>
                </a:lnTo>
                <a:lnTo>
                  <a:pt x="0" y="249"/>
                </a:lnTo>
                <a:lnTo>
                  <a:pt x="0" y="0"/>
                </a:lnTo>
                <a:close/>
              </a:path>
            </a:pathLst>
          </a:custGeom>
          <a:solidFill>
            <a:srgbClr val="DAE1E8"/>
          </a:solidFill>
          <a:ln w="5400">
            <a:solidFill>
              <a:srgbClr val="FFFFFF"/>
            </a:solidFill>
            <a:miter/>
          </a:ln>
        </p:spPr>
        <p:txBody>
          <a:bodyPr lIns="2520" tIns="2520" rIns="2520" bIns="25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138" name=""/>
          <p:cNvSpPr/>
          <p:nvPr/>
        </p:nvSpPr>
        <p:spPr>
          <a:xfrm>
            <a:off x="844920" y="3762360"/>
            <a:ext cx="141480" cy="89280"/>
          </a:xfrm>
          <a:custGeom>
            <a:avLst/>
            <a:gdLst/>
            <a:ahLst/>
            <a:rect l="0" t="0" r="r" b="b"/>
            <a:pathLst>
              <a:path w="393" h="248">
                <a:moveTo>
                  <a:pt x="0" y="0"/>
                </a:moveTo>
                <a:lnTo>
                  <a:pt x="393" y="0"/>
                </a:lnTo>
                <a:lnTo>
                  <a:pt x="393" y="248"/>
                </a:lnTo>
                <a:lnTo>
                  <a:pt x="0" y="248"/>
                </a:lnTo>
                <a:lnTo>
                  <a:pt x="0" y="0"/>
                </a:lnTo>
                <a:close/>
              </a:path>
            </a:pathLst>
          </a:custGeom>
          <a:solidFill>
            <a:srgbClr val="D8E0E8"/>
          </a:solidFill>
          <a:ln w="5400">
            <a:solidFill>
              <a:srgbClr val="FFFFFF"/>
            </a:solidFill>
            <a:miter/>
          </a:ln>
        </p:spPr>
        <p:txBody>
          <a:bodyPr lIns="2520" tIns="2520" rIns="2520" bIns="25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139" name=""/>
          <p:cNvSpPr/>
          <p:nvPr/>
        </p:nvSpPr>
        <p:spPr>
          <a:xfrm>
            <a:off x="844920" y="2424240"/>
            <a:ext cx="141480" cy="89280"/>
          </a:xfrm>
          <a:custGeom>
            <a:avLst/>
            <a:gdLst/>
            <a:ahLst/>
            <a:rect l="0" t="0" r="r" b="b"/>
            <a:pathLst>
              <a:path w="393" h="248">
                <a:moveTo>
                  <a:pt x="0" y="0"/>
                </a:moveTo>
                <a:lnTo>
                  <a:pt x="393" y="0"/>
                </a:lnTo>
                <a:lnTo>
                  <a:pt x="393" y="248"/>
                </a:lnTo>
                <a:lnTo>
                  <a:pt x="0" y="248"/>
                </a:lnTo>
                <a:lnTo>
                  <a:pt x="0" y="0"/>
                </a:lnTo>
                <a:close/>
              </a:path>
            </a:pathLst>
          </a:custGeom>
          <a:solidFill>
            <a:srgbClr val="CED9E6"/>
          </a:solidFill>
          <a:ln w="5400">
            <a:solidFill>
              <a:srgbClr val="FFFFFF"/>
            </a:solidFill>
            <a:miter/>
          </a:ln>
        </p:spPr>
        <p:txBody>
          <a:bodyPr lIns="2520" tIns="2520" rIns="2520" bIns="25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140" name=""/>
          <p:cNvSpPr/>
          <p:nvPr/>
        </p:nvSpPr>
        <p:spPr>
          <a:xfrm>
            <a:off x="844920" y="2691720"/>
            <a:ext cx="141480" cy="89640"/>
          </a:xfrm>
          <a:custGeom>
            <a:avLst/>
            <a:gdLst/>
            <a:ahLst/>
            <a:rect l="0" t="0" r="r" b="b"/>
            <a:pathLst>
              <a:path w="393" h="249">
                <a:moveTo>
                  <a:pt x="0" y="0"/>
                </a:moveTo>
                <a:lnTo>
                  <a:pt x="393" y="0"/>
                </a:lnTo>
                <a:lnTo>
                  <a:pt x="393" y="249"/>
                </a:lnTo>
                <a:lnTo>
                  <a:pt x="0" y="249"/>
                </a:lnTo>
                <a:lnTo>
                  <a:pt x="0" y="0"/>
                </a:lnTo>
                <a:close/>
              </a:path>
            </a:pathLst>
          </a:custGeom>
          <a:solidFill>
            <a:srgbClr val="F2E9E4"/>
          </a:solidFill>
          <a:ln w="5400">
            <a:solidFill>
              <a:srgbClr val="FFFFFF"/>
            </a:solidFill>
            <a:miter/>
          </a:ln>
        </p:spPr>
        <p:txBody>
          <a:bodyPr lIns="2520" tIns="2520" rIns="2520" bIns="25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141" name=""/>
          <p:cNvSpPr/>
          <p:nvPr/>
        </p:nvSpPr>
        <p:spPr>
          <a:xfrm>
            <a:off x="844920" y="3851280"/>
            <a:ext cx="141480" cy="89640"/>
          </a:xfrm>
          <a:custGeom>
            <a:avLst/>
            <a:gdLst/>
            <a:ahLst/>
            <a:rect l="0" t="0" r="r" b="b"/>
            <a:pathLst>
              <a:path w="393" h="249">
                <a:moveTo>
                  <a:pt x="0" y="0"/>
                </a:moveTo>
                <a:lnTo>
                  <a:pt x="393" y="0"/>
                </a:lnTo>
                <a:lnTo>
                  <a:pt x="393" y="249"/>
                </a:lnTo>
                <a:lnTo>
                  <a:pt x="0" y="249"/>
                </a:lnTo>
                <a:lnTo>
                  <a:pt x="0" y="0"/>
                </a:lnTo>
                <a:close/>
              </a:path>
            </a:pathLst>
          </a:custGeom>
          <a:solidFill>
            <a:srgbClr val="D6DFE8"/>
          </a:solidFill>
          <a:ln w="5400">
            <a:solidFill>
              <a:srgbClr val="FFFFFF"/>
            </a:solidFill>
            <a:miter/>
          </a:ln>
        </p:spPr>
        <p:txBody>
          <a:bodyPr lIns="2520" tIns="2520" rIns="2520" bIns="25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142" name=""/>
          <p:cNvSpPr/>
          <p:nvPr/>
        </p:nvSpPr>
        <p:spPr>
          <a:xfrm>
            <a:off x="844920" y="3583800"/>
            <a:ext cx="141480" cy="89640"/>
          </a:xfrm>
          <a:custGeom>
            <a:avLst/>
            <a:gdLst/>
            <a:ahLst/>
            <a:rect l="0" t="0" r="r" b="b"/>
            <a:pathLst>
              <a:path w="393" h="249">
                <a:moveTo>
                  <a:pt x="0" y="0"/>
                </a:moveTo>
                <a:lnTo>
                  <a:pt x="393" y="0"/>
                </a:lnTo>
                <a:lnTo>
                  <a:pt x="393" y="249"/>
                </a:lnTo>
                <a:lnTo>
                  <a:pt x="0" y="249"/>
                </a:lnTo>
                <a:lnTo>
                  <a:pt x="0" y="0"/>
                </a:lnTo>
                <a:close/>
              </a:path>
            </a:pathLst>
          </a:custGeom>
          <a:solidFill>
            <a:srgbClr val="DE7B56"/>
          </a:solidFill>
          <a:ln w="5400">
            <a:solidFill>
              <a:srgbClr val="FFFFFF"/>
            </a:solidFill>
            <a:miter/>
          </a:ln>
        </p:spPr>
        <p:txBody>
          <a:bodyPr lIns="2520" tIns="2520" rIns="2520" bIns="252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143" name=""/>
          <p:cNvSpPr/>
          <p:nvPr/>
        </p:nvSpPr>
        <p:spPr>
          <a:xfrm>
            <a:off x="844920" y="3316320"/>
            <a:ext cx="141480" cy="89280"/>
          </a:xfrm>
          <a:custGeom>
            <a:avLst/>
            <a:gdLst/>
            <a:ahLst/>
            <a:rect l="0" t="0" r="r" b="b"/>
            <a:pathLst>
              <a:path w="393" h="248">
                <a:moveTo>
                  <a:pt x="0" y="0"/>
                </a:moveTo>
                <a:lnTo>
                  <a:pt x="393" y="0"/>
                </a:lnTo>
                <a:lnTo>
                  <a:pt x="393" y="248"/>
                </a:lnTo>
                <a:lnTo>
                  <a:pt x="0" y="248"/>
                </a:lnTo>
                <a:lnTo>
                  <a:pt x="0" y="0"/>
                </a:lnTo>
                <a:close/>
              </a:path>
            </a:pathLst>
          </a:custGeom>
          <a:solidFill>
            <a:srgbClr val="DBE2E9"/>
          </a:solidFill>
          <a:ln w="5400">
            <a:solidFill>
              <a:srgbClr val="FFFFFF"/>
            </a:solidFill>
            <a:miter/>
          </a:ln>
        </p:spPr>
        <p:txBody>
          <a:bodyPr lIns="2520" tIns="2520" rIns="2520" bIns="25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144" name=""/>
          <p:cNvSpPr/>
          <p:nvPr/>
        </p:nvSpPr>
        <p:spPr>
          <a:xfrm>
            <a:off x="844920" y="3673080"/>
            <a:ext cx="141480" cy="89640"/>
          </a:xfrm>
          <a:custGeom>
            <a:avLst/>
            <a:gdLst/>
            <a:ahLst/>
            <a:rect l="0" t="0" r="r" b="b"/>
            <a:pathLst>
              <a:path w="393" h="249">
                <a:moveTo>
                  <a:pt x="0" y="0"/>
                </a:moveTo>
                <a:lnTo>
                  <a:pt x="393" y="0"/>
                </a:lnTo>
                <a:lnTo>
                  <a:pt x="393" y="249"/>
                </a:lnTo>
                <a:lnTo>
                  <a:pt x="0" y="249"/>
                </a:lnTo>
                <a:lnTo>
                  <a:pt x="0" y="0"/>
                </a:lnTo>
                <a:close/>
              </a:path>
            </a:pathLst>
          </a:custGeom>
          <a:solidFill>
            <a:srgbClr val="EEBDA7"/>
          </a:solidFill>
          <a:ln w="5400">
            <a:solidFill>
              <a:srgbClr val="FFFFFF"/>
            </a:solidFill>
            <a:miter/>
          </a:ln>
        </p:spPr>
        <p:txBody>
          <a:bodyPr lIns="2520" tIns="2520" rIns="2520" bIns="25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145" name=""/>
          <p:cNvSpPr/>
          <p:nvPr/>
        </p:nvSpPr>
        <p:spPr>
          <a:xfrm>
            <a:off x="844920" y="3494520"/>
            <a:ext cx="141480" cy="89640"/>
          </a:xfrm>
          <a:custGeom>
            <a:avLst/>
            <a:gdLst/>
            <a:ahLst/>
            <a:rect l="0" t="0" r="r" b="b"/>
            <a:pathLst>
              <a:path w="393" h="249">
                <a:moveTo>
                  <a:pt x="0" y="0"/>
                </a:moveTo>
                <a:lnTo>
                  <a:pt x="393" y="0"/>
                </a:lnTo>
                <a:lnTo>
                  <a:pt x="393" y="249"/>
                </a:lnTo>
                <a:lnTo>
                  <a:pt x="0" y="249"/>
                </a:lnTo>
                <a:lnTo>
                  <a:pt x="0" y="0"/>
                </a:lnTo>
                <a:close/>
              </a:path>
            </a:pathLst>
          </a:custGeom>
          <a:solidFill>
            <a:srgbClr val="D7E0E8"/>
          </a:solidFill>
          <a:ln w="5400">
            <a:solidFill>
              <a:srgbClr val="FFFFFF"/>
            </a:solidFill>
            <a:miter/>
          </a:ln>
        </p:spPr>
        <p:txBody>
          <a:bodyPr lIns="2520" tIns="2520" rIns="2520" bIns="25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146" name=""/>
          <p:cNvSpPr/>
          <p:nvPr/>
        </p:nvSpPr>
        <p:spPr>
          <a:xfrm>
            <a:off x="844920" y="2959200"/>
            <a:ext cx="141480" cy="89640"/>
          </a:xfrm>
          <a:custGeom>
            <a:avLst/>
            <a:gdLst/>
            <a:ahLst/>
            <a:rect l="0" t="0" r="r" b="b"/>
            <a:pathLst>
              <a:path w="393" h="249">
                <a:moveTo>
                  <a:pt x="0" y="0"/>
                </a:moveTo>
                <a:lnTo>
                  <a:pt x="393" y="0"/>
                </a:lnTo>
                <a:lnTo>
                  <a:pt x="393" y="249"/>
                </a:lnTo>
                <a:lnTo>
                  <a:pt x="0" y="249"/>
                </a:lnTo>
                <a:lnTo>
                  <a:pt x="0" y="0"/>
                </a:lnTo>
                <a:close/>
              </a:path>
            </a:pathLst>
          </a:custGeom>
          <a:solidFill>
            <a:srgbClr val="F1D2C4"/>
          </a:solidFill>
          <a:ln w="5400">
            <a:solidFill>
              <a:srgbClr val="FFFFFF"/>
            </a:solidFill>
            <a:miter/>
          </a:ln>
        </p:spPr>
        <p:txBody>
          <a:bodyPr lIns="2520" tIns="2520" rIns="2520" bIns="25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147" name=""/>
          <p:cNvSpPr/>
          <p:nvPr/>
        </p:nvSpPr>
        <p:spPr>
          <a:xfrm>
            <a:off x="844920" y="3940560"/>
            <a:ext cx="141480" cy="89640"/>
          </a:xfrm>
          <a:custGeom>
            <a:avLst/>
            <a:gdLst/>
            <a:ahLst/>
            <a:rect l="0" t="0" r="r" b="b"/>
            <a:pathLst>
              <a:path w="393" h="249">
                <a:moveTo>
                  <a:pt x="0" y="0"/>
                </a:moveTo>
                <a:lnTo>
                  <a:pt x="393" y="0"/>
                </a:lnTo>
                <a:lnTo>
                  <a:pt x="393" y="249"/>
                </a:lnTo>
                <a:lnTo>
                  <a:pt x="0" y="249"/>
                </a:lnTo>
                <a:lnTo>
                  <a:pt x="0" y="0"/>
                </a:lnTo>
                <a:close/>
              </a:path>
            </a:pathLst>
          </a:custGeom>
          <a:solidFill>
            <a:srgbClr val="DDE3E9"/>
          </a:solidFill>
          <a:ln w="5400">
            <a:solidFill>
              <a:srgbClr val="FFFFFF"/>
            </a:solidFill>
            <a:miter/>
          </a:ln>
        </p:spPr>
        <p:txBody>
          <a:bodyPr lIns="2520" tIns="2520" rIns="2520" bIns="25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148" name=""/>
          <p:cNvSpPr/>
          <p:nvPr/>
        </p:nvSpPr>
        <p:spPr>
          <a:xfrm>
            <a:off x="844920" y="4386600"/>
            <a:ext cx="141480" cy="89640"/>
          </a:xfrm>
          <a:custGeom>
            <a:avLst/>
            <a:gdLst/>
            <a:ahLst/>
            <a:rect l="0" t="0" r="r" b="b"/>
            <a:pathLst>
              <a:path w="393" h="249">
                <a:moveTo>
                  <a:pt x="0" y="0"/>
                </a:moveTo>
                <a:lnTo>
                  <a:pt x="393" y="0"/>
                </a:lnTo>
                <a:lnTo>
                  <a:pt x="393" y="249"/>
                </a:lnTo>
                <a:lnTo>
                  <a:pt x="0" y="249"/>
                </a:lnTo>
                <a:lnTo>
                  <a:pt x="0" y="0"/>
                </a:lnTo>
                <a:close/>
              </a:path>
            </a:pathLst>
          </a:custGeom>
          <a:solidFill>
            <a:srgbClr val="F2E0D7"/>
          </a:solidFill>
          <a:ln w="5400">
            <a:solidFill>
              <a:srgbClr val="FFFFFF"/>
            </a:solidFill>
            <a:miter/>
          </a:ln>
        </p:spPr>
        <p:txBody>
          <a:bodyPr lIns="2520" tIns="2520" rIns="2520" bIns="25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149" name=""/>
          <p:cNvSpPr/>
          <p:nvPr/>
        </p:nvSpPr>
        <p:spPr>
          <a:xfrm>
            <a:off x="844920" y="4654440"/>
            <a:ext cx="141480" cy="89280"/>
          </a:xfrm>
          <a:custGeom>
            <a:avLst/>
            <a:gdLst/>
            <a:ahLst/>
            <a:rect l="0" t="0" r="r" b="b"/>
            <a:pathLst>
              <a:path w="393" h="248">
                <a:moveTo>
                  <a:pt x="0" y="0"/>
                </a:moveTo>
                <a:lnTo>
                  <a:pt x="393" y="0"/>
                </a:lnTo>
                <a:lnTo>
                  <a:pt x="393" y="248"/>
                </a:lnTo>
                <a:lnTo>
                  <a:pt x="0" y="248"/>
                </a:lnTo>
                <a:lnTo>
                  <a:pt x="0" y="0"/>
                </a:lnTo>
                <a:close/>
              </a:path>
            </a:pathLst>
          </a:custGeom>
          <a:solidFill>
            <a:srgbClr val="DBE2E9"/>
          </a:solidFill>
          <a:ln w="5400">
            <a:solidFill>
              <a:srgbClr val="FFFFFF"/>
            </a:solidFill>
            <a:miter/>
          </a:ln>
        </p:spPr>
        <p:txBody>
          <a:bodyPr lIns="2520" tIns="2520" rIns="2520" bIns="25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150" name=""/>
          <p:cNvSpPr/>
          <p:nvPr/>
        </p:nvSpPr>
        <p:spPr>
          <a:xfrm>
            <a:off x="844920" y="2870280"/>
            <a:ext cx="141480" cy="89280"/>
          </a:xfrm>
          <a:custGeom>
            <a:avLst/>
            <a:gdLst/>
            <a:ahLst/>
            <a:rect l="0" t="0" r="r" b="b"/>
            <a:pathLst>
              <a:path w="393" h="248">
                <a:moveTo>
                  <a:pt x="0" y="0"/>
                </a:moveTo>
                <a:lnTo>
                  <a:pt x="393" y="0"/>
                </a:lnTo>
                <a:lnTo>
                  <a:pt x="393" y="248"/>
                </a:lnTo>
                <a:lnTo>
                  <a:pt x="0" y="248"/>
                </a:lnTo>
                <a:lnTo>
                  <a:pt x="0" y="0"/>
                </a:lnTo>
                <a:close/>
              </a:path>
            </a:pathLst>
          </a:custGeom>
          <a:solidFill>
            <a:srgbClr val="CDD9E6"/>
          </a:solidFill>
          <a:ln w="5400">
            <a:solidFill>
              <a:srgbClr val="FFFFFF"/>
            </a:solidFill>
            <a:miter/>
          </a:ln>
        </p:spPr>
        <p:txBody>
          <a:bodyPr lIns="2520" tIns="2520" rIns="2520" bIns="25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151" name=""/>
          <p:cNvSpPr/>
          <p:nvPr/>
        </p:nvSpPr>
        <p:spPr>
          <a:xfrm>
            <a:off x="844920" y="4743360"/>
            <a:ext cx="141480" cy="89640"/>
          </a:xfrm>
          <a:custGeom>
            <a:avLst/>
            <a:gdLst/>
            <a:ahLst/>
            <a:rect l="0" t="0" r="r" b="b"/>
            <a:pathLst>
              <a:path w="393" h="249">
                <a:moveTo>
                  <a:pt x="0" y="0"/>
                </a:moveTo>
                <a:lnTo>
                  <a:pt x="393" y="0"/>
                </a:lnTo>
                <a:lnTo>
                  <a:pt x="393" y="249"/>
                </a:lnTo>
                <a:lnTo>
                  <a:pt x="0" y="249"/>
                </a:lnTo>
                <a:lnTo>
                  <a:pt x="0" y="0"/>
                </a:lnTo>
                <a:close/>
              </a:path>
            </a:pathLst>
          </a:custGeom>
          <a:solidFill>
            <a:srgbClr val="F1D7CA"/>
          </a:solidFill>
          <a:ln w="5400">
            <a:solidFill>
              <a:srgbClr val="FFFFFF"/>
            </a:solidFill>
            <a:miter/>
          </a:ln>
        </p:spPr>
        <p:txBody>
          <a:bodyPr lIns="2520" tIns="2520" rIns="2520" bIns="25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152" name=""/>
          <p:cNvSpPr/>
          <p:nvPr/>
        </p:nvSpPr>
        <p:spPr>
          <a:xfrm>
            <a:off x="844920" y="4475880"/>
            <a:ext cx="141480" cy="89640"/>
          </a:xfrm>
          <a:custGeom>
            <a:avLst/>
            <a:gdLst/>
            <a:ahLst/>
            <a:rect l="0" t="0" r="r" b="b"/>
            <a:pathLst>
              <a:path w="393" h="249">
                <a:moveTo>
                  <a:pt x="0" y="0"/>
                </a:moveTo>
                <a:lnTo>
                  <a:pt x="393" y="0"/>
                </a:lnTo>
                <a:lnTo>
                  <a:pt x="393" y="249"/>
                </a:lnTo>
                <a:lnTo>
                  <a:pt x="0" y="249"/>
                </a:lnTo>
                <a:lnTo>
                  <a:pt x="0" y="0"/>
                </a:lnTo>
                <a:close/>
              </a:path>
            </a:pathLst>
          </a:custGeom>
          <a:solidFill>
            <a:srgbClr val="DAE1E8"/>
          </a:solidFill>
          <a:ln w="5400">
            <a:solidFill>
              <a:srgbClr val="FFFFFF"/>
            </a:solidFill>
            <a:miter/>
          </a:ln>
        </p:spPr>
        <p:txBody>
          <a:bodyPr lIns="2520" tIns="2520" rIns="2520" bIns="25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153" name=""/>
          <p:cNvSpPr/>
          <p:nvPr/>
        </p:nvSpPr>
        <p:spPr>
          <a:xfrm>
            <a:off x="844920" y="4297320"/>
            <a:ext cx="141480" cy="89640"/>
          </a:xfrm>
          <a:custGeom>
            <a:avLst/>
            <a:gdLst/>
            <a:ahLst/>
            <a:rect l="0" t="0" r="r" b="b"/>
            <a:pathLst>
              <a:path w="393" h="249">
                <a:moveTo>
                  <a:pt x="0" y="0"/>
                </a:moveTo>
                <a:lnTo>
                  <a:pt x="393" y="0"/>
                </a:lnTo>
                <a:lnTo>
                  <a:pt x="393" y="249"/>
                </a:lnTo>
                <a:lnTo>
                  <a:pt x="0" y="249"/>
                </a:lnTo>
                <a:lnTo>
                  <a:pt x="0" y="0"/>
                </a:lnTo>
                <a:close/>
              </a:path>
            </a:pathLst>
          </a:custGeom>
          <a:solidFill>
            <a:srgbClr val="D9E1E8"/>
          </a:solidFill>
          <a:ln w="5400">
            <a:solidFill>
              <a:srgbClr val="FFFFFF"/>
            </a:solidFill>
            <a:miter/>
          </a:ln>
        </p:spPr>
        <p:txBody>
          <a:bodyPr lIns="2520" tIns="2520" rIns="2520" bIns="25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154" name=""/>
          <p:cNvSpPr/>
          <p:nvPr/>
        </p:nvSpPr>
        <p:spPr>
          <a:xfrm>
            <a:off x="986040" y="3137760"/>
            <a:ext cx="141120" cy="89640"/>
          </a:xfrm>
          <a:custGeom>
            <a:avLst/>
            <a:gdLst/>
            <a:ahLst/>
            <a:rect l="0" t="0" r="r" b="b"/>
            <a:pathLst>
              <a:path w="392" h="249">
                <a:moveTo>
                  <a:pt x="0" y="0"/>
                </a:moveTo>
                <a:lnTo>
                  <a:pt x="392" y="0"/>
                </a:lnTo>
                <a:lnTo>
                  <a:pt x="392" y="249"/>
                </a:lnTo>
                <a:lnTo>
                  <a:pt x="0" y="249"/>
                </a:lnTo>
                <a:lnTo>
                  <a:pt x="0" y="0"/>
                </a:lnTo>
                <a:close/>
              </a:path>
            </a:pathLst>
          </a:custGeom>
          <a:solidFill>
            <a:srgbClr val="F2E5DD"/>
          </a:solidFill>
          <a:ln w="5400">
            <a:solidFill>
              <a:srgbClr val="FFFFFF"/>
            </a:solidFill>
            <a:miter/>
          </a:ln>
        </p:spPr>
        <p:txBody>
          <a:bodyPr lIns="2520" tIns="2520" rIns="2520" bIns="25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155" name=""/>
          <p:cNvSpPr/>
          <p:nvPr/>
        </p:nvSpPr>
        <p:spPr>
          <a:xfrm>
            <a:off x="986040" y="4208400"/>
            <a:ext cx="141120" cy="89280"/>
          </a:xfrm>
          <a:custGeom>
            <a:avLst/>
            <a:gdLst/>
            <a:ahLst/>
            <a:rect l="0" t="0" r="r" b="b"/>
            <a:pathLst>
              <a:path w="392" h="248">
                <a:moveTo>
                  <a:pt x="0" y="0"/>
                </a:moveTo>
                <a:lnTo>
                  <a:pt x="392" y="0"/>
                </a:lnTo>
                <a:lnTo>
                  <a:pt x="392" y="248"/>
                </a:lnTo>
                <a:lnTo>
                  <a:pt x="0" y="248"/>
                </a:lnTo>
                <a:lnTo>
                  <a:pt x="0" y="0"/>
                </a:lnTo>
                <a:close/>
              </a:path>
            </a:pathLst>
          </a:custGeom>
          <a:solidFill>
            <a:srgbClr val="F1D5C7"/>
          </a:solidFill>
          <a:ln w="5400">
            <a:solidFill>
              <a:srgbClr val="FFFFFF"/>
            </a:solidFill>
            <a:miter/>
          </a:ln>
        </p:spPr>
        <p:txBody>
          <a:bodyPr lIns="2520" tIns="2520" rIns="2520" bIns="25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156" name=""/>
          <p:cNvSpPr/>
          <p:nvPr/>
        </p:nvSpPr>
        <p:spPr>
          <a:xfrm>
            <a:off x="986040" y="4565160"/>
            <a:ext cx="141120" cy="89640"/>
          </a:xfrm>
          <a:custGeom>
            <a:avLst/>
            <a:gdLst/>
            <a:ahLst/>
            <a:rect l="0" t="0" r="r" b="b"/>
            <a:pathLst>
              <a:path w="392" h="249">
                <a:moveTo>
                  <a:pt x="0" y="0"/>
                </a:moveTo>
                <a:lnTo>
                  <a:pt x="392" y="0"/>
                </a:lnTo>
                <a:lnTo>
                  <a:pt x="392" y="249"/>
                </a:lnTo>
                <a:lnTo>
                  <a:pt x="0" y="249"/>
                </a:lnTo>
                <a:lnTo>
                  <a:pt x="0" y="0"/>
                </a:lnTo>
                <a:close/>
              </a:path>
            </a:pathLst>
          </a:custGeom>
          <a:solidFill>
            <a:srgbClr val="E4E8EB"/>
          </a:solidFill>
          <a:ln w="5400">
            <a:solidFill>
              <a:srgbClr val="FFFFFF"/>
            </a:solidFill>
            <a:miter/>
          </a:ln>
        </p:spPr>
        <p:txBody>
          <a:bodyPr lIns="2520" tIns="2520" rIns="2520" bIns="25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157" name=""/>
          <p:cNvSpPr/>
          <p:nvPr/>
        </p:nvSpPr>
        <p:spPr>
          <a:xfrm>
            <a:off x="986040" y="5100480"/>
            <a:ext cx="141120" cy="89280"/>
          </a:xfrm>
          <a:custGeom>
            <a:avLst/>
            <a:gdLst/>
            <a:ahLst/>
            <a:rect l="0" t="0" r="r" b="b"/>
            <a:pathLst>
              <a:path w="392" h="248">
                <a:moveTo>
                  <a:pt x="0" y="0"/>
                </a:moveTo>
                <a:lnTo>
                  <a:pt x="392" y="0"/>
                </a:lnTo>
                <a:lnTo>
                  <a:pt x="392" y="248"/>
                </a:lnTo>
                <a:lnTo>
                  <a:pt x="0" y="248"/>
                </a:lnTo>
                <a:lnTo>
                  <a:pt x="0" y="0"/>
                </a:lnTo>
                <a:close/>
              </a:path>
            </a:pathLst>
          </a:custGeom>
          <a:solidFill>
            <a:srgbClr val="E5E9EB"/>
          </a:solidFill>
          <a:ln w="5400">
            <a:solidFill>
              <a:srgbClr val="FFFFFF"/>
            </a:solidFill>
            <a:miter/>
          </a:ln>
        </p:spPr>
        <p:txBody>
          <a:bodyPr lIns="2520" tIns="2520" rIns="2520" bIns="25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158" name=""/>
          <p:cNvSpPr/>
          <p:nvPr/>
        </p:nvSpPr>
        <p:spPr>
          <a:xfrm>
            <a:off x="986040" y="2781000"/>
            <a:ext cx="141120" cy="89640"/>
          </a:xfrm>
          <a:custGeom>
            <a:avLst/>
            <a:gdLst/>
            <a:ahLst/>
            <a:rect l="0" t="0" r="r" b="b"/>
            <a:pathLst>
              <a:path w="392" h="249">
                <a:moveTo>
                  <a:pt x="0" y="0"/>
                </a:moveTo>
                <a:lnTo>
                  <a:pt x="392" y="0"/>
                </a:lnTo>
                <a:lnTo>
                  <a:pt x="392" y="249"/>
                </a:lnTo>
                <a:lnTo>
                  <a:pt x="0" y="249"/>
                </a:lnTo>
                <a:lnTo>
                  <a:pt x="0" y="0"/>
                </a:lnTo>
                <a:close/>
              </a:path>
            </a:pathLst>
          </a:custGeom>
          <a:solidFill>
            <a:srgbClr val="D7DFE8"/>
          </a:solidFill>
          <a:ln w="5400">
            <a:solidFill>
              <a:srgbClr val="FFFFFF"/>
            </a:solidFill>
            <a:miter/>
          </a:ln>
        </p:spPr>
        <p:txBody>
          <a:bodyPr lIns="2520" tIns="2520" rIns="2520" bIns="25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159" name=""/>
          <p:cNvSpPr/>
          <p:nvPr/>
        </p:nvSpPr>
        <p:spPr>
          <a:xfrm>
            <a:off x="986040" y="4832640"/>
            <a:ext cx="141120" cy="89640"/>
          </a:xfrm>
          <a:custGeom>
            <a:avLst/>
            <a:gdLst/>
            <a:ahLst/>
            <a:rect l="0" t="0" r="r" b="b"/>
            <a:pathLst>
              <a:path w="392" h="249">
                <a:moveTo>
                  <a:pt x="0" y="0"/>
                </a:moveTo>
                <a:lnTo>
                  <a:pt x="392" y="0"/>
                </a:lnTo>
                <a:lnTo>
                  <a:pt x="392" y="249"/>
                </a:lnTo>
                <a:lnTo>
                  <a:pt x="0" y="249"/>
                </a:lnTo>
                <a:lnTo>
                  <a:pt x="0" y="0"/>
                </a:lnTo>
                <a:close/>
              </a:path>
            </a:pathLst>
          </a:custGeom>
          <a:solidFill>
            <a:srgbClr val="E4E8EB"/>
          </a:solidFill>
          <a:ln w="5400">
            <a:solidFill>
              <a:srgbClr val="FFFFFF"/>
            </a:solidFill>
            <a:miter/>
          </a:ln>
        </p:spPr>
        <p:txBody>
          <a:bodyPr lIns="2520" tIns="2520" rIns="2520" bIns="25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160" name=""/>
          <p:cNvSpPr/>
          <p:nvPr/>
        </p:nvSpPr>
        <p:spPr>
          <a:xfrm>
            <a:off x="986040" y="3227040"/>
            <a:ext cx="141120" cy="89640"/>
          </a:xfrm>
          <a:custGeom>
            <a:avLst/>
            <a:gdLst/>
            <a:ahLst/>
            <a:rect l="0" t="0" r="r" b="b"/>
            <a:pathLst>
              <a:path w="392" h="249">
                <a:moveTo>
                  <a:pt x="0" y="0"/>
                </a:moveTo>
                <a:lnTo>
                  <a:pt x="392" y="0"/>
                </a:lnTo>
                <a:lnTo>
                  <a:pt x="392" y="249"/>
                </a:lnTo>
                <a:lnTo>
                  <a:pt x="0" y="249"/>
                </a:lnTo>
                <a:lnTo>
                  <a:pt x="0" y="0"/>
                </a:lnTo>
                <a:close/>
              </a:path>
            </a:pathLst>
          </a:custGeom>
          <a:solidFill>
            <a:srgbClr val="D45E36"/>
          </a:solidFill>
          <a:ln w="5400">
            <a:solidFill>
              <a:srgbClr val="FFFFFF"/>
            </a:solidFill>
            <a:miter/>
          </a:ln>
        </p:spPr>
        <p:txBody>
          <a:bodyPr lIns="2520" tIns="2520" rIns="2520" bIns="252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161" name=""/>
          <p:cNvSpPr/>
          <p:nvPr/>
        </p:nvSpPr>
        <p:spPr>
          <a:xfrm>
            <a:off x="986040" y="3405240"/>
            <a:ext cx="141120" cy="89640"/>
          </a:xfrm>
          <a:custGeom>
            <a:avLst/>
            <a:gdLst/>
            <a:ahLst/>
            <a:rect l="0" t="0" r="r" b="b"/>
            <a:pathLst>
              <a:path w="392" h="249">
                <a:moveTo>
                  <a:pt x="0" y="0"/>
                </a:moveTo>
                <a:lnTo>
                  <a:pt x="392" y="0"/>
                </a:lnTo>
                <a:lnTo>
                  <a:pt x="392" y="249"/>
                </a:lnTo>
                <a:lnTo>
                  <a:pt x="0" y="249"/>
                </a:lnTo>
                <a:lnTo>
                  <a:pt x="0" y="0"/>
                </a:lnTo>
                <a:close/>
              </a:path>
            </a:pathLst>
          </a:custGeom>
          <a:solidFill>
            <a:srgbClr val="F1D7CC"/>
          </a:solidFill>
          <a:ln w="5400">
            <a:solidFill>
              <a:srgbClr val="FFFFFF"/>
            </a:solidFill>
            <a:miter/>
          </a:ln>
        </p:spPr>
        <p:txBody>
          <a:bodyPr lIns="2520" tIns="2520" rIns="2520" bIns="25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162" name=""/>
          <p:cNvSpPr/>
          <p:nvPr/>
        </p:nvSpPr>
        <p:spPr>
          <a:xfrm>
            <a:off x="986040" y="4921920"/>
            <a:ext cx="141120" cy="89640"/>
          </a:xfrm>
          <a:custGeom>
            <a:avLst/>
            <a:gdLst/>
            <a:ahLst/>
            <a:rect l="0" t="0" r="r" b="b"/>
            <a:pathLst>
              <a:path w="392" h="249">
                <a:moveTo>
                  <a:pt x="0" y="0"/>
                </a:moveTo>
                <a:lnTo>
                  <a:pt x="392" y="0"/>
                </a:lnTo>
                <a:lnTo>
                  <a:pt x="392" y="249"/>
                </a:lnTo>
                <a:lnTo>
                  <a:pt x="0" y="249"/>
                </a:lnTo>
                <a:lnTo>
                  <a:pt x="0" y="0"/>
                </a:lnTo>
                <a:close/>
              </a:path>
            </a:pathLst>
          </a:custGeom>
          <a:solidFill>
            <a:srgbClr val="E0E5EA"/>
          </a:solidFill>
          <a:ln w="5400">
            <a:solidFill>
              <a:srgbClr val="FFFFFF"/>
            </a:solidFill>
            <a:miter/>
          </a:ln>
        </p:spPr>
        <p:txBody>
          <a:bodyPr lIns="2520" tIns="2520" rIns="2520" bIns="25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163" name=""/>
          <p:cNvSpPr/>
          <p:nvPr/>
        </p:nvSpPr>
        <p:spPr>
          <a:xfrm>
            <a:off x="986040" y="2602440"/>
            <a:ext cx="141120" cy="89640"/>
          </a:xfrm>
          <a:custGeom>
            <a:avLst/>
            <a:gdLst/>
            <a:ahLst/>
            <a:rect l="0" t="0" r="r" b="b"/>
            <a:pathLst>
              <a:path w="392" h="249">
                <a:moveTo>
                  <a:pt x="0" y="0"/>
                </a:moveTo>
                <a:lnTo>
                  <a:pt x="392" y="0"/>
                </a:lnTo>
                <a:lnTo>
                  <a:pt x="392" y="249"/>
                </a:lnTo>
                <a:lnTo>
                  <a:pt x="0" y="249"/>
                </a:lnTo>
                <a:lnTo>
                  <a:pt x="0" y="0"/>
                </a:lnTo>
                <a:close/>
              </a:path>
            </a:pathLst>
          </a:custGeom>
          <a:solidFill>
            <a:srgbClr val="EDB79F"/>
          </a:solidFill>
          <a:ln w="5400">
            <a:solidFill>
              <a:srgbClr val="FFFFFF"/>
            </a:solidFill>
            <a:miter/>
          </a:ln>
        </p:spPr>
        <p:txBody>
          <a:bodyPr lIns="2520" tIns="2520" rIns="2520" bIns="25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164" name=""/>
          <p:cNvSpPr/>
          <p:nvPr/>
        </p:nvSpPr>
        <p:spPr>
          <a:xfrm>
            <a:off x="986040" y="3762360"/>
            <a:ext cx="141120" cy="89280"/>
          </a:xfrm>
          <a:custGeom>
            <a:avLst/>
            <a:gdLst/>
            <a:ahLst/>
            <a:rect l="0" t="0" r="r" b="b"/>
            <a:pathLst>
              <a:path w="392" h="248">
                <a:moveTo>
                  <a:pt x="0" y="0"/>
                </a:moveTo>
                <a:lnTo>
                  <a:pt x="392" y="0"/>
                </a:lnTo>
                <a:lnTo>
                  <a:pt x="392" y="248"/>
                </a:lnTo>
                <a:lnTo>
                  <a:pt x="0" y="248"/>
                </a:lnTo>
                <a:lnTo>
                  <a:pt x="0" y="0"/>
                </a:lnTo>
                <a:close/>
              </a:path>
            </a:pathLst>
          </a:custGeom>
          <a:solidFill>
            <a:srgbClr val="D9E1E8"/>
          </a:solidFill>
          <a:ln w="5400">
            <a:solidFill>
              <a:srgbClr val="FFFFFF"/>
            </a:solidFill>
            <a:miter/>
          </a:ln>
        </p:spPr>
        <p:txBody>
          <a:bodyPr lIns="2520" tIns="2520" rIns="2520" bIns="25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165" name=""/>
          <p:cNvSpPr/>
          <p:nvPr/>
        </p:nvSpPr>
        <p:spPr>
          <a:xfrm>
            <a:off x="986040" y="4119120"/>
            <a:ext cx="141120" cy="89640"/>
          </a:xfrm>
          <a:custGeom>
            <a:avLst/>
            <a:gdLst/>
            <a:ahLst/>
            <a:rect l="0" t="0" r="r" b="b"/>
            <a:pathLst>
              <a:path w="392" h="249">
                <a:moveTo>
                  <a:pt x="0" y="0"/>
                </a:moveTo>
                <a:lnTo>
                  <a:pt x="392" y="0"/>
                </a:lnTo>
                <a:lnTo>
                  <a:pt x="392" y="249"/>
                </a:lnTo>
                <a:lnTo>
                  <a:pt x="0" y="249"/>
                </a:lnTo>
                <a:lnTo>
                  <a:pt x="0" y="0"/>
                </a:lnTo>
                <a:close/>
              </a:path>
            </a:pathLst>
          </a:custGeom>
          <a:solidFill>
            <a:srgbClr val="D9E1E8"/>
          </a:solidFill>
          <a:ln w="5400">
            <a:solidFill>
              <a:srgbClr val="FFFFFF"/>
            </a:solidFill>
            <a:miter/>
          </a:ln>
        </p:spPr>
        <p:txBody>
          <a:bodyPr lIns="2520" tIns="2520" rIns="2520" bIns="25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166" name=""/>
          <p:cNvSpPr/>
          <p:nvPr/>
        </p:nvSpPr>
        <p:spPr>
          <a:xfrm>
            <a:off x="986040" y="2424240"/>
            <a:ext cx="141120" cy="89280"/>
          </a:xfrm>
          <a:custGeom>
            <a:avLst/>
            <a:gdLst/>
            <a:ahLst/>
            <a:rect l="0" t="0" r="r" b="b"/>
            <a:pathLst>
              <a:path w="392" h="248">
                <a:moveTo>
                  <a:pt x="0" y="0"/>
                </a:moveTo>
                <a:lnTo>
                  <a:pt x="392" y="0"/>
                </a:lnTo>
                <a:lnTo>
                  <a:pt x="392" y="248"/>
                </a:lnTo>
                <a:lnTo>
                  <a:pt x="0" y="248"/>
                </a:lnTo>
                <a:lnTo>
                  <a:pt x="0" y="0"/>
                </a:lnTo>
                <a:close/>
              </a:path>
            </a:pathLst>
          </a:custGeom>
          <a:solidFill>
            <a:srgbClr val="D1DCE7"/>
          </a:solidFill>
          <a:ln w="5400">
            <a:solidFill>
              <a:srgbClr val="FFFFFF"/>
            </a:solidFill>
            <a:miter/>
          </a:ln>
        </p:spPr>
        <p:txBody>
          <a:bodyPr lIns="2520" tIns="2520" rIns="2520" bIns="25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167" name=""/>
          <p:cNvSpPr/>
          <p:nvPr/>
        </p:nvSpPr>
        <p:spPr>
          <a:xfrm>
            <a:off x="986040" y="2691720"/>
            <a:ext cx="141120" cy="89640"/>
          </a:xfrm>
          <a:custGeom>
            <a:avLst/>
            <a:gdLst/>
            <a:ahLst/>
            <a:rect l="0" t="0" r="r" b="b"/>
            <a:pathLst>
              <a:path w="392" h="249">
                <a:moveTo>
                  <a:pt x="0" y="0"/>
                </a:moveTo>
                <a:lnTo>
                  <a:pt x="392" y="0"/>
                </a:lnTo>
                <a:lnTo>
                  <a:pt x="392" y="249"/>
                </a:lnTo>
                <a:lnTo>
                  <a:pt x="0" y="249"/>
                </a:lnTo>
                <a:lnTo>
                  <a:pt x="0" y="0"/>
                </a:lnTo>
                <a:close/>
              </a:path>
            </a:pathLst>
          </a:custGeom>
          <a:solidFill>
            <a:srgbClr val="D5DFE8"/>
          </a:solidFill>
          <a:ln w="5400">
            <a:solidFill>
              <a:srgbClr val="FFFFFF"/>
            </a:solidFill>
            <a:miter/>
          </a:ln>
        </p:spPr>
        <p:txBody>
          <a:bodyPr lIns="2520" tIns="2520" rIns="2520" bIns="25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168" name=""/>
          <p:cNvSpPr/>
          <p:nvPr/>
        </p:nvSpPr>
        <p:spPr>
          <a:xfrm>
            <a:off x="986040" y="3851280"/>
            <a:ext cx="141120" cy="89640"/>
          </a:xfrm>
          <a:custGeom>
            <a:avLst/>
            <a:gdLst/>
            <a:ahLst/>
            <a:rect l="0" t="0" r="r" b="b"/>
            <a:pathLst>
              <a:path w="392" h="249">
                <a:moveTo>
                  <a:pt x="0" y="0"/>
                </a:moveTo>
                <a:lnTo>
                  <a:pt x="392" y="0"/>
                </a:lnTo>
                <a:lnTo>
                  <a:pt x="392" y="249"/>
                </a:lnTo>
                <a:lnTo>
                  <a:pt x="0" y="249"/>
                </a:lnTo>
                <a:lnTo>
                  <a:pt x="0" y="0"/>
                </a:lnTo>
                <a:close/>
              </a:path>
            </a:pathLst>
          </a:custGeom>
          <a:solidFill>
            <a:srgbClr val="D6DFE8"/>
          </a:solidFill>
          <a:ln w="5400">
            <a:solidFill>
              <a:srgbClr val="FFFFFF"/>
            </a:solidFill>
            <a:miter/>
          </a:ln>
        </p:spPr>
        <p:txBody>
          <a:bodyPr lIns="2520" tIns="2520" rIns="2520" bIns="25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169" name=""/>
          <p:cNvSpPr/>
          <p:nvPr/>
        </p:nvSpPr>
        <p:spPr>
          <a:xfrm>
            <a:off x="986040" y="3583800"/>
            <a:ext cx="141120" cy="89640"/>
          </a:xfrm>
          <a:custGeom>
            <a:avLst/>
            <a:gdLst/>
            <a:ahLst/>
            <a:rect l="0" t="0" r="r" b="b"/>
            <a:pathLst>
              <a:path w="392" h="249">
                <a:moveTo>
                  <a:pt x="0" y="0"/>
                </a:moveTo>
                <a:lnTo>
                  <a:pt x="392" y="0"/>
                </a:lnTo>
                <a:lnTo>
                  <a:pt x="392" y="249"/>
                </a:lnTo>
                <a:lnTo>
                  <a:pt x="0" y="249"/>
                </a:lnTo>
                <a:lnTo>
                  <a:pt x="0" y="0"/>
                </a:lnTo>
                <a:close/>
              </a:path>
            </a:pathLst>
          </a:custGeom>
          <a:solidFill>
            <a:srgbClr val="DDE3E9"/>
          </a:solidFill>
          <a:ln w="5400">
            <a:solidFill>
              <a:srgbClr val="FFFFFF"/>
            </a:solidFill>
            <a:miter/>
          </a:ln>
        </p:spPr>
        <p:txBody>
          <a:bodyPr lIns="2520" tIns="2520" rIns="2520" bIns="25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170" name=""/>
          <p:cNvSpPr/>
          <p:nvPr/>
        </p:nvSpPr>
        <p:spPr>
          <a:xfrm>
            <a:off x="986040" y="3316320"/>
            <a:ext cx="141120" cy="89280"/>
          </a:xfrm>
          <a:custGeom>
            <a:avLst/>
            <a:gdLst/>
            <a:ahLst/>
            <a:rect l="0" t="0" r="r" b="b"/>
            <a:pathLst>
              <a:path w="392" h="248">
                <a:moveTo>
                  <a:pt x="0" y="0"/>
                </a:moveTo>
                <a:lnTo>
                  <a:pt x="392" y="0"/>
                </a:lnTo>
                <a:lnTo>
                  <a:pt x="392" y="248"/>
                </a:lnTo>
                <a:lnTo>
                  <a:pt x="0" y="248"/>
                </a:lnTo>
                <a:lnTo>
                  <a:pt x="0" y="0"/>
                </a:lnTo>
                <a:close/>
              </a:path>
            </a:pathLst>
          </a:custGeom>
          <a:solidFill>
            <a:srgbClr val="DCE3E9"/>
          </a:solidFill>
          <a:ln w="5400">
            <a:solidFill>
              <a:srgbClr val="FFFFFF"/>
            </a:solidFill>
            <a:miter/>
          </a:ln>
        </p:spPr>
        <p:txBody>
          <a:bodyPr lIns="2520" tIns="2520" rIns="2520" bIns="25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171" name=""/>
          <p:cNvSpPr/>
          <p:nvPr/>
        </p:nvSpPr>
        <p:spPr>
          <a:xfrm>
            <a:off x="986040" y="3494520"/>
            <a:ext cx="141120" cy="89640"/>
          </a:xfrm>
          <a:custGeom>
            <a:avLst/>
            <a:gdLst/>
            <a:ahLst/>
            <a:rect l="0" t="0" r="r" b="b"/>
            <a:pathLst>
              <a:path w="392" h="249">
                <a:moveTo>
                  <a:pt x="0" y="0"/>
                </a:moveTo>
                <a:lnTo>
                  <a:pt x="392" y="0"/>
                </a:lnTo>
                <a:lnTo>
                  <a:pt x="392" y="249"/>
                </a:lnTo>
                <a:lnTo>
                  <a:pt x="0" y="249"/>
                </a:lnTo>
                <a:lnTo>
                  <a:pt x="0" y="0"/>
                </a:lnTo>
                <a:close/>
              </a:path>
            </a:pathLst>
          </a:custGeom>
          <a:solidFill>
            <a:srgbClr val="DAE2E9"/>
          </a:solidFill>
          <a:ln w="5400">
            <a:solidFill>
              <a:srgbClr val="FFFFFF"/>
            </a:solidFill>
            <a:miter/>
          </a:ln>
        </p:spPr>
        <p:txBody>
          <a:bodyPr lIns="2520" tIns="2520" rIns="2520" bIns="25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172" name=""/>
          <p:cNvSpPr/>
          <p:nvPr/>
        </p:nvSpPr>
        <p:spPr>
          <a:xfrm>
            <a:off x="986040" y="2959200"/>
            <a:ext cx="141120" cy="89640"/>
          </a:xfrm>
          <a:custGeom>
            <a:avLst/>
            <a:gdLst/>
            <a:ahLst/>
            <a:rect l="0" t="0" r="r" b="b"/>
            <a:pathLst>
              <a:path w="392" h="249">
                <a:moveTo>
                  <a:pt x="0" y="0"/>
                </a:moveTo>
                <a:lnTo>
                  <a:pt x="392" y="0"/>
                </a:lnTo>
                <a:lnTo>
                  <a:pt x="392" y="249"/>
                </a:lnTo>
                <a:lnTo>
                  <a:pt x="0" y="249"/>
                </a:lnTo>
                <a:lnTo>
                  <a:pt x="0" y="0"/>
                </a:lnTo>
                <a:close/>
              </a:path>
            </a:pathLst>
          </a:custGeom>
          <a:solidFill>
            <a:srgbClr val="F0CFC0"/>
          </a:solidFill>
          <a:ln w="5400">
            <a:solidFill>
              <a:srgbClr val="FFFFFF"/>
            </a:solidFill>
            <a:miter/>
          </a:ln>
        </p:spPr>
        <p:txBody>
          <a:bodyPr lIns="2520" tIns="2520" rIns="2520" bIns="25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173" name=""/>
          <p:cNvSpPr/>
          <p:nvPr/>
        </p:nvSpPr>
        <p:spPr>
          <a:xfrm>
            <a:off x="986040" y="3940560"/>
            <a:ext cx="141120" cy="89640"/>
          </a:xfrm>
          <a:custGeom>
            <a:avLst/>
            <a:gdLst/>
            <a:ahLst/>
            <a:rect l="0" t="0" r="r" b="b"/>
            <a:pathLst>
              <a:path w="392" h="249">
                <a:moveTo>
                  <a:pt x="0" y="0"/>
                </a:moveTo>
                <a:lnTo>
                  <a:pt x="392" y="0"/>
                </a:lnTo>
                <a:lnTo>
                  <a:pt x="392" y="249"/>
                </a:lnTo>
                <a:lnTo>
                  <a:pt x="0" y="249"/>
                </a:lnTo>
                <a:lnTo>
                  <a:pt x="0" y="0"/>
                </a:lnTo>
                <a:close/>
              </a:path>
            </a:pathLst>
          </a:custGeom>
          <a:solidFill>
            <a:srgbClr val="DEE3E9"/>
          </a:solidFill>
          <a:ln w="5400">
            <a:solidFill>
              <a:srgbClr val="FFFFFF"/>
            </a:solidFill>
            <a:miter/>
          </a:ln>
        </p:spPr>
        <p:txBody>
          <a:bodyPr lIns="2520" tIns="2520" rIns="2520" bIns="25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174" name=""/>
          <p:cNvSpPr/>
          <p:nvPr/>
        </p:nvSpPr>
        <p:spPr>
          <a:xfrm>
            <a:off x="986040" y="4386600"/>
            <a:ext cx="141120" cy="89640"/>
          </a:xfrm>
          <a:custGeom>
            <a:avLst/>
            <a:gdLst/>
            <a:ahLst/>
            <a:rect l="0" t="0" r="r" b="b"/>
            <a:pathLst>
              <a:path w="392" h="249">
                <a:moveTo>
                  <a:pt x="0" y="0"/>
                </a:moveTo>
                <a:lnTo>
                  <a:pt x="392" y="0"/>
                </a:lnTo>
                <a:lnTo>
                  <a:pt x="392" y="249"/>
                </a:lnTo>
                <a:lnTo>
                  <a:pt x="0" y="249"/>
                </a:lnTo>
                <a:lnTo>
                  <a:pt x="0" y="0"/>
                </a:lnTo>
                <a:close/>
              </a:path>
            </a:pathLst>
          </a:custGeom>
          <a:solidFill>
            <a:srgbClr val="F2E5DD"/>
          </a:solidFill>
          <a:ln w="5400">
            <a:solidFill>
              <a:srgbClr val="FFFFFF"/>
            </a:solidFill>
            <a:miter/>
          </a:ln>
        </p:spPr>
        <p:txBody>
          <a:bodyPr lIns="2520" tIns="2520" rIns="2520" bIns="25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175" name=""/>
          <p:cNvSpPr/>
          <p:nvPr/>
        </p:nvSpPr>
        <p:spPr>
          <a:xfrm>
            <a:off x="986040" y="5011200"/>
            <a:ext cx="141120" cy="89280"/>
          </a:xfrm>
          <a:custGeom>
            <a:avLst/>
            <a:gdLst/>
            <a:ahLst/>
            <a:rect l="0" t="0" r="r" b="b"/>
            <a:pathLst>
              <a:path w="392" h="248">
                <a:moveTo>
                  <a:pt x="0" y="0"/>
                </a:moveTo>
                <a:lnTo>
                  <a:pt x="392" y="0"/>
                </a:lnTo>
                <a:lnTo>
                  <a:pt x="392" y="248"/>
                </a:lnTo>
                <a:lnTo>
                  <a:pt x="0" y="248"/>
                </a:lnTo>
                <a:lnTo>
                  <a:pt x="0" y="0"/>
                </a:lnTo>
                <a:close/>
              </a:path>
            </a:pathLst>
          </a:custGeom>
          <a:solidFill>
            <a:srgbClr val="E4E8EB"/>
          </a:solidFill>
          <a:ln w="5400">
            <a:solidFill>
              <a:srgbClr val="FFFFFF"/>
            </a:solidFill>
            <a:miter/>
          </a:ln>
        </p:spPr>
        <p:txBody>
          <a:bodyPr lIns="2520" tIns="2520" rIns="2520" bIns="25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176" name=""/>
          <p:cNvSpPr/>
          <p:nvPr/>
        </p:nvSpPr>
        <p:spPr>
          <a:xfrm>
            <a:off x="986040" y="4654440"/>
            <a:ext cx="141120" cy="89280"/>
          </a:xfrm>
          <a:custGeom>
            <a:avLst/>
            <a:gdLst/>
            <a:ahLst/>
            <a:rect l="0" t="0" r="r" b="b"/>
            <a:pathLst>
              <a:path w="392" h="248">
                <a:moveTo>
                  <a:pt x="0" y="0"/>
                </a:moveTo>
                <a:lnTo>
                  <a:pt x="392" y="0"/>
                </a:lnTo>
                <a:lnTo>
                  <a:pt x="392" y="248"/>
                </a:lnTo>
                <a:lnTo>
                  <a:pt x="0" y="248"/>
                </a:lnTo>
                <a:lnTo>
                  <a:pt x="0" y="0"/>
                </a:lnTo>
                <a:close/>
              </a:path>
            </a:pathLst>
          </a:custGeom>
          <a:solidFill>
            <a:srgbClr val="DCE2E9"/>
          </a:solidFill>
          <a:ln w="5400">
            <a:solidFill>
              <a:srgbClr val="FFFFFF"/>
            </a:solidFill>
            <a:miter/>
          </a:ln>
        </p:spPr>
        <p:txBody>
          <a:bodyPr lIns="2520" tIns="2520" rIns="2520" bIns="25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177" name=""/>
          <p:cNvSpPr/>
          <p:nvPr/>
        </p:nvSpPr>
        <p:spPr>
          <a:xfrm>
            <a:off x="986040" y="4029840"/>
            <a:ext cx="141120" cy="89640"/>
          </a:xfrm>
          <a:custGeom>
            <a:avLst/>
            <a:gdLst/>
            <a:ahLst/>
            <a:rect l="0" t="0" r="r" b="b"/>
            <a:pathLst>
              <a:path w="392" h="249">
                <a:moveTo>
                  <a:pt x="0" y="0"/>
                </a:moveTo>
                <a:lnTo>
                  <a:pt x="392" y="0"/>
                </a:lnTo>
                <a:lnTo>
                  <a:pt x="392" y="249"/>
                </a:lnTo>
                <a:lnTo>
                  <a:pt x="0" y="249"/>
                </a:lnTo>
                <a:lnTo>
                  <a:pt x="0" y="0"/>
                </a:lnTo>
                <a:close/>
              </a:path>
            </a:pathLst>
          </a:custGeom>
          <a:solidFill>
            <a:srgbClr val="F0CFBF"/>
          </a:solidFill>
          <a:ln w="5400">
            <a:solidFill>
              <a:srgbClr val="FFFFFF"/>
            </a:solidFill>
            <a:miter/>
          </a:ln>
        </p:spPr>
        <p:txBody>
          <a:bodyPr lIns="2520" tIns="2520" rIns="2520" bIns="25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178" name=""/>
          <p:cNvSpPr/>
          <p:nvPr/>
        </p:nvSpPr>
        <p:spPr>
          <a:xfrm>
            <a:off x="986040" y="2870280"/>
            <a:ext cx="141120" cy="89280"/>
          </a:xfrm>
          <a:custGeom>
            <a:avLst/>
            <a:gdLst/>
            <a:ahLst/>
            <a:rect l="0" t="0" r="r" b="b"/>
            <a:pathLst>
              <a:path w="392" h="248">
                <a:moveTo>
                  <a:pt x="0" y="0"/>
                </a:moveTo>
                <a:lnTo>
                  <a:pt x="392" y="0"/>
                </a:lnTo>
                <a:lnTo>
                  <a:pt x="392" y="248"/>
                </a:lnTo>
                <a:lnTo>
                  <a:pt x="0" y="248"/>
                </a:lnTo>
                <a:lnTo>
                  <a:pt x="0" y="0"/>
                </a:lnTo>
                <a:close/>
              </a:path>
            </a:pathLst>
          </a:custGeom>
          <a:solidFill>
            <a:srgbClr val="D2DDE7"/>
          </a:solidFill>
          <a:ln w="5400">
            <a:solidFill>
              <a:srgbClr val="FFFFFF"/>
            </a:solidFill>
            <a:miter/>
          </a:ln>
        </p:spPr>
        <p:txBody>
          <a:bodyPr lIns="2520" tIns="2520" rIns="2520" bIns="25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179" name=""/>
          <p:cNvSpPr/>
          <p:nvPr/>
        </p:nvSpPr>
        <p:spPr>
          <a:xfrm>
            <a:off x="986040" y="4743360"/>
            <a:ext cx="141120" cy="89640"/>
          </a:xfrm>
          <a:custGeom>
            <a:avLst/>
            <a:gdLst/>
            <a:ahLst/>
            <a:rect l="0" t="0" r="r" b="b"/>
            <a:pathLst>
              <a:path w="392" h="249">
                <a:moveTo>
                  <a:pt x="0" y="0"/>
                </a:moveTo>
                <a:lnTo>
                  <a:pt x="392" y="0"/>
                </a:lnTo>
                <a:lnTo>
                  <a:pt x="392" y="249"/>
                </a:lnTo>
                <a:lnTo>
                  <a:pt x="0" y="249"/>
                </a:lnTo>
                <a:lnTo>
                  <a:pt x="0" y="0"/>
                </a:lnTo>
                <a:close/>
              </a:path>
            </a:pathLst>
          </a:custGeom>
          <a:solidFill>
            <a:srgbClr val="DEE3E9"/>
          </a:solidFill>
          <a:ln w="5400">
            <a:solidFill>
              <a:srgbClr val="FFFFFF"/>
            </a:solidFill>
            <a:miter/>
          </a:ln>
        </p:spPr>
        <p:txBody>
          <a:bodyPr lIns="2520" tIns="2520" rIns="2520" bIns="25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180" name=""/>
          <p:cNvSpPr/>
          <p:nvPr/>
        </p:nvSpPr>
        <p:spPr>
          <a:xfrm>
            <a:off x="986040" y="4475880"/>
            <a:ext cx="141120" cy="89640"/>
          </a:xfrm>
          <a:custGeom>
            <a:avLst/>
            <a:gdLst/>
            <a:ahLst/>
            <a:rect l="0" t="0" r="r" b="b"/>
            <a:pathLst>
              <a:path w="392" h="249">
                <a:moveTo>
                  <a:pt x="0" y="0"/>
                </a:moveTo>
                <a:lnTo>
                  <a:pt x="392" y="0"/>
                </a:lnTo>
                <a:lnTo>
                  <a:pt x="392" y="249"/>
                </a:lnTo>
                <a:lnTo>
                  <a:pt x="0" y="249"/>
                </a:lnTo>
                <a:lnTo>
                  <a:pt x="0" y="0"/>
                </a:lnTo>
                <a:close/>
              </a:path>
            </a:pathLst>
          </a:custGeom>
          <a:solidFill>
            <a:srgbClr val="D6DFE8"/>
          </a:solidFill>
          <a:ln w="5400">
            <a:solidFill>
              <a:srgbClr val="FFFFFF"/>
            </a:solidFill>
            <a:miter/>
          </a:ln>
        </p:spPr>
        <p:txBody>
          <a:bodyPr lIns="2520" tIns="2520" rIns="2520" bIns="25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181" name=""/>
          <p:cNvSpPr/>
          <p:nvPr/>
        </p:nvSpPr>
        <p:spPr>
          <a:xfrm>
            <a:off x="986040" y="4297320"/>
            <a:ext cx="141120" cy="89640"/>
          </a:xfrm>
          <a:custGeom>
            <a:avLst/>
            <a:gdLst/>
            <a:ahLst/>
            <a:rect l="0" t="0" r="r" b="b"/>
            <a:pathLst>
              <a:path w="392" h="249">
                <a:moveTo>
                  <a:pt x="0" y="0"/>
                </a:moveTo>
                <a:lnTo>
                  <a:pt x="392" y="0"/>
                </a:lnTo>
                <a:lnTo>
                  <a:pt x="392" y="249"/>
                </a:lnTo>
                <a:lnTo>
                  <a:pt x="0" y="249"/>
                </a:lnTo>
                <a:lnTo>
                  <a:pt x="0" y="0"/>
                </a:lnTo>
                <a:close/>
              </a:path>
            </a:pathLst>
          </a:custGeom>
          <a:solidFill>
            <a:srgbClr val="D5DEE7"/>
          </a:solidFill>
          <a:ln w="5400">
            <a:solidFill>
              <a:srgbClr val="FFFFFF"/>
            </a:solidFill>
            <a:miter/>
          </a:ln>
        </p:spPr>
        <p:txBody>
          <a:bodyPr lIns="2520" tIns="2520" rIns="2520" bIns="25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182" name=""/>
          <p:cNvSpPr/>
          <p:nvPr/>
        </p:nvSpPr>
        <p:spPr>
          <a:xfrm>
            <a:off x="1126800" y="3137760"/>
            <a:ext cx="141120" cy="89640"/>
          </a:xfrm>
          <a:custGeom>
            <a:avLst/>
            <a:gdLst/>
            <a:ahLst/>
            <a:rect l="0" t="0" r="r" b="b"/>
            <a:pathLst>
              <a:path w="392" h="249">
                <a:moveTo>
                  <a:pt x="0" y="0"/>
                </a:moveTo>
                <a:lnTo>
                  <a:pt x="392" y="0"/>
                </a:lnTo>
                <a:lnTo>
                  <a:pt x="392" y="249"/>
                </a:lnTo>
                <a:lnTo>
                  <a:pt x="0" y="249"/>
                </a:lnTo>
                <a:lnTo>
                  <a:pt x="0" y="0"/>
                </a:lnTo>
                <a:close/>
              </a:path>
            </a:pathLst>
          </a:custGeom>
          <a:solidFill>
            <a:srgbClr val="EFC8B6"/>
          </a:solidFill>
          <a:ln w="5400">
            <a:solidFill>
              <a:srgbClr val="FFFFFF"/>
            </a:solidFill>
            <a:miter/>
          </a:ln>
        </p:spPr>
        <p:txBody>
          <a:bodyPr lIns="2520" tIns="2520" rIns="2520" bIns="25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183" name=""/>
          <p:cNvSpPr/>
          <p:nvPr/>
        </p:nvSpPr>
        <p:spPr>
          <a:xfrm>
            <a:off x="1126800" y="4208400"/>
            <a:ext cx="141120" cy="89280"/>
          </a:xfrm>
          <a:custGeom>
            <a:avLst/>
            <a:gdLst/>
            <a:ahLst/>
            <a:rect l="0" t="0" r="r" b="b"/>
            <a:pathLst>
              <a:path w="392" h="248">
                <a:moveTo>
                  <a:pt x="0" y="0"/>
                </a:moveTo>
                <a:lnTo>
                  <a:pt x="392" y="0"/>
                </a:lnTo>
                <a:lnTo>
                  <a:pt x="392" y="248"/>
                </a:lnTo>
                <a:lnTo>
                  <a:pt x="0" y="248"/>
                </a:lnTo>
                <a:lnTo>
                  <a:pt x="0" y="0"/>
                </a:lnTo>
                <a:close/>
              </a:path>
            </a:pathLst>
          </a:custGeom>
          <a:solidFill>
            <a:srgbClr val="F1D6CA"/>
          </a:solidFill>
          <a:ln w="5400">
            <a:solidFill>
              <a:srgbClr val="FFFFFF"/>
            </a:solidFill>
            <a:miter/>
          </a:ln>
        </p:spPr>
        <p:txBody>
          <a:bodyPr lIns="2520" tIns="2520" rIns="2520" bIns="25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184" name=""/>
          <p:cNvSpPr/>
          <p:nvPr/>
        </p:nvSpPr>
        <p:spPr>
          <a:xfrm>
            <a:off x="1126800" y="4565160"/>
            <a:ext cx="141120" cy="89640"/>
          </a:xfrm>
          <a:custGeom>
            <a:avLst/>
            <a:gdLst/>
            <a:ahLst/>
            <a:rect l="0" t="0" r="r" b="b"/>
            <a:pathLst>
              <a:path w="392" h="249">
                <a:moveTo>
                  <a:pt x="0" y="0"/>
                </a:moveTo>
                <a:lnTo>
                  <a:pt x="392" y="0"/>
                </a:lnTo>
                <a:lnTo>
                  <a:pt x="392" y="249"/>
                </a:lnTo>
                <a:lnTo>
                  <a:pt x="0" y="249"/>
                </a:lnTo>
                <a:lnTo>
                  <a:pt x="0" y="0"/>
                </a:lnTo>
                <a:close/>
              </a:path>
            </a:pathLst>
          </a:custGeom>
          <a:solidFill>
            <a:srgbClr val="EAA78B"/>
          </a:solidFill>
          <a:ln w="5400">
            <a:solidFill>
              <a:srgbClr val="FFFFFF"/>
            </a:solidFill>
            <a:miter/>
          </a:ln>
        </p:spPr>
        <p:txBody>
          <a:bodyPr lIns="2520" tIns="2520" rIns="2520" bIns="25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185" name=""/>
          <p:cNvSpPr/>
          <p:nvPr/>
        </p:nvSpPr>
        <p:spPr>
          <a:xfrm>
            <a:off x="1126800" y="5100480"/>
            <a:ext cx="141120" cy="89280"/>
          </a:xfrm>
          <a:custGeom>
            <a:avLst/>
            <a:gdLst/>
            <a:ahLst/>
            <a:rect l="0" t="0" r="r" b="b"/>
            <a:pathLst>
              <a:path w="392" h="248">
                <a:moveTo>
                  <a:pt x="0" y="0"/>
                </a:moveTo>
                <a:lnTo>
                  <a:pt x="392" y="0"/>
                </a:lnTo>
                <a:lnTo>
                  <a:pt x="392" y="248"/>
                </a:lnTo>
                <a:lnTo>
                  <a:pt x="0" y="248"/>
                </a:lnTo>
                <a:lnTo>
                  <a:pt x="0" y="0"/>
                </a:lnTo>
                <a:close/>
              </a:path>
            </a:pathLst>
          </a:custGeom>
          <a:solidFill>
            <a:srgbClr val="F0C9B8"/>
          </a:solidFill>
          <a:ln w="5400">
            <a:solidFill>
              <a:srgbClr val="FFFFFF"/>
            </a:solidFill>
            <a:miter/>
          </a:ln>
        </p:spPr>
        <p:txBody>
          <a:bodyPr lIns="2520" tIns="2520" rIns="2520" bIns="25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186" name=""/>
          <p:cNvSpPr/>
          <p:nvPr/>
        </p:nvSpPr>
        <p:spPr>
          <a:xfrm>
            <a:off x="1126800" y="2781000"/>
            <a:ext cx="141120" cy="89640"/>
          </a:xfrm>
          <a:custGeom>
            <a:avLst/>
            <a:gdLst/>
            <a:ahLst/>
            <a:rect l="0" t="0" r="r" b="b"/>
            <a:pathLst>
              <a:path w="392" h="249">
                <a:moveTo>
                  <a:pt x="0" y="0"/>
                </a:moveTo>
                <a:lnTo>
                  <a:pt x="392" y="0"/>
                </a:lnTo>
                <a:lnTo>
                  <a:pt x="392" y="249"/>
                </a:lnTo>
                <a:lnTo>
                  <a:pt x="0" y="249"/>
                </a:lnTo>
                <a:lnTo>
                  <a:pt x="0" y="0"/>
                </a:lnTo>
                <a:close/>
              </a:path>
            </a:pathLst>
          </a:custGeom>
          <a:solidFill>
            <a:srgbClr val="F2E9E3"/>
          </a:solidFill>
          <a:ln w="5400">
            <a:solidFill>
              <a:srgbClr val="FFFFFF"/>
            </a:solidFill>
            <a:miter/>
          </a:ln>
        </p:spPr>
        <p:txBody>
          <a:bodyPr lIns="2520" tIns="2520" rIns="2520" bIns="25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187" name=""/>
          <p:cNvSpPr/>
          <p:nvPr/>
        </p:nvSpPr>
        <p:spPr>
          <a:xfrm>
            <a:off x="1126800" y="4832640"/>
            <a:ext cx="141120" cy="89640"/>
          </a:xfrm>
          <a:custGeom>
            <a:avLst/>
            <a:gdLst/>
            <a:ahLst/>
            <a:rect l="0" t="0" r="r" b="b"/>
            <a:pathLst>
              <a:path w="392" h="249">
                <a:moveTo>
                  <a:pt x="0" y="0"/>
                </a:moveTo>
                <a:lnTo>
                  <a:pt x="392" y="0"/>
                </a:lnTo>
                <a:lnTo>
                  <a:pt x="392" y="249"/>
                </a:lnTo>
                <a:lnTo>
                  <a:pt x="0" y="249"/>
                </a:lnTo>
                <a:lnTo>
                  <a:pt x="0" y="0"/>
                </a:lnTo>
                <a:close/>
              </a:path>
            </a:pathLst>
          </a:custGeom>
          <a:solidFill>
            <a:srgbClr val="E4E8EB"/>
          </a:solidFill>
          <a:ln w="5400">
            <a:solidFill>
              <a:srgbClr val="FFFFFF"/>
            </a:solidFill>
            <a:miter/>
          </a:ln>
        </p:spPr>
        <p:txBody>
          <a:bodyPr lIns="2520" tIns="2520" rIns="2520" bIns="25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188" name=""/>
          <p:cNvSpPr/>
          <p:nvPr/>
        </p:nvSpPr>
        <p:spPr>
          <a:xfrm>
            <a:off x="1126800" y="3227040"/>
            <a:ext cx="141120" cy="89640"/>
          </a:xfrm>
          <a:custGeom>
            <a:avLst/>
            <a:gdLst/>
            <a:ahLst/>
            <a:rect l="0" t="0" r="r" b="b"/>
            <a:pathLst>
              <a:path w="392" h="249">
                <a:moveTo>
                  <a:pt x="0" y="0"/>
                </a:moveTo>
                <a:lnTo>
                  <a:pt x="392" y="0"/>
                </a:lnTo>
                <a:lnTo>
                  <a:pt x="392" y="249"/>
                </a:lnTo>
                <a:lnTo>
                  <a:pt x="0" y="249"/>
                </a:lnTo>
                <a:lnTo>
                  <a:pt x="0" y="0"/>
                </a:lnTo>
                <a:close/>
              </a:path>
            </a:pathLst>
          </a:custGeom>
          <a:solidFill>
            <a:srgbClr val="F1D8CC"/>
          </a:solidFill>
          <a:ln w="5400">
            <a:solidFill>
              <a:srgbClr val="FFFFFF"/>
            </a:solidFill>
            <a:miter/>
          </a:ln>
        </p:spPr>
        <p:txBody>
          <a:bodyPr lIns="2520" tIns="2520" rIns="2520" bIns="25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189" name=""/>
          <p:cNvSpPr/>
          <p:nvPr/>
        </p:nvSpPr>
        <p:spPr>
          <a:xfrm>
            <a:off x="1126800" y="2513160"/>
            <a:ext cx="141120" cy="89640"/>
          </a:xfrm>
          <a:custGeom>
            <a:avLst/>
            <a:gdLst/>
            <a:ahLst/>
            <a:rect l="0" t="0" r="r" b="b"/>
            <a:pathLst>
              <a:path w="392" h="249">
                <a:moveTo>
                  <a:pt x="0" y="0"/>
                </a:moveTo>
                <a:lnTo>
                  <a:pt x="392" y="0"/>
                </a:lnTo>
                <a:lnTo>
                  <a:pt x="392" y="249"/>
                </a:lnTo>
                <a:lnTo>
                  <a:pt x="0" y="249"/>
                </a:lnTo>
                <a:lnTo>
                  <a:pt x="0" y="0"/>
                </a:lnTo>
                <a:close/>
              </a:path>
            </a:pathLst>
          </a:custGeom>
          <a:solidFill>
            <a:srgbClr val="DAE2E9"/>
          </a:solidFill>
          <a:ln w="5400">
            <a:solidFill>
              <a:srgbClr val="FFFFFF"/>
            </a:solidFill>
            <a:miter/>
          </a:ln>
        </p:spPr>
        <p:txBody>
          <a:bodyPr lIns="2520" tIns="2520" rIns="2520" bIns="25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190" name=""/>
          <p:cNvSpPr/>
          <p:nvPr/>
        </p:nvSpPr>
        <p:spPr>
          <a:xfrm>
            <a:off x="1126800" y="3405240"/>
            <a:ext cx="141120" cy="89640"/>
          </a:xfrm>
          <a:custGeom>
            <a:avLst/>
            <a:gdLst/>
            <a:ahLst/>
            <a:rect l="0" t="0" r="r" b="b"/>
            <a:pathLst>
              <a:path w="392" h="249">
                <a:moveTo>
                  <a:pt x="0" y="0"/>
                </a:moveTo>
                <a:lnTo>
                  <a:pt x="392" y="0"/>
                </a:lnTo>
                <a:lnTo>
                  <a:pt x="392" y="249"/>
                </a:lnTo>
                <a:lnTo>
                  <a:pt x="0" y="249"/>
                </a:lnTo>
                <a:lnTo>
                  <a:pt x="0" y="0"/>
                </a:lnTo>
                <a:close/>
              </a:path>
            </a:pathLst>
          </a:custGeom>
          <a:solidFill>
            <a:srgbClr val="EBB096"/>
          </a:solidFill>
          <a:ln w="5400">
            <a:solidFill>
              <a:srgbClr val="FFFFFF"/>
            </a:solidFill>
            <a:miter/>
          </a:ln>
        </p:spPr>
        <p:txBody>
          <a:bodyPr lIns="2520" tIns="2520" rIns="2520" bIns="25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191" name=""/>
          <p:cNvSpPr/>
          <p:nvPr/>
        </p:nvSpPr>
        <p:spPr>
          <a:xfrm>
            <a:off x="1126800" y="4921920"/>
            <a:ext cx="141120" cy="89640"/>
          </a:xfrm>
          <a:custGeom>
            <a:avLst/>
            <a:gdLst/>
            <a:ahLst/>
            <a:rect l="0" t="0" r="r" b="b"/>
            <a:pathLst>
              <a:path w="392" h="249">
                <a:moveTo>
                  <a:pt x="0" y="0"/>
                </a:moveTo>
                <a:lnTo>
                  <a:pt x="392" y="0"/>
                </a:lnTo>
                <a:lnTo>
                  <a:pt x="392" y="249"/>
                </a:lnTo>
                <a:lnTo>
                  <a:pt x="0" y="249"/>
                </a:lnTo>
                <a:lnTo>
                  <a:pt x="0" y="0"/>
                </a:lnTo>
                <a:close/>
              </a:path>
            </a:pathLst>
          </a:custGeom>
          <a:solidFill>
            <a:srgbClr val="E1E5EA"/>
          </a:solidFill>
          <a:ln w="5400">
            <a:solidFill>
              <a:srgbClr val="FFFFFF"/>
            </a:solidFill>
            <a:miter/>
          </a:ln>
        </p:spPr>
        <p:txBody>
          <a:bodyPr lIns="2520" tIns="2520" rIns="2520" bIns="25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192" name=""/>
          <p:cNvSpPr/>
          <p:nvPr/>
        </p:nvSpPr>
        <p:spPr>
          <a:xfrm>
            <a:off x="1126800" y="2602440"/>
            <a:ext cx="141120" cy="89640"/>
          </a:xfrm>
          <a:custGeom>
            <a:avLst/>
            <a:gdLst/>
            <a:ahLst/>
            <a:rect l="0" t="0" r="r" b="b"/>
            <a:pathLst>
              <a:path w="392" h="249">
                <a:moveTo>
                  <a:pt x="0" y="0"/>
                </a:moveTo>
                <a:lnTo>
                  <a:pt x="392" y="0"/>
                </a:lnTo>
                <a:lnTo>
                  <a:pt x="392" y="249"/>
                </a:lnTo>
                <a:lnTo>
                  <a:pt x="0" y="249"/>
                </a:lnTo>
                <a:lnTo>
                  <a:pt x="0" y="0"/>
                </a:lnTo>
                <a:close/>
              </a:path>
            </a:pathLst>
          </a:custGeom>
          <a:solidFill>
            <a:srgbClr val="F1D6C9"/>
          </a:solidFill>
          <a:ln w="5400">
            <a:solidFill>
              <a:srgbClr val="FFFFFF"/>
            </a:solidFill>
            <a:miter/>
          </a:ln>
        </p:spPr>
        <p:txBody>
          <a:bodyPr lIns="2520" tIns="2520" rIns="2520" bIns="25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193" name=""/>
          <p:cNvSpPr/>
          <p:nvPr/>
        </p:nvSpPr>
        <p:spPr>
          <a:xfrm>
            <a:off x="1126800" y="3762360"/>
            <a:ext cx="141120" cy="89280"/>
          </a:xfrm>
          <a:custGeom>
            <a:avLst/>
            <a:gdLst/>
            <a:ahLst/>
            <a:rect l="0" t="0" r="r" b="b"/>
            <a:pathLst>
              <a:path w="392" h="248">
                <a:moveTo>
                  <a:pt x="0" y="0"/>
                </a:moveTo>
                <a:lnTo>
                  <a:pt x="392" y="0"/>
                </a:lnTo>
                <a:lnTo>
                  <a:pt x="392" y="248"/>
                </a:lnTo>
                <a:lnTo>
                  <a:pt x="0" y="248"/>
                </a:lnTo>
                <a:lnTo>
                  <a:pt x="0" y="0"/>
                </a:lnTo>
                <a:close/>
              </a:path>
            </a:pathLst>
          </a:custGeom>
          <a:solidFill>
            <a:srgbClr val="F2E5DE"/>
          </a:solidFill>
          <a:ln w="5400">
            <a:solidFill>
              <a:srgbClr val="FFFFFF"/>
            </a:solidFill>
            <a:miter/>
          </a:ln>
        </p:spPr>
        <p:txBody>
          <a:bodyPr lIns="2520" tIns="2520" rIns="2520" bIns="25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194" name=""/>
          <p:cNvSpPr/>
          <p:nvPr/>
        </p:nvSpPr>
        <p:spPr>
          <a:xfrm>
            <a:off x="1126800" y="4119120"/>
            <a:ext cx="141120" cy="89640"/>
          </a:xfrm>
          <a:custGeom>
            <a:avLst/>
            <a:gdLst/>
            <a:ahLst/>
            <a:rect l="0" t="0" r="r" b="b"/>
            <a:pathLst>
              <a:path w="392" h="249">
                <a:moveTo>
                  <a:pt x="0" y="0"/>
                </a:moveTo>
                <a:lnTo>
                  <a:pt x="392" y="0"/>
                </a:lnTo>
                <a:lnTo>
                  <a:pt x="392" y="249"/>
                </a:lnTo>
                <a:lnTo>
                  <a:pt x="0" y="249"/>
                </a:lnTo>
                <a:lnTo>
                  <a:pt x="0" y="0"/>
                </a:lnTo>
                <a:close/>
              </a:path>
            </a:pathLst>
          </a:custGeom>
          <a:solidFill>
            <a:srgbClr val="D5DEE7"/>
          </a:solidFill>
          <a:ln w="5400">
            <a:solidFill>
              <a:srgbClr val="FFFFFF"/>
            </a:solidFill>
            <a:miter/>
          </a:ln>
        </p:spPr>
        <p:txBody>
          <a:bodyPr lIns="2520" tIns="2520" rIns="2520" bIns="25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195" name=""/>
          <p:cNvSpPr/>
          <p:nvPr/>
        </p:nvSpPr>
        <p:spPr>
          <a:xfrm>
            <a:off x="1126800" y="2424240"/>
            <a:ext cx="141120" cy="89280"/>
          </a:xfrm>
          <a:custGeom>
            <a:avLst/>
            <a:gdLst/>
            <a:ahLst/>
            <a:rect l="0" t="0" r="r" b="b"/>
            <a:pathLst>
              <a:path w="392" h="248">
                <a:moveTo>
                  <a:pt x="0" y="0"/>
                </a:moveTo>
                <a:lnTo>
                  <a:pt x="392" y="0"/>
                </a:lnTo>
                <a:lnTo>
                  <a:pt x="392" y="248"/>
                </a:lnTo>
                <a:lnTo>
                  <a:pt x="0" y="248"/>
                </a:lnTo>
                <a:lnTo>
                  <a:pt x="0" y="0"/>
                </a:lnTo>
                <a:close/>
              </a:path>
            </a:pathLst>
          </a:custGeom>
          <a:solidFill>
            <a:srgbClr val="F2ECE8"/>
          </a:solidFill>
          <a:ln w="5400">
            <a:solidFill>
              <a:srgbClr val="FFFFFF"/>
            </a:solidFill>
            <a:miter/>
          </a:ln>
        </p:spPr>
        <p:txBody>
          <a:bodyPr lIns="2520" tIns="2520" rIns="2520" bIns="25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196" name=""/>
          <p:cNvSpPr/>
          <p:nvPr/>
        </p:nvSpPr>
        <p:spPr>
          <a:xfrm>
            <a:off x="1126800" y="2691720"/>
            <a:ext cx="141120" cy="89640"/>
          </a:xfrm>
          <a:custGeom>
            <a:avLst/>
            <a:gdLst/>
            <a:ahLst/>
            <a:rect l="0" t="0" r="r" b="b"/>
            <a:pathLst>
              <a:path w="392" h="249">
                <a:moveTo>
                  <a:pt x="0" y="0"/>
                </a:moveTo>
                <a:lnTo>
                  <a:pt x="392" y="0"/>
                </a:lnTo>
                <a:lnTo>
                  <a:pt x="392" y="249"/>
                </a:lnTo>
                <a:lnTo>
                  <a:pt x="0" y="249"/>
                </a:lnTo>
                <a:lnTo>
                  <a:pt x="0" y="0"/>
                </a:lnTo>
                <a:close/>
              </a:path>
            </a:pathLst>
          </a:custGeom>
          <a:solidFill>
            <a:srgbClr val="D4DEE7"/>
          </a:solidFill>
          <a:ln w="5400">
            <a:solidFill>
              <a:srgbClr val="FFFFFF"/>
            </a:solidFill>
            <a:miter/>
          </a:ln>
        </p:spPr>
        <p:txBody>
          <a:bodyPr lIns="2520" tIns="2520" rIns="2520" bIns="25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197" name=""/>
          <p:cNvSpPr/>
          <p:nvPr/>
        </p:nvSpPr>
        <p:spPr>
          <a:xfrm>
            <a:off x="1126800" y="3851280"/>
            <a:ext cx="141120" cy="89640"/>
          </a:xfrm>
          <a:custGeom>
            <a:avLst/>
            <a:gdLst/>
            <a:ahLst/>
            <a:rect l="0" t="0" r="r" b="b"/>
            <a:pathLst>
              <a:path w="392" h="249">
                <a:moveTo>
                  <a:pt x="0" y="0"/>
                </a:moveTo>
                <a:lnTo>
                  <a:pt x="392" y="0"/>
                </a:lnTo>
                <a:lnTo>
                  <a:pt x="392" y="249"/>
                </a:lnTo>
                <a:lnTo>
                  <a:pt x="0" y="249"/>
                </a:lnTo>
                <a:lnTo>
                  <a:pt x="0" y="0"/>
                </a:lnTo>
                <a:close/>
              </a:path>
            </a:pathLst>
          </a:custGeom>
          <a:solidFill>
            <a:srgbClr val="EFC2AF"/>
          </a:solidFill>
          <a:ln w="5400">
            <a:solidFill>
              <a:srgbClr val="FFFFFF"/>
            </a:solidFill>
            <a:miter/>
          </a:ln>
        </p:spPr>
        <p:txBody>
          <a:bodyPr lIns="2520" tIns="2520" rIns="2520" bIns="25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198" name=""/>
          <p:cNvSpPr/>
          <p:nvPr/>
        </p:nvSpPr>
        <p:spPr>
          <a:xfrm>
            <a:off x="1126800" y="3583800"/>
            <a:ext cx="141120" cy="89640"/>
          </a:xfrm>
          <a:custGeom>
            <a:avLst/>
            <a:gdLst/>
            <a:ahLst/>
            <a:rect l="0" t="0" r="r" b="b"/>
            <a:pathLst>
              <a:path w="392" h="249">
                <a:moveTo>
                  <a:pt x="0" y="0"/>
                </a:moveTo>
                <a:lnTo>
                  <a:pt x="392" y="0"/>
                </a:lnTo>
                <a:lnTo>
                  <a:pt x="392" y="249"/>
                </a:lnTo>
                <a:lnTo>
                  <a:pt x="0" y="249"/>
                </a:lnTo>
                <a:lnTo>
                  <a:pt x="0" y="0"/>
                </a:lnTo>
                <a:close/>
              </a:path>
            </a:pathLst>
          </a:custGeom>
          <a:solidFill>
            <a:srgbClr val="F1DDD2"/>
          </a:solidFill>
          <a:ln w="5400">
            <a:solidFill>
              <a:srgbClr val="FFFFFF"/>
            </a:solidFill>
            <a:miter/>
          </a:ln>
        </p:spPr>
        <p:txBody>
          <a:bodyPr lIns="2520" tIns="2520" rIns="2520" bIns="25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199" name=""/>
          <p:cNvSpPr/>
          <p:nvPr/>
        </p:nvSpPr>
        <p:spPr>
          <a:xfrm>
            <a:off x="1126800" y="3316320"/>
            <a:ext cx="141120" cy="89280"/>
          </a:xfrm>
          <a:custGeom>
            <a:avLst/>
            <a:gdLst/>
            <a:ahLst/>
            <a:rect l="0" t="0" r="r" b="b"/>
            <a:pathLst>
              <a:path w="392" h="248">
                <a:moveTo>
                  <a:pt x="0" y="0"/>
                </a:moveTo>
                <a:lnTo>
                  <a:pt x="392" y="0"/>
                </a:lnTo>
                <a:lnTo>
                  <a:pt x="392" y="248"/>
                </a:lnTo>
                <a:lnTo>
                  <a:pt x="0" y="248"/>
                </a:lnTo>
                <a:lnTo>
                  <a:pt x="0" y="0"/>
                </a:lnTo>
                <a:close/>
              </a:path>
            </a:pathLst>
          </a:custGeom>
          <a:solidFill>
            <a:srgbClr val="F1D6CA"/>
          </a:solidFill>
          <a:ln w="5400">
            <a:solidFill>
              <a:srgbClr val="FFFFFF"/>
            </a:solidFill>
            <a:miter/>
          </a:ln>
        </p:spPr>
        <p:txBody>
          <a:bodyPr lIns="2520" tIns="2520" rIns="2520" bIns="25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200" name=""/>
          <p:cNvSpPr/>
          <p:nvPr/>
        </p:nvSpPr>
        <p:spPr>
          <a:xfrm>
            <a:off x="1126800" y="3673080"/>
            <a:ext cx="141120" cy="89640"/>
          </a:xfrm>
          <a:custGeom>
            <a:avLst/>
            <a:gdLst/>
            <a:ahLst/>
            <a:rect l="0" t="0" r="r" b="b"/>
            <a:pathLst>
              <a:path w="392" h="249">
                <a:moveTo>
                  <a:pt x="0" y="0"/>
                </a:moveTo>
                <a:lnTo>
                  <a:pt x="392" y="0"/>
                </a:lnTo>
                <a:lnTo>
                  <a:pt x="392" y="249"/>
                </a:lnTo>
                <a:lnTo>
                  <a:pt x="0" y="249"/>
                </a:lnTo>
                <a:lnTo>
                  <a:pt x="0" y="0"/>
                </a:lnTo>
                <a:close/>
              </a:path>
            </a:pathLst>
          </a:custGeom>
          <a:solidFill>
            <a:srgbClr val="F1DACF"/>
          </a:solidFill>
          <a:ln w="5400">
            <a:solidFill>
              <a:srgbClr val="FFFFFF"/>
            </a:solidFill>
            <a:miter/>
          </a:ln>
        </p:spPr>
        <p:txBody>
          <a:bodyPr lIns="2520" tIns="2520" rIns="2520" bIns="25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201" name=""/>
          <p:cNvSpPr/>
          <p:nvPr/>
        </p:nvSpPr>
        <p:spPr>
          <a:xfrm>
            <a:off x="1126800" y="3494520"/>
            <a:ext cx="141120" cy="89640"/>
          </a:xfrm>
          <a:custGeom>
            <a:avLst/>
            <a:gdLst/>
            <a:ahLst/>
            <a:rect l="0" t="0" r="r" b="b"/>
            <a:pathLst>
              <a:path w="392" h="249">
                <a:moveTo>
                  <a:pt x="0" y="0"/>
                </a:moveTo>
                <a:lnTo>
                  <a:pt x="392" y="0"/>
                </a:lnTo>
                <a:lnTo>
                  <a:pt x="392" y="249"/>
                </a:lnTo>
                <a:lnTo>
                  <a:pt x="0" y="249"/>
                </a:lnTo>
                <a:lnTo>
                  <a:pt x="0" y="0"/>
                </a:lnTo>
                <a:close/>
              </a:path>
            </a:pathLst>
          </a:custGeom>
          <a:solidFill>
            <a:srgbClr val="F1DBD0"/>
          </a:solidFill>
          <a:ln w="5400">
            <a:solidFill>
              <a:srgbClr val="FFFFFF"/>
            </a:solidFill>
            <a:miter/>
          </a:ln>
        </p:spPr>
        <p:txBody>
          <a:bodyPr lIns="2520" tIns="2520" rIns="2520" bIns="25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202" name=""/>
          <p:cNvSpPr/>
          <p:nvPr/>
        </p:nvSpPr>
        <p:spPr>
          <a:xfrm>
            <a:off x="1126800" y="2959200"/>
            <a:ext cx="141120" cy="89640"/>
          </a:xfrm>
          <a:custGeom>
            <a:avLst/>
            <a:gdLst/>
            <a:ahLst/>
            <a:rect l="0" t="0" r="r" b="b"/>
            <a:pathLst>
              <a:path w="392" h="249">
                <a:moveTo>
                  <a:pt x="0" y="0"/>
                </a:moveTo>
                <a:lnTo>
                  <a:pt x="392" y="0"/>
                </a:lnTo>
                <a:lnTo>
                  <a:pt x="392" y="249"/>
                </a:lnTo>
                <a:lnTo>
                  <a:pt x="0" y="249"/>
                </a:lnTo>
                <a:lnTo>
                  <a:pt x="0" y="0"/>
                </a:lnTo>
                <a:close/>
              </a:path>
            </a:pathLst>
          </a:custGeom>
          <a:solidFill>
            <a:srgbClr val="EAA689"/>
          </a:solidFill>
          <a:ln w="5400">
            <a:solidFill>
              <a:srgbClr val="FFFFFF"/>
            </a:solidFill>
            <a:miter/>
          </a:ln>
        </p:spPr>
        <p:txBody>
          <a:bodyPr lIns="2520" tIns="2520" rIns="2520" bIns="25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203" name=""/>
          <p:cNvSpPr/>
          <p:nvPr/>
        </p:nvSpPr>
        <p:spPr>
          <a:xfrm>
            <a:off x="1126800" y="3940560"/>
            <a:ext cx="141120" cy="89640"/>
          </a:xfrm>
          <a:custGeom>
            <a:avLst/>
            <a:gdLst/>
            <a:ahLst/>
            <a:rect l="0" t="0" r="r" b="b"/>
            <a:pathLst>
              <a:path w="392" h="249">
                <a:moveTo>
                  <a:pt x="0" y="0"/>
                </a:moveTo>
                <a:lnTo>
                  <a:pt x="392" y="0"/>
                </a:lnTo>
                <a:lnTo>
                  <a:pt x="392" y="249"/>
                </a:lnTo>
                <a:lnTo>
                  <a:pt x="0" y="249"/>
                </a:lnTo>
                <a:lnTo>
                  <a:pt x="0" y="0"/>
                </a:lnTo>
                <a:close/>
              </a:path>
            </a:pathLst>
          </a:custGeom>
          <a:solidFill>
            <a:srgbClr val="D8E0E8"/>
          </a:solidFill>
          <a:ln w="5400">
            <a:solidFill>
              <a:srgbClr val="FFFFFF"/>
            </a:solidFill>
            <a:miter/>
          </a:ln>
        </p:spPr>
        <p:txBody>
          <a:bodyPr lIns="2520" tIns="2520" rIns="2520" bIns="25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204" name=""/>
          <p:cNvSpPr/>
          <p:nvPr/>
        </p:nvSpPr>
        <p:spPr>
          <a:xfrm>
            <a:off x="1126800" y="4386600"/>
            <a:ext cx="141120" cy="89640"/>
          </a:xfrm>
          <a:custGeom>
            <a:avLst/>
            <a:gdLst/>
            <a:ahLst/>
            <a:rect l="0" t="0" r="r" b="b"/>
            <a:pathLst>
              <a:path w="392" h="249">
                <a:moveTo>
                  <a:pt x="0" y="0"/>
                </a:moveTo>
                <a:lnTo>
                  <a:pt x="392" y="0"/>
                </a:lnTo>
                <a:lnTo>
                  <a:pt x="392" y="249"/>
                </a:lnTo>
                <a:lnTo>
                  <a:pt x="0" y="249"/>
                </a:lnTo>
                <a:lnTo>
                  <a:pt x="0" y="0"/>
                </a:lnTo>
                <a:close/>
              </a:path>
            </a:pathLst>
          </a:custGeom>
          <a:solidFill>
            <a:srgbClr val="D4DEE7"/>
          </a:solidFill>
          <a:ln w="5400">
            <a:solidFill>
              <a:srgbClr val="FFFFFF"/>
            </a:solidFill>
            <a:miter/>
          </a:ln>
        </p:spPr>
        <p:txBody>
          <a:bodyPr lIns="2520" tIns="2520" rIns="2520" bIns="25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205" name=""/>
          <p:cNvSpPr/>
          <p:nvPr/>
        </p:nvSpPr>
        <p:spPr>
          <a:xfrm>
            <a:off x="1126800" y="4654440"/>
            <a:ext cx="141120" cy="89280"/>
          </a:xfrm>
          <a:custGeom>
            <a:avLst/>
            <a:gdLst/>
            <a:ahLst/>
            <a:rect l="0" t="0" r="r" b="b"/>
            <a:pathLst>
              <a:path w="392" h="248">
                <a:moveTo>
                  <a:pt x="0" y="0"/>
                </a:moveTo>
                <a:lnTo>
                  <a:pt x="392" y="0"/>
                </a:lnTo>
                <a:lnTo>
                  <a:pt x="392" y="248"/>
                </a:lnTo>
                <a:lnTo>
                  <a:pt x="0" y="248"/>
                </a:lnTo>
                <a:lnTo>
                  <a:pt x="0" y="0"/>
                </a:lnTo>
                <a:close/>
              </a:path>
            </a:pathLst>
          </a:custGeom>
          <a:solidFill>
            <a:srgbClr val="D8E0E8"/>
          </a:solidFill>
          <a:ln w="5400">
            <a:solidFill>
              <a:srgbClr val="FFFFFF"/>
            </a:solidFill>
            <a:miter/>
          </a:ln>
        </p:spPr>
        <p:txBody>
          <a:bodyPr lIns="2520" tIns="2520" rIns="2520" bIns="25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206" name=""/>
          <p:cNvSpPr/>
          <p:nvPr/>
        </p:nvSpPr>
        <p:spPr>
          <a:xfrm>
            <a:off x="1126800" y="2870280"/>
            <a:ext cx="141120" cy="89280"/>
          </a:xfrm>
          <a:custGeom>
            <a:avLst/>
            <a:gdLst/>
            <a:ahLst/>
            <a:rect l="0" t="0" r="r" b="b"/>
            <a:pathLst>
              <a:path w="392" h="248">
                <a:moveTo>
                  <a:pt x="0" y="0"/>
                </a:moveTo>
                <a:lnTo>
                  <a:pt x="392" y="0"/>
                </a:lnTo>
                <a:lnTo>
                  <a:pt x="392" y="248"/>
                </a:lnTo>
                <a:lnTo>
                  <a:pt x="0" y="248"/>
                </a:lnTo>
                <a:lnTo>
                  <a:pt x="0" y="0"/>
                </a:lnTo>
                <a:close/>
              </a:path>
            </a:pathLst>
          </a:custGeom>
          <a:solidFill>
            <a:srgbClr val="D1DBE7"/>
          </a:solidFill>
          <a:ln w="5400">
            <a:solidFill>
              <a:srgbClr val="FFFFFF"/>
            </a:solidFill>
            <a:miter/>
          </a:ln>
        </p:spPr>
        <p:txBody>
          <a:bodyPr lIns="2520" tIns="2520" rIns="2520" bIns="25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207" name=""/>
          <p:cNvSpPr/>
          <p:nvPr/>
        </p:nvSpPr>
        <p:spPr>
          <a:xfrm>
            <a:off x="1126800" y="4743360"/>
            <a:ext cx="141120" cy="89640"/>
          </a:xfrm>
          <a:custGeom>
            <a:avLst/>
            <a:gdLst/>
            <a:ahLst/>
            <a:rect l="0" t="0" r="r" b="b"/>
            <a:pathLst>
              <a:path w="392" h="249">
                <a:moveTo>
                  <a:pt x="0" y="0"/>
                </a:moveTo>
                <a:lnTo>
                  <a:pt x="392" y="0"/>
                </a:lnTo>
                <a:lnTo>
                  <a:pt x="392" y="249"/>
                </a:lnTo>
                <a:lnTo>
                  <a:pt x="0" y="249"/>
                </a:lnTo>
                <a:lnTo>
                  <a:pt x="0" y="0"/>
                </a:lnTo>
                <a:close/>
              </a:path>
            </a:pathLst>
          </a:custGeom>
          <a:solidFill>
            <a:srgbClr val="DCE2E9"/>
          </a:solidFill>
          <a:ln w="5400">
            <a:solidFill>
              <a:srgbClr val="FFFFFF"/>
            </a:solidFill>
            <a:miter/>
          </a:ln>
        </p:spPr>
        <p:txBody>
          <a:bodyPr lIns="2520" tIns="2520" rIns="2520" bIns="25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208" name=""/>
          <p:cNvSpPr/>
          <p:nvPr/>
        </p:nvSpPr>
        <p:spPr>
          <a:xfrm>
            <a:off x="1126800" y="4475880"/>
            <a:ext cx="141120" cy="89640"/>
          </a:xfrm>
          <a:custGeom>
            <a:avLst/>
            <a:gdLst/>
            <a:ahLst/>
            <a:rect l="0" t="0" r="r" b="b"/>
            <a:pathLst>
              <a:path w="392" h="249">
                <a:moveTo>
                  <a:pt x="0" y="0"/>
                </a:moveTo>
                <a:lnTo>
                  <a:pt x="392" y="0"/>
                </a:lnTo>
                <a:lnTo>
                  <a:pt x="392" y="249"/>
                </a:lnTo>
                <a:lnTo>
                  <a:pt x="0" y="249"/>
                </a:lnTo>
                <a:lnTo>
                  <a:pt x="0" y="0"/>
                </a:lnTo>
                <a:close/>
              </a:path>
            </a:pathLst>
          </a:custGeom>
          <a:solidFill>
            <a:srgbClr val="F2E6DF"/>
          </a:solidFill>
          <a:ln w="5400">
            <a:solidFill>
              <a:srgbClr val="FFFFFF"/>
            </a:solidFill>
            <a:miter/>
          </a:ln>
        </p:spPr>
        <p:txBody>
          <a:bodyPr lIns="2520" tIns="2520" rIns="2520" bIns="25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209" name=""/>
          <p:cNvSpPr/>
          <p:nvPr/>
        </p:nvSpPr>
        <p:spPr>
          <a:xfrm>
            <a:off x="1126800" y="4297320"/>
            <a:ext cx="141120" cy="89640"/>
          </a:xfrm>
          <a:custGeom>
            <a:avLst/>
            <a:gdLst/>
            <a:ahLst/>
            <a:rect l="0" t="0" r="r" b="b"/>
            <a:pathLst>
              <a:path w="392" h="249">
                <a:moveTo>
                  <a:pt x="0" y="0"/>
                </a:moveTo>
                <a:lnTo>
                  <a:pt x="392" y="0"/>
                </a:lnTo>
                <a:lnTo>
                  <a:pt x="392" y="249"/>
                </a:lnTo>
                <a:lnTo>
                  <a:pt x="0" y="249"/>
                </a:lnTo>
                <a:lnTo>
                  <a:pt x="0" y="0"/>
                </a:lnTo>
                <a:close/>
              </a:path>
            </a:pathLst>
          </a:custGeom>
          <a:solidFill>
            <a:srgbClr val="D4DEE7"/>
          </a:solidFill>
          <a:ln w="5400">
            <a:solidFill>
              <a:srgbClr val="FFFFFF"/>
            </a:solidFill>
            <a:miter/>
          </a:ln>
        </p:spPr>
        <p:txBody>
          <a:bodyPr lIns="2520" tIns="2520" rIns="2520" bIns="25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210" name=""/>
          <p:cNvSpPr/>
          <p:nvPr/>
        </p:nvSpPr>
        <p:spPr>
          <a:xfrm>
            <a:off x="1267560" y="3137760"/>
            <a:ext cx="141120" cy="89640"/>
          </a:xfrm>
          <a:custGeom>
            <a:avLst/>
            <a:gdLst/>
            <a:ahLst/>
            <a:rect l="0" t="0" r="r" b="b"/>
            <a:pathLst>
              <a:path w="392" h="249">
                <a:moveTo>
                  <a:pt x="0" y="0"/>
                </a:moveTo>
                <a:lnTo>
                  <a:pt x="392" y="0"/>
                </a:lnTo>
                <a:lnTo>
                  <a:pt x="392" y="249"/>
                </a:lnTo>
                <a:lnTo>
                  <a:pt x="0" y="249"/>
                </a:lnTo>
                <a:lnTo>
                  <a:pt x="0" y="0"/>
                </a:lnTo>
                <a:close/>
              </a:path>
            </a:pathLst>
          </a:custGeom>
          <a:solidFill>
            <a:srgbClr val="E9A285"/>
          </a:solidFill>
          <a:ln w="5400">
            <a:solidFill>
              <a:srgbClr val="FFFFFF"/>
            </a:solidFill>
            <a:miter/>
          </a:ln>
        </p:spPr>
        <p:txBody>
          <a:bodyPr lIns="2520" tIns="2520" rIns="2520" bIns="25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211" name=""/>
          <p:cNvSpPr/>
          <p:nvPr/>
        </p:nvSpPr>
        <p:spPr>
          <a:xfrm>
            <a:off x="1267560" y="4208400"/>
            <a:ext cx="141120" cy="89280"/>
          </a:xfrm>
          <a:custGeom>
            <a:avLst/>
            <a:gdLst/>
            <a:ahLst/>
            <a:rect l="0" t="0" r="r" b="b"/>
            <a:pathLst>
              <a:path w="392" h="248">
                <a:moveTo>
                  <a:pt x="0" y="0"/>
                </a:moveTo>
                <a:lnTo>
                  <a:pt x="392" y="0"/>
                </a:lnTo>
                <a:lnTo>
                  <a:pt x="392" y="248"/>
                </a:lnTo>
                <a:lnTo>
                  <a:pt x="0" y="248"/>
                </a:lnTo>
                <a:lnTo>
                  <a:pt x="0" y="0"/>
                </a:lnTo>
                <a:close/>
              </a:path>
            </a:pathLst>
          </a:custGeom>
          <a:solidFill>
            <a:srgbClr val="F1D8CD"/>
          </a:solidFill>
          <a:ln w="5400">
            <a:solidFill>
              <a:srgbClr val="FFFFFF"/>
            </a:solidFill>
            <a:miter/>
          </a:ln>
        </p:spPr>
        <p:txBody>
          <a:bodyPr lIns="2520" tIns="2520" rIns="2520" bIns="25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212" name=""/>
          <p:cNvSpPr/>
          <p:nvPr/>
        </p:nvSpPr>
        <p:spPr>
          <a:xfrm>
            <a:off x="1267560" y="4565160"/>
            <a:ext cx="141120" cy="89640"/>
          </a:xfrm>
          <a:custGeom>
            <a:avLst/>
            <a:gdLst/>
            <a:ahLst/>
            <a:rect l="0" t="0" r="r" b="b"/>
            <a:pathLst>
              <a:path w="392" h="249">
                <a:moveTo>
                  <a:pt x="0" y="0"/>
                </a:moveTo>
                <a:lnTo>
                  <a:pt x="392" y="0"/>
                </a:lnTo>
                <a:lnTo>
                  <a:pt x="392" y="249"/>
                </a:lnTo>
                <a:lnTo>
                  <a:pt x="0" y="249"/>
                </a:lnTo>
                <a:lnTo>
                  <a:pt x="0" y="0"/>
                </a:lnTo>
                <a:close/>
              </a:path>
            </a:pathLst>
          </a:custGeom>
          <a:solidFill>
            <a:srgbClr val="BD4A25"/>
          </a:solidFill>
          <a:ln w="5400">
            <a:solidFill>
              <a:srgbClr val="FFFFFF"/>
            </a:solidFill>
            <a:miter/>
          </a:ln>
        </p:spPr>
        <p:txBody>
          <a:bodyPr lIns="2520" tIns="2520" rIns="2520" bIns="252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213" name=""/>
          <p:cNvSpPr/>
          <p:nvPr/>
        </p:nvSpPr>
        <p:spPr>
          <a:xfrm>
            <a:off x="1267560" y="5100480"/>
            <a:ext cx="141120" cy="89280"/>
          </a:xfrm>
          <a:custGeom>
            <a:avLst/>
            <a:gdLst/>
            <a:ahLst/>
            <a:rect l="0" t="0" r="r" b="b"/>
            <a:pathLst>
              <a:path w="392" h="248">
                <a:moveTo>
                  <a:pt x="0" y="0"/>
                </a:moveTo>
                <a:lnTo>
                  <a:pt x="392" y="0"/>
                </a:lnTo>
                <a:lnTo>
                  <a:pt x="392" y="248"/>
                </a:lnTo>
                <a:lnTo>
                  <a:pt x="0" y="248"/>
                </a:lnTo>
                <a:lnTo>
                  <a:pt x="0" y="0"/>
                </a:lnTo>
                <a:close/>
              </a:path>
            </a:pathLst>
          </a:custGeom>
          <a:solidFill>
            <a:srgbClr val="E1E5EA"/>
          </a:solidFill>
          <a:ln w="5400">
            <a:solidFill>
              <a:srgbClr val="FFFFFF"/>
            </a:solidFill>
            <a:miter/>
          </a:ln>
        </p:spPr>
        <p:txBody>
          <a:bodyPr lIns="2520" tIns="2520" rIns="2520" bIns="25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214" name=""/>
          <p:cNvSpPr/>
          <p:nvPr/>
        </p:nvSpPr>
        <p:spPr>
          <a:xfrm>
            <a:off x="1267560" y="2781000"/>
            <a:ext cx="141120" cy="89640"/>
          </a:xfrm>
          <a:custGeom>
            <a:avLst/>
            <a:gdLst/>
            <a:ahLst/>
            <a:rect l="0" t="0" r="r" b="b"/>
            <a:pathLst>
              <a:path w="392" h="249">
                <a:moveTo>
                  <a:pt x="0" y="0"/>
                </a:moveTo>
                <a:lnTo>
                  <a:pt x="392" y="0"/>
                </a:lnTo>
                <a:lnTo>
                  <a:pt x="392" y="249"/>
                </a:lnTo>
                <a:lnTo>
                  <a:pt x="0" y="249"/>
                </a:lnTo>
                <a:lnTo>
                  <a:pt x="0" y="0"/>
                </a:lnTo>
                <a:close/>
              </a:path>
            </a:pathLst>
          </a:custGeom>
          <a:solidFill>
            <a:srgbClr val="F1F0EC"/>
          </a:solidFill>
          <a:ln w="5400">
            <a:solidFill>
              <a:srgbClr val="FFFFFF"/>
            </a:solidFill>
            <a:miter/>
          </a:ln>
        </p:spPr>
        <p:txBody>
          <a:bodyPr lIns="2520" tIns="2520" rIns="2520" bIns="25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215" name=""/>
          <p:cNvSpPr/>
          <p:nvPr/>
        </p:nvSpPr>
        <p:spPr>
          <a:xfrm>
            <a:off x="1267560" y="4832640"/>
            <a:ext cx="141120" cy="89640"/>
          </a:xfrm>
          <a:custGeom>
            <a:avLst/>
            <a:gdLst/>
            <a:ahLst/>
            <a:rect l="0" t="0" r="r" b="b"/>
            <a:pathLst>
              <a:path w="392" h="249">
                <a:moveTo>
                  <a:pt x="0" y="0"/>
                </a:moveTo>
                <a:lnTo>
                  <a:pt x="392" y="0"/>
                </a:lnTo>
                <a:lnTo>
                  <a:pt x="392" y="249"/>
                </a:lnTo>
                <a:lnTo>
                  <a:pt x="0" y="249"/>
                </a:lnTo>
                <a:lnTo>
                  <a:pt x="0" y="0"/>
                </a:lnTo>
                <a:close/>
              </a:path>
            </a:pathLst>
          </a:custGeom>
          <a:solidFill>
            <a:srgbClr val="E4E8EB"/>
          </a:solidFill>
          <a:ln w="5400">
            <a:solidFill>
              <a:srgbClr val="FFFFFF"/>
            </a:solidFill>
            <a:miter/>
          </a:ln>
        </p:spPr>
        <p:txBody>
          <a:bodyPr lIns="2520" tIns="2520" rIns="2520" bIns="25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216" name=""/>
          <p:cNvSpPr/>
          <p:nvPr/>
        </p:nvSpPr>
        <p:spPr>
          <a:xfrm>
            <a:off x="1267560" y="3227040"/>
            <a:ext cx="141120" cy="89640"/>
          </a:xfrm>
          <a:custGeom>
            <a:avLst/>
            <a:gdLst/>
            <a:ahLst/>
            <a:rect l="0" t="0" r="r" b="b"/>
            <a:pathLst>
              <a:path w="392" h="249">
                <a:moveTo>
                  <a:pt x="0" y="0"/>
                </a:moveTo>
                <a:lnTo>
                  <a:pt x="392" y="0"/>
                </a:lnTo>
                <a:lnTo>
                  <a:pt x="392" y="249"/>
                </a:lnTo>
                <a:lnTo>
                  <a:pt x="0" y="249"/>
                </a:lnTo>
                <a:lnTo>
                  <a:pt x="0" y="0"/>
                </a:lnTo>
                <a:close/>
              </a:path>
            </a:pathLst>
          </a:custGeom>
          <a:solidFill>
            <a:srgbClr val="DEE3E9"/>
          </a:solidFill>
          <a:ln w="5400">
            <a:solidFill>
              <a:srgbClr val="FFFFFF"/>
            </a:solidFill>
            <a:miter/>
          </a:ln>
        </p:spPr>
        <p:txBody>
          <a:bodyPr lIns="2520" tIns="2520" rIns="2520" bIns="25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217" name=""/>
          <p:cNvSpPr/>
          <p:nvPr/>
        </p:nvSpPr>
        <p:spPr>
          <a:xfrm>
            <a:off x="1267560" y="2513160"/>
            <a:ext cx="141120" cy="89640"/>
          </a:xfrm>
          <a:custGeom>
            <a:avLst/>
            <a:gdLst/>
            <a:ahLst/>
            <a:rect l="0" t="0" r="r" b="b"/>
            <a:pathLst>
              <a:path w="392" h="249">
                <a:moveTo>
                  <a:pt x="0" y="0"/>
                </a:moveTo>
                <a:lnTo>
                  <a:pt x="392" y="0"/>
                </a:lnTo>
                <a:lnTo>
                  <a:pt x="392" y="249"/>
                </a:lnTo>
                <a:lnTo>
                  <a:pt x="0" y="249"/>
                </a:lnTo>
                <a:lnTo>
                  <a:pt x="0" y="0"/>
                </a:lnTo>
                <a:close/>
              </a:path>
            </a:pathLst>
          </a:custGeom>
          <a:solidFill>
            <a:srgbClr val="DDE3E9"/>
          </a:solidFill>
          <a:ln w="5400">
            <a:solidFill>
              <a:srgbClr val="FFFFFF"/>
            </a:solidFill>
            <a:miter/>
          </a:ln>
        </p:spPr>
        <p:txBody>
          <a:bodyPr lIns="2520" tIns="2520" rIns="2520" bIns="25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218" name=""/>
          <p:cNvSpPr/>
          <p:nvPr/>
        </p:nvSpPr>
        <p:spPr>
          <a:xfrm>
            <a:off x="1267560" y="3405240"/>
            <a:ext cx="141120" cy="89640"/>
          </a:xfrm>
          <a:custGeom>
            <a:avLst/>
            <a:gdLst/>
            <a:ahLst/>
            <a:rect l="0" t="0" r="r" b="b"/>
            <a:pathLst>
              <a:path w="392" h="249">
                <a:moveTo>
                  <a:pt x="0" y="0"/>
                </a:moveTo>
                <a:lnTo>
                  <a:pt x="392" y="0"/>
                </a:lnTo>
                <a:lnTo>
                  <a:pt x="392" y="249"/>
                </a:lnTo>
                <a:lnTo>
                  <a:pt x="0" y="249"/>
                </a:lnTo>
                <a:lnTo>
                  <a:pt x="0" y="0"/>
                </a:lnTo>
                <a:close/>
              </a:path>
            </a:pathLst>
          </a:custGeom>
          <a:solidFill>
            <a:srgbClr val="EBAC91"/>
          </a:solidFill>
          <a:ln w="5400">
            <a:solidFill>
              <a:srgbClr val="FFFFFF"/>
            </a:solidFill>
            <a:miter/>
          </a:ln>
        </p:spPr>
        <p:txBody>
          <a:bodyPr lIns="2520" tIns="2520" rIns="2520" bIns="25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219" name=""/>
          <p:cNvSpPr/>
          <p:nvPr/>
        </p:nvSpPr>
        <p:spPr>
          <a:xfrm>
            <a:off x="1267560" y="4921920"/>
            <a:ext cx="141120" cy="89640"/>
          </a:xfrm>
          <a:custGeom>
            <a:avLst/>
            <a:gdLst/>
            <a:ahLst/>
            <a:rect l="0" t="0" r="r" b="b"/>
            <a:pathLst>
              <a:path w="392" h="249">
                <a:moveTo>
                  <a:pt x="0" y="0"/>
                </a:moveTo>
                <a:lnTo>
                  <a:pt x="392" y="0"/>
                </a:lnTo>
                <a:lnTo>
                  <a:pt x="392" y="249"/>
                </a:lnTo>
                <a:lnTo>
                  <a:pt x="0" y="249"/>
                </a:lnTo>
                <a:lnTo>
                  <a:pt x="0" y="0"/>
                </a:lnTo>
                <a:close/>
              </a:path>
            </a:pathLst>
          </a:custGeom>
          <a:solidFill>
            <a:srgbClr val="DFE4EA"/>
          </a:solidFill>
          <a:ln w="5400">
            <a:solidFill>
              <a:srgbClr val="FFFFFF"/>
            </a:solidFill>
            <a:miter/>
          </a:ln>
        </p:spPr>
        <p:txBody>
          <a:bodyPr lIns="2520" tIns="2520" rIns="2520" bIns="25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220" name=""/>
          <p:cNvSpPr/>
          <p:nvPr/>
        </p:nvSpPr>
        <p:spPr>
          <a:xfrm>
            <a:off x="1267560" y="2602440"/>
            <a:ext cx="141120" cy="89640"/>
          </a:xfrm>
          <a:custGeom>
            <a:avLst/>
            <a:gdLst/>
            <a:ahLst/>
            <a:rect l="0" t="0" r="r" b="b"/>
            <a:pathLst>
              <a:path w="392" h="249">
                <a:moveTo>
                  <a:pt x="0" y="0"/>
                </a:moveTo>
                <a:lnTo>
                  <a:pt x="392" y="0"/>
                </a:lnTo>
                <a:lnTo>
                  <a:pt x="392" y="249"/>
                </a:lnTo>
                <a:lnTo>
                  <a:pt x="0" y="249"/>
                </a:lnTo>
                <a:lnTo>
                  <a:pt x="0" y="0"/>
                </a:lnTo>
                <a:close/>
              </a:path>
            </a:pathLst>
          </a:custGeom>
          <a:solidFill>
            <a:srgbClr val="F1D6C9"/>
          </a:solidFill>
          <a:ln w="5400">
            <a:solidFill>
              <a:srgbClr val="FFFFFF"/>
            </a:solidFill>
            <a:miter/>
          </a:ln>
        </p:spPr>
        <p:txBody>
          <a:bodyPr lIns="2520" tIns="2520" rIns="2520" bIns="25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221" name=""/>
          <p:cNvSpPr/>
          <p:nvPr/>
        </p:nvSpPr>
        <p:spPr>
          <a:xfrm>
            <a:off x="1267560" y="3762360"/>
            <a:ext cx="141120" cy="89280"/>
          </a:xfrm>
          <a:custGeom>
            <a:avLst/>
            <a:gdLst/>
            <a:ahLst/>
            <a:rect l="0" t="0" r="r" b="b"/>
            <a:pathLst>
              <a:path w="392" h="248">
                <a:moveTo>
                  <a:pt x="0" y="0"/>
                </a:moveTo>
                <a:lnTo>
                  <a:pt x="392" y="0"/>
                </a:lnTo>
                <a:lnTo>
                  <a:pt x="392" y="248"/>
                </a:lnTo>
                <a:lnTo>
                  <a:pt x="0" y="248"/>
                </a:lnTo>
                <a:lnTo>
                  <a:pt x="0" y="0"/>
                </a:lnTo>
                <a:close/>
              </a:path>
            </a:pathLst>
          </a:custGeom>
          <a:solidFill>
            <a:srgbClr val="D1DCE7"/>
          </a:solidFill>
          <a:ln w="5400">
            <a:solidFill>
              <a:srgbClr val="FFFFFF"/>
            </a:solidFill>
            <a:miter/>
          </a:ln>
        </p:spPr>
        <p:txBody>
          <a:bodyPr lIns="2520" tIns="2520" rIns="2520" bIns="25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222" name=""/>
          <p:cNvSpPr/>
          <p:nvPr/>
        </p:nvSpPr>
        <p:spPr>
          <a:xfrm>
            <a:off x="1267560" y="4119120"/>
            <a:ext cx="141120" cy="89640"/>
          </a:xfrm>
          <a:custGeom>
            <a:avLst/>
            <a:gdLst/>
            <a:ahLst/>
            <a:rect l="0" t="0" r="r" b="b"/>
            <a:pathLst>
              <a:path w="392" h="249">
                <a:moveTo>
                  <a:pt x="0" y="0"/>
                </a:moveTo>
                <a:lnTo>
                  <a:pt x="392" y="0"/>
                </a:lnTo>
                <a:lnTo>
                  <a:pt x="392" y="249"/>
                </a:lnTo>
                <a:lnTo>
                  <a:pt x="0" y="249"/>
                </a:lnTo>
                <a:lnTo>
                  <a:pt x="0" y="0"/>
                </a:lnTo>
                <a:close/>
              </a:path>
            </a:pathLst>
          </a:custGeom>
          <a:solidFill>
            <a:srgbClr val="D2DDE7"/>
          </a:solidFill>
          <a:ln w="5400">
            <a:solidFill>
              <a:srgbClr val="FFFFFF"/>
            </a:solidFill>
            <a:miter/>
          </a:ln>
        </p:spPr>
        <p:txBody>
          <a:bodyPr lIns="2520" tIns="2520" rIns="2520" bIns="25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223" name=""/>
          <p:cNvSpPr/>
          <p:nvPr/>
        </p:nvSpPr>
        <p:spPr>
          <a:xfrm>
            <a:off x="1267560" y="2424240"/>
            <a:ext cx="141120" cy="89280"/>
          </a:xfrm>
          <a:custGeom>
            <a:avLst/>
            <a:gdLst/>
            <a:ahLst/>
            <a:rect l="0" t="0" r="r" b="b"/>
            <a:pathLst>
              <a:path w="392" h="248">
                <a:moveTo>
                  <a:pt x="0" y="0"/>
                </a:moveTo>
                <a:lnTo>
                  <a:pt x="392" y="0"/>
                </a:lnTo>
                <a:lnTo>
                  <a:pt x="392" y="248"/>
                </a:lnTo>
                <a:lnTo>
                  <a:pt x="0" y="248"/>
                </a:lnTo>
                <a:lnTo>
                  <a:pt x="0" y="0"/>
                </a:lnTo>
                <a:close/>
              </a:path>
            </a:pathLst>
          </a:custGeom>
          <a:solidFill>
            <a:srgbClr val="D0DAE6"/>
          </a:solidFill>
          <a:ln w="5400">
            <a:solidFill>
              <a:srgbClr val="FFFFFF"/>
            </a:solidFill>
            <a:miter/>
          </a:ln>
        </p:spPr>
        <p:txBody>
          <a:bodyPr lIns="2520" tIns="2520" rIns="2520" bIns="25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224" name=""/>
          <p:cNvSpPr/>
          <p:nvPr/>
        </p:nvSpPr>
        <p:spPr>
          <a:xfrm>
            <a:off x="1267560" y="2691720"/>
            <a:ext cx="141120" cy="89640"/>
          </a:xfrm>
          <a:custGeom>
            <a:avLst/>
            <a:gdLst/>
            <a:ahLst/>
            <a:rect l="0" t="0" r="r" b="b"/>
            <a:pathLst>
              <a:path w="392" h="249">
                <a:moveTo>
                  <a:pt x="0" y="0"/>
                </a:moveTo>
                <a:lnTo>
                  <a:pt x="392" y="0"/>
                </a:lnTo>
                <a:lnTo>
                  <a:pt x="392" y="249"/>
                </a:lnTo>
                <a:lnTo>
                  <a:pt x="0" y="249"/>
                </a:lnTo>
                <a:lnTo>
                  <a:pt x="0" y="0"/>
                </a:lnTo>
                <a:close/>
              </a:path>
            </a:pathLst>
          </a:custGeom>
          <a:solidFill>
            <a:srgbClr val="F2EAE5"/>
          </a:solidFill>
          <a:ln w="5400">
            <a:solidFill>
              <a:srgbClr val="FFFFFF"/>
            </a:solidFill>
            <a:miter/>
          </a:ln>
        </p:spPr>
        <p:txBody>
          <a:bodyPr lIns="2520" tIns="2520" rIns="2520" bIns="25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225" name=""/>
          <p:cNvSpPr/>
          <p:nvPr/>
        </p:nvSpPr>
        <p:spPr>
          <a:xfrm>
            <a:off x="1267560" y="3851280"/>
            <a:ext cx="141120" cy="89640"/>
          </a:xfrm>
          <a:custGeom>
            <a:avLst/>
            <a:gdLst/>
            <a:ahLst/>
            <a:rect l="0" t="0" r="r" b="b"/>
            <a:pathLst>
              <a:path w="392" h="249">
                <a:moveTo>
                  <a:pt x="0" y="0"/>
                </a:moveTo>
                <a:lnTo>
                  <a:pt x="392" y="0"/>
                </a:lnTo>
                <a:lnTo>
                  <a:pt x="392" y="249"/>
                </a:lnTo>
                <a:lnTo>
                  <a:pt x="0" y="249"/>
                </a:lnTo>
                <a:lnTo>
                  <a:pt x="0" y="0"/>
                </a:lnTo>
                <a:close/>
              </a:path>
            </a:pathLst>
          </a:custGeom>
          <a:solidFill>
            <a:srgbClr val="E9A386"/>
          </a:solidFill>
          <a:ln w="5400">
            <a:solidFill>
              <a:srgbClr val="FFFFFF"/>
            </a:solidFill>
            <a:miter/>
          </a:ln>
        </p:spPr>
        <p:txBody>
          <a:bodyPr lIns="2520" tIns="2520" rIns="2520" bIns="25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226" name=""/>
          <p:cNvSpPr/>
          <p:nvPr/>
        </p:nvSpPr>
        <p:spPr>
          <a:xfrm>
            <a:off x="1267560" y="3583800"/>
            <a:ext cx="141120" cy="89640"/>
          </a:xfrm>
          <a:custGeom>
            <a:avLst/>
            <a:gdLst/>
            <a:ahLst/>
            <a:rect l="0" t="0" r="r" b="b"/>
            <a:pathLst>
              <a:path w="392" h="249">
                <a:moveTo>
                  <a:pt x="0" y="0"/>
                </a:moveTo>
                <a:lnTo>
                  <a:pt x="392" y="0"/>
                </a:lnTo>
                <a:lnTo>
                  <a:pt x="392" y="249"/>
                </a:lnTo>
                <a:lnTo>
                  <a:pt x="0" y="249"/>
                </a:lnTo>
                <a:lnTo>
                  <a:pt x="0" y="0"/>
                </a:lnTo>
                <a:close/>
              </a:path>
            </a:pathLst>
          </a:custGeom>
          <a:solidFill>
            <a:srgbClr val="D9E1E8"/>
          </a:solidFill>
          <a:ln w="5400">
            <a:solidFill>
              <a:srgbClr val="FFFFFF"/>
            </a:solidFill>
            <a:miter/>
          </a:ln>
        </p:spPr>
        <p:txBody>
          <a:bodyPr lIns="2520" tIns="2520" rIns="2520" bIns="25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227" name=""/>
          <p:cNvSpPr/>
          <p:nvPr/>
        </p:nvSpPr>
        <p:spPr>
          <a:xfrm>
            <a:off x="1267560" y="3316320"/>
            <a:ext cx="141120" cy="89280"/>
          </a:xfrm>
          <a:custGeom>
            <a:avLst/>
            <a:gdLst/>
            <a:ahLst/>
            <a:rect l="0" t="0" r="r" b="b"/>
            <a:pathLst>
              <a:path w="392" h="248">
                <a:moveTo>
                  <a:pt x="0" y="0"/>
                </a:moveTo>
                <a:lnTo>
                  <a:pt x="392" y="0"/>
                </a:lnTo>
                <a:lnTo>
                  <a:pt x="392" y="248"/>
                </a:lnTo>
                <a:lnTo>
                  <a:pt x="0" y="248"/>
                </a:lnTo>
                <a:lnTo>
                  <a:pt x="0" y="0"/>
                </a:lnTo>
                <a:close/>
              </a:path>
            </a:pathLst>
          </a:custGeom>
          <a:solidFill>
            <a:srgbClr val="DAE2E9"/>
          </a:solidFill>
          <a:ln w="5400">
            <a:solidFill>
              <a:srgbClr val="FFFFFF"/>
            </a:solidFill>
            <a:miter/>
          </a:ln>
        </p:spPr>
        <p:txBody>
          <a:bodyPr lIns="2520" tIns="2520" rIns="2520" bIns="25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228" name=""/>
          <p:cNvSpPr/>
          <p:nvPr/>
        </p:nvSpPr>
        <p:spPr>
          <a:xfrm>
            <a:off x="1267560" y="3673080"/>
            <a:ext cx="141120" cy="89640"/>
          </a:xfrm>
          <a:custGeom>
            <a:avLst/>
            <a:gdLst/>
            <a:ahLst/>
            <a:rect l="0" t="0" r="r" b="b"/>
            <a:pathLst>
              <a:path w="392" h="249">
                <a:moveTo>
                  <a:pt x="0" y="0"/>
                </a:moveTo>
                <a:lnTo>
                  <a:pt x="392" y="0"/>
                </a:lnTo>
                <a:lnTo>
                  <a:pt x="392" y="249"/>
                </a:lnTo>
                <a:lnTo>
                  <a:pt x="0" y="249"/>
                </a:lnTo>
                <a:lnTo>
                  <a:pt x="0" y="0"/>
                </a:lnTo>
                <a:close/>
              </a:path>
            </a:pathLst>
          </a:custGeom>
          <a:solidFill>
            <a:srgbClr val="F1DFD5"/>
          </a:solidFill>
          <a:ln w="5400">
            <a:solidFill>
              <a:srgbClr val="FFFFFF"/>
            </a:solidFill>
            <a:miter/>
          </a:ln>
        </p:spPr>
        <p:txBody>
          <a:bodyPr lIns="2520" tIns="2520" rIns="2520" bIns="25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229" name=""/>
          <p:cNvSpPr/>
          <p:nvPr/>
        </p:nvSpPr>
        <p:spPr>
          <a:xfrm>
            <a:off x="1267560" y="3048480"/>
            <a:ext cx="141120" cy="89640"/>
          </a:xfrm>
          <a:custGeom>
            <a:avLst/>
            <a:gdLst/>
            <a:ahLst/>
            <a:rect l="0" t="0" r="r" b="b"/>
            <a:pathLst>
              <a:path w="392" h="249">
                <a:moveTo>
                  <a:pt x="0" y="0"/>
                </a:moveTo>
                <a:lnTo>
                  <a:pt x="392" y="0"/>
                </a:lnTo>
                <a:lnTo>
                  <a:pt x="392" y="249"/>
                </a:lnTo>
                <a:lnTo>
                  <a:pt x="0" y="249"/>
                </a:lnTo>
                <a:lnTo>
                  <a:pt x="0" y="0"/>
                </a:lnTo>
                <a:close/>
              </a:path>
            </a:pathLst>
          </a:custGeom>
          <a:solidFill>
            <a:srgbClr val="DAE2E9"/>
          </a:solidFill>
          <a:ln w="5400">
            <a:solidFill>
              <a:srgbClr val="FFFFFF"/>
            </a:solidFill>
            <a:miter/>
          </a:ln>
        </p:spPr>
        <p:txBody>
          <a:bodyPr lIns="2520" tIns="2520" rIns="2520" bIns="25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230" name=""/>
          <p:cNvSpPr/>
          <p:nvPr/>
        </p:nvSpPr>
        <p:spPr>
          <a:xfrm>
            <a:off x="1267560" y="3494520"/>
            <a:ext cx="141120" cy="89640"/>
          </a:xfrm>
          <a:custGeom>
            <a:avLst/>
            <a:gdLst/>
            <a:ahLst/>
            <a:rect l="0" t="0" r="r" b="b"/>
            <a:pathLst>
              <a:path w="392" h="249">
                <a:moveTo>
                  <a:pt x="0" y="0"/>
                </a:moveTo>
                <a:lnTo>
                  <a:pt x="392" y="0"/>
                </a:lnTo>
                <a:lnTo>
                  <a:pt x="392" y="249"/>
                </a:lnTo>
                <a:lnTo>
                  <a:pt x="0" y="249"/>
                </a:lnTo>
                <a:lnTo>
                  <a:pt x="0" y="0"/>
                </a:lnTo>
                <a:close/>
              </a:path>
            </a:pathLst>
          </a:custGeom>
          <a:solidFill>
            <a:srgbClr val="D6DFE8"/>
          </a:solidFill>
          <a:ln w="5400">
            <a:solidFill>
              <a:srgbClr val="FFFFFF"/>
            </a:solidFill>
            <a:miter/>
          </a:ln>
        </p:spPr>
        <p:txBody>
          <a:bodyPr lIns="2520" tIns="2520" rIns="2520" bIns="25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231" name=""/>
          <p:cNvSpPr/>
          <p:nvPr/>
        </p:nvSpPr>
        <p:spPr>
          <a:xfrm>
            <a:off x="1267560" y="2959200"/>
            <a:ext cx="141120" cy="89640"/>
          </a:xfrm>
          <a:custGeom>
            <a:avLst/>
            <a:gdLst/>
            <a:ahLst/>
            <a:rect l="0" t="0" r="r" b="b"/>
            <a:pathLst>
              <a:path w="392" h="249">
                <a:moveTo>
                  <a:pt x="0" y="0"/>
                </a:moveTo>
                <a:lnTo>
                  <a:pt x="392" y="0"/>
                </a:lnTo>
                <a:lnTo>
                  <a:pt x="392" y="249"/>
                </a:lnTo>
                <a:lnTo>
                  <a:pt x="0" y="249"/>
                </a:lnTo>
                <a:lnTo>
                  <a:pt x="0" y="0"/>
                </a:lnTo>
                <a:close/>
              </a:path>
            </a:pathLst>
          </a:custGeom>
          <a:solidFill>
            <a:srgbClr val="E4E8EB"/>
          </a:solidFill>
          <a:ln w="5400">
            <a:solidFill>
              <a:srgbClr val="FFFFFF"/>
            </a:solidFill>
            <a:miter/>
          </a:ln>
        </p:spPr>
        <p:txBody>
          <a:bodyPr lIns="2520" tIns="2520" rIns="2520" bIns="25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232" name=""/>
          <p:cNvSpPr/>
          <p:nvPr/>
        </p:nvSpPr>
        <p:spPr>
          <a:xfrm>
            <a:off x="1267560" y="3940560"/>
            <a:ext cx="141120" cy="89640"/>
          </a:xfrm>
          <a:custGeom>
            <a:avLst/>
            <a:gdLst/>
            <a:ahLst/>
            <a:rect l="0" t="0" r="r" b="b"/>
            <a:pathLst>
              <a:path w="392" h="249">
                <a:moveTo>
                  <a:pt x="0" y="0"/>
                </a:moveTo>
                <a:lnTo>
                  <a:pt x="392" y="0"/>
                </a:lnTo>
                <a:lnTo>
                  <a:pt x="392" y="249"/>
                </a:lnTo>
                <a:lnTo>
                  <a:pt x="0" y="249"/>
                </a:lnTo>
                <a:lnTo>
                  <a:pt x="0" y="0"/>
                </a:lnTo>
                <a:close/>
              </a:path>
            </a:pathLst>
          </a:custGeom>
          <a:solidFill>
            <a:srgbClr val="F1DCD1"/>
          </a:solidFill>
          <a:ln w="5400">
            <a:solidFill>
              <a:srgbClr val="FFFFFF"/>
            </a:solidFill>
            <a:miter/>
          </a:ln>
        </p:spPr>
        <p:txBody>
          <a:bodyPr lIns="2520" tIns="2520" rIns="2520" bIns="25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233" name=""/>
          <p:cNvSpPr/>
          <p:nvPr/>
        </p:nvSpPr>
        <p:spPr>
          <a:xfrm>
            <a:off x="1267560" y="4386600"/>
            <a:ext cx="141120" cy="89640"/>
          </a:xfrm>
          <a:custGeom>
            <a:avLst/>
            <a:gdLst/>
            <a:ahLst/>
            <a:rect l="0" t="0" r="r" b="b"/>
            <a:pathLst>
              <a:path w="392" h="249">
                <a:moveTo>
                  <a:pt x="0" y="0"/>
                </a:moveTo>
                <a:lnTo>
                  <a:pt x="392" y="0"/>
                </a:lnTo>
                <a:lnTo>
                  <a:pt x="392" y="249"/>
                </a:lnTo>
                <a:lnTo>
                  <a:pt x="0" y="249"/>
                </a:lnTo>
                <a:lnTo>
                  <a:pt x="0" y="0"/>
                </a:lnTo>
                <a:close/>
              </a:path>
            </a:pathLst>
          </a:custGeom>
          <a:solidFill>
            <a:srgbClr val="D7DFE8"/>
          </a:solidFill>
          <a:ln w="5400">
            <a:solidFill>
              <a:srgbClr val="FFFFFF"/>
            </a:solidFill>
            <a:miter/>
          </a:ln>
        </p:spPr>
        <p:txBody>
          <a:bodyPr lIns="2520" tIns="2520" rIns="2520" bIns="25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234" name=""/>
          <p:cNvSpPr/>
          <p:nvPr/>
        </p:nvSpPr>
        <p:spPr>
          <a:xfrm>
            <a:off x="1267560" y="5011200"/>
            <a:ext cx="141120" cy="89280"/>
          </a:xfrm>
          <a:custGeom>
            <a:avLst/>
            <a:gdLst/>
            <a:ahLst/>
            <a:rect l="0" t="0" r="r" b="b"/>
            <a:pathLst>
              <a:path w="392" h="248">
                <a:moveTo>
                  <a:pt x="0" y="0"/>
                </a:moveTo>
                <a:lnTo>
                  <a:pt x="392" y="0"/>
                </a:lnTo>
                <a:lnTo>
                  <a:pt x="392" y="248"/>
                </a:lnTo>
                <a:lnTo>
                  <a:pt x="0" y="248"/>
                </a:lnTo>
                <a:lnTo>
                  <a:pt x="0" y="0"/>
                </a:lnTo>
                <a:close/>
              </a:path>
            </a:pathLst>
          </a:custGeom>
          <a:solidFill>
            <a:srgbClr val="DFE4EA"/>
          </a:solidFill>
          <a:ln w="5400">
            <a:solidFill>
              <a:srgbClr val="FFFFFF"/>
            </a:solidFill>
            <a:miter/>
          </a:ln>
        </p:spPr>
        <p:txBody>
          <a:bodyPr lIns="2520" tIns="2520" rIns="2520" bIns="25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235" name=""/>
          <p:cNvSpPr/>
          <p:nvPr/>
        </p:nvSpPr>
        <p:spPr>
          <a:xfrm>
            <a:off x="1267560" y="4654440"/>
            <a:ext cx="141120" cy="89280"/>
          </a:xfrm>
          <a:custGeom>
            <a:avLst/>
            <a:gdLst/>
            <a:ahLst/>
            <a:rect l="0" t="0" r="r" b="b"/>
            <a:pathLst>
              <a:path w="392" h="248">
                <a:moveTo>
                  <a:pt x="0" y="0"/>
                </a:moveTo>
                <a:lnTo>
                  <a:pt x="392" y="0"/>
                </a:lnTo>
                <a:lnTo>
                  <a:pt x="392" y="248"/>
                </a:lnTo>
                <a:lnTo>
                  <a:pt x="0" y="248"/>
                </a:lnTo>
                <a:lnTo>
                  <a:pt x="0" y="0"/>
                </a:lnTo>
                <a:close/>
              </a:path>
            </a:pathLst>
          </a:custGeom>
          <a:solidFill>
            <a:srgbClr val="D8E0E8"/>
          </a:solidFill>
          <a:ln w="5400">
            <a:solidFill>
              <a:srgbClr val="FFFFFF"/>
            </a:solidFill>
            <a:miter/>
          </a:ln>
        </p:spPr>
        <p:txBody>
          <a:bodyPr lIns="2520" tIns="2520" rIns="2520" bIns="25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236" name=""/>
          <p:cNvSpPr/>
          <p:nvPr/>
        </p:nvSpPr>
        <p:spPr>
          <a:xfrm>
            <a:off x="1267560" y="2870280"/>
            <a:ext cx="141120" cy="89280"/>
          </a:xfrm>
          <a:custGeom>
            <a:avLst/>
            <a:gdLst/>
            <a:ahLst/>
            <a:rect l="0" t="0" r="r" b="b"/>
            <a:pathLst>
              <a:path w="392" h="248">
                <a:moveTo>
                  <a:pt x="0" y="0"/>
                </a:moveTo>
                <a:lnTo>
                  <a:pt x="392" y="0"/>
                </a:lnTo>
                <a:lnTo>
                  <a:pt x="392" y="248"/>
                </a:lnTo>
                <a:lnTo>
                  <a:pt x="0" y="248"/>
                </a:lnTo>
                <a:lnTo>
                  <a:pt x="0" y="0"/>
                </a:lnTo>
                <a:close/>
              </a:path>
            </a:pathLst>
          </a:custGeom>
          <a:solidFill>
            <a:srgbClr val="C7D5E4"/>
          </a:solidFill>
          <a:ln w="5400">
            <a:solidFill>
              <a:srgbClr val="FFFFFF"/>
            </a:solidFill>
            <a:miter/>
          </a:ln>
        </p:spPr>
        <p:txBody>
          <a:bodyPr lIns="2520" tIns="2520" rIns="2520" bIns="25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237" name=""/>
          <p:cNvSpPr/>
          <p:nvPr/>
        </p:nvSpPr>
        <p:spPr>
          <a:xfrm>
            <a:off x="1267560" y="4743360"/>
            <a:ext cx="141120" cy="89640"/>
          </a:xfrm>
          <a:custGeom>
            <a:avLst/>
            <a:gdLst/>
            <a:ahLst/>
            <a:rect l="0" t="0" r="r" b="b"/>
            <a:pathLst>
              <a:path w="392" h="249">
                <a:moveTo>
                  <a:pt x="0" y="0"/>
                </a:moveTo>
                <a:lnTo>
                  <a:pt x="392" y="0"/>
                </a:lnTo>
                <a:lnTo>
                  <a:pt x="392" y="249"/>
                </a:lnTo>
                <a:lnTo>
                  <a:pt x="0" y="249"/>
                </a:lnTo>
                <a:lnTo>
                  <a:pt x="0" y="0"/>
                </a:lnTo>
                <a:close/>
              </a:path>
            </a:pathLst>
          </a:custGeom>
          <a:solidFill>
            <a:srgbClr val="D9E1E8"/>
          </a:solidFill>
          <a:ln w="5400">
            <a:solidFill>
              <a:srgbClr val="FFFFFF"/>
            </a:solidFill>
            <a:miter/>
          </a:ln>
        </p:spPr>
        <p:txBody>
          <a:bodyPr lIns="2520" tIns="2520" rIns="2520" bIns="25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238" name=""/>
          <p:cNvSpPr/>
          <p:nvPr/>
        </p:nvSpPr>
        <p:spPr>
          <a:xfrm>
            <a:off x="1267560" y="4475880"/>
            <a:ext cx="141120" cy="89640"/>
          </a:xfrm>
          <a:custGeom>
            <a:avLst/>
            <a:gdLst/>
            <a:ahLst/>
            <a:rect l="0" t="0" r="r" b="b"/>
            <a:pathLst>
              <a:path w="392" h="249">
                <a:moveTo>
                  <a:pt x="0" y="0"/>
                </a:moveTo>
                <a:lnTo>
                  <a:pt x="392" y="0"/>
                </a:lnTo>
                <a:lnTo>
                  <a:pt x="392" y="249"/>
                </a:lnTo>
                <a:lnTo>
                  <a:pt x="0" y="249"/>
                </a:lnTo>
                <a:lnTo>
                  <a:pt x="0" y="0"/>
                </a:lnTo>
                <a:close/>
              </a:path>
            </a:pathLst>
          </a:custGeom>
          <a:solidFill>
            <a:srgbClr val="EFC5B2"/>
          </a:solidFill>
          <a:ln w="5400">
            <a:solidFill>
              <a:srgbClr val="FFFFFF"/>
            </a:solidFill>
            <a:miter/>
          </a:ln>
        </p:spPr>
        <p:txBody>
          <a:bodyPr lIns="2520" tIns="2520" rIns="2520" bIns="25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239" name=""/>
          <p:cNvSpPr/>
          <p:nvPr/>
        </p:nvSpPr>
        <p:spPr>
          <a:xfrm>
            <a:off x="1267560" y="4297320"/>
            <a:ext cx="141120" cy="89640"/>
          </a:xfrm>
          <a:custGeom>
            <a:avLst/>
            <a:gdLst/>
            <a:ahLst/>
            <a:rect l="0" t="0" r="r" b="b"/>
            <a:pathLst>
              <a:path w="392" h="249">
                <a:moveTo>
                  <a:pt x="0" y="0"/>
                </a:moveTo>
                <a:lnTo>
                  <a:pt x="392" y="0"/>
                </a:lnTo>
                <a:lnTo>
                  <a:pt x="392" y="249"/>
                </a:lnTo>
                <a:lnTo>
                  <a:pt x="0" y="249"/>
                </a:lnTo>
                <a:lnTo>
                  <a:pt x="0" y="0"/>
                </a:lnTo>
                <a:close/>
              </a:path>
            </a:pathLst>
          </a:custGeom>
          <a:solidFill>
            <a:srgbClr val="D2DDE7"/>
          </a:solidFill>
          <a:ln w="5400">
            <a:solidFill>
              <a:srgbClr val="FFFFFF"/>
            </a:solidFill>
            <a:miter/>
          </a:ln>
        </p:spPr>
        <p:txBody>
          <a:bodyPr lIns="2520" tIns="2520" rIns="2520" bIns="25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240" name=""/>
          <p:cNvSpPr/>
          <p:nvPr/>
        </p:nvSpPr>
        <p:spPr>
          <a:xfrm>
            <a:off x="1408320" y="3137760"/>
            <a:ext cx="141120" cy="89640"/>
          </a:xfrm>
          <a:custGeom>
            <a:avLst/>
            <a:gdLst/>
            <a:ahLst/>
            <a:rect l="0" t="0" r="r" b="b"/>
            <a:pathLst>
              <a:path w="392" h="249">
                <a:moveTo>
                  <a:pt x="0" y="0"/>
                </a:moveTo>
                <a:lnTo>
                  <a:pt x="392" y="0"/>
                </a:lnTo>
                <a:lnTo>
                  <a:pt x="392" y="249"/>
                </a:lnTo>
                <a:lnTo>
                  <a:pt x="0" y="249"/>
                </a:lnTo>
                <a:lnTo>
                  <a:pt x="0" y="0"/>
                </a:lnTo>
                <a:close/>
              </a:path>
            </a:pathLst>
          </a:custGeom>
          <a:solidFill>
            <a:srgbClr val="CDD9E6"/>
          </a:solidFill>
          <a:ln w="5400">
            <a:solidFill>
              <a:srgbClr val="FFFFFF"/>
            </a:solidFill>
            <a:miter/>
          </a:ln>
        </p:spPr>
        <p:txBody>
          <a:bodyPr lIns="2520" tIns="2520" rIns="2520" bIns="25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241" name=""/>
          <p:cNvSpPr/>
          <p:nvPr/>
        </p:nvSpPr>
        <p:spPr>
          <a:xfrm>
            <a:off x="1408320" y="4208400"/>
            <a:ext cx="141120" cy="89280"/>
          </a:xfrm>
          <a:custGeom>
            <a:avLst/>
            <a:gdLst/>
            <a:ahLst/>
            <a:rect l="0" t="0" r="r" b="b"/>
            <a:pathLst>
              <a:path w="392" h="248">
                <a:moveTo>
                  <a:pt x="0" y="0"/>
                </a:moveTo>
                <a:lnTo>
                  <a:pt x="392" y="0"/>
                </a:lnTo>
                <a:lnTo>
                  <a:pt x="392" y="248"/>
                </a:lnTo>
                <a:lnTo>
                  <a:pt x="0" y="248"/>
                </a:lnTo>
                <a:lnTo>
                  <a:pt x="0" y="0"/>
                </a:lnTo>
                <a:close/>
              </a:path>
            </a:pathLst>
          </a:custGeom>
          <a:solidFill>
            <a:srgbClr val="DEE4EA"/>
          </a:solidFill>
          <a:ln w="5400">
            <a:solidFill>
              <a:srgbClr val="FFFFFF"/>
            </a:solidFill>
            <a:miter/>
          </a:ln>
        </p:spPr>
        <p:txBody>
          <a:bodyPr lIns="2520" tIns="2520" rIns="2520" bIns="25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242" name=""/>
          <p:cNvSpPr/>
          <p:nvPr/>
        </p:nvSpPr>
        <p:spPr>
          <a:xfrm>
            <a:off x="1408320" y="4565160"/>
            <a:ext cx="141120" cy="89640"/>
          </a:xfrm>
          <a:custGeom>
            <a:avLst/>
            <a:gdLst/>
            <a:ahLst/>
            <a:rect l="0" t="0" r="r" b="b"/>
            <a:pathLst>
              <a:path w="392" h="249">
                <a:moveTo>
                  <a:pt x="0" y="0"/>
                </a:moveTo>
                <a:lnTo>
                  <a:pt x="392" y="0"/>
                </a:lnTo>
                <a:lnTo>
                  <a:pt x="392" y="249"/>
                </a:lnTo>
                <a:lnTo>
                  <a:pt x="0" y="249"/>
                </a:lnTo>
                <a:lnTo>
                  <a:pt x="0" y="0"/>
                </a:lnTo>
                <a:close/>
              </a:path>
            </a:pathLst>
          </a:custGeom>
          <a:solidFill>
            <a:srgbClr val="F1D7CB"/>
          </a:solidFill>
          <a:ln w="5400">
            <a:solidFill>
              <a:srgbClr val="FFFFFF"/>
            </a:solidFill>
            <a:miter/>
          </a:ln>
        </p:spPr>
        <p:txBody>
          <a:bodyPr lIns="2520" tIns="2520" rIns="2520" bIns="25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243" name=""/>
          <p:cNvSpPr/>
          <p:nvPr/>
        </p:nvSpPr>
        <p:spPr>
          <a:xfrm>
            <a:off x="1408320" y="5100480"/>
            <a:ext cx="141120" cy="89280"/>
          </a:xfrm>
          <a:custGeom>
            <a:avLst/>
            <a:gdLst/>
            <a:ahLst/>
            <a:rect l="0" t="0" r="r" b="b"/>
            <a:pathLst>
              <a:path w="392" h="248">
                <a:moveTo>
                  <a:pt x="0" y="0"/>
                </a:moveTo>
                <a:lnTo>
                  <a:pt x="392" y="0"/>
                </a:lnTo>
                <a:lnTo>
                  <a:pt x="392" y="248"/>
                </a:lnTo>
                <a:lnTo>
                  <a:pt x="0" y="248"/>
                </a:lnTo>
                <a:lnTo>
                  <a:pt x="0" y="0"/>
                </a:lnTo>
                <a:close/>
              </a:path>
            </a:pathLst>
          </a:custGeom>
          <a:solidFill>
            <a:srgbClr val="E3E7EA"/>
          </a:solidFill>
          <a:ln w="5400">
            <a:solidFill>
              <a:srgbClr val="FFFFFF"/>
            </a:solidFill>
            <a:miter/>
          </a:ln>
        </p:spPr>
        <p:txBody>
          <a:bodyPr lIns="2520" tIns="2520" rIns="2520" bIns="25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244" name=""/>
          <p:cNvSpPr/>
          <p:nvPr/>
        </p:nvSpPr>
        <p:spPr>
          <a:xfrm>
            <a:off x="1408320" y="2781000"/>
            <a:ext cx="141120" cy="89640"/>
          </a:xfrm>
          <a:custGeom>
            <a:avLst/>
            <a:gdLst/>
            <a:ahLst/>
            <a:rect l="0" t="0" r="r" b="b"/>
            <a:pathLst>
              <a:path w="392" h="249">
                <a:moveTo>
                  <a:pt x="0" y="0"/>
                </a:moveTo>
                <a:lnTo>
                  <a:pt x="392" y="0"/>
                </a:lnTo>
                <a:lnTo>
                  <a:pt x="392" y="249"/>
                </a:lnTo>
                <a:lnTo>
                  <a:pt x="0" y="249"/>
                </a:lnTo>
                <a:lnTo>
                  <a:pt x="0" y="0"/>
                </a:lnTo>
                <a:close/>
              </a:path>
            </a:pathLst>
          </a:custGeom>
          <a:solidFill>
            <a:srgbClr val="F2E6DF"/>
          </a:solidFill>
          <a:ln w="5400">
            <a:solidFill>
              <a:srgbClr val="FFFFFF"/>
            </a:solidFill>
            <a:miter/>
          </a:ln>
        </p:spPr>
        <p:txBody>
          <a:bodyPr lIns="2520" tIns="2520" rIns="2520" bIns="25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245" name=""/>
          <p:cNvSpPr/>
          <p:nvPr/>
        </p:nvSpPr>
        <p:spPr>
          <a:xfrm>
            <a:off x="1408320" y="4832640"/>
            <a:ext cx="141120" cy="89640"/>
          </a:xfrm>
          <a:custGeom>
            <a:avLst/>
            <a:gdLst/>
            <a:ahLst/>
            <a:rect l="0" t="0" r="r" b="b"/>
            <a:pathLst>
              <a:path w="392" h="249">
                <a:moveTo>
                  <a:pt x="0" y="0"/>
                </a:moveTo>
                <a:lnTo>
                  <a:pt x="392" y="0"/>
                </a:lnTo>
                <a:lnTo>
                  <a:pt x="392" y="249"/>
                </a:lnTo>
                <a:lnTo>
                  <a:pt x="0" y="249"/>
                </a:lnTo>
                <a:lnTo>
                  <a:pt x="0" y="0"/>
                </a:lnTo>
                <a:close/>
              </a:path>
            </a:pathLst>
          </a:custGeom>
          <a:solidFill>
            <a:srgbClr val="E4E8EB"/>
          </a:solidFill>
          <a:ln w="5400">
            <a:solidFill>
              <a:srgbClr val="FFFFFF"/>
            </a:solidFill>
            <a:miter/>
          </a:ln>
        </p:spPr>
        <p:txBody>
          <a:bodyPr lIns="2520" tIns="2520" rIns="2520" bIns="25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246" name=""/>
          <p:cNvSpPr/>
          <p:nvPr/>
        </p:nvSpPr>
        <p:spPr>
          <a:xfrm>
            <a:off x="1408320" y="3227040"/>
            <a:ext cx="141120" cy="89640"/>
          </a:xfrm>
          <a:custGeom>
            <a:avLst/>
            <a:gdLst/>
            <a:ahLst/>
            <a:rect l="0" t="0" r="r" b="b"/>
            <a:pathLst>
              <a:path w="392" h="249">
                <a:moveTo>
                  <a:pt x="0" y="0"/>
                </a:moveTo>
                <a:lnTo>
                  <a:pt x="392" y="0"/>
                </a:lnTo>
                <a:lnTo>
                  <a:pt x="392" y="249"/>
                </a:lnTo>
                <a:lnTo>
                  <a:pt x="0" y="249"/>
                </a:lnTo>
                <a:lnTo>
                  <a:pt x="0" y="0"/>
                </a:lnTo>
                <a:close/>
              </a:path>
            </a:pathLst>
          </a:custGeom>
          <a:solidFill>
            <a:srgbClr val="DFE4EA"/>
          </a:solidFill>
          <a:ln w="5400">
            <a:solidFill>
              <a:srgbClr val="FFFFFF"/>
            </a:solidFill>
            <a:miter/>
          </a:ln>
        </p:spPr>
        <p:txBody>
          <a:bodyPr lIns="2520" tIns="2520" rIns="2520" bIns="25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247" name=""/>
          <p:cNvSpPr/>
          <p:nvPr/>
        </p:nvSpPr>
        <p:spPr>
          <a:xfrm>
            <a:off x="1408320" y="2513160"/>
            <a:ext cx="141120" cy="89640"/>
          </a:xfrm>
          <a:custGeom>
            <a:avLst/>
            <a:gdLst/>
            <a:ahLst/>
            <a:rect l="0" t="0" r="r" b="b"/>
            <a:pathLst>
              <a:path w="392" h="249">
                <a:moveTo>
                  <a:pt x="0" y="0"/>
                </a:moveTo>
                <a:lnTo>
                  <a:pt x="392" y="0"/>
                </a:lnTo>
                <a:lnTo>
                  <a:pt x="392" y="249"/>
                </a:lnTo>
                <a:lnTo>
                  <a:pt x="0" y="249"/>
                </a:lnTo>
                <a:lnTo>
                  <a:pt x="0" y="0"/>
                </a:lnTo>
                <a:close/>
              </a:path>
            </a:pathLst>
          </a:custGeom>
          <a:solidFill>
            <a:srgbClr val="D4DEE7"/>
          </a:solidFill>
          <a:ln w="5400">
            <a:solidFill>
              <a:srgbClr val="FFFFFF"/>
            </a:solidFill>
            <a:miter/>
          </a:ln>
        </p:spPr>
        <p:txBody>
          <a:bodyPr lIns="2520" tIns="2520" rIns="2520" bIns="25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248" name=""/>
          <p:cNvSpPr/>
          <p:nvPr/>
        </p:nvSpPr>
        <p:spPr>
          <a:xfrm>
            <a:off x="1408320" y="3405240"/>
            <a:ext cx="141120" cy="89640"/>
          </a:xfrm>
          <a:custGeom>
            <a:avLst/>
            <a:gdLst/>
            <a:ahLst/>
            <a:rect l="0" t="0" r="r" b="b"/>
            <a:pathLst>
              <a:path w="392" h="249">
                <a:moveTo>
                  <a:pt x="0" y="0"/>
                </a:moveTo>
                <a:lnTo>
                  <a:pt x="392" y="0"/>
                </a:lnTo>
                <a:lnTo>
                  <a:pt x="392" y="249"/>
                </a:lnTo>
                <a:lnTo>
                  <a:pt x="0" y="249"/>
                </a:lnTo>
                <a:lnTo>
                  <a:pt x="0" y="0"/>
                </a:lnTo>
                <a:close/>
              </a:path>
            </a:pathLst>
          </a:custGeom>
          <a:solidFill>
            <a:srgbClr val="E4E8EB"/>
          </a:solidFill>
          <a:ln w="5400">
            <a:solidFill>
              <a:srgbClr val="FFFFFF"/>
            </a:solidFill>
            <a:miter/>
          </a:ln>
        </p:spPr>
        <p:txBody>
          <a:bodyPr lIns="2520" tIns="2520" rIns="2520" bIns="25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249" name=""/>
          <p:cNvSpPr/>
          <p:nvPr/>
        </p:nvSpPr>
        <p:spPr>
          <a:xfrm>
            <a:off x="1408320" y="4921920"/>
            <a:ext cx="141120" cy="89640"/>
          </a:xfrm>
          <a:custGeom>
            <a:avLst/>
            <a:gdLst/>
            <a:ahLst/>
            <a:rect l="0" t="0" r="r" b="b"/>
            <a:pathLst>
              <a:path w="392" h="249">
                <a:moveTo>
                  <a:pt x="0" y="0"/>
                </a:moveTo>
                <a:lnTo>
                  <a:pt x="392" y="0"/>
                </a:lnTo>
                <a:lnTo>
                  <a:pt x="392" y="249"/>
                </a:lnTo>
                <a:lnTo>
                  <a:pt x="0" y="249"/>
                </a:lnTo>
                <a:lnTo>
                  <a:pt x="0" y="0"/>
                </a:lnTo>
                <a:close/>
              </a:path>
            </a:pathLst>
          </a:custGeom>
          <a:solidFill>
            <a:srgbClr val="DFE4EA"/>
          </a:solidFill>
          <a:ln w="5400">
            <a:solidFill>
              <a:srgbClr val="FFFFFF"/>
            </a:solidFill>
            <a:miter/>
          </a:ln>
        </p:spPr>
        <p:txBody>
          <a:bodyPr lIns="2520" tIns="2520" rIns="2520" bIns="25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250" name=""/>
          <p:cNvSpPr/>
          <p:nvPr/>
        </p:nvSpPr>
        <p:spPr>
          <a:xfrm>
            <a:off x="1408320" y="2602440"/>
            <a:ext cx="141120" cy="89640"/>
          </a:xfrm>
          <a:custGeom>
            <a:avLst/>
            <a:gdLst/>
            <a:ahLst/>
            <a:rect l="0" t="0" r="r" b="b"/>
            <a:pathLst>
              <a:path w="392" h="249">
                <a:moveTo>
                  <a:pt x="0" y="0"/>
                </a:moveTo>
                <a:lnTo>
                  <a:pt x="392" y="0"/>
                </a:lnTo>
                <a:lnTo>
                  <a:pt x="392" y="249"/>
                </a:lnTo>
                <a:lnTo>
                  <a:pt x="0" y="249"/>
                </a:lnTo>
                <a:lnTo>
                  <a:pt x="0" y="0"/>
                </a:lnTo>
                <a:close/>
              </a:path>
            </a:pathLst>
          </a:custGeom>
          <a:solidFill>
            <a:srgbClr val="F1D7CA"/>
          </a:solidFill>
          <a:ln w="5400">
            <a:solidFill>
              <a:srgbClr val="FFFFFF"/>
            </a:solidFill>
            <a:miter/>
          </a:ln>
        </p:spPr>
        <p:txBody>
          <a:bodyPr lIns="2520" tIns="2520" rIns="2520" bIns="25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251" name=""/>
          <p:cNvSpPr/>
          <p:nvPr/>
        </p:nvSpPr>
        <p:spPr>
          <a:xfrm>
            <a:off x="1408320" y="3762360"/>
            <a:ext cx="141120" cy="89280"/>
          </a:xfrm>
          <a:custGeom>
            <a:avLst/>
            <a:gdLst/>
            <a:ahLst/>
            <a:rect l="0" t="0" r="r" b="b"/>
            <a:pathLst>
              <a:path w="392" h="248">
                <a:moveTo>
                  <a:pt x="0" y="0"/>
                </a:moveTo>
                <a:lnTo>
                  <a:pt x="392" y="0"/>
                </a:lnTo>
                <a:lnTo>
                  <a:pt x="392" y="248"/>
                </a:lnTo>
                <a:lnTo>
                  <a:pt x="0" y="248"/>
                </a:lnTo>
                <a:lnTo>
                  <a:pt x="0" y="0"/>
                </a:lnTo>
                <a:close/>
              </a:path>
            </a:pathLst>
          </a:custGeom>
          <a:solidFill>
            <a:srgbClr val="F1F0ED"/>
          </a:solidFill>
          <a:ln w="5400">
            <a:solidFill>
              <a:srgbClr val="FFFFFF"/>
            </a:solidFill>
            <a:miter/>
          </a:ln>
        </p:spPr>
        <p:txBody>
          <a:bodyPr lIns="2520" tIns="2520" rIns="2520" bIns="25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252" name=""/>
          <p:cNvSpPr/>
          <p:nvPr/>
        </p:nvSpPr>
        <p:spPr>
          <a:xfrm>
            <a:off x="1408320" y="4119120"/>
            <a:ext cx="141120" cy="89640"/>
          </a:xfrm>
          <a:custGeom>
            <a:avLst/>
            <a:gdLst/>
            <a:ahLst/>
            <a:rect l="0" t="0" r="r" b="b"/>
            <a:pathLst>
              <a:path w="392" h="249">
                <a:moveTo>
                  <a:pt x="0" y="0"/>
                </a:moveTo>
                <a:lnTo>
                  <a:pt x="392" y="0"/>
                </a:lnTo>
                <a:lnTo>
                  <a:pt x="392" y="249"/>
                </a:lnTo>
                <a:lnTo>
                  <a:pt x="0" y="249"/>
                </a:lnTo>
                <a:lnTo>
                  <a:pt x="0" y="0"/>
                </a:lnTo>
                <a:close/>
              </a:path>
            </a:pathLst>
          </a:custGeom>
          <a:solidFill>
            <a:srgbClr val="D1DCE7"/>
          </a:solidFill>
          <a:ln w="5400">
            <a:solidFill>
              <a:srgbClr val="FFFFFF"/>
            </a:solidFill>
            <a:miter/>
          </a:ln>
        </p:spPr>
        <p:txBody>
          <a:bodyPr lIns="2520" tIns="2520" rIns="2520" bIns="25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253" name=""/>
          <p:cNvSpPr/>
          <p:nvPr/>
        </p:nvSpPr>
        <p:spPr>
          <a:xfrm>
            <a:off x="1408320" y="2424240"/>
            <a:ext cx="141120" cy="89280"/>
          </a:xfrm>
          <a:custGeom>
            <a:avLst/>
            <a:gdLst/>
            <a:ahLst/>
            <a:rect l="0" t="0" r="r" b="b"/>
            <a:pathLst>
              <a:path w="392" h="248">
                <a:moveTo>
                  <a:pt x="0" y="0"/>
                </a:moveTo>
                <a:lnTo>
                  <a:pt x="392" y="0"/>
                </a:lnTo>
                <a:lnTo>
                  <a:pt x="392" y="248"/>
                </a:lnTo>
                <a:lnTo>
                  <a:pt x="0" y="248"/>
                </a:lnTo>
                <a:lnTo>
                  <a:pt x="0" y="0"/>
                </a:lnTo>
                <a:close/>
              </a:path>
            </a:pathLst>
          </a:custGeom>
          <a:solidFill>
            <a:srgbClr val="CCD8E5"/>
          </a:solidFill>
          <a:ln w="5400">
            <a:solidFill>
              <a:srgbClr val="FFFFFF"/>
            </a:solidFill>
            <a:miter/>
          </a:ln>
        </p:spPr>
        <p:txBody>
          <a:bodyPr lIns="2520" tIns="2520" rIns="2520" bIns="25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254" name=""/>
          <p:cNvSpPr/>
          <p:nvPr/>
        </p:nvSpPr>
        <p:spPr>
          <a:xfrm>
            <a:off x="1408320" y="2691720"/>
            <a:ext cx="141120" cy="89640"/>
          </a:xfrm>
          <a:custGeom>
            <a:avLst/>
            <a:gdLst/>
            <a:ahLst/>
            <a:rect l="0" t="0" r="r" b="b"/>
            <a:pathLst>
              <a:path w="392" h="249">
                <a:moveTo>
                  <a:pt x="0" y="0"/>
                </a:moveTo>
                <a:lnTo>
                  <a:pt x="392" y="0"/>
                </a:lnTo>
                <a:lnTo>
                  <a:pt x="392" y="249"/>
                </a:lnTo>
                <a:lnTo>
                  <a:pt x="0" y="249"/>
                </a:lnTo>
                <a:lnTo>
                  <a:pt x="0" y="0"/>
                </a:lnTo>
                <a:close/>
              </a:path>
            </a:pathLst>
          </a:custGeom>
          <a:solidFill>
            <a:srgbClr val="D2DDE7"/>
          </a:solidFill>
          <a:ln w="5400">
            <a:solidFill>
              <a:srgbClr val="FFFFFF"/>
            </a:solidFill>
            <a:miter/>
          </a:ln>
        </p:spPr>
        <p:txBody>
          <a:bodyPr lIns="2520" tIns="2520" rIns="2520" bIns="25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255" name=""/>
          <p:cNvSpPr/>
          <p:nvPr/>
        </p:nvSpPr>
        <p:spPr>
          <a:xfrm>
            <a:off x="1408320" y="3851280"/>
            <a:ext cx="141120" cy="89640"/>
          </a:xfrm>
          <a:custGeom>
            <a:avLst/>
            <a:gdLst/>
            <a:ahLst/>
            <a:rect l="0" t="0" r="r" b="b"/>
            <a:pathLst>
              <a:path w="392" h="249">
                <a:moveTo>
                  <a:pt x="0" y="0"/>
                </a:moveTo>
                <a:lnTo>
                  <a:pt x="392" y="0"/>
                </a:lnTo>
                <a:lnTo>
                  <a:pt x="392" y="249"/>
                </a:lnTo>
                <a:lnTo>
                  <a:pt x="0" y="249"/>
                </a:lnTo>
                <a:lnTo>
                  <a:pt x="0" y="0"/>
                </a:lnTo>
                <a:close/>
              </a:path>
            </a:pathLst>
          </a:custGeom>
          <a:solidFill>
            <a:srgbClr val="CFDAE6"/>
          </a:solidFill>
          <a:ln w="5400">
            <a:solidFill>
              <a:srgbClr val="FFFFFF"/>
            </a:solidFill>
            <a:miter/>
          </a:ln>
        </p:spPr>
        <p:txBody>
          <a:bodyPr lIns="2520" tIns="2520" rIns="2520" bIns="25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256" name=""/>
          <p:cNvSpPr/>
          <p:nvPr/>
        </p:nvSpPr>
        <p:spPr>
          <a:xfrm>
            <a:off x="1408320" y="3583800"/>
            <a:ext cx="141120" cy="89640"/>
          </a:xfrm>
          <a:custGeom>
            <a:avLst/>
            <a:gdLst/>
            <a:ahLst/>
            <a:rect l="0" t="0" r="r" b="b"/>
            <a:pathLst>
              <a:path w="392" h="249">
                <a:moveTo>
                  <a:pt x="0" y="0"/>
                </a:moveTo>
                <a:lnTo>
                  <a:pt x="392" y="0"/>
                </a:lnTo>
                <a:lnTo>
                  <a:pt x="392" y="249"/>
                </a:lnTo>
                <a:lnTo>
                  <a:pt x="0" y="249"/>
                </a:lnTo>
                <a:lnTo>
                  <a:pt x="0" y="0"/>
                </a:lnTo>
                <a:close/>
              </a:path>
            </a:pathLst>
          </a:custGeom>
          <a:solidFill>
            <a:srgbClr val="EEBFA9"/>
          </a:solidFill>
          <a:ln w="5400">
            <a:solidFill>
              <a:srgbClr val="FFFFFF"/>
            </a:solidFill>
            <a:miter/>
          </a:ln>
        </p:spPr>
        <p:txBody>
          <a:bodyPr lIns="2520" tIns="2520" rIns="2520" bIns="25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257" name=""/>
          <p:cNvSpPr/>
          <p:nvPr/>
        </p:nvSpPr>
        <p:spPr>
          <a:xfrm>
            <a:off x="1408320" y="3316320"/>
            <a:ext cx="141120" cy="89280"/>
          </a:xfrm>
          <a:custGeom>
            <a:avLst/>
            <a:gdLst/>
            <a:ahLst/>
            <a:rect l="0" t="0" r="r" b="b"/>
            <a:pathLst>
              <a:path w="392" h="248">
                <a:moveTo>
                  <a:pt x="0" y="0"/>
                </a:moveTo>
                <a:lnTo>
                  <a:pt x="392" y="0"/>
                </a:lnTo>
                <a:lnTo>
                  <a:pt x="392" y="248"/>
                </a:lnTo>
                <a:lnTo>
                  <a:pt x="0" y="248"/>
                </a:lnTo>
                <a:lnTo>
                  <a:pt x="0" y="0"/>
                </a:lnTo>
                <a:close/>
              </a:path>
            </a:pathLst>
          </a:custGeom>
          <a:solidFill>
            <a:srgbClr val="DDE3E9"/>
          </a:solidFill>
          <a:ln w="5400">
            <a:solidFill>
              <a:srgbClr val="FFFFFF"/>
            </a:solidFill>
            <a:miter/>
          </a:ln>
        </p:spPr>
        <p:txBody>
          <a:bodyPr lIns="2520" tIns="2520" rIns="2520" bIns="25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258" name=""/>
          <p:cNvSpPr/>
          <p:nvPr/>
        </p:nvSpPr>
        <p:spPr>
          <a:xfrm>
            <a:off x="1408320" y="3673080"/>
            <a:ext cx="141120" cy="89640"/>
          </a:xfrm>
          <a:custGeom>
            <a:avLst/>
            <a:gdLst/>
            <a:ahLst/>
            <a:rect l="0" t="0" r="r" b="b"/>
            <a:pathLst>
              <a:path w="392" h="249">
                <a:moveTo>
                  <a:pt x="0" y="0"/>
                </a:moveTo>
                <a:lnTo>
                  <a:pt x="392" y="0"/>
                </a:lnTo>
                <a:lnTo>
                  <a:pt x="392" y="249"/>
                </a:lnTo>
                <a:lnTo>
                  <a:pt x="0" y="249"/>
                </a:lnTo>
                <a:lnTo>
                  <a:pt x="0" y="0"/>
                </a:lnTo>
                <a:close/>
              </a:path>
            </a:pathLst>
          </a:custGeom>
          <a:solidFill>
            <a:srgbClr val="D4DEE7"/>
          </a:solidFill>
          <a:ln w="5400">
            <a:solidFill>
              <a:srgbClr val="FFFFFF"/>
            </a:solidFill>
            <a:miter/>
          </a:ln>
        </p:spPr>
        <p:txBody>
          <a:bodyPr lIns="2520" tIns="2520" rIns="2520" bIns="25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259" name=""/>
          <p:cNvSpPr/>
          <p:nvPr/>
        </p:nvSpPr>
        <p:spPr>
          <a:xfrm>
            <a:off x="1408320" y="3494520"/>
            <a:ext cx="141120" cy="89640"/>
          </a:xfrm>
          <a:custGeom>
            <a:avLst/>
            <a:gdLst/>
            <a:ahLst/>
            <a:rect l="0" t="0" r="r" b="b"/>
            <a:pathLst>
              <a:path w="392" h="249">
                <a:moveTo>
                  <a:pt x="0" y="0"/>
                </a:moveTo>
                <a:lnTo>
                  <a:pt x="392" y="0"/>
                </a:lnTo>
                <a:lnTo>
                  <a:pt x="392" y="249"/>
                </a:lnTo>
                <a:lnTo>
                  <a:pt x="0" y="249"/>
                </a:lnTo>
                <a:lnTo>
                  <a:pt x="0" y="0"/>
                </a:lnTo>
                <a:close/>
              </a:path>
            </a:pathLst>
          </a:custGeom>
          <a:solidFill>
            <a:srgbClr val="DCE2E9"/>
          </a:solidFill>
          <a:ln w="5400">
            <a:solidFill>
              <a:srgbClr val="FFFFFF"/>
            </a:solidFill>
            <a:miter/>
          </a:ln>
        </p:spPr>
        <p:txBody>
          <a:bodyPr lIns="2520" tIns="2520" rIns="2520" bIns="25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260" name=""/>
          <p:cNvSpPr/>
          <p:nvPr/>
        </p:nvSpPr>
        <p:spPr>
          <a:xfrm>
            <a:off x="1408320" y="2959200"/>
            <a:ext cx="141120" cy="89640"/>
          </a:xfrm>
          <a:custGeom>
            <a:avLst/>
            <a:gdLst/>
            <a:ahLst/>
            <a:rect l="0" t="0" r="r" b="b"/>
            <a:pathLst>
              <a:path w="392" h="249">
                <a:moveTo>
                  <a:pt x="0" y="0"/>
                </a:moveTo>
                <a:lnTo>
                  <a:pt x="392" y="0"/>
                </a:lnTo>
                <a:lnTo>
                  <a:pt x="392" y="249"/>
                </a:lnTo>
                <a:lnTo>
                  <a:pt x="0" y="249"/>
                </a:lnTo>
                <a:lnTo>
                  <a:pt x="0" y="0"/>
                </a:lnTo>
                <a:close/>
              </a:path>
            </a:pathLst>
          </a:custGeom>
          <a:solidFill>
            <a:srgbClr val="C2D3E4"/>
          </a:solidFill>
          <a:ln w="5400">
            <a:solidFill>
              <a:srgbClr val="FFFFFF"/>
            </a:solidFill>
            <a:miter/>
          </a:ln>
        </p:spPr>
        <p:txBody>
          <a:bodyPr lIns="2520" tIns="2520" rIns="2520" bIns="25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261" name=""/>
          <p:cNvSpPr/>
          <p:nvPr/>
        </p:nvSpPr>
        <p:spPr>
          <a:xfrm>
            <a:off x="1408320" y="3940560"/>
            <a:ext cx="141120" cy="89640"/>
          </a:xfrm>
          <a:custGeom>
            <a:avLst/>
            <a:gdLst/>
            <a:ahLst/>
            <a:rect l="0" t="0" r="r" b="b"/>
            <a:pathLst>
              <a:path w="392" h="249">
                <a:moveTo>
                  <a:pt x="0" y="0"/>
                </a:moveTo>
                <a:lnTo>
                  <a:pt x="392" y="0"/>
                </a:lnTo>
                <a:lnTo>
                  <a:pt x="392" y="249"/>
                </a:lnTo>
                <a:lnTo>
                  <a:pt x="0" y="249"/>
                </a:lnTo>
                <a:lnTo>
                  <a:pt x="0" y="0"/>
                </a:lnTo>
                <a:close/>
              </a:path>
            </a:pathLst>
          </a:custGeom>
          <a:solidFill>
            <a:srgbClr val="D9E1E8"/>
          </a:solidFill>
          <a:ln w="5400">
            <a:solidFill>
              <a:srgbClr val="FFFFFF"/>
            </a:solidFill>
            <a:miter/>
          </a:ln>
        </p:spPr>
        <p:txBody>
          <a:bodyPr lIns="2520" tIns="2520" rIns="2520" bIns="25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262" name=""/>
          <p:cNvSpPr/>
          <p:nvPr/>
        </p:nvSpPr>
        <p:spPr>
          <a:xfrm>
            <a:off x="1408320" y="4386600"/>
            <a:ext cx="141120" cy="89640"/>
          </a:xfrm>
          <a:custGeom>
            <a:avLst/>
            <a:gdLst/>
            <a:ahLst/>
            <a:rect l="0" t="0" r="r" b="b"/>
            <a:pathLst>
              <a:path w="392" h="249">
                <a:moveTo>
                  <a:pt x="0" y="0"/>
                </a:moveTo>
                <a:lnTo>
                  <a:pt x="392" y="0"/>
                </a:lnTo>
                <a:lnTo>
                  <a:pt x="392" y="249"/>
                </a:lnTo>
                <a:lnTo>
                  <a:pt x="0" y="249"/>
                </a:lnTo>
                <a:lnTo>
                  <a:pt x="0" y="0"/>
                </a:lnTo>
                <a:close/>
              </a:path>
            </a:pathLst>
          </a:custGeom>
          <a:solidFill>
            <a:srgbClr val="F2E4DC"/>
          </a:solidFill>
          <a:ln w="5400">
            <a:solidFill>
              <a:srgbClr val="FFFFFF"/>
            </a:solidFill>
            <a:miter/>
          </a:ln>
        </p:spPr>
        <p:txBody>
          <a:bodyPr lIns="2520" tIns="2520" rIns="2520" bIns="25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263" name=""/>
          <p:cNvSpPr/>
          <p:nvPr/>
        </p:nvSpPr>
        <p:spPr>
          <a:xfrm>
            <a:off x="1408320" y="5011200"/>
            <a:ext cx="141120" cy="89280"/>
          </a:xfrm>
          <a:custGeom>
            <a:avLst/>
            <a:gdLst/>
            <a:ahLst/>
            <a:rect l="0" t="0" r="r" b="b"/>
            <a:pathLst>
              <a:path w="392" h="248">
                <a:moveTo>
                  <a:pt x="0" y="0"/>
                </a:moveTo>
                <a:lnTo>
                  <a:pt x="392" y="0"/>
                </a:lnTo>
                <a:lnTo>
                  <a:pt x="392" y="248"/>
                </a:lnTo>
                <a:lnTo>
                  <a:pt x="0" y="248"/>
                </a:lnTo>
                <a:lnTo>
                  <a:pt x="0" y="0"/>
                </a:lnTo>
                <a:close/>
              </a:path>
            </a:pathLst>
          </a:custGeom>
          <a:solidFill>
            <a:srgbClr val="DFE4EA"/>
          </a:solidFill>
          <a:ln w="5400">
            <a:solidFill>
              <a:srgbClr val="FFFFFF"/>
            </a:solidFill>
            <a:miter/>
          </a:ln>
        </p:spPr>
        <p:txBody>
          <a:bodyPr lIns="2520" tIns="2520" rIns="2520" bIns="25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264" name=""/>
          <p:cNvSpPr/>
          <p:nvPr/>
        </p:nvSpPr>
        <p:spPr>
          <a:xfrm>
            <a:off x="1408320" y="4654440"/>
            <a:ext cx="141120" cy="89280"/>
          </a:xfrm>
          <a:custGeom>
            <a:avLst/>
            <a:gdLst/>
            <a:ahLst/>
            <a:rect l="0" t="0" r="r" b="b"/>
            <a:pathLst>
              <a:path w="392" h="248">
                <a:moveTo>
                  <a:pt x="0" y="0"/>
                </a:moveTo>
                <a:lnTo>
                  <a:pt x="392" y="0"/>
                </a:lnTo>
                <a:lnTo>
                  <a:pt x="392" y="248"/>
                </a:lnTo>
                <a:lnTo>
                  <a:pt x="0" y="248"/>
                </a:lnTo>
                <a:lnTo>
                  <a:pt x="0" y="0"/>
                </a:lnTo>
                <a:close/>
              </a:path>
            </a:pathLst>
          </a:custGeom>
          <a:solidFill>
            <a:srgbClr val="DCE3E9"/>
          </a:solidFill>
          <a:ln w="5400">
            <a:solidFill>
              <a:srgbClr val="FFFFFF"/>
            </a:solidFill>
            <a:miter/>
          </a:ln>
        </p:spPr>
        <p:txBody>
          <a:bodyPr lIns="2520" tIns="2520" rIns="2520" bIns="25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265" name=""/>
          <p:cNvSpPr/>
          <p:nvPr/>
        </p:nvSpPr>
        <p:spPr>
          <a:xfrm>
            <a:off x="1408320" y="4029840"/>
            <a:ext cx="141120" cy="89640"/>
          </a:xfrm>
          <a:custGeom>
            <a:avLst/>
            <a:gdLst/>
            <a:ahLst/>
            <a:rect l="0" t="0" r="r" b="b"/>
            <a:pathLst>
              <a:path w="392" h="249">
                <a:moveTo>
                  <a:pt x="0" y="0"/>
                </a:moveTo>
                <a:lnTo>
                  <a:pt x="392" y="0"/>
                </a:lnTo>
                <a:lnTo>
                  <a:pt x="392" y="249"/>
                </a:lnTo>
                <a:lnTo>
                  <a:pt x="0" y="249"/>
                </a:lnTo>
                <a:lnTo>
                  <a:pt x="0" y="0"/>
                </a:lnTo>
                <a:close/>
              </a:path>
            </a:pathLst>
          </a:custGeom>
          <a:solidFill>
            <a:srgbClr val="E3E7EB"/>
          </a:solidFill>
          <a:ln w="5400">
            <a:solidFill>
              <a:srgbClr val="FFFFFF"/>
            </a:solidFill>
            <a:miter/>
          </a:ln>
        </p:spPr>
        <p:txBody>
          <a:bodyPr lIns="2520" tIns="2520" rIns="2520" bIns="25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266" name=""/>
          <p:cNvSpPr/>
          <p:nvPr/>
        </p:nvSpPr>
        <p:spPr>
          <a:xfrm>
            <a:off x="1408320" y="2870280"/>
            <a:ext cx="141120" cy="89280"/>
          </a:xfrm>
          <a:custGeom>
            <a:avLst/>
            <a:gdLst/>
            <a:ahLst/>
            <a:rect l="0" t="0" r="r" b="b"/>
            <a:pathLst>
              <a:path w="392" h="248">
                <a:moveTo>
                  <a:pt x="0" y="0"/>
                </a:moveTo>
                <a:lnTo>
                  <a:pt x="392" y="0"/>
                </a:lnTo>
                <a:lnTo>
                  <a:pt x="392" y="248"/>
                </a:lnTo>
                <a:lnTo>
                  <a:pt x="0" y="248"/>
                </a:lnTo>
                <a:lnTo>
                  <a:pt x="0" y="0"/>
                </a:lnTo>
                <a:close/>
              </a:path>
            </a:pathLst>
          </a:custGeom>
          <a:solidFill>
            <a:srgbClr val="D1DCE7"/>
          </a:solidFill>
          <a:ln w="5400">
            <a:solidFill>
              <a:srgbClr val="FFFFFF"/>
            </a:solidFill>
            <a:miter/>
          </a:ln>
        </p:spPr>
        <p:txBody>
          <a:bodyPr lIns="2520" tIns="2520" rIns="2520" bIns="25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267" name=""/>
          <p:cNvSpPr/>
          <p:nvPr/>
        </p:nvSpPr>
        <p:spPr>
          <a:xfrm>
            <a:off x="1408320" y="4743360"/>
            <a:ext cx="141120" cy="89640"/>
          </a:xfrm>
          <a:custGeom>
            <a:avLst/>
            <a:gdLst/>
            <a:ahLst/>
            <a:rect l="0" t="0" r="r" b="b"/>
            <a:pathLst>
              <a:path w="392" h="249">
                <a:moveTo>
                  <a:pt x="0" y="0"/>
                </a:moveTo>
                <a:lnTo>
                  <a:pt x="392" y="0"/>
                </a:lnTo>
                <a:lnTo>
                  <a:pt x="392" y="249"/>
                </a:lnTo>
                <a:lnTo>
                  <a:pt x="0" y="249"/>
                </a:lnTo>
                <a:lnTo>
                  <a:pt x="0" y="0"/>
                </a:lnTo>
                <a:close/>
              </a:path>
            </a:pathLst>
          </a:custGeom>
          <a:solidFill>
            <a:srgbClr val="F2E1D9"/>
          </a:solidFill>
          <a:ln w="5400">
            <a:solidFill>
              <a:srgbClr val="FFFFFF"/>
            </a:solidFill>
            <a:miter/>
          </a:ln>
        </p:spPr>
        <p:txBody>
          <a:bodyPr lIns="2520" tIns="2520" rIns="2520" bIns="25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268" name=""/>
          <p:cNvSpPr/>
          <p:nvPr/>
        </p:nvSpPr>
        <p:spPr>
          <a:xfrm>
            <a:off x="1408320" y="4475880"/>
            <a:ext cx="141120" cy="89640"/>
          </a:xfrm>
          <a:custGeom>
            <a:avLst/>
            <a:gdLst/>
            <a:ahLst/>
            <a:rect l="0" t="0" r="r" b="b"/>
            <a:pathLst>
              <a:path w="392" h="249">
                <a:moveTo>
                  <a:pt x="0" y="0"/>
                </a:moveTo>
                <a:lnTo>
                  <a:pt x="392" y="0"/>
                </a:lnTo>
                <a:lnTo>
                  <a:pt x="392" y="249"/>
                </a:lnTo>
                <a:lnTo>
                  <a:pt x="0" y="249"/>
                </a:lnTo>
                <a:lnTo>
                  <a:pt x="0" y="0"/>
                </a:lnTo>
                <a:close/>
              </a:path>
            </a:pathLst>
          </a:custGeom>
          <a:solidFill>
            <a:srgbClr val="D2DDE7"/>
          </a:solidFill>
          <a:ln w="5400">
            <a:solidFill>
              <a:srgbClr val="FFFFFF"/>
            </a:solidFill>
            <a:miter/>
          </a:ln>
        </p:spPr>
        <p:txBody>
          <a:bodyPr lIns="2520" tIns="2520" rIns="2520" bIns="25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269" name=""/>
          <p:cNvSpPr/>
          <p:nvPr/>
        </p:nvSpPr>
        <p:spPr>
          <a:xfrm>
            <a:off x="1408320" y="4297320"/>
            <a:ext cx="141120" cy="89640"/>
          </a:xfrm>
          <a:custGeom>
            <a:avLst/>
            <a:gdLst/>
            <a:ahLst/>
            <a:rect l="0" t="0" r="r" b="b"/>
            <a:pathLst>
              <a:path w="392" h="249">
                <a:moveTo>
                  <a:pt x="0" y="0"/>
                </a:moveTo>
                <a:lnTo>
                  <a:pt x="392" y="0"/>
                </a:lnTo>
                <a:lnTo>
                  <a:pt x="392" y="249"/>
                </a:lnTo>
                <a:lnTo>
                  <a:pt x="0" y="249"/>
                </a:lnTo>
                <a:lnTo>
                  <a:pt x="0" y="0"/>
                </a:lnTo>
                <a:close/>
              </a:path>
            </a:pathLst>
          </a:custGeom>
          <a:solidFill>
            <a:srgbClr val="D1DCE7"/>
          </a:solidFill>
          <a:ln w="5400">
            <a:solidFill>
              <a:srgbClr val="FFFFFF"/>
            </a:solidFill>
            <a:miter/>
          </a:ln>
        </p:spPr>
        <p:txBody>
          <a:bodyPr lIns="2520" tIns="2520" rIns="2520" bIns="25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270" name=""/>
          <p:cNvSpPr/>
          <p:nvPr/>
        </p:nvSpPr>
        <p:spPr>
          <a:xfrm>
            <a:off x="1549080" y="3137760"/>
            <a:ext cx="141480" cy="89640"/>
          </a:xfrm>
          <a:custGeom>
            <a:avLst/>
            <a:gdLst/>
            <a:ahLst/>
            <a:rect l="0" t="0" r="r" b="b"/>
            <a:pathLst>
              <a:path w="393" h="249">
                <a:moveTo>
                  <a:pt x="0" y="0"/>
                </a:moveTo>
                <a:lnTo>
                  <a:pt x="393" y="0"/>
                </a:lnTo>
                <a:lnTo>
                  <a:pt x="393" y="249"/>
                </a:lnTo>
                <a:lnTo>
                  <a:pt x="0" y="249"/>
                </a:lnTo>
                <a:lnTo>
                  <a:pt x="0" y="0"/>
                </a:lnTo>
                <a:close/>
              </a:path>
            </a:pathLst>
          </a:custGeom>
          <a:solidFill>
            <a:srgbClr val="CCD9E6"/>
          </a:solidFill>
          <a:ln w="5400">
            <a:solidFill>
              <a:srgbClr val="FFFFFF"/>
            </a:solidFill>
            <a:miter/>
          </a:ln>
        </p:spPr>
        <p:txBody>
          <a:bodyPr lIns="2520" tIns="2520" rIns="2520" bIns="25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271" name=""/>
          <p:cNvSpPr/>
          <p:nvPr/>
        </p:nvSpPr>
        <p:spPr>
          <a:xfrm>
            <a:off x="1549080" y="4208400"/>
            <a:ext cx="141480" cy="89280"/>
          </a:xfrm>
          <a:custGeom>
            <a:avLst/>
            <a:gdLst/>
            <a:ahLst/>
            <a:rect l="0" t="0" r="r" b="b"/>
            <a:pathLst>
              <a:path w="393" h="248">
                <a:moveTo>
                  <a:pt x="0" y="0"/>
                </a:moveTo>
                <a:lnTo>
                  <a:pt x="393" y="0"/>
                </a:lnTo>
                <a:lnTo>
                  <a:pt x="393" y="248"/>
                </a:lnTo>
                <a:lnTo>
                  <a:pt x="0" y="248"/>
                </a:lnTo>
                <a:lnTo>
                  <a:pt x="0" y="0"/>
                </a:lnTo>
                <a:close/>
              </a:path>
            </a:pathLst>
          </a:custGeom>
          <a:solidFill>
            <a:srgbClr val="F1D9CE"/>
          </a:solidFill>
          <a:ln w="5400">
            <a:solidFill>
              <a:srgbClr val="FFFFFF"/>
            </a:solidFill>
            <a:miter/>
          </a:ln>
        </p:spPr>
        <p:txBody>
          <a:bodyPr lIns="2520" tIns="2520" rIns="2520" bIns="25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272" name=""/>
          <p:cNvSpPr/>
          <p:nvPr/>
        </p:nvSpPr>
        <p:spPr>
          <a:xfrm>
            <a:off x="1549080" y="4565160"/>
            <a:ext cx="141480" cy="89640"/>
          </a:xfrm>
          <a:custGeom>
            <a:avLst/>
            <a:gdLst/>
            <a:ahLst/>
            <a:rect l="0" t="0" r="r" b="b"/>
            <a:pathLst>
              <a:path w="393" h="249">
                <a:moveTo>
                  <a:pt x="0" y="0"/>
                </a:moveTo>
                <a:lnTo>
                  <a:pt x="393" y="0"/>
                </a:lnTo>
                <a:lnTo>
                  <a:pt x="393" y="249"/>
                </a:lnTo>
                <a:lnTo>
                  <a:pt x="0" y="249"/>
                </a:lnTo>
                <a:lnTo>
                  <a:pt x="0" y="0"/>
                </a:lnTo>
                <a:close/>
              </a:path>
            </a:pathLst>
          </a:custGeom>
          <a:solidFill>
            <a:srgbClr val="E1E6EA"/>
          </a:solidFill>
          <a:ln w="5400">
            <a:solidFill>
              <a:srgbClr val="FFFFFF"/>
            </a:solidFill>
            <a:miter/>
          </a:ln>
        </p:spPr>
        <p:txBody>
          <a:bodyPr lIns="2520" tIns="2520" rIns="2520" bIns="25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273" name=""/>
          <p:cNvSpPr/>
          <p:nvPr/>
        </p:nvSpPr>
        <p:spPr>
          <a:xfrm>
            <a:off x="1549080" y="5100480"/>
            <a:ext cx="141480" cy="89280"/>
          </a:xfrm>
          <a:custGeom>
            <a:avLst/>
            <a:gdLst/>
            <a:ahLst/>
            <a:rect l="0" t="0" r="r" b="b"/>
            <a:pathLst>
              <a:path w="393" h="248">
                <a:moveTo>
                  <a:pt x="0" y="0"/>
                </a:moveTo>
                <a:lnTo>
                  <a:pt x="393" y="0"/>
                </a:lnTo>
                <a:lnTo>
                  <a:pt x="393" y="248"/>
                </a:lnTo>
                <a:lnTo>
                  <a:pt x="0" y="248"/>
                </a:lnTo>
                <a:lnTo>
                  <a:pt x="0" y="0"/>
                </a:lnTo>
                <a:close/>
              </a:path>
            </a:pathLst>
          </a:custGeom>
          <a:solidFill>
            <a:srgbClr val="E6EAEB"/>
          </a:solidFill>
          <a:ln w="5400">
            <a:solidFill>
              <a:srgbClr val="FFFFFF"/>
            </a:solidFill>
            <a:miter/>
          </a:ln>
        </p:spPr>
        <p:txBody>
          <a:bodyPr lIns="2520" tIns="2520" rIns="2520" bIns="25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274" name=""/>
          <p:cNvSpPr/>
          <p:nvPr/>
        </p:nvSpPr>
        <p:spPr>
          <a:xfrm>
            <a:off x="1549080" y="2781000"/>
            <a:ext cx="141480" cy="89640"/>
          </a:xfrm>
          <a:custGeom>
            <a:avLst/>
            <a:gdLst/>
            <a:ahLst/>
            <a:rect l="0" t="0" r="r" b="b"/>
            <a:pathLst>
              <a:path w="393" h="249">
                <a:moveTo>
                  <a:pt x="0" y="0"/>
                </a:moveTo>
                <a:lnTo>
                  <a:pt x="393" y="0"/>
                </a:lnTo>
                <a:lnTo>
                  <a:pt x="393" y="249"/>
                </a:lnTo>
                <a:lnTo>
                  <a:pt x="0" y="249"/>
                </a:lnTo>
                <a:lnTo>
                  <a:pt x="0" y="0"/>
                </a:lnTo>
                <a:close/>
              </a:path>
            </a:pathLst>
          </a:custGeom>
          <a:solidFill>
            <a:srgbClr val="F1F0ED"/>
          </a:solidFill>
          <a:ln w="5400">
            <a:solidFill>
              <a:srgbClr val="FFFFFF"/>
            </a:solidFill>
            <a:miter/>
          </a:ln>
        </p:spPr>
        <p:txBody>
          <a:bodyPr lIns="2520" tIns="2520" rIns="2520" bIns="25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275" name=""/>
          <p:cNvSpPr/>
          <p:nvPr/>
        </p:nvSpPr>
        <p:spPr>
          <a:xfrm>
            <a:off x="1549080" y="4832640"/>
            <a:ext cx="141480" cy="89640"/>
          </a:xfrm>
          <a:custGeom>
            <a:avLst/>
            <a:gdLst/>
            <a:ahLst/>
            <a:rect l="0" t="0" r="r" b="b"/>
            <a:pathLst>
              <a:path w="393" h="249">
                <a:moveTo>
                  <a:pt x="0" y="0"/>
                </a:moveTo>
                <a:lnTo>
                  <a:pt x="393" y="0"/>
                </a:lnTo>
                <a:lnTo>
                  <a:pt x="393" y="249"/>
                </a:lnTo>
                <a:lnTo>
                  <a:pt x="0" y="249"/>
                </a:lnTo>
                <a:lnTo>
                  <a:pt x="0" y="0"/>
                </a:lnTo>
                <a:close/>
              </a:path>
            </a:pathLst>
          </a:custGeom>
          <a:solidFill>
            <a:srgbClr val="E2E6EA"/>
          </a:solidFill>
          <a:ln w="5400">
            <a:solidFill>
              <a:srgbClr val="FFFFFF"/>
            </a:solidFill>
            <a:miter/>
          </a:ln>
        </p:spPr>
        <p:txBody>
          <a:bodyPr lIns="2520" tIns="2520" rIns="2520" bIns="25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276" name=""/>
          <p:cNvSpPr/>
          <p:nvPr/>
        </p:nvSpPr>
        <p:spPr>
          <a:xfrm>
            <a:off x="1549080" y="3227040"/>
            <a:ext cx="141480" cy="89640"/>
          </a:xfrm>
          <a:custGeom>
            <a:avLst/>
            <a:gdLst/>
            <a:ahLst/>
            <a:rect l="0" t="0" r="r" b="b"/>
            <a:pathLst>
              <a:path w="393" h="249">
                <a:moveTo>
                  <a:pt x="0" y="0"/>
                </a:moveTo>
                <a:lnTo>
                  <a:pt x="393" y="0"/>
                </a:lnTo>
                <a:lnTo>
                  <a:pt x="393" y="249"/>
                </a:lnTo>
                <a:lnTo>
                  <a:pt x="0" y="249"/>
                </a:lnTo>
                <a:lnTo>
                  <a:pt x="0" y="0"/>
                </a:lnTo>
                <a:close/>
              </a:path>
            </a:pathLst>
          </a:custGeom>
          <a:solidFill>
            <a:srgbClr val="F1D4C6"/>
          </a:solidFill>
          <a:ln w="5400">
            <a:solidFill>
              <a:srgbClr val="FFFFFF"/>
            </a:solidFill>
            <a:miter/>
          </a:ln>
        </p:spPr>
        <p:txBody>
          <a:bodyPr lIns="2520" tIns="2520" rIns="2520" bIns="25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277" name=""/>
          <p:cNvSpPr/>
          <p:nvPr/>
        </p:nvSpPr>
        <p:spPr>
          <a:xfrm>
            <a:off x="1549080" y="2513160"/>
            <a:ext cx="141480" cy="89640"/>
          </a:xfrm>
          <a:custGeom>
            <a:avLst/>
            <a:gdLst/>
            <a:ahLst/>
            <a:rect l="0" t="0" r="r" b="b"/>
            <a:pathLst>
              <a:path w="393" h="249">
                <a:moveTo>
                  <a:pt x="0" y="0"/>
                </a:moveTo>
                <a:lnTo>
                  <a:pt x="393" y="0"/>
                </a:lnTo>
                <a:lnTo>
                  <a:pt x="393" y="249"/>
                </a:lnTo>
                <a:lnTo>
                  <a:pt x="0" y="249"/>
                </a:lnTo>
                <a:lnTo>
                  <a:pt x="0" y="0"/>
                </a:lnTo>
                <a:close/>
              </a:path>
            </a:pathLst>
          </a:custGeom>
          <a:solidFill>
            <a:srgbClr val="E9A083"/>
          </a:solidFill>
          <a:ln w="5400">
            <a:solidFill>
              <a:srgbClr val="FFFFFF"/>
            </a:solidFill>
            <a:miter/>
          </a:ln>
        </p:spPr>
        <p:txBody>
          <a:bodyPr lIns="2520" tIns="2520" rIns="2520" bIns="25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278" name=""/>
          <p:cNvSpPr/>
          <p:nvPr/>
        </p:nvSpPr>
        <p:spPr>
          <a:xfrm>
            <a:off x="1549080" y="3405240"/>
            <a:ext cx="141480" cy="89640"/>
          </a:xfrm>
          <a:custGeom>
            <a:avLst/>
            <a:gdLst/>
            <a:ahLst/>
            <a:rect l="0" t="0" r="r" b="b"/>
            <a:pathLst>
              <a:path w="393" h="249">
                <a:moveTo>
                  <a:pt x="0" y="0"/>
                </a:moveTo>
                <a:lnTo>
                  <a:pt x="393" y="0"/>
                </a:lnTo>
                <a:lnTo>
                  <a:pt x="393" y="249"/>
                </a:lnTo>
                <a:lnTo>
                  <a:pt x="0" y="249"/>
                </a:lnTo>
                <a:lnTo>
                  <a:pt x="0" y="0"/>
                </a:lnTo>
                <a:close/>
              </a:path>
            </a:pathLst>
          </a:custGeom>
          <a:solidFill>
            <a:srgbClr val="E0E5EA"/>
          </a:solidFill>
          <a:ln w="5400">
            <a:solidFill>
              <a:srgbClr val="FFFFFF"/>
            </a:solidFill>
            <a:miter/>
          </a:ln>
        </p:spPr>
        <p:txBody>
          <a:bodyPr lIns="2520" tIns="2520" rIns="2520" bIns="25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279" name=""/>
          <p:cNvSpPr/>
          <p:nvPr/>
        </p:nvSpPr>
        <p:spPr>
          <a:xfrm>
            <a:off x="1549080" y="4921920"/>
            <a:ext cx="141480" cy="89640"/>
          </a:xfrm>
          <a:custGeom>
            <a:avLst/>
            <a:gdLst/>
            <a:ahLst/>
            <a:rect l="0" t="0" r="r" b="b"/>
            <a:pathLst>
              <a:path w="393" h="249">
                <a:moveTo>
                  <a:pt x="0" y="0"/>
                </a:moveTo>
                <a:lnTo>
                  <a:pt x="393" y="0"/>
                </a:lnTo>
                <a:lnTo>
                  <a:pt x="393" y="249"/>
                </a:lnTo>
                <a:lnTo>
                  <a:pt x="0" y="249"/>
                </a:lnTo>
                <a:lnTo>
                  <a:pt x="0" y="0"/>
                </a:lnTo>
                <a:close/>
              </a:path>
            </a:pathLst>
          </a:custGeom>
          <a:solidFill>
            <a:srgbClr val="E0E5EA"/>
          </a:solidFill>
          <a:ln w="5400">
            <a:solidFill>
              <a:srgbClr val="FFFFFF"/>
            </a:solidFill>
            <a:miter/>
          </a:ln>
        </p:spPr>
        <p:txBody>
          <a:bodyPr lIns="2520" tIns="2520" rIns="2520" bIns="25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280" name=""/>
          <p:cNvSpPr/>
          <p:nvPr/>
        </p:nvSpPr>
        <p:spPr>
          <a:xfrm>
            <a:off x="1549080" y="2602440"/>
            <a:ext cx="141480" cy="89640"/>
          </a:xfrm>
          <a:custGeom>
            <a:avLst/>
            <a:gdLst/>
            <a:ahLst/>
            <a:rect l="0" t="0" r="r" b="b"/>
            <a:pathLst>
              <a:path w="393" h="249">
                <a:moveTo>
                  <a:pt x="0" y="0"/>
                </a:moveTo>
                <a:lnTo>
                  <a:pt x="393" y="0"/>
                </a:lnTo>
                <a:lnTo>
                  <a:pt x="393" y="249"/>
                </a:lnTo>
                <a:lnTo>
                  <a:pt x="0" y="249"/>
                </a:lnTo>
                <a:lnTo>
                  <a:pt x="0" y="0"/>
                </a:lnTo>
                <a:close/>
              </a:path>
            </a:pathLst>
          </a:custGeom>
          <a:solidFill>
            <a:srgbClr val="F1D9CE"/>
          </a:solidFill>
          <a:ln w="5400">
            <a:solidFill>
              <a:srgbClr val="FFFFFF"/>
            </a:solidFill>
            <a:miter/>
          </a:ln>
        </p:spPr>
        <p:txBody>
          <a:bodyPr lIns="2520" tIns="2520" rIns="2520" bIns="25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281" name=""/>
          <p:cNvSpPr/>
          <p:nvPr/>
        </p:nvSpPr>
        <p:spPr>
          <a:xfrm>
            <a:off x="1549080" y="3762360"/>
            <a:ext cx="141480" cy="89280"/>
          </a:xfrm>
          <a:custGeom>
            <a:avLst/>
            <a:gdLst/>
            <a:ahLst/>
            <a:rect l="0" t="0" r="r" b="b"/>
            <a:pathLst>
              <a:path w="393" h="248">
                <a:moveTo>
                  <a:pt x="0" y="0"/>
                </a:moveTo>
                <a:lnTo>
                  <a:pt x="393" y="0"/>
                </a:lnTo>
                <a:lnTo>
                  <a:pt x="393" y="248"/>
                </a:lnTo>
                <a:lnTo>
                  <a:pt x="0" y="248"/>
                </a:lnTo>
                <a:lnTo>
                  <a:pt x="0" y="0"/>
                </a:lnTo>
                <a:close/>
              </a:path>
            </a:pathLst>
          </a:custGeom>
          <a:solidFill>
            <a:srgbClr val="CED9E6"/>
          </a:solidFill>
          <a:ln w="5400">
            <a:solidFill>
              <a:srgbClr val="FFFFFF"/>
            </a:solidFill>
            <a:miter/>
          </a:ln>
        </p:spPr>
        <p:txBody>
          <a:bodyPr lIns="2520" tIns="2520" rIns="2520" bIns="25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282" name=""/>
          <p:cNvSpPr/>
          <p:nvPr/>
        </p:nvSpPr>
        <p:spPr>
          <a:xfrm>
            <a:off x="1549080" y="4119120"/>
            <a:ext cx="141480" cy="89640"/>
          </a:xfrm>
          <a:custGeom>
            <a:avLst/>
            <a:gdLst/>
            <a:ahLst/>
            <a:rect l="0" t="0" r="r" b="b"/>
            <a:pathLst>
              <a:path w="393" h="249">
                <a:moveTo>
                  <a:pt x="0" y="0"/>
                </a:moveTo>
                <a:lnTo>
                  <a:pt x="393" y="0"/>
                </a:lnTo>
                <a:lnTo>
                  <a:pt x="393" y="249"/>
                </a:lnTo>
                <a:lnTo>
                  <a:pt x="0" y="249"/>
                </a:lnTo>
                <a:lnTo>
                  <a:pt x="0" y="0"/>
                </a:lnTo>
                <a:close/>
              </a:path>
            </a:pathLst>
          </a:custGeom>
          <a:solidFill>
            <a:srgbClr val="F2E9E3"/>
          </a:solidFill>
          <a:ln w="5400">
            <a:solidFill>
              <a:srgbClr val="FFFFFF"/>
            </a:solidFill>
            <a:miter/>
          </a:ln>
        </p:spPr>
        <p:txBody>
          <a:bodyPr lIns="2520" tIns="2520" rIns="2520" bIns="25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283" name=""/>
          <p:cNvSpPr/>
          <p:nvPr/>
        </p:nvSpPr>
        <p:spPr>
          <a:xfrm>
            <a:off x="1549080" y="2424240"/>
            <a:ext cx="141480" cy="89280"/>
          </a:xfrm>
          <a:custGeom>
            <a:avLst/>
            <a:gdLst/>
            <a:ahLst/>
            <a:rect l="0" t="0" r="r" b="b"/>
            <a:pathLst>
              <a:path w="393" h="248">
                <a:moveTo>
                  <a:pt x="0" y="0"/>
                </a:moveTo>
                <a:lnTo>
                  <a:pt x="393" y="0"/>
                </a:lnTo>
                <a:lnTo>
                  <a:pt x="393" y="248"/>
                </a:lnTo>
                <a:lnTo>
                  <a:pt x="0" y="248"/>
                </a:lnTo>
                <a:lnTo>
                  <a:pt x="0" y="0"/>
                </a:lnTo>
                <a:close/>
              </a:path>
            </a:pathLst>
          </a:custGeom>
          <a:solidFill>
            <a:srgbClr val="E9A386"/>
          </a:solidFill>
          <a:ln w="5400">
            <a:solidFill>
              <a:srgbClr val="FFFFFF"/>
            </a:solidFill>
            <a:miter/>
          </a:ln>
        </p:spPr>
        <p:txBody>
          <a:bodyPr lIns="2520" tIns="2520" rIns="2520" bIns="25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284" name=""/>
          <p:cNvSpPr/>
          <p:nvPr/>
        </p:nvSpPr>
        <p:spPr>
          <a:xfrm>
            <a:off x="1549080" y="2691720"/>
            <a:ext cx="141480" cy="89640"/>
          </a:xfrm>
          <a:custGeom>
            <a:avLst/>
            <a:gdLst/>
            <a:ahLst/>
            <a:rect l="0" t="0" r="r" b="b"/>
            <a:pathLst>
              <a:path w="393" h="249">
                <a:moveTo>
                  <a:pt x="0" y="0"/>
                </a:moveTo>
                <a:lnTo>
                  <a:pt x="393" y="0"/>
                </a:lnTo>
                <a:lnTo>
                  <a:pt x="393" y="249"/>
                </a:lnTo>
                <a:lnTo>
                  <a:pt x="0" y="249"/>
                </a:lnTo>
                <a:lnTo>
                  <a:pt x="0" y="0"/>
                </a:lnTo>
                <a:close/>
              </a:path>
            </a:pathLst>
          </a:custGeom>
          <a:solidFill>
            <a:srgbClr val="F2EBE6"/>
          </a:solidFill>
          <a:ln w="5400">
            <a:solidFill>
              <a:srgbClr val="FFFFFF"/>
            </a:solidFill>
            <a:miter/>
          </a:ln>
        </p:spPr>
        <p:txBody>
          <a:bodyPr lIns="2520" tIns="2520" rIns="2520" bIns="25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285" name=""/>
          <p:cNvSpPr/>
          <p:nvPr/>
        </p:nvSpPr>
        <p:spPr>
          <a:xfrm>
            <a:off x="1549080" y="3851280"/>
            <a:ext cx="141480" cy="89640"/>
          </a:xfrm>
          <a:custGeom>
            <a:avLst/>
            <a:gdLst/>
            <a:ahLst/>
            <a:rect l="0" t="0" r="r" b="b"/>
            <a:pathLst>
              <a:path w="393" h="249">
                <a:moveTo>
                  <a:pt x="0" y="0"/>
                </a:moveTo>
                <a:lnTo>
                  <a:pt x="393" y="0"/>
                </a:lnTo>
                <a:lnTo>
                  <a:pt x="393" y="249"/>
                </a:lnTo>
                <a:lnTo>
                  <a:pt x="0" y="249"/>
                </a:lnTo>
                <a:lnTo>
                  <a:pt x="0" y="0"/>
                </a:lnTo>
                <a:close/>
              </a:path>
            </a:pathLst>
          </a:custGeom>
          <a:solidFill>
            <a:srgbClr val="D0DAE6"/>
          </a:solidFill>
          <a:ln w="5400">
            <a:solidFill>
              <a:srgbClr val="FFFFFF"/>
            </a:solidFill>
            <a:miter/>
          </a:ln>
        </p:spPr>
        <p:txBody>
          <a:bodyPr lIns="2520" tIns="2520" rIns="2520" bIns="25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286" name=""/>
          <p:cNvSpPr/>
          <p:nvPr/>
        </p:nvSpPr>
        <p:spPr>
          <a:xfrm>
            <a:off x="1549080" y="3583800"/>
            <a:ext cx="141480" cy="89640"/>
          </a:xfrm>
          <a:custGeom>
            <a:avLst/>
            <a:gdLst/>
            <a:ahLst/>
            <a:rect l="0" t="0" r="r" b="b"/>
            <a:pathLst>
              <a:path w="393" h="249">
                <a:moveTo>
                  <a:pt x="0" y="0"/>
                </a:moveTo>
                <a:lnTo>
                  <a:pt x="393" y="0"/>
                </a:lnTo>
                <a:lnTo>
                  <a:pt x="393" y="249"/>
                </a:lnTo>
                <a:lnTo>
                  <a:pt x="0" y="249"/>
                </a:lnTo>
                <a:lnTo>
                  <a:pt x="0" y="0"/>
                </a:lnTo>
                <a:close/>
              </a:path>
            </a:pathLst>
          </a:custGeom>
          <a:solidFill>
            <a:srgbClr val="F2E4DC"/>
          </a:solidFill>
          <a:ln w="5400">
            <a:solidFill>
              <a:srgbClr val="FFFFFF"/>
            </a:solidFill>
            <a:miter/>
          </a:ln>
        </p:spPr>
        <p:txBody>
          <a:bodyPr lIns="2520" tIns="2520" rIns="2520" bIns="25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287" name=""/>
          <p:cNvSpPr/>
          <p:nvPr/>
        </p:nvSpPr>
        <p:spPr>
          <a:xfrm>
            <a:off x="1549080" y="3316320"/>
            <a:ext cx="141480" cy="89280"/>
          </a:xfrm>
          <a:custGeom>
            <a:avLst/>
            <a:gdLst/>
            <a:ahLst/>
            <a:rect l="0" t="0" r="r" b="b"/>
            <a:pathLst>
              <a:path w="393" h="248">
                <a:moveTo>
                  <a:pt x="0" y="0"/>
                </a:moveTo>
                <a:lnTo>
                  <a:pt x="393" y="0"/>
                </a:lnTo>
                <a:lnTo>
                  <a:pt x="393" y="248"/>
                </a:lnTo>
                <a:lnTo>
                  <a:pt x="0" y="248"/>
                </a:lnTo>
                <a:lnTo>
                  <a:pt x="0" y="0"/>
                </a:lnTo>
                <a:close/>
              </a:path>
            </a:pathLst>
          </a:custGeom>
          <a:solidFill>
            <a:srgbClr val="F1D7CB"/>
          </a:solidFill>
          <a:ln w="5400">
            <a:solidFill>
              <a:srgbClr val="FFFFFF"/>
            </a:solidFill>
            <a:miter/>
          </a:ln>
        </p:spPr>
        <p:txBody>
          <a:bodyPr lIns="2520" tIns="2520" rIns="2520" bIns="25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288" name=""/>
          <p:cNvSpPr/>
          <p:nvPr/>
        </p:nvSpPr>
        <p:spPr>
          <a:xfrm>
            <a:off x="1549080" y="3673080"/>
            <a:ext cx="141480" cy="89640"/>
          </a:xfrm>
          <a:custGeom>
            <a:avLst/>
            <a:gdLst/>
            <a:ahLst/>
            <a:rect l="0" t="0" r="r" b="b"/>
            <a:pathLst>
              <a:path w="393" h="249">
                <a:moveTo>
                  <a:pt x="0" y="0"/>
                </a:moveTo>
                <a:lnTo>
                  <a:pt x="393" y="0"/>
                </a:lnTo>
                <a:lnTo>
                  <a:pt x="393" y="249"/>
                </a:lnTo>
                <a:lnTo>
                  <a:pt x="0" y="249"/>
                </a:lnTo>
                <a:lnTo>
                  <a:pt x="0" y="0"/>
                </a:lnTo>
                <a:close/>
              </a:path>
            </a:pathLst>
          </a:custGeom>
          <a:solidFill>
            <a:srgbClr val="D5DFE8"/>
          </a:solidFill>
          <a:ln w="5400">
            <a:solidFill>
              <a:srgbClr val="FFFFFF"/>
            </a:solidFill>
            <a:miter/>
          </a:ln>
        </p:spPr>
        <p:txBody>
          <a:bodyPr lIns="2520" tIns="2520" rIns="2520" bIns="25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289" name=""/>
          <p:cNvSpPr/>
          <p:nvPr/>
        </p:nvSpPr>
        <p:spPr>
          <a:xfrm>
            <a:off x="1549080" y="3494520"/>
            <a:ext cx="141480" cy="89640"/>
          </a:xfrm>
          <a:custGeom>
            <a:avLst/>
            <a:gdLst/>
            <a:ahLst/>
            <a:rect l="0" t="0" r="r" b="b"/>
            <a:pathLst>
              <a:path w="393" h="249">
                <a:moveTo>
                  <a:pt x="0" y="0"/>
                </a:moveTo>
                <a:lnTo>
                  <a:pt x="393" y="0"/>
                </a:lnTo>
                <a:lnTo>
                  <a:pt x="393" y="249"/>
                </a:lnTo>
                <a:lnTo>
                  <a:pt x="0" y="249"/>
                </a:lnTo>
                <a:lnTo>
                  <a:pt x="0" y="0"/>
                </a:lnTo>
                <a:close/>
              </a:path>
            </a:pathLst>
          </a:custGeom>
          <a:solidFill>
            <a:srgbClr val="DBE2E9"/>
          </a:solidFill>
          <a:ln w="5400">
            <a:solidFill>
              <a:srgbClr val="FFFFFF"/>
            </a:solidFill>
            <a:miter/>
          </a:ln>
        </p:spPr>
        <p:txBody>
          <a:bodyPr lIns="2520" tIns="2520" rIns="2520" bIns="25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290" name=""/>
          <p:cNvSpPr/>
          <p:nvPr/>
        </p:nvSpPr>
        <p:spPr>
          <a:xfrm>
            <a:off x="1549080" y="2959200"/>
            <a:ext cx="141480" cy="89640"/>
          </a:xfrm>
          <a:custGeom>
            <a:avLst/>
            <a:gdLst/>
            <a:ahLst/>
            <a:rect l="0" t="0" r="r" b="b"/>
            <a:pathLst>
              <a:path w="393" h="249">
                <a:moveTo>
                  <a:pt x="0" y="0"/>
                </a:moveTo>
                <a:lnTo>
                  <a:pt x="393" y="0"/>
                </a:lnTo>
                <a:lnTo>
                  <a:pt x="393" y="249"/>
                </a:lnTo>
                <a:lnTo>
                  <a:pt x="0" y="249"/>
                </a:lnTo>
                <a:lnTo>
                  <a:pt x="0" y="0"/>
                </a:lnTo>
                <a:close/>
              </a:path>
            </a:pathLst>
          </a:custGeom>
          <a:solidFill>
            <a:srgbClr val="E3E7EA"/>
          </a:solidFill>
          <a:ln w="5400">
            <a:solidFill>
              <a:srgbClr val="FFFFFF"/>
            </a:solidFill>
            <a:miter/>
          </a:ln>
        </p:spPr>
        <p:txBody>
          <a:bodyPr lIns="2520" tIns="2520" rIns="2520" bIns="25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291" name=""/>
          <p:cNvSpPr/>
          <p:nvPr/>
        </p:nvSpPr>
        <p:spPr>
          <a:xfrm>
            <a:off x="1549080" y="3940560"/>
            <a:ext cx="141480" cy="89640"/>
          </a:xfrm>
          <a:custGeom>
            <a:avLst/>
            <a:gdLst/>
            <a:ahLst/>
            <a:rect l="0" t="0" r="r" b="b"/>
            <a:pathLst>
              <a:path w="393" h="249">
                <a:moveTo>
                  <a:pt x="0" y="0"/>
                </a:moveTo>
                <a:lnTo>
                  <a:pt x="393" y="0"/>
                </a:lnTo>
                <a:lnTo>
                  <a:pt x="393" y="249"/>
                </a:lnTo>
                <a:lnTo>
                  <a:pt x="0" y="249"/>
                </a:lnTo>
                <a:lnTo>
                  <a:pt x="0" y="0"/>
                </a:lnTo>
                <a:close/>
              </a:path>
            </a:pathLst>
          </a:custGeom>
          <a:solidFill>
            <a:srgbClr val="E18562"/>
          </a:solidFill>
          <a:ln w="5400">
            <a:solidFill>
              <a:srgbClr val="FFFFFF"/>
            </a:solidFill>
            <a:miter/>
          </a:ln>
        </p:spPr>
        <p:txBody>
          <a:bodyPr lIns="2520" tIns="2520" rIns="2520" bIns="252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292" name=""/>
          <p:cNvSpPr/>
          <p:nvPr/>
        </p:nvSpPr>
        <p:spPr>
          <a:xfrm>
            <a:off x="1549080" y="4386600"/>
            <a:ext cx="141480" cy="89640"/>
          </a:xfrm>
          <a:custGeom>
            <a:avLst/>
            <a:gdLst/>
            <a:ahLst/>
            <a:rect l="0" t="0" r="r" b="b"/>
            <a:pathLst>
              <a:path w="393" h="249">
                <a:moveTo>
                  <a:pt x="0" y="0"/>
                </a:moveTo>
                <a:lnTo>
                  <a:pt x="393" y="0"/>
                </a:lnTo>
                <a:lnTo>
                  <a:pt x="393" y="249"/>
                </a:lnTo>
                <a:lnTo>
                  <a:pt x="0" y="249"/>
                </a:lnTo>
                <a:lnTo>
                  <a:pt x="0" y="0"/>
                </a:lnTo>
                <a:close/>
              </a:path>
            </a:pathLst>
          </a:custGeom>
          <a:solidFill>
            <a:srgbClr val="F2E3DB"/>
          </a:solidFill>
          <a:ln w="5400">
            <a:solidFill>
              <a:srgbClr val="FFFFFF"/>
            </a:solidFill>
            <a:miter/>
          </a:ln>
        </p:spPr>
        <p:txBody>
          <a:bodyPr lIns="2520" tIns="2520" rIns="2520" bIns="25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293" name=""/>
          <p:cNvSpPr/>
          <p:nvPr/>
        </p:nvSpPr>
        <p:spPr>
          <a:xfrm>
            <a:off x="1549080" y="5011200"/>
            <a:ext cx="141480" cy="89280"/>
          </a:xfrm>
          <a:custGeom>
            <a:avLst/>
            <a:gdLst/>
            <a:ahLst/>
            <a:rect l="0" t="0" r="r" b="b"/>
            <a:pathLst>
              <a:path w="393" h="248">
                <a:moveTo>
                  <a:pt x="0" y="0"/>
                </a:moveTo>
                <a:lnTo>
                  <a:pt x="393" y="0"/>
                </a:lnTo>
                <a:lnTo>
                  <a:pt x="393" y="248"/>
                </a:lnTo>
                <a:lnTo>
                  <a:pt x="0" y="248"/>
                </a:lnTo>
                <a:lnTo>
                  <a:pt x="0" y="0"/>
                </a:lnTo>
                <a:close/>
              </a:path>
            </a:pathLst>
          </a:custGeom>
          <a:solidFill>
            <a:srgbClr val="E0E5EA"/>
          </a:solidFill>
          <a:ln w="5400">
            <a:solidFill>
              <a:srgbClr val="FFFFFF"/>
            </a:solidFill>
            <a:miter/>
          </a:ln>
        </p:spPr>
        <p:txBody>
          <a:bodyPr lIns="2520" tIns="2520" rIns="2520" bIns="25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294" name=""/>
          <p:cNvSpPr/>
          <p:nvPr/>
        </p:nvSpPr>
        <p:spPr>
          <a:xfrm>
            <a:off x="1549080" y="4654440"/>
            <a:ext cx="141480" cy="89280"/>
          </a:xfrm>
          <a:custGeom>
            <a:avLst/>
            <a:gdLst/>
            <a:ahLst/>
            <a:rect l="0" t="0" r="r" b="b"/>
            <a:pathLst>
              <a:path w="393" h="248">
                <a:moveTo>
                  <a:pt x="0" y="0"/>
                </a:moveTo>
                <a:lnTo>
                  <a:pt x="393" y="0"/>
                </a:lnTo>
                <a:lnTo>
                  <a:pt x="393" y="248"/>
                </a:lnTo>
                <a:lnTo>
                  <a:pt x="0" y="248"/>
                </a:lnTo>
                <a:lnTo>
                  <a:pt x="0" y="0"/>
                </a:lnTo>
                <a:close/>
              </a:path>
            </a:pathLst>
          </a:custGeom>
          <a:solidFill>
            <a:srgbClr val="DCE2E9"/>
          </a:solidFill>
          <a:ln w="5400">
            <a:solidFill>
              <a:srgbClr val="FFFFFF"/>
            </a:solidFill>
            <a:miter/>
          </a:ln>
        </p:spPr>
        <p:txBody>
          <a:bodyPr lIns="2520" tIns="2520" rIns="2520" bIns="25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295" name=""/>
          <p:cNvSpPr/>
          <p:nvPr/>
        </p:nvSpPr>
        <p:spPr>
          <a:xfrm>
            <a:off x="1549080" y="4029840"/>
            <a:ext cx="141480" cy="89640"/>
          </a:xfrm>
          <a:custGeom>
            <a:avLst/>
            <a:gdLst/>
            <a:ahLst/>
            <a:rect l="0" t="0" r="r" b="b"/>
            <a:pathLst>
              <a:path w="393" h="249">
                <a:moveTo>
                  <a:pt x="0" y="0"/>
                </a:moveTo>
                <a:lnTo>
                  <a:pt x="393" y="0"/>
                </a:lnTo>
                <a:lnTo>
                  <a:pt x="393" y="249"/>
                </a:lnTo>
                <a:lnTo>
                  <a:pt x="0" y="249"/>
                </a:lnTo>
                <a:lnTo>
                  <a:pt x="0" y="0"/>
                </a:lnTo>
                <a:close/>
              </a:path>
            </a:pathLst>
          </a:custGeom>
          <a:solidFill>
            <a:srgbClr val="E4E8EB"/>
          </a:solidFill>
          <a:ln w="5400">
            <a:solidFill>
              <a:srgbClr val="FFFFFF"/>
            </a:solidFill>
            <a:miter/>
          </a:ln>
        </p:spPr>
        <p:txBody>
          <a:bodyPr lIns="2520" tIns="2520" rIns="2520" bIns="25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296" name=""/>
          <p:cNvSpPr/>
          <p:nvPr/>
        </p:nvSpPr>
        <p:spPr>
          <a:xfrm>
            <a:off x="1549080" y="2870280"/>
            <a:ext cx="141480" cy="89280"/>
          </a:xfrm>
          <a:custGeom>
            <a:avLst/>
            <a:gdLst/>
            <a:ahLst/>
            <a:rect l="0" t="0" r="r" b="b"/>
            <a:pathLst>
              <a:path w="393" h="248">
                <a:moveTo>
                  <a:pt x="0" y="0"/>
                </a:moveTo>
                <a:lnTo>
                  <a:pt x="393" y="0"/>
                </a:lnTo>
                <a:lnTo>
                  <a:pt x="393" y="248"/>
                </a:lnTo>
                <a:lnTo>
                  <a:pt x="0" y="248"/>
                </a:lnTo>
                <a:lnTo>
                  <a:pt x="0" y="0"/>
                </a:lnTo>
                <a:close/>
              </a:path>
            </a:pathLst>
          </a:custGeom>
          <a:solidFill>
            <a:srgbClr val="CAD7E5"/>
          </a:solidFill>
          <a:ln w="5400">
            <a:solidFill>
              <a:srgbClr val="FFFFFF"/>
            </a:solidFill>
            <a:miter/>
          </a:ln>
        </p:spPr>
        <p:txBody>
          <a:bodyPr lIns="2520" tIns="2520" rIns="2520" bIns="25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297" name=""/>
          <p:cNvSpPr/>
          <p:nvPr/>
        </p:nvSpPr>
        <p:spPr>
          <a:xfrm>
            <a:off x="1549080" y="4475880"/>
            <a:ext cx="141480" cy="89640"/>
          </a:xfrm>
          <a:custGeom>
            <a:avLst/>
            <a:gdLst/>
            <a:ahLst/>
            <a:rect l="0" t="0" r="r" b="b"/>
            <a:pathLst>
              <a:path w="393" h="249">
                <a:moveTo>
                  <a:pt x="0" y="0"/>
                </a:moveTo>
                <a:lnTo>
                  <a:pt x="393" y="0"/>
                </a:lnTo>
                <a:lnTo>
                  <a:pt x="393" y="249"/>
                </a:lnTo>
                <a:lnTo>
                  <a:pt x="0" y="249"/>
                </a:lnTo>
                <a:lnTo>
                  <a:pt x="0" y="0"/>
                </a:lnTo>
                <a:close/>
              </a:path>
            </a:pathLst>
          </a:custGeom>
          <a:solidFill>
            <a:srgbClr val="F2E7E0"/>
          </a:solidFill>
          <a:ln w="5400">
            <a:solidFill>
              <a:srgbClr val="FFFFFF"/>
            </a:solidFill>
            <a:miter/>
          </a:ln>
        </p:spPr>
        <p:txBody>
          <a:bodyPr lIns="2520" tIns="2520" rIns="2520" bIns="25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298" name=""/>
          <p:cNvSpPr/>
          <p:nvPr/>
        </p:nvSpPr>
        <p:spPr>
          <a:xfrm>
            <a:off x="1549080" y="4297320"/>
            <a:ext cx="141480" cy="89640"/>
          </a:xfrm>
          <a:custGeom>
            <a:avLst/>
            <a:gdLst/>
            <a:ahLst/>
            <a:rect l="0" t="0" r="r" b="b"/>
            <a:pathLst>
              <a:path w="393" h="249">
                <a:moveTo>
                  <a:pt x="0" y="0"/>
                </a:moveTo>
                <a:lnTo>
                  <a:pt x="393" y="0"/>
                </a:lnTo>
                <a:lnTo>
                  <a:pt x="393" y="249"/>
                </a:lnTo>
                <a:lnTo>
                  <a:pt x="0" y="249"/>
                </a:lnTo>
                <a:lnTo>
                  <a:pt x="0" y="0"/>
                </a:lnTo>
                <a:close/>
              </a:path>
            </a:pathLst>
          </a:custGeom>
          <a:solidFill>
            <a:srgbClr val="D1DCE7"/>
          </a:solidFill>
          <a:ln w="5400">
            <a:solidFill>
              <a:srgbClr val="FFFFFF"/>
            </a:solidFill>
            <a:miter/>
          </a:ln>
        </p:spPr>
        <p:txBody>
          <a:bodyPr lIns="2520" tIns="2520" rIns="2520" bIns="25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299" name=""/>
          <p:cNvSpPr/>
          <p:nvPr/>
        </p:nvSpPr>
        <p:spPr>
          <a:xfrm>
            <a:off x="1689840" y="3137760"/>
            <a:ext cx="141480" cy="89640"/>
          </a:xfrm>
          <a:custGeom>
            <a:avLst/>
            <a:gdLst/>
            <a:ahLst/>
            <a:rect l="0" t="0" r="r" b="b"/>
            <a:pathLst>
              <a:path w="393" h="249">
                <a:moveTo>
                  <a:pt x="0" y="0"/>
                </a:moveTo>
                <a:lnTo>
                  <a:pt x="393" y="0"/>
                </a:lnTo>
                <a:lnTo>
                  <a:pt x="393" y="249"/>
                </a:lnTo>
                <a:lnTo>
                  <a:pt x="0" y="249"/>
                </a:lnTo>
                <a:lnTo>
                  <a:pt x="0" y="0"/>
                </a:lnTo>
                <a:close/>
              </a:path>
            </a:pathLst>
          </a:custGeom>
          <a:solidFill>
            <a:srgbClr val="CDD9E6"/>
          </a:solidFill>
          <a:ln w="5400">
            <a:solidFill>
              <a:srgbClr val="FFFFFF"/>
            </a:solidFill>
            <a:miter/>
          </a:ln>
        </p:spPr>
        <p:txBody>
          <a:bodyPr lIns="2520" tIns="2520" rIns="2520" bIns="25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300" name=""/>
          <p:cNvSpPr/>
          <p:nvPr/>
        </p:nvSpPr>
        <p:spPr>
          <a:xfrm>
            <a:off x="1689840" y="4208400"/>
            <a:ext cx="141480" cy="89280"/>
          </a:xfrm>
          <a:custGeom>
            <a:avLst/>
            <a:gdLst/>
            <a:ahLst/>
            <a:rect l="0" t="0" r="r" b="b"/>
            <a:pathLst>
              <a:path w="393" h="248">
                <a:moveTo>
                  <a:pt x="0" y="0"/>
                </a:moveTo>
                <a:lnTo>
                  <a:pt x="393" y="0"/>
                </a:lnTo>
                <a:lnTo>
                  <a:pt x="393" y="248"/>
                </a:lnTo>
                <a:lnTo>
                  <a:pt x="0" y="248"/>
                </a:lnTo>
                <a:lnTo>
                  <a:pt x="0" y="0"/>
                </a:lnTo>
                <a:close/>
              </a:path>
            </a:pathLst>
          </a:custGeom>
          <a:solidFill>
            <a:srgbClr val="DDE3E9"/>
          </a:solidFill>
          <a:ln w="5400">
            <a:solidFill>
              <a:srgbClr val="FFFFFF"/>
            </a:solidFill>
            <a:miter/>
          </a:ln>
        </p:spPr>
        <p:txBody>
          <a:bodyPr lIns="2520" tIns="2520" rIns="2520" bIns="25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301" name=""/>
          <p:cNvSpPr/>
          <p:nvPr/>
        </p:nvSpPr>
        <p:spPr>
          <a:xfrm>
            <a:off x="1689840" y="4565160"/>
            <a:ext cx="141480" cy="89640"/>
          </a:xfrm>
          <a:custGeom>
            <a:avLst/>
            <a:gdLst/>
            <a:ahLst/>
            <a:rect l="0" t="0" r="r" b="b"/>
            <a:pathLst>
              <a:path w="393" h="249">
                <a:moveTo>
                  <a:pt x="0" y="0"/>
                </a:moveTo>
                <a:lnTo>
                  <a:pt x="393" y="0"/>
                </a:lnTo>
                <a:lnTo>
                  <a:pt x="393" y="249"/>
                </a:lnTo>
                <a:lnTo>
                  <a:pt x="0" y="249"/>
                </a:lnTo>
                <a:lnTo>
                  <a:pt x="0" y="0"/>
                </a:lnTo>
                <a:close/>
              </a:path>
            </a:pathLst>
          </a:custGeom>
          <a:solidFill>
            <a:srgbClr val="F1D8CC"/>
          </a:solidFill>
          <a:ln w="5400">
            <a:solidFill>
              <a:srgbClr val="FFFFFF"/>
            </a:solidFill>
            <a:miter/>
          </a:ln>
        </p:spPr>
        <p:txBody>
          <a:bodyPr lIns="2520" tIns="2520" rIns="2520" bIns="25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302" name=""/>
          <p:cNvSpPr/>
          <p:nvPr/>
        </p:nvSpPr>
        <p:spPr>
          <a:xfrm>
            <a:off x="1689840" y="5100480"/>
            <a:ext cx="141480" cy="89280"/>
          </a:xfrm>
          <a:custGeom>
            <a:avLst/>
            <a:gdLst/>
            <a:ahLst/>
            <a:rect l="0" t="0" r="r" b="b"/>
            <a:pathLst>
              <a:path w="393" h="248">
                <a:moveTo>
                  <a:pt x="0" y="0"/>
                </a:moveTo>
                <a:lnTo>
                  <a:pt x="393" y="0"/>
                </a:lnTo>
                <a:lnTo>
                  <a:pt x="393" y="248"/>
                </a:lnTo>
                <a:lnTo>
                  <a:pt x="0" y="248"/>
                </a:lnTo>
                <a:lnTo>
                  <a:pt x="0" y="0"/>
                </a:lnTo>
                <a:close/>
              </a:path>
            </a:pathLst>
          </a:custGeom>
          <a:solidFill>
            <a:srgbClr val="E4E8EB"/>
          </a:solidFill>
          <a:ln w="5400">
            <a:solidFill>
              <a:srgbClr val="FFFFFF"/>
            </a:solidFill>
            <a:miter/>
          </a:ln>
        </p:spPr>
        <p:txBody>
          <a:bodyPr lIns="2520" tIns="2520" rIns="2520" bIns="25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303" name=""/>
          <p:cNvSpPr/>
          <p:nvPr/>
        </p:nvSpPr>
        <p:spPr>
          <a:xfrm>
            <a:off x="1689840" y="2781000"/>
            <a:ext cx="141480" cy="89640"/>
          </a:xfrm>
          <a:custGeom>
            <a:avLst/>
            <a:gdLst/>
            <a:ahLst/>
            <a:rect l="0" t="0" r="r" b="b"/>
            <a:pathLst>
              <a:path w="393" h="249">
                <a:moveTo>
                  <a:pt x="0" y="0"/>
                </a:moveTo>
                <a:lnTo>
                  <a:pt x="393" y="0"/>
                </a:lnTo>
                <a:lnTo>
                  <a:pt x="393" y="249"/>
                </a:lnTo>
                <a:lnTo>
                  <a:pt x="0" y="249"/>
                </a:lnTo>
                <a:lnTo>
                  <a:pt x="0" y="0"/>
                </a:lnTo>
                <a:close/>
              </a:path>
            </a:pathLst>
          </a:custGeom>
          <a:solidFill>
            <a:srgbClr val="CDD9E6"/>
          </a:solidFill>
          <a:ln w="5400">
            <a:solidFill>
              <a:srgbClr val="FFFFFF"/>
            </a:solidFill>
            <a:miter/>
          </a:ln>
        </p:spPr>
        <p:txBody>
          <a:bodyPr lIns="2520" tIns="2520" rIns="2520" bIns="25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304" name=""/>
          <p:cNvSpPr/>
          <p:nvPr/>
        </p:nvSpPr>
        <p:spPr>
          <a:xfrm>
            <a:off x="1689840" y="4832640"/>
            <a:ext cx="141480" cy="89640"/>
          </a:xfrm>
          <a:custGeom>
            <a:avLst/>
            <a:gdLst/>
            <a:ahLst/>
            <a:rect l="0" t="0" r="r" b="b"/>
            <a:pathLst>
              <a:path w="393" h="249">
                <a:moveTo>
                  <a:pt x="0" y="0"/>
                </a:moveTo>
                <a:lnTo>
                  <a:pt x="393" y="0"/>
                </a:lnTo>
                <a:lnTo>
                  <a:pt x="393" y="249"/>
                </a:lnTo>
                <a:lnTo>
                  <a:pt x="0" y="249"/>
                </a:lnTo>
                <a:lnTo>
                  <a:pt x="0" y="0"/>
                </a:lnTo>
                <a:close/>
              </a:path>
            </a:pathLst>
          </a:custGeom>
          <a:solidFill>
            <a:srgbClr val="E3E7EA"/>
          </a:solidFill>
          <a:ln w="5400">
            <a:solidFill>
              <a:srgbClr val="FFFFFF"/>
            </a:solidFill>
            <a:miter/>
          </a:ln>
        </p:spPr>
        <p:txBody>
          <a:bodyPr lIns="2520" tIns="2520" rIns="2520" bIns="25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305" name=""/>
          <p:cNvSpPr/>
          <p:nvPr/>
        </p:nvSpPr>
        <p:spPr>
          <a:xfrm>
            <a:off x="1689840" y="3227040"/>
            <a:ext cx="141480" cy="89640"/>
          </a:xfrm>
          <a:custGeom>
            <a:avLst/>
            <a:gdLst/>
            <a:ahLst/>
            <a:rect l="0" t="0" r="r" b="b"/>
            <a:pathLst>
              <a:path w="393" h="249">
                <a:moveTo>
                  <a:pt x="0" y="0"/>
                </a:moveTo>
                <a:lnTo>
                  <a:pt x="393" y="0"/>
                </a:lnTo>
                <a:lnTo>
                  <a:pt x="393" y="249"/>
                </a:lnTo>
                <a:lnTo>
                  <a:pt x="0" y="249"/>
                </a:lnTo>
                <a:lnTo>
                  <a:pt x="0" y="0"/>
                </a:lnTo>
                <a:close/>
              </a:path>
            </a:pathLst>
          </a:custGeom>
          <a:solidFill>
            <a:srgbClr val="DBE2E9"/>
          </a:solidFill>
          <a:ln w="5400">
            <a:solidFill>
              <a:srgbClr val="FFFFFF"/>
            </a:solidFill>
            <a:miter/>
          </a:ln>
        </p:spPr>
        <p:txBody>
          <a:bodyPr lIns="2520" tIns="2520" rIns="2520" bIns="25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306" name=""/>
          <p:cNvSpPr/>
          <p:nvPr/>
        </p:nvSpPr>
        <p:spPr>
          <a:xfrm>
            <a:off x="1689840" y="2513160"/>
            <a:ext cx="141480" cy="89640"/>
          </a:xfrm>
          <a:custGeom>
            <a:avLst/>
            <a:gdLst/>
            <a:ahLst/>
            <a:rect l="0" t="0" r="r" b="b"/>
            <a:pathLst>
              <a:path w="393" h="249">
                <a:moveTo>
                  <a:pt x="0" y="0"/>
                </a:moveTo>
                <a:lnTo>
                  <a:pt x="393" y="0"/>
                </a:lnTo>
                <a:lnTo>
                  <a:pt x="393" y="249"/>
                </a:lnTo>
                <a:lnTo>
                  <a:pt x="0" y="249"/>
                </a:lnTo>
                <a:lnTo>
                  <a:pt x="0" y="0"/>
                </a:lnTo>
                <a:close/>
              </a:path>
            </a:pathLst>
          </a:custGeom>
          <a:solidFill>
            <a:srgbClr val="DFE4EA"/>
          </a:solidFill>
          <a:ln w="5400">
            <a:solidFill>
              <a:srgbClr val="FFFFFF"/>
            </a:solidFill>
            <a:miter/>
          </a:ln>
        </p:spPr>
        <p:txBody>
          <a:bodyPr lIns="2520" tIns="2520" rIns="2520" bIns="25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307" name=""/>
          <p:cNvSpPr/>
          <p:nvPr/>
        </p:nvSpPr>
        <p:spPr>
          <a:xfrm>
            <a:off x="1689840" y="3405240"/>
            <a:ext cx="141480" cy="89640"/>
          </a:xfrm>
          <a:custGeom>
            <a:avLst/>
            <a:gdLst/>
            <a:ahLst/>
            <a:rect l="0" t="0" r="r" b="b"/>
            <a:pathLst>
              <a:path w="393" h="249">
                <a:moveTo>
                  <a:pt x="0" y="0"/>
                </a:moveTo>
                <a:lnTo>
                  <a:pt x="393" y="0"/>
                </a:lnTo>
                <a:lnTo>
                  <a:pt x="393" y="249"/>
                </a:lnTo>
                <a:lnTo>
                  <a:pt x="0" y="249"/>
                </a:lnTo>
                <a:lnTo>
                  <a:pt x="0" y="0"/>
                </a:lnTo>
                <a:close/>
              </a:path>
            </a:pathLst>
          </a:custGeom>
          <a:solidFill>
            <a:srgbClr val="F1D5C8"/>
          </a:solidFill>
          <a:ln w="5400">
            <a:solidFill>
              <a:srgbClr val="FFFFFF"/>
            </a:solidFill>
            <a:miter/>
          </a:ln>
        </p:spPr>
        <p:txBody>
          <a:bodyPr lIns="2520" tIns="2520" rIns="2520" bIns="25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308" name=""/>
          <p:cNvSpPr/>
          <p:nvPr/>
        </p:nvSpPr>
        <p:spPr>
          <a:xfrm>
            <a:off x="1689840" y="4921920"/>
            <a:ext cx="141480" cy="89640"/>
          </a:xfrm>
          <a:custGeom>
            <a:avLst/>
            <a:gdLst/>
            <a:ahLst/>
            <a:rect l="0" t="0" r="r" b="b"/>
            <a:pathLst>
              <a:path w="393" h="249">
                <a:moveTo>
                  <a:pt x="0" y="0"/>
                </a:moveTo>
                <a:lnTo>
                  <a:pt x="393" y="0"/>
                </a:lnTo>
                <a:lnTo>
                  <a:pt x="393" y="249"/>
                </a:lnTo>
                <a:lnTo>
                  <a:pt x="0" y="249"/>
                </a:lnTo>
                <a:lnTo>
                  <a:pt x="0" y="0"/>
                </a:lnTo>
                <a:close/>
              </a:path>
            </a:pathLst>
          </a:custGeom>
          <a:solidFill>
            <a:srgbClr val="DDE3E9"/>
          </a:solidFill>
          <a:ln w="5400">
            <a:solidFill>
              <a:srgbClr val="FFFFFF"/>
            </a:solidFill>
            <a:miter/>
          </a:ln>
        </p:spPr>
        <p:txBody>
          <a:bodyPr lIns="2520" tIns="2520" rIns="2520" bIns="25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309" name=""/>
          <p:cNvSpPr/>
          <p:nvPr/>
        </p:nvSpPr>
        <p:spPr>
          <a:xfrm>
            <a:off x="1689840" y="2602440"/>
            <a:ext cx="141480" cy="89640"/>
          </a:xfrm>
          <a:custGeom>
            <a:avLst/>
            <a:gdLst/>
            <a:ahLst/>
            <a:rect l="0" t="0" r="r" b="b"/>
            <a:pathLst>
              <a:path w="393" h="249">
                <a:moveTo>
                  <a:pt x="0" y="0"/>
                </a:moveTo>
                <a:lnTo>
                  <a:pt x="393" y="0"/>
                </a:lnTo>
                <a:lnTo>
                  <a:pt x="393" y="249"/>
                </a:lnTo>
                <a:lnTo>
                  <a:pt x="0" y="249"/>
                </a:lnTo>
                <a:lnTo>
                  <a:pt x="0" y="0"/>
                </a:lnTo>
                <a:close/>
              </a:path>
            </a:pathLst>
          </a:custGeom>
          <a:solidFill>
            <a:srgbClr val="D45E36"/>
          </a:solidFill>
          <a:ln w="5400">
            <a:solidFill>
              <a:srgbClr val="FFFFFF"/>
            </a:solidFill>
            <a:miter/>
          </a:ln>
        </p:spPr>
        <p:txBody>
          <a:bodyPr lIns="2520" tIns="2520" rIns="2520" bIns="252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310" name=""/>
          <p:cNvSpPr/>
          <p:nvPr/>
        </p:nvSpPr>
        <p:spPr>
          <a:xfrm>
            <a:off x="1689840" y="3762360"/>
            <a:ext cx="141480" cy="89280"/>
          </a:xfrm>
          <a:custGeom>
            <a:avLst/>
            <a:gdLst/>
            <a:ahLst/>
            <a:rect l="0" t="0" r="r" b="b"/>
            <a:pathLst>
              <a:path w="393" h="248">
                <a:moveTo>
                  <a:pt x="0" y="0"/>
                </a:moveTo>
                <a:lnTo>
                  <a:pt x="393" y="0"/>
                </a:lnTo>
                <a:lnTo>
                  <a:pt x="393" y="248"/>
                </a:lnTo>
                <a:lnTo>
                  <a:pt x="0" y="248"/>
                </a:lnTo>
                <a:lnTo>
                  <a:pt x="0" y="0"/>
                </a:lnTo>
                <a:close/>
              </a:path>
            </a:pathLst>
          </a:custGeom>
          <a:solidFill>
            <a:srgbClr val="F0EFED"/>
          </a:solidFill>
          <a:ln w="5400">
            <a:solidFill>
              <a:srgbClr val="FFFFFF"/>
            </a:solidFill>
            <a:miter/>
          </a:ln>
        </p:spPr>
        <p:txBody>
          <a:bodyPr lIns="2520" tIns="2520" rIns="2520" bIns="25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311" name=""/>
          <p:cNvSpPr/>
          <p:nvPr/>
        </p:nvSpPr>
        <p:spPr>
          <a:xfrm>
            <a:off x="1689840" y="4119120"/>
            <a:ext cx="141480" cy="89640"/>
          </a:xfrm>
          <a:custGeom>
            <a:avLst/>
            <a:gdLst/>
            <a:ahLst/>
            <a:rect l="0" t="0" r="r" b="b"/>
            <a:pathLst>
              <a:path w="393" h="249">
                <a:moveTo>
                  <a:pt x="0" y="0"/>
                </a:moveTo>
                <a:lnTo>
                  <a:pt x="393" y="0"/>
                </a:lnTo>
                <a:lnTo>
                  <a:pt x="393" y="249"/>
                </a:lnTo>
                <a:lnTo>
                  <a:pt x="0" y="249"/>
                </a:lnTo>
                <a:lnTo>
                  <a:pt x="0" y="0"/>
                </a:lnTo>
                <a:close/>
              </a:path>
            </a:pathLst>
          </a:custGeom>
          <a:solidFill>
            <a:srgbClr val="D1DBE7"/>
          </a:solidFill>
          <a:ln w="5400">
            <a:solidFill>
              <a:srgbClr val="FFFFFF"/>
            </a:solidFill>
            <a:miter/>
          </a:ln>
        </p:spPr>
        <p:txBody>
          <a:bodyPr lIns="2520" tIns="2520" rIns="2520" bIns="25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312" name=""/>
          <p:cNvSpPr/>
          <p:nvPr/>
        </p:nvSpPr>
        <p:spPr>
          <a:xfrm>
            <a:off x="1689840" y="2424240"/>
            <a:ext cx="141480" cy="89280"/>
          </a:xfrm>
          <a:custGeom>
            <a:avLst/>
            <a:gdLst/>
            <a:ahLst/>
            <a:rect l="0" t="0" r="r" b="b"/>
            <a:pathLst>
              <a:path w="393" h="248">
                <a:moveTo>
                  <a:pt x="0" y="0"/>
                </a:moveTo>
                <a:lnTo>
                  <a:pt x="393" y="0"/>
                </a:lnTo>
                <a:lnTo>
                  <a:pt x="393" y="248"/>
                </a:lnTo>
                <a:lnTo>
                  <a:pt x="0" y="248"/>
                </a:lnTo>
                <a:lnTo>
                  <a:pt x="0" y="0"/>
                </a:lnTo>
                <a:close/>
              </a:path>
            </a:pathLst>
          </a:custGeom>
          <a:solidFill>
            <a:srgbClr val="EFC7B4"/>
          </a:solidFill>
          <a:ln w="5400">
            <a:solidFill>
              <a:srgbClr val="FFFFFF"/>
            </a:solidFill>
            <a:miter/>
          </a:ln>
        </p:spPr>
        <p:txBody>
          <a:bodyPr lIns="2520" tIns="2520" rIns="2520" bIns="25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313" name=""/>
          <p:cNvSpPr/>
          <p:nvPr/>
        </p:nvSpPr>
        <p:spPr>
          <a:xfrm>
            <a:off x="1689840" y="2691720"/>
            <a:ext cx="141480" cy="89640"/>
          </a:xfrm>
          <a:custGeom>
            <a:avLst/>
            <a:gdLst/>
            <a:ahLst/>
            <a:rect l="0" t="0" r="r" b="b"/>
            <a:pathLst>
              <a:path w="393" h="249">
                <a:moveTo>
                  <a:pt x="0" y="0"/>
                </a:moveTo>
                <a:lnTo>
                  <a:pt x="393" y="0"/>
                </a:lnTo>
                <a:lnTo>
                  <a:pt x="393" y="249"/>
                </a:lnTo>
                <a:lnTo>
                  <a:pt x="0" y="249"/>
                </a:lnTo>
                <a:lnTo>
                  <a:pt x="0" y="0"/>
                </a:lnTo>
                <a:close/>
              </a:path>
            </a:pathLst>
          </a:custGeom>
          <a:solidFill>
            <a:srgbClr val="F2E7E0"/>
          </a:solidFill>
          <a:ln w="5400">
            <a:solidFill>
              <a:srgbClr val="FFFFFF"/>
            </a:solidFill>
            <a:miter/>
          </a:ln>
        </p:spPr>
        <p:txBody>
          <a:bodyPr lIns="2520" tIns="2520" rIns="2520" bIns="25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314" name=""/>
          <p:cNvSpPr/>
          <p:nvPr/>
        </p:nvSpPr>
        <p:spPr>
          <a:xfrm>
            <a:off x="1689840" y="3851280"/>
            <a:ext cx="141480" cy="89640"/>
          </a:xfrm>
          <a:custGeom>
            <a:avLst/>
            <a:gdLst/>
            <a:ahLst/>
            <a:rect l="0" t="0" r="r" b="b"/>
            <a:pathLst>
              <a:path w="393" h="249">
                <a:moveTo>
                  <a:pt x="0" y="0"/>
                </a:moveTo>
                <a:lnTo>
                  <a:pt x="393" y="0"/>
                </a:lnTo>
                <a:lnTo>
                  <a:pt x="393" y="249"/>
                </a:lnTo>
                <a:lnTo>
                  <a:pt x="0" y="249"/>
                </a:lnTo>
                <a:lnTo>
                  <a:pt x="0" y="0"/>
                </a:lnTo>
                <a:close/>
              </a:path>
            </a:pathLst>
          </a:custGeom>
          <a:solidFill>
            <a:srgbClr val="CCD9E6"/>
          </a:solidFill>
          <a:ln w="5400">
            <a:solidFill>
              <a:srgbClr val="FFFFFF"/>
            </a:solidFill>
            <a:miter/>
          </a:ln>
        </p:spPr>
        <p:txBody>
          <a:bodyPr lIns="2520" tIns="2520" rIns="2520" bIns="25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315" name=""/>
          <p:cNvSpPr/>
          <p:nvPr/>
        </p:nvSpPr>
        <p:spPr>
          <a:xfrm>
            <a:off x="1689840" y="3583800"/>
            <a:ext cx="141480" cy="89640"/>
          </a:xfrm>
          <a:custGeom>
            <a:avLst/>
            <a:gdLst/>
            <a:ahLst/>
            <a:rect l="0" t="0" r="r" b="b"/>
            <a:pathLst>
              <a:path w="393" h="249">
                <a:moveTo>
                  <a:pt x="0" y="0"/>
                </a:moveTo>
                <a:lnTo>
                  <a:pt x="393" y="0"/>
                </a:lnTo>
                <a:lnTo>
                  <a:pt x="393" y="249"/>
                </a:lnTo>
                <a:lnTo>
                  <a:pt x="0" y="249"/>
                </a:lnTo>
                <a:lnTo>
                  <a:pt x="0" y="0"/>
                </a:lnTo>
                <a:close/>
              </a:path>
            </a:pathLst>
          </a:custGeom>
          <a:solidFill>
            <a:srgbClr val="F2E4DC"/>
          </a:solidFill>
          <a:ln w="5400">
            <a:solidFill>
              <a:srgbClr val="FFFFFF"/>
            </a:solidFill>
            <a:miter/>
          </a:ln>
        </p:spPr>
        <p:txBody>
          <a:bodyPr lIns="2520" tIns="2520" rIns="2520" bIns="25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316" name=""/>
          <p:cNvSpPr/>
          <p:nvPr/>
        </p:nvSpPr>
        <p:spPr>
          <a:xfrm>
            <a:off x="1689840" y="3316320"/>
            <a:ext cx="141480" cy="89280"/>
          </a:xfrm>
          <a:custGeom>
            <a:avLst/>
            <a:gdLst/>
            <a:ahLst/>
            <a:rect l="0" t="0" r="r" b="b"/>
            <a:pathLst>
              <a:path w="393" h="248">
                <a:moveTo>
                  <a:pt x="0" y="0"/>
                </a:moveTo>
                <a:lnTo>
                  <a:pt x="393" y="0"/>
                </a:lnTo>
                <a:lnTo>
                  <a:pt x="393" y="248"/>
                </a:lnTo>
                <a:lnTo>
                  <a:pt x="0" y="248"/>
                </a:lnTo>
                <a:lnTo>
                  <a:pt x="0" y="0"/>
                </a:lnTo>
                <a:close/>
              </a:path>
            </a:pathLst>
          </a:custGeom>
          <a:solidFill>
            <a:srgbClr val="E9A588"/>
          </a:solidFill>
          <a:ln w="5400">
            <a:solidFill>
              <a:srgbClr val="FFFFFF"/>
            </a:solidFill>
            <a:miter/>
          </a:ln>
        </p:spPr>
        <p:txBody>
          <a:bodyPr lIns="2520" tIns="2520" rIns="2520" bIns="25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317" name=""/>
          <p:cNvSpPr/>
          <p:nvPr/>
        </p:nvSpPr>
        <p:spPr>
          <a:xfrm>
            <a:off x="1689840" y="3673080"/>
            <a:ext cx="141480" cy="89640"/>
          </a:xfrm>
          <a:custGeom>
            <a:avLst/>
            <a:gdLst/>
            <a:ahLst/>
            <a:rect l="0" t="0" r="r" b="b"/>
            <a:pathLst>
              <a:path w="393" h="249">
                <a:moveTo>
                  <a:pt x="0" y="0"/>
                </a:moveTo>
                <a:lnTo>
                  <a:pt x="393" y="0"/>
                </a:lnTo>
                <a:lnTo>
                  <a:pt x="393" y="249"/>
                </a:lnTo>
                <a:lnTo>
                  <a:pt x="0" y="249"/>
                </a:lnTo>
                <a:lnTo>
                  <a:pt x="0" y="0"/>
                </a:lnTo>
                <a:close/>
              </a:path>
            </a:pathLst>
          </a:custGeom>
          <a:solidFill>
            <a:srgbClr val="D8E0E8"/>
          </a:solidFill>
          <a:ln w="5400">
            <a:solidFill>
              <a:srgbClr val="FFFFFF"/>
            </a:solidFill>
            <a:miter/>
          </a:ln>
        </p:spPr>
        <p:txBody>
          <a:bodyPr lIns="2520" tIns="2520" rIns="2520" bIns="25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318" name=""/>
          <p:cNvSpPr/>
          <p:nvPr/>
        </p:nvSpPr>
        <p:spPr>
          <a:xfrm>
            <a:off x="1689840" y="3494520"/>
            <a:ext cx="141480" cy="89640"/>
          </a:xfrm>
          <a:custGeom>
            <a:avLst/>
            <a:gdLst/>
            <a:ahLst/>
            <a:rect l="0" t="0" r="r" b="b"/>
            <a:pathLst>
              <a:path w="393" h="249">
                <a:moveTo>
                  <a:pt x="0" y="0"/>
                </a:moveTo>
                <a:lnTo>
                  <a:pt x="393" y="0"/>
                </a:lnTo>
                <a:lnTo>
                  <a:pt x="393" y="249"/>
                </a:lnTo>
                <a:lnTo>
                  <a:pt x="0" y="249"/>
                </a:lnTo>
                <a:lnTo>
                  <a:pt x="0" y="0"/>
                </a:lnTo>
                <a:close/>
              </a:path>
            </a:pathLst>
          </a:custGeom>
          <a:solidFill>
            <a:srgbClr val="D5DEE7"/>
          </a:solidFill>
          <a:ln w="5400">
            <a:solidFill>
              <a:srgbClr val="FFFFFF"/>
            </a:solidFill>
            <a:miter/>
          </a:ln>
        </p:spPr>
        <p:txBody>
          <a:bodyPr lIns="2520" tIns="2520" rIns="2520" bIns="25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319" name=""/>
          <p:cNvSpPr/>
          <p:nvPr/>
        </p:nvSpPr>
        <p:spPr>
          <a:xfrm>
            <a:off x="1689840" y="2959200"/>
            <a:ext cx="141480" cy="89640"/>
          </a:xfrm>
          <a:custGeom>
            <a:avLst/>
            <a:gdLst/>
            <a:ahLst/>
            <a:rect l="0" t="0" r="r" b="b"/>
            <a:pathLst>
              <a:path w="393" h="249">
                <a:moveTo>
                  <a:pt x="0" y="0"/>
                </a:moveTo>
                <a:lnTo>
                  <a:pt x="393" y="0"/>
                </a:lnTo>
                <a:lnTo>
                  <a:pt x="393" y="249"/>
                </a:lnTo>
                <a:lnTo>
                  <a:pt x="0" y="249"/>
                </a:lnTo>
                <a:lnTo>
                  <a:pt x="0" y="0"/>
                </a:lnTo>
                <a:close/>
              </a:path>
            </a:pathLst>
          </a:custGeom>
          <a:solidFill>
            <a:srgbClr val="F2E4DD"/>
          </a:solidFill>
          <a:ln w="5400">
            <a:solidFill>
              <a:srgbClr val="FFFFFF"/>
            </a:solidFill>
            <a:miter/>
          </a:ln>
        </p:spPr>
        <p:txBody>
          <a:bodyPr lIns="2520" tIns="2520" rIns="2520" bIns="25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320" name=""/>
          <p:cNvSpPr/>
          <p:nvPr/>
        </p:nvSpPr>
        <p:spPr>
          <a:xfrm>
            <a:off x="1689840" y="3940560"/>
            <a:ext cx="141480" cy="89640"/>
          </a:xfrm>
          <a:custGeom>
            <a:avLst/>
            <a:gdLst/>
            <a:ahLst/>
            <a:rect l="0" t="0" r="r" b="b"/>
            <a:pathLst>
              <a:path w="393" h="249">
                <a:moveTo>
                  <a:pt x="0" y="0"/>
                </a:moveTo>
                <a:lnTo>
                  <a:pt x="393" y="0"/>
                </a:lnTo>
                <a:lnTo>
                  <a:pt x="393" y="249"/>
                </a:lnTo>
                <a:lnTo>
                  <a:pt x="0" y="249"/>
                </a:lnTo>
                <a:lnTo>
                  <a:pt x="0" y="0"/>
                </a:lnTo>
                <a:close/>
              </a:path>
            </a:pathLst>
          </a:custGeom>
          <a:solidFill>
            <a:srgbClr val="D9E1E8"/>
          </a:solidFill>
          <a:ln w="5400">
            <a:solidFill>
              <a:srgbClr val="FFFFFF"/>
            </a:solidFill>
            <a:miter/>
          </a:ln>
        </p:spPr>
        <p:txBody>
          <a:bodyPr lIns="2520" tIns="2520" rIns="2520" bIns="25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321" name=""/>
          <p:cNvSpPr/>
          <p:nvPr/>
        </p:nvSpPr>
        <p:spPr>
          <a:xfrm>
            <a:off x="1689840" y="4386600"/>
            <a:ext cx="141480" cy="89640"/>
          </a:xfrm>
          <a:custGeom>
            <a:avLst/>
            <a:gdLst/>
            <a:ahLst/>
            <a:rect l="0" t="0" r="r" b="b"/>
            <a:pathLst>
              <a:path w="393" h="249">
                <a:moveTo>
                  <a:pt x="0" y="0"/>
                </a:moveTo>
                <a:lnTo>
                  <a:pt x="393" y="0"/>
                </a:lnTo>
                <a:lnTo>
                  <a:pt x="393" y="249"/>
                </a:lnTo>
                <a:lnTo>
                  <a:pt x="0" y="249"/>
                </a:lnTo>
                <a:lnTo>
                  <a:pt x="0" y="0"/>
                </a:lnTo>
                <a:close/>
              </a:path>
            </a:pathLst>
          </a:custGeom>
          <a:solidFill>
            <a:srgbClr val="D6DFE8"/>
          </a:solidFill>
          <a:ln w="5400">
            <a:solidFill>
              <a:srgbClr val="FFFFFF"/>
            </a:solidFill>
            <a:miter/>
          </a:ln>
        </p:spPr>
        <p:txBody>
          <a:bodyPr lIns="2520" tIns="2520" rIns="2520" bIns="25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322" name=""/>
          <p:cNvSpPr/>
          <p:nvPr/>
        </p:nvSpPr>
        <p:spPr>
          <a:xfrm>
            <a:off x="1689840" y="5011200"/>
            <a:ext cx="141480" cy="89280"/>
          </a:xfrm>
          <a:custGeom>
            <a:avLst/>
            <a:gdLst/>
            <a:ahLst/>
            <a:rect l="0" t="0" r="r" b="b"/>
            <a:pathLst>
              <a:path w="393" h="248">
                <a:moveTo>
                  <a:pt x="0" y="0"/>
                </a:moveTo>
                <a:lnTo>
                  <a:pt x="393" y="0"/>
                </a:lnTo>
                <a:lnTo>
                  <a:pt x="393" y="248"/>
                </a:lnTo>
                <a:lnTo>
                  <a:pt x="0" y="248"/>
                </a:lnTo>
                <a:lnTo>
                  <a:pt x="0" y="0"/>
                </a:lnTo>
                <a:close/>
              </a:path>
            </a:pathLst>
          </a:custGeom>
          <a:solidFill>
            <a:srgbClr val="DFE4EA"/>
          </a:solidFill>
          <a:ln w="5400">
            <a:solidFill>
              <a:srgbClr val="FFFFFF"/>
            </a:solidFill>
            <a:miter/>
          </a:ln>
        </p:spPr>
        <p:txBody>
          <a:bodyPr lIns="2520" tIns="2520" rIns="2520" bIns="25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323" name=""/>
          <p:cNvSpPr/>
          <p:nvPr/>
        </p:nvSpPr>
        <p:spPr>
          <a:xfrm>
            <a:off x="1689840" y="4654440"/>
            <a:ext cx="141480" cy="89280"/>
          </a:xfrm>
          <a:custGeom>
            <a:avLst/>
            <a:gdLst/>
            <a:ahLst/>
            <a:rect l="0" t="0" r="r" b="b"/>
            <a:pathLst>
              <a:path w="393" h="248">
                <a:moveTo>
                  <a:pt x="0" y="0"/>
                </a:moveTo>
                <a:lnTo>
                  <a:pt x="393" y="0"/>
                </a:lnTo>
                <a:lnTo>
                  <a:pt x="393" y="248"/>
                </a:lnTo>
                <a:lnTo>
                  <a:pt x="0" y="248"/>
                </a:lnTo>
                <a:lnTo>
                  <a:pt x="0" y="0"/>
                </a:lnTo>
                <a:close/>
              </a:path>
            </a:pathLst>
          </a:custGeom>
          <a:solidFill>
            <a:srgbClr val="D6DFE8"/>
          </a:solidFill>
          <a:ln w="5400">
            <a:solidFill>
              <a:srgbClr val="FFFFFF"/>
            </a:solidFill>
            <a:miter/>
          </a:ln>
        </p:spPr>
        <p:txBody>
          <a:bodyPr lIns="2520" tIns="2520" rIns="2520" bIns="25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324" name=""/>
          <p:cNvSpPr/>
          <p:nvPr/>
        </p:nvSpPr>
        <p:spPr>
          <a:xfrm>
            <a:off x="1689840" y="4029840"/>
            <a:ext cx="141480" cy="89640"/>
          </a:xfrm>
          <a:custGeom>
            <a:avLst/>
            <a:gdLst/>
            <a:ahLst/>
            <a:rect l="0" t="0" r="r" b="b"/>
            <a:pathLst>
              <a:path w="393" h="249">
                <a:moveTo>
                  <a:pt x="0" y="0"/>
                </a:moveTo>
                <a:lnTo>
                  <a:pt x="393" y="0"/>
                </a:lnTo>
                <a:lnTo>
                  <a:pt x="393" y="249"/>
                </a:lnTo>
                <a:lnTo>
                  <a:pt x="0" y="249"/>
                </a:lnTo>
                <a:lnTo>
                  <a:pt x="0" y="0"/>
                </a:lnTo>
                <a:close/>
              </a:path>
            </a:pathLst>
          </a:custGeom>
          <a:solidFill>
            <a:srgbClr val="E5E9EB"/>
          </a:solidFill>
          <a:ln w="5400">
            <a:solidFill>
              <a:srgbClr val="FFFFFF"/>
            </a:solidFill>
            <a:miter/>
          </a:ln>
        </p:spPr>
        <p:txBody>
          <a:bodyPr lIns="2520" tIns="2520" rIns="2520" bIns="25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325" name=""/>
          <p:cNvSpPr/>
          <p:nvPr/>
        </p:nvSpPr>
        <p:spPr>
          <a:xfrm>
            <a:off x="1689840" y="2870280"/>
            <a:ext cx="141480" cy="89280"/>
          </a:xfrm>
          <a:custGeom>
            <a:avLst/>
            <a:gdLst/>
            <a:ahLst/>
            <a:rect l="0" t="0" r="r" b="b"/>
            <a:pathLst>
              <a:path w="393" h="248">
                <a:moveTo>
                  <a:pt x="0" y="0"/>
                </a:moveTo>
                <a:lnTo>
                  <a:pt x="393" y="0"/>
                </a:lnTo>
                <a:lnTo>
                  <a:pt x="393" y="248"/>
                </a:lnTo>
                <a:lnTo>
                  <a:pt x="0" y="248"/>
                </a:lnTo>
                <a:lnTo>
                  <a:pt x="0" y="0"/>
                </a:lnTo>
                <a:close/>
              </a:path>
            </a:pathLst>
          </a:custGeom>
          <a:solidFill>
            <a:srgbClr val="F1D8CC"/>
          </a:solidFill>
          <a:ln w="5400">
            <a:solidFill>
              <a:srgbClr val="FFFFFF"/>
            </a:solidFill>
            <a:miter/>
          </a:ln>
        </p:spPr>
        <p:txBody>
          <a:bodyPr lIns="2520" tIns="2520" rIns="2520" bIns="25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326" name=""/>
          <p:cNvSpPr/>
          <p:nvPr/>
        </p:nvSpPr>
        <p:spPr>
          <a:xfrm>
            <a:off x="1689840" y="4743360"/>
            <a:ext cx="141480" cy="89640"/>
          </a:xfrm>
          <a:custGeom>
            <a:avLst/>
            <a:gdLst/>
            <a:ahLst/>
            <a:rect l="0" t="0" r="r" b="b"/>
            <a:pathLst>
              <a:path w="393" h="249">
                <a:moveTo>
                  <a:pt x="0" y="0"/>
                </a:moveTo>
                <a:lnTo>
                  <a:pt x="393" y="0"/>
                </a:lnTo>
                <a:lnTo>
                  <a:pt x="393" y="249"/>
                </a:lnTo>
                <a:lnTo>
                  <a:pt x="0" y="249"/>
                </a:lnTo>
                <a:lnTo>
                  <a:pt x="0" y="0"/>
                </a:lnTo>
                <a:close/>
              </a:path>
            </a:pathLst>
          </a:custGeom>
          <a:solidFill>
            <a:srgbClr val="8D2E13"/>
          </a:solidFill>
          <a:ln w="5400">
            <a:solidFill>
              <a:srgbClr val="FFFFFF"/>
            </a:solidFill>
            <a:miter/>
          </a:ln>
        </p:spPr>
        <p:txBody>
          <a:bodyPr lIns="2520" tIns="2520" rIns="2520" bIns="252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327" name=""/>
          <p:cNvSpPr/>
          <p:nvPr/>
        </p:nvSpPr>
        <p:spPr>
          <a:xfrm>
            <a:off x="1689840" y="4475880"/>
            <a:ext cx="141480" cy="89640"/>
          </a:xfrm>
          <a:custGeom>
            <a:avLst/>
            <a:gdLst/>
            <a:ahLst/>
            <a:rect l="0" t="0" r="r" b="b"/>
            <a:pathLst>
              <a:path w="393" h="249">
                <a:moveTo>
                  <a:pt x="0" y="0"/>
                </a:moveTo>
                <a:lnTo>
                  <a:pt x="393" y="0"/>
                </a:lnTo>
                <a:lnTo>
                  <a:pt x="393" y="249"/>
                </a:lnTo>
                <a:lnTo>
                  <a:pt x="0" y="249"/>
                </a:lnTo>
                <a:lnTo>
                  <a:pt x="0" y="0"/>
                </a:lnTo>
                <a:close/>
              </a:path>
            </a:pathLst>
          </a:custGeom>
          <a:solidFill>
            <a:srgbClr val="F2E8E2"/>
          </a:solidFill>
          <a:ln w="5400">
            <a:solidFill>
              <a:srgbClr val="FFFFFF"/>
            </a:solidFill>
            <a:miter/>
          </a:ln>
        </p:spPr>
        <p:txBody>
          <a:bodyPr lIns="2520" tIns="2520" rIns="2520" bIns="25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328" name=""/>
          <p:cNvSpPr/>
          <p:nvPr/>
        </p:nvSpPr>
        <p:spPr>
          <a:xfrm>
            <a:off x="1689840" y="4297320"/>
            <a:ext cx="141480" cy="89640"/>
          </a:xfrm>
          <a:custGeom>
            <a:avLst/>
            <a:gdLst/>
            <a:ahLst/>
            <a:rect l="0" t="0" r="r" b="b"/>
            <a:pathLst>
              <a:path w="393" h="249">
                <a:moveTo>
                  <a:pt x="0" y="0"/>
                </a:moveTo>
                <a:lnTo>
                  <a:pt x="393" y="0"/>
                </a:lnTo>
                <a:lnTo>
                  <a:pt x="393" y="249"/>
                </a:lnTo>
                <a:lnTo>
                  <a:pt x="0" y="249"/>
                </a:lnTo>
                <a:lnTo>
                  <a:pt x="0" y="0"/>
                </a:lnTo>
                <a:close/>
              </a:path>
            </a:pathLst>
          </a:custGeom>
          <a:solidFill>
            <a:srgbClr val="CEDAE6"/>
          </a:solidFill>
          <a:ln w="5400">
            <a:solidFill>
              <a:srgbClr val="FFFFFF"/>
            </a:solidFill>
            <a:miter/>
          </a:ln>
        </p:spPr>
        <p:txBody>
          <a:bodyPr lIns="2520" tIns="2520" rIns="2520" bIns="25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329" name=""/>
          <p:cNvSpPr/>
          <p:nvPr/>
        </p:nvSpPr>
        <p:spPr>
          <a:xfrm>
            <a:off x="1830960" y="3137760"/>
            <a:ext cx="141120" cy="89640"/>
          </a:xfrm>
          <a:custGeom>
            <a:avLst/>
            <a:gdLst/>
            <a:ahLst/>
            <a:rect l="0" t="0" r="r" b="b"/>
            <a:pathLst>
              <a:path w="392" h="249">
                <a:moveTo>
                  <a:pt x="0" y="0"/>
                </a:moveTo>
                <a:lnTo>
                  <a:pt x="392" y="0"/>
                </a:lnTo>
                <a:lnTo>
                  <a:pt x="392" y="249"/>
                </a:lnTo>
                <a:lnTo>
                  <a:pt x="0" y="249"/>
                </a:lnTo>
                <a:lnTo>
                  <a:pt x="0" y="0"/>
                </a:lnTo>
                <a:close/>
              </a:path>
            </a:pathLst>
          </a:custGeom>
          <a:solidFill>
            <a:srgbClr val="EDB9A1"/>
          </a:solidFill>
          <a:ln w="5400">
            <a:solidFill>
              <a:srgbClr val="FFFFFF"/>
            </a:solidFill>
            <a:miter/>
          </a:ln>
        </p:spPr>
        <p:txBody>
          <a:bodyPr lIns="2520" tIns="2520" rIns="2520" bIns="25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330" name=""/>
          <p:cNvSpPr/>
          <p:nvPr/>
        </p:nvSpPr>
        <p:spPr>
          <a:xfrm>
            <a:off x="1830960" y="4208400"/>
            <a:ext cx="141120" cy="89280"/>
          </a:xfrm>
          <a:custGeom>
            <a:avLst/>
            <a:gdLst/>
            <a:ahLst/>
            <a:rect l="0" t="0" r="r" b="b"/>
            <a:pathLst>
              <a:path w="392" h="248">
                <a:moveTo>
                  <a:pt x="0" y="0"/>
                </a:moveTo>
                <a:lnTo>
                  <a:pt x="392" y="0"/>
                </a:lnTo>
                <a:lnTo>
                  <a:pt x="392" y="248"/>
                </a:lnTo>
                <a:lnTo>
                  <a:pt x="0" y="248"/>
                </a:lnTo>
                <a:lnTo>
                  <a:pt x="0" y="0"/>
                </a:lnTo>
                <a:close/>
              </a:path>
            </a:pathLst>
          </a:custGeom>
          <a:solidFill>
            <a:srgbClr val="F1D9CE"/>
          </a:solidFill>
          <a:ln w="5400">
            <a:solidFill>
              <a:srgbClr val="FFFFFF"/>
            </a:solidFill>
            <a:miter/>
          </a:ln>
        </p:spPr>
        <p:txBody>
          <a:bodyPr lIns="2520" tIns="2520" rIns="2520" bIns="25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331" name=""/>
          <p:cNvSpPr/>
          <p:nvPr/>
        </p:nvSpPr>
        <p:spPr>
          <a:xfrm>
            <a:off x="1830960" y="4565160"/>
            <a:ext cx="141120" cy="89640"/>
          </a:xfrm>
          <a:custGeom>
            <a:avLst/>
            <a:gdLst/>
            <a:ahLst/>
            <a:rect l="0" t="0" r="r" b="b"/>
            <a:pathLst>
              <a:path w="392" h="249">
                <a:moveTo>
                  <a:pt x="0" y="0"/>
                </a:moveTo>
                <a:lnTo>
                  <a:pt x="392" y="0"/>
                </a:lnTo>
                <a:lnTo>
                  <a:pt x="392" y="249"/>
                </a:lnTo>
                <a:lnTo>
                  <a:pt x="0" y="249"/>
                </a:lnTo>
                <a:lnTo>
                  <a:pt x="0" y="0"/>
                </a:lnTo>
                <a:close/>
              </a:path>
            </a:pathLst>
          </a:custGeom>
          <a:solidFill>
            <a:srgbClr val="E0E5EA"/>
          </a:solidFill>
          <a:ln w="5400">
            <a:solidFill>
              <a:srgbClr val="FFFFFF"/>
            </a:solidFill>
            <a:miter/>
          </a:ln>
        </p:spPr>
        <p:txBody>
          <a:bodyPr lIns="2520" tIns="2520" rIns="2520" bIns="25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332" name=""/>
          <p:cNvSpPr/>
          <p:nvPr/>
        </p:nvSpPr>
        <p:spPr>
          <a:xfrm>
            <a:off x="1830960" y="5100480"/>
            <a:ext cx="141120" cy="89280"/>
          </a:xfrm>
          <a:custGeom>
            <a:avLst/>
            <a:gdLst/>
            <a:ahLst/>
            <a:rect l="0" t="0" r="r" b="b"/>
            <a:pathLst>
              <a:path w="392" h="248">
                <a:moveTo>
                  <a:pt x="0" y="0"/>
                </a:moveTo>
                <a:lnTo>
                  <a:pt x="392" y="0"/>
                </a:lnTo>
                <a:lnTo>
                  <a:pt x="392" y="248"/>
                </a:lnTo>
                <a:lnTo>
                  <a:pt x="0" y="248"/>
                </a:lnTo>
                <a:lnTo>
                  <a:pt x="0" y="0"/>
                </a:lnTo>
                <a:close/>
              </a:path>
            </a:pathLst>
          </a:custGeom>
          <a:solidFill>
            <a:srgbClr val="E5E9EB"/>
          </a:solidFill>
          <a:ln w="5400">
            <a:solidFill>
              <a:srgbClr val="FFFFFF"/>
            </a:solidFill>
            <a:miter/>
          </a:ln>
        </p:spPr>
        <p:txBody>
          <a:bodyPr lIns="2520" tIns="2520" rIns="2520" bIns="25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333" name=""/>
          <p:cNvSpPr/>
          <p:nvPr/>
        </p:nvSpPr>
        <p:spPr>
          <a:xfrm>
            <a:off x="1830960" y="2781000"/>
            <a:ext cx="141120" cy="89640"/>
          </a:xfrm>
          <a:custGeom>
            <a:avLst/>
            <a:gdLst/>
            <a:ahLst/>
            <a:rect l="0" t="0" r="r" b="b"/>
            <a:pathLst>
              <a:path w="392" h="249">
                <a:moveTo>
                  <a:pt x="0" y="0"/>
                </a:moveTo>
                <a:lnTo>
                  <a:pt x="392" y="0"/>
                </a:lnTo>
                <a:lnTo>
                  <a:pt x="392" y="249"/>
                </a:lnTo>
                <a:lnTo>
                  <a:pt x="0" y="249"/>
                </a:lnTo>
                <a:lnTo>
                  <a:pt x="0" y="0"/>
                </a:lnTo>
                <a:close/>
              </a:path>
            </a:pathLst>
          </a:custGeom>
          <a:solidFill>
            <a:srgbClr val="C6D5E4"/>
          </a:solidFill>
          <a:ln w="5400">
            <a:solidFill>
              <a:srgbClr val="FFFFFF"/>
            </a:solidFill>
            <a:miter/>
          </a:ln>
        </p:spPr>
        <p:txBody>
          <a:bodyPr lIns="2520" tIns="2520" rIns="2520" bIns="25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334" name=""/>
          <p:cNvSpPr/>
          <p:nvPr/>
        </p:nvSpPr>
        <p:spPr>
          <a:xfrm>
            <a:off x="1830960" y="4832640"/>
            <a:ext cx="141120" cy="89640"/>
          </a:xfrm>
          <a:custGeom>
            <a:avLst/>
            <a:gdLst/>
            <a:ahLst/>
            <a:rect l="0" t="0" r="r" b="b"/>
            <a:pathLst>
              <a:path w="392" h="249">
                <a:moveTo>
                  <a:pt x="0" y="0"/>
                </a:moveTo>
                <a:lnTo>
                  <a:pt x="392" y="0"/>
                </a:lnTo>
                <a:lnTo>
                  <a:pt x="392" y="249"/>
                </a:lnTo>
                <a:lnTo>
                  <a:pt x="0" y="249"/>
                </a:lnTo>
                <a:lnTo>
                  <a:pt x="0" y="0"/>
                </a:lnTo>
                <a:close/>
              </a:path>
            </a:pathLst>
          </a:custGeom>
          <a:solidFill>
            <a:srgbClr val="E6E9EB"/>
          </a:solidFill>
          <a:ln w="5400">
            <a:solidFill>
              <a:srgbClr val="FFFFFF"/>
            </a:solidFill>
            <a:miter/>
          </a:ln>
        </p:spPr>
        <p:txBody>
          <a:bodyPr lIns="2520" tIns="2520" rIns="2520" bIns="25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335" name=""/>
          <p:cNvSpPr/>
          <p:nvPr/>
        </p:nvSpPr>
        <p:spPr>
          <a:xfrm>
            <a:off x="1830960" y="3227040"/>
            <a:ext cx="141120" cy="89640"/>
          </a:xfrm>
          <a:custGeom>
            <a:avLst/>
            <a:gdLst/>
            <a:ahLst/>
            <a:rect l="0" t="0" r="r" b="b"/>
            <a:pathLst>
              <a:path w="392" h="249">
                <a:moveTo>
                  <a:pt x="0" y="0"/>
                </a:moveTo>
                <a:lnTo>
                  <a:pt x="392" y="0"/>
                </a:lnTo>
                <a:lnTo>
                  <a:pt x="392" y="249"/>
                </a:lnTo>
                <a:lnTo>
                  <a:pt x="0" y="249"/>
                </a:lnTo>
                <a:lnTo>
                  <a:pt x="0" y="0"/>
                </a:lnTo>
                <a:close/>
              </a:path>
            </a:pathLst>
          </a:custGeom>
          <a:solidFill>
            <a:srgbClr val="DCE3E9"/>
          </a:solidFill>
          <a:ln w="5400">
            <a:solidFill>
              <a:srgbClr val="FFFFFF"/>
            </a:solidFill>
            <a:miter/>
          </a:ln>
        </p:spPr>
        <p:txBody>
          <a:bodyPr lIns="2520" tIns="2520" rIns="2520" bIns="25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336" name=""/>
          <p:cNvSpPr/>
          <p:nvPr/>
        </p:nvSpPr>
        <p:spPr>
          <a:xfrm>
            <a:off x="1830960" y="2513160"/>
            <a:ext cx="141120" cy="89640"/>
          </a:xfrm>
          <a:custGeom>
            <a:avLst/>
            <a:gdLst/>
            <a:ahLst/>
            <a:rect l="0" t="0" r="r" b="b"/>
            <a:pathLst>
              <a:path w="392" h="249">
                <a:moveTo>
                  <a:pt x="0" y="0"/>
                </a:moveTo>
                <a:lnTo>
                  <a:pt x="392" y="0"/>
                </a:lnTo>
                <a:lnTo>
                  <a:pt x="392" y="249"/>
                </a:lnTo>
                <a:lnTo>
                  <a:pt x="0" y="249"/>
                </a:lnTo>
                <a:lnTo>
                  <a:pt x="0" y="0"/>
                </a:lnTo>
                <a:close/>
              </a:path>
            </a:pathLst>
          </a:custGeom>
          <a:solidFill>
            <a:srgbClr val="F0D0C0"/>
          </a:solidFill>
          <a:ln w="5400">
            <a:solidFill>
              <a:srgbClr val="FFFFFF"/>
            </a:solidFill>
            <a:miter/>
          </a:ln>
        </p:spPr>
        <p:txBody>
          <a:bodyPr lIns="2520" tIns="2520" rIns="2520" bIns="25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337" name=""/>
          <p:cNvSpPr/>
          <p:nvPr/>
        </p:nvSpPr>
        <p:spPr>
          <a:xfrm>
            <a:off x="1830960" y="3405240"/>
            <a:ext cx="141120" cy="89640"/>
          </a:xfrm>
          <a:custGeom>
            <a:avLst/>
            <a:gdLst/>
            <a:ahLst/>
            <a:rect l="0" t="0" r="r" b="b"/>
            <a:pathLst>
              <a:path w="392" h="249">
                <a:moveTo>
                  <a:pt x="0" y="0"/>
                </a:moveTo>
                <a:lnTo>
                  <a:pt x="392" y="0"/>
                </a:lnTo>
                <a:lnTo>
                  <a:pt x="392" y="249"/>
                </a:lnTo>
                <a:lnTo>
                  <a:pt x="0" y="249"/>
                </a:lnTo>
                <a:lnTo>
                  <a:pt x="0" y="0"/>
                </a:lnTo>
                <a:close/>
              </a:path>
            </a:pathLst>
          </a:custGeom>
          <a:solidFill>
            <a:srgbClr val="E8EAEB"/>
          </a:solidFill>
          <a:ln w="5400">
            <a:solidFill>
              <a:srgbClr val="FFFFFF"/>
            </a:solidFill>
            <a:miter/>
          </a:ln>
        </p:spPr>
        <p:txBody>
          <a:bodyPr lIns="2520" tIns="2520" rIns="2520" bIns="25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338" name=""/>
          <p:cNvSpPr/>
          <p:nvPr/>
        </p:nvSpPr>
        <p:spPr>
          <a:xfrm>
            <a:off x="1830960" y="4921920"/>
            <a:ext cx="141120" cy="89640"/>
          </a:xfrm>
          <a:custGeom>
            <a:avLst/>
            <a:gdLst/>
            <a:ahLst/>
            <a:rect l="0" t="0" r="r" b="b"/>
            <a:pathLst>
              <a:path w="392" h="249">
                <a:moveTo>
                  <a:pt x="0" y="0"/>
                </a:moveTo>
                <a:lnTo>
                  <a:pt x="392" y="0"/>
                </a:lnTo>
                <a:lnTo>
                  <a:pt x="392" y="249"/>
                </a:lnTo>
                <a:lnTo>
                  <a:pt x="0" y="249"/>
                </a:lnTo>
                <a:lnTo>
                  <a:pt x="0" y="0"/>
                </a:lnTo>
                <a:close/>
              </a:path>
            </a:pathLst>
          </a:custGeom>
          <a:solidFill>
            <a:srgbClr val="DFE4EA"/>
          </a:solidFill>
          <a:ln w="5400">
            <a:solidFill>
              <a:srgbClr val="FFFFFF"/>
            </a:solidFill>
            <a:miter/>
          </a:ln>
        </p:spPr>
        <p:txBody>
          <a:bodyPr lIns="2520" tIns="2520" rIns="2520" bIns="25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339" name=""/>
          <p:cNvSpPr/>
          <p:nvPr/>
        </p:nvSpPr>
        <p:spPr>
          <a:xfrm>
            <a:off x="1830960" y="2602440"/>
            <a:ext cx="141120" cy="89640"/>
          </a:xfrm>
          <a:custGeom>
            <a:avLst/>
            <a:gdLst/>
            <a:ahLst/>
            <a:rect l="0" t="0" r="r" b="b"/>
            <a:pathLst>
              <a:path w="392" h="249">
                <a:moveTo>
                  <a:pt x="0" y="0"/>
                </a:moveTo>
                <a:lnTo>
                  <a:pt x="392" y="0"/>
                </a:lnTo>
                <a:lnTo>
                  <a:pt x="392" y="249"/>
                </a:lnTo>
                <a:lnTo>
                  <a:pt x="0" y="249"/>
                </a:lnTo>
                <a:lnTo>
                  <a:pt x="0" y="0"/>
                </a:lnTo>
                <a:close/>
              </a:path>
            </a:pathLst>
          </a:custGeom>
          <a:solidFill>
            <a:srgbClr val="E2E6EA"/>
          </a:solidFill>
          <a:ln w="5400">
            <a:solidFill>
              <a:srgbClr val="FFFFFF"/>
            </a:solidFill>
            <a:miter/>
          </a:ln>
        </p:spPr>
        <p:txBody>
          <a:bodyPr lIns="2520" tIns="2520" rIns="2520" bIns="25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340" name=""/>
          <p:cNvSpPr/>
          <p:nvPr/>
        </p:nvSpPr>
        <p:spPr>
          <a:xfrm>
            <a:off x="1830960" y="3762360"/>
            <a:ext cx="141120" cy="89280"/>
          </a:xfrm>
          <a:custGeom>
            <a:avLst/>
            <a:gdLst/>
            <a:ahLst/>
            <a:rect l="0" t="0" r="r" b="b"/>
            <a:pathLst>
              <a:path w="392" h="248">
                <a:moveTo>
                  <a:pt x="0" y="0"/>
                </a:moveTo>
                <a:lnTo>
                  <a:pt x="392" y="0"/>
                </a:lnTo>
                <a:lnTo>
                  <a:pt x="392" y="248"/>
                </a:lnTo>
                <a:lnTo>
                  <a:pt x="0" y="248"/>
                </a:lnTo>
                <a:lnTo>
                  <a:pt x="0" y="0"/>
                </a:lnTo>
                <a:close/>
              </a:path>
            </a:pathLst>
          </a:custGeom>
          <a:solidFill>
            <a:srgbClr val="EDB9A2"/>
          </a:solidFill>
          <a:ln w="5400">
            <a:solidFill>
              <a:srgbClr val="FFFFFF"/>
            </a:solidFill>
            <a:miter/>
          </a:ln>
        </p:spPr>
        <p:txBody>
          <a:bodyPr lIns="2520" tIns="2520" rIns="2520" bIns="25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341" name=""/>
          <p:cNvSpPr/>
          <p:nvPr/>
        </p:nvSpPr>
        <p:spPr>
          <a:xfrm>
            <a:off x="1830960" y="4119120"/>
            <a:ext cx="141120" cy="89640"/>
          </a:xfrm>
          <a:custGeom>
            <a:avLst/>
            <a:gdLst/>
            <a:ahLst/>
            <a:rect l="0" t="0" r="r" b="b"/>
            <a:pathLst>
              <a:path w="392" h="249">
                <a:moveTo>
                  <a:pt x="0" y="0"/>
                </a:moveTo>
                <a:lnTo>
                  <a:pt x="392" y="0"/>
                </a:lnTo>
                <a:lnTo>
                  <a:pt x="392" y="249"/>
                </a:lnTo>
                <a:lnTo>
                  <a:pt x="0" y="249"/>
                </a:lnTo>
                <a:lnTo>
                  <a:pt x="0" y="0"/>
                </a:lnTo>
                <a:close/>
              </a:path>
            </a:pathLst>
          </a:custGeom>
          <a:solidFill>
            <a:srgbClr val="F0CDBD"/>
          </a:solidFill>
          <a:ln w="5400">
            <a:solidFill>
              <a:srgbClr val="FFFFFF"/>
            </a:solidFill>
            <a:miter/>
          </a:ln>
        </p:spPr>
        <p:txBody>
          <a:bodyPr lIns="2520" tIns="2520" rIns="2520" bIns="25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342" name=""/>
          <p:cNvSpPr/>
          <p:nvPr/>
        </p:nvSpPr>
        <p:spPr>
          <a:xfrm>
            <a:off x="1830960" y="2424240"/>
            <a:ext cx="141120" cy="89280"/>
          </a:xfrm>
          <a:custGeom>
            <a:avLst/>
            <a:gdLst/>
            <a:ahLst/>
            <a:rect l="0" t="0" r="r" b="b"/>
            <a:pathLst>
              <a:path w="392" h="248">
                <a:moveTo>
                  <a:pt x="0" y="0"/>
                </a:moveTo>
                <a:lnTo>
                  <a:pt x="392" y="0"/>
                </a:lnTo>
                <a:lnTo>
                  <a:pt x="392" y="248"/>
                </a:lnTo>
                <a:lnTo>
                  <a:pt x="0" y="248"/>
                </a:lnTo>
                <a:lnTo>
                  <a:pt x="0" y="0"/>
                </a:lnTo>
                <a:close/>
              </a:path>
            </a:pathLst>
          </a:custGeom>
          <a:solidFill>
            <a:srgbClr val="E59272"/>
          </a:solidFill>
          <a:ln w="5400">
            <a:solidFill>
              <a:srgbClr val="FFFFFF"/>
            </a:solidFill>
            <a:miter/>
          </a:ln>
        </p:spPr>
        <p:txBody>
          <a:bodyPr lIns="2520" tIns="2520" rIns="2520" bIns="25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343" name=""/>
          <p:cNvSpPr/>
          <p:nvPr/>
        </p:nvSpPr>
        <p:spPr>
          <a:xfrm>
            <a:off x="1830960" y="2691720"/>
            <a:ext cx="141120" cy="89640"/>
          </a:xfrm>
          <a:custGeom>
            <a:avLst/>
            <a:gdLst/>
            <a:ahLst/>
            <a:rect l="0" t="0" r="r" b="b"/>
            <a:pathLst>
              <a:path w="392" h="249">
                <a:moveTo>
                  <a:pt x="0" y="0"/>
                </a:moveTo>
                <a:lnTo>
                  <a:pt x="392" y="0"/>
                </a:lnTo>
                <a:lnTo>
                  <a:pt x="392" y="249"/>
                </a:lnTo>
                <a:lnTo>
                  <a:pt x="0" y="249"/>
                </a:lnTo>
                <a:lnTo>
                  <a:pt x="0" y="0"/>
                </a:lnTo>
                <a:close/>
              </a:path>
            </a:pathLst>
          </a:custGeom>
          <a:solidFill>
            <a:srgbClr val="F2E7E0"/>
          </a:solidFill>
          <a:ln w="5400">
            <a:solidFill>
              <a:srgbClr val="FFFFFF"/>
            </a:solidFill>
            <a:miter/>
          </a:ln>
        </p:spPr>
        <p:txBody>
          <a:bodyPr lIns="2520" tIns="2520" rIns="2520" bIns="25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344" name=""/>
          <p:cNvSpPr/>
          <p:nvPr/>
        </p:nvSpPr>
        <p:spPr>
          <a:xfrm>
            <a:off x="1830960" y="3851280"/>
            <a:ext cx="141120" cy="89640"/>
          </a:xfrm>
          <a:custGeom>
            <a:avLst/>
            <a:gdLst/>
            <a:ahLst/>
            <a:rect l="0" t="0" r="r" b="b"/>
            <a:pathLst>
              <a:path w="392" h="249">
                <a:moveTo>
                  <a:pt x="0" y="0"/>
                </a:moveTo>
                <a:lnTo>
                  <a:pt x="392" y="0"/>
                </a:lnTo>
                <a:lnTo>
                  <a:pt x="392" y="249"/>
                </a:lnTo>
                <a:lnTo>
                  <a:pt x="0" y="249"/>
                </a:lnTo>
                <a:lnTo>
                  <a:pt x="0" y="0"/>
                </a:lnTo>
                <a:close/>
              </a:path>
            </a:pathLst>
          </a:custGeom>
          <a:solidFill>
            <a:srgbClr val="CBD8E5"/>
          </a:solidFill>
          <a:ln w="5400">
            <a:solidFill>
              <a:srgbClr val="FFFFFF"/>
            </a:solidFill>
            <a:miter/>
          </a:ln>
        </p:spPr>
        <p:txBody>
          <a:bodyPr lIns="2520" tIns="2520" rIns="2520" bIns="25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345" name=""/>
          <p:cNvSpPr/>
          <p:nvPr/>
        </p:nvSpPr>
        <p:spPr>
          <a:xfrm>
            <a:off x="1830960" y="3583800"/>
            <a:ext cx="141120" cy="89640"/>
          </a:xfrm>
          <a:custGeom>
            <a:avLst/>
            <a:gdLst/>
            <a:ahLst/>
            <a:rect l="0" t="0" r="r" b="b"/>
            <a:pathLst>
              <a:path w="392" h="249">
                <a:moveTo>
                  <a:pt x="0" y="0"/>
                </a:moveTo>
                <a:lnTo>
                  <a:pt x="392" y="0"/>
                </a:lnTo>
                <a:lnTo>
                  <a:pt x="392" y="249"/>
                </a:lnTo>
                <a:lnTo>
                  <a:pt x="0" y="249"/>
                </a:lnTo>
                <a:lnTo>
                  <a:pt x="0" y="0"/>
                </a:lnTo>
                <a:close/>
              </a:path>
            </a:pathLst>
          </a:custGeom>
          <a:solidFill>
            <a:srgbClr val="EEBCA6"/>
          </a:solidFill>
          <a:ln w="5400">
            <a:solidFill>
              <a:srgbClr val="FFFFFF"/>
            </a:solidFill>
            <a:miter/>
          </a:ln>
        </p:spPr>
        <p:txBody>
          <a:bodyPr lIns="2520" tIns="2520" rIns="2520" bIns="25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346" name=""/>
          <p:cNvSpPr/>
          <p:nvPr/>
        </p:nvSpPr>
        <p:spPr>
          <a:xfrm>
            <a:off x="1830960" y="3316320"/>
            <a:ext cx="141120" cy="89280"/>
          </a:xfrm>
          <a:custGeom>
            <a:avLst/>
            <a:gdLst/>
            <a:ahLst/>
            <a:rect l="0" t="0" r="r" b="b"/>
            <a:pathLst>
              <a:path w="392" h="248">
                <a:moveTo>
                  <a:pt x="0" y="0"/>
                </a:moveTo>
                <a:lnTo>
                  <a:pt x="392" y="0"/>
                </a:lnTo>
                <a:lnTo>
                  <a:pt x="392" y="248"/>
                </a:lnTo>
                <a:lnTo>
                  <a:pt x="0" y="248"/>
                </a:lnTo>
                <a:lnTo>
                  <a:pt x="0" y="0"/>
                </a:lnTo>
                <a:close/>
              </a:path>
            </a:pathLst>
          </a:custGeom>
          <a:solidFill>
            <a:srgbClr val="E0E5EA"/>
          </a:solidFill>
          <a:ln w="5400">
            <a:solidFill>
              <a:srgbClr val="FFFFFF"/>
            </a:solidFill>
            <a:miter/>
          </a:ln>
        </p:spPr>
        <p:txBody>
          <a:bodyPr lIns="2520" tIns="2520" rIns="2520" bIns="25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347" name=""/>
          <p:cNvSpPr/>
          <p:nvPr/>
        </p:nvSpPr>
        <p:spPr>
          <a:xfrm>
            <a:off x="1830960" y="3673080"/>
            <a:ext cx="141120" cy="89640"/>
          </a:xfrm>
          <a:custGeom>
            <a:avLst/>
            <a:gdLst/>
            <a:ahLst/>
            <a:rect l="0" t="0" r="r" b="b"/>
            <a:pathLst>
              <a:path w="392" h="249">
                <a:moveTo>
                  <a:pt x="0" y="0"/>
                </a:moveTo>
                <a:lnTo>
                  <a:pt x="392" y="0"/>
                </a:lnTo>
                <a:lnTo>
                  <a:pt x="392" y="249"/>
                </a:lnTo>
                <a:lnTo>
                  <a:pt x="0" y="249"/>
                </a:lnTo>
                <a:lnTo>
                  <a:pt x="0" y="0"/>
                </a:lnTo>
                <a:close/>
              </a:path>
            </a:pathLst>
          </a:custGeom>
          <a:solidFill>
            <a:srgbClr val="F2E1D9"/>
          </a:solidFill>
          <a:ln w="5400">
            <a:solidFill>
              <a:srgbClr val="FFFFFF"/>
            </a:solidFill>
            <a:miter/>
          </a:ln>
        </p:spPr>
        <p:txBody>
          <a:bodyPr lIns="2520" tIns="2520" rIns="2520" bIns="25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348" name=""/>
          <p:cNvSpPr/>
          <p:nvPr/>
        </p:nvSpPr>
        <p:spPr>
          <a:xfrm>
            <a:off x="1830960" y="3048480"/>
            <a:ext cx="141120" cy="89640"/>
          </a:xfrm>
          <a:custGeom>
            <a:avLst/>
            <a:gdLst/>
            <a:ahLst/>
            <a:rect l="0" t="0" r="r" b="b"/>
            <a:pathLst>
              <a:path w="392" h="249">
                <a:moveTo>
                  <a:pt x="0" y="0"/>
                </a:moveTo>
                <a:lnTo>
                  <a:pt x="392" y="0"/>
                </a:lnTo>
                <a:lnTo>
                  <a:pt x="392" y="249"/>
                </a:lnTo>
                <a:lnTo>
                  <a:pt x="0" y="249"/>
                </a:lnTo>
                <a:lnTo>
                  <a:pt x="0" y="0"/>
                </a:lnTo>
                <a:close/>
              </a:path>
            </a:pathLst>
          </a:custGeom>
          <a:solidFill>
            <a:srgbClr val="F2E3DB"/>
          </a:solidFill>
          <a:ln w="5400">
            <a:solidFill>
              <a:srgbClr val="FFFFFF"/>
            </a:solidFill>
            <a:miter/>
          </a:ln>
        </p:spPr>
        <p:txBody>
          <a:bodyPr lIns="2520" tIns="2520" rIns="2520" bIns="25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349" name=""/>
          <p:cNvSpPr/>
          <p:nvPr/>
        </p:nvSpPr>
        <p:spPr>
          <a:xfrm>
            <a:off x="1830960" y="3494520"/>
            <a:ext cx="141120" cy="89640"/>
          </a:xfrm>
          <a:custGeom>
            <a:avLst/>
            <a:gdLst/>
            <a:ahLst/>
            <a:rect l="0" t="0" r="r" b="b"/>
            <a:pathLst>
              <a:path w="392" h="249">
                <a:moveTo>
                  <a:pt x="0" y="0"/>
                </a:moveTo>
                <a:lnTo>
                  <a:pt x="392" y="0"/>
                </a:lnTo>
                <a:lnTo>
                  <a:pt x="392" y="249"/>
                </a:lnTo>
                <a:lnTo>
                  <a:pt x="0" y="249"/>
                </a:lnTo>
                <a:lnTo>
                  <a:pt x="0" y="0"/>
                </a:lnTo>
                <a:close/>
              </a:path>
            </a:pathLst>
          </a:custGeom>
          <a:solidFill>
            <a:srgbClr val="D7E0E8"/>
          </a:solidFill>
          <a:ln w="5400">
            <a:solidFill>
              <a:srgbClr val="FFFFFF"/>
            </a:solidFill>
            <a:miter/>
          </a:ln>
        </p:spPr>
        <p:txBody>
          <a:bodyPr lIns="2520" tIns="2520" rIns="2520" bIns="25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350" name=""/>
          <p:cNvSpPr/>
          <p:nvPr/>
        </p:nvSpPr>
        <p:spPr>
          <a:xfrm>
            <a:off x="1830960" y="2959200"/>
            <a:ext cx="141120" cy="89640"/>
          </a:xfrm>
          <a:custGeom>
            <a:avLst/>
            <a:gdLst/>
            <a:ahLst/>
            <a:rect l="0" t="0" r="r" b="b"/>
            <a:pathLst>
              <a:path w="392" h="249">
                <a:moveTo>
                  <a:pt x="0" y="0"/>
                </a:moveTo>
                <a:lnTo>
                  <a:pt x="392" y="0"/>
                </a:lnTo>
                <a:lnTo>
                  <a:pt x="392" y="249"/>
                </a:lnTo>
                <a:lnTo>
                  <a:pt x="0" y="249"/>
                </a:lnTo>
                <a:lnTo>
                  <a:pt x="0" y="0"/>
                </a:lnTo>
                <a:close/>
              </a:path>
            </a:pathLst>
          </a:custGeom>
          <a:solidFill>
            <a:srgbClr val="F2E7E0"/>
          </a:solidFill>
          <a:ln w="5400">
            <a:solidFill>
              <a:srgbClr val="FFFFFF"/>
            </a:solidFill>
            <a:miter/>
          </a:ln>
        </p:spPr>
        <p:txBody>
          <a:bodyPr lIns="2520" tIns="2520" rIns="2520" bIns="25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351" name=""/>
          <p:cNvSpPr/>
          <p:nvPr/>
        </p:nvSpPr>
        <p:spPr>
          <a:xfrm>
            <a:off x="1830960" y="3940560"/>
            <a:ext cx="141120" cy="89640"/>
          </a:xfrm>
          <a:custGeom>
            <a:avLst/>
            <a:gdLst/>
            <a:ahLst/>
            <a:rect l="0" t="0" r="r" b="b"/>
            <a:pathLst>
              <a:path w="392" h="249">
                <a:moveTo>
                  <a:pt x="0" y="0"/>
                </a:moveTo>
                <a:lnTo>
                  <a:pt x="392" y="0"/>
                </a:lnTo>
                <a:lnTo>
                  <a:pt x="392" y="249"/>
                </a:lnTo>
                <a:lnTo>
                  <a:pt x="0" y="249"/>
                </a:lnTo>
                <a:lnTo>
                  <a:pt x="0" y="0"/>
                </a:lnTo>
                <a:close/>
              </a:path>
            </a:pathLst>
          </a:custGeom>
          <a:solidFill>
            <a:srgbClr val="F2E1D8"/>
          </a:solidFill>
          <a:ln w="5400">
            <a:solidFill>
              <a:srgbClr val="FFFFFF"/>
            </a:solidFill>
            <a:miter/>
          </a:ln>
        </p:spPr>
        <p:txBody>
          <a:bodyPr lIns="2520" tIns="2520" rIns="2520" bIns="25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352" name=""/>
          <p:cNvSpPr/>
          <p:nvPr/>
        </p:nvSpPr>
        <p:spPr>
          <a:xfrm>
            <a:off x="1830960" y="4386600"/>
            <a:ext cx="141120" cy="89640"/>
          </a:xfrm>
          <a:custGeom>
            <a:avLst/>
            <a:gdLst/>
            <a:ahLst/>
            <a:rect l="0" t="0" r="r" b="b"/>
            <a:pathLst>
              <a:path w="392" h="249">
                <a:moveTo>
                  <a:pt x="0" y="0"/>
                </a:moveTo>
                <a:lnTo>
                  <a:pt x="392" y="0"/>
                </a:lnTo>
                <a:lnTo>
                  <a:pt x="392" y="249"/>
                </a:lnTo>
                <a:lnTo>
                  <a:pt x="0" y="249"/>
                </a:lnTo>
                <a:lnTo>
                  <a:pt x="0" y="0"/>
                </a:lnTo>
                <a:close/>
              </a:path>
            </a:pathLst>
          </a:custGeom>
          <a:solidFill>
            <a:srgbClr val="D86941"/>
          </a:solidFill>
          <a:ln w="5400">
            <a:solidFill>
              <a:srgbClr val="FFFFFF"/>
            </a:solidFill>
            <a:miter/>
          </a:ln>
        </p:spPr>
        <p:txBody>
          <a:bodyPr lIns="2520" tIns="2520" rIns="2520" bIns="252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353" name=""/>
          <p:cNvSpPr/>
          <p:nvPr/>
        </p:nvSpPr>
        <p:spPr>
          <a:xfrm>
            <a:off x="1830960" y="5011200"/>
            <a:ext cx="141120" cy="89280"/>
          </a:xfrm>
          <a:custGeom>
            <a:avLst/>
            <a:gdLst/>
            <a:ahLst/>
            <a:rect l="0" t="0" r="r" b="b"/>
            <a:pathLst>
              <a:path w="392" h="248">
                <a:moveTo>
                  <a:pt x="0" y="0"/>
                </a:moveTo>
                <a:lnTo>
                  <a:pt x="392" y="0"/>
                </a:lnTo>
                <a:lnTo>
                  <a:pt x="392" y="248"/>
                </a:lnTo>
                <a:lnTo>
                  <a:pt x="0" y="248"/>
                </a:lnTo>
                <a:lnTo>
                  <a:pt x="0" y="0"/>
                </a:lnTo>
                <a:close/>
              </a:path>
            </a:pathLst>
          </a:custGeom>
          <a:solidFill>
            <a:srgbClr val="DDE3E9"/>
          </a:solidFill>
          <a:ln w="5400">
            <a:solidFill>
              <a:srgbClr val="FFFFFF"/>
            </a:solidFill>
            <a:miter/>
          </a:ln>
        </p:spPr>
        <p:txBody>
          <a:bodyPr lIns="2520" tIns="2520" rIns="2520" bIns="25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354" name=""/>
          <p:cNvSpPr/>
          <p:nvPr/>
        </p:nvSpPr>
        <p:spPr>
          <a:xfrm>
            <a:off x="1830960" y="4654440"/>
            <a:ext cx="141120" cy="89280"/>
          </a:xfrm>
          <a:custGeom>
            <a:avLst/>
            <a:gdLst/>
            <a:ahLst/>
            <a:rect l="0" t="0" r="r" b="b"/>
            <a:pathLst>
              <a:path w="392" h="248">
                <a:moveTo>
                  <a:pt x="0" y="0"/>
                </a:moveTo>
                <a:lnTo>
                  <a:pt x="392" y="0"/>
                </a:lnTo>
                <a:lnTo>
                  <a:pt x="392" y="248"/>
                </a:lnTo>
                <a:lnTo>
                  <a:pt x="0" y="248"/>
                </a:lnTo>
                <a:lnTo>
                  <a:pt x="0" y="0"/>
                </a:lnTo>
                <a:close/>
              </a:path>
            </a:pathLst>
          </a:custGeom>
          <a:solidFill>
            <a:srgbClr val="EEBFA9"/>
          </a:solidFill>
          <a:ln w="5400">
            <a:solidFill>
              <a:srgbClr val="FFFFFF"/>
            </a:solidFill>
            <a:miter/>
          </a:ln>
        </p:spPr>
        <p:txBody>
          <a:bodyPr lIns="2520" tIns="2520" rIns="2520" bIns="25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355" name=""/>
          <p:cNvSpPr/>
          <p:nvPr/>
        </p:nvSpPr>
        <p:spPr>
          <a:xfrm>
            <a:off x="1830960" y="4029840"/>
            <a:ext cx="141120" cy="89640"/>
          </a:xfrm>
          <a:custGeom>
            <a:avLst/>
            <a:gdLst/>
            <a:ahLst/>
            <a:rect l="0" t="0" r="r" b="b"/>
            <a:pathLst>
              <a:path w="392" h="249">
                <a:moveTo>
                  <a:pt x="0" y="0"/>
                </a:moveTo>
                <a:lnTo>
                  <a:pt x="392" y="0"/>
                </a:lnTo>
                <a:lnTo>
                  <a:pt x="392" y="249"/>
                </a:lnTo>
                <a:lnTo>
                  <a:pt x="0" y="249"/>
                </a:lnTo>
                <a:lnTo>
                  <a:pt x="0" y="0"/>
                </a:lnTo>
                <a:close/>
              </a:path>
            </a:pathLst>
          </a:custGeom>
          <a:solidFill>
            <a:srgbClr val="E5E9EB"/>
          </a:solidFill>
          <a:ln w="5400">
            <a:solidFill>
              <a:srgbClr val="FFFFFF"/>
            </a:solidFill>
            <a:miter/>
          </a:ln>
        </p:spPr>
        <p:txBody>
          <a:bodyPr lIns="2520" tIns="2520" rIns="2520" bIns="25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356" name=""/>
          <p:cNvSpPr/>
          <p:nvPr/>
        </p:nvSpPr>
        <p:spPr>
          <a:xfrm>
            <a:off x="1830960" y="2870280"/>
            <a:ext cx="141120" cy="89280"/>
          </a:xfrm>
          <a:custGeom>
            <a:avLst/>
            <a:gdLst/>
            <a:ahLst/>
            <a:rect l="0" t="0" r="r" b="b"/>
            <a:pathLst>
              <a:path w="392" h="248">
                <a:moveTo>
                  <a:pt x="0" y="0"/>
                </a:moveTo>
                <a:lnTo>
                  <a:pt x="392" y="0"/>
                </a:lnTo>
                <a:lnTo>
                  <a:pt x="392" y="248"/>
                </a:lnTo>
                <a:lnTo>
                  <a:pt x="0" y="248"/>
                </a:lnTo>
                <a:lnTo>
                  <a:pt x="0" y="0"/>
                </a:lnTo>
                <a:close/>
              </a:path>
            </a:pathLst>
          </a:custGeom>
          <a:solidFill>
            <a:srgbClr val="C8D6E5"/>
          </a:solidFill>
          <a:ln w="5400">
            <a:solidFill>
              <a:srgbClr val="FFFFFF"/>
            </a:solidFill>
            <a:miter/>
          </a:ln>
        </p:spPr>
        <p:txBody>
          <a:bodyPr lIns="2520" tIns="2520" rIns="2520" bIns="25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357" name=""/>
          <p:cNvSpPr/>
          <p:nvPr/>
        </p:nvSpPr>
        <p:spPr>
          <a:xfrm>
            <a:off x="1830960" y="4743360"/>
            <a:ext cx="141120" cy="89640"/>
          </a:xfrm>
          <a:custGeom>
            <a:avLst/>
            <a:gdLst/>
            <a:ahLst/>
            <a:rect l="0" t="0" r="r" b="b"/>
            <a:pathLst>
              <a:path w="392" h="249">
                <a:moveTo>
                  <a:pt x="0" y="0"/>
                </a:moveTo>
                <a:lnTo>
                  <a:pt x="392" y="0"/>
                </a:lnTo>
                <a:lnTo>
                  <a:pt x="392" y="249"/>
                </a:lnTo>
                <a:lnTo>
                  <a:pt x="0" y="249"/>
                </a:lnTo>
                <a:lnTo>
                  <a:pt x="0" y="0"/>
                </a:lnTo>
                <a:close/>
              </a:path>
            </a:pathLst>
          </a:custGeom>
          <a:solidFill>
            <a:srgbClr val="D2DDE7"/>
          </a:solidFill>
          <a:ln w="5400">
            <a:solidFill>
              <a:srgbClr val="FFFFFF"/>
            </a:solidFill>
            <a:miter/>
          </a:ln>
        </p:spPr>
        <p:txBody>
          <a:bodyPr lIns="2520" tIns="2520" rIns="2520" bIns="25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358" name=""/>
          <p:cNvSpPr/>
          <p:nvPr/>
        </p:nvSpPr>
        <p:spPr>
          <a:xfrm>
            <a:off x="1830960" y="4475880"/>
            <a:ext cx="141120" cy="89640"/>
          </a:xfrm>
          <a:custGeom>
            <a:avLst/>
            <a:gdLst/>
            <a:ahLst/>
            <a:rect l="0" t="0" r="r" b="b"/>
            <a:pathLst>
              <a:path w="392" h="249">
                <a:moveTo>
                  <a:pt x="0" y="0"/>
                </a:moveTo>
                <a:lnTo>
                  <a:pt x="392" y="0"/>
                </a:lnTo>
                <a:lnTo>
                  <a:pt x="392" y="249"/>
                </a:lnTo>
                <a:lnTo>
                  <a:pt x="0" y="249"/>
                </a:lnTo>
                <a:lnTo>
                  <a:pt x="0" y="0"/>
                </a:lnTo>
                <a:close/>
              </a:path>
            </a:pathLst>
          </a:custGeom>
          <a:solidFill>
            <a:srgbClr val="EFC6B3"/>
          </a:solidFill>
          <a:ln w="5400">
            <a:solidFill>
              <a:srgbClr val="FFFFFF"/>
            </a:solidFill>
            <a:miter/>
          </a:ln>
        </p:spPr>
        <p:txBody>
          <a:bodyPr lIns="2520" tIns="2520" rIns="2520" bIns="25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359" name=""/>
          <p:cNvSpPr/>
          <p:nvPr/>
        </p:nvSpPr>
        <p:spPr>
          <a:xfrm>
            <a:off x="1830960" y="4297320"/>
            <a:ext cx="141120" cy="89640"/>
          </a:xfrm>
          <a:custGeom>
            <a:avLst/>
            <a:gdLst/>
            <a:ahLst/>
            <a:rect l="0" t="0" r="r" b="b"/>
            <a:pathLst>
              <a:path w="392" h="249">
                <a:moveTo>
                  <a:pt x="0" y="0"/>
                </a:moveTo>
                <a:lnTo>
                  <a:pt x="392" y="0"/>
                </a:lnTo>
                <a:lnTo>
                  <a:pt x="392" y="249"/>
                </a:lnTo>
                <a:lnTo>
                  <a:pt x="0" y="249"/>
                </a:lnTo>
                <a:lnTo>
                  <a:pt x="0" y="0"/>
                </a:lnTo>
                <a:close/>
              </a:path>
            </a:pathLst>
          </a:custGeom>
          <a:solidFill>
            <a:srgbClr val="CFDAE6"/>
          </a:solidFill>
          <a:ln w="5400">
            <a:solidFill>
              <a:srgbClr val="FFFFFF"/>
            </a:solidFill>
            <a:miter/>
          </a:ln>
        </p:spPr>
        <p:txBody>
          <a:bodyPr lIns="2520" tIns="2520" rIns="2520" bIns="25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360" name=""/>
          <p:cNvSpPr/>
          <p:nvPr/>
        </p:nvSpPr>
        <p:spPr>
          <a:xfrm>
            <a:off x="1971720" y="3137760"/>
            <a:ext cx="141120" cy="89640"/>
          </a:xfrm>
          <a:custGeom>
            <a:avLst/>
            <a:gdLst/>
            <a:ahLst/>
            <a:rect l="0" t="0" r="r" b="b"/>
            <a:pathLst>
              <a:path w="392" h="249">
                <a:moveTo>
                  <a:pt x="0" y="0"/>
                </a:moveTo>
                <a:lnTo>
                  <a:pt x="392" y="0"/>
                </a:lnTo>
                <a:lnTo>
                  <a:pt x="392" y="249"/>
                </a:lnTo>
                <a:lnTo>
                  <a:pt x="0" y="249"/>
                </a:lnTo>
                <a:lnTo>
                  <a:pt x="0" y="0"/>
                </a:lnTo>
                <a:close/>
              </a:path>
            </a:pathLst>
          </a:custGeom>
          <a:solidFill>
            <a:srgbClr val="EFEEED"/>
          </a:solidFill>
          <a:ln w="5400">
            <a:solidFill>
              <a:srgbClr val="FFFFFF"/>
            </a:solidFill>
            <a:miter/>
          </a:ln>
        </p:spPr>
        <p:txBody>
          <a:bodyPr lIns="2520" tIns="2520" rIns="2520" bIns="25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361" name=""/>
          <p:cNvSpPr/>
          <p:nvPr/>
        </p:nvSpPr>
        <p:spPr>
          <a:xfrm>
            <a:off x="1971720" y="4208400"/>
            <a:ext cx="141120" cy="89280"/>
          </a:xfrm>
          <a:custGeom>
            <a:avLst/>
            <a:gdLst/>
            <a:ahLst/>
            <a:rect l="0" t="0" r="r" b="b"/>
            <a:pathLst>
              <a:path w="392" h="248">
                <a:moveTo>
                  <a:pt x="0" y="0"/>
                </a:moveTo>
                <a:lnTo>
                  <a:pt x="392" y="0"/>
                </a:lnTo>
                <a:lnTo>
                  <a:pt x="392" y="248"/>
                </a:lnTo>
                <a:lnTo>
                  <a:pt x="0" y="248"/>
                </a:lnTo>
                <a:lnTo>
                  <a:pt x="0" y="0"/>
                </a:lnTo>
                <a:close/>
              </a:path>
            </a:pathLst>
          </a:custGeom>
          <a:solidFill>
            <a:srgbClr val="DCE2E9"/>
          </a:solidFill>
          <a:ln w="5400">
            <a:solidFill>
              <a:srgbClr val="FFFFFF"/>
            </a:solidFill>
            <a:miter/>
          </a:ln>
        </p:spPr>
        <p:txBody>
          <a:bodyPr lIns="2520" tIns="2520" rIns="2520" bIns="25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362" name=""/>
          <p:cNvSpPr/>
          <p:nvPr/>
        </p:nvSpPr>
        <p:spPr>
          <a:xfrm>
            <a:off x="1971720" y="4565160"/>
            <a:ext cx="141120" cy="89640"/>
          </a:xfrm>
          <a:custGeom>
            <a:avLst/>
            <a:gdLst/>
            <a:ahLst/>
            <a:rect l="0" t="0" r="r" b="b"/>
            <a:pathLst>
              <a:path w="392" h="249">
                <a:moveTo>
                  <a:pt x="0" y="0"/>
                </a:moveTo>
                <a:lnTo>
                  <a:pt x="392" y="0"/>
                </a:lnTo>
                <a:lnTo>
                  <a:pt x="392" y="249"/>
                </a:lnTo>
                <a:lnTo>
                  <a:pt x="0" y="249"/>
                </a:lnTo>
                <a:lnTo>
                  <a:pt x="0" y="0"/>
                </a:lnTo>
                <a:close/>
              </a:path>
            </a:pathLst>
          </a:custGeom>
          <a:solidFill>
            <a:srgbClr val="E4E8EB"/>
          </a:solidFill>
          <a:ln w="5400">
            <a:solidFill>
              <a:srgbClr val="FFFFFF"/>
            </a:solidFill>
            <a:miter/>
          </a:ln>
        </p:spPr>
        <p:txBody>
          <a:bodyPr lIns="2520" tIns="2520" rIns="2520" bIns="25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363" name=""/>
          <p:cNvSpPr/>
          <p:nvPr/>
        </p:nvSpPr>
        <p:spPr>
          <a:xfrm>
            <a:off x="1971720" y="5100480"/>
            <a:ext cx="141120" cy="89280"/>
          </a:xfrm>
          <a:custGeom>
            <a:avLst/>
            <a:gdLst/>
            <a:ahLst/>
            <a:rect l="0" t="0" r="r" b="b"/>
            <a:pathLst>
              <a:path w="392" h="248">
                <a:moveTo>
                  <a:pt x="0" y="0"/>
                </a:moveTo>
                <a:lnTo>
                  <a:pt x="392" y="0"/>
                </a:lnTo>
                <a:lnTo>
                  <a:pt x="392" y="248"/>
                </a:lnTo>
                <a:lnTo>
                  <a:pt x="0" y="248"/>
                </a:lnTo>
                <a:lnTo>
                  <a:pt x="0" y="0"/>
                </a:lnTo>
                <a:close/>
              </a:path>
            </a:pathLst>
          </a:custGeom>
          <a:solidFill>
            <a:srgbClr val="E2E6EA"/>
          </a:solidFill>
          <a:ln w="5400">
            <a:solidFill>
              <a:srgbClr val="FFFFFF"/>
            </a:solidFill>
            <a:miter/>
          </a:ln>
        </p:spPr>
        <p:txBody>
          <a:bodyPr lIns="2520" tIns="2520" rIns="2520" bIns="25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364" name=""/>
          <p:cNvSpPr/>
          <p:nvPr/>
        </p:nvSpPr>
        <p:spPr>
          <a:xfrm>
            <a:off x="1971720" y="2781000"/>
            <a:ext cx="141120" cy="89640"/>
          </a:xfrm>
          <a:custGeom>
            <a:avLst/>
            <a:gdLst/>
            <a:ahLst/>
            <a:rect l="0" t="0" r="r" b="b"/>
            <a:pathLst>
              <a:path w="392" h="249">
                <a:moveTo>
                  <a:pt x="0" y="0"/>
                </a:moveTo>
                <a:lnTo>
                  <a:pt x="392" y="0"/>
                </a:lnTo>
                <a:lnTo>
                  <a:pt x="392" y="249"/>
                </a:lnTo>
                <a:lnTo>
                  <a:pt x="0" y="249"/>
                </a:lnTo>
                <a:lnTo>
                  <a:pt x="0" y="0"/>
                </a:lnTo>
                <a:close/>
              </a:path>
            </a:pathLst>
          </a:custGeom>
          <a:solidFill>
            <a:srgbClr val="EBECEC"/>
          </a:solidFill>
          <a:ln w="5400">
            <a:solidFill>
              <a:srgbClr val="FFFFFF"/>
            </a:solidFill>
            <a:miter/>
          </a:ln>
        </p:spPr>
        <p:txBody>
          <a:bodyPr lIns="2520" tIns="2520" rIns="2520" bIns="25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365" name=""/>
          <p:cNvSpPr/>
          <p:nvPr/>
        </p:nvSpPr>
        <p:spPr>
          <a:xfrm>
            <a:off x="1971720" y="4832640"/>
            <a:ext cx="141120" cy="89640"/>
          </a:xfrm>
          <a:custGeom>
            <a:avLst/>
            <a:gdLst/>
            <a:ahLst/>
            <a:rect l="0" t="0" r="r" b="b"/>
            <a:pathLst>
              <a:path w="392" h="249">
                <a:moveTo>
                  <a:pt x="0" y="0"/>
                </a:moveTo>
                <a:lnTo>
                  <a:pt x="392" y="0"/>
                </a:lnTo>
                <a:lnTo>
                  <a:pt x="392" y="249"/>
                </a:lnTo>
                <a:lnTo>
                  <a:pt x="0" y="249"/>
                </a:lnTo>
                <a:lnTo>
                  <a:pt x="0" y="0"/>
                </a:lnTo>
                <a:close/>
              </a:path>
            </a:pathLst>
          </a:custGeom>
          <a:solidFill>
            <a:srgbClr val="E4E8EB"/>
          </a:solidFill>
          <a:ln w="5400">
            <a:solidFill>
              <a:srgbClr val="FFFFFF"/>
            </a:solidFill>
            <a:miter/>
          </a:ln>
        </p:spPr>
        <p:txBody>
          <a:bodyPr lIns="2520" tIns="2520" rIns="2520" bIns="25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366" name=""/>
          <p:cNvSpPr/>
          <p:nvPr/>
        </p:nvSpPr>
        <p:spPr>
          <a:xfrm>
            <a:off x="1971720" y="3227040"/>
            <a:ext cx="141120" cy="89640"/>
          </a:xfrm>
          <a:custGeom>
            <a:avLst/>
            <a:gdLst/>
            <a:ahLst/>
            <a:rect l="0" t="0" r="r" b="b"/>
            <a:pathLst>
              <a:path w="392" h="249">
                <a:moveTo>
                  <a:pt x="0" y="0"/>
                </a:moveTo>
                <a:lnTo>
                  <a:pt x="392" y="0"/>
                </a:lnTo>
                <a:lnTo>
                  <a:pt x="392" y="249"/>
                </a:lnTo>
                <a:lnTo>
                  <a:pt x="0" y="249"/>
                </a:lnTo>
                <a:lnTo>
                  <a:pt x="0" y="0"/>
                </a:lnTo>
                <a:close/>
              </a:path>
            </a:pathLst>
          </a:custGeom>
          <a:solidFill>
            <a:srgbClr val="ECB299"/>
          </a:solidFill>
          <a:ln w="5400">
            <a:solidFill>
              <a:srgbClr val="FFFFFF"/>
            </a:solidFill>
            <a:miter/>
          </a:ln>
        </p:spPr>
        <p:txBody>
          <a:bodyPr lIns="2520" tIns="2520" rIns="2520" bIns="25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367" name=""/>
          <p:cNvSpPr/>
          <p:nvPr/>
        </p:nvSpPr>
        <p:spPr>
          <a:xfrm>
            <a:off x="1971720" y="2513160"/>
            <a:ext cx="141120" cy="89640"/>
          </a:xfrm>
          <a:custGeom>
            <a:avLst/>
            <a:gdLst/>
            <a:ahLst/>
            <a:rect l="0" t="0" r="r" b="b"/>
            <a:pathLst>
              <a:path w="392" h="249">
                <a:moveTo>
                  <a:pt x="0" y="0"/>
                </a:moveTo>
                <a:lnTo>
                  <a:pt x="392" y="0"/>
                </a:lnTo>
                <a:lnTo>
                  <a:pt x="392" y="249"/>
                </a:lnTo>
                <a:lnTo>
                  <a:pt x="0" y="249"/>
                </a:lnTo>
                <a:lnTo>
                  <a:pt x="0" y="0"/>
                </a:lnTo>
                <a:close/>
              </a:path>
            </a:pathLst>
          </a:custGeom>
          <a:solidFill>
            <a:srgbClr val="D9E1E8"/>
          </a:solidFill>
          <a:ln w="5400">
            <a:solidFill>
              <a:srgbClr val="FFFFFF"/>
            </a:solidFill>
            <a:miter/>
          </a:ln>
        </p:spPr>
        <p:txBody>
          <a:bodyPr lIns="2520" tIns="2520" rIns="2520" bIns="25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368" name=""/>
          <p:cNvSpPr/>
          <p:nvPr/>
        </p:nvSpPr>
        <p:spPr>
          <a:xfrm>
            <a:off x="1971720" y="3405240"/>
            <a:ext cx="141120" cy="89640"/>
          </a:xfrm>
          <a:custGeom>
            <a:avLst/>
            <a:gdLst/>
            <a:ahLst/>
            <a:rect l="0" t="0" r="r" b="b"/>
            <a:pathLst>
              <a:path w="392" h="249">
                <a:moveTo>
                  <a:pt x="0" y="0"/>
                </a:moveTo>
                <a:lnTo>
                  <a:pt x="392" y="0"/>
                </a:lnTo>
                <a:lnTo>
                  <a:pt x="392" y="249"/>
                </a:lnTo>
                <a:lnTo>
                  <a:pt x="0" y="249"/>
                </a:lnTo>
                <a:lnTo>
                  <a:pt x="0" y="0"/>
                </a:lnTo>
                <a:close/>
              </a:path>
            </a:pathLst>
          </a:custGeom>
          <a:solidFill>
            <a:srgbClr val="E1E5EA"/>
          </a:solidFill>
          <a:ln w="5400">
            <a:solidFill>
              <a:srgbClr val="FFFFFF"/>
            </a:solidFill>
            <a:miter/>
          </a:ln>
        </p:spPr>
        <p:txBody>
          <a:bodyPr lIns="2520" tIns="2520" rIns="2520" bIns="25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369" name=""/>
          <p:cNvSpPr/>
          <p:nvPr/>
        </p:nvSpPr>
        <p:spPr>
          <a:xfrm>
            <a:off x="1971720" y="4921920"/>
            <a:ext cx="141120" cy="89640"/>
          </a:xfrm>
          <a:custGeom>
            <a:avLst/>
            <a:gdLst/>
            <a:ahLst/>
            <a:rect l="0" t="0" r="r" b="b"/>
            <a:pathLst>
              <a:path w="392" h="249">
                <a:moveTo>
                  <a:pt x="0" y="0"/>
                </a:moveTo>
                <a:lnTo>
                  <a:pt x="392" y="0"/>
                </a:lnTo>
                <a:lnTo>
                  <a:pt x="392" y="249"/>
                </a:lnTo>
                <a:lnTo>
                  <a:pt x="0" y="249"/>
                </a:lnTo>
                <a:lnTo>
                  <a:pt x="0" y="0"/>
                </a:lnTo>
                <a:close/>
              </a:path>
            </a:pathLst>
          </a:custGeom>
          <a:solidFill>
            <a:srgbClr val="E0E5EA"/>
          </a:solidFill>
          <a:ln w="5400">
            <a:solidFill>
              <a:srgbClr val="FFFFFF"/>
            </a:solidFill>
            <a:miter/>
          </a:ln>
        </p:spPr>
        <p:txBody>
          <a:bodyPr lIns="2520" tIns="2520" rIns="2520" bIns="25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370" name=""/>
          <p:cNvSpPr/>
          <p:nvPr/>
        </p:nvSpPr>
        <p:spPr>
          <a:xfrm>
            <a:off x="1971720" y="2602440"/>
            <a:ext cx="141120" cy="89640"/>
          </a:xfrm>
          <a:custGeom>
            <a:avLst/>
            <a:gdLst/>
            <a:ahLst/>
            <a:rect l="0" t="0" r="r" b="b"/>
            <a:pathLst>
              <a:path w="392" h="249">
                <a:moveTo>
                  <a:pt x="0" y="0"/>
                </a:moveTo>
                <a:lnTo>
                  <a:pt x="392" y="0"/>
                </a:lnTo>
                <a:lnTo>
                  <a:pt x="392" y="249"/>
                </a:lnTo>
                <a:lnTo>
                  <a:pt x="0" y="249"/>
                </a:lnTo>
                <a:lnTo>
                  <a:pt x="0" y="0"/>
                </a:lnTo>
                <a:close/>
              </a:path>
            </a:pathLst>
          </a:custGeom>
          <a:solidFill>
            <a:srgbClr val="F1D4C6"/>
          </a:solidFill>
          <a:ln w="5400">
            <a:solidFill>
              <a:srgbClr val="FFFFFF"/>
            </a:solidFill>
            <a:miter/>
          </a:ln>
        </p:spPr>
        <p:txBody>
          <a:bodyPr lIns="2520" tIns="2520" rIns="2520" bIns="25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371" name=""/>
          <p:cNvSpPr/>
          <p:nvPr/>
        </p:nvSpPr>
        <p:spPr>
          <a:xfrm>
            <a:off x="1971720" y="3762360"/>
            <a:ext cx="141120" cy="89280"/>
          </a:xfrm>
          <a:custGeom>
            <a:avLst/>
            <a:gdLst/>
            <a:ahLst/>
            <a:rect l="0" t="0" r="r" b="b"/>
            <a:pathLst>
              <a:path w="392" h="248">
                <a:moveTo>
                  <a:pt x="0" y="0"/>
                </a:moveTo>
                <a:lnTo>
                  <a:pt x="392" y="0"/>
                </a:lnTo>
                <a:lnTo>
                  <a:pt x="392" y="248"/>
                </a:lnTo>
                <a:lnTo>
                  <a:pt x="0" y="248"/>
                </a:lnTo>
                <a:lnTo>
                  <a:pt x="0" y="0"/>
                </a:lnTo>
                <a:close/>
              </a:path>
            </a:pathLst>
          </a:custGeom>
          <a:solidFill>
            <a:srgbClr val="CAD7E5"/>
          </a:solidFill>
          <a:ln w="5400">
            <a:solidFill>
              <a:srgbClr val="FFFFFF"/>
            </a:solidFill>
            <a:miter/>
          </a:ln>
        </p:spPr>
        <p:txBody>
          <a:bodyPr lIns="2520" tIns="2520" rIns="2520" bIns="25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372" name=""/>
          <p:cNvSpPr/>
          <p:nvPr/>
        </p:nvSpPr>
        <p:spPr>
          <a:xfrm>
            <a:off x="1971720" y="4119120"/>
            <a:ext cx="141120" cy="89640"/>
          </a:xfrm>
          <a:custGeom>
            <a:avLst/>
            <a:gdLst/>
            <a:ahLst/>
            <a:rect l="0" t="0" r="r" b="b"/>
            <a:pathLst>
              <a:path w="392" h="249">
                <a:moveTo>
                  <a:pt x="0" y="0"/>
                </a:moveTo>
                <a:lnTo>
                  <a:pt x="392" y="0"/>
                </a:lnTo>
                <a:lnTo>
                  <a:pt x="392" y="249"/>
                </a:lnTo>
                <a:lnTo>
                  <a:pt x="0" y="249"/>
                </a:lnTo>
                <a:lnTo>
                  <a:pt x="0" y="0"/>
                </a:lnTo>
                <a:close/>
              </a:path>
            </a:pathLst>
          </a:custGeom>
          <a:solidFill>
            <a:srgbClr val="CFDAE6"/>
          </a:solidFill>
          <a:ln w="5400">
            <a:solidFill>
              <a:srgbClr val="FFFFFF"/>
            </a:solidFill>
            <a:miter/>
          </a:ln>
        </p:spPr>
        <p:txBody>
          <a:bodyPr lIns="2520" tIns="2520" rIns="2520" bIns="25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373" name=""/>
          <p:cNvSpPr/>
          <p:nvPr/>
        </p:nvSpPr>
        <p:spPr>
          <a:xfrm>
            <a:off x="1971720" y="2424240"/>
            <a:ext cx="141120" cy="89280"/>
          </a:xfrm>
          <a:custGeom>
            <a:avLst/>
            <a:gdLst/>
            <a:ahLst/>
            <a:rect l="0" t="0" r="r" b="b"/>
            <a:pathLst>
              <a:path w="392" h="248">
                <a:moveTo>
                  <a:pt x="0" y="0"/>
                </a:moveTo>
                <a:lnTo>
                  <a:pt x="392" y="0"/>
                </a:lnTo>
                <a:lnTo>
                  <a:pt x="392" y="248"/>
                </a:lnTo>
                <a:lnTo>
                  <a:pt x="0" y="248"/>
                </a:lnTo>
                <a:lnTo>
                  <a:pt x="0" y="0"/>
                </a:lnTo>
                <a:close/>
              </a:path>
            </a:pathLst>
          </a:custGeom>
          <a:solidFill>
            <a:srgbClr val="E9A184"/>
          </a:solidFill>
          <a:ln w="5400">
            <a:solidFill>
              <a:srgbClr val="FFFFFF"/>
            </a:solidFill>
            <a:miter/>
          </a:ln>
        </p:spPr>
        <p:txBody>
          <a:bodyPr lIns="2520" tIns="2520" rIns="2520" bIns="25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374" name=""/>
          <p:cNvSpPr/>
          <p:nvPr/>
        </p:nvSpPr>
        <p:spPr>
          <a:xfrm>
            <a:off x="1971720" y="2691720"/>
            <a:ext cx="141120" cy="89640"/>
          </a:xfrm>
          <a:custGeom>
            <a:avLst/>
            <a:gdLst/>
            <a:ahLst/>
            <a:rect l="0" t="0" r="r" b="b"/>
            <a:pathLst>
              <a:path w="392" h="249">
                <a:moveTo>
                  <a:pt x="0" y="0"/>
                </a:moveTo>
                <a:lnTo>
                  <a:pt x="392" y="0"/>
                </a:lnTo>
                <a:lnTo>
                  <a:pt x="392" y="249"/>
                </a:lnTo>
                <a:lnTo>
                  <a:pt x="0" y="249"/>
                </a:lnTo>
                <a:lnTo>
                  <a:pt x="0" y="0"/>
                </a:lnTo>
                <a:close/>
              </a:path>
            </a:pathLst>
          </a:custGeom>
          <a:solidFill>
            <a:srgbClr val="D5DFE8"/>
          </a:solidFill>
          <a:ln w="5400">
            <a:solidFill>
              <a:srgbClr val="FFFFFF"/>
            </a:solidFill>
            <a:miter/>
          </a:ln>
        </p:spPr>
        <p:txBody>
          <a:bodyPr lIns="2520" tIns="2520" rIns="2520" bIns="25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375" name=""/>
          <p:cNvSpPr/>
          <p:nvPr/>
        </p:nvSpPr>
        <p:spPr>
          <a:xfrm>
            <a:off x="1971720" y="3851280"/>
            <a:ext cx="141120" cy="89640"/>
          </a:xfrm>
          <a:custGeom>
            <a:avLst/>
            <a:gdLst/>
            <a:ahLst/>
            <a:rect l="0" t="0" r="r" b="b"/>
            <a:pathLst>
              <a:path w="392" h="249">
                <a:moveTo>
                  <a:pt x="0" y="0"/>
                </a:moveTo>
                <a:lnTo>
                  <a:pt x="392" y="0"/>
                </a:lnTo>
                <a:lnTo>
                  <a:pt x="392" y="249"/>
                </a:lnTo>
                <a:lnTo>
                  <a:pt x="0" y="249"/>
                </a:lnTo>
                <a:lnTo>
                  <a:pt x="0" y="0"/>
                </a:lnTo>
                <a:close/>
              </a:path>
            </a:pathLst>
          </a:custGeom>
          <a:solidFill>
            <a:srgbClr val="CBD8E5"/>
          </a:solidFill>
          <a:ln w="5400">
            <a:solidFill>
              <a:srgbClr val="FFFFFF"/>
            </a:solidFill>
            <a:miter/>
          </a:ln>
        </p:spPr>
        <p:txBody>
          <a:bodyPr lIns="2520" tIns="2520" rIns="2520" bIns="25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376" name=""/>
          <p:cNvSpPr/>
          <p:nvPr/>
        </p:nvSpPr>
        <p:spPr>
          <a:xfrm>
            <a:off x="1971720" y="3583800"/>
            <a:ext cx="141120" cy="89640"/>
          </a:xfrm>
          <a:custGeom>
            <a:avLst/>
            <a:gdLst/>
            <a:ahLst/>
            <a:rect l="0" t="0" r="r" b="b"/>
            <a:pathLst>
              <a:path w="392" h="249">
                <a:moveTo>
                  <a:pt x="0" y="0"/>
                </a:moveTo>
                <a:lnTo>
                  <a:pt x="392" y="0"/>
                </a:lnTo>
                <a:lnTo>
                  <a:pt x="392" y="249"/>
                </a:lnTo>
                <a:lnTo>
                  <a:pt x="0" y="249"/>
                </a:lnTo>
                <a:lnTo>
                  <a:pt x="0" y="0"/>
                </a:lnTo>
                <a:close/>
              </a:path>
            </a:pathLst>
          </a:custGeom>
          <a:solidFill>
            <a:srgbClr val="D4DEE7"/>
          </a:solidFill>
          <a:ln w="5400">
            <a:solidFill>
              <a:srgbClr val="FFFFFF"/>
            </a:solidFill>
            <a:miter/>
          </a:ln>
        </p:spPr>
        <p:txBody>
          <a:bodyPr lIns="2520" tIns="2520" rIns="2520" bIns="25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377" name=""/>
          <p:cNvSpPr/>
          <p:nvPr/>
        </p:nvSpPr>
        <p:spPr>
          <a:xfrm>
            <a:off x="1971720" y="3316320"/>
            <a:ext cx="141120" cy="89280"/>
          </a:xfrm>
          <a:custGeom>
            <a:avLst/>
            <a:gdLst/>
            <a:ahLst/>
            <a:rect l="0" t="0" r="r" b="b"/>
            <a:pathLst>
              <a:path w="392" h="248">
                <a:moveTo>
                  <a:pt x="0" y="0"/>
                </a:moveTo>
                <a:lnTo>
                  <a:pt x="392" y="0"/>
                </a:lnTo>
                <a:lnTo>
                  <a:pt x="392" y="248"/>
                </a:lnTo>
                <a:lnTo>
                  <a:pt x="0" y="248"/>
                </a:lnTo>
                <a:lnTo>
                  <a:pt x="0" y="0"/>
                </a:lnTo>
                <a:close/>
              </a:path>
            </a:pathLst>
          </a:custGeom>
          <a:solidFill>
            <a:srgbClr val="E4E8EB"/>
          </a:solidFill>
          <a:ln w="5400">
            <a:solidFill>
              <a:srgbClr val="FFFFFF"/>
            </a:solidFill>
            <a:miter/>
          </a:ln>
        </p:spPr>
        <p:txBody>
          <a:bodyPr lIns="2520" tIns="2520" rIns="2520" bIns="25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378" name=""/>
          <p:cNvSpPr/>
          <p:nvPr/>
        </p:nvSpPr>
        <p:spPr>
          <a:xfrm>
            <a:off x="1971720" y="3673080"/>
            <a:ext cx="141120" cy="89640"/>
          </a:xfrm>
          <a:custGeom>
            <a:avLst/>
            <a:gdLst/>
            <a:ahLst/>
            <a:rect l="0" t="0" r="r" b="b"/>
            <a:pathLst>
              <a:path w="392" h="249">
                <a:moveTo>
                  <a:pt x="0" y="0"/>
                </a:moveTo>
                <a:lnTo>
                  <a:pt x="392" y="0"/>
                </a:lnTo>
                <a:lnTo>
                  <a:pt x="392" y="249"/>
                </a:lnTo>
                <a:lnTo>
                  <a:pt x="0" y="249"/>
                </a:lnTo>
                <a:lnTo>
                  <a:pt x="0" y="0"/>
                </a:lnTo>
                <a:close/>
              </a:path>
            </a:pathLst>
          </a:custGeom>
          <a:solidFill>
            <a:srgbClr val="E48F6D"/>
          </a:solidFill>
          <a:ln w="5400">
            <a:solidFill>
              <a:srgbClr val="FFFFFF"/>
            </a:solidFill>
            <a:miter/>
          </a:ln>
        </p:spPr>
        <p:txBody>
          <a:bodyPr lIns="2520" tIns="2520" rIns="2520" bIns="25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379" name=""/>
          <p:cNvSpPr/>
          <p:nvPr/>
        </p:nvSpPr>
        <p:spPr>
          <a:xfrm>
            <a:off x="1971720" y="3048480"/>
            <a:ext cx="141120" cy="89640"/>
          </a:xfrm>
          <a:custGeom>
            <a:avLst/>
            <a:gdLst/>
            <a:ahLst/>
            <a:rect l="0" t="0" r="r" b="b"/>
            <a:pathLst>
              <a:path w="392" h="249">
                <a:moveTo>
                  <a:pt x="0" y="0"/>
                </a:moveTo>
                <a:lnTo>
                  <a:pt x="392" y="0"/>
                </a:lnTo>
                <a:lnTo>
                  <a:pt x="392" y="249"/>
                </a:lnTo>
                <a:lnTo>
                  <a:pt x="0" y="249"/>
                </a:lnTo>
                <a:lnTo>
                  <a:pt x="0" y="0"/>
                </a:lnTo>
                <a:close/>
              </a:path>
            </a:pathLst>
          </a:custGeom>
          <a:solidFill>
            <a:srgbClr val="D7E0E8"/>
          </a:solidFill>
          <a:ln w="5400">
            <a:solidFill>
              <a:srgbClr val="FFFFFF"/>
            </a:solidFill>
            <a:miter/>
          </a:ln>
        </p:spPr>
        <p:txBody>
          <a:bodyPr lIns="2520" tIns="2520" rIns="2520" bIns="25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380" name=""/>
          <p:cNvSpPr/>
          <p:nvPr/>
        </p:nvSpPr>
        <p:spPr>
          <a:xfrm>
            <a:off x="1971720" y="3494520"/>
            <a:ext cx="141120" cy="89640"/>
          </a:xfrm>
          <a:custGeom>
            <a:avLst/>
            <a:gdLst/>
            <a:ahLst/>
            <a:rect l="0" t="0" r="r" b="b"/>
            <a:pathLst>
              <a:path w="392" h="249">
                <a:moveTo>
                  <a:pt x="0" y="0"/>
                </a:moveTo>
                <a:lnTo>
                  <a:pt x="392" y="0"/>
                </a:lnTo>
                <a:lnTo>
                  <a:pt x="392" y="249"/>
                </a:lnTo>
                <a:lnTo>
                  <a:pt x="0" y="249"/>
                </a:lnTo>
                <a:lnTo>
                  <a:pt x="0" y="0"/>
                </a:lnTo>
                <a:close/>
              </a:path>
            </a:pathLst>
          </a:custGeom>
          <a:solidFill>
            <a:srgbClr val="F2EAE5"/>
          </a:solidFill>
          <a:ln w="5400">
            <a:solidFill>
              <a:srgbClr val="FFFFFF"/>
            </a:solidFill>
            <a:miter/>
          </a:ln>
        </p:spPr>
        <p:txBody>
          <a:bodyPr lIns="2520" tIns="2520" rIns="2520" bIns="25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381" name=""/>
          <p:cNvSpPr/>
          <p:nvPr/>
        </p:nvSpPr>
        <p:spPr>
          <a:xfrm>
            <a:off x="1971720" y="2959200"/>
            <a:ext cx="141120" cy="89640"/>
          </a:xfrm>
          <a:custGeom>
            <a:avLst/>
            <a:gdLst/>
            <a:ahLst/>
            <a:rect l="0" t="0" r="r" b="b"/>
            <a:pathLst>
              <a:path w="392" h="249">
                <a:moveTo>
                  <a:pt x="0" y="0"/>
                </a:moveTo>
                <a:lnTo>
                  <a:pt x="392" y="0"/>
                </a:lnTo>
                <a:lnTo>
                  <a:pt x="392" y="249"/>
                </a:lnTo>
                <a:lnTo>
                  <a:pt x="0" y="249"/>
                </a:lnTo>
                <a:lnTo>
                  <a:pt x="0" y="0"/>
                </a:lnTo>
                <a:close/>
              </a:path>
            </a:pathLst>
          </a:custGeom>
          <a:solidFill>
            <a:srgbClr val="E0E5EA"/>
          </a:solidFill>
          <a:ln w="5400">
            <a:solidFill>
              <a:srgbClr val="FFFFFF"/>
            </a:solidFill>
            <a:miter/>
          </a:ln>
        </p:spPr>
        <p:txBody>
          <a:bodyPr lIns="2520" tIns="2520" rIns="2520" bIns="25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382" name=""/>
          <p:cNvSpPr/>
          <p:nvPr/>
        </p:nvSpPr>
        <p:spPr>
          <a:xfrm>
            <a:off x="1971720" y="3940560"/>
            <a:ext cx="141120" cy="89640"/>
          </a:xfrm>
          <a:custGeom>
            <a:avLst/>
            <a:gdLst/>
            <a:ahLst/>
            <a:rect l="0" t="0" r="r" b="b"/>
            <a:pathLst>
              <a:path w="392" h="249">
                <a:moveTo>
                  <a:pt x="0" y="0"/>
                </a:moveTo>
                <a:lnTo>
                  <a:pt x="392" y="0"/>
                </a:lnTo>
                <a:lnTo>
                  <a:pt x="392" y="249"/>
                </a:lnTo>
                <a:lnTo>
                  <a:pt x="0" y="249"/>
                </a:lnTo>
                <a:lnTo>
                  <a:pt x="0" y="0"/>
                </a:lnTo>
                <a:close/>
              </a:path>
            </a:pathLst>
          </a:custGeom>
          <a:solidFill>
            <a:srgbClr val="DBE2E9"/>
          </a:solidFill>
          <a:ln w="5400">
            <a:solidFill>
              <a:srgbClr val="FFFFFF"/>
            </a:solidFill>
            <a:miter/>
          </a:ln>
        </p:spPr>
        <p:txBody>
          <a:bodyPr lIns="2520" tIns="2520" rIns="2520" bIns="25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383" name=""/>
          <p:cNvSpPr/>
          <p:nvPr/>
        </p:nvSpPr>
        <p:spPr>
          <a:xfrm>
            <a:off x="1971720" y="4386600"/>
            <a:ext cx="141120" cy="89640"/>
          </a:xfrm>
          <a:custGeom>
            <a:avLst/>
            <a:gdLst/>
            <a:ahLst/>
            <a:rect l="0" t="0" r="r" b="b"/>
            <a:pathLst>
              <a:path w="392" h="249">
                <a:moveTo>
                  <a:pt x="0" y="0"/>
                </a:moveTo>
                <a:lnTo>
                  <a:pt x="392" y="0"/>
                </a:lnTo>
                <a:lnTo>
                  <a:pt x="392" y="249"/>
                </a:lnTo>
                <a:lnTo>
                  <a:pt x="0" y="249"/>
                </a:lnTo>
                <a:lnTo>
                  <a:pt x="0" y="0"/>
                </a:lnTo>
                <a:close/>
              </a:path>
            </a:pathLst>
          </a:custGeom>
          <a:solidFill>
            <a:srgbClr val="DA6F48"/>
          </a:solidFill>
          <a:ln w="5400">
            <a:solidFill>
              <a:srgbClr val="FFFFFF"/>
            </a:solidFill>
            <a:miter/>
          </a:ln>
        </p:spPr>
        <p:txBody>
          <a:bodyPr lIns="2520" tIns="2520" rIns="2520" bIns="252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384" name=""/>
          <p:cNvSpPr/>
          <p:nvPr/>
        </p:nvSpPr>
        <p:spPr>
          <a:xfrm>
            <a:off x="1971720" y="5011200"/>
            <a:ext cx="141120" cy="89280"/>
          </a:xfrm>
          <a:custGeom>
            <a:avLst/>
            <a:gdLst/>
            <a:ahLst/>
            <a:rect l="0" t="0" r="r" b="b"/>
            <a:pathLst>
              <a:path w="392" h="248">
                <a:moveTo>
                  <a:pt x="0" y="0"/>
                </a:moveTo>
                <a:lnTo>
                  <a:pt x="392" y="0"/>
                </a:lnTo>
                <a:lnTo>
                  <a:pt x="392" y="248"/>
                </a:lnTo>
                <a:lnTo>
                  <a:pt x="0" y="248"/>
                </a:lnTo>
                <a:lnTo>
                  <a:pt x="0" y="0"/>
                </a:lnTo>
                <a:close/>
              </a:path>
            </a:pathLst>
          </a:custGeom>
          <a:solidFill>
            <a:srgbClr val="DDE3E9"/>
          </a:solidFill>
          <a:ln w="5400">
            <a:solidFill>
              <a:srgbClr val="FFFFFF"/>
            </a:solidFill>
            <a:miter/>
          </a:ln>
        </p:spPr>
        <p:txBody>
          <a:bodyPr lIns="2520" tIns="2520" rIns="2520" bIns="25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385" name=""/>
          <p:cNvSpPr/>
          <p:nvPr/>
        </p:nvSpPr>
        <p:spPr>
          <a:xfrm>
            <a:off x="1971720" y="4654440"/>
            <a:ext cx="141120" cy="89280"/>
          </a:xfrm>
          <a:custGeom>
            <a:avLst/>
            <a:gdLst/>
            <a:ahLst/>
            <a:rect l="0" t="0" r="r" b="b"/>
            <a:pathLst>
              <a:path w="392" h="248">
                <a:moveTo>
                  <a:pt x="0" y="0"/>
                </a:moveTo>
                <a:lnTo>
                  <a:pt x="392" y="0"/>
                </a:lnTo>
                <a:lnTo>
                  <a:pt x="392" y="248"/>
                </a:lnTo>
                <a:lnTo>
                  <a:pt x="0" y="248"/>
                </a:lnTo>
                <a:lnTo>
                  <a:pt x="0" y="0"/>
                </a:lnTo>
                <a:close/>
              </a:path>
            </a:pathLst>
          </a:custGeom>
          <a:solidFill>
            <a:srgbClr val="E79778"/>
          </a:solidFill>
          <a:ln w="5400">
            <a:solidFill>
              <a:srgbClr val="FFFFFF"/>
            </a:solidFill>
            <a:miter/>
          </a:ln>
        </p:spPr>
        <p:txBody>
          <a:bodyPr lIns="2520" tIns="2520" rIns="2520" bIns="25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386" name=""/>
          <p:cNvSpPr/>
          <p:nvPr/>
        </p:nvSpPr>
        <p:spPr>
          <a:xfrm>
            <a:off x="1971720" y="4029840"/>
            <a:ext cx="141120" cy="89640"/>
          </a:xfrm>
          <a:custGeom>
            <a:avLst/>
            <a:gdLst/>
            <a:ahLst/>
            <a:rect l="0" t="0" r="r" b="b"/>
            <a:pathLst>
              <a:path w="392" h="249">
                <a:moveTo>
                  <a:pt x="0" y="0"/>
                </a:moveTo>
                <a:lnTo>
                  <a:pt x="392" y="0"/>
                </a:lnTo>
                <a:lnTo>
                  <a:pt x="392" y="249"/>
                </a:lnTo>
                <a:lnTo>
                  <a:pt x="0" y="249"/>
                </a:lnTo>
                <a:lnTo>
                  <a:pt x="0" y="0"/>
                </a:lnTo>
                <a:close/>
              </a:path>
            </a:pathLst>
          </a:custGeom>
          <a:solidFill>
            <a:srgbClr val="E3E7EB"/>
          </a:solidFill>
          <a:ln w="5400">
            <a:solidFill>
              <a:srgbClr val="FFFFFF"/>
            </a:solidFill>
            <a:miter/>
          </a:ln>
        </p:spPr>
        <p:txBody>
          <a:bodyPr lIns="2520" tIns="2520" rIns="2520" bIns="25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387" name=""/>
          <p:cNvSpPr/>
          <p:nvPr/>
        </p:nvSpPr>
        <p:spPr>
          <a:xfrm>
            <a:off x="1971720" y="2870280"/>
            <a:ext cx="141120" cy="89280"/>
          </a:xfrm>
          <a:custGeom>
            <a:avLst/>
            <a:gdLst/>
            <a:ahLst/>
            <a:rect l="0" t="0" r="r" b="b"/>
            <a:pathLst>
              <a:path w="392" h="248">
                <a:moveTo>
                  <a:pt x="0" y="0"/>
                </a:moveTo>
                <a:lnTo>
                  <a:pt x="392" y="0"/>
                </a:lnTo>
                <a:lnTo>
                  <a:pt x="392" y="248"/>
                </a:lnTo>
                <a:lnTo>
                  <a:pt x="0" y="248"/>
                </a:lnTo>
                <a:lnTo>
                  <a:pt x="0" y="0"/>
                </a:lnTo>
                <a:close/>
              </a:path>
            </a:pathLst>
          </a:custGeom>
          <a:solidFill>
            <a:srgbClr val="F1DFD5"/>
          </a:solidFill>
          <a:ln w="5400">
            <a:solidFill>
              <a:srgbClr val="FFFFFF"/>
            </a:solidFill>
            <a:miter/>
          </a:ln>
        </p:spPr>
        <p:txBody>
          <a:bodyPr lIns="2520" tIns="2520" rIns="2520" bIns="25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388" name=""/>
          <p:cNvSpPr/>
          <p:nvPr/>
        </p:nvSpPr>
        <p:spPr>
          <a:xfrm>
            <a:off x="1971720" y="4743360"/>
            <a:ext cx="141120" cy="89640"/>
          </a:xfrm>
          <a:custGeom>
            <a:avLst/>
            <a:gdLst/>
            <a:ahLst/>
            <a:rect l="0" t="0" r="r" b="b"/>
            <a:pathLst>
              <a:path w="392" h="249">
                <a:moveTo>
                  <a:pt x="0" y="0"/>
                </a:moveTo>
                <a:lnTo>
                  <a:pt x="392" y="0"/>
                </a:lnTo>
                <a:lnTo>
                  <a:pt x="392" y="249"/>
                </a:lnTo>
                <a:lnTo>
                  <a:pt x="0" y="249"/>
                </a:lnTo>
                <a:lnTo>
                  <a:pt x="0" y="0"/>
                </a:lnTo>
                <a:close/>
              </a:path>
            </a:pathLst>
          </a:custGeom>
          <a:solidFill>
            <a:srgbClr val="D4DEE7"/>
          </a:solidFill>
          <a:ln w="5400">
            <a:solidFill>
              <a:srgbClr val="FFFFFF"/>
            </a:solidFill>
            <a:miter/>
          </a:ln>
        </p:spPr>
        <p:txBody>
          <a:bodyPr lIns="2520" tIns="2520" rIns="2520" bIns="25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389" name=""/>
          <p:cNvSpPr/>
          <p:nvPr/>
        </p:nvSpPr>
        <p:spPr>
          <a:xfrm>
            <a:off x="1971720" y="4475880"/>
            <a:ext cx="141120" cy="89640"/>
          </a:xfrm>
          <a:custGeom>
            <a:avLst/>
            <a:gdLst/>
            <a:ahLst/>
            <a:rect l="0" t="0" r="r" b="b"/>
            <a:pathLst>
              <a:path w="392" h="249">
                <a:moveTo>
                  <a:pt x="0" y="0"/>
                </a:moveTo>
                <a:lnTo>
                  <a:pt x="392" y="0"/>
                </a:lnTo>
                <a:lnTo>
                  <a:pt x="392" y="249"/>
                </a:lnTo>
                <a:lnTo>
                  <a:pt x="0" y="249"/>
                </a:lnTo>
                <a:lnTo>
                  <a:pt x="0" y="0"/>
                </a:lnTo>
                <a:close/>
              </a:path>
            </a:pathLst>
          </a:custGeom>
          <a:solidFill>
            <a:srgbClr val="CFDAE6"/>
          </a:solidFill>
          <a:ln w="5400">
            <a:solidFill>
              <a:srgbClr val="FFFFFF"/>
            </a:solidFill>
            <a:miter/>
          </a:ln>
        </p:spPr>
        <p:txBody>
          <a:bodyPr lIns="2520" tIns="2520" rIns="2520" bIns="25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390" name=""/>
          <p:cNvSpPr/>
          <p:nvPr/>
        </p:nvSpPr>
        <p:spPr>
          <a:xfrm>
            <a:off x="1971720" y="4297320"/>
            <a:ext cx="141120" cy="89640"/>
          </a:xfrm>
          <a:custGeom>
            <a:avLst/>
            <a:gdLst/>
            <a:ahLst/>
            <a:rect l="0" t="0" r="r" b="b"/>
            <a:pathLst>
              <a:path w="392" h="249">
                <a:moveTo>
                  <a:pt x="0" y="0"/>
                </a:moveTo>
                <a:lnTo>
                  <a:pt x="392" y="0"/>
                </a:lnTo>
                <a:lnTo>
                  <a:pt x="392" y="249"/>
                </a:lnTo>
                <a:lnTo>
                  <a:pt x="0" y="249"/>
                </a:lnTo>
                <a:lnTo>
                  <a:pt x="0" y="0"/>
                </a:lnTo>
                <a:close/>
              </a:path>
            </a:pathLst>
          </a:custGeom>
          <a:solidFill>
            <a:srgbClr val="CFDAE6"/>
          </a:solidFill>
          <a:ln w="5400">
            <a:solidFill>
              <a:srgbClr val="FFFFFF"/>
            </a:solidFill>
            <a:miter/>
          </a:ln>
        </p:spPr>
        <p:txBody>
          <a:bodyPr lIns="2520" tIns="2520" rIns="2520" bIns="25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391" name=""/>
          <p:cNvSpPr/>
          <p:nvPr/>
        </p:nvSpPr>
        <p:spPr>
          <a:xfrm>
            <a:off x="2112480" y="3137760"/>
            <a:ext cx="141120" cy="89640"/>
          </a:xfrm>
          <a:custGeom>
            <a:avLst/>
            <a:gdLst/>
            <a:ahLst/>
            <a:rect l="0" t="0" r="r" b="b"/>
            <a:pathLst>
              <a:path w="392" h="249">
                <a:moveTo>
                  <a:pt x="0" y="0"/>
                </a:moveTo>
                <a:lnTo>
                  <a:pt x="392" y="0"/>
                </a:lnTo>
                <a:lnTo>
                  <a:pt x="392" y="249"/>
                </a:lnTo>
                <a:lnTo>
                  <a:pt x="0" y="249"/>
                </a:lnTo>
                <a:lnTo>
                  <a:pt x="0" y="0"/>
                </a:lnTo>
                <a:close/>
              </a:path>
            </a:pathLst>
          </a:custGeom>
          <a:solidFill>
            <a:srgbClr val="ECEDEC"/>
          </a:solidFill>
          <a:ln w="5400">
            <a:solidFill>
              <a:srgbClr val="FFFFFF"/>
            </a:solidFill>
            <a:miter/>
          </a:ln>
        </p:spPr>
        <p:txBody>
          <a:bodyPr lIns="2520" tIns="2520" rIns="2520" bIns="25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392" name=""/>
          <p:cNvSpPr/>
          <p:nvPr/>
        </p:nvSpPr>
        <p:spPr>
          <a:xfrm>
            <a:off x="2112480" y="4208400"/>
            <a:ext cx="141120" cy="89280"/>
          </a:xfrm>
          <a:custGeom>
            <a:avLst/>
            <a:gdLst/>
            <a:ahLst/>
            <a:rect l="0" t="0" r="r" b="b"/>
            <a:pathLst>
              <a:path w="392" h="248">
                <a:moveTo>
                  <a:pt x="0" y="0"/>
                </a:moveTo>
                <a:lnTo>
                  <a:pt x="392" y="0"/>
                </a:lnTo>
                <a:lnTo>
                  <a:pt x="392" y="248"/>
                </a:lnTo>
                <a:lnTo>
                  <a:pt x="0" y="248"/>
                </a:lnTo>
                <a:lnTo>
                  <a:pt x="0" y="0"/>
                </a:lnTo>
                <a:close/>
              </a:path>
            </a:pathLst>
          </a:custGeom>
          <a:solidFill>
            <a:srgbClr val="DF7D59"/>
          </a:solidFill>
          <a:ln w="5400">
            <a:solidFill>
              <a:srgbClr val="FFFFFF"/>
            </a:solidFill>
            <a:miter/>
          </a:ln>
        </p:spPr>
        <p:txBody>
          <a:bodyPr lIns="2520" tIns="2520" rIns="2520" bIns="252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393" name=""/>
          <p:cNvSpPr/>
          <p:nvPr/>
        </p:nvSpPr>
        <p:spPr>
          <a:xfrm>
            <a:off x="2112480" y="4565160"/>
            <a:ext cx="141120" cy="89640"/>
          </a:xfrm>
          <a:custGeom>
            <a:avLst/>
            <a:gdLst/>
            <a:ahLst/>
            <a:rect l="0" t="0" r="r" b="b"/>
            <a:pathLst>
              <a:path w="392" h="249">
                <a:moveTo>
                  <a:pt x="0" y="0"/>
                </a:moveTo>
                <a:lnTo>
                  <a:pt x="392" y="0"/>
                </a:lnTo>
                <a:lnTo>
                  <a:pt x="392" y="249"/>
                </a:lnTo>
                <a:lnTo>
                  <a:pt x="0" y="249"/>
                </a:lnTo>
                <a:lnTo>
                  <a:pt x="0" y="0"/>
                </a:lnTo>
                <a:close/>
              </a:path>
            </a:pathLst>
          </a:custGeom>
          <a:solidFill>
            <a:srgbClr val="E0E5EA"/>
          </a:solidFill>
          <a:ln w="5400">
            <a:solidFill>
              <a:srgbClr val="FFFFFF"/>
            </a:solidFill>
            <a:miter/>
          </a:ln>
        </p:spPr>
        <p:txBody>
          <a:bodyPr lIns="2520" tIns="2520" rIns="2520" bIns="25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394" name=""/>
          <p:cNvSpPr/>
          <p:nvPr/>
        </p:nvSpPr>
        <p:spPr>
          <a:xfrm>
            <a:off x="2112480" y="5100480"/>
            <a:ext cx="141120" cy="89280"/>
          </a:xfrm>
          <a:custGeom>
            <a:avLst/>
            <a:gdLst/>
            <a:ahLst/>
            <a:rect l="0" t="0" r="r" b="b"/>
            <a:pathLst>
              <a:path w="392" h="248">
                <a:moveTo>
                  <a:pt x="0" y="0"/>
                </a:moveTo>
                <a:lnTo>
                  <a:pt x="392" y="0"/>
                </a:lnTo>
                <a:lnTo>
                  <a:pt x="392" y="248"/>
                </a:lnTo>
                <a:lnTo>
                  <a:pt x="0" y="248"/>
                </a:lnTo>
                <a:lnTo>
                  <a:pt x="0" y="0"/>
                </a:lnTo>
                <a:close/>
              </a:path>
            </a:pathLst>
          </a:custGeom>
          <a:solidFill>
            <a:srgbClr val="E0E5EA"/>
          </a:solidFill>
          <a:ln w="5400">
            <a:solidFill>
              <a:srgbClr val="FFFFFF"/>
            </a:solidFill>
            <a:miter/>
          </a:ln>
        </p:spPr>
        <p:txBody>
          <a:bodyPr lIns="2520" tIns="2520" rIns="2520" bIns="25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395" name=""/>
          <p:cNvSpPr/>
          <p:nvPr/>
        </p:nvSpPr>
        <p:spPr>
          <a:xfrm>
            <a:off x="2112480" y="2781000"/>
            <a:ext cx="141120" cy="89640"/>
          </a:xfrm>
          <a:custGeom>
            <a:avLst/>
            <a:gdLst/>
            <a:ahLst/>
            <a:rect l="0" t="0" r="r" b="b"/>
            <a:pathLst>
              <a:path w="392" h="249">
                <a:moveTo>
                  <a:pt x="0" y="0"/>
                </a:moveTo>
                <a:lnTo>
                  <a:pt x="392" y="0"/>
                </a:lnTo>
                <a:lnTo>
                  <a:pt x="392" y="249"/>
                </a:lnTo>
                <a:lnTo>
                  <a:pt x="0" y="249"/>
                </a:lnTo>
                <a:lnTo>
                  <a:pt x="0" y="0"/>
                </a:lnTo>
                <a:close/>
              </a:path>
            </a:pathLst>
          </a:custGeom>
          <a:solidFill>
            <a:srgbClr val="E9EBEC"/>
          </a:solidFill>
          <a:ln w="5400">
            <a:solidFill>
              <a:srgbClr val="FFFFFF"/>
            </a:solidFill>
            <a:miter/>
          </a:ln>
        </p:spPr>
        <p:txBody>
          <a:bodyPr lIns="2520" tIns="2520" rIns="2520" bIns="25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396" name=""/>
          <p:cNvSpPr/>
          <p:nvPr/>
        </p:nvSpPr>
        <p:spPr>
          <a:xfrm>
            <a:off x="2112480" y="4832640"/>
            <a:ext cx="141120" cy="89640"/>
          </a:xfrm>
          <a:custGeom>
            <a:avLst/>
            <a:gdLst/>
            <a:ahLst/>
            <a:rect l="0" t="0" r="r" b="b"/>
            <a:pathLst>
              <a:path w="392" h="249">
                <a:moveTo>
                  <a:pt x="0" y="0"/>
                </a:moveTo>
                <a:lnTo>
                  <a:pt x="392" y="0"/>
                </a:lnTo>
                <a:lnTo>
                  <a:pt x="392" y="249"/>
                </a:lnTo>
                <a:lnTo>
                  <a:pt x="0" y="249"/>
                </a:lnTo>
                <a:lnTo>
                  <a:pt x="0" y="0"/>
                </a:lnTo>
                <a:close/>
              </a:path>
            </a:pathLst>
          </a:custGeom>
          <a:solidFill>
            <a:srgbClr val="F1D3C5"/>
          </a:solidFill>
          <a:ln w="5400">
            <a:solidFill>
              <a:srgbClr val="FFFFFF"/>
            </a:solidFill>
            <a:miter/>
          </a:ln>
        </p:spPr>
        <p:txBody>
          <a:bodyPr lIns="2520" tIns="2520" rIns="2520" bIns="25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397" name=""/>
          <p:cNvSpPr/>
          <p:nvPr/>
        </p:nvSpPr>
        <p:spPr>
          <a:xfrm>
            <a:off x="2112480" y="3227040"/>
            <a:ext cx="141120" cy="89640"/>
          </a:xfrm>
          <a:custGeom>
            <a:avLst/>
            <a:gdLst/>
            <a:ahLst/>
            <a:rect l="0" t="0" r="r" b="b"/>
            <a:pathLst>
              <a:path w="392" h="249">
                <a:moveTo>
                  <a:pt x="0" y="0"/>
                </a:moveTo>
                <a:lnTo>
                  <a:pt x="392" y="0"/>
                </a:lnTo>
                <a:lnTo>
                  <a:pt x="392" y="249"/>
                </a:lnTo>
                <a:lnTo>
                  <a:pt x="0" y="249"/>
                </a:lnTo>
                <a:lnTo>
                  <a:pt x="0" y="0"/>
                </a:lnTo>
                <a:close/>
              </a:path>
            </a:pathLst>
          </a:custGeom>
          <a:solidFill>
            <a:srgbClr val="E0825F"/>
          </a:solidFill>
          <a:ln w="5400">
            <a:solidFill>
              <a:srgbClr val="FFFFFF"/>
            </a:solidFill>
            <a:miter/>
          </a:ln>
        </p:spPr>
        <p:txBody>
          <a:bodyPr lIns="2520" tIns="2520" rIns="2520" bIns="252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398" name=""/>
          <p:cNvSpPr/>
          <p:nvPr/>
        </p:nvSpPr>
        <p:spPr>
          <a:xfrm>
            <a:off x="2112480" y="2513160"/>
            <a:ext cx="141120" cy="89640"/>
          </a:xfrm>
          <a:custGeom>
            <a:avLst/>
            <a:gdLst/>
            <a:ahLst/>
            <a:rect l="0" t="0" r="r" b="b"/>
            <a:pathLst>
              <a:path w="392" h="249">
                <a:moveTo>
                  <a:pt x="0" y="0"/>
                </a:moveTo>
                <a:lnTo>
                  <a:pt x="392" y="0"/>
                </a:lnTo>
                <a:lnTo>
                  <a:pt x="392" y="249"/>
                </a:lnTo>
                <a:lnTo>
                  <a:pt x="0" y="249"/>
                </a:lnTo>
                <a:lnTo>
                  <a:pt x="0" y="0"/>
                </a:lnTo>
                <a:close/>
              </a:path>
            </a:pathLst>
          </a:custGeom>
          <a:solidFill>
            <a:srgbClr val="E1E6EA"/>
          </a:solidFill>
          <a:ln w="5400">
            <a:solidFill>
              <a:srgbClr val="FFFFFF"/>
            </a:solidFill>
            <a:miter/>
          </a:ln>
        </p:spPr>
        <p:txBody>
          <a:bodyPr lIns="2520" tIns="2520" rIns="2520" bIns="25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399" name=""/>
          <p:cNvSpPr/>
          <p:nvPr/>
        </p:nvSpPr>
        <p:spPr>
          <a:xfrm>
            <a:off x="2112480" y="3405240"/>
            <a:ext cx="141120" cy="89640"/>
          </a:xfrm>
          <a:custGeom>
            <a:avLst/>
            <a:gdLst/>
            <a:ahLst/>
            <a:rect l="0" t="0" r="r" b="b"/>
            <a:pathLst>
              <a:path w="392" h="249">
                <a:moveTo>
                  <a:pt x="0" y="0"/>
                </a:moveTo>
                <a:lnTo>
                  <a:pt x="392" y="0"/>
                </a:lnTo>
                <a:lnTo>
                  <a:pt x="392" y="249"/>
                </a:lnTo>
                <a:lnTo>
                  <a:pt x="0" y="249"/>
                </a:lnTo>
                <a:lnTo>
                  <a:pt x="0" y="0"/>
                </a:lnTo>
                <a:close/>
              </a:path>
            </a:pathLst>
          </a:custGeom>
          <a:solidFill>
            <a:srgbClr val="E1E5EA"/>
          </a:solidFill>
          <a:ln w="5400">
            <a:solidFill>
              <a:srgbClr val="FFFFFF"/>
            </a:solidFill>
            <a:miter/>
          </a:ln>
        </p:spPr>
        <p:txBody>
          <a:bodyPr lIns="2520" tIns="2520" rIns="2520" bIns="25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400" name=""/>
          <p:cNvSpPr/>
          <p:nvPr/>
        </p:nvSpPr>
        <p:spPr>
          <a:xfrm>
            <a:off x="2112480" y="4921920"/>
            <a:ext cx="141120" cy="89640"/>
          </a:xfrm>
          <a:custGeom>
            <a:avLst/>
            <a:gdLst/>
            <a:ahLst/>
            <a:rect l="0" t="0" r="r" b="b"/>
            <a:pathLst>
              <a:path w="392" h="249">
                <a:moveTo>
                  <a:pt x="0" y="0"/>
                </a:moveTo>
                <a:lnTo>
                  <a:pt x="392" y="0"/>
                </a:lnTo>
                <a:lnTo>
                  <a:pt x="392" y="249"/>
                </a:lnTo>
                <a:lnTo>
                  <a:pt x="0" y="249"/>
                </a:lnTo>
                <a:lnTo>
                  <a:pt x="0" y="0"/>
                </a:lnTo>
                <a:close/>
              </a:path>
            </a:pathLst>
          </a:custGeom>
          <a:solidFill>
            <a:srgbClr val="E0E5EA"/>
          </a:solidFill>
          <a:ln w="5400">
            <a:solidFill>
              <a:srgbClr val="FFFFFF"/>
            </a:solidFill>
            <a:miter/>
          </a:ln>
        </p:spPr>
        <p:txBody>
          <a:bodyPr lIns="2520" tIns="2520" rIns="2520" bIns="25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401" name=""/>
          <p:cNvSpPr/>
          <p:nvPr/>
        </p:nvSpPr>
        <p:spPr>
          <a:xfrm>
            <a:off x="2112480" y="2602440"/>
            <a:ext cx="141120" cy="89640"/>
          </a:xfrm>
          <a:custGeom>
            <a:avLst/>
            <a:gdLst/>
            <a:ahLst/>
            <a:rect l="0" t="0" r="r" b="b"/>
            <a:pathLst>
              <a:path w="392" h="249">
                <a:moveTo>
                  <a:pt x="0" y="0"/>
                </a:moveTo>
                <a:lnTo>
                  <a:pt x="392" y="0"/>
                </a:lnTo>
                <a:lnTo>
                  <a:pt x="392" y="249"/>
                </a:lnTo>
                <a:lnTo>
                  <a:pt x="0" y="249"/>
                </a:lnTo>
                <a:lnTo>
                  <a:pt x="0" y="0"/>
                </a:lnTo>
                <a:close/>
              </a:path>
            </a:pathLst>
          </a:custGeom>
          <a:solidFill>
            <a:srgbClr val="E1E6EA"/>
          </a:solidFill>
          <a:ln w="5400">
            <a:solidFill>
              <a:srgbClr val="FFFFFF"/>
            </a:solidFill>
            <a:miter/>
          </a:ln>
        </p:spPr>
        <p:txBody>
          <a:bodyPr lIns="2520" tIns="2520" rIns="2520" bIns="25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402" name=""/>
          <p:cNvSpPr/>
          <p:nvPr/>
        </p:nvSpPr>
        <p:spPr>
          <a:xfrm>
            <a:off x="2112480" y="3762360"/>
            <a:ext cx="141120" cy="89280"/>
          </a:xfrm>
          <a:custGeom>
            <a:avLst/>
            <a:gdLst/>
            <a:ahLst/>
            <a:rect l="0" t="0" r="r" b="b"/>
            <a:pathLst>
              <a:path w="392" h="248">
                <a:moveTo>
                  <a:pt x="0" y="0"/>
                </a:moveTo>
                <a:lnTo>
                  <a:pt x="392" y="0"/>
                </a:lnTo>
                <a:lnTo>
                  <a:pt x="392" y="248"/>
                </a:lnTo>
                <a:lnTo>
                  <a:pt x="0" y="248"/>
                </a:lnTo>
                <a:lnTo>
                  <a:pt x="0" y="0"/>
                </a:lnTo>
                <a:close/>
              </a:path>
            </a:pathLst>
          </a:custGeom>
          <a:solidFill>
            <a:srgbClr val="F1D4C6"/>
          </a:solidFill>
          <a:ln w="5400">
            <a:solidFill>
              <a:srgbClr val="FFFFFF"/>
            </a:solidFill>
            <a:miter/>
          </a:ln>
        </p:spPr>
        <p:txBody>
          <a:bodyPr lIns="2520" tIns="2520" rIns="2520" bIns="25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403" name=""/>
          <p:cNvSpPr/>
          <p:nvPr/>
        </p:nvSpPr>
        <p:spPr>
          <a:xfrm>
            <a:off x="2112480" y="4119120"/>
            <a:ext cx="141120" cy="89640"/>
          </a:xfrm>
          <a:custGeom>
            <a:avLst/>
            <a:gdLst/>
            <a:ahLst/>
            <a:rect l="0" t="0" r="r" b="b"/>
            <a:pathLst>
              <a:path w="392" h="249">
                <a:moveTo>
                  <a:pt x="0" y="0"/>
                </a:moveTo>
                <a:lnTo>
                  <a:pt x="392" y="0"/>
                </a:lnTo>
                <a:lnTo>
                  <a:pt x="392" y="249"/>
                </a:lnTo>
                <a:lnTo>
                  <a:pt x="0" y="249"/>
                </a:lnTo>
                <a:lnTo>
                  <a:pt x="0" y="0"/>
                </a:lnTo>
                <a:close/>
              </a:path>
            </a:pathLst>
          </a:custGeom>
          <a:solidFill>
            <a:srgbClr val="CED9E6"/>
          </a:solidFill>
          <a:ln w="5400">
            <a:solidFill>
              <a:srgbClr val="FFFFFF"/>
            </a:solidFill>
            <a:miter/>
          </a:ln>
        </p:spPr>
        <p:txBody>
          <a:bodyPr lIns="2520" tIns="2520" rIns="2520" bIns="25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404" name=""/>
          <p:cNvSpPr/>
          <p:nvPr/>
        </p:nvSpPr>
        <p:spPr>
          <a:xfrm>
            <a:off x="2112480" y="2424240"/>
            <a:ext cx="141120" cy="89280"/>
          </a:xfrm>
          <a:custGeom>
            <a:avLst/>
            <a:gdLst/>
            <a:ahLst/>
            <a:rect l="0" t="0" r="r" b="b"/>
            <a:pathLst>
              <a:path w="392" h="248">
                <a:moveTo>
                  <a:pt x="0" y="0"/>
                </a:moveTo>
                <a:lnTo>
                  <a:pt x="392" y="0"/>
                </a:lnTo>
                <a:lnTo>
                  <a:pt x="392" y="248"/>
                </a:lnTo>
                <a:lnTo>
                  <a:pt x="0" y="248"/>
                </a:lnTo>
                <a:lnTo>
                  <a:pt x="0" y="0"/>
                </a:lnTo>
                <a:close/>
              </a:path>
            </a:pathLst>
          </a:custGeom>
          <a:solidFill>
            <a:srgbClr val="F1D7CB"/>
          </a:solidFill>
          <a:ln w="5400">
            <a:solidFill>
              <a:srgbClr val="FFFFFF"/>
            </a:solidFill>
            <a:miter/>
          </a:ln>
        </p:spPr>
        <p:txBody>
          <a:bodyPr lIns="2520" tIns="2520" rIns="2520" bIns="25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405" name=""/>
          <p:cNvSpPr/>
          <p:nvPr/>
        </p:nvSpPr>
        <p:spPr>
          <a:xfrm>
            <a:off x="2112480" y="2691720"/>
            <a:ext cx="141120" cy="89640"/>
          </a:xfrm>
          <a:custGeom>
            <a:avLst/>
            <a:gdLst/>
            <a:ahLst/>
            <a:rect l="0" t="0" r="r" b="b"/>
            <a:pathLst>
              <a:path w="392" h="249">
                <a:moveTo>
                  <a:pt x="0" y="0"/>
                </a:moveTo>
                <a:lnTo>
                  <a:pt x="392" y="0"/>
                </a:lnTo>
                <a:lnTo>
                  <a:pt x="392" y="249"/>
                </a:lnTo>
                <a:lnTo>
                  <a:pt x="0" y="249"/>
                </a:lnTo>
                <a:lnTo>
                  <a:pt x="0" y="0"/>
                </a:lnTo>
                <a:close/>
              </a:path>
            </a:pathLst>
          </a:custGeom>
          <a:solidFill>
            <a:srgbClr val="EFC6B3"/>
          </a:solidFill>
          <a:ln w="5400">
            <a:solidFill>
              <a:srgbClr val="FFFFFF"/>
            </a:solidFill>
            <a:miter/>
          </a:ln>
        </p:spPr>
        <p:txBody>
          <a:bodyPr lIns="2520" tIns="2520" rIns="2520" bIns="25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406" name=""/>
          <p:cNvSpPr/>
          <p:nvPr/>
        </p:nvSpPr>
        <p:spPr>
          <a:xfrm>
            <a:off x="2112480" y="3851280"/>
            <a:ext cx="141120" cy="89640"/>
          </a:xfrm>
          <a:custGeom>
            <a:avLst/>
            <a:gdLst/>
            <a:ahLst/>
            <a:rect l="0" t="0" r="r" b="b"/>
            <a:pathLst>
              <a:path w="392" h="249">
                <a:moveTo>
                  <a:pt x="0" y="0"/>
                </a:moveTo>
                <a:lnTo>
                  <a:pt x="392" y="0"/>
                </a:lnTo>
                <a:lnTo>
                  <a:pt x="392" y="249"/>
                </a:lnTo>
                <a:lnTo>
                  <a:pt x="0" y="249"/>
                </a:lnTo>
                <a:lnTo>
                  <a:pt x="0" y="0"/>
                </a:lnTo>
                <a:close/>
              </a:path>
            </a:pathLst>
          </a:custGeom>
          <a:solidFill>
            <a:srgbClr val="EFEEED"/>
          </a:solidFill>
          <a:ln w="5400">
            <a:solidFill>
              <a:srgbClr val="FFFFFF"/>
            </a:solidFill>
            <a:miter/>
          </a:ln>
        </p:spPr>
        <p:txBody>
          <a:bodyPr lIns="2520" tIns="2520" rIns="2520" bIns="25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407" name=""/>
          <p:cNvSpPr/>
          <p:nvPr/>
        </p:nvSpPr>
        <p:spPr>
          <a:xfrm>
            <a:off x="2112480" y="3583800"/>
            <a:ext cx="141120" cy="89640"/>
          </a:xfrm>
          <a:custGeom>
            <a:avLst/>
            <a:gdLst/>
            <a:ahLst/>
            <a:rect l="0" t="0" r="r" b="b"/>
            <a:pathLst>
              <a:path w="392" h="249">
                <a:moveTo>
                  <a:pt x="0" y="0"/>
                </a:moveTo>
                <a:lnTo>
                  <a:pt x="392" y="0"/>
                </a:lnTo>
                <a:lnTo>
                  <a:pt x="392" y="249"/>
                </a:lnTo>
                <a:lnTo>
                  <a:pt x="0" y="249"/>
                </a:lnTo>
                <a:lnTo>
                  <a:pt x="0" y="0"/>
                </a:lnTo>
                <a:close/>
              </a:path>
            </a:pathLst>
          </a:custGeom>
          <a:solidFill>
            <a:srgbClr val="D3DEE7"/>
          </a:solidFill>
          <a:ln w="5400">
            <a:solidFill>
              <a:srgbClr val="FFFFFF"/>
            </a:solidFill>
            <a:miter/>
          </a:ln>
        </p:spPr>
        <p:txBody>
          <a:bodyPr lIns="2520" tIns="2520" rIns="2520" bIns="25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408" name=""/>
          <p:cNvSpPr/>
          <p:nvPr/>
        </p:nvSpPr>
        <p:spPr>
          <a:xfrm>
            <a:off x="2112480" y="3316320"/>
            <a:ext cx="141120" cy="89280"/>
          </a:xfrm>
          <a:custGeom>
            <a:avLst/>
            <a:gdLst/>
            <a:ahLst/>
            <a:rect l="0" t="0" r="r" b="b"/>
            <a:pathLst>
              <a:path w="392" h="248">
                <a:moveTo>
                  <a:pt x="0" y="0"/>
                </a:moveTo>
                <a:lnTo>
                  <a:pt x="392" y="0"/>
                </a:lnTo>
                <a:lnTo>
                  <a:pt x="392" y="248"/>
                </a:lnTo>
                <a:lnTo>
                  <a:pt x="0" y="248"/>
                </a:lnTo>
                <a:lnTo>
                  <a:pt x="0" y="0"/>
                </a:lnTo>
                <a:close/>
              </a:path>
            </a:pathLst>
          </a:custGeom>
          <a:solidFill>
            <a:srgbClr val="E5E9EB"/>
          </a:solidFill>
          <a:ln w="5400">
            <a:solidFill>
              <a:srgbClr val="FFFFFF"/>
            </a:solidFill>
            <a:miter/>
          </a:ln>
        </p:spPr>
        <p:txBody>
          <a:bodyPr lIns="2520" tIns="2520" rIns="2520" bIns="25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409" name=""/>
          <p:cNvSpPr/>
          <p:nvPr/>
        </p:nvSpPr>
        <p:spPr>
          <a:xfrm>
            <a:off x="2112480" y="3673080"/>
            <a:ext cx="141120" cy="89640"/>
          </a:xfrm>
          <a:custGeom>
            <a:avLst/>
            <a:gdLst/>
            <a:ahLst/>
            <a:rect l="0" t="0" r="r" b="b"/>
            <a:pathLst>
              <a:path w="392" h="249">
                <a:moveTo>
                  <a:pt x="0" y="0"/>
                </a:moveTo>
                <a:lnTo>
                  <a:pt x="392" y="0"/>
                </a:lnTo>
                <a:lnTo>
                  <a:pt x="392" y="249"/>
                </a:lnTo>
                <a:lnTo>
                  <a:pt x="0" y="249"/>
                </a:lnTo>
                <a:lnTo>
                  <a:pt x="0" y="0"/>
                </a:lnTo>
                <a:close/>
              </a:path>
            </a:pathLst>
          </a:custGeom>
          <a:solidFill>
            <a:srgbClr val="D8E0E8"/>
          </a:solidFill>
          <a:ln w="5400">
            <a:solidFill>
              <a:srgbClr val="FFFFFF"/>
            </a:solidFill>
            <a:miter/>
          </a:ln>
        </p:spPr>
        <p:txBody>
          <a:bodyPr lIns="2520" tIns="2520" rIns="2520" bIns="25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410" name=""/>
          <p:cNvSpPr/>
          <p:nvPr/>
        </p:nvSpPr>
        <p:spPr>
          <a:xfrm>
            <a:off x="2112480" y="3048480"/>
            <a:ext cx="141120" cy="89640"/>
          </a:xfrm>
          <a:custGeom>
            <a:avLst/>
            <a:gdLst/>
            <a:ahLst/>
            <a:rect l="0" t="0" r="r" b="b"/>
            <a:pathLst>
              <a:path w="392" h="249">
                <a:moveTo>
                  <a:pt x="0" y="0"/>
                </a:moveTo>
                <a:lnTo>
                  <a:pt x="392" y="0"/>
                </a:lnTo>
                <a:lnTo>
                  <a:pt x="392" y="249"/>
                </a:lnTo>
                <a:lnTo>
                  <a:pt x="0" y="249"/>
                </a:lnTo>
                <a:lnTo>
                  <a:pt x="0" y="0"/>
                </a:lnTo>
                <a:close/>
              </a:path>
            </a:pathLst>
          </a:custGeom>
          <a:solidFill>
            <a:srgbClr val="D4DEE7"/>
          </a:solidFill>
          <a:ln w="5400">
            <a:solidFill>
              <a:srgbClr val="FFFFFF"/>
            </a:solidFill>
            <a:miter/>
          </a:ln>
        </p:spPr>
        <p:txBody>
          <a:bodyPr lIns="2520" tIns="2520" rIns="2520" bIns="25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411" name=""/>
          <p:cNvSpPr/>
          <p:nvPr/>
        </p:nvSpPr>
        <p:spPr>
          <a:xfrm>
            <a:off x="2112480" y="3494520"/>
            <a:ext cx="141120" cy="89640"/>
          </a:xfrm>
          <a:custGeom>
            <a:avLst/>
            <a:gdLst/>
            <a:ahLst/>
            <a:rect l="0" t="0" r="r" b="b"/>
            <a:pathLst>
              <a:path w="392" h="249">
                <a:moveTo>
                  <a:pt x="0" y="0"/>
                </a:moveTo>
                <a:lnTo>
                  <a:pt x="392" y="0"/>
                </a:lnTo>
                <a:lnTo>
                  <a:pt x="392" y="249"/>
                </a:lnTo>
                <a:lnTo>
                  <a:pt x="0" y="249"/>
                </a:lnTo>
                <a:lnTo>
                  <a:pt x="0" y="0"/>
                </a:lnTo>
                <a:close/>
              </a:path>
            </a:pathLst>
          </a:custGeom>
          <a:solidFill>
            <a:srgbClr val="C04B25"/>
          </a:solidFill>
          <a:ln w="5400">
            <a:solidFill>
              <a:srgbClr val="FFFFFF"/>
            </a:solidFill>
            <a:miter/>
          </a:ln>
        </p:spPr>
        <p:txBody>
          <a:bodyPr lIns="2520" tIns="2520" rIns="2520" bIns="252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412" name=""/>
          <p:cNvSpPr/>
          <p:nvPr/>
        </p:nvSpPr>
        <p:spPr>
          <a:xfrm>
            <a:off x="2112480" y="2959200"/>
            <a:ext cx="141120" cy="89640"/>
          </a:xfrm>
          <a:custGeom>
            <a:avLst/>
            <a:gdLst/>
            <a:ahLst/>
            <a:rect l="0" t="0" r="r" b="b"/>
            <a:pathLst>
              <a:path w="392" h="249">
                <a:moveTo>
                  <a:pt x="0" y="0"/>
                </a:moveTo>
                <a:lnTo>
                  <a:pt x="392" y="0"/>
                </a:lnTo>
                <a:lnTo>
                  <a:pt x="392" y="249"/>
                </a:lnTo>
                <a:lnTo>
                  <a:pt x="0" y="249"/>
                </a:lnTo>
                <a:lnTo>
                  <a:pt x="0" y="0"/>
                </a:lnTo>
                <a:close/>
              </a:path>
            </a:pathLst>
          </a:custGeom>
          <a:solidFill>
            <a:srgbClr val="BDCFE2"/>
          </a:solidFill>
          <a:ln w="5400">
            <a:solidFill>
              <a:srgbClr val="FFFFFF"/>
            </a:solidFill>
            <a:miter/>
          </a:ln>
        </p:spPr>
        <p:txBody>
          <a:bodyPr lIns="2520" tIns="2520" rIns="2520" bIns="25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413" name=""/>
          <p:cNvSpPr/>
          <p:nvPr/>
        </p:nvSpPr>
        <p:spPr>
          <a:xfrm>
            <a:off x="2112480" y="3940560"/>
            <a:ext cx="141120" cy="89640"/>
          </a:xfrm>
          <a:custGeom>
            <a:avLst/>
            <a:gdLst/>
            <a:ahLst/>
            <a:rect l="0" t="0" r="r" b="b"/>
            <a:pathLst>
              <a:path w="392" h="249">
                <a:moveTo>
                  <a:pt x="0" y="0"/>
                </a:moveTo>
                <a:lnTo>
                  <a:pt x="392" y="0"/>
                </a:lnTo>
                <a:lnTo>
                  <a:pt x="392" y="249"/>
                </a:lnTo>
                <a:lnTo>
                  <a:pt x="0" y="249"/>
                </a:lnTo>
                <a:lnTo>
                  <a:pt x="0" y="0"/>
                </a:lnTo>
                <a:close/>
              </a:path>
            </a:pathLst>
          </a:custGeom>
          <a:solidFill>
            <a:srgbClr val="DBE2E9"/>
          </a:solidFill>
          <a:ln w="5400">
            <a:solidFill>
              <a:srgbClr val="FFFFFF"/>
            </a:solidFill>
            <a:miter/>
          </a:ln>
        </p:spPr>
        <p:txBody>
          <a:bodyPr lIns="2520" tIns="2520" rIns="2520" bIns="25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414" name=""/>
          <p:cNvSpPr/>
          <p:nvPr/>
        </p:nvSpPr>
        <p:spPr>
          <a:xfrm>
            <a:off x="2112480" y="4386600"/>
            <a:ext cx="141120" cy="89640"/>
          </a:xfrm>
          <a:custGeom>
            <a:avLst/>
            <a:gdLst/>
            <a:ahLst/>
            <a:rect l="0" t="0" r="r" b="b"/>
            <a:pathLst>
              <a:path w="392" h="249">
                <a:moveTo>
                  <a:pt x="0" y="0"/>
                </a:moveTo>
                <a:lnTo>
                  <a:pt x="392" y="0"/>
                </a:lnTo>
                <a:lnTo>
                  <a:pt x="392" y="249"/>
                </a:lnTo>
                <a:lnTo>
                  <a:pt x="0" y="249"/>
                </a:lnTo>
                <a:lnTo>
                  <a:pt x="0" y="0"/>
                </a:lnTo>
                <a:close/>
              </a:path>
            </a:pathLst>
          </a:custGeom>
          <a:solidFill>
            <a:srgbClr val="C74F28"/>
          </a:solidFill>
          <a:ln w="5400">
            <a:solidFill>
              <a:srgbClr val="FFFFFF"/>
            </a:solidFill>
            <a:miter/>
          </a:ln>
        </p:spPr>
        <p:txBody>
          <a:bodyPr lIns="2520" tIns="2520" rIns="2520" bIns="252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415" name=""/>
          <p:cNvSpPr/>
          <p:nvPr/>
        </p:nvSpPr>
        <p:spPr>
          <a:xfrm>
            <a:off x="2112480" y="5011200"/>
            <a:ext cx="141120" cy="89280"/>
          </a:xfrm>
          <a:custGeom>
            <a:avLst/>
            <a:gdLst/>
            <a:ahLst/>
            <a:rect l="0" t="0" r="r" b="b"/>
            <a:pathLst>
              <a:path w="392" h="248">
                <a:moveTo>
                  <a:pt x="0" y="0"/>
                </a:moveTo>
                <a:lnTo>
                  <a:pt x="392" y="0"/>
                </a:lnTo>
                <a:lnTo>
                  <a:pt x="392" y="248"/>
                </a:lnTo>
                <a:lnTo>
                  <a:pt x="0" y="248"/>
                </a:lnTo>
                <a:lnTo>
                  <a:pt x="0" y="0"/>
                </a:lnTo>
                <a:close/>
              </a:path>
            </a:pathLst>
          </a:custGeom>
          <a:solidFill>
            <a:srgbClr val="DDE3E9"/>
          </a:solidFill>
          <a:ln w="5400">
            <a:solidFill>
              <a:srgbClr val="FFFFFF"/>
            </a:solidFill>
            <a:miter/>
          </a:ln>
        </p:spPr>
        <p:txBody>
          <a:bodyPr lIns="2520" tIns="2520" rIns="2520" bIns="25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416" name=""/>
          <p:cNvSpPr/>
          <p:nvPr/>
        </p:nvSpPr>
        <p:spPr>
          <a:xfrm>
            <a:off x="2112480" y="4654440"/>
            <a:ext cx="141120" cy="89280"/>
          </a:xfrm>
          <a:custGeom>
            <a:avLst/>
            <a:gdLst/>
            <a:ahLst/>
            <a:rect l="0" t="0" r="r" b="b"/>
            <a:pathLst>
              <a:path w="392" h="248">
                <a:moveTo>
                  <a:pt x="0" y="0"/>
                </a:moveTo>
                <a:lnTo>
                  <a:pt x="392" y="0"/>
                </a:lnTo>
                <a:lnTo>
                  <a:pt x="392" y="248"/>
                </a:lnTo>
                <a:lnTo>
                  <a:pt x="0" y="248"/>
                </a:lnTo>
                <a:lnTo>
                  <a:pt x="0" y="0"/>
                </a:lnTo>
                <a:close/>
              </a:path>
            </a:pathLst>
          </a:custGeom>
          <a:solidFill>
            <a:srgbClr val="D2DDE7"/>
          </a:solidFill>
          <a:ln w="5400">
            <a:solidFill>
              <a:srgbClr val="FFFFFF"/>
            </a:solidFill>
            <a:miter/>
          </a:ln>
        </p:spPr>
        <p:txBody>
          <a:bodyPr lIns="2520" tIns="2520" rIns="2520" bIns="25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417" name=""/>
          <p:cNvSpPr/>
          <p:nvPr/>
        </p:nvSpPr>
        <p:spPr>
          <a:xfrm>
            <a:off x="2112480" y="4029840"/>
            <a:ext cx="141120" cy="89640"/>
          </a:xfrm>
          <a:custGeom>
            <a:avLst/>
            <a:gdLst/>
            <a:ahLst/>
            <a:rect l="0" t="0" r="r" b="b"/>
            <a:pathLst>
              <a:path w="392" h="249">
                <a:moveTo>
                  <a:pt x="0" y="0"/>
                </a:moveTo>
                <a:lnTo>
                  <a:pt x="392" y="0"/>
                </a:lnTo>
                <a:lnTo>
                  <a:pt x="392" y="249"/>
                </a:lnTo>
                <a:lnTo>
                  <a:pt x="0" y="249"/>
                </a:lnTo>
                <a:lnTo>
                  <a:pt x="0" y="0"/>
                </a:lnTo>
                <a:close/>
              </a:path>
            </a:pathLst>
          </a:custGeom>
          <a:solidFill>
            <a:srgbClr val="E4E8EB"/>
          </a:solidFill>
          <a:ln w="5400">
            <a:solidFill>
              <a:srgbClr val="FFFFFF"/>
            </a:solidFill>
            <a:miter/>
          </a:ln>
        </p:spPr>
        <p:txBody>
          <a:bodyPr lIns="2520" tIns="2520" rIns="2520" bIns="25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418" name=""/>
          <p:cNvSpPr/>
          <p:nvPr/>
        </p:nvSpPr>
        <p:spPr>
          <a:xfrm>
            <a:off x="2112480" y="2870280"/>
            <a:ext cx="141120" cy="89280"/>
          </a:xfrm>
          <a:custGeom>
            <a:avLst/>
            <a:gdLst/>
            <a:ahLst/>
            <a:rect l="0" t="0" r="r" b="b"/>
            <a:pathLst>
              <a:path w="392" h="248">
                <a:moveTo>
                  <a:pt x="0" y="0"/>
                </a:moveTo>
                <a:lnTo>
                  <a:pt x="392" y="0"/>
                </a:lnTo>
                <a:lnTo>
                  <a:pt x="392" y="248"/>
                </a:lnTo>
                <a:lnTo>
                  <a:pt x="0" y="248"/>
                </a:lnTo>
                <a:lnTo>
                  <a:pt x="0" y="0"/>
                </a:lnTo>
                <a:close/>
              </a:path>
            </a:pathLst>
          </a:custGeom>
          <a:solidFill>
            <a:srgbClr val="DE7C58"/>
          </a:solidFill>
          <a:ln w="5400">
            <a:solidFill>
              <a:srgbClr val="FFFFFF"/>
            </a:solidFill>
            <a:miter/>
          </a:ln>
        </p:spPr>
        <p:txBody>
          <a:bodyPr lIns="2520" tIns="2520" rIns="2520" bIns="252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419" name=""/>
          <p:cNvSpPr/>
          <p:nvPr/>
        </p:nvSpPr>
        <p:spPr>
          <a:xfrm>
            <a:off x="2112480" y="4743360"/>
            <a:ext cx="141120" cy="89640"/>
          </a:xfrm>
          <a:custGeom>
            <a:avLst/>
            <a:gdLst/>
            <a:ahLst/>
            <a:rect l="0" t="0" r="r" b="b"/>
            <a:pathLst>
              <a:path w="392" h="249">
                <a:moveTo>
                  <a:pt x="0" y="0"/>
                </a:moveTo>
                <a:lnTo>
                  <a:pt x="392" y="0"/>
                </a:lnTo>
                <a:lnTo>
                  <a:pt x="392" y="249"/>
                </a:lnTo>
                <a:lnTo>
                  <a:pt x="0" y="249"/>
                </a:lnTo>
                <a:lnTo>
                  <a:pt x="0" y="0"/>
                </a:lnTo>
                <a:close/>
              </a:path>
            </a:pathLst>
          </a:custGeom>
          <a:solidFill>
            <a:srgbClr val="D2DDE7"/>
          </a:solidFill>
          <a:ln w="5400">
            <a:solidFill>
              <a:srgbClr val="FFFFFF"/>
            </a:solidFill>
            <a:miter/>
          </a:ln>
        </p:spPr>
        <p:txBody>
          <a:bodyPr lIns="2520" tIns="2520" rIns="2520" bIns="25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420" name=""/>
          <p:cNvSpPr/>
          <p:nvPr/>
        </p:nvSpPr>
        <p:spPr>
          <a:xfrm>
            <a:off x="2112480" y="4475880"/>
            <a:ext cx="141120" cy="89640"/>
          </a:xfrm>
          <a:custGeom>
            <a:avLst/>
            <a:gdLst/>
            <a:ahLst/>
            <a:rect l="0" t="0" r="r" b="b"/>
            <a:pathLst>
              <a:path w="392" h="249">
                <a:moveTo>
                  <a:pt x="0" y="0"/>
                </a:moveTo>
                <a:lnTo>
                  <a:pt x="392" y="0"/>
                </a:lnTo>
                <a:lnTo>
                  <a:pt x="392" y="249"/>
                </a:lnTo>
                <a:lnTo>
                  <a:pt x="0" y="249"/>
                </a:lnTo>
                <a:lnTo>
                  <a:pt x="0" y="0"/>
                </a:lnTo>
                <a:close/>
              </a:path>
            </a:pathLst>
          </a:custGeom>
          <a:solidFill>
            <a:srgbClr val="F2EFEC"/>
          </a:solidFill>
          <a:ln w="5400">
            <a:solidFill>
              <a:srgbClr val="FFFFFF"/>
            </a:solidFill>
            <a:miter/>
          </a:ln>
        </p:spPr>
        <p:txBody>
          <a:bodyPr lIns="2520" tIns="2520" rIns="2520" bIns="25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421" name=""/>
          <p:cNvSpPr/>
          <p:nvPr/>
        </p:nvSpPr>
        <p:spPr>
          <a:xfrm>
            <a:off x="2112480" y="4297320"/>
            <a:ext cx="141120" cy="89640"/>
          </a:xfrm>
          <a:custGeom>
            <a:avLst/>
            <a:gdLst/>
            <a:ahLst/>
            <a:rect l="0" t="0" r="r" b="b"/>
            <a:pathLst>
              <a:path w="392" h="249">
                <a:moveTo>
                  <a:pt x="0" y="0"/>
                </a:moveTo>
                <a:lnTo>
                  <a:pt x="392" y="0"/>
                </a:lnTo>
                <a:lnTo>
                  <a:pt x="392" y="249"/>
                </a:lnTo>
                <a:lnTo>
                  <a:pt x="0" y="249"/>
                </a:lnTo>
                <a:lnTo>
                  <a:pt x="0" y="0"/>
                </a:lnTo>
                <a:close/>
              </a:path>
            </a:pathLst>
          </a:custGeom>
          <a:solidFill>
            <a:srgbClr val="F2EFEB"/>
          </a:solidFill>
          <a:ln w="5400">
            <a:solidFill>
              <a:srgbClr val="FFFFFF"/>
            </a:solidFill>
            <a:miter/>
          </a:ln>
        </p:spPr>
        <p:txBody>
          <a:bodyPr lIns="2520" tIns="2520" rIns="2520" bIns="25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422" name=""/>
          <p:cNvSpPr/>
          <p:nvPr/>
        </p:nvSpPr>
        <p:spPr>
          <a:xfrm>
            <a:off x="2253240" y="3137760"/>
            <a:ext cx="141480" cy="89640"/>
          </a:xfrm>
          <a:custGeom>
            <a:avLst/>
            <a:gdLst/>
            <a:ahLst/>
            <a:rect l="0" t="0" r="r" b="b"/>
            <a:pathLst>
              <a:path w="393" h="249">
                <a:moveTo>
                  <a:pt x="0" y="0"/>
                </a:moveTo>
                <a:lnTo>
                  <a:pt x="393" y="0"/>
                </a:lnTo>
                <a:lnTo>
                  <a:pt x="393" y="249"/>
                </a:lnTo>
                <a:lnTo>
                  <a:pt x="0" y="249"/>
                </a:lnTo>
                <a:lnTo>
                  <a:pt x="0" y="0"/>
                </a:lnTo>
                <a:close/>
              </a:path>
            </a:pathLst>
          </a:custGeom>
          <a:solidFill>
            <a:srgbClr val="C8D6E5"/>
          </a:solidFill>
          <a:ln w="5400">
            <a:solidFill>
              <a:srgbClr val="FFFFFF"/>
            </a:solidFill>
            <a:miter/>
          </a:ln>
        </p:spPr>
        <p:txBody>
          <a:bodyPr lIns="2520" tIns="2520" rIns="2520" bIns="25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423" name=""/>
          <p:cNvSpPr/>
          <p:nvPr/>
        </p:nvSpPr>
        <p:spPr>
          <a:xfrm>
            <a:off x="2253240" y="4208400"/>
            <a:ext cx="141480" cy="89280"/>
          </a:xfrm>
          <a:custGeom>
            <a:avLst/>
            <a:gdLst/>
            <a:ahLst/>
            <a:rect l="0" t="0" r="r" b="b"/>
            <a:pathLst>
              <a:path w="393" h="248">
                <a:moveTo>
                  <a:pt x="0" y="0"/>
                </a:moveTo>
                <a:lnTo>
                  <a:pt x="393" y="0"/>
                </a:lnTo>
                <a:lnTo>
                  <a:pt x="393" y="248"/>
                </a:lnTo>
                <a:lnTo>
                  <a:pt x="0" y="248"/>
                </a:lnTo>
                <a:lnTo>
                  <a:pt x="0" y="0"/>
                </a:lnTo>
                <a:close/>
              </a:path>
            </a:pathLst>
          </a:custGeom>
          <a:solidFill>
            <a:srgbClr val="DBE2E9"/>
          </a:solidFill>
          <a:ln w="5400">
            <a:solidFill>
              <a:srgbClr val="FFFFFF"/>
            </a:solidFill>
            <a:miter/>
          </a:ln>
        </p:spPr>
        <p:txBody>
          <a:bodyPr lIns="2520" tIns="2520" rIns="2520" bIns="25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424" name=""/>
          <p:cNvSpPr/>
          <p:nvPr/>
        </p:nvSpPr>
        <p:spPr>
          <a:xfrm>
            <a:off x="2253240" y="4565160"/>
            <a:ext cx="141480" cy="89640"/>
          </a:xfrm>
          <a:custGeom>
            <a:avLst/>
            <a:gdLst/>
            <a:ahLst/>
            <a:rect l="0" t="0" r="r" b="b"/>
            <a:pathLst>
              <a:path w="393" h="249">
                <a:moveTo>
                  <a:pt x="0" y="0"/>
                </a:moveTo>
                <a:lnTo>
                  <a:pt x="393" y="0"/>
                </a:lnTo>
                <a:lnTo>
                  <a:pt x="393" y="249"/>
                </a:lnTo>
                <a:lnTo>
                  <a:pt x="0" y="249"/>
                </a:lnTo>
                <a:lnTo>
                  <a:pt x="0" y="0"/>
                </a:lnTo>
                <a:close/>
              </a:path>
            </a:pathLst>
          </a:custGeom>
          <a:solidFill>
            <a:srgbClr val="E0E5EA"/>
          </a:solidFill>
          <a:ln w="5400">
            <a:solidFill>
              <a:srgbClr val="FFFFFF"/>
            </a:solidFill>
            <a:miter/>
          </a:ln>
        </p:spPr>
        <p:txBody>
          <a:bodyPr lIns="2520" tIns="2520" rIns="2520" bIns="25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425" name=""/>
          <p:cNvSpPr/>
          <p:nvPr/>
        </p:nvSpPr>
        <p:spPr>
          <a:xfrm>
            <a:off x="2253240" y="5100480"/>
            <a:ext cx="141480" cy="89280"/>
          </a:xfrm>
          <a:custGeom>
            <a:avLst/>
            <a:gdLst/>
            <a:ahLst/>
            <a:rect l="0" t="0" r="r" b="b"/>
            <a:pathLst>
              <a:path w="393" h="248">
                <a:moveTo>
                  <a:pt x="0" y="0"/>
                </a:moveTo>
                <a:lnTo>
                  <a:pt x="393" y="0"/>
                </a:lnTo>
                <a:lnTo>
                  <a:pt x="393" y="248"/>
                </a:lnTo>
                <a:lnTo>
                  <a:pt x="0" y="248"/>
                </a:lnTo>
                <a:lnTo>
                  <a:pt x="0" y="0"/>
                </a:lnTo>
                <a:close/>
              </a:path>
            </a:pathLst>
          </a:custGeom>
          <a:solidFill>
            <a:srgbClr val="F1D5C8"/>
          </a:solidFill>
          <a:ln w="5400">
            <a:solidFill>
              <a:srgbClr val="FFFFFF"/>
            </a:solidFill>
            <a:miter/>
          </a:ln>
        </p:spPr>
        <p:txBody>
          <a:bodyPr lIns="2520" tIns="2520" rIns="2520" bIns="25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426" name=""/>
          <p:cNvSpPr/>
          <p:nvPr/>
        </p:nvSpPr>
        <p:spPr>
          <a:xfrm>
            <a:off x="2253240" y="2781000"/>
            <a:ext cx="141480" cy="89640"/>
          </a:xfrm>
          <a:custGeom>
            <a:avLst/>
            <a:gdLst/>
            <a:ahLst/>
            <a:rect l="0" t="0" r="r" b="b"/>
            <a:pathLst>
              <a:path w="393" h="249">
                <a:moveTo>
                  <a:pt x="0" y="0"/>
                </a:moveTo>
                <a:lnTo>
                  <a:pt x="393" y="0"/>
                </a:lnTo>
                <a:lnTo>
                  <a:pt x="393" y="249"/>
                </a:lnTo>
                <a:lnTo>
                  <a:pt x="0" y="249"/>
                </a:lnTo>
                <a:lnTo>
                  <a:pt x="0" y="0"/>
                </a:lnTo>
                <a:close/>
              </a:path>
            </a:pathLst>
          </a:custGeom>
          <a:solidFill>
            <a:srgbClr val="EAEBEC"/>
          </a:solidFill>
          <a:ln w="5400">
            <a:solidFill>
              <a:srgbClr val="FFFFFF"/>
            </a:solidFill>
            <a:miter/>
          </a:ln>
        </p:spPr>
        <p:txBody>
          <a:bodyPr lIns="2520" tIns="2520" rIns="2520" bIns="25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427" name=""/>
          <p:cNvSpPr/>
          <p:nvPr/>
        </p:nvSpPr>
        <p:spPr>
          <a:xfrm>
            <a:off x="2253240" y="4832640"/>
            <a:ext cx="141480" cy="89640"/>
          </a:xfrm>
          <a:custGeom>
            <a:avLst/>
            <a:gdLst/>
            <a:ahLst/>
            <a:rect l="0" t="0" r="r" b="b"/>
            <a:pathLst>
              <a:path w="393" h="249">
                <a:moveTo>
                  <a:pt x="0" y="0"/>
                </a:moveTo>
                <a:lnTo>
                  <a:pt x="393" y="0"/>
                </a:lnTo>
                <a:lnTo>
                  <a:pt x="393" y="249"/>
                </a:lnTo>
                <a:lnTo>
                  <a:pt x="0" y="249"/>
                </a:lnTo>
                <a:lnTo>
                  <a:pt x="0" y="0"/>
                </a:lnTo>
                <a:close/>
              </a:path>
            </a:pathLst>
          </a:custGeom>
          <a:solidFill>
            <a:srgbClr val="F1D6C9"/>
          </a:solidFill>
          <a:ln w="5400">
            <a:solidFill>
              <a:srgbClr val="FFFFFF"/>
            </a:solidFill>
            <a:miter/>
          </a:ln>
        </p:spPr>
        <p:txBody>
          <a:bodyPr lIns="2520" tIns="2520" rIns="2520" bIns="25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428" name=""/>
          <p:cNvSpPr/>
          <p:nvPr/>
        </p:nvSpPr>
        <p:spPr>
          <a:xfrm>
            <a:off x="2253240" y="3227040"/>
            <a:ext cx="141480" cy="89640"/>
          </a:xfrm>
          <a:custGeom>
            <a:avLst/>
            <a:gdLst/>
            <a:ahLst/>
            <a:rect l="0" t="0" r="r" b="b"/>
            <a:pathLst>
              <a:path w="393" h="249">
                <a:moveTo>
                  <a:pt x="0" y="0"/>
                </a:moveTo>
                <a:lnTo>
                  <a:pt x="393" y="0"/>
                </a:lnTo>
                <a:lnTo>
                  <a:pt x="393" y="249"/>
                </a:lnTo>
                <a:lnTo>
                  <a:pt x="0" y="249"/>
                </a:lnTo>
                <a:lnTo>
                  <a:pt x="0" y="0"/>
                </a:lnTo>
                <a:close/>
              </a:path>
            </a:pathLst>
          </a:custGeom>
          <a:solidFill>
            <a:srgbClr val="F2E6DE"/>
          </a:solidFill>
          <a:ln w="5400">
            <a:solidFill>
              <a:srgbClr val="FFFFFF"/>
            </a:solidFill>
            <a:miter/>
          </a:ln>
        </p:spPr>
        <p:txBody>
          <a:bodyPr lIns="2520" tIns="2520" rIns="2520" bIns="25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429" name=""/>
          <p:cNvSpPr/>
          <p:nvPr/>
        </p:nvSpPr>
        <p:spPr>
          <a:xfrm>
            <a:off x="2253240" y="2513160"/>
            <a:ext cx="141480" cy="89640"/>
          </a:xfrm>
          <a:custGeom>
            <a:avLst/>
            <a:gdLst/>
            <a:ahLst/>
            <a:rect l="0" t="0" r="r" b="b"/>
            <a:pathLst>
              <a:path w="393" h="249">
                <a:moveTo>
                  <a:pt x="0" y="0"/>
                </a:moveTo>
                <a:lnTo>
                  <a:pt x="393" y="0"/>
                </a:lnTo>
                <a:lnTo>
                  <a:pt x="393" y="249"/>
                </a:lnTo>
                <a:lnTo>
                  <a:pt x="0" y="249"/>
                </a:lnTo>
                <a:lnTo>
                  <a:pt x="0" y="0"/>
                </a:lnTo>
                <a:close/>
              </a:path>
            </a:pathLst>
          </a:custGeom>
          <a:solidFill>
            <a:srgbClr val="EEBDA7"/>
          </a:solidFill>
          <a:ln w="5400">
            <a:solidFill>
              <a:srgbClr val="FFFFFF"/>
            </a:solidFill>
            <a:miter/>
          </a:ln>
        </p:spPr>
        <p:txBody>
          <a:bodyPr lIns="2520" tIns="2520" rIns="2520" bIns="25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430" name=""/>
          <p:cNvSpPr/>
          <p:nvPr/>
        </p:nvSpPr>
        <p:spPr>
          <a:xfrm>
            <a:off x="2253240" y="3405240"/>
            <a:ext cx="141480" cy="89640"/>
          </a:xfrm>
          <a:custGeom>
            <a:avLst/>
            <a:gdLst/>
            <a:ahLst/>
            <a:rect l="0" t="0" r="r" b="b"/>
            <a:pathLst>
              <a:path w="393" h="249">
                <a:moveTo>
                  <a:pt x="0" y="0"/>
                </a:moveTo>
                <a:lnTo>
                  <a:pt x="393" y="0"/>
                </a:lnTo>
                <a:lnTo>
                  <a:pt x="393" y="249"/>
                </a:lnTo>
                <a:lnTo>
                  <a:pt x="0" y="249"/>
                </a:lnTo>
                <a:lnTo>
                  <a:pt x="0" y="0"/>
                </a:lnTo>
                <a:close/>
              </a:path>
            </a:pathLst>
          </a:custGeom>
          <a:solidFill>
            <a:srgbClr val="E1E6EA"/>
          </a:solidFill>
          <a:ln w="5400">
            <a:solidFill>
              <a:srgbClr val="FFFFFF"/>
            </a:solidFill>
            <a:miter/>
          </a:ln>
        </p:spPr>
        <p:txBody>
          <a:bodyPr lIns="2520" tIns="2520" rIns="2520" bIns="25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431" name=""/>
          <p:cNvSpPr/>
          <p:nvPr/>
        </p:nvSpPr>
        <p:spPr>
          <a:xfrm>
            <a:off x="2253240" y="4921920"/>
            <a:ext cx="141480" cy="89640"/>
          </a:xfrm>
          <a:custGeom>
            <a:avLst/>
            <a:gdLst/>
            <a:ahLst/>
            <a:rect l="0" t="0" r="r" b="b"/>
            <a:pathLst>
              <a:path w="393" h="249">
                <a:moveTo>
                  <a:pt x="0" y="0"/>
                </a:moveTo>
                <a:lnTo>
                  <a:pt x="393" y="0"/>
                </a:lnTo>
                <a:lnTo>
                  <a:pt x="393" y="249"/>
                </a:lnTo>
                <a:lnTo>
                  <a:pt x="0" y="249"/>
                </a:lnTo>
                <a:lnTo>
                  <a:pt x="0" y="0"/>
                </a:lnTo>
                <a:close/>
              </a:path>
            </a:pathLst>
          </a:custGeom>
          <a:solidFill>
            <a:srgbClr val="E0E5EA"/>
          </a:solidFill>
          <a:ln w="5400">
            <a:solidFill>
              <a:srgbClr val="FFFFFF"/>
            </a:solidFill>
            <a:miter/>
          </a:ln>
        </p:spPr>
        <p:txBody>
          <a:bodyPr lIns="2520" tIns="2520" rIns="2520" bIns="25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432" name=""/>
          <p:cNvSpPr/>
          <p:nvPr/>
        </p:nvSpPr>
        <p:spPr>
          <a:xfrm>
            <a:off x="2253240" y="2602440"/>
            <a:ext cx="141480" cy="89640"/>
          </a:xfrm>
          <a:custGeom>
            <a:avLst/>
            <a:gdLst/>
            <a:ahLst/>
            <a:rect l="0" t="0" r="r" b="b"/>
            <a:pathLst>
              <a:path w="393" h="249">
                <a:moveTo>
                  <a:pt x="0" y="0"/>
                </a:moveTo>
                <a:lnTo>
                  <a:pt x="393" y="0"/>
                </a:lnTo>
                <a:lnTo>
                  <a:pt x="393" y="249"/>
                </a:lnTo>
                <a:lnTo>
                  <a:pt x="0" y="249"/>
                </a:lnTo>
                <a:lnTo>
                  <a:pt x="0" y="0"/>
                </a:lnTo>
                <a:close/>
              </a:path>
            </a:pathLst>
          </a:custGeom>
          <a:solidFill>
            <a:srgbClr val="E7EAEB"/>
          </a:solidFill>
          <a:ln w="5400">
            <a:solidFill>
              <a:srgbClr val="FFFFFF"/>
            </a:solidFill>
            <a:miter/>
          </a:ln>
        </p:spPr>
        <p:txBody>
          <a:bodyPr lIns="2520" tIns="2520" rIns="2520" bIns="25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433" name=""/>
          <p:cNvSpPr/>
          <p:nvPr/>
        </p:nvSpPr>
        <p:spPr>
          <a:xfrm>
            <a:off x="2253240" y="3762360"/>
            <a:ext cx="141480" cy="89280"/>
          </a:xfrm>
          <a:custGeom>
            <a:avLst/>
            <a:gdLst/>
            <a:ahLst/>
            <a:rect l="0" t="0" r="r" b="b"/>
            <a:pathLst>
              <a:path w="393" h="248">
                <a:moveTo>
                  <a:pt x="0" y="0"/>
                </a:moveTo>
                <a:lnTo>
                  <a:pt x="393" y="0"/>
                </a:lnTo>
                <a:lnTo>
                  <a:pt x="393" y="248"/>
                </a:lnTo>
                <a:lnTo>
                  <a:pt x="0" y="248"/>
                </a:lnTo>
                <a:lnTo>
                  <a:pt x="0" y="0"/>
                </a:lnTo>
                <a:close/>
              </a:path>
            </a:pathLst>
          </a:custGeom>
          <a:solidFill>
            <a:srgbClr val="ECEDEC"/>
          </a:solidFill>
          <a:ln w="5400">
            <a:solidFill>
              <a:srgbClr val="FFFFFF"/>
            </a:solidFill>
            <a:miter/>
          </a:ln>
        </p:spPr>
        <p:txBody>
          <a:bodyPr lIns="2520" tIns="2520" rIns="2520" bIns="25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434" name=""/>
          <p:cNvSpPr/>
          <p:nvPr/>
        </p:nvSpPr>
        <p:spPr>
          <a:xfrm>
            <a:off x="2253240" y="4119120"/>
            <a:ext cx="141480" cy="89640"/>
          </a:xfrm>
          <a:custGeom>
            <a:avLst/>
            <a:gdLst/>
            <a:ahLst/>
            <a:rect l="0" t="0" r="r" b="b"/>
            <a:pathLst>
              <a:path w="393" h="249">
                <a:moveTo>
                  <a:pt x="0" y="0"/>
                </a:moveTo>
                <a:lnTo>
                  <a:pt x="393" y="0"/>
                </a:lnTo>
                <a:lnTo>
                  <a:pt x="393" y="249"/>
                </a:lnTo>
                <a:lnTo>
                  <a:pt x="0" y="249"/>
                </a:lnTo>
                <a:lnTo>
                  <a:pt x="0" y="0"/>
                </a:lnTo>
                <a:close/>
              </a:path>
            </a:pathLst>
          </a:custGeom>
          <a:solidFill>
            <a:srgbClr val="F0CCBC"/>
          </a:solidFill>
          <a:ln w="5400">
            <a:solidFill>
              <a:srgbClr val="FFFFFF"/>
            </a:solidFill>
            <a:miter/>
          </a:ln>
        </p:spPr>
        <p:txBody>
          <a:bodyPr lIns="2520" tIns="2520" rIns="2520" bIns="25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435" name=""/>
          <p:cNvSpPr/>
          <p:nvPr/>
        </p:nvSpPr>
        <p:spPr>
          <a:xfrm>
            <a:off x="2253240" y="2424240"/>
            <a:ext cx="141480" cy="89280"/>
          </a:xfrm>
          <a:custGeom>
            <a:avLst/>
            <a:gdLst/>
            <a:ahLst/>
            <a:rect l="0" t="0" r="r" b="b"/>
            <a:pathLst>
              <a:path w="393" h="248">
                <a:moveTo>
                  <a:pt x="0" y="0"/>
                </a:moveTo>
                <a:lnTo>
                  <a:pt x="393" y="0"/>
                </a:lnTo>
                <a:lnTo>
                  <a:pt x="393" y="248"/>
                </a:lnTo>
                <a:lnTo>
                  <a:pt x="0" y="248"/>
                </a:lnTo>
                <a:lnTo>
                  <a:pt x="0" y="0"/>
                </a:lnTo>
                <a:close/>
              </a:path>
            </a:pathLst>
          </a:custGeom>
          <a:solidFill>
            <a:srgbClr val="F1D7CA"/>
          </a:solidFill>
          <a:ln w="5400">
            <a:solidFill>
              <a:srgbClr val="FFFFFF"/>
            </a:solidFill>
            <a:miter/>
          </a:ln>
        </p:spPr>
        <p:txBody>
          <a:bodyPr lIns="2520" tIns="2520" rIns="2520" bIns="25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436" name=""/>
          <p:cNvSpPr/>
          <p:nvPr/>
        </p:nvSpPr>
        <p:spPr>
          <a:xfrm>
            <a:off x="2253240" y="2691720"/>
            <a:ext cx="141480" cy="89640"/>
          </a:xfrm>
          <a:custGeom>
            <a:avLst/>
            <a:gdLst/>
            <a:ahLst/>
            <a:rect l="0" t="0" r="r" b="b"/>
            <a:pathLst>
              <a:path w="393" h="249">
                <a:moveTo>
                  <a:pt x="0" y="0"/>
                </a:moveTo>
                <a:lnTo>
                  <a:pt x="393" y="0"/>
                </a:lnTo>
                <a:lnTo>
                  <a:pt x="393" y="249"/>
                </a:lnTo>
                <a:lnTo>
                  <a:pt x="0" y="249"/>
                </a:lnTo>
                <a:lnTo>
                  <a:pt x="0" y="0"/>
                </a:lnTo>
                <a:close/>
              </a:path>
            </a:pathLst>
          </a:custGeom>
          <a:solidFill>
            <a:srgbClr val="D2582F"/>
          </a:solidFill>
          <a:ln w="5400">
            <a:solidFill>
              <a:srgbClr val="FFFFFF"/>
            </a:solidFill>
            <a:miter/>
          </a:ln>
        </p:spPr>
        <p:txBody>
          <a:bodyPr lIns="2520" tIns="2520" rIns="2520" bIns="252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437" name=""/>
          <p:cNvSpPr/>
          <p:nvPr/>
        </p:nvSpPr>
        <p:spPr>
          <a:xfrm>
            <a:off x="2253240" y="3851280"/>
            <a:ext cx="141480" cy="89640"/>
          </a:xfrm>
          <a:custGeom>
            <a:avLst/>
            <a:gdLst/>
            <a:ahLst/>
            <a:rect l="0" t="0" r="r" b="b"/>
            <a:pathLst>
              <a:path w="393" h="249">
                <a:moveTo>
                  <a:pt x="0" y="0"/>
                </a:moveTo>
                <a:lnTo>
                  <a:pt x="393" y="0"/>
                </a:lnTo>
                <a:lnTo>
                  <a:pt x="393" y="249"/>
                </a:lnTo>
                <a:lnTo>
                  <a:pt x="0" y="249"/>
                </a:lnTo>
                <a:lnTo>
                  <a:pt x="0" y="0"/>
                </a:lnTo>
                <a:close/>
              </a:path>
            </a:pathLst>
          </a:custGeom>
          <a:solidFill>
            <a:srgbClr val="F1D6CA"/>
          </a:solidFill>
          <a:ln w="5400">
            <a:solidFill>
              <a:srgbClr val="FFFFFF"/>
            </a:solidFill>
            <a:miter/>
          </a:ln>
        </p:spPr>
        <p:txBody>
          <a:bodyPr lIns="2520" tIns="2520" rIns="2520" bIns="25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438" name=""/>
          <p:cNvSpPr/>
          <p:nvPr/>
        </p:nvSpPr>
        <p:spPr>
          <a:xfrm>
            <a:off x="2253240" y="3583800"/>
            <a:ext cx="141480" cy="89640"/>
          </a:xfrm>
          <a:custGeom>
            <a:avLst/>
            <a:gdLst/>
            <a:ahLst/>
            <a:rect l="0" t="0" r="r" b="b"/>
            <a:pathLst>
              <a:path w="393" h="249">
                <a:moveTo>
                  <a:pt x="0" y="0"/>
                </a:moveTo>
                <a:lnTo>
                  <a:pt x="393" y="0"/>
                </a:lnTo>
                <a:lnTo>
                  <a:pt x="393" y="249"/>
                </a:lnTo>
                <a:lnTo>
                  <a:pt x="0" y="249"/>
                </a:lnTo>
                <a:lnTo>
                  <a:pt x="0" y="0"/>
                </a:lnTo>
                <a:close/>
              </a:path>
            </a:pathLst>
          </a:custGeom>
          <a:solidFill>
            <a:srgbClr val="D1DCE7"/>
          </a:solidFill>
          <a:ln w="5400">
            <a:solidFill>
              <a:srgbClr val="FFFFFF"/>
            </a:solidFill>
            <a:miter/>
          </a:ln>
        </p:spPr>
        <p:txBody>
          <a:bodyPr lIns="2520" tIns="2520" rIns="2520" bIns="25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439" name=""/>
          <p:cNvSpPr/>
          <p:nvPr/>
        </p:nvSpPr>
        <p:spPr>
          <a:xfrm>
            <a:off x="2253240" y="3316320"/>
            <a:ext cx="141480" cy="89280"/>
          </a:xfrm>
          <a:custGeom>
            <a:avLst/>
            <a:gdLst/>
            <a:ahLst/>
            <a:rect l="0" t="0" r="r" b="b"/>
            <a:pathLst>
              <a:path w="393" h="248">
                <a:moveTo>
                  <a:pt x="0" y="0"/>
                </a:moveTo>
                <a:lnTo>
                  <a:pt x="393" y="0"/>
                </a:lnTo>
                <a:lnTo>
                  <a:pt x="393" y="248"/>
                </a:lnTo>
                <a:lnTo>
                  <a:pt x="0" y="248"/>
                </a:lnTo>
                <a:lnTo>
                  <a:pt x="0" y="0"/>
                </a:lnTo>
                <a:close/>
              </a:path>
            </a:pathLst>
          </a:custGeom>
          <a:solidFill>
            <a:srgbClr val="E2E6EA"/>
          </a:solidFill>
          <a:ln w="5400">
            <a:solidFill>
              <a:srgbClr val="FFFFFF"/>
            </a:solidFill>
            <a:miter/>
          </a:ln>
        </p:spPr>
        <p:txBody>
          <a:bodyPr lIns="2520" tIns="2520" rIns="2520" bIns="25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440" name=""/>
          <p:cNvSpPr/>
          <p:nvPr/>
        </p:nvSpPr>
        <p:spPr>
          <a:xfrm>
            <a:off x="2253240" y="3673080"/>
            <a:ext cx="141480" cy="89640"/>
          </a:xfrm>
          <a:custGeom>
            <a:avLst/>
            <a:gdLst/>
            <a:ahLst/>
            <a:rect l="0" t="0" r="r" b="b"/>
            <a:pathLst>
              <a:path w="393" h="249">
                <a:moveTo>
                  <a:pt x="0" y="0"/>
                </a:moveTo>
                <a:lnTo>
                  <a:pt x="393" y="0"/>
                </a:lnTo>
                <a:lnTo>
                  <a:pt x="393" y="249"/>
                </a:lnTo>
                <a:lnTo>
                  <a:pt x="0" y="249"/>
                </a:lnTo>
                <a:lnTo>
                  <a:pt x="0" y="0"/>
                </a:lnTo>
                <a:close/>
              </a:path>
            </a:pathLst>
          </a:custGeom>
          <a:solidFill>
            <a:srgbClr val="D8E0E8"/>
          </a:solidFill>
          <a:ln w="5400">
            <a:solidFill>
              <a:srgbClr val="FFFFFF"/>
            </a:solidFill>
            <a:miter/>
          </a:ln>
        </p:spPr>
        <p:txBody>
          <a:bodyPr lIns="2520" tIns="2520" rIns="2520" bIns="25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441" name=""/>
          <p:cNvSpPr/>
          <p:nvPr/>
        </p:nvSpPr>
        <p:spPr>
          <a:xfrm>
            <a:off x="2253240" y="3048480"/>
            <a:ext cx="141480" cy="89640"/>
          </a:xfrm>
          <a:custGeom>
            <a:avLst/>
            <a:gdLst/>
            <a:ahLst/>
            <a:rect l="0" t="0" r="r" b="b"/>
            <a:pathLst>
              <a:path w="393" h="249">
                <a:moveTo>
                  <a:pt x="0" y="0"/>
                </a:moveTo>
                <a:lnTo>
                  <a:pt x="393" y="0"/>
                </a:lnTo>
                <a:lnTo>
                  <a:pt x="393" y="249"/>
                </a:lnTo>
                <a:lnTo>
                  <a:pt x="0" y="249"/>
                </a:lnTo>
                <a:lnTo>
                  <a:pt x="0" y="0"/>
                </a:lnTo>
                <a:close/>
              </a:path>
            </a:pathLst>
          </a:custGeom>
          <a:solidFill>
            <a:srgbClr val="D4DEE7"/>
          </a:solidFill>
          <a:ln w="5400">
            <a:solidFill>
              <a:srgbClr val="FFFFFF"/>
            </a:solidFill>
            <a:miter/>
          </a:ln>
        </p:spPr>
        <p:txBody>
          <a:bodyPr lIns="2520" tIns="2520" rIns="2520" bIns="25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442" name=""/>
          <p:cNvSpPr/>
          <p:nvPr/>
        </p:nvSpPr>
        <p:spPr>
          <a:xfrm>
            <a:off x="2253240" y="3494520"/>
            <a:ext cx="141480" cy="89640"/>
          </a:xfrm>
          <a:custGeom>
            <a:avLst/>
            <a:gdLst/>
            <a:ahLst/>
            <a:rect l="0" t="0" r="r" b="b"/>
            <a:pathLst>
              <a:path w="393" h="249">
                <a:moveTo>
                  <a:pt x="0" y="0"/>
                </a:moveTo>
                <a:lnTo>
                  <a:pt x="393" y="0"/>
                </a:lnTo>
                <a:lnTo>
                  <a:pt x="393" y="249"/>
                </a:lnTo>
                <a:lnTo>
                  <a:pt x="0" y="249"/>
                </a:lnTo>
                <a:lnTo>
                  <a:pt x="0" y="0"/>
                </a:lnTo>
                <a:close/>
              </a:path>
            </a:pathLst>
          </a:custGeom>
          <a:solidFill>
            <a:srgbClr val="DF7F5B"/>
          </a:solidFill>
          <a:ln w="5400">
            <a:solidFill>
              <a:srgbClr val="FFFFFF"/>
            </a:solidFill>
            <a:miter/>
          </a:ln>
        </p:spPr>
        <p:txBody>
          <a:bodyPr lIns="2520" tIns="2520" rIns="2520" bIns="252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443" name=""/>
          <p:cNvSpPr/>
          <p:nvPr/>
        </p:nvSpPr>
        <p:spPr>
          <a:xfrm>
            <a:off x="2253240" y="2959200"/>
            <a:ext cx="141480" cy="89640"/>
          </a:xfrm>
          <a:custGeom>
            <a:avLst/>
            <a:gdLst/>
            <a:ahLst/>
            <a:rect l="0" t="0" r="r" b="b"/>
            <a:pathLst>
              <a:path w="393" h="249">
                <a:moveTo>
                  <a:pt x="0" y="0"/>
                </a:moveTo>
                <a:lnTo>
                  <a:pt x="393" y="0"/>
                </a:lnTo>
                <a:lnTo>
                  <a:pt x="393" y="249"/>
                </a:lnTo>
                <a:lnTo>
                  <a:pt x="0" y="249"/>
                </a:lnTo>
                <a:lnTo>
                  <a:pt x="0" y="0"/>
                </a:lnTo>
                <a:close/>
              </a:path>
            </a:pathLst>
          </a:custGeom>
          <a:solidFill>
            <a:srgbClr val="F0CEBE"/>
          </a:solidFill>
          <a:ln w="5400">
            <a:solidFill>
              <a:srgbClr val="FFFFFF"/>
            </a:solidFill>
            <a:miter/>
          </a:ln>
        </p:spPr>
        <p:txBody>
          <a:bodyPr lIns="2520" tIns="2520" rIns="2520" bIns="25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444" name=""/>
          <p:cNvSpPr/>
          <p:nvPr/>
        </p:nvSpPr>
        <p:spPr>
          <a:xfrm>
            <a:off x="2253240" y="3940560"/>
            <a:ext cx="141480" cy="89640"/>
          </a:xfrm>
          <a:custGeom>
            <a:avLst/>
            <a:gdLst/>
            <a:ahLst/>
            <a:rect l="0" t="0" r="r" b="b"/>
            <a:pathLst>
              <a:path w="393" h="249">
                <a:moveTo>
                  <a:pt x="0" y="0"/>
                </a:moveTo>
                <a:lnTo>
                  <a:pt x="393" y="0"/>
                </a:lnTo>
                <a:lnTo>
                  <a:pt x="393" y="249"/>
                </a:lnTo>
                <a:lnTo>
                  <a:pt x="0" y="249"/>
                </a:lnTo>
                <a:lnTo>
                  <a:pt x="0" y="0"/>
                </a:lnTo>
                <a:close/>
              </a:path>
            </a:pathLst>
          </a:custGeom>
          <a:solidFill>
            <a:srgbClr val="DAE1E8"/>
          </a:solidFill>
          <a:ln w="5400">
            <a:solidFill>
              <a:srgbClr val="FFFFFF"/>
            </a:solidFill>
            <a:miter/>
          </a:ln>
        </p:spPr>
        <p:txBody>
          <a:bodyPr lIns="2520" tIns="2520" rIns="2520" bIns="25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445" name=""/>
          <p:cNvSpPr/>
          <p:nvPr/>
        </p:nvSpPr>
        <p:spPr>
          <a:xfrm>
            <a:off x="2253240" y="4386600"/>
            <a:ext cx="141480" cy="89640"/>
          </a:xfrm>
          <a:custGeom>
            <a:avLst/>
            <a:gdLst/>
            <a:ahLst/>
            <a:rect l="0" t="0" r="r" b="b"/>
            <a:pathLst>
              <a:path w="393" h="249">
                <a:moveTo>
                  <a:pt x="0" y="0"/>
                </a:moveTo>
                <a:lnTo>
                  <a:pt x="393" y="0"/>
                </a:lnTo>
                <a:lnTo>
                  <a:pt x="393" y="249"/>
                </a:lnTo>
                <a:lnTo>
                  <a:pt x="0" y="249"/>
                </a:lnTo>
                <a:lnTo>
                  <a:pt x="0" y="0"/>
                </a:lnTo>
                <a:close/>
              </a:path>
            </a:pathLst>
          </a:custGeom>
          <a:solidFill>
            <a:srgbClr val="F2E6DF"/>
          </a:solidFill>
          <a:ln w="5400">
            <a:solidFill>
              <a:srgbClr val="FFFFFF"/>
            </a:solidFill>
            <a:miter/>
          </a:ln>
        </p:spPr>
        <p:txBody>
          <a:bodyPr lIns="2520" tIns="2520" rIns="2520" bIns="25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446" name=""/>
          <p:cNvSpPr/>
          <p:nvPr/>
        </p:nvSpPr>
        <p:spPr>
          <a:xfrm>
            <a:off x="2253240" y="5011200"/>
            <a:ext cx="141480" cy="89280"/>
          </a:xfrm>
          <a:custGeom>
            <a:avLst/>
            <a:gdLst/>
            <a:ahLst/>
            <a:rect l="0" t="0" r="r" b="b"/>
            <a:pathLst>
              <a:path w="393" h="248">
                <a:moveTo>
                  <a:pt x="0" y="0"/>
                </a:moveTo>
                <a:lnTo>
                  <a:pt x="393" y="0"/>
                </a:lnTo>
                <a:lnTo>
                  <a:pt x="393" y="248"/>
                </a:lnTo>
                <a:lnTo>
                  <a:pt x="0" y="248"/>
                </a:lnTo>
                <a:lnTo>
                  <a:pt x="0" y="0"/>
                </a:lnTo>
                <a:close/>
              </a:path>
            </a:pathLst>
          </a:custGeom>
          <a:solidFill>
            <a:srgbClr val="DDE3E9"/>
          </a:solidFill>
          <a:ln w="5400">
            <a:solidFill>
              <a:srgbClr val="FFFFFF"/>
            </a:solidFill>
            <a:miter/>
          </a:ln>
        </p:spPr>
        <p:txBody>
          <a:bodyPr lIns="2520" tIns="2520" rIns="2520" bIns="25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447" name=""/>
          <p:cNvSpPr/>
          <p:nvPr/>
        </p:nvSpPr>
        <p:spPr>
          <a:xfrm>
            <a:off x="2253240" y="4654440"/>
            <a:ext cx="141480" cy="89280"/>
          </a:xfrm>
          <a:custGeom>
            <a:avLst/>
            <a:gdLst/>
            <a:ahLst/>
            <a:rect l="0" t="0" r="r" b="b"/>
            <a:pathLst>
              <a:path w="393" h="248">
                <a:moveTo>
                  <a:pt x="0" y="0"/>
                </a:moveTo>
                <a:lnTo>
                  <a:pt x="393" y="0"/>
                </a:lnTo>
                <a:lnTo>
                  <a:pt x="393" y="248"/>
                </a:lnTo>
                <a:lnTo>
                  <a:pt x="0" y="248"/>
                </a:lnTo>
                <a:lnTo>
                  <a:pt x="0" y="0"/>
                </a:lnTo>
                <a:close/>
              </a:path>
            </a:pathLst>
          </a:custGeom>
          <a:solidFill>
            <a:srgbClr val="EFC7B4"/>
          </a:solidFill>
          <a:ln w="5400">
            <a:solidFill>
              <a:srgbClr val="FFFFFF"/>
            </a:solidFill>
            <a:miter/>
          </a:ln>
        </p:spPr>
        <p:txBody>
          <a:bodyPr lIns="2520" tIns="2520" rIns="2520" bIns="25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448" name=""/>
          <p:cNvSpPr/>
          <p:nvPr/>
        </p:nvSpPr>
        <p:spPr>
          <a:xfrm>
            <a:off x="2253240" y="4029840"/>
            <a:ext cx="141480" cy="89640"/>
          </a:xfrm>
          <a:custGeom>
            <a:avLst/>
            <a:gdLst/>
            <a:ahLst/>
            <a:rect l="0" t="0" r="r" b="b"/>
            <a:pathLst>
              <a:path w="393" h="249">
                <a:moveTo>
                  <a:pt x="0" y="0"/>
                </a:moveTo>
                <a:lnTo>
                  <a:pt x="393" y="0"/>
                </a:lnTo>
                <a:lnTo>
                  <a:pt x="393" y="249"/>
                </a:lnTo>
                <a:lnTo>
                  <a:pt x="0" y="249"/>
                </a:lnTo>
                <a:lnTo>
                  <a:pt x="0" y="0"/>
                </a:lnTo>
                <a:close/>
              </a:path>
            </a:pathLst>
          </a:custGeom>
          <a:solidFill>
            <a:srgbClr val="EAAA8F"/>
          </a:solidFill>
          <a:ln w="5400">
            <a:solidFill>
              <a:srgbClr val="FFFFFF"/>
            </a:solidFill>
            <a:miter/>
          </a:ln>
        </p:spPr>
        <p:txBody>
          <a:bodyPr lIns="2520" tIns="2520" rIns="2520" bIns="25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449" name=""/>
          <p:cNvSpPr/>
          <p:nvPr/>
        </p:nvSpPr>
        <p:spPr>
          <a:xfrm>
            <a:off x="2253240" y="2870280"/>
            <a:ext cx="141480" cy="89280"/>
          </a:xfrm>
          <a:custGeom>
            <a:avLst/>
            <a:gdLst/>
            <a:ahLst/>
            <a:rect l="0" t="0" r="r" b="b"/>
            <a:pathLst>
              <a:path w="393" h="248">
                <a:moveTo>
                  <a:pt x="0" y="0"/>
                </a:moveTo>
                <a:lnTo>
                  <a:pt x="393" y="0"/>
                </a:lnTo>
                <a:lnTo>
                  <a:pt x="393" y="248"/>
                </a:lnTo>
                <a:lnTo>
                  <a:pt x="0" y="248"/>
                </a:lnTo>
                <a:lnTo>
                  <a:pt x="0" y="0"/>
                </a:lnTo>
                <a:close/>
              </a:path>
            </a:pathLst>
          </a:custGeom>
          <a:solidFill>
            <a:srgbClr val="EFC8B5"/>
          </a:solidFill>
          <a:ln w="5400">
            <a:solidFill>
              <a:srgbClr val="FFFFFF"/>
            </a:solidFill>
            <a:miter/>
          </a:ln>
        </p:spPr>
        <p:txBody>
          <a:bodyPr lIns="2520" tIns="2520" rIns="2520" bIns="25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450" name=""/>
          <p:cNvSpPr/>
          <p:nvPr/>
        </p:nvSpPr>
        <p:spPr>
          <a:xfrm>
            <a:off x="2253240" y="4743360"/>
            <a:ext cx="141480" cy="89640"/>
          </a:xfrm>
          <a:custGeom>
            <a:avLst/>
            <a:gdLst/>
            <a:ahLst/>
            <a:rect l="0" t="0" r="r" b="b"/>
            <a:pathLst>
              <a:path w="393" h="249">
                <a:moveTo>
                  <a:pt x="0" y="0"/>
                </a:moveTo>
                <a:lnTo>
                  <a:pt x="393" y="0"/>
                </a:lnTo>
                <a:lnTo>
                  <a:pt x="393" y="249"/>
                </a:lnTo>
                <a:lnTo>
                  <a:pt x="0" y="249"/>
                </a:lnTo>
                <a:lnTo>
                  <a:pt x="0" y="0"/>
                </a:lnTo>
                <a:close/>
              </a:path>
            </a:pathLst>
          </a:custGeom>
          <a:solidFill>
            <a:srgbClr val="D4DEE7"/>
          </a:solidFill>
          <a:ln w="5400">
            <a:solidFill>
              <a:srgbClr val="FFFFFF"/>
            </a:solidFill>
            <a:miter/>
          </a:ln>
        </p:spPr>
        <p:txBody>
          <a:bodyPr lIns="2520" tIns="2520" rIns="2520" bIns="25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451" name=""/>
          <p:cNvSpPr/>
          <p:nvPr/>
        </p:nvSpPr>
        <p:spPr>
          <a:xfrm>
            <a:off x="2253240" y="4475880"/>
            <a:ext cx="141480" cy="89640"/>
          </a:xfrm>
          <a:custGeom>
            <a:avLst/>
            <a:gdLst/>
            <a:ahLst/>
            <a:rect l="0" t="0" r="r" b="b"/>
            <a:pathLst>
              <a:path w="393" h="249">
                <a:moveTo>
                  <a:pt x="0" y="0"/>
                </a:moveTo>
                <a:lnTo>
                  <a:pt x="393" y="0"/>
                </a:lnTo>
                <a:lnTo>
                  <a:pt x="393" y="249"/>
                </a:lnTo>
                <a:lnTo>
                  <a:pt x="0" y="249"/>
                </a:lnTo>
                <a:lnTo>
                  <a:pt x="0" y="0"/>
                </a:lnTo>
                <a:close/>
              </a:path>
            </a:pathLst>
          </a:custGeom>
          <a:solidFill>
            <a:srgbClr val="F1F0ED"/>
          </a:solidFill>
          <a:ln w="5400">
            <a:solidFill>
              <a:srgbClr val="FFFFFF"/>
            </a:solidFill>
            <a:miter/>
          </a:ln>
        </p:spPr>
        <p:txBody>
          <a:bodyPr lIns="2520" tIns="2520" rIns="2520" bIns="25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452" name=""/>
          <p:cNvSpPr/>
          <p:nvPr/>
        </p:nvSpPr>
        <p:spPr>
          <a:xfrm>
            <a:off x="2253240" y="4297320"/>
            <a:ext cx="141480" cy="89640"/>
          </a:xfrm>
          <a:custGeom>
            <a:avLst/>
            <a:gdLst/>
            <a:ahLst/>
            <a:rect l="0" t="0" r="r" b="b"/>
            <a:pathLst>
              <a:path w="393" h="249">
                <a:moveTo>
                  <a:pt x="0" y="0"/>
                </a:moveTo>
                <a:lnTo>
                  <a:pt x="393" y="0"/>
                </a:lnTo>
                <a:lnTo>
                  <a:pt x="393" y="249"/>
                </a:lnTo>
                <a:lnTo>
                  <a:pt x="0" y="249"/>
                </a:lnTo>
                <a:lnTo>
                  <a:pt x="0" y="0"/>
                </a:lnTo>
                <a:close/>
              </a:path>
            </a:pathLst>
          </a:custGeom>
          <a:solidFill>
            <a:srgbClr val="F0CEBE"/>
          </a:solidFill>
          <a:ln w="5400">
            <a:solidFill>
              <a:srgbClr val="FFFFFF"/>
            </a:solidFill>
            <a:miter/>
          </a:ln>
        </p:spPr>
        <p:txBody>
          <a:bodyPr lIns="2520" tIns="2520" rIns="2520" bIns="25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453" name=""/>
          <p:cNvSpPr/>
          <p:nvPr/>
        </p:nvSpPr>
        <p:spPr>
          <a:xfrm>
            <a:off x="2394360" y="3137760"/>
            <a:ext cx="141120" cy="89640"/>
          </a:xfrm>
          <a:custGeom>
            <a:avLst/>
            <a:gdLst/>
            <a:ahLst/>
            <a:rect l="0" t="0" r="r" b="b"/>
            <a:pathLst>
              <a:path w="392" h="249">
                <a:moveTo>
                  <a:pt x="0" y="0"/>
                </a:moveTo>
                <a:lnTo>
                  <a:pt x="392" y="0"/>
                </a:lnTo>
                <a:lnTo>
                  <a:pt x="392" y="249"/>
                </a:lnTo>
                <a:lnTo>
                  <a:pt x="0" y="249"/>
                </a:lnTo>
                <a:lnTo>
                  <a:pt x="0" y="0"/>
                </a:lnTo>
                <a:close/>
              </a:path>
            </a:pathLst>
          </a:custGeom>
          <a:solidFill>
            <a:srgbClr val="F0D0C1"/>
          </a:solidFill>
          <a:ln w="5400">
            <a:solidFill>
              <a:srgbClr val="FFFFFF"/>
            </a:solidFill>
            <a:miter/>
          </a:ln>
        </p:spPr>
        <p:txBody>
          <a:bodyPr lIns="2520" tIns="2520" rIns="2520" bIns="25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454" name=""/>
          <p:cNvSpPr/>
          <p:nvPr/>
        </p:nvSpPr>
        <p:spPr>
          <a:xfrm>
            <a:off x="2394360" y="4208400"/>
            <a:ext cx="141120" cy="89280"/>
          </a:xfrm>
          <a:custGeom>
            <a:avLst/>
            <a:gdLst/>
            <a:ahLst/>
            <a:rect l="0" t="0" r="r" b="b"/>
            <a:pathLst>
              <a:path w="392" h="248">
                <a:moveTo>
                  <a:pt x="0" y="0"/>
                </a:moveTo>
                <a:lnTo>
                  <a:pt x="392" y="0"/>
                </a:lnTo>
                <a:lnTo>
                  <a:pt x="392" y="248"/>
                </a:lnTo>
                <a:lnTo>
                  <a:pt x="0" y="248"/>
                </a:lnTo>
                <a:lnTo>
                  <a:pt x="0" y="0"/>
                </a:lnTo>
                <a:close/>
              </a:path>
            </a:pathLst>
          </a:custGeom>
          <a:solidFill>
            <a:srgbClr val="F1DDD2"/>
          </a:solidFill>
          <a:ln w="5400">
            <a:solidFill>
              <a:srgbClr val="FFFFFF"/>
            </a:solidFill>
            <a:miter/>
          </a:ln>
        </p:spPr>
        <p:txBody>
          <a:bodyPr lIns="2520" tIns="2520" rIns="2520" bIns="25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455" name=""/>
          <p:cNvSpPr/>
          <p:nvPr/>
        </p:nvSpPr>
        <p:spPr>
          <a:xfrm>
            <a:off x="2394360" y="4565160"/>
            <a:ext cx="141120" cy="89640"/>
          </a:xfrm>
          <a:custGeom>
            <a:avLst/>
            <a:gdLst/>
            <a:ahLst/>
            <a:rect l="0" t="0" r="r" b="b"/>
            <a:pathLst>
              <a:path w="392" h="249">
                <a:moveTo>
                  <a:pt x="0" y="0"/>
                </a:moveTo>
                <a:lnTo>
                  <a:pt x="392" y="0"/>
                </a:lnTo>
                <a:lnTo>
                  <a:pt x="392" y="249"/>
                </a:lnTo>
                <a:lnTo>
                  <a:pt x="0" y="249"/>
                </a:lnTo>
                <a:lnTo>
                  <a:pt x="0" y="0"/>
                </a:lnTo>
                <a:close/>
              </a:path>
            </a:pathLst>
          </a:custGeom>
          <a:solidFill>
            <a:srgbClr val="DDE3E9"/>
          </a:solidFill>
          <a:ln w="5400">
            <a:solidFill>
              <a:srgbClr val="FFFFFF"/>
            </a:solidFill>
            <a:miter/>
          </a:ln>
        </p:spPr>
        <p:txBody>
          <a:bodyPr lIns="2520" tIns="2520" rIns="2520" bIns="25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456" name=""/>
          <p:cNvSpPr/>
          <p:nvPr/>
        </p:nvSpPr>
        <p:spPr>
          <a:xfrm>
            <a:off x="2394360" y="5100480"/>
            <a:ext cx="141120" cy="89280"/>
          </a:xfrm>
          <a:custGeom>
            <a:avLst/>
            <a:gdLst/>
            <a:ahLst/>
            <a:rect l="0" t="0" r="r" b="b"/>
            <a:pathLst>
              <a:path w="392" h="248">
                <a:moveTo>
                  <a:pt x="0" y="0"/>
                </a:moveTo>
                <a:lnTo>
                  <a:pt x="392" y="0"/>
                </a:lnTo>
                <a:lnTo>
                  <a:pt x="392" y="248"/>
                </a:lnTo>
                <a:lnTo>
                  <a:pt x="0" y="248"/>
                </a:lnTo>
                <a:lnTo>
                  <a:pt x="0" y="0"/>
                </a:lnTo>
                <a:close/>
              </a:path>
            </a:pathLst>
          </a:custGeom>
          <a:solidFill>
            <a:srgbClr val="DFE4EA"/>
          </a:solidFill>
          <a:ln w="5400">
            <a:solidFill>
              <a:srgbClr val="FFFFFF"/>
            </a:solidFill>
            <a:miter/>
          </a:ln>
        </p:spPr>
        <p:txBody>
          <a:bodyPr lIns="2520" tIns="2520" rIns="2520" bIns="25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457" name=""/>
          <p:cNvSpPr/>
          <p:nvPr/>
        </p:nvSpPr>
        <p:spPr>
          <a:xfrm>
            <a:off x="2394360" y="2781000"/>
            <a:ext cx="141120" cy="89640"/>
          </a:xfrm>
          <a:custGeom>
            <a:avLst/>
            <a:gdLst/>
            <a:ahLst/>
            <a:rect l="0" t="0" r="r" b="b"/>
            <a:pathLst>
              <a:path w="392" h="249">
                <a:moveTo>
                  <a:pt x="0" y="0"/>
                </a:moveTo>
                <a:lnTo>
                  <a:pt x="392" y="0"/>
                </a:lnTo>
                <a:lnTo>
                  <a:pt x="392" y="249"/>
                </a:lnTo>
                <a:lnTo>
                  <a:pt x="0" y="249"/>
                </a:lnTo>
                <a:lnTo>
                  <a:pt x="0" y="0"/>
                </a:lnTo>
                <a:close/>
              </a:path>
            </a:pathLst>
          </a:custGeom>
          <a:solidFill>
            <a:srgbClr val="EAECEC"/>
          </a:solidFill>
          <a:ln w="5400">
            <a:solidFill>
              <a:srgbClr val="FFFFFF"/>
            </a:solidFill>
            <a:miter/>
          </a:ln>
        </p:spPr>
        <p:txBody>
          <a:bodyPr lIns="2520" tIns="2520" rIns="2520" bIns="25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458" name=""/>
          <p:cNvSpPr/>
          <p:nvPr/>
        </p:nvSpPr>
        <p:spPr>
          <a:xfrm>
            <a:off x="2394360" y="4832640"/>
            <a:ext cx="141120" cy="89640"/>
          </a:xfrm>
          <a:custGeom>
            <a:avLst/>
            <a:gdLst/>
            <a:ahLst/>
            <a:rect l="0" t="0" r="r" b="b"/>
            <a:pathLst>
              <a:path w="392" h="249">
                <a:moveTo>
                  <a:pt x="0" y="0"/>
                </a:moveTo>
                <a:lnTo>
                  <a:pt x="392" y="0"/>
                </a:lnTo>
                <a:lnTo>
                  <a:pt x="392" y="249"/>
                </a:lnTo>
                <a:lnTo>
                  <a:pt x="0" y="249"/>
                </a:lnTo>
                <a:lnTo>
                  <a:pt x="0" y="0"/>
                </a:lnTo>
                <a:close/>
              </a:path>
            </a:pathLst>
          </a:custGeom>
          <a:solidFill>
            <a:srgbClr val="DFE4EA"/>
          </a:solidFill>
          <a:ln w="5400">
            <a:solidFill>
              <a:srgbClr val="FFFFFF"/>
            </a:solidFill>
            <a:miter/>
          </a:ln>
        </p:spPr>
        <p:txBody>
          <a:bodyPr lIns="2520" tIns="2520" rIns="2520" bIns="25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459" name=""/>
          <p:cNvSpPr/>
          <p:nvPr/>
        </p:nvSpPr>
        <p:spPr>
          <a:xfrm>
            <a:off x="2394360" y="3227040"/>
            <a:ext cx="141120" cy="89640"/>
          </a:xfrm>
          <a:custGeom>
            <a:avLst/>
            <a:gdLst/>
            <a:ahLst/>
            <a:rect l="0" t="0" r="r" b="b"/>
            <a:pathLst>
              <a:path w="392" h="249">
                <a:moveTo>
                  <a:pt x="0" y="0"/>
                </a:moveTo>
                <a:lnTo>
                  <a:pt x="392" y="0"/>
                </a:lnTo>
                <a:lnTo>
                  <a:pt x="392" y="249"/>
                </a:lnTo>
                <a:lnTo>
                  <a:pt x="0" y="249"/>
                </a:lnTo>
                <a:lnTo>
                  <a:pt x="0" y="0"/>
                </a:lnTo>
                <a:close/>
              </a:path>
            </a:pathLst>
          </a:custGeom>
          <a:solidFill>
            <a:srgbClr val="F2E5DD"/>
          </a:solidFill>
          <a:ln w="5400">
            <a:solidFill>
              <a:srgbClr val="FFFFFF"/>
            </a:solidFill>
            <a:miter/>
          </a:ln>
        </p:spPr>
        <p:txBody>
          <a:bodyPr lIns="2520" tIns="2520" rIns="2520" bIns="25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460" name=""/>
          <p:cNvSpPr/>
          <p:nvPr/>
        </p:nvSpPr>
        <p:spPr>
          <a:xfrm>
            <a:off x="2394360" y="2513160"/>
            <a:ext cx="141120" cy="89640"/>
          </a:xfrm>
          <a:custGeom>
            <a:avLst/>
            <a:gdLst/>
            <a:ahLst/>
            <a:rect l="0" t="0" r="r" b="b"/>
            <a:pathLst>
              <a:path w="392" h="249">
                <a:moveTo>
                  <a:pt x="0" y="0"/>
                </a:moveTo>
                <a:lnTo>
                  <a:pt x="392" y="0"/>
                </a:lnTo>
                <a:lnTo>
                  <a:pt x="392" y="249"/>
                </a:lnTo>
                <a:lnTo>
                  <a:pt x="0" y="249"/>
                </a:lnTo>
                <a:lnTo>
                  <a:pt x="0" y="0"/>
                </a:lnTo>
                <a:close/>
              </a:path>
            </a:pathLst>
          </a:custGeom>
          <a:solidFill>
            <a:srgbClr val="EEC1AD"/>
          </a:solidFill>
          <a:ln w="5400">
            <a:solidFill>
              <a:srgbClr val="FFFFFF"/>
            </a:solidFill>
            <a:miter/>
          </a:ln>
        </p:spPr>
        <p:txBody>
          <a:bodyPr lIns="2520" tIns="2520" rIns="2520" bIns="25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461" name=""/>
          <p:cNvSpPr/>
          <p:nvPr/>
        </p:nvSpPr>
        <p:spPr>
          <a:xfrm>
            <a:off x="2394360" y="3405240"/>
            <a:ext cx="141120" cy="89640"/>
          </a:xfrm>
          <a:custGeom>
            <a:avLst/>
            <a:gdLst/>
            <a:ahLst/>
            <a:rect l="0" t="0" r="r" b="b"/>
            <a:pathLst>
              <a:path w="392" h="249">
                <a:moveTo>
                  <a:pt x="0" y="0"/>
                </a:moveTo>
                <a:lnTo>
                  <a:pt x="392" y="0"/>
                </a:lnTo>
                <a:lnTo>
                  <a:pt x="392" y="249"/>
                </a:lnTo>
                <a:lnTo>
                  <a:pt x="0" y="249"/>
                </a:lnTo>
                <a:lnTo>
                  <a:pt x="0" y="0"/>
                </a:lnTo>
                <a:close/>
              </a:path>
            </a:pathLst>
          </a:custGeom>
          <a:solidFill>
            <a:srgbClr val="E1E6EA"/>
          </a:solidFill>
          <a:ln w="5400">
            <a:solidFill>
              <a:srgbClr val="FFFFFF"/>
            </a:solidFill>
            <a:miter/>
          </a:ln>
        </p:spPr>
        <p:txBody>
          <a:bodyPr lIns="2520" tIns="2520" rIns="2520" bIns="25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462" name=""/>
          <p:cNvSpPr/>
          <p:nvPr/>
        </p:nvSpPr>
        <p:spPr>
          <a:xfrm>
            <a:off x="2394360" y="4921920"/>
            <a:ext cx="141120" cy="89640"/>
          </a:xfrm>
          <a:custGeom>
            <a:avLst/>
            <a:gdLst/>
            <a:ahLst/>
            <a:rect l="0" t="0" r="r" b="b"/>
            <a:pathLst>
              <a:path w="392" h="249">
                <a:moveTo>
                  <a:pt x="0" y="0"/>
                </a:moveTo>
                <a:lnTo>
                  <a:pt x="392" y="0"/>
                </a:lnTo>
                <a:lnTo>
                  <a:pt x="392" y="249"/>
                </a:lnTo>
                <a:lnTo>
                  <a:pt x="0" y="249"/>
                </a:lnTo>
                <a:lnTo>
                  <a:pt x="0" y="0"/>
                </a:lnTo>
                <a:close/>
              </a:path>
            </a:pathLst>
          </a:custGeom>
          <a:solidFill>
            <a:srgbClr val="F1D3C5"/>
          </a:solidFill>
          <a:ln w="5400">
            <a:solidFill>
              <a:srgbClr val="FFFFFF"/>
            </a:solidFill>
            <a:miter/>
          </a:ln>
        </p:spPr>
        <p:txBody>
          <a:bodyPr lIns="2520" tIns="2520" rIns="2520" bIns="25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463" name=""/>
          <p:cNvSpPr/>
          <p:nvPr/>
        </p:nvSpPr>
        <p:spPr>
          <a:xfrm>
            <a:off x="2394360" y="2602440"/>
            <a:ext cx="141120" cy="89640"/>
          </a:xfrm>
          <a:custGeom>
            <a:avLst/>
            <a:gdLst/>
            <a:ahLst/>
            <a:rect l="0" t="0" r="r" b="b"/>
            <a:pathLst>
              <a:path w="392" h="249">
                <a:moveTo>
                  <a:pt x="0" y="0"/>
                </a:moveTo>
                <a:lnTo>
                  <a:pt x="392" y="0"/>
                </a:lnTo>
                <a:lnTo>
                  <a:pt x="392" y="249"/>
                </a:lnTo>
                <a:lnTo>
                  <a:pt x="0" y="249"/>
                </a:lnTo>
                <a:lnTo>
                  <a:pt x="0" y="0"/>
                </a:lnTo>
                <a:close/>
              </a:path>
            </a:pathLst>
          </a:custGeom>
          <a:solidFill>
            <a:srgbClr val="F1DDD2"/>
          </a:solidFill>
          <a:ln w="5400">
            <a:solidFill>
              <a:srgbClr val="FFFFFF"/>
            </a:solidFill>
            <a:miter/>
          </a:ln>
        </p:spPr>
        <p:txBody>
          <a:bodyPr lIns="2520" tIns="2520" rIns="2520" bIns="25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464" name=""/>
          <p:cNvSpPr/>
          <p:nvPr/>
        </p:nvSpPr>
        <p:spPr>
          <a:xfrm>
            <a:off x="2394360" y="3762360"/>
            <a:ext cx="141120" cy="89280"/>
          </a:xfrm>
          <a:custGeom>
            <a:avLst/>
            <a:gdLst/>
            <a:ahLst/>
            <a:rect l="0" t="0" r="r" b="b"/>
            <a:pathLst>
              <a:path w="392" h="248">
                <a:moveTo>
                  <a:pt x="0" y="0"/>
                </a:moveTo>
                <a:lnTo>
                  <a:pt x="392" y="0"/>
                </a:lnTo>
                <a:lnTo>
                  <a:pt x="392" y="248"/>
                </a:lnTo>
                <a:lnTo>
                  <a:pt x="0" y="248"/>
                </a:lnTo>
                <a:lnTo>
                  <a:pt x="0" y="0"/>
                </a:lnTo>
                <a:close/>
              </a:path>
            </a:pathLst>
          </a:custGeom>
          <a:solidFill>
            <a:srgbClr val="EEEEED"/>
          </a:solidFill>
          <a:ln w="5400">
            <a:solidFill>
              <a:srgbClr val="FFFFFF"/>
            </a:solidFill>
            <a:miter/>
          </a:ln>
        </p:spPr>
        <p:txBody>
          <a:bodyPr lIns="2520" tIns="2520" rIns="2520" bIns="25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465" name=""/>
          <p:cNvSpPr/>
          <p:nvPr/>
        </p:nvSpPr>
        <p:spPr>
          <a:xfrm>
            <a:off x="2394360" y="4119120"/>
            <a:ext cx="141120" cy="89640"/>
          </a:xfrm>
          <a:custGeom>
            <a:avLst/>
            <a:gdLst/>
            <a:ahLst/>
            <a:rect l="0" t="0" r="r" b="b"/>
            <a:pathLst>
              <a:path w="392" h="249">
                <a:moveTo>
                  <a:pt x="0" y="0"/>
                </a:moveTo>
                <a:lnTo>
                  <a:pt x="392" y="0"/>
                </a:lnTo>
                <a:lnTo>
                  <a:pt x="392" y="249"/>
                </a:lnTo>
                <a:lnTo>
                  <a:pt x="0" y="249"/>
                </a:lnTo>
                <a:lnTo>
                  <a:pt x="0" y="0"/>
                </a:lnTo>
                <a:close/>
              </a:path>
            </a:pathLst>
          </a:custGeom>
          <a:solidFill>
            <a:srgbClr val="F2EFEC"/>
          </a:solidFill>
          <a:ln w="5400">
            <a:solidFill>
              <a:srgbClr val="FFFFFF"/>
            </a:solidFill>
            <a:miter/>
          </a:ln>
        </p:spPr>
        <p:txBody>
          <a:bodyPr lIns="2520" tIns="2520" rIns="2520" bIns="25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466" name=""/>
          <p:cNvSpPr/>
          <p:nvPr/>
        </p:nvSpPr>
        <p:spPr>
          <a:xfrm>
            <a:off x="2394360" y="2424240"/>
            <a:ext cx="141120" cy="89280"/>
          </a:xfrm>
          <a:custGeom>
            <a:avLst/>
            <a:gdLst/>
            <a:ahLst/>
            <a:rect l="0" t="0" r="r" b="b"/>
            <a:pathLst>
              <a:path w="392" h="248">
                <a:moveTo>
                  <a:pt x="0" y="0"/>
                </a:moveTo>
                <a:lnTo>
                  <a:pt x="392" y="0"/>
                </a:lnTo>
                <a:lnTo>
                  <a:pt x="392" y="248"/>
                </a:lnTo>
                <a:lnTo>
                  <a:pt x="0" y="248"/>
                </a:lnTo>
                <a:lnTo>
                  <a:pt x="0" y="0"/>
                </a:lnTo>
                <a:close/>
              </a:path>
            </a:pathLst>
          </a:custGeom>
          <a:solidFill>
            <a:srgbClr val="E28866"/>
          </a:solidFill>
          <a:ln w="5400">
            <a:solidFill>
              <a:srgbClr val="FFFFFF"/>
            </a:solidFill>
            <a:miter/>
          </a:ln>
        </p:spPr>
        <p:txBody>
          <a:bodyPr lIns="2520" tIns="2520" rIns="2520" bIns="25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467" name=""/>
          <p:cNvSpPr/>
          <p:nvPr/>
        </p:nvSpPr>
        <p:spPr>
          <a:xfrm>
            <a:off x="2394360" y="2691720"/>
            <a:ext cx="141120" cy="89640"/>
          </a:xfrm>
          <a:custGeom>
            <a:avLst/>
            <a:gdLst/>
            <a:ahLst/>
            <a:rect l="0" t="0" r="r" b="b"/>
            <a:pathLst>
              <a:path w="392" h="249">
                <a:moveTo>
                  <a:pt x="0" y="0"/>
                </a:moveTo>
                <a:lnTo>
                  <a:pt x="392" y="0"/>
                </a:lnTo>
                <a:lnTo>
                  <a:pt x="392" y="249"/>
                </a:lnTo>
                <a:lnTo>
                  <a:pt x="0" y="249"/>
                </a:lnTo>
                <a:lnTo>
                  <a:pt x="0" y="0"/>
                </a:lnTo>
                <a:close/>
              </a:path>
            </a:pathLst>
          </a:custGeom>
          <a:solidFill>
            <a:srgbClr val="CFDAE6"/>
          </a:solidFill>
          <a:ln w="5400">
            <a:solidFill>
              <a:srgbClr val="FFFFFF"/>
            </a:solidFill>
            <a:miter/>
          </a:ln>
        </p:spPr>
        <p:txBody>
          <a:bodyPr lIns="2520" tIns="2520" rIns="2520" bIns="25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468" name=""/>
          <p:cNvSpPr/>
          <p:nvPr/>
        </p:nvSpPr>
        <p:spPr>
          <a:xfrm>
            <a:off x="2394360" y="3851280"/>
            <a:ext cx="141120" cy="89640"/>
          </a:xfrm>
          <a:custGeom>
            <a:avLst/>
            <a:gdLst/>
            <a:ahLst/>
            <a:rect l="0" t="0" r="r" b="b"/>
            <a:pathLst>
              <a:path w="392" h="249">
                <a:moveTo>
                  <a:pt x="0" y="0"/>
                </a:moveTo>
                <a:lnTo>
                  <a:pt x="392" y="0"/>
                </a:lnTo>
                <a:lnTo>
                  <a:pt x="392" y="249"/>
                </a:lnTo>
                <a:lnTo>
                  <a:pt x="0" y="249"/>
                </a:lnTo>
                <a:lnTo>
                  <a:pt x="0" y="0"/>
                </a:lnTo>
                <a:close/>
              </a:path>
            </a:pathLst>
          </a:custGeom>
          <a:solidFill>
            <a:srgbClr val="C9D6E5"/>
          </a:solidFill>
          <a:ln w="5400">
            <a:solidFill>
              <a:srgbClr val="FFFFFF"/>
            </a:solidFill>
            <a:miter/>
          </a:ln>
        </p:spPr>
        <p:txBody>
          <a:bodyPr lIns="2520" tIns="2520" rIns="2520" bIns="25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469" name=""/>
          <p:cNvSpPr/>
          <p:nvPr/>
        </p:nvSpPr>
        <p:spPr>
          <a:xfrm>
            <a:off x="2394360" y="3583800"/>
            <a:ext cx="141120" cy="89640"/>
          </a:xfrm>
          <a:custGeom>
            <a:avLst/>
            <a:gdLst/>
            <a:ahLst/>
            <a:rect l="0" t="0" r="r" b="b"/>
            <a:pathLst>
              <a:path w="392" h="249">
                <a:moveTo>
                  <a:pt x="0" y="0"/>
                </a:moveTo>
                <a:lnTo>
                  <a:pt x="392" y="0"/>
                </a:lnTo>
                <a:lnTo>
                  <a:pt x="392" y="249"/>
                </a:lnTo>
                <a:lnTo>
                  <a:pt x="0" y="249"/>
                </a:lnTo>
                <a:lnTo>
                  <a:pt x="0" y="0"/>
                </a:lnTo>
                <a:close/>
              </a:path>
            </a:pathLst>
          </a:custGeom>
          <a:solidFill>
            <a:srgbClr val="D1DCE7"/>
          </a:solidFill>
          <a:ln w="5400">
            <a:solidFill>
              <a:srgbClr val="FFFFFF"/>
            </a:solidFill>
            <a:miter/>
          </a:ln>
        </p:spPr>
        <p:txBody>
          <a:bodyPr lIns="2520" tIns="2520" rIns="2520" bIns="25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470" name=""/>
          <p:cNvSpPr/>
          <p:nvPr/>
        </p:nvSpPr>
        <p:spPr>
          <a:xfrm>
            <a:off x="2394360" y="3316320"/>
            <a:ext cx="141120" cy="89280"/>
          </a:xfrm>
          <a:custGeom>
            <a:avLst/>
            <a:gdLst/>
            <a:ahLst/>
            <a:rect l="0" t="0" r="r" b="b"/>
            <a:pathLst>
              <a:path w="392" h="248">
                <a:moveTo>
                  <a:pt x="0" y="0"/>
                </a:moveTo>
                <a:lnTo>
                  <a:pt x="392" y="0"/>
                </a:lnTo>
                <a:lnTo>
                  <a:pt x="392" y="248"/>
                </a:lnTo>
                <a:lnTo>
                  <a:pt x="0" y="248"/>
                </a:lnTo>
                <a:lnTo>
                  <a:pt x="0" y="0"/>
                </a:lnTo>
                <a:close/>
              </a:path>
            </a:pathLst>
          </a:custGeom>
          <a:solidFill>
            <a:srgbClr val="E2E6EA"/>
          </a:solidFill>
          <a:ln w="5400">
            <a:solidFill>
              <a:srgbClr val="FFFFFF"/>
            </a:solidFill>
            <a:miter/>
          </a:ln>
        </p:spPr>
        <p:txBody>
          <a:bodyPr lIns="2520" tIns="2520" rIns="2520" bIns="25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471" name=""/>
          <p:cNvSpPr/>
          <p:nvPr/>
        </p:nvSpPr>
        <p:spPr>
          <a:xfrm>
            <a:off x="2394360" y="3673080"/>
            <a:ext cx="141120" cy="89640"/>
          </a:xfrm>
          <a:custGeom>
            <a:avLst/>
            <a:gdLst/>
            <a:ahLst/>
            <a:rect l="0" t="0" r="r" b="b"/>
            <a:pathLst>
              <a:path w="392" h="249">
                <a:moveTo>
                  <a:pt x="0" y="0"/>
                </a:moveTo>
                <a:lnTo>
                  <a:pt x="392" y="0"/>
                </a:lnTo>
                <a:lnTo>
                  <a:pt x="392" y="249"/>
                </a:lnTo>
                <a:lnTo>
                  <a:pt x="0" y="249"/>
                </a:lnTo>
                <a:lnTo>
                  <a:pt x="0" y="0"/>
                </a:lnTo>
                <a:close/>
              </a:path>
            </a:pathLst>
          </a:custGeom>
          <a:solidFill>
            <a:srgbClr val="EFC2AE"/>
          </a:solidFill>
          <a:ln w="5400">
            <a:solidFill>
              <a:srgbClr val="FFFFFF"/>
            </a:solidFill>
            <a:miter/>
          </a:ln>
        </p:spPr>
        <p:txBody>
          <a:bodyPr lIns="2520" tIns="2520" rIns="2520" bIns="25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472" name=""/>
          <p:cNvSpPr/>
          <p:nvPr/>
        </p:nvSpPr>
        <p:spPr>
          <a:xfrm>
            <a:off x="2394360" y="3048480"/>
            <a:ext cx="141120" cy="89640"/>
          </a:xfrm>
          <a:custGeom>
            <a:avLst/>
            <a:gdLst/>
            <a:ahLst/>
            <a:rect l="0" t="0" r="r" b="b"/>
            <a:pathLst>
              <a:path w="392" h="249">
                <a:moveTo>
                  <a:pt x="0" y="0"/>
                </a:moveTo>
                <a:lnTo>
                  <a:pt x="392" y="0"/>
                </a:lnTo>
                <a:lnTo>
                  <a:pt x="392" y="249"/>
                </a:lnTo>
                <a:lnTo>
                  <a:pt x="0" y="249"/>
                </a:lnTo>
                <a:lnTo>
                  <a:pt x="0" y="0"/>
                </a:lnTo>
                <a:close/>
              </a:path>
            </a:pathLst>
          </a:custGeom>
          <a:solidFill>
            <a:srgbClr val="D5DEE7"/>
          </a:solidFill>
          <a:ln w="5400">
            <a:solidFill>
              <a:srgbClr val="FFFFFF"/>
            </a:solidFill>
            <a:miter/>
          </a:ln>
        </p:spPr>
        <p:txBody>
          <a:bodyPr lIns="2520" tIns="2520" rIns="2520" bIns="25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473" name=""/>
          <p:cNvSpPr/>
          <p:nvPr/>
        </p:nvSpPr>
        <p:spPr>
          <a:xfrm>
            <a:off x="2394360" y="3494520"/>
            <a:ext cx="141120" cy="89640"/>
          </a:xfrm>
          <a:custGeom>
            <a:avLst/>
            <a:gdLst/>
            <a:ahLst/>
            <a:rect l="0" t="0" r="r" b="b"/>
            <a:pathLst>
              <a:path w="392" h="249">
                <a:moveTo>
                  <a:pt x="0" y="0"/>
                </a:moveTo>
                <a:lnTo>
                  <a:pt x="392" y="0"/>
                </a:lnTo>
                <a:lnTo>
                  <a:pt x="392" y="249"/>
                </a:lnTo>
                <a:lnTo>
                  <a:pt x="0" y="249"/>
                </a:lnTo>
                <a:lnTo>
                  <a:pt x="0" y="0"/>
                </a:lnTo>
                <a:close/>
              </a:path>
            </a:pathLst>
          </a:custGeom>
          <a:solidFill>
            <a:srgbClr val="EFC5B2"/>
          </a:solidFill>
          <a:ln w="5400">
            <a:solidFill>
              <a:srgbClr val="FFFFFF"/>
            </a:solidFill>
            <a:miter/>
          </a:ln>
        </p:spPr>
        <p:txBody>
          <a:bodyPr lIns="2520" tIns="2520" rIns="2520" bIns="25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474" name=""/>
          <p:cNvSpPr/>
          <p:nvPr/>
        </p:nvSpPr>
        <p:spPr>
          <a:xfrm>
            <a:off x="2394360" y="2959200"/>
            <a:ext cx="141120" cy="89640"/>
          </a:xfrm>
          <a:custGeom>
            <a:avLst/>
            <a:gdLst/>
            <a:ahLst/>
            <a:rect l="0" t="0" r="r" b="b"/>
            <a:pathLst>
              <a:path w="392" h="249">
                <a:moveTo>
                  <a:pt x="0" y="0"/>
                </a:moveTo>
                <a:lnTo>
                  <a:pt x="392" y="0"/>
                </a:lnTo>
                <a:lnTo>
                  <a:pt x="392" y="249"/>
                </a:lnTo>
                <a:lnTo>
                  <a:pt x="0" y="249"/>
                </a:lnTo>
                <a:lnTo>
                  <a:pt x="0" y="0"/>
                </a:lnTo>
                <a:close/>
              </a:path>
            </a:pathLst>
          </a:custGeom>
          <a:solidFill>
            <a:srgbClr val="ECB299"/>
          </a:solidFill>
          <a:ln w="5400">
            <a:solidFill>
              <a:srgbClr val="FFFFFF"/>
            </a:solidFill>
            <a:miter/>
          </a:ln>
        </p:spPr>
        <p:txBody>
          <a:bodyPr lIns="2520" tIns="2520" rIns="2520" bIns="25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475" name=""/>
          <p:cNvSpPr/>
          <p:nvPr/>
        </p:nvSpPr>
        <p:spPr>
          <a:xfrm>
            <a:off x="2394360" y="3940560"/>
            <a:ext cx="141120" cy="89640"/>
          </a:xfrm>
          <a:custGeom>
            <a:avLst/>
            <a:gdLst/>
            <a:ahLst/>
            <a:rect l="0" t="0" r="r" b="b"/>
            <a:pathLst>
              <a:path w="392" h="249">
                <a:moveTo>
                  <a:pt x="0" y="0"/>
                </a:moveTo>
                <a:lnTo>
                  <a:pt x="392" y="0"/>
                </a:lnTo>
                <a:lnTo>
                  <a:pt x="392" y="249"/>
                </a:lnTo>
                <a:lnTo>
                  <a:pt x="0" y="249"/>
                </a:lnTo>
                <a:lnTo>
                  <a:pt x="0" y="0"/>
                </a:lnTo>
                <a:close/>
              </a:path>
            </a:pathLst>
          </a:custGeom>
          <a:solidFill>
            <a:srgbClr val="F1DACF"/>
          </a:solidFill>
          <a:ln w="5400">
            <a:solidFill>
              <a:srgbClr val="FFFFFF"/>
            </a:solidFill>
            <a:miter/>
          </a:ln>
        </p:spPr>
        <p:txBody>
          <a:bodyPr lIns="2520" tIns="2520" rIns="2520" bIns="25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476" name=""/>
          <p:cNvSpPr/>
          <p:nvPr/>
        </p:nvSpPr>
        <p:spPr>
          <a:xfrm>
            <a:off x="2394360" y="4386600"/>
            <a:ext cx="141120" cy="89640"/>
          </a:xfrm>
          <a:custGeom>
            <a:avLst/>
            <a:gdLst/>
            <a:ahLst/>
            <a:rect l="0" t="0" r="r" b="b"/>
            <a:pathLst>
              <a:path w="392" h="249">
                <a:moveTo>
                  <a:pt x="0" y="0"/>
                </a:moveTo>
                <a:lnTo>
                  <a:pt x="392" y="0"/>
                </a:lnTo>
                <a:lnTo>
                  <a:pt x="392" y="249"/>
                </a:lnTo>
                <a:lnTo>
                  <a:pt x="0" y="249"/>
                </a:lnTo>
                <a:lnTo>
                  <a:pt x="0" y="0"/>
                </a:lnTo>
                <a:close/>
              </a:path>
            </a:pathLst>
          </a:custGeom>
          <a:solidFill>
            <a:srgbClr val="F2E7E0"/>
          </a:solidFill>
          <a:ln w="5400">
            <a:solidFill>
              <a:srgbClr val="FFFFFF"/>
            </a:solidFill>
            <a:miter/>
          </a:ln>
        </p:spPr>
        <p:txBody>
          <a:bodyPr lIns="2520" tIns="2520" rIns="2520" bIns="25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477" name=""/>
          <p:cNvSpPr/>
          <p:nvPr/>
        </p:nvSpPr>
        <p:spPr>
          <a:xfrm>
            <a:off x="2394360" y="5011200"/>
            <a:ext cx="141120" cy="89280"/>
          </a:xfrm>
          <a:custGeom>
            <a:avLst/>
            <a:gdLst/>
            <a:ahLst/>
            <a:rect l="0" t="0" r="r" b="b"/>
            <a:pathLst>
              <a:path w="392" h="248">
                <a:moveTo>
                  <a:pt x="0" y="0"/>
                </a:moveTo>
                <a:lnTo>
                  <a:pt x="392" y="0"/>
                </a:lnTo>
                <a:lnTo>
                  <a:pt x="392" y="248"/>
                </a:lnTo>
                <a:lnTo>
                  <a:pt x="0" y="248"/>
                </a:lnTo>
                <a:lnTo>
                  <a:pt x="0" y="0"/>
                </a:lnTo>
                <a:close/>
              </a:path>
            </a:pathLst>
          </a:custGeom>
          <a:solidFill>
            <a:srgbClr val="DFE4EA"/>
          </a:solidFill>
          <a:ln w="5400">
            <a:solidFill>
              <a:srgbClr val="FFFFFF"/>
            </a:solidFill>
            <a:miter/>
          </a:ln>
        </p:spPr>
        <p:txBody>
          <a:bodyPr lIns="2520" tIns="2520" rIns="2520" bIns="25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478" name=""/>
          <p:cNvSpPr/>
          <p:nvPr/>
        </p:nvSpPr>
        <p:spPr>
          <a:xfrm>
            <a:off x="2394360" y="4654440"/>
            <a:ext cx="141120" cy="89280"/>
          </a:xfrm>
          <a:custGeom>
            <a:avLst/>
            <a:gdLst/>
            <a:ahLst/>
            <a:rect l="0" t="0" r="r" b="b"/>
            <a:pathLst>
              <a:path w="392" h="248">
                <a:moveTo>
                  <a:pt x="0" y="0"/>
                </a:moveTo>
                <a:lnTo>
                  <a:pt x="392" y="0"/>
                </a:lnTo>
                <a:lnTo>
                  <a:pt x="392" y="248"/>
                </a:lnTo>
                <a:lnTo>
                  <a:pt x="0" y="248"/>
                </a:lnTo>
                <a:lnTo>
                  <a:pt x="0" y="0"/>
                </a:lnTo>
                <a:close/>
              </a:path>
            </a:pathLst>
          </a:custGeom>
          <a:solidFill>
            <a:srgbClr val="EFC8B5"/>
          </a:solidFill>
          <a:ln w="5400">
            <a:solidFill>
              <a:srgbClr val="FFFFFF"/>
            </a:solidFill>
            <a:miter/>
          </a:ln>
        </p:spPr>
        <p:txBody>
          <a:bodyPr lIns="2520" tIns="2520" rIns="2520" bIns="25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479" name=""/>
          <p:cNvSpPr/>
          <p:nvPr/>
        </p:nvSpPr>
        <p:spPr>
          <a:xfrm>
            <a:off x="2394360" y="4029840"/>
            <a:ext cx="141120" cy="89640"/>
          </a:xfrm>
          <a:custGeom>
            <a:avLst/>
            <a:gdLst/>
            <a:ahLst/>
            <a:rect l="0" t="0" r="r" b="b"/>
            <a:pathLst>
              <a:path w="392" h="249">
                <a:moveTo>
                  <a:pt x="0" y="0"/>
                </a:moveTo>
                <a:lnTo>
                  <a:pt x="392" y="0"/>
                </a:lnTo>
                <a:lnTo>
                  <a:pt x="392" y="249"/>
                </a:lnTo>
                <a:lnTo>
                  <a:pt x="0" y="249"/>
                </a:lnTo>
                <a:lnTo>
                  <a:pt x="0" y="0"/>
                </a:lnTo>
                <a:close/>
              </a:path>
            </a:pathLst>
          </a:custGeom>
          <a:solidFill>
            <a:srgbClr val="DFE4EA"/>
          </a:solidFill>
          <a:ln w="5400">
            <a:solidFill>
              <a:srgbClr val="FFFFFF"/>
            </a:solidFill>
            <a:miter/>
          </a:ln>
        </p:spPr>
        <p:txBody>
          <a:bodyPr lIns="2520" tIns="2520" rIns="2520" bIns="25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480" name=""/>
          <p:cNvSpPr/>
          <p:nvPr/>
        </p:nvSpPr>
        <p:spPr>
          <a:xfrm>
            <a:off x="2394360" y="2870280"/>
            <a:ext cx="141120" cy="89280"/>
          </a:xfrm>
          <a:custGeom>
            <a:avLst/>
            <a:gdLst/>
            <a:ahLst/>
            <a:rect l="0" t="0" r="r" b="b"/>
            <a:pathLst>
              <a:path w="392" h="248">
                <a:moveTo>
                  <a:pt x="0" y="0"/>
                </a:moveTo>
                <a:lnTo>
                  <a:pt x="392" y="0"/>
                </a:lnTo>
                <a:lnTo>
                  <a:pt x="392" y="248"/>
                </a:lnTo>
                <a:lnTo>
                  <a:pt x="0" y="248"/>
                </a:lnTo>
                <a:lnTo>
                  <a:pt x="0" y="0"/>
                </a:lnTo>
                <a:close/>
              </a:path>
            </a:pathLst>
          </a:custGeom>
          <a:solidFill>
            <a:srgbClr val="EFC7B4"/>
          </a:solidFill>
          <a:ln w="5400">
            <a:solidFill>
              <a:srgbClr val="FFFFFF"/>
            </a:solidFill>
            <a:miter/>
          </a:ln>
        </p:spPr>
        <p:txBody>
          <a:bodyPr lIns="2520" tIns="2520" rIns="2520" bIns="25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481" name=""/>
          <p:cNvSpPr/>
          <p:nvPr/>
        </p:nvSpPr>
        <p:spPr>
          <a:xfrm>
            <a:off x="2394360" y="4743360"/>
            <a:ext cx="141120" cy="89640"/>
          </a:xfrm>
          <a:custGeom>
            <a:avLst/>
            <a:gdLst/>
            <a:ahLst/>
            <a:rect l="0" t="0" r="r" b="b"/>
            <a:pathLst>
              <a:path w="392" h="249">
                <a:moveTo>
                  <a:pt x="0" y="0"/>
                </a:moveTo>
                <a:lnTo>
                  <a:pt x="392" y="0"/>
                </a:lnTo>
                <a:lnTo>
                  <a:pt x="392" y="249"/>
                </a:lnTo>
                <a:lnTo>
                  <a:pt x="0" y="249"/>
                </a:lnTo>
                <a:lnTo>
                  <a:pt x="0" y="0"/>
                </a:lnTo>
                <a:close/>
              </a:path>
            </a:pathLst>
          </a:custGeom>
          <a:solidFill>
            <a:srgbClr val="E7997B"/>
          </a:solidFill>
          <a:ln w="5400">
            <a:solidFill>
              <a:srgbClr val="FFFFFF"/>
            </a:solidFill>
            <a:miter/>
          </a:ln>
        </p:spPr>
        <p:txBody>
          <a:bodyPr lIns="2520" tIns="2520" rIns="2520" bIns="25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482" name=""/>
          <p:cNvSpPr/>
          <p:nvPr/>
        </p:nvSpPr>
        <p:spPr>
          <a:xfrm>
            <a:off x="2394360" y="4475880"/>
            <a:ext cx="141120" cy="89640"/>
          </a:xfrm>
          <a:custGeom>
            <a:avLst/>
            <a:gdLst/>
            <a:ahLst/>
            <a:rect l="0" t="0" r="r" b="b"/>
            <a:pathLst>
              <a:path w="392" h="249">
                <a:moveTo>
                  <a:pt x="0" y="0"/>
                </a:moveTo>
                <a:lnTo>
                  <a:pt x="392" y="0"/>
                </a:lnTo>
                <a:lnTo>
                  <a:pt x="392" y="249"/>
                </a:lnTo>
                <a:lnTo>
                  <a:pt x="0" y="249"/>
                </a:lnTo>
                <a:lnTo>
                  <a:pt x="0" y="0"/>
                </a:lnTo>
                <a:close/>
              </a:path>
            </a:pathLst>
          </a:custGeom>
          <a:solidFill>
            <a:srgbClr val="CCD8E5"/>
          </a:solidFill>
          <a:ln w="5400">
            <a:solidFill>
              <a:srgbClr val="FFFFFF"/>
            </a:solidFill>
            <a:miter/>
          </a:ln>
        </p:spPr>
        <p:txBody>
          <a:bodyPr lIns="2520" tIns="2520" rIns="2520" bIns="25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483" name=""/>
          <p:cNvSpPr/>
          <p:nvPr/>
        </p:nvSpPr>
        <p:spPr>
          <a:xfrm>
            <a:off x="2394360" y="4297320"/>
            <a:ext cx="141120" cy="89640"/>
          </a:xfrm>
          <a:custGeom>
            <a:avLst/>
            <a:gdLst/>
            <a:ahLst/>
            <a:rect l="0" t="0" r="r" b="b"/>
            <a:pathLst>
              <a:path w="392" h="249">
                <a:moveTo>
                  <a:pt x="0" y="0"/>
                </a:moveTo>
                <a:lnTo>
                  <a:pt x="392" y="0"/>
                </a:lnTo>
                <a:lnTo>
                  <a:pt x="392" y="249"/>
                </a:lnTo>
                <a:lnTo>
                  <a:pt x="0" y="249"/>
                </a:lnTo>
                <a:lnTo>
                  <a:pt x="0" y="0"/>
                </a:lnTo>
                <a:close/>
              </a:path>
            </a:pathLst>
          </a:custGeom>
          <a:solidFill>
            <a:srgbClr val="CDD9E6"/>
          </a:solidFill>
          <a:ln w="5400">
            <a:solidFill>
              <a:srgbClr val="FFFFFF"/>
            </a:solidFill>
            <a:miter/>
          </a:ln>
        </p:spPr>
        <p:txBody>
          <a:bodyPr lIns="2520" tIns="2520" rIns="2520" bIns="25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484" name=""/>
          <p:cNvSpPr/>
          <p:nvPr/>
        </p:nvSpPr>
        <p:spPr>
          <a:xfrm>
            <a:off x="2535120" y="3137760"/>
            <a:ext cx="141120" cy="89640"/>
          </a:xfrm>
          <a:custGeom>
            <a:avLst/>
            <a:gdLst/>
            <a:ahLst/>
            <a:rect l="0" t="0" r="r" b="b"/>
            <a:pathLst>
              <a:path w="392" h="249">
                <a:moveTo>
                  <a:pt x="0" y="0"/>
                </a:moveTo>
                <a:lnTo>
                  <a:pt x="392" y="0"/>
                </a:lnTo>
                <a:lnTo>
                  <a:pt x="392" y="249"/>
                </a:lnTo>
                <a:lnTo>
                  <a:pt x="0" y="249"/>
                </a:lnTo>
                <a:lnTo>
                  <a:pt x="0" y="0"/>
                </a:lnTo>
                <a:close/>
              </a:path>
            </a:pathLst>
          </a:custGeom>
          <a:solidFill>
            <a:srgbClr val="E48F6D"/>
          </a:solidFill>
          <a:ln w="5400">
            <a:solidFill>
              <a:srgbClr val="FFFFFF"/>
            </a:solidFill>
            <a:miter/>
          </a:ln>
        </p:spPr>
        <p:txBody>
          <a:bodyPr lIns="2520" tIns="2520" rIns="2520" bIns="25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485" name=""/>
          <p:cNvSpPr/>
          <p:nvPr/>
        </p:nvSpPr>
        <p:spPr>
          <a:xfrm>
            <a:off x="2535120" y="4208400"/>
            <a:ext cx="141120" cy="89280"/>
          </a:xfrm>
          <a:custGeom>
            <a:avLst/>
            <a:gdLst/>
            <a:ahLst/>
            <a:rect l="0" t="0" r="r" b="b"/>
            <a:pathLst>
              <a:path w="392" h="248">
                <a:moveTo>
                  <a:pt x="0" y="0"/>
                </a:moveTo>
                <a:lnTo>
                  <a:pt x="392" y="0"/>
                </a:lnTo>
                <a:lnTo>
                  <a:pt x="392" y="248"/>
                </a:lnTo>
                <a:lnTo>
                  <a:pt x="0" y="248"/>
                </a:lnTo>
                <a:lnTo>
                  <a:pt x="0" y="0"/>
                </a:lnTo>
                <a:close/>
              </a:path>
            </a:pathLst>
          </a:custGeom>
          <a:solidFill>
            <a:srgbClr val="DAE1E8"/>
          </a:solidFill>
          <a:ln w="5400">
            <a:solidFill>
              <a:srgbClr val="FFFFFF"/>
            </a:solidFill>
            <a:miter/>
          </a:ln>
        </p:spPr>
        <p:txBody>
          <a:bodyPr lIns="2520" tIns="2520" rIns="2520" bIns="25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486" name=""/>
          <p:cNvSpPr/>
          <p:nvPr/>
        </p:nvSpPr>
        <p:spPr>
          <a:xfrm>
            <a:off x="2535120" y="4565160"/>
            <a:ext cx="141120" cy="89640"/>
          </a:xfrm>
          <a:custGeom>
            <a:avLst/>
            <a:gdLst/>
            <a:ahLst/>
            <a:rect l="0" t="0" r="r" b="b"/>
            <a:pathLst>
              <a:path w="392" h="249">
                <a:moveTo>
                  <a:pt x="0" y="0"/>
                </a:moveTo>
                <a:lnTo>
                  <a:pt x="392" y="0"/>
                </a:lnTo>
                <a:lnTo>
                  <a:pt x="392" y="249"/>
                </a:lnTo>
                <a:lnTo>
                  <a:pt x="0" y="249"/>
                </a:lnTo>
                <a:lnTo>
                  <a:pt x="0" y="0"/>
                </a:lnTo>
                <a:close/>
              </a:path>
            </a:pathLst>
          </a:custGeom>
          <a:solidFill>
            <a:srgbClr val="DDE3E9"/>
          </a:solidFill>
          <a:ln w="5400">
            <a:solidFill>
              <a:srgbClr val="FFFFFF"/>
            </a:solidFill>
            <a:miter/>
          </a:ln>
        </p:spPr>
        <p:txBody>
          <a:bodyPr lIns="2520" tIns="2520" rIns="2520" bIns="25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487" name=""/>
          <p:cNvSpPr/>
          <p:nvPr/>
        </p:nvSpPr>
        <p:spPr>
          <a:xfrm>
            <a:off x="2535120" y="5100480"/>
            <a:ext cx="141120" cy="89280"/>
          </a:xfrm>
          <a:custGeom>
            <a:avLst/>
            <a:gdLst/>
            <a:ahLst/>
            <a:rect l="0" t="0" r="r" b="b"/>
            <a:pathLst>
              <a:path w="392" h="248">
                <a:moveTo>
                  <a:pt x="0" y="0"/>
                </a:moveTo>
                <a:lnTo>
                  <a:pt x="392" y="0"/>
                </a:lnTo>
                <a:lnTo>
                  <a:pt x="392" y="248"/>
                </a:lnTo>
                <a:lnTo>
                  <a:pt x="0" y="248"/>
                </a:lnTo>
                <a:lnTo>
                  <a:pt x="0" y="0"/>
                </a:lnTo>
                <a:close/>
              </a:path>
            </a:pathLst>
          </a:custGeom>
          <a:solidFill>
            <a:srgbClr val="DEE4EA"/>
          </a:solidFill>
          <a:ln w="5400">
            <a:solidFill>
              <a:srgbClr val="FFFFFF"/>
            </a:solidFill>
            <a:miter/>
          </a:ln>
        </p:spPr>
        <p:txBody>
          <a:bodyPr lIns="2520" tIns="2520" rIns="2520" bIns="25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488" name=""/>
          <p:cNvSpPr/>
          <p:nvPr/>
        </p:nvSpPr>
        <p:spPr>
          <a:xfrm>
            <a:off x="2535120" y="2781000"/>
            <a:ext cx="141120" cy="89640"/>
          </a:xfrm>
          <a:custGeom>
            <a:avLst/>
            <a:gdLst/>
            <a:ahLst/>
            <a:rect l="0" t="0" r="r" b="b"/>
            <a:pathLst>
              <a:path w="392" h="249">
                <a:moveTo>
                  <a:pt x="0" y="0"/>
                </a:moveTo>
                <a:lnTo>
                  <a:pt x="392" y="0"/>
                </a:lnTo>
                <a:lnTo>
                  <a:pt x="392" y="249"/>
                </a:lnTo>
                <a:lnTo>
                  <a:pt x="0" y="249"/>
                </a:lnTo>
                <a:lnTo>
                  <a:pt x="0" y="0"/>
                </a:lnTo>
                <a:close/>
              </a:path>
            </a:pathLst>
          </a:custGeom>
          <a:solidFill>
            <a:srgbClr val="E89F82"/>
          </a:solidFill>
          <a:ln w="5400">
            <a:solidFill>
              <a:srgbClr val="FFFFFF"/>
            </a:solidFill>
            <a:miter/>
          </a:ln>
        </p:spPr>
        <p:txBody>
          <a:bodyPr lIns="2520" tIns="2520" rIns="2520" bIns="25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489" name=""/>
          <p:cNvSpPr/>
          <p:nvPr/>
        </p:nvSpPr>
        <p:spPr>
          <a:xfrm>
            <a:off x="2535120" y="4832640"/>
            <a:ext cx="141120" cy="89640"/>
          </a:xfrm>
          <a:custGeom>
            <a:avLst/>
            <a:gdLst/>
            <a:ahLst/>
            <a:rect l="0" t="0" r="r" b="b"/>
            <a:pathLst>
              <a:path w="392" h="249">
                <a:moveTo>
                  <a:pt x="0" y="0"/>
                </a:moveTo>
                <a:lnTo>
                  <a:pt x="392" y="0"/>
                </a:lnTo>
                <a:lnTo>
                  <a:pt x="392" y="249"/>
                </a:lnTo>
                <a:lnTo>
                  <a:pt x="0" y="249"/>
                </a:lnTo>
                <a:lnTo>
                  <a:pt x="0" y="0"/>
                </a:lnTo>
                <a:close/>
              </a:path>
            </a:pathLst>
          </a:custGeom>
          <a:solidFill>
            <a:srgbClr val="DDE3E9"/>
          </a:solidFill>
          <a:ln w="5400">
            <a:solidFill>
              <a:srgbClr val="FFFFFF"/>
            </a:solidFill>
            <a:miter/>
          </a:ln>
        </p:spPr>
        <p:txBody>
          <a:bodyPr lIns="2520" tIns="2520" rIns="2520" bIns="25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490" name=""/>
          <p:cNvSpPr/>
          <p:nvPr/>
        </p:nvSpPr>
        <p:spPr>
          <a:xfrm>
            <a:off x="2535120" y="3227040"/>
            <a:ext cx="141120" cy="89640"/>
          </a:xfrm>
          <a:custGeom>
            <a:avLst/>
            <a:gdLst/>
            <a:ahLst/>
            <a:rect l="0" t="0" r="r" b="b"/>
            <a:pathLst>
              <a:path w="392" h="249">
                <a:moveTo>
                  <a:pt x="0" y="0"/>
                </a:moveTo>
                <a:lnTo>
                  <a:pt x="392" y="0"/>
                </a:lnTo>
                <a:lnTo>
                  <a:pt x="392" y="249"/>
                </a:lnTo>
                <a:lnTo>
                  <a:pt x="0" y="249"/>
                </a:lnTo>
                <a:lnTo>
                  <a:pt x="0" y="0"/>
                </a:lnTo>
                <a:close/>
              </a:path>
            </a:pathLst>
          </a:custGeom>
          <a:solidFill>
            <a:srgbClr val="F2E0D8"/>
          </a:solidFill>
          <a:ln w="5400">
            <a:solidFill>
              <a:srgbClr val="FFFFFF"/>
            </a:solidFill>
            <a:miter/>
          </a:ln>
        </p:spPr>
        <p:txBody>
          <a:bodyPr lIns="2520" tIns="2520" rIns="2520" bIns="25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491" name=""/>
          <p:cNvSpPr/>
          <p:nvPr/>
        </p:nvSpPr>
        <p:spPr>
          <a:xfrm>
            <a:off x="2535120" y="2513160"/>
            <a:ext cx="141120" cy="89640"/>
          </a:xfrm>
          <a:custGeom>
            <a:avLst/>
            <a:gdLst/>
            <a:ahLst/>
            <a:rect l="0" t="0" r="r" b="b"/>
            <a:pathLst>
              <a:path w="392" h="249">
                <a:moveTo>
                  <a:pt x="0" y="0"/>
                </a:moveTo>
                <a:lnTo>
                  <a:pt x="392" y="0"/>
                </a:lnTo>
                <a:lnTo>
                  <a:pt x="392" y="249"/>
                </a:lnTo>
                <a:lnTo>
                  <a:pt x="0" y="249"/>
                </a:lnTo>
                <a:lnTo>
                  <a:pt x="0" y="0"/>
                </a:lnTo>
                <a:close/>
              </a:path>
            </a:pathLst>
          </a:custGeom>
          <a:solidFill>
            <a:srgbClr val="F2E4DC"/>
          </a:solidFill>
          <a:ln w="5400">
            <a:solidFill>
              <a:srgbClr val="FFFFFF"/>
            </a:solidFill>
            <a:miter/>
          </a:ln>
        </p:spPr>
        <p:txBody>
          <a:bodyPr lIns="2520" tIns="2520" rIns="2520" bIns="25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492" name=""/>
          <p:cNvSpPr/>
          <p:nvPr/>
        </p:nvSpPr>
        <p:spPr>
          <a:xfrm>
            <a:off x="2535120" y="3405240"/>
            <a:ext cx="141120" cy="89640"/>
          </a:xfrm>
          <a:custGeom>
            <a:avLst/>
            <a:gdLst/>
            <a:ahLst/>
            <a:rect l="0" t="0" r="r" b="b"/>
            <a:pathLst>
              <a:path w="392" h="249">
                <a:moveTo>
                  <a:pt x="0" y="0"/>
                </a:moveTo>
                <a:lnTo>
                  <a:pt x="392" y="0"/>
                </a:lnTo>
                <a:lnTo>
                  <a:pt x="392" y="249"/>
                </a:lnTo>
                <a:lnTo>
                  <a:pt x="0" y="249"/>
                </a:lnTo>
                <a:lnTo>
                  <a:pt x="0" y="0"/>
                </a:lnTo>
                <a:close/>
              </a:path>
            </a:pathLst>
          </a:custGeom>
          <a:solidFill>
            <a:srgbClr val="E0E5EA"/>
          </a:solidFill>
          <a:ln w="5400">
            <a:solidFill>
              <a:srgbClr val="FFFFFF"/>
            </a:solidFill>
            <a:miter/>
          </a:ln>
        </p:spPr>
        <p:txBody>
          <a:bodyPr lIns="2520" tIns="2520" rIns="2520" bIns="25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493" name=""/>
          <p:cNvSpPr/>
          <p:nvPr/>
        </p:nvSpPr>
        <p:spPr>
          <a:xfrm>
            <a:off x="2535120" y="4921920"/>
            <a:ext cx="141120" cy="89640"/>
          </a:xfrm>
          <a:custGeom>
            <a:avLst/>
            <a:gdLst/>
            <a:ahLst/>
            <a:rect l="0" t="0" r="r" b="b"/>
            <a:pathLst>
              <a:path w="392" h="249">
                <a:moveTo>
                  <a:pt x="0" y="0"/>
                </a:moveTo>
                <a:lnTo>
                  <a:pt x="392" y="0"/>
                </a:lnTo>
                <a:lnTo>
                  <a:pt x="392" y="249"/>
                </a:lnTo>
                <a:lnTo>
                  <a:pt x="0" y="249"/>
                </a:lnTo>
                <a:lnTo>
                  <a:pt x="0" y="0"/>
                </a:lnTo>
                <a:close/>
              </a:path>
            </a:pathLst>
          </a:custGeom>
          <a:solidFill>
            <a:srgbClr val="E0E5EA"/>
          </a:solidFill>
          <a:ln w="5400">
            <a:solidFill>
              <a:srgbClr val="FFFFFF"/>
            </a:solidFill>
            <a:miter/>
          </a:ln>
        </p:spPr>
        <p:txBody>
          <a:bodyPr lIns="2520" tIns="2520" rIns="2520" bIns="25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494" name=""/>
          <p:cNvSpPr/>
          <p:nvPr/>
        </p:nvSpPr>
        <p:spPr>
          <a:xfrm>
            <a:off x="2535120" y="2602440"/>
            <a:ext cx="141120" cy="89640"/>
          </a:xfrm>
          <a:custGeom>
            <a:avLst/>
            <a:gdLst/>
            <a:ahLst/>
            <a:rect l="0" t="0" r="r" b="b"/>
            <a:pathLst>
              <a:path w="392" h="249">
                <a:moveTo>
                  <a:pt x="0" y="0"/>
                </a:moveTo>
                <a:lnTo>
                  <a:pt x="392" y="0"/>
                </a:lnTo>
                <a:lnTo>
                  <a:pt x="392" y="249"/>
                </a:lnTo>
                <a:lnTo>
                  <a:pt x="0" y="249"/>
                </a:lnTo>
                <a:lnTo>
                  <a:pt x="0" y="0"/>
                </a:lnTo>
                <a:close/>
              </a:path>
            </a:pathLst>
          </a:custGeom>
          <a:solidFill>
            <a:srgbClr val="DEE3E9"/>
          </a:solidFill>
          <a:ln w="5400">
            <a:solidFill>
              <a:srgbClr val="FFFFFF"/>
            </a:solidFill>
            <a:miter/>
          </a:ln>
        </p:spPr>
        <p:txBody>
          <a:bodyPr lIns="2520" tIns="2520" rIns="2520" bIns="25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495" name=""/>
          <p:cNvSpPr/>
          <p:nvPr/>
        </p:nvSpPr>
        <p:spPr>
          <a:xfrm>
            <a:off x="2535120" y="3762360"/>
            <a:ext cx="141120" cy="89280"/>
          </a:xfrm>
          <a:custGeom>
            <a:avLst/>
            <a:gdLst/>
            <a:ahLst/>
            <a:rect l="0" t="0" r="r" b="b"/>
            <a:pathLst>
              <a:path w="392" h="248">
                <a:moveTo>
                  <a:pt x="0" y="0"/>
                </a:moveTo>
                <a:lnTo>
                  <a:pt x="392" y="0"/>
                </a:lnTo>
                <a:lnTo>
                  <a:pt x="392" y="248"/>
                </a:lnTo>
                <a:lnTo>
                  <a:pt x="0" y="248"/>
                </a:lnTo>
                <a:lnTo>
                  <a:pt x="0" y="0"/>
                </a:lnTo>
                <a:close/>
              </a:path>
            </a:pathLst>
          </a:custGeom>
          <a:solidFill>
            <a:srgbClr val="D2582F"/>
          </a:solidFill>
          <a:ln w="5400">
            <a:solidFill>
              <a:srgbClr val="FFFFFF"/>
            </a:solidFill>
            <a:miter/>
          </a:ln>
        </p:spPr>
        <p:txBody>
          <a:bodyPr lIns="2520" tIns="2520" rIns="2520" bIns="252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496" name=""/>
          <p:cNvSpPr/>
          <p:nvPr/>
        </p:nvSpPr>
        <p:spPr>
          <a:xfrm>
            <a:off x="2535120" y="4119120"/>
            <a:ext cx="141120" cy="89640"/>
          </a:xfrm>
          <a:custGeom>
            <a:avLst/>
            <a:gdLst/>
            <a:ahLst/>
            <a:rect l="0" t="0" r="r" b="b"/>
            <a:pathLst>
              <a:path w="392" h="249">
                <a:moveTo>
                  <a:pt x="0" y="0"/>
                </a:moveTo>
                <a:lnTo>
                  <a:pt x="392" y="0"/>
                </a:lnTo>
                <a:lnTo>
                  <a:pt x="392" y="249"/>
                </a:lnTo>
                <a:lnTo>
                  <a:pt x="0" y="249"/>
                </a:lnTo>
                <a:lnTo>
                  <a:pt x="0" y="0"/>
                </a:lnTo>
                <a:close/>
              </a:path>
            </a:pathLst>
          </a:custGeom>
          <a:solidFill>
            <a:srgbClr val="CDD9E6"/>
          </a:solidFill>
          <a:ln w="5400">
            <a:solidFill>
              <a:srgbClr val="FFFFFF"/>
            </a:solidFill>
            <a:miter/>
          </a:ln>
        </p:spPr>
        <p:txBody>
          <a:bodyPr lIns="2520" tIns="2520" rIns="2520" bIns="25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497" name=""/>
          <p:cNvSpPr/>
          <p:nvPr/>
        </p:nvSpPr>
        <p:spPr>
          <a:xfrm>
            <a:off x="2535120" y="2424240"/>
            <a:ext cx="141120" cy="89280"/>
          </a:xfrm>
          <a:custGeom>
            <a:avLst/>
            <a:gdLst/>
            <a:ahLst/>
            <a:rect l="0" t="0" r="r" b="b"/>
            <a:pathLst>
              <a:path w="392" h="248">
                <a:moveTo>
                  <a:pt x="0" y="0"/>
                </a:moveTo>
                <a:lnTo>
                  <a:pt x="392" y="0"/>
                </a:lnTo>
                <a:lnTo>
                  <a:pt x="392" y="248"/>
                </a:lnTo>
                <a:lnTo>
                  <a:pt x="0" y="248"/>
                </a:lnTo>
                <a:lnTo>
                  <a:pt x="0" y="0"/>
                </a:lnTo>
                <a:close/>
              </a:path>
            </a:pathLst>
          </a:custGeom>
          <a:solidFill>
            <a:srgbClr val="C4D4E4"/>
          </a:solidFill>
          <a:ln w="5400">
            <a:solidFill>
              <a:srgbClr val="FFFFFF"/>
            </a:solidFill>
            <a:miter/>
          </a:ln>
        </p:spPr>
        <p:txBody>
          <a:bodyPr lIns="2520" tIns="2520" rIns="2520" bIns="25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498" name=""/>
          <p:cNvSpPr/>
          <p:nvPr/>
        </p:nvSpPr>
        <p:spPr>
          <a:xfrm>
            <a:off x="2535120" y="2691720"/>
            <a:ext cx="141120" cy="89640"/>
          </a:xfrm>
          <a:custGeom>
            <a:avLst/>
            <a:gdLst/>
            <a:ahLst/>
            <a:rect l="0" t="0" r="r" b="b"/>
            <a:pathLst>
              <a:path w="392" h="249">
                <a:moveTo>
                  <a:pt x="0" y="0"/>
                </a:moveTo>
                <a:lnTo>
                  <a:pt x="392" y="0"/>
                </a:lnTo>
                <a:lnTo>
                  <a:pt x="392" y="249"/>
                </a:lnTo>
                <a:lnTo>
                  <a:pt x="0" y="249"/>
                </a:lnTo>
                <a:lnTo>
                  <a:pt x="0" y="0"/>
                </a:lnTo>
                <a:close/>
              </a:path>
            </a:pathLst>
          </a:custGeom>
          <a:solidFill>
            <a:srgbClr val="D0DBE7"/>
          </a:solidFill>
          <a:ln w="5400">
            <a:solidFill>
              <a:srgbClr val="FFFFFF"/>
            </a:solidFill>
            <a:miter/>
          </a:ln>
        </p:spPr>
        <p:txBody>
          <a:bodyPr lIns="2520" tIns="2520" rIns="2520" bIns="25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499" name=""/>
          <p:cNvSpPr/>
          <p:nvPr/>
        </p:nvSpPr>
        <p:spPr>
          <a:xfrm>
            <a:off x="2535120" y="3851280"/>
            <a:ext cx="141120" cy="89640"/>
          </a:xfrm>
          <a:custGeom>
            <a:avLst/>
            <a:gdLst/>
            <a:ahLst/>
            <a:rect l="0" t="0" r="r" b="b"/>
            <a:pathLst>
              <a:path w="392" h="249">
                <a:moveTo>
                  <a:pt x="0" y="0"/>
                </a:moveTo>
                <a:lnTo>
                  <a:pt x="392" y="0"/>
                </a:lnTo>
                <a:lnTo>
                  <a:pt x="392" y="249"/>
                </a:lnTo>
                <a:lnTo>
                  <a:pt x="0" y="249"/>
                </a:lnTo>
                <a:lnTo>
                  <a:pt x="0" y="0"/>
                </a:lnTo>
                <a:close/>
              </a:path>
            </a:pathLst>
          </a:custGeom>
          <a:solidFill>
            <a:srgbClr val="F1D6C9"/>
          </a:solidFill>
          <a:ln w="5400">
            <a:solidFill>
              <a:srgbClr val="FFFFFF"/>
            </a:solidFill>
            <a:miter/>
          </a:ln>
        </p:spPr>
        <p:txBody>
          <a:bodyPr lIns="2520" tIns="2520" rIns="2520" bIns="25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500" name=""/>
          <p:cNvSpPr/>
          <p:nvPr/>
        </p:nvSpPr>
        <p:spPr>
          <a:xfrm>
            <a:off x="2535120" y="3583800"/>
            <a:ext cx="141120" cy="89640"/>
          </a:xfrm>
          <a:custGeom>
            <a:avLst/>
            <a:gdLst/>
            <a:ahLst/>
            <a:rect l="0" t="0" r="r" b="b"/>
            <a:pathLst>
              <a:path w="392" h="249">
                <a:moveTo>
                  <a:pt x="0" y="0"/>
                </a:moveTo>
                <a:lnTo>
                  <a:pt x="392" y="0"/>
                </a:lnTo>
                <a:lnTo>
                  <a:pt x="392" y="249"/>
                </a:lnTo>
                <a:lnTo>
                  <a:pt x="0" y="249"/>
                </a:lnTo>
                <a:lnTo>
                  <a:pt x="0" y="0"/>
                </a:lnTo>
                <a:close/>
              </a:path>
            </a:pathLst>
          </a:custGeom>
          <a:solidFill>
            <a:srgbClr val="F2EBE6"/>
          </a:solidFill>
          <a:ln w="5400">
            <a:solidFill>
              <a:srgbClr val="FFFFFF"/>
            </a:solidFill>
            <a:miter/>
          </a:ln>
        </p:spPr>
        <p:txBody>
          <a:bodyPr lIns="2520" tIns="2520" rIns="2520" bIns="25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501" name=""/>
          <p:cNvSpPr/>
          <p:nvPr/>
        </p:nvSpPr>
        <p:spPr>
          <a:xfrm>
            <a:off x="2535120" y="3316320"/>
            <a:ext cx="141120" cy="89280"/>
          </a:xfrm>
          <a:custGeom>
            <a:avLst/>
            <a:gdLst/>
            <a:ahLst/>
            <a:rect l="0" t="0" r="r" b="b"/>
            <a:pathLst>
              <a:path w="392" h="248">
                <a:moveTo>
                  <a:pt x="0" y="0"/>
                </a:moveTo>
                <a:lnTo>
                  <a:pt x="392" y="0"/>
                </a:lnTo>
                <a:lnTo>
                  <a:pt x="392" y="248"/>
                </a:lnTo>
                <a:lnTo>
                  <a:pt x="0" y="248"/>
                </a:lnTo>
                <a:lnTo>
                  <a:pt x="0" y="0"/>
                </a:lnTo>
                <a:close/>
              </a:path>
            </a:pathLst>
          </a:custGeom>
          <a:solidFill>
            <a:srgbClr val="E89F82"/>
          </a:solidFill>
          <a:ln w="5400">
            <a:solidFill>
              <a:srgbClr val="FFFFFF"/>
            </a:solidFill>
            <a:miter/>
          </a:ln>
        </p:spPr>
        <p:txBody>
          <a:bodyPr lIns="2520" tIns="2520" rIns="2520" bIns="25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502" name=""/>
          <p:cNvSpPr/>
          <p:nvPr/>
        </p:nvSpPr>
        <p:spPr>
          <a:xfrm>
            <a:off x="2535120" y="3673080"/>
            <a:ext cx="141120" cy="89640"/>
          </a:xfrm>
          <a:custGeom>
            <a:avLst/>
            <a:gdLst/>
            <a:ahLst/>
            <a:rect l="0" t="0" r="r" b="b"/>
            <a:pathLst>
              <a:path w="392" h="249">
                <a:moveTo>
                  <a:pt x="0" y="0"/>
                </a:moveTo>
                <a:lnTo>
                  <a:pt x="392" y="0"/>
                </a:lnTo>
                <a:lnTo>
                  <a:pt x="392" y="249"/>
                </a:lnTo>
                <a:lnTo>
                  <a:pt x="0" y="249"/>
                </a:lnTo>
                <a:lnTo>
                  <a:pt x="0" y="0"/>
                </a:lnTo>
                <a:close/>
              </a:path>
            </a:pathLst>
          </a:custGeom>
          <a:solidFill>
            <a:srgbClr val="D7DFE8"/>
          </a:solidFill>
          <a:ln w="5400">
            <a:solidFill>
              <a:srgbClr val="FFFFFF"/>
            </a:solidFill>
            <a:miter/>
          </a:ln>
        </p:spPr>
        <p:txBody>
          <a:bodyPr lIns="2520" tIns="2520" rIns="2520" bIns="25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503" name=""/>
          <p:cNvSpPr/>
          <p:nvPr/>
        </p:nvSpPr>
        <p:spPr>
          <a:xfrm>
            <a:off x="2535120" y="3048480"/>
            <a:ext cx="141120" cy="89640"/>
          </a:xfrm>
          <a:custGeom>
            <a:avLst/>
            <a:gdLst/>
            <a:ahLst/>
            <a:rect l="0" t="0" r="r" b="b"/>
            <a:pathLst>
              <a:path w="392" h="249">
                <a:moveTo>
                  <a:pt x="0" y="0"/>
                </a:moveTo>
                <a:lnTo>
                  <a:pt x="392" y="0"/>
                </a:lnTo>
                <a:lnTo>
                  <a:pt x="392" y="249"/>
                </a:lnTo>
                <a:lnTo>
                  <a:pt x="0" y="249"/>
                </a:lnTo>
                <a:lnTo>
                  <a:pt x="0" y="0"/>
                </a:lnTo>
                <a:close/>
              </a:path>
            </a:pathLst>
          </a:custGeom>
          <a:solidFill>
            <a:srgbClr val="EEBFA9"/>
          </a:solidFill>
          <a:ln w="5400">
            <a:solidFill>
              <a:srgbClr val="FFFFFF"/>
            </a:solidFill>
            <a:miter/>
          </a:ln>
        </p:spPr>
        <p:txBody>
          <a:bodyPr lIns="2520" tIns="2520" rIns="2520" bIns="25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504" name=""/>
          <p:cNvSpPr/>
          <p:nvPr/>
        </p:nvSpPr>
        <p:spPr>
          <a:xfrm>
            <a:off x="2535120" y="3494520"/>
            <a:ext cx="141120" cy="89640"/>
          </a:xfrm>
          <a:custGeom>
            <a:avLst/>
            <a:gdLst/>
            <a:ahLst/>
            <a:rect l="0" t="0" r="r" b="b"/>
            <a:pathLst>
              <a:path w="392" h="249">
                <a:moveTo>
                  <a:pt x="0" y="0"/>
                </a:moveTo>
                <a:lnTo>
                  <a:pt x="392" y="0"/>
                </a:lnTo>
                <a:lnTo>
                  <a:pt x="392" y="249"/>
                </a:lnTo>
                <a:lnTo>
                  <a:pt x="0" y="249"/>
                </a:lnTo>
                <a:lnTo>
                  <a:pt x="0" y="0"/>
                </a:lnTo>
                <a:close/>
              </a:path>
            </a:pathLst>
          </a:custGeom>
          <a:solidFill>
            <a:srgbClr val="D0DBE7"/>
          </a:solidFill>
          <a:ln w="5400">
            <a:solidFill>
              <a:srgbClr val="FFFFFF"/>
            </a:solidFill>
            <a:miter/>
          </a:ln>
        </p:spPr>
        <p:txBody>
          <a:bodyPr lIns="2520" tIns="2520" rIns="2520" bIns="25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505" name=""/>
          <p:cNvSpPr/>
          <p:nvPr/>
        </p:nvSpPr>
        <p:spPr>
          <a:xfrm>
            <a:off x="2535120" y="2959200"/>
            <a:ext cx="141120" cy="89640"/>
          </a:xfrm>
          <a:custGeom>
            <a:avLst/>
            <a:gdLst/>
            <a:ahLst/>
            <a:rect l="0" t="0" r="r" b="b"/>
            <a:pathLst>
              <a:path w="392" h="249">
                <a:moveTo>
                  <a:pt x="0" y="0"/>
                </a:moveTo>
                <a:lnTo>
                  <a:pt x="392" y="0"/>
                </a:lnTo>
                <a:lnTo>
                  <a:pt x="392" y="249"/>
                </a:lnTo>
                <a:lnTo>
                  <a:pt x="0" y="249"/>
                </a:lnTo>
                <a:lnTo>
                  <a:pt x="0" y="0"/>
                </a:lnTo>
                <a:close/>
              </a:path>
            </a:pathLst>
          </a:custGeom>
          <a:solidFill>
            <a:srgbClr val="EBAE93"/>
          </a:solidFill>
          <a:ln w="5400">
            <a:solidFill>
              <a:srgbClr val="FFFFFF"/>
            </a:solidFill>
            <a:miter/>
          </a:ln>
        </p:spPr>
        <p:txBody>
          <a:bodyPr lIns="2520" tIns="2520" rIns="2520" bIns="25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506" name=""/>
          <p:cNvSpPr/>
          <p:nvPr/>
        </p:nvSpPr>
        <p:spPr>
          <a:xfrm>
            <a:off x="2535120" y="3940560"/>
            <a:ext cx="141120" cy="89640"/>
          </a:xfrm>
          <a:custGeom>
            <a:avLst/>
            <a:gdLst/>
            <a:ahLst/>
            <a:rect l="0" t="0" r="r" b="b"/>
            <a:pathLst>
              <a:path w="392" h="249">
                <a:moveTo>
                  <a:pt x="0" y="0"/>
                </a:moveTo>
                <a:lnTo>
                  <a:pt x="392" y="0"/>
                </a:lnTo>
                <a:lnTo>
                  <a:pt x="392" y="249"/>
                </a:lnTo>
                <a:lnTo>
                  <a:pt x="0" y="249"/>
                </a:lnTo>
                <a:lnTo>
                  <a:pt x="0" y="0"/>
                </a:lnTo>
                <a:close/>
              </a:path>
            </a:pathLst>
          </a:custGeom>
          <a:solidFill>
            <a:srgbClr val="D6DFE8"/>
          </a:solidFill>
          <a:ln w="5400">
            <a:solidFill>
              <a:srgbClr val="FFFFFF"/>
            </a:solidFill>
            <a:miter/>
          </a:ln>
        </p:spPr>
        <p:txBody>
          <a:bodyPr lIns="2520" tIns="2520" rIns="2520" bIns="25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507" name=""/>
          <p:cNvSpPr/>
          <p:nvPr/>
        </p:nvSpPr>
        <p:spPr>
          <a:xfrm>
            <a:off x="2535120" y="4386600"/>
            <a:ext cx="141120" cy="89640"/>
          </a:xfrm>
          <a:custGeom>
            <a:avLst/>
            <a:gdLst/>
            <a:ahLst/>
            <a:rect l="0" t="0" r="r" b="b"/>
            <a:pathLst>
              <a:path w="392" h="249">
                <a:moveTo>
                  <a:pt x="0" y="0"/>
                </a:moveTo>
                <a:lnTo>
                  <a:pt x="392" y="0"/>
                </a:lnTo>
                <a:lnTo>
                  <a:pt x="392" y="249"/>
                </a:lnTo>
                <a:lnTo>
                  <a:pt x="0" y="249"/>
                </a:lnTo>
                <a:lnTo>
                  <a:pt x="0" y="0"/>
                </a:lnTo>
                <a:close/>
              </a:path>
            </a:pathLst>
          </a:custGeom>
          <a:solidFill>
            <a:srgbClr val="D2DDE7"/>
          </a:solidFill>
          <a:ln w="5400">
            <a:solidFill>
              <a:srgbClr val="FFFFFF"/>
            </a:solidFill>
            <a:miter/>
          </a:ln>
        </p:spPr>
        <p:txBody>
          <a:bodyPr lIns="2520" tIns="2520" rIns="2520" bIns="25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508" name=""/>
          <p:cNvSpPr/>
          <p:nvPr/>
        </p:nvSpPr>
        <p:spPr>
          <a:xfrm>
            <a:off x="2535120" y="5011200"/>
            <a:ext cx="141120" cy="89280"/>
          </a:xfrm>
          <a:custGeom>
            <a:avLst/>
            <a:gdLst/>
            <a:ahLst/>
            <a:rect l="0" t="0" r="r" b="b"/>
            <a:pathLst>
              <a:path w="392" h="248">
                <a:moveTo>
                  <a:pt x="0" y="0"/>
                </a:moveTo>
                <a:lnTo>
                  <a:pt x="392" y="0"/>
                </a:lnTo>
                <a:lnTo>
                  <a:pt x="392" y="248"/>
                </a:lnTo>
                <a:lnTo>
                  <a:pt x="0" y="248"/>
                </a:lnTo>
                <a:lnTo>
                  <a:pt x="0" y="0"/>
                </a:lnTo>
                <a:close/>
              </a:path>
            </a:pathLst>
          </a:custGeom>
          <a:solidFill>
            <a:srgbClr val="EBAF94"/>
          </a:solidFill>
          <a:ln w="5400">
            <a:solidFill>
              <a:srgbClr val="FFFFFF"/>
            </a:solidFill>
            <a:miter/>
          </a:ln>
        </p:spPr>
        <p:txBody>
          <a:bodyPr lIns="2520" tIns="2520" rIns="2520" bIns="25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509" name=""/>
          <p:cNvSpPr/>
          <p:nvPr/>
        </p:nvSpPr>
        <p:spPr>
          <a:xfrm>
            <a:off x="2535120" y="4654440"/>
            <a:ext cx="141120" cy="89280"/>
          </a:xfrm>
          <a:custGeom>
            <a:avLst/>
            <a:gdLst/>
            <a:ahLst/>
            <a:rect l="0" t="0" r="r" b="b"/>
            <a:pathLst>
              <a:path w="392" h="248">
                <a:moveTo>
                  <a:pt x="0" y="0"/>
                </a:moveTo>
                <a:lnTo>
                  <a:pt x="392" y="0"/>
                </a:lnTo>
                <a:lnTo>
                  <a:pt x="392" y="248"/>
                </a:lnTo>
                <a:lnTo>
                  <a:pt x="0" y="248"/>
                </a:lnTo>
                <a:lnTo>
                  <a:pt x="0" y="0"/>
                </a:lnTo>
                <a:close/>
              </a:path>
            </a:pathLst>
          </a:custGeom>
          <a:solidFill>
            <a:srgbClr val="F2EBE6"/>
          </a:solidFill>
          <a:ln w="5400">
            <a:solidFill>
              <a:srgbClr val="FFFFFF"/>
            </a:solidFill>
            <a:miter/>
          </a:ln>
        </p:spPr>
        <p:txBody>
          <a:bodyPr lIns="2520" tIns="2520" rIns="2520" bIns="25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510" name=""/>
          <p:cNvSpPr/>
          <p:nvPr/>
        </p:nvSpPr>
        <p:spPr>
          <a:xfrm>
            <a:off x="2535120" y="4029840"/>
            <a:ext cx="141120" cy="89640"/>
          </a:xfrm>
          <a:custGeom>
            <a:avLst/>
            <a:gdLst/>
            <a:ahLst/>
            <a:rect l="0" t="0" r="r" b="b"/>
            <a:pathLst>
              <a:path w="392" h="249">
                <a:moveTo>
                  <a:pt x="0" y="0"/>
                </a:moveTo>
                <a:lnTo>
                  <a:pt x="392" y="0"/>
                </a:lnTo>
                <a:lnTo>
                  <a:pt x="392" y="249"/>
                </a:lnTo>
                <a:lnTo>
                  <a:pt x="0" y="249"/>
                </a:lnTo>
                <a:lnTo>
                  <a:pt x="0" y="0"/>
                </a:lnTo>
                <a:close/>
              </a:path>
            </a:pathLst>
          </a:custGeom>
          <a:solidFill>
            <a:srgbClr val="F1D6CA"/>
          </a:solidFill>
          <a:ln w="5400">
            <a:solidFill>
              <a:srgbClr val="FFFFFF"/>
            </a:solidFill>
            <a:miter/>
          </a:ln>
        </p:spPr>
        <p:txBody>
          <a:bodyPr lIns="2520" tIns="2520" rIns="2520" bIns="25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511" name=""/>
          <p:cNvSpPr/>
          <p:nvPr/>
        </p:nvSpPr>
        <p:spPr>
          <a:xfrm>
            <a:off x="2535120" y="2870280"/>
            <a:ext cx="141120" cy="89280"/>
          </a:xfrm>
          <a:custGeom>
            <a:avLst/>
            <a:gdLst/>
            <a:ahLst/>
            <a:rect l="0" t="0" r="r" b="b"/>
            <a:pathLst>
              <a:path w="392" h="248">
                <a:moveTo>
                  <a:pt x="0" y="0"/>
                </a:moveTo>
                <a:lnTo>
                  <a:pt x="392" y="0"/>
                </a:lnTo>
                <a:lnTo>
                  <a:pt x="392" y="248"/>
                </a:lnTo>
                <a:lnTo>
                  <a:pt x="0" y="248"/>
                </a:lnTo>
                <a:lnTo>
                  <a:pt x="0" y="0"/>
                </a:lnTo>
                <a:close/>
              </a:path>
            </a:pathLst>
          </a:custGeom>
          <a:solidFill>
            <a:srgbClr val="C64F28"/>
          </a:solidFill>
          <a:ln w="5400">
            <a:solidFill>
              <a:srgbClr val="FFFFFF"/>
            </a:solidFill>
            <a:miter/>
          </a:ln>
        </p:spPr>
        <p:txBody>
          <a:bodyPr lIns="2520" tIns="2520" rIns="2520" bIns="252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512" name=""/>
          <p:cNvSpPr/>
          <p:nvPr/>
        </p:nvSpPr>
        <p:spPr>
          <a:xfrm>
            <a:off x="2535120" y="4743360"/>
            <a:ext cx="141120" cy="89640"/>
          </a:xfrm>
          <a:custGeom>
            <a:avLst/>
            <a:gdLst/>
            <a:ahLst/>
            <a:rect l="0" t="0" r="r" b="b"/>
            <a:pathLst>
              <a:path w="392" h="249">
                <a:moveTo>
                  <a:pt x="0" y="0"/>
                </a:moveTo>
                <a:lnTo>
                  <a:pt x="392" y="0"/>
                </a:lnTo>
                <a:lnTo>
                  <a:pt x="392" y="249"/>
                </a:lnTo>
                <a:lnTo>
                  <a:pt x="0" y="249"/>
                </a:lnTo>
                <a:lnTo>
                  <a:pt x="0" y="0"/>
                </a:lnTo>
                <a:close/>
              </a:path>
            </a:pathLst>
          </a:custGeom>
          <a:solidFill>
            <a:srgbClr val="D4DEE7"/>
          </a:solidFill>
          <a:ln w="5400">
            <a:solidFill>
              <a:srgbClr val="FFFFFF"/>
            </a:solidFill>
            <a:miter/>
          </a:ln>
        </p:spPr>
        <p:txBody>
          <a:bodyPr lIns="2520" tIns="2520" rIns="2520" bIns="25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513" name=""/>
          <p:cNvSpPr/>
          <p:nvPr/>
        </p:nvSpPr>
        <p:spPr>
          <a:xfrm>
            <a:off x="2535120" y="4475880"/>
            <a:ext cx="141120" cy="89640"/>
          </a:xfrm>
          <a:custGeom>
            <a:avLst/>
            <a:gdLst/>
            <a:ahLst/>
            <a:rect l="0" t="0" r="r" b="b"/>
            <a:pathLst>
              <a:path w="392" h="249">
                <a:moveTo>
                  <a:pt x="0" y="0"/>
                </a:moveTo>
                <a:lnTo>
                  <a:pt x="392" y="0"/>
                </a:lnTo>
                <a:lnTo>
                  <a:pt x="392" y="249"/>
                </a:lnTo>
                <a:lnTo>
                  <a:pt x="0" y="249"/>
                </a:lnTo>
                <a:lnTo>
                  <a:pt x="0" y="0"/>
                </a:lnTo>
                <a:close/>
              </a:path>
            </a:pathLst>
          </a:custGeom>
          <a:solidFill>
            <a:srgbClr val="E49170"/>
          </a:solidFill>
          <a:ln w="5400">
            <a:solidFill>
              <a:srgbClr val="FFFFFF"/>
            </a:solidFill>
            <a:miter/>
          </a:ln>
        </p:spPr>
        <p:txBody>
          <a:bodyPr lIns="2520" tIns="2520" rIns="2520" bIns="25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514" name=""/>
          <p:cNvSpPr/>
          <p:nvPr/>
        </p:nvSpPr>
        <p:spPr>
          <a:xfrm>
            <a:off x="2535120" y="4297320"/>
            <a:ext cx="141120" cy="89640"/>
          </a:xfrm>
          <a:custGeom>
            <a:avLst/>
            <a:gdLst/>
            <a:ahLst/>
            <a:rect l="0" t="0" r="r" b="b"/>
            <a:pathLst>
              <a:path w="392" h="249">
                <a:moveTo>
                  <a:pt x="0" y="0"/>
                </a:moveTo>
                <a:lnTo>
                  <a:pt x="392" y="0"/>
                </a:lnTo>
                <a:lnTo>
                  <a:pt x="392" y="249"/>
                </a:lnTo>
                <a:lnTo>
                  <a:pt x="0" y="249"/>
                </a:lnTo>
                <a:lnTo>
                  <a:pt x="0" y="0"/>
                </a:lnTo>
                <a:close/>
              </a:path>
            </a:pathLst>
          </a:custGeom>
          <a:solidFill>
            <a:srgbClr val="F0CFC0"/>
          </a:solidFill>
          <a:ln w="5400">
            <a:solidFill>
              <a:srgbClr val="FFFFFF"/>
            </a:solidFill>
            <a:miter/>
          </a:ln>
        </p:spPr>
        <p:txBody>
          <a:bodyPr lIns="2520" tIns="2520" rIns="2520" bIns="25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515" name=""/>
          <p:cNvSpPr/>
          <p:nvPr/>
        </p:nvSpPr>
        <p:spPr>
          <a:xfrm>
            <a:off x="2675880" y="3137760"/>
            <a:ext cx="141120" cy="89640"/>
          </a:xfrm>
          <a:custGeom>
            <a:avLst/>
            <a:gdLst/>
            <a:ahLst/>
            <a:rect l="0" t="0" r="r" b="b"/>
            <a:pathLst>
              <a:path w="392" h="249">
                <a:moveTo>
                  <a:pt x="0" y="0"/>
                </a:moveTo>
                <a:lnTo>
                  <a:pt x="392" y="0"/>
                </a:lnTo>
                <a:lnTo>
                  <a:pt x="392" y="249"/>
                </a:lnTo>
                <a:lnTo>
                  <a:pt x="0" y="249"/>
                </a:lnTo>
                <a:lnTo>
                  <a:pt x="0" y="0"/>
                </a:lnTo>
                <a:close/>
              </a:path>
            </a:pathLst>
          </a:custGeom>
          <a:solidFill>
            <a:srgbClr val="F0EFED"/>
          </a:solidFill>
          <a:ln w="5400">
            <a:solidFill>
              <a:srgbClr val="FFFFFF"/>
            </a:solidFill>
            <a:miter/>
          </a:ln>
        </p:spPr>
        <p:txBody>
          <a:bodyPr lIns="2520" tIns="2520" rIns="2520" bIns="25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516" name=""/>
          <p:cNvSpPr/>
          <p:nvPr/>
        </p:nvSpPr>
        <p:spPr>
          <a:xfrm>
            <a:off x="2675880" y="4208400"/>
            <a:ext cx="141120" cy="89280"/>
          </a:xfrm>
          <a:custGeom>
            <a:avLst/>
            <a:gdLst/>
            <a:ahLst/>
            <a:rect l="0" t="0" r="r" b="b"/>
            <a:pathLst>
              <a:path w="392" h="248">
                <a:moveTo>
                  <a:pt x="0" y="0"/>
                </a:moveTo>
                <a:lnTo>
                  <a:pt x="392" y="0"/>
                </a:lnTo>
                <a:lnTo>
                  <a:pt x="392" y="248"/>
                </a:lnTo>
                <a:lnTo>
                  <a:pt x="0" y="248"/>
                </a:lnTo>
                <a:lnTo>
                  <a:pt x="0" y="0"/>
                </a:lnTo>
                <a:close/>
              </a:path>
            </a:pathLst>
          </a:custGeom>
          <a:solidFill>
            <a:srgbClr val="F2E0D7"/>
          </a:solidFill>
          <a:ln w="5400">
            <a:solidFill>
              <a:srgbClr val="FFFFFF"/>
            </a:solidFill>
            <a:miter/>
          </a:ln>
        </p:spPr>
        <p:txBody>
          <a:bodyPr lIns="2520" tIns="2520" rIns="2520" bIns="25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517" name=""/>
          <p:cNvSpPr/>
          <p:nvPr/>
        </p:nvSpPr>
        <p:spPr>
          <a:xfrm>
            <a:off x="2675880" y="4565160"/>
            <a:ext cx="141120" cy="89640"/>
          </a:xfrm>
          <a:custGeom>
            <a:avLst/>
            <a:gdLst/>
            <a:ahLst/>
            <a:rect l="0" t="0" r="r" b="b"/>
            <a:pathLst>
              <a:path w="392" h="249">
                <a:moveTo>
                  <a:pt x="0" y="0"/>
                </a:moveTo>
                <a:lnTo>
                  <a:pt x="392" y="0"/>
                </a:lnTo>
                <a:lnTo>
                  <a:pt x="392" y="249"/>
                </a:lnTo>
                <a:lnTo>
                  <a:pt x="0" y="249"/>
                </a:lnTo>
                <a:lnTo>
                  <a:pt x="0" y="0"/>
                </a:lnTo>
                <a:close/>
              </a:path>
            </a:pathLst>
          </a:custGeom>
          <a:solidFill>
            <a:srgbClr val="F1DFD6"/>
          </a:solidFill>
          <a:ln w="5400">
            <a:solidFill>
              <a:srgbClr val="FFFFFF"/>
            </a:solidFill>
            <a:miter/>
          </a:ln>
        </p:spPr>
        <p:txBody>
          <a:bodyPr lIns="2520" tIns="2520" rIns="2520" bIns="25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518" name=""/>
          <p:cNvSpPr/>
          <p:nvPr/>
        </p:nvSpPr>
        <p:spPr>
          <a:xfrm>
            <a:off x="2675880" y="5100480"/>
            <a:ext cx="141120" cy="89280"/>
          </a:xfrm>
          <a:custGeom>
            <a:avLst/>
            <a:gdLst/>
            <a:ahLst/>
            <a:rect l="0" t="0" r="r" b="b"/>
            <a:pathLst>
              <a:path w="392" h="248">
                <a:moveTo>
                  <a:pt x="0" y="0"/>
                </a:moveTo>
                <a:lnTo>
                  <a:pt x="392" y="0"/>
                </a:lnTo>
                <a:lnTo>
                  <a:pt x="392" y="248"/>
                </a:lnTo>
                <a:lnTo>
                  <a:pt x="0" y="248"/>
                </a:lnTo>
                <a:lnTo>
                  <a:pt x="0" y="0"/>
                </a:lnTo>
                <a:close/>
              </a:path>
            </a:pathLst>
          </a:custGeom>
          <a:solidFill>
            <a:srgbClr val="DCE2E9"/>
          </a:solidFill>
          <a:ln w="5400">
            <a:solidFill>
              <a:srgbClr val="FFFFFF"/>
            </a:solidFill>
            <a:miter/>
          </a:ln>
        </p:spPr>
        <p:txBody>
          <a:bodyPr lIns="2520" tIns="2520" rIns="2520" bIns="25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519" name=""/>
          <p:cNvSpPr/>
          <p:nvPr/>
        </p:nvSpPr>
        <p:spPr>
          <a:xfrm>
            <a:off x="2675880" y="2781000"/>
            <a:ext cx="141120" cy="89640"/>
          </a:xfrm>
          <a:custGeom>
            <a:avLst/>
            <a:gdLst/>
            <a:ahLst/>
            <a:rect l="0" t="0" r="r" b="b"/>
            <a:pathLst>
              <a:path w="392" h="249">
                <a:moveTo>
                  <a:pt x="0" y="0"/>
                </a:moveTo>
                <a:lnTo>
                  <a:pt x="392" y="0"/>
                </a:lnTo>
                <a:lnTo>
                  <a:pt x="392" y="249"/>
                </a:lnTo>
                <a:lnTo>
                  <a:pt x="0" y="249"/>
                </a:lnTo>
                <a:lnTo>
                  <a:pt x="0" y="0"/>
                </a:lnTo>
                <a:close/>
              </a:path>
            </a:pathLst>
          </a:custGeom>
          <a:solidFill>
            <a:srgbClr val="F1DBD0"/>
          </a:solidFill>
          <a:ln w="5400">
            <a:solidFill>
              <a:srgbClr val="FFFFFF"/>
            </a:solidFill>
            <a:miter/>
          </a:ln>
        </p:spPr>
        <p:txBody>
          <a:bodyPr lIns="2520" tIns="2520" rIns="2520" bIns="25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520" name=""/>
          <p:cNvSpPr/>
          <p:nvPr/>
        </p:nvSpPr>
        <p:spPr>
          <a:xfrm>
            <a:off x="2675880" y="4832640"/>
            <a:ext cx="141120" cy="89640"/>
          </a:xfrm>
          <a:custGeom>
            <a:avLst/>
            <a:gdLst/>
            <a:ahLst/>
            <a:rect l="0" t="0" r="r" b="b"/>
            <a:pathLst>
              <a:path w="392" h="249">
                <a:moveTo>
                  <a:pt x="0" y="0"/>
                </a:moveTo>
                <a:lnTo>
                  <a:pt x="392" y="0"/>
                </a:lnTo>
                <a:lnTo>
                  <a:pt x="392" y="249"/>
                </a:lnTo>
                <a:lnTo>
                  <a:pt x="0" y="249"/>
                </a:lnTo>
                <a:lnTo>
                  <a:pt x="0" y="0"/>
                </a:lnTo>
                <a:close/>
              </a:path>
            </a:pathLst>
          </a:custGeom>
          <a:solidFill>
            <a:srgbClr val="DCE2E9"/>
          </a:solidFill>
          <a:ln w="5400">
            <a:solidFill>
              <a:srgbClr val="FFFFFF"/>
            </a:solidFill>
            <a:miter/>
          </a:ln>
        </p:spPr>
        <p:txBody>
          <a:bodyPr lIns="2520" tIns="2520" rIns="2520" bIns="25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521" name=""/>
          <p:cNvSpPr/>
          <p:nvPr/>
        </p:nvSpPr>
        <p:spPr>
          <a:xfrm>
            <a:off x="2675880" y="3227040"/>
            <a:ext cx="141120" cy="89640"/>
          </a:xfrm>
          <a:custGeom>
            <a:avLst/>
            <a:gdLst/>
            <a:ahLst/>
            <a:rect l="0" t="0" r="r" b="b"/>
            <a:pathLst>
              <a:path w="392" h="249">
                <a:moveTo>
                  <a:pt x="0" y="0"/>
                </a:moveTo>
                <a:lnTo>
                  <a:pt x="392" y="0"/>
                </a:lnTo>
                <a:lnTo>
                  <a:pt x="392" y="249"/>
                </a:lnTo>
                <a:lnTo>
                  <a:pt x="0" y="249"/>
                </a:lnTo>
                <a:lnTo>
                  <a:pt x="0" y="0"/>
                </a:lnTo>
                <a:close/>
              </a:path>
            </a:pathLst>
          </a:custGeom>
          <a:solidFill>
            <a:srgbClr val="D5DFE8"/>
          </a:solidFill>
          <a:ln w="5400">
            <a:solidFill>
              <a:srgbClr val="FFFFFF"/>
            </a:solidFill>
            <a:miter/>
          </a:ln>
        </p:spPr>
        <p:txBody>
          <a:bodyPr lIns="2520" tIns="2520" rIns="2520" bIns="25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522" name=""/>
          <p:cNvSpPr/>
          <p:nvPr/>
        </p:nvSpPr>
        <p:spPr>
          <a:xfrm>
            <a:off x="2675880" y="2513160"/>
            <a:ext cx="141120" cy="89640"/>
          </a:xfrm>
          <a:custGeom>
            <a:avLst/>
            <a:gdLst/>
            <a:ahLst/>
            <a:rect l="0" t="0" r="r" b="b"/>
            <a:pathLst>
              <a:path w="392" h="249">
                <a:moveTo>
                  <a:pt x="0" y="0"/>
                </a:moveTo>
                <a:lnTo>
                  <a:pt x="392" y="0"/>
                </a:lnTo>
                <a:lnTo>
                  <a:pt x="392" y="249"/>
                </a:lnTo>
                <a:lnTo>
                  <a:pt x="0" y="249"/>
                </a:lnTo>
                <a:lnTo>
                  <a:pt x="0" y="0"/>
                </a:lnTo>
                <a:close/>
              </a:path>
            </a:pathLst>
          </a:custGeom>
          <a:solidFill>
            <a:srgbClr val="D7653E"/>
          </a:solidFill>
          <a:ln w="5400">
            <a:solidFill>
              <a:srgbClr val="FFFFFF"/>
            </a:solidFill>
            <a:miter/>
          </a:ln>
        </p:spPr>
        <p:txBody>
          <a:bodyPr lIns="2520" tIns="2520" rIns="2520" bIns="252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523" name=""/>
          <p:cNvSpPr/>
          <p:nvPr/>
        </p:nvSpPr>
        <p:spPr>
          <a:xfrm>
            <a:off x="2675880" y="3405240"/>
            <a:ext cx="141120" cy="89640"/>
          </a:xfrm>
          <a:custGeom>
            <a:avLst/>
            <a:gdLst/>
            <a:ahLst/>
            <a:rect l="0" t="0" r="r" b="b"/>
            <a:pathLst>
              <a:path w="392" h="249">
                <a:moveTo>
                  <a:pt x="0" y="0"/>
                </a:moveTo>
                <a:lnTo>
                  <a:pt x="392" y="0"/>
                </a:lnTo>
                <a:lnTo>
                  <a:pt x="392" y="249"/>
                </a:lnTo>
                <a:lnTo>
                  <a:pt x="0" y="249"/>
                </a:lnTo>
                <a:lnTo>
                  <a:pt x="0" y="0"/>
                </a:lnTo>
                <a:close/>
              </a:path>
            </a:pathLst>
          </a:custGeom>
          <a:solidFill>
            <a:srgbClr val="EBAF95"/>
          </a:solidFill>
          <a:ln w="5400">
            <a:solidFill>
              <a:srgbClr val="FFFFFF"/>
            </a:solidFill>
            <a:miter/>
          </a:ln>
        </p:spPr>
        <p:txBody>
          <a:bodyPr lIns="2520" tIns="2520" rIns="2520" bIns="25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524" name=""/>
          <p:cNvSpPr/>
          <p:nvPr/>
        </p:nvSpPr>
        <p:spPr>
          <a:xfrm>
            <a:off x="2675880" y="4921920"/>
            <a:ext cx="141120" cy="89640"/>
          </a:xfrm>
          <a:custGeom>
            <a:avLst/>
            <a:gdLst/>
            <a:ahLst/>
            <a:rect l="0" t="0" r="r" b="b"/>
            <a:pathLst>
              <a:path w="392" h="249">
                <a:moveTo>
                  <a:pt x="0" y="0"/>
                </a:moveTo>
                <a:lnTo>
                  <a:pt x="392" y="0"/>
                </a:lnTo>
                <a:lnTo>
                  <a:pt x="392" y="249"/>
                </a:lnTo>
                <a:lnTo>
                  <a:pt x="0" y="249"/>
                </a:lnTo>
                <a:lnTo>
                  <a:pt x="0" y="0"/>
                </a:lnTo>
                <a:close/>
              </a:path>
            </a:pathLst>
          </a:custGeom>
          <a:solidFill>
            <a:srgbClr val="DEE3E9"/>
          </a:solidFill>
          <a:ln w="5400">
            <a:solidFill>
              <a:srgbClr val="FFFFFF"/>
            </a:solidFill>
            <a:miter/>
          </a:ln>
        </p:spPr>
        <p:txBody>
          <a:bodyPr lIns="2520" tIns="2520" rIns="2520" bIns="25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525" name=""/>
          <p:cNvSpPr/>
          <p:nvPr/>
        </p:nvSpPr>
        <p:spPr>
          <a:xfrm>
            <a:off x="2675880" y="2602440"/>
            <a:ext cx="141120" cy="89640"/>
          </a:xfrm>
          <a:custGeom>
            <a:avLst/>
            <a:gdLst/>
            <a:ahLst/>
            <a:rect l="0" t="0" r="r" b="b"/>
            <a:pathLst>
              <a:path w="392" h="249">
                <a:moveTo>
                  <a:pt x="0" y="0"/>
                </a:moveTo>
                <a:lnTo>
                  <a:pt x="392" y="0"/>
                </a:lnTo>
                <a:lnTo>
                  <a:pt x="392" y="249"/>
                </a:lnTo>
                <a:lnTo>
                  <a:pt x="0" y="249"/>
                </a:lnTo>
                <a:lnTo>
                  <a:pt x="0" y="0"/>
                </a:lnTo>
                <a:close/>
              </a:path>
            </a:pathLst>
          </a:custGeom>
          <a:solidFill>
            <a:srgbClr val="E0E5EA"/>
          </a:solidFill>
          <a:ln w="5400">
            <a:solidFill>
              <a:srgbClr val="FFFFFF"/>
            </a:solidFill>
            <a:miter/>
          </a:ln>
        </p:spPr>
        <p:txBody>
          <a:bodyPr lIns="2520" tIns="2520" rIns="2520" bIns="25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526" name=""/>
          <p:cNvSpPr/>
          <p:nvPr/>
        </p:nvSpPr>
        <p:spPr>
          <a:xfrm>
            <a:off x="2675880" y="3762360"/>
            <a:ext cx="141120" cy="89280"/>
          </a:xfrm>
          <a:custGeom>
            <a:avLst/>
            <a:gdLst/>
            <a:ahLst/>
            <a:rect l="0" t="0" r="r" b="b"/>
            <a:pathLst>
              <a:path w="392" h="248">
                <a:moveTo>
                  <a:pt x="0" y="0"/>
                </a:moveTo>
                <a:lnTo>
                  <a:pt x="392" y="0"/>
                </a:lnTo>
                <a:lnTo>
                  <a:pt x="392" y="248"/>
                </a:lnTo>
                <a:lnTo>
                  <a:pt x="0" y="248"/>
                </a:lnTo>
                <a:lnTo>
                  <a:pt x="0" y="0"/>
                </a:lnTo>
                <a:close/>
              </a:path>
            </a:pathLst>
          </a:custGeom>
          <a:solidFill>
            <a:srgbClr val="F1D5C8"/>
          </a:solidFill>
          <a:ln w="5400">
            <a:solidFill>
              <a:srgbClr val="FFFFFF"/>
            </a:solidFill>
            <a:miter/>
          </a:ln>
        </p:spPr>
        <p:txBody>
          <a:bodyPr lIns="2520" tIns="2520" rIns="2520" bIns="25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527" name=""/>
          <p:cNvSpPr/>
          <p:nvPr/>
        </p:nvSpPr>
        <p:spPr>
          <a:xfrm>
            <a:off x="2675880" y="4119120"/>
            <a:ext cx="141120" cy="89640"/>
          </a:xfrm>
          <a:custGeom>
            <a:avLst/>
            <a:gdLst/>
            <a:ahLst/>
            <a:rect l="0" t="0" r="r" b="b"/>
            <a:pathLst>
              <a:path w="392" h="249">
                <a:moveTo>
                  <a:pt x="0" y="0"/>
                </a:moveTo>
                <a:lnTo>
                  <a:pt x="392" y="0"/>
                </a:lnTo>
                <a:lnTo>
                  <a:pt x="392" y="249"/>
                </a:lnTo>
                <a:lnTo>
                  <a:pt x="0" y="249"/>
                </a:lnTo>
                <a:lnTo>
                  <a:pt x="0" y="0"/>
                </a:lnTo>
                <a:close/>
              </a:path>
            </a:pathLst>
          </a:custGeom>
          <a:solidFill>
            <a:srgbClr val="E48C6A"/>
          </a:solidFill>
          <a:ln w="5400">
            <a:solidFill>
              <a:srgbClr val="FFFFFF"/>
            </a:solidFill>
            <a:miter/>
          </a:ln>
        </p:spPr>
        <p:txBody>
          <a:bodyPr lIns="2520" tIns="2520" rIns="2520" bIns="25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528" name=""/>
          <p:cNvSpPr/>
          <p:nvPr/>
        </p:nvSpPr>
        <p:spPr>
          <a:xfrm>
            <a:off x="2675880" y="2424240"/>
            <a:ext cx="141120" cy="89280"/>
          </a:xfrm>
          <a:custGeom>
            <a:avLst/>
            <a:gdLst/>
            <a:ahLst/>
            <a:rect l="0" t="0" r="r" b="b"/>
            <a:pathLst>
              <a:path w="392" h="248">
                <a:moveTo>
                  <a:pt x="0" y="0"/>
                </a:moveTo>
                <a:lnTo>
                  <a:pt x="392" y="0"/>
                </a:lnTo>
                <a:lnTo>
                  <a:pt x="392" y="248"/>
                </a:lnTo>
                <a:lnTo>
                  <a:pt x="0" y="248"/>
                </a:lnTo>
                <a:lnTo>
                  <a:pt x="0" y="0"/>
                </a:lnTo>
                <a:close/>
              </a:path>
            </a:pathLst>
          </a:custGeom>
          <a:solidFill>
            <a:srgbClr val="DA6F48"/>
          </a:solidFill>
          <a:ln w="5400">
            <a:solidFill>
              <a:srgbClr val="FFFFFF"/>
            </a:solidFill>
            <a:miter/>
          </a:ln>
        </p:spPr>
        <p:txBody>
          <a:bodyPr lIns="2520" tIns="2520" rIns="2520" bIns="252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529" name=""/>
          <p:cNvSpPr/>
          <p:nvPr/>
        </p:nvSpPr>
        <p:spPr>
          <a:xfrm>
            <a:off x="2675880" y="2691720"/>
            <a:ext cx="141120" cy="89640"/>
          </a:xfrm>
          <a:custGeom>
            <a:avLst/>
            <a:gdLst/>
            <a:ahLst/>
            <a:rect l="0" t="0" r="r" b="b"/>
            <a:pathLst>
              <a:path w="392" h="249">
                <a:moveTo>
                  <a:pt x="0" y="0"/>
                </a:moveTo>
                <a:lnTo>
                  <a:pt x="392" y="0"/>
                </a:lnTo>
                <a:lnTo>
                  <a:pt x="392" y="249"/>
                </a:lnTo>
                <a:lnTo>
                  <a:pt x="0" y="249"/>
                </a:lnTo>
                <a:lnTo>
                  <a:pt x="0" y="0"/>
                </a:lnTo>
                <a:close/>
              </a:path>
            </a:pathLst>
          </a:custGeom>
          <a:solidFill>
            <a:srgbClr val="F2ECE7"/>
          </a:solidFill>
          <a:ln w="5400">
            <a:solidFill>
              <a:srgbClr val="FFFFFF"/>
            </a:solidFill>
            <a:miter/>
          </a:ln>
        </p:spPr>
        <p:txBody>
          <a:bodyPr lIns="2520" tIns="2520" rIns="2520" bIns="25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530" name=""/>
          <p:cNvSpPr/>
          <p:nvPr/>
        </p:nvSpPr>
        <p:spPr>
          <a:xfrm>
            <a:off x="2675880" y="3851280"/>
            <a:ext cx="141120" cy="89640"/>
          </a:xfrm>
          <a:custGeom>
            <a:avLst/>
            <a:gdLst/>
            <a:ahLst/>
            <a:rect l="0" t="0" r="r" b="b"/>
            <a:pathLst>
              <a:path w="392" h="249">
                <a:moveTo>
                  <a:pt x="0" y="0"/>
                </a:moveTo>
                <a:lnTo>
                  <a:pt x="392" y="0"/>
                </a:lnTo>
                <a:lnTo>
                  <a:pt x="392" y="249"/>
                </a:lnTo>
                <a:lnTo>
                  <a:pt x="0" y="249"/>
                </a:lnTo>
                <a:lnTo>
                  <a:pt x="0" y="0"/>
                </a:lnTo>
                <a:close/>
              </a:path>
            </a:pathLst>
          </a:custGeom>
          <a:solidFill>
            <a:srgbClr val="ECEDEC"/>
          </a:solidFill>
          <a:ln w="5400">
            <a:solidFill>
              <a:srgbClr val="FFFFFF"/>
            </a:solidFill>
            <a:miter/>
          </a:ln>
        </p:spPr>
        <p:txBody>
          <a:bodyPr lIns="2520" tIns="2520" rIns="2520" bIns="25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531" name=""/>
          <p:cNvSpPr/>
          <p:nvPr/>
        </p:nvSpPr>
        <p:spPr>
          <a:xfrm>
            <a:off x="2675880" y="3583800"/>
            <a:ext cx="141120" cy="89640"/>
          </a:xfrm>
          <a:custGeom>
            <a:avLst/>
            <a:gdLst/>
            <a:ahLst/>
            <a:rect l="0" t="0" r="r" b="b"/>
            <a:pathLst>
              <a:path w="392" h="249">
                <a:moveTo>
                  <a:pt x="0" y="0"/>
                </a:moveTo>
                <a:lnTo>
                  <a:pt x="392" y="0"/>
                </a:lnTo>
                <a:lnTo>
                  <a:pt x="392" y="249"/>
                </a:lnTo>
                <a:lnTo>
                  <a:pt x="0" y="249"/>
                </a:lnTo>
                <a:lnTo>
                  <a:pt x="0" y="0"/>
                </a:lnTo>
                <a:close/>
              </a:path>
            </a:pathLst>
          </a:custGeom>
          <a:solidFill>
            <a:srgbClr val="EAAA8F"/>
          </a:solidFill>
          <a:ln w="5400">
            <a:solidFill>
              <a:srgbClr val="FFFFFF"/>
            </a:solidFill>
            <a:miter/>
          </a:ln>
        </p:spPr>
        <p:txBody>
          <a:bodyPr lIns="2520" tIns="2520" rIns="2520" bIns="25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532" name=""/>
          <p:cNvSpPr/>
          <p:nvPr/>
        </p:nvSpPr>
        <p:spPr>
          <a:xfrm>
            <a:off x="2675880" y="3316320"/>
            <a:ext cx="141120" cy="89280"/>
          </a:xfrm>
          <a:custGeom>
            <a:avLst/>
            <a:gdLst/>
            <a:ahLst/>
            <a:rect l="0" t="0" r="r" b="b"/>
            <a:pathLst>
              <a:path w="392" h="248">
                <a:moveTo>
                  <a:pt x="0" y="0"/>
                </a:moveTo>
                <a:lnTo>
                  <a:pt x="392" y="0"/>
                </a:lnTo>
                <a:lnTo>
                  <a:pt x="392" y="248"/>
                </a:lnTo>
                <a:lnTo>
                  <a:pt x="0" y="248"/>
                </a:lnTo>
                <a:lnTo>
                  <a:pt x="0" y="0"/>
                </a:lnTo>
                <a:close/>
              </a:path>
            </a:pathLst>
          </a:custGeom>
          <a:solidFill>
            <a:srgbClr val="E0E5EA"/>
          </a:solidFill>
          <a:ln w="5400">
            <a:solidFill>
              <a:srgbClr val="FFFFFF"/>
            </a:solidFill>
            <a:miter/>
          </a:ln>
        </p:spPr>
        <p:txBody>
          <a:bodyPr lIns="2520" tIns="2520" rIns="2520" bIns="25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533" name=""/>
          <p:cNvSpPr/>
          <p:nvPr/>
        </p:nvSpPr>
        <p:spPr>
          <a:xfrm>
            <a:off x="2675880" y="3673080"/>
            <a:ext cx="141120" cy="89640"/>
          </a:xfrm>
          <a:custGeom>
            <a:avLst/>
            <a:gdLst/>
            <a:ahLst/>
            <a:rect l="0" t="0" r="r" b="b"/>
            <a:pathLst>
              <a:path w="392" h="249">
                <a:moveTo>
                  <a:pt x="0" y="0"/>
                </a:moveTo>
                <a:lnTo>
                  <a:pt x="392" y="0"/>
                </a:lnTo>
                <a:lnTo>
                  <a:pt x="392" y="249"/>
                </a:lnTo>
                <a:lnTo>
                  <a:pt x="0" y="249"/>
                </a:lnTo>
                <a:lnTo>
                  <a:pt x="0" y="0"/>
                </a:lnTo>
                <a:close/>
              </a:path>
            </a:pathLst>
          </a:custGeom>
          <a:solidFill>
            <a:srgbClr val="EEBEA8"/>
          </a:solidFill>
          <a:ln w="5400">
            <a:solidFill>
              <a:srgbClr val="FFFFFF"/>
            </a:solidFill>
            <a:miter/>
          </a:ln>
        </p:spPr>
        <p:txBody>
          <a:bodyPr lIns="2520" tIns="2520" rIns="2520" bIns="25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534" name=""/>
          <p:cNvSpPr/>
          <p:nvPr/>
        </p:nvSpPr>
        <p:spPr>
          <a:xfrm>
            <a:off x="2675880" y="3048480"/>
            <a:ext cx="141120" cy="89640"/>
          </a:xfrm>
          <a:custGeom>
            <a:avLst/>
            <a:gdLst/>
            <a:ahLst/>
            <a:rect l="0" t="0" r="r" b="b"/>
            <a:pathLst>
              <a:path w="392" h="249">
                <a:moveTo>
                  <a:pt x="0" y="0"/>
                </a:moveTo>
                <a:lnTo>
                  <a:pt x="392" y="0"/>
                </a:lnTo>
                <a:lnTo>
                  <a:pt x="392" y="249"/>
                </a:lnTo>
                <a:lnTo>
                  <a:pt x="0" y="249"/>
                </a:lnTo>
                <a:lnTo>
                  <a:pt x="0" y="0"/>
                </a:lnTo>
                <a:close/>
              </a:path>
            </a:pathLst>
          </a:custGeom>
          <a:solidFill>
            <a:srgbClr val="EFC1AD"/>
          </a:solidFill>
          <a:ln w="5400">
            <a:solidFill>
              <a:srgbClr val="FFFFFF"/>
            </a:solidFill>
            <a:miter/>
          </a:ln>
        </p:spPr>
        <p:txBody>
          <a:bodyPr lIns="2520" tIns="2520" rIns="2520" bIns="25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535" name=""/>
          <p:cNvSpPr/>
          <p:nvPr/>
        </p:nvSpPr>
        <p:spPr>
          <a:xfrm>
            <a:off x="2675880" y="3494520"/>
            <a:ext cx="141120" cy="89640"/>
          </a:xfrm>
          <a:custGeom>
            <a:avLst/>
            <a:gdLst/>
            <a:ahLst/>
            <a:rect l="0" t="0" r="r" b="b"/>
            <a:pathLst>
              <a:path w="392" h="249">
                <a:moveTo>
                  <a:pt x="0" y="0"/>
                </a:moveTo>
                <a:lnTo>
                  <a:pt x="392" y="0"/>
                </a:lnTo>
                <a:lnTo>
                  <a:pt x="392" y="249"/>
                </a:lnTo>
                <a:lnTo>
                  <a:pt x="0" y="249"/>
                </a:lnTo>
                <a:lnTo>
                  <a:pt x="0" y="0"/>
                </a:lnTo>
                <a:close/>
              </a:path>
            </a:pathLst>
          </a:custGeom>
          <a:solidFill>
            <a:srgbClr val="D6623A"/>
          </a:solidFill>
          <a:ln w="5400">
            <a:solidFill>
              <a:srgbClr val="FFFFFF"/>
            </a:solidFill>
            <a:miter/>
          </a:ln>
        </p:spPr>
        <p:txBody>
          <a:bodyPr lIns="2520" tIns="2520" rIns="2520" bIns="252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536" name=""/>
          <p:cNvSpPr/>
          <p:nvPr/>
        </p:nvSpPr>
        <p:spPr>
          <a:xfrm>
            <a:off x="2675880" y="2959200"/>
            <a:ext cx="141120" cy="89640"/>
          </a:xfrm>
          <a:custGeom>
            <a:avLst/>
            <a:gdLst/>
            <a:ahLst/>
            <a:rect l="0" t="0" r="r" b="b"/>
            <a:pathLst>
              <a:path w="392" h="249">
                <a:moveTo>
                  <a:pt x="0" y="0"/>
                </a:moveTo>
                <a:lnTo>
                  <a:pt x="392" y="0"/>
                </a:lnTo>
                <a:lnTo>
                  <a:pt x="392" y="249"/>
                </a:lnTo>
                <a:lnTo>
                  <a:pt x="0" y="249"/>
                </a:lnTo>
                <a:lnTo>
                  <a:pt x="0" y="0"/>
                </a:lnTo>
                <a:close/>
              </a:path>
            </a:pathLst>
          </a:custGeom>
          <a:solidFill>
            <a:srgbClr val="E2E6EA"/>
          </a:solidFill>
          <a:ln w="5400">
            <a:solidFill>
              <a:srgbClr val="FFFFFF"/>
            </a:solidFill>
            <a:miter/>
          </a:ln>
        </p:spPr>
        <p:txBody>
          <a:bodyPr lIns="2520" tIns="2520" rIns="2520" bIns="25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537" name=""/>
          <p:cNvSpPr/>
          <p:nvPr/>
        </p:nvSpPr>
        <p:spPr>
          <a:xfrm>
            <a:off x="2675880" y="3940560"/>
            <a:ext cx="141120" cy="89640"/>
          </a:xfrm>
          <a:custGeom>
            <a:avLst/>
            <a:gdLst/>
            <a:ahLst/>
            <a:rect l="0" t="0" r="r" b="b"/>
            <a:pathLst>
              <a:path w="392" h="249">
                <a:moveTo>
                  <a:pt x="0" y="0"/>
                </a:moveTo>
                <a:lnTo>
                  <a:pt x="392" y="0"/>
                </a:lnTo>
                <a:lnTo>
                  <a:pt x="392" y="249"/>
                </a:lnTo>
                <a:lnTo>
                  <a:pt x="0" y="249"/>
                </a:lnTo>
                <a:lnTo>
                  <a:pt x="0" y="0"/>
                </a:lnTo>
                <a:close/>
              </a:path>
            </a:pathLst>
          </a:custGeom>
          <a:solidFill>
            <a:srgbClr val="F2E9E4"/>
          </a:solidFill>
          <a:ln w="5400">
            <a:solidFill>
              <a:srgbClr val="FFFFFF"/>
            </a:solidFill>
            <a:miter/>
          </a:ln>
        </p:spPr>
        <p:txBody>
          <a:bodyPr lIns="2520" tIns="2520" rIns="2520" bIns="25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538" name=""/>
          <p:cNvSpPr/>
          <p:nvPr/>
        </p:nvSpPr>
        <p:spPr>
          <a:xfrm>
            <a:off x="2675880" y="4386600"/>
            <a:ext cx="141120" cy="89640"/>
          </a:xfrm>
          <a:custGeom>
            <a:avLst/>
            <a:gdLst/>
            <a:ahLst/>
            <a:rect l="0" t="0" r="r" b="b"/>
            <a:pathLst>
              <a:path w="392" h="249">
                <a:moveTo>
                  <a:pt x="0" y="0"/>
                </a:moveTo>
                <a:lnTo>
                  <a:pt x="392" y="0"/>
                </a:lnTo>
                <a:lnTo>
                  <a:pt x="392" y="249"/>
                </a:lnTo>
                <a:lnTo>
                  <a:pt x="0" y="249"/>
                </a:lnTo>
                <a:lnTo>
                  <a:pt x="0" y="0"/>
                </a:lnTo>
                <a:close/>
              </a:path>
            </a:pathLst>
          </a:custGeom>
          <a:solidFill>
            <a:srgbClr val="D1DBE7"/>
          </a:solidFill>
          <a:ln w="5400">
            <a:solidFill>
              <a:srgbClr val="FFFFFF"/>
            </a:solidFill>
            <a:miter/>
          </a:ln>
        </p:spPr>
        <p:txBody>
          <a:bodyPr lIns="2520" tIns="2520" rIns="2520" bIns="25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539" name=""/>
          <p:cNvSpPr/>
          <p:nvPr/>
        </p:nvSpPr>
        <p:spPr>
          <a:xfrm>
            <a:off x="2675880" y="5011200"/>
            <a:ext cx="141120" cy="89280"/>
          </a:xfrm>
          <a:custGeom>
            <a:avLst/>
            <a:gdLst/>
            <a:ahLst/>
            <a:rect l="0" t="0" r="r" b="b"/>
            <a:pathLst>
              <a:path w="392" h="248">
                <a:moveTo>
                  <a:pt x="0" y="0"/>
                </a:moveTo>
                <a:lnTo>
                  <a:pt x="392" y="0"/>
                </a:lnTo>
                <a:lnTo>
                  <a:pt x="392" y="248"/>
                </a:lnTo>
                <a:lnTo>
                  <a:pt x="0" y="248"/>
                </a:lnTo>
                <a:lnTo>
                  <a:pt x="0" y="0"/>
                </a:lnTo>
                <a:close/>
              </a:path>
            </a:pathLst>
          </a:custGeom>
          <a:solidFill>
            <a:srgbClr val="DEE3E9"/>
          </a:solidFill>
          <a:ln w="5400">
            <a:solidFill>
              <a:srgbClr val="FFFFFF"/>
            </a:solidFill>
            <a:miter/>
          </a:ln>
        </p:spPr>
        <p:txBody>
          <a:bodyPr lIns="2520" tIns="2520" rIns="2520" bIns="25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540" name=""/>
          <p:cNvSpPr/>
          <p:nvPr/>
        </p:nvSpPr>
        <p:spPr>
          <a:xfrm>
            <a:off x="2675880" y="4654440"/>
            <a:ext cx="141120" cy="89280"/>
          </a:xfrm>
          <a:custGeom>
            <a:avLst/>
            <a:gdLst/>
            <a:ahLst/>
            <a:rect l="0" t="0" r="r" b="b"/>
            <a:pathLst>
              <a:path w="392" h="248">
                <a:moveTo>
                  <a:pt x="0" y="0"/>
                </a:moveTo>
                <a:lnTo>
                  <a:pt x="392" y="0"/>
                </a:lnTo>
                <a:lnTo>
                  <a:pt x="392" y="248"/>
                </a:lnTo>
                <a:lnTo>
                  <a:pt x="0" y="248"/>
                </a:lnTo>
                <a:lnTo>
                  <a:pt x="0" y="0"/>
                </a:lnTo>
                <a:close/>
              </a:path>
            </a:pathLst>
          </a:custGeom>
          <a:solidFill>
            <a:srgbClr val="D0DBE7"/>
          </a:solidFill>
          <a:ln w="5400">
            <a:solidFill>
              <a:srgbClr val="FFFFFF"/>
            </a:solidFill>
            <a:miter/>
          </a:ln>
        </p:spPr>
        <p:txBody>
          <a:bodyPr lIns="2520" tIns="2520" rIns="2520" bIns="25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541" name=""/>
          <p:cNvSpPr/>
          <p:nvPr/>
        </p:nvSpPr>
        <p:spPr>
          <a:xfrm>
            <a:off x="2675880" y="4029840"/>
            <a:ext cx="141120" cy="89640"/>
          </a:xfrm>
          <a:custGeom>
            <a:avLst/>
            <a:gdLst/>
            <a:ahLst/>
            <a:rect l="0" t="0" r="r" b="b"/>
            <a:pathLst>
              <a:path w="392" h="249">
                <a:moveTo>
                  <a:pt x="0" y="0"/>
                </a:moveTo>
                <a:lnTo>
                  <a:pt x="392" y="0"/>
                </a:lnTo>
                <a:lnTo>
                  <a:pt x="392" y="249"/>
                </a:lnTo>
                <a:lnTo>
                  <a:pt x="0" y="249"/>
                </a:lnTo>
                <a:lnTo>
                  <a:pt x="0" y="0"/>
                </a:lnTo>
                <a:close/>
              </a:path>
            </a:pathLst>
          </a:custGeom>
          <a:solidFill>
            <a:srgbClr val="DEE3E9"/>
          </a:solidFill>
          <a:ln w="5400">
            <a:solidFill>
              <a:srgbClr val="FFFFFF"/>
            </a:solidFill>
            <a:miter/>
          </a:ln>
        </p:spPr>
        <p:txBody>
          <a:bodyPr lIns="2520" tIns="2520" rIns="2520" bIns="25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542" name=""/>
          <p:cNvSpPr/>
          <p:nvPr/>
        </p:nvSpPr>
        <p:spPr>
          <a:xfrm>
            <a:off x="2675880" y="2870280"/>
            <a:ext cx="141120" cy="89280"/>
          </a:xfrm>
          <a:custGeom>
            <a:avLst/>
            <a:gdLst/>
            <a:ahLst/>
            <a:rect l="0" t="0" r="r" b="b"/>
            <a:pathLst>
              <a:path w="392" h="248">
                <a:moveTo>
                  <a:pt x="0" y="0"/>
                </a:moveTo>
                <a:lnTo>
                  <a:pt x="392" y="0"/>
                </a:lnTo>
                <a:lnTo>
                  <a:pt x="392" y="248"/>
                </a:lnTo>
                <a:lnTo>
                  <a:pt x="0" y="248"/>
                </a:lnTo>
                <a:lnTo>
                  <a:pt x="0" y="0"/>
                </a:lnTo>
                <a:close/>
              </a:path>
            </a:pathLst>
          </a:custGeom>
          <a:solidFill>
            <a:srgbClr val="E3E7EB"/>
          </a:solidFill>
          <a:ln w="5400">
            <a:solidFill>
              <a:srgbClr val="FFFFFF"/>
            </a:solidFill>
            <a:miter/>
          </a:ln>
        </p:spPr>
        <p:txBody>
          <a:bodyPr lIns="2520" tIns="2520" rIns="2520" bIns="25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543" name=""/>
          <p:cNvSpPr/>
          <p:nvPr/>
        </p:nvSpPr>
        <p:spPr>
          <a:xfrm>
            <a:off x="2675880" y="4743360"/>
            <a:ext cx="141120" cy="89640"/>
          </a:xfrm>
          <a:custGeom>
            <a:avLst/>
            <a:gdLst/>
            <a:ahLst/>
            <a:rect l="0" t="0" r="r" b="b"/>
            <a:pathLst>
              <a:path w="392" h="249">
                <a:moveTo>
                  <a:pt x="0" y="0"/>
                </a:moveTo>
                <a:lnTo>
                  <a:pt x="392" y="0"/>
                </a:lnTo>
                <a:lnTo>
                  <a:pt x="392" y="249"/>
                </a:lnTo>
                <a:lnTo>
                  <a:pt x="0" y="249"/>
                </a:lnTo>
                <a:lnTo>
                  <a:pt x="0" y="0"/>
                </a:lnTo>
                <a:close/>
              </a:path>
            </a:pathLst>
          </a:custGeom>
          <a:solidFill>
            <a:srgbClr val="D3DEE7"/>
          </a:solidFill>
          <a:ln w="5400">
            <a:solidFill>
              <a:srgbClr val="FFFFFF"/>
            </a:solidFill>
            <a:miter/>
          </a:ln>
        </p:spPr>
        <p:txBody>
          <a:bodyPr lIns="2520" tIns="2520" rIns="2520" bIns="25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544" name=""/>
          <p:cNvSpPr/>
          <p:nvPr/>
        </p:nvSpPr>
        <p:spPr>
          <a:xfrm>
            <a:off x="2675880" y="4475880"/>
            <a:ext cx="141120" cy="89640"/>
          </a:xfrm>
          <a:custGeom>
            <a:avLst/>
            <a:gdLst/>
            <a:ahLst/>
            <a:rect l="0" t="0" r="r" b="b"/>
            <a:pathLst>
              <a:path w="392" h="249">
                <a:moveTo>
                  <a:pt x="0" y="0"/>
                </a:moveTo>
                <a:lnTo>
                  <a:pt x="392" y="0"/>
                </a:lnTo>
                <a:lnTo>
                  <a:pt x="392" y="249"/>
                </a:lnTo>
                <a:lnTo>
                  <a:pt x="0" y="249"/>
                </a:lnTo>
                <a:lnTo>
                  <a:pt x="0" y="0"/>
                </a:lnTo>
                <a:close/>
              </a:path>
            </a:pathLst>
          </a:custGeom>
          <a:solidFill>
            <a:srgbClr val="F1D2C4"/>
          </a:solidFill>
          <a:ln w="5400">
            <a:solidFill>
              <a:srgbClr val="FFFFFF"/>
            </a:solidFill>
            <a:miter/>
          </a:ln>
        </p:spPr>
        <p:txBody>
          <a:bodyPr lIns="2520" tIns="2520" rIns="2520" bIns="25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545" name=""/>
          <p:cNvSpPr/>
          <p:nvPr/>
        </p:nvSpPr>
        <p:spPr>
          <a:xfrm>
            <a:off x="2675880" y="4297320"/>
            <a:ext cx="141120" cy="89640"/>
          </a:xfrm>
          <a:custGeom>
            <a:avLst/>
            <a:gdLst/>
            <a:ahLst/>
            <a:rect l="0" t="0" r="r" b="b"/>
            <a:pathLst>
              <a:path w="392" h="249">
                <a:moveTo>
                  <a:pt x="0" y="0"/>
                </a:moveTo>
                <a:lnTo>
                  <a:pt x="392" y="0"/>
                </a:lnTo>
                <a:lnTo>
                  <a:pt x="392" y="249"/>
                </a:lnTo>
                <a:lnTo>
                  <a:pt x="0" y="249"/>
                </a:lnTo>
                <a:lnTo>
                  <a:pt x="0" y="0"/>
                </a:lnTo>
                <a:close/>
              </a:path>
            </a:pathLst>
          </a:custGeom>
          <a:solidFill>
            <a:srgbClr val="ECB39A"/>
          </a:solidFill>
          <a:ln w="5400">
            <a:solidFill>
              <a:srgbClr val="FFFFFF"/>
            </a:solidFill>
            <a:miter/>
          </a:ln>
        </p:spPr>
        <p:txBody>
          <a:bodyPr lIns="2520" tIns="2520" rIns="2520" bIns="25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546" name=""/>
          <p:cNvSpPr/>
          <p:nvPr/>
        </p:nvSpPr>
        <p:spPr>
          <a:xfrm>
            <a:off x="2816640" y="3137760"/>
            <a:ext cx="141480" cy="89640"/>
          </a:xfrm>
          <a:custGeom>
            <a:avLst/>
            <a:gdLst/>
            <a:ahLst/>
            <a:rect l="0" t="0" r="r" b="b"/>
            <a:pathLst>
              <a:path w="393" h="249">
                <a:moveTo>
                  <a:pt x="0" y="0"/>
                </a:moveTo>
                <a:lnTo>
                  <a:pt x="393" y="0"/>
                </a:lnTo>
                <a:lnTo>
                  <a:pt x="393" y="249"/>
                </a:lnTo>
                <a:lnTo>
                  <a:pt x="0" y="249"/>
                </a:lnTo>
                <a:lnTo>
                  <a:pt x="0" y="0"/>
                </a:lnTo>
                <a:close/>
              </a:path>
            </a:pathLst>
          </a:custGeom>
          <a:solidFill>
            <a:srgbClr val="ECEDEC"/>
          </a:solidFill>
          <a:ln w="5400">
            <a:solidFill>
              <a:srgbClr val="FFFFFF"/>
            </a:solidFill>
            <a:miter/>
          </a:ln>
        </p:spPr>
        <p:txBody>
          <a:bodyPr lIns="2520" tIns="2520" rIns="2520" bIns="25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547" name=""/>
          <p:cNvSpPr/>
          <p:nvPr/>
        </p:nvSpPr>
        <p:spPr>
          <a:xfrm>
            <a:off x="2816640" y="4208400"/>
            <a:ext cx="141480" cy="89280"/>
          </a:xfrm>
          <a:custGeom>
            <a:avLst/>
            <a:gdLst/>
            <a:ahLst/>
            <a:rect l="0" t="0" r="r" b="b"/>
            <a:pathLst>
              <a:path w="393" h="248">
                <a:moveTo>
                  <a:pt x="0" y="0"/>
                </a:moveTo>
                <a:lnTo>
                  <a:pt x="393" y="0"/>
                </a:lnTo>
                <a:lnTo>
                  <a:pt x="393" y="248"/>
                </a:lnTo>
                <a:lnTo>
                  <a:pt x="0" y="248"/>
                </a:lnTo>
                <a:lnTo>
                  <a:pt x="0" y="0"/>
                </a:lnTo>
                <a:close/>
              </a:path>
            </a:pathLst>
          </a:custGeom>
          <a:solidFill>
            <a:srgbClr val="D6DFE8"/>
          </a:solidFill>
          <a:ln w="5400">
            <a:solidFill>
              <a:srgbClr val="FFFFFF"/>
            </a:solidFill>
            <a:miter/>
          </a:ln>
        </p:spPr>
        <p:txBody>
          <a:bodyPr lIns="2520" tIns="2520" rIns="2520" bIns="25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548" name=""/>
          <p:cNvSpPr/>
          <p:nvPr/>
        </p:nvSpPr>
        <p:spPr>
          <a:xfrm>
            <a:off x="2816640" y="4565160"/>
            <a:ext cx="141480" cy="89640"/>
          </a:xfrm>
          <a:custGeom>
            <a:avLst/>
            <a:gdLst/>
            <a:ahLst/>
            <a:rect l="0" t="0" r="r" b="b"/>
            <a:pathLst>
              <a:path w="393" h="249">
                <a:moveTo>
                  <a:pt x="0" y="0"/>
                </a:moveTo>
                <a:lnTo>
                  <a:pt x="393" y="0"/>
                </a:lnTo>
                <a:lnTo>
                  <a:pt x="393" y="249"/>
                </a:lnTo>
                <a:lnTo>
                  <a:pt x="0" y="249"/>
                </a:lnTo>
                <a:lnTo>
                  <a:pt x="0" y="0"/>
                </a:lnTo>
                <a:close/>
              </a:path>
            </a:pathLst>
          </a:custGeom>
          <a:solidFill>
            <a:srgbClr val="F1DED3"/>
          </a:solidFill>
          <a:ln w="5400">
            <a:solidFill>
              <a:srgbClr val="FFFFFF"/>
            </a:solidFill>
            <a:miter/>
          </a:ln>
        </p:spPr>
        <p:txBody>
          <a:bodyPr lIns="2520" tIns="2520" rIns="2520" bIns="25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549" name=""/>
          <p:cNvSpPr/>
          <p:nvPr/>
        </p:nvSpPr>
        <p:spPr>
          <a:xfrm>
            <a:off x="2816640" y="5100480"/>
            <a:ext cx="141480" cy="89280"/>
          </a:xfrm>
          <a:custGeom>
            <a:avLst/>
            <a:gdLst/>
            <a:ahLst/>
            <a:rect l="0" t="0" r="r" b="b"/>
            <a:pathLst>
              <a:path w="393" h="248">
                <a:moveTo>
                  <a:pt x="0" y="0"/>
                </a:moveTo>
                <a:lnTo>
                  <a:pt x="393" y="0"/>
                </a:lnTo>
                <a:lnTo>
                  <a:pt x="393" y="248"/>
                </a:lnTo>
                <a:lnTo>
                  <a:pt x="0" y="248"/>
                </a:lnTo>
                <a:lnTo>
                  <a:pt x="0" y="0"/>
                </a:lnTo>
                <a:close/>
              </a:path>
            </a:pathLst>
          </a:custGeom>
          <a:solidFill>
            <a:srgbClr val="D9E1E8"/>
          </a:solidFill>
          <a:ln w="5400">
            <a:solidFill>
              <a:srgbClr val="FFFFFF"/>
            </a:solidFill>
            <a:miter/>
          </a:ln>
        </p:spPr>
        <p:txBody>
          <a:bodyPr lIns="2520" tIns="2520" rIns="2520" bIns="25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550" name=""/>
          <p:cNvSpPr/>
          <p:nvPr/>
        </p:nvSpPr>
        <p:spPr>
          <a:xfrm>
            <a:off x="2816640" y="2781000"/>
            <a:ext cx="141480" cy="89640"/>
          </a:xfrm>
          <a:custGeom>
            <a:avLst/>
            <a:gdLst/>
            <a:ahLst/>
            <a:rect l="0" t="0" r="r" b="b"/>
            <a:pathLst>
              <a:path w="393" h="249">
                <a:moveTo>
                  <a:pt x="0" y="0"/>
                </a:moveTo>
                <a:lnTo>
                  <a:pt x="393" y="0"/>
                </a:lnTo>
                <a:lnTo>
                  <a:pt x="393" y="249"/>
                </a:lnTo>
                <a:lnTo>
                  <a:pt x="0" y="249"/>
                </a:lnTo>
                <a:lnTo>
                  <a:pt x="0" y="0"/>
                </a:lnTo>
                <a:close/>
              </a:path>
            </a:pathLst>
          </a:custGeom>
          <a:solidFill>
            <a:srgbClr val="EFC2AE"/>
          </a:solidFill>
          <a:ln w="5400">
            <a:solidFill>
              <a:srgbClr val="FFFFFF"/>
            </a:solidFill>
            <a:miter/>
          </a:ln>
        </p:spPr>
        <p:txBody>
          <a:bodyPr lIns="2520" tIns="2520" rIns="2520" bIns="25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551" name=""/>
          <p:cNvSpPr/>
          <p:nvPr/>
        </p:nvSpPr>
        <p:spPr>
          <a:xfrm>
            <a:off x="2816640" y="4832640"/>
            <a:ext cx="141480" cy="89640"/>
          </a:xfrm>
          <a:custGeom>
            <a:avLst/>
            <a:gdLst/>
            <a:ahLst/>
            <a:rect l="0" t="0" r="r" b="b"/>
            <a:pathLst>
              <a:path w="393" h="249">
                <a:moveTo>
                  <a:pt x="0" y="0"/>
                </a:moveTo>
                <a:lnTo>
                  <a:pt x="393" y="0"/>
                </a:lnTo>
                <a:lnTo>
                  <a:pt x="393" y="249"/>
                </a:lnTo>
                <a:lnTo>
                  <a:pt x="0" y="249"/>
                </a:lnTo>
                <a:lnTo>
                  <a:pt x="0" y="0"/>
                </a:lnTo>
                <a:close/>
              </a:path>
            </a:pathLst>
          </a:custGeom>
          <a:solidFill>
            <a:srgbClr val="D8E0E8"/>
          </a:solidFill>
          <a:ln w="5400">
            <a:solidFill>
              <a:srgbClr val="FFFFFF"/>
            </a:solidFill>
            <a:miter/>
          </a:ln>
        </p:spPr>
        <p:txBody>
          <a:bodyPr lIns="2520" tIns="2520" rIns="2520" bIns="25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552" name=""/>
          <p:cNvSpPr/>
          <p:nvPr/>
        </p:nvSpPr>
        <p:spPr>
          <a:xfrm>
            <a:off x="2816640" y="3227040"/>
            <a:ext cx="141480" cy="89640"/>
          </a:xfrm>
          <a:custGeom>
            <a:avLst/>
            <a:gdLst/>
            <a:ahLst/>
            <a:rect l="0" t="0" r="r" b="b"/>
            <a:pathLst>
              <a:path w="393" h="249">
                <a:moveTo>
                  <a:pt x="0" y="0"/>
                </a:moveTo>
                <a:lnTo>
                  <a:pt x="393" y="0"/>
                </a:lnTo>
                <a:lnTo>
                  <a:pt x="393" y="249"/>
                </a:lnTo>
                <a:lnTo>
                  <a:pt x="0" y="249"/>
                </a:lnTo>
                <a:lnTo>
                  <a:pt x="0" y="0"/>
                </a:lnTo>
                <a:close/>
              </a:path>
            </a:pathLst>
          </a:custGeom>
          <a:solidFill>
            <a:srgbClr val="D2DDE7"/>
          </a:solidFill>
          <a:ln w="5400">
            <a:solidFill>
              <a:srgbClr val="FFFFFF"/>
            </a:solidFill>
            <a:miter/>
          </a:ln>
        </p:spPr>
        <p:txBody>
          <a:bodyPr lIns="2520" tIns="2520" rIns="2520" bIns="25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553" name=""/>
          <p:cNvSpPr/>
          <p:nvPr/>
        </p:nvSpPr>
        <p:spPr>
          <a:xfrm>
            <a:off x="2816640" y="2513160"/>
            <a:ext cx="141480" cy="89640"/>
          </a:xfrm>
          <a:custGeom>
            <a:avLst/>
            <a:gdLst/>
            <a:ahLst/>
            <a:rect l="0" t="0" r="r" b="b"/>
            <a:pathLst>
              <a:path w="393" h="249">
                <a:moveTo>
                  <a:pt x="0" y="0"/>
                </a:moveTo>
                <a:lnTo>
                  <a:pt x="393" y="0"/>
                </a:lnTo>
                <a:lnTo>
                  <a:pt x="393" y="249"/>
                </a:lnTo>
                <a:lnTo>
                  <a:pt x="0" y="249"/>
                </a:lnTo>
                <a:lnTo>
                  <a:pt x="0" y="0"/>
                </a:lnTo>
                <a:close/>
              </a:path>
            </a:pathLst>
          </a:custGeom>
          <a:solidFill>
            <a:srgbClr val="F2EFEB"/>
          </a:solidFill>
          <a:ln w="5400">
            <a:solidFill>
              <a:srgbClr val="FFFFFF"/>
            </a:solidFill>
            <a:miter/>
          </a:ln>
        </p:spPr>
        <p:txBody>
          <a:bodyPr lIns="2520" tIns="2520" rIns="2520" bIns="25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554" name=""/>
          <p:cNvSpPr/>
          <p:nvPr/>
        </p:nvSpPr>
        <p:spPr>
          <a:xfrm>
            <a:off x="2816640" y="3405240"/>
            <a:ext cx="141480" cy="89640"/>
          </a:xfrm>
          <a:custGeom>
            <a:avLst/>
            <a:gdLst/>
            <a:ahLst/>
            <a:rect l="0" t="0" r="r" b="b"/>
            <a:pathLst>
              <a:path w="393" h="249">
                <a:moveTo>
                  <a:pt x="0" y="0"/>
                </a:moveTo>
                <a:lnTo>
                  <a:pt x="393" y="0"/>
                </a:lnTo>
                <a:lnTo>
                  <a:pt x="393" y="249"/>
                </a:lnTo>
                <a:lnTo>
                  <a:pt x="0" y="249"/>
                </a:lnTo>
                <a:lnTo>
                  <a:pt x="0" y="0"/>
                </a:lnTo>
                <a:close/>
              </a:path>
            </a:pathLst>
          </a:custGeom>
          <a:solidFill>
            <a:srgbClr val="DE7C57"/>
          </a:solidFill>
          <a:ln w="5400">
            <a:solidFill>
              <a:srgbClr val="FFFFFF"/>
            </a:solidFill>
            <a:miter/>
          </a:ln>
        </p:spPr>
        <p:txBody>
          <a:bodyPr lIns="2520" tIns="2520" rIns="2520" bIns="252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555" name=""/>
          <p:cNvSpPr/>
          <p:nvPr/>
        </p:nvSpPr>
        <p:spPr>
          <a:xfrm>
            <a:off x="2816640" y="4921920"/>
            <a:ext cx="141480" cy="89640"/>
          </a:xfrm>
          <a:custGeom>
            <a:avLst/>
            <a:gdLst/>
            <a:ahLst/>
            <a:rect l="0" t="0" r="r" b="b"/>
            <a:pathLst>
              <a:path w="393" h="249">
                <a:moveTo>
                  <a:pt x="0" y="0"/>
                </a:moveTo>
                <a:lnTo>
                  <a:pt x="393" y="0"/>
                </a:lnTo>
                <a:lnTo>
                  <a:pt x="393" y="249"/>
                </a:lnTo>
                <a:lnTo>
                  <a:pt x="0" y="249"/>
                </a:lnTo>
                <a:lnTo>
                  <a:pt x="0" y="0"/>
                </a:lnTo>
                <a:close/>
              </a:path>
            </a:pathLst>
          </a:custGeom>
          <a:solidFill>
            <a:srgbClr val="DDE3E9"/>
          </a:solidFill>
          <a:ln w="5400">
            <a:solidFill>
              <a:srgbClr val="FFFFFF"/>
            </a:solidFill>
            <a:miter/>
          </a:ln>
        </p:spPr>
        <p:txBody>
          <a:bodyPr lIns="2520" tIns="2520" rIns="2520" bIns="25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556" name=""/>
          <p:cNvSpPr/>
          <p:nvPr/>
        </p:nvSpPr>
        <p:spPr>
          <a:xfrm>
            <a:off x="2816640" y="2602440"/>
            <a:ext cx="141480" cy="89640"/>
          </a:xfrm>
          <a:custGeom>
            <a:avLst/>
            <a:gdLst/>
            <a:ahLst/>
            <a:rect l="0" t="0" r="r" b="b"/>
            <a:pathLst>
              <a:path w="393" h="249">
                <a:moveTo>
                  <a:pt x="0" y="0"/>
                </a:moveTo>
                <a:lnTo>
                  <a:pt x="393" y="0"/>
                </a:lnTo>
                <a:lnTo>
                  <a:pt x="393" y="249"/>
                </a:lnTo>
                <a:lnTo>
                  <a:pt x="0" y="249"/>
                </a:lnTo>
                <a:lnTo>
                  <a:pt x="0" y="0"/>
                </a:lnTo>
                <a:close/>
              </a:path>
            </a:pathLst>
          </a:custGeom>
          <a:solidFill>
            <a:srgbClr val="F1D4C6"/>
          </a:solidFill>
          <a:ln w="5400">
            <a:solidFill>
              <a:srgbClr val="FFFFFF"/>
            </a:solidFill>
            <a:miter/>
          </a:ln>
        </p:spPr>
        <p:txBody>
          <a:bodyPr lIns="2520" tIns="2520" rIns="2520" bIns="25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557" name=""/>
          <p:cNvSpPr/>
          <p:nvPr/>
        </p:nvSpPr>
        <p:spPr>
          <a:xfrm>
            <a:off x="2816640" y="3762360"/>
            <a:ext cx="141480" cy="89280"/>
          </a:xfrm>
          <a:custGeom>
            <a:avLst/>
            <a:gdLst/>
            <a:ahLst/>
            <a:rect l="0" t="0" r="r" b="b"/>
            <a:pathLst>
              <a:path w="393" h="248">
                <a:moveTo>
                  <a:pt x="0" y="0"/>
                </a:moveTo>
                <a:lnTo>
                  <a:pt x="393" y="0"/>
                </a:lnTo>
                <a:lnTo>
                  <a:pt x="393" y="248"/>
                </a:lnTo>
                <a:lnTo>
                  <a:pt x="0" y="248"/>
                </a:lnTo>
                <a:lnTo>
                  <a:pt x="0" y="0"/>
                </a:lnTo>
                <a:close/>
              </a:path>
            </a:pathLst>
          </a:custGeom>
          <a:solidFill>
            <a:srgbClr val="C8D6E5"/>
          </a:solidFill>
          <a:ln w="5400">
            <a:solidFill>
              <a:srgbClr val="FFFFFF"/>
            </a:solidFill>
            <a:miter/>
          </a:ln>
        </p:spPr>
        <p:txBody>
          <a:bodyPr lIns="2520" tIns="2520" rIns="2520" bIns="25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558" name=""/>
          <p:cNvSpPr/>
          <p:nvPr/>
        </p:nvSpPr>
        <p:spPr>
          <a:xfrm>
            <a:off x="2816640" y="4119120"/>
            <a:ext cx="141480" cy="89640"/>
          </a:xfrm>
          <a:custGeom>
            <a:avLst/>
            <a:gdLst/>
            <a:ahLst/>
            <a:rect l="0" t="0" r="r" b="b"/>
            <a:pathLst>
              <a:path w="393" h="249">
                <a:moveTo>
                  <a:pt x="0" y="0"/>
                </a:moveTo>
                <a:lnTo>
                  <a:pt x="393" y="0"/>
                </a:lnTo>
                <a:lnTo>
                  <a:pt x="393" y="249"/>
                </a:lnTo>
                <a:lnTo>
                  <a:pt x="0" y="249"/>
                </a:lnTo>
                <a:lnTo>
                  <a:pt x="0" y="0"/>
                </a:lnTo>
                <a:close/>
              </a:path>
            </a:pathLst>
          </a:custGeom>
          <a:solidFill>
            <a:srgbClr val="F1F0ED"/>
          </a:solidFill>
          <a:ln w="5400">
            <a:solidFill>
              <a:srgbClr val="FFFFFF"/>
            </a:solidFill>
            <a:miter/>
          </a:ln>
        </p:spPr>
        <p:txBody>
          <a:bodyPr lIns="2520" tIns="2520" rIns="2520" bIns="25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559" name=""/>
          <p:cNvSpPr/>
          <p:nvPr/>
        </p:nvSpPr>
        <p:spPr>
          <a:xfrm>
            <a:off x="2816640" y="2424240"/>
            <a:ext cx="141480" cy="89280"/>
          </a:xfrm>
          <a:custGeom>
            <a:avLst/>
            <a:gdLst/>
            <a:ahLst/>
            <a:rect l="0" t="0" r="r" b="b"/>
            <a:pathLst>
              <a:path w="393" h="248">
                <a:moveTo>
                  <a:pt x="0" y="0"/>
                </a:moveTo>
                <a:lnTo>
                  <a:pt x="393" y="0"/>
                </a:lnTo>
                <a:lnTo>
                  <a:pt x="393" y="248"/>
                </a:lnTo>
                <a:lnTo>
                  <a:pt x="0" y="248"/>
                </a:lnTo>
                <a:lnTo>
                  <a:pt x="0" y="0"/>
                </a:lnTo>
                <a:close/>
              </a:path>
            </a:pathLst>
          </a:custGeom>
          <a:solidFill>
            <a:srgbClr val="F2E0D7"/>
          </a:solidFill>
          <a:ln w="5400">
            <a:solidFill>
              <a:srgbClr val="FFFFFF"/>
            </a:solidFill>
            <a:miter/>
          </a:ln>
        </p:spPr>
        <p:txBody>
          <a:bodyPr lIns="2520" tIns="2520" rIns="2520" bIns="25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560" name=""/>
          <p:cNvSpPr/>
          <p:nvPr/>
        </p:nvSpPr>
        <p:spPr>
          <a:xfrm>
            <a:off x="2816640" y="2691720"/>
            <a:ext cx="141480" cy="89640"/>
          </a:xfrm>
          <a:custGeom>
            <a:avLst/>
            <a:gdLst/>
            <a:ahLst/>
            <a:rect l="0" t="0" r="r" b="b"/>
            <a:pathLst>
              <a:path w="393" h="249">
                <a:moveTo>
                  <a:pt x="0" y="0"/>
                </a:moveTo>
                <a:lnTo>
                  <a:pt x="393" y="0"/>
                </a:lnTo>
                <a:lnTo>
                  <a:pt x="393" y="249"/>
                </a:lnTo>
                <a:lnTo>
                  <a:pt x="0" y="249"/>
                </a:lnTo>
                <a:lnTo>
                  <a:pt x="0" y="0"/>
                </a:lnTo>
                <a:close/>
              </a:path>
            </a:pathLst>
          </a:custGeom>
          <a:solidFill>
            <a:srgbClr val="F1F0EC"/>
          </a:solidFill>
          <a:ln w="5400">
            <a:solidFill>
              <a:srgbClr val="FFFFFF"/>
            </a:solidFill>
            <a:miter/>
          </a:ln>
        </p:spPr>
        <p:txBody>
          <a:bodyPr lIns="2520" tIns="2520" rIns="2520" bIns="25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561" name=""/>
          <p:cNvSpPr/>
          <p:nvPr/>
        </p:nvSpPr>
        <p:spPr>
          <a:xfrm>
            <a:off x="2816640" y="3851280"/>
            <a:ext cx="141480" cy="89640"/>
          </a:xfrm>
          <a:custGeom>
            <a:avLst/>
            <a:gdLst/>
            <a:ahLst/>
            <a:rect l="0" t="0" r="r" b="b"/>
            <a:pathLst>
              <a:path w="393" h="249">
                <a:moveTo>
                  <a:pt x="0" y="0"/>
                </a:moveTo>
                <a:lnTo>
                  <a:pt x="393" y="0"/>
                </a:lnTo>
                <a:lnTo>
                  <a:pt x="393" y="249"/>
                </a:lnTo>
                <a:lnTo>
                  <a:pt x="0" y="249"/>
                </a:lnTo>
                <a:lnTo>
                  <a:pt x="0" y="0"/>
                </a:lnTo>
                <a:close/>
              </a:path>
            </a:pathLst>
          </a:custGeom>
          <a:solidFill>
            <a:srgbClr val="ECEDEC"/>
          </a:solidFill>
          <a:ln w="5400">
            <a:solidFill>
              <a:srgbClr val="FFFFFF"/>
            </a:solidFill>
            <a:miter/>
          </a:ln>
        </p:spPr>
        <p:txBody>
          <a:bodyPr lIns="2520" tIns="2520" rIns="2520" bIns="25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562" name=""/>
          <p:cNvSpPr/>
          <p:nvPr/>
        </p:nvSpPr>
        <p:spPr>
          <a:xfrm>
            <a:off x="2816640" y="3583800"/>
            <a:ext cx="141480" cy="89640"/>
          </a:xfrm>
          <a:custGeom>
            <a:avLst/>
            <a:gdLst/>
            <a:ahLst/>
            <a:rect l="0" t="0" r="r" b="b"/>
            <a:pathLst>
              <a:path w="393" h="249">
                <a:moveTo>
                  <a:pt x="0" y="0"/>
                </a:moveTo>
                <a:lnTo>
                  <a:pt x="393" y="0"/>
                </a:lnTo>
                <a:lnTo>
                  <a:pt x="393" y="249"/>
                </a:lnTo>
                <a:lnTo>
                  <a:pt x="0" y="249"/>
                </a:lnTo>
                <a:lnTo>
                  <a:pt x="0" y="0"/>
                </a:lnTo>
                <a:close/>
              </a:path>
            </a:pathLst>
          </a:custGeom>
          <a:solidFill>
            <a:srgbClr val="CED9E6"/>
          </a:solidFill>
          <a:ln w="5400">
            <a:solidFill>
              <a:srgbClr val="FFFFFF"/>
            </a:solidFill>
            <a:miter/>
          </a:ln>
        </p:spPr>
        <p:txBody>
          <a:bodyPr lIns="2520" tIns="2520" rIns="2520" bIns="25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563" name=""/>
          <p:cNvSpPr/>
          <p:nvPr/>
        </p:nvSpPr>
        <p:spPr>
          <a:xfrm>
            <a:off x="2816640" y="3316320"/>
            <a:ext cx="141480" cy="89280"/>
          </a:xfrm>
          <a:custGeom>
            <a:avLst/>
            <a:gdLst/>
            <a:ahLst/>
            <a:rect l="0" t="0" r="r" b="b"/>
            <a:pathLst>
              <a:path w="393" h="248">
                <a:moveTo>
                  <a:pt x="0" y="0"/>
                </a:moveTo>
                <a:lnTo>
                  <a:pt x="393" y="0"/>
                </a:lnTo>
                <a:lnTo>
                  <a:pt x="393" y="248"/>
                </a:lnTo>
                <a:lnTo>
                  <a:pt x="0" y="248"/>
                </a:lnTo>
                <a:lnTo>
                  <a:pt x="0" y="0"/>
                </a:lnTo>
                <a:close/>
              </a:path>
            </a:pathLst>
          </a:custGeom>
          <a:solidFill>
            <a:srgbClr val="F1D7CB"/>
          </a:solidFill>
          <a:ln w="5400">
            <a:solidFill>
              <a:srgbClr val="FFFFFF"/>
            </a:solidFill>
            <a:miter/>
          </a:ln>
        </p:spPr>
        <p:txBody>
          <a:bodyPr lIns="2520" tIns="2520" rIns="2520" bIns="25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564" name=""/>
          <p:cNvSpPr/>
          <p:nvPr/>
        </p:nvSpPr>
        <p:spPr>
          <a:xfrm>
            <a:off x="2816640" y="3673080"/>
            <a:ext cx="141480" cy="89640"/>
          </a:xfrm>
          <a:custGeom>
            <a:avLst/>
            <a:gdLst/>
            <a:ahLst/>
            <a:rect l="0" t="0" r="r" b="b"/>
            <a:pathLst>
              <a:path w="393" h="249">
                <a:moveTo>
                  <a:pt x="0" y="0"/>
                </a:moveTo>
                <a:lnTo>
                  <a:pt x="393" y="0"/>
                </a:lnTo>
                <a:lnTo>
                  <a:pt x="393" y="249"/>
                </a:lnTo>
                <a:lnTo>
                  <a:pt x="0" y="249"/>
                </a:lnTo>
                <a:lnTo>
                  <a:pt x="0" y="0"/>
                </a:lnTo>
                <a:close/>
              </a:path>
            </a:pathLst>
          </a:custGeom>
          <a:solidFill>
            <a:srgbClr val="D6DFE8"/>
          </a:solidFill>
          <a:ln w="5400">
            <a:solidFill>
              <a:srgbClr val="FFFFFF"/>
            </a:solidFill>
            <a:miter/>
          </a:ln>
        </p:spPr>
        <p:txBody>
          <a:bodyPr lIns="2520" tIns="2520" rIns="2520" bIns="25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565" name=""/>
          <p:cNvSpPr/>
          <p:nvPr/>
        </p:nvSpPr>
        <p:spPr>
          <a:xfrm>
            <a:off x="2816640" y="3048480"/>
            <a:ext cx="141480" cy="89640"/>
          </a:xfrm>
          <a:custGeom>
            <a:avLst/>
            <a:gdLst/>
            <a:ahLst/>
            <a:rect l="0" t="0" r="r" b="b"/>
            <a:pathLst>
              <a:path w="393" h="249">
                <a:moveTo>
                  <a:pt x="0" y="0"/>
                </a:moveTo>
                <a:lnTo>
                  <a:pt x="393" y="0"/>
                </a:lnTo>
                <a:lnTo>
                  <a:pt x="393" y="249"/>
                </a:lnTo>
                <a:lnTo>
                  <a:pt x="0" y="249"/>
                </a:lnTo>
                <a:lnTo>
                  <a:pt x="0" y="0"/>
                </a:lnTo>
                <a:close/>
              </a:path>
            </a:pathLst>
          </a:custGeom>
          <a:solidFill>
            <a:srgbClr val="F2E8E1"/>
          </a:solidFill>
          <a:ln w="5400">
            <a:solidFill>
              <a:srgbClr val="FFFFFF"/>
            </a:solidFill>
            <a:miter/>
          </a:ln>
        </p:spPr>
        <p:txBody>
          <a:bodyPr lIns="2520" tIns="2520" rIns="2520" bIns="25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566" name=""/>
          <p:cNvSpPr/>
          <p:nvPr/>
        </p:nvSpPr>
        <p:spPr>
          <a:xfrm>
            <a:off x="2816640" y="3494520"/>
            <a:ext cx="141480" cy="89640"/>
          </a:xfrm>
          <a:custGeom>
            <a:avLst/>
            <a:gdLst/>
            <a:ahLst/>
            <a:rect l="0" t="0" r="r" b="b"/>
            <a:pathLst>
              <a:path w="393" h="249">
                <a:moveTo>
                  <a:pt x="0" y="0"/>
                </a:moveTo>
                <a:lnTo>
                  <a:pt x="393" y="0"/>
                </a:lnTo>
                <a:lnTo>
                  <a:pt x="393" y="249"/>
                </a:lnTo>
                <a:lnTo>
                  <a:pt x="0" y="249"/>
                </a:lnTo>
                <a:lnTo>
                  <a:pt x="0" y="0"/>
                </a:lnTo>
                <a:close/>
              </a:path>
            </a:pathLst>
          </a:custGeom>
          <a:solidFill>
            <a:srgbClr val="F2EEEA"/>
          </a:solidFill>
          <a:ln w="5400">
            <a:solidFill>
              <a:srgbClr val="FFFFFF"/>
            </a:solidFill>
            <a:miter/>
          </a:ln>
        </p:spPr>
        <p:txBody>
          <a:bodyPr lIns="2520" tIns="2520" rIns="2520" bIns="25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567" name=""/>
          <p:cNvSpPr/>
          <p:nvPr/>
        </p:nvSpPr>
        <p:spPr>
          <a:xfrm>
            <a:off x="2816640" y="2959200"/>
            <a:ext cx="141480" cy="89640"/>
          </a:xfrm>
          <a:custGeom>
            <a:avLst/>
            <a:gdLst/>
            <a:ahLst/>
            <a:rect l="0" t="0" r="r" b="b"/>
            <a:pathLst>
              <a:path w="393" h="249">
                <a:moveTo>
                  <a:pt x="0" y="0"/>
                </a:moveTo>
                <a:lnTo>
                  <a:pt x="393" y="0"/>
                </a:lnTo>
                <a:lnTo>
                  <a:pt x="393" y="249"/>
                </a:lnTo>
                <a:lnTo>
                  <a:pt x="0" y="249"/>
                </a:lnTo>
                <a:lnTo>
                  <a:pt x="0" y="0"/>
                </a:lnTo>
                <a:close/>
              </a:path>
            </a:pathLst>
          </a:custGeom>
          <a:solidFill>
            <a:srgbClr val="ECB69D"/>
          </a:solidFill>
          <a:ln w="5400">
            <a:solidFill>
              <a:srgbClr val="FFFFFF"/>
            </a:solidFill>
            <a:miter/>
          </a:ln>
        </p:spPr>
        <p:txBody>
          <a:bodyPr lIns="2520" tIns="2520" rIns="2520" bIns="25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568" name=""/>
          <p:cNvSpPr/>
          <p:nvPr/>
        </p:nvSpPr>
        <p:spPr>
          <a:xfrm>
            <a:off x="2816640" y="3940560"/>
            <a:ext cx="141480" cy="89640"/>
          </a:xfrm>
          <a:custGeom>
            <a:avLst/>
            <a:gdLst/>
            <a:ahLst/>
            <a:rect l="0" t="0" r="r" b="b"/>
            <a:pathLst>
              <a:path w="393" h="249">
                <a:moveTo>
                  <a:pt x="0" y="0"/>
                </a:moveTo>
                <a:lnTo>
                  <a:pt x="393" y="0"/>
                </a:lnTo>
                <a:lnTo>
                  <a:pt x="393" y="249"/>
                </a:lnTo>
                <a:lnTo>
                  <a:pt x="0" y="249"/>
                </a:lnTo>
                <a:lnTo>
                  <a:pt x="0" y="0"/>
                </a:lnTo>
                <a:close/>
              </a:path>
            </a:pathLst>
          </a:custGeom>
          <a:solidFill>
            <a:srgbClr val="F0C9B8"/>
          </a:solidFill>
          <a:ln w="5400">
            <a:solidFill>
              <a:srgbClr val="FFFFFF"/>
            </a:solidFill>
            <a:miter/>
          </a:ln>
        </p:spPr>
        <p:txBody>
          <a:bodyPr lIns="2520" tIns="2520" rIns="2520" bIns="25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569" name=""/>
          <p:cNvSpPr/>
          <p:nvPr/>
        </p:nvSpPr>
        <p:spPr>
          <a:xfrm>
            <a:off x="2816640" y="4386600"/>
            <a:ext cx="141480" cy="89640"/>
          </a:xfrm>
          <a:custGeom>
            <a:avLst/>
            <a:gdLst/>
            <a:ahLst/>
            <a:rect l="0" t="0" r="r" b="b"/>
            <a:pathLst>
              <a:path w="393" h="249">
                <a:moveTo>
                  <a:pt x="0" y="0"/>
                </a:moveTo>
                <a:lnTo>
                  <a:pt x="393" y="0"/>
                </a:lnTo>
                <a:lnTo>
                  <a:pt x="393" y="249"/>
                </a:lnTo>
                <a:lnTo>
                  <a:pt x="0" y="249"/>
                </a:lnTo>
                <a:lnTo>
                  <a:pt x="0" y="0"/>
                </a:lnTo>
                <a:close/>
              </a:path>
            </a:pathLst>
          </a:custGeom>
          <a:solidFill>
            <a:srgbClr val="D0DAE6"/>
          </a:solidFill>
          <a:ln w="5400">
            <a:solidFill>
              <a:srgbClr val="FFFFFF"/>
            </a:solidFill>
            <a:miter/>
          </a:ln>
        </p:spPr>
        <p:txBody>
          <a:bodyPr lIns="2520" tIns="2520" rIns="2520" bIns="25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570" name=""/>
          <p:cNvSpPr/>
          <p:nvPr/>
        </p:nvSpPr>
        <p:spPr>
          <a:xfrm>
            <a:off x="2816640" y="5011200"/>
            <a:ext cx="141480" cy="89280"/>
          </a:xfrm>
          <a:custGeom>
            <a:avLst/>
            <a:gdLst/>
            <a:ahLst/>
            <a:rect l="0" t="0" r="r" b="b"/>
            <a:pathLst>
              <a:path w="393" h="248">
                <a:moveTo>
                  <a:pt x="0" y="0"/>
                </a:moveTo>
                <a:lnTo>
                  <a:pt x="393" y="0"/>
                </a:lnTo>
                <a:lnTo>
                  <a:pt x="393" y="248"/>
                </a:lnTo>
                <a:lnTo>
                  <a:pt x="0" y="248"/>
                </a:lnTo>
                <a:lnTo>
                  <a:pt x="0" y="0"/>
                </a:lnTo>
                <a:close/>
              </a:path>
            </a:pathLst>
          </a:custGeom>
          <a:solidFill>
            <a:srgbClr val="F1DDD2"/>
          </a:solidFill>
          <a:ln w="5400">
            <a:solidFill>
              <a:srgbClr val="FFFFFF"/>
            </a:solidFill>
            <a:miter/>
          </a:ln>
        </p:spPr>
        <p:txBody>
          <a:bodyPr lIns="2520" tIns="2520" rIns="2520" bIns="25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571" name=""/>
          <p:cNvSpPr/>
          <p:nvPr/>
        </p:nvSpPr>
        <p:spPr>
          <a:xfrm>
            <a:off x="2816640" y="4654440"/>
            <a:ext cx="141480" cy="89280"/>
          </a:xfrm>
          <a:custGeom>
            <a:avLst/>
            <a:gdLst/>
            <a:ahLst/>
            <a:rect l="0" t="0" r="r" b="b"/>
            <a:pathLst>
              <a:path w="393" h="248">
                <a:moveTo>
                  <a:pt x="0" y="0"/>
                </a:moveTo>
                <a:lnTo>
                  <a:pt x="393" y="0"/>
                </a:lnTo>
                <a:lnTo>
                  <a:pt x="393" y="248"/>
                </a:lnTo>
                <a:lnTo>
                  <a:pt x="0" y="248"/>
                </a:lnTo>
                <a:lnTo>
                  <a:pt x="0" y="0"/>
                </a:lnTo>
                <a:close/>
              </a:path>
            </a:pathLst>
          </a:custGeom>
          <a:solidFill>
            <a:srgbClr val="D0DAE6"/>
          </a:solidFill>
          <a:ln w="5400">
            <a:solidFill>
              <a:srgbClr val="FFFFFF"/>
            </a:solidFill>
            <a:miter/>
          </a:ln>
        </p:spPr>
        <p:txBody>
          <a:bodyPr lIns="2520" tIns="2520" rIns="2520" bIns="25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572" name=""/>
          <p:cNvSpPr/>
          <p:nvPr/>
        </p:nvSpPr>
        <p:spPr>
          <a:xfrm>
            <a:off x="2816640" y="4029840"/>
            <a:ext cx="141480" cy="89640"/>
          </a:xfrm>
          <a:custGeom>
            <a:avLst/>
            <a:gdLst/>
            <a:ahLst/>
            <a:rect l="0" t="0" r="r" b="b"/>
            <a:pathLst>
              <a:path w="393" h="249">
                <a:moveTo>
                  <a:pt x="0" y="0"/>
                </a:moveTo>
                <a:lnTo>
                  <a:pt x="393" y="0"/>
                </a:lnTo>
                <a:lnTo>
                  <a:pt x="393" y="249"/>
                </a:lnTo>
                <a:lnTo>
                  <a:pt x="0" y="249"/>
                </a:lnTo>
                <a:lnTo>
                  <a:pt x="0" y="0"/>
                </a:lnTo>
                <a:close/>
              </a:path>
            </a:pathLst>
          </a:custGeom>
          <a:solidFill>
            <a:srgbClr val="F1DBD0"/>
          </a:solidFill>
          <a:ln w="5400">
            <a:solidFill>
              <a:srgbClr val="FFFFFF"/>
            </a:solidFill>
            <a:miter/>
          </a:ln>
        </p:spPr>
        <p:txBody>
          <a:bodyPr lIns="2520" tIns="2520" rIns="2520" bIns="25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573" name=""/>
          <p:cNvSpPr/>
          <p:nvPr/>
        </p:nvSpPr>
        <p:spPr>
          <a:xfrm>
            <a:off x="2816640" y="2870280"/>
            <a:ext cx="141480" cy="89280"/>
          </a:xfrm>
          <a:custGeom>
            <a:avLst/>
            <a:gdLst/>
            <a:ahLst/>
            <a:rect l="0" t="0" r="r" b="b"/>
            <a:pathLst>
              <a:path w="393" h="248">
                <a:moveTo>
                  <a:pt x="0" y="0"/>
                </a:moveTo>
                <a:lnTo>
                  <a:pt x="393" y="0"/>
                </a:lnTo>
                <a:lnTo>
                  <a:pt x="393" y="248"/>
                </a:lnTo>
                <a:lnTo>
                  <a:pt x="0" y="248"/>
                </a:lnTo>
                <a:lnTo>
                  <a:pt x="0" y="0"/>
                </a:lnTo>
                <a:close/>
              </a:path>
            </a:pathLst>
          </a:custGeom>
          <a:solidFill>
            <a:srgbClr val="BFD0E3"/>
          </a:solidFill>
          <a:ln w="5400">
            <a:solidFill>
              <a:srgbClr val="FFFFFF"/>
            </a:solidFill>
            <a:miter/>
          </a:ln>
        </p:spPr>
        <p:txBody>
          <a:bodyPr lIns="2520" tIns="2520" rIns="2520" bIns="25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574" name=""/>
          <p:cNvSpPr/>
          <p:nvPr/>
        </p:nvSpPr>
        <p:spPr>
          <a:xfrm>
            <a:off x="2816640" y="4743360"/>
            <a:ext cx="141480" cy="89640"/>
          </a:xfrm>
          <a:custGeom>
            <a:avLst/>
            <a:gdLst/>
            <a:ahLst/>
            <a:rect l="0" t="0" r="r" b="b"/>
            <a:pathLst>
              <a:path w="393" h="249">
                <a:moveTo>
                  <a:pt x="0" y="0"/>
                </a:moveTo>
                <a:lnTo>
                  <a:pt x="393" y="0"/>
                </a:lnTo>
                <a:lnTo>
                  <a:pt x="393" y="249"/>
                </a:lnTo>
                <a:lnTo>
                  <a:pt x="0" y="249"/>
                </a:lnTo>
                <a:lnTo>
                  <a:pt x="0" y="0"/>
                </a:lnTo>
                <a:close/>
              </a:path>
            </a:pathLst>
          </a:custGeom>
          <a:solidFill>
            <a:srgbClr val="D2DDE7"/>
          </a:solidFill>
          <a:ln w="5400">
            <a:solidFill>
              <a:srgbClr val="FFFFFF"/>
            </a:solidFill>
            <a:miter/>
          </a:ln>
        </p:spPr>
        <p:txBody>
          <a:bodyPr lIns="2520" tIns="2520" rIns="2520" bIns="25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575" name=""/>
          <p:cNvSpPr/>
          <p:nvPr/>
        </p:nvSpPr>
        <p:spPr>
          <a:xfrm>
            <a:off x="2816640" y="4475880"/>
            <a:ext cx="141480" cy="89640"/>
          </a:xfrm>
          <a:custGeom>
            <a:avLst/>
            <a:gdLst/>
            <a:ahLst/>
            <a:rect l="0" t="0" r="r" b="b"/>
            <a:pathLst>
              <a:path w="393" h="249">
                <a:moveTo>
                  <a:pt x="0" y="0"/>
                </a:moveTo>
                <a:lnTo>
                  <a:pt x="393" y="0"/>
                </a:lnTo>
                <a:lnTo>
                  <a:pt x="393" y="249"/>
                </a:lnTo>
                <a:lnTo>
                  <a:pt x="0" y="249"/>
                </a:lnTo>
                <a:lnTo>
                  <a:pt x="0" y="0"/>
                </a:lnTo>
                <a:close/>
              </a:path>
            </a:pathLst>
          </a:custGeom>
          <a:solidFill>
            <a:srgbClr val="CBD8E5"/>
          </a:solidFill>
          <a:ln w="5400">
            <a:solidFill>
              <a:srgbClr val="FFFFFF"/>
            </a:solidFill>
            <a:miter/>
          </a:ln>
        </p:spPr>
        <p:txBody>
          <a:bodyPr lIns="2520" tIns="2520" rIns="2520" bIns="25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576" name=""/>
          <p:cNvSpPr/>
          <p:nvPr/>
        </p:nvSpPr>
        <p:spPr>
          <a:xfrm>
            <a:off x="2816640" y="4297320"/>
            <a:ext cx="141480" cy="89640"/>
          </a:xfrm>
          <a:custGeom>
            <a:avLst/>
            <a:gdLst/>
            <a:ahLst/>
            <a:rect l="0" t="0" r="r" b="b"/>
            <a:pathLst>
              <a:path w="393" h="249">
                <a:moveTo>
                  <a:pt x="0" y="0"/>
                </a:moveTo>
                <a:lnTo>
                  <a:pt x="393" y="0"/>
                </a:lnTo>
                <a:lnTo>
                  <a:pt x="393" y="249"/>
                </a:lnTo>
                <a:lnTo>
                  <a:pt x="0" y="249"/>
                </a:lnTo>
                <a:lnTo>
                  <a:pt x="0" y="0"/>
                </a:lnTo>
                <a:close/>
              </a:path>
            </a:pathLst>
          </a:custGeom>
          <a:solidFill>
            <a:srgbClr val="EDB79F"/>
          </a:solidFill>
          <a:ln w="5400">
            <a:solidFill>
              <a:srgbClr val="FFFFFF"/>
            </a:solidFill>
            <a:miter/>
          </a:ln>
        </p:spPr>
        <p:txBody>
          <a:bodyPr lIns="2520" tIns="2520" rIns="2520" bIns="25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577" name=""/>
          <p:cNvSpPr/>
          <p:nvPr/>
        </p:nvSpPr>
        <p:spPr>
          <a:xfrm>
            <a:off x="2957760" y="3137760"/>
            <a:ext cx="141120" cy="89640"/>
          </a:xfrm>
          <a:custGeom>
            <a:avLst/>
            <a:gdLst/>
            <a:ahLst/>
            <a:rect l="0" t="0" r="r" b="b"/>
            <a:pathLst>
              <a:path w="392" h="249">
                <a:moveTo>
                  <a:pt x="0" y="0"/>
                </a:moveTo>
                <a:lnTo>
                  <a:pt x="392" y="0"/>
                </a:lnTo>
                <a:lnTo>
                  <a:pt x="392" y="249"/>
                </a:lnTo>
                <a:lnTo>
                  <a:pt x="0" y="249"/>
                </a:lnTo>
                <a:lnTo>
                  <a:pt x="0" y="0"/>
                </a:lnTo>
                <a:close/>
              </a:path>
            </a:pathLst>
          </a:custGeom>
          <a:solidFill>
            <a:srgbClr val="C8D6E5"/>
          </a:solidFill>
          <a:ln w="5400">
            <a:solidFill>
              <a:srgbClr val="FFFFFF"/>
            </a:solidFill>
            <a:miter/>
          </a:ln>
        </p:spPr>
        <p:txBody>
          <a:bodyPr lIns="2520" tIns="2520" rIns="2520" bIns="25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578" name=""/>
          <p:cNvSpPr/>
          <p:nvPr/>
        </p:nvSpPr>
        <p:spPr>
          <a:xfrm>
            <a:off x="2957760" y="4208400"/>
            <a:ext cx="141120" cy="89280"/>
          </a:xfrm>
          <a:custGeom>
            <a:avLst/>
            <a:gdLst/>
            <a:ahLst/>
            <a:rect l="0" t="0" r="r" b="b"/>
            <a:pathLst>
              <a:path w="392" h="248">
                <a:moveTo>
                  <a:pt x="0" y="0"/>
                </a:moveTo>
                <a:lnTo>
                  <a:pt x="392" y="0"/>
                </a:lnTo>
                <a:lnTo>
                  <a:pt x="392" y="248"/>
                </a:lnTo>
                <a:lnTo>
                  <a:pt x="0" y="248"/>
                </a:lnTo>
                <a:lnTo>
                  <a:pt x="0" y="0"/>
                </a:lnTo>
                <a:close/>
              </a:path>
            </a:pathLst>
          </a:custGeom>
          <a:solidFill>
            <a:srgbClr val="F2E3DB"/>
          </a:solidFill>
          <a:ln w="5400">
            <a:solidFill>
              <a:srgbClr val="FFFFFF"/>
            </a:solidFill>
            <a:miter/>
          </a:ln>
        </p:spPr>
        <p:txBody>
          <a:bodyPr lIns="2520" tIns="2520" rIns="2520" bIns="25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579" name=""/>
          <p:cNvSpPr/>
          <p:nvPr/>
        </p:nvSpPr>
        <p:spPr>
          <a:xfrm>
            <a:off x="2957760" y="4565160"/>
            <a:ext cx="141120" cy="89640"/>
          </a:xfrm>
          <a:custGeom>
            <a:avLst/>
            <a:gdLst/>
            <a:ahLst/>
            <a:rect l="0" t="0" r="r" b="b"/>
            <a:pathLst>
              <a:path w="392" h="249">
                <a:moveTo>
                  <a:pt x="0" y="0"/>
                </a:moveTo>
                <a:lnTo>
                  <a:pt x="392" y="0"/>
                </a:lnTo>
                <a:lnTo>
                  <a:pt x="392" y="249"/>
                </a:lnTo>
                <a:lnTo>
                  <a:pt x="0" y="249"/>
                </a:lnTo>
                <a:lnTo>
                  <a:pt x="0" y="0"/>
                </a:lnTo>
                <a:close/>
              </a:path>
            </a:pathLst>
          </a:custGeom>
          <a:solidFill>
            <a:srgbClr val="D9E1E8"/>
          </a:solidFill>
          <a:ln w="5400">
            <a:solidFill>
              <a:srgbClr val="FFFFFF"/>
            </a:solidFill>
            <a:miter/>
          </a:ln>
        </p:spPr>
        <p:txBody>
          <a:bodyPr lIns="2520" tIns="2520" rIns="2520" bIns="25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580" name=""/>
          <p:cNvSpPr/>
          <p:nvPr/>
        </p:nvSpPr>
        <p:spPr>
          <a:xfrm>
            <a:off x="2957760" y="5100480"/>
            <a:ext cx="141120" cy="89280"/>
          </a:xfrm>
          <a:custGeom>
            <a:avLst/>
            <a:gdLst/>
            <a:ahLst/>
            <a:rect l="0" t="0" r="r" b="b"/>
            <a:pathLst>
              <a:path w="392" h="248">
                <a:moveTo>
                  <a:pt x="0" y="0"/>
                </a:moveTo>
                <a:lnTo>
                  <a:pt x="392" y="0"/>
                </a:lnTo>
                <a:lnTo>
                  <a:pt x="392" y="248"/>
                </a:lnTo>
                <a:lnTo>
                  <a:pt x="0" y="248"/>
                </a:lnTo>
                <a:lnTo>
                  <a:pt x="0" y="0"/>
                </a:lnTo>
                <a:close/>
              </a:path>
            </a:pathLst>
          </a:custGeom>
          <a:solidFill>
            <a:srgbClr val="EDBBA4"/>
          </a:solidFill>
          <a:ln w="5400">
            <a:solidFill>
              <a:srgbClr val="FFFFFF"/>
            </a:solidFill>
            <a:miter/>
          </a:ln>
        </p:spPr>
        <p:txBody>
          <a:bodyPr lIns="2520" tIns="2520" rIns="2520" bIns="25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581" name=""/>
          <p:cNvSpPr/>
          <p:nvPr/>
        </p:nvSpPr>
        <p:spPr>
          <a:xfrm>
            <a:off x="2957760" y="2781000"/>
            <a:ext cx="141120" cy="89640"/>
          </a:xfrm>
          <a:custGeom>
            <a:avLst/>
            <a:gdLst/>
            <a:ahLst/>
            <a:rect l="0" t="0" r="r" b="b"/>
            <a:pathLst>
              <a:path w="392" h="249">
                <a:moveTo>
                  <a:pt x="0" y="0"/>
                </a:moveTo>
                <a:lnTo>
                  <a:pt x="392" y="0"/>
                </a:lnTo>
                <a:lnTo>
                  <a:pt x="392" y="249"/>
                </a:lnTo>
                <a:lnTo>
                  <a:pt x="0" y="249"/>
                </a:lnTo>
                <a:lnTo>
                  <a:pt x="0" y="0"/>
                </a:lnTo>
                <a:close/>
              </a:path>
            </a:pathLst>
          </a:custGeom>
          <a:solidFill>
            <a:srgbClr val="EAA98E"/>
          </a:solidFill>
          <a:ln w="5400">
            <a:solidFill>
              <a:srgbClr val="FFFFFF"/>
            </a:solidFill>
            <a:miter/>
          </a:ln>
        </p:spPr>
        <p:txBody>
          <a:bodyPr lIns="2520" tIns="2520" rIns="2520" bIns="25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582" name=""/>
          <p:cNvSpPr/>
          <p:nvPr/>
        </p:nvSpPr>
        <p:spPr>
          <a:xfrm>
            <a:off x="2957760" y="4832640"/>
            <a:ext cx="141120" cy="89640"/>
          </a:xfrm>
          <a:custGeom>
            <a:avLst/>
            <a:gdLst/>
            <a:ahLst/>
            <a:rect l="0" t="0" r="r" b="b"/>
            <a:pathLst>
              <a:path w="392" h="249">
                <a:moveTo>
                  <a:pt x="0" y="0"/>
                </a:moveTo>
                <a:lnTo>
                  <a:pt x="392" y="0"/>
                </a:lnTo>
                <a:lnTo>
                  <a:pt x="392" y="249"/>
                </a:lnTo>
                <a:lnTo>
                  <a:pt x="0" y="249"/>
                </a:lnTo>
                <a:lnTo>
                  <a:pt x="0" y="0"/>
                </a:lnTo>
                <a:close/>
              </a:path>
            </a:pathLst>
          </a:custGeom>
          <a:solidFill>
            <a:srgbClr val="D6DFE8"/>
          </a:solidFill>
          <a:ln w="5400">
            <a:solidFill>
              <a:srgbClr val="FFFFFF"/>
            </a:solidFill>
            <a:miter/>
          </a:ln>
        </p:spPr>
        <p:txBody>
          <a:bodyPr lIns="2520" tIns="2520" rIns="2520" bIns="25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583" name=""/>
          <p:cNvSpPr/>
          <p:nvPr/>
        </p:nvSpPr>
        <p:spPr>
          <a:xfrm>
            <a:off x="2957760" y="3227040"/>
            <a:ext cx="141120" cy="89640"/>
          </a:xfrm>
          <a:custGeom>
            <a:avLst/>
            <a:gdLst/>
            <a:ahLst/>
            <a:rect l="0" t="0" r="r" b="b"/>
            <a:pathLst>
              <a:path w="392" h="249">
                <a:moveTo>
                  <a:pt x="0" y="0"/>
                </a:moveTo>
                <a:lnTo>
                  <a:pt x="392" y="0"/>
                </a:lnTo>
                <a:lnTo>
                  <a:pt x="392" y="249"/>
                </a:lnTo>
                <a:lnTo>
                  <a:pt x="0" y="249"/>
                </a:lnTo>
                <a:lnTo>
                  <a:pt x="0" y="0"/>
                </a:lnTo>
                <a:close/>
              </a:path>
            </a:pathLst>
          </a:custGeom>
          <a:solidFill>
            <a:srgbClr val="D1DBE7"/>
          </a:solidFill>
          <a:ln w="5400">
            <a:solidFill>
              <a:srgbClr val="FFFFFF"/>
            </a:solidFill>
            <a:miter/>
          </a:ln>
        </p:spPr>
        <p:txBody>
          <a:bodyPr lIns="2520" tIns="2520" rIns="2520" bIns="25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584" name=""/>
          <p:cNvSpPr/>
          <p:nvPr/>
        </p:nvSpPr>
        <p:spPr>
          <a:xfrm>
            <a:off x="2957760" y="2513160"/>
            <a:ext cx="141120" cy="89640"/>
          </a:xfrm>
          <a:custGeom>
            <a:avLst/>
            <a:gdLst/>
            <a:ahLst/>
            <a:rect l="0" t="0" r="r" b="b"/>
            <a:pathLst>
              <a:path w="392" h="249">
                <a:moveTo>
                  <a:pt x="0" y="0"/>
                </a:moveTo>
                <a:lnTo>
                  <a:pt x="392" y="0"/>
                </a:lnTo>
                <a:lnTo>
                  <a:pt x="392" y="249"/>
                </a:lnTo>
                <a:lnTo>
                  <a:pt x="0" y="249"/>
                </a:lnTo>
                <a:lnTo>
                  <a:pt x="0" y="0"/>
                </a:lnTo>
                <a:close/>
              </a:path>
            </a:pathLst>
          </a:custGeom>
          <a:solidFill>
            <a:srgbClr val="F2EFEB"/>
          </a:solidFill>
          <a:ln w="5400">
            <a:solidFill>
              <a:srgbClr val="FFFFFF"/>
            </a:solidFill>
            <a:miter/>
          </a:ln>
        </p:spPr>
        <p:txBody>
          <a:bodyPr lIns="2520" tIns="2520" rIns="2520" bIns="25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585" name=""/>
          <p:cNvSpPr/>
          <p:nvPr/>
        </p:nvSpPr>
        <p:spPr>
          <a:xfrm>
            <a:off x="2957760" y="3405240"/>
            <a:ext cx="141120" cy="89640"/>
          </a:xfrm>
          <a:custGeom>
            <a:avLst/>
            <a:gdLst/>
            <a:ahLst/>
            <a:rect l="0" t="0" r="r" b="b"/>
            <a:pathLst>
              <a:path w="392" h="249">
                <a:moveTo>
                  <a:pt x="0" y="0"/>
                </a:moveTo>
                <a:lnTo>
                  <a:pt x="392" y="0"/>
                </a:lnTo>
                <a:lnTo>
                  <a:pt x="392" y="249"/>
                </a:lnTo>
                <a:lnTo>
                  <a:pt x="0" y="249"/>
                </a:lnTo>
                <a:lnTo>
                  <a:pt x="0" y="0"/>
                </a:lnTo>
                <a:close/>
              </a:path>
            </a:pathLst>
          </a:custGeom>
          <a:solidFill>
            <a:srgbClr val="DEE4EA"/>
          </a:solidFill>
          <a:ln w="5400">
            <a:solidFill>
              <a:srgbClr val="FFFFFF"/>
            </a:solidFill>
            <a:miter/>
          </a:ln>
        </p:spPr>
        <p:txBody>
          <a:bodyPr lIns="2520" tIns="2520" rIns="2520" bIns="25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586" name=""/>
          <p:cNvSpPr/>
          <p:nvPr/>
        </p:nvSpPr>
        <p:spPr>
          <a:xfrm>
            <a:off x="2957760" y="4921920"/>
            <a:ext cx="141120" cy="89640"/>
          </a:xfrm>
          <a:custGeom>
            <a:avLst/>
            <a:gdLst/>
            <a:ahLst/>
            <a:rect l="0" t="0" r="r" b="b"/>
            <a:pathLst>
              <a:path w="392" h="249">
                <a:moveTo>
                  <a:pt x="0" y="0"/>
                </a:moveTo>
                <a:lnTo>
                  <a:pt x="392" y="0"/>
                </a:lnTo>
                <a:lnTo>
                  <a:pt x="392" y="249"/>
                </a:lnTo>
                <a:lnTo>
                  <a:pt x="0" y="249"/>
                </a:lnTo>
                <a:lnTo>
                  <a:pt x="0" y="0"/>
                </a:lnTo>
                <a:close/>
              </a:path>
            </a:pathLst>
          </a:custGeom>
          <a:solidFill>
            <a:srgbClr val="F1DCD1"/>
          </a:solidFill>
          <a:ln w="5400">
            <a:solidFill>
              <a:srgbClr val="FFFFFF"/>
            </a:solidFill>
            <a:miter/>
          </a:ln>
        </p:spPr>
        <p:txBody>
          <a:bodyPr lIns="2520" tIns="2520" rIns="2520" bIns="25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587" name=""/>
          <p:cNvSpPr/>
          <p:nvPr/>
        </p:nvSpPr>
        <p:spPr>
          <a:xfrm>
            <a:off x="2957760" y="2602440"/>
            <a:ext cx="141120" cy="89640"/>
          </a:xfrm>
          <a:custGeom>
            <a:avLst/>
            <a:gdLst/>
            <a:ahLst/>
            <a:rect l="0" t="0" r="r" b="b"/>
            <a:pathLst>
              <a:path w="392" h="249">
                <a:moveTo>
                  <a:pt x="0" y="0"/>
                </a:moveTo>
                <a:lnTo>
                  <a:pt x="392" y="0"/>
                </a:lnTo>
                <a:lnTo>
                  <a:pt x="392" y="249"/>
                </a:lnTo>
                <a:lnTo>
                  <a:pt x="0" y="249"/>
                </a:lnTo>
                <a:lnTo>
                  <a:pt x="0" y="0"/>
                </a:lnTo>
                <a:close/>
              </a:path>
            </a:pathLst>
          </a:custGeom>
          <a:solidFill>
            <a:srgbClr val="DEE4EA"/>
          </a:solidFill>
          <a:ln w="5400">
            <a:solidFill>
              <a:srgbClr val="FFFFFF"/>
            </a:solidFill>
            <a:miter/>
          </a:ln>
        </p:spPr>
        <p:txBody>
          <a:bodyPr lIns="2520" tIns="2520" rIns="2520" bIns="25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588" name=""/>
          <p:cNvSpPr/>
          <p:nvPr/>
        </p:nvSpPr>
        <p:spPr>
          <a:xfrm>
            <a:off x="2957760" y="3762360"/>
            <a:ext cx="141120" cy="89280"/>
          </a:xfrm>
          <a:custGeom>
            <a:avLst/>
            <a:gdLst/>
            <a:ahLst/>
            <a:rect l="0" t="0" r="r" b="b"/>
            <a:pathLst>
              <a:path w="392" h="248">
                <a:moveTo>
                  <a:pt x="0" y="0"/>
                </a:moveTo>
                <a:lnTo>
                  <a:pt x="392" y="0"/>
                </a:lnTo>
                <a:lnTo>
                  <a:pt x="392" y="248"/>
                </a:lnTo>
                <a:lnTo>
                  <a:pt x="0" y="248"/>
                </a:lnTo>
                <a:lnTo>
                  <a:pt x="0" y="0"/>
                </a:lnTo>
                <a:close/>
              </a:path>
            </a:pathLst>
          </a:custGeom>
          <a:solidFill>
            <a:srgbClr val="E79A7C"/>
          </a:solidFill>
          <a:ln w="5400">
            <a:solidFill>
              <a:srgbClr val="FFFFFF"/>
            </a:solidFill>
            <a:miter/>
          </a:ln>
        </p:spPr>
        <p:txBody>
          <a:bodyPr lIns="2520" tIns="2520" rIns="2520" bIns="25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589" name=""/>
          <p:cNvSpPr/>
          <p:nvPr/>
        </p:nvSpPr>
        <p:spPr>
          <a:xfrm>
            <a:off x="2957760" y="4119120"/>
            <a:ext cx="141120" cy="89640"/>
          </a:xfrm>
          <a:custGeom>
            <a:avLst/>
            <a:gdLst/>
            <a:ahLst/>
            <a:rect l="0" t="0" r="r" b="b"/>
            <a:pathLst>
              <a:path w="392" h="249">
                <a:moveTo>
                  <a:pt x="0" y="0"/>
                </a:moveTo>
                <a:lnTo>
                  <a:pt x="392" y="0"/>
                </a:lnTo>
                <a:lnTo>
                  <a:pt x="392" y="249"/>
                </a:lnTo>
                <a:lnTo>
                  <a:pt x="0" y="249"/>
                </a:lnTo>
                <a:lnTo>
                  <a:pt x="0" y="0"/>
                </a:lnTo>
                <a:close/>
              </a:path>
            </a:pathLst>
          </a:custGeom>
          <a:solidFill>
            <a:srgbClr val="E28865"/>
          </a:solidFill>
          <a:ln w="5400">
            <a:solidFill>
              <a:srgbClr val="FFFFFF"/>
            </a:solidFill>
            <a:miter/>
          </a:ln>
        </p:spPr>
        <p:txBody>
          <a:bodyPr lIns="2520" tIns="2520" rIns="2520" bIns="25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590" name=""/>
          <p:cNvSpPr/>
          <p:nvPr/>
        </p:nvSpPr>
        <p:spPr>
          <a:xfrm>
            <a:off x="2957760" y="2424240"/>
            <a:ext cx="141120" cy="89280"/>
          </a:xfrm>
          <a:custGeom>
            <a:avLst/>
            <a:gdLst/>
            <a:ahLst/>
            <a:rect l="0" t="0" r="r" b="b"/>
            <a:pathLst>
              <a:path w="392" h="248">
                <a:moveTo>
                  <a:pt x="0" y="0"/>
                </a:moveTo>
                <a:lnTo>
                  <a:pt x="392" y="0"/>
                </a:lnTo>
                <a:lnTo>
                  <a:pt x="392" y="248"/>
                </a:lnTo>
                <a:lnTo>
                  <a:pt x="0" y="248"/>
                </a:lnTo>
                <a:lnTo>
                  <a:pt x="0" y="0"/>
                </a:lnTo>
                <a:close/>
              </a:path>
            </a:pathLst>
          </a:custGeom>
          <a:solidFill>
            <a:srgbClr val="E4E8EB"/>
          </a:solidFill>
          <a:ln w="5400">
            <a:solidFill>
              <a:srgbClr val="FFFFFF"/>
            </a:solidFill>
            <a:miter/>
          </a:ln>
        </p:spPr>
        <p:txBody>
          <a:bodyPr lIns="2520" tIns="2520" rIns="2520" bIns="25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591" name=""/>
          <p:cNvSpPr/>
          <p:nvPr/>
        </p:nvSpPr>
        <p:spPr>
          <a:xfrm>
            <a:off x="2957760" y="2691720"/>
            <a:ext cx="141120" cy="89640"/>
          </a:xfrm>
          <a:custGeom>
            <a:avLst/>
            <a:gdLst/>
            <a:ahLst/>
            <a:rect l="0" t="0" r="r" b="b"/>
            <a:pathLst>
              <a:path w="392" h="249">
                <a:moveTo>
                  <a:pt x="0" y="0"/>
                </a:moveTo>
                <a:lnTo>
                  <a:pt x="392" y="0"/>
                </a:lnTo>
                <a:lnTo>
                  <a:pt x="392" y="249"/>
                </a:lnTo>
                <a:lnTo>
                  <a:pt x="0" y="249"/>
                </a:lnTo>
                <a:lnTo>
                  <a:pt x="0" y="0"/>
                </a:lnTo>
                <a:close/>
              </a:path>
            </a:pathLst>
          </a:custGeom>
          <a:solidFill>
            <a:srgbClr val="E18562"/>
          </a:solidFill>
          <a:ln w="5400">
            <a:solidFill>
              <a:srgbClr val="FFFFFF"/>
            </a:solidFill>
            <a:miter/>
          </a:ln>
        </p:spPr>
        <p:txBody>
          <a:bodyPr lIns="2520" tIns="2520" rIns="2520" bIns="252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592" name=""/>
          <p:cNvSpPr/>
          <p:nvPr/>
        </p:nvSpPr>
        <p:spPr>
          <a:xfrm>
            <a:off x="2957760" y="3851280"/>
            <a:ext cx="141120" cy="89640"/>
          </a:xfrm>
          <a:custGeom>
            <a:avLst/>
            <a:gdLst/>
            <a:ahLst/>
            <a:rect l="0" t="0" r="r" b="b"/>
            <a:pathLst>
              <a:path w="392" h="249">
                <a:moveTo>
                  <a:pt x="0" y="0"/>
                </a:moveTo>
                <a:lnTo>
                  <a:pt x="392" y="0"/>
                </a:lnTo>
                <a:lnTo>
                  <a:pt x="392" y="249"/>
                </a:lnTo>
                <a:lnTo>
                  <a:pt x="0" y="249"/>
                </a:lnTo>
                <a:lnTo>
                  <a:pt x="0" y="0"/>
                </a:lnTo>
                <a:close/>
              </a:path>
            </a:pathLst>
          </a:custGeom>
          <a:solidFill>
            <a:srgbClr val="EEC0AB"/>
          </a:solidFill>
          <a:ln w="5400">
            <a:solidFill>
              <a:srgbClr val="FFFFFF"/>
            </a:solidFill>
            <a:miter/>
          </a:ln>
        </p:spPr>
        <p:txBody>
          <a:bodyPr lIns="2520" tIns="2520" rIns="2520" bIns="25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593" name=""/>
          <p:cNvSpPr/>
          <p:nvPr/>
        </p:nvSpPr>
        <p:spPr>
          <a:xfrm>
            <a:off x="2957760" y="3583800"/>
            <a:ext cx="141120" cy="89640"/>
          </a:xfrm>
          <a:custGeom>
            <a:avLst/>
            <a:gdLst/>
            <a:ahLst/>
            <a:rect l="0" t="0" r="r" b="b"/>
            <a:pathLst>
              <a:path w="392" h="249">
                <a:moveTo>
                  <a:pt x="0" y="0"/>
                </a:moveTo>
                <a:lnTo>
                  <a:pt x="392" y="0"/>
                </a:lnTo>
                <a:lnTo>
                  <a:pt x="392" y="249"/>
                </a:lnTo>
                <a:lnTo>
                  <a:pt x="0" y="249"/>
                </a:lnTo>
                <a:lnTo>
                  <a:pt x="0" y="0"/>
                </a:lnTo>
                <a:close/>
              </a:path>
            </a:pathLst>
          </a:custGeom>
          <a:solidFill>
            <a:srgbClr val="EBB097"/>
          </a:solidFill>
          <a:ln w="5400">
            <a:solidFill>
              <a:srgbClr val="FFFFFF"/>
            </a:solidFill>
            <a:miter/>
          </a:ln>
        </p:spPr>
        <p:txBody>
          <a:bodyPr lIns="2520" tIns="2520" rIns="2520" bIns="25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594" name=""/>
          <p:cNvSpPr/>
          <p:nvPr/>
        </p:nvSpPr>
        <p:spPr>
          <a:xfrm>
            <a:off x="2957760" y="3316320"/>
            <a:ext cx="141120" cy="89280"/>
          </a:xfrm>
          <a:custGeom>
            <a:avLst/>
            <a:gdLst/>
            <a:ahLst/>
            <a:rect l="0" t="0" r="r" b="b"/>
            <a:pathLst>
              <a:path w="392" h="248">
                <a:moveTo>
                  <a:pt x="0" y="0"/>
                </a:moveTo>
                <a:lnTo>
                  <a:pt x="392" y="0"/>
                </a:lnTo>
                <a:lnTo>
                  <a:pt x="392" y="248"/>
                </a:lnTo>
                <a:lnTo>
                  <a:pt x="0" y="248"/>
                </a:lnTo>
                <a:lnTo>
                  <a:pt x="0" y="0"/>
                </a:lnTo>
                <a:close/>
              </a:path>
            </a:pathLst>
          </a:custGeom>
          <a:solidFill>
            <a:srgbClr val="DA6F48"/>
          </a:solidFill>
          <a:ln w="5400">
            <a:solidFill>
              <a:srgbClr val="FFFFFF"/>
            </a:solidFill>
            <a:miter/>
          </a:ln>
        </p:spPr>
        <p:txBody>
          <a:bodyPr lIns="2520" tIns="2520" rIns="2520" bIns="252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595" name=""/>
          <p:cNvSpPr/>
          <p:nvPr/>
        </p:nvSpPr>
        <p:spPr>
          <a:xfrm>
            <a:off x="2957760" y="3673080"/>
            <a:ext cx="141120" cy="89640"/>
          </a:xfrm>
          <a:custGeom>
            <a:avLst/>
            <a:gdLst/>
            <a:ahLst/>
            <a:rect l="0" t="0" r="r" b="b"/>
            <a:pathLst>
              <a:path w="392" h="249">
                <a:moveTo>
                  <a:pt x="0" y="0"/>
                </a:moveTo>
                <a:lnTo>
                  <a:pt x="392" y="0"/>
                </a:lnTo>
                <a:lnTo>
                  <a:pt x="392" y="249"/>
                </a:lnTo>
                <a:lnTo>
                  <a:pt x="0" y="249"/>
                </a:lnTo>
                <a:lnTo>
                  <a:pt x="0" y="0"/>
                </a:lnTo>
                <a:close/>
              </a:path>
            </a:pathLst>
          </a:custGeom>
          <a:solidFill>
            <a:srgbClr val="F2E1D9"/>
          </a:solidFill>
          <a:ln w="5400">
            <a:solidFill>
              <a:srgbClr val="FFFFFF"/>
            </a:solidFill>
            <a:miter/>
          </a:ln>
        </p:spPr>
        <p:txBody>
          <a:bodyPr lIns="2520" tIns="2520" rIns="2520" bIns="25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596" name=""/>
          <p:cNvSpPr/>
          <p:nvPr/>
        </p:nvSpPr>
        <p:spPr>
          <a:xfrm>
            <a:off x="2957760" y="3048480"/>
            <a:ext cx="141120" cy="89640"/>
          </a:xfrm>
          <a:custGeom>
            <a:avLst/>
            <a:gdLst/>
            <a:ahLst/>
            <a:rect l="0" t="0" r="r" b="b"/>
            <a:pathLst>
              <a:path w="392" h="249">
                <a:moveTo>
                  <a:pt x="0" y="0"/>
                </a:moveTo>
                <a:lnTo>
                  <a:pt x="392" y="0"/>
                </a:lnTo>
                <a:lnTo>
                  <a:pt x="392" y="249"/>
                </a:lnTo>
                <a:lnTo>
                  <a:pt x="0" y="249"/>
                </a:lnTo>
                <a:lnTo>
                  <a:pt x="0" y="0"/>
                </a:lnTo>
                <a:close/>
              </a:path>
            </a:pathLst>
          </a:custGeom>
          <a:solidFill>
            <a:srgbClr val="E79B7D"/>
          </a:solidFill>
          <a:ln w="5400">
            <a:solidFill>
              <a:srgbClr val="FFFFFF"/>
            </a:solidFill>
            <a:miter/>
          </a:ln>
        </p:spPr>
        <p:txBody>
          <a:bodyPr lIns="2520" tIns="2520" rIns="2520" bIns="25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597" name=""/>
          <p:cNvSpPr/>
          <p:nvPr/>
        </p:nvSpPr>
        <p:spPr>
          <a:xfrm>
            <a:off x="2957760" y="3494520"/>
            <a:ext cx="141120" cy="89640"/>
          </a:xfrm>
          <a:custGeom>
            <a:avLst/>
            <a:gdLst/>
            <a:ahLst/>
            <a:rect l="0" t="0" r="r" b="b"/>
            <a:pathLst>
              <a:path w="392" h="249">
                <a:moveTo>
                  <a:pt x="0" y="0"/>
                </a:moveTo>
                <a:lnTo>
                  <a:pt x="392" y="0"/>
                </a:lnTo>
                <a:lnTo>
                  <a:pt x="392" y="249"/>
                </a:lnTo>
                <a:lnTo>
                  <a:pt x="0" y="249"/>
                </a:lnTo>
                <a:lnTo>
                  <a:pt x="0" y="0"/>
                </a:lnTo>
                <a:close/>
              </a:path>
            </a:pathLst>
          </a:custGeom>
          <a:solidFill>
            <a:srgbClr val="D1DCE7"/>
          </a:solidFill>
          <a:ln w="5400">
            <a:solidFill>
              <a:srgbClr val="FFFFFF"/>
            </a:solidFill>
            <a:miter/>
          </a:ln>
        </p:spPr>
        <p:txBody>
          <a:bodyPr lIns="2520" tIns="2520" rIns="2520" bIns="25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598" name=""/>
          <p:cNvSpPr/>
          <p:nvPr/>
        </p:nvSpPr>
        <p:spPr>
          <a:xfrm>
            <a:off x="2957760" y="2959200"/>
            <a:ext cx="141120" cy="89640"/>
          </a:xfrm>
          <a:custGeom>
            <a:avLst/>
            <a:gdLst/>
            <a:ahLst/>
            <a:rect l="0" t="0" r="r" b="b"/>
            <a:pathLst>
              <a:path w="392" h="249">
                <a:moveTo>
                  <a:pt x="0" y="0"/>
                </a:moveTo>
                <a:lnTo>
                  <a:pt x="392" y="0"/>
                </a:lnTo>
                <a:lnTo>
                  <a:pt x="392" y="249"/>
                </a:lnTo>
                <a:lnTo>
                  <a:pt x="0" y="249"/>
                </a:lnTo>
                <a:lnTo>
                  <a:pt x="0" y="0"/>
                </a:lnTo>
                <a:close/>
              </a:path>
            </a:pathLst>
          </a:custGeom>
          <a:solidFill>
            <a:srgbClr val="F0C9B7"/>
          </a:solidFill>
          <a:ln w="5400">
            <a:solidFill>
              <a:srgbClr val="FFFFFF"/>
            </a:solidFill>
            <a:miter/>
          </a:ln>
        </p:spPr>
        <p:txBody>
          <a:bodyPr lIns="2520" tIns="2520" rIns="2520" bIns="25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599" name=""/>
          <p:cNvSpPr/>
          <p:nvPr/>
        </p:nvSpPr>
        <p:spPr>
          <a:xfrm>
            <a:off x="2957760" y="3940560"/>
            <a:ext cx="141120" cy="89640"/>
          </a:xfrm>
          <a:custGeom>
            <a:avLst/>
            <a:gdLst/>
            <a:ahLst/>
            <a:rect l="0" t="0" r="r" b="b"/>
            <a:pathLst>
              <a:path w="392" h="249">
                <a:moveTo>
                  <a:pt x="0" y="0"/>
                </a:moveTo>
                <a:lnTo>
                  <a:pt x="392" y="0"/>
                </a:lnTo>
                <a:lnTo>
                  <a:pt x="392" y="249"/>
                </a:lnTo>
                <a:lnTo>
                  <a:pt x="0" y="249"/>
                </a:lnTo>
                <a:lnTo>
                  <a:pt x="0" y="0"/>
                </a:lnTo>
                <a:close/>
              </a:path>
            </a:pathLst>
          </a:custGeom>
          <a:solidFill>
            <a:srgbClr val="D2DCE7"/>
          </a:solidFill>
          <a:ln w="5400">
            <a:solidFill>
              <a:srgbClr val="FFFFFF"/>
            </a:solidFill>
            <a:miter/>
          </a:ln>
        </p:spPr>
        <p:txBody>
          <a:bodyPr lIns="2520" tIns="2520" rIns="2520" bIns="25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600" name=""/>
          <p:cNvSpPr/>
          <p:nvPr/>
        </p:nvSpPr>
        <p:spPr>
          <a:xfrm>
            <a:off x="2957760" y="4386600"/>
            <a:ext cx="141120" cy="89640"/>
          </a:xfrm>
          <a:custGeom>
            <a:avLst/>
            <a:gdLst/>
            <a:ahLst/>
            <a:rect l="0" t="0" r="r" b="b"/>
            <a:pathLst>
              <a:path w="392" h="249">
                <a:moveTo>
                  <a:pt x="0" y="0"/>
                </a:moveTo>
                <a:lnTo>
                  <a:pt x="392" y="0"/>
                </a:lnTo>
                <a:lnTo>
                  <a:pt x="392" y="249"/>
                </a:lnTo>
                <a:lnTo>
                  <a:pt x="0" y="249"/>
                </a:lnTo>
                <a:lnTo>
                  <a:pt x="0" y="0"/>
                </a:lnTo>
                <a:close/>
              </a:path>
            </a:pathLst>
          </a:custGeom>
          <a:solidFill>
            <a:srgbClr val="F2EEEA"/>
          </a:solidFill>
          <a:ln w="5400">
            <a:solidFill>
              <a:srgbClr val="FFFFFF"/>
            </a:solidFill>
            <a:miter/>
          </a:ln>
        </p:spPr>
        <p:txBody>
          <a:bodyPr lIns="2520" tIns="2520" rIns="2520" bIns="25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601" name=""/>
          <p:cNvSpPr/>
          <p:nvPr/>
        </p:nvSpPr>
        <p:spPr>
          <a:xfrm>
            <a:off x="2957760" y="5011200"/>
            <a:ext cx="141120" cy="89280"/>
          </a:xfrm>
          <a:custGeom>
            <a:avLst/>
            <a:gdLst/>
            <a:ahLst/>
            <a:rect l="0" t="0" r="r" b="b"/>
            <a:pathLst>
              <a:path w="392" h="248">
                <a:moveTo>
                  <a:pt x="0" y="0"/>
                </a:moveTo>
                <a:lnTo>
                  <a:pt x="392" y="0"/>
                </a:lnTo>
                <a:lnTo>
                  <a:pt x="392" y="248"/>
                </a:lnTo>
                <a:lnTo>
                  <a:pt x="0" y="248"/>
                </a:lnTo>
                <a:lnTo>
                  <a:pt x="0" y="0"/>
                </a:lnTo>
                <a:close/>
              </a:path>
            </a:pathLst>
          </a:custGeom>
          <a:solidFill>
            <a:srgbClr val="EDB8A0"/>
          </a:solidFill>
          <a:ln w="5400">
            <a:solidFill>
              <a:srgbClr val="FFFFFF"/>
            </a:solidFill>
            <a:miter/>
          </a:ln>
        </p:spPr>
        <p:txBody>
          <a:bodyPr lIns="2520" tIns="2520" rIns="2520" bIns="25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602" name=""/>
          <p:cNvSpPr/>
          <p:nvPr/>
        </p:nvSpPr>
        <p:spPr>
          <a:xfrm>
            <a:off x="2957760" y="4654440"/>
            <a:ext cx="141120" cy="89280"/>
          </a:xfrm>
          <a:custGeom>
            <a:avLst/>
            <a:gdLst/>
            <a:ahLst/>
            <a:rect l="0" t="0" r="r" b="b"/>
            <a:pathLst>
              <a:path w="392" h="248">
                <a:moveTo>
                  <a:pt x="0" y="0"/>
                </a:moveTo>
                <a:lnTo>
                  <a:pt x="392" y="0"/>
                </a:lnTo>
                <a:lnTo>
                  <a:pt x="392" y="248"/>
                </a:lnTo>
                <a:lnTo>
                  <a:pt x="0" y="248"/>
                </a:lnTo>
                <a:lnTo>
                  <a:pt x="0" y="0"/>
                </a:lnTo>
                <a:close/>
              </a:path>
            </a:pathLst>
          </a:custGeom>
          <a:solidFill>
            <a:srgbClr val="CFDAE6"/>
          </a:solidFill>
          <a:ln w="5400">
            <a:solidFill>
              <a:srgbClr val="FFFFFF"/>
            </a:solidFill>
            <a:miter/>
          </a:ln>
        </p:spPr>
        <p:txBody>
          <a:bodyPr lIns="2520" tIns="2520" rIns="2520" bIns="25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603" name=""/>
          <p:cNvSpPr/>
          <p:nvPr/>
        </p:nvSpPr>
        <p:spPr>
          <a:xfrm>
            <a:off x="2957760" y="4029840"/>
            <a:ext cx="141120" cy="89640"/>
          </a:xfrm>
          <a:custGeom>
            <a:avLst/>
            <a:gdLst/>
            <a:ahLst/>
            <a:rect l="0" t="0" r="r" b="b"/>
            <a:pathLst>
              <a:path w="392" h="249">
                <a:moveTo>
                  <a:pt x="0" y="0"/>
                </a:moveTo>
                <a:lnTo>
                  <a:pt x="392" y="0"/>
                </a:lnTo>
                <a:lnTo>
                  <a:pt x="392" y="249"/>
                </a:lnTo>
                <a:lnTo>
                  <a:pt x="0" y="249"/>
                </a:lnTo>
                <a:lnTo>
                  <a:pt x="0" y="0"/>
                </a:lnTo>
                <a:close/>
              </a:path>
            </a:pathLst>
          </a:custGeom>
          <a:solidFill>
            <a:srgbClr val="F1DCD1"/>
          </a:solidFill>
          <a:ln w="5400">
            <a:solidFill>
              <a:srgbClr val="FFFFFF"/>
            </a:solidFill>
            <a:miter/>
          </a:ln>
        </p:spPr>
        <p:txBody>
          <a:bodyPr lIns="2520" tIns="2520" rIns="2520" bIns="25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604" name=""/>
          <p:cNvSpPr/>
          <p:nvPr/>
        </p:nvSpPr>
        <p:spPr>
          <a:xfrm>
            <a:off x="2957760" y="2870280"/>
            <a:ext cx="141120" cy="89280"/>
          </a:xfrm>
          <a:custGeom>
            <a:avLst/>
            <a:gdLst/>
            <a:ahLst/>
            <a:rect l="0" t="0" r="r" b="b"/>
            <a:pathLst>
              <a:path w="392" h="248">
                <a:moveTo>
                  <a:pt x="0" y="0"/>
                </a:moveTo>
                <a:lnTo>
                  <a:pt x="392" y="0"/>
                </a:lnTo>
                <a:lnTo>
                  <a:pt x="392" y="248"/>
                </a:lnTo>
                <a:lnTo>
                  <a:pt x="0" y="248"/>
                </a:lnTo>
                <a:lnTo>
                  <a:pt x="0" y="0"/>
                </a:lnTo>
                <a:close/>
              </a:path>
            </a:pathLst>
          </a:custGeom>
          <a:solidFill>
            <a:srgbClr val="8E2F13"/>
          </a:solidFill>
          <a:ln w="5400">
            <a:solidFill>
              <a:srgbClr val="FFFFFF"/>
            </a:solidFill>
            <a:miter/>
          </a:ln>
        </p:spPr>
        <p:txBody>
          <a:bodyPr lIns="2520" tIns="2520" rIns="2520" bIns="252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605" name=""/>
          <p:cNvSpPr/>
          <p:nvPr/>
        </p:nvSpPr>
        <p:spPr>
          <a:xfrm>
            <a:off x="2957760" y="4743360"/>
            <a:ext cx="141120" cy="89640"/>
          </a:xfrm>
          <a:custGeom>
            <a:avLst/>
            <a:gdLst/>
            <a:ahLst/>
            <a:rect l="0" t="0" r="r" b="b"/>
            <a:pathLst>
              <a:path w="392" h="249">
                <a:moveTo>
                  <a:pt x="0" y="0"/>
                </a:moveTo>
                <a:lnTo>
                  <a:pt x="392" y="0"/>
                </a:lnTo>
                <a:lnTo>
                  <a:pt x="392" y="249"/>
                </a:lnTo>
                <a:lnTo>
                  <a:pt x="0" y="249"/>
                </a:lnTo>
                <a:lnTo>
                  <a:pt x="0" y="0"/>
                </a:lnTo>
                <a:close/>
              </a:path>
            </a:pathLst>
          </a:custGeom>
          <a:solidFill>
            <a:srgbClr val="D3DEE7"/>
          </a:solidFill>
          <a:ln w="5400">
            <a:solidFill>
              <a:srgbClr val="FFFFFF"/>
            </a:solidFill>
            <a:miter/>
          </a:ln>
        </p:spPr>
        <p:txBody>
          <a:bodyPr lIns="2520" tIns="2520" rIns="2520" bIns="25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606" name=""/>
          <p:cNvSpPr/>
          <p:nvPr/>
        </p:nvSpPr>
        <p:spPr>
          <a:xfrm>
            <a:off x="2957760" y="4475880"/>
            <a:ext cx="141120" cy="89640"/>
          </a:xfrm>
          <a:custGeom>
            <a:avLst/>
            <a:gdLst/>
            <a:ahLst/>
            <a:rect l="0" t="0" r="r" b="b"/>
            <a:pathLst>
              <a:path w="392" h="249">
                <a:moveTo>
                  <a:pt x="0" y="0"/>
                </a:moveTo>
                <a:lnTo>
                  <a:pt x="392" y="0"/>
                </a:lnTo>
                <a:lnTo>
                  <a:pt x="392" y="249"/>
                </a:lnTo>
                <a:lnTo>
                  <a:pt x="0" y="249"/>
                </a:lnTo>
                <a:lnTo>
                  <a:pt x="0" y="0"/>
                </a:lnTo>
                <a:close/>
              </a:path>
            </a:pathLst>
          </a:custGeom>
          <a:solidFill>
            <a:srgbClr val="CAD7E5"/>
          </a:solidFill>
          <a:ln w="5400">
            <a:solidFill>
              <a:srgbClr val="FFFFFF"/>
            </a:solidFill>
            <a:miter/>
          </a:ln>
        </p:spPr>
        <p:txBody>
          <a:bodyPr lIns="2520" tIns="2520" rIns="2520" bIns="25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607" name=""/>
          <p:cNvSpPr/>
          <p:nvPr/>
        </p:nvSpPr>
        <p:spPr>
          <a:xfrm>
            <a:off x="2957760" y="4297320"/>
            <a:ext cx="141120" cy="89640"/>
          </a:xfrm>
          <a:custGeom>
            <a:avLst/>
            <a:gdLst/>
            <a:ahLst/>
            <a:rect l="0" t="0" r="r" b="b"/>
            <a:pathLst>
              <a:path w="392" h="249">
                <a:moveTo>
                  <a:pt x="0" y="0"/>
                </a:moveTo>
                <a:lnTo>
                  <a:pt x="392" y="0"/>
                </a:lnTo>
                <a:lnTo>
                  <a:pt x="392" y="249"/>
                </a:lnTo>
                <a:lnTo>
                  <a:pt x="0" y="249"/>
                </a:lnTo>
                <a:lnTo>
                  <a:pt x="0" y="0"/>
                </a:lnTo>
                <a:close/>
              </a:path>
            </a:pathLst>
          </a:custGeom>
          <a:solidFill>
            <a:srgbClr val="F1D4C6"/>
          </a:solidFill>
          <a:ln w="5400">
            <a:solidFill>
              <a:srgbClr val="FFFFFF"/>
            </a:solidFill>
            <a:miter/>
          </a:ln>
        </p:spPr>
        <p:txBody>
          <a:bodyPr lIns="2520" tIns="2520" rIns="2520" bIns="25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608" name=""/>
          <p:cNvSpPr/>
          <p:nvPr/>
        </p:nvSpPr>
        <p:spPr>
          <a:xfrm>
            <a:off x="3098520" y="3137760"/>
            <a:ext cx="141120" cy="89640"/>
          </a:xfrm>
          <a:custGeom>
            <a:avLst/>
            <a:gdLst/>
            <a:ahLst/>
            <a:rect l="0" t="0" r="r" b="b"/>
            <a:pathLst>
              <a:path w="392" h="249">
                <a:moveTo>
                  <a:pt x="0" y="0"/>
                </a:moveTo>
                <a:lnTo>
                  <a:pt x="392" y="0"/>
                </a:lnTo>
                <a:lnTo>
                  <a:pt x="392" y="249"/>
                </a:lnTo>
                <a:lnTo>
                  <a:pt x="0" y="249"/>
                </a:lnTo>
                <a:lnTo>
                  <a:pt x="0" y="0"/>
                </a:lnTo>
                <a:close/>
              </a:path>
            </a:pathLst>
          </a:custGeom>
          <a:solidFill>
            <a:srgbClr val="F1D6C9"/>
          </a:solidFill>
          <a:ln w="5400">
            <a:solidFill>
              <a:srgbClr val="FFFFFF"/>
            </a:solidFill>
            <a:miter/>
          </a:ln>
        </p:spPr>
        <p:txBody>
          <a:bodyPr lIns="2520" tIns="2520" rIns="2520" bIns="25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609" name=""/>
          <p:cNvSpPr/>
          <p:nvPr/>
        </p:nvSpPr>
        <p:spPr>
          <a:xfrm>
            <a:off x="3098520" y="4208400"/>
            <a:ext cx="141120" cy="89280"/>
          </a:xfrm>
          <a:custGeom>
            <a:avLst/>
            <a:gdLst/>
            <a:ahLst/>
            <a:rect l="0" t="0" r="r" b="b"/>
            <a:pathLst>
              <a:path w="392" h="248">
                <a:moveTo>
                  <a:pt x="0" y="0"/>
                </a:moveTo>
                <a:lnTo>
                  <a:pt x="392" y="0"/>
                </a:lnTo>
                <a:lnTo>
                  <a:pt x="392" y="248"/>
                </a:lnTo>
                <a:lnTo>
                  <a:pt x="0" y="248"/>
                </a:lnTo>
                <a:lnTo>
                  <a:pt x="0" y="0"/>
                </a:lnTo>
                <a:close/>
              </a:path>
            </a:pathLst>
          </a:custGeom>
          <a:solidFill>
            <a:srgbClr val="D6DFE8"/>
          </a:solidFill>
          <a:ln w="5400">
            <a:solidFill>
              <a:srgbClr val="FFFFFF"/>
            </a:solidFill>
            <a:miter/>
          </a:ln>
        </p:spPr>
        <p:txBody>
          <a:bodyPr lIns="2520" tIns="2520" rIns="2520" bIns="25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610" name=""/>
          <p:cNvSpPr/>
          <p:nvPr/>
        </p:nvSpPr>
        <p:spPr>
          <a:xfrm>
            <a:off x="3098520" y="4565160"/>
            <a:ext cx="141120" cy="89640"/>
          </a:xfrm>
          <a:custGeom>
            <a:avLst/>
            <a:gdLst/>
            <a:ahLst/>
            <a:rect l="0" t="0" r="r" b="b"/>
            <a:pathLst>
              <a:path w="392" h="249">
                <a:moveTo>
                  <a:pt x="0" y="0"/>
                </a:moveTo>
                <a:lnTo>
                  <a:pt x="392" y="0"/>
                </a:lnTo>
                <a:lnTo>
                  <a:pt x="392" y="249"/>
                </a:lnTo>
                <a:lnTo>
                  <a:pt x="0" y="249"/>
                </a:lnTo>
                <a:lnTo>
                  <a:pt x="0" y="0"/>
                </a:lnTo>
                <a:close/>
              </a:path>
            </a:pathLst>
          </a:custGeom>
          <a:solidFill>
            <a:srgbClr val="DAE2E9"/>
          </a:solidFill>
          <a:ln w="5400">
            <a:solidFill>
              <a:srgbClr val="FFFFFF"/>
            </a:solidFill>
            <a:miter/>
          </a:ln>
        </p:spPr>
        <p:txBody>
          <a:bodyPr lIns="2520" tIns="2520" rIns="2520" bIns="25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611" name=""/>
          <p:cNvSpPr/>
          <p:nvPr/>
        </p:nvSpPr>
        <p:spPr>
          <a:xfrm>
            <a:off x="3098520" y="5100480"/>
            <a:ext cx="141120" cy="89280"/>
          </a:xfrm>
          <a:custGeom>
            <a:avLst/>
            <a:gdLst/>
            <a:ahLst/>
            <a:rect l="0" t="0" r="r" b="b"/>
            <a:pathLst>
              <a:path w="392" h="248">
                <a:moveTo>
                  <a:pt x="0" y="0"/>
                </a:moveTo>
                <a:lnTo>
                  <a:pt x="392" y="0"/>
                </a:lnTo>
                <a:lnTo>
                  <a:pt x="392" y="248"/>
                </a:lnTo>
                <a:lnTo>
                  <a:pt x="0" y="248"/>
                </a:lnTo>
                <a:lnTo>
                  <a:pt x="0" y="0"/>
                </a:lnTo>
                <a:close/>
              </a:path>
            </a:pathLst>
          </a:custGeom>
          <a:solidFill>
            <a:srgbClr val="D9E1E8"/>
          </a:solidFill>
          <a:ln w="5400">
            <a:solidFill>
              <a:srgbClr val="FFFFFF"/>
            </a:solidFill>
            <a:miter/>
          </a:ln>
        </p:spPr>
        <p:txBody>
          <a:bodyPr lIns="2520" tIns="2520" rIns="2520" bIns="25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612" name=""/>
          <p:cNvSpPr/>
          <p:nvPr/>
        </p:nvSpPr>
        <p:spPr>
          <a:xfrm>
            <a:off x="3098520" y="2781000"/>
            <a:ext cx="141120" cy="89640"/>
          </a:xfrm>
          <a:custGeom>
            <a:avLst/>
            <a:gdLst/>
            <a:ahLst/>
            <a:rect l="0" t="0" r="r" b="b"/>
            <a:pathLst>
              <a:path w="392" h="249">
                <a:moveTo>
                  <a:pt x="0" y="0"/>
                </a:moveTo>
                <a:lnTo>
                  <a:pt x="392" y="0"/>
                </a:lnTo>
                <a:lnTo>
                  <a:pt x="392" y="249"/>
                </a:lnTo>
                <a:lnTo>
                  <a:pt x="0" y="249"/>
                </a:lnTo>
                <a:lnTo>
                  <a:pt x="0" y="0"/>
                </a:lnTo>
                <a:close/>
              </a:path>
            </a:pathLst>
          </a:custGeom>
          <a:solidFill>
            <a:srgbClr val="E0805C"/>
          </a:solidFill>
          <a:ln w="5400">
            <a:solidFill>
              <a:srgbClr val="FFFFFF"/>
            </a:solidFill>
            <a:miter/>
          </a:ln>
        </p:spPr>
        <p:txBody>
          <a:bodyPr lIns="2520" tIns="2520" rIns="2520" bIns="252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613" name=""/>
          <p:cNvSpPr/>
          <p:nvPr/>
        </p:nvSpPr>
        <p:spPr>
          <a:xfrm>
            <a:off x="3098520" y="4832640"/>
            <a:ext cx="141120" cy="89640"/>
          </a:xfrm>
          <a:custGeom>
            <a:avLst/>
            <a:gdLst/>
            <a:ahLst/>
            <a:rect l="0" t="0" r="r" b="b"/>
            <a:pathLst>
              <a:path w="392" h="249">
                <a:moveTo>
                  <a:pt x="0" y="0"/>
                </a:moveTo>
                <a:lnTo>
                  <a:pt x="392" y="0"/>
                </a:lnTo>
                <a:lnTo>
                  <a:pt x="392" y="249"/>
                </a:lnTo>
                <a:lnTo>
                  <a:pt x="0" y="249"/>
                </a:lnTo>
                <a:lnTo>
                  <a:pt x="0" y="0"/>
                </a:lnTo>
                <a:close/>
              </a:path>
            </a:pathLst>
          </a:custGeom>
          <a:solidFill>
            <a:srgbClr val="F2E2DA"/>
          </a:solidFill>
          <a:ln w="5400">
            <a:solidFill>
              <a:srgbClr val="FFFFFF"/>
            </a:solidFill>
            <a:miter/>
          </a:ln>
        </p:spPr>
        <p:txBody>
          <a:bodyPr lIns="2520" tIns="2520" rIns="2520" bIns="25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614" name=""/>
          <p:cNvSpPr/>
          <p:nvPr/>
        </p:nvSpPr>
        <p:spPr>
          <a:xfrm>
            <a:off x="3098520" y="3227040"/>
            <a:ext cx="141120" cy="89640"/>
          </a:xfrm>
          <a:custGeom>
            <a:avLst/>
            <a:gdLst/>
            <a:ahLst/>
            <a:rect l="0" t="0" r="r" b="b"/>
            <a:pathLst>
              <a:path w="392" h="249">
                <a:moveTo>
                  <a:pt x="0" y="0"/>
                </a:moveTo>
                <a:lnTo>
                  <a:pt x="392" y="0"/>
                </a:lnTo>
                <a:lnTo>
                  <a:pt x="392" y="249"/>
                </a:lnTo>
                <a:lnTo>
                  <a:pt x="0" y="249"/>
                </a:lnTo>
                <a:lnTo>
                  <a:pt x="0" y="0"/>
                </a:lnTo>
                <a:close/>
              </a:path>
            </a:pathLst>
          </a:custGeom>
          <a:solidFill>
            <a:srgbClr val="F2E9E4"/>
          </a:solidFill>
          <a:ln w="5400">
            <a:solidFill>
              <a:srgbClr val="FFFFFF"/>
            </a:solidFill>
            <a:miter/>
          </a:ln>
        </p:spPr>
        <p:txBody>
          <a:bodyPr lIns="2520" tIns="2520" rIns="2520" bIns="25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615" name=""/>
          <p:cNvSpPr/>
          <p:nvPr/>
        </p:nvSpPr>
        <p:spPr>
          <a:xfrm>
            <a:off x="3098520" y="2513160"/>
            <a:ext cx="141120" cy="89640"/>
          </a:xfrm>
          <a:custGeom>
            <a:avLst/>
            <a:gdLst/>
            <a:ahLst/>
            <a:rect l="0" t="0" r="r" b="b"/>
            <a:pathLst>
              <a:path w="392" h="249">
                <a:moveTo>
                  <a:pt x="0" y="0"/>
                </a:moveTo>
                <a:lnTo>
                  <a:pt x="392" y="0"/>
                </a:lnTo>
                <a:lnTo>
                  <a:pt x="392" y="249"/>
                </a:lnTo>
                <a:lnTo>
                  <a:pt x="0" y="249"/>
                </a:lnTo>
                <a:lnTo>
                  <a:pt x="0" y="0"/>
                </a:lnTo>
                <a:close/>
              </a:path>
            </a:pathLst>
          </a:custGeom>
          <a:solidFill>
            <a:srgbClr val="F0CEBE"/>
          </a:solidFill>
          <a:ln w="5400">
            <a:solidFill>
              <a:srgbClr val="FFFFFF"/>
            </a:solidFill>
            <a:miter/>
          </a:ln>
        </p:spPr>
        <p:txBody>
          <a:bodyPr lIns="2520" tIns="2520" rIns="2520" bIns="25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616" name=""/>
          <p:cNvSpPr/>
          <p:nvPr/>
        </p:nvSpPr>
        <p:spPr>
          <a:xfrm>
            <a:off x="3098520" y="3405240"/>
            <a:ext cx="141120" cy="89640"/>
          </a:xfrm>
          <a:custGeom>
            <a:avLst/>
            <a:gdLst/>
            <a:ahLst/>
            <a:rect l="0" t="0" r="r" b="b"/>
            <a:pathLst>
              <a:path w="392" h="249">
                <a:moveTo>
                  <a:pt x="0" y="0"/>
                </a:moveTo>
                <a:lnTo>
                  <a:pt x="392" y="0"/>
                </a:lnTo>
                <a:lnTo>
                  <a:pt x="392" y="249"/>
                </a:lnTo>
                <a:lnTo>
                  <a:pt x="0" y="249"/>
                </a:lnTo>
                <a:lnTo>
                  <a:pt x="0" y="0"/>
                </a:lnTo>
                <a:close/>
              </a:path>
            </a:pathLst>
          </a:custGeom>
          <a:solidFill>
            <a:srgbClr val="DEE3E9"/>
          </a:solidFill>
          <a:ln w="5400">
            <a:solidFill>
              <a:srgbClr val="FFFFFF"/>
            </a:solidFill>
            <a:miter/>
          </a:ln>
        </p:spPr>
        <p:txBody>
          <a:bodyPr lIns="2520" tIns="2520" rIns="2520" bIns="25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617" name=""/>
          <p:cNvSpPr/>
          <p:nvPr/>
        </p:nvSpPr>
        <p:spPr>
          <a:xfrm>
            <a:off x="3098520" y="4921920"/>
            <a:ext cx="141120" cy="89640"/>
          </a:xfrm>
          <a:custGeom>
            <a:avLst/>
            <a:gdLst/>
            <a:ahLst/>
            <a:rect l="0" t="0" r="r" b="b"/>
            <a:pathLst>
              <a:path w="392" h="249">
                <a:moveTo>
                  <a:pt x="0" y="0"/>
                </a:moveTo>
                <a:lnTo>
                  <a:pt x="392" y="0"/>
                </a:lnTo>
                <a:lnTo>
                  <a:pt x="392" y="249"/>
                </a:lnTo>
                <a:lnTo>
                  <a:pt x="0" y="249"/>
                </a:lnTo>
                <a:lnTo>
                  <a:pt x="0" y="0"/>
                </a:lnTo>
                <a:close/>
              </a:path>
            </a:pathLst>
          </a:custGeom>
          <a:solidFill>
            <a:srgbClr val="DEE3E9"/>
          </a:solidFill>
          <a:ln w="5400">
            <a:solidFill>
              <a:srgbClr val="FFFFFF"/>
            </a:solidFill>
            <a:miter/>
          </a:ln>
        </p:spPr>
        <p:txBody>
          <a:bodyPr lIns="2520" tIns="2520" rIns="2520" bIns="25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618" name=""/>
          <p:cNvSpPr/>
          <p:nvPr/>
        </p:nvSpPr>
        <p:spPr>
          <a:xfrm>
            <a:off x="3098520" y="2602440"/>
            <a:ext cx="141120" cy="89640"/>
          </a:xfrm>
          <a:custGeom>
            <a:avLst/>
            <a:gdLst/>
            <a:ahLst/>
            <a:rect l="0" t="0" r="r" b="b"/>
            <a:pathLst>
              <a:path w="392" h="249">
                <a:moveTo>
                  <a:pt x="0" y="0"/>
                </a:moveTo>
                <a:lnTo>
                  <a:pt x="392" y="0"/>
                </a:lnTo>
                <a:lnTo>
                  <a:pt x="392" y="249"/>
                </a:lnTo>
                <a:lnTo>
                  <a:pt x="0" y="249"/>
                </a:lnTo>
                <a:lnTo>
                  <a:pt x="0" y="0"/>
                </a:lnTo>
                <a:close/>
              </a:path>
            </a:pathLst>
          </a:custGeom>
          <a:solidFill>
            <a:srgbClr val="E4E8EB"/>
          </a:solidFill>
          <a:ln w="5400">
            <a:solidFill>
              <a:srgbClr val="FFFFFF"/>
            </a:solidFill>
            <a:miter/>
          </a:ln>
        </p:spPr>
        <p:txBody>
          <a:bodyPr lIns="2520" tIns="2520" rIns="2520" bIns="25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619" name=""/>
          <p:cNvSpPr/>
          <p:nvPr/>
        </p:nvSpPr>
        <p:spPr>
          <a:xfrm>
            <a:off x="3098520" y="3762360"/>
            <a:ext cx="141120" cy="89280"/>
          </a:xfrm>
          <a:custGeom>
            <a:avLst/>
            <a:gdLst/>
            <a:ahLst/>
            <a:rect l="0" t="0" r="r" b="b"/>
            <a:pathLst>
              <a:path w="392" h="248">
                <a:moveTo>
                  <a:pt x="0" y="0"/>
                </a:moveTo>
                <a:lnTo>
                  <a:pt x="392" y="0"/>
                </a:lnTo>
                <a:lnTo>
                  <a:pt x="392" y="248"/>
                </a:lnTo>
                <a:lnTo>
                  <a:pt x="0" y="248"/>
                </a:lnTo>
                <a:lnTo>
                  <a:pt x="0" y="0"/>
                </a:lnTo>
                <a:close/>
              </a:path>
            </a:pathLst>
          </a:custGeom>
          <a:solidFill>
            <a:srgbClr val="CAD7E5"/>
          </a:solidFill>
          <a:ln w="5400">
            <a:solidFill>
              <a:srgbClr val="FFFFFF"/>
            </a:solidFill>
            <a:miter/>
          </a:ln>
        </p:spPr>
        <p:txBody>
          <a:bodyPr lIns="2520" tIns="2520" rIns="2520" bIns="25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620" name=""/>
          <p:cNvSpPr/>
          <p:nvPr/>
        </p:nvSpPr>
        <p:spPr>
          <a:xfrm>
            <a:off x="3098520" y="4119120"/>
            <a:ext cx="141120" cy="89640"/>
          </a:xfrm>
          <a:custGeom>
            <a:avLst/>
            <a:gdLst/>
            <a:ahLst/>
            <a:rect l="0" t="0" r="r" b="b"/>
            <a:pathLst>
              <a:path w="392" h="249">
                <a:moveTo>
                  <a:pt x="0" y="0"/>
                </a:moveTo>
                <a:lnTo>
                  <a:pt x="392" y="0"/>
                </a:lnTo>
                <a:lnTo>
                  <a:pt x="392" y="249"/>
                </a:lnTo>
                <a:lnTo>
                  <a:pt x="0" y="249"/>
                </a:lnTo>
                <a:lnTo>
                  <a:pt x="0" y="0"/>
                </a:lnTo>
                <a:close/>
              </a:path>
            </a:pathLst>
          </a:custGeom>
          <a:solidFill>
            <a:srgbClr val="E18562"/>
          </a:solidFill>
          <a:ln w="5400">
            <a:solidFill>
              <a:srgbClr val="FFFFFF"/>
            </a:solidFill>
            <a:miter/>
          </a:ln>
        </p:spPr>
        <p:txBody>
          <a:bodyPr lIns="2520" tIns="2520" rIns="2520" bIns="252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621" name=""/>
          <p:cNvSpPr/>
          <p:nvPr/>
        </p:nvSpPr>
        <p:spPr>
          <a:xfrm>
            <a:off x="3098520" y="2424240"/>
            <a:ext cx="141120" cy="89280"/>
          </a:xfrm>
          <a:custGeom>
            <a:avLst/>
            <a:gdLst/>
            <a:ahLst/>
            <a:rect l="0" t="0" r="r" b="b"/>
            <a:pathLst>
              <a:path w="392" h="248">
                <a:moveTo>
                  <a:pt x="0" y="0"/>
                </a:moveTo>
                <a:lnTo>
                  <a:pt x="392" y="0"/>
                </a:lnTo>
                <a:lnTo>
                  <a:pt x="392" y="248"/>
                </a:lnTo>
                <a:lnTo>
                  <a:pt x="0" y="248"/>
                </a:lnTo>
                <a:lnTo>
                  <a:pt x="0" y="0"/>
                </a:lnTo>
                <a:close/>
              </a:path>
            </a:pathLst>
          </a:custGeom>
          <a:solidFill>
            <a:srgbClr val="E28764"/>
          </a:solidFill>
          <a:ln w="5400">
            <a:solidFill>
              <a:srgbClr val="FFFFFF"/>
            </a:solidFill>
            <a:miter/>
          </a:ln>
        </p:spPr>
        <p:txBody>
          <a:bodyPr lIns="2520" tIns="2520" rIns="2520" bIns="252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622" name=""/>
          <p:cNvSpPr/>
          <p:nvPr/>
        </p:nvSpPr>
        <p:spPr>
          <a:xfrm>
            <a:off x="3098520" y="2691720"/>
            <a:ext cx="141120" cy="89640"/>
          </a:xfrm>
          <a:custGeom>
            <a:avLst/>
            <a:gdLst/>
            <a:ahLst/>
            <a:rect l="0" t="0" r="r" b="b"/>
            <a:pathLst>
              <a:path w="392" h="249">
                <a:moveTo>
                  <a:pt x="0" y="0"/>
                </a:moveTo>
                <a:lnTo>
                  <a:pt x="392" y="0"/>
                </a:lnTo>
                <a:lnTo>
                  <a:pt x="392" y="249"/>
                </a:lnTo>
                <a:lnTo>
                  <a:pt x="0" y="249"/>
                </a:lnTo>
                <a:lnTo>
                  <a:pt x="0" y="0"/>
                </a:lnTo>
                <a:close/>
              </a:path>
            </a:pathLst>
          </a:custGeom>
          <a:solidFill>
            <a:srgbClr val="E18461"/>
          </a:solidFill>
          <a:ln w="5400">
            <a:solidFill>
              <a:srgbClr val="FFFFFF"/>
            </a:solidFill>
            <a:miter/>
          </a:ln>
        </p:spPr>
        <p:txBody>
          <a:bodyPr lIns="2520" tIns="2520" rIns="2520" bIns="252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623" name=""/>
          <p:cNvSpPr/>
          <p:nvPr/>
        </p:nvSpPr>
        <p:spPr>
          <a:xfrm>
            <a:off x="3098520" y="3851280"/>
            <a:ext cx="141120" cy="89640"/>
          </a:xfrm>
          <a:custGeom>
            <a:avLst/>
            <a:gdLst/>
            <a:ahLst/>
            <a:rect l="0" t="0" r="r" b="b"/>
            <a:pathLst>
              <a:path w="392" h="249">
                <a:moveTo>
                  <a:pt x="0" y="0"/>
                </a:moveTo>
                <a:lnTo>
                  <a:pt x="392" y="0"/>
                </a:lnTo>
                <a:lnTo>
                  <a:pt x="392" y="249"/>
                </a:lnTo>
                <a:lnTo>
                  <a:pt x="0" y="249"/>
                </a:lnTo>
                <a:lnTo>
                  <a:pt x="0" y="0"/>
                </a:lnTo>
                <a:close/>
              </a:path>
            </a:pathLst>
          </a:custGeom>
          <a:solidFill>
            <a:srgbClr val="C7D6E5"/>
          </a:solidFill>
          <a:ln w="5400">
            <a:solidFill>
              <a:srgbClr val="FFFFFF"/>
            </a:solidFill>
            <a:miter/>
          </a:ln>
        </p:spPr>
        <p:txBody>
          <a:bodyPr lIns="2520" tIns="2520" rIns="2520" bIns="25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624" name=""/>
          <p:cNvSpPr/>
          <p:nvPr/>
        </p:nvSpPr>
        <p:spPr>
          <a:xfrm>
            <a:off x="3098520" y="3583800"/>
            <a:ext cx="141120" cy="89640"/>
          </a:xfrm>
          <a:custGeom>
            <a:avLst/>
            <a:gdLst/>
            <a:ahLst/>
            <a:rect l="0" t="0" r="r" b="b"/>
            <a:pathLst>
              <a:path w="392" h="249">
                <a:moveTo>
                  <a:pt x="0" y="0"/>
                </a:moveTo>
                <a:lnTo>
                  <a:pt x="392" y="0"/>
                </a:lnTo>
                <a:lnTo>
                  <a:pt x="392" y="249"/>
                </a:lnTo>
                <a:lnTo>
                  <a:pt x="0" y="249"/>
                </a:lnTo>
                <a:lnTo>
                  <a:pt x="0" y="0"/>
                </a:lnTo>
                <a:close/>
              </a:path>
            </a:pathLst>
          </a:custGeom>
          <a:solidFill>
            <a:srgbClr val="F2EDE8"/>
          </a:solidFill>
          <a:ln w="5400">
            <a:solidFill>
              <a:srgbClr val="FFFFFF"/>
            </a:solidFill>
            <a:miter/>
          </a:ln>
        </p:spPr>
        <p:txBody>
          <a:bodyPr lIns="2520" tIns="2520" rIns="2520" bIns="25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625" name=""/>
          <p:cNvSpPr/>
          <p:nvPr/>
        </p:nvSpPr>
        <p:spPr>
          <a:xfrm>
            <a:off x="3098520" y="3316320"/>
            <a:ext cx="141120" cy="89280"/>
          </a:xfrm>
          <a:custGeom>
            <a:avLst/>
            <a:gdLst/>
            <a:ahLst/>
            <a:rect l="0" t="0" r="r" b="b"/>
            <a:pathLst>
              <a:path w="392" h="248">
                <a:moveTo>
                  <a:pt x="0" y="0"/>
                </a:moveTo>
                <a:lnTo>
                  <a:pt x="392" y="0"/>
                </a:lnTo>
                <a:lnTo>
                  <a:pt x="392" y="248"/>
                </a:lnTo>
                <a:lnTo>
                  <a:pt x="0" y="248"/>
                </a:lnTo>
                <a:lnTo>
                  <a:pt x="0" y="0"/>
                </a:lnTo>
                <a:close/>
              </a:path>
            </a:pathLst>
          </a:custGeom>
          <a:solidFill>
            <a:srgbClr val="E59171"/>
          </a:solidFill>
          <a:ln w="5400">
            <a:solidFill>
              <a:srgbClr val="FFFFFF"/>
            </a:solidFill>
            <a:miter/>
          </a:ln>
        </p:spPr>
        <p:txBody>
          <a:bodyPr lIns="2520" tIns="2520" rIns="2520" bIns="25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626" name=""/>
          <p:cNvSpPr/>
          <p:nvPr/>
        </p:nvSpPr>
        <p:spPr>
          <a:xfrm>
            <a:off x="3098520" y="3673080"/>
            <a:ext cx="141120" cy="89640"/>
          </a:xfrm>
          <a:custGeom>
            <a:avLst/>
            <a:gdLst/>
            <a:ahLst/>
            <a:rect l="0" t="0" r="r" b="b"/>
            <a:pathLst>
              <a:path w="392" h="249">
                <a:moveTo>
                  <a:pt x="0" y="0"/>
                </a:moveTo>
                <a:lnTo>
                  <a:pt x="392" y="0"/>
                </a:lnTo>
                <a:lnTo>
                  <a:pt x="392" y="249"/>
                </a:lnTo>
                <a:lnTo>
                  <a:pt x="0" y="249"/>
                </a:lnTo>
                <a:lnTo>
                  <a:pt x="0" y="0"/>
                </a:lnTo>
                <a:close/>
              </a:path>
            </a:pathLst>
          </a:custGeom>
          <a:solidFill>
            <a:srgbClr val="F2E2D9"/>
          </a:solidFill>
          <a:ln w="5400">
            <a:solidFill>
              <a:srgbClr val="FFFFFF"/>
            </a:solidFill>
            <a:miter/>
          </a:ln>
        </p:spPr>
        <p:txBody>
          <a:bodyPr lIns="2520" tIns="2520" rIns="2520" bIns="25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627" name=""/>
          <p:cNvSpPr/>
          <p:nvPr/>
        </p:nvSpPr>
        <p:spPr>
          <a:xfrm>
            <a:off x="3098520" y="3048480"/>
            <a:ext cx="141120" cy="89640"/>
          </a:xfrm>
          <a:custGeom>
            <a:avLst/>
            <a:gdLst/>
            <a:ahLst/>
            <a:rect l="0" t="0" r="r" b="b"/>
            <a:pathLst>
              <a:path w="392" h="249">
                <a:moveTo>
                  <a:pt x="0" y="0"/>
                </a:moveTo>
                <a:lnTo>
                  <a:pt x="392" y="0"/>
                </a:lnTo>
                <a:lnTo>
                  <a:pt x="392" y="249"/>
                </a:lnTo>
                <a:lnTo>
                  <a:pt x="0" y="249"/>
                </a:lnTo>
                <a:lnTo>
                  <a:pt x="0" y="0"/>
                </a:lnTo>
                <a:close/>
              </a:path>
            </a:pathLst>
          </a:custGeom>
          <a:solidFill>
            <a:srgbClr val="F2E5DD"/>
          </a:solidFill>
          <a:ln w="5400">
            <a:solidFill>
              <a:srgbClr val="FFFFFF"/>
            </a:solidFill>
            <a:miter/>
          </a:ln>
        </p:spPr>
        <p:txBody>
          <a:bodyPr lIns="2520" tIns="2520" rIns="2520" bIns="25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628" name=""/>
          <p:cNvSpPr/>
          <p:nvPr/>
        </p:nvSpPr>
        <p:spPr>
          <a:xfrm>
            <a:off x="3098520" y="3494520"/>
            <a:ext cx="141120" cy="89640"/>
          </a:xfrm>
          <a:custGeom>
            <a:avLst/>
            <a:gdLst/>
            <a:ahLst/>
            <a:rect l="0" t="0" r="r" b="b"/>
            <a:pathLst>
              <a:path w="392" h="249">
                <a:moveTo>
                  <a:pt x="0" y="0"/>
                </a:moveTo>
                <a:lnTo>
                  <a:pt x="392" y="0"/>
                </a:lnTo>
                <a:lnTo>
                  <a:pt x="392" y="249"/>
                </a:lnTo>
                <a:lnTo>
                  <a:pt x="0" y="249"/>
                </a:lnTo>
                <a:lnTo>
                  <a:pt x="0" y="0"/>
                </a:lnTo>
                <a:close/>
              </a:path>
            </a:pathLst>
          </a:custGeom>
          <a:solidFill>
            <a:srgbClr val="D2DCE7"/>
          </a:solidFill>
          <a:ln w="5400">
            <a:solidFill>
              <a:srgbClr val="FFFFFF"/>
            </a:solidFill>
            <a:miter/>
          </a:ln>
        </p:spPr>
        <p:txBody>
          <a:bodyPr lIns="2520" tIns="2520" rIns="2520" bIns="25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629" name=""/>
          <p:cNvSpPr/>
          <p:nvPr/>
        </p:nvSpPr>
        <p:spPr>
          <a:xfrm>
            <a:off x="3098520" y="2959200"/>
            <a:ext cx="141120" cy="89640"/>
          </a:xfrm>
          <a:custGeom>
            <a:avLst/>
            <a:gdLst/>
            <a:ahLst/>
            <a:rect l="0" t="0" r="r" b="b"/>
            <a:pathLst>
              <a:path w="392" h="249">
                <a:moveTo>
                  <a:pt x="0" y="0"/>
                </a:moveTo>
                <a:lnTo>
                  <a:pt x="392" y="0"/>
                </a:lnTo>
                <a:lnTo>
                  <a:pt x="392" y="249"/>
                </a:lnTo>
                <a:lnTo>
                  <a:pt x="0" y="249"/>
                </a:lnTo>
                <a:lnTo>
                  <a:pt x="0" y="0"/>
                </a:lnTo>
                <a:close/>
              </a:path>
            </a:pathLst>
          </a:custGeom>
          <a:solidFill>
            <a:srgbClr val="EAA68A"/>
          </a:solidFill>
          <a:ln w="5400">
            <a:solidFill>
              <a:srgbClr val="FFFFFF"/>
            </a:solidFill>
            <a:miter/>
          </a:ln>
        </p:spPr>
        <p:txBody>
          <a:bodyPr lIns="2520" tIns="2520" rIns="2520" bIns="25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630" name=""/>
          <p:cNvSpPr/>
          <p:nvPr/>
        </p:nvSpPr>
        <p:spPr>
          <a:xfrm>
            <a:off x="3098520" y="3940560"/>
            <a:ext cx="141120" cy="89640"/>
          </a:xfrm>
          <a:custGeom>
            <a:avLst/>
            <a:gdLst/>
            <a:ahLst/>
            <a:rect l="0" t="0" r="r" b="b"/>
            <a:pathLst>
              <a:path w="392" h="249">
                <a:moveTo>
                  <a:pt x="0" y="0"/>
                </a:moveTo>
                <a:lnTo>
                  <a:pt x="392" y="0"/>
                </a:lnTo>
                <a:lnTo>
                  <a:pt x="392" y="249"/>
                </a:lnTo>
                <a:lnTo>
                  <a:pt x="0" y="249"/>
                </a:lnTo>
                <a:lnTo>
                  <a:pt x="0" y="0"/>
                </a:lnTo>
                <a:close/>
              </a:path>
            </a:pathLst>
          </a:custGeom>
          <a:solidFill>
            <a:srgbClr val="E9A487"/>
          </a:solidFill>
          <a:ln w="5400">
            <a:solidFill>
              <a:srgbClr val="FFFFFF"/>
            </a:solidFill>
            <a:miter/>
          </a:ln>
        </p:spPr>
        <p:txBody>
          <a:bodyPr lIns="2520" tIns="2520" rIns="2520" bIns="25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631" name=""/>
          <p:cNvSpPr/>
          <p:nvPr/>
        </p:nvSpPr>
        <p:spPr>
          <a:xfrm>
            <a:off x="3098520" y="4386600"/>
            <a:ext cx="141120" cy="89640"/>
          </a:xfrm>
          <a:custGeom>
            <a:avLst/>
            <a:gdLst/>
            <a:ahLst/>
            <a:rect l="0" t="0" r="r" b="b"/>
            <a:pathLst>
              <a:path w="392" h="249">
                <a:moveTo>
                  <a:pt x="0" y="0"/>
                </a:moveTo>
                <a:lnTo>
                  <a:pt x="392" y="0"/>
                </a:lnTo>
                <a:lnTo>
                  <a:pt x="392" y="249"/>
                </a:lnTo>
                <a:lnTo>
                  <a:pt x="0" y="249"/>
                </a:lnTo>
                <a:lnTo>
                  <a:pt x="0" y="0"/>
                </a:lnTo>
                <a:close/>
              </a:path>
            </a:pathLst>
          </a:custGeom>
          <a:solidFill>
            <a:srgbClr val="D0DAE6"/>
          </a:solidFill>
          <a:ln w="5400">
            <a:solidFill>
              <a:srgbClr val="FFFFFF"/>
            </a:solidFill>
            <a:miter/>
          </a:ln>
        </p:spPr>
        <p:txBody>
          <a:bodyPr lIns="2520" tIns="2520" rIns="2520" bIns="25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632" name=""/>
          <p:cNvSpPr/>
          <p:nvPr/>
        </p:nvSpPr>
        <p:spPr>
          <a:xfrm>
            <a:off x="3098520" y="5011200"/>
            <a:ext cx="141120" cy="89280"/>
          </a:xfrm>
          <a:custGeom>
            <a:avLst/>
            <a:gdLst/>
            <a:ahLst/>
            <a:rect l="0" t="0" r="r" b="b"/>
            <a:pathLst>
              <a:path w="392" h="248">
                <a:moveTo>
                  <a:pt x="0" y="0"/>
                </a:moveTo>
                <a:lnTo>
                  <a:pt x="392" y="0"/>
                </a:lnTo>
                <a:lnTo>
                  <a:pt x="392" y="248"/>
                </a:lnTo>
                <a:lnTo>
                  <a:pt x="0" y="248"/>
                </a:lnTo>
                <a:lnTo>
                  <a:pt x="0" y="0"/>
                </a:lnTo>
                <a:close/>
              </a:path>
            </a:pathLst>
          </a:custGeom>
          <a:solidFill>
            <a:srgbClr val="DBE2E9"/>
          </a:solidFill>
          <a:ln w="5400">
            <a:solidFill>
              <a:srgbClr val="FFFFFF"/>
            </a:solidFill>
            <a:miter/>
          </a:ln>
        </p:spPr>
        <p:txBody>
          <a:bodyPr lIns="2520" tIns="2520" rIns="2520" bIns="25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633" name=""/>
          <p:cNvSpPr/>
          <p:nvPr/>
        </p:nvSpPr>
        <p:spPr>
          <a:xfrm>
            <a:off x="3098520" y="4654440"/>
            <a:ext cx="141120" cy="89280"/>
          </a:xfrm>
          <a:custGeom>
            <a:avLst/>
            <a:gdLst/>
            <a:ahLst/>
            <a:rect l="0" t="0" r="r" b="b"/>
            <a:pathLst>
              <a:path w="392" h="248">
                <a:moveTo>
                  <a:pt x="0" y="0"/>
                </a:moveTo>
                <a:lnTo>
                  <a:pt x="392" y="0"/>
                </a:lnTo>
                <a:lnTo>
                  <a:pt x="392" y="248"/>
                </a:lnTo>
                <a:lnTo>
                  <a:pt x="0" y="248"/>
                </a:lnTo>
                <a:lnTo>
                  <a:pt x="0" y="0"/>
                </a:lnTo>
                <a:close/>
              </a:path>
            </a:pathLst>
          </a:custGeom>
          <a:solidFill>
            <a:srgbClr val="F0C9B8"/>
          </a:solidFill>
          <a:ln w="5400">
            <a:solidFill>
              <a:srgbClr val="FFFFFF"/>
            </a:solidFill>
            <a:miter/>
          </a:ln>
        </p:spPr>
        <p:txBody>
          <a:bodyPr lIns="2520" tIns="2520" rIns="2520" bIns="25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634" name=""/>
          <p:cNvSpPr/>
          <p:nvPr/>
        </p:nvSpPr>
        <p:spPr>
          <a:xfrm>
            <a:off x="3098520" y="4029840"/>
            <a:ext cx="141120" cy="89640"/>
          </a:xfrm>
          <a:custGeom>
            <a:avLst/>
            <a:gdLst/>
            <a:ahLst/>
            <a:rect l="0" t="0" r="r" b="b"/>
            <a:pathLst>
              <a:path w="392" h="249">
                <a:moveTo>
                  <a:pt x="0" y="0"/>
                </a:moveTo>
                <a:lnTo>
                  <a:pt x="392" y="0"/>
                </a:lnTo>
                <a:lnTo>
                  <a:pt x="392" y="249"/>
                </a:lnTo>
                <a:lnTo>
                  <a:pt x="0" y="249"/>
                </a:lnTo>
                <a:lnTo>
                  <a:pt x="0" y="0"/>
                </a:lnTo>
                <a:close/>
              </a:path>
            </a:pathLst>
          </a:custGeom>
          <a:solidFill>
            <a:srgbClr val="ECB59C"/>
          </a:solidFill>
          <a:ln w="5400">
            <a:solidFill>
              <a:srgbClr val="FFFFFF"/>
            </a:solidFill>
            <a:miter/>
          </a:ln>
        </p:spPr>
        <p:txBody>
          <a:bodyPr lIns="2520" tIns="2520" rIns="2520" bIns="25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635" name=""/>
          <p:cNvSpPr/>
          <p:nvPr/>
        </p:nvSpPr>
        <p:spPr>
          <a:xfrm>
            <a:off x="3098520" y="2870280"/>
            <a:ext cx="141120" cy="89280"/>
          </a:xfrm>
          <a:custGeom>
            <a:avLst/>
            <a:gdLst/>
            <a:ahLst/>
            <a:rect l="0" t="0" r="r" b="b"/>
            <a:pathLst>
              <a:path w="392" h="248">
                <a:moveTo>
                  <a:pt x="0" y="0"/>
                </a:moveTo>
                <a:lnTo>
                  <a:pt x="392" y="0"/>
                </a:lnTo>
                <a:lnTo>
                  <a:pt x="392" y="248"/>
                </a:lnTo>
                <a:lnTo>
                  <a:pt x="0" y="248"/>
                </a:lnTo>
                <a:lnTo>
                  <a:pt x="0" y="0"/>
                </a:lnTo>
                <a:close/>
              </a:path>
            </a:pathLst>
          </a:custGeom>
          <a:solidFill>
            <a:srgbClr val="EFC5B2"/>
          </a:solidFill>
          <a:ln w="5400">
            <a:solidFill>
              <a:srgbClr val="FFFFFF"/>
            </a:solidFill>
            <a:miter/>
          </a:ln>
        </p:spPr>
        <p:txBody>
          <a:bodyPr lIns="2520" tIns="2520" rIns="2520" bIns="25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636" name=""/>
          <p:cNvSpPr/>
          <p:nvPr/>
        </p:nvSpPr>
        <p:spPr>
          <a:xfrm>
            <a:off x="3098520" y="4743360"/>
            <a:ext cx="141120" cy="89640"/>
          </a:xfrm>
          <a:custGeom>
            <a:avLst/>
            <a:gdLst/>
            <a:ahLst/>
            <a:rect l="0" t="0" r="r" b="b"/>
            <a:pathLst>
              <a:path w="392" h="249">
                <a:moveTo>
                  <a:pt x="0" y="0"/>
                </a:moveTo>
                <a:lnTo>
                  <a:pt x="392" y="0"/>
                </a:lnTo>
                <a:lnTo>
                  <a:pt x="392" y="249"/>
                </a:lnTo>
                <a:lnTo>
                  <a:pt x="0" y="249"/>
                </a:lnTo>
                <a:lnTo>
                  <a:pt x="0" y="0"/>
                </a:lnTo>
                <a:close/>
              </a:path>
            </a:pathLst>
          </a:custGeom>
          <a:solidFill>
            <a:srgbClr val="D6DFE8"/>
          </a:solidFill>
          <a:ln w="5400">
            <a:solidFill>
              <a:srgbClr val="FFFFFF"/>
            </a:solidFill>
            <a:miter/>
          </a:ln>
        </p:spPr>
        <p:txBody>
          <a:bodyPr lIns="2520" tIns="2520" rIns="2520" bIns="25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637" name=""/>
          <p:cNvSpPr/>
          <p:nvPr/>
        </p:nvSpPr>
        <p:spPr>
          <a:xfrm>
            <a:off x="3098520" y="4475880"/>
            <a:ext cx="141120" cy="89640"/>
          </a:xfrm>
          <a:custGeom>
            <a:avLst/>
            <a:gdLst/>
            <a:ahLst/>
            <a:rect l="0" t="0" r="r" b="b"/>
            <a:pathLst>
              <a:path w="392" h="249">
                <a:moveTo>
                  <a:pt x="0" y="0"/>
                </a:moveTo>
                <a:lnTo>
                  <a:pt x="392" y="0"/>
                </a:lnTo>
                <a:lnTo>
                  <a:pt x="392" y="249"/>
                </a:lnTo>
                <a:lnTo>
                  <a:pt x="0" y="249"/>
                </a:lnTo>
                <a:lnTo>
                  <a:pt x="0" y="0"/>
                </a:lnTo>
                <a:close/>
              </a:path>
            </a:pathLst>
          </a:custGeom>
          <a:solidFill>
            <a:srgbClr val="CCD9E6"/>
          </a:solidFill>
          <a:ln w="5400">
            <a:solidFill>
              <a:srgbClr val="FFFFFF"/>
            </a:solidFill>
            <a:miter/>
          </a:ln>
        </p:spPr>
        <p:txBody>
          <a:bodyPr lIns="2520" tIns="2520" rIns="2520" bIns="25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638" name=""/>
          <p:cNvSpPr/>
          <p:nvPr/>
        </p:nvSpPr>
        <p:spPr>
          <a:xfrm>
            <a:off x="3098520" y="4297320"/>
            <a:ext cx="141120" cy="89640"/>
          </a:xfrm>
          <a:custGeom>
            <a:avLst/>
            <a:gdLst/>
            <a:ahLst/>
            <a:rect l="0" t="0" r="r" b="b"/>
            <a:pathLst>
              <a:path w="392" h="249">
                <a:moveTo>
                  <a:pt x="0" y="0"/>
                </a:moveTo>
                <a:lnTo>
                  <a:pt x="392" y="0"/>
                </a:lnTo>
                <a:lnTo>
                  <a:pt x="392" y="249"/>
                </a:lnTo>
                <a:lnTo>
                  <a:pt x="0" y="249"/>
                </a:lnTo>
                <a:lnTo>
                  <a:pt x="0" y="0"/>
                </a:lnTo>
                <a:close/>
              </a:path>
            </a:pathLst>
          </a:custGeom>
          <a:solidFill>
            <a:srgbClr val="F1D5C7"/>
          </a:solidFill>
          <a:ln w="5400">
            <a:solidFill>
              <a:srgbClr val="FFFFFF"/>
            </a:solidFill>
            <a:miter/>
          </a:ln>
        </p:spPr>
        <p:txBody>
          <a:bodyPr lIns="2520" tIns="2520" rIns="2520" bIns="25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639" name=""/>
          <p:cNvSpPr/>
          <p:nvPr/>
        </p:nvSpPr>
        <p:spPr>
          <a:xfrm>
            <a:off x="3239280" y="3137760"/>
            <a:ext cx="141120" cy="89640"/>
          </a:xfrm>
          <a:custGeom>
            <a:avLst/>
            <a:gdLst/>
            <a:ahLst/>
            <a:rect l="0" t="0" r="r" b="b"/>
            <a:pathLst>
              <a:path w="392" h="249">
                <a:moveTo>
                  <a:pt x="0" y="0"/>
                </a:moveTo>
                <a:lnTo>
                  <a:pt x="392" y="0"/>
                </a:lnTo>
                <a:lnTo>
                  <a:pt x="392" y="249"/>
                </a:lnTo>
                <a:lnTo>
                  <a:pt x="0" y="249"/>
                </a:lnTo>
                <a:lnTo>
                  <a:pt x="0" y="0"/>
                </a:lnTo>
                <a:close/>
              </a:path>
            </a:pathLst>
          </a:custGeom>
          <a:solidFill>
            <a:srgbClr val="EEEEED"/>
          </a:solidFill>
          <a:ln w="5400">
            <a:solidFill>
              <a:srgbClr val="FFFFFF"/>
            </a:solidFill>
            <a:miter/>
          </a:ln>
        </p:spPr>
        <p:txBody>
          <a:bodyPr lIns="2520" tIns="2520" rIns="2520" bIns="25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640" name=""/>
          <p:cNvSpPr/>
          <p:nvPr/>
        </p:nvSpPr>
        <p:spPr>
          <a:xfrm>
            <a:off x="3239280" y="4208400"/>
            <a:ext cx="141120" cy="89280"/>
          </a:xfrm>
          <a:custGeom>
            <a:avLst/>
            <a:gdLst/>
            <a:ahLst/>
            <a:rect l="0" t="0" r="r" b="b"/>
            <a:pathLst>
              <a:path w="392" h="248">
                <a:moveTo>
                  <a:pt x="0" y="0"/>
                </a:moveTo>
                <a:lnTo>
                  <a:pt x="392" y="0"/>
                </a:lnTo>
                <a:lnTo>
                  <a:pt x="392" y="248"/>
                </a:lnTo>
                <a:lnTo>
                  <a:pt x="0" y="248"/>
                </a:lnTo>
                <a:lnTo>
                  <a:pt x="0" y="0"/>
                </a:lnTo>
                <a:close/>
              </a:path>
            </a:pathLst>
          </a:custGeom>
          <a:solidFill>
            <a:srgbClr val="D5DEE7"/>
          </a:solidFill>
          <a:ln w="5400">
            <a:solidFill>
              <a:srgbClr val="FFFFFF"/>
            </a:solidFill>
            <a:miter/>
          </a:ln>
        </p:spPr>
        <p:txBody>
          <a:bodyPr lIns="2520" tIns="2520" rIns="2520" bIns="25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641" name=""/>
          <p:cNvSpPr/>
          <p:nvPr/>
        </p:nvSpPr>
        <p:spPr>
          <a:xfrm>
            <a:off x="3239280" y="4565160"/>
            <a:ext cx="141120" cy="89640"/>
          </a:xfrm>
          <a:custGeom>
            <a:avLst/>
            <a:gdLst/>
            <a:ahLst/>
            <a:rect l="0" t="0" r="r" b="b"/>
            <a:pathLst>
              <a:path w="392" h="249">
                <a:moveTo>
                  <a:pt x="0" y="0"/>
                </a:moveTo>
                <a:lnTo>
                  <a:pt x="392" y="0"/>
                </a:lnTo>
                <a:lnTo>
                  <a:pt x="392" y="249"/>
                </a:lnTo>
                <a:lnTo>
                  <a:pt x="0" y="249"/>
                </a:lnTo>
                <a:lnTo>
                  <a:pt x="0" y="0"/>
                </a:lnTo>
                <a:close/>
              </a:path>
            </a:pathLst>
          </a:custGeom>
          <a:solidFill>
            <a:srgbClr val="F2E1D8"/>
          </a:solidFill>
          <a:ln w="5400">
            <a:solidFill>
              <a:srgbClr val="FFFFFF"/>
            </a:solidFill>
            <a:miter/>
          </a:ln>
        </p:spPr>
        <p:txBody>
          <a:bodyPr lIns="2520" tIns="2520" rIns="2520" bIns="25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642" name=""/>
          <p:cNvSpPr/>
          <p:nvPr/>
        </p:nvSpPr>
        <p:spPr>
          <a:xfrm>
            <a:off x="3239280" y="5100480"/>
            <a:ext cx="141120" cy="89280"/>
          </a:xfrm>
          <a:custGeom>
            <a:avLst/>
            <a:gdLst/>
            <a:ahLst/>
            <a:rect l="0" t="0" r="r" b="b"/>
            <a:pathLst>
              <a:path w="392" h="248">
                <a:moveTo>
                  <a:pt x="0" y="0"/>
                </a:moveTo>
                <a:lnTo>
                  <a:pt x="392" y="0"/>
                </a:lnTo>
                <a:lnTo>
                  <a:pt x="392" y="248"/>
                </a:lnTo>
                <a:lnTo>
                  <a:pt x="0" y="248"/>
                </a:lnTo>
                <a:lnTo>
                  <a:pt x="0" y="0"/>
                </a:lnTo>
                <a:close/>
              </a:path>
            </a:pathLst>
          </a:custGeom>
          <a:solidFill>
            <a:srgbClr val="D7E0E8"/>
          </a:solidFill>
          <a:ln w="5400">
            <a:solidFill>
              <a:srgbClr val="FFFFFF"/>
            </a:solidFill>
            <a:miter/>
          </a:ln>
        </p:spPr>
        <p:txBody>
          <a:bodyPr lIns="2520" tIns="2520" rIns="2520" bIns="25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643" name=""/>
          <p:cNvSpPr/>
          <p:nvPr/>
        </p:nvSpPr>
        <p:spPr>
          <a:xfrm>
            <a:off x="3239280" y="2781000"/>
            <a:ext cx="141120" cy="89640"/>
          </a:xfrm>
          <a:custGeom>
            <a:avLst/>
            <a:gdLst/>
            <a:ahLst/>
            <a:rect l="0" t="0" r="r" b="b"/>
            <a:pathLst>
              <a:path w="392" h="249">
                <a:moveTo>
                  <a:pt x="0" y="0"/>
                </a:moveTo>
                <a:lnTo>
                  <a:pt x="392" y="0"/>
                </a:lnTo>
                <a:lnTo>
                  <a:pt x="392" y="249"/>
                </a:lnTo>
                <a:lnTo>
                  <a:pt x="0" y="249"/>
                </a:lnTo>
                <a:lnTo>
                  <a:pt x="0" y="0"/>
                </a:lnTo>
                <a:close/>
              </a:path>
            </a:pathLst>
          </a:custGeom>
          <a:solidFill>
            <a:srgbClr val="DD7954"/>
          </a:solidFill>
          <a:ln w="5400">
            <a:solidFill>
              <a:srgbClr val="FFFFFF"/>
            </a:solidFill>
            <a:miter/>
          </a:ln>
        </p:spPr>
        <p:txBody>
          <a:bodyPr lIns="2520" tIns="2520" rIns="2520" bIns="252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644" name=""/>
          <p:cNvSpPr/>
          <p:nvPr/>
        </p:nvSpPr>
        <p:spPr>
          <a:xfrm>
            <a:off x="3239280" y="4832640"/>
            <a:ext cx="141120" cy="89640"/>
          </a:xfrm>
          <a:custGeom>
            <a:avLst/>
            <a:gdLst/>
            <a:ahLst/>
            <a:rect l="0" t="0" r="r" b="b"/>
            <a:pathLst>
              <a:path w="392" h="249">
                <a:moveTo>
                  <a:pt x="0" y="0"/>
                </a:moveTo>
                <a:lnTo>
                  <a:pt x="392" y="0"/>
                </a:lnTo>
                <a:lnTo>
                  <a:pt x="392" y="249"/>
                </a:lnTo>
                <a:lnTo>
                  <a:pt x="0" y="249"/>
                </a:lnTo>
                <a:lnTo>
                  <a:pt x="0" y="0"/>
                </a:lnTo>
                <a:close/>
              </a:path>
            </a:pathLst>
          </a:custGeom>
          <a:solidFill>
            <a:srgbClr val="D4DEE7"/>
          </a:solidFill>
          <a:ln w="5400">
            <a:solidFill>
              <a:srgbClr val="FFFFFF"/>
            </a:solidFill>
            <a:miter/>
          </a:ln>
        </p:spPr>
        <p:txBody>
          <a:bodyPr lIns="2520" tIns="2520" rIns="2520" bIns="25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645" name=""/>
          <p:cNvSpPr/>
          <p:nvPr/>
        </p:nvSpPr>
        <p:spPr>
          <a:xfrm>
            <a:off x="3239280" y="3227040"/>
            <a:ext cx="141120" cy="89640"/>
          </a:xfrm>
          <a:custGeom>
            <a:avLst/>
            <a:gdLst/>
            <a:ahLst/>
            <a:rect l="0" t="0" r="r" b="b"/>
            <a:pathLst>
              <a:path w="392" h="249">
                <a:moveTo>
                  <a:pt x="0" y="0"/>
                </a:moveTo>
                <a:lnTo>
                  <a:pt x="392" y="0"/>
                </a:lnTo>
                <a:lnTo>
                  <a:pt x="392" y="249"/>
                </a:lnTo>
                <a:lnTo>
                  <a:pt x="0" y="249"/>
                </a:lnTo>
                <a:lnTo>
                  <a:pt x="0" y="0"/>
                </a:lnTo>
                <a:close/>
              </a:path>
            </a:pathLst>
          </a:custGeom>
          <a:solidFill>
            <a:srgbClr val="CCD8E5"/>
          </a:solidFill>
          <a:ln w="5400">
            <a:solidFill>
              <a:srgbClr val="FFFFFF"/>
            </a:solidFill>
            <a:miter/>
          </a:ln>
        </p:spPr>
        <p:txBody>
          <a:bodyPr lIns="2520" tIns="2520" rIns="2520" bIns="25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646" name=""/>
          <p:cNvSpPr/>
          <p:nvPr/>
        </p:nvSpPr>
        <p:spPr>
          <a:xfrm>
            <a:off x="3239280" y="2513160"/>
            <a:ext cx="141120" cy="89640"/>
          </a:xfrm>
          <a:custGeom>
            <a:avLst/>
            <a:gdLst/>
            <a:ahLst/>
            <a:rect l="0" t="0" r="r" b="b"/>
            <a:pathLst>
              <a:path w="392" h="249">
                <a:moveTo>
                  <a:pt x="0" y="0"/>
                </a:moveTo>
                <a:lnTo>
                  <a:pt x="392" y="0"/>
                </a:lnTo>
                <a:lnTo>
                  <a:pt x="392" y="249"/>
                </a:lnTo>
                <a:lnTo>
                  <a:pt x="0" y="249"/>
                </a:lnTo>
                <a:lnTo>
                  <a:pt x="0" y="0"/>
                </a:lnTo>
                <a:close/>
              </a:path>
            </a:pathLst>
          </a:custGeom>
          <a:solidFill>
            <a:srgbClr val="F2EDE9"/>
          </a:solidFill>
          <a:ln w="5400">
            <a:solidFill>
              <a:srgbClr val="FFFFFF"/>
            </a:solidFill>
            <a:miter/>
          </a:ln>
        </p:spPr>
        <p:txBody>
          <a:bodyPr lIns="2520" tIns="2520" rIns="2520" bIns="25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647" name=""/>
          <p:cNvSpPr/>
          <p:nvPr/>
        </p:nvSpPr>
        <p:spPr>
          <a:xfrm>
            <a:off x="3239280" y="3405240"/>
            <a:ext cx="141120" cy="89640"/>
          </a:xfrm>
          <a:custGeom>
            <a:avLst/>
            <a:gdLst/>
            <a:ahLst/>
            <a:rect l="0" t="0" r="r" b="b"/>
            <a:pathLst>
              <a:path w="392" h="249">
                <a:moveTo>
                  <a:pt x="0" y="0"/>
                </a:moveTo>
                <a:lnTo>
                  <a:pt x="392" y="0"/>
                </a:lnTo>
                <a:lnTo>
                  <a:pt x="392" y="249"/>
                </a:lnTo>
                <a:lnTo>
                  <a:pt x="0" y="249"/>
                </a:lnTo>
                <a:lnTo>
                  <a:pt x="0" y="0"/>
                </a:lnTo>
                <a:close/>
              </a:path>
            </a:pathLst>
          </a:custGeom>
          <a:solidFill>
            <a:srgbClr val="F2E1D8"/>
          </a:solidFill>
          <a:ln w="5400">
            <a:solidFill>
              <a:srgbClr val="FFFFFF"/>
            </a:solidFill>
            <a:miter/>
          </a:ln>
        </p:spPr>
        <p:txBody>
          <a:bodyPr lIns="2520" tIns="2520" rIns="2520" bIns="25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648" name=""/>
          <p:cNvSpPr/>
          <p:nvPr/>
        </p:nvSpPr>
        <p:spPr>
          <a:xfrm>
            <a:off x="3239280" y="4921920"/>
            <a:ext cx="141120" cy="89640"/>
          </a:xfrm>
          <a:custGeom>
            <a:avLst/>
            <a:gdLst/>
            <a:ahLst/>
            <a:rect l="0" t="0" r="r" b="b"/>
            <a:pathLst>
              <a:path w="392" h="249">
                <a:moveTo>
                  <a:pt x="0" y="0"/>
                </a:moveTo>
                <a:lnTo>
                  <a:pt x="392" y="0"/>
                </a:lnTo>
                <a:lnTo>
                  <a:pt x="392" y="249"/>
                </a:lnTo>
                <a:lnTo>
                  <a:pt x="0" y="249"/>
                </a:lnTo>
                <a:lnTo>
                  <a:pt x="0" y="0"/>
                </a:lnTo>
                <a:close/>
              </a:path>
            </a:pathLst>
          </a:custGeom>
          <a:solidFill>
            <a:srgbClr val="F1DACF"/>
          </a:solidFill>
          <a:ln w="5400">
            <a:solidFill>
              <a:srgbClr val="FFFFFF"/>
            </a:solidFill>
            <a:miter/>
          </a:ln>
        </p:spPr>
        <p:txBody>
          <a:bodyPr lIns="2520" tIns="2520" rIns="2520" bIns="25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649" name=""/>
          <p:cNvSpPr/>
          <p:nvPr/>
        </p:nvSpPr>
        <p:spPr>
          <a:xfrm>
            <a:off x="3239280" y="2602440"/>
            <a:ext cx="141120" cy="89640"/>
          </a:xfrm>
          <a:custGeom>
            <a:avLst/>
            <a:gdLst/>
            <a:ahLst/>
            <a:rect l="0" t="0" r="r" b="b"/>
            <a:pathLst>
              <a:path w="392" h="249">
                <a:moveTo>
                  <a:pt x="0" y="0"/>
                </a:moveTo>
                <a:lnTo>
                  <a:pt x="392" y="0"/>
                </a:lnTo>
                <a:lnTo>
                  <a:pt x="392" y="249"/>
                </a:lnTo>
                <a:lnTo>
                  <a:pt x="0" y="249"/>
                </a:lnTo>
                <a:lnTo>
                  <a:pt x="0" y="0"/>
                </a:lnTo>
                <a:close/>
              </a:path>
            </a:pathLst>
          </a:custGeom>
          <a:solidFill>
            <a:srgbClr val="F1D6CA"/>
          </a:solidFill>
          <a:ln w="5400">
            <a:solidFill>
              <a:srgbClr val="FFFFFF"/>
            </a:solidFill>
            <a:miter/>
          </a:ln>
        </p:spPr>
        <p:txBody>
          <a:bodyPr lIns="2520" tIns="2520" rIns="2520" bIns="25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650" name=""/>
          <p:cNvSpPr/>
          <p:nvPr/>
        </p:nvSpPr>
        <p:spPr>
          <a:xfrm>
            <a:off x="3239280" y="3762360"/>
            <a:ext cx="141120" cy="89280"/>
          </a:xfrm>
          <a:custGeom>
            <a:avLst/>
            <a:gdLst/>
            <a:ahLst/>
            <a:rect l="0" t="0" r="r" b="b"/>
            <a:pathLst>
              <a:path w="392" h="248">
                <a:moveTo>
                  <a:pt x="0" y="0"/>
                </a:moveTo>
                <a:lnTo>
                  <a:pt x="392" y="0"/>
                </a:lnTo>
                <a:lnTo>
                  <a:pt x="392" y="248"/>
                </a:lnTo>
                <a:lnTo>
                  <a:pt x="0" y="248"/>
                </a:lnTo>
                <a:lnTo>
                  <a:pt x="0" y="0"/>
                </a:lnTo>
                <a:close/>
              </a:path>
            </a:pathLst>
          </a:custGeom>
          <a:solidFill>
            <a:srgbClr val="EEEEED"/>
          </a:solidFill>
          <a:ln w="5400">
            <a:solidFill>
              <a:srgbClr val="FFFFFF"/>
            </a:solidFill>
            <a:miter/>
          </a:ln>
        </p:spPr>
        <p:txBody>
          <a:bodyPr lIns="2520" tIns="2520" rIns="2520" bIns="25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651" name=""/>
          <p:cNvSpPr/>
          <p:nvPr/>
        </p:nvSpPr>
        <p:spPr>
          <a:xfrm>
            <a:off x="3239280" y="4119120"/>
            <a:ext cx="141120" cy="89640"/>
          </a:xfrm>
          <a:custGeom>
            <a:avLst/>
            <a:gdLst/>
            <a:ahLst/>
            <a:rect l="0" t="0" r="r" b="b"/>
            <a:pathLst>
              <a:path w="392" h="249">
                <a:moveTo>
                  <a:pt x="0" y="0"/>
                </a:moveTo>
                <a:lnTo>
                  <a:pt x="392" y="0"/>
                </a:lnTo>
                <a:lnTo>
                  <a:pt x="392" y="249"/>
                </a:lnTo>
                <a:lnTo>
                  <a:pt x="0" y="249"/>
                </a:lnTo>
                <a:lnTo>
                  <a:pt x="0" y="0"/>
                </a:lnTo>
                <a:close/>
              </a:path>
            </a:pathLst>
          </a:custGeom>
          <a:solidFill>
            <a:srgbClr val="F0D1C2"/>
          </a:solidFill>
          <a:ln w="5400">
            <a:solidFill>
              <a:srgbClr val="FFFFFF"/>
            </a:solidFill>
            <a:miter/>
          </a:ln>
        </p:spPr>
        <p:txBody>
          <a:bodyPr lIns="2520" tIns="2520" rIns="2520" bIns="25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652" name=""/>
          <p:cNvSpPr/>
          <p:nvPr/>
        </p:nvSpPr>
        <p:spPr>
          <a:xfrm>
            <a:off x="3239280" y="2424240"/>
            <a:ext cx="141120" cy="89280"/>
          </a:xfrm>
          <a:custGeom>
            <a:avLst/>
            <a:gdLst/>
            <a:ahLst/>
            <a:rect l="0" t="0" r="r" b="b"/>
            <a:pathLst>
              <a:path w="392" h="248">
                <a:moveTo>
                  <a:pt x="0" y="0"/>
                </a:moveTo>
                <a:lnTo>
                  <a:pt x="392" y="0"/>
                </a:lnTo>
                <a:lnTo>
                  <a:pt x="392" y="248"/>
                </a:lnTo>
                <a:lnTo>
                  <a:pt x="0" y="248"/>
                </a:lnTo>
                <a:lnTo>
                  <a:pt x="0" y="0"/>
                </a:lnTo>
                <a:close/>
              </a:path>
            </a:pathLst>
          </a:custGeom>
          <a:solidFill>
            <a:srgbClr val="F0CDBD"/>
          </a:solidFill>
          <a:ln w="5400">
            <a:solidFill>
              <a:srgbClr val="FFFFFF"/>
            </a:solidFill>
            <a:miter/>
          </a:ln>
        </p:spPr>
        <p:txBody>
          <a:bodyPr lIns="2520" tIns="2520" rIns="2520" bIns="25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653" name=""/>
          <p:cNvSpPr/>
          <p:nvPr/>
        </p:nvSpPr>
        <p:spPr>
          <a:xfrm>
            <a:off x="3239280" y="2691720"/>
            <a:ext cx="141120" cy="89640"/>
          </a:xfrm>
          <a:custGeom>
            <a:avLst/>
            <a:gdLst/>
            <a:ahLst/>
            <a:rect l="0" t="0" r="r" b="b"/>
            <a:pathLst>
              <a:path w="392" h="249">
                <a:moveTo>
                  <a:pt x="0" y="0"/>
                </a:moveTo>
                <a:lnTo>
                  <a:pt x="392" y="0"/>
                </a:lnTo>
                <a:lnTo>
                  <a:pt x="392" y="249"/>
                </a:lnTo>
                <a:lnTo>
                  <a:pt x="0" y="249"/>
                </a:lnTo>
                <a:lnTo>
                  <a:pt x="0" y="0"/>
                </a:lnTo>
                <a:close/>
              </a:path>
            </a:pathLst>
          </a:custGeom>
          <a:solidFill>
            <a:srgbClr val="F0CBBA"/>
          </a:solidFill>
          <a:ln w="5400">
            <a:solidFill>
              <a:srgbClr val="FFFFFF"/>
            </a:solidFill>
            <a:miter/>
          </a:ln>
        </p:spPr>
        <p:txBody>
          <a:bodyPr lIns="2520" tIns="2520" rIns="2520" bIns="25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654" name=""/>
          <p:cNvSpPr/>
          <p:nvPr/>
        </p:nvSpPr>
        <p:spPr>
          <a:xfrm>
            <a:off x="3239280" y="3851280"/>
            <a:ext cx="141120" cy="89640"/>
          </a:xfrm>
          <a:custGeom>
            <a:avLst/>
            <a:gdLst/>
            <a:ahLst/>
            <a:rect l="0" t="0" r="r" b="b"/>
            <a:pathLst>
              <a:path w="392" h="249">
                <a:moveTo>
                  <a:pt x="0" y="0"/>
                </a:moveTo>
                <a:lnTo>
                  <a:pt x="392" y="0"/>
                </a:lnTo>
                <a:lnTo>
                  <a:pt x="392" y="249"/>
                </a:lnTo>
                <a:lnTo>
                  <a:pt x="0" y="249"/>
                </a:lnTo>
                <a:lnTo>
                  <a:pt x="0" y="0"/>
                </a:lnTo>
                <a:close/>
              </a:path>
            </a:pathLst>
          </a:custGeom>
          <a:solidFill>
            <a:srgbClr val="E9A083"/>
          </a:solidFill>
          <a:ln w="5400">
            <a:solidFill>
              <a:srgbClr val="FFFFFF"/>
            </a:solidFill>
            <a:miter/>
          </a:ln>
        </p:spPr>
        <p:txBody>
          <a:bodyPr lIns="2520" tIns="2520" rIns="2520" bIns="25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655" name=""/>
          <p:cNvSpPr/>
          <p:nvPr/>
        </p:nvSpPr>
        <p:spPr>
          <a:xfrm>
            <a:off x="3239280" y="3583800"/>
            <a:ext cx="141120" cy="89640"/>
          </a:xfrm>
          <a:custGeom>
            <a:avLst/>
            <a:gdLst/>
            <a:ahLst/>
            <a:rect l="0" t="0" r="r" b="b"/>
            <a:pathLst>
              <a:path w="392" h="249">
                <a:moveTo>
                  <a:pt x="0" y="0"/>
                </a:moveTo>
                <a:lnTo>
                  <a:pt x="392" y="0"/>
                </a:lnTo>
                <a:lnTo>
                  <a:pt x="392" y="249"/>
                </a:lnTo>
                <a:lnTo>
                  <a:pt x="0" y="249"/>
                </a:lnTo>
                <a:lnTo>
                  <a:pt x="0" y="0"/>
                </a:lnTo>
                <a:close/>
              </a:path>
            </a:pathLst>
          </a:custGeom>
          <a:solidFill>
            <a:srgbClr val="CED9E6"/>
          </a:solidFill>
          <a:ln w="5400">
            <a:solidFill>
              <a:srgbClr val="FFFFFF"/>
            </a:solidFill>
            <a:miter/>
          </a:ln>
        </p:spPr>
        <p:txBody>
          <a:bodyPr lIns="2520" tIns="2520" rIns="2520" bIns="25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656" name=""/>
          <p:cNvSpPr/>
          <p:nvPr/>
        </p:nvSpPr>
        <p:spPr>
          <a:xfrm>
            <a:off x="3239280" y="3316320"/>
            <a:ext cx="141120" cy="89280"/>
          </a:xfrm>
          <a:custGeom>
            <a:avLst/>
            <a:gdLst/>
            <a:ahLst/>
            <a:rect l="0" t="0" r="r" b="b"/>
            <a:pathLst>
              <a:path w="392" h="248">
                <a:moveTo>
                  <a:pt x="0" y="0"/>
                </a:moveTo>
                <a:lnTo>
                  <a:pt x="392" y="0"/>
                </a:lnTo>
                <a:lnTo>
                  <a:pt x="392" y="248"/>
                </a:lnTo>
                <a:lnTo>
                  <a:pt x="0" y="248"/>
                </a:lnTo>
                <a:lnTo>
                  <a:pt x="0" y="0"/>
                </a:lnTo>
                <a:close/>
              </a:path>
            </a:pathLst>
          </a:custGeom>
          <a:solidFill>
            <a:srgbClr val="F1DBD0"/>
          </a:solidFill>
          <a:ln w="5400">
            <a:solidFill>
              <a:srgbClr val="FFFFFF"/>
            </a:solidFill>
            <a:miter/>
          </a:ln>
        </p:spPr>
        <p:txBody>
          <a:bodyPr lIns="2520" tIns="2520" rIns="2520" bIns="25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657" name=""/>
          <p:cNvSpPr/>
          <p:nvPr/>
        </p:nvSpPr>
        <p:spPr>
          <a:xfrm>
            <a:off x="3239280" y="3673080"/>
            <a:ext cx="141120" cy="89640"/>
          </a:xfrm>
          <a:custGeom>
            <a:avLst/>
            <a:gdLst/>
            <a:ahLst/>
            <a:rect l="0" t="0" r="r" b="b"/>
            <a:pathLst>
              <a:path w="392" h="249">
                <a:moveTo>
                  <a:pt x="0" y="0"/>
                </a:moveTo>
                <a:lnTo>
                  <a:pt x="392" y="0"/>
                </a:lnTo>
                <a:lnTo>
                  <a:pt x="392" y="249"/>
                </a:lnTo>
                <a:lnTo>
                  <a:pt x="0" y="249"/>
                </a:lnTo>
                <a:lnTo>
                  <a:pt x="0" y="0"/>
                </a:lnTo>
                <a:close/>
              </a:path>
            </a:pathLst>
          </a:custGeom>
          <a:solidFill>
            <a:srgbClr val="D3DEE7"/>
          </a:solidFill>
          <a:ln w="5400">
            <a:solidFill>
              <a:srgbClr val="FFFFFF"/>
            </a:solidFill>
            <a:miter/>
          </a:ln>
        </p:spPr>
        <p:txBody>
          <a:bodyPr lIns="2520" tIns="2520" rIns="2520" bIns="25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658" name=""/>
          <p:cNvSpPr/>
          <p:nvPr/>
        </p:nvSpPr>
        <p:spPr>
          <a:xfrm>
            <a:off x="3239280" y="3048480"/>
            <a:ext cx="141120" cy="89640"/>
          </a:xfrm>
          <a:custGeom>
            <a:avLst/>
            <a:gdLst/>
            <a:ahLst/>
            <a:rect l="0" t="0" r="r" b="b"/>
            <a:pathLst>
              <a:path w="392" h="249">
                <a:moveTo>
                  <a:pt x="0" y="0"/>
                </a:moveTo>
                <a:lnTo>
                  <a:pt x="392" y="0"/>
                </a:lnTo>
                <a:lnTo>
                  <a:pt x="392" y="249"/>
                </a:lnTo>
                <a:lnTo>
                  <a:pt x="0" y="249"/>
                </a:lnTo>
                <a:lnTo>
                  <a:pt x="0" y="0"/>
                </a:lnTo>
                <a:close/>
              </a:path>
            </a:pathLst>
          </a:custGeom>
          <a:solidFill>
            <a:srgbClr val="D7653E"/>
          </a:solidFill>
          <a:ln w="5400">
            <a:solidFill>
              <a:srgbClr val="FFFFFF"/>
            </a:solidFill>
            <a:miter/>
          </a:ln>
        </p:spPr>
        <p:txBody>
          <a:bodyPr lIns="2520" tIns="2520" rIns="2520" bIns="252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659" name=""/>
          <p:cNvSpPr/>
          <p:nvPr/>
        </p:nvSpPr>
        <p:spPr>
          <a:xfrm>
            <a:off x="3239280" y="3494520"/>
            <a:ext cx="141120" cy="89640"/>
          </a:xfrm>
          <a:custGeom>
            <a:avLst/>
            <a:gdLst/>
            <a:ahLst/>
            <a:rect l="0" t="0" r="r" b="b"/>
            <a:pathLst>
              <a:path w="392" h="249">
                <a:moveTo>
                  <a:pt x="0" y="0"/>
                </a:moveTo>
                <a:lnTo>
                  <a:pt x="392" y="0"/>
                </a:lnTo>
                <a:lnTo>
                  <a:pt x="392" y="249"/>
                </a:lnTo>
                <a:lnTo>
                  <a:pt x="0" y="249"/>
                </a:lnTo>
                <a:lnTo>
                  <a:pt x="0" y="0"/>
                </a:lnTo>
                <a:close/>
              </a:path>
            </a:pathLst>
          </a:custGeom>
          <a:solidFill>
            <a:srgbClr val="F2E9E3"/>
          </a:solidFill>
          <a:ln w="5400">
            <a:solidFill>
              <a:srgbClr val="FFFFFF"/>
            </a:solidFill>
            <a:miter/>
          </a:ln>
        </p:spPr>
        <p:txBody>
          <a:bodyPr lIns="2520" tIns="2520" rIns="2520" bIns="25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660" name=""/>
          <p:cNvSpPr/>
          <p:nvPr/>
        </p:nvSpPr>
        <p:spPr>
          <a:xfrm>
            <a:off x="3239280" y="2959200"/>
            <a:ext cx="141120" cy="89640"/>
          </a:xfrm>
          <a:custGeom>
            <a:avLst/>
            <a:gdLst/>
            <a:ahLst/>
            <a:rect l="0" t="0" r="r" b="b"/>
            <a:pathLst>
              <a:path w="392" h="249">
                <a:moveTo>
                  <a:pt x="0" y="0"/>
                </a:moveTo>
                <a:lnTo>
                  <a:pt x="392" y="0"/>
                </a:lnTo>
                <a:lnTo>
                  <a:pt x="392" y="249"/>
                </a:lnTo>
                <a:lnTo>
                  <a:pt x="0" y="249"/>
                </a:lnTo>
                <a:lnTo>
                  <a:pt x="0" y="0"/>
                </a:lnTo>
                <a:close/>
              </a:path>
            </a:pathLst>
          </a:custGeom>
          <a:solidFill>
            <a:srgbClr val="C8D6E5"/>
          </a:solidFill>
          <a:ln w="5400">
            <a:solidFill>
              <a:srgbClr val="FFFFFF"/>
            </a:solidFill>
            <a:miter/>
          </a:ln>
        </p:spPr>
        <p:txBody>
          <a:bodyPr lIns="2520" tIns="2520" rIns="2520" bIns="25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661" name=""/>
          <p:cNvSpPr/>
          <p:nvPr/>
        </p:nvSpPr>
        <p:spPr>
          <a:xfrm>
            <a:off x="3239280" y="3940560"/>
            <a:ext cx="141120" cy="89640"/>
          </a:xfrm>
          <a:custGeom>
            <a:avLst/>
            <a:gdLst/>
            <a:ahLst/>
            <a:rect l="0" t="0" r="r" b="b"/>
            <a:pathLst>
              <a:path w="392" h="249">
                <a:moveTo>
                  <a:pt x="0" y="0"/>
                </a:moveTo>
                <a:lnTo>
                  <a:pt x="392" y="0"/>
                </a:lnTo>
                <a:lnTo>
                  <a:pt x="392" y="249"/>
                </a:lnTo>
                <a:lnTo>
                  <a:pt x="0" y="249"/>
                </a:lnTo>
                <a:lnTo>
                  <a:pt x="0" y="0"/>
                </a:lnTo>
                <a:close/>
              </a:path>
            </a:pathLst>
          </a:custGeom>
          <a:solidFill>
            <a:srgbClr val="F0CEBE"/>
          </a:solidFill>
          <a:ln w="5400">
            <a:solidFill>
              <a:srgbClr val="FFFFFF"/>
            </a:solidFill>
            <a:miter/>
          </a:ln>
        </p:spPr>
        <p:txBody>
          <a:bodyPr lIns="2520" tIns="2520" rIns="2520" bIns="25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662" name=""/>
          <p:cNvSpPr/>
          <p:nvPr/>
        </p:nvSpPr>
        <p:spPr>
          <a:xfrm>
            <a:off x="3239280" y="4386600"/>
            <a:ext cx="141120" cy="89640"/>
          </a:xfrm>
          <a:custGeom>
            <a:avLst/>
            <a:gdLst/>
            <a:ahLst/>
            <a:rect l="0" t="0" r="r" b="b"/>
            <a:pathLst>
              <a:path w="392" h="249">
                <a:moveTo>
                  <a:pt x="0" y="0"/>
                </a:moveTo>
                <a:lnTo>
                  <a:pt x="392" y="0"/>
                </a:lnTo>
                <a:lnTo>
                  <a:pt x="392" y="249"/>
                </a:lnTo>
                <a:lnTo>
                  <a:pt x="0" y="249"/>
                </a:lnTo>
                <a:lnTo>
                  <a:pt x="0" y="0"/>
                </a:lnTo>
                <a:close/>
              </a:path>
            </a:pathLst>
          </a:custGeom>
          <a:solidFill>
            <a:srgbClr val="D0DAE6"/>
          </a:solidFill>
          <a:ln w="5400">
            <a:solidFill>
              <a:srgbClr val="FFFFFF"/>
            </a:solidFill>
            <a:miter/>
          </a:ln>
        </p:spPr>
        <p:txBody>
          <a:bodyPr lIns="2520" tIns="2520" rIns="2520" bIns="25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663" name=""/>
          <p:cNvSpPr/>
          <p:nvPr/>
        </p:nvSpPr>
        <p:spPr>
          <a:xfrm>
            <a:off x="3239280" y="5011200"/>
            <a:ext cx="141120" cy="89280"/>
          </a:xfrm>
          <a:custGeom>
            <a:avLst/>
            <a:gdLst/>
            <a:ahLst/>
            <a:rect l="0" t="0" r="r" b="b"/>
            <a:pathLst>
              <a:path w="392" h="248">
                <a:moveTo>
                  <a:pt x="0" y="0"/>
                </a:moveTo>
                <a:lnTo>
                  <a:pt x="392" y="0"/>
                </a:lnTo>
                <a:lnTo>
                  <a:pt x="392" y="248"/>
                </a:lnTo>
                <a:lnTo>
                  <a:pt x="0" y="248"/>
                </a:lnTo>
                <a:lnTo>
                  <a:pt x="0" y="0"/>
                </a:lnTo>
                <a:close/>
              </a:path>
            </a:pathLst>
          </a:custGeom>
          <a:solidFill>
            <a:srgbClr val="DCE2E9"/>
          </a:solidFill>
          <a:ln w="5400">
            <a:solidFill>
              <a:srgbClr val="FFFFFF"/>
            </a:solidFill>
            <a:miter/>
          </a:ln>
        </p:spPr>
        <p:txBody>
          <a:bodyPr lIns="2520" tIns="2520" rIns="2520" bIns="25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664" name=""/>
          <p:cNvSpPr/>
          <p:nvPr/>
        </p:nvSpPr>
        <p:spPr>
          <a:xfrm>
            <a:off x="3239280" y="4654440"/>
            <a:ext cx="141120" cy="89280"/>
          </a:xfrm>
          <a:custGeom>
            <a:avLst/>
            <a:gdLst/>
            <a:ahLst/>
            <a:rect l="0" t="0" r="r" b="b"/>
            <a:pathLst>
              <a:path w="392" h="248">
                <a:moveTo>
                  <a:pt x="0" y="0"/>
                </a:moveTo>
                <a:lnTo>
                  <a:pt x="392" y="0"/>
                </a:lnTo>
                <a:lnTo>
                  <a:pt x="392" y="248"/>
                </a:lnTo>
                <a:lnTo>
                  <a:pt x="0" y="248"/>
                </a:lnTo>
                <a:lnTo>
                  <a:pt x="0" y="0"/>
                </a:lnTo>
                <a:close/>
              </a:path>
            </a:pathLst>
          </a:custGeom>
          <a:solidFill>
            <a:srgbClr val="F2EDE9"/>
          </a:solidFill>
          <a:ln w="5400">
            <a:solidFill>
              <a:srgbClr val="FFFFFF"/>
            </a:solidFill>
            <a:miter/>
          </a:ln>
        </p:spPr>
        <p:txBody>
          <a:bodyPr lIns="2520" tIns="2520" rIns="2520" bIns="25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665" name=""/>
          <p:cNvSpPr/>
          <p:nvPr/>
        </p:nvSpPr>
        <p:spPr>
          <a:xfrm>
            <a:off x="3239280" y="4029840"/>
            <a:ext cx="141120" cy="89640"/>
          </a:xfrm>
          <a:custGeom>
            <a:avLst/>
            <a:gdLst/>
            <a:ahLst/>
            <a:rect l="0" t="0" r="r" b="b"/>
            <a:pathLst>
              <a:path w="392" h="249">
                <a:moveTo>
                  <a:pt x="0" y="0"/>
                </a:moveTo>
                <a:lnTo>
                  <a:pt x="392" y="0"/>
                </a:lnTo>
                <a:lnTo>
                  <a:pt x="392" y="249"/>
                </a:lnTo>
                <a:lnTo>
                  <a:pt x="0" y="249"/>
                </a:lnTo>
                <a:lnTo>
                  <a:pt x="0" y="0"/>
                </a:lnTo>
                <a:close/>
              </a:path>
            </a:pathLst>
          </a:custGeom>
          <a:solidFill>
            <a:srgbClr val="DAE2E9"/>
          </a:solidFill>
          <a:ln w="5400">
            <a:solidFill>
              <a:srgbClr val="FFFFFF"/>
            </a:solidFill>
            <a:miter/>
          </a:ln>
        </p:spPr>
        <p:txBody>
          <a:bodyPr lIns="2520" tIns="2520" rIns="2520" bIns="25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666" name=""/>
          <p:cNvSpPr/>
          <p:nvPr/>
        </p:nvSpPr>
        <p:spPr>
          <a:xfrm>
            <a:off x="3239280" y="2870280"/>
            <a:ext cx="141120" cy="89280"/>
          </a:xfrm>
          <a:custGeom>
            <a:avLst/>
            <a:gdLst/>
            <a:ahLst/>
            <a:rect l="0" t="0" r="r" b="b"/>
            <a:pathLst>
              <a:path w="392" h="248">
                <a:moveTo>
                  <a:pt x="0" y="0"/>
                </a:moveTo>
                <a:lnTo>
                  <a:pt x="392" y="0"/>
                </a:lnTo>
                <a:lnTo>
                  <a:pt x="392" y="248"/>
                </a:lnTo>
                <a:lnTo>
                  <a:pt x="0" y="248"/>
                </a:lnTo>
                <a:lnTo>
                  <a:pt x="0" y="0"/>
                </a:lnTo>
                <a:close/>
              </a:path>
            </a:pathLst>
          </a:custGeom>
          <a:solidFill>
            <a:srgbClr val="E5E9EB"/>
          </a:solidFill>
          <a:ln w="5400">
            <a:solidFill>
              <a:srgbClr val="FFFFFF"/>
            </a:solidFill>
            <a:miter/>
          </a:ln>
        </p:spPr>
        <p:txBody>
          <a:bodyPr lIns="2520" tIns="2520" rIns="2520" bIns="25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667" name=""/>
          <p:cNvSpPr/>
          <p:nvPr/>
        </p:nvSpPr>
        <p:spPr>
          <a:xfrm>
            <a:off x="3239280" y="4743360"/>
            <a:ext cx="141120" cy="89640"/>
          </a:xfrm>
          <a:custGeom>
            <a:avLst/>
            <a:gdLst/>
            <a:ahLst/>
            <a:rect l="0" t="0" r="r" b="b"/>
            <a:pathLst>
              <a:path w="392" h="249">
                <a:moveTo>
                  <a:pt x="0" y="0"/>
                </a:moveTo>
                <a:lnTo>
                  <a:pt x="392" y="0"/>
                </a:lnTo>
                <a:lnTo>
                  <a:pt x="392" y="249"/>
                </a:lnTo>
                <a:lnTo>
                  <a:pt x="0" y="249"/>
                </a:lnTo>
                <a:lnTo>
                  <a:pt x="0" y="0"/>
                </a:lnTo>
                <a:close/>
              </a:path>
            </a:pathLst>
          </a:custGeom>
          <a:solidFill>
            <a:srgbClr val="D5DEE7"/>
          </a:solidFill>
          <a:ln w="5400">
            <a:solidFill>
              <a:srgbClr val="FFFFFF"/>
            </a:solidFill>
            <a:miter/>
          </a:ln>
        </p:spPr>
        <p:txBody>
          <a:bodyPr lIns="2520" tIns="2520" rIns="2520" bIns="25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668" name=""/>
          <p:cNvSpPr/>
          <p:nvPr/>
        </p:nvSpPr>
        <p:spPr>
          <a:xfrm>
            <a:off x="3239280" y="4475880"/>
            <a:ext cx="141120" cy="89640"/>
          </a:xfrm>
          <a:custGeom>
            <a:avLst/>
            <a:gdLst/>
            <a:ahLst/>
            <a:rect l="0" t="0" r="r" b="b"/>
            <a:pathLst>
              <a:path w="392" h="249">
                <a:moveTo>
                  <a:pt x="0" y="0"/>
                </a:moveTo>
                <a:lnTo>
                  <a:pt x="392" y="0"/>
                </a:lnTo>
                <a:lnTo>
                  <a:pt x="392" y="249"/>
                </a:lnTo>
                <a:lnTo>
                  <a:pt x="0" y="249"/>
                </a:lnTo>
                <a:lnTo>
                  <a:pt x="0" y="0"/>
                </a:lnTo>
                <a:close/>
              </a:path>
            </a:pathLst>
          </a:custGeom>
          <a:solidFill>
            <a:srgbClr val="F2EEEA"/>
          </a:solidFill>
          <a:ln w="5400">
            <a:solidFill>
              <a:srgbClr val="FFFFFF"/>
            </a:solidFill>
            <a:miter/>
          </a:ln>
        </p:spPr>
        <p:txBody>
          <a:bodyPr lIns="2520" tIns="2520" rIns="2520" bIns="25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669" name=""/>
          <p:cNvSpPr/>
          <p:nvPr/>
        </p:nvSpPr>
        <p:spPr>
          <a:xfrm>
            <a:off x="3239280" y="4297320"/>
            <a:ext cx="141120" cy="89640"/>
          </a:xfrm>
          <a:custGeom>
            <a:avLst/>
            <a:gdLst/>
            <a:ahLst/>
            <a:rect l="0" t="0" r="r" b="b"/>
            <a:pathLst>
              <a:path w="392" h="249">
                <a:moveTo>
                  <a:pt x="0" y="0"/>
                </a:moveTo>
                <a:lnTo>
                  <a:pt x="392" y="0"/>
                </a:lnTo>
                <a:lnTo>
                  <a:pt x="392" y="249"/>
                </a:lnTo>
                <a:lnTo>
                  <a:pt x="0" y="249"/>
                </a:lnTo>
                <a:lnTo>
                  <a:pt x="0" y="0"/>
                </a:lnTo>
                <a:close/>
              </a:path>
            </a:pathLst>
          </a:custGeom>
          <a:solidFill>
            <a:srgbClr val="D45D35"/>
          </a:solidFill>
          <a:ln w="5400">
            <a:solidFill>
              <a:srgbClr val="FFFFFF"/>
            </a:solidFill>
            <a:miter/>
          </a:ln>
        </p:spPr>
        <p:txBody>
          <a:bodyPr lIns="2520" tIns="2520" rIns="2520" bIns="252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670" name=""/>
          <p:cNvSpPr/>
          <p:nvPr/>
        </p:nvSpPr>
        <p:spPr>
          <a:xfrm>
            <a:off x="3380040" y="3137760"/>
            <a:ext cx="141120" cy="89640"/>
          </a:xfrm>
          <a:custGeom>
            <a:avLst/>
            <a:gdLst/>
            <a:ahLst/>
            <a:rect l="0" t="0" r="r" b="b"/>
            <a:pathLst>
              <a:path w="392" h="249">
                <a:moveTo>
                  <a:pt x="0" y="0"/>
                </a:moveTo>
                <a:lnTo>
                  <a:pt x="392" y="0"/>
                </a:lnTo>
                <a:lnTo>
                  <a:pt x="392" y="249"/>
                </a:lnTo>
                <a:lnTo>
                  <a:pt x="0" y="249"/>
                </a:lnTo>
                <a:lnTo>
                  <a:pt x="0" y="0"/>
                </a:lnTo>
                <a:close/>
              </a:path>
            </a:pathLst>
          </a:custGeom>
          <a:solidFill>
            <a:srgbClr val="DB724C"/>
          </a:solidFill>
          <a:ln w="5400">
            <a:solidFill>
              <a:srgbClr val="FFFFFF"/>
            </a:solidFill>
            <a:miter/>
          </a:ln>
        </p:spPr>
        <p:txBody>
          <a:bodyPr lIns="2520" tIns="2520" rIns="2520" bIns="252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671" name=""/>
          <p:cNvSpPr/>
          <p:nvPr/>
        </p:nvSpPr>
        <p:spPr>
          <a:xfrm>
            <a:off x="3380040" y="4208400"/>
            <a:ext cx="141120" cy="89280"/>
          </a:xfrm>
          <a:custGeom>
            <a:avLst/>
            <a:gdLst/>
            <a:ahLst/>
            <a:rect l="0" t="0" r="r" b="b"/>
            <a:pathLst>
              <a:path w="392" h="248">
                <a:moveTo>
                  <a:pt x="0" y="0"/>
                </a:moveTo>
                <a:lnTo>
                  <a:pt x="392" y="0"/>
                </a:lnTo>
                <a:lnTo>
                  <a:pt x="392" y="248"/>
                </a:lnTo>
                <a:lnTo>
                  <a:pt x="0" y="248"/>
                </a:lnTo>
                <a:lnTo>
                  <a:pt x="0" y="0"/>
                </a:lnTo>
                <a:close/>
              </a:path>
            </a:pathLst>
          </a:custGeom>
          <a:solidFill>
            <a:srgbClr val="D5DFE8"/>
          </a:solidFill>
          <a:ln w="5400">
            <a:solidFill>
              <a:srgbClr val="FFFFFF"/>
            </a:solidFill>
            <a:miter/>
          </a:ln>
        </p:spPr>
        <p:txBody>
          <a:bodyPr lIns="2520" tIns="2520" rIns="2520" bIns="25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672" name=""/>
          <p:cNvSpPr/>
          <p:nvPr/>
        </p:nvSpPr>
        <p:spPr>
          <a:xfrm>
            <a:off x="3380040" y="4565160"/>
            <a:ext cx="141120" cy="89640"/>
          </a:xfrm>
          <a:custGeom>
            <a:avLst/>
            <a:gdLst/>
            <a:ahLst/>
            <a:rect l="0" t="0" r="r" b="b"/>
            <a:pathLst>
              <a:path w="392" h="249">
                <a:moveTo>
                  <a:pt x="0" y="0"/>
                </a:moveTo>
                <a:lnTo>
                  <a:pt x="392" y="0"/>
                </a:lnTo>
                <a:lnTo>
                  <a:pt x="392" y="249"/>
                </a:lnTo>
                <a:lnTo>
                  <a:pt x="0" y="249"/>
                </a:lnTo>
                <a:lnTo>
                  <a:pt x="0" y="0"/>
                </a:lnTo>
                <a:close/>
              </a:path>
            </a:pathLst>
          </a:custGeom>
          <a:solidFill>
            <a:srgbClr val="D5DFE8"/>
          </a:solidFill>
          <a:ln w="5400">
            <a:solidFill>
              <a:srgbClr val="FFFFFF"/>
            </a:solidFill>
            <a:miter/>
          </a:ln>
        </p:spPr>
        <p:txBody>
          <a:bodyPr lIns="2520" tIns="2520" rIns="2520" bIns="25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673" name=""/>
          <p:cNvSpPr/>
          <p:nvPr/>
        </p:nvSpPr>
        <p:spPr>
          <a:xfrm>
            <a:off x="3380040" y="5100480"/>
            <a:ext cx="141120" cy="89280"/>
          </a:xfrm>
          <a:custGeom>
            <a:avLst/>
            <a:gdLst/>
            <a:ahLst/>
            <a:rect l="0" t="0" r="r" b="b"/>
            <a:pathLst>
              <a:path w="392" h="248">
                <a:moveTo>
                  <a:pt x="0" y="0"/>
                </a:moveTo>
                <a:lnTo>
                  <a:pt x="392" y="0"/>
                </a:lnTo>
                <a:lnTo>
                  <a:pt x="392" y="248"/>
                </a:lnTo>
                <a:lnTo>
                  <a:pt x="0" y="248"/>
                </a:lnTo>
                <a:lnTo>
                  <a:pt x="0" y="0"/>
                </a:lnTo>
                <a:close/>
              </a:path>
            </a:pathLst>
          </a:custGeom>
          <a:solidFill>
            <a:srgbClr val="D7DFE8"/>
          </a:solidFill>
          <a:ln w="5400">
            <a:solidFill>
              <a:srgbClr val="FFFFFF"/>
            </a:solidFill>
            <a:miter/>
          </a:ln>
        </p:spPr>
        <p:txBody>
          <a:bodyPr lIns="2520" tIns="2520" rIns="2520" bIns="25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674" name=""/>
          <p:cNvSpPr/>
          <p:nvPr/>
        </p:nvSpPr>
        <p:spPr>
          <a:xfrm>
            <a:off x="3380040" y="2781000"/>
            <a:ext cx="141120" cy="89640"/>
          </a:xfrm>
          <a:custGeom>
            <a:avLst/>
            <a:gdLst/>
            <a:ahLst/>
            <a:rect l="0" t="0" r="r" b="b"/>
            <a:pathLst>
              <a:path w="392" h="249">
                <a:moveTo>
                  <a:pt x="0" y="0"/>
                </a:moveTo>
                <a:lnTo>
                  <a:pt x="392" y="0"/>
                </a:lnTo>
                <a:lnTo>
                  <a:pt x="392" y="249"/>
                </a:lnTo>
                <a:lnTo>
                  <a:pt x="0" y="249"/>
                </a:lnTo>
                <a:lnTo>
                  <a:pt x="0" y="0"/>
                </a:lnTo>
                <a:close/>
              </a:path>
            </a:pathLst>
          </a:custGeom>
          <a:solidFill>
            <a:srgbClr val="EDBCA6"/>
          </a:solidFill>
          <a:ln w="5400">
            <a:solidFill>
              <a:srgbClr val="FFFFFF"/>
            </a:solidFill>
            <a:miter/>
          </a:ln>
        </p:spPr>
        <p:txBody>
          <a:bodyPr lIns="2520" tIns="2520" rIns="2520" bIns="25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675" name=""/>
          <p:cNvSpPr/>
          <p:nvPr/>
        </p:nvSpPr>
        <p:spPr>
          <a:xfrm>
            <a:off x="3380040" y="4832640"/>
            <a:ext cx="141120" cy="89640"/>
          </a:xfrm>
          <a:custGeom>
            <a:avLst/>
            <a:gdLst/>
            <a:ahLst/>
            <a:rect l="0" t="0" r="r" b="b"/>
            <a:pathLst>
              <a:path w="392" h="249">
                <a:moveTo>
                  <a:pt x="0" y="0"/>
                </a:moveTo>
                <a:lnTo>
                  <a:pt x="392" y="0"/>
                </a:lnTo>
                <a:lnTo>
                  <a:pt x="392" y="249"/>
                </a:lnTo>
                <a:lnTo>
                  <a:pt x="0" y="249"/>
                </a:lnTo>
                <a:lnTo>
                  <a:pt x="0" y="0"/>
                </a:lnTo>
                <a:close/>
              </a:path>
            </a:pathLst>
          </a:custGeom>
          <a:solidFill>
            <a:srgbClr val="E89D7F"/>
          </a:solidFill>
          <a:ln w="5400">
            <a:solidFill>
              <a:srgbClr val="FFFFFF"/>
            </a:solidFill>
            <a:miter/>
          </a:ln>
        </p:spPr>
        <p:txBody>
          <a:bodyPr lIns="2520" tIns="2520" rIns="2520" bIns="25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676" name=""/>
          <p:cNvSpPr/>
          <p:nvPr/>
        </p:nvSpPr>
        <p:spPr>
          <a:xfrm>
            <a:off x="3380040" y="3227040"/>
            <a:ext cx="141120" cy="89640"/>
          </a:xfrm>
          <a:custGeom>
            <a:avLst/>
            <a:gdLst/>
            <a:ahLst/>
            <a:rect l="0" t="0" r="r" b="b"/>
            <a:pathLst>
              <a:path w="392" h="249">
                <a:moveTo>
                  <a:pt x="0" y="0"/>
                </a:moveTo>
                <a:lnTo>
                  <a:pt x="392" y="0"/>
                </a:lnTo>
                <a:lnTo>
                  <a:pt x="392" y="249"/>
                </a:lnTo>
                <a:lnTo>
                  <a:pt x="0" y="249"/>
                </a:lnTo>
                <a:lnTo>
                  <a:pt x="0" y="0"/>
                </a:lnTo>
                <a:close/>
              </a:path>
            </a:pathLst>
          </a:custGeom>
          <a:solidFill>
            <a:srgbClr val="CED9E6"/>
          </a:solidFill>
          <a:ln w="5400">
            <a:solidFill>
              <a:srgbClr val="FFFFFF"/>
            </a:solidFill>
            <a:miter/>
          </a:ln>
        </p:spPr>
        <p:txBody>
          <a:bodyPr lIns="2520" tIns="2520" rIns="2520" bIns="25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677" name=""/>
          <p:cNvSpPr/>
          <p:nvPr/>
        </p:nvSpPr>
        <p:spPr>
          <a:xfrm>
            <a:off x="3380040" y="2513160"/>
            <a:ext cx="141120" cy="89640"/>
          </a:xfrm>
          <a:custGeom>
            <a:avLst/>
            <a:gdLst/>
            <a:ahLst/>
            <a:rect l="0" t="0" r="r" b="b"/>
            <a:pathLst>
              <a:path w="392" h="249">
                <a:moveTo>
                  <a:pt x="0" y="0"/>
                </a:moveTo>
                <a:lnTo>
                  <a:pt x="392" y="0"/>
                </a:lnTo>
                <a:lnTo>
                  <a:pt x="392" y="249"/>
                </a:lnTo>
                <a:lnTo>
                  <a:pt x="0" y="249"/>
                </a:lnTo>
                <a:lnTo>
                  <a:pt x="0" y="0"/>
                </a:lnTo>
                <a:close/>
              </a:path>
            </a:pathLst>
          </a:custGeom>
          <a:solidFill>
            <a:srgbClr val="CDD9E6"/>
          </a:solidFill>
          <a:ln w="5400">
            <a:solidFill>
              <a:srgbClr val="FFFFFF"/>
            </a:solidFill>
            <a:miter/>
          </a:ln>
        </p:spPr>
        <p:txBody>
          <a:bodyPr lIns="2520" tIns="2520" rIns="2520" bIns="25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678" name=""/>
          <p:cNvSpPr/>
          <p:nvPr/>
        </p:nvSpPr>
        <p:spPr>
          <a:xfrm>
            <a:off x="3380040" y="3405240"/>
            <a:ext cx="141120" cy="89640"/>
          </a:xfrm>
          <a:custGeom>
            <a:avLst/>
            <a:gdLst/>
            <a:ahLst/>
            <a:rect l="0" t="0" r="r" b="b"/>
            <a:pathLst>
              <a:path w="392" h="249">
                <a:moveTo>
                  <a:pt x="0" y="0"/>
                </a:moveTo>
                <a:lnTo>
                  <a:pt x="392" y="0"/>
                </a:lnTo>
                <a:lnTo>
                  <a:pt x="392" y="249"/>
                </a:lnTo>
                <a:lnTo>
                  <a:pt x="0" y="249"/>
                </a:lnTo>
                <a:lnTo>
                  <a:pt x="0" y="0"/>
                </a:lnTo>
                <a:close/>
              </a:path>
            </a:pathLst>
          </a:custGeom>
          <a:solidFill>
            <a:srgbClr val="F2E3DB"/>
          </a:solidFill>
          <a:ln w="5400">
            <a:solidFill>
              <a:srgbClr val="FFFFFF"/>
            </a:solidFill>
            <a:miter/>
          </a:ln>
        </p:spPr>
        <p:txBody>
          <a:bodyPr lIns="2520" tIns="2520" rIns="2520" bIns="25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679" name=""/>
          <p:cNvSpPr/>
          <p:nvPr/>
        </p:nvSpPr>
        <p:spPr>
          <a:xfrm>
            <a:off x="3380040" y="4921920"/>
            <a:ext cx="141120" cy="89640"/>
          </a:xfrm>
          <a:custGeom>
            <a:avLst/>
            <a:gdLst/>
            <a:ahLst/>
            <a:rect l="0" t="0" r="r" b="b"/>
            <a:pathLst>
              <a:path w="392" h="249">
                <a:moveTo>
                  <a:pt x="0" y="0"/>
                </a:moveTo>
                <a:lnTo>
                  <a:pt x="392" y="0"/>
                </a:lnTo>
                <a:lnTo>
                  <a:pt x="392" y="249"/>
                </a:lnTo>
                <a:lnTo>
                  <a:pt x="0" y="249"/>
                </a:lnTo>
                <a:lnTo>
                  <a:pt x="0" y="0"/>
                </a:lnTo>
                <a:close/>
              </a:path>
            </a:pathLst>
          </a:custGeom>
          <a:solidFill>
            <a:srgbClr val="F1D7CB"/>
          </a:solidFill>
          <a:ln w="5400">
            <a:solidFill>
              <a:srgbClr val="FFFFFF"/>
            </a:solidFill>
            <a:miter/>
          </a:ln>
        </p:spPr>
        <p:txBody>
          <a:bodyPr lIns="2520" tIns="2520" rIns="2520" bIns="25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680" name=""/>
          <p:cNvSpPr/>
          <p:nvPr/>
        </p:nvSpPr>
        <p:spPr>
          <a:xfrm>
            <a:off x="3380040" y="2602440"/>
            <a:ext cx="141120" cy="89640"/>
          </a:xfrm>
          <a:custGeom>
            <a:avLst/>
            <a:gdLst/>
            <a:ahLst/>
            <a:rect l="0" t="0" r="r" b="b"/>
            <a:pathLst>
              <a:path w="392" h="249">
                <a:moveTo>
                  <a:pt x="0" y="0"/>
                </a:moveTo>
                <a:lnTo>
                  <a:pt x="392" y="0"/>
                </a:lnTo>
                <a:lnTo>
                  <a:pt x="392" y="249"/>
                </a:lnTo>
                <a:lnTo>
                  <a:pt x="0" y="249"/>
                </a:lnTo>
                <a:lnTo>
                  <a:pt x="0" y="0"/>
                </a:lnTo>
                <a:close/>
              </a:path>
            </a:pathLst>
          </a:custGeom>
          <a:solidFill>
            <a:srgbClr val="E0E5EA"/>
          </a:solidFill>
          <a:ln w="5400">
            <a:solidFill>
              <a:srgbClr val="FFFFFF"/>
            </a:solidFill>
            <a:miter/>
          </a:ln>
        </p:spPr>
        <p:txBody>
          <a:bodyPr lIns="2520" tIns="2520" rIns="2520" bIns="25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681" name=""/>
          <p:cNvSpPr/>
          <p:nvPr/>
        </p:nvSpPr>
        <p:spPr>
          <a:xfrm>
            <a:off x="3380040" y="3762360"/>
            <a:ext cx="141120" cy="89280"/>
          </a:xfrm>
          <a:custGeom>
            <a:avLst/>
            <a:gdLst/>
            <a:ahLst/>
            <a:rect l="0" t="0" r="r" b="b"/>
            <a:pathLst>
              <a:path w="392" h="248">
                <a:moveTo>
                  <a:pt x="0" y="0"/>
                </a:moveTo>
                <a:lnTo>
                  <a:pt x="392" y="0"/>
                </a:lnTo>
                <a:lnTo>
                  <a:pt x="392" y="248"/>
                </a:lnTo>
                <a:lnTo>
                  <a:pt x="0" y="248"/>
                </a:lnTo>
                <a:lnTo>
                  <a:pt x="0" y="0"/>
                </a:lnTo>
                <a:close/>
              </a:path>
            </a:pathLst>
          </a:custGeom>
          <a:solidFill>
            <a:srgbClr val="E48E6D"/>
          </a:solidFill>
          <a:ln w="5400">
            <a:solidFill>
              <a:srgbClr val="FFFFFF"/>
            </a:solidFill>
            <a:miter/>
          </a:ln>
        </p:spPr>
        <p:txBody>
          <a:bodyPr lIns="2520" tIns="2520" rIns="2520" bIns="25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682" name=""/>
          <p:cNvSpPr/>
          <p:nvPr/>
        </p:nvSpPr>
        <p:spPr>
          <a:xfrm>
            <a:off x="3380040" y="4119120"/>
            <a:ext cx="141120" cy="89640"/>
          </a:xfrm>
          <a:custGeom>
            <a:avLst/>
            <a:gdLst/>
            <a:ahLst/>
            <a:rect l="0" t="0" r="r" b="b"/>
            <a:pathLst>
              <a:path w="392" h="249">
                <a:moveTo>
                  <a:pt x="0" y="0"/>
                </a:moveTo>
                <a:lnTo>
                  <a:pt x="392" y="0"/>
                </a:lnTo>
                <a:lnTo>
                  <a:pt x="392" y="249"/>
                </a:lnTo>
                <a:lnTo>
                  <a:pt x="0" y="249"/>
                </a:lnTo>
                <a:lnTo>
                  <a:pt x="0" y="0"/>
                </a:lnTo>
                <a:close/>
              </a:path>
            </a:pathLst>
          </a:custGeom>
          <a:solidFill>
            <a:srgbClr val="CBD8E5"/>
          </a:solidFill>
          <a:ln w="5400">
            <a:solidFill>
              <a:srgbClr val="FFFFFF"/>
            </a:solidFill>
            <a:miter/>
          </a:ln>
        </p:spPr>
        <p:txBody>
          <a:bodyPr lIns="2520" tIns="2520" rIns="2520" bIns="25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683" name=""/>
          <p:cNvSpPr/>
          <p:nvPr/>
        </p:nvSpPr>
        <p:spPr>
          <a:xfrm>
            <a:off x="3380040" y="2424240"/>
            <a:ext cx="141120" cy="89280"/>
          </a:xfrm>
          <a:custGeom>
            <a:avLst/>
            <a:gdLst/>
            <a:ahLst/>
            <a:rect l="0" t="0" r="r" b="b"/>
            <a:pathLst>
              <a:path w="392" h="248">
                <a:moveTo>
                  <a:pt x="0" y="0"/>
                </a:moveTo>
                <a:lnTo>
                  <a:pt x="392" y="0"/>
                </a:lnTo>
                <a:lnTo>
                  <a:pt x="392" y="248"/>
                </a:lnTo>
                <a:lnTo>
                  <a:pt x="0" y="248"/>
                </a:lnTo>
                <a:lnTo>
                  <a:pt x="0" y="0"/>
                </a:lnTo>
                <a:close/>
              </a:path>
            </a:pathLst>
          </a:custGeom>
          <a:solidFill>
            <a:srgbClr val="F0D1C2"/>
          </a:solidFill>
          <a:ln w="5400">
            <a:solidFill>
              <a:srgbClr val="FFFFFF"/>
            </a:solidFill>
            <a:miter/>
          </a:ln>
        </p:spPr>
        <p:txBody>
          <a:bodyPr lIns="2520" tIns="2520" rIns="2520" bIns="25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684" name=""/>
          <p:cNvSpPr/>
          <p:nvPr/>
        </p:nvSpPr>
        <p:spPr>
          <a:xfrm>
            <a:off x="3380040" y="2691720"/>
            <a:ext cx="141120" cy="89640"/>
          </a:xfrm>
          <a:custGeom>
            <a:avLst/>
            <a:gdLst/>
            <a:ahLst/>
            <a:rect l="0" t="0" r="r" b="b"/>
            <a:pathLst>
              <a:path w="392" h="249">
                <a:moveTo>
                  <a:pt x="0" y="0"/>
                </a:moveTo>
                <a:lnTo>
                  <a:pt x="392" y="0"/>
                </a:lnTo>
                <a:lnTo>
                  <a:pt x="392" y="249"/>
                </a:lnTo>
                <a:lnTo>
                  <a:pt x="0" y="249"/>
                </a:lnTo>
                <a:lnTo>
                  <a:pt x="0" y="0"/>
                </a:lnTo>
                <a:close/>
              </a:path>
            </a:pathLst>
          </a:custGeom>
          <a:solidFill>
            <a:srgbClr val="EFC5B2"/>
          </a:solidFill>
          <a:ln w="5400">
            <a:solidFill>
              <a:srgbClr val="FFFFFF"/>
            </a:solidFill>
            <a:miter/>
          </a:ln>
        </p:spPr>
        <p:txBody>
          <a:bodyPr lIns="2520" tIns="2520" rIns="2520" bIns="25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685" name=""/>
          <p:cNvSpPr/>
          <p:nvPr/>
        </p:nvSpPr>
        <p:spPr>
          <a:xfrm>
            <a:off x="3380040" y="3851280"/>
            <a:ext cx="141120" cy="89640"/>
          </a:xfrm>
          <a:custGeom>
            <a:avLst/>
            <a:gdLst/>
            <a:ahLst/>
            <a:rect l="0" t="0" r="r" b="b"/>
            <a:pathLst>
              <a:path w="392" h="249">
                <a:moveTo>
                  <a:pt x="0" y="0"/>
                </a:moveTo>
                <a:lnTo>
                  <a:pt x="392" y="0"/>
                </a:lnTo>
                <a:lnTo>
                  <a:pt x="392" y="249"/>
                </a:lnTo>
                <a:lnTo>
                  <a:pt x="0" y="249"/>
                </a:lnTo>
                <a:lnTo>
                  <a:pt x="0" y="0"/>
                </a:lnTo>
                <a:close/>
              </a:path>
            </a:pathLst>
          </a:custGeom>
          <a:solidFill>
            <a:srgbClr val="EEBFA9"/>
          </a:solidFill>
          <a:ln w="5400">
            <a:solidFill>
              <a:srgbClr val="FFFFFF"/>
            </a:solidFill>
            <a:miter/>
          </a:ln>
        </p:spPr>
        <p:txBody>
          <a:bodyPr lIns="2520" tIns="2520" rIns="2520" bIns="25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686" name=""/>
          <p:cNvSpPr/>
          <p:nvPr/>
        </p:nvSpPr>
        <p:spPr>
          <a:xfrm>
            <a:off x="3380040" y="3583800"/>
            <a:ext cx="141120" cy="89640"/>
          </a:xfrm>
          <a:custGeom>
            <a:avLst/>
            <a:gdLst/>
            <a:ahLst/>
            <a:rect l="0" t="0" r="r" b="b"/>
            <a:pathLst>
              <a:path w="392" h="249">
                <a:moveTo>
                  <a:pt x="0" y="0"/>
                </a:moveTo>
                <a:lnTo>
                  <a:pt x="392" y="0"/>
                </a:lnTo>
                <a:lnTo>
                  <a:pt x="392" y="249"/>
                </a:lnTo>
                <a:lnTo>
                  <a:pt x="0" y="249"/>
                </a:lnTo>
                <a:lnTo>
                  <a:pt x="0" y="0"/>
                </a:lnTo>
                <a:close/>
              </a:path>
            </a:pathLst>
          </a:custGeom>
          <a:solidFill>
            <a:srgbClr val="CFDAE6"/>
          </a:solidFill>
          <a:ln w="5400">
            <a:solidFill>
              <a:srgbClr val="FFFFFF"/>
            </a:solidFill>
            <a:miter/>
          </a:ln>
        </p:spPr>
        <p:txBody>
          <a:bodyPr lIns="2520" tIns="2520" rIns="2520" bIns="25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687" name=""/>
          <p:cNvSpPr/>
          <p:nvPr/>
        </p:nvSpPr>
        <p:spPr>
          <a:xfrm>
            <a:off x="3380040" y="3316320"/>
            <a:ext cx="141120" cy="89280"/>
          </a:xfrm>
          <a:custGeom>
            <a:avLst/>
            <a:gdLst/>
            <a:ahLst/>
            <a:rect l="0" t="0" r="r" b="b"/>
            <a:pathLst>
              <a:path w="392" h="248">
                <a:moveTo>
                  <a:pt x="0" y="0"/>
                </a:moveTo>
                <a:lnTo>
                  <a:pt x="392" y="0"/>
                </a:lnTo>
                <a:lnTo>
                  <a:pt x="392" y="248"/>
                </a:lnTo>
                <a:lnTo>
                  <a:pt x="0" y="248"/>
                </a:lnTo>
                <a:lnTo>
                  <a:pt x="0" y="0"/>
                </a:lnTo>
                <a:close/>
              </a:path>
            </a:pathLst>
          </a:custGeom>
          <a:solidFill>
            <a:srgbClr val="E1E6EA"/>
          </a:solidFill>
          <a:ln w="5400">
            <a:solidFill>
              <a:srgbClr val="FFFFFF"/>
            </a:solidFill>
            <a:miter/>
          </a:ln>
        </p:spPr>
        <p:txBody>
          <a:bodyPr lIns="2520" tIns="2520" rIns="2520" bIns="25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688" name=""/>
          <p:cNvSpPr/>
          <p:nvPr/>
        </p:nvSpPr>
        <p:spPr>
          <a:xfrm>
            <a:off x="3380040" y="3673080"/>
            <a:ext cx="141120" cy="89640"/>
          </a:xfrm>
          <a:custGeom>
            <a:avLst/>
            <a:gdLst/>
            <a:ahLst/>
            <a:rect l="0" t="0" r="r" b="b"/>
            <a:pathLst>
              <a:path w="392" h="249">
                <a:moveTo>
                  <a:pt x="0" y="0"/>
                </a:moveTo>
                <a:lnTo>
                  <a:pt x="392" y="0"/>
                </a:lnTo>
                <a:lnTo>
                  <a:pt x="392" y="249"/>
                </a:lnTo>
                <a:lnTo>
                  <a:pt x="0" y="249"/>
                </a:lnTo>
                <a:lnTo>
                  <a:pt x="0" y="0"/>
                </a:lnTo>
                <a:close/>
              </a:path>
            </a:pathLst>
          </a:custGeom>
          <a:solidFill>
            <a:srgbClr val="EFC6B3"/>
          </a:solidFill>
          <a:ln w="5400">
            <a:solidFill>
              <a:srgbClr val="FFFFFF"/>
            </a:solidFill>
            <a:miter/>
          </a:ln>
        </p:spPr>
        <p:txBody>
          <a:bodyPr lIns="2520" tIns="2520" rIns="2520" bIns="25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689" name=""/>
          <p:cNvSpPr/>
          <p:nvPr/>
        </p:nvSpPr>
        <p:spPr>
          <a:xfrm>
            <a:off x="3380040" y="3048480"/>
            <a:ext cx="141120" cy="89640"/>
          </a:xfrm>
          <a:custGeom>
            <a:avLst/>
            <a:gdLst/>
            <a:ahLst/>
            <a:rect l="0" t="0" r="r" b="b"/>
            <a:pathLst>
              <a:path w="392" h="249">
                <a:moveTo>
                  <a:pt x="0" y="0"/>
                </a:moveTo>
                <a:lnTo>
                  <a:pt x="392" y="0"/>
                </a:lnTo>
                <a:lnTo>
                  <a:pt x="392" y="249"/>
                </a:lnTo>
                <a:lnTo>
                  <a:pt x="0" y="249"/>
                </a:lnTo>
                <a:lnTo>
                  <a:pt x="0" y="0"/>
                </a:lnTo>
                <a:close/>
              </a:path>
            </a:pathLst>
          </a:custGeom>
          <a:solidFill>
            <a:srgbClr val="D8E0E8"/>
          </a:solidFill>
          <a:ln w="5400">
            <a:solidFill>
              <a:srgbClr val="FFFFFF"/>
            </a:solidFill>
            <a:miter/>
          </a:ln>
        </p:spPr>
        <p:txBody>
          <a:bodyPr lIns="2520" tIns="2520" rIns="2520" bIns="25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690" name=""/>
          <p:cNvSpPr/>
          <p:nvPr/>
        </p:nvSpPr>
        <p:spPr>
          <a:xfrm>
            <a:off x="3380040" y="3494520"/>
            <a:ext cx="141120" cy="89640"/>
          </a:xfrm>
          <a:custGeom>
            <a:avLst/>
            <a:gdLst/>
            <a:ahLst/>
            <a:rect l="0" t="0" r="r" b="b"/>
            <a:pathLst>
              <a:path w="392" h="249">
                <a:moveTo>
                  <a:pt x="0" y="0"/>
                </a:moveTo>
                <a:lnTo>
                  <a:pt x="392" y="0"/>
                </a:lnTo>
                <a:lnTo>
                  <a:pt x="392" y="249"/>
                </a:lnTo>
                <a:lnTo>
                  <a:pt x="0" y="249"/>
                </a:lnTo>
                <a:lnTo>
                  <a:pt x="0" y="0"/>
                </a:lnTo>
                <a:close/>
              </a:path>
            </a:pathLst>
          </a:custGeom>
          <a:solidFill>
            <a:srgbClr val="D2DDE7"/>
          </a:solidFill>
          <a:ln w="5400">
            <a:solidFill>
              <a:srgbClr val="FFFFFF"/>
            </a:solidFill>
            <a:miter/>
          </a:ln>
        </p:spPr>
        <p:txBody>
          <a:bodyPr lIns="2520" tIns="2520" rIns="2520" bIns="25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691" name=""/>
          <p:cNvSpPr/>
          <p:nvPr/>
        </p:nvSpPr>
        <p:spPr>
          <a:xfrm>
            <a:off x="3380040" y="2959200"/>
            <a:ext cx="141120" cy="89640"/>
          </a:xfrm>
          <a:custGeom>
            <a:avLst/>
            <a:gdLst/>
            <a:ahLst/>
            <a:rect l="0" t="0" r="r" b="b"/>
            <a:pathLst>
              <a:path w="392" h="249">
                <a:moveTo>
                  <a:pt x="0" y="0"/>
                </a:moveTo>
                <a:lnTo>
                  <a:pt x="392" y="0"/>
                </a:lnTo>
                <a:lnTo>
                  <a:pt x="392" y="249"/>
                </a:lnTo>
                <a:lnTo>
                  <a:pt x="0" y="249"/>
                </a:lnTo>
                <a:lnTo>
                  <a:pt x="0" y="0"/>
                </a:lnTo>
                <a:close/>
              </a:path>
            </a:pathLst>
          </a:custGeom>
          <a:solidFill>
            <a:srgbClr val="EEEEED"/>
          </a:solidFill>
          <a:ln w="5400">
            <a:solidFill>
              <a:srgbClr val="FFFFFF"/>
            </a:solidFill>
            <a:miter/>
          </a:ln>
        </p:spPr>
        <p:txBody>
          <a:bodyPr lIns="2520" tIns="2520" rIns="2520" bIns="25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692" name=""/>
          <p:cNvSpPr/>
          <p:nvPr/>
        </p:nvSpPr>
        <p:spPr>
          <a:xfrm>
            <a:off x="3380040" y="3940560"/>
            <a:ext cx="141120" cy="89640"/>
          </a:xfrm>
          <a:custGeom>
            <a:avLst/>
            <a:gdLst/>
            <a:ahLst/>
            <a:rect l="0" t="0" r="r" b="b"/>
            <a:pathLst>
              <a:path w="392" h="249">
                <a:moveTo>
                  <a:pt x="0" y="0"/>
                </a:moveTo>
                <a:lnTo>
                  <a:pt x="392" y="0"/>
                </a:lnTo>
                <a:lnTo>
                  <a:pt x="392" y="249"/>
                </a:lnTo>
                <a:lnTo>
                  <a:pt x="0" y="249"/>
                </a:lnTo>
                <a:lnTo>
                  <a:pt x="0" y="0"/>
                </a:lnTo>
                <a:close/>
              </a:path>
            </a:pathLst>
          </a:custGeom>
          <a:solidFill>
            <a:srgbClr val="F0CCBB"/>
          </a:solidFill>
          <a:ln w="5400">
            <a:solidFill>
              <a:srgbClr val="FFFFFF"/>
            </a:solidFill>
            <a:miter/>
          </a:ln>
        </p:spPr>
        <p:txBody>
          <a:bodyPr lIns="2520" tIns="2520" rIns="2520" bIns="25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693" name=""/>
          <p:cNvSpPr/>
          <p:nvPr/>
        </p:nvSpPr>
        <p:spPr>
          <a:xfrm>
            <a:off x="3380040" y="4386600"/>
            <a:ext cx="141120" cy="89640"/>
          </a:xfrm>
          <a:custGeom>
            <a:avLst/>
            <a:gdLst/>
            <a:ahLst/>
            <a:rect l="0" t="0" r="r" b="b"/>
            <a:pathLst>
              <a:path w="392" h="249">
                <a:moveTo>
                  <a:pt x="0" y="0"/>
                </a:moveTo>
                <a:lnTo>
                  <a:pt x="392" y="0"/>
                </a:lnTo>
                <a:lnTo>
                  <a:pt x="392" y="249"/>
                </a:lnTo>
                <a:lnTo>
                  <a:pt x="0" y="249"/>
                </a:lnTo>
                <a:lnTo>
                  <a:pt x="0" y="0"/>
                </a:lnTo>
                <a:close/>
              </a:path>
            </a:pathLst>
          </a:custGeom>
          <a:solidFill>
            <a:srgbClr val="D1DBE7"/>
          </a:solidFill>
          <a:ln w="5400">
            <a:solidFill>
              <a:srgbClr val="FFFFFF"/>
            </a:solidFill>
            <a:miter/>
          </a:ln>
        </p:spPr>
        <p:txBody>
          <a:bodyPr lIns="2520" tIns="2520" rIns="2520" bIns="25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694" name=""/>
          <p:cNvSpPr/>
          <p:nvPr/>
        </p:nvSpPr>
        <p:spPr>
          <a:xfrm>
            <a:off x="3380040" y="5011200"/>
            <a:ext cx="141120" cy="89280"/>
          </a:xfrm>
          <a:custGeom>
            <a:avLst/>
            <a:gdLst/>
            <a:ahLst/>
            <a:rect l="0" t="0" r="r" b="b"/>
            <a:pathLst>
              <a:path w="392" h="248">
                <a:moveTo>
                  <a:pt x="0" y="0"/>
                </a:moveTo>
                <a:lnTo>
                  <a:pt x="392" y="0"/>
                </a:lnTo>
                <a:lnTo>
                  <a:pt x="392" y="248"/>
                </a:lnTo>
                <a:lnTo>
                  <a:pt x="0" y="248"/>
                </a:lnTo>
                <a:lnTo>
                  <a:pt x="0" y="0"/>
                </a:lnTo>
                <a:close/>
              </a:path>
            </a:pathLst>
          </a:custGeom>
          <a:solidFill>
            <a:srgbClr val="DEE3E9"/>
          </a:solidFill>
          <a:ln w="5400">
            <a:solidFill>
              <a:srgbClr val="FFFFFF"/>
            </a:solidFill>
            <a:miter/>
          </a:ln>
        </p:spPr>
        <p:txBody>
          <a:bodyPr lIns="2520" tIns="2520" rIns="2520" bIns="25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695" name=""/>
          <p:cNvSpPr/>
          <p:nvPr/>
        </p:nvSpPr>
        <p:spPr>
          <a:xfrm>
            <a:off x="3380040" y="4654440"/>
            <a:ext cx="141120" cy="89280"/>
          </a:xfrm>
          <a:custGeom>
            <a:avLst/>
            <a:gdLst/>
            <a:ahLst/>
            <a:rect l="0" t="0" r="r" b="b"/>
            <a:pathLst>
              <a:path w="392" h="248">
                <a:moveTo>
                  <a:pt x="0" y="0"/>
                </a:moveTo>
                <a:lnTo>
                  <a:pt x="392" y="0"/>
                </a:lnTo>
                <a:lnTo>
                  <a:pt x="392" y="248"/>
                </a:lnTo>
                <a:lnTo>
                  <a:pt x="0" y="248"/>
                </a:lnTo>
                <a:lnTo>
                  <a:pt x="0" y="0"/>
                </a:lnTo>
                <a:close/>
              </a:path>
            </a:pathLst>
          </a:custGeom>
          <a:solidFill>
            <a:srgbClr val="D0DAE6"/>
          </a:solidFill>
          <a:ln w="5400">
            <a:solidFill>
              <a:srgbClr val="FFFFFF"/>
            </a:solidFill>
            <a:miter/>
          </a:ln>
        </p:spPr>
        <p:txBody>
          <a:bodyPr lIns="2520" tIns="2520" rIns="2520" bIns="25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696" name=""/>
          <p:cNvSpPr/>
          <p:nvPr/>
        </p:nvSpPr>
        <p:spPr>
          <a:xfrm>
            <a:off x="3380040" y="4029840"/>
            <a:ext cx="141120" cy="89640"/>
          </a:xfrm>
          <a:custGeom>
            <a:avLst/>
            <a:gdLst/>
            <a:ahLst/>
            <a:rect l="0" t="0" r="r" b="b"/>
            <a:pathLst>
              <a:path w="392" h="249">
                <a:moveTo>
                  <a:pt x="0" y="0"/>
                </a:moveTo>
                <a:lnTo>
                  <a:pt x="392" y="0"/>
                </a:lnTo>
                <a:lnTo>
                  <a:pt x="392" y="249"/>
                </a:lnTo>
                <a:lnTo>
                  <a:pt x="0" y="249"/>
                </a:lnTo>
                <a:lnTo>
                  <a:pt x="0" y="0"/>
                </a:lnTo>
                <a:close/>
              </a:path>
            </a:pathLst>
          </a:custGeom>
          <a:solidFill>
            <a:srgbClr val="DCE3E9"/>
          </a:solidFill>
          <a:ln w="5400">
            <a:solidFill>
              <a:srgbClr val="FFFFFF"/>
            </a:solidFill>
            <a:miter/>
          </a:ln>
        </p:spPr>
        <p:txBody>
          <a:bodyPr lIns="2520" tIns="2520" rIns="2520" bIns="25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697" name=""/>
          <p:cNvSpPr/>
          <p:nvPr/>
        </p:nvSpPr>
        <p:spPr>
          <a:xfrm>
            <a:off x="3380040" y="2870280"/>
            <a:ext cx="141120" cy="89280"/>
          </a:xfrm>
          <a:custGeom>
            <a:avLst/>
            <a:gdLst/>
            <a:ahLst/>
            <a:rect l="0" t="0" r="r" b="b"/>
            <a:pathLst>
              <a:path w="392" h="248">
                <a:moveTo>
                  <a:pt x="0" y="0"/>
                </a:moveTo>
                <a:lnTo>
                  <a:pt x="392" y="0"/>
                </a:lnTo>
                <a:lnTo>
                  <a:pt x="392" y="248"/>
                </a:lnTo>
                <a:lnTo>
                  <a:pt x="0" y="248"/>
                </a:lnTo>
                <a:lnTo>
                  <a:pt x="0" y="0"/>
                </a:lnTo>
                <a:close/>
              </a:path>
            </a:pathLst>
          </a:custGeom>
          <a:solidFill>
            <a:srgbClr val="ECEDEC"/>
          </a:solidFill>
          <a:ln w="5400">
            <a:solidFill>
              <a:srgbClr val="FFFFFF"/>
            </a:solidFill>
            <a:miter/>
          </a:ln>
        </p:spPr>
        <p:txBody>
          <a:bodyPr lIns="2520" tIns="2520" rIns="2520" bIns="25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698" name=""/>
          <p:cNvSpPr/>
          <p:nvPr/>
        </p:nvSpPr>
        <p:spPr>
          <a:xfrm>
            <a:off x="3380040" y="4743360"/>
            <a:ext cx="141120" cy="89640"/>
          </a:xfrm>
          <a:custGeom>
            <a:avLst/>
            <a:gdLst/>
            <a:ahLst/>
            <a:rect l="0" t="0" r="r" b="b"/>
            <a:pathLst>
              <a:path w="392" h="249">
                <a:moveTo>
                  <a:pt x="0" y="0"/>
                </a:moveTo>
                <a:lnTo>
                  <a:pt x="392" y="0"/>
                </a:lnTo>
                <a:lnTo>
                  <a:pt x="392" y="249"/>
                </a:lnTo>
                <a:lnTo>
                  <a:pt x="0" y="249"/>
                </a:lnTo>
                <a:lnTo>
                  <a:pt x="0" y="0"/>
                </a:lnTo>
                <a:close/>
              </a:path>
            </a:pathLst>
          </a:custGeom>
          <a:solidFill>
            <a:srgbClr val="F2E4DC"/>
          </a:solidFill>
          <a:ln w="5400">
            <a:solidFill>
              <a:srgbClr val="FFFFFF"/>
            </a:solidFill>
            <a:miter/>
          </a:ln>
        </p:spPr>
        <p:txBody>
          <a:bodyPr lIns="2520" tIns="2520" rIns="2520" bIns="25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699" name=""/>
          <p:cNvSpPr/>
          <p:nvPr/>
        </p:nvSpPr>
        <p:spPr>
          <a:xfrm>
            <a:off x="3380040" y="4475880"/>
            <a:ext cx="141120" cy="89640"/>
          </a:xfrm>
          <a:custGeom>
            <a:avLst/>
            <a:gdLst/>
            <a:ahLst/>
            <a:rect l="0" t="0" r="r" b="b"/>
            <a:pathLst>
              <a:path w="392" h="249">
                <a:moveTo>
                  <a:pt x="0" y="0"/>
                </a:moveTo>
                <a:lnTo>
                  <a:pt x="392" y="0"/>
                </a:lnTo>
                <a:lnTo>
                  <a:pt x="392" y="249"/>
                </a:lnTo>
                <a:lnTo>
                  <a:pt x="0" y="249"/>
                </a:lnTo>
                <a:lnTo>
                  <a:pt x="0" y="0"/>
                </a:lnTo>
                <a:close/>
              </a:path>
            </a:pathLst>
          </a:custGeom>
          <a:solidFill>
            <a:srgbClr val="D1DBE7"/>
          </a:solidFill>
          <a:ln w="5400">
            <a:solidFill>
              <a:srgbClr val="FFFFFF"/>
            </a:solidFill>
            <a:miter/>
          </a:ln>
        </p:spPr>
        <p:txBody>
          <a:bodyPr lIns="2520" tIns="2520" rIns="2520" bIns="25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700" name=""/>
          <p:cNvSpPr/>
          <p:nvPr/>
        </p:nvSpPr>
        <p:spPr>
          <a:xfrm>
            <a:off x="3380040" y="4297320"/>
            <a:ext cx="141120" cy="89640"/>
          </a:xfrm>
          <a:custGeom>
            <a:avLst/>
            <a:gdLst/>
            <a:ahLst/>
            <a:rect l="0" t="0" r="r" b="b"/>
            <a:pathLst>
              <a:path w="392" h="249">
                <a:moveTo>
                  <a:pt x="0" y="0"/>
                </a:moveTo>
                <a:lnTo>
                  <a:pt x="392" y="0"/>
                </a:lnTo>
                <a:lnTo>
                  <a:pt x="392" y="249"/>
                </a:lnTo>
                <a:lnTo>
                  <a:pt x="0" y="249"/>
                </a:lnTo>
                <a:lnTo>
                  <a:pt x="0" y="0"/>
                </a:lnTo>
                <a:close/>
              </a:path>
            </a:pathLst>
          </a:custGeom>
          <a:solidFill>
            <a:srgbClr val="F1D6CA"/>
          </a:solidFill>
          <a:ln w="5400">
            <a:solidFill>
              <a:srgbClr val="FFFFFF"/>
            </a:solidFill>
            <a:miter/>
          </a:ln>
        </p:spPr>
        <p:txBody>
          <a:bodyPr lIns="2520" tIns="2520" rIns="2520" bIns="25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701" name=""/>
          <p:cNvSpPr/>
          <p:nvPr/>
        </p:nvSpPr>
        <p:spPr>
          <a:xfrm>
            <a:off x="3520800" y="3137760"/>
            <a:ext cx="141120" cy="89640"/>
          </a:xfrm>
          <a:custGeom>
            <a:avLst/>
            <a:gdLst/>
            <a:ahLst/>
            <a:rect l="0" t="0" r="r" b="b"/>
            <a:pathLst>
              <a:path w="392" h="249">
                <a:moveTo>
                  <a:pt x="0" y="0"/>
                </a:moveTo>
                <a:lnTo>
                  <a:pt x="392" y="0"/>
                </a:lnTo>
                <a:lnTo>
                  <a:pt x="392" y="249"/>
                </a:lnTo>
                <a:lnTo>
                  <a:pt x="0" y="249"/>
                </a:lnTo>
                <a:lnTo>
                  <a:pt x="0" y="0"/>
                </a:lnTo>
                <a:close/>
              </a:path>
            </a:pathLst>
          </a:custGeom>
          <a:solidFill>
            <a:srgbClr val="F0D0C1"/>
          </a:solidFill>
          <a:ln w="5400">
            <a:solidFill>
              <a:srgbClr val="FFFFFF"/>
            </a:solidFill>
            <a:miter/>
          </a:ln>
        </p:spPr>
        <p:txBody>
          <a:bodyPr lIns="2520" tIns="2520" rIns="2520" bIns="25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702" name=""/>
          <p:cNvSpPr/>
          <p:nvPr/>
        </p:nvSpPr>
        <p:spPr>
          <a:xfrm>
            <a:off x="3520800" y="4208400"/>
            <a:ext cx="141120" cy="89280"/>
          </a:xfrm>
          <a:custGeom>
            <a:avLst/>
            <a:gdLst/>
            <a:ahLst/>
            <a:rect l="0" t="0" r="r" b="b"/>
            <a:pathLst>
              <a:path w="392" h="248">
                <a:moveTo>
                  <a:pt x="0" y="0"/>
                </a:moveTo>
                <a:lnTo>
                  <a:pt x="392" y="0"/>
                </a:lnTo>
                <a:lnTo>
                  <a:pt x="392" y="248"/>
                </a:lnTo>
                <a:lnTo>
                  <a:pt x="0" y="248"/>
                </a:lnTo>
                <a:lnTo>
                  <a:pt x="0" y="0"/>
                </a:lnTo>
                <a:close/>
              </a:path>
            </a:pathLst>
          </a:custGeom>
          <a:solidFill>
            <a:srgbClr val="D7E0E8"/>
          </a:solidFill>
          <a:ln w="5400">
            <a:solidFill>
              <a:srgbClr val="FFFFFF"/>
            </a:solidFill>
            <a:miter/>
          </a:ln>
        </p:spPr>
        <p:txBody>
          <a:bodyPr lIns="2520" tIns="2520" rIns="2520" bIns="25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703" name=""/>
          <p:cNvSpPr/>
          <p:nvPr/>
        </p:nvSpPr>
        <p:spPr>
          <a:xfrm>
            <a:off x="3520800" y="4565160"/>
            <a:ext cx="141120" cy="89640"/>
          </a:xfrm>
          <a:custGeom>
            <a:avLst/>
            <a:gdLst/>
            <a:ahLst/>
            <a:rect l="0" t="0" r="r" b="b"/>
            <a:pathLst>
              <a:path w="392" h="249">
                <a:moveTo>
                  <a:pt x="0" y="0"/>
                </a:moveTo>
                <a:lnTo>
                  <a:pt x="392" y="0"/>
                </a:lnTo>
                <a:lnTo>
                  <a:pt x="392" y="249"/>
                </a:lnTo>
                <a:lnTo>
                  <a:pt x="0" y="249"/>
                </a:lnTo>
                <a:lnTo>
                  <a:pt x="0" y="0"/>
                </a:lnTo>
                <a:close/>
              </a:path>
            </a:pathLst>
          </a:custGeom>
          <a:solidFill>
            <a:srgbClr val="D5DFE8"/>
          </a:solidFill>
          <a:ln w="5400">
            <a:solidFill>
              <a:srgbClr val="FFFFFF"/>
            </a:solidFill>
            <a:miter/>
          </a:ln>
        </p:spPr>
        <p:txBody>
          <a:bodyPr lIns="2520" tIns="2520" rIns="2520" bIns="25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704" name=""/>
          <p:cNvSpPr/>
          <p:nvPr/>
        </p:nvSpPr>
        <p:spPr>
          <a:xfrm>
            <a:off x="3520800" y="5100480"/>
            <a:ext cx="141120" cy="89280"/>
          </a:xfrm>
          <a:custGeom>
            <a:avLst/>
            <a:gdLst/>
            <a:ahLst/>
            <a:rect l="0" t="0" r="r" b="b"/>
            <a:pathLst>
              <a:path w="392" h="248">
                <a:moveTo>
                  <a:pt x="0" y="0"/>
                </a:moveTo>
                <a:lnTo>
                  <a:pt x="392" y="0"/>
                </a:lnTo>
                <a:lnTo>
                  <a:pt x="392" y="248"/>
                </a:lnTo>
                <a:lnTo>
                  <a:pt x="0" y="248"/>
                </a:lnTo>
                <a:lnTo>
                  <a:pt x="0" y="0"/>
                </a:lnTo>
                <a:close/>
              </a:path>
            </a:pathLst>
          </a:custGeom>
          <a:solidFill>
            <a:srgbClr val="D5DEE7"/>
          </a:solidFill>
          <a:ln w="5400">
            <a:solidFill>
              <a:srgbClr val="FFFFFF"/>
            </a:solidFill>
            <a:miter/>
          </a:ln>
        </p:spPr>
        <p:txBody>
          <a:bodyPr lIns="2520" tIns="2520" rIns="2520" bIns="25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705" name=""/>
          <p:cNvSpPr/>
          <p:nvPr/>
        </p:nvSpPr>
        <p:spPr>
          <a:xfrm>
            <a:off x="3520800" y="2781000"/>
            <a:ext cx="141120" cy="89640"/>
          </a:xfrm>
          <a:custGeom>
            <a:avLst/>
            <a:gdLst/>
            <a:ahLst/>
            <a:rect l="0" t="0" r="r" b="b"/>
            <a:pathLst>
              <a:path w="392" h="249">
                <a:moveTo>
                  <a:pt x="0" y="0"/>
                </a:moveTo>
                <a:lnTo>
                  <a:pt x="392" y="0"/>
                </a:lnTo>
                <a:lnTo>
                  <a:pt x="392" y="249"/>
                </a:lnTo>
                <a:lnTo>
                  <a:pt x="0" y="249"/>
                </a:lnTo>
                <a:lnTo>
                  <a:pt x="0" y="0"/>
                </a:lnTo>
                <a:close/>
              </a:path>
            </a:pathLst>
          </a:custGeom>
          <a:solidFill>
            <a:srgbClr val="F1D6CA"/>
          </a:solidFill>
          <a:ln w="5400">
            <a:solidFill>
              <a:srgbClr val="FFFFFF"/>
            </a:solidFill>
            <a:miter/>
          </a:ln>
        </p:spPr>
        <p:txBody>
          <a:bodyPr lIns="2520" tIns="2520" rIns="2520" bIns="25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706" name=""/>
          <p:cNvSpPr/>
          <p:nvPr/>
        </p:nvSpPr>
        <p:spPr>
          <a:xfrm>
            <a:off x="3520800" y="4832640"/>
            <a:ext cx="141120" cy="89640"/>
          </a:xfrm>
          <a:custGeom>
            <a:avLst/>
            <a:gdLst/>
            <a:ahLst/>
            <a:rect l="0" t="0" r="r" b="b"/>
            <a:pathLst>
              <a:path w="392" h="249">
                <a:moveTo>
                  <a:pt x="0" y="0"/>
                </a:moveTo>
                <a:lnTo>
                  <a:pt x="392" y="0"/>
                </a:lnTo>
                <a:lnTo>
                  <a:pt x="392" y="249"/>
                </a:lnTo>
                <a:lnTo>
                  <a:pt x="0" y="249"/>
                </a:lnTo>
                <a:lnTo>
                  <a:pt x="0" y="0"/>
                </a:lnTo>
                <a:close/>
              </a:path>
            </a:pathLst>
          </a:custGeom>
          <a:solidFill>
            <a:srgbClr val="F2E9E3"/>
          </a:solidFill>
          <a:ln w="5400">
            <a:solidFill>
              <a:srgbClr val="FFFFFF"/>
            </a:solidFill>
            <a:miter/>
          </a:ln>
        </p:spPr>
        <p:txBody>
          <a:bodyPr lIns="2520" tIns="2520" rIns="2520" bIns="25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707" name=""/>
          <p:cNvSpPr/>
          <p:nvPr/>
        </p:nvSpPr>
        <p:spPr>
          <a:xfrm>
            <a:off x="3520800" y="3227040"/>
            <a:ext cx="141120" cy="89640"/>
          </a:xfrm>
          <a:custGeom>
            <a:avLst/>
            <a:gdLst/>
            <a:ahLst/>
            <a:rect l="0" t="0" r="r" b="b"/>
            <a:pathLst>
              <a:path w="392" h="249">
                <a:moveTo>
                  <a:pt x="0" y="0"/>
                </a:moveTo>
                <a:lnTo>
                  <a:pt x="392" y="0"/>
                </a:lnTo>
                <a:lnTo>
                  <a:pt x="392" y="249"/>
                </a:lnTo>
                <a:lnTo>
                  <a:pt x="0" y="249"/>
                </a:lnTo>
                <a:lnTo>
                  <a:pt x="0" y="0"/>
                </a:lnTo>
                <a:close/>
              </a:path>
            </a:pathLst>
          </a:custGeom>
          <a:solidFill>
            <a:srgbClr val="EFEFED"/>
          </a:solidFill>
          <a:ln w="5400">
            <a:solidFill>
              <a:srgbClr val="FFFFFF"/>
            </a:solidFill>
            <a:miter/>
          </a:ln>
        </p:spPr>
        <p:txBody>
          <a:bodyPr lIns="2520" tIns="2520" rIns="2520" bIns="25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708" name=""/>
          <p:cNvSpPr/>
          <p:nvPr/>
        </p:nvSpPr>
        <p:spPr>
          <a:xfrm>
            <a:off x="3520800" y="2513160"/>
            <a:ext cx="141120" cy="89640"/>
          </a:xfrm>
          <a:custGeom>
            <a:avLst/>
            <a:gdLst/>
            <a:ahLst/>
            <a:rect l="0" t="0" r="r" b="b"/>
            <a:pathLst>
              <a:path w="392" h="249">
                <a:moveTo>
                  <a:pt x="0" y="0"/>
                </a:moveTo>
                <a:lnTo>
                  <a:pt x="392" y="0"/>
                </a:lnTo>
                <a:lnTo>
                  <a:pt x="392" y="249"/>
                </a:lnTo>
                <a:lnTo>
                  <a:pt x="0" y="249"/>
                </a:lnTo>
                <a:lnTo>
                  <a:pt x="0" y="0"/>
                </a:lnTo>
                <a:close/>
              </a:path>
            </a:pathLst>
          </a:custGeom>
          <a:solidFill>
            <a:srgbClr val="D96C44"/>
          </a:solidFill>
          <a:ln w="5400">
            <a:solidFill>
              <a:srgbClr val="FFFFFF"/>
            </a:solidFill>
            <a:miter/>
          </a:ln>
        </p:spPr>
        <p:txBody>
          <a:bodyPr lIns="2520" tIns="2520" rIns="2520" bIns="252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709" name=""/>
          <p:cNvSpPr/>
          <p:nvPr/>
        </p:nvSpPr>
        <p:spPr>
          <a:xfrm>
            <a:off x="3520800" y="3405240"/>
            <a:ext cx="141120" cy="89640"/>
          </a:xfrm>
          <a:custGeom>
            <a:avLst/>
            <a:gdLst/>
            <a:ahLst/>
            <a:rect l="0" t="0" r="r" b="b"/>
            <a:pathLst>
              <a:path w="392" h="249">
                <a:moveTo>
                  <a:pt x="0" y="0"/>
                </a:moveTo>
                <a:lnTo>
                  <a:pt x="392" y="0"/>
                </a:lnTo>
                <a:lnTo>
                  <a:pt x="392" y="249"/>
                </a:lnTo>
                <a:lnTo>
                  <a:pt x="0" y="249"/>
                </a:lnTo>
                <a:lnTo>
                  <a:pt x="0" y="0"/>
                </a:lnTo>
                <a:close/>
              </a:path>
            </a:pathLst>
          </a:custGeom>
          <a:solidFill>
            <a:srgbClr val="D6DFE8"/>
          </a:solidFill>
          <a:ln w="5400">
            <a:solidFill>
              <a:srgbClr val="FFFFFF"/>
            </a:solidFill>
            <a:miter/>
          </a:ln>
        </p:spPr>
        <p:txBody>
          <a:bodyPr lIns="2520" tIns="2520" rIns="2520" bIns="25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710" name=""/>
          <p:cNvSpPr/>
          <p:nvPr/>
        </p:nvSpPr>
        <p:spPr>
          <a:xfrm>
            <a:off x="3520800" y="4921920"/>
            <a:ext cx="141120" cy="89640"/>
          </a:xfrm>
          <a:custGeom>
            <a:avLst/>
            <a:gdLst/>
            <a:ahLst/>
            <a:rect l="0" t="0" r="r" b="b"/>
            <a:pathLst>
              <a:path w="392" h="249">
                <a:moveTo>
                  <a:pt x="0" y="0"/>
                </a:moveTo>
                <a:lnTo>
                  <a:pt x="392" y="0"/>
                </a:lnTo>
                <a:lnTo>
                  <a:pt x="392" y="249"/>
                </a:lnTo>
                <a:lnTo>
                  <a:pt x="0" y="249"/>
                </a:lnTo>
                <a:lnTo>
                  <a:pt x="0" y="0"/>
                </a:lnTo>
                <a:close/>
              </a:path>
            </a:pathLst>
          </a:custGeom>
          <a:solidFill>
            <a:srgbClr val="DDE3E9"/>
          </a:solidFill>
          <a:ln w="5400">
            <a:solidFill>
              <a:srgbClr val="FFFFFF"/>
            </a:solidFill>
            <a:miter/>
          </a:ln>
        </p:spPr>
        <p:txBody>
          <a:bodyPr lIns="2520" tIns="2520" rIns="2520" bIns="25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711" name=""/>
          <p:cNvSpPr/>
          <p:nvPr/>
        </p:nvSpPr>
        <p:spPr>
          <a:xfrm>
            <a:off x="3520800" y="2602440"/>
            <a:ext cx="141120" cy="89640"/>
          </a:xfrm>
          <a:custGeom>
            <a:avLst/>
            <a:gdLst/>
            <a:ahLst/>
            <a:rect l="0" t="0" r="r" b="b"/>
            <a:pathLst>
              <a:path w="392" h="249">
                <a:moveTo>
                  <a:pt x="0" y="0"/>
                </a:moveTo>
                <a:lnTo>
                  <a:pt x="392" y="0"/>
                </a:lnTo>
                <a:lnTo>
                  <a:pt x="392" y="249"/>
                </a:lnTo>
                <a:lnTo>
                  <a:pt x="0" y="249"/>
                </a:lnTo>
                <a:lnTo>
                  <a:pt x="0" y="0"/>
                </a:lnTo>
                <a:close/>
              </a:path>
            </a:pathLst>
          </a:custGeom>
          <a:solidFill>
            <a:srgbClr val="F1D8CD"/>
          </a:solidFill>
          <a:ln w="5400">
            <a:solidFill>
              <a:srgbClr val="FFFFFF"/>
            </a:solidFill>
            <a:miter/>
          </a:ln>
        </p:spPr>
        <p:txBody>
          <a:bodyPr lIns="2520" tIns="2520" rIns="2520" bIns="25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712" name=""/>
          <p:cNvSpPr/>
          <p:nvPr/>
        </p:nvSpPr>
        <p:spPr>
          <a:xfrm>
            <a:off x="3520800" y="3762360"/>
            <a:ext cx="141120" cy="89280"/>
          </a:xfrm>
          <a:custGeom>
            <a:avLst/>
            <a:gdLst/>
            <a:ahLst/>
            <a:rect l="0" t="0" r="r" b="b"/>
            <a:pathLst>
              <a:path w="392" h="248">
                <a:moveTo>
                  <a:pt x="0" y="0"/>
                </a:moveTo>
                <a:lnTo>
                  <a:pt x="392" y="0"/>
                </a:lnTo>
                <a:lnTo>
                  <a:pt x="392" y="248"/>
                </a:lnTo>
                <a:lnTo>
                  <a:pt x="0" y="248"/>
                </a:lnTo>
                <a:lnTo>
                  <a:pt x="0" y="0"/>
                </a:lnTo>
                <a:close/>
              </a:path>
            </a:pathLst>
          </a:custGeom>
          <a:solidFill>
            <a:srgbClr val="F0CCBB"/>
          </a:solidFill>
          <a:ln w="5400">
            <a:solidFill>
              <a:srgbClr val="FFFFFF"/>
            </a:solidFill>
            <a:miter/>
          </a:ln>
        </p:spPr>
        <p:txBody>
          <a:bodyPr lIns="2520" tIns="2520" rIns="2520" bIns="25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713" name=""/>
          <p:cNvSpPr/>
          <p:nvPr/>
        </p:nvSpPr>
        <p:spPr>
          <a:xfrm>
            <a:off x="3520800" y="4119120"/>
            <a:ext cx="141120" cy="89640"/>
          </a:xfrm>
          <a:custGeom>
            <a:avLst/>
            <a:gdLst/>
            <a:ahLst/>
            <a:rect l="0" t="0" r="r" b="b"/>
            <a:pathLst>
              <a:path w="392" h="249">
                <a:moveTo>
                  <a:pt x="0" y="0"/>
                </a:moveTo>
                <a:lnTo>
                  <a:pt x="392" y="0"/>
                </a:lnTo>
                <a:lnTo>
                  <a:pt x="392" y="249"/>
                </a:lnTo>
                <a:lnTo>
                  <a:pt x="0" y="249"/>
                </a:lnTo>
                <a:lnTo>
                  <a:pt x="0" y="0"/>
                </a:lnTo>
                <a:close/>
              </a:path>
            </a:pathLst>
          </a:custGeom>
          <a:solidFill>
            <a:srgbClr val="F1F0EC"/>
          </a:solidFill>
          <a:ln w="5400">
            <a:solidFill>
              <a:srgbClr val="FFFFFF"/>
            </a:solidFill>
            <a:miter/>
          </a:ln>
        </p:spPr>
        <p:txBody>
          <a:bodyPr lIns="2520" tIns="2520" rIns="2520" bIns="25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714" name=""/>
          <p:cNvSpPr/>
          <p:nvPr/>
        </p:nvSpPr>
        <p:spPr>
          <a:xfrm>
            <a:off x="3520800" y="2424240"/>
            <a:ext cx="141120" cy="89280"/>
          </a:xfrm>
          <a:custGeom>
            <a:avLst/>
            <a:gdLst/>
            <a:ahLst/>
            <a:rect l="0" t="0" r="r" b="b"/>
            <a:pathLst>
              <a:path w="392" h="248">
                <a:moveTo>
                  <a:pt x="0" y="0"/>
                </a:moveTo>
                <a:lnTo>
                  <a:pt x="392" y="0"/>
                </a:lnTo>
                <a:lnTo>
                  <a:pt x="392" y="248"/>
                </a:lnTo>
                <a:lnTo>
                  <a:pt x="0" y="248"/>
                </a:lnTo>
                <a:lnTo>
                  <a:pt x="0" y="0"/>
                </a:lnTo>
                <a:close/>
              </a:path>
            </a:pathLst>
          </a:custGeom>
          <a:solidFill>
            <a:srgbClr val="F2E6DF"/>
          </a:solidFill>
          <a:ln w="5400">
            <a:solidFill>
              <a:srgbClr val="FFFFFF"/>
            </a:solidFill>
            <a:miter/>
          </a:ln>
        </p:spPr>
        <p:txBody>
          <a:bodyPr lIns="2520" tIns="2520" rIns="2520" bIns="25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715" name=""/>
          <p:cNvSpPr/>
          <p:nvPr/>
        </p:nvSpPr>
        <p:spPr>
          <a:xfrm>
            <a:off x="3520800" y="2691720"/>
            <a:ext cx="141120" cy="89640"/>
          </a:xfrm>
          <a:custGeom>
            <a:avLst/>
            <a:gdLst/>
            <a:ahLst/>
            <a:rect l="0" t="0" r="r" b="b"/>
            <a:pathLst>
              <a:path w="392" h="249">
                <a:moveTo>
                  <a:pt x="0" y="0"/>
                </a:moveTo>
                <a:lnTo>
                  <a:pt x="392" y="0"/>
                </a:lnTo>
                <a:lnTo>
                  <a:pt x="392" y="249"/>
                </a:lnTo>
                <a:lnTo>
                  <a:pt x="0" y="249"/>
                </a:lnTo>
                <a:lnTo>
                  <a:pt x="0" y="0"/>
                </a:lnTo>
                <a:close/>
              </a:path>
            </a:pathLst>
          </a:custGeom>
          <a:solidFill>
            <a:srgbClr val="F2E9E4"/>
          </a:solidFill>
          <a:ln w="5400">
            <a:solidFill>
              <a:srgbClr val="FFFFFF"/>
            </a:solidFill>
            <a:miter/>
          </a:ln>
        </p:spPr>
        <p:txBody>
          <a:bodyPr lIns="2520" tIns="2520" rIns="2520" bIns="25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716" name=""/>
          <p:cNvSpPr/>
          <p:nvPr/>
        </p:nvSpPr>
        <p:spPr>
          <a:xfrm>
            <a:off x="3520800" y="3851280"/>
            <a:ext cx="141120" cy="89640"/>
          </a:xfrm>
          <a:custGeom>
            <a:avLst/>
            <a:gdLst/>
            <a:ahLst/>
            <a:rect l="0" t="0" r="r" b="b"/>
            <a:pathLst>
              <a:path w="392" h="249">
                <a:moveTo>
                  <a:pt x="0" y="0"/>
                </a:moveTo>
                <a:lnTo>
                  <a:pt x="392" y="0"/>
                </a:lnTo>
                <a:lnTo>
                  <a:pt x="392" y="249"/>
                </a:lnTo>
                <a:lnTo>
                  <a:pt x="0" y="249"/>
                </a:lnTo>
                <a:lnTo>
                  <a:pt x="0" y="0"/>
                </a:lnTo>
                <a:close/>
              </a:path>
            </a:pathLst>
          </a:custGeom>
          <a:solidFill>
            <a:srgbClr val="C64F28"/>
          </a:solidFill>
          <a:ln w="5400">
            <a:solidFill>
              <a:srgbClr val="FFFFFF"/>
            </a:solidFill>
            <a:miter/>
          </a:ln>
        </p:spPr>
        <p:txBody>
          <a:bodyPr lIns="2520" tIns="2520" rIns="2520" bIns="252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717" name=""/>
          <p:cNvSpPr/>
          <p:nvPr/>
        </p:nvSpPr>
        <p:spPr>
          <a:xfrm>
            <a:off x="3520800" y="3583800"/>
            <a:ext cx="141120" cy="89640"/>
          </a:xfrm>
          <a:custGeom>
            <a:avLst/>
            <a:gdLst/>
            <a:ahLst/>
            <a:rect l="0" t="0" r="r" b="b"/>
            <a:pathLst>
              <a:path w="392" h="249">
                <a:moveTo>
                  <a:pt x="0" y="0"/>
                </a:moveTo>
                <a:lnTo>
                  <a:pt x="392" y="0"/>
                </a:lnTo>
                <a:lnTo>
                  <a:pt x="392" y="249"/>
                </a:lnTo>
                <a:lnTo>
                  <a:pt x="0" y="249"/>
                </a:lnTo>
                <a:lnTo>
                  <a:pt x="0" y="0"/>
                </a:lnTo>
                <a:close/>
              </a:path>
            </a:pathLst>
          </a:custGeom>
          <a:solidFill>
            <a:srgbClr val="CDD9E6"/>
          </a:solidFill>
          <a:ln w="5400">
            <a:solidFill>
              <a:srgbClr val="FFFFFF"/>
            </a:solidFill>
            <a:miter/>
          </a:ln>
        </p:spPr>
        <p:txBody>
          <a:bodyPr lIns="2520" tIns="2520" rIns="2520" bIns="25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718" name=""/>
          <p:cNvSpPr/>
          <p:nvPr/>
        </p:nvSpPr>
        <p:spPr>
          <a:xfrm>
            <a:off x="3520800" y="3316320"/>
            <a:ext cx="141120" cy="89280"/>
          </a:xfrm>
          <a:custGeom>
            <a:avLst/>
            <a:gdLst/>
            <a:ahLst/>
            <a:rect l="0" t="0" r="r" b="b"/>
            <a:pathLst>
              <a:path w="392" h="248">
                <a:moveTo>
                  <a:pt x="0" y="0"/>
                </a:moveTo>
                <a:lnTo>
                  <a:pt x="392" y="0"/>
                </a:lnTo>
                <a:lnTo>
                  <a:pt x="392" y="248"/>
                </a:lnTo>
                <a:lnTo>
                  <a:pt x="0" y="248"/>
                </a:lnTo>
                <a:lnTo>
                  <a:pt x="0" y="0"/>
                </a:lnTo>
                <a:close/>
              </a:path>
            </a:pathLst>
          </a:custGeom>
          <a:solidFill>
            <a:srgbClr val="DCE2E9"/>
          </a:solidFill>
          <a:ln w="5400">
            <a:solidFill>
              <a:srgbClr val="FFFFFF"/>
            </a:solidFill>
            <a:miter/>
          </a:ln>
        </p:spPr>
        <p:txBody>
          <a:bodyPr lIns="2520" tIns="2520" rIns="2520" bIns="25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719" name=""/>
          <p:cNvSpPr/>
          <p:nvPr/>
        </p:nvSpPr>
        <p:spPr>
          <a:xfrm>
            <a:off x="3520800" y="3673080"/>
            <a:ext cx="141120" cy="89640"/>
          </a:xfrm>
          <a:custGeom>
            <a:avLst/>
            <a:gdLst/>
            <a:ahLst/>
            <a:rect l="0" t="0" r="r" b="b"/>
            <a:pathLst>
              <a:path w="392" h="249">
                <a:moveTo>
                  <a:pt x="0" y="0"/>
                </a:moveTo>
                <a:lnTo>
                  <a:pt x="392" y="0"/>
                </a:lnTo>
                <a:lnTo>
                  <a:pt x="392" y="249"/>
                </a:lnTo>
                <a:lnTo>
                  <a:pt x="0" y="249"/>
                </a:lnTo>
                <a:lnTo>
                  <a:pt x="0" y="0"/>
                </a:lnTo>
                <a:close/>
              </a:path>
            </a:pathLst>
          </a:custGeom>
          <a:solidFill>
            <a:srgbClr val="D7DFE8"/>
          </a:solidFill>
          <a:ln w="5400">
            <a:solidFill>
              <a:srgbClr val="FFFFFF"/>
            </a:solidFill>
            <a:miter/>
          </a:ln>
        </p:spPr>
        <p:txBody>
          <a:bodyPr lIns="2520" tIns="2520" rIns="2520" bIns="25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720" name=""/>
          <p:cNvSpPr/>
          <p:nvPr/>
        </p:nvSpPr>
        <p:spPr>
          <a:xfrm>
            <a:off x="3520800" y="3048480"/>
            <a:ext cx="141120" cy="89640"/>
          </a:xfrm>
          <a:custGeom>
            <a:avLst/>
            <a:gdLst/>
            <a:ahLst/>
            <a:rect l="0" t="0" r="r" b="b"/>
            <a:pathLst>
              <a:path w="392" h="249">
                <a:moveTo>
                  <a:pt x="0" y="0"/>
                </a:moveTo>
                <a:lnTo>
                  <a:pt x="392" y="0"/>
                </a:lnTo>
                <a:lnTo>
                  <a:pt x="392" y="249"/>
                </a:lnTo>
                <a:lnTo>
                  <a:pt x="0" y="249"/>
                </a:lnTo>
                <a:lnTo>
                  <a:pt x="0" y="0"/>
                </a:lnTo>
                <a:close/>
              </a:path>
            </a:pathLst>
          </a:custGeom>
          <a:solidFill>
            <a:srgbClr val="D9E1E8"/>
          </a:solidFill>
          <a:ln w="5400">
            <a:solidFill>
              <a:srgbClr val="FFFFFF"/>
            </a:solidFill>
            <a:miter/>
          </a:ln>
        </p:spPr>
        <p:txBody>
          <a:bodyPr lIns="2520" tIns="2520" rIns="2520" bIns="25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721" name=""/>
          <p:cNvSpPr/>
          <p:nvPr/>
        </p:nvSpPr>
        <p:spPr>
          <a:xfrm>
            <a:off x="3520800" y="3494520"/>
            <a:ext cx="141120" cy="89640"/>
          </a:xfrm>
          <a:custGeom>
            <a:avLst/>
            <a:gdLst/>
            <a:ahLst/>
            <a:rect l="0" t="0" r="r" b="b"/>
            <a:pathLst>
              <a:path w="392" h="249">
                <a:moveTo>
                  <a:pt x="0" y="0"/>
                </a:moveTo>
                <a:lnTo>
                  <a:pt x="392" y="0"/>
                </a:lnTo>
                <a:lnTo>
                  <a:pt x="392" y="249"/>
                </a:lnTo>
                <a:lnTo>
                  <a:pt x="0" y="249"/>
                </a:lnTo>
                <a:lnTo>
                  <a:pt x="0" y="0"/>
                </a:lnTo>
                <a:close/>
              </a:path>
            </a:pathLst>
          </a:custGeom>
          <a:solidFill>
            <a:srgbClr val="EFC4B0"/>
          </a:solidFill>
          <a:ln w="5400">
            <a:solidFill>
              <a:srgbClr val="FFFFFF"/>
            </a:solidFill>
            <a:miter/>
          </a:ln>
        </p:spPr>
        <p:txBody>
          <a:bodyPr lIns="2520" tIns="2520" rIns="2520" bIns="25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722" name=""/>
          <p:cNvSpPr/>
          <p:nvPr/>
        </p:nvSpPr>
        <p:spPr>
          <a:xfrm>
            <a:off x="3520800" y="2959200"/>
            <a:ext cx="141120" cy="89640"/>
          </a:xfrm>
          <a:custGeom>
            <a:avLst/>
            <a:gdLst/>
            <a:ahLst/>
            <a:rect l="0" t="0" r="r" b="b"/>
            <a:pathLst>
              <a:path w="392" h="249">
                <a:moveTo>
                  <a:pt x="0" y="0"/>
                </a:moveTo>
                <a:lnTo>
                  <a:pt x="392" y="0"/>
                </a:lnTo>
                <a:lnTo>
                  <a:pt x="392" y="249"/>
                </a:lnTo>
                <a:lnTo>
                  <a:pt x="0" y="249"/>
                </a:lnTo>
                <a:lnTo>
                  <a:pt x="0" y="0"/>
                </a:lnTo>
                <a:close/>
              </a:path>
            </a:pathLst>
          </a:custGeom>
          <a:solidFill>
            <a:srgbClr val="F1D6C9"/>
          </a:solidFill>
          <a:ln w="5400">
            <a:solidFill>
              <a:srgbClr val="FFFFFF"/>
            </a:solidFill>
            <a:miter/>
          </a:ln>
        </p:spPr>
        <p:txBody>
          <a:bodyPr lIns="2520" tIns="2520" rIns="2520" bIns="25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723" name=""/>
          <p:cNvSpPr/>
          <p:nvPr/>
        </p:nvSpPr>
        <p:spPr>
          <a:xfrm>
            <a:off x="3520800" y="3940560"/>
            <a:ext cx="141120" cy="89640"/>
          </a:xfrm>
          <a:custGeom>
            <a:avLst/>
            <a:gdLst/>
            <a:ahLst/>
            <a:rect l="0" t="0" r="r" b="b"/>
            <a:pathLst>
              <a:path w="392" h="249">
                <a:moveTo>
                  <a:pt x="0" y="0"/>
                </a:moveTo>
                <a:lnTo>
                  <a:pt x="392" y="0"/>
                </a:lnTo>
                <a:lnTo>
                  <a:pt x="392" y="249"/>
                </a:lnTo>
                <a:lnTo>
                  <a:pt x="0" y="249"/>
                </a:lnTo>
                <a:lnTo>
                  <a:pt x="0" y="0"/>
                </a:lnTo>
                <a:close/>
              </a:path>
            </a:pathLst>
          </a:custGeom>
          <a:solidFill>
            <a:srgbClr val="EBAE93"/>
          </a:solidFill>
          <a:ln w="5400">
            <a:solidFill>
              <a:srgbClr val="FFFFFF"/>
            </a:solidFill>
            <a:miter/>
          </a:ln>
        </p:spPr>
        <p:txBody>
          <a:bodyPr lIns="2520" tIns="2520" rIns="2520" bIns="25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724" name=""/>
          <p:cNvSpPr/>
          <p:nvPr/>
        </p:nvSpPr>
        <p:spPr>
          <a:xfrm>
            <a:off x="3520800" y="4386600"/>
            <a:ext cx="141120" cy="89640"/>
          </a:xfrm>
          <a:custGeom>
            <a:avLst/>
            <a:gdLst/>
            <a:ahLst/>
            <a:rect l="0" t="0" r="r" b="b"/>
            <a:pathLst>
              <a:path w="392" h="249">
                <a:moveTo>
                  <a:pt x="0" y="0"/>
                </a:moveTo>
                <a:lnTo>
                  <a:pt x="392" y="0"/>
                </a:lnTo>
                <a:lnTo>
                  <a:pt x="392" y="249"/>
                </a:lnTo>
                <a:lnTo>
                  <a:pt x="0" y="249"/>
                </a:lnTo>
                <a:lnTo>
                  <a:pt x="0" y="0"/>
                </a:lnTo>
                <a:close/>
              </a:path>
            </a:pathLst>
          </a:custGeom>
          <a:solidFill>
            <a:srgbClr val="D1DCE7"/>
          </a:solidFill>
          <a:ln w="5400">
            <a:solidFill>
              <a:srgbClr val="FFFFFF"/>
            </a:solidFill>
            <a:miter/>
          </a:ln>
        </p:spPr>
        <p:txBody>
          <a:bodyPr lIns="2520" tIns="2520" rIns="2520" bIns="25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725" name=""/>
          <p:cNvSpPr/>
          <p:nvPr/>
        </p:nvSpPr>
        <p:spPr>
          <a:xfrm>
            <a:off x="3520800" y="5011200"/>
            <a:ext cx="141120" cy="89280"/>
          </a:xfrm>
          <a:custGeom>
            <a:avLst/>
            <a:gdLst/>
            <a:ahLst/>
            <a:rect l="0" t="0" r="r" b="b"/>
            <a:pathLst>
              <a:path w="392" h="248">
                <a:moveTo>
                  <a:pt x="0" y="0"/>
                </a:moveTo>
                <a:lnTo>
                  <a:pt x="392" y="0"/>
                </a:lnTo>
                <a:lnTo>
                  <a:pt x="392" y="248"/>
                </a:lnTo>
                <a:lnTo>
                  <a:pt x="0" y="248"/>
                </a:lnTo>
                <a:lnTo>
                  <a:pt x="0" y="0"/>
                </a:lnTo>
                <a:close/>
              </a:path>
            </a:pathLst>
          </a:custGeom>
          <a:solidFill>
            <a:srgbClr val="DDE3E9"/>
          </a:solidFill>
          <a:ln w="5400">
            <a:solidFill>
              <a:srgbClr val="FFFFFF"/>
            </a:solidFill>
            <a:miter/>
          </a:ln>
        </p:spPr>
        <p:txBody>
          <a:bodyPr lIns="2520" tIns="2520" rIns="2520" bIns="25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726" name=""/>
          <p:cNvSpPr/>
          <p:nvPr/>
        </p:nvSpPr>
        <p:spPr>
          <a:xfrm>
            <a:off x="3520800" y="4654440"/>
            <a:ext cx="141120" cy="89280"/>
          </a:xfrm>
          <a:custGeom>
            <a:avLst/>
            <a:gdLst/>
            <a:ahLst/>
            <a:rect l="0" t="0" r="r" b="b"/>
            <a:pathLst>
              <a:path w="392" h="248">
                <a:moveTo>
                  <a:pt x="0" y="0"/>
                </a:moveTo>
                <a:lnTo>
                  <a:pt x="392" y="0"/>
                </a:lnTo>
                <a:lnTo>
                  <a:pt x="392" y="248"/>
                </a:lnTo>
                <a:lnTo>
                  <a:pt x="0" y="248"/>
                </a:lnTo>
                <a:lnTo>
                  <a:pt x="0" y="0"/>
                </a:lnTo>
                <a:close/>
              </a:path>
            </a:pathLst>
          </a:custGeom>
          <a:solidFill>
            <a:srgbClr val="F0CCBC"/>
          </a:solidFill>
          <a:ln w="5400">
            <a:solidFill>
              <a:srgbClr val="FFFFFF"/>
            </a:solidFill>
            <a:miter/>
          </a:ln>
        </p:spPr>
        <p:txBody>
          <a:bodyPr lIns="2520" tIns="2520" rIns="2520" bIns="25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727" name=""/>
          <p:cNvSpPr/>
          <p:nvPr/>
        </p:nvSpPr>
        <p:spPr>
          <a:xfrm>
            <a:off x="3520800" y="4029840"/>
            <a:ext cx="141120" cy="89640"/>
          </a:xfrm>
          <a:custGeom>
            <a:avLst/>
            <a:gdLst/>
            <a:ahLst/>
            <a:rect l="0" t="0" r="r" b="b"/>
            <a:pathLst>
              <a:path w="392" h="249">
                <a:moveTo>
                  <a:pt x="0" y="0"/>
                </a:moveTo>
                <a:lnTo>
                  <a:pt x="392" y="0"/>
                </a:lnTo>
                <a:lnTo>
                  <a:pt x="392" y="249"/>
                </a:lnTo>
                <a:lnTo>
                  <a:pt x="0" y="249"/>
                </a:lnTo>
                <a:lnTo>
                  <a:pt x="0" y="0"/>
                </a:lnTo>
                <a:close/>
              </a:path>
            </a:pathLst>
          </a:custGeom>
          <a:solidFill>
            <a:srgbClr val="DAE2E9"/>
          </a:solidFill>
          <a:ln w="5400">
            <a:solidFill>
              <a:srgbClr val="FFFFFF"/>
            </a:solidFill>
            <a:miter/>
          </a:ln>
        </p:spPr>
        <p:txBody>
          <a:bodyPr lIns="2520" tIns="2520" rIns="2520" bIns="25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728" name=""/>
          <p:cNvSpPr/>
          <p:nvPr/>
        </p:nvSpPr>
        <p:spPr>
          <a:xfrm>
            <a:off x="3520800" y="2870280"/>
            <a:ext cx="141120" cy="89280"/>
          </a:xfrm>
          <a:custGeom>
            <a:avLst/>
            <a:gdLst/>
            <a:ahLst/>
            <a:rect l="0" t="0" r="r" b="b"/>
            <a:pathLst>
              <a:path w="392" h="248">
                <a:moveTo>
                  <a:pt x="0" y="0"/>
                </a:moveTo>
                <a:lnTo>
                  <a:pt x="392" y="0"/>
                </a:lnTo>
                <a:lnTo>
                  <a:pt x="392" y="248"/>
                </a:lnTo>
                <a:lnTo>
                  <a:pt x="0" y="248"/>
                </a:lnTo>
                <a:lnTo>
                  <a:pt x="0" y="0"/>
                </a:lnTo>
                <a:close/>
              </a:path>
            </a:pathLst>
          </a:custGeom>
          <a:solidFill>
            <a:srgbClr val="E79C7E"/>
          </a:solidFill>
          <a:ln w="5400">
            <a:solidFill>
              <a:srgbClr val="FFFFFF"/>
            </a:solidFill>
            <a:miter/>
          </a:ln>
        </p:spPr>
        <p:txBody>
          <a:bodyPr lIns="2520" tIns="2520" rIns="2520" bIns="25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729" name=""/>
          <p:cNvSpPr/>
          <p:nvPr/>
        </p:nvSpPr>
        <p:spPr>
          <a:xfrm>
            <a:off x="3520800" y="4743360"/>
            <a:ext cx="141120" cy="89640"/>
          </a:xfrm>
          <a:custGeom>
            <a:avLst/>
            <a:gdLst/>
            <a:ahLst/>
            <a:rect l="0" t="0" r="r" b="b"/>
            <a:pathLst>
              <a:path w="392" h="249">
                <a:moveTo>
                  <a:pt x="0" y="0"/>
                </a:moveTo>
                <a:lnTo>
                  <a:pt x="392" y="0"/>
                </a:lnTo>
                <a:lnTo>
                  <a:pt x="392" y="249"/>
                </a:lnTo>
                <a:lnTo>
                  <a:pt x="0" y="249"/>
                </a:lnTo>
                <a:lnTo>
                  <a:pt x="0" y="0"/>
                </a:lnTo>
                <a:close/>
              </a:path>
            </a:pathLst>
          </a:custGeom>
          <a:solidFill>
            <a:srgbClr val="D8E0E8"/>
          </a:solidFill>
          <a:ln w="5400">
            <a:solidFill>
              <a:srgbClr val="FFFFFF"/>
            </a:solidFill>
            <a:miter/>
          </a:ln>
        </p:spPr>
        <p:txBody>
          <a:bodyPr lIns="2520" tIns="2520" rIns="2520" bIns="25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730" name=""/>
          <p:cNvSpPr/>
          <p:nvPr/>
        </p:nvSpPr>
        <p:spPr>
          <a:xfrm>
            <a:off x="3520800" y="4475880"/>
            <a:ext cx="141120" cy="89640"/>
          </a:xfrm>
          <a:custGeom>
            <a:avLst/>
            <a:gdLst/>
            <a:ahLst/>
            <a:rect l="0" t="0" r="r" b="b"/>
            <a:pathLst>
              <a:path w="392" h="249">
                <a:moveTo>
                  <a:pt x="0" y="0"/>
                </a:moveTo>
                <a:lnTo>
                  <a:pt x="392" y="0"/>
                </a:lnTo>
                <a:lnTo>
                  <a:pt x="392" y="249"/>
                </a:lnTo>
                <a:lnTo>
                  <a:pt x="0" y="249"/>
                </a:lnTo>
                <a:lnTo>
                  <a:pt x="0" y="0"/>
                </a:lnTo>
                <a:close/>
              </a:path>
            </a:pathLst>
          </a:custGeom>
          <a:solidFill>
            <a:srgbClr val="D0DBE7"/>
          </a:solidFill>
          <a:ln w="5400">
            <a:solidFill>
              <a:srgbClr val="FFFFFF"/>
            </a:solidFill>
            <a:miter/>
          </a:ln>
        </p:spPr>
        <p:txBody>
          <a:bodyPr lIns="2520" tIns="2520" rIns="2520" bIns="25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731" name=""/>
          <p:cNvSpPr/>
          <p:nvPr/>
        </p:nvSpPr>
        <p:spPr>
          <a:xfrm>
            <a:off x="3520800" y="4297320"/>
            <a:ext cx="141120" cy="89640"/>
          </a:xfrm>
          <a:custGeom>
            <a:avLst/>
            <a:gdLst/>
            <a:ahLst/>
            <a:rect l="0" t="0" r="r" b="b"/>
            <a:pathLst>
              <a:path w="392" h="249">
                <a:moveTo>
                  <a:pt x="0" y="0"/>
                </a:moveTo>
                <a:lnTo>
                  <a:pt x="392" y="0"/>
                </a:lnTo>
                <a:lnTo>
                  <a:pt x="392" y="249"/>
                </a:lnTo>
                <a:lnTo>
                  <a:pt x="0" y="249"/>
                </a:lnTo>
                <a:lnTo>
                  <a:pt x="0" y="0"/>
                </a:lnTo>
                <a:close/>
              </a:path>
            </a:pathLst>
          </a:custGeom>
          <a:solidFill>
            <a:srgbClr val="EEEEED"/>
          </a:solidFill>
          <a:ln w="5400">
            <a:solidFill>
              <a:srgbClr val="FFFFFF"/>
            </a:solidFill>
            <a:miter/>
          </a:ln>
        </p:spPr>
        <p:txBody>
          <a:bodyPr lIns="2520" tIns="2520" rIns="2520" bIns="25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732" name=""/>
          <p:cNvSpPr/>
          <p:nvPr/>
        </p:nvSpPr>
        <p:spPr>
          <a:xfrm>
            <a:off x="3661560" y="3137760"/>
            <a:ext cx="141480" cy="89640"/>
          </a:xfrm>
          <a:custGeom>
            <a:avLst/>
            <a:gdLst/>
            <a:ahLst/>
            <a:rect l="0" t="0" r="r" b="b"/>
            <a:pathLst>
              <a:path w="393" h="249">
                <a:moveTo>
                  <a:pt x="0" y="0"/>
                </a:moveTo>
                <a:lnTo>
                  <a:pt x="393" y="0"/>
                </a:lnTo>
                <a:lnTo>
                  <a:pt x="393" y="249"/>
                </a:lnTo>
                <a:lnTo>
                  <a:pt x="0" y="249"/>
                </a:lnTo>
                <a:lnTo>
                  <a:pt x="0" y="0"/>
                </a:lnTo>
                <a:close/>
              </a:path>
            </a:pathLst>
          </a:custGeom>
          <a:solidFill>
            <a:srgbClr val="D0DBE7"/>
          </a:solidFill>
          <a:ln w="5400">
            <a:solidFill>
              <a:srgbClr val="FFFFFF"/>
            </a:solidFill>
            <a:miter/>
          </a:ln>
        </p:spPr>
        <p:txBody>
          <a:bodyPr lIns="2520" tIns="2520" rIns="2520" bIns="25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733" name=""/>
          <p:cNvSpPr/>
          <p:nvPr/>
        </p:nvSpPr>
        <p:spPr>
          <a:xfrm>
            <a:off x="3661560" y="4208400"/>
            <a:ext cx="141480" cy="89280"/>
          </a:xfrm>
          <a:custGeom>
            <a:avLst/>
            <a:gdLst/>
            <a:ahLst/>
            <a:rect l="0" t="0" r="r" b="b"/>
            <a:pathLst>
              <a:path w="393" h="248">
                <a:moveTo>
                  <a:pt x="0" y="0"/>
                </a:moveTo>
                <a:lnTo>
                  <a:pt x="393" y="0"/>
                </a:lnTo>
                <a:lnTo>
                  <a:pt x="393" y="248"/>
                </a:lnTo>
                <a:lnTo>
                  <a:pt x="0" y="248"/>
                </a:lnTo>
                <a:lnTo>
                  <a:pt x="0" y="0"/>
                </a:lnTo>
                <a:close/>
              </a:path>
            </a:pathLst>
          </a:custGeom>
          <a:solidFill>
            <a:srgbClr val="DAE1E8"/>
          </a:solidFill>
          <a:ln w="5400">
            <a:solidFill>
              <a:srgbClr val="FFFFFF"/>
            </a:solidFill>
            <a:miter/>
          </a:ln>
        </p:spPr>
        <p:txBody>
          <a:bodyPr lIns="2520" tIns="2520" rIns="2520" bIns="25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734" name=""/>
          <p:cNvSpPr/>
          <p:nvPr/>
        </p:nvSpPr>
        <p:spPr>
          <a:xfrm>
            <a:off x="3661560" y="4565160"/>
            <a:ext cx="141480" cy="89640"/>
          </a:xfrm>
          <a:custGeom>
            <a:avLst/>
            <a:gdLst/>
            <a:ahLst/>
            <a:rect l="0" t="0" r="r" b="b"/>
            <a:pathLst>
              <a:path w="393" h="249">
                <a:moveTo>
                  <a:pt x="0" y="0"/>
                </a:moveTo>
                <a:lnTo>
                  <a:pt x="393" y="0"/>
                </a:lnTo>
                <a:lnTo>
                  <a:pt x="393" y="249"/>
                </a:lnTo>
                <a:lnTo>
                  <a:pt x="0" y="249"/>
                </a:lnTo>
                <a:lnTo>
                  <a:pt x="0" y="0"/>
                </a:lnTo>
                <a:close/>
              </a:path>
            </a:pathLst>
          </a:custGeom>
          <a:solidFill>
            <a:srgbClr val="D5DFE8"/>
          </a:solidFill>
          <a:ln w="5400">
            <a:solidFill>
              <a:srgbClr val="FFFFFF"/>
            </a:solidFill>
            <a:miter/>
          </a:ln>
        </p:spPr>
        <p:txBody>
          <a:bodyPr lIns="2520" tIns="2520" rIns="2520" bIns="25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735" name=""/>
          <p:cNvSpPr/>
          <p:nvPr/>
        </p:nvSpPr>
        <p:spPr>
          <a:xfrm>
            <a:off x="3661560" y="5100480"/>
            <a:ext cx="141480" cy="89280"/>
          </a:xfrm>
          <a:custGeom>
            <a:avLst/>
            <a:gdLst/>
            <a:ahLst/>
            <a:rect l="0" t="0" r="r" b="b"/>
            <a:pathLst>
              <a:path w="393" h="248">
                <a:moveTo>
                  <a:pt x="0" y="0"/>
                </a:moveTo>
                <a:lnTo>
                  <a:pt x="393" y="0"/>
                </a:lnTo>
                <a:lnTo>
                  <a:pt x="393" y="248"/>
                </a:lnTo>
                <a:lnTo>
                  <a:pt x="0" y="248"/>
                </a:lnTo>
                <a:lnTo>
                  <a:pt x="0" y="0"/>
                </a:lnTo>
                <a:close/>
              </a:path>
            </a:pathLst>
          </a:custGeom>
          <a:solidFill>
            <a:srgbClr val="F2E2DA"/>
          </a:solidFill>
          <a:ln w="5400">
            <a:solidFill>
              <a:srgbClr val="FFFFFF"/>
            </a:solidFill>
            <a:miter/>
          </a:ln>
        </p:spPr>
        <p:txBody>
          <a:bodyPr lIns="2520" tIns="2520" rIns="2520" bIns="25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736" name=""/>
          <p:cNvSpPr/>
          <p:nvPr/>
        </p:nvSpPr>
        <p:spPr>
          <a:xfrm>
            <a:off x="3661560" y="2781000"/>
            <a:ext cx="141480" cy="89640"/>
          </a:xfrm>
          <a:custGeom>
            <a:avLst/>
            <a:gdLst/>
            <a:ahLst/>
            <a:rect l="0" t="0" r="r" b="b"/>
            <a:pathLst>
              <a:path w="393" h="249">
                <a:moveTo>
                  <a:pt x="0" y="0"/>
                </a:moveTo>
                <a:lnTo>
                  <a:pt x="393" y="0"/>
                </a:lnTo>
                <a:lnTo>
                  <a:pt x="393" y="249"/>
                </a:lnTo>
                <a:lnTo>
                  <a:pt x="0" y="249"/>
                </a:lnTo>
                <a:lnTo>
                  <a:pt x="0" y="0"/>
                </a:lnTo>
                <a:close/>
              </a:path>
            </a:pathLst>
          </a:custGeom>
          <a:solidFill>
            <a:srgbClr val="CDD9E6"/>
          </a:solidFill>
          <a:ln w="5400">
            <a:solidFill>
              <a:srgbClr val="FFFFFF"/>
            </a:solidFill>
            <a:miter/>
          </a:ln>
        </p:spPr>
        <p:txBody>
          <a:bodyPr lIns="2520" tIns="2520" rIns="2520" bIns="25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737" name=""/>
          <p:cNvSpPr/>
          <p:nvPr/>
        </p:nvSpPr>
        <p:spPr>
          <a:xfrm>
            <a:off x="3661560" y="4832640"/>
            <a:ext cx="141480" cy="89640"/>
          </a:xfrm>
          <a:custGeom>
            <a:avLst/>
            <a:gdLst/>
            <a:ahLst/>
            <a:rect l="0" t="0" r="r" b="b"/>
            <a:pathLst>
              <a:path w="393" h="249">
                <a:moveTo>
                  <a:pt x="0" y="0"/>
                </a:moveTo>
                <a:lnTo>
                  <a:pt x="393" y="0"/>
                </a:lnTo>
                <a:lnTo>
                  <a:pt x="393" y="249"/>
                </a:lnTo>
                <a:lnTo>
                  <a:pt x="0" y="249"/>
                </a:lnTo>
                <a:lnTo>
                  <a:pt x="0" y="0"/>
                </a:lnTo>
                <a:close/>
              </a:path>
            </a:pathLst>
          </a:custGeom>
          <a:solidFill>
            <a:srgbClr val="E1E5EA"/>
          </a:solidFill>
          <a:ln w="5400">
            <a:solidFill>
              <a:srgbClr val="FFFFFF"/>
            </a:solidFill>
            <a:miter/>
          </a:ln>
        </p:spPr>
        <p:txBody>
          <a:bodyPr lIns="2520" tIns="2520" rIns="2520" bIns="25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738" name=""/>
          <p:cNvSpPr/>
          <p:nvPr/>
        </p:nvSpPr>
        <p:spPr>
          <a:xfrm>
            <a:off x="3661560" y="3227040"/>
            <a:ext cx="141480" cy="89640"/>
          </a:xfrm>
          <a:custGeom>
            <a:avLst/>
            <a:gdLst/>
            <a:ahLst/>
            <a:rect l="0" t="0" r="r" b="b"/>
            <a:pathLst>
              <a:path w="393" h="249">
                <a:moveTo>
                  <a:pt x="0" y="0"/>
                </a:moveTo>
                <a:lnTo>
                  <a:pt x="393" y="0"/>
                </a:lnTo>
                <a:lnTo>
                  <a:pt x="393" y="249"/>
                </a:lnTo>
                <a:lnTo>
                  <a:pt x="0" y="249"/>
                </a:lnTo>
                <a:lnTo>
                  <a:pt x="0" y="0"/>
                </a:lnTo>
                <a:close/>
              </a:path>
            </a:pathLst>
          </a:custGeom>
          <a:solidFill>
            <a:srgbClr val="CCD8E5"/>
          </a:solidFill>
          <a:ln w="5400">
            <a:solidFill>
              <a:srgbClr val="FFFFFF"/>
            </a:solidFill>
            <a:miter/>
          </a:ln>
        </p:spPr>
        <p:txBody>
          <a:bodyPr lIns="2520" tIns="2520" rIns="2520" bIns="25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739" name=""/>
          <p:cNvSpPr/>
          <p:nvPr/>
        </p:nvSpPr>
        <p:spPr>
          <a:xfrm>
            <a:off x="3661560" y="2513160"/>
            <a:ext cx="141480" cy="89640"/>
          </a:xfrm>
          <a:custGeom>
            <a:avLst/>
            <a:gdLst/>
            <a:ahLst/>
            <a:rect l="0" t="0" r="r" b="b"/>
            <a:pathLst>
              <a:path w="393" h="249">
                <a:moveTo>
                  <a:pt x="0" y="0"/>
                </a:moveTo>
                <a:lnTo>
                  <a:pt x="393" y="0"/>
                </a:lnTo>
                <a:lnTo>
                  <a:pt x="393" y="249"/>
                </a:lnTo>
                <a:lnTo>
                  <a:pt x="0" y="249"/>
                </a:lnTo>
                <a:lnTo>
                  <a:pt x="0" y="0"/>
                </a:lnTo>
                <a:close/>
              </a:path>
            </a:pathLst>
          </a:custGeom>
          <a:solidFill>
            <a:srgbClr val="F0D0C0"/>
          </a:solidFill>
          <a:ln w="5400">
            <a:solidFill>
              <a:srgbClr val="FFFFFF"/>
            </a:solidFill>
            <a:miter/>
          </a:ln>
        </p:spPr>
        <p:txBody>
          <a:bodyPr lIns="2520" tIns="2520" rIns="2520" bIns="25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740" name=""/>
          <p:cNvSpPr/>
          <p:nvPr/>
        </p:nvSpPr>
        <p:spPr>
          <a:xfrm>
            <a:off x="3661560" y="3405240"/>
            <a:ext cx="141480" cy="89640"/>
          </a:xfrm>
          <a:custGeom>
            <a:avLst/>
            <a:gdLst/>
            <a:ahLst/>
            <a:rect l="0" t="0" r="r" b="b"/>
            <a:pathLst>
              <a:path w="393" h="249">
                <a:moveTo>
                  <a:pt x="0" y="0"/>
                </a:moveTo>
                <a:lnTo>
                  <a:pt x="393" y="0"/>
                </a:lnTo>
                <a:lnTo>
                  <a:pt x="393" y="249"/>
                </a:lnTo>
                <a:lnTo>
                  <a:pt x="0" y="249"/>
                </a:lnTo>
                <a:lnTo>
                  <a:pt x="0" y="0"/>
                </a:lnTo>
                <a:close/>
              </a:path>
            </a:pathLst>
          </a:custGeom>
          <a:solidFill>
            <a:srgbClr val="D7E0E8"/>
          </a:solidFill>
          <a:ln w="5400">
            <a:solidFill>
              <a:srgbClr val="FFFFFF"/>
            </a:solidFill>
            <a:miter/>
          </a:ln>
        </p:spPr>
        <p:txBody>
          <a:bodyPr lIns="2520" tIns="2520" rIns="2520" bIns="25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741" name=""/>
          <p:cNvSpPr/>
          <p:nvPr/>
        </p:nvSpPr>
        <p:spPr>
          <a:xfrm>
            <a:off x="3661560" y="4921920"/>
            <a:ext cx="141480" cy="89640"/>
          </a:xfrm>
          <a:custGeom>
            <a:avLst/>
            <a:gdLst/>
            <a:ahLst/>
            <a:rect l="0" t="0" r="r" b="b"/>
            <a:pathLst>
              <a:path w="393" h="249">
                <a:moveTo>
                  <a:pt x="0" y="0"/>
                </a:moveTo>
                <a:lnTo>
                  <a:pt x="393" y="0"/>
                </a:lnTo>
                <a:lnTo>
                  <a:pt x="393" y="249"/>
                </a:lnTo>
                <a:lnTo>
                  <a:pt x="0" y="249"/>
                </a:lnTo>
                <a:lnTo>
                  <a:pt x="0" y="0"/>
                </a:lnTo>
                <a:close/>
              </a:path>
            </a:pathLst>
          </a:custGeom>
          <a:solidFill>
            <a:srgbClr val="F1D5C8"/>
          </a:solidFill>
          <a:ln w="5400">
            <a:solidFill>
              <a:srgbClr val="FFFFFF"/>
            </a:solidFill>
            <a:miter/>
          </a:ln>
        </p:spPr>
        <p:txBody>
          <a:bodyPr lIns="2520" tIns="2520" rIns="2520" bIns="25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742" name=""/>
          <p:cNvSpPr/>
          <p:nvPr/>
        </p:nvSpPr>
        <p:spPr>
          <a:xfrm>
            <a:off x="3661560" y="2602440"/>
            <a:ext cx="141480" cy="89640"/>
          </a:xfrm>
          <a:custGeom>
            <a:avLst/>
            <a:gdLst/>
            <a:ahLst/>
            <a:rect l="0" t="0" r="r" b="b"/>
            <a:pathLst>
              <a:path w="393" h="249">
                <a:moveTo>
                  <a:pt x="0" y="0"/>
                </a:moveTo>
                <a:lnTo>
                  <a:pt x="393" y="0"/>
                </a:lnTo>
                <a:lnTo>
                  <a:pt x="393" y="249"/>
                </a:lnTo>
                <a:lnTo>
                  <a:pt x="0" y="249"/>
                </a:lnTo>
                <a:lnTo>
                  <a:pt x="0" y="0"/>
                </a:lnTo>
                <a:close/>
              </a:path>
            </a:pathLst>
          </a:custGeom>
          <a:solidFill>
            <a:srgbClr val="DAE2E9"/>
          </a:solidFill>
          <a:ln w="5400">
            <a:solidFill>
              <a:srgbClr val="FFFFFF"/>
            </a:solidFill>
            <a:miter/>
          </a:ln>
        </p:spPr>
        <p:txBody>
          <a:bodyPr lIns="2520" tIns="2520" rIns="2520" bIns="25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743" name=""/>
          <p:cNvSpPr/>
          <p:nvPr/>
        </p:nvSpPr>
        <p:spPr>
          <a:xfrm>
            <a:off x="3661560" y="3762360"/>
            <a:ext cx="141480" cy="89280"/>
          </a:xfrm>
          <a:custGeom>
            <a:avLst/>
            <a:gdLst/>
            <a:ahLst/>
            <a:rect l="0" t="0" r="r" b="b"/>
            <a:pathLst>
              <a:path w="393" h="248">
                <a:moveTo>
                  <a:pt x="0" y="0"/>
                </a:moveTo>
                <a:lnTo>
                  <a:pt x="393" y="0"/>
                </a:lnTo>
                <a:lnTo>
                  <a:pt x="393" y="248"/>
                </a:lnTo>
                <a:lnTo>
                  <a:pt x="0" y="248"/>
                </a:lnTo>
                <a:lnTo>
                  <a:pt x="0" y="0"/>
                </a:lnTo>
                <a:close/>
              </a:path>
            </a:pathLst>
          </a:custGeom>
          <a:solidFill>
            <a:srgbClr val="D4DEE7"/>
          </a:solidFill>
          <a:ln w="5400">
            <a:solidFill>
              <a:srgbClr val="FFFFFF"/>
            </a:solidFill>
            <a:miter/>
          </a:ln>
        </p:spPr>
        <p:txBody>
          <a:bodyPr lIns="2520" tIns="2520" rIns="2520" bIns="25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744" name=""/>
          <p:cNvSpPr/>
          <p:nvPr/>
        </p:nvSpPr>
        <p:spPr>
          <a:xfrm>
            <a:off x="3661560" y="4119120"/>
            <a:ext cx="141480" cy="89640"/>
          </a:xfrm>
          <a:custGeom>
            <a:avLst/>
            <a:gdLst/>
            <a:ahLst/>
            <a:rect l="0" t="0" r="r" b="b"/>
            <a:pathLst>
              <a:path w="393" h="249">
                <a:moveTo>
                  <a:pt x="0" y="0"/>
                </a:moveTo>
                <a:lnTo>
                  <a:pt x="393" y="0"/>
                </a:lnTo>
                <a:lnTo>
                  <a:pt x="393" y="249"/>
                </a:lnTo>
                <a:lnTo>
                  <a:pt x="0" y="249"/>
                </a:lnTo>
                <a:lnTo>
                  <a:pt x="0" y="0"/>
                </a:lnTo>
                <a:close/>
              </a:path>
            </a:pathLst>
          </a:custGeom>
          <a:solidFill>
            <a:srgbClr val="D0DBE7"/>
          </a:solidFill>
          <a:ln w="5400">
            <a:solidFill>
              <a:srgbClr val="FFFFFF"/>
            </a:solidFill>
            <a:miter/>
          </a:ln>
        </p:spPr>
        <p:txBody>
          <a:bodyPr lIns="2520" tIns="2520" rIns="2520" bIns="25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745" name=""/>
          <p:cNvSpPr/>
          <p:nvPr/>
        </p:nvSpPr>
        <p:spPr>
          <a:xfrm>
            <a:off x="3661560" y="2424240"/>
            <a:ext cx="141480" cy="89280"/>
          </a:xfrm>
          <a:custGeom>
            <a:avLst/>
            <a:gdLst/>
            <a:ahLst/>
            <a:rect l="0" t="0" r="r" b="b"/>
            <a:pathLst>
              <a:path w="393" h="248">
                <a:moveTo>
                  <a:pt x="0" y="0"/>
                </a:moveTo>
                <a:lnTo>
                  <a:pt x="393" y="0"/>
                </a:lnTo>
                <a:lnTo>
                  <a:pt x="393" y="248"/>
                </a:lnTo>
                <a:lnTo>
                  <a:pt x="0" y="248"/>
                </a:lnTo>
                <a:lnTo>
                  <a:pt x="0" y="0"/>
                </a:lnTo>
                <a:close/>
              </a:path>
            </a:pathLst>
          </a:custGeom>
          <a:solidFill>
            <a:srgbClr val="E3E7EA"/>
          </a:solidFill>
          <a:ln w="5400">
            <a:solidFill>
              <a:srgbClr val="FFFFFF"/>
            </a:solidFill>
            <a:miter/>
          </a:ln>
        </p:spPr>
        <p:txBody>
          <a:bodyPr lIns="2520" tIns="2520" rIns="2520" bIns="25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746" name=""/>
          <p:cNvSpPr/>
          <p:nvPr/>
        </p:nvSpPr>
        <p:spPr>
          <a:xfrm>
            <a:off x="3661560" y="2691720"/>
            <a:ext cx="141480" cy="89640"/>
          </a:xfrm>
          <a:custGeom>
            <a:avLst/>
            <a:gdLst/>
            <a:ahLst/>
            <a:rect l="0" t="0" r="r" b="b"/>
            <a:pathLst>
              <a:path w="393" h="249">
                <a:moveTo>
                  <a:pt x="0" y="0"/>
                </a:moveTo>
                <a:lnTo>
                  <a:pt x="393" y="0"/>
                </a:lnTo>
                <a:lnTo>
                  <a:pt x="393" y="249"/>
                </a:lnTo>
                <a:lnTo>
                  <a:pt x="0" y="249"/>
                </a:lnTo>
                <a:lnTo>
                  <a:pt x="0" y="0"/>
                </a:lnTo>
                <a:close/>
              </a:path>
            </a:pathLst>
          </a:custGeom>
          <a:solidFill>
            <a:srgbClr val="F2E7E0"/>
          </a:solidFill>
          <a:ln w="5400">
            <a:solidFill>
              <a:srgbClr val="FFFFFF"/>
            </a:solidFill>
            <a:miter/>
          </a:ln>
        </p:spPr>
        <p:txBody>
          <a:bodyPr lIns="2520" tIns="2520" rIns="2520" bIns="25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747" name=""/>
          <p:cNvSpPr/>
          <p:nvPr/>
        </p:nvSpPr>
        <p:spPr>
          <a:xfrm>
            <a:off x="3661560" y="3851280"/>
            <a:ext cx="141480" cy="89640"/>
          </a:xfrm>
          <a:custGeom>
            <a:avLst/>
            <a:gdLst/>
            <a:ahLst/>
            <a:rect l="0" t="0" r="r" b="b"/>
            <a:pathLst>
              <a:path w="393" h="249">
                <a:moveTo>
                  <a:pt x="0" y="0"/>
                </a:moveTo>
                <a:lnTo>
                  <a:pt x="393" y="0"/>
                </a:lnTo>
                <a:lnTo>
                  <a:pt x="393" y="249"/>
                </a:lnTo>
                <a:lnTo>
                  <a:pt x="0" y="249"/>
                </a:lnTo>
                <a:lnTo>
                  <a:pt x="0" y="0"/>
                </a:lnTo>
                <a:close/>
              </a:path>
            </a:pathLst>
          </a:custGeom>
          <a:solidFill>
            <a:srgbClr val="F0D1C2"/>
          </a:solidFill>
          <a:ln w="5400">
            <a:solidFill>
              <a:srgbClr val="FFFFFF"/>
            </a:solidFill>
            <a:miter/>
          </a:ln>
        </p:spPr>
        <p:txBody>
          <a:bodyPr lIns="2520" tIns="2520" rIns="2520" bIns="25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748" name=""/>
          <p:cNvSpPr/>
          <p:nvPr/>
        </p:nvSpPr>
        <p:spPr>
          <a:xfrm>
            <a:off x="3661560" y="3583800"/>
            <a:ext cx="141480" cy="89640"/>
          </a:xfrm>
          <a:custGeom>
            <a:avLst/>
            <a:gdLst/>
            <a:ahLst/>
            <a:rect l="0" t="0" r="r" b="b"/>
            <a:pathLst>
              <a:path w="393" h="249">
                <a:moveTo>
                  <a:pt x="0" y="0"/>
                </a:moveTo>
                <a:lnTo>
                  <a:pt x="393" y="0"/>
                </a:lnTo>
                <a:lnTo>
                  <a:pt x="393" y="249"/>
                </a:lnTo>
                <a:lnTo>
                  <a:pt x="0" y="249"/>
                </a:lnTo>
                <a:lnTo>
                  <a:pt x="0" y="0"/>
                </a:lnTo>
                <a:close/>
              </a:path>
            </a:pathLst>
          </a:custGeom>
          <a:solidFill>
            <a:srgbClr val="F2EAE5"/>
          </a:solidFill>
          <a:ln w="5400">
            <a:solidFill>
              <a:srgbClr val="FFFFFF"/>
            </a:solidFill>
            <a:miter/>
          </a:ln>
        </p:spPr>
        <p:txBody>
          <a:bodyPr lIns="2520" tIns="2520" rIns="2520" bIns="25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749" name=""/>
          <p:cNvSpPr/>
          <p:nvPr/>
        </p:nvSpPr>
        <p:spPr>
          <a:xfrm>
            <a:off x="3661560" y="3316320"/>
            <a:ext cx="141480" cy="89280"/>
          </a:xfrm>
          <a:custGeom>
            <a:avLst/>
            <a:gdLst/>
            <a:ahLst/>
            <a:rect l="0" t="0" r="r" b="b"/>
            <a:pathLst>
              <a:path w="393" h="248">
                <a:moveTo>
                  <a:pt x="0" y="0"/>
                </a:moveTo>
                <a:lnTo>
                  <a:pt x="393" y="0"/>
                </a:lnTo>
                <a:lnTo>
                  <a:pt x="393" y="248"/>
                </a:lnTo>
                <a:lnTo>
                  <a:pt x="0" y="248"/>
                </a:lnTo>
                <a:lnTo>
                  <a:pt x="0" y="0"/>
                </a:lnTo>
                <a:close/>
              </a:path>
            </a:pathLst>
          </a:custGeom>
          <a:solidFill>
            <a:srgbClr val="DCE3E9"/>
          </a:solidFill>
          <a:ln w="5400">
            <a:solidFill>
              <a:srgbClr val="FFFFFF"/>
            </a:solidFill>
            <a:miter/>
          </a:ln>
        </p:spPr>
        <p:txBody>
          <a:bodyPr lIns="2520" tIns="2520" rIns="2520" bIns="25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750" name=""/>
          <p:cNvSpPr/>
          <p:nvPr/>
        </p:nvSpPr>
        <p:spPr>
          <a:xfrm>
            <a:off x="3661560" y="3673080"/>
            <a:ext cx="141480" cy="89640"/>
          </a:xfrm>
          <a:custGeom>
            <a:avLst/>
            <a:gdLst/>
            <a:ahLst/>
            <a:rect l="0" t="0" r="r" b="b"/>
            <a:pathLst>
              <a:path w="393" h="249">
                <a:moveTo>
                  <a:pt x="0" y="0"/>
                </a:moveTo>
                <a:lnTo>
                  <a:pt x="393" y="0"/>
                </a:lnTo>
                <a:lnTo>
                  <a:pt x="393" y="249"/>
                </a:lnTo>
                <a:lnTo>
                  <a:pt x="0" y="249"/>
                </a:lnTo>
                <a:lnTo>
                  <a:pt x="0" y="0"/>
                </a:lnTo>
                <a:close/>
              </a:path>
            </a:pathLst>
          </a:custGeom>
          <a:solidFill>
            <a:srgbClr val="D6DFE8"/>
          </a:solidFill>
          <a:ln w="5400">
            <a:solidFill>
              <a:srgbClr val="FFFFFF"/>
            </a:solidFill>
            <a:miter/>
          </a:ln>
        </p:spPr>
        <p:txBody>
          <a:bodyPr lIns="2520" tIns="2520" rIns="2520" bIns="25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751" name=""/>
          <p:cNvSpPr/>
          <p:nvPr/>
        </p:nvSpPr>
        <p:spPr>
          <a:xfrm>
            <a:off x="3661560" y="3048480"/>
            <a:ext cx="141480" cy="89640"/>
          </a:xfrm>
          <a:custGeom>
            <a:avLst/>
            <a:gdLst/>
            <a:ahLst/>
            <a:rect l="0" t="0" r="r" b="b"/>
            <a:pathLst>
              <a:path w="393" h="249">
                <a:moveTo>
                  <a:pt x="0" y="0"/>
                </a:moveTo>
                <a:lnTo>
                  <a:pt x="393" y="0"/>
                </a:lnTo>
                <a:lnTo>
                  <a:pt x="393" y="249"/>
                </a:lnTo>
                <a:lnTo>
                  <a:pt x="0" y="249"/>
                </a:lnTo>
                <a:lnTo>
                  <a:pt x="0" y="0"/>
                </a:lnTo>
                <a:close/>
              </a:path>
            </a:pathLst>
          </a:custGeom>
          <a:solidFill>
            <a:srgbClr val="DCE3E9"/>
          </a:solidFill>
          <a:ln w="5400">
            <a:solidFill>
              <a:srgbClr val="FFFFFF"/>
            </a:solidFill>
            <a:miter/>
          </a:ln>
        </p:spPr>
        <p:txBody>
          <a:bodyPr lIns="2520" tIns="2520" rIns="2520" bIns="25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752" name=""/>
          <p:cNvSpPr/>
          <p:nvPr/>
        </p:nvSpPr>
        <p:spPr>
          <a:xfrm>
            <a:off x="3661560" y="3494520"/>
            <a:ext cx="141480" cy="89640"/>
          </a:xfrm>
          <a:custGeom>
            <a:avLst/>
            <a:gdLst/>
            <a:ahLst/>
            <a:rect l="0" t="0" r="r" b="b"/>
            <a:pathLst>
              <a:path w="393" h="249">
                <a:moveTo>
                  <a:pt x="0" y="0"/>
                </a:moveTo>
                <a:lnTo>
                  <a:pt x="393" y="0"/>
                </a:lnTo>
                <a:lnTo>
                  <a:pt x="393" y="249"/>
                </a:lnTo>
                <a:lnTo>
                  <a:pt x="0" y="249"/>
                </a:lnTo>
                <a:lnTo>
                  <a:pt x="0" y="0"/>
                </a:lnTo>
                <a:close/>
              </a:path>
            </a:pathLst>
          </a:custGeom>
          <a:solidFill>
            <a:srgbClr val="F2E0D8"/>
          </a:solidFill>
          <a:ln w="5400">
            <a:solidFill>
              <a:srgbClr val="FFFFFF"/>
            </a:solidFill>
            <a:miter/>
          </a:ln>
        </p:spPr>
        <p:txBody>
          <a:bodyPr lIns="2520" tIns="2520" rIns="2520" bIns="25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753" name=""/>
          <p:cNvSpPr/>
          <p:nvPr/>
        </p:nvSpPr>
        <p:spPr>
          <a:xfrm>
            <a:off x="3661560" y="2959200"/>
            <a:ext cx="141480" cy="89640"/>
          </a:xfrm>
          <a:custGeom>
            <a:avLst/>
            <a:gdLst/>
            <a:ahLst/>
            <a:rect l="0" t="0" r="r" b="b"/>
            <a:pathLst>
              <a:path w="393" h="249">
                <a:moveTo>
                  <a:pt x="0" y="0"/>
                </a:moveTo>
                <a:lnTo>
                  <a:pt x="393" y="0"/>
                </a:lnTo>
                <a:lnTo>
                  <a:pt x="393" y="249"/>
                </a:lnTo>
                <a:lnTo>
                  <a:pt x="0" y="249"/>
                </a:lnTo>
                <a:lnTo>
                  <a:pt x="0" y="0"/>
                </a:lnTo>
                <a:close/>
              </a:path>
            </a:pathLst>
          </a:custGeom>
          <a:solidFill>
            <a:srgbClr val="CDD9E6"/>
          </a:solidFill>
          <a:ln w="5400">
            <a:solidFill>
              <a:srgbClr val="FFFFFF"/>
            </a:solidFill>
            <a:miter/>
          </a:ln>
        </p:spPr>
        <p:txBody>
          <a:bodyPr lIns="2520" tIns="2520" rIns="2520" bIns="25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754" name=""/>
          <p:cNvSpPr/>
          <p:nvPr/>
        </p:nvSpPr>
        <p:spPr>
          <a:xfrm>
            <a:off x="3661560" y="3940560"/>
            <a:ext cx="141480" cy="89640"/>
          </a:xfrm>
          <a:custGeom>
            <a:avLst/>
            <a:gdLst/>
            <a:ahLst/>
            <a:rect l="0" t="0" r="r" b="b"/>
            <a:pathLst>
              <a:path w="393" h="249">
                <a:moveTo>
                  <a:pt x="0" y="0"/>
                </a:moveTo>
                <a:lnTo>
                  <a:pt x="393" y="0"/>
                </a:lnTo>
                <a:lnTo>
                  <a:pt x="393" y="249"/>
                </a:lnTo>
                <a:lnTo>
                  <a:pt x="0" y="249"/>
                </a:lnTo>
                <a:lnTo>
                  <a:pt x="0" y="0"/>
                </a:lnTo>
                <a:close/>
              </a:path>
            </a:pathLst>
          </a:custGeom>
          <a:solidFill>
            <a:srgbClr val="D1DBE7"/>
          </a:solidFill>
          <a:ln w="5400">
            <a:solidFill>
              <a:srgbClr val="FFFFFF"/>
            </a:solidFill>
            <a:miter/>
          </a:ln>
        </p:spPr>
        <p:txBody>
          <a:bodyPr lIns="2520" tIns="2520" rIns="2520" bIns="25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755" name=""/>
          <p:cNvSpPr/>
          <p:nvPr/>
        </p:nvSpPr>
        <p:spPr>
          <a:xfrm>
            <a:off x="3661560" y="4386600"/>
            <a:ext cx="141480" cy="89640"/>
          </a:xfrm>
          <a:custGeom>
            <a:avLst/>
            <a:gdLst/>
            <a:ahLst/>
            <a:rect l="0" t="0" r="r" b="b"/>
            <a:pathLst>
              <a:path w="393" h="249">
                <a:moveTo>
                  <a:pt x="0" y="0"/>
                </a:moveTo>
                <a:lnTo>
                  <a:pt x="393" y="0"/>
                </a:lnTo>
                <a:lnTo>
                  <a:pt x="393" y="249"/>
                </a:lnTo>
                <a:lnTo>
                  <a:pt x="0" y="249"/>
                </a:lnTo>
                <a:lnTo>
                  <a:pt x="0" y="0"/>
                </a:lnTo>
                <a:close/>
              </a:path>
            </a:pathLst>
          </a:custGeom>
          <a:solidFill>
            <a:srgbClr val="D7DFE8"/>
          </a:solidFill>
          <a:ln w="5400">
            <a:solidFill>
              <a:srgbClr val="FFFFFF"/>
            </a:solidFill>
            <a:miter/>
          </a:ln>
        </p:spPr>
        <p:txBody>
          <a:bodyPr lIns="2520" tIns="2520" rIns="2520" bIns="25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756" name=""/>
          <p:cNvSpPr/>
          <p:nvPr/>
        </p:nvSpPr>
        <p:spPr>
          <a:xfrm>
            <a:off x="3661560" y="5011200"/>
            <a:ext cx="141480" cy="89280"/>
          </a:xfrm>
          <a:custGeom>
            <a:avLst/>
            <a:gdLst/>
            <a:ahLst/>
            <a:rect l="0" t="0" r="r" b="b"/>
            <a:pathLst>
              <a:path w="393" h="248">
                <a:moveTo>
                  <a:pt x="0" y="0"/>
                </a:moveTo>
                <a:lnTo>
                  <a:pt x="393" y="0"/>
                </a:lnTo>
                <a:lnTo>
                  <a:pt x="393" y="248"/>
                </a:lnTo>
                <a:lnTo>
                  <a:pt x="0" y="248"/>
                </a:lnTo>
                <a:lnTo>
                  <a:pt x="0" y="0"/>
                </a:lnTo>
                <a:close/>
              </a:path>
            </a:pathLst>
          </a:custGeom>
          <a:solidFill>
            <a:srgbClr val="F1D6C9"/>
          </a:solidFill>
          <a:ln w="5400">
            <a:solidFill>
              <a:srgbClr val="FFFFFF"/>
            </a:solidFill>
            <a:miter/>
          </a:ln>
        </p:spPr>
        <p:txBody>
          <a:bodyPr lIns="2520" tIns="2520" rIns="2520" bIns="25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757" name=""/>
          <p:cNvSpPr/>
          <p:nvPr/>
        </p:nvSpPr>
        <p:spPr>
          <a:xfrm>
            <a:off x="3661560" y="4654440"/>
            <a:ext cx="141480" cy="89280"/>
          </a:xfrm>
          <a:custGeom>
            <a:avLst/>
            <a:gdLst/>
            <a:ahLst/>
            <a:rect l="0" t="0" r="r" b="b"/>
            <a:pathLst>
              <a:path w="393" h="248">
                <a:moveTo>
                  <a:pt x="0" y="0"/>
                </a:moveTo>
                <a:lnTo>
                  <a:pt x="393" y="0"/>
                </a:lnTo>
                <a:lnTo>
                  <a:pt x="393" y="248"/>
                </a:lnTo>
                <a:lnTo>
                  <a:pt x="0" y="248"/>
                </a:lnTo>
                <a:lnTo>
                  <a:pt x="0" y="0"/>
                </a:lnTo>
                <a:close/>
              </a:path>
            </a:pathLst>
          </a:custGeom>
          <a:solidFill>
            <a:srgbClr val="D1DBE7"/>
          </a:solidFill>
          <a:ln w="5400">
            <a:solidFill>
              <a:srgbClr val="FFFFFF"/>
            </a:solidFill>
            <a:miter/>
          </a:ln>
        </p:spPr>
        <p:txBody>
          <a:bodyPr lIns="2520" tIns="2520" rIns="2520" bIns="25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758" name=""/>
          <p:cNvSpPr/>
          <p:nvPr/>
        </p:nvSpPr>
        <p:spPr>
          <a:xfrm>
            <a:off x="3661560" y="4029840"/>
            <a:ext cx="141480" cy="89640"/>
          </a:xfrm>
          <a:custGeom>
            <a:avLst/>
            <a:gdLst/>
            <a:ahLst/>
            <a:rect l="0" t="0" r="r" b="b"/>
            <a:pathLst>
              <a:path w="393" h="249">
                <a:moveTo>
                  <a:pt x="0" y="0"/>
                </a:moveTo>
                <a:lnTo>
                  <a:pt x="393" y="0"/>
                </a:lnTo>
                <a:lnTo>
                  <a:pt x="393" y="249"/>
                </a:lnTo>
                <a:lnTo>
                  <a:pt x="0" y="249"/>
                </a:lnTo>
                <a:lnTo>
                  <a:pt x="0" y="0"/>
                </a:lnTo>
                <a:close/>
              </a:path>
            </a:pathLst>
          </a:custGeom>
          <a:solidFill>
            <a:srgbClr val="DDE3E9"/>
          </a:solidFill>
          <a:ln w="5400">
            <a:solidFill>
              <a:srgbClr val="FFFFFF"/>
            </a:solidFill>
            <a:miter/>
          </a:ln>
        </p:spPr>
        <p:txBody>
          <a:bodyPr lIns="2520" tIns="2520" rIns="2520" bIns="25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759" name=""/>
          <p:cNvSpPr/>
          <p:nvPr/>
        </p:nvSpPr>
        <p:spPr>
          <a:xfrm>
            <a:off x="3661560" y="2870280"/>
            <a:ext cx="141480" cy="89280"/>
          </a:xfrm>
          <a:custGeom>
            <a:avLst/>
            <a:gdLst/>
            <a:ahLst/>
            <a:rect l="0" t="0" r="r" b="b"/>
            <a:pathLst>
              <a:path w="393" h="248">
                <a:moveTo>
                  <a:pt x="0" y="0"/>
                </a:moveTo>
                <a:lnTo>
                  <a:pt x="393" y="0"/>
                </a:lnTo>
                <a:lnTo>
                  <a:pt x="393" y="248"/>
                </a:lnTo>
                <a:lnTo>
                  <a:pt x="0" y="248"/>
                </a:lnTo>
                <a:lnTo>
                  <a:pt x="0" y="0"/>
                </a:lnTo>
                <a:close/>
              </a:path>
            </a:pathLst>
          </a:custGeom>
          <a:solidFill>
            <a:srgbClr val="CED9E6"/>
          </a:solidFill>
          <a:ln w="5400">
            <a:solidFill>
              <a:srgbClr val="FFFFFF"/>
            </a:solidFill>
            <a:miter/>
          </a:ln>
        </p:spPr>
        <p:txBody>
          <a:bodyPr lIns="2520" tIns="2520" rIns="2520" bIns="25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760" name=""/>
          <p:cNvSpPr/>
          <p:nvPr/>
        </p:nvSpPr>
        <p:spPr>
          <a:xfrm>
            <a:off x="3661560" y="4743360"/>
            <a:ext cx="141480" cy="89640"/>
          </a:xfrm>
          <a:custGeom>
            <a:avLst/>
            <a:gdLst/>
            <a:ahLst/>
            <a:rect l="0" t="0" r="r" b="b"/>
            <a:pathLst>
              <a:path w="393" h="249">
                <a:moveTo>
                  <a:pt x="0" y="0"/>
                </a:moveTo>
                <a:lnTo>
                  <a:pt x="393" y="0"/>
                </a:lnTo>
                <a:lnTo>
                  <a:pt x="393" y="249"/>
                </a:lnTo>
                <a:lnTo>
                  <a:pt x="0" y="249"/>
                </a:lnTo>
                <a:lnTo>
                  <a:pt x="0" y="0"/>
                </a:lnTo>
                <a:close/>
              </a:path>
            </a:pathLst>
          </a:custGeom>
          <a:solidFill>
            <a:srgbClr val="DBE2E9"/>
          </a:solidFill>
          <a:ln w="5400">
            <a:solidFill>
              <a:srgbClr val="FFFFFF"/>
            </a:solidFill>
            <a:miter/>
          </a:ln>
        </p:spPr>
        <p:txBody>
          <a:bodyPr lIns="2520" tIns="2520" rIns="2520" bIns="25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761" name=""/>
          <p:cNvSpPr/>
          <p:nvPr/>
        </p:nvSpPr>
        <p:spPr>
          <a:xfrm>
            <a:off x="3661560" y="4475880"/>
            <a:ext cx="141480" cy="89640"/>
          </a:xfrm>
          <a:custGeom>
            <a:avLst/>
            <a:gdLst/>
            <a:ahLst/>
            <a:rect l="0" t="0" r="r" b="b"/>
            <a:pathLst>
              <a:path w="393" h="249">
                <a:moveTo>
                  <a:pt x="0" y="0"/>
                </a:moveTo>
                <a:lnTo>
                  <a:pt x="393" y="0"/>
                </a:lnTo>
                <a:lnTo>
                  <a:pt x="393" y="249"/>
                </a:lnTo>
                <a:lnTo>
                  <a:pt x="0" y="249"/>
                </a:lnTo>
                <a:lnTo>
                  <a:pt x="0" y="0"/>
                </a:lnTo>
                <a:close/>
              </a:path>
            </a:pathLst>
          </a:custGeom>
          <a:solidFill>
            <a:srgbClr val="D25A31"/>
          </a:solidFill>
          <a:ln w="5400">
            <a:solidFill>
              <a:srgbClr val="FFFFFF"/>
            </a:solidFill>
            <a:miter/>
          </a:ln>
        </p:spPr>
        <p:txBody>
          <a:bodyPr lIns="2520" tIns="2520" rIns="2520" bIns="252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762" name=""/>
          <p:cNvSpPr/>
          <p:nvPr/>
        </p:nvSpPr>
        <p:spPr>
          <a:xfrm>
            <a:off x="3661560" y="4297320"/>
            <a:ext cx="141480" cy="89640"/>
          </a:xfrm>
          <a:custGeom>
            <a:avLst/>
            <a:gdLst/>
            <a:ahLst/>
            <a:rect l="0" t="0" r="r" b="b"/>
            <a:pathLst>
              <a:path w="393" h="249">
                <a:moveTo>
                  <a:pt x="0" y="0"/>
                </a:moveTo>
                <a:lnTo>
                  <a:pt x="393" y="0"/>
                </a:lnTo>
                <a:lnTo>
                  <a:pt x="393" y="249"/>
                </a:lnTo>
                <a:lnTo>
                  <a:pt x="0" y="249"/>
                </a:lnTo>
                <a:lnTo>
                  <a:pt x="0" y="0"/>
                </a:lnTo>
                <a:close/>
              </a:path>
            </a:pathLst>
          </a:custGeom>
          <a:solidFill>
            <a:srgbClr val="CFDAE6"/>
          </a:solidFill>
          <a:ln w="5400">
            <a:solidFill>
              <a:srgbClr val="FFFFFF"/>
            </a:solidFill>
            <a:miter/>
          </a:ln>
        </p:spPr>
        <p:txBody>
          <a:bodyPr lIns="2520" tIns="2520" rIns="2520" bIns="25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763" name=""/>
          <p:cNvSpPr txBox="1"/>
          <p:nvPr/>
        </p:nvSpPr>
        <p:spPr>
          <a:xfrm>
            <a:off x="2722320" y="12600"/>
            <a:ext cx="101160" cy="1148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800" b="1" u="none" strike="noStrike">
                <a:solidFill>
                  <a:srgbClr val="1A1A1A"/>
                </a:solidFill>
                <a:effectLst/>
                <a:uFillTx/>
                <a:latin typeface="Arial"/>
                <a:ea typeface="Arial"/>
              </a:rPr>
              <a:t>b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764" name=""/>
          <p:cNvSpPr txBox="1"/>
          <p:nvPr/>
        </p:nvSpPr>
        <p:spPr>
          <a:xfrm>
            <a:off x="3894120" y="3384000"/>
            <a:ext cx="339480" cy="86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600" b="0" u="none" strike="noStrike">
                <a:solidFill>
                  <a:srgbClr val="5A5A5A"/>
                </a:solidFill>
                <a:effectLst/>
                <a:uFillTx/>
                <a:latin typeface="Arial"/>
                <a:ea typeface="Arial"/>
              </a:rPr>
              <a:t>SD 0.804,</a:t>
            </a:r>
            <a:endParaRPr lang="en-US" sz="6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765" name=""/>
          <p:cNvSpPr txBox="1"/>
          <p:nvPr/>
        </p:nvSpPr>
        <p:spPr>
          <a:xfrm>
            <a:off x="3894120" y="3470760"/>
            <a:ext cx="254880" cy="86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600" b="0" u="none" strike="noStrike">
                <a:solidFill>
                  <a:srgbClr val="5A5A5A"/>
                </a:solidFill>
                <a:effectLst/>
                <a:uFillTx/>
                <a:latin typeface="Arial"/>
                <a:ea typeface="Arial"/>
              </a:rPr>
              <a:t>a 7-fold</a:t>
            </a:r>
            <a:endParaRPr lang="en-US" sz="6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766" name=""/>
          <p:cNvSpPr txBox="1"/>
          <p:nvPr/>
        </p:nvSpPr>
        <p:spPr>
          <a:xfrm>
            <a:off x="3894120" y="3557880"/>
            <a:ext cx="195480" cy="86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600" b="0" u="none" strike="noStrike">
                <a:solidFill>
                  <a:srgbClr val="5A5A5A"/>
                </a:solidFill>
                <a:effectLst/>
                <a:uFillTx/>
                <a:latin typeface="Arial"/>
                <a:ea typeface="Arial"/>
              </a:rPr>
              <a:t>range</a:t>
            </a:r>
            <a:endParaRPr lang="en-US" sz="6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767" name=""/>
          <p:cNvSpPr txBox="1"/>
          <p:nvPr/>
        </p:nvSpPr>
        <p:spPr>
          <a:xfrm>
            <a:off x="355320" y="5100480"/>
            <a:ext cx="208440" cy="86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600" b="0" u="none" strike="noStrike">
                <a:solidFill>
                  <a:srgbClr val="5A5A5A"/>
                </a:solidFill>
                <a:effectLst/>
                <a:uFillTx/>
                <a:latin typeface="Arial"/>
                <a:ea typeface="Arial"/>
              </a:rPr>
              <a:t>Fujian</a:t>
            </a:r>
            <a:endParaRPr lang="en-US" sz="6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768" name=""/>
          <p:cNvSpPr txBox="1"/>
          <p:nvPr/>
        </p:nvSpPr>
        <p:spPr>
          <a:xfrm>
            <a:off x="329760" y="5011560"/>
            <a:ext cx="233640" cy="86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600" b="0" u="none" strike="noStrike">
                <a:solidFill>
                  <a:srgbClr val="5A5A5A"/>
                </a:solidFill>
                <a:effectLst/>
                <a:uFillTx/>
                <a:latin typeface="Arial"/>
                <a:ea typeface="Arial"/>
              </a:rPr>
              <a:t>Shanxi</a:t>
            </a:r>
            <a:endParaRPr lang="en-US" sz="6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769" name=""/>
          <p:cNvSpPr txBox="1"/>
          <p:nvPr/>
        </p:nvSpPr>
        <p:spPr>
          <a:xfrm>
            <a:off x="367920" y="4922280"/>
            <a:ext cx="199800" cy="86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600" b="0" u="none" strike="noStrike">
                <a:solidFill>
                  <a:srgbClr val="5A5A5A"/>
                </a:solidFill>
                <a:effectLst/>
                <a:uFillTx/>
                <a:latin typeface="Arial"/>
                <a:ea typeface="Arial"/>
              </a:rPr>
              <a:t>Hebei</a:t>
            </a:r>
            <a:endParaRPr lang="en-US" sz="6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770" name=""/>
          <p:cNvSpPr txBox="1"/>
          <p:nvPr/>
        </p:nvSpPr>
        <p:spPr>
          <a:xfrm>
            <a:off x="177480" y="4833000"/>
            <a:ext cx="398880" cy="86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600" b="0" u="none" strike="noStrike">
                <a:solidFill>
                  <a:srgbClr val="5A5A5A"/>
                </a:solidFill>
                <a:effectLst/>
                <a:uFillTx/>
                <a:latin typeface="Arial"/>
                <a:ea typeface="Arial"/>
              </a:rPr>
              <a:t>Guangdong</a:t>
            </a:r>
            <a:endParaRPr lang="en-US" sz="6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771" name=""/>
          <p:cNvSpPr txBox="1"/>
          <p:nvPr/>
        </p:nvSpPr>
        <p:spPr>
          <a:xfrm>
            <a:off x="304560" y="4743720"/>
            <a:ext cx="271800" cy="86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600" b="0" u="none" strike="noStrike">
                <a:solidFill>
                  <a:srgbClr val="5A5A5A"/>
                </a:solidFill>
                <a:effectLst/>
                <a:uFillTx/>
                <a:latin typeface="Arial"/>
                <a:ea typeface="Arial"/>
              </a:rPr>
              <a:t>Xinjiang</a:t>
            </a:r>
            <a:endParaRPr lang="en-US" sz="6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772" name=""/>
          <p:cNvSpPr txBox="1"/>
          <p:nvPr/>
        </p:nvSpPr>
        <p:spPr>
          <a:xfrm>
            <a:off x="291960" y="4654800"/>
            <a:ext cx="276120" cy="86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600" b="0" u="none" strike="noStrike">
                <a:solidFill>
                  <a:srgbClr val="5A5A5A"/>
                </a:solidFill>
                <a:effectLst/>
                <a:uFillTx/>
                <a:latin typeface="Arial"/>
                <a:ea typeface="Arial"/>
              </a:rPr>
              <a:t>Sichuan</a:t>
            </a:r>
            <a:endParaRPr lang="en-US" sz="6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773" name=""/>
          <p:cNvSpPr txBox="1"/>
          <p:nvPr/>
        </p:nvSpPr>
        <p:spPr>
          <a:xfrm>
            <a:off x="215640" y="4565520"/>
            <a:ext cx="369360" cy="86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600" b="0" u="none" strike="noStrike">
                <a:solidFill>
                  <a:srgbClr val="5A5A5A"/>
                </a:solidFill>
                <a:effectLst/>
                <a:uFillTx/>
                <a:latin typeface="Arial"/>
                <a:ea typeface="Arial"/>
              </a:rPr>
              <a:t>Chongqing</a:t>
            </a:r>
            <a:endParaRPr lang="en-US" sz="6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774" name=""/>
          <p:cNvSpPr txBox="1"/>
          <p:nvPr/>
        </p:nvSpPr>
        <p:spPr>
          <a:xfrm>
            <a:off x="304560" y="4476240"/>
            <a:ext cx="263520" cy="86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600" b="0" u="none" strike="noStrike">
                <a:solidFill>
                  <a:srgbClr val="5A5A5A"/>
                </a:solidFill>
                <a:effectLst/>
                <a:uFillTx/>
                <a:latin typeface="Arial"/>
                <a:ea typeface="Arial"/>
              </a:rPr>
              <a:t>Yunnan</a:t>
            </a:r>
            <a:endParaRPr lang="en-US" sz="6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775" name=""/>
          <p:cNvSpPr txBox="1"/>
          <p:nvPr/>
        </p:nvSpPr>
        <p:spPr>
          <a:xfrm>
            <a:off x="253800" y="4386960"/>
            <a:ext cx="322920" cy="86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600" b="0" u="none" strike="noStrike">
                <a:solidFill>
                  <a:srgbClr val="5A5A5A"/>
                </a:solidFill>
                <a:effectLst/>
                <a:uFillTx/>
                <a:latin typeface="Arial"/>
                <a:ea typeface="Arial"/>
              </a:rPr>
              <a:t>Shanghai</a:t>
            </a:r>
            <a:endParaRPr lang="en-US" sz="6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776" name=""/>
          <p:cNvSpPr txBox="1"/>
          <p:nvPr/>
        </p:nvSpPr>
        <p:spPr>
          <a:xfrm>
            <a:off x="279000" y="4297680"/>
            <a:ext cx="293040" cy="86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600" b="0" u="none" strike="noStrike">
                <a:solidFill>
                  <a:srgbClr val="5A5A5A"/>
                </a:solidFill>
                <a:effectLst/>
                <a:uFillTx/>
                <a:latin typeface="Arial"/>
                <a:ea typeface="Arial"/>
              </a:rPr>
              <a:t>Zhejiang</a:t>
            </a:r>
            <a:endParaRPr lang="en-US" sz="6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777" name=""/>
          <p:cNvSpPr txBox="1"/>
          <p:nvPr/>
        </p:nvSpPr>
        <p:spPr>
          <a:xfrm>
            <a:off x="342720" y="4208760"/>
            <a:ext cx="229320" cy="86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600" b="0" u="none" strike="noStrike">
                <a:solidFill>
                  <a:srgbClr val="5A5A5A"/>
                </a:solidFill>
                <a:effectLst/>
                <a:uFillTx/>
                <a:latin typeface="Arial"/>
                <a:ea typeface="Arial"/>
              </a:rPr>
              <a:t>Beijing</a:t>
            </a:r>
            <a:endParaRPr lang="en-US" sz="6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778" name=""/>
          <p:cNvSpPr txBox="1"/>
          <p:nvPr/>
        </p:nvSpPr>
        <p:spPr>
          <a:xfrm>
            <a:off x="367920" y="4119480"/>
            <a:ext cx="199800" cy="86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600" b="0" u="none" strike="noStrike">
                <a:solidFill>
                  <a:srgbClr val="5A5A5A"/>
                </a:solidFill>
                <a:effectLst/>
                <a:uFillTx/>
                <a:latin typeface="Arial"/>
                <a:ea typeface="Arial"/>
              </a:rPr>
              <a:t>Hubei</a:t>
            </a:r>
            <a:endParaRPr lang="en-US" sz="6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779" name=""/>
          <p:cNvSpPr txBox="1"/>
          <p:nvPr/>
        </p:nvSpPr>
        <p:spPr>
          <a:xfrm>
            <a:off x="355320" y="4030200"/>
            <a:ext cx="225360" cy="86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600" b="0" u="none" strike="noStrike">
                <a:solidFill>
                  <a:srgbClr val="5A5A5A"/>
                </a:solidFill>
                <a:effectLst/>
                <a:uFillTx/>
                <a:latin typeface="Arial"/>
                <a:ea typeface="Arial"/>
              </a:rPr>
              <a:t>Tianjin</a:t>
            </a:r>
            <a:endParaRPr lang="en-US" sz="6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780" name=""/>
          <p:cNvSpPr txBox="1"/>
          <p:nvPr/>
        </p:nvSpPr>
        <p:spPr>
          <a:xfrm>
            <a:off x="228240" y="3940920"/>
            <a:ext cx="348120" cy="86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600" b="0" u="none" strike="noStrike">
                <a:solidFill>
                  <a:srgbClr val="5A5A5A"/>
                </a:solidFill>
                <a:effectLst/>
                <a:uFillTx/>
                <a:latin typeface="Arial"/>
                <a:ea typeface="Arial"/>
              </a:rPr>
              <a:t>Shandong</a:t>
            </a:r>
            <a:endParaRPr lang="en-US" sz="6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781" name=""/>
          <p:cNvSpPr txBox="1"/>
          <p:nvPr/>
        </p:nvSpPr>
        <p:spPr>
          <a:xfrm>
            <a:off x="304560" y="3851640"/>
            <a:ext cx="263520" cy="86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600" b="0" u="none" strike="noStrike">
                <a:solidFill>
                  <a:srgbClr val="5A5A5A"/>
                </a:solidFill>
                <a:effectLst/>
                <a:uFillTx/>
                <a:latin typeface="Arial"/>
                <a:ea typeface="Arial"/>
              </a:rPr>
              <a:t>Jiangsu</a:t>
            </a:r>
            <a:endParaRPr lang="en-US" sz="6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782" name=""/>
          <p:cNvSpPr txBox="1"/>
          <p:nvPr/>
        </p:nvSpPr>
        <p:spPr>
          <a:xfrm>
            <a:off x="342720" y="3762720"/>
            <a:ext cx="225360" cy="86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600" b="0" u="none" strike="noStrike">
                <a:solidFill>
                  <a:srgbClr val="5A5A5A"/>
                </a:solidFill>
                <a:effectLst/>
                <a:uFillTx/>
                <a:latin typeface="Arial"/>
                <a:ea typeface="Arial"/>
              </a:rPr>
              <a:t>Henan</a:t>
            </a:r>
            <a:endParaRPr lang="en-US" sz="6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783" name=""/>
          <p:cNvSpPr txBox="1"/>
          <p:nvPr/>
        </p:nvSpPr>
        <p:spPr>
          <a:xfrm>
            <a:off x="291960" y="3673440"/>
            <a:ext cx="288720" cy="86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600" b="0" u="none" strike="noStrike">
                <a:solidFill>
                  <a:srgbClr val="5A5A5A"/>
                </a:solidFill>
                <a:effectLst/>
                <a:uFillTx/>
                <a:latin typeface="Arial"/>
                <a:ea typeface="Arial"/>
              </a:rPr>
              <a:t>Liaoning</a:t>
            </a:r>
            <a:endParaRPr lang="en-US" sz="6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784" name=""/>
          <p:cNvSpPr txBox="1"/>
          <p:nvPr/>
        </p:nvSpPr>
        <p:spPr>
          <a:xfrm>
            <a:off x="329760" y="3584160"/>
            <a:ext cx="237960" cy="86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600" b="0" u="none" strike="noStrike">
                <a:solidFill>
                  <a:srgbClr val="5A5A5A"/>
                </a:solidFill>
                <a:effectLst/>
                <a:uFillTx/>
                <a:latin typeface="Arial"/>
                <a:ea typeface="Arial"/>
              </a:rPr>
              <a:t>Jiangxi</a:t>
            </a:r>
            <a:endParaRPr lang="en-US" sz="6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785" name=""/>
          <p:cNvSpPr txBox="1"/>
          <p:nvPr/>
        </p:nvSpPr>
        <p:spPr>
          <a:xfrm>
            <a:off x="304560" y="3494880"/>
            <a:ext cx="263520" cy="86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600" b="0" u="none" strike="noStrike">
                <a:solidFill>
                  <a:srgbClr val="5A5A5A"/>
                </a:solidFill>
                <a:effectLst/>
                <a:uFillTx/>
                <a:latin typeface="Arial"/>
                <a:ea typeface="Arial"/>
              </a:rPr>
              <a:t>Qinghai</a:t>
            </a:r>
            <a:endParaRPr lang="en-US" sz="6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786" name=""/>
          <p:cNvSpPr txBox="1"/>
          <p:nvPr/>
        </p:nvSpPr>
        <p:spPr>
          <a:xfrm>
            <a:off x="329760" y="3405600"/>
            <a:ext cx="242280" cy="86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600" b="0" u="none" strike="noStrike">
                <a:solidFill>
                  <a:srgbClr val="5A5A5A"/>
                </a:solidFill>
                <a:effectLst/>
                <a:uFillTx/>
                <a:latin typeface="Arial"/>
                <a:ea typeface="Arial"/>
              </a:rPr>
              <a:t>Hainan</a:t>
            </a:r>
            <a:endParaRPr lang="en-US" sz="6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787" name=""/>
          <p:cNvSpPr txBox="1"/>
          <p:nvPr/>
        </p:nvSpPr>
        <p:spPr>
          <a:xfrm>
            <a:off x="431640" y="3316680"/>
            <a:ext cx="132120" cy="86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600" b="0" u="none" strike="noStrike">
                <a:solidFill>
                  <a:srgbClr val="5A5A5A"/>
                </a:solidFill>
                <a:effectLst/>
                <a:uFillTx/>
                <a:latin typeface="Arial"/>
                <a:ea typeface="Arial"/>
              </a:rPr>
              <a:t>Jilin</a:t>
            </a:r>
            <a:endParaRPr lang="en-US" sz="6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788" name=""/>
          <p:cNvSpPr txBox="1"/>
          <p:nvPr/>
        </p:nvSpPr>
        <p:spPr>
          <a:xfrm>
            <a:off x="279000" y="3227400"/>
            <a:ext cx="284400" cy="86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600" b="0" u="none" strike="noStrike">
                <a:solidFill>
                  <a:srgbClr val="5A5A5A"/>
                </a:solidFill>
                <a:effectLst/>
                <a:uFillTx/>
                <a:latin typeface="Arial"/>
                <a:ea typeface="Arial"/>
              </a:rPr>
              <a:t>Guangxi</a:t>
            </a:r>
            <a:endParaRPr lang="en-US" sz="6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789" name=""/>
          <p:cNvSpPr txBox="1"/>
          <p:nvPr/>
        </p:nvSpPr>
        <p:spPr>
          <a:xfrm>
            <a:off x="367920" y="3138120"/>
            <a:ext cx="195480" cy="86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600" b="0" u="none" strike="noStrike">
                <a:solidFill>
                  <a:srgbClr val="5A5A5A"/>
                </a:solidFill>
                <a:effectLst/>
                <a:uFillTx/>
                <a:latin typeface="Arial"/>
                <a:ea typeface="Arial"/>
              </a:rPr>
              <a:t>Anhui</a:t>
            </a:r>
            <a:endParaRPr lang="en-US" sz="6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790" name=""/>
          <p:cNvSpPr txBox="1"/>
          <p:nvPr/>
        </p:nvSpPr>
        <p:spPr>
          <a:xfrm>
            <a:off x="317160" y="3048840"/>
            <a:ext cx="254880" cy="86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600" b="0" u="none" strike="noStrike">
                <a:solidFill>
                  <a:srgbClr val="5A5A5A"/>
                </a:solidFill>
                <a:effectLst/>
                <a:uFillTx/>
                <a:latin typeface="Arial"/>
                <a:ea typeface="Arial"/>
              </a:rPr>
              <a:t>Ningxia</a:t>
            </a:r>
            <a:endParaRPr lang="en-US" sz="6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791" name=""/>
          <p:cNvSpPr txBox="1"/>
          <p:nvPr/>
        </p:nvSpPr>
        <p:spPr>
          <a:xfrm>
            <a:off x="291960" y="2959560"/>
            <a:ext cx="276120" cy="86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600" b="0" u="none" strike="noStrike">
                <a:solidFill>
                  <a:srgbClr val="5A5A5A"/>
                </a:solidFill>
                <a:effectLst/>
                <a:uFillTx/>
                <a:latin typeface="Arial"/>
                <a:ea typeface="Arial"/>
              </a:rPr>
              <a:t>Shaanxi</a:t>
            </a:r>
            <a:endParaRPr lang="en-US" sz="6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792" name=""/>
          <p:cNvSpPr txBox="1"/>
          <p:nvPr/>
        </p:nvSpPr>
        <p:spPr>
          <a:xfrm>
            <a:off x="393480" y="2870640"/>
            <a:ext cx="170280" cy="86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600" b="0" u="none" strike="noStrike">
                <a:solidFill>
                  <a:srgbClr val="5A5A5A"/>
                </a:solidFill>
                <a:effectLst/>
                <a:uFillTx/>
                <a:latin typeface="Arial"/>
                <a:ea typeface="Arial"/>
              </a:rPr>
              <a:t>Tibet</a:t>
            </a:r>
            <a:endParaRPr lang="en-US" sz="6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793" name=""/>
          <p:cNvSpPr txBox="1"/>
          <p:nvPr/>
        </p:nvSpPr>
        <p:spPr>
          <a:xfrm>
            <a:off x="329760" y="2781360"/>
            <a:ext cx="225360" cy="86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600" b="0" u="none" strike="noStrike">
                <a:solidFill>
                  <a:srgbClr val="5A5A5A"/>
                </a:solidFill>
                <a:effectLst/>
                <a:uFillTx/>
                <a:latin typeface="Arial"/>
                <a:ea typeface="Arial"/>
              </a:rPr>
              <a:t>Gansu</a:t>
            </a:r>
            <a:endParaRPr lang="en-US" sz="6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794" name=""/>
          <p:cNvSpPr txBox="1"/>
          <p:nvPr/>
        </p:nvSpPr>
        <p:spPr>
          <a:xfrm>
            <a:off x="75960" y="2692080"/>
            <a:ext cx="504720" cy="86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600" b="0" u="none" strike="noStrike">
                <a:solidFill>
                  <a:srgbClr val="5A5A5A"/>
                </a:solidFill>
                <a:effectLst/>
                <a:uFillTx/>
                <a:latin typeface="Arial"/>
                <a:ea typeface="Arial"/>
              </a:rPr>
              <a:t>Inner Mongolia</a:t>
            </a:r>
            <a:endParaRPr lang="en-US" sz="6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795" name=""/>
          <p:cNvSpPr txBox="1"/>
          <p:nvPr/>
        </p:nvSpPr>
        <p:spPr>
          <a:xfrm>
            <a:off x="177480" y="2602800"/>
            <a:ext cx="420120" cy="86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600" b="0" u="none" strike="noStrike">
                <a:solidFill>
                  <a:srgbClr val="5A5A5A"/>
                </a:solidFill>
                <a:effectLst/>
                <a:uFillTx/>
                <a:latin typeface="Arial"/>
                <a:ea typeface="Arial"/>
              </a:rPr>
              <a:t>Heilongjiang</a:t>
            </a:r>
            <a:endParaRPr lang="en-US" sz="6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796" name=""/>
          <p:cNvSpPr txBox="1"/>
          <p:nvPr/>
        </p:nvSpPr>
        <p:spPr>
          <a:xfrm>
            <a:off x="279000" y="2513520"/>
            <a:ext cx="284400" cy="86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600" b="0" u="none" strike="noStrike">
                <a:solidFill>
                  <a:srgbClr val="5A5A5A"/>
                </a:solidFill>
                <a:effectLst/>
                <a:uFillTx/>
                <a:latin typeface="Arial"/>
                <a:ea typeface="Arial"/>
              </a:rPr>
              <a:t>Guizhou</a:t>
            </a:r>
            <a:endParaRPr lang="en-US" sz="6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797" name=""/>
          <p:cNvSpPr/>
          <p:nvPr/>
        </p:nvSpPr>
        <p:spPr>
          <a:xfrm flipV="1">
            <a:off x="633600" y="5189400"/>
            <a:ext cx="0" cy="25560"/>
          </a:xfrm>
          <a:prstGeom prst="line">
            <a:avLst/>
          </a:prstGeom>
          <a:ln w="6480">
            <a:solidFill>
              <a:srgbClr val="4A4A4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3240" tIns="3240" rIns="3240" bIns="324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798" name=""/>
          <p:cNvSpPr/>
          <p:nvPr/>
        </p:nvSpPr>
        <p:spPr>
          <a:xfrm flipV="1">
            <a:off x="1197000" y="5189400"/>
            <a:ext cx="0" cy="25560"/>
          </a:xfrm>
          <a:prstGeom prst="line">
            <a:avLst/>
          </a:prstGeom>
          <a:ln w="6480">
            <a:solidFill>
              <a:srgbClr val="4A4A4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3240" tIns="3240" rIns="3240" bIns="324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799" name=""/>
          <p:cNvSpPr/>
          <p:nvPr/>
        </p:nvSpPr>
        <p:spPr>
          <a:xfrm flipV="1">
            <a:off x="1760400" y="5189400"/>
            <a:ext cx="0" cy="25560"/>
          </a:xfrm>
          <a:prstGeom prst="line">
            <a:avLst/>
          </a:prstGeom>
          <a:ln w="6480">
            <a:solidFill>
              <a:srgbClr val="4A4A4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3240" tIns="3240" rIns="3240" bIns="324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800" name=""/>
          <p:cNvSpPr/>
          <p:nvPr/>
        </p:nvSpPr>
        <p:spPr>
          <a:xfrm flipV="1">
            <a:off x="2323800" y="5189400"/>
            <a:ext cx="0" cy="25560"/>
          </a:xfrm>
          <a:prstGeom prst="line">
            <a:avLst/>
          </a:prstGeom>
          <a:ln w="6480">
            <a:solidFill>
              <a:srgbClr val="4A4A4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3240" tIns="3240" rIns="3240" bIns="324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801" name=""/>
          <p:cNvSpPr/>
          <p:nvPr/>
        </p:nvSpPr>
        <p:spPr>
          <a:xfrm flipV="1">
            <a:off x="2887200" y="5189400"/>
            <a:ext cx="0" cy="25560"/>
          </a:xfrm>
          <a:prstGeom prst="line">
            <a:avLst/>
          </a:prstGeom>
          <a:ln w="6480">
            <a:solidFill>
              <a:srgbClr val="4A4A4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3240" tIns="3240" rIns="3240" bIns="324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802" name=""/>
          <p:cNvSpPr/>
          <p:nvPr/>
        </p:nvSpPr>
        <p:spPr>
          <a:xfrm flipV="1">
            <a:off x="3450600" y="5189400"/>
            <a:ext cx="0" cy="25560"/>
          </a:xfrm>
          <a:prstGeom prst="line">
            <a:avLst/>
          </a:prstGeom>
          <a:ln w="6480">
            <a:solidFill>
              <a:srgbClr val="4A4A4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3240" tIns="3240" rIns="3240" bIns="324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803" name=""/>
          <p:cNvSpPr txBox="1"/>
          <p:nvPr/>
        </p:nvSpPr>
        <p:spPr>
          <a:xfrm>
            <a:off x="342720" y="2424600"/>
            <a:ext cx="225360" cy="86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600" b="0" u="none" strike="noStrike">
                <a:solidFill>
                  <a:srgbClr val="5A5A5A"/>
                </a:solidFill>
                <a:effectLst/>
                <a:uFillTx/>
                <a:latin typeface="Arial"/>
                <a:ea typeface="Arial"/>
              </a:rPr>
              <a:t>Hunan</a:t>
            </a:r>
            <a:endParaRPr lang="en-US" sz="6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804" name=""/>
          <p:cNvSpPr txBox="1"/>
          <p:nvPr/>
        </p:nvSpPr>
        <p:spPr>
          <a:xfrm>
            <a:off x="557640" y="5220000"/>
            <a:ext cx="170280" cy="86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600" b="0" u="none" strike="noStrike">
                <a:solidFill>
                  <a:srgbClr val="5A5A5A"/>
                </a:solidFill>
                <a:effectLst/>
                <a:uFillTx/>
                <a:latin typeface="Arial"/>
                <a:ea typeface="Arial"/>
              </a:rPr>
              <a:t>2002</a:t>
            </a:r>
            <a:endParaRPr lang="en-US" sz="6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805" name=""/>
          <p:cNvSpPr txBox="1"/>
          <p:nvPr/>
        </p:nvSpPr>
        <p:spPr>
          <a:xfrm>
            <a:off x="1121040" y="5220000"/>
            <a:ext cx="170280" cy="86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600" b="0" u="none" strike="noStrike">
                <a:solidFill>
                  <a:srgbClr val="5A5A5A"/>
                </a:solidFill>
                <a:effectLst/>
                <a:uFillTx/>
                <a:latin typeface="Arial"/>
                <a:ea typeface="Arial"/>
              </a:rPr>
              <a:t>2006</a:t>
            </a:r>
            <a:endParaRPr lang="en-US" sz="6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806" name=""/>
          <p:cNvSpPr txBox="1"/>
          <p:nvPr/>
        </p:nvSpPr>
        <p:spPr>
          <a:xfrm>
            <a:off x="1684440" y="5220000"/>
            <a:ext cx="170280" cy="86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600" b="0" u="none" strike="noStrike">
                <a:solidFill>
                  <a:srgbClr val="5A5A5A"/>
                </a:solidFill>
                <a:effectLst/>
                <a:uFillTx/>
                <a:latin typeface="Arial"/>
                <a:ea typeface="Arial"/>
              </a:rPr>
              <a:t>2010</a:t>
            </a:r>
            <a:endParaRPr lang="en-US" sz="6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807" name=""/>
          <p:cNvSpPr txBox="1"/>
          <p:nvPr/>
        </p:nvSpPr>
        <p:spPr>
          <a:xfrm>
            <a:off x="2247840" y="5220000"/>
            <a:ext cx="170280" cy="86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600" b="0" u="none" strike="noStrike">
                <a:solidFill>
                  <a:srgbClr val="5A5A5A"/>
                </a:solidFill>
                <a:effectLst/>
                <a:uFillTx/>
                <a:latin typeface="Arial"/>
                <a:ea typeface="Arial"/>
              </a:rPr>
              <a:t>2014</a:t>
            </a:r>
            <a:endParaRPr lang="en-US" sz="6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808" name=""/>
          <p:cNvSpPr txBox="1"/>
          <p:nvPr/>
        </p:nvSpPr>
        <p:spPr>
          <a:xfrm>
            <a:off x="2811240" y="5220000"/>
            <a:ext cx="170280" cy="86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600" b="0" u="none" strike="noStrike">
                <a:solidFill>
                  <a:srgbClr val="5A5A5A"/>
                </a:solidFill>
                <a:effectLst/>
                <a:uFillTx/>
                <a:latin typeface="Arial"/>
                <a:ea typeface="Arial"/>
              </a:rPr>
              <a:t>2018</a:t>
            </a:r>
            <a:endParaRPr lang="en-US" sz="6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809" name=""/>
          <p:cNvSpPr txBox="1"/>
          <p:nvPr/>
        </p:nvSpPr>
        <p:spPr>
          <a:xfrm>
            <a:off x="3374640" y="5220000"/>
            <a:ext cx="170280" cy="86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600" b="0" u="none" strike="noStrike">
                <a:solidFill>
                  <a:srgbClr val="5A5A5A"/>
                </a:solidFill>
                <a:effectLst/>
                <a:uFillTx/>
                <a:latin typeface="Arial"/>
                <a:ea typeface="Arial"/>
              </a:rPr>
              <a:t>2022</a:t>
            </a:r>
            <a:endParaRPr lang="en-US" sz="6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pic>
        <p:nvPicPr>
          <p:cNvPr id="3810" name=""/>
          <p:cNvPicPr/>
          <p:nvPr/>
        </p:nvPicPr>
        <p:blipFill>
          <a:blip r:embed="rId2"/>
          <a:srcRect l="33322" r="33356" t="1623" b="978"/>
          <a:stretch/>
        </p:blipFill>
        <p:spPr>
          <a:xfrm>
            <a:off x="3982834" y="2551163"/>
            <a:ext cx="79172" cy="719976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811" name=""/>
          <p:cNvSpPr/>
          <p:nvPr/>
        </p:nvSpPr>
        <p:spPr>
          <a:xfrm>
            <a:off x="4044240" y="3245400"/>
            <a:ext cx="17640" cy="0"/>
          </a:xfrm>
          <a:prstGeom prst="line">
            <a:avLst/>
          </a:prstGeom>
          <a:ln w="4680">
            <a:solidFill>
              <a:srgbClr val="FFFF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2160" tIns="-2160" rIns="2160" bIns="-21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812" name=""/>
          <p:cNvSpPr/>
          <p:nvPr/>
        </p:nvSpPr>
        <p:spPr>
          <a:xfrm>
            <a:off x="4044240" y="3101760"/>
            <a:ext cx="17640" cy="0"/>
          </a:xfrm>
          <a:prstGeom prst="line">
            <a:avLst/>
          </a:prstGeom>
          <a:ln w="4680">
            <a:solidFill>
              <a:srgbClr val="FFFF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2160" tIns="-2160" rIns="2160" bIns="-21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813" name=""/>
          <p:cNvSpPr/>
          <p:nvPr/>
        </p:nvSpPr>
        <p:spPr>
          <a:xfrm>
            <a:off x="4044240" y="2906280"/>
            <a:ext cx="17640" cy="0"/>
          </a:xfrm>
          <a:prstGeom prst="line">
            <a:avLst/>
          </a:prstGeom>
          <a:ln w="4680">
            <a:solidFill>
              <a:srgbClr val="FFFF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2160" tIns="-2160" rIns="2160" bIns="-21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814" name=""/>
          <p:cNvSpPr/>
          <p:nvPr/>
        </p:nvSpPr>
        <p:spPr>
          <a:xfrm>
            <a:off x="4044240" y="2711160"/>
            <a:ext cx="17640" cy="0"/>
          </a:xfrm>
          <a:prstGeom prst="line">
            <a:avLst/>
          </a:prstGeom>
          <a:ln w="4680">
            <a:solidFill>
              <a:srgbClr val="FFFF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2160" tIns="-2160" rIns="2160" bIns="-21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815" name=""/>
          <p:cNvSpPr/>
          <p:nvPr/>
        </p:nvSpPr>
        <p:spPr>
          <a:xfrm>
            <a:off x="4044240" y="2553480"/>
            <a:ext cx="17640" cy="0"/>
          </a:xfrm>
          <a:prstGeom prst="line">
            <a:avLst/>
          </a:prstGeom>
          <a:ln w="4680">
            <a:solidFill>
              <a:srgbClr val="FFFF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2160" tIns="-2160" rIns="2160" bIns="-21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816" name=""/>
          <p:cNvSpPr/>
          <p:nvPr/>
        </p:nvSpPr>
        <p:spPr>
          <a:xfrm flipH="1">
            <a:off x="3982680" y="3245400"/>
            <a:ext cx="17640" cy="0"/>
          </a:xfrm>
          <a:prstGeom prst="line">
            <a:avLst/>
          </a:prstGeom>
          <a:ln w="4680">
            <a:solidFill>
              <a:srgbClr val="FFFF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2160" tIns="-2160" rIns="2160" bIns="-21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817" name=""/>
          <p:cNvSpPr/>
          <p:nvPr/>
        </p:nvSpPr>
        <p:spPr>
          <a:xfrm flipH="1">
            <a:off x="3982680" y="3101760"/>
            <a:ext cx="17640" cy="0"/>
          </a:xfrm>
          <a:prstGeom prst="line">
            <a:avLst/>
          </a:prstGeom>
          <a:ln w="4680">
            <a:solidFill>
              <a:srgbClr val="FFFF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2160" tIns="-2160" rIns="2160" bIns="-21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818" name=""/>
          <p:cNvSpPr/>
          <p:nvPr/>
        </p:nvSpPr>
        <p:spPr>
          <a:xfrm flipH="1">
            <a:off x="3982680" y="2906280"/>
            <a:ext cx="17640" cy="0"/>
          </a:xfrm>
          <a:prstGeom prst="line">
            <a:avLst/>
          </a:prstGeom>
          <a:ln w="4680">
            <a:solidFill>
              <a:srgbClr val="FFFF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2160" tIns="-2160" rIns="2160" bIns="-21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819" name=""/>
          <p:cNvSpPr/>
          <p:nvPr/>
        </p:nvSpPr>
        <p:spPr>
          <a:xfrm flipH="1">
            <a:off x="3982680" y="2711160"/>
            <a:ext cx="17640" cy="0"/>
          </a:xfrm>
          <a:prstGeom prst="line">
            <a:avLst/>
          </a:prstGeom>
          <a:ln w="4680">
            <a:solidFill>
              <a:srgbClr val="FFFF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2160" tIns="-2160" rIns="2160" bIns="-21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820" name=""/>
          <p:cNvSpPr/>
          <p:nvPr/>
        </p:nvSpPr>
        <p:spPr>
          <a:xfrm flipH="1">
            <a:off x="3982680" y="2553480"/>
            <a:ext cx="17640" cy="0"/>
          </a:xfrm>
          <a:prstGeom prst="line">
            <a:avLst/>
          </a:prstGeom>
          <a:ln w="4680">
            <a:solidFill>
              <a:srgbClr val="FFFF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2160" tIns="-2160" rIns="2160" bIns="-21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821" name=""/>
          <p:cNvSpPr txBox="1"/>
          <p:nvPr/>
        </p:nvSpPr>
        <p:spPr>
          <a:xfrm>
            <a:off x="3982680" y="2424240"/>
            <a:ext cx="305640" cy="86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600" b="0" u="none" strike="noStrike">
                <a:solidFill>
                  <a:srgbClr val="1A1A1A"/>
                </a:solidFill>
                <a:effectLst/>
                <a:uFillTx/>
                <a:latin typeface="Arial"/>
                <a:ea typeface="Arial"/>
              </a:rPr>
              <a:t>Multiplier</a:t>
            </a:r>
            <a:endParaRPr lang="en-US" sz="6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822" name=""/>
          <p:cNvSpPr txBox="1"/>
          <p:nvPr/>
        </p:nvSpPr>
        <p:spPr>
          <a:xfrm>
            <a:off x="4106520" y="3201120"/>
            <a:ext cx="106560" cy="86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600" b="0" u="none" strike="noStrike">
                <a:solidFill>
                  <a:srgbClr val="5A5A5A"/>
                </a:solidFill>
                <a:effectLst/>
                <a:uFillTx/>
                <a:latin typeface="Arial"/>
                <a:ea typeface="Arial"/>
              </a:rPr>
              <a:t>0.6</a:t>
            </a:r>
            <a:endParaRPr lang="en-US" sz="6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823" name=""/>
          <p:cNvSpPr txBox="1"/>
          <p:nvPr/>
        </p:nvSpPr>
        <p:spPr>
          <a:xfrm>
            <a:off x="4106520" y="3057480"/>
            <a:ext cx="75960" cy="86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600" b="0" u="none" strike="noStrike">
                <a:solidFill>
                  <a:srgbClr val="5A5A5A"/>
                </a:solidFill>
                <a:effectLst/>
                <a:uFillTx/>
                <a:latin typeface="Arial"/>
                <a:ea typeface="Arial"/>
              </a:rPr>
              <a:t>1</a:t>
            </a:r>
            <a:endParaRPr lang="en-US" sz="6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824" name=""/>
          <p:cNvSpPr txBox="1"/>
          <p:nvPr/>
        </p:nvSpPr>
        <p:spPr>
          <a:xfrm>
            <a:off x="4106520" y="2862000"/>
            <a:ext cx="75960" cy="86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600" b="0" u="none" strike="noStrike">
                <a:solidFill>
                  <a:srgbClr val="5A5A5A"/>
                </a:solidFill>
                <a:effectLst/>
                <a:uFillTx/>
                <a:latin typeface="Arial"/>
                <a:ea typeface="Arial"/>
              </a:rPr>
              <a:t>2</a:t>
            </a:r>
            <a:endParaRPr lang="en-US" sz="6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825" name=""/>
          <p:cNvSpPr txBox="1"/>
          <p:nvPr/>
        </p:nvSpPr>
        <p:spPr>
          <a:xfrm>
            <a:off x="4106520" y="2666880"/>
            <a:ext cx="75960" cy="86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600" b="0" u="none" strike="noStrike">
                <a:solidFill>
                  <a:srgbClr val="5A5A5A"/>
                </a:solidFill>
                <a:effectLst/>
                <a:uFillTx/>
                <a:latin typeface="Arial"/>
                <a:ea typeface="Arial"/>
              </a:rPr>
              <a:t>4</a:t>
            </a:r>
            <a:endParaRPr lang="en-US" sz="6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826" name=""/>
          <p:cNvSpPr txBox="1"/>
          <p:nvPr/>
        </p:nvSpPr>
        <p:spPr>
          <a:xfrm>
            <a:off x="4106520" y="2509200"/>
            <a:ext cx="75960" cy="86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600" b="0" u="none" strike="noStrike">
                <a:solidFill>
                  <a:srgbClr val="5A5A5A"/>
                </a:solidFill>
                <a:effectLst/>
                <a:uFillTx/>
                <a:latin typeface="Arial"/>
                <a:ea typeface="Arial"/>
              </a:rPr>
              <a:t>7</a:t>
            </a:r>
            <a:endParaRPr lang="en-US" sz="6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827" name=""/>
          <p:cNvSpPr txBox="1"/>
          <p:nvPr/>
        </p:nvSpPr>
        <p:spPr>
          <a:xfrm>
            <a:off x="189720" y="2259360"/>
            <a:ext cx="1960920" cy="993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700" b="1" u="none" strike="noStrike">
                <a:solidFill>
                  <a:srgbClr val="1A1A1A"/>
                </a:solidFill>
                <a:effectLst/>
                <a:uFillTx/>
                <a:latin typeface="Arial"/>
                <a:ea typeface="Arial"/>
              </a:rPr>
              <a:t>Observation shocks vary by province and year</a:t>
            </a:r>
            <a:endParaRPr lang="en-US" sz="7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828" name=""/>
          <p:cNvSpPr/>
          <p:nvPr/>
        </p:nvSpPr>
        <p:spPr>
          <a:xfrm>
            <a:off x="4660200" y="2424240"/>
            <a:ext cx="1716120" cy="2765520"/>
          </a:xfrm>
          <a:custGeom>
            <a:avLst/>
            <a:gdLst/>
            <a:ahLst/>
            <a:rect l="0" t="0" r="r" b="b"/>
            <a:pathLst>
              <a:path w="4767" h="7682">
                <a:moveTo>
                  <a:pt x="0" y="0"/>
                </a:moveTo>
                <a:lnTo>
                  <a:pt x="4767" y="0"/>
                </a:lnTo>
                <a:lnTo>
                  <a:pt x="4767" y="7682"/>
                </a:lnTo>
                <a:lnTo>
                  <a:pt x="0" y="7682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829" name=""/>
          <p:cNvSpPr/>
          <p:nvPr/>
        </p:nvSpPr>
        <p:spPr>
          <a:xfrm>
            <a:off x="4660200" y="4921560"/>
            <a:ext cx="1715760" cy="0"/>
          </a:xfrm>
          <a:prstGeom prst="line">
            <a:avLst/>
          </a:prstGeom>
          <a:ln w="6480">
            <a:solidFill>
              <a:srgbClr val="9A9A9A"/>
            </a:solidFill>
            <a:custDash>
              <a:ds d="583333" sp="583333"/>
            </a:custDash>
            <a:round/>
          </a:ln>
        </p:spPr>
        <p:style>
          <a:lnRef idx="0"/>
          <a:fillRef idx="0"/>
          <a:effectRef idx="0"/>
          <a:fontRef idx="minor"/>
        </p:style>
        <p:txBody>
          <a:bodyPr lIns="3240" tIns="-3240" rIns="3240" bIns="-324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830" name=""/>
          <p:cNvSpPr/>
          <p:nvPr/>
        </p:nvSpPr>
        <p:spPr>
          <a:xfrm>
            <a:off x="4704480" y="2660040"/>
            <a:ext cx="1627560" cy="2404080"/>
          </a:xfrm>
          <a:custGeom>
            <a:avLst/>
            <a:gdLst/>
            <a:ahLst/>
            <a:rect l="0" t="0" r="r" b="b"/>
            <a:pathLst>
              <a:path w="4521" h="6678">
                <a:moveTo>
                  <a:pt x="0" y="0"/>
                </a:moveTo>
                <a:lnTo>
                  <a:pt x="205" y="459"/>
                </a:lnTo>
                <a:lnTo>
                  <a:pt x="411" y="892"/>
                </a:lnTo>
                <a:lnTo>
                  <a:pt x="616" y="1303"/>
                </a:lnTo>
                <a:lnTo>
                  <a:pt x="822" y="1690"/>
                </a:lnTo>
                <a:lnTo>
                  <a:pt x="1027" y="2056"/>
                </a:lnTo>
                <a:lnTo>
                  <a:pt x="1233" y="2400"/>
                </a:lnTo>
                <a:lnTo>
                  <a:pt x="1438" y="2724"/>
                </a:lnTo>
                <a:lnTo>
                  <a:pt x="1644" y="3026"/>
                </a:lnTo>
                <a:lnTo>
                  <a:pt x="1849" y="3307"/>
                </a:lnTo>
                <a:lnTo>
                  <a:pt x="2055" y="3567"/>
                </a:lnTo>
                <a:lnTo>
                  <a:pt x="2260" y="3805"/>
                </a:lnTo>
                <a:lnTo>
                  <a:pt x="2465" y="4022"/>
                </a:lnTo>
                <a:lnTo>
                  <a:pt x="2671" y="4217"/>
                </a:lnTo>
                <a:lnTo>
                  <a:pt x="2877" y="4390"/>
                </a:lnTo>
                <a:lnTo>
                  <a:pt x="3083" y="4544"/>
                </a:lnTo>
                <a:lnTo>
                  <a:pt x="3288" y="4680"/>
                </a:lnTo>
                <a:lnTo>
                  <a:pt x="3494" y="4801"/>
                </a:lnTo>
                <a:lnTo>
                  <a:pt x="3699" y="4910"/>
                </a:lnTo>
                <a:lnTo>
                  <a:pt x="3904" y="5008"/>
                </a:lnTo>
                <a:lnTo>
                  <a:pt x="4110" y="5099"/>
                </a:lnTo>
                <a:lnTo>
                  <a:pt x="4315" y="5182"/>
                </a:lnTo>
                <a:lnTo>
                  <a:pt x="4521" y="5261"/>
                </a:lnTo>
                <a:lnTo>
                  <a:pt x="4521" y="6678"/>
                </a:lnTo>
                <a:lnTo>
                  <a:pt x="4315" y="6540"/>
                </a:lnTo>
                <a:lnTo>
                  <a:pt x="4110" y="6398"/>
                </a:lnTo>
                <a:lnTo>
                  <a:pt x="3904" y="6254"/>
                </a:lnTo>
                <a:lnTo>
                  <a:pt x="3699" y="6107"/>
                </a:lnTo>
                <a:lnTo>
                  <a:pt x="3494" y="5960"/>
                </a:lnTo>
                <a:lnTo>
                  <a:pt x="3288" y="5815"/>
                </a:lnTo>
                <a:lnTo>
                  <a:pt x="3083" y="5673"/>
                </a:lnTo>
                <a:lnTo>
                  <a:pt x="2877" y="5537"/>
                </a:lnTo>
                <a:lnTo>
                  <a:pt x="2671" y="5407"/>
                </a:lnTo>
                <a:lnTo>
                  <a:pt x="2465" y="5285"/>
                </a:lnTo>
                <a:lnTo>
                  <a:pt x="2260" y="5171"/>
                </a:lnTo>
                <a:lnTo>
                  <a:pt x="2055" y="5064"/>
                </a:lnTo>
                <a:lnTo>
                  <a:pt x="1849" y="4963"/>
                </a:lnTo>
                <a:lnTo>
                  <a:pt x="1644" y="4867"/>
                </a:lnTo>
                <a:lnTo>
                  <a:pt x="1438" y="4775"/>
                </a:lnTo>
                <a:lnTo>
                  <a:pt x="1233" y="4685"/>
                </a:lnTo>
                <a:lnTo>
                  <a:pt x="1027" y="4599"/>
                </a:lnTo>
                <a:lnTo>
                  <a:pt x="822" y="4513"/>
                </a:lnTo>
                <a:lnTo>
                  <a:pt x="616" y="4429"/>
                </a:lnTo>
                <a:lnTo>
                  <a:pt x="411" y="4346"/>
                </a:lnTo>
                <a:lnTo>
                  <a:pt x="205" y="4263"/>
                </a:lnTo>
                <a:lnTo>
                  <a:pt x="0" y="4180"/>
                </a:lnTo>
                <a:lnTo>
                  <a:pt x="0" y="0"/>
                </a:lnTo>
                <a:close/>
              </a:path>
            </a:pathLst>
          </a:custGeom>
          <a:solidFill>
            <a:srgbClr val="1F5F9E">
              <a:alpha val="18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831" name=""/>
          <p:cNvSpPr/>
          <p:nvPr/>
        </p:nvSpPr>
        <p:spPr>
          <a:xfrm>
            <a:off x="4704480" y="3519360"/>
            <a:ext cx="1627560" cy="1315080"/>
          </a:xfrm>
          <a:custGeom>
            <a:avLst/>
            <a:gdLst/>
            <a:ahLst/>
            <a:rect l="0" t="0" r="r" b="b"/>
            <a:pathLst>
              <a:path fill="none" w="4521" h="3653">
                <a:moveTo>
                  <a:pt x="0" y="0"/>
                </a:moveTo>
                <a:lnTo>
                  <a:pt x="205" y="228"/>
                </a:lnTo>
                <a:lnTo>
                  <a:pt x="411" y="449"/>
                </a:lnTo>
                <a:lnTo>
                  <a:pt x="616" y="663"/>
                </a:lnTo>
                <a:lnTo>
                  <a:pt x="822" y="870"/>
                </a:lnTo>
                <a:lnTo>
                  <a:pt x="1027" y="1070"/>
                </a:lnTo>
                <a:lnTo>
                  <a:pt x="1233" y="1264"/>
                </a:lnTo>
                <a:lnTo>
                  <a:pt x="1438" y="1452"/>
                </a:lnTo>
                <a:lnTo>
                  <a:pt x="1644" y="1634"/>
                </a:lnTo>
                <a:lnTo>
                  <a:pt x="1849" y="1810"/>
                </a:lnTo>
                <a:lnTo>
                  <a:pt x="2055" y="1981"/>
                </a:lnTo>
                <a:lnTo>
                  <a:pt x="2260" y="2146"/>
                </a:lnTo>
                <a:lnTo>
                  <a:pt x="2465" y="2306"/>
                </a:lnTo>
                <a:lnTo>
                  <a:pt x="2671" y="2461"/>
                </a:lnTo>
                <a:lnTo>
                  <a:pt x="2877" y="2611"/>
                </a:lnTo>
                <a:lnTo>
                  <a:pt x="3083" y="2756"/>
                </a:lnTo>
                <a:lnTo>
                  <a:pt x="3288" y="2897"/>
                </a:lnTo>
                <a:lnTo>
                  <a:pt x="3494" y="3034"/>
                </a:lnTo>
                <a:lnTo>
                  <a:pt x="3699" y="3166"/>
                </a:lnTo>
                <a:lnTo>
                  <a:pt x="3904" y="3293"/>
                </a:lnTo>
                <a:lnTo>
                  <a:pt x="4110" y="3417"/>
                </a:lnTo>
                <a:lnTo>
                  <a:pt x="4315" y="3537"/>
                </a:lnTo>
                <a:lnTo>
                  <a:pt x="4521" y="3653"/>
                </a:lnTo>
              </a:path>
            </a:pathLst>
          </a:custGeom>
          <a:ln w="13320">
            <a:solidFill>
              <a:srgbClr val="1F5F9E"/>
            </a:solidFill>
            <a:round/>
          </a:ln>
        </p:spPr>
        <p:txBody>
          <a:bodyPr lIns="6480" tIns="6480" rIns="6480" bIns="648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832" name=""/>
          <p:cNvSpPr/>
          <p:nvPr/>
        </p:nvSpPr>
        <p:spPr>
          <a:xfrm>
            <a:off x="4685400" y="3500280"/>
            <a:ext cx="38520" cy="38520"/>
          </a:xfrm>
          <a:custGeom>
            <a:avLst/>
            <a:gdLst/>
            <a:ahLst/>
            <a:rect l="0" t="0" r="r" b="b"/>
            <a:pathLst>
              <a:path w="107" h="107">
                <a:moveTo>
                  <a:pt x="107" y="53"/>
                </a:moveTo>
                <a:cubicBezTo>
                  <a:pt x="107" y="125"/>
                  <a:pt x="0" y="125"/>
                  <a:pt x="0" y="53"/>
                </a:cubicBezTo>
                <a:cubicBezTo>
                  <a:pt x="0" y="-18"/>
                  <a:pt x="107" y="-18"/>
                  <a:pt x="107" y="53"/>
                </a:cubicBezTo>
                <a:close/>
              </a:path>
            </a:pathLst>
          </a:custGeom>
          <a:solidFill>
            <a:srgbClr val="1F5F9E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833" name=""/>
          <p:cNvSpPr/>
          <p:nvPr/>
        </p:nvSpPr>
        <p:spPr>
          <a:xfrm>
            <a:off x="4685400" y="3500280"/>
            <a:ext cx="38520" cy="38520"/>
          </a:xfrm>
          <a:custGeom>
            <a:avLst/>
            <a:gdLst/>
            <a:ahLst/>
            <a:rect l="0" t="0" r="r" b="b"/>
            <a:pathLst>
              <a:path fill="none" w="107" h="107">
                <a:moveTo>
                  <a:pt x="107" y="53"/>
                </a:moveTo>
                <a:cubicBezTo>
                  <a:pt x="107" y="125"/>
                  <a:pt x="0" y="125"/>
                  <a:pt x="0" y="53"/>
                </a:cubicBezTo>
                <a:cubicBezTo>
                  <a:pt x="0" y="-18"/>
                  <a:pt x="107" y="-18"/>
                  <a:pt x="107" y="53"/>
                </a:cubicBezTo>
              </a:path>
            </a:pathLst>
          </a:custGeom>
          <a:ln cap="rnd" w="5400">
            <a:solidFill>
              <a:srgbClr val="1F5F9E"/>
            </a:solidFill>
            <a:round/>
          </a:ln>
        </p:spPr>
        <p:txBody>
          <a:bodyPr lIns="2520" tIns="2520" rIns="2520" bIns="25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834" name=""/>
          <p:cNvSpPr/>
          <p:nvPr/>
        </p:nvSpPr>
        <p:spPr>
          <a:xfrm>
            <a:off x="6312600" y="4815000"/>
            <a:ext cx="38520" cy="38520"/>
          </a:xfrm>
          <a:custGeom>
            <a:avLst/>
            <a:gdLst/>
            <a:ahLst/>
            <a:rect l="0" t="0" r="r" b="b"/>
            <a:pathLst>
              <a:path w="107" h="107">
                <a:moveTo>
                  <a:pt x="107" y="54"/>
                </a:moveTo>
                <a:cubicBezTo>
                  <a:pt x="107" y="124"/>
                  <a:pt x="0" y="124"/>
                  <a:pt x="0" y="54"/>
                </a:cubicBezTo>
                <a:cubicBezTo>
                  <a:pt x="0" y="-18"/>
                  <a:pt x="107" y="-18"/>
                  <a:pt x="107" y="54"/>
                </a:cubicBezTo>
                <a:close/>
              </a:path>
            </a:pathLst>
          </a:custGeom>
          <a:solidFill>
            <a:srgbClr val="1F5F9E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835" name=""/>
          <p:cNvSpPr/>
          <p:nvPr/>
        </p:nvSpPr>
        <p:spPr>
          <a:xfrm>
            <a:off x="6312600" y="4815000"/>
            <a:ext cx="38520" cy="38520"/>
          </a:xfrm>
          <a:custGeom>
            <a:avLst/>
            <a:gdLst/>
            <a:ahLst/>
            <a:rect l="0" t="0" r="r" b="b"/>
            <a:pathLst>
              <a:path fill="none" w="107" h="107">
                <a:moveTo>
                  <a:pt x="107" y="54"/>
                </a:moveTo>
                <a:cubicBezTo>
                  <a:pt x="107" y="124"/>
                  <a:pt x="0" y="124"/>
                  <a:pt x="0" y="54"/>
                </a:cubicBezTo>
                <a:cubicBezTo>
                  <a:pt x="0" y="-18"/>
                  <a:pt x="107" y="-18"/>
                  <a:pt x="107" y="54"/>
                </a:cubicBezTo>
              </a:path>
            </a:pathLst>
          </a:custGeom>
          <a:ln cap="rnd" w="5400">
            <a:solidFill>
              <a:srgbClr val="1F5F9E"/>
            </a:solidFill>
            <a:round/>
          </a:ln>
        </p:spPr>
        <p:txBody>
          <a:bodyPr lIns="2520" tIns="2520" rIns="2520" bIns="25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836" name=""/>
          <p:cNvSpPr txBox="1"/>
          <p:nvPr/>
        </p:nvSpPr>
        <p:spPr>
          <a:xfrm>
            <a:off x="50400" y="2208600"/>
            <a:ext cx="101160" cy="1148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800" b="1" u="none" strike="noStrike">
                <a:solidFill>
                  <a:srgbClr val="1A1A1A"/>
                </a:solidFill>
                <a:effectLst/>
                <a:uFillTx/>
                <a:latin typeface="Arial"/>
                <a:ea typeface="Arial"/>
              </a:rPr>
              <a:t>c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837" name=""/>
          <p:cNvSpPr txBox="1"/>
          <p:nvPr/>
        </p:nvSpPr>
        <p:spPr>
          <a:xfrm>
            <a:off x="4753440" y="3405240"/>
            <a:ext cx="149040" cy="86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600" b="0" u="none" strike="noStrike">
                <a:solidFill>
                  <a:srgbClr val="1F5F9E"/>
                </a:solidFill>
                <a:effectLst/>
                <a:uFillTx/>
                <a:latin typeface="Arial"/>
                <a:ea typeface="Arial"/>
              </a:rPr>
              <a:t>2.18</a:t>
            </a:r>
            <a:endParaRPr lang="en-US" sz="6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838" name=""/>
          <p:cNvSpPr txBox="1"/>
          <p:nvPr/>
        </p:nvSpPr>
        <p:spPr>
          <a:xfrm>
            <a:off x="6394680" y="4789800"/>
            <a:ext cx="149040" cy="86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600" b="0" u="none" strike="noStrike">
                <a:solidFill>
                  <a:srgbClr val="1F5F9E"/>
                </a:solidFill>
                <a:effectLst/>
                <a:uFillTx/>
                <a:latin typeface="Arial"/>
                <a:ea typeface="Arial"/>
              </a:rPr>
              <a:t>1.07</a:t>
            </a:r>
            <a:endParaRPr lang="en-US" sz="6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839" name=""/>
          <p:cNvSpPr txBox="1"/>
          <p:nvPr/>
        </p:nvSpPr>
        <p:spPr>
          <a:xfrm>
            <a:off x="5341320" y="2549880"/>
            <a:ext cx="182880" cy="86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600" b="0" u="none" strike="noStrike">
                <a:solidFill>
                  <a:srgbClr val="5A5A5A"/>
                </a:solidFill>
                <a:effectLst/>
                <a:uFillTx/>
                <a:latin typeface="Arial"/>
                <a:ea typeface="Arial"/>
              </a:rPr>
              <a:t>Effort</a:t>
            </a:r>
            <a:endParaRPr lang="en-US" sz="6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840" name=""/>
          <p:cNvSpPr txBox="1"/>
          <p:nvPr/>
        </p:nvSpPr>
        <p:spPr>
          <a:xfrm>
            <a:off x="5556960" y="2549880"/>
            <a:ext cx="231480" cy="86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600" b="0" u="none" strike="noStrike">
                <a:solidFill>
                  <a:srgbClr val="5A5A5A"/>
                </a:solidFill>
                <a:effectLst/>
                <a:uFillTx/>
                <a:latin typeface="Arial"/>
                <a:ea typeface="Arial"/>
              </a:rPr>
              <a:t>× time,</a:t>
            </a:r>
            <a:endParaRPr lang="en-US" sz="6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841" name=""/>
          <p:cNvSpPr txBox="1"/>
          <p:nvPr/>
        </p:nvSpPr>
        <p:spPr>
          <a:xfrm>
            <a:off x="5823720" y="2549880"/>
            <a:ext cx="415800" cy="86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600" b="0" i="1" u="none" strike="noStrike">
                <a:solidFill>
                  <a:srgbClr val="5A5A5A"/>
                </a:solidFill>
                <a:effectLst/>
                <a:uFillTx/>
                <a:latin typeface="Arial"/>
                <a:ea typeface="Arial"/>
              </a:rPr>
              <a:t>P</a:t>
            </a:r>
            <a:r>
              <a:rPr lang="en-US" sz="600" b="0" u="none" strike="noStrike">
                <a:solidFill>
                  <a:srgbClr val="5A5A5A"/>
                </a:solidFill>
                <a:effectLst/>
                <a:uFillTx/>
                <a:latin typeface="Arial"/>
                <a:ea typeface="Arial"/>
              </a:rPr>
              <a:t> = 7.7 × 10</a:t>
            </a:r>
            <a:endParaRPr lang="en-US" sz="6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842" name=""/>
          <p:cNvSpPr/>
          <p:nvPr/>
        </p:nvSpPr>
        <p:spPr>
          <a:xfrm flipV="1">
            <a:off x="4660200" y="2424240"/>
            <a:ext cx="0" cy="2765160"/>
          </a:xfrm>
          <a:prstGeom prst="line">
            <a:avLst/>
          </a:prstGeom>
          <a:ln cap="sq" w="6480">
            <a:solidFill>
              <a:srgbClr val="4A4A4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3240" tIns="3240" rIns="3240" bIns="324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843" name=""/>
          <p:cNvSpPr txBox="1"/>
          <p:nvPr/>
        </p:nvSpPr>
        <p:spPr>
          <a:xfrm>
            <a:off x="6255720" y="2537280"/>
            <a:ext cx="73800" cy="72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500" b="0" u="none" strike="noStrike">
                <a:solidFill>
                  <a:srgbClr val="5A5A5A"/>
                </a:solidFill>
                <a:effectLst/>
                <a:uFillTx/>
                <a:latin typeface="Arial"/>
                <a:ea typeface="Arial"/>
              </a:rPr>
              <a:t>−4</a:t>
            </a:r>
            <a:endParaRPr lang="en-US" sz="5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844" name=""/>
          <p:cNvSpPr txBox="1"/>
          <p:nvPr/>
        </p:nvSpPr>
        <p:spPr>
          <a:xfrm>
            <a:off x="4515840" y="4877280"/>
            <a:ext cx="106560" cy="86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600" b="0" u="none" strike="noStrike">
                <a:solidFill>
                  <a:srgbClr val="5A5A5A"/>
                </a:solidFill>
                <a:effectLst/>
                <a:uFillTx/>
                <a:latin typeface="Arial"/>
                <a:ea typeface="Arial"/>
              </a:rPr>
              <a:t>1.0</a:t>
            </a:r>
            <a:endParaRPr lang="en-US" sz="6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845" name=""/>
          <p:cNvSpPr txBox="1"/>
          <p:nvPr/>
        </p:nvSpPr>
        <p:spPr>
          <a:xfrm>
            <a:off x="4515840" y="4284360"/>
            <a:ext cx="106560" cy="86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600" b="0" u="none" strike="noStrike">
                <a:solidFill>
                  <a:srgbClr val="5A5A5A"/>
                </a:solidFill>
                <a:effectLst/>
                <a:uFillTx/>
                <a:latin typeface="Arial"/>
                <a:ea typeface="Arial"/>
              </a:rPr>
              <a:t>1.5</a:t>
            </a:r>
            <a:endParaRPr lang="en-US" sz="6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846" name=""/>
          <p:cNvSpPr txBox="1"/>
          <p:nvPr/>
        </p:nvSpPr>
        <p:spPr>
          <a:xfrm>
            <a:off x="4515840" y="3691440"/>
            <a:ext cx="106560" cy="86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600" b="0" u="none" strike="noStrike">
                <a:solidFill>
                  <a:srgbClr val="5A5A5A"/>
                </a:solidFill>
                <a:effectLst/>
                <a:uFillTx/>
                <a:latin typeface="Arial"/>
                <a:ea typeface="Arial"/>
              </a:rPr>
              <a:t>2.0</a:t>
            </a:r>
            <a:endParaRPr lang="en-US" sz="6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847" name=""/>
          <p:cNvSpPr txBox="1"/>
          <p:nvPr/>
        </p:nvSpPr>
        <p:spPr>
          <a:xfrm>
            <a:off x="4515840" y="3098520"/>
            <a:ext cx="106560" cy="86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600" b="0" u="none" strike="noStrike">
                <a:solidFill>
                  <a:srgbClr val="5A5A5A"/>
                </a:solidFill>
                <a:effectLst/>
                <a:uFillTx/>
                <a:latin typeface="Arial"/>
                <a:ea typeface="Arial"/>
              </a:rPr>
              <a:t>2.5</a:t>
            </a:r>
            <a:endParaRPr lang="en-US" sz="6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848" name=""/>
          <p:cNvSpPr/>
          <p:nvPr/>
        </p:nvSpPr>
        <p:spPr>
          <a:xfrm>
            <a:off x="4635000" y="4921560"/>
            <a:ext cx="25200" cy="0"/>
          </a:xfrm>
          <a:prstGeom prst="line">
            <a:avLst/>
          </a:prstGeom>
          <a:ln w="6480">
            <a:solidFill>
              <a:srgbClr val="4A4A4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3240" tIns="-3240" rIns="3240" bIns="-324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849" name=""/>
          <p:cNvSpPr/>
          <p:nvPr/>
        </p:nvSpPr>
        <p:spPr>
          <a:xfrm>
            <a:off x="4635000" y="4328640"/>
            <a:ext cx="25200" cy="0"/>
          </a:xfrm>
          <a:prstGeom prst="line">
            <a:avLst/>
          </a:prstGeom>
          <a:ln w="6480">
            <a:solidFill>
              <a:srgbClr val="4A4A4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3240" tIns="-3240" rIns="3240" bIns="-324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850" name=""/>
          <p:cNvSpPr/>
          <p:nvPr/>
        </p:nvSpPr>
        <p:spPr>
          <a:xfrm>
            <a:off x="4635000" y="3735720"/>
            <a:ext cx="25200" cy="0"/>
          </a:xfrm>
          <a:prstGeom prst="line">
            <a:avLst/>
          </a:prstGeom>
          <a:ln w="6480">
            <a:solidFill>
              <a:srgbClr val="4A4A4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3240" tIns="-3240" rIns="3240" bIns="-324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851" name=""/>
          <p:cNvSpPr/>
          <p:nvPr/>
        </p:nvSpPr>
        <p:spPr>
          <a:xfrm>
            <a:off x="4635000" y="3142800"/>
            <a:ext cx="25200" cy="0"/>
          </a:xfrm>
          <a:prstGeom prst="line">
            <a:avLst/>
          </a:prstGeom>
          <a:ln w="6480">
            <a:solidFill>
              <a:srgbClr val="4A4A4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3240" tIns="-3240" rIns="3240" bIns="-324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852" name=""/>
          <p:cNvSpPr/>
          <p:nvPr/>
        </p:nvSpPr>
        <p:spPr>
          <a:xfrm>
            <a:off x="4635000" y="2549880"/>
            <a:ext cx="25200" cy="0"/>
          </a:xfrm>
          <a:prstGeom prst="line">
            <a:avLst/>
          </a:prstGeom>
          <a:ln w="6480">
            <a:solidFill>
              <a:srgbClr val="4A4A4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3240" tIns="-3240" rIns="3240" bIns="-324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853" name=""/>
          <p:cNvSpPr/>
          <p:nvPr/>
        </p:nvSpPr>
        <p:spPr>
          <a:xfrm>
            <a:off x="4660200" y="5189400"/>
            <a:ext cx="1715760" cy="0"/>
          </a:xfrm>
          <a:prstGeom prst="line">
            <a:avLst/>
          </a:prstGeom>
          <a:ln cap="sq" w="6480">
            <a:solidFill>
              <a:srgbClr val="4A4A4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3240" tIns="-3240" rIns="3240" bIns="-324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854" name=""/>
          <p:cNvSpPr/>
          <p:nvPr/>
        </p:nvSpPr>
        <p:spPr>
          <a:xfrm flipV="1">
            <a:off x="4704480" y="5189400"/>
            <a:ext cx="0" cy="25560"/>
          </a:xfrm>
          <a:prstGeom prst="line">
            <a:avLst/>
          </a:prstGeom>
          <a:ln w="6480">
            <a:solidFill>
              <a:srgbClr val="4A4A4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3240" tIns="3240" rIns="3240" bIns="324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855" name=""/>
          <p:cNvSpPr/>
          <p:nvPr/>
        </p:nvSpPr>
        <p:spPr>
          <a:xfrm flipV="1">
            <a:off x="5000400" y="5189400"/>
            <a:ext cx="0" cy="25560"/>
          </a:xfrm>
          <a:prstGeom prst="line">
            <a:avLst/>
          </a:prstGeom>
          <a:ln w="6480">
            <a:solidFill>
              <a:srgbClr val="4A4A4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3240" tIns="3240" rIns="3240" bIns="324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856" name=""/>
          <p:cNvSpPr/>
          <p:nvPr/>
        </p:nvSpPr>
        <p:spPr>
          <a:xfrm flipV="1">
            <a:off x="5296320" y="5189400"/>
            <a:ext cx="0" cy="25560"/>
          </a:xfrm>
          <a:prstGeom prst="line">
            <a:avLst/>
          </a:prstGeom>
          <a:ln w="6480">
            <a:solidFill>
              <a:srgbClr val="4A4A4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3240" tIns="3240" rIns="3240" bIns="324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857" name=""/>
          <p:cNvSpPr/>
          <p:nvPr/>
        </p:nvSpPr>
        <p:spPr>
          <a:xfrm flipV="1">
            <a:off x="5591880" y="5189400"/>
            <a:ext cx="0" cy="25560"/>
          </a:xfrm>
          <a:prstGeom prst="line">
            <a:avLst/>
          </a:prstGeom>
          <a:ln w="6480">
            <a:solidFill>
              <a:srgbClr val="4A4A4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3240" tIns="3240" rIns="3240" bIns="324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858" name=""/>
          <p:cNvSpPr/>
          <p:nvPr/>
        </p:nvSpPr>
        <p:spPr>
          <a:xfrm flipV="1">
            <a:off x="5887800" y="5189400"/>
            <a:ext cx="0" cy="25560"/>
          </a:xfrm>
          <a:prstGeom prst="line">
            <a:avLst/>
          </a:prstGeom>
          <a:ln w="6480">
            <a:solidFill>
              <a:srgbClr val="4A4A4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3240" tIns="3240" rIns="3240" bIns="324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859" name=""/>
          <p:cNvSpPr/>
          <p:nvPr/>
        </p:nvSpPr>
        <p:spPr>
          <a:xfrm flipV="1">
            <a:off x="6183720" y="5189400"/>
            <a:ext cx="0" cy="25560"/>
          </a:xfrm>
          <a:prstGeom prst="line">
            <a:avLst/>
          </a:prstGeom>
          <a:ln w="6480">
            <a:solidFill>
              <a:srgbClr val="4A4A4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3240" tIns="3240" rIns="3240" bIns="324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860" name=""/>
          <p:cNvSpPr txBox="1"/>
          <p:nvPr/>
        </p:nvSpPr>
        <p:spPr>
          <a:xfrm>
            <a:off x="4515840" y="2505600"/>
            <a:ext cx="106560" cy="86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600" b="0" u="none" strike="noStrike">
                <a:solidFill>
                  <a:srgbClr val="5A5A5A"/>
                </a:solidFill>
                <a:effectLst/>
                <a:uFillTx/>
                <a:latin typeface="Arial"/>
                <a:ea typeface="Arial"/>
              </a:rPr>
              <a:t>3.0</a:t>
            </a:r>
            <a:endParaRPr lang="en-US" sz="6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861" name=""/>
          <p:cNvSpPr txBox="1"/>
          <p:nvPr/>
        </p:nvSpPr>
        <p:spPr>
          <a:xfrm>
            <a:off x="4628520" y="5220000"/>
            <a:ext cx="170280" cy="86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600" b="0" u="none" strike="noStrike">
                <a:solidFill>
                  <a:srgbClr val="5A5A5A"/>
                </a:solidFill>
                <a:effectLst/>
                <a:uFillTx/>
                <a:latin typeface="Arial"/>
                <a:ea typeface="Arial"/>
              </a:rPr>
              <a:t>2002</a:t>
            </a:r>
            <a:endParaRPr lang="en-US" sz="6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862" name=""/>
          <p:cNvSpPr txBox="1"/>
          <p:nvPr/>
        </p:nvSpPr>
        <p:spPr>
          <a:xfrm>
            <a:off x="4924440" y="5220000"/>
            <a:ext cx="170280" cy="86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600" b="0" u="none" strike="noStrike">
                <a:solidFill>
                  <a:srgbClr val="5A5A5A"/>
                </a:solidFill>
                <a:effectLst/>
                <a:uFillTx/>
                <a:latin typeface="Arial"/>
                <a:ea typeface="Arial"/>
              </a:rPr>
              <a:t>2006</a:t>
            </a:r>
            <a:endParaRPr lang="en-US" sz="6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863" name=""/>
          <p:cNvSpPr txBox="1"/>
          <p:nvPr/>
        </p:nvSpPr>
        <p:spPr>
          <a:xfrm>
            <a:off x="5220000" y="5220000"/>
            <a:ext cx="170280" cy="86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600" b="0" u="none" strike="noStrike">
                <a:solidFill>
                  <a:srgbClr val="5A5A5A"/>
                </a:solidFill>
                <a:effectLst/>
                <a:uFillTx/>
                <a:latin typeface="Arial"/>
                <a:ea typeface="Arial"/>
              </a:rPr>
              <a:t>2010</a:t>
            </a:r>
            <a:endParaRPr lang="en-US" sz="6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864" name=""/>
          <p:cNvSpPr txBox="1"/>
          <p:nvPr/>
        </p:nvSpPr>
        <p:spPr>
          <a:xfrm>
            <a:off x="5515920" y="5220000"/>
            <a:ext cx="170280" cy="86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600" b="0" u="none" strike="noStrike">
                <a:solidFill>
                  <a:srgbClr val="5A5A5A"/>
                </a:solidFill>
                <a:effectLst/>
                <a:uFillTx/>
                <a:latin typeface="Arial"/>
                <a:ea typeface="Arial"/>
              </a:rPr>
              <a:t>2014</a:t>
            </a:r>
            <a:endParaRPr lang="en-US" sz="6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865" name=""/>
          <p:cNvSpPr txBox="1"/>
          <p:nvPr/>
        </p:nvSpPr>
        <p:spPr>
          <a:xfrm>
            <a:off x="5811840" y="5220000"/>
            <a:ext cx="170280" cy="86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600" b="0" u="none" strike="noStrike">
                <a:solidFill>
                  <a:srgbClr val="5A5A5A"/>
                </a:solidFill>
                <a:effectLst/>
                <a:uFillTx/>
                <a:latin typeface="Arial"/>
                <a:ea typeface="Arial"/>
              </a:rPr>
              <a:t>2018</a:t>
            </a:r>
            <a:endParaRPr lang="en-US" sz="6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866" name=""/>
          <p:cNvSpPr txBox="1"/>
          <p:nvPr/>
        </p:nvSpPr>
        <p:spPr>
          <a:xfrm>
            <a:off x="6107760" y="5220000"/>
            <a:ext cx="170280" cy="86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600" b="0" u="none" strike="noStrike">
                <a:solidFill>
                  <a:srgbClr val="5A5A5A"/>
                </a:solidFill>
                <a:effectLst/>
                <a:uFillTx/>
                <a:latin typeface="Arial"/>
                <a:ea typeface="Arial"/>
              </a:rPr>
              <a:t>2022</a:t>
            </a:r>
            <a:endParaRPr lang="en-US" sz="6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867" name=""/>
          <p:cNvSpPr txBox="1"/>
          <p:nvPr/>
        </p:nvSpPr>
        <p:spPr>
          <a:xfrm rot="16200000">
            <a:off x="3823200" y="3770640"/>
            <a:ext cx="1179720" cy="993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700" b="0" u="none" strike="noStrike">
                <a:solidFill>
                  <a:srgbClr val="1A1A1A"/>
                </a:solidFill>
                <a:effectLst/>
                <a:uFillTx/>
                <a:latin typeface="Arial"/>
                <a:ea typeface="Arial"/>
              </a:rPr>
              <a:t>Hazard ratio per 1 SD of effort</a:t>
            </a:r>
            <a:endParaRPr lang="en-US" sz="7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868" name=""/>
          <p:cNvSpPr txBox="1"/>
          <p:nvPr/>
        </p:nvSpPr>
        <p:spPr>
          <a:xfrm>
            <a:off x="4489920" y="2259360"/>
            <a:ext cx="1513440" cy="993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700" b="1" u="none" strike="noStrike">
                <a:solidFill>
                  <a:srgbClr val="1A1A1A"/>
                </a:solidFill>
                <a:effectLst/>
                <a:uFillTx/>
                <a:latin typeface="Arial"/>
                <a:ea typeface="Arial"/>
              </a:rPr>
              <a:t>The return on survey effort is falling</a:t>
            </a:r>
            <a:endParaRPr lang="en-US" sz="7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869" name=""/>
          <p:cNvSpPr txBox="1"/>
          <p:nvPr/>
        </p:nvSpPr>
        <p:spPr>
          <a:xfrm>
            <a:off x="4344480" y="2208600"/>
            <a:ext cx="101160" cy="1148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800" b="1" u="none" strike="noStrike">
                <a:solidFill>
                  <a:srgbClr val="1A1A1A"/>
                </a:solidFill>
                <a:effectLst/>
                <a:uFillTx/>
                <a:latin typeface="Arial"/>
                <a:ea typeface="Arial"/>
              </a:rPr>
              <a:t>d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/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Chenchen Ding</dc:creator>
  <dc:description/>
  <dc:language>zh-CN</dc:language>
  <cp:lastModifiedBy>Chenchen Ding</cp:lastModifiedBy>
  <cp:revision>0</cp:revision>
  <dc:subject/>
  <dc:title>TJ_Fig_observation_process</dc:title>
</cp:coreProperties>
</file>